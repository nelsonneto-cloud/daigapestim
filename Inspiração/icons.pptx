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4"/>
  </p:sldMasterIdLst>
  <p:notesMasterIdLst>
    <p:notesMasterId r:id="rId40"/>
  </p:notesMasterIdLst>
  <p:sldIdLst>
    <p:sldId id="272" r:id="rId5"/>
    <p:sldId id="343" r:id="rId6"/>
    <p:sldId id="344" r:id="rId7"/>
    <p:sldId id="345" r:id="rId8"/>
    <p:sldId id="346" r:id="rId9"/>
    <p:sldId id="347" r:id="rId10"/>
    <p:sldId id="348" r:id="rId11"/>
    <p:sldId id="349" r:id="rId12"/>
    <p:sldId id="350" r:id="rId13"/>
    <p:sldId id="351" r:id="rId14"/>
    <p:sldId id="352" r:id="rId15"/>
    <p:sldId id="2105884331" r:id="rId16"/>
    <p:sldId id="2105884332" r:id="rId17"/>
    <p:sldId id="2105884333" r:id="rId18"/>
    <p:sldId id="2105884334" r:id="rId19"/>
    <p:sldId id="2105884340" r:id="rId20"/>
    <p:sldId id="2105884342" r:id="rId21"/>
    <p:sldId id="2105884344" r:id="rId22"/>
    <p:sldId id="353" r:id="rId23"/>
    <p:sldId id="354" r:id="rId24"/>
    <p:sldId id="355" r:id="rId25"/>
    <p:sldId id="356" r:id="rId26"/>
    <p:sldId id="357" r:id="rId27"/>
    <p:sldId id="358" r:id="rId28"/>
    <p:sldId id="359" r:id="rId29"/>
    <p:sldId id="360" r:id="rId30"/>
    <p:sldId id="361" r:id="rId31"/>
    <p:sldId id="362" r:id="rId32"/>
    <p:sldId id="2105884329" r:id="rId33"/>
    <p:sldId id="2105884330" r:id="rId34"/>
    <p:sldId id="2105884338" r:id="rId35"/>
    <p:sldId id="2105884339" r:id="rId36"/>
    <p:sldId id="2105884341" r:id="rId37"/>
    <p:sldId id="2105884343" r:id="rId38"/>
    <p:sldId id="2105884345" r:id="rId3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emplate slides" id="{BF44616A-0BBC-F04D-B77A-71B27F00BF89}">
          <p14:sldIdLst>
            <p14:sldId id="272"/>
            <p14:sldId id="343"/>
            <p14:sldId id="344"/>
            <p14:sldId id="345"/>
            <p14:sldId id="346"/>
            <p14:sldId id="347"/>
            <p14:sldId id="348"/>
            <p14:sldId id="349"/>
            <p14:sldId id="350"/>
            <p14:sldId id="351"/>
            <p14:sldId id="352"/>
            <p14:sldId id="2105884331"/>
            <p14:sldId id="2105884332"/>
            <p14:sldId id="2105884333"/>
            <p14:sldId id="2105884334"/>
            <p14:sldId id="2105884340"/>
            <p14:sldId id="2105884342"/>
            <p14:sldId id="2105884344"/>
            <p14:sldId id="353"/>
            <p14:sldId id="354"/>
            <p14:sldId id="355"/>
            <p14:sldId id="356"/>
            <p14:sldId id="357"/>
            <p14:sldId id="358"/>
            <p14:sldId id="359"/>
            <p14:sldId id="360"/>
            <p14:sldId id="361"/>
            <p14:sldId id="362"/>
            <p14:sldId id="2105884329"/>
            <p14:sldId id="2105884330"/>
            <p14:sldId id="2105884338"/>
            <p14:sldId id="2105884339"/>
            <p14:sldId id="2105884341"/>
            <p14:sldId id="2105884343"/>
            <p14:sldId id="210588434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42828"/>
    <a:srgbClr val="EF463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27"/>
  </p:normalViewPr>
  <p:slideViewPr>
    <p:cSldViewPr snapToGrid="0" snapToObjects="1">
      <p:cViewPr varScale="1">
        <p:scale>
          <a:sx n="71" d="100"/>
          <a:sy n="71" d="100"/>
        </p:scale>
        <p:origin x="1061" y="283"/>
      </p:cViewPr>
      <p:guideLst/>
    </p:cSldViewPr>
  </p:slideViewPr>
  <p:outlineViewPr>
    <p:cViewPr>
      <p:scale>
        <a:sx n="33" d="100"/>
        <a:sy n="33" d="100"/>
      </p:scale>
      <p:origin x="0" y="-64792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 snapToObjects="1">
      <p:cViewPr varScale="1">
        <p:scale>
          <a:sx n="86" d="100"/>
          <a:sy n="86" d="100"/>
        </p:scale>
        <p:origin x="2792" y="21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theme" Target="theme/theme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E154142-DEDA-1343-ACBF-88E53F7A9F8A}" type="datetimeFigureOut">
              <a:rPr lang="en-US" smtClean="0"/>
              <a:t>3/4/2026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CF3E68-592D-874C-9621-BB6EA5CE7433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7001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vider Slide 1 red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52F1531A-EB85-CA4F-AC19-8CC47A535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3590275"/>
            <a:ext cx="12192000" cy="187476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E8BAB30-02AF-B04D-833C-3121DC7DDB60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433754" y="243379"/>
            <a:ext cx="5662246" cy="1655762"/>
          </a:xfrm>
        </p:spPr>
        <p:txBody>
          <a:bodyPr lIns="0" tIns="0" rIns="0" bIns="0" anchor="b" anchorCtr="0">
            <a:normAutofit/>
          </a:bodyPr>
          <a:lstStyle>
            <a:lvl1pPr algn="l">
              <a:lnSpc>
                <a:spcPct val="90000"/>
              </a:lnSpc>
              <a:defRPr sz="5000" b="1" i="0" spc="-10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C192CA4-6B7B-884B-B4DC-BFB8E4485B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33754" y="2093977"/>
            <a:ext cx="5662246" cy="1655762"/>
          </a:xfrm>
        </p:spPr>
        <p:txBody>
          <a:bodyPr lIns="0" tIns="0" rIns="0" bIns="0">
            <a:normAutofit/>
          </a:bodyPr>
          <a:lstStyle>
            <a:lvl1pPr marL="0" indent="0" algn="l">
              <a:lnSpc>
                <a:spcPct val="100000"/>
              </a:lnSpc>
              <a:buNone/>
              <a:defRPr sz="2000" b="0" i="0">
                <a:solidFill>
                  <a:schemeClr val="bg1"/>
                </a:solidFill>
                <a:latin typeface="+mn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 dirty="0"/>
              <a:t>Click to edit master subtitle style</a:t>
            </a:r>
            <a:endParaRPr lang="en-US" dirty="0"/>
          </a:p>
        </p:txBody>
      </p:sp>
      <p:grpSp>
        <p:nvGrpSpPr>
          <p:cNvPr id="12" name="Graphic 17">
            <a:extLst>
              <a:ext uri="{FF2B5EF4-FFF2-40B4-BE49-F238E27FC236}">
                <a16:creationId xmlns:a16="http://schemas.microsoft.com/office/drawing/2014/main" id="{235DD6E0-439A-BA4F-87F5-DF0E545906AA}"/>
              </a:ext>
            </a:extLst>
          </p:cNvPr>
          <p:cNvGrpSpPr/>
          <p:nvPr userDrawn="1"/>
        </p:nvGrpSpPr>
        <p:grpSpPr>
          <a:xfrm>
            <a:off x="11607408" y="6132443"/>
            <a:ext cx="290229" cy="432023"/>
            <a:chOff x="11607408" y="6132443"/>
            <a:chExt cx="290229" cy="432023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963CA9E-E5D1-654C-8D7B-B73D9F7B8388}"/>
                </a:ext>
              </a:extLst>
            </p:cNvPr>
            <p:cNvSpPr/>
            <p:nvPr/>
          </p:nvSpPr>
          <p:spPr>
            <a:xfrm>
              <a:off x="11607408" y="6132443"/>
              <a:ext cx="290229" cy="432023"/>
            </a:xfrm>
            <a:custGeom>
              <a:avLst/>
              <a:gdLst>
                <a:gd name="connsiteX0" fmla="*/ 290229 w 290229"/>
                <a:gd name="connsiteY0" fmla="*/ 0 h 432023"/>
                <a:gd name="connsiteX1" fmla="*/ 290229 w 290229"/>
                <a:gd name="connsiteY1" fmla="*/ 288428 h 432023"/>
                <a:gd name="connsiteX2" fmla="*/ 138895 w 290229"/>
                <a:gd name="connsiteY2" fmla="*/ 432023 h 432023"/>
                <a:gd name="connsiteX3" fmla="*/ 0 w 290229"/>
                <a:gd name="connsiteY3" fmla="*/ 288428 h 432023"/>
                <a:gd name="connsiteX4" fmla="*/ 138895 w 290229"/>
                <a:gd name="connsiteY4" fmla="*/ 144833 h 432023"/>
                <a:gd name="connsiteX5" fmla="*/ 242549 w 290229"/>
                <a:gd name="connsiteY5" fmla="*/ 198888 h 432023"/>
                <a:gd name="connsiteX6" fmla="*/ 242549 w 290229"/>
                <a:gd name="connsiteY6" fmla="*/ 0 h 432023"/>
                <a:gd name="connsiteX7" fmla="*/ 290229 w 290229"/>
                <a:gd name="connsiteY7" fmla="*/ 0 h 432023"/>
                <a:gd name="connsiteX8" fmla="*/ 242549 w 290229"/>
                <a:gd name="connsiteY8" fmla="*/ 288428 h 432023"/>
                <a:gd name="connsiteX9" fmla="*/ 144907 w 290229"/>
                <a:gd name="connsiteY9" fmla="*/ 190635 h 432023"/>
                <a:gd name="connsiteX10" fmla="*/ 47680 w 290229"/>
                <a:gd name="connsiteY10" fmla="*/ 288428 h 432023"/>
                <a:gd name="connsiteX11" fmla="*/ 144700 w 290229"/>
                <a:gd name="connsiteY11" fmla="*/ 386221 h 432023"/>
                <a:gd name="connsiteX12" fmla="*/ 242549 w 290229"/>
                <a:gd name="connsiteY12" fmla="*/ 288428 h 43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29" h="432023">
                  <a:moveTo>
                    <a:pt x="290229" y="0"/>
                  </a:moveTo>
                  <a:lnTo>
                    <a:pt x="290229" y="288428"/>
                  </a:lnTo>
                  <a:cubicBezTo>
                    <a:pt x="290229" y="347022"/>
                    <a:pt x="246073" y="432023"/>
                    <a:pt x="138895" y="432023"/>
                  </a:cubicBezTo>
                  <a:cubicBezTo>
                    <a:pt x="62607" y="432023"/>
                    <a:pt x="0" y="369304"/>
                    <a:pt x="0" y="288428"/>
                  </a:cubicBezTo>
                  <a:cubicBezTo>
                    <a:pt x="0" y="207553"/>
                    <a:pt x="62607" y="144833"/>
                    <a:pt x="138895" y="144833"/>
                  </a:cubicBezTo>
                  <a:cubicBezTo>
                    <a:pt x="185539" y="144833"/>
                    <a:pt x="220574" y="165671"/>
                    <a:pt x="242549" y="198888"/>
                  </a:cubicBezTo>
                  <a:lnTo>
                    <a:pt x="242549" y="0"/>
                  </a:lnTo>
                  <a:lnTo>
                    <a:pt x="290229" y="0"/>
                  </a:lnTo>
                  <a:close/>
                  <a:moveTo>
                    <a:pt x="242549" y="288428"/>
                  </a:moveTo>
                  <a:cubicBezTo>
                    <a:pt x="242549" y="232723"/>
                    <a:pt x="200258" y="190635"/>
                    <a:pt x="144907" y="190635"/>
                  </a:cubicBezTo>
                  <a:cubicBezTo>
                    <a:pt x="89971" y="190635"/>
                    <a:pt x="47680" y="232723"/>
                    <a:pt x="47680" y="288428"/>
                  </a:cubicBezTo>
                  <a:cubicBezTo>
                    <a:pt x="47680" y="344133"/>
                    <a:pt x="89971" y="386221"/>
                    <a:pt x="144700" y="386221"/>
                  </a:cubicBezTo>
                  <a:cubicBezTo>
                    <a:pt x="200258" y="386221"/>
                    <a:pt x="242341" y="344133"/>
                    <a:pt x="242549" y="288428"/>
                  </a:cubicBezTo>
                </a:path>
              </a:pathLst>
            </a:custGeom>
            <a:solidFill>
              <a:srgbClr val="FFFFFF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B3BAAC9B-8556-3B48-8673-5222F8DFA1DF}"/>
                </a:ext>
              </a:extLst>
            </p:cNvPr>
            <p:cNvSpPr/>
            <p:nvPr/>
          </p:nvSpPr>
          <p:spPr>
            <a:xfrm>
              <a:off x="11655088" y="6323077"/>
              <a:ext cx="194868" cy="195586"/>
            </a:xfrm>
            <a:custGeom>
              <a:avLst/>
              <a:gdLst>
                <a:gd name="connsiteX0" fmla="*/ 194868 w 194868"/>
                <a:gd name="connsiteY0" fmla="*/ 97793 h 195586"/>
                <a:gd name="connsiteX1" fmla="*/ 97227 w 194868"/>
                <a:gd name="connsiteY1" fmla="*/ 0 h 195586"/>
                <a:gd name="connsiteX2" fmla="*/ 0 w 194868"/>
                <a:gd name="connsiteY2" fmla="*/ 97793 h 195586"/>
                <a:gd name="connsiteX3" fmla="*/ 97019 w 194868"/>
                <a:gd name="connsiteY3" fmla="*/ 195586 h 195586"/>
                <a:gd name="connsiteX4" fmla="*/ 194868 w 194868"/>
                <a:gd name="connsiteY4" fmla="*/ 97793 h 19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868" h="195586">
                  <a:moveTo>
                    <a:pt x="194868" y="97793"/>
                  </a:moveTo>
                  <a:cubicBezTo>
                    <a:pt x="194868" y="42088"/>
                    <a:pt x="152578" y="0"/>
                    <a:pt x="97227" y="0"/>
                  </a:cubicBezTo>
                  <a:cubicBezTo>
                    <a:pt x="42291" y="0"/>
                    <a:pt x="0" y="42088"/>
                    <a:pt x="0" y="97793"/>
                  </a:cubicBezTo>
                  <a:cubicBezTo>
                    <a:pt x="0" y="153498"/>
                    <a:pt x="42291" y="195586"/>
                    <a:pt x="97019" y="195586"/>
                  </a:cubicBezTo>
                  <a:cubicBezTo>
                    <a:pt x="152578" y="195586"/>
                    <a:pt x="194661" y="153498"/>
                    <a:pt x="194868" y="97793"/>
                  </a:cubicBezTo>
                </a:path>
              </a:pathLst>
            </a:custGeom>
            <a:solidFill>
              <a:schemeClr val="bg2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73D9A6F-453B-634F-BF92-D935B4ABB998}"/>
              </a:ext>
            </a:extLst>
          </p:cNvPr>
          <p:cNvSpPr txBox="1"/>
          <p:nvPr userDrawn="1"/>
        </p:nvSpPr>
        <p:spPr>
          <a:xfrm>
            <a:off x="433755" y="6218083"/>
            <a:ext cx="231992" cy="3636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217A898-970D-3041-86C6-F4A15857945A}" type="slidenum">
              <a:rPr lang="en-US" sz="800" smtClean="0">
                <a:solidFill>
                  <a:schemeClr val="bg1"/>
                </a:solidFill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2A547E13-8B99-5348-B5A6-DC7FE685C8A3}"/>
              </a:ext>
            </a:extLst>
          </p:cNvPr>
          <p:cNvSpPr txBox="1">
            <a:spLocks/>
          </p:cNvSpPr>
          <p:nvPr userDrawn="1"/>
        </p:nvSpPr>
        <p:spPr>
          <a:xfrm>
            <a:off x="694800" y="6195600"/>
            <a:ext cx="2887306" cy="367200"/>
          </a:xfrm>
          <a:prstGeom prst="rect">
            <a:avLst/>
          </a:prstGeom>
        </p:spPr>
        <p:txBody>
          <a:bodyPr lIns="0" tIns="0" rIns="0" bIns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200" b="1" i="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chemeClr val="bg1"/>
                </a:solidFill>
              </a:rPr>
              <a:t>we commit. we deliver.</a:t>
            </a:r>
          </a:p>
        </p:txBody>
      </p:sp>
    </p:spTree>
    <p:extLst>
      <p:ext uri="{BB962C8B-B14F-4D97-AF65-F5344CB8AC3E}">
        <p14:creationId xmlns:p14="http://schemas.microsoft.com/office/powerpoint/2010/main" val="2861286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d Icons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8EAD9949-42AE-0E43-BDB0-437EAD35A37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433754" y="360609"/>
            <a:ext cx="10234246" cy="1022713"/>
          </a:xfrm>
        </p:spPr>
        <p:txBody>
          <a:bodyPr lIns="0" tIns="0" rIns="0" bIns="0" anchor="t" anchorCtr="0">
            <a:normAutofit/>
          </a:bodyPr>
          <a:lstStyle>
            <a:lvl1pPr algn="l">
              <a:lnSpc>
                <a:spcPct val="90000"/>
              </a:lnSpc>
              <a:defRPr sz="4000" b="0" i="0" spc="-100" baseline="0">
                <a:solidFill>
                  <a:schemeClr val="bg2"/>
                </a:solidFill>
                <a:latin typeface="+mj-lt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7BFDA769-0B85-B04C-9592-31F89B9AE1C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475378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0" name="Picture Placeholder 16">
            <a:extLst>
              <a:ext uri="{FF2B5EF4-FFF2-40B4-BE49-F238E27FC236}">
                <a16:creationId xmlns:a16="http://schemas.microsoft.com/office/drawing/2014/main" id="{586F6250-02CC-DE41-9599-5F34633E17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92886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1" name="Picture Placeholder 16">
            <a:extLst>
              <a:ext uri="{FF2B5EF4-FFF2-40B4-BE49-F238E27FC236}">
                <a16:creationId xmlns:a16="http://schemas.microsoft.com/office/drawing/2014/main" id="{E3077147-9CB6-A546-8E60-C625604C368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110394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2" name="Picture Placeholder 16">
            <a:extLst>
              <a:ext uri="{FF2B5EF4-FFF2-40B4-BE49-F238E27FC236}">
                <a16:creationId xmlns:a16="http://schemas.microsoft.com/office/drawing/2014/main" id="{4E8CAC60-C8EA-304F-B704-57761B753ED5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427902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3" name="Picture Placeholder 16">
            <a:extLst>
              <a:ext uri="{FF2B5EF4-FFF2-40B4-BE49-F238E27FC236}">
                <a16:creationId xmlns:a16="http://schemas.microsoft.com/office/drawing/2014/main" id="{EB94FAF5-D530-5E46-9B1A-7124A25F553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745410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4" name="Picture Placeholder 16">
            <a:extLst>
              <a:ext uri="{FF2B5EF4-FFF2-40B4-BE49-F238E27FC236}">
                <a16:creationId xmlns:a16="http://schemas.microsoft.com/office/drawing/2014/main" id="{CBEF4D17-FA0D-A44C-8C23-33508595677B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062918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5" name="Picture Placeholder 16">
            <a:extLst>
              <a:ext uri="{FF2B5EF4-FFF2-40B4-BE49-F238E27FC236}">
                <a16:creationId xmlns:a16="http://schemas.microsoft.com/office/drawing/2014/main" id="{D49D5900-CE72-A44B-B773-B4BC36A9679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9380425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6" name="Picture Placeholder 16">
            <a:extLst>
              <a:ext uri="{FF2B5EF4-FFF2-40B4-BE49-F238E27FC236}">
                <a16:creationId xmlns:a16="http://schemas.microsoft.com/office/drawing/2014/main" id="{5DF576E0-478A-724A-A148-A5C92D53E65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1490589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AC408BB-F543-784A-96E9-EDD0C56B9C1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2808097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8" name="Picture Placeholder 16">
            <a:extLst>
              <a:ext uri="{FF2B5EF4-FFF2-40B4-BE49-F238E27FC236}">
                <a16:creationId xmlns:a16="http://schemas.microsoft.com/office/drawing/2014/main" id="{A2DC08F1-2EE2-DE4D-B9CC-1FFF9CDA70B9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125605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9" name="Picture Placeholder 16">
            <a:extLst>
              <a:ext uri="{FF2B5EF4-FFF2-40B4-BE49-F238E27FC236}">
                <a16:creationId xmlns:a16="http://schemas.microsoft.com/office/drawing/2014/main" id="{F4B2732D-4FB1-7542-823F-CB668ECD5763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443113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0" name="Picture Placeholder 16">
            <a:extLst>
              <a:ext uri="{FF2B5EF4-FFF2-40B4-BE49-F238E27FC236}">
                <a16:creationId xmlns:a16="http://schemas.microsoft.com/office/drawing/2014/main" id="{1AEEB39F-0F8E-F849-B56F-8B108511A226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6760621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1" name="Picture Placeholder 16">
            <a:extLst>
              <a:ext uri="{FF2B5EF4-FFF2-40B4-BE49-F238E27FC236}">
                <a16:creationId xmlns:a16="http://schemas.microsoft.com/office/drawing/2014/main" id="{4BF5C357-16E9-6046-A833-22FB8F7EF2EC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8078129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2" name="Picture Placeholder 16">
            <a:extLst>
              <a:ext uri="{FF2B5EF4-FFF2-40B4-BE49-F238E27FC236}">
                <a16:creationId xmlns:a16="http://schemas.microsoft.com/office/drawing/2014/main" id="{9281B640-B4EC-F645-A52F-54111F4FEA7C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395636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3" name="Picture Placeholder 16">
            <a:extLst>
              <a:ext uri="{FF2B5EF4-FFF2-40B4-BE49-F238E27FC236}">
                <a16:creationId xmlns:a16="http://schemas.microsoft.com/office/drawing/2014/main" id="{08F7DC5C-1304-924C-808E-91B23B1947D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490589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4" name="Picture Placeholder 16">
            <a:extLst>
              <a:ext uri="{FF2B5EF4-FFF2-40B4-BE49-F238E27FC236}">
                <a16:creationId xmlns:a16="http://schemas.microsoft.com/office/drawing/2014/main" id="{29D07868-94AD-494A-956B-26770919AF17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2808097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5" name="Picture Placeholder 16">
            <a:extLst>
              <a:ext uri="{FF2B5EF4-FFF2-40B4-BE49-F238E27FC236}">
                <a16:creationId xmlns:a16="http://schemas.microsoft.com/office/drawing/2014/main" id="{752846F8-ECD8-A543-97DB-330154C76F0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125605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903CF338-D40D-504C-A650-11B94FC2F6EF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5443113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7" name="Picture Placeholder 16">
            <a:extLst>
              <a:ext uri="{FF2B5EF4-FFF2-40B4-BE49-F238E27FC236}">
                <a16:creationId xmlns:a16="http://schemas.microsoft.com/office/drawing/2014/main" id="{C4F8418B-4F08-A440-8C8D-B69BD4F47CBD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6760621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8" name="Picture Placeholder 16">
            <a:extLst>
              <a:ext uri="{FF2B5EF4-FFF2-40B4-BE49-F238E27FC236}">
                <a16:creationId xmlns:a16="http://schemas.microsoft.com/office/drawing/2014/main" id="{E4F2806A-304E-1A40-977C-A547FB387984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8078129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9" name="Picture Placeholder 16">
            <a:extLst>
              <a:ext uri="{FF2B5EF4-FFF2-40B4-BE49-F238E27FC236}">
                <a16:creationId xmlns:a16="http://schemas.microsoft.com/office/drawing/2014/main" id="{28734E88-5A69-4F4D-BC4C-4FFC4F12938E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9395636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0" name="Picture Placeholder 16">
            <a:extLst>
              <a:ext uri="{FF2B5EF4-FFF2-40B4-BE49-F238E27FC236}">
                <a16:creationId xmlns:a16="http://schemas.microsoft.com/office/drawing/2014/main" id="{00C1FFA4-DA34-F842-B764-82DB72B87FED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1505800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1" name="Picture Placeholder 16">
            <a:extLst>
              <a:ext uri="{FF2B5EF4-FFF2-40B4-BE49-F238E27FC236}">
                <a16:creationId xmlns:a16="http://schemas.microsoft.com/office/drawing/2014/main" id="{44E0315F-CAE8-9145-8A59-43891AB031D1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2823308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2" name="Picture Placeholder 16">
            <a:extLst>
              <a:ext uri="{FF2B5EF4-FFF2-40B4-BE49-F238E27FC236}">
                <a16:creationId xmlns:a16="http://schemas.microsoft.com/office/drawing/2014/main" id="{68222995-1AB0-9541-AC23-166C9F78201C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4140816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3" name="Picture Placeholder 16">
            <a:extLst>
              <a:ext uri="{FF2B5EF4-FFF2-40B4-BE49-F238E27FC236}">
                <a16:creationId xmlns:a16="http://schemas.microsoft.com/office/drawing/2014/main" id="{4C87F0B5-D29B-F04A-84A9-814499A8284B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5458324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4" name="Picture Placeholder 16">
            <a:extLst>
              <a:ext uri="{FF2B5EF4-FFF2-40B4-BE49-F238E27FC236}">
                <a16:creationId xmlns:a16="http://schemas.microsoft.com/office/drawing/2014/main" id="{4131C7D8-133C-FF4F-AD8A-FD7D0AFC3D59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>
          <a:xfrm>
            <a:off x="6775832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5" name="Picture Placeholder 16">
            <a:extLst>
              <a:ext uri="{FF2B5EF4-FFF2-40B4-BE49-F238E27FC236}">
                <a16:creationId xmlns:a16="http://schemas.microsoft.com/office/drawing/2014/main" id="{A7846C89-85EC-F446-80F1-13C40B7CEC3F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>
          <a:xfrm>
            <a:off x="8093340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6" name="Picture Placeholder 16">
            <a:extLst>
              <a:ext uri="{FF2B5EF4-FFF2-40B4-BE49-F238E27FC236}">
                <a16:creationId xmlns:a16="http://schemas.microsoft.com/office/drawing/2014/main" id="{E75D72BA-FD0A-BB45-819E-8F50DE6E0A1D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>
          <a:xfrm>
            <a:off x="9410847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grpSp>
        <p:nvGrpSpPr>
          <p:cNvPr id="40" name="Graphic 36">
            <a:extLst>
              <a:ext uri="{FF2B5EF4-FFF2-40B4-BE49-F238E27FC236}">
                <a16:creationId xmlns:a16="http://schemas.microsoft.com/office/drawing/2014/main" id="{2A15EE88-5722-7240-BAEA-16C6E9299BED}"/>
              </a:ext>
            </a:extLst>
          </p:cNvPr>
          <p:cNvGrpSpPr/>
          <p:nvPr userDrawn="1"/>
        </p:nvGrpSpPr>
        <p:grpSpPr>
          <a:xfrm>
            <a:off x="11607408" y="6132443"/>
            <a:ext cx="290229" cy="432023"/>
            <a:chOff x="11607408" y="6132443"/>
            <a:chExt cx="290229" cy="432023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0EDE11BC-516A-4340-B98E-59181D9D6BE4}"/>
                </a:ext>
              </a:extLst>
            </p:cNvPr>
            <p:cNvSpPr/>
            <p:nvPr/>
          </p:nvSpPr>
          <p:spPr>
            <a:xfrm>
              <a:off x="11645345" y="6313298"/>
              <a:ext cx="214355" cy="215145"/>
            </a:xfrm>
            <a:custGeom>
              <a:avLst/>
              <a:gdLst>
                <a:gd name="connsiteX0" fmla="*/ 194868 w 194868"/>
                <a:gd name="connsiteY0" fmla="*/ 97793 h 195586"/>
                <a:gd name="connsiteX1" fmla="*/ 97227 w 194868"/>
                <a:gd name="connsiteY1" fmla="*/ 0 h 195586"/>
                <a:gd name="connsiteX2" fmla="*/ 0 w 194868"/>
                <a:gd name="connsiteY2" fmla="*/ 97793 h 195586"/>
                <a:gd name="connsiteX3" fmla="*/ 97019 w 194868"/>
                <a:gd name="connsiteY3" fmla="*/ 195586 h 195586"/>
                <a:gd name="connsiteX4" fmla="*/ 194868 w 194868"/>
                <a:gd name="connsiteY4" fmla="*/ 97793 h 19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868" h="195586">
                  <a:moveTo>
                    <a:pt x="194868" y="97793"/>
                  </a:moveTo>
                  <a:cubicBezTo>
                    <a:pt x="194868" y="42088"/>
                    <a:pt x="152578" y="0"/>
                    <a:pt x="97227" y="0"/>
                  </a:cubicBezTo>
                  <a:cubicBezTo>
                    <a:pt x="42291" y="0"/>
                    <a:pt x="0" y="42088"/>
                    <a:pt x="0" y="97793"/>
                  </a:cubicBezTo>
                  <a:cubicBezTo>
                    <a:pt x="0" y="153498"/>
                    <a:pt x="42291" y="195586"/>
                    <a:pt x="97019" y="195586"/>
                  </a:cubicBezTo>
                  <a:cubicBezTo>
                    <a:pt x="152578" y="195586"/>
                    <a:pt x="194661" y="153498"/>
                    <a:pt x="194868" y="97793"/>
                  </a:cubicBezTo>
                </a:path>
              </a:pathLst>
            </a:custGeom>
            <a:solidFill>
              <a:schemeClr val="bg2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375C44FC-AB6A-D741-8970-3C91ECD1EB6F}"/>
                </a:ext>
              </a:extLst>
            </p:cNvPr>
            <p:cNvSpPr/>
            <p:nvPr/>
          </p:nvSpPr>
          <p:spPr>
            <a:xfrm>
              <a:off x="11607408" y="6132443"/>
              <a:ext cx="290229" cy="432023"/>
            </a:xfrm>
            <a:custGeom>
              <a:avLst/>
              <a:gdLst>
                <a:gd name="connsiteX0" fmla="*/ 290229 w 290229"/>
                <a:gd name="connsiteY0" fmla="*/ 0 h 432023"/>
                <a:gd name="connsiteX1" fmla="*/ 290229 w 290229"/>
                <a:gd name="connsiteY1" fmla="*/ 288428 h 432023"/>
                <a:gd name="connsiteX2" fmla="*/ 138895 w 290229"/>
                <a:gd name="connsiteY2" fmla="*/ 432023 h 432023"/>
                <a:gd name="connsiteX3" fmla="*/ 0 w 290229"/>
                <a:gd name="connsiteY3" fmla="*/ 288428 h 432023"/>
                <a:gd name="connsiteX4" fmla="*/ 138895 w 290229"/>
                <a:gd name="connsiteY4" fmla="*/ 144833 h 432023"/>
                <a:gd name="connsiteX5" fmla="*/ 242549 w 290229"/>
                <a:gd name="connsiteY5" fmla="*/ 198888 h 432023"/>
                <a:gd name="connsiteX6" fmla="*/ 242549 w 290229"/>
                <a:gd name="connsiteY6" fmla="*/ 0 h 432023"/>
                <a:gd name="connsiteX7" fmla="*/ 290229 w 290229"/>
                <a:gd name="connsiteY7" fmla="*/ 0 h 432023"/>
                <a:gd name="connsiteX8" fmla="*/ 242549 w 290229"/>
                <a:gd name="connsiteY8" fmla="*/ 288428 h 432023"/>
                <a:gd name="connsiteX9" fmla="*/ 144907 w 290229"/>
                <a:gd name="connsiteY9" fmla="*/ 190635 h 432023"/>
                <a:gd name="connsiteX10" fmla="*/ 47680 w 290229"/>
                <a:gd name="connsiteY10" fmla="*/ 288428 h 432023"/>
                <a:gd name="connsiteX11" fmla="*/ 144700 w 290229"/>
                <a:gd name="connsiteY11" fmla="*/ 386221 h 432023"/>
                <a:gd name="connsiteX12" fmla="*/ 242549 w 290229"/>
                <a:gd name="connsiteY12" fmla="*/ 288428 h 43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29" h="432023">
                  <a:moveTo>
                    <a:pt x="290229" y="0"/>
                  </a:moveTo>
                  <a:lnTo>
                    <a:pt x="290229" y="288428"/>
                  </a:lnTo>
                  <a:cubicBezTo>
                    <a:pt x="290229" y="347022"/>
                    <a:pt x="246073" y="432023"/>
                    <a:pt x="138895" y="432023"/>
                  </a:cubicBezTo>
                  <a:cubicBezTo>
                    <a:pt x="62607" y="432023"/>
                    <a:pt x="0" y="369304"/>
                    <a:pt x="0" y="288428"/>
                  </a:cubicBezTo>
                  <a:cubicBezTo>
                    <a:pt x="0" y="207553"/>
                    <a:pt x="62607" y="144833"/>
                    <a:pt x="138895" y="144833"/>
                  </a:cubicBezTo>
                  <a:cubicBezTo>
                    <a:pt x="185539" y="144833"/>
                    <a:pt x="220574" y="165671"/>
                    <a:pt x="242549" y="198888"/>
                  </a:cubicBezTo>
                  <a:lnTo>
                    <a:pt x="242549" y="0"/>
                  </a:lnTo>
                  <a:lnTo>
                    <a:pt x="290229" y="0"/>
                  </a:lnTo>
                  <a:close/>
                  <a:moveTo>
                    <a:pt x="242549" y="288428"/>
                  </a:moveTo>
                  <a:cubicBezTo>
                    <a:pt x="242549" y="232723"/>
                    <a:pt x="200258" y="190635"/>
                    <a:pt x="144907" y="190635"/>
                  </a:cubicBezTo>
                  <a:cubicBezTo>
                    <a:pt x="89971" y="190635"/>
                    <a:pt x="47680" y="232723"/>
                    <a:pt x="47680" y="288428"/>
                  </a:cubicBezTo>
                  <a:cubicBezTo>
                    <a:pt x="47680" y="344133"/>
                    <a:pt x="89971" y="386221"/>
                    <a:pt x="144700" y="386221"/>
                  </a:cubicBezTo>
                  <a:cubicBezTo>
                    <a:pt x="200258" y="386221"/>
                    <a:pt x="242341" y="344133"/>
                    <a:pt x="242549" y="288428"/>
                  </a:cubicBezTo>
                </a:path>
              </a:pathLst>
            </a:custGeom>
            <a:solidFill>
              <a:srgbClr val="3B3836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80F31AD8-9042-274F-9804-CAFD17AFD052}"/>
              </a:ext>
            </a:extLst>
          </p:cNvPr>
          <p:cNvSpPr txBox="1"/>
          <p:nvPr userDrawn="1"/>
        </p:nvSpPr>
        <p:spPr>
          <a:xfrm>
            <a:off x="433755" y="6218083"/>
            <a:ext cx="231992" cy="3636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217A898-970D-3041-86C6-F4A15857945A}" type="slidenum">
              <a:rPr lang="en-US" sz="800" smtClean="0">
                <a:solidFill>
                  <a:schemeClr val="tx2"/>
                </a:solidFill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lang="en-US" sz="800" dirty="0">
              <a:solidFill>
                <a:schemeClr val="tx2"/>
              </a:solidFill>
            </a:endParaRPr>
          </a:p>
        </p:txBody>
      </p:sp>
      <p:sp>
        <p:nvSpPr>
          <p:cNvPr id="39" name="Footer Placeholder 4">
            <a:extLst>
              <a:ext uri="{FF2B5EF4-FFF2-40B4-BE49-F238E27FC236}">
                <a16:creationId xmlns:a16="http://schemas.microsoft.com/office/drawing/2014/main" id="{9716B7AA-2590-9849-A221-9E4FA2F9316D}"/>
              </a:ext>
            </a:extLst>
          </p:cNvPr>
          <p:cNvSpPr txBox="1">
            <a:spLocks/>
          </p:cNvSpPr>
          <p:nvPr userDrawn="1"/>
        </p:nvSpPr>
        <p:spPr>
          <a:xfrm>
            <a:off x="694800" y="6195600"/>
            <a:ext cx="2887306" cy="367200"/>
          </a:xfrm>
          <a:prstGeom prst="rect">
            <a:avLst/>
          </a:prstGeom>
        </p:spPr>
        <p:txBody>
          <a:bodyPr lIns="0" tIns="0" rIns="0" bIns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200" b="1" i="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we commit. we deliver.</a:t>
            </a:r>
          </a:p>
        </p:txBody>
      </p:sp>
    </p:spTree>
    <p:extLst>
      <p:ext uri="{BB962C8B-B14F-4D97-AF65-F5344CB8AC3E}">
        <p14:creationId xmlns:p14="http://schemas.microsoft.com/office/powerpoint/2010/main" val="281528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hite Icons Sl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8EAD9949-42AE-0E43-BDB0-437EAD35A37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433754" y="360609"/>
            <a:ext cx="10234246" cy="1022713"/>
          </a:xfrm>
        </p:spPr>
        <p:txBody>
          <a:bodyPr lIns="0" tIns="0" rIns="0" bIns="0" anchor="t" anchorCtr="0">
            <a:normAutofit/>
          </a:bodyPr>
          <a:lstStyle>
            <a:lvl1pPr algn="l">
              <a:lnSpc>
                <a:spcPct val="90000"/>
              </a:lnSpc>
              <a:defRPr sz="4000" b="0" i="0" spc="-10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5404E741-ABD1-A748-9978-41D7EC74D0C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475378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1" name="Picture Placeholder 16">
            <a:extLst>
              <a:ext uri="{FF2B5EF4-FFF2-40B4-BE49-F238E27FC236}">
                <a16:creationId xmlns:a16="http://schemas.microsoft.com/office/drawing/2014/main" id="{B78555FE-57B5-374C-B707-1713965B2A8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92886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2" name="Picture Placeholder 16">
            <a:extLst>
              <a:ext uri="{FF2B5EF4-FFF2-40B4-BE49-F238E27FC236}">
                <a16:creationId xmlns:a16="http://schemas.microsoft.com/office/drawing/2014/main" id="{7F8961A4-BCAD-4D4C-9DB6-4D7E9B3FF43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110394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3" name="Picture Placeholder 16">
            <a:extLst>
              <a:ext uri="{FF2B5EF4-FFF2-40B4-BE49-F238E27FC236}">
                <a16:creationId xmlns:a16="http://schemas.microsoft.com/office/drawing/2014/main" id="{76A9E75D-0AC6-7641-A280-EEBCBD2A2A3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427902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4" name="Picture Placeholder 16">
            <a:extLst>
              <a:ext uri="{FF2B5EF4-FFF2-40B4-BE49-F238E27FC236}">
                <a16:creationId xmlns:a16="http://schemas.microsoft.com/office/drawing/2014/main" id="{9149DED7-C9DE-454E-BB16-6E99E447860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745410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5" name="Picture Placeholder 16">
            <a:extLst>
              <a:ext uri="{FF2B5EF4-FFF2-40B4-BE49-F238E27FC236}">
                <a16:creationId xmlns:a16="http://schemas.microsoft.com/office/drawing/2014/main" id="{B7F919AA-2972-8947-8322-979A1AB9561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062918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6" name="Picture Placeholder 16">
            <a:extLst>
              <a:ext uri="{FF2B5EF4-FFF2-40B4-BE49-F238E27FC236}">
                <a16:creationId xmlns:a16="http://schemas.microsoft.com/office/drawing/2014/main" id="{0F48A45C-B169-AE4C-AEE7-332D4547FC2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9380425" y="1402701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79CAEC7-11D7-7246-828A-D88BB1F8EA1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1490589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8" name="Picture Placeholder 16">
            <a:extLst>
              <a:ext uri="{FF2B5EF4-FFF2-40B4-BE49-F238E27FC236}">
                <a16:creationId xmlns:a16="http://schemas.microsoft.com/office/drawing/2014/main" id="{D1F412EB-2AC2-204C-B221-38F629ED761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2808097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19" name="Picture Placeholder 16">
            <a:extLst>
              <a:ext uri="{FF2B5EF4-FFF2-40B4-BE49-F238E27FC236}">
                <a16:creationId xmlns:a16="http://schemas.microsoft.com/office/drawing/2014/main" id="{E066FB67-55BF-6C4C-8666-803D4E305EE4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125605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0" name="Picture Placeholder 16">
            <a:extLst>
              <a:ext uri="{FF2B5EF4-FFF2-40B4-BE49-F238E27FC236}">
                <a16:creationId xmlns:a16="http://schemas.microsoft.com/office/drawing/2014/main" id="{86252146-32D6-BE43-8F65-CB867D66890B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443113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1" name="Picture Placeholder 16">
            <a:extLst>
              <a:ext uri="{FF2B5EF4-FFF2-40B4-BE49-F238E27FC236}">
                <a16:creationId xmlns:a16="http://schemas.microsoft.com/office/drawing/2014/main" id="{DE7FB162-90D0-4742-9A40-4A996FF17E91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6760621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2" name="Picture Placeholder 16">
            <a:extLst>
              <a:ext uri="{FF2B5EF4-FFF2-40B4-BE49-F238E27FC236}">
                <a16:creationId xmlns:a16="http://schemas.microsoft.com/office/drawing/2014/main" id="{B6BBE125-E235-484E-8214-27AD6E298E1B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8078129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3" name="Picture Placeholder 16">
            <a:extLst>
              <a:ext uri="{FF2B5EF4-FFF2-40B4-BE49-F238E27FC236}">
                <a16:creationId xmlns:a16="http://schemas.microsoft.com/office/drawing/2014/main" id="{7E696E55-5030-6C41-84BC-AACFD2F46475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395636" y="2521337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4" name="Picture Placeholder 16">
            <a:extLst>
              <a:ext uri="{FF2B5EF4-FFF2-40B4-BE49-F238E27FC236}">
                <a16:creationId xmlns:a16="http://schemas.microsoft.com/office/drawing/2014/main" id="{0424C81A-789F-9240-94CD-AA8280E5C77A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490589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5" name="Picture Placeholder 16">
            <a:extLst>
              <a:ext uri="{FF2B5EF4-FFF2-40B4-BE49-F238E27FC236}">
                <a16:creationId xmlns:a16="http://schemas.microsoft.com/office/drawing/2014/main" id="{98BB00C5-7324-F747-956F-8D5E320BE6F7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2808097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43B7932B-C3F3-2743-9DF5-5BF279818951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125605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7" name="Picture Placeholder 16">
            <a:extLst>
              <a:ext uri="{FF2B5EF4-FFF2-40B4-BE49-F238E27FC236}">
                <a16:creationId xmlns:a16="http://schemas.microsoft.com/office/drawing/2014/main" id="{A1376703-38D6-6445-9CFD-580DC1D7D68F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5443113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8" name="Picture Placeholder 16">
            <a:extLst>
              <a:ext uri="{FF2B5EF4-FFF2-40B4-BE49-F238E27FC236}">
                <a16:creationId xmlns:a16="http://schemas.microsoft.com/office/drawing/2014/main" id="{D9FB68C4-517A-7A49-94CC-5BB71F74284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6760621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29" name="Picture Placeholder 16">
            <a:extLst>
              <a:ext uri="{FF2B5EF4-FFF2-40B4-BE49-F238E27FC236}">
                <a16:creationId xmlns:a16="http://schemas.microsoft.com/office/drawing/2014/main" id="{A059E0E6-451E-4945-83C6-E4AE27322818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8078129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0" name="Picture Placeholder 16">
            <a:extLst>
              <a:ext uri="{FF2B5EF4-FFF2-40B4-BE49-F238E27FC236}">
                <a16:creationId xmlns:a16="http://schemas.microsoft.com/office/drawing/2014/main" id="{8FD5228A-BF01-8945-B6D1-7C45699A4365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9395636" y="3639973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1" name="Picture Placeholder 16">
            <a:extLst>
              <a:ext uri="{FF2B5EF4-FFF2-40B4-BE49-F238E27FC236}">
                <a16:creationId xmlns:a16="http://schemas.microsoft.com/office/drawing/2014/main" id="{2AD458D2-4D10-C344-AE5B-643A7636A4BE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1505800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2" name="Picture Placeholder 16">
            <a:extLst>
              <a:ext uri="{FF2B5EF4-FFF2-40B4-BE49-F238E27FC236}">
                <a16:creationId xmlns:a16="http://schemas.microsoft.com/office/drawing/2014/main" id="{61B6E90E-5CC7-234A-A75A-A16821422197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2823308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3" name="Picture Placeholder 16">
            <a:extLst>
              <a:ext uri="{FF2B5EF4-FFF2-40B4-BE49-F238E27FC236}">
                <a16:creationId xmlns:a16="http://schemas.microsoft.com/office/drawing/2014/main" id="{490E5521-9FB5-3A41-B60B-17FCC717625D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4140816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4" name="Picture Placeholder 16">
            <a:extLst>
              <a:ext uri="{FF2B5EF4-FFF2-40B4-BE49-F238E27FC236}">
                <a16:creationId xmlns:a16="http://schemas.microsoft.com/office/drawing/2014/main" id="{3DF1DAD4-7E30-D34F-841E-86074A19C8AA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5458324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5" name="Picture Placeholder 16">
            <a:extLst>
              <a:ext uri="{FF2B5EF4-FFF2-40B4-BE49-F238E27FC236}">
                <a16:creationId xmlns:a16="http://schemas.microsoft.com/office/drawing/2014/main" id="{BB92F025-DFF3-9C4B-B7C0-2FA5CAB6111D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>
          <a:xfrm>
            <a:off x="6775832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6" name="Picture Placeholder 16">
            <a:extLst>
              <a:ext uri="{FF2B5EF4-FFF2-40B4-BE49-F238E27FC236}">
                <a16:creationId xmlns:a16="http://schemas.microsoft.com/office/drawing/2014/main" id="{3F1E4A74-F971-784D-A905-8FB5D762CEAD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>
          <a:xfrm>
            <a:off x="8093340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37" name="Picture Placeholder 16">
            <a:extLst>
              <a:ext uri="{FF2B5EF4-FFF2-40B4-BE49-F238E27FC236}">
                <a16:creationId xmlns:a16="http://schemas.microsoft.com/office/drawing/2014/main" id="{3134AE4A-2971-1B41-B628-D9DE06C225ED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>
          <a:xfrm>
            <a:off x="9410847" y="4758609"/>
            <a:ext cx="868363" cy="868362"/>
          </a:xfrm>
          <a:noFill/>
        </p:spPr>
        <p:txBody>
          <a:bodyPr lIns="0" tIns="0" rIns="0" bIns="0">
            <a:normAutofit/>
          </a:bodyPr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grpSp>
        <p:nvGrpSpPr>
          <p:cNvPr id="39" name="Graphic 17">
            <a:extLst>
              <a:ext uri="{FF2B5EF4-FFF2-40B4-BE49-F238E27FC236}">
                <a16:creationId xmlns:a16="http://schemas.microsoft.com/office/drawing/2014/main" id="{C5E4557C-A0BD-C845-A36B-973229BF224D}"/>
              </a:ext>
            </a:extLst>
          </p:cNvPr>
          <p:cNvGrpSpPr/>
          <p:nvPr userDrawn="1"/>
        </p:nvGrpSpPr>
        <p:grpSpPr>
          <a:xfrm>
            <a:off x="11607408" y="6132443"/>
            <a:ext cx="290229" cy="432023"/>
            <a:chOff x="11607408" y="6132443"/>
            <a:chExt cx="290229" cy="432023"/>
          </a:xfrm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FB97CABF-EE4F-8C44-BCF3-883A8E36CE24}"/>
                </a:ext>
              </a:extLst>
            </p:cNvPr>
            <p:cNvSpPr/>
            <p:nvPr/>
          </p:nvSpPr>
          <p:spPr>
            <a:xfrm>
              <a:off x="11607408" y="6132443"/>
              <a:ext cx="290229" cy="432023"/>
            </a:xfrm>
            <a:custGeom>
              <a:avLst/>
              <a:gdLst>
                <a:gd name="connsiteX0" fmla="*/ 290229 w 290229"/>
                <a:gd name="connsiteY0" fmla="*/ 0 h 432023"/>
                <a:gd name="connsiteX1" fmla="*/ 290229 w 290229"/>
                <a:gd name="connsiteY1" fmla="*/ 288428 h 432023"/>
                <a:gd name="connsiteX2" fmla="*/ 138895 w 290229"/>
                <a:gd name="connsiteY2" fmla="*/ 432023 h 432023"/>
                <a:gd name="connsiteX3" fmla="*/ 0 w 290229"/>
                <a:gd name="connsiteY3" fmla="*/ 288428 h 432023"/>
                <a:gd name="connsiteX4" fmla="*/ 138895 w 290229"/>
                <a:gd name="connsiteY4" fmla="*/ 144833 h 432023"/>
                <a:gd name="connsiteX5" fmla="*/ 242549 w 290229"/>
                <a:gd name="connsiteY5" fmla="*/ 198888 h 432023"/>
                <a:gd name="connsiteX6" fmla="*/ 242549 w 290229"/>
                <a:gd name="connsiteY6" fmla="*/ 0 h 432023"/>
                <a:gd name="connsiteX7" fmla="*/ 290229 w 290229"/>
                <a:gd name="connsiteY7" fmla="*/ 0 h 432023"/>
                <a:gd name="connsiteX8" fmla="*/ 242549 w 290229"/>
                <a:gd name="connsiteY8" fmla="*/ 288428 h 432023"/>
                <a:gd name="connsiteX9" fmla="*/ 144907 w 290229"/>
                <a:gd name="connsiteY9" fmla="*/ 190635 h 432023"/>
                <a:gd name="connsiteX10" fmla="*/ 47680 w 290229"/>
                <a:gd name="connsiteY10" fmla="*/ 288428 h 432023"/>
                <a:gd name="connsiteX11" fmla="*/ 144700 w 290229"/>
                <a:gd name="connsiteY11" fmla="*/ 386221 h 432023"/>
                <a:gd name="connsiteX12" fmla="*/ 242549 w 290229"/>
                <a:gd name="connsiteY12" fmla="*/ 288428 h 43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29" h="432023">
                  <a:moveTo>
                    <a:pt x="290229" y="0"/>
                  </a:moveTo>
                  <a:lnTo>
                    <a:pt x="290229" y="288428"/>
                  </a:lnTo>
                  <a:cubicBezTo>
                    <a:pt x="290229" y="347022"/>
                    <a:pt x="246073" y="432023"/>
                    <a:pt x="138895" y="432023"/>
                  </a:cubicBezTo>
                  <a:cubicBezTo>
                    <a:pt x="62607" y="432023"/>
                    <a:pt x="0" y="369304"/>
                    <a:pt x="0" y="288428"/>
                  </a:cubicBezTo>
                  <a:cubicBezTo>
                    <a:pt x="0" y="207553"/>
                    <a:pt x="62607" y="144833"/>
                    <a:pt x="138895" y="144833"/>
                  </a:cubicBezTo>
                  <a:cubicBezTo>
                    <a:pt x="185539" y="144833"/>
                    <a:pt x="220574" y="165671"/>
                    <a:pt x="242549" y="198888"/>
                  </a:cubicBezTo>
                  <a:lnTo>
                    <a:pt x="242549" y="0"/>
                  </a:lnTo>
                  <a:lnTo>
                    <a:pt x="290229" y="0"/>
                  </a:lnTo>
                  <a:close/>
                  <a:moveTo>
                    <a:pt x="242549" y="288428"/>
                  </a:moveTo>
                  <a:cubicBezTo>
                    <a:pt x="242549" y="232723"/>
                    <a:pt x="200258" y="190635"/>
                    <a:pt x="144907" y="190635"/>
                  </a:cubicBezTo>
                  <a:cubicBezTo>
                    <a:pt x="89971" y="190635"/>
                    <a:pt x="47680" y="232723"/>
                    <a:pt x="47680" y="288428"/>
                  </a:cubicBezTo>
                  <a:cubicBezTo>
                    <a:pt x="47680" y="344133"/>
                    <a:pt x="89971" y="386221"/>
                    <a:pt x="144700" y="386221"/>
                  </a:cubicBezTo>
                  <a:cubicBezTo>
                    <a:pt x="200258" y="386221"/>
                    <a:pt x="242341" y="344133"/>
                    <a:pt x="242549" y="288428"/>
                  </a:cubicBezTo>
                </a:path>
              </a:pathLst>
            </a:custGeom>
            <a:solidFill>
              <a:srgbClr val="FFFFFF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DD529A4B-03E9-4D4C-A337-F5AF5EA0CD85}"/>
                </a:ext>
              </a:extLst>
            </p:cNvPr>
            <p:cNvSpPr/>
            <p:nvPr/>
          </p:nvSpPr>
          <p:spPr>
            <a:xfrm>
              <a:off x="11655088" y="6323077"/>
              <a:ext cx="194868" cy="195586"/>
            </a:xfrm>
            <a:custGeom>
              <a:avLst/>
              <a:gdLst>
                <a:gd name="connsiteX0" fmla="*/ 194868 w 194868"/>
                <a:gd name="connsiteY0" fmla="*/ 97793 h 195586"/>
                <a:gd name="connsiteX1" fmla="*/ 97227 w 194868"/>
                <a:gd name="connsiteY1" fmla="*/ 0 h 195586"/>
                <a:gd name="connsiteX2" fmla="*/ 0 w 194868"/>
                <a:gd name="connsiteY2" fmla="*/ 97793 h 195586"/>
                <a:gd name="connsiteX3" fmla="*/ 97019 w 194868"/>
                <a:gd name="connsiteY3" fmla="*/ 195586 h 195586"/>
                <a:gd name="connsiteX4" fmla="*/ 194868 w 194868"/>
                <a:gd name="connsiteY4" fmla="*/ 97793 h 19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868" h="195586">
                  <a:moveTo>
                    <a:pt x="194868" y="97793"/>
                  </a:moveTo>
                  <a:cubicBezTo>
                    <a:pt x="194868" y="42088"/>
                    <a:pt x="152578" y="0"/>
                    <a:pt x="97227" y="0"/>
                  </a:cubicBezTo>
                  <a:cubicBezTo>
                    <a:pt x="42291" y="0"/>
                    <a:pt x="0" y="42088"/>
                    <a:pt x="0" y="97793"/>
                  </a:cubicBezTo>
                  <a:cubicBezTo>
                    <a:pt x="0" y="153498"/>
                    <a:pt x="42291" y="195586"/>
                    <a:pt x="97019" y="195586"/>
                  </a:cubicBezTo>
                  <a:cubicBezTo>
                    <a:pt x="152578" y="195586"/>
                    <a:pt x="194661" y="153498"/>
                    <a:pt x="194868" y="97793"/>
                  </a:cubicBezTo>
                </a:path>
              </a:pathLst>
            </a:custGeom>
            <a:solidFill>
              <a:schemeClr val="bg2"/>
            </a:solidFill>
            <a:ln w="2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2B66797F-9F66-E844-930B-C7719915AEB2}"/>
              </a:ext>
            </a:extLst>
          </p:cNvPr>
          <p:cNvSpPr txBox="1"/>
          <p:nvPr userDrawn="1"/>
        </p:nvSpPr>
        <p:spPr>
          <a:xfrm>
            <a:off x="433755" y="6218083"/>
            <a:ext cx="231992" cy="3636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217A898-970D-3041-86C6-F4A15857945A}" type="slidenum">
              <a:rPr lang="en-US" sz="800" smtClean="0">
                <a:solidFill>
                  <a:schemeClr val="bg1"/>
                </a:solidFill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43" name="Footer Placeholder 4">
            <a:extLst>
              <a:ext uri="{FF2B5EF4-FFF2-40B4-BE49-F238E27FC236}">
                <a16:creationId xmlns:a16="http://schemas.microsoft.com/office/drawing/2014/main" id="{9F53B7BA-EC91-A649-943C-5E42E71DD59D}"/>
              </a:ext>
            </a:extLst>
          </p:cNvPr>
          <p:cNvSpPr txBox="1">
            <a:spLocks/>
          </p:cNvSpPr>
          <p:nvPr userDrawn="1"/>
        </p:nvSpPr>
        <p:spPr>
          <a:xfrm>
            <a:off x="694800" y="6195600"/>
            <a:ext cx="2887306" cy="367200"/>
          </a:xfrm>
          <a:prstGeom prst="rect">
            <a:avLst/>
          </a:prstGeom>
        </p:spPr>
        <p:txBody>
          <a:bodyPr lIns="0" tIns="0" rIns="0" bIns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200" b="1" i="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chemeClr val="bg1"/>
                </a:solidFill>
              </a:rPr>
              <a:t>we commit. we deliver.</a:t>
            </a:r>
          </a:p>
        </p:txBody>
      </p:sp>
    </p:spTree>
    <p:extLst>
      <p:ext uri="{BB962C8B-B14F-4D97-AF65-F5344CB8AC3E}">
        <p14:creationId xmlns:p14="http://schemas.microsoft.com/office/powerpoint/2010/main" val="3412528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B20BC1-7F33-0D49-BF42-A05261E3F1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F4D79E7-5DB4-7140-A69D-97EF6CE08D0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06200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74" r:id="rId2"/>
    <p:sldLayoutId id="2147483675" r:id="rId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Clr>
          <a:schemeClr val="tx2"/>
        </a:buClr>
        <a:buFont typeface="Arial" panose="020B0604020202020204" pitchFamily="34" charset="0"/>
        <a:buNone/>
        <a:defRPr sz="2000" b="1" kern="1200">
          <a:solidFill>
            <a:schemeClr val="tx2"/>
          </a:solidFill>
          <a:latin typeface="+mn-lt"/>
          <a:ea typeface="+mn-ea"/>
          <a:cs typeface="+mn-cs"/>
        </a:defRPr>
      </a:lvl1pPr>
      <a:lvl2pPr marL="180000" indent="-18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Clr>
          <a:schemeClr val="tx2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360000" indent="-18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540000" indent="-180000" algn="l" defTabSz="914400" rtl="0" eaLnBrk="1" latinLnBrk="0" hangingPunct="1">
        <a:lnSpc>
          <a:spcPct val="90000"/>
        </a:lnSpc>
        <a:spcBef>
          <a:spcPts val="0"/>
        </a:spcBef>
        <a:spcAft>
          <a:spcPts val="750"/>
        </a:spcAft>
        <a:buClr>
          <a:schemeClr val="tx2"/>
        </a:buClr>
        <a:buFont typeface="System Font Regular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720000" indent="-180000" algn="l" defTabSz="914400" rtl="0" eaLnBrk="1" latinLnBrk="0" hangingPunct="1">
        <a:lnSpc>
          <a:spcPct val="90000"/>
        </a:lnSpc>
        <a:spcBef>
          <a:spcPts val="0"/>
        </a:spcBef>
        <a:spcAft>
          <a:spcPts val="500"/>
        </a:spcAft>
        <a:buClr>
          <a:schemeClr val="tx1"/>
        </a:buClr>
        <a:buFont typeface="System Font Regular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540000" indent="0" algn="l" defTabSz="914400" rtl="0" eaLnBrk="1" latinLnBrk="0" hangingPunct="1">
        <a:lnSpc>
          <a:spcPct val="90000"/>
        </a:lnSpc>
        <a:spcBef>
          <a:spcPts val="0"/>
        </a:spcBef>
        <a:spcAft>
          <a:spcPts val="500"/>
        </a:spcAft>
        <a:buClr>
          <a:schemeClr val="tx1"/>
        </a:buClr>
        <a:buFont typeface="System Font Regular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svg"/><Relationship Id="rId3" Type="http://schemas.openxmlformats.org/officeDocument/2006/relationships/image" Target="../media/image3.svg"/><Relationship Id="rId7" Type="http://schemas.openxmlformats.org/officeDocument/2006/relationships/image" Target="../media/image7.svg"/><Relationship Id="rId12" Type="http://schemas.openxmlformats.org/officeDocument/2006/relationships/image" Target="../media/image12.png"/><Relationship Id="rId17" Type="http://schemas.openxmlformats.org/officeDocument/2006/relationships/image" Target="../media/image17.svg"/><Relationship Id="rId2" Type="http://schemas.openxmlformats.org/officeDocument/2006/relationships/image" Target="../media/image2.png"/><Relationship Id="rId16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svg"/><Relationship Id="rId5" Type="http://schemas.openxmlformats.org/officeDocument/2006/relationships/image" Target="../media/image5.svg"/><Relationship Id="rId15" Type="http://schemas.openxmlformats.org/officeDocument/2006/relationships/image" Target="../media/image15.sv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svg"/><Relationship Id="rId14" Type="http://schemas.openxmlformats.org/officeDocument/2006/relationships/image" Target="../media/image14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29.svg"/><Relationship Id="rId3" Type="http://schemas.openxmlformats.org/officeDocument/2006/relationships/image" Target="../media/image19.svg"/><Relationship Id="rId7" Type="http://schemas.openxmlformats.org/officeDocument/2006/relationships/image" Target="../media/image23.svg"/><Relationship Id="rId12" Type="http://schemas.openxmlformats.org/officeDocument/2006/relationships/image" Target="../media/image28.png"/><Relationship Id="rId17" Type="http://schemas.openxmlformats.org/officeDocument/2006/relationships/image" Target="../media/image33.svg"/><Relationship Id="rId2" Type="http://schemas.openxmlformats.org/officeDocument/2006/relationships/image" Target="../media/image18.png"/><Relationship Id="rId16" Type="http://schemas.openxmlformats.org/officeDocument/2006/relationships/image" Target="../media/image3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.png"/><Relationship Id="rId11" Type="http://schemas.openxmlformats.org/officeDocument/2006/relationships/image" Target="../media/image27.svg"/><Relationship Id="rId5" Type="http://schemas.openxmlformats.org/officeDocument/2006/relationships/image" Target="../media/image21.svg"/><Relationship Id="rId15" Type="http://schemas.openxmlformats.org/officeDocument/2006/relationships/image" Target="../media/image31.svg"/><Relationship Id="rId10" Type="http://schemas.openxmlformats.org/officeDocument/2006/relationships/image" Target="../media/image26.png"/><Relationship Id="rId4" Type="http://schemas.openxmlformats.org/officeDocument/2006/relationships/image" Target="../media/image20.png"/><Relationship Id="rId9" Type="http://schemas.openxmlformats.org/officeDocument/2006/relationships/image" Target="../media/image25.svg"/><Relationship Id="rId14" Type="http://schemas.openxmlformats.org/officeDocument/2006/relationships/image" Target="../media/image30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21D72E-5361-D943-BBC7-9A0B1429354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B8170D2-807D-6743-ADC1-849E82D408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Icons in red for use on white backgrounds and white for use on red backgrounds. </a:t>
            </a:r>
          </a:p>
        </p:txBody>
      </p:sp>
    </p:spTree>
    <p:extLst>
      <p:ext uri="{BB962C8B-B14F-4D97-AF65-F5344CB8AC3E}">
        <p14:creationId xmlns:p14="http://schemas.microsoft.com/office/powerpoint/2010/main" val="3869829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EE098185-F227-46D6-A616-24B1BA3F88DA}"/>
              </a:ext>
            </a:extLst>
          </p:cNvPr>
          <p:cNvGrpSpPr>
            <a:grpSpLocks noChangeAspect="1"/>
          </p:cNvGrpSpPr>
          <p:nvPr/>
        </p:nvGrpSpPr>
        <p:grpSpPr>
          <a:xfrm>
            <a:off x="1495772" y="1423095"/>
            <a:ext cx="827574" cy="827573"/>
            <a:chOff x="1495772" y="1423095"/>
            <a:chExt cx="827574" cy="82757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80849BE-41A1-BA4E-BC83-4BF9A54242A3}"/>
                </a:ext>
              </a:extLst>
            </p:cNvPr>
            <p:cNvSpPr/>
            <p:nvPr/>
          </p:nvSpPr>
          <p:spPr>
            <a:xfrm>
              <a:off x="1495772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3D3ED7F-DFAC-F14E-BDBA-9AF8CEF265A5}"/>
                </a:ext>
              </a:extLst>
            </p:cNvPr>
            <p:cNvSpPr/>
            <p:nvPr/>
          </p:nvSpPr>
          <p:spPr>
            <a:xfrm>
              <a:off x="1681795" y="1705481"/>
              <a:ext cx="454013" cy="313508"/>
            </a:xfrm>
            <a:custGeom>
              <a:avLst/>
              <a:gdLst>
                <a:gd name="connsiteX0" fmla="*/ 180177 w 454013"/>
                <a:gd name="connsiteY0" fmla="*/ 313508 h 313508"/>
                <a:gd name="connsiteX1" fmla="*/ 152092 w 454013"/>
                <a:gd name="connsiteY1" fmla="*/ 301897 h 313508"/>
                <a:gd name="connsiteX2" fmla="*/ 11616 w 454013"/>
                <a:gd name="connsiteY2" fmla="*/ 161421 h 313508"/>
                <a:gd name="connsiteX3" fmla="*/ 11641 w 454013"/>
                <a:gd name="connsiteY3" fmla="*/ 105275 h 313508"/>
                <a:gd name="connsiteX4" fmla="*/ 67786 w 454013"/>
                <a:gd name="connsiteY4" fmla="*/ 105300 h 313508"/>
                <a:gd name="connsiteX5" fmla="*/ 180177 w 454013"/>
                <a:gd name="connsiteY5" fmla="*/ 217690 h 313508"/>
                <a:gd name="connsiteX6" fmla="*/ 386252 w 454013"/>
                <a:gd name="connsiteY6" fmla="*/ 11616 h 313508"/>
                <a:gd name="connsiteX7" fmla="*/ 442398 w 454013"/>
                <a:gd name="connsiteY7" fmla="*/ 11641 h 313508"/>
                <a:gd name="connsiteX8" fmla="*/ 442373 w 454013"/>
                <a:gd name="connsiteY8" fmla="*/ 67786 h 313508"/>
                <a:gd name="connsiteX9" fmla="*/ 208263 w 454013"/>
                <a:gd name="connsiteY9" fmla="*/ 301897 h 313508"/>
                <a:gd name="connsiteX10" fmla="*/ 180177 w 454013"/>
                <a:gd name="connsiteY10" fmla="*/ 313508 h 31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013" h="313508">
                  <a:moveTo>
                    <a:pt x="180177" y="313508"/>
                  </a:moveTo>
                  <a:cubicBezTo>
                    <a:pt x="169646" y="313518"/>
                    <a:pt x="159543" y="309340"/>
                    <a:pt x="152092" y="301897"/>
                  </a:cubicBezTo>
                  <a:lnTo>
                    <a:pt x="11616" y="161421"/>
                  </a:lnTo>
                  <a:cubicBezTo>
                    <a:pt x="-3882" y="145910"/>
                    <a:pt x="-3870" y="120772"/>
                    <a:pt x="11641" y="105275"/>
                  </a:cubicBezTo>
                  <a:cubicBezTo>
                    <a:pt x="27152" y="89777"/>
                    <a:pt x="52289" y="89789"/>
                    <a:pt x="67786" y="105300"/>
                  </a:cubicBezTo>
                  <a:lnTo>
                    <a:pt x="180177" y="217690"/>
                  </a:lnTo>
                  <a:lnTo>
                    <a:pt x="386252" y="11616"/>
                  </a:lnTo>
                  <a:cubicBezTo>
                    <a:pt x="401764" y="-3882"/>
                    <a:pt x="426902" y="-3870"/>
                    <a:pt x="442398" y="11641"/>
                  </a:cubicBezTo>
                  <a:cubicBezTo>
                    <a:pt x="457895" y="27151"/>
                    <a:pt x="457885" y="52289"/>
                    <a:pt x="442373" y="67786"/>
                  </a:cubicBezTo>
                  <a:lnTo>
                    <a:pt x="208263" y="301897"/>
                  </a:lnTo>
                  <a:cubicBezTo>
                    <a:pt x="200812" y="309340"/>
                    <a:pt x="190709" y="313518"/>
                    <a:pt x="180177" y="3135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" name="Picture Placeholder 35">
            <a:extLst>
              <a:ext uri="{FF2B5EF4-FFF2-40B4-BE49-F238E27FC236}">
                <a16:creationId xmlns:a16="http://schemas.microsoft.com/office/drawing/2014/main" id="{790B97EB-C85E-4BED-8175-DDA29638CC40}"/>
              </a:ext>
            </a:extLst>
          </p:cNvPr>
          <p:cNvGrpSpPr>
            <a:grpSpLocks noChangeAspect="1"/>
          </p:cNvGrpSpPr>
          <p:nvPr/>
        </p:nvGrpSpPr>
        <p:grpSpPr>
          <a:xfrm>
            <a:off x="2813280" y="1423095"/>
            <a:ext cx="827574" cy="827573"/>
            <a:chOff x="2813280" y="1423095"/>
            <a:chExt cx="827574" cy="827573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DC97D5CE-9FD8-5341-BE4E-9E1EA0410D35}"/>
                </a:ext>
              </a:extLst>
            </p:cNvPr>
            <p:cNvSpPr/>
            <p:nvPr/>
          </p:nvSpPr>
          <p:spPr>
            <a:xfrm>
              <a:off x="2813280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7019897-ED55-7A42-8E6C-F329D8DF57BE}"/>
                </a:ext>
              </a:extLst>
            </p:cNvPr>
            <p:cNvSpPr/>
            <p:nvPr/>
          </p:nvSpPr>
          <p:spPr>
            <a:xfrm>
              <a:off x="3000300" y="1797185"/>
              <a:ext cx="453533" cy="79393"/>
            </a:xfrm>
            <a:custGeom>
              <a:avLst/>
              <a:gdLst>
                <a:gd name="connsiteX0" fmla="*/ 413837 w 453533"/>
                <a:gd name="connsiteY0" fmla="*/ 79393 h 79393"/>
                <a:gd name="connsiteX1" fmla="*/ 39697 w 453533"/>
                <a:gd name="connsiteY1" fmla="*/ 79393 h 79393"/>
                <a:gd name="connsiteX2" fmla="*/ 0 w 453533"/>
                <a:gd name="connsiteY2" fmla="*/ 39697 h 79393"/>
                <a:gd name="connsiteX3" fmla="*/ 39697 w 453533"/>
                <a:gd name="connsiteY3" fmla="*/ 0 h 79393"/>
                <a:gd name="connsiteX4" fmla="*/ 413837 w 453533"/>
                <a:gd name="connsiteY4" fmla="*/ 0 h 79393"/>
                <a:gd name="connsiteX5" fmla="*/ 453534 w 453533"/>
                <a:gd name="connsiteY5" fmla="*/ 39697 h 79393"/>
                <a:gd name="connsiteX6" fmla="*/ 413837 w 45353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533" h="79393">
                  <a:moveTo>
                    <a:pt x="41383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3837" y="0"/>
                  </a:lnTo>
                  <a:cubicBezTo>
                    <a:pt x="435759" y="0"/>
                    <a:pt x="453534" y="17773"/>
                    <a:pt x="453534" y="39697"/>
                  </a:cubicBezTo>
                  <a:cubicBezTo>
                    <a:pt x="453534" y="61620"/>
                    <a:pt x="435759" y="79393"/>
                    <a:pt x="41383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" name="Picture Placeholder 37">
            <a:extLst>
              <a:ext uri="{FF2B5EF4-FFF2-40B4-BE49-F238E27FC236}">
                <a16:creationId xmlns:a16="http://schemas.microsoft.com/office/drawing/2014/main" id="{4D184C0D-28E5-4AFD-AAD6-2EBFE8949C44}"/>
              </a:ext>
            </a:extLst>
          </p:cNvPr>
          <p:cNvGrpSpPr>
            <a:grpSpLocks noChangeAspect="1"/>
          </p:cNvGrpSpPr>
          <p:nvPr/>
        </p:nvGrpSpPr>
        <p:grpSpPr>
          <a:xfrm>
            <a:off x="4130788" y="1423095"/>
            <a:ext cx="827574" cy="827573"/>
            <a:chOff x="4130788" y="1423095"/>
            <a:chExt cx="827574" cy="827573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38DED7A7-F0C0-E742-9DAD-45C4B6D14E05}"/>
                </a:ext>
              </a:extLst>
            </p:cNvPr>
            <p:cNvSpPr/>
            <p:nvPr/>
          </p:nvSpPr>
          <p:spPr>
            <a:xfrm>
              <a:off x="4130788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9E49D1D-98F5-FE4B-830F-122FBBC293C8}"/>
                </a:ext>
              </a:extLst>
            </p:cNvPr>
            <p:cNvSpPr/>
            <p:nvPr/>
          </p:nvSpPr>
          <p:spPr>
            <a:xfrm>
              <a:off x="4317808" y="1797185"/>
              <a:ext cx="453533" cy="79393"/>
            </a:xfrm>
            <a:custGeom>
              <a:avLst/>
              <a:gdLst>
                <a:gd name="connsiteX0" fmla="*/ 413837 w 453533"/>
                <a:gd name="connsiteY0" fmla="*/ 79393 h 79393"/>
                <a:gd name="connsiteX1" fmla="*/ 39697 w 453533"/>
                <a:gd name="connsiteY1" fmla="*/ 79393 h 79393"/>
                <a:gd name="connsiteX2" fmla="*/ 0 w 453533"/>
                <a:gd name="connsiteY2" fmla="*/ 39697 h 79393"/>
                <a:gd name="connsiteX3" fmla="*/ 39697 w 453533"/>
                <a:gd name="connsiteY3" fmla="*/ 0 h 79393"/>
                <a:gd name="connsiteX4" fmla="*/ 413837 w 453533"/>
                <a:gd name="connsiteY4" fmla="*/ 0 h 79393"/>
                <a:gd name="connsiteX5" fmla="*/ 453534 w 453533"/>
                <a:gd name="connsiteY5" fmla="*/ 39697 h 79393"/>
                <a:gd name="connsiteX6" fmla="*/ 413837 w 45353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533" h="79393">
                  <a:moveTo>
                    <a:pt x="41383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3837" y="0"/>
                  </a:lnTo>
                  <a:cubicBezTo>
                    <a:pt x="435759" y="0"/>
                    <a:pt x="453534" y="17773"/>
                    <a:pt x="453534" y="39697"/>
                  </a:cubicBezTo>
                  <a:cubicBezTo>
                    <a:pt x="453534" y="61620"/>
                    <a:pt x="435759" y="79393"/>
                    <a:pt x="41383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BEEA7BC-4B34-9E43-B972-1C14EE5E45A4}"/>
                </a:ext>
              </a:extLst>
            </p:cNvPr>
            <p:cNvSpPr/>
            <p:nvPr/>
          </p:nvSpPr>
          <p:spPr>
            <a:xfrm>
              <a:off x="4504878" y="1615176"/>
              <a:ext cx="79393" cy="453483"/>
            </a:xfrm>
            <a:custGeom>
              <a:avLst/>
              <a:gdLst>
                <a:gd name="connsiteX0" fmla="*/ 39697 w 79393"/>
                <a:gd name="connsiteY0" fmla="*/ 453483 h 453483"/>
                <a:gd name="connsiteX1" fmla="*/ 0 w 79393"/>
                <a:gd name="connsiteY1" fmla="*/ 413787 h 453483"/>
                <a:gd name="connsiteX2" fmla="*/ 0 w 79393"/>
                <a:gd name="connsiteY2" fmla="*/ 39697 h 453483"/>
                <a:gd name="connsiteX3" fmla="*/ 39697 w 79393"/>
                <a:gd name="connsiteY3" fmla="*/ 0 h 453483"/>
                <a:gd name="connsiteX4" fmla="*/ 79393 w 79393"/>
                <a:gd name="connsiteY4" fmla="*/ 39697 h 453483"/>
                <a:gd name="connsiteX5" fmla="*/ 79393 w 79393"/>
                <a:gd name="connsiteY5" fmla="*/ 413787 h 453483"/>
                <a:gd name="connsiteX6" fmla="*/ 39697 w 79393"/>
                <a:gd name="connsiteY6" fmla="*/ 453483 h 45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3483">
                  <a:moveTo>
                    <a:pt x="39697" y="453483"/>
                  </a:moveTo>
                  <a:cubicBezTo>
                    <a:pt x="17773" y="453483"/>
                    <a:pt x="0" y="435709"/>
                    <a:pt x="0" y="4137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413787"/>
                  </a:lnTo>
                  <a:cubicBezTo>
                    <a:pt x="79393" y="435709"/>
                    <a:pt x="61621" y="453483"/>
                    <a:pt x="39697" y="4534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" name="Picture Placeholder 39">
            <a:extLst>
              <a:ext uri="{FF2B5EF4-FFF2-40B4-BE49-F238E27FC236}">
                <a16:creationId xmlns:a16="http://schemas.microsoft.com/office/drawing/2014/main" id="{A9BA9EB1-42FE-4258-8690-095CF8131E9B}"/>
              </a:ext>
            </a:extLst>
          </p:cNvPr>
          <p:cNvGrpSpPr>
            <a:grpSpLocks noChangeAspect="1"/>
          </p:cNvGrpSpPr>
          <p:nvPr/>
        </p:nvGrpSpPr>
        <p:grpSpPr>
          <a:xfrm>
            <a:off x="5448296" y="1423095"/>
            <a:ext cx="827574" cy="827573"/>
            <a:chOff x="5448296" y="1423095"/>
            <a:chExt cx="827574" cy="827573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EFBA607C-5305-CC42-AC62-D2DC0AC53537}"/>
                </a:ext>
              </a:extLst>
            </p:cNvPr>
            <p:cNvSpPr/>
            <p:nvPr/>
          </p:nvSpPr>
          <p:spPr>
            <a:xfrm>
              <a:off x="5448296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D21B1A62-975E-E749-BEEB-4F7DEE5492AF}"/>
                </a:ext>
              </a:extLst>
            </p:cNvPr>
            <p:cNvSpPr/>
            <p:nvPr/>
          </p:nvSpPr>
          <p:spPr>
            <a:xfrm>
              <a:off x="5694191" y="1662365"/>
              <a:ext cx="344423" cy="344318"/>
            </a:xfrm>
            <a:custGeom>
              <a:avLst/>
              <a:gdLst>
                <a:gd name="connsiteX0" fmla="*/ 304746 w 344423"/>
                <a:gd name="connsiteY0" fmla="*/ 344318 h 344318"/>
                <a:gd name="connsiteX1" fmla="*/ 276661 w 344423"/>
                <a:gd name="connsiteY1" fmla="*/ 332707 h 344318"/>
                <a:gd name="connsiteX2" fmla="*/ 11587 w 344423"/>
                <a:gd name="connsiteY2" fmla="*/ 67832 h 344318"/>
                <a:gd name="connsiteX3" fmla="*/ 11711 w 344423"/>
                <a:gd name="connsiteY3" fmla="*/ 11587 h 344318"/>
                <a:gd name="connsiteX4" fmla="*/ 67956 w 344423"/>
                <a:gd name="connsiteY4" fmla="*/ 11711 h 344318"/>
                <a:gd name="connsiteX5" fmla="*/ 332832 w 344423"/>
                <a:gd name="connsiteY5" fmla="*/ 276586 h 344318"/>
                <a:gd name="connsiteX6" fmla="*/ 332762 w 344423"/>
                <a:gd name="connsiteY6" fmla="*/ 332727 h 344318"/>
                <a:gd name="connsiteX7" fmla="*/ 304746 w 344423"/>
                <a:gd name="connsiteY7" fmla="*/ 344318 h 3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423" h="344318">
                  <a:moveTo>
                    <a:pt x="304746" y="344318"/>
                  </a:moveTo>
                  <a:cubicBezTo>
                    <a:pt x="294217" y="344328"/>
                    <a:pt x="284114" y="340150"/>
                    <a:pt x="276661" y="332707"/>
                  </a:cubicBezTo>
                  <a:lnTo>
                    <a:pt x="11587" y="67832"/>
                  </a:lnTo>
                  <a:cubicBezTo>
                    <a:pt x="-3911" y="52266"/>
                    <a:pt x="-3855" y="27084"/>
                    <a:pt x="11711" y="11587"/>
                  </a:cubicBezTo>
                  <a:cubicBezTo>
                    <a:pt x="27277" y="-3911"/>
                    <a:pt x="52459" y="-3855"/>
                    <a:pt x="67956" y="11711"/>
                  </a:cubicBezTo>
                  <a:lnTo>
                    <a:pt x="332832" y="276586"/>
                  </a:lnTo>
                  <a:cubicBezTo>
                    <a:pt x="348313" y="292108"/>
                    <a:pt x="348283" y="317240"/>
                    <a:pt x="332762" y="332727"/>
                  </a:cubicBezTo>
                  <a:cubicBezTo>
                    <a:pt x="325324" y="340145"/>
                    <a:pt x="315251" y="344313"/>
                    <a:pt x="304746" y="3443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81FE404-9FBA-B545-A1FE-F1D41F6EFEC2}"/>
                </a:ext>
              </a:extLst>
            </p:cNvPr>
            <p:cNvSpPr/>
            <p:nvPr/>
          </p:nvSpPr>
          <p:spPr>
            <a:xfrm>
              <a:off x="5692448" y="1665044"/>
              <a:ext cx="343359" cy="343574"/>
            </a:xfrm>
            <a:custGeom>
              <a:avLst/>
              <a:gdLst>
                <a:gd name="connsiteX0" fmla="*/ 39728 w 343359"/>
                <a:gd name="connsiteY0" fmla="*/ 343575 h 343574"/>
                <a:gd name="connsiteX1" fmla="*/ 0 w 343359"/>
                <a:gd name="connsiteY1" fmla="*/ 303908 h 343574"/>
                <a:gd name="connsiteX2" fmla="*/ 11643 w 343359"/>
                <a:gd name="connsiteY2" fmla="*/ 275793 h 343574"/>
                <a:gd name="connsiteX3" fmla="*/ 276320 w 343359"/>
                <a:gd name="connsiteY3" fmla="*/ 10917 h 343574"/>
                <a:gd name="connsiteX4" fmla="*/ 332441 w 343359"/>
                <a:gd name="connsiteY4" fmla="*/ 12355 h 343574"/>
                <a:gd name="connsiteX5" fmla="*/ 332441 w 343359"/>
                <a:gd name="connsiteY5" fmla="*/ 67038 h 343574"/>
                <a:gd name="connsiteX6" fmla="*/ 67912 w 343359"/>
                <a:gd name="connsiteY6" fmla="*/ 331914 h 343574"/>
                <a:gd name="connsiteX7" fmla="*/ 39728 w 343359"/>
                <a:gd name="connsiteY7" fmla="*/ 343575 h 34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359" h="343574">
                  <a:moveTo>
                    <a:pt x="39728" y="343575"/>
                  </a:moveTo>
                  <a:cubicBezTo>
                    <a:pt x="17804" y="343589"/>
                    <a:pt x="17" y="325835"/>
                    <a:pt x="0" y="303908"/>
                  </a:cubicBezTo>
                  <a:cubicBezTo>
                    <a:pt x="-8" y="293363"/>
                    <a:pt x="4181" y="283246"/>
                    <a:pt x="11643" y="275793"/>
                  </a:cubicBezTo>
                  <a:lnTo>
                    <a:pt x="276320" y="10917"/>
                  </a:lnTo>
                  <a:cubicBezTo>
                    <a:pt x="292213" y="-4183"/>
                    <a:pt x="317341" y="-3539"/>
                    <a:pt x="332441" y="12355"/>
                  </a:cubicBezTo>
                  <a:cubicBezTo>
                    <a:pt x="346999" y="27676"/>
                    <a:pt x="346999" y="51717"/>
                    <a:pt x="332441" y="67038"/>
                  </a:cubicBezTo>
                  <a:lnTo>
                    <a:pt x="67912" y="331914"/>
                  </a:lnTo>
                  <a:cubicBezTo>
                    <a:pt x="60446" y="339397"/>
                    <a:pt x="50301" y="343594"/>
                    <a:pt x="39728" y="3435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" name="Picture Placeholder 41">
            <a:extLst>
              <a:ext uri="{FF2B5EF4-FFF2-40B4-BE49-F238E27FC236}">
                <a16:creationId xmlns:a16="http://schemas.microsoft.com/office/drawing/2014/main" id="{C2AD59CB-5D1C-42B9-B5C1-E6C1C5CCF885}"/>
              </a:ext>
            </a:extLst>
          </p:cNvPr>
          <p:cNvGrpSpPr>
            <a:grpSpLocks noChangeAspect="1"/>
          </p:cNvGrpSpPr>
          <p:nvPr/>
        </p:nvGrpSpPr>
        <p:grpSpPr>
          <a:xfrm>
            <a:off x="6765804" y="1423095"/>
            <a:ext cx="827574" cy="827573"/>
            <a:chOff x="6765804" y="1423095"/>
            <a:chExt cx="827574" cy="827573"/>
          </a:xfrm>
        </p:grpSpPr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EE2E86D5-4DD5-134F-89C0-F8E9A1A8FB76}"/>
                </a:ext>
              </a:extLst>
            </p:cNvPr>
            <p:cNvSpPr/>
            <p:nvPr/>
          </p:nvSpPr>
          <p:spPr>
            <a:xfrm>
              <a:off x="6765804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D03B1AC-E6C6-8F48-993A-25AA1A84BE16}"/>
                </a:ext>
              </a:extLst>
            </p:cNvPr>
            <p:cNvSpPr/>
            <p:nvPr/>
          </p:nvSpPr>
          <p:spPr>
            <a:xfrm>
              <a:off x="7003437" y="1611706"/>
              <a:ext cx="311915" cy="454175"/>
            </a:xfrm>
            <a:custGeom>
              <a:avLst/>
              <a:gdLst>
                <a:gd name="connsiteX0" fmla="*/ 272219 w 311915"/>
                <a:gd name="connsiteY0" fmla="*/ 454175 h 454175"/>
                <a:gd name="connsiteX1" fmla="*/ 239023 w 311915"/>
                <a:gd name="connsiteY1" fmla="*/ 436262 h 454175"/>
                <a:gd name="connsiteX2" fmla="*/ 156256 w 311915"/>
                <a:gd name="connsiteY2" fmla="*/ 310375 h 454175"/>
                <a:gd name="connsiteX3" fmla="*/ 39697 w 311915"/>
                <a:gd name="connsiteY3" fmla="*/ 310375 h 454175"/>
                <a:gd name="connsiteX4" fmla="*/ 0 w 311915"/>
                <a:gd name="connsiteY4" fmla="*/ 270678 h 454175"/>
                <a:gd name="connsiteX5" fmla="*/ 0 w 311915"/>
                <a:gd name="connsiteY5" fmla="*/ 184735 h 454175"/>
                <a:gd name="connsiteX6" fmla="*/ 39697 w 311915"/>
                <a:gd name="connsiteY6" fmla="*/ 145038 h 454175"/>
                <a:gd name="connsiteX7" fmla="*/ 156156 w 311915"/>
                <a:gd name="connsiteY7" fmla="*/ 145038 h 454175"/>
                <a:gd name="connsiteX8" fmla="*/ 238974 w 311915"/>
                <a:gd name="connsiteY8" fmla="*/ 18009 h 454175"/>
                <a:gd name="connsiteX9" fmla="*/ 293909 w 311915"/>
                <a:gd name="connsiteY9" fmla="*/ 6455 h 454175"/>
                <a:gd name="connsiteX10" fmla="*/ 311916 w 311915"/>
                <a:gd name="connsiteY10" fmla="*/ 39694 h 454175"/>
                <a:gd name="connsiteX11" fmla="*/ 311916 w 311915"/>
                <a:gd name="connsiteY11" fmla="*/ 414479 h 454175"/>
                <a:gd name="connsiteX12" fmla="*/ 283583 w 311915"/>
                <a:gd name="connsiteY12" fmla="*/ 452488 h 454175"/>
                <a:gd name="connsiteX13" fmla="*/ 272219 w 311915"/>
                <a:gd name="connsiteY13" fmla="*/ 454175 h 454175"/>
                <a:gd name="connsiteX14" fmla="*/ 79393 w 311915"/>
                <a:gd name="connsiteY14" fmla="*/ 230981 h 454175"/>
                <a:gd name="connsiteX15" fmla="*/ 177692 w 311915"/>
                <a:gd name="connsiteY15" fmla="*/ 230981 h 454175"/>
                <a:gd name="connsiteX16" fmla="*/ 210839 w 311915"/>
                <a:gd name="connsiteY16" fmla="*/ 248845 h 454175"/>
                <a:gd name="connsiteX17" fmla="*/ 232523 w 311915"/>
                <a:gd name="connsiteY17" fmla="*/ 281793 h 454175"/>
                <a:gd name="connsiteX18" fmla="*/ 232523 w 311915"/>
                <a:gd name="connsiteY18" fmla="*/ 173322 h 454175"/>
                <a:gd name="connsiteX19" fmla="*/ 210938 w 311915"/>
                <a:gd name="connsiteY19" fmla="*/ 206419 h 454175"/>
                <a:gd name="connsiteX20" fmla="*/ 177692 w 311915"/>
                <a:gd name="connsiteY20" fmla="*/ 224431 h 454175"/>
                <a:gd name="connsiteX21" fmla="*/ 79393 w 311915"/>
                <a:gd name="connsiteY21" fmla="*/ 224431 h 45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915" h="454175">
                  <a:moveTo>
                    <a:pt x="272219" y="454175"/>
                  </a:moveTo>
                  <a:cubicBezTo>
                    <a:pt x="258842" y="454180"/>
                    <a:pt x="246362" y="447447"/>
                    <a:pt x="239023" y="436262"/>
                  </a:cubicBezTo>
                  <a:lnTo>
                    <a:pt x="156256" y="310375"/>
                  </a:lnTo>
                  <a:lnTo>
                    <a:pt x="39697" y="310375"/>
                  </a:lnTo>
                  <a:cubicBezTo>
                    <a:pt x="17773" y="310375"/>
                    <a:pt x="0" y="292600"/>
                    <a:pt x="0" y="270678"/>
                  </a:cubicBezTo>
                  <a:lnTo>
                    <a:pt x="0" y="184735"/>
                  </a:lnTo>
                  <a:cubicBezTo>
                    <a:pt x="0" y="162811"/>
                    <a:pt x="17773" y="145038"/>
                    <a:pt x="39697" y="145038"/>
                  </a:cubicBezTo>
                  <a:lnTo>
                    <a:pt x="156156" y="145038"/>
                  </a:lnTo>
                  <a:lnTo>
                    <a:pt x="238974" y="18009"/>
                  </a:lnTo>
                  <a:cubicBezTo>
                    <a:pt x="250952" y="-352"/>
                    <a:pt x="275549" y="-5525"/>
                    <a:pt x="293909" y="6455"/>
                  </a:cubicBezTo>
                  <a:cubicBezTo>
                    <a:pt x="305143" y="13783"/>
                    <a:pt x="311911" y="26284"/>
                    <a:pt x="311916" y="39694"/>
                  </a:cubicBezTo>
                  <a:lnTo>
                    <a:pt x="311916" y="414479"/>
                  </a:lnTo>
                  <a:cubicBezTo>
                    <a:pt x="311906" y="432015"/>
                    <a:pt x="300384" y="447467"/>
                    <a:pt x="283583" y="452488"/>
                  </a:cubicBezTo>
                  <a:cubicBezTo>
                    <a:pt x="279901" y="453605"/>
                    <a:pt x="276070" y="454175"/>
                    <a:pt x="272219" y="454175"/>
                  </a:cubicBezTo>
                  <a:close/>
                  <a:moveTo>
                    <a:pt x="79393" y="230981"/>
                  </a:moveTo>
                  <a:lnTo>
                    <a:pt x="177692" y="230981"/>
                  </a:lnTo>
                  <a:cubicBezTo>
                    <a:pt x="191041" y="230983"/>
                    <a:pt x="203496" y="237696"/>
                    <a:pt x="210839" y="248845"/>
                  </a:cubicBezTo>
                  <a:lnTo>
                    <a:pt x="232523" y="281793"/>
                  </a:lnTo>
                  <a:lnTo>
                    <a:pt x="232523" y="173322"/>
                  </a:lnTo>
                  <a:lnTo>
                    <a:pt x="210938" y="206419"/>
                  </a:lnTo>
                  <a:cubicBezTo>
                    <a:pt x="203611" y="217655"/>
                    <a:pt x="191105" y="224430"/>
                    <a:pt x="177692" y="224431"/>
                  </a:cubicBezTo>
                  <a:lnTo>
                    <a:pt x="79393" y="22443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" name="Picture Placeholder 43">
            <a:extLst>
              <a:ext uri="{FF2B5EF4-FFF2-40B4-BE49-F238E27FC236}">
                <a16:creationId xmlns:a16="http://schemas.microsoft.com/office/drawing/2014/main" id="{5E57C951-1B7B-4577-842E-6050B755D91B}"/>
              </a:ext>
            </a:extLst>
          </p:cNvPr>
          <p:cNvGrpSpPr>
            <a:grpSpLocks noChangeAspect="1"/>
          </p:cNvGrpSpPr>
          <p:nvPr/>
        </p:nvGrpSpPr>
        <p:grpSpPr>
          <a:xfrm>
            <a:off x="8083312" y="1423095"/>
            <a:ext cx="827574" cy="827573"/>
            <a:chOff x="8083312" y="1423095"/>
            <a:chExt cx="827574" cy="827573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92D6EA5-84D9-924E-B8F7-B3BBF11D7E47}"/>
                </a:ext>
              </a:extLst>
            </p:cNvPr>
            <p:cNvSpPr/>
            <p:nvPr/>
          </p:nvSpPr>
          <p:spPr>
            <a:xfrm>
              <a:off x="8083312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1D0A880-6F94-7747-B419-277B14D3E364}"/>
                </a:ext>
              </a:extLst>
            </p:cNvPr>
            <p:cNvSpPr/>
            <p:nvPr/>
          </p:nvSpPr>
          <p:spPr>
            <a:xfrm>
              <a:off x="8457800" y="1985161"/>
              <a:ext cx="79393" cy="79380"/>
            </a:xfrm>
            <a:custGeom>
              <a:avLst/>
              <a:gdLst>
                <a:gd name="connsiteX0" fmla="*/ 39696 w 79393"/>
                <a:gd name="connsiteY0" fmla="*/ 79381 h 79380"/>
                <a:gd name="connsiteX1" fmla="*/ 31906 w 79393"/>
                <a:gd name="connsiteY1" fmla="*/ 78587 h 79380"/>
                <a:gd name="connsiteX2" fmla="*/ 24512 w 79393"/>
                <a:gd name="connsiteY2" fmla="*/ 76354 h 79380"/>
                <a:gd name="connsiteX3" fmla="*/ 17665 w 79393"/>
                <a:gd name="connsiteY3" fmla="*/ 72682 h 79380"/>
                <a:gd name="connsiteX4" fmla="*/ 6698 w 79393"/>
                <a:gd name="connsiteY4" fmla="*/ 61716 h 79380"/>
                <a:gd name="connsiteX5" fmla="*/ 3027 w 79393"/>
                <a:gd name="connsiteY5" fmla="*/ 54868 h 79380"/>
                <a:gd name="connsiteX6" fmla="*/ 744 w 79393"/>
                <a:gd name="connsiteY6" fmla="*/ 47425 h 79380"/>
                <a:gd name="connsiteX7" fmla="*/ 744 w 79393"/>
                <a:gd name="connsiteY7" fmla="*/ 31943 h 79380"/>
                <a:gd name="connsiteX8" fmla="*/ 3027 w 79393"/>
                <a:gd name="connsiteY8" fmla="*/ 24500 h 79380"/>
                <a:gd name="connsiteX9" fmla="*/ 6698 w 79393"/>
                <a:gd name="connsiteY9" fmla="*/ 17653 h 79380"/>
                <a:gd name="connsiteX10" fmla="*/ 17665 w 79393"/>
                <a:gd name="connsiteY10" fmla="*/ 6686 h 79380"/>
                <a:gd name="connsiteX11" fmla="*/ 24512 w 79393"/>
                <a:gd name="connsiteY11" fmla="*/ 3014 h 79380"/>
                <a:gd name="connsiteX12" fmla="*/ 31906 w 79393"/>
                <a:gd name="connsiteY12" fmla="*/ 782 h 79380"/>
                <a:gd name="connsiteX13" fmla="*/ 47437 w 79393"/>
                <a:gd name="connsiteY13" fmla="*/ 782 h 79380"/>
                <a:gd name="connsiteX14" fmla="*/ 54880 w 79393"/>
                <a:gd name="connsiteY14" fmla="*/ 3014 h 79380"/>
                <a:gd name="connsiteX15" fmla="*/ 61728 w 79393"/>
                <a:gd name="connsiteY15" fmla="*/ 6686 h 79380"/>
                <a:gd name="connsiteX16" fmla="*/ 67732 w 79393"/>
                <a:gd name="connsiteY16" fmla="*/ 11648 h 79380"/>
                <a:gd name="connsiteX17" fmla="*/ 72694 w 79393"/>
                <a:gd name="connsiteY17" fmla="*/ 17702 h 79380"/>
                <a:gd name="connsiteX18" fmla="*/ 78599 w 79393"/>
                <a:gd name="connsiteY18" fmla="*/ 31993 h 79380"/>
                <a:gd name="connsiteX19" fmla="*/ 78599 w 79393"/>
                <a:gd name="connsiteY19" fmla="*/ 47475 h 79380"/>
                <a:gd name="connsiteX20" fmla="*/ 67732 w 79393"/>
                <a:gd name="connsiteY20" fmla="*/ 67819 h 79380"/>
                <a:gd name="connsiteX21" fmla="*/ 61629 w 79393"/>
                <a:gd name="connsiteY21" fmla="*/ 72533 h 79380"/>
                <a:gd name="connsiteX22" fmla="*/ 54781 w 79393"/>
                <a:gd name="connsiteY22" fmla="*/ 76205 h 79380"/>
                <a:gd name="connsiteX23" fmla="*/ 47338 w 79393"/>
                <a:gd name="connsiteY23" fmla="*/ 78438 h 79380"/>
                <a:gd name="connsiteX24" fmla="*/ 39696 w 79393"/>
                <a:gd name="connsiteY24" fmla="*/ 79381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380">
                  <a:moveTo>
                    <a:pt x="39696" y="79381"/>
                  </a:moveTo>
                  <a:cubicBezTo>
                    <a:pt x="37079" y="79386"/>
                    <a:pt x="34468" y="79123"/>
                    <a:pt x="31906" y="78587"/>
                  </a:cubicBezTo>
                  <a:cubicBezTo>
                    <a:pt x="29373" y="78091"/>
                    <a:pt x="26896" y="77346"/>
                    <a:pt x="24512" y="76354"/>
                  </a:cubicBezTo>
                  <a:cubicBezTo>
                    <a:pt x="22110" y="75366"/>
                    <a:pt x="19815" y="74136"/>
                    <a:pt x="17665" y="72682"/>
                  </a:cubicBezTo>
                  <a:cubicBezTo>
                    <a:pt x="13288" y="69829"/>
                    <a:pt x="9554" y="66092"/>
                    <a:pt x="6698" y="61716"/>
                  </a:cubicBezTo>
                  <a:cubicBezTo>
                    <a:pt x="5253" y="59557"/>
                    <a:pt x="4024" y="57265"/>
                    <a:pt x="3027" y="54868"/>
                  </a:cubicBezTo>
                  <a:cubicBezTo>
                    <a:pt x="2043" y="52461"/>
                    <a:pt x="1278" y="49971"/>
                    <a:pt x="744" y="47425"/>
                  </a:cubicBezTo>
                  <a:cubicBezTo>
                    <a:pt x="-248" y="42314"/>
                    <a:pt x="-248" y="37054"/>
                    <a:pt x="744" y="31943"/>
                  </a:cubicBezTo>
                  <a:cubicBezTo>
                    <a:pt x="1278" y="29398"/>
                    <a:pt x="2043" y="26907"/>
                    <a:pt x="3027" y="24500"/>
                  </a:cubicBezTo>
                  <a:cubicBezTo>
                    <a:pt x="4024" y="22104"/>
                    <a:pt x="5253" y="19811"/>
                    <a:pt x="6698" y="17653"/>
                  </a:cubicBezTo>
                  <a:cubicBezTo>
                    <a:pt x="9554" y="13276"/>
                    <a:pt x="13288" y="9540"/>
                    <a:pt x="17665" y="6686"/>
                  </a:cubicBezTo>
                  <a:cubicBezTo>
                    <a:pt x="19815" y="5232"/>
                    <a:pt x="22110" y="4002"/>
                    <a:pt x="24512" y="3014"/>
                  </a:cubicBezTo>
                  <a:cubicBezTo>
                    <a:pt x="26896" y="2022"/>
                    <a:pt x="29373" y="1278"/>
                    <a:pt x="31906" y="782"/>
                  </a:cubicBezTo>
                  <a:cubicBezTo>
                    <a:pt x="37031" y="-261"/>
                    <a:pt x="42312" y="-261"/>
                    <a:pt x="47437" y="782"/>
                  </a:cubicBezTo>
                  <a:cubicBezTo>
                    <a:pt x="49985" y="1283"/>
                    <a:pt x="52478" y="2032"/>
                    <a:pt x="54880" y="3014"/>
                  </a:cubicBezTo>
                  <a:cubicBezTo>
                    <a:pt x="57273" y="4022"/>
                    <a:pt x="59565" y="5252"/>
                    <a:pt x="61728" y="6686"/>
                  </a:cubicBezTo>
                  <a:cubicBezTo>
                    <a:pt x="63903" y="8120"/>
                    <a:pt x="65916" y="9783"/>
                    <a:pt x="67732" y="11648"/>
                  </a:cubicBezTo>
                  <a:cubicBezTo>
                    <a:pt x="69585" y="13494"/>
                    <a:pt x="71248" y="15524"/>
                    <a:pt x="72694" y="17702"/>
                  </a:cubicBezTo>
                  <a:cubicBezTo>
                    <a:pt x="75548" y="22049"/>
                    <a:pt x="77551" y="26897"/>
                    <a:pt x="78599" y="31993"/>
                  </a:cubicBezTo>
                  <a:cubicBezTo>
                    <a:pt x="79658" y="37099"/>
                    <a:pt x="79658" y="42369"/>
                    <a:pt x="78599" y="47475"/>
                  </a:cubicBezTo>
                  <a:cubicBezTo>
                    <a:pt x="77070" y="55181"/>
                    <a:pt x="73288" y="62262"/>
                    <a:pt x="67732" y="67819"/>
                  </a:cubicBezTo>
                  <a:cubicBezTo>
                    <a:pt x="65872" y="69605"/>
                    <a:pt x="63826" y="71183"/>
                    <a:pt x="61629" y="72533"/>
                  </a:cubicBezTo>
                  <a:cubicBezTo>
                    <a:pt x="59466" y="73967"/>
                    <a:pt x="57174" y="75198"/>
                    <a:pt x="54781" y="76205"/>
                  </a:cubicBezTo>
                  <a:cubicBezTo>
                    <a:pt x="52378" y="77187"/>
                    <a:pt x="49885" y="77937"/>
                    <a:pt x="47338" y="78438"/>
                  </a:cubicBezTo>
                  <a:cubicBezTo>
                    <a:pt x="44830" y="79013"/>
                    <a:pt x="42269" y="79331"/>
                    <a:pt x="39696" y="7938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68E64D1E-5710-D84B-8144-ECA122C6C192}"/>
                </a:ext>
              </a:extLst>
            </p:cNvPr>
            <p:cNvSpPr/>
            <p:nvPr/>
          </p:nvSpPr>
          <p:spPr>
            <a:xfrm>
              <a:off x="8364363" y="1610810"/>
              <a:ext cx="266293" cy="360035"/>
            </a:xfrm>
            <a:custGeom>
              <a:avLst/>
              <a:gdLst>
                <a:gd name="connsiteX0" fmla="*/ 133034 w 266293"/>
                <a:gd name="connsiteY0" fmla="*/ 359998 h 360035"/>
                <a:gd name="connsiteX1" fmla="*/ 94131 w 266293"/>
                <a:gd name="connsiteY1" fmla="*/ 327794 h 360035"/>
                <a:gd name="connsiteX2" fmla="*/ 155065 w 266293"/>
                <a:gd name="connsiteY2" fmla="*/ 164294 h 360035"/>
                <a:gd name="connsiteX3" fmla="*/ 185880 w 266293"/>
                <a:gd name="connsiteY3" fmla="*/ 110307 h 360035"/>
                <a:gd name="connsiteX4" fmla="*/ 133381 w 266293"/>
                <a:gd name="connsiteY4" fmla="*/ 79145 h 360035"/>
                <a:gd name="connsiteX5" fmla="*/ 79394 w 266293"/>
                <a:gd name="connsiteY5" fmla="*/ 133728 h 360035"/>
                <a:gd name="connsiteX6" fmla="*/ 39499 w 266293"/>
                <a:gd name="connsiteY6" fmla="*/ 173226 h 360035"/>
                <a:gd name="connsiteX7" fmla="*/ 1 w 266293"/>
                <a:gd name="connsiteY7" fmla="*/ 133331 h 360035"/>
                <a:gd name="connsiteX8" fmla="*/ 133381 w 266293"/>
                <a:gd name="connsiteY8" fmla="*/ 0 h 360035"/>
                <a:gd name="connsiteX9" fmla="*/ 263387 w 266293"/>
                <a:gd name="connsiteY9" fmla="*/ 93237 h 360035"/>
                <a:gd name="connsiteX10" fmla="*/ 188956 w 266293"/>
                <a:gd name="connsiteY10" fmla="*/ 236393 h 360035"/>
                <a:gd name="connsiteX11" fmla="*/ 172532 w 266293"/>
                <a:gd name="connsiteY11" fmla="*/ 313355 h 360035"/>
                <a:gd name="connsiteX12" fmla="*/ 140775 w 266293"/>
                <a:gd name="connsiteY12" fmla="*/ 359601 h 360035"/>
                <a:gd name="connsiteX13" fmla="*/ 133034 w 266293"/>
                <a:gd name="connsiteY13" fmla="*/ 359998 h 36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6293" h="360035">
                  <a:moveTo>
                    <a:pt x="133034" y="359998"/>
                  </a:moveTo>
                  <a:cubicBezTo>
                    <a:pt x="114029" y="359958"/>
                    <a:pt x="97718" y="346457"/>
                    <a:pt x="94131" y="327794"/>
                  </a:cubicBezTo>
                  <a:cubicBezTo>
                    <a:pt x="85596" y="281796"/>
                    <a:pt x="88276" y="195555"/>
                    <a:pt x="155065" y="164294"/>
                  </a:cubicBezTo>
                  <a:cubicBezTo>
                    <a:pt x="181712" y="151790"/>
                    <a:pt x="189800" y="127525"/>
                    <a:pt x="185880" y="110307"/>
                  </a:cubicBezTo>
                  <a:cubicBezTo>
                    <a:pt x="181464" y="90459"/>
                    <a:pt x="162310" y="79145"/>
                    <a:pt x="133381" y="79145"/>
                  </a:cubicBezTo>
                  <a:cubicBezTo>
                    <a:pt x="85696" y="79145"/>
                    <a:pt x="79741" y="117154"/>
                    <a:pt x="79394" y="133728"/>
                  </a:cubicBezTo>
                  <a:cubicBezTo>
                    <a:pt x="79284" y="155652"/>
                    <a:pt x="61423" y="173335"/>
                    <a:pt x="39499" y="173226"/>
                  </a:cubicBezTo>
                  <a:cubicBezTo>
                    <a:pt x="17575" y="173116"/>
                    <a:pt x="-109" y="155255"/>
                    <a:pt x="1" y="133331"/>
                  </a:cubicBezTo>
                  <a:cubicBezTo>
                    <a:pt x="1" y="79740"/>
                    <a:pt x="35529" y="0"/>
                    <a:pt x="133381" y="0"/>
                  </a:cubicBezTo>
                  <a:cubicBezTo>
                    <a:pt x="199674" y="0"/>
                    <a:pt x="250734" y="36570"/>
                    <a:pt x="263387" y="93237"/>
                  </a:cubicBezTo>
                  <a:cubicBezTo>
                    <a:pt x="276239" y="150847"/>
                    <a:pt x="245574" y="209747"/>
                    <a:pt x="188956" y="236393"/>
                  </a:cubicBezTo>
                  <a:cubicBezTo>
                    <a:pt x="167967" y="246317"/>
                    <a:pt x="169108" y="293358"/>
                    <a:pt x="172532" y="313355"/>
                  </a:cubicBezTo>
                  <a:cubicBezTo>
                    <a:pt x="176517" y="334890"/>
                    <a:pt x="162305" y="355587"/>
                    <a:pt x="140775" y="359601"/>
                  </a:cubicBezTo>
                  <a:cubicBezTo>
                    <a:pt x="138213" y="359978"/>
                    <a:pt x="135621" y="360107"/>
                    <a:pt x="133034" y="35999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6" name="Picture Placeholder 45">
            <a:extLst>
              <a:ext uri="{FF2B5EF4-FFF2-40B4-BE49-F238E27FC236}">
                <a16:creationId xmlns:a16="http://schemas.microsoft.com/office/drawing/2014/main" id="{9B42F81D-04DB-40D3-86B3-916A1EA9A135}"/>
              </a:ext>
            </a:extLst>
          </p:cNvPr>
          <p:cNvGrpSpPr>
            <a:grpSpLocks noChangeAspect="1"/>
          </p:cNvGrpSpPr>
          <p:nvPr/>
        </p:nvGrpSpPr>
        <p:grpSpPr>
          <a:xfrm>
            <a:off x="9400819" y="1423095"/>
            <a:ext cx="827574" cy="827573"/>
            <a:chOff x="9400819" y="1423095"/>
            <a:chExt cx="827574" cy="827573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03E93F5-AB7A-5443-A735-C279047FEBD1}"/>
                </a:ext>
              </a:extLst>
            </p:cNvPr>
            <p:cNvSpPr/>
            <p:nvPr/>
          </p:nvSpPr>
          <p:spPr>
            <a:xfrm>
              <a:off x="9400819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2A4CB42B-5380-7C4A-8396-35B7CF15ECAB}"/>
                </a:ext>
              </a:extLst>
            </p:cNvPr>
            <p:cNvSpPr/>
            <p:nvPr/>
          </p:nvSpPr>
          <p:spPr>
            <a:xfrm>
              <a:off x="9588472" y="1610223"/>
              <a:ext cx="454277" cy="454318"/>
            </a:xfrm>
            <a:custGeom>
              <a:avLst/>
              <a:gdLst>
                <a:gd name="connsiteX0" fmla="*/ 39709 w 454277"/>
                <a:gd name="connsiteY0" fmla="*/ 454318 h 454318"/>
                <a:gd name="connsiteX1" fmla="*/ 0 w 454277"/>
                <a:gd name="connsiteY1" fmla="*/ 414632 h 454318"/>
                <a:gd name="connsiteX2" fmla="*/ 5669 w 454277"/>
                <a:gd name="connsiteY2" fmla="*/ 394178 h 454318"/>
                <a:gd name="connsiteX3" fmla="*/ 146145 w 454277"/>
                <a:gd name="connsiteY3" fmla="*/ 160068 h 454318"/>
                <a:gd name="connsiteX4" fmla="*/ 159742 w 454277"/>
                <a:gd name="connsiteY4" fmla="*/ 146472 h 454318"/>
                <a:gd name="connsiteX5" fmla="*/ 393852 w 454277"/>
                <a:gd name="connsiteY5" fmla="*/ 5847 h 454318"/>
                <a:gd name="connsiteX6" fmla="*/ 448435 w 454277"/>
                <a:gd name="connsiteY6" fmla="*/ 18975 h 454318"/>
                <a:gd name="connsiteX7" fmla="*/ 448435 w 454277"/>
                <a:gd name="connsiteY7" fmla="*/ 60429 h 454318"/>
                <a:gd name="connsiteX8" fmla="*/ 308008 w 454277"/>
                <a:gd name="connsiteY8" fmla="*/ 294589 h 454318"/>
                <a:gd name="connsiteX9" fmla="*/ 294412 w 454277"/>
                <a:gd name="connsiteY9" fmla="*/ 308186 h 454318"/>
                <a:gd name="connsiteX10" fmla="*/ 59905 w 454277"/>
                <a:gd name="connsiteY10" fmla="*/ 448662 h 454318"/>
                <a:gd name="connsiteX11" fmla="*/ 39709 w 454277"/>
                <a:gd name="connsiteY11" fmla="*/ 454318 h 454318"/>
                <a:gd name="connsiteX12" fmla="*/ 209114 w 454277"/>
                <a:gd name="connsiteY12" fmla="*/ 209292 h 454318"/>
                <a:gd name="connsiteX13" fmla="*/ 155425 w 454277"/>
                <a:gd name="connsiteY13" fmla="*/ 298609 h 454318"/>
                <a:gd name="connsiteX14" fmla="*/ 244742 w 454277"/>
                <a:gd name="connsiteY14" fmla="*/ 244919 h 454318"/>
                <a:gd name="connsiteX15" fmla="*/ 298432 w 454277"/>
                <a:gd name="connsiteY15" fmla="*/ 155602 h 45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277" h="454318">
                  <a:moveTo>
                    <a:pt x="39709" y="454318"/>
                  </a:moveTo>
                  <a:cubicBezTo>
                    <a:pt x="17785" y="454323"/>
                    <a:pt x="7" y="436559"/>
                    <a:pt x="0" y="414632"/>
                  </a:cubicBezTo>
                  <a:cubicBezTo>
                    <a:pt x="-2" y="407427"/>
                    <a:pt x="1958" y="400356"/>
                    <a:pt x="5669" y="394178"/>
                  </a:cubicBezTo>
                  <a:lnTo>
                    <a:pt x="146145" y="160068"/>
                  </a:lnTo>
                  <a:cubicBezTo>
                    <a:pt x="149465" y="154467"/>
                    <a:pt x="154141" y="149791"/>
                    <a:pt x="159742" y="146472"/>
                  </a:cubicBezTo>
                  <a:lnTo>
                    <a:pt x="393852" y="5847"/>
                  </a:lnTo>
                  <a:cubicBezTo>
                    <a:pt x="412549" y="-5601"/>
                    <a:pt x="436988" y="277"/>
                    <a:pt x="448435" y="18975"/>
                  </a:cubicBezTo>
                  <a:cubicBezTo>
                    <a:pt x="456225" y="31696"/>
                    <a:pt x="456225" y="47709"/>
                    <a:pt x="448435" y="60429"/>
                  </a:cubicBezTo>
                  <a:lnTo>
                    <a:pt x="308008" y="294589"/>
                  </a:lnTo>
                  <a:cubicBezTo>
                    <a:pt x="304634" y="300147"/>
                    <a:pt x="299970" y="304811"/>
                    <a:pt x="294412" y="308186"/>
                  </a:cubicBezTo>
                  <a:lnTo>
                    <a:pt x="59905" y="448662"/>
                  </a:lnTo>
                  <a:cubicBezTo>
                    <a:pt x="53809" y="452339"/>
                    <a:pt x="46829" y="454294"/>
                    <a:pt x="39709" y="454318"/>
                  </a:cubicBezTo>
                  <a:close/>
                  <a:moveTo>
                    <a:pt x="209114" y="209292"/>
                  </a:moveTo>
                  <a:lnTo>
                    <a:pt x="155425" y="298609"/>
                  </a:lnTo>
                  <a:lnTo>
                    <a:pt x="244742" y="244919"/>
                  </a:lnTo>
                  <a:lnTo>
                    <a:pt x="298432" y="155602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47">
            <a:extLst>
              <a:ext uri="{FF2B5EF4-FFF2-40B4-BE49-F238E27FC236}">
                <a16:creationId xmlns:a16="http://schemas.microsoft.com/office/drawing/2014/main" id="{E431AD7F-3BAD-4FBB-BF17-57A9A04730DF}"/>
              </a:ext>
            </a:extLst>
          </p:cNvPr>
          <p:cNvGrpSpPr>
            <a:grpSpLocks noChangeAspect="1"/>
          </p:cNvGrpSpPr>
          <p:nvPr/>
        </p:nvGrpSpPr>
        <p:grpSpPr>
          <a:xfrm>
            <a:off x="1510983" y="2541731"/>
            <a:ext cx="827574" cy="827573"/>
            <a:chOff x="1510983" y="2541731"/>
            <a:chExt cx="827574" cy="827573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8013E35D-97E3-604C-9D1A-79A720D31E34}"/>
                </a:ext>
              </a:extLst>
            </p:cNvPr>
            <p:cNvSpPr/>
            <p:nvPr/>
          </p:nvSpPr>
          <p:spPr>
            <a:xfrm>
              <a:off x="1510983" y="2541731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E41CB825-25CB-0B4E-9A20-7BC57C885F33}"/>
                </a:ext>
              </a:extLst>
            </p:cNvPr>
            <p:cNvSpPr/>
            <p:nvPr/>
          </p:nvSpPr>
          <p:spPr>
            <a:xfrm>
              <a:off x="1885073" y="2728751"/>
              <a:ext cx="266463" cy="266463"/>
            </a:xfrm>
            <a:custGeom>
              <a:avLst/>
              <a:gdLst>
                <a:gd name="connsiteX0" fmla="*/ 226767 w 266463"/>
                <a:gd name="connsiteY0" fmla="*/ 266463 h 266463"/>
                <a:gd name="connsiteX1" fmla="*/ 39697 w 266463"/>
                <a:gd name="connsiteY1" fmla="*/ 266463 h 266463"/>
                <a:gd name="connsiteX2" fmla="*/ 0 w 266463"/>
                <a:gd name="connsiteY2" fmla="*/ 226767 h 266463"/>
                <a:gd name="connsiteX3" fmla="*/ 0 w 266463"/>
                <a:gd name="connsiteY3" fmla="*/ 39697 h 266463"/>
                <a:gd name="connsiteX4" fmla="*/ 39697 w 266463"/>
                <a:gd name="connsiteY4" fmla="*/ 0 h 266463"/>
                <a:gd name="connsiteX5" fmla="*/ 79393 w 266463"/>
                <a:gd name="connsiteY5" fmla="*/ 39697 h 266463"/>
                <a:gd name="connsiteX6" fmla="*/ 79393 w 266463"/>
                <a:gd name="connsiteY6" fmla="*/ 187070 h 266463"/>
                <a:gd name="connsiteX7" fmla="*/ 226767 w 266463"/>
                <a:gd name="connsiteY7" fmla="*/ 187070 h 266463"/>
                <a:gd name="connsiteX8" fmla="*/ 266463 w 266463"/>
                <a:gd name="connsiteY8" fmla="*/ 226767 h 266463"/>
                <a:gd name="connsiteX9" fmla="*/ 226767 w 266463"/>
                <a:gd name="connsiteY9" fmla="*/ 266463 h 26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463" h="266463">
                  <a:moveTo>
                    <a:pt x="226767" y="266463"/>
                  </a:moveTo>
                  <a:lnTo>
                    <a:pt x="39697" y="266463"/>
                  </a:lnTo>
                  <a:cubicBezTo>
                    <a:pt x="17773" y="266463"/>
                    <a:pt x="0" y="248690"/>
                    <a:pt x="0" y="22676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7070"/>
                  </a:lnTo>
                  <a:lnTo>
                    <a:pt x="226767" y="187070"/>
                  </a:lnTo>
                  <a:cubicBezTo>
                    <a:pt x="248689" y="187070"/>
                    <a:pt x="266463" y="204843"/>
                    <a:pt x="266463" y="226767"/>
                  </a:cubicBezTo>
                  <a:cubicBezTo>
                    <a:pt x="266463" y="248690"/>
                    <a:pt x="248689" y="266463"/>
                    <a:pt x="226767" y="2664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49">
            <a:extLst>
              <a:ext uri="{FF2B5EF4-FFF2-40B4-BE49-F238E27FC236}">
                <a16:creationId xmlns:a16="http://schemas.microsoft.com/office/drawing/2014/main" id="{3E2A6003-A96C-417D-A99E-2A52BA8FD4A1}"/>
              </a:ext>
            </a:extLst>
          </p:cNvPr>
          <p:cNvGrpSpPr>
            <a:grpSpLocks noChangeAspect="1"/>
          </p:cNvGrpSpPr>
          <p:nvPr/>
        </p:nvGrpSpPr>
        <p:grpSpPr>
          <a:xfrm>
            <a:off x="2826675" y="2541284"/>
            <a:ext cx="831377" cy="828568"/>
            <a:chOff x="2826675" y="2541284"/>
            <a:chExt cx="831377" cy="828568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F521B21-2176-1D49-97E1-3C9ACAA2B412}"/>
                </a:ext>
              </a:extLst>
            </p:cNvPr>
            <p:cNvSpPr/>
            <p:nvPr/>
          </p:nvSpPr>
          <p:spPr>
            <a:xfrm>
              <a:off x="2826675" y="2541284"/>
              <a:ext cx="676413" cy="828568"/>
            </a:xfrm>
            <a:custGeom>
              <a:avLst/>
              <a:gdLst>
                <a:gd name="connsiteX0" fmla="*/ 414164 w 676413"/>
                <a:gd name="connsiteY0" fmla="*/ 828566 h 828568"/>
                <a:gd name="connsiteX1" fmla="*/ 0 w 676413"/>
                <a:gd name="connsiteY1" fmla="*/ 414164 h 828568"/>
                <a:gd name="connsiteX2" fmla="*/ 414403 w 676413"/>
                <a:gd name="connsiteY2" fmla="*/ 0 h 828568"/>
                <a:gd name="connsiteX3" fmla="*/ 660333 w 676413"/>
                <a:gd name="connsiteY3" fmla="*/ 80981 h 828568"/>
                <a:gd name="connsiteX4" fmla="*/ 668620 w 676413"/>
                <a:gd name="connsiteY4" fmla="*/ 136506 h 828568"/>
                <a:gd name="connsiteX5" fmla="*/ 613094 w 676413"/>
                <a:gd name="connsiteY5" fmla="*/ 144793 h 828568"/>
                <a:gd name="connsiteX6" fmla="*/ 144791 w 676413"/>
                <a:gd name="connsiteY6" fmla="*/ 215470 h 828568"/>
                <a:gd name="connsiteX7" fmla="*/ 215468 w 676413"/>
                <a:gd name="connsiteY7" fmla="*/ 683773 h 828568"/>
                <a:gd name="connsiteX8" fmla="*/ 414164 w 676413"/>
                <a:gd name="connsiteY8" fmla="*/ 749173 h 828568"/>
                <a:gd name="connsiteX9" fmla="*/ 610464 w 676413"/>
                <a:gd name="connsiteY9" fmla="*/ 685609 h 828568"/>
                <a:gd name="connsiteX10" fmla="*/ 666039 w 676413"/>
                <a:gd name="connsiteY10" fmla="*/ 694541 h 828568"/>
                <a:gd name="connsiteX11" fmla="*/ 657108 w 676413"/>
                <a:gd name="connsiteY11" fmla="*/ 750116 h 828568"/>
                <a:gd name="connsiteX12" fmla="*/ 414164 w 676413"/>
                <a:gd name="connsiteY12" fmla="*/ 828566 h 828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76413" h="828568">
                  <a:moveTo>
                    <a:pt x="414164" y="828566"/>
                  </a:moveTo>
                  <a:cubicBezTo>
                    <a:pt x="185362" y="828502"/>
                    <a:pt x="-66" y="642965"/>
                    <a:pt x="0" y="414164"/>
                  </a:cubicBezTo>
                  <a:cubicBezTo>
                    <a:pt x="66" y="185362"/>
                    <a:pt x="185600" y="-66"/>
                    <a:pt x="414403" y="0"/>
                  </a:cubicBezTo>
                  <a:cubicBezTo>
                    <a:pt x="502926" y="25"/>
                    <a:pt x="589112" y="28406"/>
                    <a:pt x="660333" y="80981"/>
                  </a:cubicBezTo>
                  <a:cubicBezTo>
                    <a:pt x="677953" y="94026"/>
                    <a:pt x="681665" y="118885"/>
                    <a:pt x="668620" y="136506"/>
                  </a:cubicBezTo>
                  <a:cubicBezTo>
                    <a:pt x="655574" y="154128"/>
                    <a:pt x="630714" y="157838"/>
                    <a:pt x="613094" y="144793"/>
                  </a:cubicBezTo>
                  <a:cubicBezTo>
                    <a:pt x="464259" y="34992"/>
                    <a:pt x="254592" y="66635"/>
                    <a:pt x="144791" y="215470"/>
                  </a:cubicBezTo>
                  <a:cubicBezTo>
                    <a:pt x="34990" y="364306"/>
                    <a:pt x="66633" y="573972"/>
                    <a:pt x="215468" y="683773"/>
                  </a:cubicBezTo>
                  <a:cubicBezTo>
                    <a:pt x="273018" y="726229"/>
                    <a:pt x="342648" y="749148"/>
                    <a:pt x="414164" y="749173"/>
                  </a:cubicBezTo>
                  <a:cubicBezTo>
                    <a:pt x="484685" y="749342"/>
                    <a:pt x="553430" y="727082"/>
                    <a:pt x="610464" y="685609"/>
                  </a:cubicBezTo>
                  <a:cubicBezTo>
                    <a:pt x="628278" y="672727"/>
                    <a:pt x="653158" y="676727"/>
                    <a:pt x="666039" y="694541"/>
                  </a:cubicBezTo>
                  <a:cubicBezTo>
                    <a:pt x="678921" y="712355"/>
                    <a:pt x="674921" y="737234"/>
                    <a:pt x="657108" y="750116"/>
                  </a:cubicBezTo>
                  <a:cubicBezTo>
                    <a:pt x="586492" y="801364"/>
                    <a:pt x="501418" y="828839"/>
                    <a:pt x="414164" y="8285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F3DFAE7-C808-BA45-A8DB-8E067DD190DA}"/>
                </a:ext>
              </a:extLst>
            </p:cNvPr>
            <p:cNvSpPr/>
            <p:nvPr/>
          </p:nvSpPr>
          <p:spPr>
            <a:xfrm>
              <a:off x="3063197" y="2730193"/>
              <a:ext cx="311915" cy="454175"/>
            </a:xfrm>
            <a:custGeom>
              <a:avLst/>
              <a:gdLst>
                <a:gd name="connsiteX0" fmla="*/ 272219 w 311915"/>
                <a:gd name="connsiteY0" fmla="*/ 454175 h 454175"/>
                <a:gd name="connsiteX1" fmla="*/ 239073 w 311915"/>
                <a:gd name="connsiteY1" fmla="*/ 436213 h 454175"/>
                <a:gd name="connsiteX2" fmla="*/ 156305 w 311915"/>
                <a:gd name="connsiteY2" fmla="*/ 310375 h 454175"/>
                <a:gd name="connsiteX3" fmla="*/ 39697 w 311915"/>
                <a:gd name="connsiteY3" fmla="*/ 310375 h 454175"/>
                <a:gd name="connsiteX4" fmla="*/ 0 w 311915"/>
                <a:gd name="connsiteY4" fmla="*/ 270678 h 454175"/>
                <a:gd name="connsiteX5" fmla="*/ 0 w 311915"/>
                <a:gd name="connsiteY5" fmla="*/ 184735 h 454175"/>
                <a:gd name="connsiteX6" fmla="*/ 39697 w 311915"/>
                <a:gd name="connsiteY6" fmla="*/ 145038 h 454175"/>
                <a:gd name="connsiteX7" fmla="*/ 156206 w 311915"/>
                <a:gd name="connsiteY7" fmla="*/ 145038 h 454175"/>
                <a:gd name="connsiteX8" fmla="*/ 238974 w 311915"/>
                <a:gd name="connsiteY8" fmla="*/ 18009 h 454175"/>
                <a:gd name="connsiteX9" fmla="*/ 293909 w 311915"/>
                <a:gd name="connsiteY9" fmla="*/ 6455 h 454175"/>
                <a:gd name="connsiteX10" fmla="*/ 311916 w 311915"/>
                <a:gd name="connsiteY10" fmla="*/ 39694 h 454175"/>
                <a:gd name="connsiteX11" fmla="*/ 311916 w 311915"/>
                <a:gd name="connsiteY11" fmla="*/ 414479 h 454175"/>
                <a:gd name="connsiteX12" fmla="*/ 283632 w 311915"/>
                <a:gd name="connsiteY12" fmla="*/ 452488 h 454175"/>
                <a:gd name="connsiteX13" fmla="*/ 272219 w 311915"/>
                <a:gd name="connsiteY13" fmla="*/ 454175 h 454175"/>
                <a:gd name="connsiteX14" fmla="*/ 79393 w 311915"/>
                <a:gd name="connsiteY14" fmla="*/ 230882 h 454175"/>
                <a:gd name="connsiteX15" fmla="*/ 177692 w 311915"/>
                <a:gd name="connsiteY15" fmla="*/ 230882 h 454175"/>
                <a:gd name="connsiteX16" fmla="*/ 210888 w 311915"/>
                <a:gd name="connsiteY16" fmla="*/ 248795 h 454175"/>
                <a:gd name="connsiteX17" fmla="*/ 232523 w 311915"/>
                <a:gd name="connsiteY17" fmla="*/ 281743 h 454175"/>
                <a:gd name="connsiteX18" fmla="*/ 232523 w 311915"/>
                <a:gd name="connsiteY18" fmla="*/ 173223 h 454175"/>
                <a:gd name="connsiteX19" fmla="*/ 210987 w 311915"/>
                <a:gd name="connsiteY19" fmla="*/ 206320 h 454175"/>
                <a:gd name="connsiteX20" fmla="*/ 177692 w 311915"/>
                <a:gd name="connsiteY20" fmla="*/ 224332 h 454175"/>
                <a:gd name="connsiteX21" fmla="*/ 79393 w 311915"/>
                <a:gd name="connsiteY21" fmla="*/ 224332 h 45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915" h="454175">
                  <a:moveTo>
                    <a:pt x="272219" y="454175"/>
                  </a:moveTo>
                  <a:cubicBezTo>
                    <a:pt x="258852" y="454150"/>
                    <a:pt x="246392" y="447402"/>
                    <a:pt x="239073" y="436213"/>
                  </a:cubicBezTo>
                  <a:lnTo>
                    <a:pt x="156305" y="310375"/>
                  </a:lnTo>
                  <a:lnTo>
                    <a:pt x="39697" y="310375"/>
                  </a:lnTo>
                  <a:cubicBezTo>
                    <a:pt x="17773" y="310375"/>
                    <a:pt x="0" y="292600"/>
                    <a:pt x="0" y="270678"/>
                  </a:cubicBezTo>
                  <a:lnTo>
                    <a:pt x="0" y="184735"/>
                  </a:lnTo>
                  <a:cubicBezTo>
                    <a:pt x="0" y="162811"/>
                    <a:pt x="17773" y="145038"/>
                    <a:pt x="39697" y="145038"/>
                  </a:cubicBezTo>
                  <a:lnTo>
                    <a:pt x="156206" y="145038"/>
                  </a:lnTo>
                  <a:lnTo>
                    <a:pt x="238974" y="18009"/>
                  </a:lnTo>
                  <a:cubicBezTo>
                    <a:pt x="250952" y="-352"/>
                    <a:pt x="275549" y="-5525"/>
                    <a:pt x="293909" y="6455"/>
                  </a:cubicBezTo>
                  <a:cubicBezTo>
                    <a:pt x="305143" y="13783"/>
                    <a:pt x="311911" y="26284"/>
                    <a:pt x="311916" y="39694"/>
                  </a:cubicBezTo>
                  <a:lnTo>
                    <a:pt x="311916" y="414479"/>
                  </a:lnTo>
                  <a:cubicBezTo>
                    <a:pt x="311911" y="432005"/>
                    <a:pt x="300414" y="447452"/>
                    <a:pt x="283632" y="452488"/>
                  </a:cubicBezTo>
                  <a:cubicBezTo>
                    <a:pt x="279930" y="453610"/>
                    <a:pt x="276085" y="454180"/>
                    <a:pt x="272219" y="454175"/>
                  </a:cubicBezTo>
                  <a:close/>
                  <a:moveTo>
                    <a:pt x="79393" y="230882"/>
                  </a:moveTo>
                  <a:lnTo>
                    <a:pt x="177692" y="230882"/>
                  </a:lnTo>
                  <a:cubicBezTo>
                    <a:pt x="191069" y="230879"/>
                    <a:pt x="203548" y="237612"/>
                    <a:pt x="210888" y="248795"/>
                  </a:cubicBezTo>
                  <a:lnTo>
                    <a:pt x="232523" y="281743"/>
                  </a:lnTo>
                  <a:lnTo>
                    <a:pt x="232523" y="173223"/>
                  </a:lnTo>
                  <a:lnTo>
                    <a:pt x="210987" y="206320"/>
                  </a:lnTo>
                  <a:cubicBezTo>
                    <a:pt x="203650" y="217570"/>
                    <a:pt x="191123" y="224347"/>
                    <a:pt x="177692" y="224332"/>
                  </a:cubicBezTo>
                  <a:lnTo>
                    <a:pt x="79393" y="224332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B4A9260A-9687-D34C-9680-09688B1AFFBE}"/>
                </a:ext>
              </a:extLst>
            </p:cNvPr>
            <p:cNvSpPr/>
            <p:nvPr/>
          </p:nvSpPr>
          <p:spPr>
            <a:xfrm>
              <a:off x="3496609" y="2684785"/>
              <a:ext cx="161443" cy="544539"/>
            </a:xfrm>
            <a:custGeom>
              <a:avLst/>
              <a:gdLst>
                <a:gd name="connsiteX0" fmla="*/ 39672 w 161443"/>
                <a:gd name="connsiteY0" fmla="*/ 544539 h 544539"/>
                <a:gd name="connsiteX1" fmla="*/ 0 w 161443"/>
                <a:gd name="connsiteY1" fmla="*/ 504818 h 544539"/>
                <a:gd name="connsiteX2" fmla="*/ 8708 w 161443"/>
                <a:gd name="connsiteY2" fmla="*/ 480032 h 544539"/>
                <a:gd name="connsiteX3" fmla="*/ 10693 w 161443"/>
                <a:gd name="connsiteY3" fmla="*/ 64261 h 544539"/>
                <a:gd name="connsiteX4" fmla="*/ 17392 w 161443"/>
                <a:gd name="connsiteY4" fmla="*/ 8487 h 544539"/>
                <a:gd name="connsiteX5" fmla="*/ 73166 w 161443"/>
                <a:gd name="connsiteY5" fmla="*/ 15186 h 544539"/>
                <a:gd name="connsiteX6" fmla="*/ 161441 w 161443"/>
                <a:gd name="connsiteY6" fmla="*/ 270831 h 544539"/>
                <a:gd name="connsiteX7" fmla="*/ 70685 w 161443"/>
                <a:gd name="connsiteY7" fmla="*/ 529653 h 544539"/>
                <a:gd name="connsiteX8" fmla="*/ 39672 w 161443"/>
                <a:gd name="connsiteY8" fmla="*/ 544539 h 54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443" h="544539">
                  <a:moveTo>
                    <a:pt x="39672" y="544539"/>
                  </a:moveTo>
                  <a:cubicBezTo>
                    <a:pt x="17749" y="544524"/>
                    <a:pt x="-15" y="526740"/>
                    <a:pt x="0" y="504818"/>
                  </a:cubicBezTo>
                  <a:cubicBezTo>
                    <a:pt x="5" y="495807"/>
                    <a:pt x="3076" y="487069"/>
                    <a:pt x="8708" y="480032"/>
                  </a:cubicBezTo>
                  <a:cubicBezTo>
                    <a:pt x="105737" y="358685"/>
                    <a:pt x="106561" y="186531"/>
                    <a:pt x="10693" y="64261"/>
                  </a:cubicBezTo>
                  <a:cubicBezTo>
                    <a:pt x="-2858" y="47009"/>
                    <a:pt x="139" y="22038"/>
                    <a:pt x="17392" y="8487"/>
                  </a:cubicBezTo>
                  <a:cubicBezTo>
                    <a:pt x="34645" y="-5065"/>
                    <a:pt x="59614" y="-2065"/>
                    <a:pt x="73166" y="15186"/>
                  </a:cubicBezTo>
                  <a:cubicBezTo>
                    <a:pt x="130632" y="87977"/>
                    <a:pt x="161749" y="178089"/>
                    <a:pt x="161441" y="270831"/>
                  </a:cubicBezTo>
                  <a:cubicBezTo>
                    <a:pt x="161367" y="364892"/>
                    <a:pt x="129371" y="456145"/>
                    <a:pt x="70685" y="529653"/>
                  </a:cubicBezTo>
                  <a:cubicBezTo>
                    <a:pt x="63147" y="539071"/>
                    <a:pt x="51735" y="544549"/>
                    <a:pt x="39672" y="54453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5380C3BF-5488-7D4A-94F8-0518B862AB0B}"/>
                </a:ext>
              </a:extLst>
            </p:cNvPr>
            <p:cNvSpPr/>
            <p:nvPr/>
          </p:nvSpPr>
          <p:spPr>
            <a:xfrm>
              <a:off x="3387195" y="2723459"/>
              <a:ext cx="146258" cy="458478"/>
            </a:xfrm>
            <a:custGeom>
              <a:avLst/>
              <a:gdLst>
                <a:gd name="connsiteX0" fmla="*/ 39672 w 146258"/>
                <a:gd name="connsiteY0" fmla="*/ 458477 h 458478"/>
                <a:gd name="connsiteX1" fmla="*/ 0 w 146258"/>
                <a:gd name="connsiteY1" fmla="*/ 418756 h 458478"/>
                <a:gd name="connsiteX2" fmla="*/ 8708 w 146258"/>
                <a:gd name="connsiteY2" fmla="*/ 393970 h 458478"/>
                <a:gd name="connsiteX3" fmla="*/ 10296 w 146258"/>
                <a:gd name="connsiteY3" fmla="*/ 64241 h 458478"/>
                <a:gd name="connsiteX4" fmla="*/ 16970 w 146258"/>
                <a:gd name="connsiteY4" fmla="*/ 8492 h 458478"/>
                <a:gd name="connsiteX5" fmla="*/ 72719 w 146258"/>
                <a:gd name="connsiteY5" fmla="*/ 15166 h 458478"/>
                <a:gd name="connsiteX6" fmla="*/ 146257 w 146258"/>
                <a:gd name="connsiteY6" fmla="*/ 228088 h 458478"/>
                <a:gd name="connsiteX7" fmla="*/ 70933 w 146258"/>
                <a:gd name="connsiteY7" fmla="*/ 443591 h 458478"/>
                <a:gd name="connsiteX8" fmla="*/ 39672 w 146258"/>
                <a:gd name="connsiteY8" fmla="*/ 458477 h 45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258" h="458478">
                  <a:moveTo>
                    <a:pt x="39672" y="458477"/>
                  </a:moveTo>
                  <a:cubicBezTo>
                    <a:pt x="17749" y="458462"/>
                    <a:pt x="-15" y="440678"/>
                    <a:pt x="0" y="418756"/>
                  </a:cubicBezTo>
                  <a:cubicBezTo>
                    <a:pt x="5" y="409745"/>
                    <a:pt x="3076" y="401007"/>
                    <a:pt x="8708" y="393970"/>
                  </a:cubicBezTo>
                  <a:cubicBezTo>
                    <a:pt x="85650" y="297731"/>
                    <a:pt x="86310" y="161216"/>
                    <a:pt x="10296" y="64241"/>
                  </a:cubicBezTo>
                  <a:cubicBezTo>
                    <a:pt x="-3255" y="47003"/>
                    <a:pt x="-268" y="22044"/>
                    <a:pt x="16970" y="8492"/>
                  </a:cubicBezTo>
                  <a:cubicBezTo>
                    <a:pt x="34209" y="-5059"/>
                    <a:pt x="59168" y="-2072"/>
                    <a:pt x="72719" y="15166"/>
                  </a:cubicBezTo>
                  <a:cubicBezTo>
                    <a:pt x="120588" y="75791"/>
                    <a:pt x="146510" y="150843"/>
                    <a:pt x="146257" y="228088"/>
                  </a:cubicBezTo>
                  <a:cubicBezTo>
                    <a:pt x="146257" y="306375"/>
                    <a:pt x="119700" y="382349"/>
                    <a:pt x="70933" y="443591"/>
                  </a:cubicBezTo>
                  <a:cubicBezTo>
                    <a:pt x="63341" y="453074"/>
                    <a:pt x="51819" y="458562"/>
                    <a:pt x="39672" y="4584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1" name="Picture Placeholder 51">
            <a:extLst>
              <a:ext uri="{FF2B5EF4-FFF2-40B4-BE49-F238E27FC236}">
                <a16:creationId xmlns:a16="http://schemas.microsoft.com/office/drawing/2014/main" id="{0945880E-917B-4D34-A7BC-295964BB8E42}"/>
              </a:ext>
            </a:extLst>
          </p:cNvPr>
          <p:cNvGrpSpPr>
            <a:grpSpLocks noChangeAspect="1"/>
          </p:cNvGrpSpPr>
          <p:nvPr/>
        </p:nvGrpSpPr>
        <p:grpSpPr>
          <a:xfrm>
            <a:off x="4145471" y="2541284"/>
            <a:ext cx="828648" cy="828566"/>
            <a:chOff x="4145471" y="2541284"/>
            <a:chExt cx="828648" cy="828566"/>
          </a:xfrm>
        </p:grpSpPr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4FD86496-B31F-214A-AF32-D953DDFF2E1B}"/>
                </a:ext>
              </a:extLst>
            </p:cNvPr>
            <p:cNvSpPr/>
            <p:nvPr/>
          </p:nvSpPr>
          <p:spPr>
            <a:xfrm>
              <a:off x="4145471" y="3018346"/>
              <a:ext cx="351405" cy="351504"/>
            </a:xfrm>
            <a:custGeom>
              <a:avLst/>
              <a:gdLst>
                <a:gd name="connsiteX0" fmla="*/ 39678 w 351405"/>
                <a:gd name="connsiteY0" fmla="*/ 351504 h 351504"/>
                <a:gd name="connsiteX1" fmla="*/ 0 w 351405"/>
                <a:gd name="connsiteY1" fmla="*/ 311788 h 351504"/>
                <a:gd name="connsiteX2" fmla="*/ 11593 w 351405"/>
                <a:gd name="connsiteY2" fmla="*/ 283772 h 351504"/>
                <a:gd name="connsiteX3" fmla="*/ 281381 w 351405"/>
                <a:gd name="connsiteY3" fmla="*/ 14084 h 351504"/>
                <a:gd name="connsiteX4" fmla="*/ 337322 w 351405"/>
                <a:gd name="connsiteY4" fmla="*/ 9370 h 351504"/>
                <a:gd name="connsiteX5" fmla="*/ 342036 w 351405"/>
                <a:gd name="connsiteY5" fmla="*/ 65312 h 351504"/>
                <a:gd name="connsiteX6" fmla="*/ 337403 w 351405"/>
                <a:gd name="connsiteY6" fmla="*/ 69957 h 351504"/>
                <a:gd name="connsiteX7" fmla="*/ 67764 w 351405"/>
                <a:gd name="connsiteY7" fmla="*/ 339744 h 351504"/>
                <a:gd name="connsiteX8" fmla="*/ 39678 w 351405"/>
                <a:gd name="connsiteY8" fmla="*/ 351504 h 35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405" h="351504">
                  <a:moveTo>
                    <a:pt x="39678" y="351504"/>
                  </a:moveTo>
                  <a:cubicBezTo>
                    <a:pt x="17754" y="351495"/>
                    <a:pt x="-10" y="333715"/>
                    <a:pt x="0" y="311788"/>
                  </a:cubicBezTo>
                  <a:cubicBezTo>
                    <a:pt x="5" y="301283"/>
                    <a:pt x="4174" y="291210"/>
                    <a:pt x="11593" y="283772"/>
                  </a:cubicBezTo>
                  <a:lnTo>
                    <a:pt x="281381" y="14084"/>
                  </a:lnTo>
                  <a:cubicBezTo>
                    <a:pt x="295527" y="-2666"/>
                    <a:pt x="320573" y="-4776"/>
                    <a:pt x="337322" y="9370"/>
                  </a:cubicBezTo>
                  <a:cubicBezTo>
                    <a:pt x="354071" y="23517"/>
                    <a:pt x="356182" y="48560"/>
                    <a:pt x="342036" y="65312"/>
                  </a:cubicBezTo>
                  <a:cubicBezTo>
                    <a:pt x="340622" y="66984"/>
                    <a:pt x="339072" y="68538"/>
                    <a:pt x="337403" y="69957"/>
                  </a:cubicBezTo>
                  <a:lnTo>
                    <a:pt x="67764" y="339744"/>
                  </a:lnTo>
                  <a:cubicBezTo>
                    <a:pt x="60337" y="347242"/>
                    <a:pt x="50231" y="351475"/>
                    <a:pt x="39678" y="3515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4962BAF-1A39-D04F-8016-6DDB4528A171}"/>
                </a:ext>
              </a:extLst>
            </p:cNvPr>
            <p:cNvSpPr/>
            <p:nvPr/>
          </p:nvSpPr>
          <p:spPr>
            <a:xfrm>
              <a:off x="4333118" y="2541284"/>
              <a:ext cx="641000" cy="641000"/>
            </a:xfrm>
            <a:custGeom>
              <a:avLst/>
              <a:gdLst>
                <a:gd name="connsiteX0" fmla="*/ 320550 w 641000"/>
                <a:gd name="connsiteY0" fmla="*/ 641000 h 641000"/>
                <a:gd name="connsiteX1" fmla="*/ 0 w 641000"/>
                <a:gd name="connsiteY1" fmla="*/ 320550 h 641000"/>
                <a:gd name="connsiteX2" fmla="*/ 320451 w 641000"/>
                <a:gd name="connsiteY2" fmla="*/ 0 h 641000"/>
                <a:gd name="connsiteX3" fmla="*/ 641001 w 641000"/>
                <a:gd name="connsiteY3" fmla="*/ 320450 h 641000"/>
                <a:gd name="connsiteX4" fmla="*/ 641001 w 641000"/>
                <a:gd name="connsiteY4" fmla="*/ 320500 h 641000"/>
                <a:gd name="connsiteX5" fmla="*/ 320550 w 641000"/>
                <a:gd name="connsiteY5" fmla="*/ 641000 h 641000"/>
                <a:gd name="connsiteX6" fmla="*/ 320550 w 641000"/>
                <a:gd name="connsiteY6" fmla="*/ 79443 h 641000"/>
                <a:gd name="connsiteX7" fmla="*/ 79393 w 641000"/>
                <a:gd name="connsiteY7" fmla="*/ 320500 h 641000"/>
                <a:gd name="connsiteX8" fmla="*/ 320451 w 641000"/>
                <a:gd name="connsiteY8" fmla="*/ 561657 h 641000"/>
                <a:gd name="connsiteX9" fmla="*/ 561608 w 641000"/>
                <a:gd name="connsiteY9" fmla="*/ 320599 h 641000"/>
                <a:gd name="connsiteX10" fmla="*/ 561608 w 641000"/>
                <a:gd name="connsiteY10" fmla="*/ 320500 h 641000"/>
                <a:gd name="connsiteX11" fmla="*/ 320550 w 641000"/>
                <a:gd name="connsiteY11" fmla="*/ 79294 h 6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1000" h="641000">
                  <a:moveTo>
                    <a:pt x="320550" y="641000"/>
                  </a:moveTo>
                  <a:cubicBezTo>
                    <a:pt x="143542" y="641030"/>
                    <a:pt x="27" y="497557"/>
                    <a:pt x="0" y="320550"/>
                  </a:cubicBezTo>
                  <a:cubicBezTo>
                    <a:pt x="-27" y="143542"/>
                    <a:pt x="143443" y="27"/>
                    <a:pt x="320451" y="0"/>
                  </a:cubicBezTo>
                  <a:cubicBezTo>
                    <a:pt x="497458" y="-27"/>
                    <a:pt x="640971" y="143443"/>
                    <a:pt x="641001" y="320450"/>
                  </a:cubicBezTo>
                  <a:cubicBezTo>
                    <a:pt x="641001" y="320467"/>
                    <a:pt x="641001" y="320484"/>
                    <a:pt x="641001" y="320500"/>
                  </a:cubicBezTo>
                  <a:cubicBezTo>
                    <a:pt x="640807" y="497408"/>
                    <a:pt x="497458" y="640782"/>
                    <a:pt x="320550" y="641000"/>
                  </a:cubicBezTo>
                  <a:close/>
                  <a:moveTo>
                    <a:pt x="320550" y="79443"/>
                  </a:moveTo>
                  <a:cubicBezTo>
                    <a:pt x="187390" y="79415"/>
                    <a:pt x="79420" y="187340"/>
                    <a:pt x="79393" y="320500"/>
                  </a:cubicBezTo>
                  <a:cubicBezTo>
                    <a:pt x="79366" y="453660"/>
                    <a:pt x="187291" y="561627"/>
                    <a:pt x="320451" y="561657"/>
                  </a:cubicBezTo>
                  <a:cubicBezTo>
                    <a:pt x="453613" y="561686"/>
                    <a:pt x="561578" y="453759"/>
                    <a:pt x="561608" y="320599"/>
                  </a:cubicBezTo>
                  <a:cubicBezTo>
                    <a:pt x="561608" y="320566"/>
                    <a:pt x="561608" y="320533"/>
                    <a:pt x="561608" y="320500"/>
                  </a:cubicBezTo>
                  <a:cubicBezTo>
                    <a:pt x="561523" y="187378"/>
                    <a:pt x="453673" y="79458"/>
                    <a:pt x="320550" y="792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353CB09-EDBF-7849-9352-26CB03F8B478}"/>
                </a:ext>
              </a:extLst>
            </p:cNvPr>
            <p:cNvSpPr/>
            <p:nvPr/>
          </p:nvSpPr>
          <p:spPr>
            <a:xfrm>
              <a:off x="4611441" y="2728503"/>
              <a:ext cx="79393" cy="266562"/>
            </a:xfrm>
            <a:custGeom>
              <a:avLst/>
              <a:gdLst>
                <a:gd name="connsiteX0" fmla="*/ 39697 w 79393"/>
                <a:gd name="connsiteY0" fmla="*/ 266562 h 266562"/>
                <a:gd name="connsiteX1" fmla="*/ 0 w 79393"/>
                <a:gd name="connsiteY1" fmla="*/ 226866 h 266562"/>
                <a:gd name="connsiteX2" fmla="*/ 0 w 79393"/>
                <a:gd name="connsiteY2" fmla="*/ 39697 h 266562"/>
                <a:gd name="connsiteX3" fmla="*/ 39697 w 79393"/>
                <a:gd name="connsiteY3" fmla="*/ 0 h 266562"/>
                <a:gd name="connsiteX4" fmla="*/ 79393 w 79393"/>
                <a:gd name="connsiteY4" fmla="*/ 39697 h 266562"/>
                <a:gd name="connsiteX5" fmla="*/ 79393 w 79393"/>
                <a:gd name="connsiteY5" fmla="*/ 226866 h 266562"/>
                <a:gd name="connsiteX6" fmla="*/ 39697 w 79393"/>
                <a:gd name="connsiteY6" fmla="*/ 266562 h 26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562">
                  <a:moveTo>
                    <a:pt x="39697" y="266562"/>
                  </a:moveTo>
                  <a:cubicBezTo>
                    <a:pt x="17774" y="266562"/>
                    <a:pt x="0" y="248790"/>
                    <a:pt x="0" y="22686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6866"/>
                  </a:lnTo>
                  <a:cubicBezTo>
                    <a:pt x="79393" y="248790"/>
                    <a:pt x="61619" y="266562"/>
                    <a:pt x="39697" y="2665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F1D3FA48-A546-0D40-9B79-EFA47EC74688}"/>
                </a:ext>
              </a:extLst>
            </p:cNvPr>
            <p:cNvSpPr/>
            <p:nvPr/>
          </p:nvSpPr>
          <p:spPr>
            <a:xfrm>
              <a:off x="4520338" y="2819557"/>
              <a:ext cx="266612" cy="79393"/>
            </a:xfrm>
            <a:custGeom>
              <a:avLst/>
              <a:gdLst>
                <a:gd name="connsiteX0" fmla="*/ 226916 w 266612"/>
                <a:gd name="connsiteY0" fmla="*/ 79393 h 79393"/>
                <a:gd name="connsiteX1" fmla="*/ 39697 w 266612"/>
                <a:gd name="connsiteY1" fmla="*/ 79393 h 79393"/>
                <a:gd name="connsiteX2" fmla="*/ 0 w 266612"/>
                <a:gd name="connsiteY2" fmla="*/ 39697 h 79393"/>
                <a:gd name="connsiteX3" fmla="*/ 39697 w 266612"/>
                <a:gd name="connsiteY3" fmla="*/ 0 h 79393"/>
                <a:gd name="connsiteX4" fmla="*/ 226916 w 266612"/>
                <a:gd name="connsiteY4" fmla="*/ 0 h 79393"/>
                <a:gd name="connsiteX5" fmla="*/ 266612 w 266612"/>
                <a:gd name="connsiteY5" fmla="*/ 39697 h 79393"/>
                <a:gd name="connsiteX6" fmla="*/ 226916 w 2666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612" h="79393">
                  <a:moveTo>
                    <a:pt x="22691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6916" y="0"/>
                  </a:lnTo>
                  <a:cubicBezTo>
                    <a:pt x="248838" y="0"/>
                    <a:pt x="266612" y="17773"/>
                    <a:pt x="266612" y="39697"/>
                  </a:cubicBezTo>
                  <a:cubicBezTo>
                    <a:pt x="266612" y="61620"/>
                    <a:pt x="248838" y="79393"/>
                    <a:pt x="22691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1" name="Picture Placeholder 53">
            <a:extLst>
              <a:ext uri="{FF2B5EF4-FFF2-40B4-BE49-F238E27FC236}">
                <a16:creationId xmlns:a16="http://schemas.microsoft.com/office/drawing/2014/main" id="{1283546C-5A20-4DA5-B96F-D5C840D4C7A9}"/>
              </a:ext>
            </a:extLst>
          </p:cNvPr>
          <p:cNvGrpSpPr>
            <a:grpSpLocks noChangeAspect="1"/>
          </p:cNvGrpSpPr>
          <p:nvPr/>
        </p:nvGrpSpPr>
        <p:grpSpPr>
          <a:xfrm>
            <a:off x="5466204" y="2543964"/>
            <a:ext cx="822346" cy="823058"/>
            <a:chOff x="5466204" y="2543964"/>
            <a:chExt cx="822346" cy="823058"/>
          </a:xfrm>
        </p:grpSpPr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4530A21-8BE6-8B40-8B06-8D926FC2649F}"/>
                </a:ext>
              </a:extLst>
            </p:cNvPr>
            <p:cNvSpPr/>
            <p:nvPr/>
          </p:nvSpPr>
          <p:spPr>
            <a:xfrm>
              <a:off x="5466204" y="3019655"/>
              <a:ext cx="347398" cy="347367"/>
            </a:xfrm>
            <a:custGeom>
              <a:avLst/>
              <a:gdLst>
                <a:gd name="connsiteX0" fmla="*/ 39530 w 347398"/>
                <a:gd name="connsiteY0" fmla="*/ 347367 h 347367"/>
                <a:gd name="connsiteX1" fmla="*/ 0 w 347398"/>
                <a:gd name="connsiteY1" fmla="*/ 307502 h 347367"/>
                <a:gd name="connsiteX2" fmla="*/ 11643 w 347398"/>
                <a:gd name="connsiteY2" fmla="*/ 279585 h 347367"/>
                <a:gd name="connsiteX3" fmla="*/ 279595 w 347398"/>
                <a:gd name="connsiteY3" fmla="*/ 11633 h 347367"/>
                <a:gd name="connsiteX4" fmla="*/ 335766 w 347398"/>
                <a:gd name="connsiteY4" fmla="*/ 11633 h 347367"/>
                <a:gd name="connsiteX5" fmla="*/ 335766 w 347398"/>
                <a:gd name="connsiteY5" fmla="*/ 67804 h 347367"/>
                <a:gd name="connsiteX6" fmla="*/ 67814 w 347398"/>
                <a:gd name="connsiteY6" fmla="*/ 335756 h 347367"/>
                <a:gd name="connsiteX7" fmla="*/ 39530 w 347398"/>
                <a:gd name="connsiteY7" fmla="*/ 347367 h 34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398" h="347367">
                  <a:moveTo>
                    <a:pt x="39530" y="347367"/>
                  </a:moveTo>
                  <a:cubicBezTo>
                    <a:pt x="17606" y="347272"/>
                    <a:pt x="-92" y="329429"/>
                    <a:pt x="0" y="307502"/>
                  </a:cubicBezTo>
                  <a:cubicBezTo>
                    <a:pt x="44" y="297027"/>
                    <a:pt x="4229" y="286988"/>
                    <a:pt x="11643" y="279585"/>
                  </a:cubicBezTo>
                  <a:lnTo>
                    <a:pt x="279595" y="11633"/>
                  </a:lnTo>
                  <a:cubicBezTo>
                    <a:pt x="295106" y="-3878"/>
                    <a:pt x="320255" y="-3878"/>
                    <a:pt x="335766" y="11633"/>
                  </a:cubicBezTo>
                  <a:cubicBezTo>
                    <a:pt x="351276" y="27145"/>
                    <a:pt x="351276" y="52292"/>
                    <a:pt x="335766" y="67804"/>
                  </a:cubicBezTo>
                  <a:lnTo>
                    <a:pt x="67814" y="335756"/>
                  </a:lnTo>
                  <a:cubicBezTo>
                    <a:pt x="60314" y="343248"/>
                    <a:pt x="50130" y="347426"/>
                    <a:pt x="39530" y="3473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69B6CB5-0109-524E-887C-526E138BDC24}"/>
                </a:ext>
              </a:extLst>
            </p:cNvPr>
            <p:cNvSpPr/>
            <p:nvPr/>
          </p:nvSpPr>
          <p:spPr>
            <a:xfrm>
              <a:off x="5651619" y="2543964"/>
              <a:ext cx="636931" cy="636931"/>
            </a:xfrm>
            <a:custGeom>
              <a:avLst/>
              <a:gdLst>
                <a:gd name="connsiteX0" fmla="*/ 318466 w 636931"/>
                <a:gd name="connsiteY0" fmla="*/ 636931 h 636931"/>
                <a:gd name="connsiteX1" fmla="*/ 0 w 636931"/>
                <a:gd name="connsiteY1" fmla="*/ 318466 h 636931"/>
                <a:gd name="connsiteX2" fmla="*/ 318466 w 636931"/>
                <a:gd name="connsiteY2" fmla="*/ 0 h 636931"/>
                <a:gd name="connsiteX3" fmla="*/ 636932 w 636931"/>
                <a:gd name="connsiteY3" fmla="*/ 318466 h 636931"/>
                <a:gd name="connsiteX4" fmla="*/ 636932 w 636931"/>
                <a:gd name="connsiteY4" fmla="*/ 318515 h 636931"/>
                <a:gd name="connsiteX5" fmla="*/ 318466 w 636931"/>
                <a:gd name="connsiteY5" fmla="*/ 636931 h 636931"/>
                <a:gd name="connsiteX6" fmla="*/ 318466 w 636931"/>
                <a:gd name="connsiteY6" fmla="*/ 79443 h 636931"/>
                <a:gd name="connsiteX7" fmla="*/ 79393 w 636931"/>
                <a:gd name="connsiteY7" fmla="*/ 318515 h 636931"/>
                <a:gd name="connsiteX8" fmla="*/ 318466 w 636931"/>
                <a:gd name="connsiteY8" fmla="*/ 557588 h 636931"/>
                <a:gd name="connsiteX9" fmla="*/ 557539 w 636931"/>
                <a:gd name="connsiteY9" fmla="*/ 318515 h 636931"/>
                <a:gd name="connsiteX10" fmla="*/ 318466 w 636931"/>
                <a:gd name="connsiteY10" fmla="*/ 79443 h 63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6931" h="636931">
                  <a:moveTo>
                    <a:pt x="318466" y="636931"/>
                  </a:moveTo>
                  <a:cubicBezTo>
                    <a:pt x="142582" y="636931"/>
                    <a:pt x="0" y="494351"/>
                    <a:pt x="0" y="318466"/>
                  </a:cubicBezTo>
                  <a:cubicBezTo>
                    <a:pt x="0" y="142582"/>
                    <a:pt x="142582" y="0"/>
                    <a:pt x="318466" y="0"/>
                  </a:cubicBezTo>
                  <a:cubicBezTo>
                    <a:pt x="494352" y="0"/>
                    <a:pt x="636932" y="142582"/>
                    <a:pt x="636932" y="318466"/>
                  </a:cubicBezTo>
                  <a:cubicBezTo>
                    <a:pt x="636932" y="318482"/>
                    <a:pt x="636932" y="318499"/>
                    <a:pt x="636932" y="318515"/>
                  </a:cubicBezTo>
                  <a:cubicBezTo>
                    <a:pt x="636738" y="494311"/>
                    <a:pt x="494262" y="636767"/>
                    <a:pt x="318466" y="636931"/>
                  </a:cubicBezTo>
                  <a:close/>
                  <a:moveTo>
                    <a:pt x="318466" y="79443"/>
                  </a:moveTo>
                  <a:cubicBezTo>
                    <a:pt x="186430" y="79443"/>
                    <a:pt x="79393" y="186479"/>
                    <a:pt x="79393" y="318515"/>
                  </a:cubicBezTo>
                  <a:cubicBezTo>
                    <a:pt x="79393" y="450551"/>
                    <a:pt x="186430" y="557588"/>
                    <a:pt x="318466" y="557588"/>
                  </a:cubicBezTo>
                  <a:cubicBezTo>
                    <a:pt x="450502" y="557588"/>
                    <a:pt x="557539" y="450551"/>
                    <a:pt x="557539" y="318515"/>
                  </a:cubicBezTo>
                  <a:cubicBezTo>
                    <a:pt x="557400" y="186536"/>
                    <a:pt x="450447" y="79580"/>
                    <a:pt x="318466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7" name="Picture Placeholder 55">
            <a:extLst>
              <a:ext uri="{FF2B5EF4-FFF2-40B4-BE49-F238E27FC236}">
                <a16:creationId xmlns:a16="http://schemas.microsoft.com/office/drawing/2014/main" id="{B1193C2D-6E88-4663-8B9D-2DB0C91A2519}"/>
              </a:ext>
            </a:extLst>
          </p:cNvPr>
          <p:cNvGrpSpPr>
            <a:grpSpLocks noChangeAspect="1"/>
          </p:cNvGrpSpPr>
          <p:nvPr/>
        </p:nvGrpSpPr>
        <p:grpSpPr>
          <a:xfrm>
            <a:off x="6779793" y="2540738"/>
            <a:ext cx="829987" cy="829509"/>
            <a:chOff x="6779793" y="2540738"/>
            <a:chExt cx="829987" cy="829509"/>
          </a:xfrm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F4A3E09B-8238-D74A-8777-10E3F1329AB8}"/>
                </a:ext>
              </a:extLst>
            </p:cNvPr>
            <p:cNvSpPr/>
            <p:nvPr/>
          </p:nvSpPr>
          <p:spPr>
            <a:xfrm>
              <a:off x="6779793" y="3020739"/>
              <a:ext cx="349663" cy="349507"/>
            </a:xfrm>
            <a:custGeom>
              <a:avLst/>
              <a:gdLst>
                <a:gd name="connsiteX0" fmla="*/ 39728 w 349663"/>
                <a:gd name="connsiteY0" fmla="*/ 349508 h 349507"/>
                <a:gd name="connsiteX1" fmla="*/ 0 w 349663"/>
                <a:gd name="connsiteY1" fmla="*/ 309841 h 349507"/>
                <a:gd name="connsiteX2" fmla="*/ 11642 w 349663"/>
                <a:gd name="connsiteY2" fmla="*/ 281726 h 349507"/>
                <a:gd name="connsiteX3" fmla="*/ 281827 w 349663"/>
                <a:gd name="connsiteY3" fmla="*/ 11690 h 349507"/>
                <a:gd name="connsiteX4" fmla="*/ 337973 w 349663"/>
                <a:gd name="connsiteY4" fmla="*/ 11566 h 349507"/>
                <a:gd name="connsiteX5" fmla="*/ 338097 w 349663"/>
                <a:gd name="connsiteY5" fmla="*/ 67712 h 349507"/>
                <a:gd name="connsiteX6" fmla="*/ 67813 w 349663"/>
                <a:gd name="connsiteY6" fmla="*/ 337897 h 349507"/>
                <a:gd name="connsiteX7" fmla="*/ 39728 w 349663"/>
                <a:gd name="connsiteY7" fmla="*/ 349508 h 34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9663" h="349507">
                  <a:moveTo>
                    <a:pt x="39728" y="349508"/>
                  </a:moveTo>
                  <a:cubicBezTo>
                    <a:pt x="17804" y="349523"/>
                    <a:pt x="17" y="331769"/>
                    <a:pt x="0" y="309841"/>
                  </a:cubicBezTo>
                  <a:cubicBezTo>
                    <a:pt x="-8" y="299297"/>
                    <a:pt x="4181" y="289179"/>
                    <a:pt x="11642" y="281726"/>
                  </a:cubicBezTo>
                  <a:lnTo>
                    <a:pt x="281827" y="11690"/>
                  </a:lnTo>
                  <a:cubicBezTo>
                    <a:pt x="297297" y="-3848"/>
                    <a:pt x="322435" y="-3904"/>
                    <a:pt x="337973" y="11566"/>
                  </a:cubicBezTo>
                  <a:cubicBezTo>
                    <a:pt x="353512" y="27038"/>
                    <a:pt x="353567" y="52176"/>
                    <a:pt x="338097" y="67712"/>
                  </a:cubicBezTo>
                  <a:lnTo>
                    <a:pt x="67813" y="337897"/>
                  </a:lnTo>
                  <a:cubicBezTo>
                    <a:pt x="60362" y="345340"/>
                    <a:pt x="50259" y="349518"/>
                    <a:pt x="39728" y="3495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D01F8031-CC0D-B848-83CE-E20BB97B0ECA}"/>
                </a:ext>
              </a:extLst>
            </p:cNvPr>
            <p:cNvSpPr/>
            <p:nvPr/>
          </p:nvSpPr>
          <p:spPr>
            <a:xfrm>
              <a:off x="6967986" y="2540738"/>
              <a:ext cx="641794" cy="641793"/>
            </a:xfrm>
            <a:custGeom>
              <a:avLst/>
              <a:gdLst>
                <a:gd name="connsiteX0" fmla="*/ 320897 w 641794"/>
                <a:gd name="connsiteY0" fmla="*/ 641794 h 641793"/>
                <a:gd name="connsiteX1" fmla="*/ 0 w 641794"/>
                <a:gd name="connsiteY1" fmla="*/ 320897 h 641793"/>
                <a:gd name="connsiteX2" fmla="*/ 320897 w 641794"/>
                <a:gd name="connsiteY2" fmla="*/ 0 h 641793"/>
                <a:gd name="connsiteX3" fmla="*/ 641795 w 641794"/>
                <a:gd name="connsiteY3" fmla="*/ 320897 h 641793"/>
                <a:gd name="connsiteX4" fmla="*/ 641795 w 641794"/>
                <a:gd name="connsiteY4" fmla="*/ 320947 h 641793"/>
                <a:gd name="connsiteX5" fmla="*/ 320897 w 641794"/>
                <a:gd name="connsiteY5" fmla="*/ 641794 h 641793"/>
                <a:gd name="connsiteX6" fmla="*/ 320897 w 641794"/>
                <a:gd name="connsiteY6" fmla="*/ 79443 h 641793"/>
                <a:gd name="connsiteX7" fmla="*/ 79393 w 641794"/>
                <a:gd name="connsiteY7" fmla="*/ 320947 h 641793"/>
                <a:gd name="connsiteX8" fmla="*/ 320897 w 641794"/>
                <a:gd name="connsiteY8" fmla="*/ 562451 h 641793"/>
                <a:gd name="connsiteX9" fmla="*/ 562402 w 641794"/>
                <a:gd name="connsiteY9" fmla="*/ 320947 h 641793"/>
                <a:gd name="connsiteX10" fmla="*/ 320897 w 641794"/>
                <a:gd name="connsiteY10" fmla="*/ 79443 h 64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1794" h="641793">
                  <a:moveTo>
                    <a:pt x="320897" y="641794"/>
                  </a:moveTo>
                  <a:cubicBezTo>
                    <a:pt x="143670" y="641794"/>
                    <a:pt x="0" y="498122"/>
                    <a:pt x="0" y="320897"/>
                  </a:cubicBezTo>
                  <a:cubicBezTo>
                    <a:pt x="0" y="143670"/>
                    <a:pt x="143670" y="0"/>
                    <a:pt x="320897" y="0"/>
                  </a:cubicBezTo>
                  <a:cubicBezTo>
                    <a:pt x="498123" y="0"/>
                    <a:pt x="641795" y="143671"/>
                    <a:pt x="641795" y="320897"/>
                  </a:cubicBezTo>
                  <a:cubicBezTo>
                    <a:pt x="641795" y="320913"/>
                    <a:pt x="641795" y="320930"/>
                    <a:pt x="641795" y="320947"/>
                  </a:cubicBezTo>
                  <a:cubicBezTo>
                    <a:pt x="641576" y="498073"/>
                    <a:pt x="498024" y="641600"/>
                    <a:pt x="320897" y="641794"/>
                  </a:cubicBezTo>
                  <a:close/>
                  <a:moveTo>
                    <a:pt x="320897" y="79443"/>
                  </a:moveTo>
                  <a:cubicBezTo>
                    <a:pt x="187518" y="79443"/>
                    <a:pt x="79393" y="187568"/>
                    <a:pt x="79393" y="320947"/>
                  </a:cubicBezTo>
                  <a:cubicBezTo>
                    <a:pt x="79393" y="454326"/>
                    <a:pt x="187518" y="562451"/>
                    <a:pt x="320897" y="562451"/>
                  </a:cubicBezTo>
                  <a:cubicBezTo>
                    <a:pt x="454278" y="562451"/>
                    <a:pt x="562402" y="454326"/>
                    <a:pt x="562402" y="320947"/>
                  </a:cubicBezTo>
                  <a:cubicBezTo>
                    <a:pt x="562263" y="187624"/>
                    <a:pt x="454218" y="79580"/>
                    <a:pt x="320897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273A2DE-636D-4D4E-8EAA-501DDAA32ED7}"/>
                </a:ext>
              </a:extLst>
            </p:cNvPr>
            <p:cNvSpPr/>
            <p:nvPr/>
          </p:nvSpPr>
          <p:spPr>
            <a:xfrm>
              <a:off x="7155502" y="2819458"/>
              <a:ext cx="266810" cy="79393"/>
            </a:xfrm>
            <a:custGeom>
              <a:avLst/>
              <a:gdLst>
                <a:gd name="connsiteX0" fmla="*/ 227114 w 266810"/>
                <a:gd name="connsiteY0" fmla="*/ 79393 h 79393"/>
                <a:gd name="connsiteX1" fmla="*/ 39697 w 266810"/>
                <a:gd name="connsiteY1" fmla="*/ 79393 h 79393"/>
                <a:gd name="connsiteX2" fmla="*/ 0 w 266810"/>
                <a:gd name="connsiteY2" fmla="*/ 39697 h 79393"/>
                <a:gd name="connsiteX3" fmla="*/ 39697 w 266810"/>
                <a:gd name="connsiteY3" fmla="*/ 0 h 79393"/>
                <a:gd name="connsiteX4" fmla="*/ 227114 w 266810"/>
                <a:gd name="connsiteY4" fmla="*/ 0 h 79393"/>
                <a:gd name="connsiteX5" fmla="*/ 266811 w 266810"/>
                <a:gd name="connsiteY5" fmla="*/ 39697 h 79393"/>
                <a:gd name="connsiteX6" fmla="*/ 227114 w 2668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10" h="79393">
                  <a:moveTo>
                    <a:pt x="2271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114" y="0"/>
                  </a:lnTo>
                  <a:cubicBezTo>
                    <a:pt x="249037" y="0"/>
                    <a:pt x="266811" y="17773"/>
                    <a:pt x="266811" y="39697"/>
                  </a:cubicBezTo>
                  <a:cubicBezTo>
                    <a:pt x="266811" y="61620"/>
                    <a:pt x="249037" y="79393"/>
                    <a:pt x="22711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3" name="Picture Placeholder 57">
            <a:extLst>
              <a:ext uri="{FF2B5EF4-FFF2-40B4-BE49-F238E27FC236}">
                <a16:creationId xmlns:a16="http://schemas.microsoft.com/office/drawing/2014/main" id="{1DC300D3-F006-42AE-B9F7-A543FA601AF7}"/>
              </a:ext>
            </a:extLst>
          </p:cNvPr>
          <p:cNvGrpSpPr>
            <a:grpSpLocks noChangeAspect="1"/>
          </p:cNvGrpSpPr>
          <p:nvPr/>
        </p:nvGrpSpPr>
        <p:grpSpPr>
          <a:xfrm>
            <a:off x="8095465" y="2538456"/>
            <a:ext cx="833858" cy="833726"/>
            <a:chOff x="8095465" y="2538456"/>
            <a:chExt cx="833858" cy="833726"/>
          </a:xfrm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29109DA-23B3-7E4B-8B9E-743CDC0D5980}"/>
                </a:ext>
              </a:extLst>
            </p:cNvPr>
            <p:cNvSpPr/>
            <p:nvPr/>
          </p:nvSpPr>
          <p:spPr>
            <a:xfrm>
              <a:off x="8095465" y="3021236"/>
              <a:ext cx="351003" cy="350946"/>
            </a:xfrm>
            <a:custGeom>
              <a:avLst/>
              <a:gdLst>
                <a:gd name="connsiteX0" fmla="*/ 39728 w 351003"/>
                <a:gd name="connsiteY0" fmla="*/ 350947 h 350946"/>
                <a:gd name="connsiteX1" fmla="*/ 0 w 351003"/>
                <a:gd name="connsiteY1" fmla="*/ 311280 h 350946"/>
                <a:gd name="connsiteX2" fmla="*/ 11642 w 351003"/>
                <a:gd name="connsiteY2" fmla="*/ 283165 h 350946"/>
                <a:gd name="connsiteX3" fmla="*/ 283217 w 351003"/>
                <a:gd name="connsiteY3" fmla="*/ 11641 h 350946"/>
                <a:gd name="connsiteX4" fmla="*/ 339363 w 351003"/>
                <a:gd name="connsiteY4" fmla="*/ 11616 h 350946"/>
                <a:gd name="connsiteX5" fmla="*/ 339387 w 351003"/>
                <a:gd name="connsiteY5" fmla="*/ 67762 h 350946"/>
                <a:gd name="connsiteX6" fmla="*/ 67813 w 351003"/>
                <a:gd name="connsiteY6" fmla="*/ 339336 h 350946"/>
                <a:gd name="connsiteX7" fmla="*/ 39728 w 351003"/>
                <a:gd name="connsiteY7" fmla="*/ 350947 h 35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003" h="350946">
                  <a:moveTo>
                    <a:pt x="39728" y="350947"/>
                  </a:moveTo>
                  <a:cubicBezTo>
                    <a:pt x="17804" y="350962"/>
                    <a:pt x="17" y="333207"/>
                    <a:pt x="0" y="311280"/>
                  </a:cubicBezTo>
                  <a:cubicBezTo>
                    <a:pt x="-8" y="300736"/>
                    <a:pt x="4181" y="290618"/>
                    <a:pt x="11642" y="283165"/>
                  </a:cubicBezTo>
                  <a:lnTo>
                    <a:pt x="283217" y="11641"/>
                  </a:lnTo>
                  <a:cubicBezTo>
                    <a:pt x="298714" y="-3870"/>
                    <a:pt x="323852" y="-3882"/>
                    <a:pt x="339363" y="11616"/>
                  </a:cubicBezTo>
                  <a:cubicBezTo>
                    <a:pt x="354874" y="27112"/>
                    <a:pt x="354885" y="52250"/>
                    <a:pt x="339387" y="67762"/>
                  </a:cubicBezTo>
                  <a:lnTo>
                    <a:pt x="67813" y="339336"/>
                  </a:lnTo>
                  <a:cubicBezTo>
                    <a:pt x="60362" y="346779"/>
                    <a:pt x="50259" y="350957"/>
                    <a:pt x="39728" y="3509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F287DC0F-0D3A-AA41-8349-E0D8D82E8AD1}"/>
                </a:ext>
              </a:extLst>
            </p:cNvPr>
            <p:cNvSpPr/>
            <p:nvPr/>
          </p:nvSpPr>
          <p:spPr>
            <a:xfrm>
              <a:off x="8284253" y="2538456"/>
              <a:ext cx="645069" cy="645068"/>
            </a:xfrm>
            <a:custGeom>
              <a:avLst/>
              <a:gdLst>
                <a:gd name="connsiteX0" fmla="*/ 322535 w 645069"/>
                <a:gd name="connsiteY0" fmla="*/ 645069 h 645068"/>
                <a:gd name="connsiteX1" fmla="*/ 0 w 645069"/>
                <a:gd name="connsiteY1" fmla="*/ 322534 h 645068"/>
                <a:gd name="connsiteX2" fmla="*/ 322535 w 645069"/>
                <a:gd name="connsiteY2" fmla="*/ 0 h 645068"/>
                <a:gd name="connsiteX3" fmla="*/ 645070 w 645069"/>
                <a:gd name="connsiteY3" fmla="*/ 322534 h 645068"/>
                <a:gd name="connsiteX4" fmla="*/ 322535 w 645069"/>
                <a:gd name="connsiteY4" fmla="*/ 645069 h 645068"/>
                <a:gd name="connsiteX5" fmla="*/ 322535 w 645069"/>
                <a:gd name="connsiteY5" fmla="*/ 79790 h 645068"/>
                <a:gd name="connsiteX6" fmla="*/ 79393 w 645069"/>
                <a:gd name="connsiteY6" fmla="*/ 322931 h 645068"/>
                <a:gd name="connsiteX7" fmla="*/ 322535 w 645069"/>
                <a:gd name="connsiteY7" fmla="*/ 566073 h 645068"/>
                <a:gd name="connsiteX8" fmla="*/ 565676 w 645069"/>
                <a:gd name="connsiteY8" fmla="*/ 322931 h 645068"/>
                <a:gd name="connsiteX9" fmla="*/ 322535 w 645069"/>
                <a:gd name="connsiteY9" fmla="*/ 79790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69" h="645068">
                  <a:moveTo>
                    <a:pt x="322535" y="645069"/>
                  </a:moveTo>
                  <a:cubicBezTo>
                    <a:pt x="144404" y="645069"/>
                    <a:pt x="0" y="500668"/>
                    <a:pt x="0" y="322534"/>
                  </a:cubicBezTo>
                  <a:cubicBezTo>
                    <a:pt x="0" y="144404"/>
                    <a:pt x="144404" y="0"/>
                    <a:pt x="322535" y="0"/>
                  </a:cubicBezTo>
                  <a:cubicBezTo>
                    <a:pt x="500668" y="0"/>
                    <a:pt x="645070" y="144404"/>
                    <a:pt x="645070" y="322534"/>
                  </a:cubicBezTo>
                  <a:cubicBezTo>
                    <a:pt x="645070" y="500668"/>
                    <a:pt x="500668" y="645069"/>
                    <a:pt x="322535" y="645069"/>
                  </a:cubicBezTo>
                  <a:close/>
                  <a:moveTo>
                    <a:pt x="322535" y="79790"/>
                  </a:moveTo>
                  <a:cubicBezTo>
                    <a:pt x="188252" y="79790"/>
                    <a:pt x="79393" y="188648"/>
                    <a:pt x="79393" y="322931"/>
                  </a:cubicBezTo>
                  <a:cubicBezTo>
                    <a:pt x="79393" y="457214"/>
                    <a:pt x="188252" y="566073"/>
                    <a:pt x="322535" y="566073"/>
                  </a:cubicBezTo>
                  <a:cubicBezTo>
                    <a:pt x="456819" y="566073"/>
                    <a:pt x="565676" y="457214"/>
                    <a:pt x="565676" y="322931"/>
                  </a:cubicBezTo>
                  <a:cubicBezTo>
                    <a:pt x="565676" y="188648"/>
                    <a:pt x="456819" y="79790"/>
                    <a:pt x="322535" y="797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E53D4E3-B247-ED4F-BE77-19043AB72E83}"/>
                </a:ext>
              </a:extLst>
            </p:cNvPr>
            <p:cNvSpPr/>
            <p:nvPr/>
          </p:nvSpPr>
          <p:spPr>
            <a:xfrm>
              <a:off x="8511218" y="2671687"/>
              <a:ext cx="194215" cy="194215"/>
            </a:xfrm>
            <a:custGeom>
              <a:avLst/>
              <a:gdLst>
                <a:gd name="connsiteX0" fmla="*/ 97108 w 194215"/>
                <a:gd name="connsiteY0" fmla="*/ 194215 h 194215"/>
                <a:gd name="connsiteX1" fmla="*/ 0 w 194215"/>
                <a:gd name="connsiteY1" fmla="*/ 97108 h 194215"/>
                <a:gd name="connsiteX2" fmla="*/ 97108 w 194215"/>
                <a:gd name="connsiteY2" fmla="*/ 0 h 194215"/>
                <a:gd name="connsiteX3" fmla="*/ 194216 w 194215"/>
                <a:gd name="connsiteY3" fmla="*/ 97108 h 194215"/>
                <a:gd name="connsiteX4" fmla="*/ 97108 w 194215"/>
                <a:gd name="connsiteY4" fmla="*/ 194215 h 194215"/>
                <a:gd name="connsiteX5" fmla="*/ 97108 w 194215"/>
                <a:gd name="connsiteY5" fmla="*/ 79393 h 194215"/>
                <a:gd name="connsiteX6" fmla="*/ 79393 w 194215"/>
                <a:gd name="connsiteY6" fmla="*/ 97108 h 194215"/>
                <a:gd name="connsiteX7" fmla="*/ 97108 w 194215"/>
                <a:gd name="connsiteY7" fmla="*/ 114822 h 194215"/>
                <a:gd name="connsiteX8" fmla="*/ 114822 w 194215"/>
                <a:gd name="connsiteY8" fmla="*/ 97108 h 194215"/>
                <a:gd name="connsiteX9" fmla="*/ 97108 w 194215"/>
                <a:gd name="connsiteY9" fmla="*/ 79393 h 19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215" h="194215">
                  <a:moveTo>
                    <a:pt x="97108" y="194215"/>
                  </a:moveTo>
                  <a:cubicBezTo>
                    <a:pt x="43477" y="194215"/>
                    <a:pt x="0" y="150739"/>
                    <a:pt x="0" y="97108"/>
                  </a:cubicBezTo>
                  <a:cubicBezTo>
                    <a:pt x="0" y="43477"/>
                    <a:pt x="43477" y="0"/>
                    <a:pt x="97108" y="0"/>
                  </a:cubicBezTo>
                  <a:cubicBezTo>
                    <a:pt x="150738" y="0"/>
                    <a:pt x="194216" y="43477"/>
                    <a:pt x="194216" y="97108"/>
                  </a:cubicBezTo>
                  <a:cubicBezTo>
                    <a:pt x="194161" y="150716"/>
                    <a:pt x="150718" y="194161"/>
                    <a:pt x="97108" y="194215"/>
                  </a:cubicBezTo>
                  <a:close/>
                  <a:moveTo>
                    <a:pt x="97108" y="79393"/>
                  </a:moveTo>
                  <a:cubicBezTo>
                    <a:pt x="87323" y="79393"/>
                    <a:pt x="79393" y="87324"/>
                    <a:pt x="79393" y="97108"/>
                  </a:cubicBezTo>
                  <a:cubicBezTo>
                    <a:pt x="79393" y="106891"/>
                    <a:pt x="87323" y="114822"/>
                    <a:pt x="97108" y="114822"/>
                  </a:cubicBezTo>
                  <a:cubicBezTo>
                    <a:pt x="106893" y="114822"/>
                    <a:pt x="114822" y="106891"/>
                    <a:pt x="114822" y="97108"/>
                  </a:cubicBezTo>
                  <a:cubicBezTo>
                    <a:pt x="114822" y="87324"/>
                    <a:pt x="106893" y="79393"/>
                    <a:pt x="971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EEBC106-1617-764D-914D-9AC5DAD4DDB9}"/>
                </a:ext>
              </a:extLst>
            </p:cNvPr>
            <p:cNvSpPr/>
            <p:nvPr/>
          </p:nvSpPr>
          <p:spPr>
            <a:xfrm>
              <a:off x="8474400" y="2833103"/>
              <a:ext cx="267952" cy="205628"/>
            </a:xfrm>
            <a:custGeom>
              <a:avLst/>
              <a:gdLst>
                <a:gd name="connsiteX0" fmla="*/ 228255 w 267952"/>
                <a:gd name="connsiteY0" fmla="*/ 205628 h 205628"/>
                <a:gd name="connsiteX1" fmla="*/ 188559 w 267952"/>
                <a:gd name="connsiteY1" fmla="*/ 165932 h 205628"/>
                <a:gd name="connsiteX2" fmla="*/ 188559 w 267952"/>
                <a:gd name="connsiteY2" fmla="*/ 133976 h 205628"/>
                <a:gd name="connsiteX3" fmla="*/ 133976 w 267952"/>
                <a:gd name="connsiteY3" fmla="*/ 79393 h 205628"/>
                <a:gd name="connsiteX4" fmla="*/ 79393 w 267952"/>
                <a:gd name="connsiteY4" fmla="*/ 133976 h 205628"/>
                <a:gd name="connsiteX5" fmla="*/ 79393 w 267952"/>
                <a:gd name="connsiteY5" fmla="*/ 165932 h 205628"/>
                <a:gd name="connsiteX6" fmla="*/ 39697 w 267952"/>
                <a:gd name="connsiteY6" fmla="*/ 205628 h 205628"/>
                <a:gd name="connsiteX7" fmla="*/ 0 w 267952"/>
                <a:gd name="connsiteY7" fmla="*/ 165932 h 205628"/>
                <a:gd name="connsiteX8" fmla="*/ 0 w 267952"/>
                <a:gd name="connsiteY8" fmla="*/ 133976 h 205628"/>
                <a:gd name="connsiteX9" fmla="*/ 133976 w 267952"/>
                <a:gd name="connsiteY9" fmla="*/ 0 h 205628"/>
                <a:gd name="connsiteX10" fmla="*/ 267952 w 267952"/>
                <a:gd name="connsiteY10" fmla="*/ 133976 h 205628"/>
                <a:gd name="connsiteX11" fmla="*/ 267952 w 267952"/>
                <a:gd name="connsiteY11" fmla="*/ 165932 h 205628"/>
                <a:gd name="connsiteX12" fmla="*/ 228255 w 267952"/>
                <a:gd name="connsiteY12" fmla="*/ 205628 h 20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205628">
                  <a:moveTo>
                    <a:pt x="228255" y="205628"/>
                  </a:moveTo>
                  <a:cubicBezTo>
                    <a:pt x="206333" y="205628"/>
                    <a:pt x="188559" y="187854"/>
                    <a:pt x="188559" y="165932"/>
                  </a:cubicBezTo>
                  <a:lnTo>
                    <a:pt x="188559" y="133976"/>
                  </a:lnTo>
                  <a:cubicBezTo>
                    <a:pt x="188559" y="103831"/>
                    <a:pt x="164121" y="79393"/>
                    <a:pt x="133976" y="79393"/>
                  </a:cubicBezTo>
                  <a:cubicBezTo>
                    <a:pt x="103831" y="79393"/>
                    <a:pt x="79393" y="103831"/>
                    <a:pt x="79393" y="133976"/>
                  </a:cubicBezTo>
                  <a:lnTo>
                    <a:pt x="79393" y="165932"/>
                  </a:lnTo>
                  <a:cubicBezTo>
                    <a:pt x="79393" y="187854"/>
                    <a:pt x="61621" y="205628"/>
                    <a:pt x="39697" y="205628"/>
                  </a:cubicBezTo>
                  <a:cubicBezTo>
                    <a:pt x="17773" y="205628"/>
                    <a:pt x="0" y="187854"/>
                    <a:pt x="0" y="165932"/>
                  </a:cubicBezTo>
                  <a:lnTo>
                    <a:pt x="0" y="133976"/>
                  </a:lnTo>
                  <a:cubicBezTo>
                    <a:pt x="0" y="59983"/>
                    <a:pt x="59983" y="0"/>
                    <a:pt x="133976" y="0"/>
                  </a:cubicBezTo>
                  <a:cubicBezTo>
                    <a:pt x="207970" y="0"/>
                    <a:pt x="267952" y="59983"/>
                    <a:pt x="267952" y="133976"/>
                  </a:cubicBezTo>
                  <a:lnTo>
                    <a:pt x="267952" y="165932"/>
                  </a:lnTo>
                  <a:cubicBezTo>
                    <a:pt x="267952" y="187854"/>
                    <a:pt x="250178" y="205628"/>
                    <a:pt x="228255" y="2056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1" name="Picture Placeholder 59">
            <a:extLst>
              <a:ext uri="{FF2B5EF4-FFF2-40B4-BE49-F238E27FC236}">
                <a16:creationId xmlns:a16="http://schemas.microsoft.com/office/drawing/2014/main" id="{582F6E5D-3215-42A2-B392-948A9C921111}"/>
              </a:ext>
            </a:extLst>
          </p:cNvPr>
          <p:cNvGrpSpPr>
            <a:grpSpLocks noChangeAspect="1"/>
          </p:cNvGrpSpPr>
          <p:nvPr/>
        </p:nvGrpSpPr>
        <p:grpSpPr>
          <a:xfrm>
            <a:off x="9415782" y="2540218"/>
            <a:ext cx="828368" cy="829979"/>
            <a:chOff x="9415782" y="2540218"/>
            <a:chExt cx="828368" cy="829979"/>
          </a:xfrm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2FD1620-C641-354C-99BC-70945DD8AA3D}"/>
                </a:ext>
              </a:extLst>
            </p:cNvPr>
            <p:cNvSpPr/>
            <p:nvPr/>
          </p:nvSpPr>
          <p:spPr>
            <a:xfrm>
              <a:off x="9415782" y="2541483"/>
              <a:ext cx="828368" cy="828367"/>
            </a:xfrm>
            <a:custGeom>
              <a:avLst/>
              <a:gdLst>
                <a:gd name="connsiteX0" fmla="*/ 414035 w 828368"/>
                <a:gd name="connsiteY0" fmla="*/ 828368 h 828367"/>
                <a:gd name="connsiteX1" fmla="*/ 0 w 828368"/>
                <a:gd name="connsiteY1" fmla="*/ 414035 h 828367"/>
                <a:gd name="connsiteX2" fmla="*/ 414333 w 828368"/>
                <a:gd name="connsiteY2" fmla="*/ 0 h 828367"/>
                <a:gd name="connsiteX3" fmla="*/ 828369 w 828368"/>
                <a:gd name="connsiteY3" fmla="*/ 414035 h 828367"/>
                <a:gd name="connsiteX4" fmla="*/ 414035 w 828368"/>
                <a:gd name="connsiteY4" fmla="*/ 828368 h 828367"/>
                <a:gd name="connsiteX5" fmla="*/ 414035 w 828368"/>
                <a:gd name="connsiteY5" fmla="*/ 79095 h 828367"/>
                <a:gd name="connsiteX6" fmla="*/ 79393 w 828368"/>
                <a:gd name="connsiteY6" fmla="*/ 414035 h 828367"/>
                <a:gd name="connsiteX7" fmla="*/ 414333 w 828368"/>
                <a:gd name="connsiteY7" fmla="*/ 748677 h 828367"/>
                <a:gd name="connsiteX8" fmla="*/ 748976 w 828368"/>
                <a:gd name="connsiteY8" fmla="*/ 414035 h 828367"/>
                <a:gd name="connsiteX9" fmla="*/ 4140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035" y="828368"/>
                  </a:moveTo>
                  <a:cubicBezTo>
                    <a:pt x="185288" y="828283"/>
                    <a:pt x="-82" y="642781"/>
                    <a:pt x="0" y="414035"/>
                  </a:cubicBezTo>
                  <a:cubicBezTo>
                    <a:pt x="82" y="185288"/>
                    <a:pt x="185586" y="-82"/>
                    <a:pt x="414333" y="0"/>
                  </a:cubicBezTo>
                  <a:cubicBezTo>
                    <a:pt x="642966" y="82"/>
                    <a:pt x="828284" y="185404"/>
                    <a:pt x="828369" y="414035"/>
                  </a:cubicBezTo>
                  <a:cubicBezTo>
                    <a:pt x="828205" y="642796"/>
                    <a:pt x="642797" y="828204"/>
                    <a:pt x="414035" y="828368"/>
                  </a:cubicBezTo>
                  <a:close/>
                  <a:moveTo>
                    <a:pt x="414035" y="79095"/>
                  </a:moveTo>
                  <a:cubicBezTo>
                    <a:pt x="229136" y="79178"/>
                    <a:pt x="79311" y="229135"/>
                    <a:pt x="79393" y="414035"/>
                  </a:cubicBezTo>
                  <a:cubicBezTo>
                    <a:pt x="79476" y="598937"/>
                    <a:pt x="229433" y="748761"/>
                    <a:pt x="414333" y="748677"/>
                  </a:cubicBezTo>
                  <a:cubicBezTo>
                    <a:pt x="599116" y="748593"/>
                    <a:pt x="748891" y="598817"/>
                    <a:pt x="748976" y="414035"/>
                  </a:cubicBezTo>
                  <a:cubicBezTo>
                    <a:pt x="748837" y="229110"/>
                    <a:pt x="598962" y="79232"/>
                    <a:pt x="414035" y="790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1DB49863-174A-D74F-9BB5-C94DE27718BC}"/>
                </a:ext>
              </a:extLst>
            </p:cNvPr>
            <p:cNvSpPr/>
            <p:nvPr/>
          </p:nvSpPr>
          <p:spPr>
            <a:xfrm>
              <a:off x="9694557" y="2540218"/>
              <a:ext cx="266750" cy="829979"/>
            </a:xfrm>
            <a:custGeom>
              <a:avLst/>
              <a:gdLst>
                <a:gd name="connsiteX0" fmla="*/ 133474 w 266750"/>
                <a:gd name="connsiteY0" fmla="*/ 829979 h 829979"/>
                <a:gd name="connsiteX1" fmla="*/ 123550 w 266750"/>
                <a:gd name="connsiteY1" fmla="*/ 828789 h 829979"/>
                <a:gd name="connsiteX2" fmla="*/ 94670 w 266750"/>
                <a:gd name="connsiteY2" fmla="*/ 780656 h 829979"/>
                <a:gd name="connsiteX3" fmla="*/ 176346 w 266750"/>
                <a:gd name="connsiteY3" fmla="*/ 454996 h 829979"/>
                <a:gd name="connsiteX4" fmla="*/ 39691 w 266750"/>
                <a:gd name="connsiteY4" fmla="*/ 454996 h 829979"/>
                <a:gd name="connsiteX5" fmla="*/ 0 w 266750"/>
                <a:gd name="connsiteY5" fmla="*/ 415293 h 829979"/>
                <a:gd name="connsiteX6" fmla="*/ 1185 w 266750"/>
                <a:gd name="connsiteY6" fmla="*/ 405673 h 829979"/>
                <a:gd name="connsiteX7" fmla="*/ 94919 w 266750"/>
                <a:gd name="connsiteY7" fmla="*/ 30739 h 829979"/>
                <a:gd name="connsiteX8" fmla="*/ 142555 w 266750"/>
                <a:gd name="connsiteY8" fmla="*/ 1035 h 829979"/>
                <a:gd name="connsiteX9" fmla="*/ 172260 w 266750"/>
                <a:gd name="connsiteY9" fmla="*/ 48672 h 829979"/>
                <a:gd name="connsiteX10" fmla="*/ 171930 w 266750"/>
                <a:gd name="connsiteY10" fmla="*/ 49992 h 829979"/>
                <a:gd name="connsiteX11" fmla="*/ 90552 w 266750"/>
                <a:gd name="connsiteY11" fmla="*/ 375603 h 829979"/>
                <a:gd name="connsiteX12" fmla="*/ 227059 w 266750"/>
                <a:gd name="connsiteY12" fmla="*/ 375603 h 829979"/>
                <a:gd name="connsiteX13" fmla="*/ 266750 w 266750"/>
                <a:gd name="connsiteY13" fmla="*/ 415305 h 829979"/>
                <a:gd name="connsiteX14" fmla="*/ 265564 w 266750"/>
                <a:gd name="connsiteY14" fmla="*/ 424926 h 829979"/>
                <a:gd name="connsiteX15" fmla="*/ 171930 w 266750"/>
                <a:gd name="connsiteY15" fmla="*/ 799860 h 829979"/>
                <a:gd name="connsiteX16" fmla="*/ 133474 w 266750"/>
                <a:gd name="connsiteY16" fmla="*/ 829979 h 82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750" h="829979">
                  <a:moveTo>
                    <a:pt x="133474" y="829979"/>
                  </a:moveTo>
                  <a:cubicBezTo>
                    <a:pt x="130129" y="829994"/>
                    <a:pt x="126796" y="829592"/>
                    <a:pt x="123550" y="828789"/>
                  </a:cubicBezTo>
                  <a:cubicBezTo>
                    <a:pt x="102286" y="823469"/>
                    <a:pt x="89358" y="801924"/>
                    <a:pt x="94670" y="780656"/>
                  </a:cubicBezTo>
                  <a:lnTo>
                    <a:pt x="176346" y="454996"/>
                  </a:lnTo>
                  <a:lnTo>
                    <a:pt x="39691" y="454996"/>
                  </a:lnTo>
                  <a:cubicBezTo>
                    <a:pt x="17767" y="454992"/>
                    <a:pt x="-3" y="437217"/>
                    <a:pt x="0" y="415293"/>
                  </a:cubicBezTo>
                  <a:cubicBezTo>
                    <a:pt x="0" y="412050"/>
                    <a:pt x="398" y="408819"/>
                    <a:pt x="1185" y="405673"/>
                  </a:cubicBezTo>
                  <a:lnTo>
                    <a:pt x="94919" y="30739"/>
                  </a:lnTo>
                  <a:cubicBezTo>
                    <a:pt x="99871" y="9382"/>
                    <a:pt x="121198" y="-3917"/>
                    <a:pt x="142555" y="1035"/>
                  </a:cubicBezTo>
                  <a:cubicBezTo>
                    <a:pt x="163913" y="5987"/>
                    <a:pt x="177212" y="27315"/>
                    <a:pt x="172260" y="48672"/>
                  </a:cubicBezTo>
                  <a:cubicBezTo>
                    <a:pt x="172158" y="49114"/>
                    <a:pt x="172048" y="49554"/>
                    <a:pt x="171930" y="49992"/>
                  </a:cubicBezTo>
                  <a:lnTo>
                    <a:pt x="90552" y="375603"/>
                  </a:lnTo>
                  <a:lnTo>
                    <a:pt x="227059" y="375603"/>
                  </a:lnTo>
                  <a:cubicBezTo>
                    <a:pt x="248981" y="375606"/>
                    <a:pt x="266750" y="393381"/>
                    <a:pt x="266750" y="415305"/>
                  </a:cubicBezTo>
                  <a:cubicBezTo>
                    <a:pt x="266750" y="418548"/>
                    <a:pt x="266348" y="421779"/>
                    <a:pt x="265564" y="424926"/>
                  </a:cubicBezTo>
                  <a:lnTo>
                    <a:pt x="171930" y="799860"/>
                  </a:lnTo>
                  <a:cubicBezTo>
                    <a:pt x="167537" y="817530"/>
                    <a:pt x="151684" y="829950"/>
                    <a:pt x="133474" y="8299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7" name="Picture Placeholder 89">
            <a:extLst>
              <a:ext uri="{FF2B5EF4-FFF2-40B4-BE49-F238E27FC236}">
                <a16:creationId xmlns:a16="http://schemas.microsoft.com/office/drawing/2014/main" id="{A7E375E7-2D9C-4AE1-8857-45E5E74CF47B}"/>
              </a:ext>
            </a:extLst>
          </p:cNvPr>
          <p:cNvGrpSpPr>
            <a:grpSpLocks noChangeAspect="1"/>
          </p:cNvGrpSpPr>
          <p:nvPr/>
        </p:nvGrpSpPr>
        <p:grpSpPr>
          <a:xfrm>
            <a:off x="1508055" y="3659821"/>
            <a:ext cx="833429" cy="828665"/>
            <a:chOff x="1508055" y="3659821"/>
            <a:chExt cx="833429" cy="828665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4391392C-90C8-8E4F-8208-E32B615AA1BC}"/>
                </a:ext>
              </a:extLst>
            </p:cNvPr>
            <p:cNvSpPr/>
            <p:nvPr/>
          </p:nvSpPr>
          <p:spPr>
            <a:xfrm>
              <a:off x="1513116" y="3660118"/>
              <a:ext cx="828368" cy="828367"/>
            </a:xfrm>
            <a:custGeom>
              <a:avLst/>
              <a:gdLst>
                <a:gd name="connsiteX0" fmla="*/ 414135 w 828368"/>
                <a:gd name="connsiteY0" fmla="*/ 828368 h 828367"/>
                <a:gd name="connsiteX1" fmla="*/ 0 w 828368"/>
                <a:gd name="connsiteY1" fmla="*/ 414134 h 828367"/>
                <a:gd name="connsiteX2" fmla="*/ 414234 w 828368"/>
                <a:gd name="connsiteY2" fmla="*/ 0 h 828367"/>
                <a:gd name="connsiteX3" fmla="*/ 828369 w 828368"/>
                <a:gd name="connsiteY3" fmla="*/ 414035 h 828367"/>
                <a:gd name="connsiteX4" fmla="*/ 414135 w 828368"/>
                <a:gd name="connsiteY4" fmla="*/ 828368 h 828367"/>
                <a:gd name="connsiteX5" fmla="*/ 414135 w 828368"/>
                <a:gd name="connsiteY5" fmla="*/ 79095 h 828367"/>
                <a:gd name="connsiteX6" fmla="*/ 79393 w 828368"/>
                <a:gd name="connsiteY6" fmla="*/ 413936 h 828367"/>
                <a:gd name="connsiteX7" fmla="*/ 414234 w 828368"/>
                <a:gd name="connsiteY7" fmla="*/ 748677 h 828367"/>
                <a:gd name="connsiteX8" fmla="*/ 748975 w 828368"/>
                <a:gd name="connsiteY8" fmla="*/ 414035 h 828367"/>
                <a:gd name="connsiteX9" fmla="*/ 4141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135" y="828368"/>
                  </a:moveTo>
                  <a:cubicBezTo>
                    <a:pt x="185387" y="828338"/>
                    <a:pt x="-27" y="642881"/>
                    <a:pt x="0" y="414134"/>
                  </a:cubicBezTo>
                  <a:cubicBezTo>
                    <a:pt x="27" y="185387"/>
                    <a:pt x="185486" y="-27"/>
                    <a:pt x="414234" y="0"/>
                  </a:cubicBezTo>
                  <a:cubicBezTo>
                    <a:pt x="642906" y="27"/>
                    <a:pt x="828284" y="185365"/>
                    <a:pt x="828369" y="414035"/>
                  </a:cubicBezTo>
                  <a:cubicBezTo>
                    <a:pt x="828205" y="642757"/>
                    <a:pt x="642857" y="828149"/>
                    <a:pt x="414135" y="828368"/>
                  </a:cubicBezTo>
                  <a:close/>
                  <a:moveTo>
                    <a:pt x="414135" y="79095"/>
                  </a:moveTo>
                  <a:cubicBezTo>
                    <a:pt x="229234" y="79123"/>
                    <a:pt x="79366" y="229036"/>
                    <a:pt x="79393" y="413936"/>
                  </a:cubicBezTo>
                  <a:cubicBezTo>
                    <a:pt x="79420" y="598837"/>
                    <a:pt x="229334" y="748707"/>
                    <a:pt x="414234" y="748677"/>
                  </a:cubicBezTo>
                  <a:cubicBezTo>
                    <a:pt x="599056" y="748647"/>
                    <a:pt x="748891" y="598857"/>
                    <a:pt x="748975" y="414035"/>
                  </a:cubicBezTo>
                  <a:cubicBezTo>
                    <a:pt x="748837" y="229148"/>
                    <a:pt x="599022" y="79287"/>
                    <a:pt x="414135" y="790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BF7225F-DD34-E244-98D9-7B82C2AEEFC1}"/>
                </a:ext>
              </a:extLst>
            </p:cNvPr>
            <p:cNvSpPr/>
            <p:nvPr/>
          </p:nvSpPr>
          <p:spPr>
            <a:xfrm>
              <a:off x="1887554" y="3659821"/>
              <a:ext cx="79393" cy="266810"/>
            </a:xfrm>
            <a:custGeom>
              <a:avLst/>
              <a:gdLst>
                <a:gd name="connsiteX0" fmla="*/ 39697 w 79393"/>
                <a:gd name="connsiteY0" fmla="*/ 266810 h 266810"/>
                <a:gd name="connsiteX1" fmla="*/ 0 w 79393"/>
                <a:gd name="connsiteY1" fmla="*/ 227114 h 266810"/>
                <a:gd name="connsiteX2" fmla="*/ 0 w 79393"/>
                <a:gd name="connsiteY2" fmla="*/ 39697 h 266810"/>
                <a:gd name="connsiteX3" fmla="*/ 39697 w 79393"/>
                <a:gd name="connsiteY3" fmla="*/ 0 h 266810"/>
                <a:gd name="connsiteX4" fmla="*/ 79393 w 79393"/>
                <a:gd name="connsiteY4" fmla="*/ 39697 h 266810"/>
                <a:gd name="connsiteX5" fmla="*/ 79393 w 79393"/>
                <a:gd name="connsiteY5" fmla="*/ 227114 h 266810"/>
                <a:gd name="connsiteX6" fmla="*/ 39697 w 79393"/>
                <a:gd name="connsiteY6" fmla="*/ 266810 h 26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810">
                  <a:moveTo>
                    <a:pt x="39697" y="266810"/>
                  </a:moveTo>
                  <a:cubicBezTo>
                    <a:pt x="17773" y="266810"/>
                    <a:pt x="0" y="249038"/>
                    <a:pt x="0" y="2271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7114"/>
                  </a:lnTo>
                  <a:cubicBezTo>
                    <a:pt x="79393" y="249038"/>
                    <a:pt x="61621" y="266810"/>
                    <a:pt x="39697" y="2668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CC9366E-AD40-A64D-A3A6-717A3726DBEA}"/>
                </a:ext>
              </a:extLst>
            </p:cNvPr>
            <p:cNvSpPr/>
            <p:nvPr/>
          </p:nvSpPr>
          <p:spPr>
            <a:xfrm>
              <a:off x="1887554" y="4221676"/>
              <a:ext cx="79393" cy="266810"/>
            </a:xfrm>
            <a:custGeom>
              <a:avLst/>
              <a:gdLst>
                <a:gd name="connsiteX0" fmla="*/ 39697 w 79393"/>
                <a:gd name="connsiteY0" fmla="*/ 266810 h 266810"/>
                <a:gd name="connsiteX1" fmla="*/ 0 w 79393"/>
                <a:gd name="connsiteY1" fmla="*/ 227114 h 266810"/>
                <a:gd name="connsiteX2" fmla="*/ 0 w 79393"/>
                <a:gd name="connsiteY2" fmla="*/ 39697 h 266810"/>
                <a:gd name="connsiteX3" fmla="*/ 39697 w 79393"/>
                <a:gd name="connsiteY3" fmla="*/ 0 h 266810"/>
                <a:gd name="connsiteX4" fmla="*/ 79393 w 79393"/>
                <a:gd name="connsiteY4" fmla="*/ 39697 h 266810"/>
                <a:gd name="connsiteX5" fmla="*/ 79393 w 79393"/>
                <a:gd name="connsiteY5" fmla="*/ 227114 h 266810"/>
                <a:gd name="connsiteX6" fmla="*/ 39697 w 79393"/>
                <a:gd name="connsiteY6" fmla="*/ 266810 h 26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810">
                  <a:moveTo>
                    <a:pt x="39697" y="266810"/>
                  </a:moveTo>
                  <a:cubicBezTo>
                    <a:pt x="17773" y="266810"/>
                    <a:pt x="0" y="249036"/>
                    <a:pt x="0" y="22711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7114"/>
                  </a:lnTo>
                  <a:cubicBezTo>
                    <a:pt x="79393" y="249036"/>
                    <a:pt x="61621" y="266810"/>
                    <a:pt x="39697" y="2668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8EA3DB5-4B36-2946-9AE1-288851129996}"/>
                </a:ext>
              </a:extLst>
            </p:cNvPr>
            <p:cNvSpPr/>
            <p:nvPr/>
          </p:nvSpPr>
          <p:spPr>
            <a:xfrm>
              <a:off x="1508055" y="4034457"/>
              <a:ext cx="271673" cy="79393"/>
            </a:xfrm>
            <a:custGeom>
              <a:avLst/>
              <a:gdLst>
                <a:gd name="connsiteX0" fmla="*/ 231977 w 271673"/>
                <a:gd name="connsiteY0" fmla="*/ 79393 h 79393"/>
                <a:gd name="connsiteX1" fmla="*/ 39697 w 271673"/>
                <a:gd name="connsiteY1" fmla="*/ 79393 h 79393"/>
                <a:gd name="connsiteX2" fmla="*/ 0 w 271673"/>
                <a:gd name="connsiteY2" fmla="*/ 39697 h 79393"/>
                <a:gd name="connsiteX3" fmla="*/ 39697 w 271673"/>
                <a:gd name="connsiteY3" fmla="*/ 0 h 79393"/>
                <a:gd name="connsiteX4" fmla="*/ 231977 w 271673"/>
                <a:gd name="connsiteY4" fmla="*/ 0 h 79393"/>
                <a:gd name="connsiteX5" fmla="*/ 271674 w 271673"/>
                <a:gd name="connsiteY5" fmla="*/ 39697 h 79393"/>
                <a:gd name="connsiteX6" fmla="*/ 231977 w 27167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1673" h="79393">
                  <a:moveTo>
                    <a:pt x="23197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1977" y="0"/>
                  </a:lnTo>
                  <a:cubicBezTo>
                    <a:pt x="253901" y="0"/>
                    <a:pt x="271674" y="17773"/>
                    <a:pt x="271674" y="39697"/>
                  </a:cubicBezTo>
                  <a:cubicBezTo>
                    <a:pt x="271674" y="61620"/>
                    <a:pt x="253901" y="79393"/>
                    <a:pt x="23197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5F30666D-4C0D-FB45-9370-14CF1C13C372}"/>
                </a:ext>
              </a:extLst>
            </p:cNvPr>
            <p:cNvSpPr/>
            <p:nvPr/>
          </p:nvSpPr>
          <p:spPr>
            <a:xfrm>
              <a:off x="2074873" y="4034457"/>
              <a:ext cx="266612" cy="79393"/>
            </a:xfrm>
            <a:custGeom>
              <a:avLst/>
              <a:gdLst>
                <a:gd name="connsiteX0" fmla="*/ 226916 w 266612"/>
                <a:gd name="connsiteY0" fmla="*/ 79393 h 79393"/>
                <a:gd name="connsiteX1" fmla="*/ 39697 w 266612"/>
                <a:gd name="connsiteY1" fmla="*/ 79393 h 79393"/>
                <a:gd name="connsiteX2" fmla="*/ 0 w 266612"/>
                <a:gd name="connsiteY2" fmla="*/ 39697 h 79393"/>
                <a:gd name="connsiteX3" fmla="*/ 39697 w 266612"/>
                <a:gd name="connsiteY3" fmla="*/ 0 h 79393"/>
                <a:gd name="connsiteX4" fmla="*/ 226916 w 266612"/>
                <a:gd name="connsiteY4" fmla="*/ 0 h 79393"/>
                <a:gd name="connsiteX5" fmla="*/ 266612 w 266612"/>
                <a:gd name="connsiteY5" fmla="*/ 39697 h 79393"/>
                <a:gd name="connsiteX6" fmla="*/ 226916 w 2666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612" h="79393">
                  <a:moveTo>
                    <a:pt x="226916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26916" y="0"/>
                  </a:lnTo>
                  <a:cubicBezTo>
                    <a:pt x="248838" y="0"/>
                    <a:pt x="266612" y="17773"/>
                    <a:pt x="266612" y="39697"/>
                  </a:cubicBezTo>
                  <a:cubicBezTo>
                    <a:pt x="266612" y="61620"/>
                    <a:pt x="248838" y="79393"/>
                    <a:pt x="22691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9" name="Picture Placeholder 63">
            <a:extLst>
              <a:ext uri="{FF2B5EF4-FFF2-40B4-BE49-F238E27FC236}">
                <a16:creationId xmlns:a16="http://schemas.microsoft.com/office/drawing/2014/main" id="{E3CC50D7-F0FB-4645-971E-09335853A04C}"/>
              </a:ext>
            </a:extLst>
          </p:cNvPr>
          <p:cNvGrpSpPr>
            <a:grpSpLocks noChangeAspect="1"/>
          </p:cNvGrpSpPr>
          <p:nvPr/>
        </p:nvGrpSpPr>
        <p:grpSpPr>
          <a:xfrm>
            <a:off x="2828243" y="3660119"/>
            <a:ext cx="828368" cy="828367"/>
            <a:chOff x="2828243" y="3660119"/>
            <a:chExt cx="828368" cy="828367"/>
          </a:xfrm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23592E8-76C1-F04C-BCA2-AF97A76410E9}"/>
                </a:ext>
              </a:extLst>
            </p:cNvPr>
            <p:cNvSpPr/>
            <p:nvPr/>
          </p:nvSpPr>
          <p:spPr>
            <a:xfrm>
              <a:off x="2828243" y="3660119"/>
              <a:ext cx="828368" cy="828367"/>
            </a:xfrm>
            <a:custGeom>
              <a:avLst/>
              <a:gdLst>
                <a:gd name="connsiteX0" fmla="*/ 414035 w 828368"/>
                <a:gd name="connsiteY0" fmla="*/ 828368 h 828367"/>
                <a:gd name="connsiteX1" fmla="*/ 0 w 828368"/>
                <a:gd name="connsiteY1" fmla="*/ 414035 h 828367"/>
                <a:gd name="connsiteX2" fmla="*/ 414333 w 828368"/>
                <a:gd name="connsiteY2" fmla="*/ 0 h 828367"/>
                <a:gd name="connsiteX3" fmla="*/ 828369 w 828368"/>
                <a:gd name="connsiteY3" fmla="*/ 414035 h 828367"/>
                <a:gd name="connsiteX4" fmla="*/ 414035 w 828368"/>
                <a:gd name="connsiteY4" fmla="*/ 828368 h 828367"/>
                <a:gd name="connsiteX5" fmla="*/ 414035 w 828368"/>
                <a:gd name="connsiteY5" fmla="*/ 79095 h 828367"/>
                <a:gd name="connsiteX6" fmla="*/ 79393 w 828368"/>
                <a:gd name="connsiteY6" fmla="*/ 414035 h 828367"/>
                <a:gd name="connsiteX7" fmla="*/ 414333 w 828368"/>
                <a:gd name="connsiteY7" fmla="*/ 748677 h 828367"/>
                <a:gd name="connsiteX8" fmla="*/ 748976 w 828368"/>
                <a:gd name="connsiteY8" fmla="*/ 414035 h 828367"/>
                <a:gd name="connsiteX9" fmla="*/ 4140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035" y="828368"/>
                  </a:moveTo>
                  <a:cubicBezTo>
                    <a:pt x="185288" y="828283"/>
                    <a:pt x="-82" y="642781"/>
                    <a:pt x="0" y="414035"/>
                  </a:cubicBezTo>
                  <a:cubicBezTo>
                    <a:pt x="82" y="185288"/>
                    <a:pt x="185586" y="-82"/>
                    <a:pt x="414333" y="0"/>
                  </a:cubicBezTo>
                  <a:cubicBezTo>
                    <a:pt x="642966" y="82"/>
                    <a:pt x="828284" y="185404"/>
                    <a:pt x="828369" y="414035"/>
                  </a:cubicBezTo>
                  <a:cubicBezTo>
                    <a:pt x="828205" y="642796"/>
                    <a:pt x="642797" y="828204"/>
                    <a:pt x="414035" y="828368"/>
                  </a:cubicBezTo>
                  <a:close/>
                  <a:moveTo>
                    <a:pt x="414035" y="79095"/>
                  </a:moveTo>
                  <a:cubicBezTo>
                    <a:pt x="229136" y="79178"/>
                    <a:pt x="79311" y="229135"/>
                    <a:pt x="79393" y="414035"/>
                  </a:cubicBezTo>
                  <a:cubicBezTo>
                    <a:pt x="79476" y="598937"/>
                    <a:pt x="229433" y="748761"/>
                    <a:pt x="414333" y="748677"/>
                  </a:cubicBezTo>
                  <a:cubicBezTo>
                    <a:pt x="599116" y="748593"/>
                    <a:pt x="748891" y="598817"/>
                    <a:pt x="748976" y="414035"/>
                  </a:cubicBezTo>
                  <a:cubicBezTo>
                    <a:pt x="748837" y="229110"/>
                    <a:pt x="598962" y="79232"/>
                    <a:pt x="414035" y="790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ADE4F42D-98E2-E044-8093-099781D384A7}"/>
                </a:ext>
              </a:extLst>
            </p:cNvPr>
            <p:cNvSpPr/>
            <p:nvPr/>
          </p:nvSpPr>
          <p:spPr>
            <a:xfrm>
              <a:off x="2919407" y="3844827"/>
              <a:ext cx="641787" cy="454406"/>
            </a:xfrm>
            <a:custGeom>
              <a:avLst/>
              <a:gdLst>
                <a:gd name="connsiteX0" fmla="*/ 39636 w 641787"/>
                <a:gd name="connsiteY0" fmla="*/ 454406 h 454406"/>
                <a:gd name="connsiteX1" fmla="*/ 0 w 641787"/>
                <a:gd name="connsiteY1" fmla="*/ 414650 h 454406"/>
                <a:gd name="connsiteX2" fmla="*/ 17704 w 641787"/>
                <a:gd name="connsiteY2" fmla="*/ 381662 h 454406"/>
                <a:gd name="connsiteX3" fmla="*/ 580056 w 641787"/>
                <a:gd name="connsiteY3" fmla="*/ 6679 h 454406"/>
                <a:gd name="connsiteX4" fmla="*/ 635110 w 641787"/>
                <a:gd name="connsiteY4" fmla="*/ 17670 h 454406"/>
                <a:gd name="connsiteX5" fmla="*/ 624119 w 641787"/>
                <a:gd name="connsiteY5" fmla="*/ 72724 h 454406"/>
                <a:gd name="connsiteX6" fmla="*/ 61618 w 641787"/>
                <a:gd name="connsiteY6" fmla="*/ 447757 h 454406"/>
                <a:gd name="connsiteX7" fmla="*/ 39636 w 641787"/>
                <a:gd name="connsiteY7" fmla="*/ 454406 h 45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1787" h="454406">
                  <a:moveTo>
                    <a:pt x="39636" y="454406"/>
                  </a:moveTo>
                  <a:cubicBezTo>
                    <a:pt x="17712" y="454372"/>
                    <a:pt x="-33" y="436573"/>
                    <a:pt x="0" y="414650"/>
                  </a:cubicBezTo>
                  <a:cubicBezTo>
                    <a:pt x="20" y="401387"/>
                    <a:pt x="6663" y="389011"/>
                    <a:pt x="17704" y="381662"/>
                  </a:cubicBezTo>
                  <a:lnTo>
                    <a:pt x="580056" y="6679"/>
                  </a:lnTo>
                  <a:cubicBezTo>
                    <a:pt x="598291" y="-5489"/>
                    <a:pt x="622943" y="-568"/>
                    <a:pt x="635110" y="17670"/>
                  </a:cubicBezTo>
                  <a:cubicBezTo>
                    <a:pt x="647277" y="35908"/>
                    <a:pt x="642354" y="60557"/>
                    <a:pt x="624119" y="72724"/>
                  </a:cubicBezTo>
                  <a:lnTo>
                    <a:pt x="61618" y="447757"/>
                  </a:lnTo>
                  <a:cubicBezTo>
                    <a:pt x="55106" y="452089"/>
                    <a:pt x="47458" y="454406"/>
                    <a:pt x="39636" y="4544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4" name="Picture Placeholder 67">
            <a:extLst>
              <a:ext uri="{FF2B5EF4-FFF2-40B4-BE49-F238E27FC236}">
                <a16:creationId xmlns:a16="http://schemas.microsoft.com/office/drawing/2014/main" id="{8EFB756C-A34D-48C6-82E1-F0646D93919C}"/>
              </a:ext>
            </a:extLst>
          </p:cNvPr>
          <p:cNvGrpSpPr>
            <a:grpSpLocks noChangeAspect="1"/>
          </p:cNvGrpSpPr>
          <p:nvPr/>
        </p:nvGrpSpPr>
        <p:grpSpPr>
          <a:xfrm>
            <a:off x="4125605" y="3639973"/>
            <a:ext cx="868363" cy="868362"/>
            <a:chOff x="4125605" y="3639973"/>
            <a:chExt cx="868363" cy="86836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D370F61-AB69-884B-8938-1856D43ABEFC}"/>
                </a:ext>
              </a:extLst>
            </p:cNvPr>
            <p:cNvSpPr/>
            <p:nvPr/>
          </p:nvSpPr>
          <p:spPr>
            <a:xfrm>
              <a:off x="4701205" y="3840133"/>
              <a:ext cx="267952" cy="468031"/>
            </a:xfrm>
            <a:custGeom>
              <a:avLst/>
              <a:gdLst>
                <a:gd name="connsiteX0" fmla="*/ 228255 w 267952"/>
                <a:gd name="connsiteY0" fmla="*/ 468032 h 468031"/>
                <a:gd name="connsiteX1" fmla="*/ 203693 w 267952"/>
                <a:gd name="connsiteY1" fmla="*/ 459547 h 468031"/>
                <a:gd name="connsiteX2" fmla="*/ 24016 w 267952"/>
                <a:gd name="connsiteY2" fmla="*/ 318177 h 468031"/>
                <a:gd name="connsiteX3" fmla="*/ 0 w 267952"/>
                <a:gd name="connsiteY3" fmla="*/ 281706 h 468031"/>
                <a:gd name="connsiteX4" fmla="*/ 0 w 267952"/>
                <a:gd name="connsiteY4" fmla="*/ 194324 h 468031"/>
                <a:gd name="connsiteX5" fmla="*/ 14539 w 267952"/>
                <a:gd name="connsiteY5" fmla="*/ 163609 h 468031"/>
                <a:gd name="connsiteX6" fmla="*/ 203098 w 267952"/>
                <a:gd name="connsiteY6" fmla="*/ 8991 h 468031"/>
                <a:gd name="connsiteX7" fmla="*/ 258961 w 267952"/>
                <a:gd name="connsiteY7" fmla="*/ 14540 h 468031"/>
                <a:gd name="connsiteX8" fmla="*/ 267952 w 267952"/>
                <a:gd name="connsiteY8" fmla="*/ 39706 h 468031"/>
                <a:gd name="connsiteX9" fmla="*/ 267952 w 267952"/>
                <a:gd name="connsiteY9" fmla="*/ 428335 h 468031"/>
                <a:gd name="connsiteX10" fmla="*/ 228255 w 267952"/>
                <a:gd name="connsiteY10" fmla="*/ 468032 h 468031"/>
                <a:gd name="connsiteX11" fmla="*/ 79393 w 267952"/>
                <a:gd name="connsiteY11" fmla="*/ 260717 h 468031"/>
                <a:gd name="connsiteX12" fmla="*/ 188559 w 267952"/>
                <a:gd name="connsiteY12" fmla="*/ 346610 h 468031"/>
                <a:gd name="connsiteX13" fmla="*/ 188559 w 267952"/>
                <a:gd name="connsiteY13" fmla="*/ 123565 h 468031"/>
                <a:gd name="connsiteX14" fmla="*/ 79393 w 267952"/>
                <a:gd name="connsiteY14" fmla="*/ 213130 h 46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7952" h="468031">
                  <a:moveTo>
                    <a:pt x="228255" y="468032"/>
                  </a:moveTo>
                  <a:cubicBezTo>
                    <a:pt x="219349" y="468042"/>
                    <a:pt x="210695" y="465050"/>
                    <a:pt x="203693" y="459547"/>
                  </a:cubicBezTo>
                  <a:lnTo>
                    <a:pt x="24016" y="318177"/>
                  </a:lnTo>
                  <a:cubicBezTo>
                    <a:pt x="9443" y="311910"/>
                    <a:pt x="0" y="297570"/>
                    <a:pt x="0" y="281706"/>
                  </a:cubicBezTo>
                  <a:lnTo>
                    <a:pt x="0" y="194324"/>
                  </a:lnTo>
                  <a:cubicBezTo>
                    <a:pt x="-5" y="182424"/>
                    <a:pt x="5334" y="171151"/>
                    <a:pt x="14539" y="163609"/>
                  </a:cubicBezTo>
                  <a:lnTo>
                    <a:pt x="203098" y="8991"/>
                  </a:lnTo>
                  <a:cubicBezTo>
                    <a:pt x="220058" y="-4903"/>
                    <a:pt x="245067" y="-2419"/>
                    <a:pt x="258961" y="14540"/>
                  </a:cubicBezTo>
                  <a:cubicBezTo>
                    <a:pt x="264776" y="21638"/>
                    <a:pt x="267952" y="30531"/>
                    <a:pt x="267952" y="39706"/>
                  </a:cubicBezTo>
                  <a:lnTo>
                    <a:pt x="267952" y="428335"/>
                  </a:lnTo>
                  <a:cubicBezTo>
                    <a:pt x="267952" y="450258"/>
                    <a:pt x="250178" y="468032"/>
                    <a:pt x="228255" y="468032"/>
                  </a:cubicBezTo>
                  <a:close/>
                  <a:moveTo>
                    <a:pt x="79393" y="260717"/>
                  </a:moveTo>
                  <a:lnTo>
                    <a:pt x="188559" y="346610"/>
                  </a:lnTo>
                  <a:lnTo>
                    <a:pt x="188559" y="123565"/>
                  </a:lnTo>
                  <a:lnTo>
                    <a:pt x="79393" y="21313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5420DC3-751E-FB47-BC86-8C62C676EC03}"/>
                </a:ext>
              </a:extLst>
            </p:cNvPr>
            <p:cNvSpPr/>
            <p:nvPr/>
          </p:nvSpPr>
          <p:spPr>
            <a:xfrm>
              <a:off x="4151110" y="3759757"/>
              <a:ext cx="623831" cy="628793"/>
            </a:xfrm>
            <a:custGeom>
              <a:avLst/>
              <a:gdLst>
                <a:gd name="connsiteX0" fmla="*/ 584830 w 623831"/>
                <a:gd name="connsiteY0" fmla="*/ 628793 h 628793"/>
                <a:gd name="connsiteX1" fmla="*/ 39002 w 623831"/>
                <a:gd name="connsiteY1" fmla="*/ 628793 h 628793"/>
                <a:gd name="connsiteX2" fmla="*/ 0 w 623831"/>
                <a:gd name="connsiteY2" fmla="*/ 589792 h 628793"/>
                <a:gd name="connsiteX3" fmla="*/ 0 w 623831"/>
                <a:gd name="connsiteY3" fmla="*/ 39002 h 628793"/>
                <a:gd name="connsiteX4" fmla="*/ 39002 w 623831"/>
                <a:gd name="connsiteY4" fmla="*/ 0 h 628793"/>
                <a:gd name="connsiteX5" fmla="*/ 584830 w 623831"/>
                <a:gd name="connsiteY5" fmla="*/ 0 h 628793"/>
                <a:gd name="connsiteX6" fmla="*/ 623832 w 623831"/>
                <a:gd name="connsiteY6" fmla="*/ 39002 h 628793"/>
                <a:gd name="connsiteX7" fmla="*/ 623832 w 623831"/>
                <a:gd name="connsiteY7" fmla="*/ 589792 h 628793"/>
                <a:gd name="connsiteX8" fmla="*/ 584830 w 623831"/>
                <a:gd name="connsiteY8" fmla="*/ 628793 h 628793"/>
                <a:gd name="connsiteX9" fmla="*/ 78004 w 623831"/>
                <a:gd name="connsiteY9" fmla="*/ 550790 h 628793"/>
                <a:gd name="connsiteX10" fmla="*/ 545828 w 623831"/>
                <a:gd name="connsiteY10" fmla="*/ 550790 h 628793"/>
                <a:gd name="connsiteX11" fmla="*/ 545828 w 623831"/>
                <a:gd name="connsiteY11" fmla="*/ 78004 h 628793"/>
                <a:gd name="connsiteX12" fmla="*/ 78004 w 623831"/>
                <a:gd name="connsiteY12" fmla="*/ 78004 h 62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831" h="628793">
                  <a:moveTo>
                    <a:pt x="584830" y="628793"/>
                  </a:moveTo>
                  <a:lnTo>
                    <a:pt x="39002" y="628793"/>
                  </a:lnTo>
                  <a:cubicBezTo>
                    <a:pt x="17462" y="628793"/>
                    <a:pt x="0" y="611332"/>
                    <a:pt x="0" y="589792"/>
                  </a:cubicBezTo>
                  <a:lnTo>
                    <a:pt x="0" y="39002"/>
                  </a:lnTo>
                  <a:cubicBezTo>
                    <a:pt x="0" y="17462"/>
                    <a:pt x="17462" y="0"/>
                    <a:pt x="39002" y="0"/>
                  </a:cubicBezTo>
                  <a:lnTo>
                    <a:pt x="584830" y="0"/>
                  </a:lnTo>
                  <a:cubicBezTo>
                    <a:pt x="606370" y="0"/>
                    <a:pt x="623832" y="17462"/>
                    <a:pt x="623832" y="39002"/>
                  </a:cubicBezTo>
                  <a:lnTo>
                    <a:pt x="623832" y="589792"/>
                  </a:lnTo>
                  <a:cubicBezTo>
                    <a:pt x="623832" y="611332"/>
                    <a:pt x="606370" y="628793"/>
                    <a:pt x="584830" y="628793"/>
                  </a:cubicBezTo>
                  <a:close/>
                  <a:moveTo>
                    <a:pt x="78004" y="550790"/>
                  </a:moveTo>
                  <a:lnTo>
                    <a:pt x="545828" y="550790"/>
                  </a:lnTo>
                  <a:lnTo>
                    <a:pt x="545828" y="78004"/>
                  </a:lnTo>
                  <a:lnTo>
                    <a:pt x="78004" y="7800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7" name="Picture Placeholder 69">
            <a:extLst>
              <a:ext uri="{FF2B5EF4-FFF2-40B4-BE49-F238E27FC236}">
                <a16:creationId xmlns:a16="http://schemas.microsoft.com/office/drawing/2014/main" id="{92A80980-E56E-45DC-A288-4F60FC2C61AB}"/>
              </a:ext>
            </a:extLst>
          </p:cNvPr>
          <p:cNvGrpSpPr>
            <a:grpSpLocks noChangeAspect="1"/>
          </p:cNvGrpSpPr>
          <p:nvPr/>
        </p:nvGrpSpPr>
        <p:grpSpPr>
          <a:xfrm>
            <a:off x="5462961" y="3659821"/>
            <a:ext cx="828666" cy="828665"/>
            <a:chOff x="5462961" y="3659821"/>
            <a:chExt cx="828666" cy="82866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9D620AF-534D-DE4B-AFAA-2BDC12AD7484}"/>
                </a:ext>
              </a:extLst>
            </p:cNvPr>
            <p:cNvSpPr/>
            <p:nvPr/>
          </p:nvSpPr>
          <p:spPr>
            <a:xfrm>
              <a:off x="5976555" y="3768908"/>
              <a:ext cx="205938" cy="205805"/>
            </a:xfrm>
            <a:custGeom>
              <a:avLst/>
              <a:gdLst>
                <a:gd name="connsiteX0" fmla="*/ 39726 w 205938"/>
                <a:gd name="connsiteY0" fmla="*/ 205806 h 205805"/>
                <a:gd name="connsiteX1" fmla="*/ 0 w 205938"/>
                <a:gd name="connsiteY1" fmla="*/ 166140 h 205805"/>
                <a:gd name="connsiteX2" fmla="*/ 11641 w 205938"/>
                <a:gd name="connsiteY2" fmla="*/ 138024 h 205805"/>
                <a:gd name="connsiteX3" fmla="*/ 136437 w 205938"/>
                <a:gd name="connsiteY3" fmla="*/ 13476 h 205805"/>
                <a:gd name="connsiteX4" fmla="*/ 192464 w 205938"/>
                <a:gd name="connsiteY4" fmla="*/ 9893 h 205805"/>
                <a:gd name="connsiteX5" fmla="*/ 196047 w 205938"/>
                <a:gd name="connsiteY5" fmla="*/ 65918 h 205805"/>
                <a:gd name="connsiteX6" fmla="*/ 192409 w 205938"/>
                <a:gd name="connsiteY6" fmla="*/ 69547 h 205805"/>
                <a:gd name="connsiteX7" fmla="*/ 67812 w 205938"/>
                <a:gd name="connsiteY7" fmla="*/ 194194 h 205805"/>
                <a:gd name="connsiteX8" fmla="*/ 39726 w 205938"/>
                <a:gd name="connsiteY8" fmla="*/ 205806 h 20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938" h="205805">
                  <a:moveTo>
                    <a:pt x="39726" y="205806"/>
                  </a:moveTo>
                  <a:cubicBezTo>
                    <a:pt x="17804" y="205823"/>
                    <a:pt x="15" y="188064"/>
                    <a:pt x="0" y="166140"/>
                  </a:cubicBezTo>
                  <a:cubicBezTo>
                    <a:pt x="-10" y="155593"/>
                    <a:pt x="4178" y="145477"/>
                    <a:pt x="11641" y="138024"/>
                  </a:cubicBezTo>
                  <a:lnTo>
                    <a:pt x="136437" y="13476"/>
                  </a:lnTo>
                  <a:cubicBezTo>
                    <a:pt x="150917" y="-2984"/>
                    <a:pt x="176000" y="-4588"/>
                    <a:pt x="192464" y="9893"/>
                  </a:cubicBezTo>
                  <a:cubicBezTo>
                    <a:pt x="208923" y="24375"/>
                    <a:pt x="210526" y="49458"/>
                    <a:pt x="196047" y="65918"/>
                  </a:cubicBezTo>
                  <a:cubicBezTo>
                    <a:pt x="194910" y="67205"/>
                    <a:pt x="193700" y="68417"/>
                    <a:pt x="192409" y="69547"/>
                  </a:cubicBezTo>
                  <a:lnTo>
                    <a:pt x="67812" y="194194"/>
                  </a:lnTo>
                  <a:cubicBezTo>
                    <a:pt x="60359" y="201637"/>
                    <a:pt x="50256" y="205814"/>
                    <a:pt x="39726" y="2058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1D26ED0-ADF4-BE41-9AC4-3F89328DAE26}"/>
                </a:ext>
              </a:extLst>
            </p:cNvPr>
            <p:cNvSpPr/>
            <p:nvPr/>
          </p:nvSpPr>
          <p:spPr>
            <a:xfrm>
              <a:off x="5570656" y="4174606"/>
              <a:ext cx="206061" cy="206054"/>
            </a:xfrm>
            <a:custGeom>
              <a:avLst/>
              <a:gdLst>
                <a:gd name="connsiteX0" fmla="*/ 39678 w 206061"/>
                <a:gd name="connsiteY0" fmla="*/ 206054 h 206054"/>
                <a:gd name="connsiteX1" fmla="*/ 0 w 206061"/>
                <a:gd name="connsiteY1" fmla="*/ 166338 h 206054"/>
                <a:gd name="connsiteX2" fmla="*/ 11643 w 206061"/>
                <a:gd name="connsiteY2" fmla="*/ 138272 h 206054"/>
                <a:gd name="connsiteX3" fmla="*/ 138275 w 206061"/>
                <a:gd name="connsiteY3" fmla="*/ 11640 h 206054"/>
                <a:gd name="connsiteX4" fmla="*/ 194421 w 206061"/>
                <a:gd name="connsiteY4" fmla="*/ 11616 h 206054"/>
                <a:gd name="connsiteX5" fmla="*/ 194445 w 206061"/>
                <a:gd name="connsiteY5" fmla="*/ 67761 h 206054"/>
                <a:gd name="connsiteX6" fmla="*/ 67764 w 206061"/>
                <a:gd name="connsiteY6" fmla="*/ 194393 h 206054"/>
                <a:gd name="connsiteX7" fmla="*/ 39678 w 206061"/>
                <a:gd name="connsiteY7" fmla="*/ 206054 h 206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061" h="206054">
                  <a:moveTo>
                    <a:pt x="39678" y="206054"/>
                  </a:moveTo>
                  <a:cubicBezTo>
                    <a:pt x="17754" y="206044"/>
                    <a:pt x="-10" y="188265"/>
                    <a:pt x="0" y="166338"/>
                  </a:cubicBezTo>
                  <a:cubicBezTo>
                    <a:pt x="5" y="155808"/>
                    <a:pt x="4193" y="145716"/>
                    <a:pt x="11643" y="138272"/>
                  </a:cubicBezTo>
                  <a:lnTo>
                    <a:pt x="138275" y="11640"/>
                  </a:lnTo>
                  <a:cubicBezTo>
                    <a:pt x="153772" y="-3871"/>
                    <a:pt x="178910" y="-3881"/>
                    <a:pt x="194421" y="11616"/>
                  </a:cubicBezTo>
                  <a:cubicBezTo>
                    <a:pt x="209931" y="27112"/>
                    <a:pt x="209943" y="52250"/>
                    <a:pt x="194445" y="67761"/>
                  </a:cubicBezTo>
                  <a:lnTo>
                    <a:pt x="67764" y="194393"/>
                  </a:lnTo>
                  <a:cubicBezTo>
                    <a:pt x="60321" y="201856"/>
                    <a:pt x="50217" y="206049"/>
                    <a:pt x="39678" y="20605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9B576EA-3080-264E-A4DB-7BF41CAF9024}"/>
                </a:ext>
              </a:extLst>
            </p:cNvPr>
            <p:cNvSpPr/>
            <p:nvPr/>
          </p:nvSpPr>
          <p:spPr>
            <a:xfrm>
              <a:off x="5571763" y="3771825"/>
              <a:ext cx="205526" cy="205270"/>
            </a:xfrm>
            <a:custGeom>
              <a:avLst/>
              <a:gdLst>
                <a:gd name="connsiteX0" fmla="*/ 165551 w 205526"/>
                <a:gd name="connsiteY0" fmla="*/ 205271 h 205270"/>
                <a:gd name="connsiteX1" fmla="*/ 137466 w 205526"/>
                <a:gd name="connsiteY1" fmla="*/ 193660 h 205270"/>
                <a:gd name="connsiteX2" fmla="*/ 10536 w 205526"/>
                <a:gd name="connsiteY2" fmla="*/ 66631 h 205270"/>
                <a:gd name="connsiteX3" fmla="*/ 12763 w 205526"/>
                <a:gd name="connsiteY3" fmla="*/ 10536 h 205270"/>
                <a:gd name="connsiteX4" fmla="*/ 66657 w 205526"/>
                <a:gd name="connsiteY4" fmla="*/ 10559 h 205270"/>
                <a:gd name="connsiteX5" fmla="*/ 193884 w 205526"/>
                <a:gd name="connsiteY5" fmla="*/ 137489 h 205270"/>
                <a:gd name="connsiteX6" fmla="*/ 193916 w 205526"/>
                <a:gd name="connsiteY6" fmla="*/ 193628 h 205270"/>
                <a:gd name="connsiteX7" fmla="*/ 165799 w 205526"/>
                <a:gd name="connsiteY7" fmla="*/ 205271 h 20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526" h="205270">
                  <a:moveTo>
                    <a:pt x="165551" y="205271"/>
                  </a:moveTo>
                  <a:cubicBezTo>
                    <a:pt x="155019" y="205279"/>
                    <a:pt x="144917" y="201102"/>
                    <a:pt x="137466" y="193660"/>
                  </a:cubicBezTo>
                  <a:lnTo>
                    <a:pt x="10536" y="66631"/>
                  </a:lnTo>
                  <a:cubicBezTo>
                    <a:pt x="-4340" y="50525"/>
                    <a:pt x="-3343" y="25411"/>
                    <a:pt x="12763" y="10536"/>
                  </a:cubicBezTo>
                  <a:cubicBezTo>
                    <a:pt x="27981" y="-3521"/>
                    <a:pt x="51451" y="-3511"/>
                    <a:pt x="66657" y="10559"/>
                  </a:cubicBezTo>
                  <a:lnTo>
                    <a:pt x="193884" y="137489"/>
                  </a:lnTo>
                  <a:cubicBezTo>
                    <a:pt x="209395" y="152983"/>
                    <a:pt x="209410" y="178117"/>
                    <a:pt x="193916" y="193628"/>
                  </a:cubicBezTo>
                  <a:cubicBezTo>
                    <a:pt x="186462" y="201090"/>
                    <a:pt x="176346" y="205279"/>
                    <a:pt x="165799" y="20527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BED52A7-04C3-AB41-B1AF-11B41EA971ED}"/>
                </a:ext>
              </a:extLst>
            </p:cNvPr>
            <p:cNvSpPr/>
            <p:nvPr/>
          </p:nvSpPr>
          <p:spPr>
            <a:xfrm>
              <a:off x="5975246" y="4175328"/>
              <a:ext cx="205361" cy="205332"/>
            </a:xfrm>
            <a:custGeom>
              <a:avLst/>
              <a:gdLst>
                <a:gd name="connsiteX0" fmla="*/ 165634 w 205361"/>
                <a:gd name="connsiteY0" fmla="*/ 205333 h 205332"/>
                <a:gd name="connsiteX1" fmla="*/ 137548 w 205361"/>
                <a:gd name="connsiteY1" fmla="*/ 193672 h 205332"/>
                <a:gd name="connsiteX2" fmla="*/ 10916 w 205361"/>
                <a:gd name="connsiteY2" fmla="*/ 67040 h 205332"/>
                <a:gd name="connsiteX3" fmla="*/ 12355 w 205361"/>
                <a:gd name="connsiteY3" fmla="*/ 10919 h 205332"/>
                <a:gd name="connsiteX4" fmla="*/ 67037 w 205361"/>
                <a:gd name="connsiteY4" fmla="*/ 10919 h 205332"/>
                <a:gd name="connsiteX5" fmla="*/ 193719 w 205361"/>
                <a:gd name="connsiteY5" fmla="*/ 137551 h 205332"/>
                <a:gd name="connsiteX6" fmla="*/ 193749 w 205361"/>
                <a:gd name="connsiteY6" fmla="*/ 193692 h 205332"/>
                <a:gd name="connsiteX7" fmla="*/ 165634 w 205361"/>
                <a:gd name="connsiteY7" fmla="*/ 205333 h 20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61" h="205332">
                  <a:moveTo>
                    <a:pt x="165634" y="205333"/>
                  </a:moveTo>
                  <a:cubicBezTo>
                    <a:pt x="155094" y="205328"/>
                    <a:pt x="144991" y="201135"/>
                    <a:pt x="137548" y="193672"/>
                  </a:cubicBezTo>
                  <a:lnTo>
                    <a:pt x="10916" y="67040"/>
                  </a:lnTo>
                  <a:cubicBezTo>
                    <a:pt x="-4184" y="51147"/>
                    <a:pt x="-3538" y="26019"/>
                    <a:pt x="12355" y="10919"/>
                  </a:cubicBezTo>
                  <a:cubicBezTo>
                    <a:pt x="27673" y="-3640"/>
                    <a:pt x="51714" y="-3640"/>
                    <a:pt x="67037" y="10919"/>
                  </a:cubicBezTo>
                  <a:lnTo>
                    <a:pt x="193719" y="137551"/>
                  </a:lnTo>
                  <a:cubicBezTo>
                    <a:pt x="209230" y="153043"/>
                    <a:pt x="209245" y="178180"/>
                    <a:pt x="193749" y="193692"/>
                  </a:cubicBezTo>
                  <a:cubicBezTo>
                    <a:pt x="186296" y="201150"/>
                    <a:pt x="176178" y="205343"/>
                    <a:pt x="165634" y="2053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1198A7B-76F9-9243-B39C-E9879E04F38D}"/>
                </a:ext>
              </a:extLst>
            </p:cNvPr>
            <p:cNvSpPr/>
            <p:nvPr/>
          </p:nvSpPr>
          <p:spPr>
            <a:xfrm>
              <a:off x="5462961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C09C09E-648A-1348-9FE4-068CE99C802F}"/>
                </a:ext>
              </a:extLst>
            </p:cNvPr>
            <p:cNvSpPr/>
            <p:nvPr/>
          </p:nvSpPr>
          <p:spPr>
            <a:xfrm>
              <a:off x="5650279" y="3847139"/>
              <a:ext cx="454029" cy="454029"/>
            </a:xfrm>
            <a:custGeom>
              <a:avLst/>
              <a:gdLst>
                <a:gd name="connsiteX0" fmla="*/ 227015 w 454029"/>
                <a:gd name="connsiteY0" fmla="*/ 454029 h 454029"/>
                <a:gd name="connsiteX1" fmla="*/ 0 w 454029"/>
                <a:gd name="connsiteY1" fmla="*/ 227015 h 454029"/>
                <a:gd name="connsiteX2" fmla="*/ 227015 w 454029"/>
                <a:gd name="connsiteY2" fmla="*/ 0 h 454029"/>
                <a:gd name="connsiteX3" fmla="*/ 454030 w 454029"/>
                <a:gd name="connsiteY3" fmla="*/ 227015 h 454029"/>
                <a:gd name="connsiteX4" fmla="*/ 227015 w 454029"/>
                <a:gd name="connsiteY4" fmla="*/ 454029 h 454029"/>
                <a:gd name="connsiteX5" fmla="*/ 227015 w 454029"/>
                <a:gd name="connsiteY5" fmla="*/ 79393 h 454029"/>
                <a:gd name="connsiteX6" fmla="*/ 79393 w 454029"/>
                <a:gd name="connsiteY6" fmla="*/ 227015 h 454029"/>
                <a:gd name="connsiteX7" fmla="*/ 227015 w 454029"/>
                <a:gd name="connsiteY7" fmla="*/ 374636 h 454029"/>
                <a:gd name="connsiteX8" fmla="*/ 374637 w 454029"/>
                <a:gd name="connsiteY8" fmla="*/ 227015 h 454029"/>
                <a:gd name="connsiteX9" fmla="*/ 227015 w 454029"/>
                <a:gd name="connsiteY9" fmla="*/ 79393 h 45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029" h="454029">
                  <a:moveTo>
                    <a:pt x="227015" y="454029"/>
                  </a:moveTo>
                  <a:cubicBezTo>
                    <a:pt x="101638" y="454029"/>
                    <a:pt x="0" y="352391"/>
                    <a:pt x="0" y="227015"/>
                  </a:cubicBezTo>
                  <a:cubicBezTo>
                    <a:pt x="0" y="101638"/>
                    <a:pt x="101638" y="0"/>
                    <a:pt x="227015" y="0"/>
                  </a:cubicBezTo>
                  <a:cubicBezTo>
                    <a:pt x="352392" y="0"/>
                    <a:pt x="454030" y="101638"/>
                    <a:pt x="454030" y="227015"/>
                  </a:cubicBezTo>
                  <a:cubicBezTo>
                    <a:pt x="453891" y="352337"/>
                    <a:pt x="352337" y="453890"/>
                    <a:pt x="227015" y="454029"/>
                  </a:cubicBezTo>
                  <a:close/>
                  <a:moveTo>
                    <a:pt x="227015" y="79393"/>
                  </a:moveTo>
                  <a:cubicBezTo>
                    <a:pt x="145486" y="79393"/>
                    <a:pt x="79393" y="145485"/>
                    <a:pt x="79393" y="227015"/>
                  </a:cubicBezTo>
                  <a:cubicBezTo>
                    <a:pt x="79393" y="308541"/>
                    <a:pt x="145486" y="374636"/>
                    <a:pt x="227015" y="374636"/>
                  </a:cubicBezTo>
                  <a:cubicBezTo>
                    <a:pt x="308542" y="374636"/>
                    <a:pt x="374637" y="308541"/>
                    <a:pt x="374637" y="227015"/>
                  </a:cubicBezTo>
                  <a:cubicBezTo>
                    <a:pt x="374527" y="145531"/>
                    <a:pt x="308497" y="79502"/>
                    <a:pt x="22701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4" name="Picture Placeholder 71">
            <a:extLst>
              <a:ext uri="{FF2B5EF4-FFF2-40B4-BE49-F238E27FC236}">
                <a16:creationId xmlns:a16="http://schemas.microsoft.com/office/drawing/2014/main" id="{12B00E83-22F9-49BD-840A-60F5104F0D9D}"/>
              </a:ext>
            </a:extLst>
          </p:cNvPr>
          <p:cNvGrpSpPr>
            <a:grpSpLocks noChangeAspect="1"/>
          </p:cNvGrpSpPr>
          <p:nvPr/>
        </p:nvGrpSpPr>
        <p:grpSpPr>
          <a:xfrm>
            <a:off x="6780469" y="3659821"/>
            <a:ext cx="828666" cy="828665"/>
            <a:chOff x="6780469" y="3659821"/>
            <a:chExt cx="828666" cy="828665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EE51978B-3EFE-104E-A65E-2CCA10123677}"/>
                </a:ext>
              </a:extLst>
            </p:cNvPr>
            <p:cNvSpPr/>
            <p:nvPr/>
          </p:nvSpPr>
          <p:spPr>
            <a:xfrm>
              <a:off x="7155105" y="3659821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73" y="828665"/>
                    <a:pt x="0" y="810891"/>
                    <a:pt x="0" y="7889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8969"/>
                  </a:lnTo>
                  <a:cubicBezTo>
                    <a:pt x="79393" y="810891"/>
                    <a:pt x="61621" y="828665"/>
                    <a:pt x="39697" y="8286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9F4872F-4662-5C48-860F-4B994AC2AECB}"/>
                </a:ext>
              </a:extLst>
            </p:cNvPr>
            <p:cNvSpPr/>
            <p:nvPr/>
          </p:nvSpPr>
          <p:spPr>
            <a:xfrm>
              <a:off x="6785431" y="4034457"/>
              <a:ext cx="818742" cy="79393"/>
            </a:xfrm>
            <a:custGeom>
              <a:avLst/>
              <a:gdLst>
                <a:gd name="connsiteX0" fmla="*/ 779046 w 818742"/>
                <a:gd name="connsiteY0" fmla="*/ 79393 h 79393"/>
                <a:gd name="connsiteX1" fmla="*/ 39697 w 818742"/>
                <a:gd name="connsiteY1" fmla="*/ 79393 h 79393"/>
                <a:gd name="connsiteX2" fmla="*/ 0 w 818742"/>
                <a:gd name="connsiteY2" fmla="*/ 39697 h 79393"/>
                <a:gd name="connsiteX3" fmla="*/ 39697 w 818742"/>
                <a:gd name="connsiteY3" fmla="*/ 0 h 79393"/>
                <a:gd name="connsiteX4" fmla="*/ 779046 w 818742"/>
                <a:gd name="connsiteY4" fmla="*/ 0 h 79393"/>
                <a:gd name="connsiteX5" fmla="*/ 818742 w 818742"/>
                <a:gd name="connsiteY5" fmla="*/ 39697 h 79393"/>
                <a:gd name="connsiteX6" fmla="*/ 779046 w 81874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8742" h="79393">
                  <a:moveTo>
                    <a:pt x="77904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79046" y="0"/>
                  </a:lnTo>
                  <a:cubicBezTo>
                    <a:pt x="800968" y="0"/>
                    <a:pt x="818742" y="17773"/>
                    <a:pt x="818742" y="39697"/>
                  </a:cubicBezTo>
                  <a:cubicBezTo>
                    <a:pt x="818742" y="61620"/>
                    <a:pt x="800968" y="79393"/>
                    <a:pt x="77904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C62686F2-8460-A045-B69D-E45F6E77E317}"/>
                </a:ext>
              </a:extLst>
            </p:cNvPr>
            <p:cNvSpPr/>
            <p:nvPr/>
          </p:nvSpPr>
          <p:spPr>
            <a:xfrm>
              <a:off x="7015026" y="3662500"/>
              <a:ext cx="360891" cy="825985"/>
            </a:xfrm>
            <a:custGeom>
              <a:avLst/>
              <a:gdLst>
                <a:gd name="connsiteX0" fmla="*/ 180371 w 360891"/>
                <a:gd name="connsiteY0" fmla="*/ 825986 h 825985"/>
                <a:gd name="connsiteX1" fmla="*/ 0 w 360891"/>
                <a:gd name="connsiteY1" fmla="*/ 405351 h 825985"/>
                <a:gd name="connsiteX2" fmla="*/ 180371 w 360891"/>
                <a:gd name="connsiteY2" fmla="*/ 0 h 825985"/>
                <a:gd name="connsiteX3" fmla="*/ 360892 w 360891"/>
                <a:gd name="connsiteY3" fmla="*/ 405252 h 825985"/>
                <a:gd name="connsiteX4" fmla="*/ 180371 w 360891"/>
                <a:gd name="connsiteY4" fmla="*/ 825986 h 825985"/>
                <a:gd name="connsiteX5" fmla="*/ 180371 w 360891"/>
                <a:gd name="connsiteY5" fmla="*/ 79393 h 825985"/>
                <a:gd name="connsiteX6" fmla="*/ 79393 w 360891"/>
                <a:gd name="connsiteY6" fmla="*/ 405351 h 825985"/>
                <a:gd name="connsiteX7" fmla="*/ 180371 w 360891"/>
                <a:gd name="connsiteY7" fmla="*/ 746593 h 825985"/>
                <a:gd name="connsiteX8" fmla="*/ 281498 w 360891"/>
                <a:gd name="connsiteY8" fmla="*/ 405252 h 825985"/>
                <a:gd name="connsiteX9" fmla="*/ 180371 w 360891"/>
                <a:gd name="connsiteY9" fmla="*/ 79294 h 825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0891" h="825985">
                  <a:moveTo>
                    <a:pt x="180371" y="825986"/>
                  </a:moveTo>
                  <a:cubicBezTo>
                    <a:pt x="61927" y="825986"/>
                    <a:pt x="0" y="614403"/>
                    <a:pt x="0" y="405351"/>
                  </a:cubicBezTo>
                  <a:cubicBezTo>
                    <a:pt x="0" y="166676"/>
                    <a:pt x="74133" y="0"/>
                    <a:pt x="180371" y="0"/>
                  </a:cubicBezTo>
                  <a:cubicBezTo>
                    <a:pt x="286609" y="0"/>
                    <a:pt x="360892" y="166577"/>
                    <a:pt x="360892" y="405252"/>
                  </a:cubicBezTo>
                  <a:cubicBezTo>
                    <a:pt x="360892" y="614304"/>
                    <a:pt x="298767" y="825986"/>
                    <a:pt x="180371" y="825986"/>
                  </a:cubicBezTo>
                  <a:close/>
                  <a:moveTo>
                    <a:pt x="180371" y="79393"/>
                  </a:moveTo>
                  <a:cubicBezTo>
                    <a:pt x="144099" y="79393"/>
                    <a:pt x="79393" y="188559"/>
                    <a:pt x="79393" y="405351"/>
                  </a:cubicBezTo>
                  <a:cubicBezTo>
                    <a:pt x="79393" y="626163"/>
                    <a:pt x="146083" y="746593"/>
                    <a:pt x="180371" y="746593"/>
                  </a:cubicBezTo>
                  <a:cubicBezTo>
                    <a:pt x="214659" y="746593"/>
                    <a:pt x="281498" y="626064"/>
                    <a:pt x="281498" y="405252"/>
                  </a:cubicBezTo>
                  <a:cubicBezTo>
                    <a:pt x="281498" y="188211"/>
                    <a:pt x="216595" y="79294"/>
                    <a:pt x="180371" y="792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663EF26-AB6B-A642-886A-4557334070AC}"/>
                </a:ext>
              </a:extLst>
            </p:cNvPr>
            <p:cNvSpPr/>
            <p:nvPr/>
          </p:nvSpPr>
          <p:spPr>
            <a:xfrm>
              <a:off x="6883253" y="4178751"/>
              <a:ext cx="621039" cy="197146"/>
            </a:xfrm>
            <a:custGeom>
              <a:avLst/>
              <a:gdLst>
                <a:gd name="connsiteX0" fmla="*/ 581188 w 621039"/>
                <a:gd name="connsiteY0" fmla="*/ 197146 h 197146"/>
                <a:gd name="connsiteX1" fmla="*/ 552209 w 621039"/>
                <a:gd name="connsiteY1" fmla="*/ 184691 h 197146"/>
                <a:gd name="connsiteX2" fmla="*/ 77964 w 621039"/>
                <a:gd name="connsiteY2" fmla="*/ 170822 h 197146"/>
                <a:gd name="connsiteX3" fmla="*/ 67564 w 621039"/>
                <a:gd name="connsiteY3" fmla="*/ 181069 h 197146"/>
                <a:gd name="connsiteX4" fmla="*/ 11426 w 621039"/>
                <a:gd name="connsiteY4" fmla="*/ 180667 h 197146"/>
                <a:gd name="connsiteX5" fmla="*/ 10649 w 621039"/>
                <a:gd name="connsiteY5" fmla="*/ 125742 h 197146"/>
                <a:gd name="connsiteX6" fmla="*/ 308373 w 621039"/>
                <a:gd name="connsiteY6" fmla="*/ 3 h 197146"/>
                <a:gd name="connsiteX7" fmla="*/ 610216 w 621039"/>
                <a:gd name="connsiteY7" fmla="*/ 130208 h 197146"/>
                <a:gd name="connsiteX8" fmla="*/ 608583 w 621039"/>
                <a:gd name="connsiteY8" fmla="*/ 186324 h 197146"/>
                <a:gd name="connsiteX9" fmla="*/ 581337 w 621039"/>
                <a:gd name="connsiteY9" fmla="*/ 197146 h 19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1039" h="197146">
                  <a:moveTo>
                    <a:pt x="581188" y="197146"/>
                  </a:moveTo>
                  <a:cubicBezTo>
                    <a:pt x="570222" y="197176"/>
                    <a:pt x="559732" y="192665"/>
                    <a:pt x="552209" y="184691"/>
                  </a:cubicBezTo>
                  <a:cubicBezTo>
                    <a:pt x="425081" y="49902"/>
                    <a:pt x="212752" y="43694"/>
                    <a:pt x="77964" y="170822"/>
                  </a:cubicBezTo>
                  <a:cubicBezTo>
                    <a:pt x="74423" y="174162"/>
                    <a:pt x="70956" y="177581"/>
                    <a:pt x="67564" y="181069"/>
                  </a:cubicBezTo>
                  <a:cubicBezTo>
                    <a:pt x="51950" y="196461"/>
                    <a:pt x="26816" y="196278"/>
                    <a:pt x="11426" y="180667"/>
                  </a:cubicBezTo>
                  <a:cubicBezTo>
                    <a:pt x="-3502" y="165523"/>
                    <a:pt x="-3845" y="141303"/>
                    <a:pt x="10649" y="125742"/>
                  </a:cubicBezTo>
                  <a:cubicBezTo>
                    <a:pt x="88590" y="44979"/>
                    <a:pt x="196137" y="-438"/>
                    <a:pt x="308373" y="3"/>
                  </a:cubicBezTo>
                  <a:cubicBezTo>
                    <a:pt x="422575" y="222"/>
                    <a:pt x="531686" y="47287"/>
                    <a:pt x="610216" y="130208"/>
                  </a:cubicBezTo>
                  <a:cubicBezTo>
                    <a:pt x="625261" y="146156"/>
                    <a:pt x="624532" y="171279"/>
                    <a:pt x="608583" y="186324"/>
                  </a:cubicBezTo>
                  <a:cubicBezTo>
                    <a:pt x="601215" y="193276"/>
                    <a:pt x="591469" y="197146"/>
                    <a:pt x="581337" y="1971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3A033A3-5375-784A-9515-8F4DF556945C}"/>
                </a:ext>
              </a:extLst>
            </p:cNvPr>
            <p:cNvSpPr/>
            <p:nvPr/>
          </p:nvSpPr>
          <p:spPr>
            <a:xfrm>
              <a:off x="6882699" y="3776391"/>
              <a:ext cx="620823" cy="197431"/>
            </a:xfrm>
            <a:custGeom>
              <a:avLst/>
              <a:gdLst>
                <a:gd name="connsiteX0" fmla="*/ 312698 w 620823"/>
                <a:gd name="connsiteY0" fmla="*/ 197429 h 197431"/>
                <a:gd name="connsiteX1" fmla="*/ 10855 w 620823"/>
                <a:gd name="connsiteY1" fmla="*/ 67026 h 197431"/>
                <a:gd name="connsiteX2" fmla="*/ 12443 w 620823"/>
                <a:gd name="connsiteY2" fmla="*/ 10855 h 197431"/>
                <a:gd name="connsiteX3" fmla="*/ 68614 w 620823"/>
                <a:gd name="connsiteY3" fmla="*/ 12443 h 197431"/>
                <a:gd name="connsiteX4" fmla="*/ 312698 w 620823"/>
                <a:gd name="connsiteY4" fmla="*/ 118036 h 197431"/>
                <a:gd name="connsiteX5" fmla="*/ 553260 w 620823"/>
                <a:gd name="connsiteY5" fmla="*/ 16363 h 197431"/>
                <a:gd name="connsiteX6" fmla="*/ 609396 w 620823"/>
                <a:gd name="connsiteY6" fmla="*/ 16767 h 197431"/>
                <a:gd name="connsiteX7" fmla="*/ 610175 w 620823"/>
                <a:gd name="connsiteY7" fmla="*/ 71690 h 197431"/>
                <a:gd name="connsiteX8" fmla="*/ 312698 w 620823"/>
                <a:gd name="connsiteY8" fmla="*/ 197429 h 19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0823" h="197431">
                  <a:moveTo>
                    <a:pt x="312698" y="197429"/>
                  </a:moveTo>
                  <a:cubicBezTo>
                    <a:pt x="198466" y="197160"/>
                    <a:pt x="89349" y="150019"/>
                    <a:pt x="10855" y="67026"/>
                  </a:cubicBezTo>
                  <a:cubicBezTo>
                    <a:pt x="-4217" y="51076"/>
                    <a:pt x="-3506" y="25928"/>
                    <a:pt x="12443" y="10855"/>
                  </a:cubicBezTo>
                  <a:cubicBezTo>
                    <a:pt x="28393" y="-4217"/>
                    <a:pt x="53541" y="-3506"/>
                    <a:pt x="68614" y="12443"/>
                  </a:cubicBezTo>
                  <a:cubicBezTo>
                    <a:pt x="131741" y="80067"/>
                    <a:pt x="220189" y="118331"/>
                    <a:pt x="312698" y="118036"/>
                  </a:cubicBezTo>
                  <a:cubicBezTo>
                    <a:pt x="403395" y="118378"/>
                    <a:pt x="490301" y="81650"/>
                    <a:pt x="553260" y="16363"/>
                  </a:cubicBezTo>
                  <a:cubicBezTo>
                    <a:pt x="568875" y="973"/>
                    <a:pt x="594008" y="1154"/>
                    <a:pt x="609396" y="16767"/>
                  </a:cubicBezTo>
                  <a:cubicBezTo>
                    <a:pt x="624327" y="31912"/>
                    <a:pt x="624669" y="56130"/>
                    <a:pt x="610175" y="71690"/>
                  </a:cubicBezTo>
                  <a:cubicBezTo>
                    <a:pt x="532295" y="152389"/>
                    <a:pt x="424846" y="197804"/>
                    <a:pt x="312698" y="197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F61EEA0E-AC7E-2C46-A662-A01727CDA8F1}"/>
                </a:ext>
              </a:extLst>
            </p:cNvPr>
            <p:cNvSpPr/>
            <p:nvPr/>
          </p:nvSpPr>
          <p:spPr>
            <a:xfrm>
              <a:off x="6780469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87">
            <a:extLst>
              <a:ext uri="{FF2B5EF4-FFF2-40B4-BE49-F238E27FC236}">
                <a16:creationId xmlns:a16="http://schemas.microsoft.com/office/drawing/2014/main" id="{E2AC387C-DE7E-435A-B714-761463F69B06}"/>
              </a:ext>
            </a:extLst>
          </p:cNvPr>
          <p:cNvGrpSpPr>
            <a:grpSpLocks noChangeAspect="1"/>
          </p:cNvGrpSpPr>
          <p:nvPr/>
        </p:nvGrpSpPr>
        <p:grpSpPr>
          <a:xfrm>
            <a:off x="8096814" y="3658779"/>
            <a:ext cx="830970" cy="830749"/>
            <a:chOff x="8096814" y="3658779"/>
            <a:chExt cx="830970" cy="830749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7FC29E4C-384A-104A-9A24-D6583CEDB499}"/>
                </a:ext>
              </a:extLst>
            </p:cNvPr>
            <p:cNvSpPr/>
            <p:nvPr/>
          </p:nvSpPr>
          <p:spPr>
            <a:xfrm>
              <a:off x="8096814" y="3659771"/>
              <a:ext cx="829783" cy="829757"/>
            </a:xfrm>
            <a:custGeom>
              <a:avLst/>
              <a:gdLst>
                <a:gd name="connsiteX0" fmla="*/ 414851 w 829783"/>
                <a:gd name="connsiteY0" fmla="*/ 829757 h 829757"/>
                <a:gd name="connsiteX1" fmla="*/ 0 w 829783"/>
                <a:gd name="connsiteY1" fmla="*/ 414851 h 829757"/>
                <a:gd name="connsiteX2" fmla="*/ 414907 w 829783"/>
                <a:gd name="connsiteY2" fmla="*/ 0 h 829757"/>
                <a:gd name="connsiteX3" fmla="*/ 533494 w 829783"/>
                <a:gd name="connsiteY3" fmla="*/ 17318 h 829757"/>
                <a:gd name="connsiteX4" fmla="*/ 559183 w 829783"/>
                <a:gd name="connsiteY4" fmla="*/ 67234 h 829757"/>
                <a:gd name="connsiteX5" fmla="*/ 510817 w 829783"/>
                <a:gd name="connsiteY5" fmla="*/ 93386 h 829757"/>
                <a:gd name="connsiteX6" fmla="*/ 93868 w 829783"/>
                <a:gd name="connsiteY6" fmla="*/ 318898 h 829757"/>
                <a:gd name="connsiteX7" fmla="*/ 319380 w 829783"/>
                <a:gd name="connsiteY7" fmla="*/ 735845 h 829757"/>
                <a:gd name="connsiteX8" fmla="*/ 736329 w 829783"/>
                <a:gd name="connsiteY8" fmla="*/ 510334 h 829757"/>
                <a:gd name="connsiteX9" fmla="*/ 734657 w 829783"/>
                <a:gd name="connsiteY9" fmla="*/ 313454 h 829757"/>
                <a:gd name="connsiteX10" fmla="*/ 760534 w 829783"/>
                <a:gd name="connsiteY10" fmla="*/ 263610 h 829757"/>
                <a:gd name="connsiteX11" fmla="*/ 810378 w 829783"/>
                <a:gd name="connsiteY11" fmla="*/ 289487 h 829757"/>
                <a:gd name="connsiteX12" fmla="*/ 539588 w 829783"/>
                <a:gd name="connsiteY12" fmla="*/ 810465 h 829757"/>
                <a:gd name="connsiteX13" fmla="*/ 414851 w 829783"/>
                <a:gd name="connsiteY13" fmla="*/ 829757 h 82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29783" h="829757">
                  <a:moveTo>
                    <a:pt x="414851" y="829757"/>
                  </a:moveTo>
                  <a:cubicBezTo>
                    <a:pt x="185720" y="829742"/>
                    <a:pt x="-15" y="643982"/>
                    <a:pt x="0" y="414851"/>
                  </a:cubicBezTo>
                  <a:cubicBezTo>
                    <a:pt x="15" y="185719"/>
                    <a:pt x="185776" y="-15"/>
                    <a:pt x="414907" y="0"/>
                  </a:cubicBezTo>
                  <a:cubicBezTo>
                    <a:pt x="455066" y="3"/>
                    <a:pt x="495013" y="5836"/>
                    <a:pt x="533494" y="17318"/>
                  </a:cubicBezTo>
                  <a:cubicBezTo>
                    <a:pt x="554375" y="24008"/>
                    <a:pt x="565877" y="46356"/>
                    <a:pt x="559183" y="67234"/>
                  </a:cubicBezTo>
                  <a:cubicBezTo>
                    <a:pt x="552687" y="87513"/>
                    <a:pt x="531346" y="99053"/>
                    <a:pt x="510817" y="93386"/>
                  </a:cubicBezTo>
                  <a:cubicBezTo>
                    <a:pt x="333407" y="40522"/>
                    <a:pt x="146732" y="141487"/>
                    <a:pt x="93868" y="318898"/>
                  </a:cubicBezTo>
                  <a:cubicBezTo>
                    <a:pt x="41004" y="496306"/>
                    <a:pt x="141970" y="682984"/>
                    <a:pt x="319380" y="735845"/>
                  </a:cubicBezTo>
                  <a:cubicBezTo>
                    <a:pt x="496790" y="788711"/>
                    <a:pt x="683463" y="687748"/>
                    <a:pt x="736329" y="510334"/>
                  </a:cubicBezTo>
                  <a:cubicBezTo>
                    <a:pt x="755492" y="446020"/>
                    <a:pt x="754912" y="377434"/>
                    <a:pt x="734657" y="313454"/>
                  </a:cubicBezTo>
                  <a:cubicBezTo>
                    <a:pt x="728037" y="292544"/>
                    <a:pt x="739624" y="270228"/>
                    <a:pt x="760534" y="263610"/>
                  </a:cubicBezTo>
                  <a:cubicBezTo>
                    <a:pt x="781444" y="256991"/>
                    <a:pt x="803759" y="268577"/>
                    <a:pt x="810378" y="289487"/>
                  </a:cubicBezTo>
                  <a:cubicBezTo>
                    <a:pt x="879465" y="508126"/>
                    <a:pt x="758231" y="741378"/>
                    <a:pt x="539588" y="810465"/>
                  </a:cubicBezTo>
                  <a:cubicBezTo>
                    <a:pt x="499236" y="823212"/>
                    <a:pt x="457170" y="829722"/>
                    <a:pt x="414851" y="82975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2EF4ACDE-8671-2949-B6C1-E11BC86BBE3E}"/>
                </a:ext>
              </a:extLst>
            </p:cNvPr>
            <p:cNvSpPr/>
            <p:nvPr/>
          </p:nvSpPr>
          <p:spPr>
            <a:xfrm>
              <a:off x="8207231" y="3771964"/>
              <a:ext cx="607007" cy="607654"/>
            </a:xfrm>
            <a:custGeom>
              <a:avLst/>
              <a:gdLst>
                <a:gd name="connsiteX0" fmla="*/ 303293 w 607007"/>
                <a:gd name="connsiteY0" fmla="*/ 607654 h 607654"/>
                <a:gd name="connsiteX1" fmla="*/ 0 w 607007"/>
                <a:gd name="connsiteY1" fmla="*/ 303293 h 607654"/>
                <a:gd name="connsiteX2" fmla="*/ 304362 w 607007"/>
                <a:gd name="connsiteY2" fmla="*/ 0 h 607654"/>
                <a:gd name="connsiteX3" fmla="*/ 391916 w 607007"/>
                <a:gd name="connsiteY3" fmla="*/ 13050 h 607654"/>
                <a:gd name="connsiteX4" fmla="*/ 419232 w 607007"/>
                <a:gd name="connsiteY4" fmla="*/ 62095 h 607654"/>
                <a:gd name="connsiteX5" fmla="*/ 370187 w 607007"/>
                <a:gd name="connsiteY5" fmla="*/ 89411 h 607654"/>
                <a:gd name="connsiteX6" fmla="*/ 368892 w 607007"/>
                <a:gd name="connsiteY6" fmla="*/ 89019 h 607654"/>
                <a:gd name="connsiteX7" fmla="*/ 88950 w 607007"/>
                <a:gd name="connsiteY7" fmla="*/ 238451 h 607654"/>
                <a:gd name="connsiteX8" fmla="*/ 238381 w 607007"/>
                <a:gd name="connsiteY8" fmla="*/ 518392 h 607654"/>
                <a:gd name="connsiteX9" fmla="*/ 518324 w 607007"/>
                <a:gd name="connsiteY9" fmla="*/ 368959 h 607654"/>
                <a:gd name="connsiteX10" fmla="*/ 519441 w 607007"/>
                <a:gd name="connsiteY10" fmla="*/ 242248 h 607654"/>
                <a:gd name="connsiteX11" fmla="*/ 551168 w 607007"/>
                <a:gd name="connsiteY11" fmla="*/ 195933 h 607654"/>
                <a:gd name="connsiteX12" fmla="*/ 595361 w 607007"/>
                <a:gd name="connsiteY12" fmla="*/ 220315 h 607654"/>
                <a:gd name="connsiteX13" fmla="*/ 386021 w 607007"/>
                <a:gd name="connsiteY13" fmla="*/ 595785 h 607654"/>
                <a:gd name="connsiteX14" fmla="*/ 303094 w 607007"/>
                <a:gd name="connsiteY14" fmla="*/ 607357 h 607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7007" h="607654">
                  <a:moveTo>
                    <a:pt x="303293" y="607654"/>
                  </a:moveTo>
                  <a:cubicBezTo>
                    <a:pt x="135494" y="607357"/>
                    <a:pt x="-295" y="471093"/>
                    <a:pt x="0" y="303293"/>
                  </a:cubicBezTo>
                  <a:cubicBezTo>
                    <a:pt x="296" y="135494"/>
                    <a:pt x="136563" y="-295"/>
                    <a:pt x="304362" y="0"/>
                  </a:cubicBezTo>
                  <a:cubicBezTo>
                    <a:pt x="334027" y="53"/>
                    <a:pt x="363525" y="4449"/>
                    <a:pt x="391916" y="13050"/>
                  </a:cubicBezTo>
                  <a:cubicBezTo>
                    <a:pt x="413004" y="19050"/>
                    <a:pt x="425231" y="41008"/>
                    <a:pt x="419232" y="62095"/>
                  </a:cubicBezTo>
                  <a:cubicBezTo>
                    <a:pt x="413233" y="83182"/>
                    <a:pt x="391270" y="95412"/>
                    <a:pt x="370187" y="89411"/>
                  </a:cubicBezTo>
                  <a:cubicBezTo>
                    <a:pt x="369750" y="89288"/>
                    <a:pt x="369318" y="89157"/>
                    <a:pt x="368892" y="89019"/>
                  </a:cubicBezTo>
                  <a:cubicBezTo>
                    <a:pt x="250323" y="52979"/>
                    <a:pt x="124989" y="119883"/>
                    <a:pt x="88950" y="238451"/>
                  </a:cubicBezTo>
                  <a:cubicBezTo>
                    <a:pt x="52910" y="357018"/>
                    <a:pt x="119813" y="482352"/>
                    <a:pt x="238381" y="518392"/>
                  </a:cubicBezTo>
                  <a:cubicBezTo>
                    <a:pt x="356949" y="554431"/>
                    <a:pt x="482285" y="487528"/>
                    <a:pt x="518324" y="368959"/>
                  </a:cubicBezTo>
                  <a:cubicBezTo>
                    <a:pt x="530864" y="327707"/>
                    <a:pt x="531251" y="283715"/>
                    <a:pt x="519441" y="242248"/>
                  </a:cubicBezTo>
                  <a:cubicBezTo>
                    <a:pt x="515412" y="220697"/>
                    <a:pt x="529618" y="199961"/>
                    <a:pt x="551168" y="195933"/>
                  </a:cubicBezTo>
                  <a:cubicBezTo>
                    <a:pt x="569836" y="192444"/>
                    <a:pt x="588359" y="202664"/>
                    <a:pt x="595361" y="220315"/>
                  </a:cubicBezTo>
                  <a:cubicBezTo>
                    <a:pt x="641235" y="381806"/>
                    <a:pt x="547511" y="549911"/>
                    <a:pt x="386021" y="595785"/>
                  </a:cubicBezTo>
                  <a:cubicBezTo>
                    <a:pt x="359043" y="603452"/>
                    <a:pt x="331137" y="607342"/>
                    <a:pt x="303094" y="6073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DC55DE9-978C-DD43-9244-47958DC5FE55}"/>
                </a:ext>
              </a:extLst>
            </p:cNvPr>
            <p:cNvSpPr/>
            <p:nvPr/>
          </p:nvSpPr>
          <p:spPr>
            <a:xfrm>
              <a:off x="8325538" y="3886587"/>
              <a:ext cx="376819" cy="376521"/>
            </a:xfrm>
            <a:custGeom>
              <a:avLst/>
              <a:gdLst>
                <a:gd name="connsiteX0" fmla="*/ 188261 w 376819"/>
                <a:gd name="connsiteY0" fmla="*/ 376522 h 376521"/>
                <a:gd name="connsiteX1" fmla="*/ 0 w 376819"/>
                <a:gd name="connsiteY1" fmla="*/ 188261 h 376521"/>
                <a:gd name="connsiteX2" fmla="*/ 188261 w 376819"/>
                <a:gd name="connsiteY2" fmla="*/ 0 h 376521"/>
                <a:gd name="connsiteX3" fmla="*/ 227958 w 376819"/>
                <a:gd name="connsiteY3" fmla="*/ 39697 h 376521"/>
                <a:gd name="connsiteX4" fmla="*/ 188261 w 376819"/>
                <a:gd name="connsiteY4" fmla="*/ 79393 h 376521"/>
                <a:gd name="connsiteX5" fmla="*/ 79691 w 376819"/>
                <a:gd name="connsiteY5" fmla="*/ 188558 h 376521"/>
                <a:gd name="connsiteX6" fmla="*/ 188857 w 376819"/>
                <a:gd name="connsiteY6" fmla="*/ 297129 h 376521"/>
                <a:gd name="connsiteX7" fmla="*/ 297427 w 376819"/>
                <a:gd name="connsiteY7" fmla="*/ 188261 h 376521"/>
                <a:gd name="connsiteX8" fmla="*/ 337123 w 376819"/>
                <a:gd name="connsiteY8" fmla="*/ 148564 h 376521"/>
                <a:gd name="connsiteX9" fmla="*/ 376820 w 376819"/>
                <a:gd name="connsiteY9" fmla="*/ 188261 h 376521"/>
                <a:gd name="connsiteX10" fmla="*/ 188261 w 376819"/>
                <a:gd name="connsiteY10" fmla="*/ 376522 h 3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819" h="376521">
                  <a:moveTo>
                    <a:pt x="188261" y="376522"/>
                  </a:moveTo>
                  <a:cubicBezTo>
                    <a:pt x="84287" y="376522"/>
                    <a:pt x="0" y="292236"/>
                    <a:pt x="0" y="188261"/>
                  </a:cubicBezTo>
                  <a:cubicBezTo>
                    <a:pt x="0" y="84287"/>
                    <a:pt x="84287" y="0"/>
                    <a:pt x="188261" y="0"/>
                  </a:cubicBezTo>
                  <a:cubicBezTo>
                    <a:pt x="210185" y="0"/>
                    <a:pt x="227958" y="17773"/>
                    <a:pt x="227958" y="39697"/>
                  </a:cubicBezTo>
                  <a:cubicBezTo>
                    <a:pt x="227958" y="61620"/>
                    <a:pt x="210185" y="79393"/>
                    <a:pt x="188261" y="79393"/>
                  </a:cubicBezTo>
                  <a:cubicBezTo>
                    <a:pt x="128135" y="79557"/>
                    <a:pt x="79527" y="128432"/>
                    <a:pt x="79691" y="188558"/>
                  </a:cubicBezTo>
                  <a:cubicBezTo>
                    <a:pt x="79856" y="248684"/>
                    <a:pt x="128731" y="297292"/>
                    <a:pt x="188857" y="297129"/>
                  </a:cubicBezTo>
                  <a:cubicBezTo>
                    <a:pt x="248868" y="296965"/>
                    <a:pt x="297427" y="248271"/>
                    <a:pt x="297427" y="188261"/>
                  </a:cubicBezTo>
                  <a:cubicBezTo>
                    <a:pt x="297427" y="166337"/>
                    <a:pt x="315201" y="148564"/>
                    <a:pt x="337123" y="148564"/>
                  </a:cubicBezTo>
                  <a:cubicBezTo>
                    <a:pt x="359046" y="148564"/>
                    <a:pt x="376820" y="166337"/>
                    <a:pt x="376820" y="188261"/>
                  </a:cubicBezTo>
                  <a:cubicBezTo>
                    <a:pt x="376656" y="292281"/>
                    <a:pt x="292281" y="376522"/>
                    <a:pt x="188261" y="3765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5312F0B-F3D7-1A48-A108-3F0540073544}"/>
                </a:ext>
              </a:extLst>
            </p:cNvPr>
            <p:cNvSpPr/>
            <p:nvPr/>
          </p:nvSpPr>
          <p:spPr>
            <a:xfrm>
              <a:off x="8471937" y="3659841"/>
              <a:ext cx="454561" cy="455051"/>
            </a:xfrm>
            <a:custGeom>
              <a:avLst/>
              <a:gdLst>
                <a:gd name="connsiteX0" fmla="*/ 39728 w 454561"/>
                <a:gd name="connsiteY0" fmla="*/ 455051 h 455051"/>
                <a:gd name="connsiteX1" fmla="*/ 0 w 454561"/>
                <a:gd name="connsiteY1" fmla="*/ 415386 h 455051"/>
                <a:gd name="connsiteX2" fmla="*/ 11643 w 454561"/>
                <a:gd name="connsiteY2" fmla="*/ 387269 h 455051"/>
                <a:gd name="connsiteX3" fmla="*/ 386775 w 454561"/>
                <a:gd name="connsiteY3" fmla="*/ 11641 h 455051"/>
                <a:gd name="connsiteX4" fmla="*/ 442921 w 454561"/>
                <a:gd name="connsiteY4" fmla="*/ 11616 h 455051"/>
                <a:gd name="connsiteX5" fmla="*/ 442946 w 454561"/>
                <a:gd name="connsiteY5" fmla="*/ 67762 h 455051"/>
                <a:gd name="connsiteX6" fmla="*/ 67664 w 454561"/>
                <a:gd name="connsiteY6" fmla="*/ 443390 h 455051"/>
                <a:gd name="connsiteX7" fmla="*/ 39728 w 454561"/>
                <a:gd name="connsiteY7" fmla="*/ 455051 h 455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561" h="455051">
                  <a:moveTo>
                    <a:pt x="39728" y="455051"/>
                  </a:moveTo>
                  <a:cubicBezTo>
                    <a:pt x="17804" y="455068"/>
                    <a:pt x="17" y="437310"/>
                    <a:pt x="0" y="415386"/>
                  </a:cubicBezTo>
                  <a:cubicBezTo>
                    <a:pt x="-8" y="404839"/>
                    <a:pt x="4181" y="394723"/>
                    <a:pt x="11643" y="387269"/>
                  </a:cubicBezTo>
                  <a:lnTo>
                    <a:pt x="386775" y="11641"/>
                  </a:lnTo>
                  <a:cubicBezTo>
                    <a:pt x="402272" y="-3870"/>
                    <a:pt x="427410" y="-3882"/>
                    <a:pt x="442921" y="11616"/>
                  </a:cubicBezTo>
                  <a:cubicBezTo>
                    <a:pt x="458433" y="27113"/>
                    <a:pt x="458443" y="52251"/>
                    <a:pt x="442946" y="67762"/>
                  </a:cubicBezTo>
                  <a:lnTo>
                    <a:pt x="67664" y="443390"/>
                  </a:lnTo>
                  <a:cubicBezTo>
                    <a:pt x="60258" y="450814"/>
                    <a:pt x="50215" y="455007"/>
                    <a:pt x="39728" y="4550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5DD70A3-4B39-8342-B900-982082BACF88}"/>
                </a:ext>
              </a:extLst>
            </p:cNvPr>
            <p:cNvSpPr/>
            <p:nvPr/>
          </p:nvSpPr>
          <p:spPr>
            <a:xfrm>
              <a:off x="8661073" y="3845749"/>
              <a:ext cx="170546" cy="79740"/>
            </a:xfrm>
            <a:custGeom>
              <a:avLst/>
              <a:gdLst>
                <a:gd name="connsiteX0" fmla="*/ 39697 w 170546"/>
                <a:gd name="connsiteY0" fmla="*/ 79740 h 79740"/>
                <a:gd name="connsiteX1" fmla="*/ 0 w 170546"/>
                <a:gd name="connsiteY1" fmla="*/ 40044 h 79740"/>
                <a:gd name="connsiteX2" fmla="*/ 39697 w 170546"/>
                <a:gd name="connsiteY2" fmla="*/ 347 h 79740"/>
                <a:gd name="connsiteX3" fmla="*/ 130850 w 170546"/>
                <a:gd name="connsiteY3" fmla="*/ 0 h 79740"/>
                <a:gd name="connsiteX4" fmla="*/ 130850 w 170546"/>
                <a:gd name="connsiteY4" fmla="*/ 0 h 79740"/>
                <a:gd name="connsiteX5" fmla="*/ 170547 w 170546"/>
                <a:gd name="connsiteY5" fmla="*/ 39697 h 79740"/>
                <a:gd name="connsiteX6" fmla="*/ 130850 w 170546"/>
                <a:gd name="connsiteY6" fmla="*/ 79393 h 79740"/>
                <a:gd name="connsiteX7" fmla="*/ 39697 w 170546"/>
                <a:gd name="connsiteY7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546" h="79740">
                  <a:moveTo>
                    <a:pt x="39697" y="79740"/>
                  </a:moveTo>
                  <a:cubicBezTo>
                    <a:pt x="17774" y="79740"/>
                    <a:pt x="0" y="61968"/>
                    <a:pt x="0" y="40044"/>
                  </a:cubicBezTo>
                  <a:cubicBezTo>
                    <a:pt x="0" y="18120"/>
                    <a:pt x="17774" y="347"/>
                    <a:pt x="39697" y="347"/>
                  </a:cubicBezTo>
                  <a:lnTo>
                    <a:pt x="130850" y="0"/>
                  </a:lnTo>
                  <a:lnTo>
                    <a:pt x="130850" y="0"/>
                  </a:lnTo>
                  <a:cubicBezTo>
                    <a:pt x="152772" y="0"/>
                    <a:pt x="170547" y="17773"/>
                    <a:pt x="170547" y="39697"/>
                  </a:cubicBezTo>
                  <a:cubicBezTo>
                    <a:pt x="170547" y="61620"/>
                    <a:pt x="152772" y="79393"/>
                    <a:pt x="130850" y="79393"/>
                  </a:cubicBezTo>
                  <a:lnTo>
                    <a:pt x="39697" y="7974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E3AF479-B3FF-D143-BCC5-740EB64D842E}"/>
                </a:ext>
              </a:extLst>
            </p:cNvPr>
            <p:cNvSpPr/>
            <p:nvPr/>
          </p:nvSpPr>
          <p:spPr>
            <a:xfrm>
              <a:off x="8752226" y="3754646"/>
              <a:ext cx="175558" cy="79740"/>
            </a:xfrm>
            <a:custGeom>
              <a:avLst/>
              <a:gdLst>
                <a:gd name="connsiteX0" fmla="*/ 39697 w 175558"/>
                <a:gd name="connsiteY0" fmla="*/ 79740 h 79740"/>
                <a:gd name="connsiteX1" fmla="*/ 0 w 175558"/>
                <a:gd name="connsiteY1" fmla="*/ 40044 h 79740"/>
                <a:gd name="connsiteX2" fmla="*/ 39697 w 175558"/>
                <a:gd name="connsiteY2" fmla="*/ 347 h 79740"/>
                <a:gd name="connsiteX3" fmla="*/ 135862 w 175558"/>
                <a:gd name="connsiteY3" fmla="*/ 0 h 79740"/>
                <a:gd name="connsiteX4" fmla="*/ 135862 w 175558"/>
                <a:gd name="connsiteY4" fmla="*/ 0 h 79740"/>
                <a:gd name="connsiteX5" fmla="*/ 175558 w 175558"/>
                <a:gd name="connsiteY5" fmla="*/ 39697 h 79740"/>
                <a:gd name="connsiteX6" fmla="*/ 135862 w 175558"/>
                <a:gd name="connsiteY6" fmla="*/ 79393 h 79740"/>
                <a:gd name="connsiteX7" fmla="*/ 39697 w 175558"/>
                <a:gd name="connsiteY7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558" h="79740">
                  <a:moveTo>
                    <a:pt x="39697" y="79740"/>
                  </a:moveTo>
                  <a:cubicBezTo>
                    <a:pt x="17774" y="79740"/>
                    <a:pt x="0" y="61968"/>
                    <a:pt x="0" y="40044"/>
                  </a:cubicBezTo>
                  <a:cubicBezTo>
                    <a:pt x="0" y="18120"/>
                    <a:pt x="17774" y="347"/>
                    <a:pt x="39697" y="347"/>
                  </a:cubicBezTo>
                  <a:lnTo>
                    <a:pt x="135862" y="0"/>
                  </a:lnTo>
                  <a:lnTo>
                    <a:pt x="135862" y="0"/>
                  </a:lnTo>
                  <a:cubicBezTo>
                    <a:pt x="157784" y="0"/>
                    <a:pt x="175558" y="17773"/>
                    <a:pt x="175558" y="39697"/>
                  </a:cubicBezTo>
                  <a:cubicBezTo>
                    <a:pt x="175558" y="61620"/>
                    <a:pt x="157784" y="79393"/>
                    <a:pt x="135862" y="79393"/>
                  </a:cubicBezTo>
                  <a:lnTo>
                    <a:pt x="39697" y="7974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FB4081D1-243F-C848-91C2-2E72AA842F2E}"/>
                </a:ext>
              </a:extLst>
            </p:cNvPr>
            <p:cNvSpPr/>
            <p:nvPr/>
          </p:nvSpPr>
          <p:spPr>
            <a:xfrm>
              <a:off x="8661073" y="3754993"/>
              <a:ext cx="79393" cy="170496"/>
            </a:xfrm>
            <a:custGeom>
              <a:avLst/>
              <a:gdLst>
                <a:gd name="connsiteX0" fmla="*/ 39697 w 79393"/>
                <a:gd name="connsiteY0" fmla="*/ 170497 h 170496"/>
                <a:gd name="connsiteX1" fmla="*/ 39697 w 79393"/>
                <a:gd name="connsiteY1" fmla="*/ 170497 h 170496"/>
                <a:gd name="connsiteX2" fmla="*/ 0 w 79393"/>
                <a:gd name="connsiteY2" fmla="*/ 130800 h 170496"/>
                <a:gd name="connsiteX3" fmla="*/ 0 w 79393"/>
                <a:gd name="connsiteY3" fmla="*/ 39697 h 170496"/>
                <a:gd name="connsiteX4" fmla="*/ 39697 w 79393"/>
                <a:gd name="connsiteY4" fmla="*/ 0 h 170496"/>
                <a:gd name="connsiteX5" fmla="*/ 39697 w 79393"/>
                <a:gd name="connsiteY5" fmla="*/ 0 h 170496"/>
                <a:gd name="connsiteX6" fmla="*/ 79393 w 79393"/>
                <a:gd name="connsiteY6" fmla="*/ 39697 h 170496"/>
                <a:gd name="connsiteX7" fmla="*/ 79393 w 79393"/>
                <a:gd name="connsiteY7" fmla="*/ 130800 h 170496"/>
                <a:gd name="connsiteX8" fmla="*/ 39697 w 79393"/>
                <a:gd name="connsiteY8" fmla="*/ 170497 h 17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170496">
                  <a:moveTo>
                    <a:pt x="39697" y="170497"/>
                  </a:moveTo>
                  <a:lnTo>
                    <a:pt x="39697" y="170497"/>
                  </a:lnTo>
                  <a:cubicBezTo>
                    <a:pt x="17774" y="170497"/>
                    <a:pt x="0" y="152724"/>
                    <a:pt x="0" y="13080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79393" y="130800"/>
                  </a:lnTo>
                  <a:cubicBezTo>
                    <a:pt x="79393" y="152724"/>
                    <a:pt x="61619" y="170497"/>
                    <a:pt x="39697" y="1704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BB58461-66FD-6042-92DD-25F7DC5006E3}"/>
                </a:ext>
              </a:extLst>
            </p:cNvPr>
            <p:cNvSpPr/>
            <p:nvPr/>
          </p:nvSpPr>
          <p:spPr>
            <a:xfrm>
              <a:off x="8752226" y="3658779"/>
              <a:ext cx="79393" cy="175607"/>
            </a:xfrm>
            <a:custGeom>
              <a:avLst/>
              <a:gdLst>
                <a:gd name="connsiteX0" fmla="*/ 39697 w 79393"/>
                <a:gd name="connsiteY0" fmla="*/ 175608 h 175607"/>
                <a:gd name="connsiteX1" fmla="*/ 0 w 79393"/>
                <a:gd name="connsiteY1" fmla="*/ 135911 h 175607"/>
                <a:gd name="connsiteX2" fmla="*/ 0 w 79393"/>
                <a:gd name="connsiteY2" fmla="*/ 39697 h 175607"/>
                <a:gd name="connsiteX3" fmla="*/ 39697 w 79393"/>
                <a:gd name="connsiteY3" fmla="*/ 0 h 175607"/>
                <a:gd name="connsiteX4" fmla="*/ 79393 w 79393"/>
                <a:gd name="connsiteY4" fmla="*/ 39697 h 175607"/>
                <a:gd name="connsiteX5" fmla="*/ 79393 w 79393"/>
                <a:gd name="connsiteY5" fmla="*/ 135911 h 175607"/>
                <a:gd name="connsiteX6" fmla="*/ 39697 w 79393"/>
                <a:gd name="connsiteY6" fmla="*/ 175608 h 17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607">
                  <a:moveTo>
                    <a:pt x="39697" y="175608"/>
                  </a:moveTo>
                  <a:cubicBezTo>
                    <a:pt x="17774" y="175608"/>
                    <a:pt x="0" y="157835"/>
                    <a:pt x="0" y="13591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35911"/>
                  </a:lnTo>
                  <a:cubicBezTo>
                    <a:pt x="79393" y="157835"/>
                    <a:pt x="61619" y="175608"/>
                    <a:pt x="39697" y="1756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0" name="Picture Placeholder 73">
            <a:extLst>
              <a:ext uri="{FF2B5EF4-FFF2-40B4-BE49-F238E27FC236}">
                <a16:creationId xmlns:a16="http://schemas.microsoft.com/office/drawing/2014/main" id="{797CA1ED-E7F4-42D4-88FD-94F38D0E0CE6}"/>
              </a:ext>
            </a:extLst>
          </p:cNvPr>
          <p:cNvGrpSpPr>
            <a:grpSpLocks noChangeAspect="1"/>
          </p:cNvGrpSpPr>
          <p:nvPr/>
        </p:nvGrpSpPr>
        <p:grpSpPr>
          <a:xfrm>
            <a:off x="9415484" y="3659821"/>
            <a:ext cx="828666" cy="828665"/>
            <a:chOff x="9415484" y="3659821"/>
            <a:chExt cx="828666" cy="828665"/>
          </a:xfrm>
        </p:grpSpPr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9D6EF4D-9202-EA41-8202-5983F46310B7}"/>
                </a:ext>
              </a:extLst>
            </p:cNvPr>
            <p:cNvSpPr/>
            <p:nvPr/>
          </p:nvSpPr>
          <p:spPr>
            <a:xfrm>
              <a:off x="9490799" y="4119727"/>
              <a:ext cx="680517" cy="209972"/>
            </a:xfrm>
            <a:custGeom>
              <a:avLst/>
              <a:gdLst>
                <a:gd name="connsiteX0" fmla="*/ 640861 w 680517"/>
                <a:gd name="connsiteY0" fmla="*/ 209973 h 209972"/>
                <a:gd name="connsiteX1" fmla="*/ 611981 w 680517"/>
                <a:gd name="connsiteY1" fmla="*/ 197518 h 209972"/>
                <a:gd name="connsiteX2" fmla="*/ 79867 w 680517"/>
                <a:gd name="connsiteY2" fmla="*/ 181942 h 209972"/>
                <a:gd name="connsiteX3" fmla="*/ 68188 w 680517"/>
                <a:gd name="connsiteY3" fmla="*/ 193449 h 209972"/>
                <a:gd name="connsiteX4" fmla="*/ 12042 w 680517"/>
                <a:gd name="connsiteY4" fmla="*/ 194268 h 209972"/>
                <a:gd name="connsiteX5" fmla="*/ 11223 w 680517"/>
                <a:gd name="connsiteY5" fmla="*/ 138122 h 209972"/>
                <a:gd name="connsiteX6" fmla="*/ 655851 w 680517"/>
                <a:gd name="connsiteY6" fmla="*/ 128982 h 209972"/>
                <a:gd name="connsiteX7" fmla="*/ 669740 w 680517"/>
                <a:gd name="connsiteY7" fmla="*/ 143084 h 209972"/>
                <a:gd name="connsiteX8" fmla="*/ 668013 w 680517"/>
                <a:gd name="connsiteY8" fmla="*/ 199195 h 209972"/>
                <a:gd name="connsiteX9" fmla="*/ 640861 w 680517"/>
                <a:gd name="connsiteY9" fmla="*/ 209973 h 20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0517" h="209972">
                  <a:moveTo>
                    <a:pt x="640861" y="209973"/>
                  </a:moveTo>
                  <a:cubicBezTo>
                    <a:pt x="629929" y="209973"/>
                    <a:pt x="619484" y="205467"/>
                    <a:pt x="611981" y="197518"/>
                  </a:cubicBezTo>
                  <a:cubicBezTo>
                    <a:pt x="469342" y="46279"/>
                    <a:pt x="231107" y="39307"/>
                    <a:pt x="79867" y="181942"/>
                  </a:cubicBezTo>
                  <a:cubicBezTo>
                    <a:pt x="75891" y="185693"/>
                    <a:pt x="71997" y="189529"/>
                    <a:pt x="68188" y="193449"/>
                  </a:cubicBezTo>
                  <a:cubicBezTo>
                    <a:pt x="52909" y="209179"/>
                    <a:pt x="27772" y="209546"/>
                    <a:pt x="12042" y="194268"/>
                  </a:cubicBezTo>
                  <a:cubicBezTo>
                    <a:pt x="-3688" y="178990"/>
                    <a:pt x="-4055" y="153852"/>
                    <a:pt x="11223" y="138122"/>
                  </a:cubicBezTo>
                  <a:cubicBezTo>
                    <a:pt x="186708" y="-42410"/>
                    <a:pt x="475316" y="-46502"/>
                    <a:pt x="655851" y="128982"/>
                  </a:cubicBezTo>
                  <a:cubicBezTo>
                    <a:pt x="660580" y="133582"/>
                    <a:pt x="665215" y="138286"/>
                    <a:pt x="669740" y="143084"/>
                  </a:cubicBezTo>
                  <a:cubicBezTo>
                    <a:pt x="684760" y="159057"/>
                    <a:pt x="683986" y="184180"/>
                    <a:pt x="668013" y="199195"/>
                  </a:cubicBezTo>
                  <a:cubicBezTo>
                    <a:pt x="660659" y="206107"/>
                    <a:pt x="650954" y="209963"/>
                    <a:pt x="640861" y="2099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A41265A-A7AE-5B44-951D-8C17792DA19D}"/>
                </a:ext>
              </a:extLst>
            </p:cNvPr>
            <p:cNvSpPr/>
            <p:nvPr/>
          </p:nvSpPr>
          <p:spPr>
            <a:xfrm>
              <a:off x="9790120" y="3659821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73" y="828665"/>
                    <a:pt x="0" y="810891"/>
                    <a:pt x="0" y="7889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8969"/>
                  </a:lnTo>
                  <a:cubicBezTo>
                    <a:pt x="79393" y="810891"/>
                    <a:pt x="61621" y="828665"/>
                    <a:pt x="39697" y="8286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3686F93-0A28-6740-91CD-90DF0AC3E09F}"/>
                </a:ext>
              </a:extLst>
            </p:cNvPr>
            <p:cNvSpPr/>
            <p:nvPr/>
          </p:nvSpPr>
          <p:spPr>
            <a:xfrm>
              <a:off x="9491614" y="3812019"/>
              <a:ext cx="681202" cy="210036"/>
            </a:xfrm>
            <a:custGeom>
              <a:avLst/>
              <a:gdLst>
                <a:gd name="connsiteX0" fmla="*/ 342471 w 681202"/>
                <a:gd name="connsiteY0" fmla="*/ 210033 h 210036"/>
                <a:gd name="connsiteX1" fmla="*/ 10855 w 681202"/>
                <a:gd name="connsiteY1" fmla="*/ 67026 h 210036"/>
                <a:gd name="connsiteX2" fmla="*/ 12443 w 681202"/>
                <a:gd name="connsiteY2" fmla="*/ 10855 h 210036"/>
                <a:gd name="connsiteX3" fmla="*/ 68614 w 681202"/>
                <a:gd name="connsiteY3" fmla="*/ 12443 h 210036"/>
                <a:gd name="connsiteX4" fmla="*/ 342471 w 681202"/>
                <a:gd name="connsiteY4" fmla="*/ 130640 h 210036"/>
                <a:gd name="connsiteX5" fmla="*/ 612457 w 681202"/>
                <a:gd name="connsiteY5" fmla="*/ 16512 h 210036"/>
                <a:gd name="connsiteX6" fmla="*/ 668564 w 681202"/>
                <a:gd name="connsiteY6" fmla="*/ 14520 h 210036"/>
                <a:gd name="connsiteX7" fmla="*/ 670553 w 681202"/>
                <a:gd name="connsiteY7" fmla="*/ 70625 h 210036"/>
                <a:gd name="connsiteX8" fmla="*/ 669372 w 681202"/>
                <a:gd name="connsiteY8" fmla="*/ 71839 h 210036"/>
                <a:gd name="connsiteX9" fmla="*/ 342471 w 681202"/>
                <a:gd name="connsiteY9" fmla="*/ 210033 h 21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1202" h="210036">
                  <a:moveTo>
                    <a:pt x="342471" y="210033"/>
                  </a:moveTo>
                  <a:cubicBezTo>
                    <a:pt x="216852" y="210566"/>
                    <a:pt x="96690" y="158747"/>
                    <a:pt x="10855" y="67026"/>
                  </a:cubicBezTo>
                  <a:cubicBezTo>
                    <a:pt x="-4217" y="51076"/>
                    <a:pt x="-3506" y="25928"/>
                    <a:pt x="12443" y="10855"/>
                  </a:cubicBezTo>
                  <a:cubicBezTo>
                    <a:pt x="28393" y="-4217"/>
                    <a:pt x="53541" y="-3506"/>
                    <a:pt x="68614" y="12443"/>
                  </a:cubicBezTo>
                  <a:cubicBezTo>
                    <a:pt x="139485" y="88220"/>
                    <a:pt x="238718" y="131049"/>
                    <a:pt x="342471" y="130640"/>
                  </a:cubicBezTo>
                  <a:cubicBezTo>
                    <a:pt x="444258" y="130982"/>
                    <a:pt x="541778" y="89760"/>
                    <a:pt x="612457" y="16512"/>
                  </a:cubicBezTo>
                  <a:cubicBezTo>
                    <a:pt x="627398" y="469"/>
                    <a:pt x="652521" y="-422"/>
                    <a:pt x="668564" y="14520"/>
                  </a:cubicBezTo>
                  <a:cubicBezTo>
                    <a:pt x="684606" y="29463"/>
                    <a:pt x="685494" y="54582"/>
                    <a:pt x="670553" y="70625"/>
                  </a:cubicBezTo>
                  <a:cubicBezTo>
                    <a:pt x="670166" y="71038"/>
                    <a:pt x="669774" y="71443"/>
                    <a:pt x="669372" y="71839"/>
                  </a:cubicBezTo>
                  <a:cubicBezTo>
                    <a:pt x="583796" y="160538"/>
                    <a:pt x="465719" y="210454"/>
                    <a:pt x="342471" y="2100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86289A3-A096-CE4D-AEF0-B4A2AB450D75}"/>
                </a:ext>
              </a:extLst>
            </p:cNvPr>
            <p:cNvSpPr/>
            <p:nvPr/>
          </p:nvSpPr>
          <p:spPr>
            <a:xfrm>
              <a:off x="9415484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5" name="Picture Placeholder 75">
            <a:extLst>
              <a:ext uri="{FF2B5EF4-FFF2-40B4-BE49-F238E27FC236}">
                <a16:creationId xmlns:a16="http://schemas.microsoft.com/office/drawing/2014/main" id="{09C81849-6CC1-494C-A0C4-CE254FB7F473}"/>
              </a:ext>
            </a:extLst>
          </p:cNvPr>
          <p:cNvGrpSpPr>
            <a:grpSpLocks noChangeAspect="1"/>
          </p:cNvGrpSpPr>
          <p:nvPr/>
        </p:nvGrpSpPr>
        <p:grpSpPr>
          <a:xfrm>
            <a:off x="1524854" y="4777663"/>
            <a:ext cx="830254" cy="830253"/>
            <a:chOff x="1524854" y="4777663"/>
            <a:chExt cx="830254" cy="830253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EAA2FDF-7A5C-4848-BE93-541AF02D55F4}"/>
                </a:ext>
              </a:extLst>
            </p:cNvPr>
            <p:cNvSpPr/>
            <p:nvPr/>
          </p:nvSpPr>
          <p:spPr>
            <a:xfrm>
              <a:off x="1712817" y="4777663"/>
              <a:ext cx="266860" cy="830253"/>
            </a:xfrm>
            <a:custGeom>
              <a:avLst/>
              <a:gdLst>
                <a:gd name="connsiteX0" fmla="*/ 227164 w 266860"/>
                <a:gd name="connsiteY0" fmla="*/ 830253 h 830253"/>
                <a:gd name="connsiteX1" fmla="*/ 58949 w 266860"/>
                <a:gd name="connsiteY1" fmla="*/ 698262 h 830253"/>
                <a:gd name="connsiteX2" fmla="*/ 0 w 266860"/>
                <a:gd name="connsiteY2" fmla="*/ 415127 h 830253"/>
                <a:gd name="connsiteX3" fmla="*/ 58949 w 266860"/>
                <a:gd name="connsiteY3" fmla="*/ 131991 h 830253"/>
                <a:gd name="connsiteX4" fmla="*/ 227164 w 266860"/>
                <a:gd name="connsiteY4" fmla="*/ 0 h 830253"/>
                <a:gd name="connsiteX5" fmla="*/ 266860 w 266860"/>
                <a:gd name="connsiteY5" fmla="*/ 39697 h 830253"/>
                <a:gd name="connsiteX6" fmla="*/ 227164 w 266860"/>
                <a:gd name="connsiteY6" fmla="*/ 79393 h 830253"/>
                <a:gd name="connsiteX7" fmla="*/ 79393 w 266860"/>
                <a:gd name="connsiteY7" fmla="*/ 415127 h 830253"/>
                <a:gd name="connsiteX8" fmla="*/ 227164 w 266860"/>
                <a:gd name="connsiteY8" fmla="*/ 750860 h 830253"/>
                <a:gd name="connsiteX9" fmla="*/ 266860 w 266860"/>
                <a:gd name="connsiteY9" fmla="*/ 790557 h 830253"/>
                <a:gd name="connsiteX10" fmla="*/ 227164 w 266860"/>
                <a:gd name="connsiteY10" fmla="*/ 83025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860" h="830253">
                  <a:moveTo>
                    <a:pt x="227164" y="830253"/>
                  </a:moveTo>
                  <a:cubicBezTo>
                    <a:pt x="161119" y="830253"/>
                    <a:pt x="101425" y="783362"/>
                    <a:pt x="58949" y="698262"/>
                  </a:cubicBezTo>
                  <a:cubicBezTo>
                    <a:pt x="20940" y="621995"/>
                    <a:pt x="0" y="521464"/>
                    <a:pt x="0" y="415127"/>
                  </a:cubicBezTo>
                  <a:cubicBezTo>
                    <a:pt x="0" y="308790"/>
                    <a:pt x="20940" y="208258"/>
                    <a:pt x="58949" y="131991"/>
                  </a:cubicBezTo>
                  <a:cubicBezTo>
                    <a:pt x="101425" y="46892"/>
                    <a:pt x="161119" y="0"/>
                    <a:pt x="227164" y="0"/>
                  </a:cubicBezTo>
                  <a:cubicBezTo>
                    <a:pt x="249088" y="0"/>
                    <a:pt x="266860" y="17773"/>
                    <a:pt x="266860" y="39697"/>
                  </a:cubicBezTo>
                  <a:cubicBezTo>
                    <a:pt x="266860" y="61620"/>
                    <a:pt x="249088" y="79393"/>
                    <a:pt x="227164" y="79393"/>
                  </a:cubicBezTo>
                  <a:cubicBezTo>
                    <a:pt x="157298" y="79393"/>
                    <a:pt x="79393" y="217289"/>
                    <a:pt x="79393" y="415127"/>
                  </a:cubicBezTo>
                  <a:cubicBezTo>
                    <a:pt x="79393" y="612964"/>
                    <a:pt x="157298" y="750860"/>
                    <a:pt x="227164" y="750860"/>
                  </a:cubicBezTo>
                  <a:cubicBezTo>
                    <a:pt x="249088" y="750860"/>
                    <a:pt x="266860" y="768634"/>
                    <a:pt x="266860" y="790557"/>
                  </a:cubicBezTo>
                  <a:cubicBezTo>
                    <a:pt x="266860" y="812479"/>
                    <a:pt x="249088" y="830253"/>
                    <a:pt x="227164" y="83025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B594DE7E-3DF7-B04C-9136-A7291C9E1848}"/>
                </a:ext>
              </a:extLst>
            </p:cNvPr>
            <p:cNvSpPr/>
            <p:nvPr/>
          </p:nvSpPr>
          <p:spPr>
            <a:xfrm>
              <a:off x="1524854" y="5153093"/>
              <a:ext cx="830254" cy="79393"/>
            </a:xfrm>
            <a:custGeom>
              <a:avLst/>
              <a:gdLst>
                <a:gd name="connsiteX0" fmla="*/ 790558 w 830254"/>
                <a:gd name="connsiteY0" fmla="*/ 79393 h 79393"/>
                <a:gd name="connsiteX1" fmla="*/ 39697 w 830254"/>
                <a:gd name="connsiteY1" fmla="*/ 79393 h 79393"/>
                <a:gd name="connsiteX2" fmla="*/ 0 w 830254"/>
                <a:gd name="connsiteY2" fmla="*/ 39697 h 79393"/>
                <a:gd name="connsiteX3" fmla="*/ 39697 w 830254"/>
                <a:gd name="connsiteY3" fmla="*/ 0 h 79393"/>
                <a:gd name="connsiteX4" fmla="*/ 790558 w 830254"/>
                <a:gd name="connsiteY4" fmla="*/ 0 h 79393"/>
                <a:gd name="connsiteX5" fmla="*/ 830254 w 830254"/>
                <a:gd name="connsiteY5" fmla="*/ 39697 h 79393"/>
                <a:gd name="connsiteX6" fmla="*/ 790558 w 830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0254" h="79393">
                  <a:moveTo>
                    <a:pt x="790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0558" y="0"/>
                  </a:lnTo>
                  <a:cubicBezTo>
                    <a:pt x="812480" y="0"/>
                    <a:pt x="830254" y="17773"/>
                    <a:pt x="830254" y="39697"/>
                  </a:cubicBezTo>
                  <a:cubicBezTo>
                    <a:pt x="830254" y="61620"/>
                    <a:pt x="812480" y="79393"/>
                    <a:pt x="79055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C84D9BA4-C510-EE40-912C-05175579B658}"/>
                </a:ext>
              </a:extLst>
            </p:cNvPr>
            <p:cNvSpPr/>
            <p:nvPr/>
          </p:nvSpPr>
          <p:spPr>
            <a:xfrm>
              <a:off x="1524854" y="4777663"/>
              <a:ext cx="830254" cy="830253"/>
            </a:xfrm>
            <a:custGeom>
              <a:avLst/>
              <a:gdLst>
                <a:gd name="connsiteX0" fmla="*/ 415127 w 830254"/>
                <a:gd name="connsiteY0" fmla="*/ 830253 h 830253"/>
                <a:gd name="connsiteX1" fmla="*/ 0 w 830254"/>
                <a:gd name="connsiteY1" fmla="*/ 415127 h 830253"/>
                <a:gd name="connsiteX2" fmla="*/ 415127 w 830254"/>
                <a:gd name="connsiteY2" fmla="*/ 0 h 830253"/>
                <a:gd name="connsiteX3" fmla="*/ 830254 w 830254"/>
                <a:gd name="connsiteY3" fmla="*/ 415127 h 830253"/>
                <a:gd name="connsiteX4" fmla="*/ 415127 w 830254"/>
                <a:gd name="connsiteY4" fmla="*/ 830253 h 830253"/>
                <a:gd name="connsiteX5" fmla="*/ 415127 w 830254"/>
                <a:gd name="connsiteY5" fmla="*/ 79393 h 830253"/>
                <a:gd name="connsiteX6" fmla="*/ 79393 w 830254"/>
                <a:gd name="connsiteY6" fmla="*/ 415127 h 830253"/>
                <a:gd name="connsiteX7" fmla="*/ 415127 w 830254"/>
                <a:gd name="connsiteY7" fmla="*/ 750860 h 830253"/>
                <a:gd name="connsiteX8" fmla="*/ 750861 w 830254"/>
                <a:gd name="connsiteY8" fmla="*/ 415127 h 830253"/>
                <a:gd name="connsiteX9" fmla="*/ 415127 w 830254"/>
                <a:gd name="connsiteY9" fmla="*/ 7939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0254" h="830253">
                  <a:moveTo>
                    <a:pt x="415127" y="830253"/>
                  </a:moveTo>
                  <a:cubicBezTo>
                    <a:pt x="185859" y="830253"/>
                    <a:pt x="0" y="644394"/>
                    <a:pt x="0" y="415127"/>
                  </a:cubicBezTo>
                  <a:cubicBezTo>
                    <a:pt x="0" y="185859"/>
                    <a:pt x="185859" y="0"/>
                    <a:pt x="415127" y="0"/>
                  </a:cubicBezTo>
                  <a:cubicBezTo>
                    <a:pt x="644395" y="0"/>
                    <a:pt x="830254" y="185859"/>
                    <a:pt x="830254" y="415127"/>
                  </a:cubicBezTo>
                  <a:cubicBezTo>
                    <a:pt x="829981" y="644280"/>
                    <a:pt x="644281" y="829980"/>
                    <a:pt x="415127" y="830253"/>
                  </a:cubicBezTo>
                  <a:close/>
                  <a:moveTo>
                    <a:pt x="415127" y="79393"/>
                  </a:moveTo>
                  <a:cubicBezTo>
                    <a:pt x="229706" y="79393"/>
                    <a:pt x="79393" y="229706"/>
                    <a:pt x="79393" y="415127"/>
                  </a:cubicBezTo>
                  <a:cubicBezTo>
                    <a:pt x="79393" y="600549"/>
                    <a:pt x="229706" y="750860"/>
                    <a:pt x="415127" y="750860"/>
                  </a:cubicBezTo>
                  <a:cubicBezTo>
                    <a:pt x="600550" y="750860"/>
                    <a:pt x="750861" y="600549"/>
                    <a:pt x="750861" y="415127"/>
                  </a:cubicBezTo>
                  <a:cubicBezTo>
                    <a:pt x="750668" y="229785"/>
                    <a:pt x="600471" y="79585"/>
                    <a:pt x="41512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DB5C3690-3779-854F-9688-F0B4E731DC2F}"/>
                </a:ext>
              </a:extLst>
            </p:cNvPr>
            <p:cNvSpPr/>
            <p:nvPr/>
          </p:nvSpPr>
          <p:spPr>
            <a:xfrm>
              <a:off x="1900284" y="4777663"/>
              <a:ext cx="267356" cy="830253"/>
            </a:xfrm>
            <a:custGeom>
              <a:avLst/>
              <a:gdLst>
                <a:gd name="connsiteX0" fmla="*/ 39697 w 267356"/>
                <a:gd name="connsiteY0" fmla="*/ 830253 h 830253"/>
                <a:gd name="connsiteX1" fmla="*/ 0 w 267356"/>
                <a:gd name="connsiteY1" fmla="*/ 790557 h 830253"/>
                <a:gd name="connsiteX2" fmla="*/ 39697 w 267356"/>
                <a:gd name="connsiteY2" fmla="*/ 750860 h 830253"/>
                <a:gd name="connsiteX3" fmla="*/ 187963 w 267356"/>
                <a:gd name="connsiteY3" fmla="*/ 415127 h 830253"/>
                <a:gd name="connsiteX4" fmla="*/ 39697 w 267356"/>
                <a:gd name="connsiteY4" fmla="*/ 79393 h 830253"/>
                <a:gd name="connsiteX5" fmla="*/ 0 w 267356"/>
                <a:gd name="connsiteY5" fmla="*/ 39697 h 830253"/>
                <a:gd name="connsiteX6" fmla="*/ 39697 w 267356"/>
                <a:gd name="connsiteY6" fmla="*/ 0 h 830253"/>
                <a:gd name="connsiteX7" fmla="*/ 208109 w 267356"/>
                <a:gd name="connsiteY7" fmla="*/ 131941 h 830253"/>
                <a:gd name="connsiteX8" fmla="*/ 267357 w 267356"/>
                <a:gd name="connsiteY8" fmla="*/ 415127 h 830253"/>
                <a:gd name="connsiteX9" fmla="*/ 208109 w 267356"/>
                <a:gd name="connsiteY9" fmla="*/ 698312 h 830253"/>
                <a:gd name="connsiteX10" fmla="*/ 39697 w 267356"/>
                <a:gd name="connsiteY10" fmla="*/ 83025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356" h="830253">
                  <a:moveTo>
                    <a:pt x="39697" y="830253"/>
                  </a:moveTo>
                  <a:cubicBezTo>
                    <a:pt x="17773" y="830253"/>
                    <a:pt x="0" y="812479"/>
                    <a:pt x="0" y="790557"/>
                  </a:cubicBezTo>
                  <a:cubicBezTo>
                    <a:pt x="0" y="768634"/>
                    <a:pt x="17773" y="750860"/>
                    <a:pt x="39697" y="750860"/>
                  </a:cubicBezTo>
                  <a:cubicBezTo>
                    <a:pt x="109811" y="750860"/>
                    <a:pt x="187963" y="612964"/>
                    <a:pt x="187963" y="415127"/>
                  </a:cubicBezTo>
                  <a:cubicBezTo>
                    <a:pt x="187963" y="217289"/>
                    <a:pt x="109811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105742" y="0"/>
                    <a:pt x="165535" y="46892"/>
                    <a:pt x="208109" y="131941"/>
                  </a:cubicBezTo>
                  <a:cubicBezTo>
                    <a:pt x="246317" y="208258"/>
                    <a:pt x="267357" y="308839"/>
                    <a:pt x="267357" y="415127"/>
                  </a:cubicBezTo>
                  <a:cubicBezTo>
                    <a:pt x="267357" y="521414"/>
                    <a:pt x="246317" y="621995"/>
                    <a:pt x="208109" y="698312"/>
                  </a:cubicBezTo>
                  <a:cubicBezTo>
                    <a:pt x="165535" y="783362"/>
                    <a:pt x="105742" y="830253"/>
                    <a:pt x="39697" y="83025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0" name="Picture Placeholder 83">
            <a:extLst>
              <a:ext uri="{FF2B5EF4-FFF2-40B4-BE49-F238E27FC236}">
                <a16:creationId xmlns:a16="http://schemas.microsoft.com/office/drawing/2014/main" id="{F8F0BA08-2347-4DA4-BA88-B2867977116D}"/>
              </a:ext>
            </a:extLst>
          </p:cNvPr>
          <p:cNvGrpSpPr>
            <a:grpSpLocks noChangeAspect="1"/>
          </p:cNvGrpSpPr>
          <p:nvPr/>
        </p:nvGrpSpPr>
        <p:grpSpPr>
          <a:xfrm>
            <a:off x="2854401" y="4780076"/>
            <a:ext cx="806175" cy="825409"/>
            <a:chOff x="2854401" y="4780076"/>
            <a:chExt cx="806175" cy="825409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3BF0AAE-2308-0647-A02B-8EEE55E34CC7}"/>
                </a:ext>
              </a:extLst>
            </p:cNvPr>
            <p:cNvSpPr/>
            <p:nvPr/>
          </p:nvSpPr>
          <p:spPr>
            <a:xfrm>
              <a:off x="2981416" y="5399505"/>
              <a:ext cx="155207" cy="205980"/>
            </a:xfrm>
            <a:custGeom>
              <a:avLst/>
              <a:gdLst>
                <a:gd name="connsiteX0" fmla="*/ 39481 w 155207"/>
                <a:gd name="connsiteY0" fmla="*/ 205980 h 205980"/>
                <a:gd name="connsiteX1" fmla="*/ 1 w 155207"/>
                <a:gd name="connsiteY1" fmla="*/ 166070 h 205980"/>
                <a:gd name="connsiteX2" fmla="*/ 5640 w 155207"/>
                <a:gd name="connsiteY2" fmla="*/ 145889 h 205980"/>
                <a:gd name="connsiteX3" fmla="*/ 81013 w 155207"/>
                <a:gd name="connsiteY3" fmla="*/ 20051 h 205980"/>
                <a:gd name="connsiteX4" fmla="*/ 135157 w 155207"/>
                <a:gd name="connsiteY4" fmla="*/ 5215 h 205980"/>
                <a:gd name="connsiteX5" fmla="*/ 149994 w 155207"/>
                <a:gd name="connsiteY5" fmla="*/ 59356 h 205980"/>
                <a:gd name="connsiteX6" fmla="*/ 149043 w 155207"/>
                <a:gd name="connsiteY6" fmla="*/ 60939 h 205980"/>
                <a:gd name="connsiteX7" fmla="*/ 73570 w 155207"/>
                <a:gd name="connsiteY7" fmla="*/ 186727 h 205980"/>
                <a:gd name="connsiteX8" fmla="*/ 39481 w 155207"/>
                <a:gd name="connsiteY8" fmla="*/ 205980 h 20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07" h="205980">
                  <a:moveTo>
                    <a:pt x="39481" y="205980"/>
                  </a:moveTo>
                  <a:cubicBezTo>
                    <a:pt x="17557" y="205861"/>
                    <a:pt x="-118" y="187993"/>
                    <a:pt x="1" y="166070"/>
                  </a:cubicBezTo>
                  <a:cubicBezTo>
                    <a:pt x="39" y="158960"/>
                    <a:pt x="1986" y="151988"/>
                    <a:pt x="5640" y="145889"/>
                  </a:cubicBezTo>
                  <a:lnTo>
                    <a:pt x="81013" y="20051"/>
                  </a:lnTo>
                  <a:cubicBezTo>
                    <a:pt x="91867" y="1002"/>
                    <a:pt x="116108" y="-5642"/>
                    <a:pt x="135157" y="5215"/>
                  </a:cubicBezTo>
                  <a:cubicBezTo>
                    <a:pt x="154205" y="16067"/>
                    <a:pt x="160848" y="40307"/>
                    <a:pt x="149994" y="59356"/>
                  </a:cubicBezTo>
                  <a:cubicBezTo>
                    <a:pt x="149690" y="59892"/>
                    <a:pt x="149372" y="60418"/>
                    <a:pt x="149043" y="60939"/>
                  </a:cubicBezTo>
                  <a:lnTo>
                    <a:pt x="73570" y="186727"/>
                  </a:lnTo>
                  <a:cubicBezTo>
                    <a:pt x="66382" y="198691"/>
                    <a:pt x="53439" y="206000"/>
                    <a:pt x="39481" y="20598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A5055A05-D151-E24C-A9F3-497CED1C7174}"/>
                </a:ext>
              </a:extLst>
            </p:cNvPr>
            <p:cNvSpPr/>
            <p:nvPr/>
          </p:nvSpPr>
          <p:spPr>
            <a:xfrm>
              <a:off x="3373251" y="5401590"/>
              <a:ext cx="154510" cy="197642"/>
            </a:xfrm>
            <a:custGeom>
              <a:avLst/>
              <a:gdLst>
                <a:gd name="connsiteX0" fmla="*/ 114974 w 154510"/>
                <a:gd name="connsiteY0" fmla="*/ 197643 h 197642"/>
                <a:gd name="connsiteX1" fmla="*/ 81431 w 154510"/>
                <a:gd name="connsiteY1" fmla="*/ 179234 h 197642"/>
                <a:gd name="connsiteX2" fmla="*/ 5412 w 154510"/>
                <a:gd name="connsiteY2" fmla="*/ 59697 h 197642"/>
                <a:gd name="connsiteX3" fmla="*/ 19708 w 154510"/>
                <a:gd name="connsiteY3" fmla="*/ 5407 h 197642"/>
                <a:gd name="connsiteX4" fmla="*/ 72251 w 154510"/>
                <a:gd name="connsiteY4" fmla="*/ 16974 h 197642"/>
                <a:gd name="connsiteX5" fmla="*/ 148220 w 154510"/>
                <a:gd name="connsiteY5" fmla="*/ 136510 h 197642"/>
                <a:gd name="connsiteX6" fmla="*/ 136247 w 154510"/>
                <a:gd name="connsiteY6" fmla="*/ 191356 h 197642"/>
                <a:gd name="connsiteX7" fmla="*/ 114974 w 154510"/>
                <a:gd name="connsiteY7" fmla="*/ 197643 h 19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510" h="197642">
                  <a:moveTo>
                    <a:pt x="114974" y="197643"/>
                  </a:moveTo>
                  <a:cubicBezTo>
                    <a:pt x="101378" y="197658"/>
                    <a:pt x="88720" y="190711"/>
                    <a:pt x="81431" y="179234"/>
                  </a:cubicBezTo>
                  <a:lnTo>
                    <a:pt x="5412" y="59697"/>
                  </a:lnTo>
                  <a:cubicBezTo>
                    <a:pt x="-5634" y="40757"/>
                    <a:pt x="767" y="16453"/>
                    <a:pt x="19708" y="5407"/>
                  </a:cubicBezTo>
                  <a:cubicBezTo>
                    <a:pt x="37561" y="-5003"/>
                    <a:pt x="60416" y="28"/>
                    <a:pt x="72251" y="16974"/>
                  </a:cubicBezTo>
                  <a:lnTo>
                    <a:pt x="148220" y="136510"/>
                  </a:lnTo>
                  <a:cubicBezTo>
                    <a:pt x="160060" y="154964"/>
                    <a:pt x="154696" y="179516"/>
                    <a:pt x="136247" y="191356"/>
                  </a:cubicBezTo>
                  <a:cubicBezTo>
                    <a:pt x="129895" y="195430"/>
                    <a:pt x="122517" y="197613"/>
                    <a:pt x="114974" y="1976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EFFC23C6-B6B8-734E-B93E-1996B0E569F4}"/>
                </a:ext>
              </a:extLst>
            </p:cNvPr>
            <p:cNvSpPr/>
            <p:nvPr/>
          </p:nvSpPr>
          <p:spPr>
            <a:xfrm>
              <a:off x="2931815" y="4854373"/>
              <a:ext cx="655995" cy="655988"/>
            </a:xfrm>
            <a:custGeom>
              <a:avLst/>
              <a:gdLst>
                <a:gd name="connsiteX0" fmla="*/ 328998 w 655995"/>
                <a:gd name="connsiteY0" fmla="*/ 655989 h 655988"/>
                <a:gd name="connsiteX1" fmla="*/ 315204 w 655995"/>
                <a:gd name="connsiteY1" fmla="*/ 655741 h 655988"/>
                <a:gd name="connsiteX2" fmla="*/ 254 w 655995"/>
                <a:gd name="connsiteY2" fmla="*/ 315203 h 655988"/>
                <a:gd name="connsiteX3" fmla="*/ 340792 w 655995"/>
                <a:gd name="connsiteY3" fmla="*/ 254 h 655988"/>
                <a:gd name="connsiteX4" fmla="*/ 655741 w 655995"/>
                <a:gd name="connsiteY4" fmla="*/ 340792 h 655988"/>
                <a:gd name="connsiteX5" fmla="*/ 328998 w 655995"/>
                <a:gd name="connsiteY5" fmla="*/ 655989 h 655988"/>
                <a:gd name="connsiteX6" fmla="*/ 328552 w 655995"/>
                <a:gd name="connsiteY6" fmla="*/ 82870 h 655988"/>
                <a:gd name="connsiteX7" fmla="*/ 81747 w 655995"/>
                <a:gd name="connsiteY7" fmla="*/ 329891 h 655988"/>
                <a:gd name="connsiteX8" fmla="*/ 328769 w 655995"/>
                <a:gd name="connsiteY8" fmla="*/ 576695 h 655988"/>
                <a:gd name="connsiteX9" fmla="*/ 575365 w 655995"/>
                <a:gd name="connsiteY9" fmla="*/ 339905 h 655988"/>
                <a:gd name="connsiteX10" fmla="*/ 575365 w 655995"/>
                <a:gd name="connsiteY10" fmla="*/ 339905 h 655988"/>
                <a:gd name="connsiteX11" fmla="*/ 339100 w 655995"/>
                <a:gd name="connsiteY11" fmla="*/ 82881 h 655988"/>
                <a:gd name="connsiteX12" fmla="*/ 338823 w 655995"/>
                <a:gd name="connsiteY12" fmla="*/ 82870 h 655988"/>
                <a:gd name="connsiteX13" fmla="*/ 328552 w 655995"/>
                <a:gd name="connsiteY13" fmla="*/ 82870 h 65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995" h="655988">
                  <a:moveTo>
                    <a:pt x="328998" y="655989"/>
                  </a:moveTo>
                  <a:cubicBezTo>
                    <a:pt x="324433" y="655989"/>
                    <a:pt x="319818" y="655989"/>
                    <a:pt x="315204" y="655741"/>
                  </a:cubicBezTo>
                  <a:cubicBezTo>
                    <a:pt x="134196" y="648675"/>
                    <a:pt x="-6812" y="496210"/>
                    <a:pt x="254" y="315203"/>
                  </a:cubicBezTo>
                  <a:cubicBezTo>
                    <a:pt x="7320" y="134196"/>
                    <a:pt x="159785" y="-6812"/>
                    <a:pt x="340792" y="254"/>
                  </a:cubicBezTo>
                  <a:cubicBezTo>
                    <a:pt x="521800" y="7320"/>
                    <a:pt x="662807" y="159784"/>
                    <a:pt x="655741" y="340792"/>
                  </a:cubicBezTo>
                  <a:cubicBezTo>
                    <a:pt x="648883" y="516441"/>
                    <a:pt x="504780" y="655453"/>
                    <a:pt x="328998" y="655989"/>
                  </a:cubicBezTo>
                  <a:close/>
                  <a:moveTo>
                    <a:pt x="328552" y="82870"/>
                  </a:moveTo>
                  <a:cubicBezTo>
                    <a:pt x="192185" y="82930"/>
                    <a:pt x="81687" y="193524"/>
                    <a:pt x="81747" y="329891"/>
                  </a:cubicBezTo>
                  <a:cubicBezTo>
                    <a:pt x="81807" y="466259"/>
                    <a:pt x="192402" y="576754"/>
                    <a:pt x="328769" y="576695"/>
                  </a:cubicBezTo>
                  <a:cubicBezTo>
                    <a:pt x="461153" y="576635"/>
                    <a:pt x="569937" y="472179"/>
                    <a:pt x="575365" y="339905"/>
                  </a:cubicBezTo>
                  <a:lnTo>
                    <a:pt x="575365" y="339905"/>
                  </a:lnTo>
                  <a:cubicBezTo>
                    <a:pt x="581096" y="203687"/>
                    <a:pt x="475320" y="88613"/>
                    <a:pt x="339100" y="82881"/>
                  </a:cubicBezTo>
                  <a:cubicBezTo>
                    <a:pt x="339007" y="82877"/>
                    <a:pt x="338915" y="82874"/>
                    <a:pt x="338823" y="82870"/>
                  </a:cubicBezTo>
                  <a:cubicBezTo>
                    <a:pt x="335399" y="82870"/>
                    <a:pt x="331975" y="82870"/>
                    <a:pt x="328552" y="8287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8D765567-6B22-9E47-A8BE-501FD6BE7D87}"/>
                </a:ext>
              </a:extLst>
            </p:cNvPr>
            <p:cNvSpPr/>
            <p:nvPr/>
          </p:nvSpPr>
          <p:spPr>
            <a:xfrm>
              <a:off x="3215758" y="5008647"/>
              <a:ext cx="215155" cy="220166"/>
            </a:xfrm>
            <a:custGeom>
              <a:avLst/>
              <a:gdLst>
                <a:gd name="connsiteX0" fmla="*/ 175459 w 215155"/>
                <a:gd name="connsiteY0" fmla="*/ 220167 h 220166"/>
                <a:gd name="connsiteX1" fmla="*/ 39697 w 215155"/>
                <a:gd name="connsiteY1" fmla="*/ 220167 h 220166"/>
                <a:gd name="connsiteX2" fmla="*/ 0 w 215155"/>
                <a:gd name="connsiteY2" fmla="*/ 180470 h 220166"/>
                <a:gd name="connsiteX3" fmla="*/ 0 w 215155"/>
                <a:gd name="connsiteY3" fmla="*/ 39697 h 220166"/>
                <a:gd name="connsiteX4" fmla="*/ 39697 w 215155"/>
                <a:gd name="connsiteY4" fmla="*/ 0 h 220166"/>
                <a:gd name="connsiteX5" fmla="*/ 79393 w 215155"/>
                <a:gd name="connsiteY5" fmla="*/ 39697 h 220166"/>
                <a:gd name="connsiteX6" fmla="*/ 79393 w 215155"/>
                <a:gd name="connsiteY6" fmla="*/ 140774 h 220166"/>
                <a:gd name="connsiteX7" fmla="*/ 175459 w 215155"/>
                <a:gd name="connsiteY7" fmla="*/ 140774 h 220166"/>
                <a:gd name="connsiteX8" fmla="*/ 215156 w 215155"/>
                <a:gd name="connsiteY8" fmla="*/ 180470 h 220166"/>
                <a:gd name="connsiteX9" fmla="*/ 175459 w 215155"/>
                <a:gd name="connsiteY9" fmla="*/ 220167 h 22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55" h="220166">
                  <a:moveTo>
                    <a:pt x="175459" y="220167"/>
                  </a:moveTo>
                  <a:lnTo>
                    <a:pt x="39697" y="220167"/>
                  </a:lnTo>
                  <a:cubicBezTo>
                    <a:pt x="17773" y="220167"/>
                    <a:pt x="0" y="202394"/>
                    <a:pt x="0" y="18047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0774"/>
                  </a:lnTo>
                  <a:lnTo>
                    <a:pt x="175459" y="140774"/>
                  </a:lnTo>
                  <a:cubicBezTo>
                    <a:pt x="197381" y="140774"/>
                    <a:pt x="215156" y="158547"/>
                    <a:pt x="215156" y="180470"/>
                  </a:cubicBezTo>
                  <a:cubicBezTo>
                    <a:pt x="215156" y="202394"/>
                    <a:pt x="197381" y="220167"/>
                    <a:pt x="175459" y="2201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1477C3CA-62E8-E544-98CE-2E82B4FF866A}"/>
                </a:ext>
              </a:extLst>
            </p:cNvPr>
            <p:cNvSpPr/>
            <p:nvPr/>
          </p:nvSpPr>
          <p:spPr>
            <a:xfrm>
              <a:off x="2854401" y="4780076"/>
              <a:ext cx="237311" cy="237304"/>
            </a:xfrm>
            <a:custGeom>
              <a:avLst/>
              <a:gdLst>
                <a:gd name="connsiteX0" fmla="*/ 66808 w 237311"/>
                <a:gd name="connsiteY0" fmla="*/ 237305 h 237304"/>
                <a:gd name="connsiteX1" fmla="*/ 66808 w 237311"/>
                <a:gd name="connsiteY1" fmla="*/ 237305 h 237304"/>
                <a:gd name="connsiteX2" fmla="*/ 38723 w 237311"/>
                <a:gd name="connsiteY2" fmla="*/ 225694 h 237304"/>
                <a:gd name="connsiteX3" fmla="*/ 38723 w 237311"/>
                <a:gd name="connsiteY3" fmla="*/ 38723 h 237304"/>
                <a:gd name="connsiteX4" fmla="*/ 225694 w 237311"/>
                <a:gd name="connsiteY4" fmla="*/ 38723 h 237304"/>
                <a:gd name="connsiteX5" fmla="*/ 225694 w 237311"/>
                <a:gd name="connsiteY5" fmla="*/ 94844 h 237304"/>
                <a:gd name="connsiteX6" fmla="*/ 94894 w 237311"/>
                <a:gd name="connsiteY6" fmla="*/ 225694 h 237304"/>
                <a:gd name="connsiteX7" fmla="*/ 66808 w 237311"/>
                <a:gd name="connsiteY7" fmla="*/ 237305 h 237304"/>
                <a:gd name="connsiteX8" fmla="*/ 128735 w 237311"/>
                <a:gd name="connsiteY8" fmla="*/ 79511 h 237304"/>
                <a:gd name="connsiteX9" fmla="*/ 79561 w 237311"/>
                <a:gd name="connsiteY9" fmla="*/ 128735 h 237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11" h="237304">
                  <a:moveTo>
                    <a:pt x="66808" y="237305"/>
                  </a:moveTo>
                  <a:lnTo>
                    <a:pt x="66808" y="237305"/>
                  </a:lnTo>
                  <a:cubicBezTo>
                    <a:pt x="56277" y="237313"/>
                    <a:pt x="46174" y="233136"/>
                    <a:pt x="38723" y="225694"/>
                  </a:cubicBezTo>
                  <a:cubicBezTo>
                    <a:pt x="-12908" y="174063"/>
                    <a:pt x="-12908" y="90353"/>
                    <a:pt x="38723" y="38723"/>
                  </a:cubicBezTo>
                  <a:cubicBezTo>
                    <a:pt x="90353" y="-12908"/>
                    <a:pt x="174064" y="-12908"/>
                    <a:pt x="225694" y="38723"/>
                  </a:cubicBezTo>
                  <a:cubicBezTo>
                    <a:pt x="241184" y="54223"/>
                    <a:pt x="241184" y="79343"/>
                    <a:pt x="225694" y="94844"/>
                  </a:cubicBezTo>
                  <a:lnTo>
                    <a:pt x="94894" y="225694"/>
                  </a:lnTo>
                  <a:cubicBezTo>
                    <a:pt x="87443" y="233136"/>
                    <a:pt x="77340" y="237313"/>
                    <a:pt x="66808" y="237305"/>
                  </a:cubicBezTo>
                  <a:close/>
                  <a:moveTo>
                    <a:pt x="128735" y="79511"/>
                  </a:moveTo>
                  <a:cubicBezTo>
                    <a:pt x="102311" y="81249"/>
                    <a:pt x="81272" y="102309"/>
                    <a:pt x="79561" y="12873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BBAB3A57-57DF-6243-B2A0-643BF8BB4A7A}"/>
                </a:ext>
              </a:extLst>
            </p:cNvPr>
            <p:cNvSpPr/>
            <p:nvPr/>
          </p:nvSpPr>
          <p:spPr>
            <a:xfrm>
              <a:off x="3423240" y="4782209"/>
              <a:ext cx="237336" cy="237354"/>
            </a:xfrm>
            <a:custGeom>
              <a:avLst/>
              <a:gdLst>
                <a:gd name="connsiteX0" fmla="*/ 170529 w 237336"/>
                <a:gd name="connsiteY0" fmla="*/ 237355 h 237354"/>
                <a:gd name="connsiteX1" fmla="*/ 142443 w 237336"/>
                <a:gd name="connsiteY1" fmla="*/ 225694 h 237354"/>
                <a:gd name="connsiteX2" fmla="*/ 11643 w 237336"/>
                <a:gd name="connsiteY2" fmla="*/ 94894 h 237354"/>
                <a:gd name="connsiteX3" fmla="*/ 11613 w 237336"/>
                <a:gd name="connsiteY3" fmla="*/ 38754 h 237354"/>
                <a:gd name="connsiteX4" fmla="*/ 11643 w 237336"/>
                <a:gd name="connsiteY4" fmla="*/ 38723 h 237354"/>
                <a:gd name="connsiteX5" fmla="*/ 198614 w 237336"/>
                <a:gd name="connsiteY5" fmla="*/ 38723 h 237354"/>
                <a:gd name="connsiteX6" fmla="*/ 198614 w 237336"/>
                <a:gd name="connsiteY6" fmla="*/ 225694 h 237354"/>
                <a:gd name="connsiteX7" fmla="*/ 170529 w 237336"/>
                <a:gd name="connsiteY7" fmla="*/ 237355 h 237354"/>
                <a:gd name="connsiteX8" fmla="*/ 108602 w 237336"/>
                <a:gd name="connsiteY8" fmla="*/ 79561 h 237354"/>
                <a:gd name="connsiteX9" fmla="*/ 157776 w 237336"/>
                <a:gd name="connsiteY9" fmla="*/ 128735 h 237354"/>
                <a:gd name="connsiteX10" fmla="*/ 108602 w 237336"/>
                <a:gd name="connsiteY10" fmla="*/ 79561 h 23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336" h="237354">
                  <a:moveTo>
                    <a:pt x="170529" y="237355"/>
                  </a:moveTo>
                  <a:cubicBezTo>
                    <a:pt x="159989" y="237350"/>
                    <a:pt x="149886" y="233155"/>
                    <a:pt x="142443" y="225694"/>
                  </a:cubicBezTo>
                  <a:lnTo>
                    <a:pt x="11643" y="94894"/>
                  </a:lnTo>
                  <a:cubicBezTo>
                    <a:pt x="-3869" y="79399"/>
                    <a:pt x="-3883" y="54265"/>
                    <a:pt x="11613" y="38754"/>
                  </a:cubicBezTo>
                  <a:cubicBezTo>
                    <a:pt x="11623" y="38744"/>
                    <a:pt x="11633" y="38733"/>
                    <a:pt x="11643" y="38723"/>
                  </a:cubicBezTo>
                  <a:cubicBezTo>
                    <a:pt x="63273" y="-12908"/>
                    <a:pt x="146983" y="-12908"/>
                    <a:pt x="198614" y="38723"/>
                  </a:cubicBezTo>
                  <a:cubicBezTo>
                    <a:pt x="250244" y="90353"/>
                    <a:pt x="250244" y="174063"/>
                    <a:pt x="198614" y="225694"/>
                  </a:cubicBezTo>
                  <a:cubicBezTo>
                    <a:pt x="191171" y="233155"/>
                    <a:pt x="181068" y="237350"/>
                    <a:pt x="170529" y="237355"/>
                  </a:cubicBezTo>
                  <a:close/>
                  <a:moveTo>
                    <a:pt x="108602" y="79561"/>
                  </a:moveTo>
                  <a:lnTo>
                    <a:pt x="157776" y="128735"/>
                  </a:lnTo>
                  <a:cubicBezTo>
                    <a:pt x="156039" y="102329"/>
                    <a:pt x="135010" y="81296"/>
                    <a:pt x="108602" y="795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7" name="Picture Placeholder 85">
            <a:extLst>
              <a:ext uri="{FF2B5EF4-FFF2-40B4-BE49-F238E27FC236}">
                <a16:creationId xmlns:a16="http://schemas.microsoft.com/office/drawing/2014/main" id="{EDE6421C-7875-4FC8-9F36-D0F630B69312}"/>
              </a:ext>
            </a:extLst>
          </p:cNvPr>
          <p:cNvGrpSpPr>
            <a:grpSpLocks noChangeAspect="1"/>
          </p:cNvGrpSpPr>
          <p:nvPr/>
        </p:nvGrpSpPr>
        <p:grpSpPr>
          <a:xfrm>
            <a:off x="4159026" y="4775529"/>
            <a:ext cx="832040" cy="834471"/>
            <a:chOff x="4159026" y="4775529"/>
            <a:chExt cx="832040" cy="834471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5D16DF9A-C2DE-6E42-9779-85F3C4824846}"/>
                </a:ext>
              </a:extLst>
            </p:cNvPr>
            <p:cNvSpPr/>
            <p:nvPr/>
          </p:nvSpPr>
          <p:spPr>
            <a:xfrm>
              <a:off x="4159026" y="4775529"/>
              <a:ext cx="832040" cy="834322"/>
            </a:xfrm>
            <a:custGeom>
              <a:avLst/>
              <a:gdLst>
                <a:gd name="connsiteX0" fmla="*/ 322386 w 832040"/>
                <a:gd name="connsiteY0" fmla="*/ 834322 h 834322"/>
                <a:gd name="connsiteX1" fmla="*/ 322386 w 832040"/>
                <a:gd name="connsiteY1" fmla="*/ 834322 h 834322"/>
                <a:gd name="connsiteX2" fmla="*/ 283880 w 832040"/>
                <a:gd name="connsiteY2" fmla="*/ 804202 h 834322"/>
                <a:gd name="connsiteX3" fmla="*/ 197143 w 832040"/>
                <a:gd name="connsiteY3" fmla="*/ 456213 h 834322"/>
                <a:gd name="connsiteX4" fmla="*/ 39697 w 832040"/>
                <a:gd name="connsiteY4" fmla="*/ 456213 h 834322"/>
                <a:gd name="connsiteX5" fmla="*/ 0 w 832040"/>
                <a:gd name="connsiteY5" fmla="*/ 416516 h 834322"/>
                <a:gd name="connsiteX6" fmla="*/ 39697 w 832040"/>
                <a:gd name="connsiteY6" fmla="*/ 376819 h 834322"/>
                <a:gd name="connsiteX7" fmla="*/ 228255 w 832040"/>
                <a:gd name="connsiteY7" fmla="*/ 376819 h 834322"/>
                <a:gd name="connsiteX8" fmla="*/ 266811 w 832040"/>
                <a:gd name="connsiteY8" fmla="*/ 406939 h 834322"/>
                <a:gd name="connsiteX9" fmla="*/ 322485 w 832040"/>
                <a:gd name="connsiteY9" fmla="*/ 630530 h 834322"/>
                <a:gd name="connsiteX10" fmla="*/ 472340 w 832040"/>
                <a:gd name="connsiteY10" fmla="*/ 30120 h 834322"/>
                <a:gd name="connsiteX11" fmla="*/ 510846 w 832040"/>
                <a:gd name="connsiteY11" fmla="*/ 0 h 834322"/>
                <a:gd name="connsiteX12" fmla="*/ 510846 w 832040"/>
                <a:gd name="connsiteY12" fmla="*/ 0 h 834322"/>
                <a:gd name="connsiteX13" fmla="*/ 549351 w 832040"/>
                <a:gd name="connsiteY13" fmla="*/ 30070 h 834322"/>
                <a:gd name="connsiteX14" fmla="*/ 636039 w 832040"/>
                <a:gd name="connsiteY14" fmla="*/ 376770 h 834322"/>
                <a:gd name="connsiteX15" fmla="*/ 792344 w 832040"/>
                <a:gd name="connsiteY15" fmla="*/ 376770 h 834322"/>
                <a:gd name="connsiteX16" fmla="*/ 832041 w 832040"/>
                <a:gd name="connsiteY16" fmla="*/ 416466 h 834322"/>
                <a:gd name="connsiteX17" fmla="*/ 792344 w 832040"/>
                <a:gd name="connsiteY17" fmla="*/ 456163 h 834322"/>
                <a:gd name="connsiteX18" fmla="*/ 604927 w 832040"/>
                <a:gd name="connsiteY18" fmla="*/ 456163 h 834322"/>
                <a:gd name="connsiteX19" fmla="*/ 566421 w 832040"/>
                <a:gd name="connsiteY19" fmla="*/ 426093 h 834322"/>
                <a:gd name="connsiteX20" fmla="*/ 510796 w 832040"/>
                <a:gd name="connsiteY20" fmla="*/ 203544 h 834322"/>
                <a:gd name="connsiteX21" fmla="*/ 360892 w 832040"/>
                <a:gd name="connsiteY21" fmla="*/ 803954 h 834322"/>
                <a:gd name="connsiteX22" fmla="*/ 322386 w 832040"/>
                <a:gd name="connsiteY22" fmla="*/ 834322 h 8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2040" h="834322">
                  <a:moveTo>
                    <a:pt x="322386" y="834322"/>
                  </a:moveTo>
                  <a:lnTo>
                    <a:pt x="322386" y="834322"/>
                  </a:lnTo>
                  <a:cubicBezTo>
                    <a:pt x="304158" y="834312"/>
                    <a:pt x="288278" y="821892"/>
                    <a:pt x="283880" y="804202"/>
                  </a:cubicBezTo>
                  <a:lnTo>
                    <a:pt x="197143" y="456213"/>
                  </a:lnTo>
                  <a:lnTo>
                    <a:pt x="39697" y="456213"/>
                  </a:lnTo>
                  <a:cubicBezTo>
                    <a:pt x="17773" y="456213"/>
                    <a:pt x="0" y="438440"/>
                    <a:pt x="0" y="416516"/>
                  </a:cubicBezTo>
                  <a:cubicBezTo>
                    <a:pt x="0" y="394592"/>
                    <a:pt x="17773" y="376819"/>
                    <a:pt x="39697" y="376819"/>
                  </a:cubicBezTo>
                  <a:lnTo>
                    <a:pt x="228255" y="376819"/>
                  </a:lnTo>
                  <a:cubicBezTo>
                    <a:pt x="246502" y="376805"/>
                    <a:pt x="262409" y="389232"/>
                    <a:pt x="266811" y="406939"/>
                  </a:cubicBezTo>
                  <a:lnTo>
                    <a:pt x="322485" y="630530"/>
                  </a:lnTo>
                  <a:lnTo>
                    <a:pt x="472340" y="30120"/>
                  </a:lnTo>
                  <a:cubicBezTo>
                    <a:pt x="476737" y="12430"/>
                    <a:pt x="492615" y="8"/>
                    <a:pt x="510846" y="0"/>
                  </a:cubicBezTo>
                  <a:lnTo>
                    <a:pt x="510846" y="0"/>
                  </a:lnTo>
                  <a:cubicBezTo>
                    <a:pt x="529061" y="3"/>
                    <a:pt x="544935" y="12400"/>
                    <a:pt x="549351" y="30070"/>
                  </a:cubicBezTo>
                  <a:lnTo>
                    <a:pt x="636039" y="376770"/>
                  </a:lnTo>
                  <a:lnTo>
                    <a:pt x="792344" y="376770"/>
                  </a:lnTo>
                  <a:cubicBezTo>
                    <a:pt x="814267" y="376770"/>
                    <a:pt x="832041" y="394543"/>
                    <a:pt x="832041" y="416466"/>
                  </a:cubicBezTo>
                  <a:cubicBezTo>
                    <a:pt x="832041" y="438390"/>
                    <a:pt x="814267" y="456163"/>
                    <a:pt x="792344" y="456163"/>
                  </a:cubicBezTo>
                  <a:lnTo>
                    <a:pt x="604927" y="456163"/>
                  </a:lnTo>
                  <a:cubicBezTo>
                    <a:pt x="586711" y="456160"/>
                    <a:pt x="570837" y="443763"/>
                    <a:pt x="566421" y="426093"/>
                  </a:cubicBezTo>
                  <a:lnTo>
                    <a:pt x="510796" y="203544"/>
                  </a:lnTo>
                  <a:lnTo>
                    <a:pt x="360892" y="803954"/>
                  </a:lnTo>
                  <a:cubicBezTo>
                    <a:pt x="356591" y="821743"/>
                    <a:pt x="340687" y="834288"/>
                    <a:pt x="322386" y="8343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51712254-C793-D446-9090-46A336C0C203}"/>
                </a:ext>
              </a:extLst>
            </p:cNvPr>
            <p:cNvSpPr/>
            <p:nvPr/>
          </p:nvSpPr>
          <p:spPr>
            <a:xfrm>
              <a:off x="4442312" y="4775731"/>
              <a:ext cx="267998" cy="834269"/>
            </a:xfrm>
            <a:custGeom>
              <a:avLst/>
              <a:gdLst>
                <a:gd name="connsiteX0" fmla="*/ 39746 w 267998"/>
                <a:gd name="connsiteY0" fmla="*/ 834269 h 834269"/>
                <a:gd name="connsiteX1" fmla="*/ 30119 w 267998"/>
                <a:gd name="connsiteY1" fmla="*/ 833078 h 834269"/>
                <a:gd name="connsiteX2" fmla="*/ 1184 w 267998"/>
                <a:gd name="connsiteY2" fmla="*/ 784971 h 834269"/>
                <a:gd name="connsiteX3" fmla="*/ 1190 w 267998"/>
                <a:gd name="connsiteY3" fmla="*/ 784946 h 834269"/>
                <a:gd name="connsiteX4" fmla="*/ 189749 w 267998"/>
                <a:gd name="connsiteY4" fmla="*/ 30117 h 834269"/>
                <a:gd name="connsiteX5" fmla="*/ 237881 w 267998"/>
                <a:gd name="connsiteY5" fmla="*/ 1188 h 834269"/>
                <a:gd name="connsiteX6" fmla="*/ 266810 w 267998"/>
                <a:gd name="connsiteY6" fmla="*/ 49320 h 834269"/>
                <a:gd name="connsiteX7" fmla="*/ 78251 w 267998"/>
                <a:gd name="connsiteY7" fmla="*/ 804150 h 834269"/>
                <a:gd name="connsiteX8" fmla="*/ 39746 w 267998"/>
                <a:gd name="connsiteY8" fmla="*/ 834269 h 83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98" h="834269">
                  <a:moveTo>
                    <a:pt x="39746" y="834269"/>
                  </a:moveTo>
                  <a:cubicBezTo>
                    <a:pt x="36500" y="834264"/>
                    <a:pt x="33268" y="833863"/>
                    <a:pt x="30119" y="833078"/>
                  </a:cubicBezTo>
                  <a:cubicBezTo>
                    <a:pt x="8844" y="827784"/>
                    <a:pt x="-4110" y="806244"/>
                    <a:pt x="1184" y="784971"/>
                  </a:cubicBezTo>
                  <a:cubicBezTo>
                    <a:pt x="1186" y="784961"/>
                    <a:pt x="1188" y="784956"/>
                    <a:pt x="1190" y="784946"/>
                  </a:cubicBezTo>
                  <a:lnTo>
                    <a:pt x="189749" y="30117"/>
                  </a:lnTo>
                  <a:cubicBezTo>
                    <a:pt x="195054" y="8837"/>
                    <a:pt x="216604" y="-4115"/>
                    <a:pt x="237881" y="1188"/>
                  </a:cubicBezTo>
                  <a:cubicBezTo>
                    <a:pt x="259159" y="6491"/>
                    <a:pt x="272115" y="28040"/>
                    <a:pt x="266810" y="49320"/>
                  </a:cubicBezTo>
                  <a:lnTo>
                    <a:pt x="78251" y="804150"/>
                  </a:lnTo>
                  <a:cubicBezTo>
                    <a:pt x="73854" y="821839"/>
                    <a:pt x="57974" y="834260"/>
                    <a:pt x="39746" y="8342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0" name="Picture Placeholder 77">
            <a:extLst>
              <a:ext uri="{FF2B5EF4-FFF2-40B4-BE49-F238E27FC236}">
                <a16:creationId xmlns:a16="http://schemas.microsoft.com/office/drawing/2014/main" id="{2D89D782-89F0-483F-865B-B680DB6AE46C}"/>
              </a:ext>
            </a:extLst>
          </p:cNvPr>
          <p:cNvGrpSpPr>
            <a:grpSpLocks noChangeAspect="1"/>
          </p:cNvGrpSpPr>
          <p:nvPr/>
        </p:nvGrpSpPr>
        <p:grpSpPr>
          <a:xfrm>
            <a:off x="5477879" y="4781149"/>
            <a:ext cx="828553" cy="823182"/>
            <a:chOff x="5477879" y="4781149"/>
            <a:chExt cx="828553" cy="82318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6E89DFBD-4596-7845-9A8E-5F07482C7A20}"/>
                </a:ext>
              </a:extLst>
            </p:cNvPr>
            <p:cNvSpPr/>
            <p:nvPr/>
          </p:nvSpPr>
          <p:spPr>
            <a:xfrm>
              <a:off x="5484782" y="4782493"/>
              <a:ext cx="821650" cy="821837"/>
            </a:xfrm>
            <a:custGeom>
              <a:avLst/>
              <a:gdLst>
                <a:gd name="connsiteX0" fmla="*/ 410750 w 821650"/>
                <a:gd name="connsiteY0" fmla="*/ 821801 h 821837"/>
                <a:gd name="connsiteX1" fmla="*/ 407922 w 821650"/>
                <a:gd name="connsiteY1" fmla="*/ 821801 h 821837"/>
                <a:gd name="connsiteX2" fmla="*/ 373187 w 821650"/>
                <a:gd name="connsiteY2" fmla="*/ 794757 h 821837"/>
                <a:gd name="connsiteX3" fmla="*/ 286549 w 821650"/>
                <a:gd name="connsiteY3" fmla="*/ 535092 h 821837"/>
                <a:gd name="connsiteX4" fmla="*/ 26983 w 821650"/>
                <a:gd name="connsiteY4" fmla="*/ 448554 h 821837"/>
                <a:gd name="connsiteX5" fmla="*/ 2105 w 821650"/>
                <a:gd name="connsiteY5" fmla="*/ 398228 h 821837"/>
                <a:gd name="connsiteX6" fmla="*/ 22021 w 821650"/>
                <a:gd name="connsiteY6" fmla="*/ 375413 h 821837"/>
                <a:gd name="connsiteX7" fmla="*/ 764199 w 821650"/>
                <a:gd name="connsiteY7" fmla="*/ 4201 h 821837"/>
                <a:gd name="connsiteX8" fmla="*/ 817457 w 821650"/>
                <a:gd name="connsiteY8" fmla="*/ 21950 h 821837"/>
                <a:gd name="connsiteX9" fmla="*/ 817442 w 821650"/>
                <a:gd name="connsiteY9" fmla="*/ 57493 h 821837"/>
                <a:gd name="connsiteX10" fmla="*/ 446278 w 821650"/>
                <a:gd name="connsiteY10" fmla="*/ 799819 h 821837"/>
                <a:gd name="connsiteX11" fmla="*/ 410750 w 821650"/>
                <a:gd name="connsiteY11" fmla="*/ 821801 h 821837"/>
                <a:gd name="connsiteX12" fmla="*/ 143046 w 821650"/>
                <a:gd name="connsiteY12" fmla="*/ 403548 h 821837"/>
                <a:gd name="connsiteX13" fmla="*/ 330513 w 821650"/>
                <a:gd name="connsiteY13" fmla="*/ 466070 h 821837"/>
                <a:gd name="connsiteX14" fmla="*/ 355621 w 821650"/>
                <a:gd name="connsiteY14" fmla="*/ 491178 h 821837"/>
                <a:gd name="connsiteX15" fmla="*/ 418094 w 821650"/>
                <a:gd name="connsiteY15" fmla="*/ 678645 h 821837"/>
                <a:gd name="connsiteX16" fmla="*/ 693042 w 821650"/>
                <a:gd name="connsiteY16" fmla="*/ 128500 h 82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1650" h="821837">
                  <a:moveTo>
                    <a:pt x="410750" y="821801"/>
                  </a:moveTo>
                  <a:cubicBezTo>
                    <a:pt x="409808" y="821850"/>
                    <a:pt x="408864" y="821850"/>
                    <a:pt x="407922" y="821801"/>
                  </a:cubicBezTo>
                  <a:cubicBezTo>
                    <a:pt x="391948" y="820620"/>
                    <a:pt x="378249" y="809956"/>
                    <a:pt x="373187" y="794757"/>
                  </a:cubicBezTo>
                  <a:lnTo>
                    <a:pt x="286549" y="535092"/>
                  </a:lnTo>
                  <a:lnTo>
                    <a:pt x="26983" y="448554"/>
                  </a:lnTo>
                  <a:cubicBezTo>
                    <a:pt x="6216" y="441527"/>
                    <a:pt x="-4922" y="418995"/>
                    <a:pt x="2105" y="398228"/>
                  </a:cubicBezTo>
                  <a:cubicBezTo>
                    <a:pt x="5468" y="388290"/>
                    <a:pt x="12629" y="380087"/>
                    <a:pt x="22021" y="375413"/>
                  </a:cubicBezTo>
                  <a:lnTo>
                    <a:pt x="764199" y="4201"/>
                  </a:lnTo>
                  <a:cubicBezTo>
                    <a:pt x="783809" y="-5605"/>
                    <a:pt x="807651" y="2342"/>
                    <a:pt x="817457" y="21950"/>
                  </a:cubicBezTo>
                  <a:cubicBezTo>
                    <a:pt x="823054" y="33139"/>
                    <a:pt x="823049" y="46310"/>
                    <a:pt x="817442" y="57493"/>
                  </a:cubicBezTo>
                  <a:lnTo>
                    <a:pt x="446278" y="799819"/>
                  </a:lnTo>
                  <a:cubicBezTo>
                    <a:pt x="439561" y="813291"/>
                    <a:pt x="425802" y="821801"/>
                    <a:pt x="410750" y="821801"/>
                  </a:cubicBezTo>
                  <a:close/>
                  <a:moveTo>
                    <a:pt x="143046" y="403548"/>
                  </a:moveTo>
                  <a:lnTo>
                    <a:pt x="330513" y="466070"/>
                  </a:lnTo>
                  <a:cubicBezTo>
                    <a:pt x="342368" y="470021"/>
                    <a:pt x="351670" y="479324"/>
                    <a:pt x="355621" y="491178"/>
                  </a:cubicBezTo>
                  <a:lnTo>
                    <a:pt x="418094" y="678645"/>
                  </a:lnTo>
                  <a:lnTo>
                    <a:pt x="693042" y="12850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81153F18-0838-6445-8266-31093A86457E}"/>
                </a:ext>
              </a:extLst>
            </p:cNvPr>
            <p:cNvSpPr/>
            <p:nvPr/>
          </p:nvSpPr>
          <p:spPr>
            <a:xfrm>
              <a:off x="5763013" y="4781149"/>
              <a:ext cx="540084" cy="544774"/>
            </a:xfrm>
            <a:custGeom>
              <a:avLst/>
              <a:gdLst>
                <a:gd name="connsiteX0" fmla="*/ 39728 w 540084"/>
                <a:gd name="connsiteY0" fmla="*/ 544773 h 544774"/>
                <a:gd name="connsiteX1" fmla="*/ 0 w 540084"/>
                <a:gd name="connsiteY1" fmla="*/ 505106 h 544774"/>
                <a:gd name="connsiteX2" fmla="*/ 11494 w 540084"/>
                <a:gd name="connsiteY2" fmla="*/ 477140 h 544774"/>
                <a:gd name="connsiteX3" fmla="*/ 471478 w 540084"/>
                <a:gd name="connsiteY3" fmla="*/ 12492 h 544774"/>
                <a:gd name="connsiteX4" fmla="*/ 527595 w 540084"/>
                <a:gd name="connsiteY4" fmla="*/ 10788 h 544774"/>
                <a:gd name="connsiteX5" fmla="*/ 529297 w 540084"/>
                <a:gd name="connsiteY5" fmla="*/ 66901 h 544774"/>
                <a:gd name="connsiteX6" fmla="*/ 527897 w 540084"/>
                <a:gd name="connsiteY6" fmla="*/ 68315 h 544774"/>
                <a:gd name="connsiteX7" fmla="*/ 67913 w 540084"/>
                <a:gd name="connsiteY7" fmla="*/ 533211 h 544774"/>
                <a:gd name="connsiteX8" fmla="*/ 39728 w 540084"/>
                <a:gd name="connsiteY8" fmla="*/ 544773 h 54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0084" h="544774">
                  <a:moveTo>
                    <a:pt x="39728" y="544773"/>
                  </a:moveTo>
                  <a:cubicBezTo>
                    <a:pt x="17804" y="544793"/>
                    <a:pt x="17" y="527034"/>
                    <a:pt x="0" y="505106"/>
                  </a:cubicBezTo>
                  <a:cubicBezTo>
                    <a:pt x="-8" y="494636"/>
                    <a:pt x="4123" y="484583"/>
                    <a:pt x="11494" y="477140"/>
                  </a:cubicBezTo>
                  <a:lnTo>
                    <a:pt x="471478" y="12492"/>
                  </a:lnTo>
                  <a:cubicBezTo>
                    <a:pt x="486504" y="-3474"/>
                    <a:pt x="511627" y="-4237"/>
                    <a:pt x="527595" y="10788"/>
                  </a:cubicBezTo>
                  <a:cubicBezTo>
                    <a:pt x="543558" y="25813"/>
                    <a:pt x="544322" y="50936"/>
                    <a:pt x="529297" y="66901"/>
                  </a:cubicBezTo>
                  <a:cubicBezTo>
                    <a:pt x="528840" y="67384"/>
                    <a:pt x="528374" y="67856"/>
                    <a:pt x="527897" y="68315"/>
                  </a:cubicBezTo>
                  <a:lnTo>
                    <a:pt x="67913" y="533211"/>
                  </a:lnTo>
                  <a:cubicBezTo>
                    <a:pt x="60452" y="540694"/>
                    <a:pt x="50295" y="544857"/>
                    <a:pt x="39728" y="5447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75798DA5-3470-DE4D-9D4A-DD809AB91E60}"/>
                </a:ext>
              </a:extLst>
            </p:cNvPr>
            <p:cNvSpPr/>
            <p:nvPr/>
          </p:nvSpPr>
          <p:spPr>
            <a:xfrm>
              <a:off x="5477879" y="4781252"/>
              <a:ext cx="822499" cy="821800"/>
            </a:xfrm>
            <a:custGeom>
              <a:avLst/>
              <a:gdLst>
                <a:gd name="connsiteX0" fmla="*/ 416512 w 822499"/>
                <a:gd name="connsiteY0" fmla="*/ 821801 h 821800"/>
                <a:gd name="connsiteX1" fmla="*/ 376885 w 822499"/>
                <a:gd name="connsiteY1" fmla="*/ 782035 h 821800"/>
                <a:gd name="connsiteX2" fmla="*/ 380983 w 822499"/>
                <a:gd name="connsiteY2" fmla="*/ 764539 h 821800"/>
                <a:gd name="connsiteX3" fmla="*/ 694983 w 822499"/>
                <a:gd name="connsiteY3" fmla="*/ 128005 h 821800"/>
                <a:gd name="connsiteX4" fmla="*/ 58151 w 822499"/>
                <a:gd name="connsiteY4" fmla="*/ 446420 h 821800"/>
                <a:gd name="connsiteX5" fmla="*/ 4554 w 822499"/>
                <a:gd name="connsiteY5" fmla="*/ 429716 h 821800"/>
                <a:gd name="connsiteX6" fmla="*/ 21258 w 822499"/>
                <a:gd name="connsiteY6" fmla="*/ 376119 h 821800"/>
                <a:gd name="connsiteX7" fmla="*/ 22672 w 822499"/>
                <a:gd name="connsiteY7" fmla="*/ 375413 h 821800"/>
                <a:gd name="connsiteX8" fmla="*/ 765048 w 822499"/>
                <a:gd name="connsiteY8" fmla="*/ 4201 h 821800"/>
                <a:gd name="connsiteX9" fmla="*/ 818306 w 822499"/>
                <a:gd name="connsiteY9" fmla="*/ 21950 h 821800"/>
                <a:gd name="connsiteX10" fmla="*/ 818390 w 822499"/>
                <a:gd name="connsiteY10" fmla="*/ 57295 h 821800"/>
                <a:gd name="connsiteX11" fmla="*/ 452140 w 822499"/>
                <a:gd name="connsiteY11" fmla="*/ 799670 h 821800"/>
                <a:gd name="connsiteX12" fmla="*/ 416512 w 822499"/>
                <a:gd name="connsiteY12" fmla="*/ 821801 h 82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2499" h="821800">
                  <a:moveTo>
                    <a:pt x="416512" y="821801"/>
                  </a:moveTo>
                  <a:cubicBezTo>
                    <a:pt x="394588" y="821761"/>
                    <a:pt x="376846" y="803957"/>
                    <a:pt x="376885" y="782035"/>
                  </a:cubicBezTo>
                  <a:cubicBezTo>
                    <a:pt x="376896" y="775966"/>
                    <a:pt x="378298" y="769982"/>
                    <a:pt x="380983" y="764539"/>
                  </a:cubicBezTo>
                  <a:lnTo>
                    <a:pt x="694983" y="128005"/>
                  </a:lnTo>
                  <a:lnTo>
                    <a:pt x="58151" y="446420"/>
                  </a:lnTo>
                  <a:cubicBezTo>
                    <a:pt x="38738" y="456608"/>
                    <a:pt x="14742" y="449129"/>
                    <a:pt x="4554" y="429716"/>
                  </a:cubicBezTo>
                  <a:cubicBezTo>
                    <a:pt x="-5633" y="410303"/>
                    <a:pt x="1845" y="386307"/>
                    <a:pt x="21258" y="376119"/>
                  </a:cubicBezTo>
                  <a:cubicBezTo>
                    <a:pt x="21725" y="375875"/>
                    <a:pt x="22196" y="375639"/>
                    <a:pt x="22672" y="375413"/>
                  </a:cubicBezTo>
                  <a:lnTo>
                    <a:pt x="765048" y="4201"/>
                  </a:lnTo>
                  <a:cubicBezTo>
                    <a:pt x="784658" y="-5605"/>
                    <a:pt x="808501" y="2341"/>
                    <a:pt x="818306" y="21950"/>
                  </a:cubicBezTo>
                  <a:cubicBezTo>
                    <a:pt x="823868" y="33069"/>
                    <a:pt x="823898" y="46150"/>
                    <a:pt x="818390" y="57295"/>
                  </a:cubicBezTo>
                  <a:lnTo>
                    <a:pt x="452140" y="799670"/>
                  </a:lnTo>
                  <a:cubicBezTo>
                    <a:pt x="445448" y="813231"/>
                    <a:pt x="431634" y="821811"/>
                    <a:pt x="416512" y="8218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79">
            <a:extLst>
              <a:ext uri="{FF2B5EF4-FFF2-40B4-BE49-F238E27FC236}">
                <a16:creationId xmlns:a16="http://schemas.microsoft.com/office/drawing/2014/main" id="{DAA22C72-488E-4528-BF9A-172797EF8BD3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32" y="4758609"/>
            <a:ext cx="868363" cy="868362"/>
            <a:chOff x="6775832" y="4758609"/>
            <a:chExt cx="868363" cy="868362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784AE37-D603-E14B-8B2F-85D21CEA7C94}"/>
                </a:ext>
              </a:extLst>
            </p:cNvPr>
            <p:cNvSpPr/>
            <p:nvPr/>
          </p:nvSpPr>
          <p:spPr>
            <a:xfrm>
              <a:off x="6979277" y="4778457"/>
              <a:ext cx="645069" cy="640106"/>
            </a:xfrm>
            <a:custGeom>
              <a:avLst/>
              <a:gdLst>
                <a:gd name="connsiteX0" fmla="*/ 605373 w 645069"/>
                <a:gd name="connsiteY0" fmla="*/ 640107 h 640106"/>
                <a:gd name="connsiteX1" fmla="*/ 429567 w 645069"/>
                <a:gd name="connsiteY1" fmla="*/ 640107 h 640106"/>
                <a:gd name="connsiteX2" fmla="*/ 389870 w 645069"/>
                <a:gd name="connsiteY2" fmla="*/ 600410 h 640106"/>
                <a:gd name="connsiteX3" fmla="*/ 429567 w 645069"/>
                <a:gd name="connsiteY3" fmla="*/ 560714 h 640106"/>
                <a:gd name="connsiteX4" fmla="*/ 565676 w 645069"/>
                <a:gd name="connsiteY4" fmla="*/ 560714 h 640106"/>
                <a:gd name="connsiteX5" fmla="*/ 565676 w 645069"/>
                <a:gd name="connsiteY5" fmla="*/ 79393 h 640106"/>
                <a:gd name="connsiteX6" fmla="*/ 79393 w 645069"/>
                <a:gd name="connsiteY6" fmla="*/ 79393 h 640106"/>
                <a:gd name="connsiteX7" fmla="*/ 79393 w 645069"/>
                <a:gd name="connsiteY7" fmla="*/ 226518 h 640106"/>
                <a:gd name="connsiteX8" fmla="*/ 39697 w 645069"/>
                <a:gd name="connsiteY8" fmla="*/ 266215 h 640106"/>
                <a:gd name="connsiteX9" fmla="*/ 0 w 645069"/>
                <a:gd name="connsiteY9" fmla="*/ 226518 h 640106"/>
                <a:gd name="connsiteX10" fmla="*/ 0 w 645069"/>
                <a:gd name="connsiteY10" fmla="*/ 39697 h 640106"/>
                <a:gd name="connsiteX11" fmla="*/ 39697 w 645069"/>
                <a:gd name="connsiteY11" fmla="*/ 0 h 640106"/>
                <a:gd name="connsiteX12" fmla="*/ 605373 w 645069"/>
                <a:gd name="connsiteY12" fmla="*/ 0 h 640106"/>
                <a:gd name="connsiteX13" fmla="*/ 645070 w 645069"/>
                <a:gd name="connsiteY13" fmla="*/ 39697 h 640106"/>
                <a:gd name="connsiteX14" fmla="*/ 645070 w 645069"/>
                <a:gd name="connsiteY14" fmla="*/ 600410 h 640106"/>
                <a:gd name="connsiteX15" fmla="*/ 605373 w 645069"/>
                <a:gd name="connsiteY15" fmla="*/ 640107 h 6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5069" h="640106">
                  <a:moveTo>
                    <a:pt x="605373" y="640107"/>
                  </a:moveTo>
                  <a:lnTo>
                    <a:pt x="429567" y="640107"/>
                  </a:lnTo>
                  <a:cubicBezTo>
                    <a:pt x="407644" y="640107"/>
                    <a:pt x="389870" y="622333"/>
                    <a:pt x="389870" y="600410"/>
                  </a:cubicBezTo>
                  <a:cubicBezTo>
                    <a:pt x="389870" y="578488"/>
                    <a:pt x="407644" y="560714"/>
                    <a:pt x="429567" y="560714"/>
                  </a:cubicBezTo>
                  <a:lnTo>
                    <a:pt x="565676" y="560714"/>
                  </a:lnTo>
                  <a:lnTo>
                    <a:pt x="565676" y="79393"/>
                  </a:lnTo>
                  <a:lnTo>
                    <a:pt x="79393" y="79393"/>
                  </a:lnTo>
                  <a:lnTo>
                    <a:pt x="79393" y="226518"/>
                  </a:lnTo>
                  <a:cubicBezTo>
                    <a:pt x="79393" y="248442"/>
                    <a:pt x="61621" y="266215"/>
                    <a:pt x="39697" y="266215"/>
                  </a:cubicBezTo>
                  <a:cubicBezTo>
                    <a:pt x="17773" y="266215"/>
                    <a:pt x="0" y="248442"/>
                    <a:pt x="0" y="22651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600410"/>
                  </a:lnTo>
                  <a:cubicBezTo>
                    <a:pt x="645070" y="622333"/>
                    <a:pt x="627296" y="640107"/>
                    <a:pt x="605373" y="6401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BB4B332-0A06-EE44-94D9-A1C8CE45EAC2}"/>
                </a:ext>
              </a:extLst>
            </p:cNvPr>
            <p:cNvSpPr/>
            <p:nvPr/>
          </p:nvSpPr>
          <p:spPr>
            <a:xfrm>
              <a:off x="6795680" y="4967015"/>
              <a:ext cx="645069" cy="640106"/>
            </a:xfrm>
            <a:custGeom>
              <a:avLst/>
              <a:gdLst>
                <a:gd name="connsiteX0" fmla="*/ 605373 w 645069"/>
                <a:gd name="connsiteY0" fmla="*/ 640107 h 640106"/>
                <a:gd name="connsiteX1" fmla="*/ 39697 w 645069"/>
                <a:gd name="connsiteY1" fmla="*/ 640107 h 640106"/>
                <a:gd name="connsiteX2" fmla="*/ 0 w 645069"/>
                <a:gd name="connsiteY2" fmla="*/ 600410 h 640106"/>
                <a:gd name="connsiteX3" fmla="*/ 0 w 645069"/>
                <a:gd name="connsiteY3" fmla="*/ 39697 h 640106"/>
                <a:gd name="connsiteX4" fmla="*/ 39697 w 645069"/>
                <a:gd name="connsiteY4" fmla="*/ 0 h 640106"/>
                <a:gd name="connsiteX5" fmla="*/ 605373 w 645069"/>
                <a:gd name="connsiteY5" fmla="*/ 0 h 640106"/>
                <a:gd name="connsiteX6" fmla="*/ 645070 w 645069"/>
                <a:gd name="connsiteY6" fmla="*/ 39697 h 640106"/>
                <a:gd name="connsiteX7" fmla="*/ 645070 w 645069"/>
                <a:gd name="connsiteY7" fmla="*/ 600410 h 640106"/>
                <a:gd name="connsiteX8" fmla="*/ 605373 w 645069"/>
                <a:gd name="connsiteY8" fmla="*/ 640107 h 640106"/>
                <a:gd name="connsiteX9" fmla="*/ 79393 w 645069"/>
                <a:gd name="connsiteY9" fmla="*/ 560714 h 640106"/>
                <a:gd name="connsiteX10" fmla="*/ 565676 w 645069"/>
                <a:gd name="connsiteY10" fmla="*/ 560714 h 640106"/>
                <a:gd name="connsiteX11" fmla="*/ 565676 w 645069"/>
                <a:gd name="connsiteY11" fmla="*/ 79393 h 640106"/>
                <a:gd name="connsiteX12" fmla="*/ 79393 w 645069"/>
                <a:gd name="connsiteY12" fmla="*/ 79393 h 6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640106">
                  <a:moveTo>
                    <a:pt x="605373" y="640107"/>
                  </a:moveTo>
                  <a:lnTo>
                    <a:pt x="39697" y="640107"/>
                  </a:lnTo>
                  <a:cubicBezTo>
                    <a:pt x="17773" y="640107"/>
                    <a:pt x="0" y="622333"/>
                    <a:pt x="0" y="600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600410"/>
                  </a:lnTo>
                  <a:cubicBezTo>
                    <a:pt x="645070" y="622333"/>
                    <a:pt x="627296" y="640107"/>
                    <a:pt x="605373" y="640107"/>
                  </a:cubicBezTo>
                  <a:close/>
                  <a:moveTo>
                    <a:pt x="79393" y="560714"/>
                  </a:moveTo>
                  <a:lnTo>
                    <a:pt x="565676" y="560714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7" name="Picture Placeholder 91">
            <a:extLst>
              <a:ext uri="{FF2B5EF4-FFF2-40B4-BE49-F238E27FC236}">
                <a16:creationId xmlns:a16="http://schemas.microsoft.com/office/drawing/2014/main" id="{435E6112-4B74-4C84-AD12-FA5DA82FDBE9}"/>
              </a:ext>
            </a:extLst>
          </p:cNvPr>
          <p:cNvGrpSpPr>
            <a:grpSpLocks noChangeAspect="1"/>
          </p:cNvGrpSpPr>
          <p:nvPr/>
        </p:nvGrpSpPr>
        <p:grpSpPr>
          <a:xfrm>
            <a:off x="8111533" y="4824058"/>
            <a:ext cx="831988" cy="737462"/>
            <a:chOff x="8111533" y="4824058"/>
            <a:chExt cx="831988" cy="73746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5E2A780-F868-7F43-A225-859E2BD3CA60}"/>
                </a:ext>
              </a:extLst>
            </p:cNvPr>
            <p:cNvSpPr/>
            <p:nvPr/>
          </p:nvSpPr>
          <p:spPr>
            <a:xfrm>
              <a:off x="8111550" y="4824058"/>
              <a:ext cx="738009" cy="737462"/>
            </a:xfrm>
            <a:custGeom>
              <a:avLst/>
              <a:gdLst>
                <a:gd name="connsiteX0" fmla="*/ 39697 w 738009"/>
                <a:gd name="connsiteY0" fmla="*/ 737463 h 737462"/>
                <a:gd name="connsiteX1" fmla="*/ 0 w 738009"/>
                <a:gd name="connsiteY1" fmla="*/ 697766 h 737462"/>
                <a:gd name="connsiteX2" fmla="*/ 0 w 738009"/>
                <a:gd name="connsiteY2" fmla="*/ 39697 h 737462"/>
                <a:gd name="connsiteX3" fmla="*/ 39697 w 738009"/>
                <a:gd name="connsiteY3" fmla="*/ 0 h 737462"/>
                <a:gd name="connsiteX4" fmla="*/ 698313 w 738009"/>
                <a:gd name="connsiteY4" fmla="*/ 0 h 737462"/>
                <a:gd name="connsiteX5" fmla="*/ 738009 w 738009"/>
                <a:gd name="connsiteY5" fmla="*/ 39697 h 737462"/>
                <a:gd name="connsiteX6" fmla="*/ 738009 w 738009"/>
                <a:gd name="connsiteY6" fmla="*/ 228255 h 737462"/>
                <a:gd name="connsiteX7" fmla="*/ 698313 w 738009"/>
                <a:gd name="connsiteY7" fmla="*/ 267952 h 737462"/>
                <a:gd name="connsiteX8" fmla="*/ 658616 w 738009"/>
                <a:gd name="connsiteY8" fmla="*/ 228255 h 737462"/>
                <a:gd name="connsiteX9" fmla="*/ 658616 w 738009"/>
                <a:gd name="connsiteY9" fmla="*/ 79393 h 737462"/>
                <a:gd name="connsiteX10" fmla="*/ 79393 w 738009"/>
                <a:gd name="connsiteY10" fmla="*/ 79393 h 737462"/>
                <a:gd name="connsiteX11" fmla="*/ 79393 w 738009"/>
                <a:gd name="connsiteY11" fmla="*/ 697766 h 737462"/>
                <a:gd name="connsiteX12" fmla="*/ 39697 w 738009"/>
                <a:gd name="connsiteY12" fmla="*/ 737463 h 73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9" h="737462">
                  <a:moveTo>
                    <a:pt x="39697" y="737463"/>
                  </a:moveTo>
                  <a:cubicBezTo>
                    <a:pt x="17773" y="737463"/>
                    <a:pt x="0" y="719689"/>
                    <a:pt x="0" y="697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8313" y="0"/>
                  </a:lnTo>
                  <a:cubicBezTo>
                    <a:pt x="720235" y="0"/>
                    <a:pt x="738009" y="17773"/>
                    <a:pt x="738009" y="39697"/>
                  </a:cubicBezTo>
                  <a:lnTo>
                    <a:pt x="738009" y="228255"/>
                  </a:lnTo>
                  <a:cubicBezTo>
                    <a:pt x="738009" y="250179"/>
                    <a:pt x="720235" y="267952"/>
                    <a:pt x="698313" y="267952"/>
                  </a:cubicBezTo>
                  <a:cubicBezTo>
                    <a:pt x="676390" y="267952"/>
                    <a:pt x="658616" y="250179"/>
                    <a:pt x="658616" y="228255"/>
                  </a:cubicBezTo>
                  <a:lnTo>
                    <a:pt x="658616" y="79393"/>
                  </a:lnTo>
                  <a:lnTo>
                    <a:pt x="79393" y="79393"/>
                  </a:lnTo>
                  <a:lnTo>
                    <a:pt x="79393" y="697766"/>
                  </a:lnTo>
                  <a:cubicBezTo>
                    <a:pt x="79393" y="719689"/>
                    <a:pt x="61621" y="737463"/>
                    <a:pt x="39697" y="7374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2E93F0D1-B940-8B41-BDBA-2B8D7904E387}"/>
                </a:ext>
              </a:extLst>
            </p:cNvPr>
            <p:cNvSpPr/>
            <p:nvPr/>
          </p:nvSpPr>
          <p:spPr>
            <a:xfrm>
              <a:off x="8111533" y="5011922"/>
              <a:ext cx="831988" cy="549598"/>
            </a:xfrm>
            <a:custGeom>
              <a:avLst/>
              <a:gdLst>
                <a:gd name="connsiteX0" fmla="*/ 698330 w 831988"/>
                <a:gd name="connsiteY0" fmla="*/ 549599 h 549598"/>
                <a:gd name="connsiteX1" fmla="*/ 39714 w 831988"/>
                <a:gd name="connsiteY1" fmla="*/ 549599 h 549598"/>
                <a:gd name="connsiteX2" fmla="*/ 0 w 831988"/>
                <a:gd name="connsiteY2" fmla="*/ 509922 h 549598"/>
                <a:gd name="connsiteX3" fmla="*/ 762 w 831988"/>
                <a:gd name="connsiteY3" fmla="*/ 502161 h 549598"/>
                <a:gd name="connsiteX4" fmla="*/ 94744 w 831988"/>
                <a:gd name="connsiteY4" fmla="*/ 31906 h 549598"/>
                <a:gd name="connsiteX5" fmla="*/ 133646 w 831988"/>
                <a:gd name="connsiteY5" fmla="*/ 0 h 549598"/>
                <a:gd name="connsiteX6" fmla="*/ 792263 w 831988"/>
                <a:gd name="connsiteY6" fmla="*/ 0 h 549598"/>
                <a:gd name="connsiteX7" fmla="*/ 831989 w 831988"/>
                <a:gd name="connsiteY7" fmla="*/ 39669 h 549598"/>
                <a:gd name="connsiteX8" fmla="*/ 831215 w 831988"/>
                <a:gd name="connsiteY8" fmla="*/ 47487 h 549598"/>
                <a:gd name="connsiteX9" fmla="*/ 737233 w 831988"/>
                <a:gd name="connsiteY9" fmla="*/ 517693 h 549598"/>
                <a:gd name="connsiteX10" fmla="*/ 698330 w 831988"/>
                <a:gd name="connsiteY10" fmla="*/ 549599 h 549598"/>
                <a:gd name="connsiteX11" fmla="*/ 87995 w 831988"/>
                <a:gd name="connsiteY11" fmla="*/ 470206 h 549598"/>
                <a:gd name="connsiteX12" fmla="*/ 665779 w 831988"/>
                <a:gd name="connsiteY12" fmla="*/ 470206 h 549598"/>
                <a:gd name="connsiteX13" fmla="*/ 743833 w 831988"/>
                <a:gd name="connsiteY13" fmla="*/ 79393 h 549598"/>
                <a:gd name="connsiteX14" fmla="*/ 166198 w 831988"/>
                <a:gd name="connsiteY14" fmla="*/ 79393 h 54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1988" h="549598">
                  <a:moveTo>
                    <a:pt x="698330" y="549599"/>
                  </a:moveTo>
                  <a:lnTo>
                    <a:pt x="39714" y="549599"/>
                  </a:lnTo>
                  <a:cubicBezTo>
                    <a:pt x="17790" y="549609"/>
                    <a:pt x="10" y="531844"/>
                    <a:pt x="0" y="509922"/>
                  </a:cubicBezTo>
                  <a:cubicBezTo>
                    <a:pt x="-1" y="507317"/>
                    <a:pt x="254" y="504717"/>
                    <a:pt x="762" y="502161"/>
                  </a:cubicBezTo>
                  <a:lnTo>
                    <a:pt x="94744" y="31906"/>
                  </a:lnTo>
                  <a:cubicBezTo>
                    <a:pt x="98455" y="13361"/>
                    <a:pt x="114734" y="10"/>
                    <a:pt x="133646" y="0"/>
                  </a:cubicBezTo>
                  <a:lnTo>
                    <a:pt x="792263" y="0"/>
                  </a:lnTo>
                  <a:cubicBezTo>
                    <a:pt x="814185" y="-15"/>
                    <a:pt x="831969" y="17745"/>
                    <a:pt x="831989" y="39669"/>
                  </a:cubicBezTo>
                  <a:cubicBezTo>
                    <a:pt x="831989" y="42294"/>
                    <a:pt x="831731" y="44913"/>
                    <a:pt x="831215" y="47487"/>
                  </a:cubicBezTo>
                  <a:lnTo>
                    <a:pt x="737233" y="517693"/>
                  </a:lnTo>
                  <a:cubicBezTo>
                    <a:pt x="733522" y="536236"/>
                    <a:pt x="717241" y="549589"/>
                    <a:pt x="698330" y="549599"/>
                  </a:cubicBezTo>
                  <a:close/>
                  <a:moveTo>
                    <a:pt x="87995" y="470206"/>
                  </a:moveTo>
                  <a:lnTo>
                    <a:pt x="665779" y="470206"/>
                  </a:lnTo>
                  <a:lnTo>
                    <a:pt x="743833" y="79393"/>
                  </a:lnTo>
                  <a:lnTo>
                    <a:pt x="166198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0" name="Picture Placeholder 81">
            <a:extLst>
              <a:ext uri="{FF2B5EF4-FFF2-40B4-BE49-F238E27FC236}">
                <a16:creationId xmlns:a16="http://schemas.microsoft.com/office/drawing/2014/main" id="{295BF802-3E30-4F7B-9A5C-B2C6B110F84C}"/>
              </a:ext>
            </a:extLst>
          </p:cNvPr>
          <p:cNvGrpSpPr>
            <a:grpSpLocks noChangeAspect="1"/>
          </p:cNvGrpSpPr>
          <p:nvPr/>
        </p:nvGrpSpPr>
        <p:grpSpPr>
          <a:xfrm>
            <a:off x="9432175" y="4778705"/>
            <a:ext cx="825706" cy="828417"/>
            <a:chOff x="9432175" y="4778705"/>
            <a:chExt cx="825706" cy="828417"/>
          </a:xfrm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472BDC0B-229B-DE4E-BF86-36CC2DEDFFA6}"/>
                </a:ext>
              </a:extLst>
            </p:cNvPr>
            <p:cNvSpPr/>
            <p:nvPr/>
          </p:nvSpPr>
          <p:spPr>
            <a:xfrm>
              <a:off x="9432175" y="4778705"/>
              <a:ext cx="825706" cy="825787"/>
            </a:xfrm>
            <a:custGeom>
              <a:avLst/>
              <a:gdLst>
                <a:gd name="connsiteX0" fmla="*/ 412853 w 825706"/>
                <a:gd name="connsiteY0" fmla="*/ 825787 h 825787"/>
                <a:gd name="connsiteX1" fmla="*/ 379806 w 825706"/>
                <a:gd name="connsiteY1" fmla="*/ 808073 h 825787"/>
                <a:gd name="connsiteX2" fmla="*/ 6658 w 825706"/>
                <a:gd name="connsiteY2" fmla="*/ 248302 h 825787"/>
                <a:gd name="connsiteX3" fmla="*/ 11620 w 825706"/>
                <a:gd name="connsiteY3" fmla="*/ 198235 h 825787"/>
                <a:gd name="connsiteX4" fmla="*/ 198194 w 825706"/>
                <a:gd name="connsiteY4" fmla="*/ 11661 h 825787"/>
                <a:gd name="connsiteX5" fmla="*/ 226279 w 825706"/>
                <a:gd name="connsiteY5" fmla="*/ 0 h 825787"/>
                <a:gd name="connsiteX6" fmla="*/ 599427 w 825706"/>
                <a:gd name="connsiteY6" fmla="*/ 0 h 825787"/>
                <a:gd name="connsiteX7" fmla="*/ 627513 w 825706"/>
                <a:gd name="connsiteY7" fmla="*/ 11661 h 825787"/>
                <a:gd name="connsiteX8" fmla="*/ 814087 w 825706"/>
                <a:gd name="connsiteY8" fmla="*/ 198235 h 825787"/>
                <a:gd name="connsiteX9" fmla="*/ 819049 w 825706"/>
                <a:gd name="connsiteY9" fmla="*/ 248302 h 825787"/>
                <a:gd name="connsiteX10" fmla="*/ 445901 w 825706"/>
                <a:gd name="connsiteY10" fmla="*/ 808073 h 825787"/>
                <a:gd name="connsiteX11" fmla="*/ 412853 w 825706"/>
                <a:gd name="connsiteY11" fmla="*/ 825787 h 825787"/>
                <a:gd name="connsiteX12" fmla="*/ 90765 w 825706"/>
                <a:gd name="connsiteY12" fmla="*/ 231381 h 825787"/>
                <a:gd name="connsiteX13" fmla="*/ 412853 w 825706"/>
                <a:gd name="connsiteY13" fmla="*/ 714290 h 825787"/>
                <a:gd name="connsiteX14" fmla="*/ 734942 w 825706"/>
                <a:gd name="connsiteY14" fmla="*/ 231183 h 825787"/>
                <a:gd name="connsiteX15" fmla="*/ 583003 w 825706"/>
                <a:gd name="connsiteY15" fmla="*/ 79393 h 825787"/>
                <a:gd name="connsiteX16" fmla="*/ 242704 w 825706"/>
                <a:gd name="connsiteY16" fmla="*/ 79393 h 825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5706" h="825787">
                  <a:moveTo>
                    <a:pt x="412853" y="825787"/>
                  </a:moveTo>
                  <a:cubicBezTo>
                    <a:pt x="399567" y="825787"/>
                    <a:pt x="387163" y="819138"/>
                    <a:pt x="379806" y="808073"/>
                  </a:cubicBezTo>
                  <a:lnTo>
                    <a:pt x="6658" y="248302"/>
                  </a:lnTo>
                  <a:cubicBezTo>
                    <a:pt x="-3826" y="232562"/>
                    <a:pt x="-1749" y="211611"/>
                    <a:pt x="11620" y="198235"/>
                  </a:cubicBezTo>
                  <a:lnTo>
                    <a:pt x="198194" y="11661"/>
                  </a:lnTo>
                  <a:cubicBezTo>
                    <a:pt x="205637" y="4200"/>
                    <a:pt x="215741" y="5"/>
                    <a:pt x="226279" y="0"/>
                  </a:cubicBezTo>
                  <a:lnTo>
                    <a:pt x="599427" y="0"/>
                  </a:lnTo>
                  <a:cubicBezTo>
                    <a:pt x="609967" y="5"/>
                    <a:pt x="620070" y="4200"/>
                    <a:pt x="627513" y="11661"/>
                  </a:cubicBezTo>
                  <a:lnTo>
                    <a:pt x="814087" y="198235"/>
                  </a:lnTo>
                  <a:cubicBezTo>
                    <a:pt x="827455" y="211611"/>
                    <a:pt x="829534" y="232562"/>
                    <a:pt x="819049" y="248302"/>
                  </a:cubicBezTo>
                  <a:lnTo>
                    <a:pt x="445901" y="808073"/>
                  </a:lnTo>
                  <a:cubicBezTo>
                    <a:pt x="438544" y="819138"/>
                    <a:pt x="426139" y="825782"/>
                    <a:pt x="412853" y="825787"/>
                  </a:cubicBezTo>
                  <a:close/>
                  <a:moveTo>
                    <a:pt x="90765" y="231381"/>
                  </a:moveTo>
                  <a:lnTo>
                    <a:pt x="412853" y="714290"/>
                  </a:lnTo>
                  <a:lnTo>
                    <a:pt x="734942" y="231183"/>
                  </a:lnTo>
                  <a:lnTo>
                    <a:pt x="583003" y="79393"/>
                  </a:lnTo>
                  <a:lnTo>
                    <a:pt x="242704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2B5ADBC1-8675-E341-9486-914E1C634BC0}"/>
                </a:ext>
              </a:extLst>
            </p:cNvPr>
            <p:cNvSpPr/>
            <p:nvPr/>
          </p:nvSpPr>
          <p:spPr>
            <a:xfrm>
              <a:off x="9618746" y="4781107"/>
              <a:ext cx="265982" cy="826015"/>
            </a:xfrm>
            <a:custGeom>
              <a:avLst/>
              <a:gdLst>
                <a:gd name="connsiteX0" fmla="*/ 226282 w 265982"/>
                <a:gd name="connsiteY0" fmla="*/ 826015 h 826015"/>
                <a:gd name="connsiteX1" fmla="*/ 188620 w 265982"/>
                <a:gd name="connsiteY1" fmla="*/ 798873 h 826015"/>
                <a:gd name="connsiteX2" fmla="*/ 2046 w 265982"/>
                <a:gd name="connsiteY2" fmla="*/ 238854 h 826015"/>
                <a:gd name="connsiteX3" fmla="*/ 11622 w 265982"/>
                <a:gd name="connsiteY3" fmla="*/ 198214 h 826015"/>
                <a:gd name="connsiteX4" fmla="*/ 198196 w 265982"/>
                <a:gd name="connsiteY4" fmla="*/ 11641 h 826015"/>
                <a:gd name="connsiteX5" fmla="*/ 254342 w 265982"/>
                <a:gd name="connsiteY5" fmla="*/ 11616 h 826015"/>
                <a:gd name="connsiteX6" fmla="*/ 254367 w 265982"/>
                <a:gd name="connsiteY6" fmla="*/ 67762 h 826015"/>
                <a:gd name="connsiteX7" fmla="*/ 85111 w 265982"/>
                <a:gd name="connsiteY7" fmla="*/ 237018 h 826015"/>
                <a:gd name="connsiteX8" fmla="*/ 263745 w 265982"/>
                <a:gd name="connsiteY8" fmla="*/ 773517 h 826015"/>
                <a:gd name="connsiteX9" fmla="*/ 238687 w 265982"/>
                <a:gd name="connsiteY9" fmla="*/ 823733 h 826015"/>
                <a:gd name="connsiteX10" fmla="*/ 226282 w 265982"/>
                <a:gd name="connsiteY10" fmla="*/ 826015 h 826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982" h="826015">
                  <a:moveTo>
                    <a:pt x="226282" y="826015"/>
                  </a:moveTo>
                  <a:cubicBezTo>
                    <a:pt x="209194" y="826015"/>
                    <a:pt x="194023" y="815084"/>
                    <a:pt x="188620" y="798873"/>
                  </a:cubicBezTo>
                  <a:lnTo>
                    <a:pt x="2046" y="238854"/>
                  </a:lnTo>
                  <a:cubicBezTo>
                    <a:pt x="-2719" y="224587"/>
                    <a:pt x="989" y="208853"/>
                    <a:pt x="11622" y="198214"/>
                  </a:cubicBezTo>
                  <a:lnTo>
                    <a:pt x="198196" y="11641"/>
                  </a:lnTo>
                  <a:cubicBezTo>
                    <a:pt x="213694" y="-3870"/>
                    <a:pt x="238831" y="-3882"/>
                    <a:pt x="254342" y="11616"/>
                  </a:cubicBezTo>
                  <a:cubicBezTo>
                    <a:pt x="269853" y="27113"/>
                    <a:pt x="269865" y="52251"/>
                    <a:pt x="254367" y="67762"/>
                  </a:cubicBezTo>
                  <a:lnTo>
                    <a:pt x="85111" y="237018"/>
                  </a:lnTo>
                  <a:lnTo>
                    <a:pt x="263745" y="773517"/>
                  </a:lnTo>
                  <a:cubicBezTo>
                    <a:pt x="270685" y="794303"/>
                    <a:pt x="259469" y="816781"/>
                    <a:pt x="238687" y="823733"/>
                  </a:cubicBezTo>
                  <a:cubicBezTo>
                    <a:pt x="234694" y="825127"/>
                    <a:pt x="230510" y="825901"/>
                    <a:pt x="226282" y="82601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C08687B7-6736-1044-959A-5E49025D1C58}"/>
                </a:ext>
              </a:extLst>
            </p:cNvPr>
            <p:cNvSpPr/>
            <p:nvPr/>
          </p:nvSpPr>
          <p:spPr>
            <a:xfrm>
              <a:off x="9434516" y="4970092"/>
              <a:ext cx="814921" cy="79393"/>
            </a:xfrm>
            <a:custGeom>
              <a:avLst/>
              <a:gdLst>
                <a:gd name="connsiteX0" fmla="*/ 775225 w 814921"/>
                <a:gd name="connsiteY0" fmla="*/ 79393 h 79393"/>
                <a:gd name="connsiteX1" fmla="*/ 39697 w 814921"/>
                <a:gd name="connsiteY1" fmla="*/ 79393 h 79393"/>
                <a:gd name="connsiteX2" fmla="*/ 0 w 814921"/>
                <a:gd name="connsiteY2" fmla="*/ 39697 h 79393"/>
                <a:gd name="connsiteX3" fmla="*/ 39697 w 814921"/>
                <a:gd name="connsiteY3" fmla="*/ 0 h 79393"/>
                <a:gd name="connsiteX4" fmla="*/ 775225 w 814921"/>
                <a:gd name="connsiteY4" fmla="*/ 0 h 79393"/>
                <a:gd name="connsiteX5" fmla="*/ 814921 w 814921"/>
                <a:gd name="connsiteY5" fmla="*/ 39697 h 79393"/>
                <a:gd name="connsiteX6" fmla="*/ 775225 w 81492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4921" h="79393">
                  <a:moveTo>
                    <a:pt x="77522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75225" y="0"/>
                  </a:lnTo>
                  <a:cubicBezTo>
                    <a:pt x="797147" y="0"/>
                    <a:pt x="814921" y="17773"/>
                    <a:pt x="814921" y="39697"/>
                  </a:cubicBezTo>
                  <a:cubicBezTo>
                    <a:pt x="814921" y="61620"/>
                    <a:pt x="797147" y="79393"/>
                    <a:pt x="77522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720D93B7-3090-1041-A462-5E6AD8576DDB}"/>
                </a:ext>
              </a:extLst>
            </p:cNvPr>
            <p:cNvSpPr/>
            <p:nvPr/>
          </p:nvSpPr>
          <p:spPr>
            <a:xfrm>
              <a:off x="9805327" y="4779767"/>
              <a:ext cx="265982" cy="825767"/>
            </a:xfrm>
            <a:custGeom>
              <a:avLst/>
              <a:gdLst>
                <a:gd name="connsiteX0" fmla="*/ 39701 w 265982"/>
                <a:gd name="connsiteY0" fmla="*/ 825767 h 825767"/>
                <a:gd name="connsiteX1" fmla="*/ 2 w 265982"/>
                <a:gd name="connsiteY1" fmla="*/ 786076 h 825767"/>
                <a:gd name="connsiteX2" fmla="*/ 2039 w 265982"/>
                <a:gd name="connsiteY2" fmla="*/ 773517 h 825767"/>
                <a:gd name="connsiteX3" fmla="*/ 181120 w 265982"/>
                <a:gd name="connsiteY3" fmla="*/ 236869 h 825767"/>
                <a:gd name="connsiteX4" fmla="*/ 11616 w 265982"/>
                <a:gd name="connsiteY4" fmla="*/ 67762 h 825767"/>
                <a:gd name="connsiteX5" fmla="*/ 11641 w 265982"/>
                <a:gd name="connsiteY5" fmla="*/ 11616 h 825767"/>
                <a:gd name="connsiteX6" fmla="*/ 67786 w 265982"/>
                <a:gd name="connsiteY6" fmla="*/ 11641 h 825767"/>
                <a:gd name="connsiteX7" fmla="*/ 254360 w 265982"/>
                <a:gd name="connsiteY7" fmla="*/ 198214 h 825767"/>
                <a:gd name="connsiteX8" fmla="*/ 263937 w 265982"/>
                <a:gd name="connsiteY8" fmla="*/ 238854 h 825767"/>
                <a:gd name="connsiteX9" fmla="*/ 77363 w 265982"/>
                <a:gd name="connsiteY9" fmla="*/ 798625 h 825767"/>
                <a:gd name="connsiteX10" fmla="*/ 39701 w 265982"/>
                <a:gd name="connsiteY10" fmla="*/ 825767 h 82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982" h="825767">
                  <a:moveTo>
                    <a:pt x="39701" y="825767"/>
                  </a:moveTo>
                  <a:cubicBezTo>
                    <a:pt x="17777" y="825767"/>
                    <a:pt x="3" y="807998"/>
                    <a:pt x="2" y="786076"/>
                  </a:cubicBezTo>
                  <a:cubicBezTo>
                    <a:pt x="1" y="781803"/>
                    <a:pt x="689" y="777566"/>
                    <a:pt x="2039" y="773517"/>
                  </a:cubicBezTo>
                  <a:lnTo>
                    <a:pt x="181120" y="236869"/>
                  </a:ln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254360" y="198214"/>
                  </a:lnTo>
                  <a:cubicBezTo>
                    <a:pt x="264994" y="208853"/>
                    <a:pt x="268701" y="224587"/>
                    <a:pt x="263937" y="238854"/>
                  </a:cubicBezTo>
                  <a:lnTo>
                    <a:pt x="77363" y="798625"/>
                  </a:lnTo>
                  <a:cubicBezTo>
                    <a:pt x="71960" y="814836"/>
                    <a:pt x="56789" y="825767"/>
                    <a:pt x="39701" y="8257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887456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AB0CEC9A-D5DA-4B08-AC84-659F57E8A626}"/>
              </a:ext>
            </a:extLst>
          </p:cNvPr>
          <p:cNvGrpSpPr>
            <a:grpSpLocks noChangeAspect="1"/>
          </p:cNvGrpSpPr>
          <p:nvPr/>
        </p:nvGrpSpPr>
        <p:grpSpPr>
          <a:xfrm>
            <a:off x="1497508" y="1424831"/>
            <a:ext cx="824051" cy="824050"/>
            <a:chOff x="1497508" y="1424831"/>
            <a:chExt cx="824051" cy="82405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46A00AE-D61E-8D4B-8D21-B215761CF6DC}"/>
                </a:ext>
              </a:extLst>
            </p:cNvPr>
            <p:cNvSpPr/>
            <p:nvPr/>
          </p:nvSpPr>
          <p:spPr>
            <a:xfrm>
              <a:off x="1588761" y="1622024"/>
              <a:ext cx="362975" cy="444502"/>
            </a:xfrm>
            <a:custGeom>
              <a:avLst/>
              <a:gdLst>
                <a:gd name="connsiteX0" fmla="*/ 39697 w 362975"/>
                <a:gd name="connsiteY0" fmla="*/ 444502 h 444502"/>
                <a:gd name="connsiteX1" fmla="*/ 0 w 362975"/>
                <a:gd name="connsiteY1" fmla="*/ 404806 h 444502"/>
                <a:gd name="connsiteX2" fmla="*/ 0 w 362975"/>
                <a:gd name="connsiteY2" fmla="*/ 212377 h 444502"/>
                <a:gd name="connsiteX3" fmla="*/ 39697 w 362975"/>
                <a:gd name="connsiteY3" fmla="*/ 172680 h 444502"/>
                <a:gd name="connsiteX4" fmla="*/ 283583 w 362975"/>
                <a:gd name="connsiteY4" fmla="*/ 172680 h 444502"/>
                <a:gd name="connsiteX5" fmla="*/ 283583 w 362975"/>
                <a:gd name="connsiteY5" fmla="*/ 39697 h 444502"/>
                <a:gd name="connsiteX6" fmla="*/ 323279 w 362975"/>
                <a:gd name="connsiteY6" fmla="*/ 0 h 444502"/>
                <a:gd name="connsiteX7" fmla="*/ 362976 w 362975"/>
                <a:gd name="connsiteY7" fmla="*/ 39697 h 444502"/>
                <a:gd name="connsiteX8" fmla="*/ 362976 w 362975"/>
                <a:gd name="connsiteY8" fmla="*/ 212377 h 444502"/>
                <a:gd name="connsiteX9" fmla="*/ 323279 w 362975"/>
                <a:gd name="connsiteY9" fmla="*/ 252073 h 444502"/>
                <a:gd name="connsiteX10" fmla="*/ 79393 w 362975"/>
                <a:gd name="connsiteY10" fmla="*/ 252073 h 444502"/>
                <a:gd name="connsiteX11" fmla="*/ 79393 w 362975"/>
                <a:gd name="connsiteY11" fmla="*/ 404855 h 444502"/>
                <a:gd name="connsiteX12" fmla="*/ 39697 w 362975"/>
                <a:gd name="connsiteY12" fmla="*/ 444502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975" h="444502">
                  <a:moveTo>
                    <a:pt x="39697" y="444502"/>
                  </a:moveTo>
                  <a:cubicBezTo>
                    <a:pt x="17773" y="444502"/>
                    <a:pt x="0" y="426728"/>
                    <a:pt x="0" y="404806"/>
                  </a:cubicBezTo>
                  <a:lnTo>
                    <a:pt x="0" y="212377"/>
                  </a:lnTo>
                  <a:cubicBezTo>
                    <a:pt x="0" y="190453"/>
                    <a:pt x="17773" y="172680"/>
                    <a:pt x="39697" y="172680"/>
                  </a:cubicBezTo>
                  <a:lnTo>
                    <a:pt x="283583" y="172680"/>
                  </a:lnTo>
                  <a:lnTo>
                    <a:pt x="283583" y="39697"/>
                  </a:lnTo>
                  <a:cubicBezTo>
                    <a:pt x="283583" y="17773"/>
                    <a:pt x="301355" y="0"/>
                    <a:pt x="323279" y="0"/>
                  </a:cubicBezTo>
                  <a:cubicBezTo>
                    <a:pt x="345203" y="0"/>
                    <a:pt x="362976" y="17773"/>
                    <a:pt x="362976" y="39697"/>
                  </a:cubicBezTo>
                  <a:lnTo>
                    <a:pt x="362976" y="212377"/>
                  </a:lnTo>
                  <a:cubicBezTo>
                    <a:pt x="362976" y="234300"/>
                    <a:pt x="345203" y="252073"/>
                    <a:pt x="323279" y="252073"/>
                  </a:cubicBezTo>
                  <a:lnTo>
                    <a:pt x="79393" y="252073"/>
                  </a:lnTo>
                  <a:lnTo>
                    <a:pt x="79393" y="404855"/>
                  </a:lnTo>
                  <a:cubicBezTo>
                    <a:pt x="79366" y="426758"/>
                    <a:pt x="61601" y="444502"/>
                    <a:pt x="39697" y="4445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F3981F7-E8F8-154D-85AA-9928A7735591}"/>
                </a:ext>
              </a:extLst>
            </p:cNvPr>
            <p:cNvSpPr/>
            <p:nvPr/>
          </p:nvSpPr>
          <p:spPr>
            <a:xfrm>
              <a:off x="1872343" y="1622024"/>
              <a:ext cx="357964" cy="444502"/>
            </a:xfrm>
            <a:custGeom>
              <a:avLst/>
              <a:gdLst>
                <a:gd name="connsiteX0" fmla="*/ 318317 w 357964"/>
                <a:gd name="connsiteY0" fmla="*/ 444502 h 444502"/>
                <a:gd name="connsiteX1" fmla="*/ 278620 w 357964"/>
                <a:gd name="connsiteY1" fmla="*/ 404806 h 444502"/>
                <a:gd name="connsiteX2" fmla="*/ 278620 w 357964"/>
                <a:gd name="connsiteY2" fmla="*/ 252073 h 444502"/>
                <a:gd name="connsiteX3" fmla="*/ 39697 w 357964"/>
                <a:gd name="connsiteY3" fmla="*/ 252073 h 444502"/>
                <a:gd name="connsiteX4" fmla="*/ 0 w 357964"/>
                <a:gd name="connsiteY4" fmla="*/ 212377 h 444502"/>
                <a:gd name="connsiteX5" fmla="*/ 0 w 357964"/>
                <a:gd name="connsiteY5" fmla="*/ 39697 h 444502"/>
                <a:gd name="connsiteX6" fmla="*/ 39697 w 357964"/>
                <a:gd name="connsiteY6" fmla="*/ 0 h 444502"/>
                <a:gd name="connsiteX7" fmla="*/ 79393 w 357964"/>
                <a:gd name="connsiteY7" fmla="*/ 39697 h 444502"/>
                <a:gd name="connsiteX8" fmla="*/ 79393 w 357964"/>
                <a:gd name="connsiteY8" fmla="*/ 172680 h 444502"/>
                <a:gd name="connsiteX9" fmla="*/ 318267 w 357964"/>
                <a:gd name="connsiteY9" fmla="*/ 172680 h 444502"/>
                <a:gd name="connsiteX10" fmla="*/ 357964 w 357964"/>
                <a:gd name="connsiteY10" fmla="*/ 212377 h 444502"/>
                <a:gd name="connsiteX11" fmla="*/ 357964 w 357964"/>
                <a:gd name="connsiteY11" fmla="*/ 404855 h 444502"/>
                <a:gd name="connsiteX12" fmla="*/ 318317 w 357964"/>
                <a:gd name="connsiteY12" fmla="*/ 444502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7964" h="444502">
                  <a:moveTo>
                    <a:pt x="318317" y="444502"/>
                  </a:moveTo>
                  <a:cubicBezTo>
                    <a:pt x="296395" y="444502"/>
                    <a:pt x="278620" y="426728"/>
                    <a:pt x="278620" y="404806"/>
                  </a:cubicBezTo>
                  <a:lnTo>
                    <a:pt x="278620" y="252073"/>
                  </a:lnTo>
                  <a:lnTo>
                    <a:pt x="39697" y="252073"/>
                  </a:lnTo>
                  <a:cubicBezTo>
                    <a:pt x="17773" y="252073"/>
                    <a:pt x="0" y="234300"/>
                    <a:pt x="0" y="21237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2680"/>
                  </a:lnTo>
                  <a:lnTo>
                    <a:pt x="318267" y="172680"/>
                  </a:lnTo>
                  <a:cubicBezTo>
                    <a:pt x="340190" y="172680"/>
                    <a:pt x="357964" y="190453"/>
                    <a:pt x="357964" y="212377"/>
                  </a:cubicBezTo>
                  <a:lnTo>
                    <a:pt x="357964" y="404855"/>
                  </a:lnTo>
                  <a:cubicBezTo>
                    <a:pt x="357934" y="426738"/>
                    <a:pt x="340200" y="444472"/>
                    <a:pt x="318317" y="4445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88E01C4-AB6A-9144-9B51-EAAB87DCF259}"/>
                </a:ext>
              </a:extLst>
            </p:cNvPr>
            <p:cNvSpPr/>
            <p:nvPr/>
          </p:nvSpPr>
          <p:spPr>
            <a:xfrm>
              <a:off x="1872343" y="1794704"/>
              <a:ext cx="80087" cy="271871"/>
            </a:xfrm>
            <a:custGeom>
              <a:avLst/>
              <a:gdLst>
                <a:gd name="connsiteX0" fmla="*/ 40441 w 80087"/>
                <a:gd name="connsiteY0" fmla="*/ 271822 h 271871"/>
                <a:gd name="connsiteX1" fmla="*/ 744 w 80087"/>
                <a:gd name="connsiteY1" fmla="*/ 232126 h 271871"/>
                <a:gd name="connsiteX2" fmla="*/ 0 w 80087"/>
                <a:gd name="connsiteY2" fmla="*/ 39697 h 271871"/>
                <a:gd name="connsiteX3" fmla="*/ 39697 w 80087"/>
                <a:gd name="connsiteY3" fmla="*/ 0 h 271871"/>
                <a:gd name="connsiteX4" fmla="*/ 39697 w 80087"/>
                <a:gd name="connsiteY4" fmla="*/ 0 h 271871"/>
                <a:gd name="connsiteX5" fmla="*/ 79393 w 80087"/>
                <a:gd name="connsiteY5" fmla="*/ 39697 h 271871"/>
                <a:gd name="connsiteX6" fmla="*/ 80088 w 80087"/>
                <a:gd name="connsiteY6" fmla="*/ 232175 h 271871"/>
                <a:gd name="connsiteX7" fmla="*/ 40391 w 80087"/>
                <a:gd name="connsiteY7" fmla="*/ 271872 h 27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087" h="271871">
                  <a:moveTo>
                    <a:pt x="40441" y="271822"/>
                  </a:moveTo>
                  <a:cubicBezTo>
                    <a:pt x="18517" y="271822"/>
                    <a:pt x="744" y="254048"/>
                    <a:pt x="744" y="2321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088" y="232175"/>
                  </a:lnTo>
                  <a:cubicBezTo>
                    <a:pt x="80088" y="254098"/>
                    <a:pt x="62315" y="271872"/>
                    <a:pt x="40391" y="2718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16A4AA3-73ED-6E4B-936C-022B9311BDDD}"/>
                </a:ext>
              </a:extLst>
            </p:cNvPr>
            <p:cNvSpPr/>
            <p:nvPr/>
          </p:nvSpPr>
          <p:spPr>
            <a:xfrm>
              <a:off x="2059761" y="1987083"/>
              <a:ext cx="261799" cy="261798"/>
            </a:xfrm>
            <a:custGeom>
              <a:avLst/>
              <a:gdLst>
                <a:gd name="connsiteX0" fmla="*/ 130900 w 261799"/>
                <a:gd name="connsiteY0" fmla="*/ 261799 h 261798"/>
                <a:gd name="connsiteX1" fmla="*/ 0 w 261799"/>
                <a:gd name="connsiteY1" fmla="*/ 130899 h 261798"/>
                <a:gd name="connsiteX2" fmla="*/ 130900 w 261799"/>
                <a:gd name="connsiteY2" fmla="*/ 0 h 261798"/>
                <a:gd name="connsiteX3" fmla="*/ 261799 w 261799"/>
                <a:gd name="connsiteY3" fmla="*/ 130899 h 261798"/>
                <a:gd name="connsiteX4" fmla="*/ 130900 w 261799"/>
                <a:gd name="connsiteY4" fmla="*/ 261799 h 261798"/>
                <a:gd name="connsiteX5" fmla="*/ 130900 w 261799"/>
                <a:gd name="connsiteY5" fmla="*/ 79443 h 261798"/>
                <a:gd name="connsiteX6" fmla="*/ 79393 w 261799"/>
                <a:gd name="connsiteY6" fmla="*/ 130949 h 261798"/>
                <a:gd name="connsiteX7" fmla="*/ 130900 w 261799"/>
                <a:gd name="connsiteY7" fmla="*/ 182455 h 261798"/>
                <a:gd name="connsiteX8" fmla="*/ 182406 w 261799"/>
                <a:gd name="connsiteY8" fmla="*/ 130949 h 261798"/>
                <a:gd name="connsiteX9" fmla="*/ 182406 w 261799"/>
                <a:gd name="connsiteY9" fmla="*/ 130899 h 261798"/>
                <a:gd name="connsiteX10" fmla="*/ 130900 w 261799"/>
                <a:gd name="connsiteY10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799" h="261798">
                  <a:moveTo>
                    <a:pt x="130900" y="261799"/>
                  </a:moveTo>
                  <a:cubicBezTo>
                    <a:pt x="58607" y="261799"/>
                    <a:pt x="0" y="203192"/>
                    <a:pt x="0" y="130899"/>
                  </a:cubicBezTo>
                  <a:cubicBezTo>
                    <a:pt x="0" y="58607"/>
                    <a:pt x="58607" y="0"/>
                    <a:pt x="130900" y="0"/>
                  </a:cubicBezTo>
                  <a:cubicBezTo>
                    <a:pt x="203192" y="0"/>
                    <a:pt x="261799" y="58607"/>
                    <a:pt x="261799" y="130899"/>
                  </a:cubicBezTo>
                  <a:cubicBezTo>
                    <a:pt x="261744" y="203172"/>
                    <a:pt x="203172" y="261744"/>
                    <a:pt x="130900" y="261799"/>
                  </a:cubicBezTo>
                  <a:close/>
                  <a:moveTo>
                    <a:pt x="130900" y="79443"/>
                  </a:moveTo>
                  <a:cubicBezTo>
                    <a:pt x="102452" y="79443"/>
                    <a:pt x="79393" y="102501"/>
                    <a:pt x="79393" y="130949"/>
                  </a:cubicBezTo>
                  <a:cubicBezTo>
                    <a:pt x="79393" y="159397"/>
                    <a:pt x="102452" y="182455"/>
                    <a:pt x="130900" y="182455"/>
                  </a:cubicBezTo>
                  <a:cubicBezTo>
                    <a:pt x="159347" y="182455"/>
                    <a:pt x="182406" y="159397"/>
                    <a:pt x="182406" y="130949"/>
                  </a:cubicBezTo>
                  <a:cubicBezTo>
                    <a:pt x="182406" y="130934"/>
                    <a:pt x="182406" y="130914"/>
                    <a:pt x="182406" y="130899"/>
                  </a:cubicBezTo>
                  <a:cubicBezTo>
                    <a:pt x="182376" y="102472"/>
                    <a:pt x="159327" y="79443"/>
                    <a:pt x="130900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068EAB2-C357-EA41-AB01-A2E62BEC7D27}"/>
                </a:ext>
              </a:extLst>
            </p:cNvPr>
            <p:cNvSpPr/>
            <p:nvPr/>
          </p:nvSpPr>
          <p:spPr>
            <a:xfrm>
              <a:off x="1781091" y="1987083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89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393 w 261799"/>
                <a:gd name="connsiteY7" fmla="*/ 130899 h 261798"/>
                <a:gd name="connsiteX8" fmla="*/ 130850 w 261799"/>
                <a:gd name="connsiteY8" fmla="*/ 182455 h 261798"/>
                <a:gd name="connsiteX9" fmla="*/ 182406 w 261799"/>
                <a:gd name="connsiteY9" fmla="*/ 130999 h 261798"/>
                <a:gd name="connsiteX10" fmla="*/ 182406 w 261799"/>
                <a:gd name="connsiteY10" fmla="*/ 130899 h 261798"/>
                <a:gd name="connsiteX11" fmla="*/ 130949 w 261799"/>
                <a:gd name="connsiteY11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9"/>
                    <a:pt x="27" y="203241"/>
                    <a:pt x="0" y="130949"/>
                  </a:cubicBezTo>
                  <a:cubicBezTo>
                    <a:pt x="-27" y="58657"/>
                    <a:pt x="58556" y="30"/>
                    <a:pt x="130850" y="0"/>
                  </a:cubicBezTo>
                  <a:cubicBezTo>
                    <a:pt x="203142" y="-30"/>
                    <a:pt x="261769" y="58557"/>
                    <a:pt x="261799" y="130850"/>
                  </a:cubicBezTo>
                  <a:cubicBezTo>
                    <a:pt x="261799" y="130865"/>
                    <a:pt x="261799" y="130885"/>
                    <a:pt x="261799" y="130899"/>
                  </a:cubicBezTo>
                  <a:cubicBezTo>
                    <a:pt x="261744" y="203152"/>
                    <a:pt x="203202" y="261714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13"/>
                    <a:pt x="79420" y="102452"/>
                    <a:pt x="79393" y="130899"/>
                  </a:cubicBezTo>
                  <a:cubicBezTo>
                    <a:pt x="79366" y="159347"/>
                    <a:pt x="102404" y="182426"/>
                    <a:pt x="130850" y="182455"/>
                  </a:cubicBezTo>
                  <a:cubicBezTo>
                    <a:pt x="159296" y="182485"/>
                    <a:pt x="182379" y="159446"/>
                    <a:pt x="182406" y="130999"/>
                  </a:cubicBezTo>
                  <a:cubicBezTo>
                    <a:pt x="182406" y="130964"/>
                    <a:pt x="182406" y="130934"/>
                    <a:pt x="182406" y="130899"/>
                  </a:cubicBezTo>
                  <a:cubicBezTo>
                    <a:pt x="182379" y="102492"/>
                    <a:pt x="159357" y="79472"/>
                    <a:pt x="130949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2C7DE3A-BBED-D542-BC7B-532AA4D2307E}"/>
                </a:ext>
              </a:extLst>
            </p:cNvPr>
            <p:cNvSpPr/>
            <p:nvPr/>
          </p:nvSpPr>
          <p:spPr>
            <a:xfrm>
              <a:off x="1497508" y="1987083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89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393 w 261799"/>
                <a:gd name="connsiteY7" fmla="*/ 130899 h 261798"/>
                <a:gd name="connsiteX8" fmla="*/ 130850 w 261799"/>
                <a:gd name="connsiteY8" fmla="*/ 182455 h 261798"/>
                <a:gd name="connsiteX9" fmla="*/ 182406 w 261799"/>
                <a:gd name="connsiteY9" fmla="*/ 130999 h 261798"/>
                <a:gd name="connsiteX10" fmla="*/ 182406 w 261799"/>
                <a:gd name="connsiteY10" fmla="*/ 130899 h 261798"/>
                <a:gd name="connsiteX11" fmla="*/ 130949 w 261799"/>
                <a:gd name="connsiteY11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9"/>
                    <a:pt x="27" y="203241"/>
                    <a:pt x="0" y="130949"/>
                  </a:cubicBezTo>
                  <a:cubicBezTo>
                    <a:pt x="-27" y="58657"/>
                    <a:pt x="58556" y="30"/>
                    <a:pt x="130850" y="0"/>
                  </a:cubicBezTo>
                  <a:cubicBezTo>
                    <a:pt x="203144" y="-30"/>
                    <a:pt x="261772" y="58557"/>
                    <a:pt x="261799" y="130850"/>
                  </a:cubicBezTo>
                  <a:cubicBezTo>
                    <a:pt x="261799" y="130865"/>
                    <a:pt x="261799" y="130885"/>
                    <a:pt x="261799" y="130899"/>
                  </a:cubicBezTo>
                  <a:cubicBezTo>
                    <a:pt x="261744" y="203152"/>
                    <a:pt x="203201" y="261714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13"/>
                    <a:pt x="79420" y="102452"/>
                    <a:pt x="79393" y="130899"/>
                  </a:cubicBezTo>
                  <a:cubicBezTo>
                    <a:pt x="79366" y="159347"/>
                    <a:pt x="102404" y="182426"/>
                    <a:pt x="130850" y="182455"/>
                  </a:cubicBezTo>
                  <a:cubicBezTo>
                    <a:pt x="159296" y="182485"/>
                    <a:pt x="182379" y="159446"/>
                    <a:pt x="182406" y="130999"/>
                  </a:cubicBezTo>
                  <a:cubicBezTo>
                    <a:pt x="182406" y="130964"/>
                    <a:pt x="182406" y="130934"/>
                    <a:pt x="182406" y="130899"/>
                  </a:cubicBezTo>
                  <a:cubicBezTo>
                    <a:pt x="182351" y="102501"/>
                    <a:pt x="159345" y="79497"/>
                    <a:pt x="130949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3331FAF5-561B-EE44-9ADB-FEEA0720E48A}"/>
                </a:ext>
              </a:extLst>
            </p:cNvPr>
            <p:cNvSpPr/>
            <p:nvPr/>
          </p:nvSpPr>
          <p:spPr>
            <a:xfrm>
              <a:off x="1781091" y="1424831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94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443 w 261799"/>
                <a:gd name="connsiteY7" fmla="*/ 130949 h 261798"/>
                <a:gd name="connsiteX8" fmla="*/ 130949 w 261799"/>
                <a:gd name="connsiteY8" fmla="*/ 182455 h 261798"/>
                <a:gd name="connsiteX9" fmla="*/ 182455 w 261799"/>
                <a:gd name="connsiteY9" fmla="*/ 130949 h 261798"/>
                <a:gd name="connsiteX10" fmla="*/ 130949 w 261799"/>
                <a:gd name="connsiteY10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6"/>
                    <a:pt x="27" y="203243"/>
                    <a:pt x="0" y="130949"/>
                  </a:cubicBezTo>
                  <a:cubicBezTo>
                    <a:pt x="-27" y="58655"/>
                    <a:pt x="58556" y="27"/>
                    <a:pt x="130850" y="0"/>
                  </a:cubicBezTo>
                  <a:cubicBezTo>
                    <a:pt x="203142" y="-27"/>
                    <a:pt x="261769" y="58556"/>
                    <a:pt x="261799" y="130850"/>
                  </a:cubicBezTo>
                  <a:cubicBezTo>
                    <a:pt x="261799" y="130883"/>
                    <a:pt x="261799" y="130916"/>
                    <a:pt x="261799" y="130949"/>
                  </a:cubicBezTo>
                  <a:cubicBezTo>
                    <a:pt x="261715" y="203181"/>
                    <a:pt x="203182" y="261717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43"/>
                    <a:pt x="79443" y="102503"/>
                    <a:pt x="79443" y="130949"/>
                  </a:cubicBezTo>
                  <a:cubicBezTo>
                    <a:pt x="79443" y="159395"/>
                    <a:pt x="102503" y="182455"/>
                    <a:pt x="130949" y="182455"/>
                  </a:cubicBezTo>
                  <a:cubicBezTo>
                    <a:pt x="159395" y="182455"/>
                    <a:pt x="182455" y="159395"/>
                    <a:pt x="182455" y="130949"/>
                  </a:cubicBezTo>
                  <a:cubicBezTo>
                    <a:pt x="182428" y="102514"/>
                    <a:pt x="159384" y="79470"/>
                    <a:pt x="130949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" name="Picture Placeholder 35">
            <a:extLst>
              <a:ext uri="{FF2B5EF4-FFF2-40B4-BE49-F238E27FC236}">
                <a16:creationId xmlns:a16="http://schemas.microsoft.com/office/drawing/2014/main" id="{FDCB13B0-2B85-4E37-96ED-563D09C3D4BB}"/>
              </a:ext>
            </a:extLst>
          </p:cNvPr>
          <p:cNvGrpSpPr>
            <a:grpSpLocks noChangeAspect="1"/>
          </p:cNvGrpSpPr>
          <p:nvPr/>
        </p:nvGrpSpPr>
        <p:grpSpPr>
          <a:xfrm>
            <a:off x="2813428" y="1423243"/>
            <a:ext cx="827277" cy="827276"/>
            <a:chOff x="2813428" y="1423243"/>
            <a:chExt cx="827277" cy="827276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B2531427-1A30-9344-98EE-F73CDA9039CB}"/>
                </a:ext>
              </a:extLst>
            </p:cNvPr>
            <p:cNvSpPr/>
            <p:nvPr/>
          </p:nvSpPr>
          <p:spPr>
            <a:xfrm>
              <a:off x="2813428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7C2F861-2D4F-2D42-9481-58B9AF1CF608}"/>
                </a:ext>
              </a:extLst>
            </p:cNvPr>
            <p:cNvSpPr/>
            <p:nvPr/>
          </p:nvSpPr>
          <p:spPr>
            <a:xfrm>
              <a:off x="3093935" y="1701231"/>
              <a:ext cx="79293" cy="79430"/>
            </a:xfrm>
            <a:custGeom>
              <a:avLst/>
              <a:gdLst>
                <a:gd name="connsiteX0" fmla="*/ 39697 w 79293"/>
                <a:gd name="connsiteY0" fmla="*/ 79431 h 79430"/>
                <a:gd name="connsiteX1" fmla="*/ 31956 w 79293"/>
                <a:gd name="connsiteY1" fmla="*/ 78587 h 79430"/>
                <a:gd name="connsiteX2" fmla="*/ 24513 w 79293"/>
                <a:gd name="connsiteY2" fmla="*/ 76354 h 79430"/>
                <a:gd name="connsiteX3" fmla="*/ 17665 w 79293"/>
                <a:gd name="connsiteY3" fmla="*/ 72682 h 79430"/>
                <a:gd name="connsiteX4" fmla="*/ 11661 w 79293"/>
                <a:gd name="connsiteY4" fmla="*/ 67720 h 79430"/>
                <a:gd name="connsiteX5" fmla="*/ 0 w 79293"/>
                <a:gd name="connsiteY5" fmla="*/ 39635 h 79430"/>
                <a:gd name="connsiteX6" fmla="*/ 794 w 79293"/>
                <a:gd name="connsiteY6" fmla="*/ 31894 h 79430"/>
                <a:gd name="connsiteX7" fmla="*/ 11562 w 79293"/>
                <a:gd name="connsiteY7" fmla="*/ 11649 h 79430"/>
                <a:gd name="connsiteX8" fmla="*/ 17566 w 79293"/>
                <a:gd name="connsiteY8" fmla="*/ 6687 h 79430"/>
                <a:gd name="connsiteX9" fmla="*/ 24413 w 79293"/>
                <a:gd name="connsiteY9" fmla="*/ 3015 h 79430"/>
                <a:gd name="connsiteX10" fmla="*/ 31857 w 79293"/>
                <a:gd name="connsiteY10" fmla="*/ 782 h 79430"/>
                <a:gd name="connsiteX11" fmla="*/ 47388 w 79293"/>
                <a:gd name="connsiteY11" fmla="*/ 782 h 79430"/>
                <a:gd name="connsiteX12" fmla="*/ 54781 w 79293"/>
                <a:gd name="connsiteY12" fmla="*/ 3015 h 79430"/>
                <a:gd name="connsiteX13" fmla="*/ 61629 w 79293"/>
                <a:gd name="connsiteY13" fmla="*/ 6687 h 79430"/>
                <a:gd name="connsiteX14" fmla="*/ 72595 w 79293"/>
                <a:gd name="connsiteY14" fmla="*/ 17653 h 79430"/>
                <a:gd name="connsiteX15" fmla="*/ 76267 w 79293"/>
                <a:gd name="connsiteY15" fmla="*/ 24501 h 79430"/>
                <a:gd name="connsiteX16" fmla="*/ 78550 w 79293"/>
                <a:gd name="connsiteY16" fmla="*/ 31944 h 79430"/>
                <a:gd name="connsiteX17" fmla="*/ 79294 w 79293"/>
                <a:gd name="connsiteY17" fmla="*/ 39685 h 79430"/>
                <a:gd name="connsiteX18" fmla="*/ 67683 w 79293"/>
                <a:gd name="connsiteY18" fmla="*/ 67770 h 79430"/>
                <a:gd name="connsiteX19" fmla="*/ 61629 w 79293"/>
                <a:gd name="connsiteY19" fmla="*/ 72732 h 79430"/>
                <a:gd name="connsiteX20" fmla="*/ 54781 w 79293"/>
                <a:gd name="connsiteY20" fmla="*/ 76404 h 79430"/>
                <a:gd name="connsiteX21" fmla="*/ 47388 w 79293"/>
                <a:gd name="connsiteY21" fmla="*/ 78637 h 79430"/>
                <a:gd name="connsiteX22" fmla="*/ 39697 w 79293"/>
                <a:gd name="connsiteY22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293" h="79430">
                  <a:moveTo>
                    <a:pt x="39697" y="79431"/>
                  </a:moveTo>
                  <a:cubicBezTo>
                    <a:pt x="37094" y="79421"/>
                    <a:pt x="34499" y="79138"/>
                    <a:pt x="31956" y="78587"/>
                  </a:cubicBezTo>
                  <a:cubicBezTo>
                    <a:pt x="29408" y="78086"/>
                    <a:pt x="26915" y="77338"/>
                    <a:pt x="24513" y="76354"/>
                  </a:cubicBezTo>
                  <a:cubicBezTo>
                    <a:pt x="22120" y="75348"/>
                    <a:pt x="19827" y="74118"/>
                    <a:pt x="17665" y="72682"/>
                  </a:cubicBezTo>
                  <a:cubicBezTo>
                    <a:pt x="15490" y="71250"/>
                    <a:pt x="13477" y="69586"/>
                    <a:pt x="11661" y="67720"/>
                  </a:cubicBezTo>
                  <a:cubicBezTo>
                    <a:pt x="4228" y="60259"/>
                    <a:pt x="37" y="50167"/>
                    <a:pt x="0" y="39635"/>
                  </a:cubicBezTo>
                  <a:cubicBezTo>
                    <a:pt x="16" y="37035"/>
                    <a:pt x="282" y="34443"/>
                    <a:pt x="794" y="31894"/>
                  </a:cubicBezTo>
                  <a:cubicBezTo>
                    <a:pt x="2313" y="24234"/>
                    <a:pt x="6059" y="17191"/>
                    <a:pt x="11562" y="11649"/>
                  </a:cubicBezTo>
                  <a:cubicBezTo>
                    <a:pt x="13378" y="9783"/>
                    <a:pt x="15391" y="8119"/>
                    <a:pt x="17566" y="6687"/>
                  </a:cubicBezTo>
                  <a:cubicBezTo>
                    <a:pt x="19728" y="5251"/>
                    <a:pt x="22021" y="4021"/>
                    <a:pt x="24413" y="3015"/>
                  </a:cubicBezTo>
                  <a:cubicBezTo>
                    <a:pt x="26816" y="2031"/>
                    <a:pt x="29309" y="1283"/>
                    <a:pt x="31857" y="782"/>
                  </a:cubicBezTo>
                  <a:cubicBezTo>
                    <a:pt x="36981" y="-261"/>
                    <a:pt x="42263" y="-261"/>
                    <a:pt x="47388" y="782"/>
                  </a:cubicBezTo>
                  <a:cubicBezTo>
                    <a:pt x="49921" y="1276"/>
                    <a:pt x="52398" y="2024"/>
                    <a:pt x="54781" y="3015"/>
                  </a:cubicBezTo>
                  <a:cubicBezTo>
                    <a:pt x="57178" y="4012"/>
                    <a:pt x="59472" y="5242"/>
                    <a:pt x="61629" y="6687"/>
                  </a:cubicBezTo>
                  <a:cubicBezTo>
                    <a:pt x="66006" y="9542"/>
                    <a:pt x="69740" y="13276"/>
                    <a:pt x="72595" y="17653"/>
                  </a:cubicBezTo>
                  <a:cubicBezTo>
                    <a:pt x="74040" y="19810"/>
                    <a:pt x="75270" y="22103"/>
                    <a:pt x="76267" y="24501"/>
                  </a:cubicBezTo>
                  <a:cubicBezTo>
                    <a:pt x="77251" y="26908"/>
                    <a:pt x="78015" y="29399"/>
                    <a:pt x="78550" y="31944"/>
                  </a:cubicBezTo>
                  <a:cubicBezTo>
                    <a:pt x="79045" y="34494"/>
                    <a:pt x="79294" y="37086"/>
                    <a:pt x="79294" y="39685"/>
                  </a:cubicBezTo>
                  <a:cubicBezTo>
                    <a:pt x="79275" y="50211"/>
                    <a:pt x="75102" y="60303"/>
                    <a:pt x="67683" y="67770"/>
                  </a:cubicBezTo>
                  <a:cubicBezTo>
                    <a:pt x="65838" y="69625"/>
                    <a:pt x="63810" y="71287"/>
                    <a:pt x="61629" y="72732"/>
                  </a:cubicBezTo>
                  <a:cubicBezTo>
                    <a:pt x="59472" y="74177"/>
                    <a:pt x="57178" y="75407"/>
                    <a:pt x="54781" y="76404"/>
                  </a:cubicBezTo>
                  <a:cubicBezTo>
                    <a:pt x="52398" y="77394"/>
                    <a:pt x="49921" y="78143"/>
                    <a:pt x="47388" y="78637"/>
                  </a:cubicBezTo>
                  <a:cubicBezTo>
                    <a:pt x="44858" y="79164"/>
                    <a:pt x="42281" y="79430"/>
                    <a:pt x="39697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E6F06AE6-F8C2-F44B-BCB2-EF14378FE55C}"/>
                </a:ext>
              </a:extLst>
            </p:cNvPr>
            <p:cNvSpPr/>
            <p:nvPr/>
          </p:nvSpPr>
          <p:spPr>
            <a:xfrm>
              <a:off x="3281054" y="1702275"/>
              <a:ext cx="79393" cy="79428"/>
            </a:xfrm>
            <a:custGeom>
              <a:avLst/>
              <a:gdLst>
                <a:gd name="connsiteX0" fmla="*/ 39796 w 79393"/>
                <a:gd name="connsiteY0" fmla="*/ 79429 h 79428"/>
                <a:gd name="connsiteX1" fmla="*/ 32055 w 79393"/>
                <a:gd name="connsiteY1" fmla="*/ 78635 h 79428"/>
                <a:gd name="connsiteX2" fmla="*/ 24612 w 79393"/>
                <a:gd name="connsiteY2" fmla="*/ 76352 h 79428"/>
                <a:gd name="connsiteX3" fmla="*/ 17963 w 79393"/>
                <a:gd name="connsiteY3" fmla="*/ 72581 h 79428"/>
                <a:gd name="connsiteX4" fmla="*/ 11959 w 79393"/>
                <a:gd name="connsiteY4" fmla="*/ 67619 h 79428"/>
                <a:gd name="connsiteX5" fmla="*/ 3076 w 79393"/>
                <a:gd name="connsiteY5" fmla="*/ 54916 h 79428"/>
                <a:gd name="connsiteX6" fmla="*/ 794 w 79393"/>
                <a:gd name="connsiteY6" fmla="*/ 47473 h 79428"/>
                <a:gd name="connsiteX7" fmla="*/ 0 w 79393"/>
                <a:gd name="connsiteY7" fmla="*/ 39732 h 79428"/>
                <a:gd name="connsiteX8" fmla="*/ 794 w 79393"/>
                <a:gd name="connsiteY8" fmla="*/ 31942 h 79428"/>
                <a:gd name="connsiteX9" fmla="*/ 3076 w 79393"/>
                <a:gd name="connsiteY9" fmla="*/ 24548 h 79428"/>
                <a:gd name="connsiteX10" fmla="*/ 6699 w 79393"/>
                <a:gd name="connsiteY10" fmla="*/ 17700 h 79428"/>
                <a:gd name="connsiteX11" fmla="*/ 11661 w 79393"/>
                <a:gd name="connsiteY11" fmla="*/ 11647 h 79428"/>
                <a:gd name="connsiteX12" fmla="*/ 17665 w 79393"/>
                <a:gd name="connsiteY12" fmla="*/ 6685 h 79428"/>
                <a:gd name="connsiteX13" fmla="*/ 24513 w 79393"/>
                <a:gd name="connsiteY13" fmla="*/ 3062 h 79428"/>
                <a:gd name="connsiteX14" fmla="*/ 31956 w 79393"/>
                <a:gd name="connsiteY14" fmla="*/ 780 h 79428"/>
                <a:gd name="connsiteX15" fmla="*/ 54881 w 79393"/>
                <a:gd name="connsiteY15" fmla="*/ 3062 h 79428"/>
                <a:gd name="connsiteX16" fmla="*/ 61778 w 79393"/>
                <a:gd name="connsiteY16" fmla="*/ 6685 h 79428"/>
                <a:gd name="connsiteX17" fmla="*/ 67782 w 79393"/>
                <a:gd name="connsiteY17" fmla="*/ 11647 h 79428"/>
                <a:gd name="connsiteX18" fmla="*/ 72744 w 79393"/>
                <a:gd name="connsiteY18" fmla="*/ 17700 h 79428"/>
                <a:gd name="connsiteX19" fmla="*/ 76366 w 79393"/>
                <a:gd name="connsiteY19" fmla="*/ 24548 h 79428"/>
                <a:gd name="connsiteX20" fmla="*/ 78649 w 79393"/>
                <a:gd name="connsiteY20" fmla="*/ 31942 h 79428"/>
                <a:gd name="connsiteX21" fmla="*/ 79393 w 79393"/>
                <a:gd name="connsiteY21" fmla="*/ 39732 h 79428"/>
                <a:gd name="connsiteX22" fmla="*/ 78649 w 79393"/>
                <a:gd name="connsiteY22" fmla="*/ 47473 h 79428"/>
                <a:gd name="connsiteX23" fmla="*/ 76366 w 79393"/>
                <a:gd name="connsiteY23" fmla="*/ 54916 h 79428"/>
                <a:gd name="connsiteX24" fmla="*/ 72744 w 79393"/>
                <a:gd name="connsiteY24" fmla="*/ 61764 h 79428"/>
                <a:gd name="connsiteX25" fmla="*/ 67782 w 79393"/>
                <a:gd name="connsiteY25" fmla="*/ 67768 h 79428"/>
                <a:gd name="connsiteX26" fmla="*/ 61778 w 79393"/>
                <a:gd name="connsiteY26" fmla="*/ 72730 h 79428"/>
                <a:gd name="connsiteX27" fmla="*/ 54881 w 79393"/>
                <a:gd name="connsiteY27" fmla="*/ 76352 h 79428"/>
                <a:gd name="connsiteX28" fmla="*/ 47487 w 79393"/>
                <a:gd name="connsiteY28" fmla="*/ 78635 h 79428"/>
                <a:gd name="connsiteX29" fmla="*/ 39796 w 79393"/>
                <a:gd name="connsiteY29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3" h="79428">
                  <a:moveTo>
                    <a:pt x="39796" y="79429"/>
                  </a:moveTo>
                  <a:cubicBezTo>
                    <a:pt x="37196" y="79410"/>
                    <a:pt x="34606" y="79144"/>
                    <a:pt x="32055" y="78635"/>
                  </a:cubicBezTo>
                  <a:cubicBezTo>
                    <a:pt x="29504" y="78116"/>
                    <a:pt x="27014" y="77351"/>
                    <a:pt x="24612" y="76352"/>
                  </a:cubicBezTo>
                  <a:cubicBezTo>
                    <a:pt x="22285" y="75304"/>
                    <a:pt x="20057" y="74042"/>
                    <a:pt x="17963" y="72581"/>
                  </a:cubicBezTo>
                  <a:cubicBezTo>
                    <a:pt x="15799" y="71134"/>
                    <a:pt x="13785" y="69472"/>
                    <a:pt x="11959" y="67619"/>
                  </a:cubicBezTo>
                  <a:cubicBezTo>
                    <a:pt x="8158" y="64038"/>
                    <a:pt x="5136" y="59714"/>
                    <a:pt x="3076" y="54916"/>
                  </a:cubicBezTo>
                  <a:cubicBezTo>
                    <a:pt x="2077" y="52514"/>
                    <a:pt x="1312" y="50022"/>
                    <a:pt x="794" y="47473"/>
                  </a:cubicBezTo>
                  <a:cubicBezTo>
                    <a:pt x="284" y="44923"/>
                    <a:pt x="19" y="42332"/>
                    <a:pt x="0" y="39732"/>
                  </a:cubicBezTo>
                  <a:cubicBezTo>
                    <a:pt x="18" y="37116"/>
                    <a:pt x="284" y="34507"/>
                    <a:pt x="794" y="31942"/>
                  </a:cubicBezTo>
                  <a:cubicBezTo>
                    <a:pt x="1306" y="29407"/>
                    <a:pt x="2070" y="26930"/>
                    <a:pt x="3076" y="24548"/>
                  </a:cubicBezTo>
                  <a:cubicBezTo>
                    <a:pt x="4045" y="22147"/>
                    <a:pt x="5259" y="19852"/>
                    <a:pt x="6699" y="17700"/>
                  </a:cubicBezTo>
                  <a:cubicBezTo>
                    <a:pt x="8143" y="15521"/>
                    <a:pt x="9805" y="13493"/>
                    <a:pt x="11661" y="11647"/>
                  </a:cubicBezTo>
                  <a:cubicBezTo>
                    <a:pt x="13502" y="9808"/>
                    <a:pt x="15511" y="8146"/>
                    <a:pt x="17665" y="6685"/>
                  </a:cubicBezTo>
                  <a:cubicBezTo>
                    <a:pt x="19838" y="5283"/>
                    <a:pt x="22131" y="4072"/>
                    <a:pt x="24513" y="3062"/>
                  </a:cubicBezTo>
                  <a:cubicBezTo>
                    <a:pt x="26914" y="2062"/>
                    <a:pt x="29405" y="1298"/>
                    <a:pt x="31956" y="780"/>
                  </a:cubicBezTo>
                  <a:cubicBezTo>
                    <a:pt x="39652" y="-782"/>
                    <a:pt x="47641" y="14"/>
                    <a:pt x="54881" y="3062"/>
                  </a:cubicBezTo>
                  <a:cubicBezTo>
                    <a:pt x="57282" y="4061"/>
                    <a:pt x="59590" y="5273"/>
                    <a:pt x="61778" y="6685"/>
                  </a:cubicBezTo>
                  <a:cubicBezTo>
                    <a:pt x="63921" y="8159"/>
                    <a:pt x="65931" y="9820"/>
                    <a:pt x="67782" y="11647"/>
                  </a:cubicBezTo>
                  <a:cubicBezTo>
                    <a:pt x="69623" y="13505"/>
                    <a:pt x="71280" y="15532"/>
                    <a:pt x="72744" y="17700"/>
                  </a:cubicBezTo>
                  <a:cubicBezTo>
                    <a:pt x="74163" y="19863"/>
                    <a:pt x="75379" y="22156"/>
                    <a:pt x="76366" y="24548"/>
                  </a:cubicBezTo>
                  <a:cubicBezTo>
                    <a:pt x="77374" y="26930"/>
                    <a:pt x="78138" y="29407"/>
                    <a:pt x="78649" y="31942"/>
                  </a:cubicBezTo>
                  <a:cubicBezTo>
                    <a:pt x="79140" y="34509"/>
                    <a:pt x="79393" y="37117"/>
                    <a:pt x="79393" y="39732"/>
                  </a:cubicBezTo>
                  <a:cubicBezTo>
                    <a:pt x="79393" y="42330"/>
                    <a:pt x="79140" y="44922"/>
                    <a:pt x="78649" y="47473"/>
                  </a:cubicBezTo>
                  <a:cubicBezTo>
                    <a:pt x="78133" y="50022"/>
                    <a:pt x="77364" y="52514"/>
                    <a:pt x="76366" y="54916"/>
                  </a:cubicBezTo>
                  <a:cubicBezTo>
                    <a:pt x="75359" y="57298"/>
                    <a:pt x="74143" y="59589"/>
                    <a:pt x="72744" y="61764"/>
                  </a:cubicBezTo>
                  <a:cubicBezTo>
                    <a:pt x="71270" y="63907"/>
                    <a:pt x="69608" y="65916"/>
                    <a:pt x="67782" y="67768"/>
                  </a:cubicBezTo>
                  <a:cubicBezTo>
                    <a:pt x="65941" y="69609"/>
                    <a:pt x="63931" y="71270"/>
                    <a:pt x="61778" y="72730"/>
                  </a:cubicBezTo>
                  <a:cubicBezTo>
                    <a:pt x="59604" y="74160"/>
                    <a:pt x="57292" y="75374"/>
                    <a:pt x="54881" y="76352"/>
                  </a:cubicBezTo>
                  <a:cubicBezTo>
                    <a:pt x="52499" y="77358"/>
                    <a:pt x="50023" y="78123"/>
                    <a:pt x="47487" y="78635"/>
                  </a:cubicBezTo>
                  <a:cubicBezTo>
                    <a:pt x="44956" y="79140"/>
                    <a:pt x="42381" y="79406"/>
                    <a:pt x="39796" y="79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2EC47CA-0B0E-1A4C-8EDA-0BC6FCF0823A}"/>
                </a:ext>
              </a:extLst>
            </p:cNvPr>
            <p:cNvSpPr/>
            <p:nvPr/>
          </p:nvSpPr>
          <p:spPr>
            <a:xfrm>
              <a:off x="2999935" y="1886892"/>
              <a:ext cx="455031" cy="177351"/>
            </a:xfrm>
            <a:custGeom>
              <a:avLst/>
              <a:gdLst>
                <a:gd name="connsiteX0" fmla="*/ 415343 w 455031"/>
                <a:gd name="connsiteY0" fmla="*/ 177352 h 177351"/>
                <a:gd name="connsiteX1" fmla="*/ 382792 w 455031"/>
                <a:gd name="connsiteY1" fmla="*/ 160381 h 177351"/>
                <a:gd name="connsiteX2" fmla="*/ 119151 w 455031"/>
                <a:gd name="connsiteY2" fmla="*/ 113455 h 177351"/>
                <a:gd name="connsiteX3" fmla="*/ 72712 w 455031"/>
                <a:gd name="connsiteY3" fmla="*/ 159687 h 177351"/>
                <a:gd name="connsiteX4" fmla="*/ 17653 w 455031"/>
                <a:gd name="connsiteY4" fmla="*/ 170648 h 177351"/>
                <a:gd name="connsiteX5" fmla="*/ 6690 w 455031"/>
                <a:gd name="connsiteY5" fmla="*/ 115594 h 177351"/>
                <a:gd name="connsiteX6" fmla="*/ 7858 w 455031"/>
                <a:gd name="connsiteY6" fmla="*/ 113936 h 177351"/>
                <a:gd name="connsiteX7" fmla="*/ 382350 w 455031"/>
                <a:gd name="connsiteY7" fmla="*/ 49107 h 177351"/>
                <a:gd name="connsiteX8" fmla="*/ 447845 w 455031"/>
                <a:gd name="connsiteY8" fmla="*/ 114879 h 177351"/>
                <a:gd name="connsiteX9" fmla="*/ 438109 w 455031"/>
                <a:gd name="connsiteY9" fmla="*/ 170167 h 177351"/>
                <a:gd name="connsiteX10" fmla="*/ 415343 w 455031"/>
                <a:gd name="connsiteY10" fmla="*/ 177352 h 177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031" h="177351">
                  <a:moveTo>
                    <a:pt x="415343" y="177352"/>
                  </a:moveTo>
                  <a:cubicBezTo>
                    <a:pt x="402372" y="177352"/>
                    <a:pt x="390220" y="171015"/>
                    <a:pt x="382792" y="160381"/>
                  </a:cubicBezTo>
                  <a:cubicBezTo>
                    <a:pt x="322949" y="74622"/>
                    <a:pt x="204911" y="53613"/>
                    <a:pt x="119151" y="113455"/>
                  </a:cubicBezTo>
                  <a:cubicBezTo>
                    <a:pt x="101102" y="126049"/>
                    <a:pt x="85387" y="141694"/>
                    <a:pt x="72712" y="159687"/>
                  </a:cubicBezTo>
                  <a:cubicBezTo>
                    <a:pt x="60536" y="177917"/>
                    <a:pt x="35885" y="182825"/>
                    <a:pt x="17653" y="170648"/>
                  </a:cubicBezTo>
                  <a:cubicBezTo>
                    <a:pt x="-578" y="158476"/>
                    <a:pt x="-5487" y="133824"/>
                    <a:pt x="6690" y="115594"/>
                  </a:cubicBezTo>
                  <a:cubicBezTo>
                    <a:pt x="7065" y="115028"/>
                    <a:pt x="7454" y="114477"/>
                    <a:pt x="7858" y="113936"/>
                  </a:cubicBezTo>
                  <a:cubicBezTo>
                    <a:pt x="93369" y="-7380"/>
                    <a:pt x="261035" y="-36406"/>
                    <a:pt x="382350" y="49107"/>
                  </a:cubicBezTo>
                  <a:cubicBezTo>
                    <a:pt x="407831" y="67065"/>
                    <a:pt x="429996" y="89320"/>
                    <a:pt x="447845" y="114879"/>
                  </a:cubicBezTo>
                  <a:cubicBezTo>
                    <a:pt x="460424" y="132837"/>
                    <a:pt x="456062" y="157588"/>
                    <a:pt x="438109" y="170167"/>
                  </a:cubicBezTo>
                  <a:cubicBezTo>
                    <a:pt x="431435" y="174841"/>
                    <a:pt x="423491" y="177352"/>
                    <a:pt x="415343" y="17735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" name="Picture Placeholder 37">
            <a:extLst>
              <a:ext uri="{FF2B5EF4-FFF2-40B4-BE49-F238E27FC236}">
                <a16:creationId xmlns:a16="http://schemas.microsoft.com/office/drawing/2014/main" id="{FB5813D3-A1D7-4783-A2C0-F67484F4A5BE}"/>
              </a:ext>
            </a:extLst>
          </p:cNvPr>
          <p:cNvGrpSpPr>
            <a:grpSpLocks noChangeAspect="1"/>
          </p:cNvGrpSpPr>
          <p:nvPr/>
        </p:nvGrpSpPr>
        <p:grpSpPr>
          <a:xfrm>
            <a:off x="4130936" y="1423243"/>
            <a:ext cx="827277" cy="827276"/>
            <a:chOff x="4130936" y="1423243"/>
            <a:chExt cx="827277" cy="827276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572E6A4-4A9D-2A41-B741-B27DE9692A17}"/>
                </a:ext>
              </a:extLst>
            </p:cNvPr>
            <p:cNvSpPr/>
            <p:nvPr/>
          </p:nvSpPr>
          <p:spPr>
            <a:xfrm>
              <a:off x="4130936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0A56ACA-C3B3-1247-9F6D-4FD354D5FCE2}"/>
                </a:ext>
              </a:extLst>
            </p:cNvPr>
            <p:cNvSpPr/>
            <p:nvPr/>
          </p:nvSpPr>
          <p:spPr>
            <a:xfrm>
              <a:off x="4410897" y="1701204"/>
              <a:ext cx="79443" cy="79457"/>
            </a:xfrm>
            <a:custGeom>
              <a:avLst/>
              <a:gdLst>
                <a:gd name="connsiteX0" fmla="*/ 39548 w 79443"/>
                <a:gd name="connsiteY0" fmla="*/ 79457 h 79457"/>
                <a:gd name="connsiteX1" fmla="*/ 31956 w 79443"/>
                <a:gd name="connsiteY1" fmla="*/ 78613 h 79457"/>
                <a:gd name="connsiteX2" fmla="*/ 24513 w 79443"/>
                <a:gd name="connsiteY2" fmla="*/ 76381 h 79457"/>
                <a:gd name="connsiteX3" fmla="*/ 17665 w 79443"/>
                <a:gd name="connsiteY3" fmla="*/ 72709 h 79457"/>
                <a:gd name="connsiteX4" fmla="*/ 11611 w 79443"/>
                <a:gd name="connsiteY4" fmla="*/ 67747 h 79457"/>
                <a:gd name="connsiteX5" fmla="*/ 0 w 79443"/>
                <a:gd name="connsiteY5" fmla="*/ 39661 h 79457"/>
                <a:gd name="connsiteX6" fmla="*/ 794 w 79443"/>
                <a:gd name="connsiteY6" fmla="*/ 31920 h 79457"/>
                <a:gd name="connsiteX7" fmla="*/ 6699 w 79443"/>
                <a:gd name="connsiteY7" fmla="*/ 17630 h 79457"/>
                <a:gd name="connsiteX8" fmla="*/ 17665 w 79443"/>
                <a:gd name="connsiteY8" fmla="*/ 6664 h 79457"/>
                <a:gd name="connsiteX9" fmla="*/ 24513 w 79443"/>
                <a:gd name="connsiteY9" fmla="*/ 2992 h 79457"/>
                <a:gd name="connsiteX10" fmla="*/ 47487 w 79443"/>
                <a:gd name="connsiteY10" fmla="*/ 759 h 79457"/>
                <a:gd name="connsiteX11" fmla="*/ 61728 w 79443"/>
                <a:gd name="connsiteY11" fmla="*/ 6763 h 79457"/>
                <a:gd name="connsiteX12" fmla="*/ 67782 w 79443"/>
                <a:gd name="connsiteY12" fmla="*/ 11725 h 79457"/>
                <a:gd name="connsiteX13" fmla="*/ 72744 w 79443"/>
                <a:gd name="connsiteY13" fmla="*/ 17779 h 79457"/>
                <a:gd name="connsiteX14" fmla="*/ 76416 w 79443"/>
                <a:gd name="connsiteY14" fmla="*/ 24626 h 79457"/>
                <a:gd name="connsiteX15" fmla="*/ 78699 w 79443"/>
                <a:gd name="connsiteY15" fmla="*/ 32069 h 79457"/>
                <a:gd name="connsiteX16" fmla="*/ 79443 w 79443"/>
                <a:gd name="connsiteY16" fmla="*/ 39810 h 79457"/>
                <a:gd name="connsiteX17" fmla="*/ 67832 w 79443"/>
                <a:gd name="connsiteY17" fmla="*/ 67895 h 79457"/>
                <a:gd name="connsiteX18" fmla="*/ 61778 w 79443"/>
                <a:gd name="connsiteY18" fmla="*/ 72857 h 79457"/>
                <a:gd name="connsiteX19" fmla="*/ 47338 w 79443"/>
                <a:gd name="connsiteY19" fmla="*/ 78613 h 79457"/>
                <a:gd name="connsiteX20" fmla="*/ 39548 w 79443"/>
                <a:gd name="connsiteY20" fmla="*/ 79457 h 79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443" h="79457">
                  <a:moveTo>
                    <a:pt x="39548" y="79457"/>
                  </a:moveTo>
                  <a:cubicBezTo>
                    <a:pt x="36995" y="79439"/>
                    <a:pt x="34450" y="79156"/>
                    <a:pt x="31956" y="78613"/>
                  </a:cubicBezTo>
                  <a:cubicBezTo>
                    <a:pt x="29407" y="78119"/>
                    <a:pt x="26913" y="77371"/>
                    <a:pt x="24513" y="76381"/>
                  </a:cubicBezTo>
                  <a:cubicBezTo>
                    <a:pt x="22116" y="75384"/>
                    <a:pt x="19822" y="74154"/>
                    <a:pt x="17665" y="72709"/>
                  </a:cubicBezTo>
                  <a:cubicBezTo>
                    <a:pt x="15484" y="71264"/>
                    <a:pt x="13456" y="69602"/>
                    <a:pt x="11611" y="67747"/>
                  </a:cubicBezTo>
                  <a:cubicBezTo>
                    <a:pt x="4210" y="60268"/>
                    <a:pt x="40" y="50183"/>
                    <a:pt x="0" y="39661"/>
                  </a:cubicBezTo>
                  <a:cubicBezTo>
                    <a:pt x="-9" y="37060"/>
                    <a:pt x="258" y="34465"/>
                    <a:pt x="794" y="31920"/>
                  </a:cubicBezTo>
                  <a:cubicBezTo>
                    <a:pt x="1841" y="26826"/>
                    <a:pt x="3845" y="21977"/>
                    <a:pt x="6699" y="17630"/>
                  </a:cubicBezTo>
                  <a:cubicBezTo>
                    <a:pt x="9554" y="13253"/>
                    <a:pt x="13289" y="9519"/>
                    <a:pt x="17665" y="6664"/>
                  </a:cubicBezTo>
                  <a:cubicBezTo>
                    <a:pt x="19822" y="5219"/>
                    <a:pt x="22116" y="3988"/>
                    <a:pt x="24513" y="2992"/>
                  </a:cubicBezTo>
                  <a:cubicBezTo>
                    <a:pt x="31787" y="14"/>
                    <a:pt x="39776" y="-762"/>
                    <a:pt x="47487" y="759"/>
                  </a:cubicBezTo>
                  <a:cubicBezTo>
                    <a:pt x="52587" y="1790"/>
                    <a:pt x="57429" y="3832"/>
                    <a:pt x="61728" y="6763"/>
                  </a:cubicBezTo>
                  <a:cubicBezTo>
                    <a:pt x="63898" y="8223"/>
                    <a:pt x="65925" y="9884"/>
                    <a:pt x="67782" y="11725"/>
                  </a:cubicBezTo>
                  <a:cubicBezTo>
                    <a:pt x="69637" y="13569"/>
                    <a:pt x="71300" y="15598"/>
                    <a:pt x="72744" y="17779"/>
                  </a:cubicBezTo>
                  <a:cubicBezTo>
                    <a:pt x="74189" y="19936"/>
                    <a:pt x="75419" y="22229"/>
                    <a:pt x="76416" y="24626"/>
                  </a:cubicBezTo>
                  <a:cubicBezTo>
                    <a:pt x="77400" y="27033"/>
                    <a:pt x="78164" y="29524"/>
                    <a:pt x="78699" y="32069"/>
                  </a:cubicBezTo>
                  <a:cubicBezTo>
                    <a:pt x="79194" y="34620"/>
                    <a:pt x="79444" y="37212"/>
                    <a:pt x="79443" y="39810"/>
                  </a:cubicBezTo>
                  <a:cubicBezTo>
                    <a:pt x="79424" y="50336"/>
                    <a:pt x="75252" y="60429"/>
                    <a:pt x="67832" y="67895"/>
                  </a:cubicBezTo>
                  <a:cubicBezTo>
                    <a:pt x="65987" y="69751"/>
                    <a:pt x="63959" y="71413"/>
                    <a:pt x="61778" y="72857"/>
                  </a:cubicBezTo>
                  <a:cubicBezTo>
                    <a:pt x="57400" y="75726"/>
                    <a:pt x="52489" y="77683"/>
                    <a:pt x="47338" y="78613"/>
                  </a:cubicBezTo>
                  <a:cubicBezTo>
                    <a:pt x="44778" y="79164"/>
                    <a:pt x="42167" y="79447"/>
                    <a:pt x="39548" y="794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13F5857E-C5E1-A74C-AB33-6E54F0522992}"/>
                </a:ext>
              </a:extLst>
            </p:cNvPr>
            <p:cNvSpPr/>
            <p:nvPr/>
          </p:nvSpPr>
          <p:spPr>
            <a:xfrm>
              <a:off x="4598017" y="1702360"/>
              <a:ext cx="79343" cy="79343"/>
            </a:xfrm>
            <a:custGeom>
              <a:avLst/>
              <a:gdLst>
                <a:gd name="connsiteX0" fmla="*/ 39647 w 79343"/>
                <a:gd name="connsiteY0" fmla="*/ 79343 h 79343"/>
                <a:gd name="connsiteX1" fmla="*/ 31906 w 79343"/>
                <a:gd name="connsiteY1" fmla="*/ 78550 h 79343"/>
                <a:gd name="connsiteX2" fmla="*/ 24463 w 79343"/>
                <a:gd name="connsiteY2" fmla="*/ 76267 h 79343"/>
                <a:gd name="connsiteX3" fmla="*/ 17615 w 79343"/>
                <a:gd name="connsiteY3" fmla="*/ 72645 h 79343"/>
                <a:gd name="connsiteX4" fmla="*/ 11611 w 79343"/>
                <a:gd name="connsiteY4" fmla="*/ 67683 h 79343"/>
                <a:gd name="connsiteX5" fmla="*/ 3027 w 79343"/>
                <a:gd name="connsiteY5" fmla="*/ 54831 h 79343"/>
                <a:gd name="connsiteX6" fmla="*/ 744 w 79343"/>
                <a:gd name="connsiteY6" fmla="*/ 47388 h 79343"/>
                <a:gd name="connsiteX7" fmla="*/ 744 w 79343"/>
                <a:gd name="connsiteY7" fmla="*/ 31856 h 79343"/>
                <a:gd name="connsiteX8" fmla="*/ 3027 w 79343"/>
                <a:gd name="connsiteY8" fmla="*/ 24463 h 79343"/>
                <a:gd name="connsiteX9" fmla="*/ 6649 w 79343"/>
                <a:gd name="connsiteY9" fmla="*/ 17566 h 79343"/>
                <a:gd name="connsiteX10" fmla="*/ 11611 w 79343"/>
                <a:gd name="connsiteY10" fmla="*/ 11562 h 79343"/>
                <a:gd name="connsiteX11" fmla="*/ 17615 w 79343"/>
                <a:gd name="connsiteY11" fmla="*/ 6600 h 79343"/>
                <a:gd name="connsiteX12" fmla="*/ 24463 w 79343"/>
                <a:gd name="connsiteY12" fmla="*/ 3027 h 79343"/>
                <a:gd name="connsiteX13" fmla="*/ 31906 w 79343"/>
                <a:gd name="connsiteY13" fmla="*/ 744 h 79343"/>
                <a:gd name="connsiteX14" fmla="*/ 47437 w 79343"/>
                <a:gd name="connsiteY14" fmla="*/ 744 h 79343"/>
                <a:gd name="connsiteX15" fmla="*/ 54831 w 79343"/>
                <a:gd name="connsiteY15" fmla="*/ 3027 h 79343"/>
                <a:gd name="connsiteX16" fmla="*/ 61679 w 79343"/>
                <a:gd name="connsiteY16" fmla="*/ 6649 h 79343"/>
                <a:gd name="connsiteX17" fmla="*/ 67732 w 79343"/>
                <a:gd name="connsiteY17" fmla="*/ 11611 h 79343"/>
                <a:gd name="connsiteX18" fmla="*/ 79344 w 79343"/>
                <a:gd name="connsiteY18" fmla="*/ 39647 h 79343"/>
                <a:gd name="connsiteX19" fmla="*/ 78599 w 79343"/>
                <a:gd name="connsiteY19" fmla="*/ 47437 h 79343"/>
                <a:gd name="connsiteX20" fmla="*/ 76317 w 79343"/>
                <a:gd name="connsiteY20" fmla="*/ 54880 h 79343"/>
                <a:gd name="connsiteX21" fmla="*/ 72694 w 79343"/>
                <a:gd name="connsiteY21" fmla="*/ 61728 h 79343"/>
                <a:gd name="connsiteX22" fmla="*/ 67732 w 79343"/>
                <a:gd name="connsiteY22" fmla="*/ 67732 h 79343"/>
                <a:gd name="connsiteX23" fmla="*/ 39647 w 79343"/>
                <a:gd name="connsiteY2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43" h="79343">
                  <a:moveTo>
                    <a:pt x="39647" y="79343"/>
                  </a:moveTo>
                  <a:cubicBezTo>
                    <a:pt x="37047" y="79325"/>
                    <a:pt x="34457" y="79059"/>
                    <a:pt x="31906" y="78550"/>
                  </a:cubicBezTo>
                  <a:cubicBezTo>
                    <a:pt x="29356" y="78031"/>
                    <a:pt x="26865" y="77266"/>
                    <a:pt x="24463" y="76267"/>
                  </a:cubicBezTo>
                  <a:cubicBezTo>
                    <a:pt x="22071" y="75278"/>
                    <a:pt x="19779" y="74065"/>
                    <a:pt x="17615" y="72645"/>
                  </a:cubicBezTo>
                  <a:cubicBezTo>
                    <a:pt x="15442" y="71211"/>
                    <a:pt x="13427" y="69547"/>
                    <a:pt x="11611" y="67683"/>
                  </a:cubicBezTo>
                  <a:cubicBezTo>
                    <a:pt x="7902" y="64030"/>
                    <a:pt x="4980" y="59656"/>
                    <a:pt x="3027" y="54831"/>
                  </a:cubicBezTo>
                  <a:cubicBezTo>
                    <a:pt x="2027" y="52429"/>
                    <a:pt x="1263" y="49937"/>
                    <a:pt x="744" y="47388"/>
                  </a:cubicBezTo>
                  <a:cubicBezTo>
                    <a:pt x="-248" y="42258"/>
                    <a:pt x="-248" y="36986"/>
                    <a:pt x="744" y="31856"/>
                  </a:cubicBezTo>
                  <a:cubicBezTo>
                    <a:pt x="1255" y="29322"/>
                    <a:pt x="2021" y="26845"/>
                    <a:pt x="3027" y="24463"/>
                  </a:cubicBezTo>
                  <a:cubicBezTo>
                    <a:pt x="4005" y="22051"/>
                    <a:pt x="5219" y="19741"/>
                    <a:pt x="6649" y="17566"/>
                  </a:cubicBezTo>
                  <a:cubicBezTo>
                    <a:pt x="8109" y="15411"/>
                    <a:pt x="9770" y="13401"/>
                    <a:pt x="11611" y="11562"/>
                  </a:cubicBezTo>
                  <a:cubicBezTo>
                    <a:pt x="13442" y="9711"/>
                    <a:pt x="15452" y="8049"/>
                    <a:pt x="17615" y="6600"/>
                  </a:cubicBezTo>
                  <a:cubicBezTo>
                    <a:pt x="19794" y="5215"/>
                    <a:pt x="22081" y="4020"/>
                    <a:pt x="24463" y="3027"/>
                  </a:cubicBezTo>
                  <a:cubicBezTo>
                    <a:pt x="26875" y="2049"/>
                    <a:pt x="29361" y="1286"/>
                    <a:pt x="31906" y="744"/>
                  </a:cubicBezTo>
                  <a:cubicBezTo>
                    <a:pt x="37037" y="-248"/>
                    <a:pt x="42307" y="-248"/>
                    <a:pt x="47437" y="744"/>
                  </a:cubicBezTo>
                  <a:cubicBezTo>
                    <a:pt x="49968" y="1279"/>
                    <a:pt x="52439" y="2043"/>
                    <a:pt x="54831" y="3027"/>
                  </a:cubicBezTo>
                  <a:cubicBezTo>
                    <a:pt x="57223" y="4015"/>
                    <a:pt x="59515" y="5228"/>
                    <a:pt x="61679" y="6649"/>
                  </a:cubicBezTo>
                  <a:cubicBezTo>
                    <a:pt x="63847" y="8111"/>
                    <a:pt x="65872" y="9772"/>
                    <a:pt x="67732" y="11611"/>
                  </a:cubicBezTo>
                  <a:cubicBezTo>
                    <a:pt x="75161" y="19050"/>
                    <a:pt x="79339" y="29133"/>
                    <a:pt x="79344" y="39647"/>
                  </a:cubicBezTo>
                  <a:cubicBezTo>
                    <a:pt x="79344" y="42261"/>
                    <a:pt x="79095" y="44870"/>
                    <a:pt x="78599" y="47437"/>
                  </a:cubicBezTo>
                  <a:cubicBezTo>
                    <a:pt x="78058" y="49980"/>
                    <a:pt x="77294" y="52471"/>
                    <a:pt x="76317" y="54880"/>
                  </a:cubicBezTo>
                  <a:cubicBezTo>
                    <a:pt x="75309" y="57263"/>
                    <a:pt x="74094" y="59554"/>
                    <a:pt x="72694" y="61728"/>
                  </a:cubicBezTo>
                  <a:cubicBezTo>
                    <a:pt x="71221" y="63871"/>
                    <a:pt x="69558" y="65880"/>
                    <a:pt x="67732" y="67732"/>
                  </a:cubicBezTo>
                  <a:cubicBezTo>
                    <a:pt x="60264" y="75148"/>
                    <a:pt x="50172" y="79319"/>
                    <a:pt x="39647" y="793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36989E-9D25-B14E-AB3C-78F4BCAF2A7C}"/>
                </a:ext>
              </a:extLst>
            </p:cNvPr>
            <p:cNvSpPr/>
            <p:nvPr/>
          </p:nvSpPr>
          <p:spPr>
            <a:xfrm>
              <a:off x="4316750" y="1886664"/>
              <a:ext cx="454735" cy="177529"/>
            </a:xfrm>
            <a:custGeom>
              <a:avLst/>
              <a:gdLst>
                <a:gd name="connsiteX0" fmla="*/ 227527 w 454735"/>
                <a:gd name="connsiteY0" fmla="*/ 177530 h 177529"/>
                <a:gd name="connsiteX1" fmla="*/ 7856 w 454735"/>
                <a:gd name="connsiteY1" fmla="*/ 63402 h 177529"/>
                <a:gd name="connsiteX2" fmla="*/ 15996 w 454735"/>
                <a:gd name="connsiteY2" fmla="*/ 7856 h 177529"/>
                <a:gd name="connsiteX3" fmla="*/ 71542 w 454735"/>
                <a:gd name="connsiteY3" fmla="*/ 15994 h 177529"/>
                <a:gd name="connsiteX4" fmla="*/ 72710 w 454735"/>
                <a:gd name="connsiteY4" fmla="*/ 17652 h 177529"/>
                <a:gd name="connsiteX5" fmla="*/ 336732 w 454735"/>
                <a:gd name="connsiteY5" fmla="*/ 63223 h 177529"/>
                <a:gd name="connsiteX6" fmla="*/ 382790 w 454735"/>
                <a:gd name="connsiteY6" fmla="*/ 16957 h 177529"/>
                <a:gd name="connsiteX7" fmla="*/ 438187 w 454735"/>
                <a:gd name="connsiteY7" fmla="*/ 7864 h 177529"/>
                <a:gd name="connsiteX8" fmla="*/ 447843 w 454735"/>
                <a:gd name="connsiteY8" fmla="*/ 62459 h 177529"/>
                <a:gd name="connsiteX9" fmla="*/ 227527 w 454735"/>
                <a:gd name="connsiteY9" fmla="*/ 177530 h 17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735" h="177529">
                  <a:moveTo>
                    <a:pt x="227527" y="177530"/>
                  </a:moveTo>
                  <a:cubicBezTo>
                    <a:pt x="140121" y="177391"/>
                    <a:pt x="58218" y="134841"/>
                    <a:pt x="7856" y="63402"/>
                  </a:cubicBezTo>
                  <a:cubicBezTo>
                    <a:pt x="-5235" y="45816"/>
                    <a:pt x="-1590" y="20946"/>
                    <a:pt x="15996" y="7856"/>
                  </a:cubicBezTo>
                  <a:cubicBezTo>
                    <a:pt x="33583" y="-5235"/>
                    <a:pt x="58452" y="-1590"/>
                    <a:pt x="71542" y="15994"/>
                  </a:cubicBezTo>
                  <a:cubicBezTo>
                    <a:pt x="71946" y="16540"/>
                    <a:pt x="72335" y="17091"/>
                    <a:pt x="72710" y="17652"/>
                  </a:cubicBezTo>
                  <a:cubicBezTo>
                    <a:pt x="133034" y="103143"/>
                    <a:pt x="251240" y="123547"/>
                    <a:pt x="336732" y="63223"/>
                  </a:cubicBezTo>
                  <a:cubicBezTo>
                    <a:pt x="354645" y="50580"/>
                    <a:pt x="370231" y="34930"/>
                    <a:pt x="382790" y="16957"/>
                  </a:cubicBezTo>
                  <a:cubicBezTo>
                    <a:pt x="395578" y="-852"/>
                    <a:pt x="420378" y="-4923"/>
                    <a:pt x="438187" y="7864"/>
                  </a:cubicBezTo>
                  <a:cubicBezTo>
                    <a:pt x="455688" y="20430"/>
                    <a:pt x="459970" y="44655"/>
                    <a:pt x="447843" y="62459"/>
                  </a:cubicBezTo>
                  <a:cubicBezTo>
                    <a:pt x="397567" y="134454"/>
                    <a:pt x="315336" y="177400"/>
                    <a:pt x="227527" y="1775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3" name="Picture Placeholder 39">
            <a:extLst>
              <a:ext uri="{FF2B5EF4-FFF2-40B4-BE49-F238E27FC236}">
                <a16:creationId xmlns:a16="http://schemas.microsoft.com/office/drawing/2014/main" id="{01F501D1-60B2-4FD3-821B-B98084BC18B8}"/>
              </a:ext>
            </a:extLst>
          </p:cNvPr>
          <p:cNvGrpSpPr>
            <a:grpSpLocks noChangeAspect="1"/>
          </p:cNvGrpSpPr>
          <p:nvPr/>
        </p:nvGrpSpPr>
        <p:grpSpPr>
          <a:xfrm>
            <a:off x="5448891" y="1423690"/>
            <a:ext cx="826383" cy="826382"/>
            <a:chOff x="5448891" y="1423690"/>
            <a:chExt cx="826383" cy="826382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0C5923B-15DD-FB4D-A071-38D1B6EE2B82}"/>
                </a:ext>
              </a:extLst>
            </p:cNvPr>
            <p:cNvSpPr/>
            <p:nvPr/>
          </p:nvSpPr>
          <p:spPr>
            <a:xfrm>
              <a:off x="5448891" y="1423690"/>
              <a:ext cx="826383" cy="826382"/>
            </a:xfrm>
            <a:custGeom>
              <a:avLst/>
              <a:gdLst>
                <a:gd name="connsiteX0" fmla="*/ 413192 w 826383"/>
                <a:gd name="connsiteY0" fmla="*/ 826383 h 826382"/>
                <a:gd name="connsiteX1" fmla="*/ 0 w 826383"/>
                <a:gd name="connsiteY1" fmla="*/ 413191 h 826382"/>
                <a:gd name="connsiteX2" fmla="*/ 413192 w 826383"/>
                <a:gd name="connsiteY2" fmla="*/ 0 h 826382"/>
                <a:gd name="connsiteX3" fmla="*/ 826384 w 826383"/>
                <a:gd name="connsiteY3" fmla="*/ 413191 h 826382"/>
                <a:gd name="connsiteX4" fmla="*/ 413192 w 826383"/>
                <a:gd name="connsiteY4" fmla="*/ 826383 h 826382"/>
                <a:gd name="connsiteX5" fmla="*/ 413192 w 826383"/>
                <a:gd name="connsiteY5" fmla="*/ 79393 h 826382"/>
                <a:gd name="connsiteX6" fmla="*/ 79393 w 826383"/>
                <a:gd name="connsiteY6" fmla="*/ 413191 h 826382"/>
                <a:gd name="connsiteX7" fmla="*/ 413192 w 826383"/>
                <a:gd name="connsiteY7" fmla="*/ 746990 h 826382"/>
                <a:gd name="connsiteX8" fmla="*/ 746991 w 826383"/>
                <a:gd name="connsiteY8" fmla="*/ 413191 h 826382"/>
                <a:gd name="connsiteX9" fmla="*/ 413192 w 826383"/>
                <a:gd name="connsiteY9" fmla="*/ 79393 h 826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6383" h="826382">
                  <a:moveTo>
                    <a:pt x="413192" y="826383"/>
                  </a:moveTo>
                  <a:cubicBezTo>
                    <a:pt x="184992" y="826383"/>
                    <a:pt x="0" y="641392"/>
                    <a:pt x="0" y="413191"/>
                  </a:cubicBezTo>
                  <a:cubicBezTo>
                    <a:pt x="0" y="184992"/>
                    <a:pt x="184992" y="0"/>
                    <a:pt x="413192" y="0"/>
                  </a:cubicBezTo>
                  <a:cubicBezTo>
                    <a:pt x="641393" y="0"/>
                    <a:pt x="826384" y="184992"/>
                    <a:pt x="826384" y="413191"/>
                  </a:cubicBezTo>
                  <a:cubicBezTo>
                    <a:pt x="826111" y="641278"/>
                    <a:pt x="641279" y="826110"/>
                    <a:pt x="413192" y="826383"/>
                  </a:cubicBezTo>
                  <a:close/>
                  <a:moveTo>
                    <a:pt x="413192" y="79393"/>
                  </a:moveTo>
                  <a:cubicBezTo>
                    <a:pt x="228840" y="79393"/>
                    <a:pt x="79393" y="228840"/>
                    <a:pt x="79393" y="413191"/>
                  </a:cubicBezTo>
                  <a:cubicBezTo>
                    <a:pt x="79393" y="597542"/>
                    <a:pt x="228840" y="746990"/>
                    <a:pt x="413192" y="746990"/>
                  </a:cubicBezTo>
                  <a:cubicBezTo>
                    <a:pt x="597543" y="746990"/>
                    <a:pt x="746991" y="597542"/>
                    <a:pt x="746991" y="413191"/>
                  </a:cubicBezTo>
                  <a:cubicBezTo>
                    <a:pt x="746772" y="228930"/>
                    <a:pt x="597454" y="79612"/>
                    <a:pt x="41319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3AD20CE-829D-454E-A468-AA106A9BB842}"/>
                </a:ext>
              </a:extLst>
            </p:cNvPr>
            <p:cNvSpPr/>
            <p:nvPr/>
          </p:nvSpPr>
          <p:spPr>
            <a:xfrm>
              <a:off x="5746665" y="1832515"/>
              <a:ext cx="79393" cy="250981"/>
            </a:xfrm>
            <a:custGeom>
              <a:avLst/>
              <a:gdLst>
                <a:gd name="connsiteX0" fmla="*/ 39697 w 79393"/>
                <a:gd name="connsiteY0" fmla="*/ 250981 h 250981"/>
                <a:gd name="connsiteX1" fmla="*/ 0 w 79393"/>
                <a:gd name="connsiteY1" fmla="*/ 211285 h 250981"/>
                <a:gd name="connsiteX2" fmla="*/ 0 w 79393"/>
                <a:gd name="connsiteY2" fmla="*/ 39697 h 250981"/>
                <a:gd name="connsiteX3" fmla="*/ 39697 w 79393"/>
                <a:gd name="connsiteY3" fmla="*/ 0 h 250981"/>
                <a:gd name="connsiteX4" fmla="*/ 79393 w 79393"/>
                <a:gd name="connsiteY4" fmla="*/ 39697 h 250981"/>
                <a:gd name="connsiteX5" fmla="*/ 79393 w 79393"/>
                <a:gd name="connsiteY5" fmla="*/ 211285 h 250981"/>
                <a:gd name="connsiteX6" fmla="*/ 39697 w 79393"/>
                <a:gd name="connsiteY6" fmla="*/ 250981 h 25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981">
                  <a:moveTo>
                    <a:pt x="39697" y="250981"/>
                  </a:moveTo>
                  <a:cubicBezTo>
                    <a:pt x="17773" y="250981"/>
                    <a:pt x="0" y="233207"/>
                    <a:pt x="0" y="21128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1285"/>
                  </a:lnTo>
                  <a:cubicBezTo>
                    <a:pt x="79393" y="233207"/>
                    <a:pt x="61621" y="250981"/>
                    <a:pt x="39697" y="25098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3F7D2899-72F6-344C-B2B7-9A7F982843F2}"/>
                </a:ext>
              </a:extLst>
            </p:cNvPr>
            <p:cNvSpPr/>
            <p:nvPr/>
          </p:nvSpPr>
          <p:spPr>
            <a:xfrm>
              <a:off x="5893046" y="1847649"/>
              <a:ext cx="79393" cy="235847"/>
            </a:xfrm>
            <a:custGeom>
              <a:avLst/>
              <a:gdLst>
                <a:gd name="connsiteX0" fmla="*/ 39697 w 79393"/>
                <a:gd name="connsiteY0" fmla="*/ 235847 h 235847"/>
                <a:gd name="connsiteX1" fmla="*/ 0 w 79393"/>
                <a:gd name="connsiteY1" fmla="*/ 196151 h 235847"/>
                <a:gd name="connsiteX2" fmla="*/ 0 w 79393"/>
                <a:gd name="connsiteY2" fmla="*/ 39697 h 235847"/>
                <a:gd name="connsiteX3" fmla="*/ 39697 w 79393"/>
                <a:gd name="connsiteY3" fmla="*/ 0 h 235847"/>
                <a:gd name="connsiteX4" fmla="*/ 79393 w 79393"/>
                <a:gd name="connsiteY4" fmla="*/ 39697 h 235847"/>
                <a:gd name="connsiteX5" fmla="*/ 79393 w 79393"/>
                <a:gd name="connsiteY5" fmla="*/ 196151 h 235847"/>
                <a:gd name="connsiteX6" fmla="*/ 39697 w 79393"/>
                <a:gd name="connsiteY6" fmla="*/ 235847 h 235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35847">
                  <a:moveTo>
                    <a:pt x="39697" y="235847"/>
                  </a:moveTo>
                  <a:cubicBezTo>
                    <a:pt x="17773" y="235847"/>
                    <a:pt x="0" y="218073"/>
                    <a:pt x="0" y="1961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96151"/>
                  </a:lnTo>
                  <a:cubicBezTo>
                    <a:pt x="79393" y="218073"/>
                    <a:pt x="61619" y="235847"/>
                    <a:pt x="39697" y="2358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08492163-B186-FD4F-B582-7D56838D9729}"/>
                </a:ext>
              </a:extLst>
            </p:cNvPr>
            <p:cNvSpPr/>
            <p:nvPr/>
          </p:nvSpPr>
          <p:spPr>
            <a:xfrm>
              <a:off x="5586688" y="1812319"/>
              <a:ext cx="546820" cy="313156"/>
            </a:xfrm>
            <a:custGeom>
              <a:avLst/>
              <a:gdLst>
                <a:gd name="connsiteX0" fmla="*/ 273361 w 546820"/>
                <a:gd name="connsiteY0" fmla="*/ 313156 h 313156"/>
                <a:gd name="connsiteX1" fmla="*/ 0 w 546820"/>
                <a:gd name="connsiteY1" fmla="*/ 39697 h 313156"/>
                <a:gd name="connsiteX2" fmla="*/ 39697 w 546820"/>
                <a:gd name="connsiteY2" fmla="*/ 0 h 313156"/>
                <a:gd name="connsiteX3" fmla="*/ 507124 w 546820"/>
                <a:gd name="connsiteY3" fmla="*/ 0 h 313156"/>
                <a:gd name="connsiteX4" fmla="*/ 546821 w 546820"/>
                <a:gd name="connsiteY4" fmla="*/ 39697 h 313156"/>
                <a:gd name="connsiteX5" fmla="*/ 273361 w 546820"/>
                <a:gd name="connsiteY5" fmla="*/ 313156 h 313156"/>
                <a:gd name="connsiteX6" fmla="*/ 83412 w 546820"/>
                <a:gd name="connsiteY6" fmla="*/ 79393 h 313156"/>
                <a:gd name="connsiteX7" fmla="*/ 313130 w 546820"/>
                <a:gd name="connsiteY7" fmla="*/ 229570 h 313156"/>
                <a:gd name="connsiteX8" fmla="*/ 463309 w 546820"/>
                <a:gd name="connsiteY8" fmla="*/ 79393 h 31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820" h="313156">
                  <a:moveTo>
                    <a:pt x="273361" y="313156"/>
                  </a:moveTo>
                  <a:cubicBezTo>
                    <a:pt x="122440" y="312938"/>
                    <a:pt x="164" y="190618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7124" y="0"/>
                  </a:lnTo>
                  <a:cubicBezTo>
                    <a:pt x="529046" y="0"/>
                    <a:pt x="546821" y="17773"/>
                    <a:pt x="546821" y="39697"/>
                  </a:cubicBezTo>
                  <a:cubicBezTo>
                    <a:pt x="546657" y="190658"/>
                    <a:pt x="424322" y="312992"/>
                    <a:pt x="273361" y="313156"/>
                  </a:cubicBezTo>
                  <a:close/>
                  <a:moveTo>
                    <a:pt x="83412" y="79393"/>
                  </a:moveTo>
                  <a:cubicBezTo>
                    <a:pt x="105376" y="184296"/>
                    <a:pt x="208224" y="251537"/>
                    <a:pt x="313130" y="229570"/>
                  </a:cubicBezTo>
                  <a:cubicBezTo>
                    <a:pt x="388570" y="213776"/>
                    <a:pt x="447515" y="154836"/>
                    <a:pt x="46330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03647CC5-6011-F340-A6A0-7AC476066868}"/>
                </a:ext>
              </a:extLst>
            </p:cNvPr>
            <p:cNvSpPr/>
            <p:nvPr/>
          </p:nvSpPr>
          <p:spPr>
            <a:xfrm>
              <a:off x="5632385" y="1608458"/>
              <a:ext cx="174362" cy="104372"/>
            </a:xfrm>
            <a:custGeom>
              <a:avLst/>
              <a:gdLst>
                <a:gd name="connsiteX0" fmla="*/ 39651 w 174362"/>
                <a:gd name="connsiteY0" fmla="*/ 104372 h 104372"/>
                <a:gd name="connsiteX1" fmla="*/ 0 w 174362"/>
                <a:gd name="connsiteY1" fmla="*/ 64630 h 104372"/>
                <a:gd name="connsiteX2" fmla="*/ 7149 w 174362"/>
                <a:gd name="connsiteY2" fmla="*/ 41949 h 104372"/>
                <a:gd name="connsiteX3" fmla="*/ 143593 w 174362"/>
                <a:gd name="connsiteY3" fmla="*/ 17626 h 104372"/>
                <a:gd name="connsiteX4" fmla="*/ 167672 w 174362"/>
                <a:gd name="connsiteY4" fmla="*/ 41602 h 104372"/>
                <a:gd name="connsiteX5" fmla="*/ 156709 w 174362"/>
                <a:gd name="connsiteY5" fmla="*/ 96661 h 104372"/>
                <a:gd name="connsiteX6" fmla="*/ 102818 w 174362"/>
                <a:gd name="connsiteY6" fmla="*/ 87352 h 104372"/>
                <a:gd name="connsiteX7" fmla="*/ 76909 w 174362"/>
                <a:gd name="connsiteY7" fmla="*/ 82745 h 104372"/>
                <a:gd name="connsiteX8" fmla="*/ 72301 w 174362"/>
                <a:gd name="connsiteY8" fmla="*/ 87352 h 104372"/>
                <a:gd name="connsiteX9" fmla="*/ 39651 w 174362"/>
                <a:gd name="connsiteY9" fmla="*/ 104372 h 10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62" h="104372">
                  <a:moveTo>
                    <a:pt x="39651" y="104372"/>
                  </a:moveTo>
                  <a:cubicBezTo>
                    <a:pt x="17727" y="104347"/>
                    <a:pt x="-25" y="86553"/>
                    <a:pt x="0" y="64630"/>
                  </a:cubicBezTo>
                  <a:cubicBezTo>
                    <a:pt x="9" y="56517"/>
                    <a:pt x="2504" y="48602"/>
                    <a:pt x="7149" y="41949"/>
                  </a:cubicBezTo>
                  <a:cubicBezTo>
                    <a:pt x="38110" y="-2445"/>
                    <a:pt x="99198" y="-13335"/>
                    <a:pt x="143593" y="17626"/>
                  </a:cubicBezTo>
                  <a:cubicBezTo>
                    <a:pt x="152954" y="24155"/>
                    <a:pt x="161103" y="32269"/>
                    <a:pt x="167672" y="41602"/>
                  </a:cubicBezTo>
                  <a:cubicBezTo>
                    <a:pt x="179849" y="59834"/>
                    <a:pt x="174940" y="84484"/>
                    <a:pt x="156709" y="96661"/>
                  </a:cubicBezTo>
                  <a:cubicBezTo>
                    <a:pt x="139132" y="108400"/>
                    <a:pt x="115439" y="104307"/>
                    <a:pt x="102818" y="87352"/>
                  </a:cubicBezTo>
                  <a:cubicBezTo>
                    <a:pt x="96936" y="78925"/>
                    <a:pt x="85336" y="76863"/>
                    <a:pt x="76909" y="82745"/>
                  </a:cubicBezTo>
                  <a:cubicBezTo>
                    <a:pt x="75114" y="83998"/>
                    <a:pt x="73554" y="85557"/>
                    <a:pt x="72301" y="87352"/>
                  </a:cubicBezTo>
                  <a:cubicBezTo>
                    <a:pt x="64866" y="98035"/>
                    <a:pt x="52666" y="104395"/>
                    <a:pt x="39651" y="1043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0D70208C-DA9A-EA41-9BFC-509A05786961}"/>
                </a:ext>
              </a:extLst>
            </p:cNvPr>
            <p:cNvSpPr/>
            <p:nvPr/>
          </p:nvSpPr>
          <p:spPr>
            <a:xfrm>
              <a:off x="5912891" y="1608503"/>
              <a:ext cx="174847" cy="104326"/>
            </a:xfrm>
            <a:custGeom>
              <a:avLst/>
              <a:gdLst>
                <a:gd name="connsiteX0" fmla="*/ 39651 w 174847"/>
                <a:gd name="connsiteY0" fmla="*/ 104326 h 104326"/>
                <a:gd name="connsiteX1" fmla="*/ 0 w 174847"/>
                <a:gd name="connsiteY1" fmla="*/ 64584 h 104326"/>
                <a:gd name="connsiteX2" fmla="*/ 7149 w 174847"/>
                <a:gd name="connsiteY2" fmla="*/ 41904 h 104326"/>
                <a:gd name="connsiteX3" fmla="*/ 143606 w 174847"/>
                <a:gd name="connsiteY3" fmla="*/ 17658 h 104326"/>
                <a:gd name="connsiteX4" fmla="*/ 167573 w 174847"/>
                <a:gd name="connsiteY4" fmla="*/ 41507 h 104326"/>
                <a:gd name="connsiteX5" fmla="*/ 158046 w 174847"/>
                <a:gd name="connsiteY5" fmla="*/ 96834 h 104326"/>
                <a:gd name="connsiteX6" fmla="*/ 102719 w 174847"/>
                <a:gd name="connsiteY6" fmla="*/ 87307 h 104326"/>
                <a:gd name="connsiteX7" fmla="*/ 76812 w 174847"/>
                <a:gd name="connsiteY7" fmla="*/ 82699 h 104326"/>
                <a:gd name="connsiteX8" fmla="*/ 72202 w 174847"/>
                <a:gd name="connsiteY8" fmla="*/ 87307 h 104326"/>
                <a:gd name="connsiteX9" fmla="*/ 39651 w 174847"/>
                <a:gd name="connsiteY9" fmla="*/ 104326 h 104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847" h="104326">
                  <a:moveTo>
                    <a:pt x="39651" y="104326"/>
                  </a:moveTo>
                  <a:cubicBezTo>
                    <a:pt x="17729" y="104301"/>
                    <a:pt x="-25" y="86508"/>
                    <a:pt x="0" y="64584"/>
                  </a:cubicBezTo>
                  <a:cubicBezTo>
                    <a:pt x="9" y="56471"/>
                    <a:pt x="2504" y="48556"/>
                    <a:pt x="7149" y="41904"/>
                  </a:cubicBezTo>
                  <a:cubicBezTo>
                    <a:pt x="38138" y="-2473"/>
                    <a:pt x="99231" y="-13328"/>
                    <a:pt x="143606" y="17658"/>
                  </a:cubicBezTo>
                  <a:cubicBezTo>
                    <a:pt x="152915" y="24159"/>
                    <a:pt x="161028" y="32229"/>
                    <a:pt x="167573" y="41507"/>
                  </a:cubicBezTo>
                  <a:cubicBezTo>
                    <a:pt x="180222" y="59416"/>
                    <a:pt x="175954" y="84186"/>
                    <a:pt x="158046" y="96834"/>
                  </a:cubicBezTo>
                  <a:cubicBezTo>
                    <a:pt x="140138" y="109481"/>
                    <a:pt x="115367" y="105216"/>
                    <a:pt x="102719" y="87307"/>
                  </a:cubicBezTo>
                  <a:cubicBezTo>
                    <a:pt x="96839" y="78879"/>
                    <a:pt x="85238" y="76817"/>
                    <a:pt x="76812" y="82699"/>
                  </a:cubicBezTo>
                  <a:cubicBezTo>
                    <a:pt x="75016" y="83952"/>
                    <a:pt x="73458" y="85511"/>
                    <a:pt x="72202" y="87307"/>
                  </a:cubicBezTo>
                  <a:cubicBezTo>
                    <a:pt x="64789" y="97961"/>
                    <a:pt x="52632" y="104316"/>
                    <a:pt x="39651" y="1043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0" name="Picture Placeholder 41">
            <a:extLst>
              <a:ext uri="{FF2B5EF4-FFF2-40B4-BE49-F238E27FC236}">
                <a16:creationId xmlns:a16="http://schemas.microsoft.com/office/drawing/2014/main" id="{FA70CF4F-8124-46A2-B359-D898819653F2}"/>
              </a:ext>
            </a:extLst>
          </p:cNvPr>
          <p:cNvGrpSpPr>
            <a:grpSpLocks noChangeAspect="1"/>
          </p:cNvGrpSpPr>
          <p:nvPr/>
        </p:nvGrpSpPr>
        <p:grpSpPr>
          <a:xfrm>
            <a:off x="6765952" y="1423243"/>
            <a:ext cx="827277" cy="827276"/>
            <a:chOff x="6765952" y="1423243"/>
            <a:chExt cx="827277" cy="827276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8051085-1000-AC45-B0D3-3FB3E725291F}"/>
                </a:ext>
              </a:extLst>
            </p:cNvPr>
            <p:cNvSpPr/>
            <p:nvPr/>
          </p:nvSpPr>
          <p:spPr>
            <a:xfrm>
              <a:off x="6765952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522F957-DFA3-914B-B1BF-5B1FF0998F03}"/>
                </a:ext>
              </a:extLst>
            </p:cNvPr>
            <p:cNvSpPr/>
            <p:nvPr/>
          </p:nvSpPr>
          <p:spPr>
            <a:xfrm>
              <a:off x="6952923" y="1888140"/>
              <a:ext cx="453335" cy="79393"/>
            </a:xfrm>
            <a:custGeom>
              <a:avLst/>
              <a:gdLst>
                <a:gd name="connsiteX0" fmla="*/ 413639 w 453335"/>
                <a:gd name="connsiteY0" fmla="*/ 79393 h 79393"/>
                <a:gd name="connsiteX1" fmla="*/ 39697 w 453335"/>
                <a:gd name="connsiteY1" fmla="*/ 79393 h 79393"/>
                <a:gd name="connsiteX2" fmla="*/ 0 w 453335"/>
                <a:gd name="connsiteY2" fmla="*/ 39697 h 79393"/>
                <a:gd name="connsiteX3" fmla="*/ 39697 w 453335"/>
                <a:gd name="connsiteY3" fmla="*/ 0 h 79393"/>
                <a:gd name="connsiteX4" fmla="*/ 413639 w 453335"/>
                <a:gd name="connsiteY4" fmla="*/ 0 h 79393"/>
                <a:gd name="connsiteX5" fmla="*/ 453335 w 453335"/>
                <a:gd name="connsiteY5" fmla="*/ 39697 h 79393"/>
                <a:gd name="connsiteX6" fmla="*/ 413639 w 4533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35" h="79393">
                  <a:moveTo>
                    <a:pt x="4136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3639" y="0"/>
                  </a:lnTo>
                  <a:cubicBezTo>
                    <a:pt x="435561" y="0"/>
                    <a:pt x="453335" y="17774"/>
                    <a:pt x="453335" y="39697"/>
                  </a:cubicBezTo>
                  <a:cubicBezTo>
                    <a:pt x="453335" y="61619"/>
                    <a:pt x="435561" y="79393"/>
                    <a:pt x="41363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34D337DB-F409-B343-A769-BAB5BA9D905B}"/>
                </a:ext>
              </a:extLst>
            </p:cNvPr>
            <p:cNvSpPr/>
            <p:nvPr/>
          </p:nvSpPr>
          <p:spPr>
            <a:xfrm>
              <a:off x="7048095" y="1696269"/>
              <a:ext cx="79393" cy="79430"/>
            </a:xfrm>
            <a:custGeom>
              <a:avLst/>
              <a:gdLst>
                <a:gd name="connsiteX0" fmla="*/ 39697 w 79393"/>
                <a:gd name="connsiteY0" fmla="*/ 79431 h 79430"/>
                <a:gd name="connsiteX1" fmla="*/ 31857 w 79393"/>
                <a:gd name="connsiteY1" fmla="*/ 78587 h 79430"/>
                <a:gd name="connsiteX2" fmla="*/ 24464 w 79393"/>
                <a:gd name="connsiteY2" fmla="*/ 76354 h 79430"/>
                <a:gd name="connsiteX3" fmla="*/ 17616 w 79393"/>
                <a:gd name="connsiteY3" fmla="*/ 72682 h 79430"/>
                <a:gd name="connsiteX4" fmla="*/ 6650 w 79393"/>
                <a:gd name="connsiteY4" fmla="*/ 61716 h 79430"/>
                <a:gd name="connsiteX5" fmla="*/ 2978 w 79393"/>
                <a:gd name="connsiteY5" fmla="*/ 54868 h 79430"/>
                <a:gd name="connsiteX6" fmla="*/ 695 w 79393"/>
                <a:gd name="connsiteY6" fmla="*/ 47425 h 79430"/>
                <a:gd name="connsiteX7" fmla="*/ 1 w 79393"/>
                <a:gd name="connsiteY7" fmla="*/ 39734 h 79430"/>
                <a:gd name="connsiteX8" fmla="*/ 11612 w 79393"/>
                <a:gd name="connsiteY8" fmla="*/ 11649 h 79430"/>
                <a:gd name="connsiteX9" fmla="*/ 17666 w 79393"/>
                <a:gd name="connsiteY9" fmla="*/ 6687 h 79430"/>
                <a:gd name="connsiteX10" fmla="*/ 24513 w 79393"/>
                <a:gd name="connsiteY10" fmla="*/ 3015 h 79430"/>
                <a:gd name="connsiteX11" fmla="*/ 31907 w 79393"/>
                <a:gd name="connsiteY11" fmla="*/ 782 h 79430"/>
                <a:gd name="connsiteX12" fmla="*/ 47438 w 79393"/>
                <a:gd name="connsiteY12" fmla="*/ 782 h 79430"/>
                <a:gd name="connsiteX13" fmla="*/ 54881 w 79393"/>
                <a:gd name="connsiteY13" fmla="*/ 3015 h 79430"/>
                <a:gd name="connsiteX14" fmla="*/ 61729 w 79393"/>
                <a:gd name="connsiteY14" fmla="*/ 6687 h 79430"/>
                <a:gd name="connsiteX15" fmla="*/ 67733 w 79393"/>
                <a:gd name="connsiteY15" fmla="*/ 11649 h 79430"/>
                <a:gd name="connsiteX16" fmla="*/ 79394 w 79393"/>
                <a:gd name="connsiteY16" fmla="*/ 39734 h 79430"/>
                <a:gd name="connsiteX17" fmla="*/ 78600 w 79393"/>
                <a:gd name="connsiteY17" fmla="*/ 47475 h 79430"/>
                <a:gd name="connsiteX18" fmla="*/ 67733 w 79393"/>
                <a:gd name="connsiteY18" fmla="*/ 67819 h 79430"/>
                <a:gd name="connsiteX19" fmla="*/ 39697 w 79393"/>
                <a:gd name="connsiteY19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393" h="79430">
                  <a:moveTo>
                    <a:pt x="39697" y="79431"/>
                  </a:moveTo>
                  <a:cubicBezTo>
                    <a:pt x="37061" y="79424"/>
                    <a:pt x="34434" y="79141"/>
                    <a:pt x="31857" y="78587"/>
                  </a:cubicBezTo>
                  <a:cubicBezTo>
                    <a:pt x="29324" y="78093"/>
                    <a:pt x="26847" y="77345"/>
                    <a:pt x="24464" y="76354"/>
                  </a:cubicBezTo>
                  <a:cubicBezTo>
                    <a:pt x="22066" y="75357"/>
                    <a:pt x="19773" y="74127"/>
                    <a:pt x="17616" y="72682"/>
                  </a:cubicBezTo>
                  <a:cubicBezTo>
                    <a:pt x="13239" y="69827"/>
                    <a:pt x="9505" y="66093"/>
                    <a:pt x="6650" y="61716"/>
                  </a:cubicBezTo>
                  <a:cubicBezTo>
                    <a:pt x="5205" y="59559"/>
                    <a:pt x="3975" y="57266"/>
                    <a:pt x="2978" y="54868"/>
                  </a:cubicBezTo>
                  <a:cubicBezTo>
                    <a:pt x="1993" y="52461"/>
                    <a:pt x="1230" y="49970"/>
                    <a:pt x="695" y="47425"/>
                  </a:cubicBezTo>
                  <a:cubicBezTo>
                    <a:pt x="219" y="44890"/>
                    <a:pt x="-13" y="42314"/>
                    <a:pt x="1" y="39734"/>
                  </a:cubicBezTo>
                  <a:cubicBezTo>
                    <a:pt x="19" y="29208"/>
                    <a:pt x="4192" y="19115"/>
                    <a:pt x="11612" y="11649"/>
                  </a:cubicBezTo>
                  <a:cubicBezTo>
                    <a:pt x="13469" y="9808"/>
                    <a:pt x="15496" y="8147"/>
                    <a:pt x="17666" y="6687"/>
                  </a:cubicBezTo>
                  <a:cubicBezTo>
                    <a:pt x="19816" y="5230"/>
                    <a:pt x="22111" y="4000"/>
                    <a:pt x="24513" y="3015"/>
                  </a:cubicBezTo>
                  <a:cubicBezTo>
                    <a:pt x="26897" y="2024"/>
                    <a:pt x="29374" y="1276"/>
                    <a:pt x="31907" y="782"/>
                  </a:cubicBezTo>
                  <a:cubicBezTo>
                    <a:pt x="37032" y="-261"/>
                    <a:pt x="42313" y="-261"/>
                    <a:pt x="47438" y="782"/>
                  </a:cubicBezTo>
                  <a:cubicBezTo>
                    <a:pt x="49986" y="1283"/>
                    <a:pt x="52478" y="2031"/>
                    <a:pt x="54881" y="3015"/>
                  </a:cubicBezTo>
                  <a:cubicBezTo>
                    <a:pt x="57274" y="4021"/>
                    <a:pt x="59566" y="5251"/>
                    <a:pt x="61729" y="6687"/>
                  </a:cubicBezTo>
                  <a:cubicBezTo>
                    <a:pt x="63892" y="8134"/>
                    <a:pt x="65904" y="9797"/>
                    <a:pt x="67733" y="11649"/>
                  </a:cubicBezTo>
                  <a:cubicBezTo>
                    <a:pt x="75166" y="19110"/>
                    <a:pt x="79357" y="29202"/>
                    <a:pt x="79394" y="39734"/>
                  </a:cubicBezTo>
                  <a:cubicBezTo>
                    <a:pt x="79377" y="42334"/>
                    <a:pt x="79112" y="44926"/>
                    <a:pt x="78600" y="47475"/>
                  </a:cubicBezTo>
                  <a:cubicBezTo>
                    <a:pt x="77071" y="55183"/>
                    <a:pt x="73289" y="62263"/>
                    <a:pt x="67733" y="67819"/>
                  </a:cubicBezTo>
                  <a:cubicBezTo>
                    <a:pt x="60294" y="75250"/>
                    <a:pt x="50211" y="79426"/>
                    <a:pt x="39697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B0C9374-7FF7-A445-A5F7-076AF65DDA41}"/>
                </a:ext>
              </a:extLst>
            </p:cNvPr>
            <p:cNvSpPr/>
            <p:nvPr/>
          </p:nvSpPr>
          <p:spPr>
            <a:xfrm>
              <a:off x="7235216" y="1697349"/>
              <a:ext cx="79491" cy="79392"/>
            </a:xfrm>
            <a:custGeom>
              <a:avLst/>
              <a:gdLst>
                <a:gd name="connsiteX0" fmla="*/ 39746 w 79491"/>
                <a:gd name="connsiteY0" fmla="*/ 79393 h 79392"/>
                <a:gd name="connsiteX1" fmla="*/ 32006 w 79491"/>
                <a:gd name="connsiteY1" fmla="*/ 78599 h 79392"/>
                <a:gd name="connsiteX2" fmla="*/ 24563 w 79491"/>
                <a:gd name="connsiteY2" fmla="*/ 76316 h 79392"/>
                <a:gd name="connsiteX3" fmla="*/ 17715 w 79491"/>
                <a:gd name="connsiteY3" fmla="*/ 72694 h 79392"/>
                <a:gd name="connsiteX4" fmla="*/ 11661 w 79491"/>
                <a:gd name="connsiteY4" fmla="*/ 67732 h 79392"/>
                <a:gd name="connsiteX5" fmla="*/ 6699 w 79491"/>
                <a:gd name="connsiteY5" fmla="*/ 61728 h 79392"/>
                <a:gd name="connsiteX6" fmla="*/ 3027 w 79491"/>
                <a:gd name="connsiteY6" fmla="*/ 54880 h 79392"/>
                <a:gd name="connsiteX7" fmla="*/ 794 w 79491"/>
                <a:gd name="connsiteY7" fmla="*/ 47437 h 79392"/>
                <a:gd name="connsiteX8" fmla="*/ 794 w 79491"/>
                <a:gd name="connsiteY8" fmla="*/ 31906 h 79392"/>
                <a:gd name="connsiteX9" fmla="*/ 3027 w 79491"/>
                <a:gd name="connsiteY9" fmla="*/ 24512 h 79392"/>
                <a:gd name="connsiteX10" fmla="*/ 6699 w 79491"/>
                <a:gd name="connsiteY10" fmla="*/ 17615 h 79392"/>
                <a:gd name="connsiteX11" fmla="*/ 11661 w 79491"/>
                <a:gd name="connsiteY11" fmla="*/ 11611 h 79392"/>
                <a:gd name="connsiteX12" fmla="*/ 17715 w 79491"/>
                <a:gd name="connsiteY12" fmla="*/ 6649 h 79392"/>
                <a:gd name="connsiteX13" fmla="*/ 32006 w 79491"/>
                <a:gd name="connsiteY13" fmla="*/ 744 h 79392"/>
                <a:gd name="connsiteX14" fmla="*/ 47487 w 79491"/>
                <a:gd name="connsiteY14" fmla="*/ 744 h 79392"/>
                <a:gd name="connsiteX15" fmla="*/ 61778 w 79491"/>
                <a:gd name="connsiteY15" fmla="*/ 6649 h 79392"/>
                <a:gd name="connsiteX16" fmla="*/ 67832 w 79491"/>
                <a:gd name="connsiteY16" fmla="*/ 11611 h 79392"/>
                <a:gd name="connsiteX17" fmla="*/ 72794 w 79491"/>
                <a:gd name="connsiteY17" fmla="*/ 17615 h 79392"/>
                <a:gd name="connsiteX18" fmla="*/ 76466 w 79491"/>
                <a:gd name="connsiteY18" fmla="*/ 24512 h 79392"/>
                <a:gd name="connsiteX19" fmla="*/ 78699 w 79491"/>
                <a:gd name="connsiteY19" fmla="*/ 31906 h 79392"/>
                <a:gd name="connsiteX20" fmla="*/ 78699 w 79491"/>
                <a:gd name="connsiteY20" fmla="*/ 47437 h 79392"/>
                <a:gd name="connsiteX21" fmla="*/ 76466 w 79491"/>
                <a:gd name="connsiteY21" fmla="*/ 54880 h 79392"/>
                <a:gd name="connsiteX22" fmla="*/ 72794 w 79491"/>
                <a:gd name="connsiteY22" fmla="*/ 61728 h 79392"/>
                <a:gd name="connsiteX23" fmla="*/ 67832 w 79491"/>
                <a:gd name="connsiteY23" fmla="*/ 67732 h 79392"/>
                <a:gd name="connsiteX24" fmla="*/ 61778 w 79491"/>
                <a:gd name="connsiteY24" fmla="*/ 72694 h 79392"/>
                <a:gd name="connsiteX25" fmla="*/ 54930 w 79491"/>
                <a:gd name="connsiteY25" fmla="*/ 76316 h 79392"/>
                <a:gd name="connsiteX26" fmla="*/ 47487 w 79491"/>
                <a:gd name="connsiteY26" fmla="*/ 78599 h 79392"/>
                <a:gd name="connsiteX27" fmla="*/ 39746 w 79491"/>
                <a:gd name="connsiteY27" fmla="*/ 79393 h 7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91" h="79392">
                  <a:moveTo>
                    <a:pt x="39746" y="79393"/>
                  </a:moveTo>
                  <a:cubicBezTo>
                    <a:pt x="37146" y="79376"/>
                    <a:pt x="34556" y="79111"/>
                    <a:pt x="32006" y="78599"/>
                  </a:cubicBezTo>
                  <a:cubicBezTo>
                    <a:pt x="29455" y="78087"/>
                    <a:pt x="26959" y="77323"/>
                    <a:pt x="24563" y="76316"/>
                  </a:cubicBezTo>
                  <a:cubicBezTo>
                    <a:pt x="22176" y="75318"/>
                    <a:pt x="19883" y="74105"/>
                    <a:pt x="17715" y="72694"/>
                  </a:cubicBezTo>
                  <a:cubicBezTo>
                    <a:pt x="15546" y="71233"/>
                    <a:pt x="13522" y="69571"/>
                    <a:pt x="11661" y="67732"/>
                  </a:cubicBezTo>
                  <a:cubicBezTo>
                    <a:pt x="9820" y="65894"/>
                    <a:pt x="8158" y="63884"/>
                    <a:pt x="6699" y="61728"/>
                  </a:cubicBezTo>
                  <a:cubicBezTo>
                    <a:pt x="5263" y="59565"/>
                    <a:pt x="4034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-265" y="42314"/>
                    <a:pt x="-265" y="37029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22" y="22098"/>
                    <a:pt x="5251" y="19788"/>
                    <a:pt x="6699" y="17615"/>
                  </a:cubicBezTo>
                  <a:cubicBezTo>
                    <a:pt x="8158" y="15459"/>
                    <a:pt x="9820" y="13448"/>
                    <a:pt x="11661" y="11611"/>
                  </a:cubicBezTo>
                  <a:cubicBezTo>
                    <a:pt x="13507" y="9758"/>
                    <a:pt x="15537" y="8095"/>
                    <a:pt x="17715" y="6649"/>
                  </a:cubicBezTo>
                  <a:cubicBezTo>
                    <a:pt x="22062" y="3795"/>
                    <a:pt x="26910" y="1791"/>
                    <a:pt x="32006" y="744"/>
                  </a:cubicBezTo>
                  <a:cubicBezTo>
                    <a:pt x="37117" y="-248"/>
                    <a:pt x="42376" y="-248"/>
                    <a:pt x="47487" y="744"/>
                  </a:cubicBezTo>
                  <a:cubicBezTo>
                    <a:pt x="52583" y="1791"/>
                    <a:pt x="57431" y="3795"/>
                    <a:pt x="61778" y="6649"/>
                  </a:cubicBezTo>
                  <a:cubicBezTo>
                    <a:pt x="63956" y="8095"/>
                    <a:pt x="65986" y="9758"/>
                    <a:pt x="67832" y="11611"/>
                  </a:cubicBezTo>
                  <a:cubicBezTo>
                    <a:pt x="69673" y="13448"/>
                    <a:pt x="71335" y="15459"/>
                    <a:pt x="72794" y="17615"/>
                  </a:cubicBezTo>
                  <a:cubicBezTo>
                    <a:pt x="74243" y="19788"/>
                    <a:pt x="75473" y="22098"/>
                    <a:pt x="76466" y="24512"/>
                  </a:cubicBezTo>
                  <a:cubicBezTo>
                    <a:pt x="77458" y="26896"/>
                    <a:pt x="78203" y="29373"/>
                    <a:pt x="78699" y="31906"/>
                  </a:cubicBezTo>
                  <a:cubicBezTo>
                    <a:pt x="79756" y="37029"/>
                    <a:pt x="79756" y="42314"/>
                    <a:pt x="78699" y="47437"/>
                  </a:cubicBezTo>
                  <a:cubicBezTo>
                    <a:pt x="78198" y="49985"/>
                    <a:pt x="77448" y="52477"/>
                    <a:pt x="76466" y="54880"/>
                  </a:cubicBezTo>
                  <a:cubicBezTo>
                    <a:pt x="75459" y="57273"/>
                    <a:pt x="74228" y="59565"/>
                    <a:pt x="72794" y="61728"/>
                  </a:cubicBezTo>
                  <a:cubicBezTo>
                    <a:pt x="71335" y="63884"/>
                    <a:pt x="69673" y="65894"/>
                    <a:pt x="67832" y="67732"/>
                  </a:cubicBezTo>
                  <a:cubicBezTo>
                    <a:pt x="65971" y="69571"/>
                    <a:pt x="63946" y="71233"/>
                    <a:pt x="61778" y="72694"/>
                  </a:cubicBezTo>
                  <a:cubicBezTo>
                    <a:pt x="59610" y="74105"/>
                    <a:pt x="57317" y="75318"/>
                    <a:pt x="54930" y="76316"/>
                  </a:cubicBezTo>
                  <a:cubicBezTo>
                    <a:pt x="52534" y="77323"/>
                    <a:pt x="50038" y="78087"/>
                    <a:pt x="47487" y="78599"/>
                  </a:cubicBezTo>
                  <a:cubicBezTo>
                    <a:pt x="44937" y="79111"/>
                    <a:pt x="42347" y="79376"/>
                    <a:pt x="3974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7" name="Picture Placeholder 43">
            <a:extLst>
              <a:ext uri="{FF2B5EF4-FFF2-40B4-BE49-F238E27FC236}">
                <a16:creationId xmlns:a16="http://schemas.microsoft.com/office/drawing/2014/main" id="{4A9EB9ED-3ECC-4F04-B18B-AC3592D16CCF}"/>
              </a:ext>
            </a:extLst>
          </p:cNvPr>
          <p:cNvGrpSpPr>
            <a:grpSpLocks noChangeAspect="1"/>
          </p:cNvGrpSpPr>
          <p:nvPr/>
        </p:nvGrpSpPr>
        <p:grpSpPr>
          <a:xfrm>
            <a:off x="8077804" y="1417587"/>
            <a:ext cx="838580" cy="838589"/>
            <a:chOff x="8077804" y="1417587"/>
            <a:chExt cx="838580" cy="838589"/>
          </a:xfrm>
        </p:grpSpPr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EA36D46-1F2C-3F41-B696-053F940D1BC7}"/>
                </a:ext>
              </a:extLst>
            </p:cNvPr>
            <p:cNvSpPr/>
            <p:nvPr/>
          </p:nvSpPr>
          <p:spPr>
            <a:xfrm>
              <a:off x="8077804" y="1417587"/>
              <a:ext cx="838580" cy="838589"/>
            </a:xfrm>
            <a:custGeom>
              <a:avLst/>
              <a:gdLst>
                <a:gd name="connsiteX0" fmla="*/ 419196 w 838580"/>
                <a:gd name="connsiteY0" fmla="*/ 838590 h 838589"/>
                <a:gd name="connsiteX1" fmla="*/ 0 w 838580"/>
                <a:gd name="connsiteY1" fmla="*/ 419295 h 838589"/>
                <a:gd name="connsiteX2" fmla="*/ 39697 w 838580"/>
                <a:gd name="connsiteY2" fmla="*/ 379598 h 838589"/>
                <a:gd name="connsiteX3" fmla="*/ 379599 w 838580"/>
                <a:gd name="connsiteY3" fmla="*/ 379598 h 838589"/>
                <a:gd name="connsiteX4" fmla="*/ 379599 w 838580"/>
                <a:gd name="connsiteY4" fmla="*/ 39697 h 838589"/>
                <a:gd name="connsiteX5" fmla="*/ 419295 w 838580"/>
                <a:gd name="connsiteY5" fmla="*/ 0 h 838589"/>
                <a:gd name="connsiteX6" fmla="*/ 838581 w 838580"/>
                <a:gd name="connsiteY6" fmla="*/ 418610 h 838589"/>
                <a:gd name="connsiteX7" fmla="*/ 715531 w 838580"/>
                <a:gd name="connsiteY7" fmla="*/ 715530 h 838589"/>
                <a:gd name="connsiteX8" fmla="*/ 429368 w 838580"/>
                <a:gd name="connsiteY8" fmla="*/ 838590 h 838589"/>
                <a:gd name="connsiteX9" fmla="*/ 429368 w 838580"/>
                <a:gd name="connsiteY9" fmla="*/ 838590 h 838589"/>
                <a:gd name="connsiteX10" fmla="*/ 419196 w 838580"/>
                <a:gd name="connsiteY10" fmla="*/ 838590 h 838589"/>
                <a:gd name="connsiteX11" fmla="*/ 428475 w 838580"/>
                <a:gd name="connsiteY11" fmla="*/ 798893 h 838589"/>
                <a:gd name="connsiteX12" fmla="*/ 428475 w 838580"/>
                <a:gd name="connsiteY12" fmla="*/ 798893 h 838589"/>
                <a:gd name="connsiteX13" fmla="*/ 81527 w 838580"/>
                <a:gd name="connsiteY13" fmla="*/ 458991 h 838589"/>
                <a:gd name="connsiteX14" fmla="*/ 457788 w 838580"/>
                <a:gd name="connsiteY14" fmla="*/ 757132 h 838589"/>
                <a:gd name="connsiteX15" fmla="*/ 659360 w 838580"/>
                <a:gd name="connsiteY15" fmla="*/ 659360 h 838589"/>
                <a:gd name="connsiteX16" fmla="*/ 659837 w 838580"/>
                <a:gd name="connsiteY16" fmla="*/ 178947 h 838589"/>
                <a:gd name="connsiteX17" fmla="*/ 458992 w 838580"/>
                <a:gd name="connsiteY17" fmla="*/ 81527 h 838589"/>
                <a:gd name="connsiteX18" fmla="*/ 458992 w 838580"/>
                <a:gd name="connsiteY18" fmla="*/ 419295 h 838589"/>
                <a:gd name="connsiteX19" fmla="*/ 419295 w 838580"/>
                <a:gd name="connsiteY19" fmla="*/ 458991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8580" h="838589">
                  <a:moveTo>
                    <a:pt x="419196" y="838590"/>
                  </a:moveTo>
                  <a:cubicBezTo>
                    <a:pt x="187710" y="838426"/>
                    <a:pt x="109" y="650780"/>
                    <a:pt x="0" y="419295"/>
                  </a:cubicBezTo>
                  <a:cubicBezTo>
                    <a:pt x="0" y="397371"/>
                    <a:pt x="17773" y="379598"/>
                    <a:pt x="39697" y="379598"/>
                  </a:cubicBezTo>
                  <a:lnTo>
                    <a:pt x="379599" y="379598"/>
                  </a:lnTo>
                  <a:lnTo>
                    <a:pt x="379599" y="39697"/>
                  </a:lnTo>
                  <a:cubicBezTo>
                    <a:pt x="379599" y="17773"/>
                    <a:pt x="397371" y="0"/>
                    <a:pt x="419295" y="0"/>
                  </a:cubicBezTo>
                  <a:cubicBezTo>
                    <a:pt x="650672" y="-186"/>
                    <a:pt x="838392" y="187231"/>
                    <a:pt x="838581" y="418610"/>
                  </a:cubicBezTo>
                  <a:cubicBezTo>
                    <a:pt x="838670" y="530009"/>
                    <a:pt x="794393" y="636852"/>
                    <a:pt x="715531" y="715530"/>
                  </a:cubicBezTo>
                  <a:cubicBezTo>
                    <a:pt x="639601" y="791946"/>
                    <a:pt x="537065" y="836044"/>
                    <a:pt x="429368" y="838590"/>
                  </a:cubicBezTo>
                  <a:lnTo>
                    <a:pt x="429368" y="838590"/>
                  </a:lnTo>
                  <a:cubicBezTo>
                    <a:pt x="425994" y="838590"/>
                    <a:pt x="422570" y="838590"/>
                    <a:pt x="419196" y="838590"/>
                  </a:cubicBezTo>
                  <a:close/>
                  <a:moveTo>
                    <a:pt x="428475" y="798893"/>
                  </a:moveTo>
                  <a:lnTo>
                    <a:pt x="428475" y="798893"/>
                  </a:lnTo>
                  <a:close/>
                  <a:moveTo>
                    <a:pt x="81527" y="458991"/>
                  </a:moveTo>
                  <a:cubicBezTo>
                    <a:pt x="103099" y="645223"/>
                    <a:pt x="271556" y="778703"/>
                    <a:pt x="457788" y="757132"/>
                  </a:cubicBezTo>
                  <a:cubicBezTo>
                    <a:pt x="534108" y="748290"/>
                    <a:pt x="605170" y="713824"/>
                    <a:pt x="659360" y="659360"/>
                  </a:cubicBezTo>
                  <a:cubicBezTo>
                    <a:pt x="792155" y="526828"/>
                    <a:pt x="792369" y="311742"/>
                    <a:pt x="659837" y="178947"/>
                  </a:cubicBezTo>
                  <a:cubicBezTo>
                    <a:pt x="605775" y="124776"/>
                    <a:pt x="535006" y="90448"/>
                    <a:pt x="458992" y="81527"/>
                  </a:cubicBezTo>
                  <a:lnTo>
                    <a:pt x="458992" y="419295"/>
                  </a:lnTo>
                  <a:cubicBezTo>
                    <a:pt x="458992" y="441219"/>
                    <a:pt x="441219" y="458991"/>
                    <a:pt x="419295" y="4589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ABF992-5DBB-6E4F-9008-5F2C93373BB4}"/>
                </a:ext>
              </a:extLst>
            </p:cNvPr>
            <p:cNvSpPr/>
            <p:nvPr/>
          </p:nvSpPr>
          <p:spPr>
            <a:xfrm>
              <a:off x="8082766" y="1427511"/>
              <a:ext cx="357269" cy="357268"/>
            </a:xfrm>
            <a:custGeom>
              <a:avLst/>
              <a:gdLst>
                <a:gd name="connsiteX0" fmla="*/ 317573 w 357269"/>
                <a:gd name="connsiteY0" fmla="*/ 357269 h 357268"/>
                <a:gd name="connsiteX1" fmla="*/ 39697 w 357269"/>
                <a:gd name="connsiteY1" fmla="*/ 357269 h 357268"/>
                <a:gd name="connsiteX2" fmla="*/ 0 w 357269"/>
                <a:gd name="connsiteY2" fmla="*/ 317572 h 357268"/>
                <a:gd name="connsiteX3" fmla="*/ 317573 w 357269"/>
                <a:gd name="connsiteY3" fmla="*/ 0 h 357268"/>
                <a:gd name="connsiteX4" fmla="*/ 357269 w 357269"/>
                <a:gd name="connsiteY4" fmla="*/ 39697 h 357268"/>
                <a:gd name="connsiteX5" fmla="*/ 357269 w 357269"/>
                <a:gd name="connsiteY5" fmla="*/ 317572 h 357268"/>
                <a:gd name="connsiteX6" fmla="*/ 317573 w 357269"/>
                <a:gd name="connsiteY6" fmla="*/ 357269 h 357268"/>
                <a:gd name="connsiteX7" fmla="*/ 82767 w 357269"/>
                <a:gd name="connsiteY7" fmla="*/ 277876 h 357268"/>
                <a:gd name="connsiteX8" fmla="*/ 277876 w 357269"/>
                <a:gd name="connsiteY8" fmla="*/ 277876 h 357268"/>
                <a:gd name="connsiteX9" fmla="*/ 277876 w 357269"/>
                <a:gd name="connsiteY9" fmla="*/ 82569 h 357268"/>
                <a:gd name="connsiteX10" fmla="*/ 82767 w 357269"/>
                <a:gd name="connsiteY10" fmla="*/ 277876 h 357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269" h="357268">
                  <a:moveTo>
                    <a:pt x="317573" y="357269"/>
                  </a:moveTo>
                  <a:lnTo>
                    <a:pt x="39697" y="357269"/>
                  </a:lnTo>
                  <a:cubicBezTo>
                    <a:pt x="17773" y="357269"/>
                    <a:pt x="0" y="339496"/>
                    <a:pt x="0" y="317572"/>
                  </a:cubicBezTo>
                  <a:cubicBezTo>
                    <a:pt x="191" y="142262"/>
                    <a:pt x="142262" y="191"/>
                    <a:pt x="317573" y="0"/>
                  </a:cubicBezTo>
                  <a:cubicBezTo>
                    <a:pt x="339497" y="0"/>
                    <a:pt x="357269" y="17773"/>
                    <a:pt x="357269" y="39697"/>
                  </a:cubicBezTo>
                  <a:lnTo>
                    <a:pt x="357269" y="317572"/>
                  </a:lnTo>
                  <a:cubicBezTo>
                    <a:pt x="357269" y="339496"/>
                    <a:pt x="339497" y="357269"/>
                    <a:pt x="317573" y="357269"/>
                  </a:cubicBezTo>
                  <a:close/>
                  <a:moveTo>
                    <a:pt x="82767" y="277876"/>
                  </a:moveTo>
                  <a:lnTo>
                    <a:pt x="277876" y="277876"/>
                  </a:lnTo>
                  <a:lnTo>
                    <a:pt x="277876" y="82569"/>
                  </a:lnTo>
                  <a:cubicBezTo>
                    <a:pt x="177982" y="99667"/>
                    <a:pt x="99764" y="177964"/>
                    <a:pt x="82767" y="2778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3" name="Picture Placeholder 45">
            <a:extLst>
              <a:ext uri="{FF2B5EF4-FFF2-40B4-BE49-F238E27FC236}">
                <a16:creationId xmlns:a16="http://schemas.microsoft.com/office/drawing/2014/main" id="{7907048A-7766-45CA-BF61-BB8645E6EC9A}"/>
              </a:ext>
            </a:extLst>
          </p:cNvPr>
          <p:cNvGrpSpPr>
            <a:grpSpLocks noChangeAspect="1"/>
          </p:cNvGrpSpPr>
          <p:nvPr/>
        </p:nvGrpSpPr>
        <p:grpSpPr>
          <a:xfrm>
            <a:off x="9401530" y="1426270"/>
            <a:ext cx="826217" cy="821271"/>
            <a:chOff x="9401530" y="1426270"/>
            <a:chExt cx="826217" cy="821271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3519DCD-5B82-8D4C-8171-4729E8E66292}"/>
                </a:ext>
              </a:extLst>
            </p:cNvPr>
            <p:cNvSpPr/>
            <p:nvPr/>
          </p:nvSpPr>
          <p:spPr>
            <a:xfrm>
              <a:off x="9401530" y="1486311"/>
              <a:ext cx="761165" cy="761230"/>
            </a:xfrm>
            <a:custGeom>
              <a:avLst/>
              <a:gdLst>
                <a:gd name="connsiteX0" fmla="*/ 380822 w 761165"/>
                <a:gd name="connsiteY0" fmla="*/ 761231 h 761230"/>
                <a:gd name="connsiteX1" fmla="*/ 362661 w 761165"/>
                <a:gd name="connsiteY1" fmla="*/ 760784 h 761230"/>
                <a:gd name="connsiteX2" fmla="*/ 430 w 761165"/>
                <a:gd name="connsiteY2" fmla="*/ 398553 h 761230"/>
                <a:gd name="connsiteX3" fmla="*/ 362735 w 761165"/>
                <a:gd name="connsiteY3" fmla="*/ 422 h 761230"/>
                <a:gd name="connsiteX4" fmla="*/ 380524 w 761165"/>
                <a:gd name="connsiteY4" fmla="*/ 0 h 761230"/>
                <a:gd name="connsiteX5" fmla="*/ 420221 w 761165"/>
                <a:gd name="connsiteY5" fmla="*/ 39697 h 761230"/>
                <a:gd name="connsiteX6" fmla="*/ 420221 w 761165"/>
                <a:gd name="connsiteY6" fmla="*/ 340894 h 761230"/>
                <a:gd name="connsiteX7" fmla="*/ 721469 w 761165"/>
                <a:gd name="connsiteY7" fmla="*/ 340894 h 761230"/>
                <a:gd name="connsiteX8" fmla="*/ 761165 w 761165"/>
                <a:gd name="connsiteY8" fmla="*/ 380591 h 761230"/>
                <a:gd name="connsiteX9" fmla="*/ 380822 w 761165"/>
                <a:gd name="connsiteY9" fmla="*/ 761231 h 761230"/>
                <a:gd name="connsiteX10" fmla="*/ 341126 w 761165"/>
                <a:gd name="connsiteY10" fmla="*/ 81924 h 761230"/>
                <a:gd name="connsiteX11" fmla="*/ 79674 w 761165"/>
                <a:gd name="connsiteY11" fmla="*/ 394881 h 761230"/>
                <a:gd name="connsiteX12" fmla="*/ 366283 w 761165"/>
                <a:gd name="connsiteY12" fmla="*/ 681491 h 761230"/>
                <a:gd name="connsiteX13" fmla="*/ 366283 w 761165"/>
                <a:gd name="connsiteY13" fmla="*/ 681491 h 761230"/>
                <a:gd name="connsiteX14" fmla="*/ 679192 w 761165"/>
                <a:gd name="connsiteY14" fmla="*/ 420287 h 761230"/>
                <a:gd name="connsiteX15" fmla="*/ 380524 w 761165"/>
                <a:gd name="connsiteY15" fmla="*/ 420287 h 761230"/>
                <a:gd name="connsiteX16" fmla="*/ 340828 w 761165"/>
                <a:gd name="connsiteY16" fmla="*/ 380591 h 76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1165" h="761230">
                  <a:moveTo>
                    <a:pt x="380822" y="761231"/>
                  </a:moveTo>
                  <a:cubicBezTo>
                    <a:pt x="374768" y="761231"/>
                    <a:pt x="368715" y="761082"/>
                    <a:pt x="362661" y="760784"/>
                  </a:cubicBezTo>
                  <a:cubicBezTo>
                    <a:pt x="168445" y="751853"/>
                    <a:pt x="9312" y="592719"/>
                    <a:pt x="430" y="398553"/>
                  </a:cubicBezTo>
                  <a:cubicBezTo>
                    <a:pt x="-9464" y="188565"/>
                    <a:pt x="152746" y="10315"/>
                    <a:pt x="362735" y="422"/>
                  </a:cubicBezTo>
                  <a:cubicBezTo>
                    <a:pt x="368661" y="142"/>
                    <a:pt x="374592" y="2"/>
                    <a:pt x="380524" y="0"/>
                  </a:cubicBezTo>
                  <a:cubicBezTo>
                    <a:pt x="402448" y="0"/>
                    <a:pt x="420221" y="17773"/>
                    <a:pt x="420221" y="39697"/>
                  </a:cubicBezTo>
                  <a:lnTo>
                    <a:pt x="420221" y="340894"/>
                  </a:lnTo>
                  <a:lnTo>
                    <a:pt x="721469" y="340894"/>
                  </a:lnTo>
                  <a:cubicBezTo>
                    <a:pt x="743391" y="340894"/>
                    <a:pt x="761165" y="358667"/>
                    <a:pt x="761165" y="380591"/>
                  </a:cubicBezTo>
                  <a:cubicBezTo>
                    <a:pt x="761135" y="590685"/>
                    <a:pt x="590916" y="761037"/>
                    <a:pt x="380822" y="761231"/>
                  </a:cubicBezTo>
                  <a:close/>
                  <a:moveTo>
                    <a:pt x="341126" y="81924"/>
                  </a:moveTo>
                  <a:cubicBezTo>
                    <a:pt x="185917" y="102500"/>
                    <a:pt x="72310" y="238489"/>
                    <a:pt x="79674" y="394881"/>
                  </a:cubicBezTo>
                  <a:cubicBezTo>
                    <a:pt x="86720" y="548706"/>
                    <a:pt x="212608" y="674395"/>
                    <a:pt x="366283" y="681491"/>
                  </a:cubicBezTo>
                  <a:lnTo>
                    <a:pt x="366283" y="681491"/>
                  </a:lnTo>
                  <a:cubicBezTo>
                    <a:pt x="522584" y="688864"/>
                    <a:pt x="658520" y="575387"/>
                    <a:pt x="679192" y="420287"/>
                  </a:cubicBezTo>
                  <a:lnTo>
                    <a:pt x="380524" y="420287"/>
                  </a:lnTo>
                  <a:cubicBezTo>
                    <a:pt x="358600" y="420287"/>
                    <a:pt x="340828" y="402515"/>
                    <a:pt x="340828" y="3805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AC66D316-E529-7B4F-824A-F06D9BABA8E5}"/>
                </a:ext>
              </a:extLst>
            </p:cNvPr>
            <p:cNvSpPr/>
            <p:nvPr/>
          </p:nvSpPr>
          <p:spPr>
            <a:xfrm>
              <a:off x="9887598" y="1426270"/>
              <a:ext cx="340150" cy="340100"/>
            </a:xfrm>
            <a:custGeom>
              <a:avLst/>
              <a:gdLst>
                <a:gd name="connsiteX0" fmla="*/ 300454 w 340150"/>
                <a:gd name="connsiteY0" fmla="*/ 340100 h 340100"/>
                <a:gd name="connsiteX1" fmla="*/ 39697 w 340150"/>
                <a:gd name="connsiteY1" fmla="*/ 340100 h 340100"/>
                <a:gd name="connsiteX2" fmla="*/ 0 w 340150"/>
                <a:gd name="connsiteY2" fmla="*/ 300404 h 340100"/>
                <a:gd name="connsiteX3" fmla="*/ 0 w 340150"/>
                <a:gd name="connsiteY3" fmla="*/ 39697 h 340100"/>
                <a:gd name="connsiteX4" fmla="*/ 39697 w 340150"/>
                <a:gd name="connsiteY4" fmla="*/ 0 h 340100"/>
                <a:gd name="connsiteX5" fmla="*/ 340150 w 340150"/>
                <a:gd name="connsiteY5" fmla="*/ 300404 h 340100"/>
                <a:gd name="connsiteX6" fmla="*/ 300454 w 340150"/>
                <a:gd name="connsiteY6" fmla="*/ 340100 h 340100"/>
                <a:gd name="connsiteX7" fmla="*/ 79393 w 340150"/>
                <a:gd name="connsiteY7" fmla="*/ 260707 h 340100"/>
                <a:gd name="connsiteX8" fmla="*/ 256986 w 340150"/>
                <a:gd name="connsiteY8" fmla="*/ 260707 h 340100"/>
                <a:gd name="connsiteX9" fmla="*/ 79195 w 340150"/>
                <a:gd name="connsiteY9" fmla="*/ 82916 h 3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150" h="340100">
                  <a:moveTo>
                    <a:pt x="300454" y="340100"/>
                  </a:moveTo>
                  <a:lnTo>
                    <a:pt x="39697" y="340100"/>
                  </a:lnTo>
                  <a:cubicBezTo>
                    <a:pt x="17774" y="340100"/>
                    <a:pt x="0" y="322328"/>
                    <a:pt x="0" y="30040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205544" y="164"/>
                    <a:pt x="339957" y="134555"/>
                    <a:pt x="340150" y="300404"/>
                  </a:cubicBezTo>
                  <a:cubicBezTo>
                    <a:pt x="340150" y="322328"/>
                    <a:pt x="322376" y="340100"/>
                    <a:pt x="300454" y="340100"/>
                  </a:cubicBezTo>
                  <a:close/>
                  <a:moveTo>
                    <a:pt x="79393" y="260707"/>
                  </a:moveTo>
                  <a:lnTo>
                    <a:pt x="256986" y="260707"/>
                  </a:lnTo>
                  <a:cubicBezTo>
                    <a:pt x="240308" y="170319"/>
                    <a:pt x="169584" y="99596"/>
                    <a:pt x="79195" y="8291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9" name="Picture Placeholder 47">
            <a:extLst>
              <a:ext uri="{FF2B5EF4-FFF2-40B4-BE49-F238E27FC236}">
                <a16:creationId xmlns:a16="http://schemas.microsoft.com/office/drawing/2014/main" id="{BD91EC72-FCDF-464C-94F4-D5E739850C21}"/>
              </a:ext>
            </a:extLst>
          </p:cNvPr>
          <p:cNvGrpSpPr>
            <a:grpSpLocks noChangeAspect="1"/>
          </p:cNvGrpSpPr>
          <p:nvPr/>
        </p:nvGrpSpPr>
        <p:grpSpPr>
          <a:xfrm>
            <a:off x="1512025" y="2542773"/>
            <a:ext cx="825490" cy="825489"/>
            <a:chOff x="1512025" y="2542773"/>
            <a:chExt cx="825490" cy="825489"/>
          </a:xfrm>
        </p:grpSpPr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937A406-CC6D-DE49-B039-49870EE7CBA4}"/>
                </a:ext>
              </a:extLst>
            </p:cNvPr>
            <p:cNvSpPr/>
            <p:nvPr/>
          </p:nvSpPr>
          <p:spPr>
            <a:xfrm>
              <a:off x="1512025" y="2542773"/>
              <a:ext cx="825490" cy="825489"/>
            </a:xfrm>
            <a:custGeom>
              <a:avLst/>
              <a:gdLst>
                <a:gd name="connsiteX0" fmla="*/ 412745 w 825490"/>
                <a:gd name="connsiteY0" fmla="*/ 825490 h 825489"/>
                <a:gd name="connsiteX1" fmla="*/ 0 w 825490"/>
                <a:gd name="connsiteY1" fmla="*/ 412745 h 825489"/>
                <a:gd name="connsiteX2" fmla="*/ 412745 w 825490"/>
                <a:gd name="connsiteY2" fmla="*/ 0 h 825489"/>
                <a:gd name="connsiteX3" fmla="*/ 825491 w 825490"/>
                <a:gd name="connsiteY3" fmla="*/ 412745 h 825489"/>
                <a:gd name="connsiteX4" fmla="*/ 412745 w 825490"/>
                <a:gd name="connsiteY4" fmla="*/ 825490 h 825489"/>
                <a:gd name="connsiteX5" fmla="*/ 412745 w 825490"/>
                <a:gd name="connsiteY5" fmla="*/ 79393 h 825489"/>
                <a:gd name="connsiteX6" fmla="*/ 79393 w 825490"/>
                <a:gd name="connsiteY6" fmla="*/ 412745 h 825489"/>
                <a:gd name="connsiteX7" fmla="*/ 412745 w 825490"/>
                <a:gd name="connsiteY7" fmla="*/ 746097 h 825489"/>
                <a:gd name="connsiteX8" fmla="*/ 746097 w 825490"/>
                <a:gd name="connsiteY8" fmla="*/ 412745 h 825489"/>
                <a:gd name="connsiteX9" fmla="*/ 412745 w 825490"/>
                <a:gd name="connsiteY9" fmla="*/ 79393 h 8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490" h="825489">
                  <a:moveTo>
                    <a:pt x="412745" y="825490"/>
                  </a:moveTo>
                  <a:cubicBezTo>
                    <a:pt x="184793" y="825490"/>
                    <a:pt x="0" y="640697"/>
                    <a:pt x="0" y="412745"/>
                  </a:cubicBezTo>
                  <a:cubicBezTo>
                    <a:pt x="0" y="184792"/>
                    <a:pt x="184793" y="0"/>
                    <a:pt x="412745" y="0"/>
                  </a:cubicBezTo>
                  <a:cubicBezTo>
                    <a:pt x="640698" y="0"/>
                    <a:pt x="825491" y="184792"/>
                    <a:pt x="825491" y="412745"/>
                  </a:cubicBezTo>
                  <a:cubicBezTo>
                    <a:pt x="825243" y="640593"/>
                    <a:pt x="640594" y="825242"/>
                    <a:pt x="412745" y="825490"/>
                  </a:cubicBezTo>
                  <a:close/>
                  <a:moveTo>
                    <a:pt x="412745" y="79393"/>
                  </a:moveTo>
                  <a:cubicBezTo>
                    <a:pt x="228640" y="79393"/>
                    <a:pt x="79393" y="228640"/>
                    <a:pt x="79393" y="412745"/>
                  </a:cubicBezTo>
                  <a:cubicBezTo>
                    <a:pt x="79393" y="596848"/>
                    <a:pt x="228640" y="746097"/>
                    <a:pt x="412745" y="746097"/>
                  </a:cubicBezTo>
                  <a:cubicBezTo>
                    <a:pt x="596848" y="746097"/>
                    <a:pt x="746097" y="596848"/>
                    <a:pt x="746097" y="412745"/>
                  </a:cubicBezTo>
                  <a:cubicBezTo>
                    <a:pt x="745879" y="228731"/>
                    <a:pt x="596759" y="79612"/>
                    <a:pt x="41274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E1524BB-4108-7B47-8DBD-39F0B120D949}"/>
                </a:ext>
              </a:extLst>
            </p:cNvPr>
            <p:cNvSpPr/>
            <p:nvPr/>
          </p:nvSpPr>
          <p:spPr>
            <a:xfrm>
              <a:off x="1885073" y="2729297"/>
              <a:ext cx="79393" cy="170149"/>
            </a:xfrm>
            <a:custGeom>
              <a:avLst/>
              <a:gdLst>
                <a:gd name="connsiteX0" fmla="*/ 39697 w 79393"/>
                <a:gd name="connsiteY0" fmla="*/ 170149 h 170149"/>
                <a:gd name="connsiteX1" fmla="*/ 0 w 79393"/>
                <a:gd name="connsiteY1" fmla="*/ 130453 h 170149"/>
                <a:gd name="connsiteX2" fmla="*/ 0 w 79393"/>
                <a:gd name="connsiteY2" fmla="*/ 39697 h 170149"/>
                <a:gd name="connsiteX3" fmla="*/ 39697 w 79393"/>
                <a:gd name="connsiteY3" fmla="*/ 0 h 170149"/>
                <a:gd name="connsiteX4" fmla="*/ 79393 w 79393"/>
                <a:gd name="connsiteY4" fmla="*/ 39697 h 170149"/>
                <a:gd name="connsiteX5" fmla="*/ 79393 w 79393"/>
                <a:gd name="connsiteY5" fmla="*/ 130453 h 170149"/>
                <a:gd name="connsiteX6" fmla="*/ 39697 w 79393"/>
                <a:gd name="connsiteY6" fmla="*/ 170149 h 17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0149">
                  <a:moveTo>
                    <a:pt x="39697" y="170149"/>
                  </a:moveTo>
                  <a:cubicBezTo>
                    <a:pt x="17773" y="170149"/>
                    <a:pt x="0" y="152377"/>
                    <a:pt x="0" y="13045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0453"/>
                  </a:lnTo>
                  <a:cubicBezTo>
                    <a:pt x="79393" y="152377"/>
                    <a:pt x="61621" y="170149"/>
                    <a:pt x="39697" y="1701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7F5504A-168C-FC48-81AB-14D0AFE99DC7}"/>
                </a:ext>
              </a:extLst>
            </p:cNvPr>
            <p:cNvSpPr/>
            <p:nvPr/>
          </p:nvSpPr>
          <p:spPr>
            <a:xfrm>
              <a:off x="1694653" y="2782637"/>
              <a:ext cx="455826" cy="405104"/>
            </a:xfrm>
            <a:custGeom>
              <a:avLst/>
              <a:gdLst>
                <a:gd name="connsiteX0" fmla="*/ 227934 w 455826"/>
                <a:gd name="connsiteY0" fmla="*/ 405105 h 405104"/>
                <a:gd name="connsiteX1" fmla="*/ 0 w 455826"/>
                <a:gd name="connsiteY1" fmla="*/ 177223 h 405104"/>
                <a:gd name="connsiteX2" fmla="*/ 66766 w 455826"/>
                <a:gd name="connsiteY2" fmla="*/ 16029 h 405104"/>
                <a:gd name="connsiteX3" fmla="*/ 122887 w 455826"/>
                <a:gd name="connsiteY3" fmla="*/ 17467 h 405104"/>
                <a:gd name="connsiteX4" fmla="*/ 122887 w 455826"/>
                <a:gd name="connsiteY4" fmla="*/ 72150 h 405104"/>
                <a:gd name="connsiteX5" fmla="*/ 122799 w 455826"/>
                <a:gd name="connsiteY5" fmla="*/ 282254 h 405104"/>
                <a:gd name="connsiteX6" fmla="*/ 332902 w 455826"/>
                <a:gd name="connsiteY6" fmla="*/ 282338 h 405104"/>
                <a:gd name="connsiteX7" fmla="*/ 332991 w 455826"/>
                <a:gd name="connsiteY7" fmla="*/ 72238 h 405104"/>
                <a:gd name="connsiteX8" fmla="*/ 329359 w 455826"/>
                <a:gd name="connsiteY8" fmla="*/ 68726 h 405104"/>
                <a:gd name="connsiteX9" fmla="*/ 327498 w 455826"/>
                <a:gd name="connsiteY9" fmla="*/ 12580 h 405104"/>
                <a:gd name="connsiteX10" fmla="*/ 383644 w 455826"/>
                <a:gd name="connsiteY10" fmla="*/ 10720 h 405104"/>
                <a:gd name="connsiteX11" fmla="*/ 394292 w 455826"/>
                <a:gd name="connsiteY11" fmla="*/ 332927 h 405104"/>
                <a:gd name="connsiteX12" fmla="*/ 227934 w 455826"/>
                <a:gd name="connsiteY12" fmla="*/ 405105 h 40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5826" h="405104">
                  <a:moveTo>
                    <a:pt x="227934" y="405105"/>
                  </a:moveTo>
                  <a:cubicBezTo>
                    <a:pt x="102064" y="405120"/>
                    <a:pt x="14" y="303095"/>
                    <a:pt x="0" y="177223"/>
                  </a:cubicBezTo>
                  <a:cubicBezTo>
                    <a:pt x="-6" y="116763"/>
                    <a:pt x="24010" y="58777"/>
                    <a:pt x="66766" y="16029"/>
                  </a:cubicBezTo>
                  <a:cubicBezTo>
                    <a:pt x="82660" y="929"/>
                    <a:pt x="107786" y="1572"/>
                    <a:pt x="122887" y="17467"/>
                  </a:cubicBezTo>
                  <a:cubicBezTo>
                    <a:pt x="137444" y="32788"/>
                    <a:pt x="137444" y="56828"/>
                    <a:pt x="122887" y="72150"/>
                  </a:cubicBezTo>
                  <a:cubicBezTo>
                    <a:pt x="64844" y="130144"/>
                    <a:pt x="64805" y="224210"/>
                    <a:pt x="122799" y="282254"/>
                  </a:cubicBezTo>
                  <a:cubicBezTo>
                    <a:pt x="180793" y="340295"/>
                    <a:pt x="274859" y="340335"/>
                    <a:pt x="332902" y="282338"/>
                  </a:cubicBezTo>
                  <a:cubicBezTo>
                    <a:pt x="390943" y="224346"/>
                    <a:pt x="390983" y="130280"/>
                    <a:pt x="332991" y="72238"/>
                  </a:cubicBezTo>
                  <a:cubicBezTo>
                    <a:pt x="331800" y="71047"/>
                    <a:pt x="330589" y="69876"/>
                    <a:pt x="329359" y="68726"/>
                  </a:cubicBezTo>
                  <a:cubicBezTo>
                    <a:pt x="313341" y="53736"/>
                    <a:pt x="312507" y="28599"/>
                    <a:pt x="327498" y="12580"/>
                  </a:cubicBezTo>
                  <a:cubicBezTo>
                    <a:pt x="342488" y="-3438"/>
                    <a:pt x="367626" y="-4271"/>
                    <a:pt x="383644" y="10720"/>
                  </a:cubicBezTo>
                  <a:cubicBezTo>
                    <a:pt x="475561" y="96753"/>
                    <a:pt x="480330" y="241009"/>
                    <a:pt x="394292" y="332927"/>
                  </a:cubicBezTo>
                  <a:cubicBezTo>
                    <a:pt x="351212" y="378955"/>
                    <a:pt x="290983" y="405085"/>
                    <a:pt x="227934" y="40510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5" name="Picture Placeholder 49">
            <a:extLst>
              <a:ext uri="{FF2B5EF4-FFF2-40B4-BE49-F238E27FC236}">
                <a16:creationId xmlns:a16="http://schemas.microsoft.com/office/drawing/2014/main" id="{A184708D-81CF-4622-BDEA-7759B8B430B0}"/>
              </a:ext>
            </a:extLst>
          </p:cNvPr>
          <p:cNvGrpSpPr>
            <a:grpSpLocks noChangeAspect="1"/>
          </p:cNvGrpSpPr>
          <p:nvPr/>
        </p:nvGrpSpPr>
        <p:grpSpPr>
          <a:xfrm>
            <a:off x="2830029" y="2588573"/>
            <a:ext cx="824299" cy="733889"/>
            <a:chOff x="2830029" y="2588573"/>
            <a:chExt cx="824299" cy="733889"/>
          </a:xfrm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5F3ED05-1DB6-EE48-9B1F-FB3118C6B661}"/>
                </a:ext>
              </a:extLst>
            </p:cNvPr>
            <p:cNvSpPr/>
            <p:nvPr/>
          </p:nvSpPr>
          <p:spPr>
            <a:xfrm>
              <a:off x="2830029" y="2588573"/>
              <a:ext cx="824299" cy="733889"/>
            </a:xfrm>
            <a:custGeom>
              <a:avLst/>
              <a:gdLst>
                <a:gd name="connsiteX0" fmla="*/ 784802 w 824299"/>
                <a:gd name="connsiteY0" fmla="*/ 733890 h 733889"/>
                <a:gd name="connsiteX1" fmla="*/ 39697 w 824299"/>
                <a:gd name="connsiteY1" fmla="*/ 733890 h 733889"/>
                <a:gd name="connsiteX2" fmla="*/ 0 w 824299"/>
                <a:gd name="connsiteY2" fmla="*/ 694193 h 733889"/>
                <a:gd name="connsiteX3" fmla="*/ 0 w 824299"/>
                <a:gd name="connsiteY3" fmla="*/ 130354 h 733889"/>
                <a:gd name="connsiteX4" fmla="*/ 39697 w 824299"/>
                <a:gd name="connsiteY4" fmla="*/ 90657 h 733889"/>
                <a:gd name="connsiteX5" fmla="*/ 210094 w 824299"/>
                <a:gd name="connsiteY5" fmla="*/ 90657 h 733889"/>
                <a:gd name="connsiteX6" fmla="*/ 291820 w 824299"/>
                <a:gd name="connsiteY6" fmla="*/ 11264 h 733889"/>
                <a:gd name="connsiteX7" fmla="*/ 319508 w 824299"/>
                <a:gd name="connsiteY7" fmla="*/ 0 h 733889"/>
                <a:gd name="connsiteX8" fmla="*/ 505090 w 824299"/>
                <a:gd name="connsiteY8" fmla="*/ 0 h 733889"/>
                <a:gd name="connsiteX9" fmla="*/ 533820 w 824299"/>
                <a:gd name="connsiteY9" fmla="*/ 12554 h 733889"/>
                <a:gd name="connsiteX10" fmla="*/ 611923 w 824299"/>
                <a:gd name="connsiteY10" fmla="*/ 95669 h 733889"/>
                <a:gd name="connsiteX11" fmla="*/ 784603 w 824299"/>
                <a:gd name="connsiteY11" fmla="*/ 95669 h 733889"/>
                <a:gd name="connsiteX12" fmla="*/ 824300 w 824299"/>
                <a:gd name="connsiteY12" fmla="*/ 135365 h 733889"/>
                <a:gd name="connsiteX13" fmla="*/ 824300 w 824299"/>
                <a:gd name="connsiteY13" fmla="*/ 694193 h 733889"/>
                <a:gd name="connsiteX14" fmla="*/ 784802 w 824299"/>
                <a:gd name="connsiteY14" fmla="*/ 733890 h 733889"/>
                <a:gd name="connsiteX15" fmla="*/ 79393 w 824299"/>
                <a:gd name="connsiteY15" fmla="*/ 654497 h 733889"/>
                <a:gd name="connsiteX16" fmla="*/ 745105 w 824299"/>
                <a:gd name="connsiteY16" fmla="*/ 654497 h 733889"/>
                <a:gd name="connsiteX17" fmla="*/ 745105 w 824299"/>
                <a:gd name="connsiteY17" fmla="*/ 175062 h 733889"/>
                <a:gd name="connsiteX18" fmla="*/ 594953 w 824299"/>
                <a:gd name="connsiteY18" fmla="*/ 175062 h 733889"/>
                <a:gd name="connsiteX19" fmla="*/ 566024 w 824299"/>
                <a:gd name="connsiteY19" fmla="*/ 162557 h 733889"/>
                <a:gd name="connsiteX20" fmla="*/ 487921 w 824299"/>
                <a:gd name="connsiteY20" fmla="*/ 79393 h 733889"/>
                <a:gd name="connsiteX21" fmla="*/ 335585 w 824299"/>
                <a:gd name="connsiteY21" fmla="*/ 79393 h 733889"/>
                <a:gd name="connsiteX22" fmla="*/ 253909 w 824299"/>
                <a:gd name="connsiteY22" fmla="*/ 158786 h 733889"/>
                <a:gd name="connsiteX23" fmla="*/ 226171 w 824299"/>
                <a:gd name="connsiteY23" fmla="*/ 170050 h 733889"/>
                <a:gd name="connsiteX24" fmla="*/ 79393 w 824299"/>
                <a:gd name="connsiteY24" fmla="*/ 170050 h 73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4299" h="733889">
                  <a:moveTo>
                    <a:pt x="784802" y="733890"/>
                  </a:moveTo>
                  <a:lnTo>
                    <a:pt x="39697" y="733890"/>
                  </a:lnTo>
                  <a:cubicBezTo>
                    <a:pt x="17773" y="733890"/>
                    <a:pt x="0" y="716116"/>
                    <a:pt x="0" y="694193"/>
                  </a:cubicBezTo>
                  <a:lnTo>
                    <a:pt x="0" y="130354"/>
                  </a:lnTo>
                  <a:cubicBezTo>
                    <a:pt x="0" y="108430"/>
                    <a:pt x="17773" y="90657"/>
                    <a:pt x="39697" y="90657"/>
                  </a:cubicBezTo>
                  <a:lnTo>
                    <a:pt x="210094" y="90657"/>
                  </a:lnTo>
                  <a:lnTo>
                    <a:pt x="291820" y="11264"/>
                  </a:lnTo>
                  <a:cubicBezTo>
                    <a:pt x="299229" y="4045"/>
                    <a:pt x="309164" y="3"/>
                    <a:pt x="319508" y="0"/>
                  </a:cubicBezTo>
                  <a:lnTo>
                    <a:pt x="505090" y="0"/>
                  </a:lnTo>
                  <a:cubicBezTo>
                    <a:pt x="515981" y="65"/>
                    <a:pt x="526372" y="4604"/>
                    <a:pt x="533820" y="12554"/>
                  </a:cubicBezTo>
                  <a:lnTo>
                    <a:pt x="611923" y="95669"/>
                  </a:lnTo>
                  <a:lnTo>
                    <a:pt x="784603" y="95669"/>
                  </a:lnTo>
                  <a:cubicBezTo>
                    <a:pt x="806526" y="95669"/>
                    <a:pt x="824300" y="113441"/>
                    <a:pt x="824300" y="135365"/>
                  </a:cubicBezTo>
                  <a:lnTo>
                    <a:pt x="824300" y="694193"/>
                  </a:lnTo>
                  <a:cubicBezTo>
                    <a:pt x="824300" y="716041"/>
                    <a:pt x="806650" y="733781"/>
                    <a:pt x="784802" y="733890"/>
                  </a:cubicBezTo>
                  <a:close/>
                  <a:moveTo>
                    <a:pt x="79393" y="654497"/>
                  </a:moveTo>
                  <a:lnTo>
                    <a:pt x="745105" y="654497"/>
                  </a:lnTo>
                  <a:lnTo>
                    <a:pt x="745105" y="175062"/>
                  </a:lnTo>
                  <a:lnTo>
                    <a:pt x="594953" y="175062"/>
                  </a:lnTo>
                  <a:cubicBezTo>
                    <a:pt x="583996" y="175064"/>
                    <a:pt x="573526" y="170539"/>
                    <a:pt x="566024" y="162557"/>
                  </a:cubicBezTo>
                  <a:lnTo>
                    <a:pt x="487921" y="79393"/>
                  </a:lnTo>
                  <a:lnTo>
                    <a:pt x="335585" y="79393"/>
                  </a:lnTo>
                  <a:lnTo>
                    <a:pt x="253909" y="158786"/>
                  </a:lnTo>
                  <a:cubicBezTo>
                    <a:pt x="246488" y="166017"/>
                    <a:pt x="236533" y="170060"/>
                    <a:pt x="226171" y="170050"/>
                  </a:cubicBezTo>
                  <a:lnTo>
                    <a:pt x="79393" y="17005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52073E22-5179-9143-853D-93E402B8AA13}"/>
                </a:ext>
              </a:extLst>
            </p:cNvPr>
            <p:cNvSpPr/>
            <p:nvPr/>
          </p:nvSpPr>
          <p:spPr>
            <a:xfrm>
              <a:off x="3041612" y="2800006"/>
              <a:ext cx="401630" cy="401629"/>
            </a:xfrm>
            <a:custGeom>
              <a:avLst/>
              <a:gdLst>
                <a:gd name="connsiteX0" fmla="*/ 200666 w 401630"/>
                <a:gd name="connsiteY0" fmla="*/ 401630 h 401629"/>
                <a:gd name="connsiteX1" fmla="*/ 0 w 401630"/>
                <a:gd name="connsiteY1" fmla="*/ 200666 h 401629"/>
                <a:gd name="connsiteX2" fmla="*/ 200964 w 401630"/>
                <a:gd name="connsiteY2" fmla="*/ 0 h 401629"/>
                <a:gd name="connsiteX3" fmla="*/ 401630 w 401630"/>
                <a:gd name="connsiteY3" fmla="*/ 200815 h 401629"/>
                <a:gd name="connsiteX4" fmla="*/ 200666 w 401630"/>
                <a:gd name="connsiteY4" fmla="*/ 401630 h 401629"/>
                <a:gd name="connsiteX5" fmla="*/ 200666 w 401630"/>
                <a:gd name="connsiteY5" fmla="*/ 79443 h 401629"/>
                <a:gd name="connsiteX6" fmla="*/ 79393 w 401630"/>
                <a:gd name="connsiteY6" fmla="*/ 201013 h 401629"/>
                <a:gd name="connsiteX7" fmla="*/ 200964 w 401630"/>
                <a:gd name="connsiteY7" fmla="*/ 322286 h 401629"/>
                <a:gd name="connsiteX8" fmla="*/ 322237 w 401630"/>
                <a:gd name="connsiteY8" fmla="*/ 200815 h 401629"/>
                <a:gd name="connsiteX9" fmla="*/ 200666 w 401630"/>
                <a:gd name="connsiteY9" fmla="*/ 79443 h 40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630" h="401629">
                  <a:moveTo>
                    <a:pt x="200666" y="401630"/>
                  </a:moveTo>
                  <a:cubicBezTo>
                    <a:pt x="89759" y="401546"/>
                    <a:pt x="-82" y="311573"/>
                    <a:pt x="0" y="200666"/>
                  </a:cubicBezTo>
                  <a:cubicBezTo>
                    <a:pt x="82" y="89759"/>
                    <a:pt x="90057" y="-82"/>
                    <a:pt x="200964" y="0"/>
                  </a:cubicBezTo>
                  <a:cubicBezTo>
                    <a:pt x="311812" y="82"/>
                    <a:pt x="401630" y="89966"/>
                    <a:pt x="401630" y="200815"/>
                  </a:cubicBezTo>
                  <a:cubicBezTo>
                    <a:pt x="401491" y="311722"/>
                    <a:pt x="311574" y="401575"/>
                    <a:pt x="200666" y="401630"/>
                  </a:cubicBezTo>
                  <a:close/>
                  <a:moveTo>
                    <a:pt x="200666" y="79443"/>
                  </a:moveTo>
                  <a:cubicBezTo>
                    <a:pt x="133607" y="79525"/>
                    <a:pt x="79311" y="133954"/>
                    <a:pt x="79393" y="201013"/>
                  </a:cubicBezTo>
                  <a:cubicBezTo>
                    <a:pt x="79476" y="268071"/>
                    <a:pt x="133905" y="322371"/>
                    <a:pt x="200964" y="322286"/>
                  </a:cubicBezTo>
                  <a:cubicBezTo>
                    <a:pt x="267987" y="322202"/>
                    <a:pt x="322267" y="267838"/>
                    <a:pt x="322237" y="200815"/>
                  </a:cubicBezTo>
                  <a:cubicBezTo>
                    <a:pt x="322153" y="133740"/>
                    <a:pt x="267744" y="79415"/>
                    <a:pt x="200666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1" name="Picture Placeholder 53">
            <a:extLst>
              <a:ext uri="{FF2B5EF4-FFF2-40B4-BE49-F238E27FC236}">
                <a16:creationId xmlns:a16="http://schemas.microsoft.com/office/drawing/2014/main" id="{0106DC43-AE7A-42B4-A0EF-9A6774DA1D2D}"/>
              </a:ext>
            </a:extLst>
          </p:cNvPr>
          <p:cNvGrpSpPr>
            <a:grpSpLocks noChangeAspect="1"/>
          </p:cNvGrpSpPr>
          <p:nvPr/>
        </p:nvGrpSpPr>
        <p:grpSpPr>
          <a:xfrm>
            <a:off x="4250202" y="2539944"/>
            <a:ext cx="619167" cy="831146"/>
            <a:chOff x="4250202" y="2539944"/>
            <a:chExt cx="619167" cy="831146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E0FA093-BEFF-FB48-8F07-18B9F36873BA}"/>
                </a:ext>
              </a:extLst>
            </p:cNvPr>
            <p:cNvSpPr/>
            <p:nvPr/>
          </p:nvSpPr>
          <p:spPr>
            <a:xfrm>
              <a:off x="4250202" y="2539944"/>
              <a:ext cx="619167" cy="627951"/>
            </a:xfrm>
            <a:custGeom>
              <a:avLst/>
              <a:gdLst>
                <a:gd name="connsiteX0" fmla="*/ 405600 w 619167"/>
                <a:gd name="connsiteY0" fmla="*/ 627950 h 627951"/>
                <a:gd name="connsiteX1" fmla="*/ 365573 w 619167"/>
                <a:gd name="connsiteY1" fmla="*/ 588586 h 627951"/>
                <a:gd name="connsiteX2" fmla="*/ 391458 w 619167"/>
                <a:gd name="connsiteY2" fmla="*/ 551038 h 627951"/>
                <a:gd name="connsiteX3" fmla="*/ 539576 w 619167"/>
                <a:gd name="connsiteY3" fmla="*/ 322187 h 627951"/>
                <a:gd name="connsiteX4" fmla="*/ 309385 w 619167"/>
                <a:gd name="connsiteY4" fmla="*/ 79393 h 627951"/>
                <a:gd name="connsiteX5" fmla="*/ 79195 w 619167"/>
                <a:gd name="connsiteY5" fmla="*/ 322187 h 627951"/>
                <a:gd name="connsiteX6" fmla="*/ 229397 w 619167"/>
                <a:gd name="connsiteY6" fmla="*/ 549946 h 627951"/>
                <a:gd name="connsiteX7" fmla="*/ 252006 w 619167"/>
                <a:gd name="connsiteY7" fmla="*/ 601333 h 627951"/>
                <a:gd name="connsiteX8" fmla="*/ 200621 w 619167"/>
                <a:gd name="connsiteY8" fmla="*/ 623940 h 627951"/>
                <a:gd name="connsiteX9" fmla="*/ 200468 w 619167"/>
                <a:gd name="connsiteY9" fmla="*/ 623881 h 627951"/>
                <a:gd name="connsiteX10" fmla="*/ 0 w 619167"/>
                <a:gd name="connsiteY10" fmla="*/ 322187 h 627951"/>
                <a:gd name="connsiteX11" fmla="*/ 309584 w 619167"/>
                <a:gd name="connsiteY11" fmla="*/ 0 h 627951"/>
                <a:gd name="connsiteX12" fmla="*/ 619168 w 619167"/>
                <a:gd name="connsiteY12" fmla="*/ 322187 h 627951"/>
                <a:gd name="connsiteX13" fmla="*/ 419543 w 619167"/>
                <a:gd name="connsiteY13" fmla="*/ 625419 h 627951"/>
                <a:gd name="connsiteX14" fmla="*/ 405600 w 619167"/>
                <a:gd name="connsiteY14" fmla="*/ 627950 h 62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9167" h="627951">
                  <a:moveTo>
                    <a:pt x="405600" y="627950"/>
                  </a:moveTo>
                  <a:cubicBezTo>
                    <a:pt x="383678" y="628133"/>
                    <a:pt x="365756" y="610508"/>
                    <a:pt x="365573" y="588586"/>
                  </a:cubicBezTo>
                  <a:cubicBezTo>
                    <a:pt x="365433" y="571869"/>
                    <a:pt x="375783" y="556853"/>
                    <a:pt x="391458" y="551038"/>
                  </a:cubicBezTo>
                  <a:cubicBezTo>
                    <a:pt x="481470" y="517345"/>
                    <a:pt x="539576" y="427482"/>
                    <a:pt x="539576" y="322187"/>
                  </a:cubicBezTo>
                  <a:cubicBezTo>
                    <a:pt x="539576" y="188211"/>
                    <a:pt x="436315" y="79393"/>
                    <a:pt x="309385" y="79393"/>
                  </a:cubicBezTo>
                  <a:cubicBezTo>
                    <a:pt x="182455" y="79393"/>
                    <a:pt x="79195" y="188559"/>
                    <a:pt x="79195" y="322187"/>
                  </a:cubicBezTo>
                  <a:cubicBezTo>
                    <a:pt x="79195" y="423314"/>
                    <a:pt x="139534" y="514815"/>
                    <a:pt x="229397" y="549946"/>
                  </a:cubicBezTo>
                  <a:cubicBezTo>
                    <a:pt x="249830" y="557890"/>
                    <a:pt x="259953" y="580899"/>
                    <a:pt x="252006" y="601333"/>
                  </a:cubicBezTo>
                  <a:cubicBezTo>
                    <a:pt x="244060" y="621762"/>
                    <a:pt x="221054" y="631885"/>
                    <a:pt x="200621" y="623940"/>
                  </a:cubicBezTo>
                  <a:cubicBezTo>
                    <a:pt x="200570" y="623921"/>
                    <a:pt x="200519" y="623901"/>
                    <a:pt x="200468" y="623881"/>
                  </a:cubicBezTo>
                  <a:cubicBezTo>
                    <a:pt x="80634" y="576841"/>
                    <a:pt x="0" y="455716"/>
                    <a:pt x="0" y="322187"/>
                  </a:cubicBezTo>
                  <a:cubicBezTo>
                    <a:pt x="0" y="144545"/>
                    <a:pt x="138938" y="0"/>
                    <a:pt x="309584" y="0"/>
                  </a:cubicBezTo>
                  <a:cubicBezTo>
                    <a:pt x="480230" y="0"/>
                    <a:pt x="619168" y="144545"/>
                    <a:pt x="619168" y="322187"/>
                  </a:cubicBezTo>
                  <a:cubicBezTo>
                    <a:pt x="619168" y="461125"/>
                    <a:pt x="540817" y="579917"/>
                    <a:pt x="419543" y="625419"/>
                  </a:cubicBezTo>
                  <a:cubicBezTo>
                    <a:pt x="415082" y="627081"/>
                    <a:pt x="410359" y="627940"/>
                    <a:pt x="405600" y="62795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5025DA26-0F7A-234B-B695-2232BACC9521}"/>
                </a:ext>
              </a:extLst>
            </p:cNvPr>
            <p:cNvSpPr/>
            <p:nvPr/>
          </p:nvSpPr>
          <p:spPr>
            <a:xfrm>
              <a:off x="4427696" y="3196575"/>
              <a:ext cx="264627" cy="79393"/>
            </a:xfrm>
            <a:custGeom>
              <a:avLst/>
              <a:gdLst>
                <a:gd name="connsiteX0" fmla="*/ 224931 w 264627"/>
                <a:gd name="connsiteY0" fmla="*/ 79393 h 79393"/>
                <a:gd name="connsiteX1" fmla="*/ 39697 w 264627"/>
                <a:gd name="connsiteY1" fmla="*/ 79393 h 79393"/>
                <a:gd name="connsiteX2" fmla="*/ 0 w 264627"/>
                <a:gd name="connsiteY2" fmla="*/ 39697 h 79393"/>
                <a:gd name="connsiteX3" fmla="*/ 39697 w 264627"/>
                <a:gd name="connsiteY3" fmla="*/ 0 h 79393"/>
                <a:gd name="connsiteX4" fmla="*/ 224931 w 264627"/>
                <a:gd name="connsiteY4" fmla="*/ 0 h 79393"/>
                <a:gd name="connsiteX5" fmla="*/ 264627 w 264627"/>
                <a:gd name="connsiteY5" fmla="*/ 39697 h 79393"/>
                <a:gd name="connsiteX6" fmla="*/ 224931 w 2646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627" h="79393">
                  <a:moveTo>
                    <a:pt x="22493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4931" y="0"/>
                  </a:lnTo>
                  <a:cubicBezTo>
                    <a:pt x="246853" y="0"/>
                    <a:pt x="264627" y="17774"/>
                    <a:pt x="264627" y="39697"/>
                  </a:cubicBezTo>
                  <a:cubicBezTo>
                    <a:pt x="264627" y="61619"/>
                    <a:pt x="246853" y="79393"/>
                    <a:pt x="22493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99AC2A9-289B-ED4A-9F6A-721E0D422913}"/>
                </a:ext>
              </a:extLst>
            </p:cNvPr>
            <p:cNvSpPr/>
            <p:nvPr/>
          </p:nvSpPr>
          <p:spPr>
            <a:xfrm>
              <a:off x="4427696" y="3086466"/>
              <a:ext cx="264627" cy="284624"/>
            </a:xfrm>
            <a:custGeom>
              <a:avLst/>
              <a:gdLst>
                <a:gd name="connsiteX0" fmla="*/ 224931 w 264627"/>
                <a:gd name="connsiteY0" fmla="*/ 284624 h 284624"/>
                <a:gd name="connsiteX1" fmla="*/ 39697 w 264627"/>
                <a:gd name="connsiteY1" fmla="*/ 284624 h 284624"/>
                <a:gd name="connsiteX2" fmla="*/ 0 w 264627"/>
                <a:gd name="connsiteY2" fmla="*/ 244928 h 284624"/>
                <a:gd name="connsiteX3" fmla="*/ 0 w 264627"/>
                <a:gd name="connsiteY3" fmla="*/ 44708 h 284624"/>
                <a:gd name="connsiteX4" fmla="*/ 39697 w 264627"/>
                <a:gd name="connsiteY4" fmla="*/ 5012 h 284624"/>
                <a:gd name="connsiteX5" fmla="*/ 79393 w 264627"/>
                <a:gd name="connsiteY5" fmla="*/ 44708 h 284624"/>
                <a:gd name="connsiteX6" fmla="*/ 79393 w 264627"/>
                <a:gd name="connsiteY6" fmla="*/ 205231 h 284624"/>
                <a:gd name="connsiteX7" fmla="*/ 185234 w 264627"/>
                <a:gd name="connsiteY7" fmla="*/ 205231 h 284624"/>
                <a:gd name="connsiteX8" fmla="*/ 185234 w 264627"/>
                <a:gd name="connsiteY8" fmla="*/ 39697 h 284624"/>
                <a:gd name="connsiteX9" fmla="*/ 224931 w 264627"/>
                <a:gd name="connsiteY9" fmla="*/ 0 h 284624"/>
                <a:gd name="connsiteX10" fmla="*/ 264627 w 264627"/>
                <a:gd name="connsiteY10" fmla="*/ 39697 h 284624"/>
                <a:gd name="connsiteX11" fmla="*/ 264627 w 264627"/>
                <a:gd name="connsiteY11" fmla="*/ 244928 h 284624"/>
                <a:gd name="connsiteX12" fmla="*/ 224931 w 264627"/>
                <a:gd name="connsiteY12" fmla="*/ 284624 h 28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4627" h="284624">
                  <a:moveTo>
                    <a:pt x="224931" y="284624"/>
                  </a:moveTo>
                  <a:lnTo>
                    <a:pt x="39697" y="284624"/>
                  </a:lnTo>
                  <a:cubicBezTo>
                    <a:pt x="17773" y="284624"/>
                    <a:pt x="0" y="266850"/>
                    <a:pt x="0" y="244928"/>
                  </a:cubicBezTo>
                  <a:lnTo>
                    <a:pt x="0" y="44708"/>
                  </a:lnTo>
                  <a:cubicBezTo>
                    <a:pt x="0" y="22786"/>
                    <a:pt x="17773" y="5012"/>
                    <a:pt x="39697" y="5012"/>
                  </a:cubicBezTo>
                  <a:cubicBezTo>
                    <a:pt x="61621" y="5012"/>
                    <a:pt x="79393" y="22786"/>
                    <a:pt x="79393" y="44708"/>
                  </a:cubicBezTo>
                  <a:lnTo>
                    <a:pt x="79393" y="205231"/>
                  </a:lnTo>
                  <a:lnTo>
                    <a:pt x="185234" y="205231"/>
                  </a:lnTo>
                  <a:lnTo>
                    <a:pt x="185234" y="39697"/>
                  </a:lnTo>
                  <a:cubicBezTo>
                    <a:pt x="185234" y="17774"/>
                    <a:pt x="203008" y="0"/>
                    <a:pt x="224931" y="0"/>
                  </a:cubicBezTo>
                  <a:cubicBezTo>
                    <a:pt x="246853" y="0"/>
                    <a:pt x="264627" y="17774"/>
                    <a:pt x="264627" y="39697"/>
                  </a:cubicBezTo>
                  <a:lnTo>
                    <a:pt x="264627" y="244928"/>
                  </a:lnTo>
                  <a:cubicBezTo>
                    <a:pt x="264627" y="266850"/>
                    <a:pt x="246853" y="284624"/>
                    <a:pt x="224931" y="28462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8FAE2995-71ED-6740-A8E6-D307AB62D6C0}"/>
                </a:ext>
              </a:extLst>
            </p:cNvPr>
            <p:cNvSpPr/>
            <p:nvPr/>
          </p:nvSpPr>
          <p:spPr>
            <a:xfrm>
              <a:off x="4425614" y="2733021"/>
              <a:ext cx="264853" cy="264922"/>
            </a:xfrm>
            <a:custGeom>
              <a:avLst/>
              <a:gdLst>
                <a:gd name="connsiteX0" fmla="*/ 225176 w 264853"/>
                <a:gd name="connsiteY0" fmla="*/ 264922 h 264922"/>
                <a:gd name="connsiteX1" fmla="*/ 197141 w 264853"/>
                <a:gd name="connsiteY1" fmla="*/ 253311 h 264922"/>
                <a:gd name="connsiteX2" fmla="*/ 11658 w 264853"/>
                <a:gd name="connsiteY2" fmla="*/ 67829 h 264922"/>
                <a:gd name="connsiteX3" fmla="*/ 11609 w 264853"/>
                <a:gd name="connsiteY3" fmla="*/ 11658 h 264922"/>
                <a:gd name="connsiteX4" fmla="*/ 67779 w 264853"/>
                <a:gd name="connsiteY4" fmla="*/ 11609 h 264922"/>
                <a:gd name="connsiteX5" fmla="*/ 253262 w 264853"/>
                <a:gd name="connsiteY5" fmla="*/ 197190 h 264922"/>
                <a:gd name="connsiteX6" fmla="*/ 253192 w 264853"/>
                <a:gd name="connsiteY6" fmla="*/ 253329 h 264922"/>
                <a:gd name="connsiteX7" fmla="*/ 225176 w 264853"/>
                <a:gd name="connsiteY7" fmla="*/ 264922 h 26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853" h="264922">
                  <a:moveTo>
                    <a:pt x="225176" y="264922"/>
                  </a:moveTo>
                  <a:cubicBezTo>
                    <a:pt x="214662" y="264917"/>
                    <a:pt x="204579" y="260742"/>
                    <a:pt x="197141" y="253311"/>
                  </a:cubicBezTo>
                  <a:lnTo>
                    <a:pt x="11658" y="67829"/>
                  </a:lnTo>
                  <a:cubicBezTo>
                    <a:pt x="-3867" y="52331"/>
                    <a:pt x="-3889" y="27183"/>
                    <a:pt x="11609" y="11658"/>
                  </a:cubicBezTo>
                  <a:cubicBezTo>
                    <a:pt x="27106" y="-3867"/>
                    <a:pt x="52254" y="-3889"/>
                    <a:pt x="67779" y="11609"/>
                  </a:cubicBezTo>
                  <a:lnTo>
                    <a:pt x="253262" y="197190"/>
                  </a:lnTo>
                  <a:cubicBezTo>
                    <a:pt x="268743" y="212711"/>
                    <a:pt x="268714" y="237846"/>
                    <a:pt x="253192" y="253329"/>
                  </a:cubicBezTo>
                  <a:cubicBezTo>
                    <a:pt x="245754" y="260749"/>
                    <a:pt x="235681" y="264917"/>
                    <a:pt x="225176" y="26492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6DFF6C8-A00E-B94E-9AB1-F6C7887BE971}"/>
                </a:ext>
              </a:extLst>
            </p:cNvPr>
            <p:cNvSpPr/>
            <p:nvPr/>
          </p:nvSpPr>
          <p:spPr>
            <a:xfrm>
              <a:off x="4425679" y="2733021"/>
              <a:ext cx="264854" cy="264922"/>
            </a:xfrm>
            <a:custGeom>
              <a:avLst/>
              <a:gdLst>
                <a:gd name="connsiteX0" fmla="*/ 39678 w 264854"/>
                <a:gd name="connsiteY0" fmla="*/ 264922 h 264922"/>
                <a:gd name="connsiteX1" fmla="*/ 0 w 264854"/>
                <a:gd name="connsiteY1" fmla="*/ 225207 h 264922"/>
                <a:gd name="connsiteX2" fmla="*/ 11593 w 264854"/>
                <a:gd name="connsiteY2" fmla="*/ 197190 h 264922"/>
                <a:gd name="connsiteX3" fmla="*/ 197075 w 264854"/>
                <a:gd name="connsiteY3" fmla="*/ 11609 h 264922"/>
                <a:gd name="connsiteX4" fmla="*/ 253246 w 264854"/>
                <a:gd name="connsiteY4" fmla="*/ 11658 h 264922"/>
                <a:gd name="connsiteX5" fmla="*/ 253196 w 264854"/>
                <a:gd name="connsiteY5" fmla="*/ 67829 h 264922"/>
                <a:gd name="connsiteX6" fmla="*/ 67714 w 264854"/>
                <a:gd name="connsiteY6" fmla="*/ 253311 h 264922"/>
                <a:gd name="connsiteX7" fmla="*/ 39678 w 264854"/>
                <a:gd name="connsiteY7" fmla="*/ 264922 h 26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854" h="264922">
                  <a:moveTo>
                    <a:pt x="39678" y="264922"/>
                  </a:moveTo>
                  <a:cubicBezTo>
                    <a:pt x="17754" y="264912"/>
                    <a:pt x="-10" y="247131"/>
                    <a:pt x="0" y="225207"/>
                  </a:cubicBezTo>
                  <a:cubicBezTo>
                    <a:pt x="5" y="214702"/>
                    <a:pt x="4174" y="204627"/>
                    <a:pt x="11593" y="197190"/>
                  </a:cubicBezTo>
                  <a:lnTo>
                    <a:pt x="197075" y="11609"/>
                  </a:lnTo>
                  <a:cubicBezTo>
                    <a:pt x="212602" y="-3889"/>
                    <a:pt x="237749" y="-3867"/>
                    <a:pt x="253246" y="11658"/>
                  </a:cubicBezTo>
                  <a:cubicBezTo>
                    <a:pt x="268742" y="27183"/>
                    <a:pt x="268723" y="52331"/>
                    <a:pt x="253196" y="67829"/>
                  </a:cubicBezTo>
                  <a:lnTo>
                    <a:pt x="67714" y="253311"/>
                  </a:lnTo>
                  <a:cubicBezTo>
                    <a:pt x="60275" y="260742"/>
                    <a:pt x="50192" y="264917"/>
                    <a:pt x="39678" y="26492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1" name="Picture Placeholder 55">
            <a:extLst>
              <a:ext uri="{FF2B5EF4-FFF2-40B4-BE49-F238E27FC236}">
                <a16:creationId xmlns:a16="http://schemas.microsoft.com/office/drawing/2014/main" id="{93941483-EC52-4FA5-AE94-283FE7728D6A}"/>
              </a:ext>
            </a:extLst>
          </p:cNvPr>
          <p:cNvGrpSpPr>
            <a:grpSpLocks noChangeAspect="1"/>
          </p:cNvGrpSpPr>
          <p:nvPr/>
        </p:nvGrpSpPr>
        <p:grpSpPr>
          <a:xfrm>
            <a:off x="5462961" y="2539150"/>
            <a:ext cx="828666" cy="832734"/>
            <a:chOff x="5462961" y="2539150"/>
            <a:chExt cx="828666" cy="832734"/>
          </a:xfrm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CF1F90A5-3943-2F4D-A54E-8DBAF31A2399}"/>
                </a:ext>
              </a:extLst>
            </p:cNvPr>
            <p:cNvSpPr/>
            <p:nvPr/>
          </p:nvSpPr>
          <p:spPr>
            <a:xfrm>
              <a:off x="5462961" y="291259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75" name="Picture Placeholder 55">
              <a:extLst>
                <a:ext uri="{FF2B5EF4-FFF2-40B4-BE49-F238E27FC236}">
                  <a16:creationId xmlns:a16="http://schemas.microsoft.com/office/drawing/2014/main" id="{93941483-EC52-4FA5-AE94-283FE7728D6A}"/>
                </a:ext>
              </a:extLst>
            </p:cNvPr>
            <p:cNvGrpSpPr/>
            <p:nvPr/>
          </p:nvGrpSpPr>
          <p:grpSpPr>
            <a:xfrm>
              <a:off x="5635095" y="2726816"/>
              <a:ext cx="485588" cy="645068"/>
              <a:chOff x="5635095" y="2726816"/>
              <a:chExt cx="485588" cy="645068"/>
            </a:xfrm>
          </p:grpSpPr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6419761D-2C15-F34E-B136-523FAA7CB15A}"/>
                  </a:ext>
                </a:extLst>
              </p:cNvPr>
              <p:cNvSpPr/>
              <p:nvPr/>
            </p:nvSpPr>
            <p:spPr>
              <a:xfrm>
                <a:off x="5635095" y="2726816"/>
                <a:ext cx="485588" cy="472289"/>
              </a:xfrm>
              <a:custGeom>
                <a:avLst/>
                <a:gdLst>
                  <a:gd name="connsiteX0" fmla="*/ 336131 w 485588"/>
                  <a:gd name="connsiteY0" fmla="*/ 472290 h 472289"/>
                  <a:gd name="connsiteX1" fmla="*/ 296438 w 485588"/>
                  <a:gd name="connsiteY1" fmla="*/ 432588 h 472289"/>
                  <a:gd name="connsiteX2" fmla="*/ 322188 w 485588"/>
                  <a:gd name="connsiteY2" fmla="*/ 395427 h 472289"/>
                  <a:gd name="connsiteX3" fmla="*/ 406195 w 485588"/>
                  <a:gd name="connsiteY3" fmla="*/ 237385 h 472289"/>
                  <a:gd name="connsiteX4" fmla="*/ 242794 w 485588"/>
                  <a:gd name="connsiteY4" fmla="*/ 79393 h 472289"/>
                  <a:gd name="connsiteX5" fmla="*/ 79393 w 485588"/>
                  <a:gd name="connsiteY5" fmla="*/ 237385 h 472289"/>
                  <a:gd name="connsiteX6" fmla="*/ 166329 w 485588"/>
                  <a:gd name="connsiteY6" fmla="*/ 394633 h 472289"/>
                  <a:gd name="connsiteX7" fmla="*/ 189959 w 485588"/>
                  <a:gd name="connsiteY7" fmla="*/ 445559 h 472289"/>
                  <a:gd name="connsiteX8" fmla="*/ 139034 w 485588"/>
                  <a:gd name="connsiteY8" fmla="*/ 469188 h 472289"/>
                  <a:gd name="connsiteX9" fmla="*/ 137449 w 485588"/>
                  <a:gd name="connsiteY9" fmla="*/ 468568 h 472289"/>
                  <a:gd name="connsiteX10" fmla="*/ 0 w 485588"/>
                  <a:gd name="connsiteY10" fmla="*/ 237385 h 472289"/>
                  <a:gd name="connsiteX11" fmla="*/ 242794 w 485588"/>
                  <a:gd name="connsiteY11" fmla="*/ 0 h 472289"/>
                  <a:gd name="connsiteX12" fmla="*/ 485589 w 485588"/>
                  <a:gd name="connsiteY12" fmla="*/ 237385 h 472289"/>
                  <a:gd name="connsiteX13" fmla="*/ 350074 w 485588"/>
                  <a:gd name="connsiteY13" fmla="*/ 469759 h 472289"/>
                  <a:gd name="connsiteX14" fmla="*/ 336131 w 485588"/>
                  <a:gd name="connsiteY14" fmla="*/ 472290 h 47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5588" h="472289">
                    <a:moveTo>
                      <a:pt x="336131" y="472290"/>
                    </a:moveTo>
                    <a:cubicBezTo>
                      <a:pt x="314208" y="472290"/>
                      <a:pt x="296436" y="454516"/>
                      <a:pt x="296438" y="432588"/>
                    </a:cubicBezTo>
                    <a:cubicBezTo>
                      <a:pt x="296439" y="416045"/>
                      <a:pt x="306701" y="401238"/>
                      <a:pt x="322188" y="395427"/>
                    </a:cubicBezTo>
                    <a:cubicBezTo>
                      <a:pt x="377912" y="374537"/>
                      <a:pt x="406195" y="321344"/>
                      <a:pt x="406195" y="237385"/>
                    </a:cubicBezTo>
                    <a:cubicBezTo>
                      <a:pt x="406195" y="145835"/>
                      <a:pt x="337471" y="79393"/>
                      <a:pt x="242794" y="79393"/>
                    </a:cubicBezTo>
                    <a:cubicBezTo>
                      <a:pt x="148118" y="79393"/>
                      <a:pt x="79393" y="145835"/>
                      <a:pt x="79393" y="237385"/>
                    </a:cubicBezTo>
                    <a:cubicBezTo>
                      <a:pt x="79393" y="293606"/>
                      <a:pt x="94279" y="366399"/>
                      <a:pt x="166329" y="394633"/>
                    </a:cubicBezTo>
                    <a:cubicBezTo>
                      <a:pt x="186916" y="402171"/>
                      <a:pt x="197496" y="424971"/>
                      <a:pt x="189959" y="445559"/>
                    </a:cubicBezTo>
                    <a:cubicBezTo>
                      <a:pt x="182422" y="466147"/>
                      <a:pt x="159622" y="476726"/>
                      <a:pt x="139034" y="469188"/>
                    </a:cubicBezTo>
                    <a:cubicBezTo>
                      <a:pt x="138502" y="468990"/>
                      <a:pt x="137973" y="468786"/>
                      <a:pt x="137449" y="468568"/>
                    </a:cubicBezTo>
                    <a:cubicBezTo>
                      <a:pt x="48827" y="433834"/>
                      <a:pt x="0" y="351811"/>
                      <a:pt x="0" y="237385"/>
                    </a:cubicBezTo>
                    <a:cubicBezTo>
                      <a:pt x="0" y="102020"/>
                      <a:pt x="104204" y="0"/>
                      <a:pt x="242794" y="0"/>
                    </a:cubicBezTo>
                    <a:cubicBezTo>
                      <a:pt x="381385" y="0"/>
                      <a:pt x="485589" y="102169"/>
                      <a:pt x="485589" y="237385"/>
                    </a:cubicBezTo>
                    <a:cubicBezTo>
                      <a:pt x="485589" y="387438"/>
                      <a:pt x="411902" y="446586"/>
                      <a:pt x="350074" y="469759"/>
                    </a:cubicBezTo>
                    <a:cubicBezTo>
                      <a:pt x="345613" y="471431"/>
                      <a:pt x="340895" y="472290"/>
                      <a:pt x="336131" y="47229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85AE6E4A-9FE8-E74B-AE68-F79FDCB2E81A}"/>
                  </a:ext>
                </a:extLst>
              </p:cNvPr>
              <p:cNvSpPr/>
              <p:nvPr/>
            </p:nvSpPr>
            <p:spPr>
              <a:xfrm>
                <a:off x="5764903" y="3197766"/>
                <a:ext cx="226320" cy="79393"/>
              </a:xfrm>
              <a:custGeom>
                <a:avLst/>
                <a:gdLst>
                  <a:gd name="connsiteX0" fmla="*/ 186624 w 226320"/>
                  <a:gd name="connsiteY0" fmla="*/ 79393 h 79393"/>
                  <a:gd name="connsiteX1" fmla="*/ 39697 w 226320"/>
                  <a:gd name="connsiteY1" fmla="*/ 79393 h 79393"/>
                  <a:gd name="connsiteX2" fmla="*/ 0 w 226320"/>
                  <a:gd name="connsiteY2" fmla="*/ 39697 h 79393"/>
                  <a:gd name="connsiteX3" fmla="*/ 39697 w 226320"/>
                  <a:gd name="connsiteY3" fmla="*/ 0 h 79393"/>
                  <a:gd name="connsiteX4" fmla="*/ 186624 w 226320"/>
                  <a:gd name="connsiteY4" fmla="*/ 0 h 79393"/>
                  <a:gd name="connsiteX5" fmla="*/ 226320 w 226320"/>
                  <a:gd name="connsiteY5" fmla="*/ 39697 h 79393"/>
                  <a:gd name="connsiteX6" fmla="*/ 186624 w 22632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320" h="79393">
                    <a:moveTo>
                      <a:pt x="18662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6624" y="0"/>
                    </a:lnTo>
                    <a:cubicBezTo>
                      <a:pt x="208546" y="0"/>
                      <a:pt x="226320" y="17774"/>
                      <a:pt x="226320" y="39697"/>
                    </a:cubicBezTo>
                    <a:cubicBezTo>
                      <a:pt x="226320" y="61619"/>
                      <a:pt x="208546" y="79393"/>
                      <a:pt x="186624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614FFCBF-4876-5C41-BB69-262C2BBAD850}"/>
                  </a:ext>
                </a:extLst>
              </p:cNvPr>
              <p:cNvSpPr/>
              <p:nvPr/>
            </p:nvSpPr>
            <p:spPr>
              <a:xfrm>
                <a:off x="5764903" y="3292492"/>
                <a:ext cx="222549" cy="79393"/>
              </a:xfrm>
              <a:custGeom>
                <a:avLst/>
                <a:gdLst>
                  <a:gd name="connsiteX0" fmla="*/ 182852 w 222549"/>
                  <a:gd name="connsiteY0" fmla="*/ 79393 h 79393"/>
                  <a:gd name="connsiteX1" fmla="*/ 39697 w 222549"/>
                  <a:gd name="connsiteY1" fmla="*/ 79393 h 79393"/>
                  <a:gd name="connsiteX2" fmla="*/ 0 w 222549"/>
                  <a:gd name="connsiteY2" fmla="*/ 39697 h 79393"/>
                  <a:gd name="connsiteX3" fmla="*/ 39697 w 222549"/>
                  <a:gd name="connsiteY3" fmla="*/ 0 h 79393"/>
                  <a:gd name="connsiteX4" fmla="*/ 182852 w 222549"/>
                  <a:gd name="connsiteY4" fmla="*/ 0 h 79393"/>
                  <a:gd name="connsiteX5" fmla="*/ 222549 w 222549"/>
                  <a:gd name="connsiteY5" fmla="*/ 39697 h 79393"/>
                  <a:gd name="connsiteX6" fmla="*/ 182852 w 22254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49" h="79393">
                    <a:moveTo>
                      <a:pt x="1828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2852" y="0"/>
                    </a:lnTo>
                    <a:cubicBezTo>
                      <a:pt x="204775" y="0"/>
                      <a:pt x="222549" y="17774"/>
                      <a:pt x="222549" y="39697"/>
                    </a:cubicBezTo>
                    <a:cubicBezTo>
                      <a:pt x="222549" y="61619"/>
                      <a:pt x="204775" y="79393"/>
                      <a:pt x="182852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D22A6A08-4CC8-974B-9FB5-925811741458}"/>
                  </a:ext>
                </a:extLst>
              </p:cNvPr>
              <p:cNvSpPr/>
              <p:nvPr/>
            </p:nvSpPr>
            <p:spPr>
              <a:xfrm>
                <a:off x="5748826" y="3120754"/>
                <a:ext cx="258474" cy="251130"/>
              </a:xfrm>
              <a:custGeom>
                <a:avLst/>
                <a:gdLst>
                  <a:gd name="connsiteX0" fmla="*/ 218778 w 258474"/>
                  <a:gd name="connsiteY0" fmla="*/ 251130 h 251130"/>
                  <a:gd name="connsiteX1" fmla="*/ 39697 w 258474"/>
                  <a:gd name="connsiteY1" fmla="*/ 251130 h 251130"/>
                  <a:gd name="connsiteX2" fmla="*/ 0 w 258474"/>
                  <a:gd name="connsiteY2" fmla="*/ 211434 h 251130"/>
                  <a:gd name="connsiteX3" fmla="*/ 0 w 258474"/>
                  <a:gd name="connsiteY3" fmla="*/ 39697 h 251130"/>
                  <a:gd name="connsiteX4" fmla="*/ 39697 w 258474"/>
                  <a:gd name="connsiteY4" fmla="*/ 0 h 251130"/>
                  <a:gd name="connsiteX5" fmla="*/ 79393 w 258474"/>
                  <a:gd name="connsiteY5" fmla="*/ 39697 h 251130"/>
                  <a:gd name="connsiteX6" fmla="*/ 79393 w 258474"/>
                  <a:gd name="connsiteY6" fmla="*/ 171737 h 251130"/>
                  <a:gd name="connsiteX7" fmla="*/ 179081 w 258474"/>
                  <a:gd name="connsiteY7" fmla="*/ 171737 h 251130"/>
                  <a:gd name="connsiteX8" fmla="*/ 179081 w 258474"/>
                  <a:gd name="connsiteY8" fmla="*/ 42277 h 251130"/>
                  <a:gd name="connsiteX9" fmla="*/ 218778 w 258474"/>
                  <a:gd name="connsiteY9" fmla="*/ 2580 h 251130"/>
                  <a:gd name="connsiteX10" fmla="*/ 258474 w 258474"/>
                  <a:gd name="connsiteY10" fmla="*/ 42277 h 251130"/>
                  <a:gd name="connsiteX11" fmla="*/ 258474 w 258474"/>
                  <a:gd name="connsiteY11" fmla="*/ 211434 h 251130"/>
                  <a:gd name="connsiteX12" fmla="*/ 218778 w 258474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474" h="251130">
                    <a:moveTo>
                      <a:pt x="218778" y="251130"/>
                    </a:moveTo>
                    <a:lnTo>
                      <a:pt x="39697" y="251130"/>
                    </a:lnTo>
                    <a:cubicBezTo>
                      <a:pt x="17773" y="251130"/>
                      <a:pt x="0" y="233356"/>
                      <a:pt x="0" y="211434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171737"/>
                    </a:lnTo>
                    <a:lnTo>
                      <a:pt x="179081" y="171737"/>
                    </a:lnTo>
                    <a:lnTo>
                      <a:pt x="179081" y="42277"/>
                    </a:lnTo>
                    <a:cubicBezTo>
                      <a:pt x="179081" y="20354"/>
                      <a:pt x="196855" y="2580"/>
                      <a:pt x="218778" y="2580"/>
                    </a:cubicBezTo>
                    <a:cubicBezTo>
                      <a:pt x="240700" y="2580"/>
                      <a:pt x="258474" y="20354"/>
                      <a:pt x="258474" y="42277"/>
                    </a:cubicBezTo>
                    <a:lnTo>
                      <a:pt x="258474" y="211434"/>
                    </a:lnTo>
                    <a:cubicBezTo>
                      <a:pt x="258474" y="233356"/>
                      <a:pt x="240700" y="251130"/>
                      <a:pt x="218778" y="25113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0FD7219-BFF4-D543-96F5-2B9BE7E66873}"/>
                </a:ext>
              </a:extLst>
            </p:cNvPr>
            <p:cNvSpPr/>
            <p:nvPr/>
          </p:nvSpPr>
          <p:spPr>
            <a:xfrm>
              <a:off x="6049597" y="2635683"/>
              <a:ext cx="142544" cy="142539"/>
            </a:xfrm>
            <a:custGeom>
              <a:avLst/>
              <a:gdLst>
                <a:gd name="connsiteX0" fmla="*/ 39677 w 142544"/>
                <a:gd name="connsiteY0" fmla="*/ 142540 h 142539"/>
                <a:gd name="connsiteX1" fmla="*/ 0 w 142544"/>
                <a:gd name="connsiteY1" fmla="*/ 102825 h 142539"/>
                <a:gd name="connsiteX2" fmla="*/ 11641 w 142544"/>
                <a:gd name="connsiteY2" fmla="*/ 74758 h 142539"/>
                <a:gd name="connsiteX3" fmla="*/ 74759 w 142544"/>
                <a:gd name="connsiteY3" fmla="*/ 11641 h 142539"/>
                <a:gd name="connsiteX4" fmla="*/ 130904 w 142544"/>
                <a:gd name="connsiteY4" fmla="*/ 11616 h 142539"/>
                <a:gd name="connsiteX5" fmla="*/ 130929 w 142544"/>
                <a:gd name="connsiteY5" fmla="*/ 67762 h 142539"/>
                <a:gd name="connsiteX6" fmla="*/ 67762 w 142544"/>
                <a:gd name="connsiteY6" fmla="*/ 130929 h 142539"/>
                <a:gd name="connsiteX7" fmla="*/ 39677 w 142544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544" h="142539">
                  <a:moveTo>
                    <a:pt x="39677" y="142540"/>
                  </a:moveTo>
                  <a:cubicBezTo>
                    <a:pt x="17754" y="142530"/>
                    <a:pt x="-10" y="124749"/>
                    <a:pt x="0" y="102825"/>
                  </a:cubicBezTo>
                  <a:cubicBezTo>
                    <a:pt x="5" y="92296"/>
                    <a:pt x="4193" y="82199"/>
                    <a:pt x="11641" y="74758"/>
                  </a:cubicBezTo>
                  <a:lnTo>
                    <a:pt x="74759" y="11641"/>
                  </a:lnTo>
                  <a:cubicBezTo>
                    <a:pt x="90255" y="-3870"/>
                    <a:pt x="115393" y="-3882"/>
                    <a:pt x="130904" y="11616"/>
                  </a:cubicBezTo>
                  <a:cubicBezTo>
                    <a:pt x="146416" y="27113"/>
                    <a:pt x="146426" y="52251"/>
                    <a:pt x="130929" y="67762"/>
                  </a:cubicBezTo>
                  <a:lnTo>
                    <a:pt x="67762" y="130929"/>
                  </a:lnTo>
                  <a:cubicBezTo>
                    <a:pt x="60309" y="138371"/>
                    <a:pt x="50206" y="142548"/>
                    <a:pt x="39677" y="1425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2C0C1D3-7814-314E-9854-AAB4F6427022}"/>
                </a:ext>
              </a:extLst>
            </p:cNvPr>
            <p:cNvSpPr/>
            <p:nvPr/>
          </p:nvSpPr>
          <p:spPr>
            <a:xfrm>
              <a:off x="5558278" y="2634343"/>
              <a:ext cx="142546" cy="142539"/>
            </a:xfrm>
            <a:custGeom>
              <a:avLst/>
              <a:gdLst>
                <a:gd name="connsiteX0" fmla="*/ 102868 w 142546"/>
                <a:gd name="connsiteY0" fmla="*/ 142540 h 142539"/>
                <a:gd name="connsiteX1" fmla="*/ 74783 w 142546"/>
                <a:gd name="connsiteY1" fmla="*/ 130929 h 142539"/>
                <a:gd name="connsiteX2" fmla="*/ 11616 w 142546"/>
                <a:gd name="connsiteY2" fmla="*/ 67762 h 142539"/>
                <a:gd name="connsiteX3" fmla="*/ 11641 w 142546"/>
                <a:gd name="connsiteY3" fmla="*/ 11616 h 142539"/>
                <a:gd name="connsiteX4" fmla="*/ 67786 w 142546"/>
                <a:gd name="connsiteY4" fmla="*/ 11641 h 142539"/>
                <a:gd name="connsiteX5" fmla="*/ 130954 w 142546"/>
                <a:gd name="connsiteY5" fmla="*/ 74808 h 142539"/>
                <a:gd name="connsiteX6" fmla="*/ 130886 w 142546"/>
                <a:gd name="connsiteY6" fmla="*/ 130947 h 142539"/>
                <a:gd name="connsiteX7" fmla="*/ 102868 w 142546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546" h="142539">
                  <a:moveTo>
                    <a:pt x="102868" y="142540"/>
                  </a:moveTo>
                  <a:cubicBezTo>
                    <a:pt x="92337" y="142548"/>
                    <a:pt x="82234" y="138371"/>
                    <a:pt x="74783" y="130929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30954" y="74808"/>
                  </a:lnTo>
                  <a:cubicBezTo>
                    <a:pt x="146437" y="90329"/>
                    <a:pt x="146407" y="115463"/>
                    <a:pt x="130886" y="130947"/>
                  </a:cubicBezTo>
                  <a:cubicBezTo>
                    <a:pt x="123449" y="138366"/>
                    <a:pt x="113374" y="142535"/>
                    <a:pt x="102868" y="1425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2436B24-CD79-0B41-894E-8978B7486D35}"/>
                </a:ext>
              </a:extLst>
            </p:cNvPr>
            <p:cNvSpPr/>
            <p:nvPr/>
          </p:nvSpPr>
          <p:spPr>
            <a:xfrm>
              <a:off x="5838987" y="2539150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C7103F4-9DBE-0C4A-869D-B30FA9F3CA2C}"/>
                </a:ext>
              </a:extLst>
            </p:cNvPr>
            <p:cNvSpPr/>
            <p:nvPr/>
          </p:nvSpPr>
          <p:spPr>
            <a:xfrm>
              <a:off x="6137803" y="291259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3"/>
                    <a:pt x="153824" y="39697"/>
                  </a:cubicBezTo>
                  <a:cubicBezTo>
                    <a:pt x="153824" y="61620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3" name="Picture Placeholder 57">
            <a:extLst>
              <a:ext uri="{FF2B5EF4-FFF2-40B4-BE49-F238E27FC236}">
                <a16:creationId xmlns:a16="http://schemas.microsoft.com/office/drawing/2014/main" id="{56E0775B-CD22-493C-A281-9F7417D85EF7}"/>
              </a:ext>
            </a:extLst>
          </p:cNvPr>
          <p:cNvGrpSpPr>
            <a:grpSpLocks noChangeAspect="1"/>
          </p:cNvGrpSpPr>
          <p:nvPr/>
        </p:nvGrpSpPr>
        <p:grpSpPr>
          <a:xfrm>
            <a:off x="6787912" y="2548628"/>
            <a:ext cx="813780" cy="813779"/>
            <a:chOff x="6787912" y="2548628"/>
            <a:chExt cx="813780" cy="813779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1EBA1DA3-3FD3-5448-9E23-338C251EB99C}"/>
                </a:ext>
              </a:extLst>
            </p:cNvPr>
            <p:cNvSpPr/>
            <p:nvPr/>
          </p:nvSpPr>
          <p:spPr>
            <a:xfrm>
              <a:off x="6787912" y="2548628"/>
              <a:ext cx="813780" cy="813779"/>
            </a:xfrm>
            <a:custGeom>
              <a:avLst/>
              <a:gdLst>
                <a:gd name="connsiteX0" fmla="*/ 774084 w 813780"/>
                <a:gd name="connsiteY0" fmla="*/ 813779 h 813779"/>
                <a:gd name="connsiteX1" fmla="*/ 39697 w 813780"/>
                <a:gd name="connsiteY1" fmla="*/ 813779 h 813779"/>
                <a:gd name="connsiteX2" fmla="*/ 0 w 813780"/>
                <a:gd name="connsiteY2" fmla="*/ 774083 h 813779"/>
                <a:gd name="connsiteX3" fmla="*/ 0 w 813780"/>
                <a:gd name="connsiteY3" fmla="*/ 39697 h 813779"/>
                <a:gd name="connsiteX4" fmla="*/ 39697 w 813780"/>
                <a:gd name="connsiteY4" fmla="*/ 0 h 813779"/>
                <a:gd name="connsiteX5" fmla="*/ 774084 w 813780"/>
                <a:gd name="connsiteY5" fmla="*/ 0 h 813779"/>
                <a:gd name="connsiteX6" fmla="*/ 813780 w 813780"/>
                <a:gd name="connsiteY6" fmla="*/ 39697 h 813779"/>
                <a:gd name="connsiteX7" fmla="*/ 813780 w 813780"/>
                <a:gd name="connsiteY7" fmla="*/ 774083 h 813779"/>
                <a:gd name="connsiteX8" fmla="*/ 774084 w 813780"/>
                <a:gd name="connsiteY8" fmla="*/ 813779 h 813779"/>
                <a:gd name="connsiteX9" fmla="*/ 79393 w 813780"/>
                <a:gd name="connsiteY9" fmla="*/ 734386 h 813779"/>
                <a:gd name="connsiteX10" fmla="*/ 734387 w 813780"/>
                <a:gd name="connsiteY10" fmla="*/ 734386 h 813779"/>
                <a:gd name="connsiteX11" fmla="*/ 734387 w 813780"/>
                <a:gd name="connsiteY11" fmla="*/ 79393 h 813779"/>
                <a:gd name="connsiteX12" fmla="*/ 79393 w 813780"/>
                <a:gd name="connsiteY12" fmla="*/ 79393 h 813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80" h="813779">
                  <a:moveTo>
                    <a:pt x="774084" y="813779"/>
                  </a:moveTo>
                  <a:lnTo>
                    <a:pt x="39697" y="813779"/>
                  </a:lnTo>
                  <a:cubicBezTo>
                    <a:pt x="17773" y="813779"/>
                    <a:pt x="0" y="796005"/>
                    <a:pt x="0" y="77408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74084" y="0"/>
                  </a:lnTo>
                  <a:cubicBezTo>
                    <a:pt x="796006" y="0"/>
                    <a:pt x="813780" y="17773"/>
                    <a:pt x="813780" y="39697"/>
                  </a:cubicBezTo>
                  <a:lnTo>
                    <a:pt x="813780" y="774083"/>
                  </a:lnTo>
                  <a:cubicBezTo>
                    <a:pt x="813780" y="796005"/>
                    <a:pt x="796006" y="813779"/>
                    <a:pt x="774084" y="813779"/>
                  </a:cubicBezTo>
                  <a:close/>
                  <a:moveTo>
                    <a:pt x="79393" y="734386"/>
                  </a:moveTo>
                  <a:lnTo>
                    <a:pt x="734387" y="734386"/>
                  </a:lnTo>
                  <a:lnTo>
                    <a:pt x="73438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7C279D37-26DB-CA48-9618-AA00CFC913D9}"/>
                </a:ext>
              </a:extLst>
            </p:cNvPr>
            <p:cNvSpPr/>
            <p:nvPr/>
          </p:nvSpPr>
          <p:spPr>
            <a:xfrm>
              <a:off x="6923003" y="2684192"/>
              <a:ext cx="549204" cy="549200"/>
            </a:xfrm>
            <a:custGeom>
              <a:avLst/>
              <a:gdLst>
                <a:gd name="connsiteX0" fmla="*/ 273982 w 549204"/>
                <a:gd name="connsiteY0" fmla="*/ 549201 h 549200"/>
                <a:gd name="connsiteX1" fmla="*/ 1 w 549204"/>
                <a:gd name="connsiteY1" fmla="*/ 273982 h 549200"/>
                <a:gd name="connsiteX2" fmla="*/ 275221 w 549204"/>
                <a:gd name="connsiteY2" fmla="*/ 1 h 549200"/>
                <a:gd name="connsiteX3" fmla="*/ 549204 w 549204"/>
                <a:gd name="connsiteY3" fmla="*/ 275220 h 549200"/>
                <a:gd name="connsiteX4" fmla="*/ 286288 w 549204"/>
                <a:gd name="connsiteY4" fmla="*/ 548953 h 549200"/>
                <a:gd name="connsiteX5" fmla="*/ 273982 w 549204"/>
                <a:gd name="connsiteY5" fmla="*/ 549201 h 549200"/>
                <a:gd name="connsiteX6" fmla="*/ 274478 w 549204"/>
                <a:gd name="connsiteY6" fmla="*/ 77804 h 549200"/>
                <a:gd name="connsiteX7" fmla="*/ 265745 w 549204"/>
                <a:gd name="connsiteY7" fmla="*/ 77804 h 549200"/>
                <a:gd name="connsiteX8" fmla="*/ 74952 w 549204"/>
                <a:gd name="connsiteY8" fmla="*/ 277330 h 549200"/>
                <a:gd name="connsiteX9" fmla="*/ 274478 w 549204"/>
                <a:gd name="connsiteY9" fmla="*/ 468121 h 549200"/>
                <a:gd name="connsiteX10" fmla="*/ 465270 w 549204"/>
                <a:gd name="connsiteY10" fmla="*/ 268597 h 549200"/>
                <a:gd name="connsiteX11" fmla="*/ 274478 w 549204"/>
                <a:gd name="connsiteY11" fmla="*/ 77804 h 54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204" h="549200">
                  <a:moveTo>
                    <a:pt x="273982" y="549201"/>
                  </a:moveTo>
                  <a:cubicBezTo>
                    <a:pt x="122324" y="548859"/>
                    <a:pt x="-341" y="425641"/>
                    <a:pt x="1" y="273982"/>
                  </a:cubicBezTo>
                  <a:cubicBezTo>
                    <a:pt x="343" y="122324"/>
                    <a:pt x="123563" y="-341"/>
                    <a:pt x="275221" y="1"/>
                  </a:cubicBezTo>
                  <a:cubicBezTo>
                    <a:pt x="426879" y="343"/>
                    <a:pt x="549546" y="123563"/>
                    <a:pt x="549204" y="275220"/>
                  </a:cubicBezTo>
                  <a:cubicBezTo>
                    <a:pt x="548871" y="422093"/>
                    <a:pt x="433027" y="542701"/>
                    <a:pt x="286288" y="548953"/>
                  </a:cubicBezTo>
                  <a:cubicBezTo>
                    <a:pt x="282170" y="549102"/>
                    <a:pt x="278101" y="549201"/>
                    <a:pt x="273982" y="549201"/>
                  </a:cubicBezTo>
                  <a:close/>
                  <a:moveTo>
                    <a:pt x="274478" y="77804"/>
                  </a:moveTo>
                  <a:cubicBezTo>
                    <a:pt x="271551" y="77804"/>
                    <a:pt x="268673" y="77804"/>
                    <a:pt x="265745" y="77804"/>
                  </a:cubicBezTo>
                  <a:cubicBezTo>
                    <a:pt x="157962" y="80216"/>
                    <a:pt x="72541" y="169547"/>
                    <a:pt x="74952" y="277330"/>
                  </a:cubicBezTo>
                  <a:cubicBezTo>
                    <a:pt x="77364" y="385115"/>
                    <a:pt x="166695" y="470532"/>
                    <a:pt x="274478" y="468121"/>
                  </a:cubicBezTo>
                  <a:cubicBezTo>
                    <a:pt x="382260" y="465709"/>
                    <a:pt x="467682" y="376382"/>
                    <a:pt x="465270" y="268597"/>
                  </a:cubicBezTo>
                  <a:cubicBezTo>
                    <a:pt x="462933" y="164208"/>
                    <a:pt x="378866" y="80140"/>
                    <a:pt x="274478" y="778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ACE5CD9-64D4-1643-9D27-2E9EC9317AA1}"/>
                </a:ext>
              </a:extLst>
            </p:cNvPr>
            <p:cNvSpPr/>
            <p:nvPr/>
          </p:nvSpPr>
          <p:spPr>
            <a:xfrm>
              <a:off x="7063704" y="2915077"/>
              <a:ext cx="79492" cy="79294"/>
            </a:xfrm>
            <a:custGeom>
              <a:avLst/>
              <a:gdLst>
                <a:gd name="connsiteX0" fmla="*/ 39746 w 79492"/>
                <a:gd name="connsiteY0" fmla="*/ 79293 h 79294"/>
                <a:gd name="connsiteX1" fmla="*/ 32005 w 79492"/>
                <a:gd name="connsiteY1" fmla="*/ 78500 h 79294"/>
                <a:gd name="connsiteX2" fmla="*/ 11661 w 79492"/>
                <a:gd name="connsiteY2" fmla="*/ 67732 h 79294"/>
                <a:gd name="connsiteX3" fmla="*/ 6699 w 79492"/>
                <a:gd name="connsiteY3" fmla="*/ 61728 h 79294"/>
                <a:gd name="connsiteX4" fmla="*/ 3027 w 79492"/>
                <a:gd name="connsiteY4" fmla="*/ 54880 h 79294"/>
                <a:gd name="connsiteX5" fmla="*/ 794 w 79492"/>
                <a:gd name="connsiteY5" fmla="*/ 47437 h 79294"/>
                <a:gd name="connsiteX6" fmla="*/ 0 w 79492"/>
                <a:gd name="connsiteY6" fmla="*/ 39696 h 79294"/>
                <a:gd name="connsiteX7" fmla="*/ 794 w 79492"/>
                <a:gd name="connsiteY7" fmla="*/ 31906 h 79294"/>
                <a:gd name="connsiteX8" fmla="*/ 3027 w 79492"/>
                <a:gd name="connsiteY8" fmla="*/ 24512 h 79294"/>
                <a:gd name="connsiteX9" fmla="*/ 6699 w 79492"/>
                <a:gd name="connsiteY9" fmla="*/ 17665 h 79294"/>
                <a:gd name="connsiteX10" fmla="*/ 11661 w 79492"/>
                <a:gd name="connsiteY10" fmla="*/ 11611 h 79294"/>
                <a:gd name="connsiteX11" fmla="*/ 17715 w 79492"/>
                <a:gd name="connsiteY11" fmla="*/ 6649 h 79294"/>
                <a:gd name="connsiteX12" fmla="*/ 32005 w 79492"/>
                <a:gd name="connsiteY12" fmla="*/ 744 h 79294"/>
                <a:gd name="connsiteX13" fmla="*/ 47487 w 79492"/>
                <a:gd name="connsiteY13" fmla="*/ 744 h 79294"/>
                <a:gd name="connsiteX14" fmla="*/ 61778 w 79492"/>
                <a:gd name="connsiteY14" fmla="*/ 6649 h 79294"/>
                <a:gd name="connsiteX15" fmla="*/ 67832 w 79492"/>
                <a:gd name="connsiteY15" fmla="*/ 11611 h 79294"/>
                <a:gd name="connsiteX16" fmla="*/ 72794 w 79492"/>
                <a:gd name="connsiteY16" fmla="*/ 17665 h 79294"/>
                <a:gd name="connsiteX17" fmla="*/ 76466 w 79492"/>
                <a:gd name="connsiteY17" fmla="*/ 24512 h 79294"/>
                <a:gd name="connsiteX18" fmla="*/ 78699 w 79492"/>
                <a:gd name="connsiteY18" fmla="*/ 31906 h 79294"/>
                <a:gd name="connsiteX19" fmla="*/ 79493 w 79492"/>
                <a:gd name="connsiteY19" fmla="*/ 39696 h 79294"/>
                <a:gd name="connsiteX20" fmla="*/ 78699 w 79492"/>
                <a:gd name="connsiteY20" fmla="*/ 47437 h 79294"/>
                <a:gd name="connsiteX21" fmla="*/ 76466 w 79492"/>
                <a:gd name="connsiteY21" fmla="*/ 54880 h 79294"/>
                <a:gd name="connsiteX22" fmla="*/ 72794 w 79492"/>
                <a:gd name="connsiteY22" fmla="*/ 61728 h 79294"/>
                <a:gd name="connsiteX23" fmla="*/ 67832 w 79492"/>
                <a:gd name="connsiteY23" fmla="*/ 67732 h 79294"/>
                <a:gd name="connsiteX24" fmla="*/ 61778 w 79492"/>
                <a:gd name="connsiteY24" fmla="*/ 72694 h 79294"/>
                <a:gd name="connsiteX25" fmla="*/ 47487 w 79492"/>
                <a:gd name="connsiteY25" fmla="*/ 78599 h 79294"/>
                <a:gd name="connsiteX26" fmla="*/ 39746 w 79492"/>
                <a:gd name="connsiteY26" fmla="*/ 79293 h 7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92" h="79294">
                  <a:moveTo>
                    <a:pt x="39746" y="79293"/>
                  </a:moveTo>
                  <a:cubicBezTo>
                    <a:pt x="37147" y="79278"/>
                    <a:pt x="34555" y="79012"/>
                    <a:pt x="32005" y="78500"/>
                  </a:cubicBezTo>
                  <a:cubicBezTo>
                    <a:pt x="24309" y="76999"/>
                    <a:pt x="17230" y="73252"/>
                    <a:pt x="11661" y="67732"/>
                  </a:cubicBezTo>
                  <a:cubicBezTo>
                    <a:pt x="9818" y="65894"/>
                    <a:pt x="8156" y="63884"/>
                    <a:pt x="6699" y="61728"/>
                  </a:cubicBezTo>
                  <a:cubicBezTo>
                    <a:pt x="5263" y="59565"/>
                    <a:pt x="4033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260" y="44891"/>
                    <a:pt x="-6" y="42297"/>
                    <a:pt x="0" y="39696"/>
                  </a:cubicBezTo>
                  <a:cubicBezTo>
                    <a:pt x="-6" y="37079"/>
                    <a:pt x="260" y="34468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12" y="22110"/>
                    <a:pt x="5243" y="19815"/>
                    <a:pt x="6699" y="17665"/>
                  </a:cubicBezTo>
                  <a:cubicBezTo>
                    <a:pt x="8143" y="15484"/>
                    <a:pt x="9806" y="13455"/>
                    <a:pt x="11661" y="11611"/>
                  </a:cubicBezTo>
                  <a:cubicBezTo>
                    <a:pt x="13520" y="9771"/>
                    <a:pt x="15546" y="8110"/>
                    <a:pt x="17715" y="6649"/>
                  </a:cubicBezTo>
                  <a:cubicBezTo>
                    <a:pt x="22062" y="3795"/>
                    <a:pt x="26911" y="1791"/>
                    <a:pt x="32005" y="744"/>
                  </a:cubicBezTo>
                  <a:cubicBezTo>
                    <a:pt x="37118" y="-248"/>
                    <a:pt x="42374" y="-248"/>
                    <a:pt x="47487" y="744"/>
                  </a:cubicBezTo>
                  <a:cubicBezTo>
                    <a:pt x="52581" y="1791"/>
                    <a:pt x="57431" y="3795"/>
                    <a:pt x="61778" y="6649"/>
                  </a:cubicBezTo>
                  <a:cubicBezTo>
                    <a:pt x="63946" y="8110"/>
                    <a:pt x="65973" y="9771"/>
                    <a:pt x="67832" y="11611"/>
                  </a:cubicBezTo>
                  <a:cubicBezTo>
                    <a:pt x="69687" y="13455"/>
                    <a:pt x="71349" y="15484"/>
                    <a:pt x="72794" y="17665"/>
                  </a:cubicBezTo>
                  <a:cubicBezTo>
                    <a:pt x="74250" y="19815"/>
                    <a:pt x="75480" y="22110"/>
                    <a:pt x="76466" y="24512"/>
                  </a:cubicBezTo>
                  <a:cubicBezTo>
                    <a:pt x="77456" y="26896"/>
                    <a:pt x="78204" y="29373"/>
                    <a:pt x="78699" y="31906"/>
                  </a:cubicBezTo>
                  <a:cubicBezTo>
                    <a:pt x="79233" y="34468"/>
                    <a:pt x="79498" y="37079"/>
                    <a:pt x="79493" y="39696"/>
                  </a:cubicBezTo>
                  <a:cubicBezTo>
                    <a:pt x="79498" y="42297"/>
                    <a:pt x="79233" y="44891"/>
                    <a:pt x="78699" y="47437"/>
                  </a:cubicBezTo>
                  <a:cubicBezTo>
                    <a:pt x="78197" y="49985"/>
                    <a:pt x="77450" y="52477"/>
                    <a:pt x="76466" y="54880"/>
                  </a:cubicBezTo>
                  <a:cubicBezTo>
                    <a:pt x="75459" y="57273"/>
                    <a:pt x="74230" y="59565"/>
                    <a:pt x="72794" y="61728"/>
                  </a:cubicBezTo>
                  <a:cubicBezTo>
                    <a:pt x="71336" y="63884"/>
                    <a:pt x="69675" y="65894"/>
                    <a:pt x="67832" y="67732"/>
                  </a:cubicBezTo>
                  <a:cubicBezTo>
                    <a:pt x="65986" y="69586"/>
                    <a:pt x="63958" y="71248"/>
                    <a:pt x="61778" y="72694"/>
                  </a:cubicBezTo>
                  <a:cubicBezTo>
                    <a:pt x="57431" y="75548"/>
                    <a:pt x="52581" y="77552"/>
                    <a:pt x="47487" y="78599"/>
                  </a:cubicBezTo>
                  <a:cubicBezTo>
                    <a:pt x="44935" y="79078"/>
                    <a:pt x="42343" y="79310"/>
                    <a:pt x="39746" y="792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1391155-A95D-EE4F-98B2-2FEEE1AC7D3C}"/>
                </a:ext>
              </a:extLst>
            </p:cNvPr>
            <p:cNvSpPr/>
            <p:nvPr/>
          </p:nvSpPr>
          <p:spPr>
            <a:xfrm>
              <a:off x="7247549" y="2915921"/>
              <a:ext cx="79541" cy="79460"/>
            </a:xfrm>
            <a:custGeom>
              <a:avLst/>
              <a:gdLst>
                <a:gd name="connsiteX0" fmla="*/ 39746 w 79541"/>
                <a:gd name="connsiteY0" fmla="*/ 79442 h 79460"/>
                <a:gd name="connsiteX1" fmla="*/ 32006 w 79541"/>
                <a:gd name="connsiteY1" fmla="*/ 78648 h 79460"/>
                <a:gd name="connsiteX2" fmla="*/ 24563 w 79541"/>
                <a:gd name="connsiteY2" fmla="*/ 76366 h 79460"/>
                <a:gd name="connsiteX3" fmla="*/ 17715 w 79541"/>
                <a:gd name="connsiteY3" fmla="*/ 72744 h 79460"/>
                <a:gd name="connsiteX4" fmla="*/ 11661 w 79541"/>
                <a:gd name="connsiteY4" fmla="*/ 67781 h 79460"/>
                <a:gd name="connsiteX5" fmla="*/ 6699 w 79541"/>
                <a:gd name="connsiteY5" fmla="*/ 61728 h 79460"/>
                <a:gd name="connsiteX6" fmla="*/ 3027 w 79541"/>
                <a:gd name="connsiteY6" fmla="*/ 54880 h 79460"/>
                <a:gd name="connsiteX7" fmla="*/ 794 w 79541"/>
                <a:gd name="connsiteY7" fmla="*/ 47437 h 79460"/>
                <a:gd name="connsiteX8" fmla="*/ 794 w 79541"/>
                <a:gd name="connsiteY8" fmla="*/ 31906 h 79460"/>
                <a:gd name="connsiteX9" fmla="*/ 3027 w 79541"/>
                <a:gd name="connsiteY9" fmla="*/ 24512 h 79460"/>
                <a:gd name="connsiteX10" fmla="*/ 6699 w 79541"/>
                <a:gd name="connsiteY10" fmla="*/ 17665 h 79460"/>
                <a:gd name="connsiteX11" fmla="*/ 17665 w 79541"/>
                <a:gd name="connsiteY11" fmla="*/ 6698 h 79460"/>
                <a:gd name="connsiteX12" fmla="*/ 24513 w 79541"/>
                <a:gd name="connsiteY12" fmla="*/ 3026 h 79460"/>
                <a:gd name="connsiteX13" fmla="*/ 31956 w 79541"/>
                <a:gd name="connsiteY13" fmla="*/ 744 h 79460"/>
                <a:gd name="connsiteX14" fmla="*/ 47438 w 79541"/>
                <a:gd name="connsiteY14" fmla="*/ 744 h 79460"/>
                <a:gd name="connsiteX15" fmla="*/ 54881 w 79541"/>
                <a:gd name="connsiteY15" fmla="*/ 3026 h 79460"/>
                <a:gd name="connsiteX16" fmla="*/ 61728 w 79541"/>
                <a:gd name="connsiteY16" fmla="*/ 6698 h 79460"/>
                <a:gd name="connsiteX17" fmla="*/ 67733 w 79541"/>
                <a:gd name="connsiteY17" fmla="*/ 11661 h 79460"/>
                <a:gd name="connsiteX18" fmla="*/ 72695 w 79541"/>
                <a:gd name="connsiteY18" fmla="*/ 17714 h 79460"/>
                <a:gd name="connsiteX19" fmla="*/ 76367 w 79541"/>
                <a:gd name="connsiteY19" fmla="*/ 24562 h 79460"/>
                <a:gd name="connsiteX20" fmla="*/ 78748 w 79541"/>
                <a:gd name="connsiteY20" fmla="*/ 32154 h 79460"/>
                <a:gd name="connsiteX21" fmla="*/ 78748 w 79541"/>
                <a:gd name="connsiteY21" fmla="*/ 47685 h 79460"/>
                <a:gd name="connsiteX22" fmla="*/ 76515 w 79541"/>
                <a:gd name="connsiteY22" fmla="*/ 55128 h 79460"/>
                <a:gd name="connsiteX23" fmla="*/ 72843 w 79541"/>
                <a:gd name="connsiteY23" fmla="*/ 61976 h 79460"/>
                <a:gd name="connsiteX24" fmla="*/ 61877 w 79541"/>
                <a:gd name="connsiteY24" fmla="*/ 72942 h 79460"/>
                <a:gd name="connsiteX25" fmla="*/ 47587 w 79541"/>
                <a:gd name="connsiteY25" fmla="*/ 78847 h 79460"/>
                <a:gd name="connsiteX26" fmla="*/ 39746 w 79541"/>
                <a:gd name="connsiteY26" fmla="*/ 79442 h 7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541" h="79460">
                  <a:moveTo>
                    <a:pt x="39746" y="79442"/>
                  </a:moveTo>
                  <a:cubicBezTo>
                    <a:pt x="37146" y="79451"/>
                    <a:pt x="34551" y="79185"/>
                    <a:pt x="32006" y="78648"/>
                  </a:cubicBezTo>
                  <a:cubicBezTo>
                    <a:pt x="29455" y="78144"/>
                    <a:pt x="26959" y="77380"/>
                    <a:pt x="24563" y="76366"/>
                  </a:cubicBezTo>
                  <a:cubicBezTo>
                    <a:pt x="22166" y="75387"/>
                    <a:pt x="19873" y="74174"/>
                    <a:pt x="17715" y="72744"/>
                  </a:cubicBezTo>
                  <a:cubicBezTo>
                    <a:pt x="15546" y="71284"/>
                    <a:pt x="13517" y="69622"/>
                    <a:pt x="11661" y="67781"/>
                  </a:cubicBezTo>
                  <a:cubicBezTo>
                    <a:pt x="9805" y="65937"/>
                    <a:pt x="8144" y="63909"/>
                    <a:pt x="6699" y="61728"/>
                  </a:cubicBezTo>
                  <a:cubicBezTo>
                    <a:pt x="5263" y="59565"/>
                    <a:pt x="4033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-265" y="42314"/>
                    <a:pt x="-265" y="37029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13" y="22110"/>
                    <a:pt x="5243" y="19815"/>
                    <a:pt x="6699" y="17665"/>
                  </a:cubicBezTo>
                  <a:cubicBezTo>
                    <a:pt x="9552" y="13288"/>
                    <a:pt x="13289" y="9554"/>
                    <a:pt x="17665" y="6698"/>
                  </a:cubicBezTo>
                  <a:cubicBezTo>
                    <a:pt x="19824" y="5253"/>
                    <a:pt x="22116" y="4023"/>
                    <a:pt x="24513" y="3026"/>
                  </a:cubicBezTo>
                  <a:cubicBezTo>
                    <a:pt x="26920" y="2036"/>
                    <a:pt x="29410" y="1271"/>
                    <a:pt x="31956" y="744"/>
                  </a:cubicBezTo>
                  <a:cubicBezTo>
                    <a:pt x="37067" y="-248"/>
                    <a:pt x="42327" y="-248"/>
                    <a:pt x="47438" y="744"/>
                  </a:cubicBezTo>
                  <a:cubicBezTo>
                    <a:pt x="49983" y="1278"/>
                    <a:pt x="52474" y="2043"/>
                    <a:pt x="54881" y="3026"/>
                  </a:cubicBezTo>
                  <a:cubicBezTo>
                    <a:pt x="57277" y="4023"/>
                    <a:pt x="59570" y="5253"/>
                    <a:pt x="61728" y="6698"/>
                  </a:cubicBezTo>
                  <a:cubicBezTo>
                    <a:pt x="63902" y="8130"/>
                    <a:pt x="65916" y="9794"/>
                    <a:pt x="67733" y="11661"/>
                  </a:cubicBezTo>
                  <a:cubicBezTo>
                    <a:pt x="69588" y="13506"/>
                    <a:pt x="71251" y="15534"/>
                    <a:pt x="72695" y="17714"/>
                  </a:cubicBezTo>
                  <a:cubicBezTo>
                    <a:pt x="74149" y="19864"/>
                    <a:pt x="75379" y="22159"/>
                    <a:pt x="76367" y="24562"/>
                  </a:cubicBezTo>
                  <a:cubicBezTo>
                    <a:pt x="77419" y="27003"/>
                    <a:pt x="78217" y="29548"/>
                    <a:pt x="78748" y="32154"/>
                  </a:cubicBezTo>
                  <a:cubicBezTo>
                    <a:pt x="79805" y="37277"/>
                    <a:pt x="79805" y="42562"/>
                    <a:pt x="78748" y="47685"/>
                  </a:cubicBezTo>
                  <a:cubicBezTo>
                    <a:pt x="78247" y="50233"/>
                    <a:pt x="77498" y="52726"/>
                    <a:pt x="76515" y="55128"/>
                  </a:cubicBezTo>
                  <a:cubicBezTo>
                    <a:pt x="75508" y="57521"/>
                    <a:pt x="74278" y="59813"/>
                    <a:pt x="72843" y="61976"/>
                  </a:cubicBezTo>
                  <a:cubicBezTo>
                    <a:pt x="69951" y="66323"/>
                    <a:pt x="66224" y="70050"/>
                    <a:pt x="61877" y="72942"/>
                  </a:cubicBezTo>
                  <a:cubicBezTo>
                    <a:pt x="57531" y="75796"/>
                    <a:pt x="52683" y="77799"/>
                    <a:pt x="47587" y="78847"/>
                  </a:cubicBezTo>
                  <a:cubicBezTo>
                    <a:pt x="45001" y="79324"/>
                    <a:pt x="42371" y="79524"/>
                    <a:pt x="39746" y="7944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8" name="Picture Placeholder 59">
            <a:extLst>
              <a:ext uri="{FF2B5EF4-FFF2-40B4-BE49-F238E27FC236}">
                <a16:creationId xmlns:a16="http://schemas.microsoft.com/office/drawing/2014/main" id="{68A69111-EEC1-4DBF-9636-670F53B39FB1}"/>
              </a:ext>
            </a:extLst>
          </p:cNvPr>
          <p:cNvGrpSpPr>
            <a:grpSpLocks noChangeAspect="1"/>
          </p:cNvGrpSpPr>
          <p:nvPr/>
        </p:nvGrpSpPr>
        <p:grpSpPr>
          <a:xfrm>
            <a:off x="8099962" y="2543170"/>
            <a:ext cx="824696" cy="824695"/>
            <a:chOff x="8099962" y="2543170"/>
            <a:chExt cx="824696" cy="824695"/>
          </a:xfrm>
        </p:grpSpPr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D544B337-FC08-4941-87F4-9C28ABF07276}"/>
                </a:ext>
              </a:extLst>
            </p:cNvPr>
            <p:cNvSpPr/>
            <p:nvPr/>
          </p:nvSpPr>
          <p:spPr>
            <a:xfrm>
              <a:off x="8764681" y="2915821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3"/>
                    <a:pt x="159977" y="39697"/>
                  </a:cubicBezTo>
                  <a:cubicBezTo>
                    <a:pt x="159977" y="61620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16FA2AF-91EC-1E41-A45D-62614A8ECA50}"/>
                </a:ext>
              </a:extLst>
            </p:cNvPr>
            <p:cNvSpPr/>
            <p:nvPr/>
          </p:nvSpPr>
          <p:spPr>
            <a:xfrm>
              <a:off x="8764681" y="2729743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3"/>
                    <a:pt x="159977" y="39697"/>
                  </a:cubicBezTo>
                  <a:cubicBezTo>
                    <a:pt x="159977" y="61620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881FD78-56C2-1F43-9737-A66F811FC007}"/>
                </a:ext>
              </a:extLst>
            </p:cNvPr>
            <p:cNvSpPr/>
            <p:nvPr/>
          </p:nvSpPr>
          <p:spPr>
            <a:xfrm>
              <a:off x="8764681" y="3102147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4"/>
                    <a:pt x="159977" y="39697"/>
                  </a:cubicBezTo>
                  <a:cubicBezTo>
                    <a:pt x="159977" y="61619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137B5F8-B4E7-414B-A779-3209C0EEE471}"/>
                </a:ext>
              </a:extLst>
            </p:cNvPr>
            <p:cNvSpPr/>
            <p:nvPr/>
          </p:nvSpPr>
          <p:spPr>
            <a:xfrm>
              <a:off x="8099962" y="2915821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3"/>
                    <a:pt x="159977" y="39697"/>
                  </a:cubicBezTo>
                  <a:cubicBezTo>
                    <a:pt x="159977" y="61620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95DE4D61-E842-AB40-BA02-F1A0CC8676BE}"/>
                </a:ext>
              </a:extLst>
            </p:cNvPr>
            <p:cNvSpPr/>
            <p:nvPr/>
          </p:nvSpPr>
          <p:spPr>
            <a:xfrm>
              <a:off x="8099962" y="2729743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3"/>
                    <a:pt x="159977" y="39697"/>
                  </a:cubicBezTo>
                  <a:cubicBezTo>
                    <a:pt x="159977" y="61620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A16D860-659E-2D4E-97DA-2CBD4EF2196F}"/>
                </a:ext>
              </a:extLst>
            </p:cNvPr>
            <p:cNvSpPr/>
            <p:nvPr/>
          </p:nvSpPr>
          <p:spPr>
            <a:xfrm>
              <a:off x="8099962" y="3102147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4"/>
                    <a:pt x="159977" y="39697"/>
                  </a:cubicBezTo>
                  <a:cubicBezTo>
                    <a:pt x="159977" y="61619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CDA6A13-66E3-724F-BB74-0FAEE40DCBE5}"/>
                </a:ext>
              </a:extLst>
            </p:cNvPr>
            <p:cNvSpPr/>
            <p:nvPr/>
          </p:nvSpPr>
          <p:spPr>
            <a:xfrm>
              <a:off x="8472613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EFC2FD4C-CE2B-BB40-BD09-8BC4EE24729F}"/>
                </a:ext>
              </a:extLst>
            </p:cNvPr>
            <p:cNvSpPr/>
            <p:nvPr/>
          </p:nvSpPr>
          <p:spPr>
            <a:xfrm>
              <a:off x="8286536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B3B98D11-4372-844F-B9CC-62D7488EC1EB}"/>
                </a:ext>
              </a:extLst>
            </p:cNvPr>
            <p:cNvSpPr/>
            <p:nvPr/>
          </p:nvSpPr>
          <p:spPr>
            <a:xfrm>
              <a:off x="8658939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4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19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4137881-5242-504D-830F-97CF53C95368}"/>
                </a:ext>
              </a:extLst>
            </p:cNvPr>
            <p:cNvSpPr/>
            <p:nvPr/>
          </p:nvSpPr>
          <p:spPr>
            <a:xfrm>
              <a:off x="8472613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920FB283-3B87-9B49-A3B5-17E544CC3BB5}"/>
                </a:ext>
              </a:extLst>
            </p:cNvPr>
            <p:cNvSpPr/>
            <p:nvPr/>
          </p:nvSpPr>
          <p:spPr>
            <a:xfrm>
              <a:off x="8286536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907852AE-31CD-6241-96F7-A2C6B45945E2}"/>
                </a:ext>
              </a:extLst>
            </p:cNvPr>
            <p:cNvSpPr/>
            <p:nvPr/>
          </p:nvSpPr>
          <p:spPr>
            <a:xfrm>
              <a:off x="8658939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4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19" y="159977"/>
                    <a:pt x="39697" y="1599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5625940-44A4-7242-86DF-CCC223A1C533}"/>
                </a:ext>
              </a:extLst>
            </p:cNvPr>
            <p:cNvSpPr/>
            <p:nvPr/>
          </p:nvSpPr>
          <p:spPr>
            <a:xfrm>
              <a:off x="8195630" y="2633827"/>
              <a:ext cx="638370" cy="638370"/>
            </a:xfrm>
            <a:custGeom>
              <a:avLst/>
              <a:gdLst>
                <a:gd name="connsiteX0" fmla="*/ 598674 w 638370"/>
                <a:gd name="connsiteY0" fmla="*/ 638370 h 638370"/>
                <a:gd name="connsiteX1" fmla="*/ 39697 w 638370"/>
                <a:gd name="connsiteY1" fmla="*/ 638370 h 638370"/>
                <a:gd name="connsiteX2" fmla="*/ 0 w 638370"/>
                <a:gd name="connsiteY2" fmla="*/ 598674 h 638370"/>
                <a:gd name="connsiteX3" fmla="*/ 0 w 638370"/>
                <a:gd name="connsiteY3" fmla="*/ 39697 h 638370"/>
                <a:gd name="connsiteX4" fmla="*/ 39697 w 638370"/>
                <a:gd name="connsiteY4" fmla="*/ 0 h 638370"/>
                <a:gd name="connsiteX5" fmla="*/ 598674 w 638370"/>
                <a:gd name="connsiteY5" fmla="*/ 0 h 638370"/>
                <a:gd name="connsiteX6" fmla="*/ 638371 w 638370"/>
                <a:gd name="connsiteY6" fmla="*/ 39697 h 638370"/>
                <a:gd name="connsiteX7" fmla="*/ 638371 w 638370"/>
                <a:gd name="connsiteY7" fmla="*/ 598674 h 638370"/>
                <a:gd name="connsiteX8" fmla="*/ 598674 w 638370"/>
                <a:gd name="connsiteY8" fmla="*/ 638370 h 638370"/>
                <a:gd name="connsiteX9" fmla="*/ 79393 w 638370"/>
                <a:gd name="connsiteY9" fmla="*/ 558977 h 638370"/>
                <a:gd name="connsiteX10" fmla="*/ 558978 w 638370"/>
                <a:gd name="connsiteY10" fmla="*/ 558977 h 638370"/>
                <a:gd name="connsiteX11" fmla="*/ 558978 w 638370"/>
                <a:gd name="connsiteY11" fmla="*/ 79393 h 638370"/>
                <a:gd name="connsiteX12" fmla="*/ 79393 w 638370"/>
                <a:gd name="connsiteY12" fmla="*/ 79393 h 63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370" h="638370">
                  <a:moveTo>
                    <a:pt x="598674" y="638370"/>
                  </a:moveTo>
                  <a:lnTo>
                    <a:pt x="39697" y="638370"/>
                  </a:lnTo>
                  <a:cubicBezTo>
                    <a:pt x="17773" y="638370"/>
                    <a:pt x="0" y="620596"/>
                    <a:pt x="0" y="5986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8674" y="0"/>
                  </a:lnTo>
                  <a:cubicBezTo>
                    <a:pt x="620597" y="0"/>
                    <a:pt x="638371" y="17773"/>
                    <a:pt x="638371" y="39697"/>
                  </a:cubicBezTo>
                  <a:lnTo>
                    <a:pt x="638371" y="598674"/>
                  </a:lnTo>
                  <a:cubicBezTo>
                    <a:pt x="638371" y="620596"/>
                    <a:pt x="620597" y="638370"/>
                    <a:pt x="598674" y="638370"/>
                  </a:cubicBezTo>
                  <a:close/>
                  <a:moveTo>
                    <a:pt x="79393" y="558977"/>
                  </a:moveTo>
                  <a:lnTo>
                    <a:pt x="558978" y="558977"/>
                  </a:lnTo>
                  <a:lnTo>
                    <a:pt x="5589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2" name="Picture Placeholder 61">
            <a:extLst>
              <a:ext uri="{FF2B5EF4-FFF2-40B4-BE49-F238E27FC236}">
                <a16:creationId xmlns:a16="http://schemas.microsoft.com/office/drawing/2014/main" id="{CB220FF3-D905-4577-9DFB-D9AA76B5623E}"/>
              </a:ext>
            </a:extLst>
          </p:cNvPr>
          <p:cNvGrpSpPr>
            <a:grpSpLocks noChangeAspect="1"/>
          </p:cNvGrpSpPr>
          <p:nvPr/>
        </p:nvGrpSpPr>
        <p:grpSpPr>
          <a:xfrm>
            <a:off x="9416445" y="2542155"/>
            <a:ext cx="826744" cy="826702"/>
            <a:chOff x="9416445" y="2542155"/>
            <a:chExt cx="826744" cy="826702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274A0389-F031-504E-AF15-F96EA30C1F7D}"/>
                </a:ext>
              </a:extLst>
            </p:cNvPr>
            <p:cNvSpPr/>
            <p:nvPr/>
          </p:nvSpPr>
          <p:spPr>
            <a:xfrm>
              <a:off x="9416445" y="2542155"/>
              <a:ext cx="826735" cy="826702"/>
            </a:xfrm>
            <a:custGeom>
              <a:avLst/>
              <a:gdLst>
                <a:gd name="connsiteX0" fmla="*/ 39728 w 826735"/>
                <a:gd name="connsiteY0" fmla="*/ 826703 h 826702"/>
                <a:gd name="connsiteX1" fmla="*/ 0 w 826735"/>
                <a:gd name="connsiteY1" fmla="*/ 787036 h 826702"/>
                <a:gd name="connsiteX2" fmla="*/ 11642 w 826735"/>
                <a:gd name="connsiteY2" fmla="*/ 758921 h 826702"/>
                <a:gd name="connsiteX3" fmla="*/ 758931 w 826735"/>
                <a:gd name="connsiteY3" fmla="*/ 11633 h 826702"/>
                <a:gd name="connsiteX4" fmla="*/ 815102 w 826735"/>
                <a:gd name="connsiteY4" fmla="*/ 11633 h 826702"/>
                <a:gd name="connsiteX5" fmla="*/ 815102 w 826735"/>
                <a:gd name="connsiteY5" fmla="*/ 67804 h 826702"/>
                <a:gd name="connsiteX6" fmla="*/ 67813 w 826735"/>
                <a:gd name="connsiteY6" fmla="*/ 815092 h 826702"/>
                <a:gd name="connsiteX7" fmla="*/ 39728 w 826735"/>
                <a:gd name="connsiteY7" fmla="*/ 826703 h 82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735" h="826702">
                  <a:moveTo>
                    <a:pt x="39728" y="826703"/>
                  </a:moveTo>
                  <a:cubicBezTo>
                    <a:pt x="17804" y="826718"/>
                    <a:pt x="17" y="808963"/>
                    <a:pt x="0" y="787036"/>
                  </a:cubicBezTo>
                  <a:cubicBezTo>
                    <a:pt x="-8" y="776492"/>
                    <a:pt x="4181" y="766374"/>
                    <a:pt x="11642" y="758921"/>
                  </a:cubicBezTo>
                  <a:lnTo>
                    <a:pt x="758931" y="11633"/>
                  </a:lnTo>
                  <a:cubicBezTo>
                    <a:pt x="774442" y="-3878"/>
                    <a:pt x="799590" y="-3878"/>
                    <a:pt x="815102" y="11633"/>
                  </a:cubicBezTo>
                  <a:cubicBezTo>
                    <a:pt x="830613" y="27144"/>
                    <a:pt x="830613" y="52293"/>
                    <a:pt x="815102" y="67804"/>
                  </a:cubicBezTo>
                  <a:lnTo>
                    <a:pt x="67813" y="815092"/>
                  </a:lnTo>
                  <a:cubicBezTo>
                    <a:pt x="60362" y="822535"/>
                    <a:pt x="50259" y="826713"/>
                    <a:pt x="39728" y="82670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A060985-7051-A045-B884-AA7A75C28E20}"/>
                </a:ext>
              </a:extLst>
            </p:cNvPr>
            <p:cNvSpPr/>
            <p:nvPr/>
          </p:nvSpPr>
          <p:spPr>
            <a:xfrm>
              <a:off x="9416454" y="2542155"/>
              <a:ext cx="826735" cy="826702"/>
            </a:xfrm>
            <a:custGeom>
              <a:avLst/>
              <a:gdLst>
                <a:gd name="connsiteX0" fmla="*/ 787007 w 826735"/>
                <a:gd name="connsiteY0" fmla="*/ 826703 h 826702"/>
                <a:gd name="connsiteX1" fmla="*/ 758922 w 826735"/>
                <a:gd name="connsiteY1" fmla="*/ 815092 h 826702"/>
                <a:gd name="connsiteX2" fmla="*/ 11633 w 826735"/>
                <a:gd name="connsiteY2" fmla="*/ 67804 h 826702"/>
                <a:gd name="connsiteX3" fmla="*/ 11633 w 826735"/>
                <a:gd name="connsiteY3" fmla="*/ 11633 h 826702"/>
                <a:gd name="connsiteX4" fmla="*/ 67804 w 826735"/>
                <a:gd name="connsiteY4" fmla="*/ 11633 h 826702"/>
                <a:gd name="connsiteX5" fmla="*/ 815092 w 826735"/>
                <a:gd name="connsiteY5" fmla="*/ 758921 h 826702"/>
                <a:gd name="connsiteX6" fmla="*/ 815122 w 826735"/>
                <a:gd name="connsiteY6" fmla="*/ 815062 h 826702"/>
                <a:gd name="connsiteX7" fmla="*/ 787007 w 826735"/>
                <a:gd name="connsiteY7" fmla="*/ 826703 h 82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735" h="826702">
                  <a:moveTo>
                    <a:pt x="787007" y="826703"/>
                  </a:moveTo>
                  <a:cubicBezTo>
                    <a:pt x="776478" y="826713"/>
                    <a:pt x="766375" y="822535"/>
                    <a:pt x="758922" y="815092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815092" y="758921"/>
                  </a:lnTo>
                  <a:cubicBezTo>
                    <a:pt x="830604" y="774412"/>
                    <a:pt x="830619" y="799550"/>
                    <a:pt x="815122" y="815062"/>
                  </a:cubicBezTo>
                  <a:cubicBezTo>
                    <a:pt x="807669" y="822520"/>
                    <a:pt x="797552" y="826713"/>
                    <a:pt x="787007" y="82670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5" name="Picture Placeholder 63">
            <a:extLst>
              <a:ext uri="{FF2B5EF4-FFF2-40B4-BE49-F238E27FC236}">
                <a16:creationId xmlns:a16="http://schemas.microsoft.com/office/drawing/2014/main" id="{3BA5CAF0-1662-47AE-8659-5C473E8FB6B2}"/>
              </a:ext>
            </a:extLst>
          </p:cNvPr>
          <p:cNvGrpSpPr>
            <a:grpSpLocks noChangeAspect="1"/>
          </p:cNvGrpSpPr>
          <p:nvPr/>
        </p:nvGrpSpPr>
        <p:grpSpPr>
          <a:xfrm>
            <a:off x="1490589" y="3639973"/>
            <a:ext cx="868363" cy="868362"/>
            <a:chOff x="1490589" y="3639973"/>
            <a:chExt cx="868363" cy="868362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B9F71E12-00DA-0744-A13C-92A04C0E1544}"/>
                </a:ext>
              </a:extLst>
            </p:cNvPr>
            <p:cNvSpPr/>
            <p:nvPr/>
          </p:nvSpPr>
          <p:spPr>
            <a:xfrm>
              <a:off x="1510437" y="4036938"/>
              <a:ext cx="828666" cy="79393"/>
            </a:xfrm>
            <a:custGeom>
              <a:avLst/>
              <a:gdLst>
                <a:gd name="connsiteX0" fmla="*/ 788970 w 828666"/>
                <a:gd name="connsiteY0" fmla="*/ 79393 h 79393"/>
                <a:gd name="connsiteX1" fmla="*/ 39697 w 828666"/>
                <a:gd name="connsiteY1" fmla="*/ 79393 h 79393"/>
                <a:gd name="connsiteX2" fmla="*/ 0 w 828666"/>
                <a:gd name="connsiteY2" fmla="*/ 39697 h 79393"/>
                <a:gd name="connsiteX3" fmla="*/ 39697 w 828666"/>
                <a:gd name="connsiteY3" fmla="*/ 0 h 79393"/>
                <a:gd name="connsiteX4" fmla="*/ 788970 w 828666"/>
                <a:gd name="connsiteY4" fmla="*/ 0 h 79393"/>
                <a:gd name="connsiteX5" fmla="*/ 828666 w 828666"/>
                <a:gd name="connsiteY5" fmla="*/ 39697 h 79393"/>
                <a:gd name="connsiteX6" fmla="*/ 788970 w 82866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8666" h="79393">
                  <a:moveTo>
                    <a:pt x="78897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8970" y="0"/>
                  </a:lnTo>
                  <a:cubicBezTo>
                    <a:pt x="810892" y="0"/>
                    <a:pt x="828666" y="17773"/>
                    <a:pt x="828666" y="39697"/>
                  </a:cubicBezTo>
                  <a:cubicBezTo>
                    <a:pt x="828666" y="61620"/>
                    <a:pt x="810892" y="79393"/>
                    <a:pt x="78897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D678D487-A926-5E49-BCED-B96CDD6A163D}"/>
                </a:ext>
              </a:extLst>
            </p:cNvPr>
            <p:cNvSpPr/>
            <p:nvPr/>
          </p:nvSpPr>
          <p:spPr>
            <a:xfrm>
              <a:off x="1887554" y="3654859"/>
              <a:ext cx="79393" cy="838589"/>
            </a:xfrm>
            <a:custGeom>
              <a:avLst/>
              <a:gdLst>
                <a:gd name="connsiteX0" fmla="*/ 39697 w 79393"/>
                <a:gd name="connsiteY0" fmla="*/ 838590 h 838589"/>
                <a:gd name="connsiteX1" fmla="*/ 0 w 79393"/>
                <a:gd name="connsiteY1" fmla="*/ 798893 h 838589"/>
                <a:gd name="connsiteX2" fmla="*/ 0 w 79393"/>
                <a:gd name="connsiteY2" fmla="*/ 39697 h 838589"/>
                <a:gd name="connsiteX3" fmla="*/ 39697 w 79393"/>
                <a:gd name="connsiteY3" fmla="*/ 0 h 838589"/>
                <a:gd name="connsiteX4" fmla="*/ 79393 w 79393"/>
                <a:gd name="connsiteY4" fmla="*/ 39697 h 838589"/>
                <a:gd name="connsiteX5" fmla="*/ 79393 w 79393"/>
                <a:gd name="connsiteY5" fmla="*/ 798893 h 838589"/>
                <a:gd name="connsiteX6" fmla="*/ 39697 w 79393"/>
                <a:gd name="connsiteY6" fmla="*/ 838590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8589">
                  <a:moveTo>
                    <a:pt x="39697" y="838590"/>
                  </a:moveTo>
                  <a:cubicBezTo>
                    <a:pt x="17773" y="838590"/>
                    <a:pt x="0" y="820815"/>
                    <a:pt x="0" y="7988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8893"/>
                  </a:lnTo>
                  <a:cubicBezTo>
                    <a:pt x="79393" y="820815"/>
                    <a:pt x="61621" y="838590"/>
                    <a:pt x="39697" y="8385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sp>
        <p:nvSpPr>
          <p:cNvPr id="118" name="Picture Placeholder 65">
            <a:extLst>
              <a:ext uri="{FF2B5EF4-FFF2-40B4-BE49-F238E27FC236}">
                <a16:creationId xmlns:a16="http://schemas.microsoft.com/office/drawing/2014/main" id="{32FF169E-E8D6-4E20-9DB0-4720837366E8}"/>
              </a:ext>
            </a:extLst>
          </p:cNvPr>
          <p:cNvSpPr>
            <a:spLocks noChangeAspect="1"/>
          </p:cNvSpPr>
          <p:nvPr/>
        </p:nvSpPr>
        <p:spPr>
          <a:xfrm>
            <a:off x="2827945" y="4034457"/>
            <a:ext cx="828666" cy="79393"/>
          </a:xfrm>
          <a:custGeom>
            <a:avLst/>
            <a:gdLst>
              <a:gd name="connsiteX0" fmla="*/ 788970 w 828666"/>
              <a:gd name="connsiteY0" fmla="*/ 79393 h 79393"/>
              <a:gd name="connsiteX1" fmla="*/ 39697 w 828666"/>
              <a:gd name="connsiteY1" fmla="*/ 79393 h 79393"/>
              <a:gd name="connsiteX2" fmla="*/ 0 w 828666"/>
              <a:gd name="connsiteY2" fmla="*/ 39697 h 79393"/>
              <a:gd name="connsiteX3" fmla="*/ 39697 w 828666"/>
              <a:gd name="connsiteY3" fmla="*/ 0 h 79393"/>
              <a:gd name="connsiteX4" fmla="*/ 788970 w 828666"/>
              <a:gd name="connsiteY4" fmla="*/ 0 h 79393"/>
              <a:gd name="connsiteX5" fmla="*/ 828666 w 828666"/>
              <a:gd name="connsiteY5" fmla="*/ 39697 h 79393"/>
              <a:gd name="connsiteX6" fmla="*/ 788970 w 828666"/>
              <a:gd name="connsiteY6" fmla="*/ 79393 h 79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666" h="79393">
                <a:moveTo>
                  <a:pt x="788970" y="79393"/>
                </a:moveTo>
                <a:lnTo>
                  <a:pt x="39697" y="79393"/>
                </a:lnTo>
                <a:cubicBezTo>
                  <a:pt x="17773" y="79393"/>
                  <a:pt x="0" y="61620"/>
                  <a:pt x="0" y="39697"/>
                </a:cubicBezTo>
                <a:cubicBezTo>
                  <a:pt x="0" y="17773"/>
                  <a:pt x="17773" y="0"/>
                  <a:pt x="39697" y="0"/>
                </a:cubicBezTo>
                <a:lnTo>
                  <a:pt x="788970" y="0"/>
                </a:lnTo>
                <a:cubicBezTo>
                  <a:pt x="810892" y="0"/>
                  <a:pt x="828666" y="17773"/>
                  <a:pt x="828666" y="39697"/>
                </a:cubicBezTo>
                <a:cubicBezTo>
                  <a:pt x="828666" y="61620"/>
                  <a:pt x="810892" y="79393"/>
                  <a:pt x="788970" y="79393"/>
                </a:cubicBezTo>
                <a:close/>
              </a:path>
            </a:pathLst>
          </a:custGeom>
          <a:solidFill>
            <a:srgbClr val="EF463C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119" name="Picture Placeholder 67">
            <a:extLst>
              <a:ext uri="{FF2B5EF4-FFF2-40B4-BE49-F238E27FC236}">
                <a16:creationId xmlns:a16="http://schemas.microsoft.com/office/drawing/2014/main" id="{8FF353DE-6819-4370-8177-443114B9023B}"/>
              </a:ext>
            </a:extLst>
          </p:cNvPr>
          <p:cNvGrpSpPr>
            <a:grpSpLocks noChangeAspect="1"/>
          </p:cNvGrpSpPr>
          <p:nvPr/>
        </p:nvGrpSpPr>
        <p:grpSpPr>
          <a:xfrm>
            <a:off x="4125605" y="3639973"/>
            <a:ext cx="868363" cy="868362"/>
            <a:chOff x="4125605" y="3639973"/>
            <a:chExt cx="868363" cy="868362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E9D27E48-961F-3A4F-9BE7-1A416E8084F6}"/>
                </a:ext>
              </a:extLst>
            </p:cNvPr>
            <p:cNvSpPr/>
            <p:nvPr/>
          </p:nvSpPr>
          <p:spPr>
            <a:xfrm>
              <a:off x="4142950" y="3988536"/>
              <a:ext cx="359803" cy="359771"/>
            </a:xfrm>
            <a:custGeom>
              <a:avLst/>
              <a:gdLst>
                <a:gd name="connsiteX0" fmla="*/ 320076 w 359803"/>
                <a:gd name="connsiteY0" fmla="*/ 359772 h 359771"/>
                <a:gd name="connsiteX1" fmla="*/ 291991 w 359803"/>
                <a:gd name="connsiteY1" fmla="*/ 348161 h 359771"/>
                <a:gd name="connsiteX2" fmla="*/ 11633 w 359803"/>
                <a:gd name="connsiteY2" fmla="*/ 67804 h 359771"/>
                <a:gd name="connsiteX3" fmla="*/ 11633 w 359803"/>
                <a:gd name="connsiteY3" fmla="*/ 11633 h 359771"/>
                <a:gd name="connsiteX4" fmla="*/ 67804 w 359803"/>
                <a:gd name="connsiteY4" fmla="*/ 11633 h 359771"/>
                <a:gd name="connsiteX5" fmla="*/ 348161 w 359803"/>
                <a:gd name="connsiteY5" fmla="*/ 291990 h 359771"/>
                <a:gd name="connsiteX6" fmla="*/ 348192 w 359803"/>
                <a:gd name="connsiteY6" fmla="*/ 348131 h 359771"/>
                <a:gd name="connsiteX7" fmla="*/ 320076 w 359803"/>
                <a:gd name="connsiteY7" fmla="*/ 359772 h 35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9803" h="359771">
                  <a:moveTo>
                    <a:pt x="320076" y="359772"/>
                  </a:moveTo>
                  <a:cubicBezTo>
                    <a:pt x="309544" y="359782"/>
                    <a:pt x="299442" y="355604"/>
                    <a:pt x="291991" y="348161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348161" y="291990"/>
                  </a:lnTo>
                  <a:cubicBezTo>
                    <a:pt x="363672" y="307482"/>
                    <a:pt x="363687" y="332619"/>
                    <a:pt x="348192" y="348131"/>
                  </a:cubicBezTo>
                  <a:cubicBezTo>
                    <a:pt x="340739" y="355589"/>
                    <a:pt x="330623" y="359782"/>
                    <a:pt x="320076" y="3597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C3FF6DB4-5184-F549-AFD8-C53665270551}"/>
                </a:ext>
              </a:extLst>
            </p:cNvPr>
            <p:cNvSpPr/>
            <p:nvPr/>
          </p:nvSpPr>
          <p:spPr>
            <a:xfrm>
              <a:off x="4428309" y="3800718"/>
              <a:ext cx="547573" cy="548830"/>
            </a:xfrm>
            <a:custGeom>
              <a:avLst/>
              <a:gdLst>
                <a:gd name="connsiteX0" fmla="*/ 39678 w 547573"/>
                <a:gd name="connsiteY0" fmla="*/ 548830 h 548830"/>
                <a:gd name="connsiteX1" fmla="*/ 0 w 547573"/>
                <a:gd name="connsiteY1" fmla="*/ 509114 h 548830"/>
                <a:gd name="connsiteX2" fmla="*/ 11593 w 547573"/>
                <a:gd name="connsiteY2" fmla="*/ 481098 h 548830"/>
                <a:gd name="connsiteX3" fmla="*/ 480509 w 547573"/>
                <a:gd name="connsiteY3" fmla="*/ 10942 h 548830"/>
                <a:gd name="connsiteX4" fmla="*/ 536630 w 547573"/>
                <a:gd name="connsiteY4" fmla="*/ 12329 h 548830"/>
                <a:gd name="connsiteX5" fmla="*/ 536680 w 547573"/>
                <a:gd name="connsiteY5" fmla="*/ 67013 h 548830"/>
                <a:gd name="connsiteX6" fmla="*/ 67764 w 547573"/>
                <a:gd name="connsiteY6" fmla="*/ 537169 h 548830"/>
                <a:gd name="connsiteX7" fmla="*/ 39678 w 547573"/>
                <a:gd name="connsiteY7" fmla="*/ 548830 h 5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7573" h="548830">
                  <a:moveTo>
                    <a:pt x="39678" y="548830"/>
                  </a:moveTo>
                  <a:cubicBezTo>
                    <a:pt x="17754" y="548820"/>
                    <a:pt x="-10" y="531041"/>
                    <a:pt x="0" y="509114"/>
                  </a:cubicBezTo>
                  <a:cubicBezTo>
                    <a:pt x="5" y="498609"/>
                    <a:pt x="4174" y="488536"/>
                    <a:pt x="11593" y="481098"/>
                  </a:cubicBezTo>
                  <a:lnTo>
                    <a:pt x="480509" y="10942"/>
                  </a:lnTo>
                  <a:cubicBezTo>
                    <a:pt x="496388" y="-4173"/>
                    <a:pt x="521516" y="-3552"/>
                    <a:pt x="536630" y="12329"/>
                  </a:cubicBezTo>
                  <a:cubicBezTo>
                    <a:pt x="551204" y="27638"/>
                    <a:pt x="551223" y="51679"/>
                    <a:pt x="536680" y="67013"/>
                  </a:cubicBezTo>
                  <a:lnTo>
                    <a:pt x="67764" y="537169"/>
                  </a:lnTo>
                  <a:cubicBezTo>
                    <a:pt x="60321" y="544632"/>
                    <a:pt x="50217" y="548825"/>
                    <a:pt x="39678" y="5488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2" name="Picture Placeholder 71">
            <a:extLst>
              <a:ext uri="{FF2B5EF4-FFF2-40B4-BE49-F238E27FC236}">
                <a16:creationId xmlns:a16="http://schemas.microsoft.com/office/drawing/2014/main" id="{6C1C31BB-A394-4312-9EB4-F19D6A01D837}"/>
              </a:ext>
            </a:extLst>
          </p:cNvPr>
          <p:cNvGrpSpPr>
            <a:grpSpLocks noChangeAspect="1"/>
          </p:cNvGrpSpPr>
          <p:nvPr/>
        </p:nvGrpSpPr>
        <p:grpSpPr>
          <a:xfrm>
            <a:off x="5650546" y="3661060"/>
            <a:ext cx="453497" cy="826929"/>
            <a:chOff x="5650546" y="3661060"/>
            <a:chExt cx="453497" cy="826929"/>
          </a:xfrm>
        </p:grpSpPr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04879BC6-D197-4846-BCD6-05D2F016D772}"/>
                </a:ext>
              </a:extLst>
            </p:cNvPr>
            <p:cNvSpPr/>
            <p:nvPr/>
          </p:nvSpPr>
          <p:spPr>
            <a:xfrm>
              <a:off x="5650546" y="4034452"/>
              <a:ext cx="453494" cy="453537"/>
            </a:xfrm>
            <a:custGeom>
              <a:avLst/>
              <a:gdLst>
                <a:gd name="connsiteX0" fmla="*/ 39678 w 453494"/>
                <a:gd name="connsiteY0" fmla="*/ 453538 h 453537"/>
                <a:gd name="connsiteX1" fmla="*/ 0 w 453494"/>
                <a:gd name="connsiteY1" fmla="*/ 413821 h 453537"/>
                <a:gd name="connsiteX2" fmla="*/ 11643 w 453494"/>
                <a:gd name="connsiteY2" fmla="*/ 385756 h 453537"/>
                <a:gd name="connsiteX3" fmla="*/ 385733 w 453494"/>
                <a:gd name="connsiteY3" fmla="*/ 11616 h 453537"/>
                <a:gd name="connsiteX4" fmla="*/ 441879 w 453494"/>
                <a:gd name="connsiteY4" fmla="*/ 11641 h 453537"/>
                <a:gd name="connsiteX5" fmla="*/ 441854 w 453494"/>
                <a:gd name="connsiteY5" fmla="*/ 67786 h 453537"/>
                <a:gd name="connsiteX6" fmla="*/ 67764 w 453494"/>
                <a:gd name="connsiteY6" fmla="*/ 441877 h 453537"/>
                <a:gd name="connsiteX7" fmla="*/ 39678 w 45349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94" h="453537">
                  <a:moveTo>
                    <a:pt x="39678" y="453538"/>
                  </a:moveTo>
                  <a:cubicBezTo>
                    <a:pt x="17754" y="453528"/>
                    <a:pt x="-10" y="435749"/>
                    <a:pt x="0" y="413821"/>
                  </a:cubicBezTo>
                  <a:cubicBezTo>
                    <a:pt x="5" y="403292"/>
                    <a:pt x="4193" y="393199"/>
                    <a:pt x="11643" y="385756"/>
                  </a:cubicBezTo>
                  <a:lnTo>
                    <a:pt x="385733" y="11616"/>
                  </a:lnTo>
                  <a:cubicBezTo>
                    <a:pt x="401245" y="-3882"/>
                    <a:pt x="426383" y="-3870"/>
                    <a:pt x="441879" y="11641"/>
                  </a:cubicBezTo>
                  <a:cubicBezTo>
                    <a:pt x="457376" y="27152"/>
                    <a:pt x="457366" y="52289"/>
                    <a:pt x="441854" y="67786"/>
                  </a:cubicBezTo>
                  <a:lnTo>
                    <a:pt x="67764" y="441877"/>
                  </a:lnTo>
                  <a:cubicBezTo>
                    <a:pt x="60321" y="449340"/>
                    <a:pt x="50217" y="453533"/>
                    <a:pt x="39678" y="4535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097EF2A-3E23-474D-91E5-57466EE75886}"/>
                </a:ext>
              </a:extLst>
            </p:cNvPr>
            <p:cNvSpPr/>
            <p:nvPr/>
          </p:nvSpPr>
          <p:spPr>
            <a:xfrm>
              <a:off x="5651271" y="3661060"/>
              <a:ext cx="452772" cy="452789"/>
            </a:xfrm>
            <a:custGeom>
              <a:avLst/>
              <a:gdLst>
                <a:gd name="connsiteX0" fmla="*/ 413094 w 452772"/>
                <a:gd name="connsiteY0" fmla="*/ 452790 h 452789"/>
                <a:gd name="connsiteX1" fmla="*/ 385008 w 452772"/>
                <a:gd name="connsiteY1" fmla="*/ 441178 h 452789"/>
                <a:gd name="connsiteX2" fmla="*/ 10918 w 452772"/>
                <a:gd name="connsiteY2" fmla="*/ 67038 h 452789"/>
                <a:gd name="connsiteX3" fmla="*/ 12355 w 452772"/>
                <a:gd name="connsiteY3" fmla="*/ 10917 h 452789"/>
                <a:gd name="connsiteX4" fmla="*/ 67039 w 452772"/>
                <a:gd name="connsiteY4" fmla="*/ 10917 h 452789"/>
                <a:gd name="connsiteX5" fmla="*/ 441129 w 452772"/>
                <a:gd name="connsiteY5" fmla="*/ 385008 h 452789"/>
                <a:gd name="connsiteX6" fmla="*/ 441159 w 452772"/>
                <a:gd name="connsiteY6" fmla="*/ 441147 h 452789"/>
                <a:gd name="connsiteX7" fmla="*/ 413094 w 452772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772" h="452789">
                  <a:moveTo>
                    <a:pt x="413094" y="452790"/>
                  </a:moveTo>
                  <a:cubicBezTo>
                    <a:pt x="402564" y="452798"/>
                    <a:pt x="392461" y="448621"/>
                    <a:pt x="385008" y="441178"/>
                  </a:cubicBezTo>
                  <a:lnTo>
                    <a:pt x="10918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6" y="-3639"/>
                    <a:pt x="51717" y="-3639"/>
                    <a:pt x="67039" y="10917"/>
                  </a:cubicBezTo>
                  <a:lnTo>
                    <a:pt x="441129" y="385008"/>
                  </a:lnTo>
                  <a:cubicBezTo>
                    <a:pt x="456641" y="400501"/>
                    <a:pt x="456656" y="425636"/>
                    <a:pt x="441159" y="441147"/>
                  </a:cubicBezTo>
                  <a:cubicBezTo>
                    <a:pt x="433721" y="448597"/>
                    <a:pt x="423623" y="452785"/>
                    <a:pt x="413094" y="4527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5" name="Picture Placeholder 73">
            <a:extLst>
              <a:ext uri="{FF2B5EF4-FFF2-40B4-BE49-F238E27FC236}">
                <a16:creationId xmlns:a16="http://schemas.microsoft.com/office/drawing/2014/main" id="{C6B9E1D6-B9DB-400B-B1EB-6271976CA8F0}"/>
              </a:ext>
            </a:extLst>
          </p:cNvPr>
          <p:cNvGrpSpPr>
            <a:grpSpLocks noChangeAspect="1"/>
          </p:cNvGrpSpPr>
          <p:nvPr/>
        </p:nvGrpSpPr>
        <p:grpSpPr>
          <a:xfrm>
            <a:off x="6968054" y="3661060"/>
            <a:ext cx="453497" cy="826929"/>
            <a:chOff x="6968054" y="3661060"/>
            <a:chExt cx="453497" cy="826929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177EB61A-AB3D-9243-956E-3198C0A2C6BB}"/>
                </a:ext>
              </a:extLst>
            </p:cNvPr>
            <p:cNvSpPr/>
            <p:nvPr/>
          </p:nvSpPr>
          <p:spPr>
            <a:xfrm>
              <a:off x="6968054" y="3661060"/>
              <a:ext cx="452773" cy="452789"/>
            </a:xfrm>
            <a:custGeom>
              <a:avLst/>
              <a:gdLst>
                <a:gd name="connsiteX0" fmla="*/ 39678 w 452773"/>
                <a:gd name="connsiteY0" fmla="*/ 452790 h 452789"/>
                <a:gd name="connsiteX1" fmla="*/ 0 w 452773"/>
                <a:gd name="connsiteY1" fmla="*/ 413075 h 452789"/>
                <a:gd name="connsiteX2" fmla="*/ 11643 w 452773"/>
                <a:gd name="connsiteY2" fmla="*/ 385008 h 452789"/>
                <a:gd name="connsiteX3" fmla="*/ 385733 w 452773"/>
                <a:gd name="connsiteY3" fmla="*/ 10917 h 452789"/>
                <a:gd name="connsiteX4" fmla="*/ 441854 w 452773"/>
                <a:gd name="connsiteY4" fmla="*/ 12355 h 452789"/>
                <a:gd name="connsiteX5" fmla="*/ 441854 w 452773"/>
                <a:gd name="connsiteY5" fmla="*/ 67038 h 452789"/>
                <a:gd name="connsiteX6" fmla="*/ 67764 w 452773"/>
                <a:gd name="connsiteY6" fmla="*/ 441178 h 452789"/>
                <a:gd name="connsiteX7" fmla="*/ 39678 w 452773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773" h="452789">
                  <a:moveTo>
                    <a:pt x="39678" y="452790"/>
                  </a:moveTo>
                  <a:cubicBezTo>
                    <a:pt x="17754" y="452780"/>
                    <a:pt x="-10" y="434999"/>
                    <a:pt x="0" y="413075"/>
                  </a:cubicBezTo>
                  <a:cubicBezTo>
                    <a:pt x="5" y="402545"/>
                    <a:pt x="4193" y="392449"/>
                    <a:pt x="11643" y="385008"/>
                  </a:cubicBezTo>
                  <a:lnTo>
                    <a:pt x="385733" y="10917"/>
                  </a:lnTo>
                  <a:cubicBezTo>
                    <a:pt x="401627" y="-4183"/>
                    <a:pt x="426755" y="-3540"/>
                    <a:pt x="441854" y="12355"/>
                  </a:cubicBezTo>
                  <a:cubicBezTo>
                    <a:pt x="456413" y="27677"/>
                    <a:pt x="456413" y="51717"/>
                    <a:pt x="441854" y="67038"/>
                  </a:cubicBezTo>
                  <a:lnTo>
                    <a:pt x="67764" y="441178"/>
                  </a:lnTo>
                  <a:cubicBezTo>
                    <a:pt x="60313" y="448621"/>
                    <a:pt x="50210" y="452798"/>
                    <a:pt x="39678" y="4527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A805EABA-2121-884F-B7D1-840C77A34269}"/>
                </a:ext>
              </a:extLst>
            </p:cNvPr>
            <p:cNvSpPr/>
            <p:nvPr/>
          </p:nvSpPr>
          <p:spPr>
            <a:xfrm>
              <a:off x="6968055" y="4034452"/>
              <a:ext cx="453495" cy="453537"/>
            </a:xfrm>
            <a:custGeom>
              <a:avLst/>
              <a:gdLst>
                <a:gd name="connsiteX0" fmla="*/ 413817 w 453495"/>
                <a:gd name="connsiteY0" fmla="*/ 453538 h 453537"/>
                <a:gd name="connsiteX1" fmla="*/ 385731 w 453495"/>
                <a:gd name="connsiteY1" fmla="*/ 441877 h 453537"/>
                <a:gd name="connsiteX2" fmla="*/ 11641 w 453495"/>
                <a:gd name="connsiteY2" fmla="*/ 67786 h 453537"/>
                <a:gd name="connsiteX3" fmla="*/ 11616 w 453495"/>
                <a:gd name="connsiteY3" fmla="*/ 11641 h 453537"/>
                <a:gd name="connsiteX4" fmla="*/ 67762 w 453495"/>
                <a:gd name="connsiteY4" fmla="*/ 11616 h 453537"/>
                <a:gd name="connsiteX5" fmla="*/ 441852 w 453495"/>
                <a:gd name="connsiteY5" fmla="*/ 385756 h 453537"/>
                <a:gd name="connsiteX6" fmla="*/ 441882 w 453495"/>
                <a:gd name="connsiteY6" fmla="*/ 441897 h 453537"/>
                <a:gd name="connsiteX7" fmla="*/ 413817 w 453495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95" h="453537">
                  <a:moveTo>
                    <a:pt x="413817" y="453538"/>
                  </a:moveTo>
                  <a:cubicBezTo>
                    <a:pt x="403277" y="453533"/>
                    <a:pt x="393175" y="449340"/>
                    <a:pt x="385731" y="441877"/>
                  </a:cubicBezTo>
                  <a:lnTo>
                    <a:pt x="11641" y="67786"/>
                  </a:lnTo>
                  <a:cubicBezTo>
                    <a:pt x="-3870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441852" y="385756"/>
                  </a:lnTo>
                  <a:cubicBezTo>
                    <a:pt x="457364" y="401247"/>
                    <a:pt x="457379" y="426385"/>
                    <a:pt x="441882" y="441897"/>
                  </a:cubicBezTo>
                  <a:cubicBezTo>
                    <a:pt x="434444" y="449345"/>
                    <a:pt x="424346" y="453533"/>
                    <a:pt x="413817" y="4535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8" name="Picture Placeholder 75">
            <a:extLst>
              <a:ext uri="{FF2B5EF4-FFF2-40B4-BE49-F238E27FC236}">
                <a16:creationId xmlns:a16="http://schemas.microsoft.com/office/drawing/2014/main" id="{C4B0553B-0D64-48BD-BCC1-8A7DBB4FCAA5}"/>
              </a:ext>
            </a:extLst>
          </p:cNvPr>
          <p:cNvGrpSpPr>
            <a:grpSpLocks noChangeAspect="1"/>
          </p:cNvGrpSpPr>
          <p:nvPr/>
        </p:nvGrpSpPr>
        <p:grpSpPr>
          <a:xfrm>
            <a:off x="8144717" y="3659550"/>
            <a:ext cx="733955" cy="829184"/>
            <a:chOff x="8144717" y="3659550"/>
            <a:chExt cx="733955" cy="829184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DE55727F-ADF3-F043-A7CB-2F30721CD16F}"/>
                </a:ext>
              </a:extLst>
            </p:cNvPr>
            <p:cNvSpPr/>
            <p:nvPr/>
          </p:nvSpPr>
          <p:spPr>
            <a:xfrm>
              <a:off x="8144768" y="3659550"/>
              <a:ext cx="733904" cy="829184"/>
            </a:xfrm>
            <a:custGeom>
              <a:avLst/>
              <a:gdLst>
                <a:gd name="connsiteX0" fmla="*/ 39698 w 733904"/>
                <a:gd name="connsiteY0" fmla="*/ 829185 h 829184"/>
                <a:gd name="connsiteX1" fmla="*/ 1 w 733904"/>
                <a:gd name="connsiteY1" fmla="*/ 789488 h 829184"/>
                <a:gd name="connsiteX2" fmla="*/ 1 w 733904"/>
                <a:gd name="connsiteY2" fmla="*/ 39968 h 829184"/>
                <a:gd name="connsiteX3" fmla="*/ 39425 w 733904"/>
                <a:gd name="connsiteY3" fmla="*/ 1 h 829184"/>
                <a:gd name="connsiteX4" fmla="*/ 59397 w 733904"/>
                <a:gd name="connsiteY4" fmla="*/ 5233 h 829184"/>
                <a:gd name="connsiteX5" fmla="*/ 715085 w 733904"/>
                <a:gd name="connsiteY5" fmla="*/ 380167 h 829184"/>
                <a:gd name="connsiteX6" fmla="*/ 727962 w 733904"/>
                <a:gd name="connsiteY6" fmla="*/ 434810 h 829184"/>
                <a:gd name="connsiteX7" fmla="*/ 675687 w 733904"/>
                <a:gd name="connsiteY7" fmla="*/ 449041 h 829184"/>
                <a:gd name="connsiteX8" fmla="*/ 79394 w 733904"/>
                <a:gd name="connsiteY8" fmla="*/ 108147 h 829184"/>
                <a:gd name="connsiteX9" fmla="*/ 79394 w 733904"/>
                <a:gd name="connsiteY9" fmla="*/ 789488 h 829184"/>
                <a:gd name="connsiteX10" fmla="*/ 39698 w 733904"/>
                <a:gd name="connsiteY10" fmla="*/ 829185 h 8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904" h="829184">
                  <a:moveTo>
                    <a:pt x="39698" y="829185"/>
                  </a:moveTo>
                  <a:cubicBezTo>
                    <a:pt x="17774" y="829185"/>
                    <a:pt x="1" y="811411"/>
                    <a:pt x="1" y="789488"/>
                  </a:cubicBezTo>
                  <a:lnTo>
                    <a:pt x="1" y="39968"/>
                  </a:lnTo>
                  <a:cubicBezTo>
                    <a:pt x="-149" y="18045"/>
                    <a:pt x="17502" y="151"/>
                    <a:pt x="39425" y="1"/>
                  </a:cubicBezTo>
                  <a:cubicBezTo>
                    <a:pt x="46428" y="-47"/>
                    <a:pt x="53318" y="1758"/>
                    <a:pt x="59397" y="5233"/>
                  </a:cubicBezTo>
                  <a:lnTo>
                    <a:pt x="715085" y="380167"/>
                  </a:lnTo>
                  <a:cubicBezTo>
                    <a:pt x="733733" y="391701"/>
                    <a:pt x="739494" y="416165"/>
                    <a:pt x="727962" y="434810"/>
                  </a:cubicBezTo>
                  <a:cubicBezTo>
                    <a:pt x="716986" y="452555"/>
                    <a:pt x="694146" y="458773"/>
                    <a:pt x="675687" y="449041"/>
                  </a:cubicBezTo>
                  <a:lnTo>
                    <a:pt x="79394" y="108147"/>
                  </a:lnTo>
                  <a:lnTo>
                    <a:pt x="79394" y="789488"/>
                  </a:lnTo>
                  <a:cubicBezTo>
                    <a:pt x="79394" y="811411"/>
                    <a:pt x="61621" y="829185"/>
                    <a:pt x="39698" y="8291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33576B8-1938-D14F-B12A-613266FFDD4A}"/>
                </a:ext>
              </a:extLst>
            </p:cNvPr>
            <p:cNvSpPr/>
            <p:nvPr/>
          </p:nvSpPr>
          <p:spPr>
            <a:xfrm>
              <a:off x="8144717" y="4035126"/>
              <a:ext cx="733955" cy="453608"/>
            </a:xfrm>
            <a:custGeom>
              <a:avLst/>
              <a:gdLst>
                <a:gd name="connsiteX0" fmla="*/ 39798 w 733955"/>
                <a:gd name="connsiteY0" fmla="*/ 453608 h 453608"/>
                <a:gd name="connsiteX1" fmla="*/ 0 w 733955"/>
                <a:gd name="connsiteY1" fmla="*/ 414016 h 453608"/>
                <a:gd name="connsiteX2" fmla="*/ 19950 w 733955"/>
                <a:gd name="connsiteY2" fmla="*/ 379475 h 453608"/>
                <a:gd name="connsiteX3" fmla="*/ 675738 w 733955"/>
                <a:gd name="connsiteY3" fmla="*/ 4591 h 453608"/>
                <a:gd name="connsiteX4" fmla="*/ 729368 w 733955"/>
                <a:gd name="connsiteY4" fmla="*/ 21188 h 453608"/>
                <a:gd name="connsiteX5" fmla="*/ 715137 w 733955"/>
                <a:gd name="connsiteY5" fmla="*/ 73464 h 453608"/>
                <a:gd name="connsiteX6" fmla="*/ 59448 w 733955"/>
                <a:gd name="connsiteY6" fmla="*/ 448398 h 453608"/>
                <a:gd name="connsiteX7" fmla="*/ 39798 w 733955"/>
                <a:gd name="connsiteY7" fmla="*/ 453608 h 45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3955" h="453608">
                  <a:moveTo>
                    <a:pt x="39798" y="453608"/>
                  </a:moveTo>
                  <a:cubicBezTo>
                    <a:pt x="17875" y="453663"/>
                    <a:pt x="56" y="435938"/>
                    <a:pt x="0" y="414016"/>
                  </a:cubicBezTo>
                  <a:cubicBezTo>
                    <a:pt x="-37" y="399755"/>
                    <a:pt x="7579" y="386571"/>
                    <a:pt x="19950" y="379475"/>
                  </a:cubicBezTo>
                  <a:lnTo>
                    <a:pt x="675738" y="4591"/>
                  </a:lnTo>
                  <a:cubicBezTo>
                    <a:pt x="695130" y="-5635"/>
                    <a:pt x="719141" y="1796"/>
                    <a:pt x="729368" y="21188"/>
                  </a:cubicBezTo>
                  <a:cubicBezTo>
                    <a:pt x="739099" y="39646"/>
                    <a:pt x="732881" y="62487"/>
                    <a:pt x="715137" y="73464"/>
                  </a:cubicBezTo>
                  <a:lnTo>
                    <a:pt x="59448" y="448398"/>
                  </a:lnTo>
                  <a:cubicBezTo>
                    <a:pt x="53462" y="451812"/>
                    <a:pt x="46690" y="453608"/>
                    <a:pt x="39798" y="4536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77">
            <a:extLst>
              <a:ext uri="{FF2B5EF4-FFF2-40B4-BE49-F238E27FC236}">
                <a16:creationId xmlns:a16="http://schemas.microsoft.com/office/drawing/2014/main" id="{06667B95-AF30-451B-9EDE-061BD03873FA}"/>
              </a:ext>
            </a:extLst>
          </p:cNvPr>
          <p:cNvGrpSpPr>
            <a:grpSpLocks noChangeAspect="1"/>
          </p:cNvGrpSpPr>
          <p:nvPr/>
        </p:nvGrpSpPr>
        <p:grpSpPr>
          <a:xfrm>
            <a:off x="9644781" y="3662252"/>
            <a:ext cx="359948" cy="829161"/>
            <a:chOff x="9644781" y="3662252"/>
            <a:chExt cx="359948" cy="829161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6B7E902-84A1-BE4F-98D4-DA7542DE5961}"/>
                </a:ext>
              </a:extLst>
            </p:cNvPr>
            <p:cNvSpPr/>
            <p:nvPr/>
          </p:nvSpPr>
          <p:spPr>
            <a:xfrm>
              <a:off x="9644781" y="3667115"/>
              <a:ext cx="79393" cy="819436"/>
            </a:xfrm>
            <a:custGeom>
              <a:avLst/>
              <a:gdLst>
                <a:gd name="connsiteX0" fmla="*/ 39697 w 79393"/>
                <a:gd name="connsiteY0" fmla="*/ 819436 h 819436"/>
                <a:gd name="connsiteX1" fmla="*/ 0 w 79393"/>
                <a:gd name="connsiteY1" fmla="*/ 779739 h 819436"/>
                <a:gd name="connsiteX2" fmla="*/ 0 w 79393"/>
                <a:gd name="connsiteY2" fmla="*/ 39697 h 819436"/>
                <a:gd name="connsiteX3" fmla="*/ 39697 w 79393"/>
                <a:gd name="connsiteY3" fmla="*/ 0 h 819436"/>
                <a:gd name="connsiteX4" fmla="*/ 79393 w 79393"/>
                <a:gd name="connsiteY4" fmla="*/ 39697 h 819436"/>
                <a:gd name="connsiteX5" fmla="*/ 79393 w 79393"/>
                <a:gd name="connsiteY5" fmla="*/ 779739 h 819436"/>
                <a:gd name="connsiteX6" fmla="*/ 39697 w 79393"/>
                <a:gd name="connsiteY6" fmla="*/ 819436 h 81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19436">
                  <a:moveTo>
                    <a:pt x="39697" y="819436"/>
                  </a:moveTo>
                  <a:cubicBezTo>
                    <a:pt x="17773" y="819436"/>
                    <a:pt x="0" y="801662"/>
                    <a:pt x="0" y="7797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79739"/>
                  </a:lnTo>
                  <a:cubicBezTo>
                    <a:pt x="79393" y="801662"/>
                    <a:pt x="61621" y="819436"/>
                    <a:pt x="39697" y="81943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76D55AC-36FF-934B-B7D2-821441A904FA}"/>
                </a:ext>
              </a:extLst>
            </p:cNvPr>
            <p:cNvSpPr/>
            <p:nvPr/>
          </p:nvSpPr>
          <p:spPr>
            <a:xfrm>
              <a:off x="9925337" y="3662252"/>
              <a:ext cx="79393" cy="829161"/>
            </a:xfrm>
            <a:custGeom>
              <a:avLst/>
              <a:gdLst>
                <a:gd name="connsiteX0" fmla="*/ 39697 w 79393"/>
                <a:gd name="connsiteY0" fmla="*/ 829162 h 829161"/>
                <a:gd name="connsiteX1" fmla="*/ 0 w 79393"/>
                <a:gd name="connsiteY1" fmla="*/ 789465 h 829161"/>
                <a:gd name="connsiteX2" fmla="*/ 0 w 79393"/>
                <a:gd name="connsiteY2" fmla="*/ 39697 h 829161"/>
                <a:gd name="connsiteX3" fmla="*/ 39697 w 79393"/>
                <a:gd name="connsiteY3" fmla="*/ 0 h 829161"/>
                <a:gd name="connsiteX4" fmla="*/ 79393 w 79393"/>
                <a:gd name="connsiteY4" fmla="*/ 39697 h 829161"/>
                <a:gd name="connsiteX5" fmla="*/ 79393 w 79393"/>
                <a:gd name="connsiteY5" fmla="*/ 789465 h 829161"/>
                <a:gd name="connsiteX6" fmla="*/ 39697 w 79393"/>
                <a:gd name="connsiteY6" fmla="*/ 829162 h 829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9161">
                  <a:moveTo>
                    <a:pt x="39697" y="829162"/>
                  </a:moveTo>
                  <a:cubicBezTo>
                    <a:pt x="17774" y="829162"/>
                    <a:pt x="0" y="811388"/>
                    <a:pt x="0" y="789465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789465"/>
                  </a:lnTo>
                  <a:cubicBezTo>
                    <a:pt x="79393" y="811388"/>
                    <a:pt x="61619" y="829162"/>
                    <a:pt x="39697" y="8291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4" name="Picture Placeholder 83">
            <a:extLst>
              <a:ext uri="{FF2B5EF4-FFF2-40B4-BE49-F238E27FC236}">
                <a16:creationId xmlns:a16="http://schemas.microsoft.com/office/drawing/2014/main" id="{D2853990-A95D-43A5-9B71-11489DD78EFA}"/>
              </a:ext>
            </a:extLst>
          </p:cNvPr>
          <p:cNvGrpSpPr>
            <a:grpSpLocks noChangeAspect="1"/>
          </p:cNvGrpSpPr>
          <p:nvPr/>
        </p:nvGrpSpPr>
        <p:grpSpPr>
          <a:xfrm>
            <a:off x="1526162" y="4778973"/>
            <a:ext cx="827637" cy="827652"/>
            <a:chOff x="1526162" y="4778973"/>
            <a:chExt cx="827637" cy="827652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CAC5BDD-198D-4B43-BCC1-5D578FD9798E}"/>
                </a:ext>
              </a:extLst>
            </p:cNvPr>
            <p:cNvSpPr/>
            <p:nvPr/>
          </p:nvSpPr>
          <p:spPr>
            <a:xfrm>
              <a:off x="1526162" y="5153071"/>
              <a:ext cx="453537" cy="453554"/>
            </a:xfrm>
            <a:custGeom>
              <a:avLst/>
              <a:gdLst>
                <a:gd name="connsiteX0" fmla="*/ 39678 w 453537"/>
                <a:gd name="connsiteY0" fmla="*/ 453555 h 453554"/>
                <a:gd name="connsiteX1" fmla="*/ 0 w 453537"/>
                <a:gd name="connsiteY1" fmla="*/ 413839 h 453554"/>
                <a:gd name="connsiteX2" fmla="*/ 11642 w 453537"/>
                <a:gd name="connsiteY2" fmla="*/ 385773 h 453554"/>
                <a:gd name="connsiteX3" fmla="*/ 385733 w 453537"/>
                <a:gd name="connsiteY3" fmla="*/ 11633 h 453554"/>
                <a:gd name="connsiteX4" fmla="*/ 441904 w 453537"/>
                <a:gd name="connsiteY4" fmla="*/ 11633 h 453554"/>
                <a:gd name="connsiteX5" fmla="*/ 441904 w 453537"/>
                <a:gd name="connsiteY5" fmla="*/ 67804 h 453554"/>
                <a:gd name="connsiteX6" fmla="*/ 67764 w 453537"/>
                <a:gd name="connsiteY6" fmla="*/ 441894 h 453554"/>
                <a:gd name="connsiteX7" fmla="*/ 39678 w 453537"/>
                <a:gd name="connsiteY7" fmla="*/ 453555 h 45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37" h="453554">
                  <a:moveTo>
                    <a:pt x="39678" y="453555"/>
                  </a:moveTo>
                  <a:cubicBezTo>
                    <a:pt x="17754" y="453545"/>
                    <a:pt x="-10" y="435766"/>
                    <a:pt x="0" y="413839"/>
                  </a:cubicBezTo>
                  <a:cubicBezTo>
                    <a:pt x="5" y="403309"/>
                    <a:pt x="4193" y="393216"/>
                    <a:pt x="11642" y="385773"/>
                  </a:cubicBezTo>
                  <a:lnTo>
                    <a:pt x="385733" y="11633"/>
                  </a:lnTo>
                  <a:cubicBezTo>
                    <a:pt x="401244" y="-3878"/>
                    <a:pt x="426393" y="-3878"/>
                    <a:pt x="441904" y="11633"/>
                  </a:cubicBezTo>
                  <a:cubicBezTo>
                    <a:pt x="457415" y="27144"/>
                    <a:pt x="457415" y="52293"/>
                    <a:pt x="441904" y="67804"/>
                  </a:cubicBezTo>
                  <a:lnTo>
                    <a:pt x="67764" y="441894"/>
                  </a:lnTo>
                  <a:cubicBezTo>
                    <a:pt x="60321" y="449357"/>
                    <a:pt x="50217" y="453550"/>
                    <a:pt x="39678" y="45355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B14EA4A2-6F1A-A94D-B1F5-DBBEF464BD6E}"/>
                </a:ext>
              </a:extLst>
            </p:cNvPr>
            <p:cNvSpPr/>
            <p:nvPr/>
          </p:nvSpPr>
          <p:spPr>
            <a:xfrm>
              <a:off x="1900280" y="4778973"/>
              <a:ext cx="453520" cy="453512"/>
            </a:xfrm>
            <a:custGeom>
              <a:avLst/>
              <a:gdLst>
                <a:gd name="connsiteX0" fmla="*/ 413842 w 453520"/>
                <a:gd name="connsiteY0" fmla="*/ 453513 h 453512"/>
                <a:gd name="connsiteX1" fmla="*/ 385756 w 453520"/>
                <a:gd name="connsiteY1" fmla="*/ 441902 h 453512"/>
                <a:gd name="connsiteX2" fmla="*/ 11616 w 453520"/>
                <a:gd name="connsiteY2" fmla="*/ 67762 h 453512"/>
                <a:gd name="connsiteX3" fmla="*/ 11641 w 453520"/>
                <a:gd name="connsiteY3" fmla="*/ 11616 h 453512"/>
                <a:gd name="connsiteX4" fmla="*/ 67786 w 453520"/>
                <a:gd name="connsiteY4" fmla="*/ 11641 h 453512"/>
                <a:gd name="connsiteX5" fmla="*/ 441877 w 453520"/>
                <a:gd name="connsiteY5" fmla="*/ 385731 h 453512"/>
                <a:gd name="connsiteX6" fmla="*/ 441907 w 453520"/>
                <a:gd name="connsiteY6" fmla="*/ 441870 h 453512"/>
                <a:gd name="connsiteX7" fmla="*/ 413842 w 453520"/>
                <a:gd name="connsiteY7" fmla="*/ 453513 h 45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20" h="453512">
                  <a:moveTo>
                    <a:pt x="413842" y="453513"/>
                  </a:moveTo>
                  <a:cubicBezTo>
                    <a:pt x="403312" y="453521"/>
                    <a:pt x="393209" y="449344"/>
                    <a:pt x="385756" y="441902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441877" y="385731"/>
                  </a:lnTo>
                  <a:cubicBezTo>
                    <a:pt x="457389" y="401225"/>
                    <a:pt x="457404" y="426359"/>
                    <a:pt x="441907" y="441870"/>
                  </a:cubicBezTo>
                  <a:cubicBezTo>
                    <a:pt x="434469" y="449320"/>
                    <a:pt x="424371" y="453508"/>
                    <a:pt x="413842" y="4535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389DEFC-C10E-9941-BB94-5B6D9DFE2259}"/>
                </a:ext>
              </a:extLst>
            </p:cNvPr>
            <p:cNvSpPr/>
            <p:nvPr/>
          </p:nvSpPr>
          <p:spPr>
            <a:xfrm>
              <a:off x="1526887" y="4779696"/>
              <a:ext cx="452821" cy="452789"/>
            </a:xfrm>
            <a:custGeom>
              <a:avLst/>
              <a:gdLst>
                <a:gd name="connsiteX0" fmla="*/ 413094 w 452821"/>
                <a:gd name="connsiteY0" fmla="*/ 452790 h 452789"/>
                <a:gd name="connsiteX1" fmla="*/ 385008 w 452821"/>
                <a:gd name="connsiteY1" fmla="*/ 441178 h 452789"/>
                <a:gd name="connsiteX2" fmla="*/ 10917 w 452821"/>
                <a:gd name="connsiteY2" fmla="*/ 67038 h 452789"/>
                <a:gd name="connsiteX3" fmla="*/ 12355 w 452821"/>
                <a:gd name="connsiteY3" fmla="*/ 10917 h 452789"/>
                <a:gd name="connsiteX4" fmla="*/ 67039 w 452821"/>
                <a:gd name="connsiteY4" fmla="*/ 10917 h 452789"/>
                <a:gd name="connsiteX5" fmla="*/ 441179 w 452821"/>
                <a:gd name="connsiteY5" fmla="*/ 385008 h 452789"/>
                <a:gd name="connsiteX6" fmla="*/ 441210 w 452821"/>
                <a:gd name="connsiteY6" fmla="*/ 441147 h 452789"/>
                <a:gd name="connsiteX7" fmla="*/ 413094 w 452821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821" h="452789">
                  <a:moveTo>
                    <a:pt x="413094" y="452790"/>
                  </a:moveTo>
                  <a:cubicBezTo>
                    <a:pt x="402562" y="452798"/>
                    <a:pt x="392459" y="448621"/>
                    <a:pt x="385008" y="441178"/>
                  </a:cubicBezTo>
                  <a:lnTo>
                    <a:pt x="10917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441179" y="385008"/>
                  </a:lnTo>
                  <a:cubicBezTo>
                    <a:pt x="456690" y="400501"/>
                    <a:pt x="456704" y="425636"/>
                    <a:pt x="441210" y="441147"/>
                  </a:cubicBezTo>
                  <a:cubicBezTo>
                    <a:pt x="433757" y="448609"/>
                    <a:pt x="423641" y="452798"/>
                    <a:pt x="413094" y="4527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BC4B7A64-F1E0-A347-8374-07B98B01578C}"/>
                </a:ext>
              </a:extLst>
            </p:cNvPr>
            <p:cNvSpPr/>
            <p:nvPr/>
          </p:nvSpPr>
          <p:spPr>
            <a:xfrm>
              <a:off x="1900253" y="5153088"/>
              <a:ext cx="453544" cy="453537"/>
            </a:xfrm>
            <a:custGeom>
              <a:avLst/>
              <a:gdLst>
                <a:gd name="connsiteX0" fmla="*/ 39728 w 453544"/>
                <a:gd name="connsiteY0" fmla="*/ 453538 h 453537"/>
                <a:gd name="connsiteX1" fmla="*/ 0 w 453544"/>
                <a:gd name="connsiteY1" fmla="*/ 413871 h 453537"/>
                <a:gd name="connsiteX2" fmla="*/ 11643 w 453544"/>
                <a:gd name="connsiteY2" fmla="*/ 385756 h 453537"/>
                <a:gd name="connsiteX3" fmla="*/ 385783 w 453544"/>
                <a:gd name="connsiteY3" fmla="*/ 11616 h 453537"/>
                <a:gd name="connsiteX4" fmla="*/ 441929 w 453544"/>
                <a:gd name="connsiteY4" fmla="*/ 11641 h 453537"/>
                <a:gd name="connsiteX5" fmla="*/ 441904 w 453544"/>
                <a:gd name="connsiteY5" fmla="*/ 67786 h 453537"/>
                <a:gd name="connsiteX6" fmla="*/ 67813 w 453544"/>
                <a:gd name="connsiteY6" fmla="*/ 441877 h 453537"/>
                <a:gd name="connsiteX7" fmla="*/ 39728 w 45354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44" h="453537">
                  <a:moveTo>
                    <a:pt x="39728" y="453538"/>
                  </a:moveTo>
                  <a:cubicBezTo>
                    <a:pt x="17804" y="453553"/>
                    <a:pt x="17" y="435798"/>
                    <a:pt x="0" y="413871"/>
                  </a:cubicBezTo>
                  <a:cubicBezTo>
                    <a:pt x="-8" y="403326"/>
                    <a:pt x="4181" y="393209"/>
                    <a:pt x="11643" y="385756"/>
                  </a:cubicBezTo>
                  <a:lnTo>
                    <a:pt x="385783" y="11616"/>
                  </a:lnTo>
                  <a:cubicBezTo>
                    <a:pt x="401294" y="-3882"/>
                    <a:pt x="426432" y="-3870"/>
                    <a:pt x="441929" y="11641"/>
                  </a:cubicBezTo>
                  <a:cubicBezTo>
                    <a:pt x="457425" y="27152"/>
                    <a:pt x="457415" y="52289"/>
                    <a:pt x="441904" y="67786"/>
                  </a:cubicBezTo>
                  <a:lnTo>
                    <a:pt x="67813" y="441877"/>
                  </a:lnTo>
                  <a:cubicBezTo>
                    <a:pt x="60371" y="449340"/>
                    <a:pt x="50266" y="453533"/>
                    <a:pt x="39728" y="4535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81">
            <a:extLst>
              <a:ext uri="{FF2B5EF4-FFF2-40B4-BE49-F238E27FC236}">
                <a16:creationId xmlns:a16="http://schemas.microsoft.com/office/drawing/2014/main" id="{15F01D19-D686-4F14-A502-8593B6B48C55}"/>
              </a:ext>
            </a:extLst>
          </p:cNvPr>
          <p:cNvGrpSpPr>
            <a:grpSpLocks noChangeAspect="1"/>
          </p:cNvGrpSpPr>
          <p:nvPr/>
        </p:nvGrpSpPr>
        <p:grpSpPr>
          <a:xfrm>
            <a:off x="2843670" y="4778973"/>
            <a:ext cx="827637" cy="827652"/>
            <a:chOff x="2843670" y="4778973"/>
            <a:chExt cx="827637" cy="82765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896A7A25-C927-0949-A4DD-737E2CD1A6CE}"/>
                </a:ext>
              </a:extLst>
            </p:cNvPr>
            <p:cNvSpPr/>
            <p:nvPr/>
          </p:nvSpPr>
          <p:spPr>
            <a:xfrm>
              <a:off x="3217761" y="4779696"/>
              <a:ext cx="452823" cy="452789"/>
            </a:xfrm>
            <a:custGeom>
              <a:avLst/>
              <a:gdLst>
                <a:gd name="connsiteX0" fmla="*/ 39728 w 452823"/>
                <a:gd name="connsiteY0" fmla="*/ 452790 h 452789"/>
                <a:gd name="connsiteX1" fmla="*/ 0 w 452823"/>
                <a:gd name="connsiteY1" fmla="*/ 413124 h 452789"/>
                <a:gd name="connsiteX2" fmla="*/ 11643 w 452823"/>
                <a:gd name="connsiteY2" fmla="*/ 385008 h 452789"/>
                <a:gd name="connsiteX3" fmla="*/ 385783 w 452823"/>
                <a:gd name="connsiteY3" fmla="*/ 10917 h 452789"/>
                <a:gd name="connsiteX4" fmla="*/ 441904 w 452823"/>
                <a:gd name="connsiteY4" fmla="*/ 12355 h 452789"/>
                <a:gd name="connsiteX5" fmla="*/ 441904 w 452823"/>
                <a:gd name="connsiteY5" fmla="*/ 67038 h 452789"/>
                <a:gd name="connsiteX6" fmla="*/ 67813 w 452823"/>
                <a:gd name="connsiteY6" fmla="*/ 441178 h 452789"/>
                <a:gd name="connsiteX7" fmla="*/ 39728 w 452823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823" h="452789">
                  <a:moveTo>
                    <a:pt x="39728" y="452790"/>
                  </a:moveTo>
                  <a:cubicBezTo>
                    <a:pt x="17804" y="452807"/>
                    <a:pt x="17" y="435048"/>
                    <a:pt x="0" y="413124"/>
                  </a:cubicBezTo>
                  <a:cubicBezTo>
                    <a:pt x="-8" y="402578"/>
                    <a:pt x="4181" y="392461"/>
                    <a:pt x="11643" y="385008"/>
                  </a:cubicBezTo>
                  <a:lnTo>
                    <a:pt x="385783" y="10917"/>
                  </a:lnTo>
                  <a:cubicBezTo>
                    <a:pt x="401676" y="-4183"/>
                    <a:pt x="426804" y="-3540"/>
                    <a:pt x="441904" y="12355"/>
                  </a:cubicBezTo>
                  <a:cubicBezTo>
                    <a:pt x="456463" y="27677"/>
                    <a:pt x="456463" y="51717"/>
                    <a:pt x="441904" y="67038"/>
                  </a:cubicBezTo>
                  <a:lnTo>
                    <a:pt x="67813" y="441178"/>
                  </a:lnTo>
                  <a:cubicBezTo>
                    <a:pt x="60362" y="448621"/>
                    <a:pt x="50259" y="452798"/>
                    <a:pt x="39728" y="4527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0E060290-C933-A84A-8858-4AB0A795BA22}"/>
                </a:ext>
              </a:extLst>
            </p:cNvPr>
            <p:cNvSpPr/>
            <p:nvPr/>
          </p:nvSpPr>
          <p:spPr>
            <a:xfrm>
              <a:off x="2843672" y="5153088"/>
              <a:ext cx="453544" cy="453537"/>
            </a:xfrm>
            <a:custGeom>
              <a:avLst/>
              <a:gdLst>
                <a:gd name="connsiteX0" fmla="*/ 413817 w 453544"/>
                <a:gd name="connsiteY0" fmla="*/ 453538 h 453537"/>
                <a:gd name="connsiteX1" fmla="*/ 385731 w 453544"/>
                <a:gd name="connsiteY1" fmla="*/ 441877 h 453537"/>
                <a:gd name="connsiteX2" fmla="*/ 11641 w 453544"/>
                <a:gd name="connsiteY2" fmla="*/ 67786 h 453537"/>
                <a:gd name="connsiteX3" fmla="*/ 11616 w 453544"/>
                <a:gd name="connsiteY3" fmla="*/ 11641 h 453537"/>
                <a:gd name="connsiteX4" fmla="*/ 67762 w 453544"/>
                <a:gd name="connsiteY4" fmla="*/ 11616 h 453537"/>
                <a:gd name="connsiteX5" fmla="*/ 441902 w 453544"/>
                <a:gd name="connsiteY5" fmla="*/ 385756 h 453537"/>
                <a:gd name="connsiteX6" fmla="*/ 441933 w 453544"/>
                <a:gd name="connsiteY6" fmla="*/ 441897 h 453537"/>
                <a:gd name="connsiteX7" fmla="*/ 413817 w 45354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44" h="453537">
                  <a:moveTo>
                    <a:pt x="413817" y="453538"/>
                  </a:moveTo>
                  <a:cubicBezTo>
                    <a:pt x="403278" y="453533"/>
                    <a:pt x="393174" y="449340"/>
                    <a:pt x="385731" y="441877"/>
                  </a:cubicBezTo>
                  <a:lnTo>
                    <a:pt x="11641" y="67786"/>
                  </a:lnTo>
                  <a:cubicBezTo>
                    <a:pt x="-3871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441902" y="385756"/>
                  </a:lnTo>
                  <a:cubicBezTo>
                    <a:pt x="457413" y="401247"/>
                    <a:pt x="457427" y="426385"/>
                    <a:pt x="441933" y="441897"/>
                  </a:cubicBezTo>
                  <a:cubicBezTo>
                    <a:pt x="434480" y="449355"/>
                    <a:pt x="424364" y="453548"/>
                    <a:pt x="413817" y="4535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DF28338C-665B-3249-B2ED-69BFF0D82A3C}"/>
                </a:ext>
              </a:extLst>
            </p:cNvPr>
            <p:cNvSpPr/>
            <p:nvPr/>
          </p:nvSpPr>
          <p:spPr>
            <a:xfrm>
              <a:off x="3217770" y="5153071"/>
              <a:ext cx="453537" cy="453554"/>
            </a:xfrm>
            <a:custGeom>
              <a:avLst/>
              <a:gdLst>
                <a:gd name="connsiteX0" fmla="*/ 413859 w 453537"/>
                <a:gd name="connsiteY0" fmla="*/ 453555 h 453554"/>
                <a:gd name="connsiteX1" fmla="*/ 385774 w 453537"/>
                <a:gd name="connsiteY1" fmla="*/ 441894 h 453554"/>
                <a:gd name="connsiteX2" fmla="*/ 11633 w 453537"/>
                <a:gd name="connsiteY2" fmla="*/ 67804 h 453554"/>
                <a:gd name="connsiteX3" fmla="*/ 11633 w 453537"/>
                <a:gd name="connsiteY3" fmla="*/ 11633 h 453554"/>
                <a:gd name="connsiteX4" fmla="*/ 67804 w 453537"/>
                <a:gd name="connsiteY4" fmla="*/ 11633 h 453554"/>
                <a:gd name="connsiteX5" fmla="*/ 441895 w 453537"/>
                <a:gd name="connsiteY5" fmla="*/ 385773 h 453554"/>
                <a:gd name="connsiteX6" fmla="*/ 441924 w 453537"/>
                <a:gd name="connsiteY6" fmla="*/ 441914 h 453554"/>
                <a:gd name="connsiteX7" fmla="*/ 413859 w 453537"/>
                <a:gd name="connsiteY7" fmla="*/ 453555 h 45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37" h="453554">
                  <a:moveTo>
                    <a:pt x="413859" y="453555"/>
                  </a:moveTo>
                  <a:cubicBezTo>
                    <a:pt x="403320" y="453550"/>
                    <a:pt x="393217" y="449357"/>
                    <a:pt x="385774" y="441894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441895" y="385773"/>
                  </a:lnTo>
                  <a:cubicBezTo>
                    <a:pt x="457406" y="401265"/>
                    <a:pt x="457421" y="426403"/>
                    <a:pt x="441924" y="441914"/>
                  </a:cubicBezTo>
                  <a:cubicBezTo>
                    <a:pt x="434486" y="449362"/>
                    <a:pt x="424388" y="453550"/>
                    <a:pt x="413859" y="4535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9A254795-BFB5-6644-BCBB-113388BD60FB}"/>
                </a:ext>
              </a:extLst>
            </p:cNvPr>
            <p:cNvSpPr/>
            <p:nvPr/>
          </p:nvSpPr>
          <p:spPr>
            <a:xfrm>
              <a:off x="2843670" y="4778973"/>
              <a:ext cx="453519" cy="453512"/>
            </a:xfrm>
            <a:custGeom>
              <a:avLst/>
              <a:gdLst>
                <a:gd name="connsiteX0" fmla="*/ 39678 w 453519"/>
                <a:gd name="connsiteY0" fmla="*/ 453513 h 453512"/>
                <a:gd name="connsiteX1" fmla="*/ 0 w 453519"/>
                <a:gd name="connsiteY1" fmla="*/ 413798 h 453512"/>
                <a:gd name="connsiteX2" fmla="*/ 11642 w 453519"/>
                <a:gd name="connsiteY2" fmla="*/ 385731 h 453512"/>
                <a:gd name="connsiteX3" fmla="*/ 385733 w 453519"/>
                <a:gd name="connsiteY3" fmla="*/ 11641 h 453512"/>
                <a:gd name="connsiteX4" fmla="*/ 441879 w 453519"/>
                <a:gd name="connsiteY4" fmla="*/ 11616 h 453512"/>
                <a:gd name="connsiteX5" fmla="*/ 441904 w 453519"/>
                <a:gd name="connsiteY5" fmla="*/ 67762 h 453512"/>
                <a:gd name="connsiteX6" fmla="*/ 67764 w 453519"/>
                <a:gd name="connsiteY6" fmla="*/ 441902 h 453512"/>
                <a:gd name="connsiteX7" fmla="*/ 39678 w 453519"/>
                <a:gd name="connsiteY7" fmla="*/ 453513 h 45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19" h="453512">
                  <a:moveTo>
                    <a:pt x="39678" y="453513"/>
                  </a:moveTo>
                  <a:cubicBezTo>
                    <a:pt x="17754" y="453503"/>
                    <a:pt x="-10" y="435722"/>
                    <a:pt x="0" y="413798"/>
                  </a:cubicBezTo>
                  <a:cubicBezTo>
                    <a:pt x="5" y="403268"/>
                    <a:pt x="4193" y="393172"/>
                    <a:pt x="11642" y="385731"/>
                  </a:cubicBezTo>
                  <a:lnTo>
                    <a:pt x="385733" y="11641"/>
                  </a:lnTo>
                  <a:cubicBezTo>
                    <a:pt x="401231" y="-3870"/>
                    <a:pt x="426368" y="-3882"/>
                    <a:pt x="441879" y="11616"/>
                  </a:cubicBezTo>
                  <a:cubicBezTo>
                    <a:pt x="457390" y="27113"/>
                    <a:pt x="457402" y="52251"/>
                    <a:pt x="441904" y="67762"/>
                  </a:cubicBezTo>
                  <a:lnTo>
                    <a:pt x="67764" y="441902"/>
                  </a:lnTo>
                  <a:cubicBezTo>
                    <a:pt x="60312" y="449344"/>
                    <a:pt x="50210" y="453521"/>
                    <a:pt x="39678" y="45351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85">
            <a:extLst>
              <a:ext uri="{FF2B5EF4-FFF2-40B4-BE49-F238E27FC236}">
                <a16:creationId xmlns:a16="http://schemas.microsoft.com/office/drawing/2014/main" id="{B1EDFCA5-32F5-42F6-8789-2CBB1759A17B}"/>
              </a:ext>
            </a:extLst>
          </p:cNvPr>
          <p:cNvGrpSpPr>
            <a:grpSpLocks noChangeAspect="1"/>
          </p:cNvGrpSpPr>
          <p:nvPr/>
        </p:nvGrpSpPr>
        <p:grpSpPr>
          <a:xfrm>
            <a:off x="4214919" y="4823631"/>
            <a:ext cx="720175" cy="738286"/>
            <a:chOff x="4214919" y="4823631"/>
            <a:chExt cx="720175" cy="738286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11C0B79D-5468-E44A-BCF2-065574A6DE04}"/>
                </a:ext>
              </a:extLst>
            </p:cNvPr>
            <p:cNvSpPr/>
            <p:nvPr/>
          </p:nvSpPr>
          <p:spPr>
            <a:xfrm>
              <a:off x="4247649" y="5141134"/>
              <a:ext cx="687445" cy="420783"/>
            </a:xfrm>
            <a:custGeom>
              <a:avLst/>
              <a:gdLst>
                <a:gd name="connsiteX0" fmla="*/ 647749 w 687445"/>
                <a:gd name="connsiteY0" fmla="*/ 420783 h 420783"/>
                <a:gd name="connsiteX1" fmla="*/ 39697 w 687445"/>
                <a:gd name="connsiteY1" fmla="*/ 420783 h 420783"/>
                <a:gd name="connsiteX2" fmla="*/ 0 w 687445"/>
                <a:gd name="connsiteY2" fmla="*/ 381087 h 420783"/>
                <a:gd name="connsiteX3" fmla="*/ 0 w 687445"/>
                <a:gd name="connsiteY3" fmla="*/ 39697 h 420783"/>
                <a:gd name="connsiteX4" fmla="*/ 39697 w 687445"/>
                <a:gd name="connsiteY4" fmla="*/ 0 h 420783"/>
                <a:gd name="connsiteX5" fmla="*/ 647749 w 687445"/>
                <a:gd name="connsiteY5" fmla="*/ 0 h 420783"/>
                <a:gd name="connsiteX6" fmla="*/ 687446 w 687445"/>
                <a:gd name="connsiteY6" fmla="*/ 39697 h 420783"/>
                <a:gd name="connsiteX7" fmla="*/ 687446 w 687445"/>
                <a:gd name="connsiteY7" fmla="*/ 381087 h 420783"/>
                <a:gd name="connsiteX8" fmla="*/ 647749 w 687445"/>
                <a:gd name="connsiteY8" fmla="*/ 420783 h 420783"/>
                <a:gd name="connsiteX9" fmla="*/ 79393 w 687445"/>
                <a:gd name="connsiteY9" fmla="*/ 341390 h 420783"/>
                <a:gd name="connsiteX10" fmla="*/ 608053 w 687445"/>
                <a:gd name="connsiteY10" fmla="*/ 341390 h 420783"/>
                <a:gd name="connsiteX11" fmla="*/ 608053 w 687445"/>
                <a:gd name="connsiteY11" fmla="*/ 79393 h 420783"/>
                <a:gd name="connsiteX12" fmla="*/ 79393 w 687445"/>
                <a:gd name="connsiteY12" fmla="*/ 79393 h 42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7445" h="420783">
                  <a:moveTo>
                    <a:pt x="647749" y="420783"/>
                  </a:moveTo>
                  <a:lnTo>
                    <a:pt x="39697" y="420783"/>
                  </a:lnTo>
                  <a:cubicBezTo>
                    <a:pt x="17773" y="420783"/>
                    <a:pt x="0" y="403009"/>
                    <a:pt x="0" y="3810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47749" y="0"/>
                  </a:lnTo>
                  <a:cubicBezTo>
                    <a:pt x="669672" y="0"/>
                    <a:pt x="687446" y="17773"/>
                    <a:pt x="687446" y="39697"/>
                  </a:cubicBezTo>
                  <a:lnTo>
                    <a:pt x="687446" y="381087"/>
                  </a:lnTo>
                  <a:cubicBezTo>
                    <a:pt x="687446" y="403009"/>
                    <a:pt x="669672" y="420783"/>
                    <a:pt x="647749" y="420783"/>
                  </a:cubicBezTo>
                  <a:close/>
                  <a:moveTo>
                    <a:pt x="79393" y="341390"/>
                  </a:moveTo>
                  <a:lnTo>
                    <a:pt x="608053" y="341390"/>
                  </a:lnTo>
                  <a:lnTo>
                    <a:pt x="60805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5BA0431B-A05F-5543-8A9D-6CB7BAF5E2AC}"/>
                </a:ext>
              </a:extLst>
            </p:cNvPr>
            <p:cNvSpPr/>
            <p:nvPr/>
          </p:nvSpPr>
          <p:spPr>
            <a:xfrm>
              <a:off x="4302465" y="4947075"/>
              <a:ext cx="179524" cy="179470"/>
            </a:xfrm>
            <a:custGeom>
              <a:avLst/>
              <a:gdLst>
                <a:gd name="connsiteX0" fmla="*/ 139796 w 179524"/>
                <a:gd name="connsiteY0" fmla="*/ 179471 h 179470"/>
                <a:gd name="connsiteX1" fmla="*/ 111711 w 179524"/>
                <a:gd name="connsiteY1" fmla="*/ 167810 h 179470"/>
                <a:gd name="connsiteX2" fmla="*/ 10584 w 179524"/>
                <a:gd name="connsiteY2" fmla="*/ 66683 h 179470"/>
                <a:gd name="connsiteX3" fmla="*/ 12711 w 179524"/>
                <a:gd name="connsiteY3" fmla="*/ 10584 h 179470"/>
                <a:gd name="connsiteX4" fmla="*/ 66606 w 179524"/>
                <a:gd name="connsiteY4" fmla="*/ 10512 h 179470"/>
                <a:gd name="connsiteX5" fmla="*/ 167882 w 179524"/>
                <a:gd name="connsiteY5" fmla="*/ 111689 h 179470"/>
                <a:gd name="connsiteX6" fmla="*/ 167913 w 179524"/>
                <a:gd name="connsiteY6" fmla="*/ 167828 h 179470"/>
                <a:gd name="connsiteX7" fmla="*/ 139796 w 179524"/>
                <a:gd name="connsiteY7" fmla="*/ 179471 h 179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524" h="179470">
                  <a:moveTo>
                    <a:pt x="139796" y="179471"/>
                  </a:moveTo>
                  <a:cubicBezTo>
                    <a:pt x="129258" y="179466"/>
                    <a:pt x="119154" y="175271"/>
                    <a:pt x="111711" y="167810"/>
                  </a:cubicBezTo>
                  <a:lnTo>
                    <a:pt x="10584" y="66683"/>
                  </a:lnTo>
                  <a:cubicBezTo>
                    <a:pt x="-4320" y="50604"/>
                    <a:pt x="-3368" y="25488"/>
                    <a:pt x="12711" y="10584"/>
                  </a:cubicBezTo>
                  <a:cubicBezTo>
                    <a:pt x="27904" y="-3500"/>
                    <a:pt x="51375" y="-3532"/>
                    <a:pt x="66606" y="10512"/>
                  </a:cubicBezTo>
                  <a:lnTo>
                    <a:pt x="167882" y="111689"/>
                  </a:lnTo>
                  <a:cubicBezTo>
                    <a:pt x="183393" y="127183"/>
                    <a:pt x="183407" y="152317"/>
                    <a:pt x="167913" y="167828"/>
                  </a:cubicBezTo>
                  <a:cubicBezTo>
                    <a:pt x="160459" y="175290"/>
                    <a:pt x="150343" y="179479"/>
                    <a:pt x="139796" y="17947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01DAF0D7-389D-4F42-86BE-5F22044D3F63}"/>
                </a:ext>
              </a:extLst>
            </p:cNvPr>
            <p:cNvSpPr/>
            <p:nvPr/>
          </p:nvSpPr>
          <p:spPr>
            <a:xfrm>
              <a:off x="4463945" y="4911787"/>
              <a:ext cx="179707" cy="179826"/>
            </a:xfrm>
            <a:custGeom>
              <a:avLst/>
              <a:gdLst>
                <a:gd name="connsiteX0" fmla="*/ 140130 w 179707"/>
                <a:gd name="connsiteY0" fmla="*/ 179826 h 179826"/>
                <a:gd name="connsiteX1" fmla="*/ 112045 w 179707"/>
                <a:gd name="connsiteY1" fmla="*/ 168215 h 179826"/>
                <a:gd name="connsiteX2" fmla="*/ 10917 w 179707"/>
                <a:gd name="connsiteY2" fmla="*/ 67039 h 179826"/>
                <a:gd name="connsiteX3" fmla="*/ 12355 w 179707"/>
                <a:gd name="connsiteY3" fmla="*/ 10918 h 179826"/>
                <a:gd name="connsiteX4" fmla="*/ 67039 w 179707"/>
                <a:gd name="connsiteY4" fmla="*/ 10918 h 179826"/>
                <a:gd name="connsiteX5" fmla="*/ 168116 w 179707"/>
                <a:gd name="connsiteY5" fmla="*/ 112094 h 179826"/>
                <a:gd name="connsiteX6" fmla="*/ 168048 w 179707"/>
                <a:gd name="connsiteY6" fmla="*/ 168233 h 179826"/>
                <a:gd name="connsiteX7" fmla="*/ 140031 w 179707"/>
                <a:gd name="connsiteY7" fmla="*/ 179826 h 17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707" h="179826">
                  <a:moveTo>
                    <a:pt x="140130" y="179826"/>
                  </a:moveTo>
                  <a:cubicBezTo>
                    <a:pt x="129598" y="179835"/>
                    <a:pt x="119496" y="175658"/>
                    <a:pt x="112045" y="168215"/>
                  </a:cubicBezTo>
                  <a:lnTo>
                    <a:pt x="10917" y="67039"/>
                  </a:lnTo>
                  <a:cubicBezTo>
                    <a:pt x="-4183" y="51144"/>
                    <a:pt x="-3539" y="26018"/>
                    <a:pt x="12355" y="10918"/>
                  </a:cubicBezTo>
                  <a:cubicBezTo>
                    <a:pt x="27676" y="-3639"/>
                    <a:pt x="51717" y="-3639"/>
                    <a:pt x="67039" y="10918"/>
                  </a:cubicBezTo>
                  <a:lnTo>
                    <a:pt x="168116" y="112094"/>
                  </a:lnTo>
                  <a:cubicBezTo>
                    <a:pt x="183598" y="127615"/>
                    <a:pt x="183568" y="152750"/>
                    <a:pt x="168048" y="168233"/>
                  </a:cubicBezTo>
                  <a:cubicBezTo>
                    <a:pt x="160611" y="175653"/>
                    <a:pt x="150536" y="179821"/>
                    <a:pt x="140031" y="1798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ACA0ED4A-342E-5B49-9190-F9191C2CCFE0}"/>
                </a:ext>
              </a:extLst>
            </p:cNvPr>
            <p:cNvSpPr/>
            <p:nvPr/>
          </p:nvSpPr>
          <p:spPr>
            <a:xfrm>
              <a:off x="4633098" y="4879753"/>
              <a:ext cx="180556" cy="180599"/>
            </a:xfrm>
            <a:custGeom>
              <a:avLst/>
              <a:gdLst>
                <a:gd name="connsiteX0" fmla="*/ 140878 w 180556"/>
                <a:gd name="connsiteY0" fmla="*/ 180599 h 180599"/>
                <a:gd name="connsiteX1" fmla="*/ 112792 w 180556"/>
                <a:gd name="connsiteY1" fmla="*/ 168938 h 180599"/>
                <a:gd name="connsiteX2" fmla="*/ 11616 w 180556"/>
                <a:gd name="connsiteY2" fmla="*/ 67762 h 180599"/>
                <a:gd name="connsiteX3" fmla="*/ 11641 w 180556"/>
                <a:gd name="connsiteY3" fmla="*/ 11616 h 180599"/>
                <a:gd name="connsiteX4" fmla="*/ 67786 w 180556"/>
                <a:gd name="connsiteY4" fmla="*/ 11641 h 180599"/>
                <a:gd name="connsiteX5" fmla="*/ 168914 w 180556"/>
                <a:gd name="connsiteY5" fmla="*/ 112817 h 180599"/>
                <a:gd name="connsiteX6" fmla="*/ 168943 w 180556"/>
                <a:gd name="connsiteY6" fmla="*/ 168957 h 180599"/>
                <a:gd name="connsiteX7" fmla="*/ 140878 w 180556"/>
                <a:gd name="connsiteY7" fmla="*/ 180599 h 18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556" h="180599">
                  <a:moveTo>
                    <a:pt x="140878" y="180599"/>
                  </a:moveTo>
                  <a:cubicBezTo>
                    <a:pt x="130338" y="180594"/>
                    <a:pt x="120236" y="176399"/>
                    <a:pt x="112792" y="168938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8914" y="112817"/>
                  </a:lnTo>
                  <a:cubicBezTo>
                    <a:pt x="184425" y="128311"/>
                    <a:pt x="184440" y="153446"/>
                    <a:pt x="168943" y="168957"/>
                  </a:cubicBezTo>
                  <a:cubicBezTo>
                    <a:pt x="161505" y="176406"/>
                    <a:pt x="151407" y="180594"/>
                    <a:pt x="140878" y="18059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7FB8E40F-B35E-314F-8A1E-662B900B1A8E}"/>
                </a:ext>
              </a:extLst>
            </p:cNvPr>
            <p:cNvSpPr/>
            <p:nvPr/>
          </p:nvSpPr>
          <p:spPr>
            <a:xfrm>
              <a:off x="4214919" y="4823631"/>
              <a:ext cx="694797" cy="357401"/>
            </a:xfrm>
            <a:custGeom>
              <a:avLst/>
              <a:gdLst>
                <a:gd name="connsiteX0" fmla="*/ 71930 w 694797"/>
                <a:gd name="connsiteY0" fmla="*/ 357398 h 357401"/>
                <a:gd name="connsiteX1" fmla="*/ 33028 w 694797"/>
                <a:gd name="connsiteY1" fmla="*/ 325492 h 357401"/>
                <a:gd name="connsiteX2" fmla="*/ 774 w 694797"/>
                <a:gd name="connsiteY2" fmla="*/ 163729 h 357401"/>
                <a:gd name="connsiteX3" fmla="*/ 31936 w 694797"/>
                <a:gd name="connsiteY3" fmla="*/ 117036 h 357401"/>
                <a:gd name="connsiteX4" fmla="*/ 615079 w 694797"/>
                <a:gd name="connsiteY4" fmla="*/ 774 h 357401"/>
                <a:gd name="connsiteX5" fmla="*/ 661772 w 694797"/>
                <a:gd name="connsiteY5" fmla="*/ 31936 h 357401"/>
                <a:gd name="connsiteX6" fmla="*/ 694026 w 694797"/>
                <a:gd name="connsiteY6" fmla="*/ 193700 h 357401"/>
                <a:gd name="connsiteX7" fmla="*/ 662849 w 694797"/>
                <a:gd name="connsiteY7" fmla="*/ 240386 h 357401"/>
                <a:gd name="connsiteX8" fmla="*/ 662814 w 694797"/>
                <a:gd name="connsiteY8" fmla="*/ 240393 h 357401"/>
                <a:gd name="connsiteX9" fmla="*/ 79721 w 694797"/>
                <a:gd name="connsiteY9" fmla="*/ 356753 h 357401"/>
                <a:gd name="connsiteX10" fmla="*/ 71930 w 694797"/>
                <a:gd name="connsiteY10" fmla="*/ 357398 h 357401"/>
                <a:gd name="connsiteX11" fmla="*/ 86370 w 694797"/>
                <a:gd name="connsiteY11" fmla="*/ 187150 h 357401"/>
                <a:gd name="connsiteX12" fmla="*/ 103092 w 694797"/>
                <a:gd name="connsiteY12" fmla="*/ 271009 h 357401"/>
                <a:gd name="connsiteX13" fmla="*/ 608380 w 694797"/>
                <a:gd name="connsiteY13" fmla="*/ 170328 h 357401"/>
                <a:gd name="connsiteX14" fmla="*/ 591658 w 694797"/>
                <a:gd name="connsiteY14" fmla="*/ 86420 h 35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4797" h="357401">
                  <a:moveTo>
                    <a:pt x="71930" y="357398"/>
                  </a:moveTo>
                  <a:cubicBezTo>
                    <a:pt x="53018" y="357388"/>
                    <a:pt x="36739" y="344037"/>
                    <a:pt x="33028" y="325492"/>
                  </a:cubicBezTo>
                  <a:lnTo>
                    <a:pt x="774" y="163729"/>
                  </a:lnTo>
                  <a:cubicBezTo>
                    <a:pt x="-3513" y="142230"/>
                    <a:pt x="10438" y="121325"/>
                    <a:pt x="31936" y="117036"/>
                  </a:cubicBezTo>
                  <a:lnTo>
                    <a:pt x="615079" y="774"/>
                  </a:lnTo>
                  <a:cubicBezTo>
                    <a:pt x="636580" y="-3513"/>
                    <a:pt x="657480" y="10438"/>
                    <a:pt x="661772" y="31936"/>
                  </a:cubicBezTo>
                  <a:lnTo>
                    <a:pt x="694026" y="193700"/>
                  </a:lnTo>
                  <a:cubicBezTo>
                    <a:pt x="698308" y="215201"/>
                    <a:pt x="684350" y="236103"/>
                    <a:pt x="662849" y="240386"/>
                  </a:cubicBezTo>
                  <a:cubicBezTo>
                    <a:pt x="662839" y="240388"/>
                    <a:pt x="662824" y="240390"/>
                    <a:pt x="662814" y="240393"/>
                  </a:cubicBezTo>
                  <a:lnTo>
                    <a:pt x="79721" y="356753"/>
                  </a:lnTo>
                  <a:cubicBezTo>
                    <a:pt x="77150" y="357213"/>
                    <a:pt x="74542" y="357429"/>
                    <a:pt x="71930" y="357398"/>
                  </a:cubicBezTo>
                  <a:close/>
                  <a:moveTo>
                    <a:pt x="86370" y="187150"/>
                  </a:moveTo>
                  <a:lnTo>
                    <a:pt x="103092" y="271009"/>
                  </a:lnTo>
                  <a:lnTo>
                    <a:pt x="608380" y="170328"/>
                  </a:lnTo>
                  <a:lnTo>
                    <a:pt x="591658" y="8642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0" name="Picture Placeholder 87">
            <a:extLst>
              <a:ext uri="{FF2B5EF4-FFF2-40B4-BE49-F238E27FC236}">
                <a16:creationId xmlns:a16="http://schemas.microsoft.com/office/drawing/2014/main" id="{D1F56CBF-6E72-487E-A636-9889B3527867}"/>
              </a:ext>
            </a:extLst>
          </p:cNvPr>
          <p:cNvGrpSpPr>
            <a:grpSpLocks noChangeAspect="1"/>
          </p:cNvGrpSpPr>
          <p:nvPr/>
        </p:nvGrpSpPr>
        <p:grpSpPr>
          <a:xfrm>
            <a:off x="5480127" y="4873006"/>
            <a:ext cx="824279" cy="639191"/>
            <a:chOff x="5480127" y="4873006"/>
            <a:chExt cx="824279" cy="639191"/>
          </a:xfrm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A4C29FD-D6C2-C34A-841D-2AA19E9FFC13}"/>
                </a:ext>
              </a:extLst>
            </p:cNvPr>
            <p:cNvSpPr/>
            <p:nvPr/>
          </p:nvSpPr>
          <p:spPr>
            <a:xfrm>
              <a:off x="5480702" y="4874522"/>
              <a:ext cx="823704" cy="637675"/>
            </a:xfrm>
            <a:custGeom>
              <a:avLst/>
              <a:gdLst>
                <a:gd name="connsiteX0" fmla="*/ 784008 w 823704"/>
                <a:gd name="connsiteY0" fmla="*/ 637675 h 637675"/>
                <a:gd name="connsiteX1" fmla="*/ 39697 w 823704"/>
                <a:gd name="connsiteY1" fmla="*/ 637675 h 637675"/>
                <a:gd name="connsiteX2" fmla="*/ 0 w 823704"/>
                <a:gd name="connsiteY2" fmla="*/ 597979 h 637675"/>
                <a:gd name="connsiteX3" fmla="*/ 0 w 823704"/>
                <a:gd name="connsiteY3" fmla="*/ 39697 h 637675"/>
                <a:gd name="connsiteX4" fmla="*/ 39697 w 823704"/>
                <a:gd name="connsiteY4" fmla="*/ 0 h 637675"/>
                <a:gd name="connsiteX5" fmla="*/ 784008 w 823704"/>
                <a:gd name="connsiteY5" fmla="*/ 0 h 637675"/>
                <a:gd name="connsiteX6" fmla="*/ 823704 w 823704"/>
                <a:gd name="connsiteY6" fmla="*/ 39697 h 637675"/>
                <a:gd name="connsiteX7" fmla="*/ 823704 w 823704"/>
                <a:gd name="connsiteY7" fmla="*/ 597979 h 637675"/>
                <a:gd name="connsiteX8" fmla="*/ 784008 w 823704"/>
                <a:gd name="connsiteY8" fmla="*/ 637675 h 637675"/>
                <a:gd name="connsiteX9" fmla="*/ 79393 w 823704"/>
                <a:gd name="connsiteY9" fmla="*/ 558282 h 637675"/>
                <a:gd name="connsiteX10" fmla="*/ 744311 w 823704"/>
                <a:gd name="connsiteY10" fmla="*/ 558282 h 637675"/>
                <a:gd name="connsiteX11" fmla="*/ 744311 w 823704"/>
                <a:gd name="connsiteY11" fmla="*/ 79393 h 637675"/>
                <a:gd name="connsiteX12" fmla="*/ 79393 w 823704"/>
                <a:gd name="connsiteY12" fmla="*/ 79393 h 63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637675">
                  <a:moveTo>
                    <a:pt x="784008" y="637675"/>
                  </a:moveTo>
                  <a:lnTo>
                    <a:pt x="39697" y="637675"/>
                  </a:lnTo>
                  <a:cubicBezTo>
                    <a:pt x="17773" y="637675"/>
                    <a:pt x="0" y="619901"/>
                    <a:pt x="0" y="5979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597979"/>
                  </a:lnTo>
                  <a:cubicBezTo>
                    <a:pt x="823704" y="619901"/>
                    <a:pt x="805930" y="637675"/>
                    <a:pt x="784008" y="637675"/>
                  </a:cubicBezTo>
                  <a:close/>
                  <a:moveTo>
                    <a:pt x="79393" y="558282"/>
                  </a:moveTo>
                  <a:lnTo>
                    <a:pt x="744311" y="558282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78AB7267-041D-AE49-8018-2E56911D2D8A}"/>
                </a:ext>
              </a:extLst>
            </p:cNvPr>
            <p:cNvSpPr/>
            <p:nvPr/>
          </p:nvSpPr>
          <p:spPr>
            <a:xfrm>
              <a:off x="5480127" y="4873006"/>
              <a:ext cx="824272" cy="359429"/>
            </a:xfrm>
            <a:custGeom>
              <a:avLst/>
              <a:gdLst>
                <a:gd name="connsiteX0" fmla="*/ 414859 w 824272"/>
                <a:gd name="connsiteY0" fmla="*/ 359430 h 359429"/>
                <a:gd name="connsiteX1" fmla="*/ 391140 w 824272"/>
                <a:gd name="connsiteY1" fmla="*/ 351540 h 359429"/>
                <a:gd name="connsiteX2" fmla="*/ 16454 w 824272"/>
                <a:gd name="connsiteY2" fmla="*/ 71878 h 359429"/>
                <a:gd name="connsiteX3" fmla="*/ 7521 w 824272"/>
                <a:gd name="connsiteY3" fmla="*/ 16454 h 359429"/>
                <a:gd name="connsiteX4" fmla="*/ 62945 w 824272"/>
                <a:gd name="connsiteY4" fmla="*/ 7521 h 359429"/>
                <a:gd name="connsiteX5" fmla="*/ 63941 w 824272"/>
                <a:gd name="connsiteY5" fmla="*/ 8264 h 359429"/>
                <a:gd name="connsiteX6" fmla="*/ 414462 w 824272"/>
                <a:gd name="connsiteY6" fmla="*/ 270063 h 359429"/>
                <a:gd name="connsiteX7" fmla="*/ 760616 w 824272"/>
                <a:gd name="connsiteY7" fmla="*/ 8413 h 359429"/>
                <a:gd name="connsiteX8" fmla="*/ 816241 w 824272"/>
                <a:gd name="connsiteY8" fmla="*/ 16154 h 359429"/>
                <a:gd name="connsiteX9" fmla="*/ 808500 w 824272"/>
                <a:gd name="connsiteY9" fmla="*/ 71779 h 359429"/>
                <a:gd name="connsiteX10" fmla="*/ 438577 w 824272"/>
                <a:gd name="connsiteY10" fmla="*/ 351391 h 359429"/>
                <a:gd name="connsiteX11" fmla="*/ 414859 w 824272"/>
                <a:gd name="connsiteY11" fmla="*/ 359430 h 35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4272" h="359429">
                  <a:moveTo>
                    <a:pt x="414859" y="359430"/>
                  </a:moveTo>
                  <a:cubicBezTo>
                    <a:pt x="406309" y="359423"/>
                    <a:pt x="397990" y="356656"/>
                    <a:pt x="391140" y="351540"/>
                  </a:cubicBezTo>
                  <a:lnTo>
                    <a:pt x="16454" y="71878"/>
                  </a:lnTo>
                  <a:cubicBezTo>
                    <a:pt x="-1318" y="59040"/>
                    <a:pt x="-5317" y="34225"/>
                    <a:pt x="7521" y="16454"/>
                  </a:cubicBezTo>
                  <a:cubicBezTo>
                    <a:pt x="20359" y="-1318"/>
                    <a:pt x="45173" y="-5317"/>
                    <a:pt x="62945" y="7521"/>
                  </a:cubicBezTo>
                  <a:cubicBezTo>
                    <a:pt x="63281" y="7764"/>
                    <a:pt x="63613" y="8011"/>
                    <a:pt x="63941" y="8264"/>
                  </a:cubicBezTo>
                  <a:lnTo>
                    <a:pt x="414462" y="270063"/>
                  </a:lnTo>
                  <a:lnTo>
                    <a:pt x="760616" y="8413"/>
                  </a:lnTo>
                  <a:cubicBezTo>
                    <a:pt x="778112" y="-4810"/>
                    <a:pt x="803017" y="-1344"/>
                    <a:pt x="816241" y="16154"/>
                  </a:cubicBezTo>
                  <a:cubicBezTo>
                    <a:pt x="829465" y="33652"/>
                    <a:pt x="825996" y="58556"/>
                    <a:pt x="808500" y="71779"/>
                  </a:cubicBezTo>
                  <a:lnTo>
                    <a:pt x="438577" y="351391"/>
                  </a:lnTo>
                  <a:cubicBezTo>
                    <a:pt x="431746" y="356560"/>
                    <a:pt x="423425" y="359380"/>
                    <a:pt x="414859" y="3594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3" name="Picture Placeholder 79">
            <a:extLst>
              <a:ext uri="{FF2B5EF4-FFF2-40B4-BE49-F238E27FC236}">
                <a16:creationId xmlns:a16="http://schemas.microsoft.com/office/drawing/2014/main" id="{74DD0CC4-09E3-42F3-9645-8D41DA0303AD}"/>
              </a:ext>
            </a:extLst>
          </p:cNvPr>
          <p:cNvGrpSpPr>
            <a:grpSpLocks noChangeAspect="1"/>
          </p:cNvGrpSpPr>
          <p:nvPr/>
        </p:nvGrpSpPr>
        <p:grpSpPr>
          <a:xfrm>
            <a:off x="6793199" y="5004231"/>
            <a:ext cx="833628" cy="377117"/>
            <a:chOff x="6793199" y="5004231"/>
            <a:chExt cx="833628" cy="377117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2BAB73F9-150F-824D-8085-4691B6115B8C}"/>
                </a:ext>
              </a:extLst>
            </p:cNvPr>
            <p:cNvSpPr/>
            <p:nvPr/>
          </p:nvSpPr>
          <p:spPr>
            <a:xfrm>
              <a:off x="7089832" y="5076330"/>
              <a:ext cx="241355" cy="160374"/>
            </a:xfrm>
            <a:custGeom>
              <a:avLst/>
              <a:gdLst>
                <a:gd name="connsiteX0" fmla="*/ 201659 w 241355"/>
                <a:gd name="connsiteY0" fmla="*/ 160374 h 160374"/>
                <a:gd name="connsiteX1" fmla="*/ 161962 w 241355"/>
                <a:gd name="connsiteY1" fmla="*/ 120678 h 160374"/>
                <a:gd name="connsiteX2" fmla="*/ 120678 w 241355"/>
                <a:gd name="connsiteY2" fmla="*/ 79393 h 160374"/>
                <a:gd name="connsiteX3" fmla="*/ 79393 w 241355"/>
                <a:gd name="connsiteY3" fmla="*/ 120678 h 160374"/>
                <a:gd name="connsiteX4" fmla="*/ 39697 w 241355"/>
                <a:gd name="connsiteY4" fmla="*/ 160374 h 160374"/>
                <a:gd name="connsiteX5" fmla="*/ 0 w 241355"/>
                <a:gd name="connsiteY5" fmla="*/ 120678 h 160374"/>
                <a:gd name="connsiteX6" fmla="*/ 120678 w 241355"/>
                <a:gd name="connsiteY6" fmla="*/ 0 h 160374"/>
                <a:gd name="connsiteX7" fmla="*/ 241355 w 241355"/>
                <a:gd name="connsiteY7" fmla="*/ 120678 h 160374"/>
                <a:gd name="connsiteX8" fmla="*/ 201659 w 241355"/>
                <a:gd name="connsiteY8" fmla="*/ 160374 h 16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355" h="160374">
                  <a:moveTo>
                    <a:pt x="201659" y="160374"/>
                  </a:moveTo>
                  <a:cubicBezTo>
                    <a:pt x="179735" y="160374"/>
                    <a:pt x="161962" y="142601"/>
                    <a:pt x="161962" y="120678"/>
                  </a:cubicBezTo>
                  <a:cubicBezTo>
                    <a:pt x="161962" y="97877"/>
                    <a:pt x="143478" y="79393"/>
                    <a:pt x="120678" y="79393"/>
                  </a:cubicBezTo>
                  <a:cubicBezTo>
                    <a:pt x="97877" y="79393"/>
                    <a:pt x="79393" y="97877"/>
                    <a:pt x="79393" y="120678"/>
                  </a:cubicBezTo>
                  <a:cubicBezTo>
                    <a:pt x="79393" y="142601"/>
                    <a:pt x="61621" y="160374"/>
                    <a:pt x="39697" y="160374"/>
                  </a:cubicBezTo>
                  <a:cubicBezTo>
                    <a:pt x="17773" y="160374"/>
                    <a:pt x="0" y="142601"/>
                    <a:pt x="0" y="120678"/>
                  </a:cubicBezTo>
                  <a:cubicBezTo>
                    <a:pt x="0" y="54029"/>
                    <a:pt x="54029" y="0"/>
                    <a:pt x="120678" y="0"/>
                  </a:cubicBezTo>
                  <a:cubicBezTo>
                    <a:pt x="187328" y="0"/>
                    <a:pt x="241355" y="54029"/>
                    <a:pt x="241355" y="120678"/>
                  </a:cubicBezTo>
                  <a:cubicBezTo>
                    <a:pt x="241355" y="142601"/>
                    <a:pt x="223581" y="160374"/>
                    <a:pt x="201659" y="1603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4FAA805E-12A4-DC4A-8B1B-1E6AC12AE258}"/>
                </a:ext>
              </a:extLst>
            </p:cNvPr>
            <p:cNvSpPr/>
            <p:nvPr/>
          </p:nvSpPr>
          <p:spPr>
            <a:xfrm>
              <a:off x="6793199" y="5004231"/>
              <a:ext cx="377117" cy="377117"/>
            </a:xfrm>
            <a:custGeom>
              <a:avLst/>
              <a:gdLst>
                <a:gd name="connsiteX0" fmla="*/ 188559 w 377117"/>
                <a:gd name="connsiteY0" fmla="*/ 377117 h 377117"/>
                <a:gd name="connsiteX1" fmla="*/ 0 w 377117"/>
                <a:gd name="connsiteY1" fmla="*/ 188559 h 377117"/>
                <a:gd name="connsiteX2" fmla="*/ 188559 w 377117"/>
                <a:gd name="connsiteY2" fmla="*/ 0 h 377117"/>
                <a:gd name="connsiteX3" fmla="*/ 377118 w 377117"/>
                <a:gd name="connsiteY3" fmla="*/ 188559 h 377117"/>
                <a:gd name="connsiteX4" fmla="*/ 188559 w 377117"/>
                <a:gd name="connsiteY4" fmla="*/ 377117 h 377117"/>
                <a:gd name="connsiteX5" fmla="*/ 188559 w 377117"/>
                <a:gd name="connsiteY5" fmla="*/ 79393 h 377117"/>
                <a:gd name="connsiteX6" fmla="*/ 79393 w 377117"/>
                <a:gd name="connsiteY6" fmla="*/ 188559 h 377117"/>
                <a:gd name="connsiteX7" fmla="*/ 188559 w 377117"/>
                <a:gd name="connsiteY7" fmla="*/ 297724 h 377117"/>
                <a:gd name="connsiteX8" fmla="*/ 297724 w 377117"/>
                <a:gd name="connsiteY8" fmla="*/ 188559 h 377117"/>
                <a:gd name="connsiteX9" fmla="*/ 188559 w 377117"/>
                <a:gd name="connsiteY9" fmla="*/ 79393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117" h="377117">
                  <a:moveTo>
                    <a:pt x="188559" y="377117"/>
                  </a:moveTo>
                  <a:cubicBezTo>
                    <a:pt x="84421" y="377117"/>
                    <a:pt x="0" y="292698"/>
                    <a:pt x="0" y="188559"/>
                  </a:cubicBezTo>
                  <a:cubicBezTo>
                    <a:pt x="0" y="84421"/>
                    <a:pt x="84421" y="0"/>
                    <a:pt x="188559" y="0"/>
                  </a:cubicBezTo>
                  <a:cubicBezTo>
                    <a:pt x="292697" y="0"/>
                    <a:pt x="377118" y="84421"/>
                    <a:pt x="377118" y="188559"/>
                  </a:cubicBezTo>
                  <a:cubicBezTo>
                    <a:pt x="377118" y="292698"/>
                    <a:pt x="292697" y="377117"/>
                    <a:pt x="188559" y="377117"/>
                  </a:cubicBezTo>
                  <a:close/>
                  <a:moveTo>
                    <a:pt x="188559" y="79393"/>
                  </a:moveTo>
                  <a:cubicBezTo>
                    <a:pt x="128268" y="79393"/>
                    <a:pt x="79393" y="128268"/>
                    <a:pt x="79393" y="188559"/>
                  </a:cubicBezTo>
                  <a:cubicBezTo>
                    <a:pt x="79393" y="248849"/>
                    <a:pt x="128268" y="297724"/>
                    <a:pt x="188559" y="297724"/>
                  </a:cubicBezTo>
                  <a:cubicBezTo>
                    <a:pt x="248850" y="297724"/>
                    <a:pt x="297724" y="248849"/>
                    <a:pt x="297724" y="188559"/>
                  </a:cubicBezTo>
                  <a:cubicBezTo>
                    <a:pt x="297724" y="128268"/>
                    <a:pt x="248850" y="79393"/>
                    <a:pt x="18855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EF7AAE12-074D-1A48-86AC-5909E3E3ADDD}"/>
                </a:ext>
              </a:extLst>
            </p:cNvPr>
            <p:cNvSpPr/>
            <p:nvPr/>
          </p:nvSpPr>
          <p:spPr>
            <a:xfrm>
              <a:off x="7249710" y="5004231"/>
              <a:ext cx="377117" cy="377117"/>
            </a:xfrm>
            <a:custGeom>
              <a:avLst/>
              <a:gdLst>
                <a:gd name="connsiteX0" fmla="*/ 188559 w 377117"/>
                <a:gd name="connsiteY0" fmla="*/ 377117 h 377117"/>
                <a:gd name="connsiteX1" fmla="*/ 0 w 377117"/>
                <a:gd name="connsiteY1" fmla="*/ 188559 h 377117"/>
                <a:gd name="connsiteX2" fmla="*/ 188559 w 377117"/>
                <a:gd name="connsiteY2" fmla="*/ 0 h 377117"/>
                <a:gd name="connsiteX3" fmla="*/ 377118 w 377117"/>
                <a:gd name="connsiteY3" fmla="*/ 188559 h 377117"/>
                <a:gd name="connsiteX4" fmla="*/ 188559 w 377117"/>
                <a:gd name="connsiteY4" fmla="*/ 377117 h 377117"/>
                <a:gd name="connsiteX5" fmla="*/ 188559 w 377117"/>
                <a:gd name="connsiteY5" fmla="*/ 79393 h 377117"/>
                <a:gd name="connsiteX6" fmla="*/ 79393 w 377117"/>
                <a:gd name="connsiteY6" fmla="*/ 188559 h 377117"/>
                <a:gd name="connsiteX7" fmla="*/ 188559 w 377117"/>
                <a:gd name="connsiteY7" fmla="*/ 297724 h 377117"/>
                <a:gd name="connsiteX8" fmla="*/ 297724 w 377117"/>
                <a:gd name="connsiteY8" fmla="*/ 188559 h 377117"/>
                <a:gd name="connsiteX9" fmla="*/ 188559 w 377117"/>
                <a:gd name="connsiteY9" fmla="*/ 79393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117" h="377117">
                  <a:moveTo>
                    <a:pt x="188559" y="377117"/>
                  </a:moveTo>
                  <a:cubicBezTo>
                    <a:pt x="84420" y="377117"/>
                    <a:pt x="0" y="292698"/>
                    <a:pt x="0" y="188559"/>
                  </a:cubicBezTo>
                  <a:cubicBezTo>
                    <a:pt x="0" y="84421"/>
                    <a:pt x="84420" y="0"/>
                    <a:pt x="188559" y="0"/>
                  </a:cubicBezTo>
                  <a:cubicBezTo>
                    <a:pt x="292698" y="0"/>
                    <a:pt x="377118" y="84421"/>
                    <a:pt x="377118" y="188559"/>
                  </a:cubicBezTo>
                  <a:cubicBezTo>
                    <a:pt x="377118" y="292698"/>
                    <a:pt x="292698" y="377117"/>
                    <a:pt x="188559" y="377117"/>
                  </a:cubicBezTo>
                  <a:close/>
                  <a:moveTo>
                    <a:pt x="188559" y="79393"/>
                  </a:moveTo>
                  <a:cubicBezTo>
                    <a:pt x="128270" y="79393"/>
                    <a:pt x="79393" y="128268"/>
                    <a:pt x="79393" y="188559"/>
                  </a:cubicBezTo>
                  <a:cubicBezTo>
                    <a:pt x="79393" y="248849"/>
                    <a:pt x="128270" y="297724"/>
                    <a:pt x="188559" y="297724"/>
                  </a:cubicBezTo>
                  <a:cubicBezTo>
                    <a:pt x="248848" y="297724"/>
                    <a:pt x="297724" y="248849"/>
                    <a:pt x="297724" y="188559"/>
                  </a:cubicBezTo>
                  <a:cubicBezTo>
                    <a:pt x="297724" y="128268"/>
                    <a:pt x="248848" y="79393"/>
                    <a:pt x="18855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7" name="Picture Placeholder 89">
            <a:extLst>
              <a:ext uri="{FF2B5EF4-FFF2-40B4-BE49-F238E27FC236}">
                <a16:creationId xmlns:a16="http://schemas.microsoft.com/office/drawing/2014/main" id="{F8FEE912-B00F-4D52-918A-25681C8BBE8D}"/>
              </a:ext>
            </a:extLst>
          </p:cNvPr>
          <p:cNvGrpSpPr>
            <a:grpSpLocks noChangeAspect="1"/>
          </p:cNvGrpSpPr>
          <p:nvPr/>
        </p:nvGrpSpPr>
        <p:grpSpPr>
          <a:xfrm>
            <a:off x="8108722" y="4774437"/>
            <a:ext cx="837598" cy="836654"/>
            <a:chOff x="8108722" y="4774437"/>
            <a:chExt cx="837598" cy="836654"/>
          </a:xfrm>
        </p:grpSpPr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1D46012B-52FC-FC44-A1D3-D7C257C9C250}"/>
                </a:ext>
              </a:extLst>
            </p:cNvPr>
            <p:cNvSpPr/>
            <p:nvPr/>
          </p:nvSpPr>
          <p:spPr>
            <a:xfrm>
              <a:off x="8258428" y="5195667"/>
              <a:ext cx="263287" cy="263287"/>
            </a:xfrm>
            <a:custGeom>
              <a:avLst/>
              <a:gdLst>
                <a:gd name="connsiteX0" fmla="*/ 131693 w 263287"/>
                <a:gd name="connsiteY0" fmla="*/ 263287 h 263287"/>
                <a:gd name="connsiteX1" fmla="*/ 0 w 263287"/>
                <a:gd name="connsiteY1" fmla="*/ 131693 h 263287"/>
                <a:gd name="connsiteX2" fmla="*/ 131594 w 263287"/>
                <a:gd name="connsiteY2" fmla="*/ 0 h 263287"/>
                <a:gd name="connsiteX3" fmla="*/ 263288 w 263287"/>
                <a:gd name="connsiteY3" fmla="*/ 131594 h 263287"/>
                <a:gd name="connsiteX4" fmla="*/ 263288 w 263287"/>
                <a:gd name="connsiteY4" fmla="*/ 131693 h 263287"/>
                <a:gd name="connsiteX5" fmla="*/ 131693 w 263287"/>
                <a:gd name="connsiteY5" fmla="*/ 263287 h 263287"/>
                <a:gd name="connsiteX6" fmla="*/ 131693 w 263287"/>
                <a:gd name="connsiteY6" fmla="*/ 79691 h 263287"/>
                <a:gd name="connsiteX7" fmla="*/ 79393 w 263287"/>
                <a:gd name="connsiteY7" fmla="*/ 131892 h 263287"/>
                <a:gd name="connsiteX8" fmla="*/ 131594 w 263287"/>
                <a:gd name="connsiteY8" fmla="*/ 184192 h 263287"/>
                <a:gd name="connsiteX9" fmla="*/ 183894 w 263287"/>
                <a:gd name="connsiteY9" fmla="*/ 131991 h 263287"/>
                <a:gd name="connsiteX10" fmla="*/ 183894 w 263287"/>
                <a:gd name="connsiteY10" fmla="*/ 131941 h 263287"/>
                <a:gd name="connsiteX11" fmla="*/ 131793 w 263287"/>
                <a:gd name="connsiteY11" fmla="*/ 79443 h 263287"/>
                <a:gd name="connsiteX12" fmla="*/ 131693 w 263287"/>
                <a:gd name="connsiteY12" fmla="*/ 79443 h 26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3287" h="263287">
                  <a:moveTo>
                    <a:pt x="131693" y="263287"/>
                  </a:moveTo>
                  <a:cubicBezTo>
                    <a:pt x="58989" y="263317"/>
                    <a:pt x="27" y="204398"/>
                    <a:pt x="0" y="131693"/>
                  </a:cubicBezTo>
                  <a:cubicBezTo>
                    <a:pt x="-27" y="58989"/>
                    <a:pt x="58889" y="27"/>
                    <a:pt x="131594" y="0"/>
                  </a:cubicBezTo>
                  <a:cubicBezTo>
                    <a:pt x="204299" y="-27"/>
                    <a:pt x="263260" y="58889"/>
                    <a:pt x="263288" y="131594"/>
                  </a:cubicBezTo>
                  <a:cubicBezTo>
                    <a:pt x="263288" y="131629"/>
                    <a:pt x="263288" y="131659"/>
                    <a:pt x="263288" y="131693"/>
                  </a:cubicBezTo>
                  <a:cubicBezTo>
                    <a:pt x="263179" y="204323"/>
                    <a:pt x="204326" y="263178"/>
                    <a:pt x="131693" y="263287"/>
                  </a:cubicBezTo>
                  <a:close/>
                  <a:moveTo>
                    <a:pt x="131693" y="79691"/>
                  </a:moveTo>
                  <a:cubicBezTo>
                    <a:pt x="102836" y="79661"/>
                    <a:pt x="79420" y="103032"/>
                    <a:pt x="79393" y="131892"/>
                  </a:cubicBezTo>
                  <a:cubicBezTo>
                    <a:pt x="79366" y="160751"/>
                    <a:pt x="102737" y="184162"/>
                    <a:pt x="131594" y="184192"/>
                  </a:cubicBezTo>
                  <a:cubicBezTo>
                    <a:pt x="160452" y="184222"/>
                    <a:pt x="183867" y="160850"/>
                    <a:pt x="183894" y="131991"/>
                  </a:cubicBezTo>
                  <a:cubicBezTo>
                    <a:pt x="183894" y="131976"/>
                    <a:pt x="183894" y="131956"/>
                    <a:pt x="183894" y="131941"/>
                  </a:cubicBezTo>
                  <a:cubicBezTo>
                    <a:pt x="184004" y="103057"/>
                    <a:pt x="160677" y="79552"/>
                    <a:pt x="131793" y="79443"/>
                  </a:cubicBezTo>
                  <a:cubicBezTo>
                    <a:pt x="131760" y="79443"/>
                    <a:pt x="131727" y="79443"/>
                    <a:pt x="131693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8054B206-BF77-A345-BADB-E47CEE43CC82}"/>
                </a:ext>
              </a:extLst>
            </p:cNvPr>
            <p:cNvSpPr/>
            <p:nvPr/>
          </p:nvSpPr>
          <p:spPr>
            <a:xfrm>
              <a:off x="8108722" y="5396135"/>
              <a:ext cx="214957" cy="214956"/>
            </a:xfrm>
            <a:custGeom>
              <a:avLst/>
              <a:gdLst>
                <a:gd name="connsiteX0" fmla="*/ 107479 w 214957"/>
                <a:gd name="connsiteY0" fmla="*/ 214957 h 214956"/>
                <a:gd name="connsiteX1" fmla="*/ 0 w 214957"/>
                <a:gd name="connsiteY1" fmla="*/ 107478 h 214956"/>
                <a:gd name="connsiteX2" fmla="*/ 107479 w 214957"/>
                <a:gd name="connsiteY2" fmla="*/ 0 h 214956"/>
                <a:gd name="connsiteX3" fmla="*/ 214957 w 214957"/>
                <a:gd name="connsiteY3" fmla="*/ 107478 h 214956"/>
                <a:gd name="connsiteX4" fmla="*/ 107479 w 214957"/>
                <a:gd name="connsiteY4" fmla="*/ 214957 h 214956"/>
                <a:gd name="connsiteX5" fmla="*/ 107479 w 214957"/>
                <a:gd name="connsiteY5" fmla="*/ 79393 h 214956"/>
                <a:gd name="connsiteX6" fmla="*/ 79393 w 214957"/>
                <a:gd name="connsiteY6" fmla="*/ 107478 h 214956"/>
                <a:gd name="connsiteX7" fmla="*/ 107479 w 214957"/>
                <a:gd name="connsiteY7" fmla="*/ 135564 h 214956"/>
                <a:gd name="connsiteX8" fmla="*/ 135564 w 214957"/>
                <a:gd name="connsiteY8" fmla="*/ 107478 h 214956"/>
                <a:gd name="connsiteX9" fmla="*/ 107479 w 214957"/>
                <a:gd name="connsiteY9" fmla="*/ 79393 h 21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957" h="214956">
                  <a:moveTo>
                    <a:pt x="107479" y="214957"/>
                  </a:moveTo>
                  <a:cubicBezTo>
                    <a:pt x="48120" y="214957"/>
                    <a:pt x="0" y="166835"/>
                    <a:pt x="0" y="107478"/>
                  </a:cubicBezTo>
                  <a:cubicBezTo>
                    <a:pt x="0" y="48122"/>
                    <a:pt x="48120" y="0"/>
                    <a:pt x="107479" y="0"/>
                  </a:cubicBezTo>
                  <a:cubicBezTo>
                    <a:pt x="166837" y="0"/>
                    <a:pt x="214957" y="48122"/>
                    <a:pt x="214957" y="107478"/>
                  </a:cubicBezTo>
                  <a:cubicBezTo>
                    <a:pt x="214875" y="166805"/>
                    <a:pt x="166803" y="214873"/>
                    <a:pt x="107479" y="214957"/>
                  </a:cubicBezTo>
                  <a:close/>
                  <a:moveTo>
                    <a:pt x="107479" y="79393"/>
                  </a:moveTo>
                  <a:cubicBezTo>
                    <a:pt x="91968" y="79393"/>
                    <a:pt x="79393" y="91967"/>
                    <a:pt x="79393" y="107478"/>
                  </a:cubicBezTo>
                  <a:cubicBezTo>
                    <a:pt x="79393" y="122990"/>
                    <a:pt x="91968" y="135564"/>
                    <a:pt x="107479" y="135564"/>
                  </a:cubicBezTo>
                  <a:cubicBezTo>
                    <a:pt x="122989" y="135564"/>
                    <a:pt x="135564" y="122990"/>
                    <a:pt x="135564" y="107478"/>
                  </a:cubicBezTo>
                  <a:cubicBezTo>
                    <a:pt x="135537" y="91977"/>
                    <a:pt x="122978" y="79423"/>
                    <a:pt x="10747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71854F86-B0C3-E542-9782-5D2110A8A027}"/>
                </a:ext>
              </a:extLst>
            </p:cNvPr>
            <p:cNvSpPr/>
            <p:nvPr/>
          </p:nvSpPr>
          <p:spPr>
            <a:xfrm>
              <a:off x="8407240" y="4774437"/>
              <a:ext cx="539079" cy="539079"/>
            </a:xfrm>
            <a:custGeom>
              <a:avLst/>
              <a:gdLst>
                <a:gd name="connsiteX0" fmla="*/ 269590 w 539079"/>
                <a:gd name="connsiteY0" fmla="*/ 539079 h 539079"/>
                <a:gd name="connsiteX1" fmla="*/ 0 w 539079"/>
                <a:gd name="connsiteY1" fmla="*/ 269589 h 539079"/>
                <a:gd name="connsiteX2" fmla="*/ 269490 w 539079"/>
                <a:gd name="connsiteY2" fmla="*/ 0 h 539079"/>
                <a:gd name="connsiteX3" fmla="*/ 539080 w 539079"/>
                <a:gd name="connsiteY3" fmla="*/ 269490 h 539079"/>
                <a:gd name="connsiteX4" fmla="*/ 539080 w 539079"/>
                <a:gd name="connsiteY4" fmla="*/ 269589 h 539079"/>
                <a:gd name="connsiteX5" fmla="*/ 269590 w 539079"/>
                <a:gd name="connsiteY5" fmla="*/ 539079 h 539079"/>
                <a:gd name="connsiteX6" fmla="*/ 269590 w 539079"/>
                <a:gd name="connsiteY6" fmla="*/ 79443 h 539079"/>
                <a:gd name="connsiteX7" fmla="*/ 79393 w 539079"/>
                <a:gd name="connsiteY7" fmla="*/ 269540 h 539079"/>
                <a:gd name="connsiteX8" fmla="*/ 269490 w 539079"/>
                <a:gd name="connsiteY8" fmla="*/ 459736 h 539079"/>
                <a:gd name="connsiteX9" fmla="*/ 459687 w 539079"/>
                <a:gd name="connsiteY9" fmla="*/ 269639 h 539079"/>
                <a:gd name="connsiteX10" fmla="*/ 459687 w 539079"/>
                <a:gd name="connsiteY10" fmla="*/ 269589 h 539079"/>
                <a:gd name="connsiteX11" fmla="*/ 269590 w 539079"/>
                <a:gd name="connsiteY11" fmla="*/ 79443 h 53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9079" h="539079">
                  <a:moveTo>
                    <a:pt x="269590" y="539079"/>
                  </a:moveTo>
                  <a:cubicBezTo>
                    <a:pt x="120727" y="539109"/>
                    <a:pt x="27" y="418452"/>
                    <a:pt x="0" y="269589"/>
                  </a:cubicBezTo>
                  <a:cubicBezTo>
                    <a:pt x="-27" y="120727"/>
                    <a:pt x="120628" y="27"/>
                    <a:pt x="269490" y="0"/>
                  </a:cubicBezTo>
                  <a:cubicBezTo>
                    <a:pt x="418353" y="-27"/>
                    <a:pt x="539050" y="120627"/>
                    <a:pt x="539080" y="269490"/>
                  </a:cubicBezTo>
                  <a:cubicBezTo>
                    <a:pt x="539080" y="269523"/>
                    <a:pt x="539080" y="269556"/>
                    <a:pt x="539080" y="269589"/>
                  </a:cubicBezTo>
                  <a:cubicBezTo>
                    <a:pt x="538916" y="418356"/>
                    <a:pt x="418357" y="538915"/>
                    <a:pt x="269590" y="539079"/>
                  </a:cubicBezTo>
                  <a:close/>
                  <a:moveTo>
                    <a:pt x="269590" y="79443"/>
                  </a:moveTo>
                  <a:cubicBezTo>
                    <a:pt x="164574" y="79415"/>
                    <a:pt x="79421" y="164524"/>
                    <a:pt x="79393" y="269540"/>
                  </a:cubicBezTo>
                  <a:cubicBezTo>
                    <a:pt x="79366" y="374554"/>
                    <a:pt x="164475" y="459708"/>
                    <a:pt x="269490" y="459736"/>
                  </a:cubicBezTo>
                  <a:cubicBezTo>
                    <a:pt x="374508" y="459763"/>
                    <a:pt x="459657" y="374654"/>
                    <a:pt x="459687" y="269639"/>
                  </a:cubicBezTo>
                  <a:cubicBezTo>
                    <a:pt x="459687" y="269622"/>
                    <a:pt x="459687" y="269606"/>
                    <a:pt x="459687" y="269589"/>
                  </a:cubicBezTo>
                  <a:cubicBezTo>
                    <a:pt x="459602" y="164628"/>
                    <a:pt x="374552" y="79552"/>
                    <a:pt x="269590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1" name="Picture Placeholder 91">
            <a:extLst>
              <a:ext uri="{FF2B5EF4-FFF2-40B4-BE49-F238E27FC236}">
                <a16:creationId xmlns:a16="http://schemas.microsoft.com/office/drawing/2014/main" id="{0F962071-5CAC-457C-B96B-6C5ECF1B7135}"/>
              </a:ext>
            </a:extLst>
          </p:cNvPr>
          <p:cNvGrpSpPr>
            <a:grpSpLocks noChangeAspect="1"/>
          </p:cNvGrpSpPr>
          <p:nvPr/>
        </p:nvGrpSpPr>
        <p:grpSpPr>
          <a:xfrm>
            <a:off x="9454414" y="4775182"/>
            <a:ext cx="779394" cy="836915"/>
            <a:chOff x="9454414" y="4775182"/>
            <a:chExt cx="779394" cy="836915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4B43ED58-02F0-1947-AD37-2E26F9AA4132}"/>
                </a:ext>
              </a:extLst>
            </p:cNvPr>
            <p:cNvSpPr/>
            <p:nvPr/>
          </p:nvSpPr>
          <p:spPr>
            <a:xfrm rot="-3535201">
              <a:off x="9819426" y="5129794"/>
              <a:ext cx="79393" cy="384510"/>
            </a:xfrm>
            <a:custGeom>
              <a:avLst/>
              <a:gdLst>
                <a:gd name="connsiteX0" fmla="*/ 0 w 79393"/>
                <a:gd name="connsiteY0" fmla="*/ 0 h 384510"/>
                <a:gd name="connsiteX1" fmla="*/ 79393 w 79393"/>
                <a:gd name="connsiteY1" fmla="*/ 0 h 384510"/>
                <a:gd name="connsiteX2" fmla="*/ 79393 w 79393"/>
                <a:gd name="connsiteY2" fmla="*/ 384511 h 384510"/>
                <a:gd name="connsiteX3" fmla="*/ 0 w 79393"/>
                <a:gd name="connsiteY3" fmla="*/ 384511 h 384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393" h="384510">
                  <a:moveTo>
                    <a:pt x="0" y="0"/>
                  </a:moveTo>
                  <a:lnTo>
                    <a:pt x="79393" y="0"/>
                  </a:lnTo>
                  <a:lnTo>
                    <a:pt x="79393" y="384511"/>
                  </a:lnTo>
                  <a:lnTo>
                    <a:pt x="0" y="38451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0C85F6DC-C381-F241-AEB5-7C44F4C982E0}"/>
                </a:ext>
              </a:extLst>
            </p:cNvPr>
            <p:cNvSpPr/>
            <p:nvPr/>
          </p:nvSpPr>
          <p:spPr>
            <a:xfrm rot="-1772399">
              <a:off x="9632330" y="5020965"/>
              <a:ext cx="414879" cy="79393"/>
            </a:xfrm>
            <a:custGeom>
              <a:avLst/>
              <a:gdLst>
                <a:gd name="connsiteX0" fmla="*/ 0 w 414879"/>
                <a:gd name="connsiteY0" fmla="*/ 0 h 79393"/>
                <a:gd name="connsiteX1" fmla="*/ 414879 w 414879"/>
                <a:gd name="connsiteY1" fmla="*/ 0 h 79393"/>
                <a:gd name="connsiteX2" fmla="*/ 414879 w 414879"/>
                <a:gd name="connsiteY2" fmla="*/ 79393 h 79393"/>
                <a:gd name="connsiteX3" fmla="*/ 0 w 414879"/>
                <a:gd name="connsiteY3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4879" h="79393">
                  <a:moveTo>
                    <a:pt x="0" y="0"/>
                  </a:moveTo>
                  <a:lnTo>
                    <a:pt x="414879" y="0"/>
                  </a:lnTo>
                  <a:lnTo>
                    <a:pt x="414879" y="79393"/>
                  </a:lnTo>
                  <a:lnTo>
                    <a:pt x="0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512668DF-D39E-E042-B7D0-CDF1E831B7E3}"/>
                </a:ext>
              </a:extLst>
            </p:cNvPr>
            <p:cNvSpPr/>
            <p:nvPr/>
          </p:nvSpPr>
          <p:spPr>
            <a:xfrm>
              <a:off x="9968234" y="4775182"/>
              <a:ext cx="265573" cy="267455"/>
            </a:xfrm>
            <a:custGeom>
              <a:avLst/>
              <a:gdLst>
                <a:gd name="connsiteX0" fmla="*/ 132787 w 265573"/>
                <a:gd name="connsiteY0" fmla="*/ 267456 h 267455"/>
                <a:gd name="connsiteX1" fmla="*/ 2 w 265573"/>
                <a:gd name="connsiteY1" fmla="*/ 132785 h 267455"/>
                <a:gd name="connsiteX2" fmla="*/ 132787 w 265573"/>
                <a:gd name="connsiteY2" fmla="*/ 0 h 267455"/>
                <a:gd name="connsiteX3" fmla="*/ 265572 w 265573"/>
                <a:gd name="connsiteY3" fmla="*/ 132785 h 267455"/>
                <a:gd name="connsiteX4" fmla="*/ 132787 w 265573"/>
                <a:gd name="connsiteY4" fmla="*/ 267456 h 267455"/>
                <a:gd name="connsiteX5" fmla="*/ 132787 w 265573"/>
                <a:gd name="connsiteY5" fmla="*/ 77557 h 267455"/>
                <a:gd name="connsiteX6" fmla="*/ 79395 w 265573"/>
                <a:gd name="connsiteY6" fmla="*/ 132785 h 267455"/>
                <a:gd name="connsiteX7" fmla="*/ 130485 w 265573"/>
                <a:gd name="connsiteY7" fmla="*/ 188479 h 267455"/>
                <a:gd name="connsiteX8" fmla="*/ 186179 w 265573"/>
                <a:gd name="connsiteY8" fmla="*/ 137390 h 267455"/>
                <a:gd name="connsiteX9" fmla="*/ 186179 w 265573"/>
                <a:gd name="connsiteY9" fmla="*/ 132785 h 267455"/>
                <a:gd name="connsiteX10" fmla="*/ 132787 w 265573"/>
                <a:gd name="connsiteY10" fmla="*/ 77706 h 2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573" h="267455">
                  <a:moveTo>
                    <a:pt x="132787" y="267456"/>
                  </a:moveTo>
                  <a:cubicBezTo>
                    <a:pt x="58986" y="266801"/>
                    <a:pt x="-385" y="206586"/>
                    <a:pt x="2" y="132785"/>
                  </a:cubicBezTo>
                  <a:cubicBezTo>
                    <a:pt x="2" y="59450"/>
                    <a:pt x="59452" y="0"/>
                    <a:pt x="132787" y="0"/>
                  </a:cubicBezTo>
                  <a:cubicBezTo>
                    <a:pt x="206122" y="0"/>
                    <a:pt x="265572" y="59450"/>
                    <a:pt x="265572" y="132785"/>
                  </a:cubicBezTo>
                  <a:cubicBezTo>
                    <a:pt x="265959" y="206586"/>
                    <a:pt x="206588" y="266801"/>
                    <a:pt x="132787" y="267456"/>
                  </a:cubicBezTo>
                  <a:close/>
                  <a:moveTo>
                    <a:pt x="132787" y="77557"/>
                  </a:moveTo>
                  <a:cubicBezTo>
                    <a:pt x="102856" y="78208"/>
                    <a:pt x="79033" y="102848"/>
                    <a:pt x="79395" y="132785"/>
                  </a:cubicBezTo>
                  <a:cubicBezTo>
                    <a:pt x="78125" y="162273"/>
                    <a:pt x="100995" y="187207"/>
                    <a:pt x="130485" y="188479"/>
                  </a:cubicBezTo>
                  <a:cubicBezTo>
                    <a:pt x="159974" y="189751"/>
                    <a:pt x="184909" y="166877"/>
                    <a:pt x="186179" y="137390"/>
                  </a:cubicBezTo>
                  <a:cubicBezTo>
                    <a:pt x="186243" y="135855"/>
                    <a:pt x="186243" y="134319"/>
                    <a:pt x="186179" y="132785"/>
                  </a:cubicBezTo>
                  <a:cubicBezTo>
                    <a:pt x="186457" y="102906"/>
                    <a:pt x="162659" y="78357"/>
                    <a:pt x="132787" y="7770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614748C5-07D1-6B4C-AABF-536BA4777350}"/>
                </a:ext>
              </a:extLst>
            </p:cNvPr>
            <p:cNvSpPr/>
            <p:nvPr/>
          </p:nvSpPr>
          <p:spPr>
            <a:xfrm>
              <a:off x="9964467" y="5342755"/>
              <a:ext cx="269341" cy="269343"/>
            </a:xfrm>
            <a:custGeom>
              <a:avLst/>
              <a:gdLst>
                <a:gd name="connsiteX0" fmla="*/ 136555 w 269341"/>
                <a:gd name="connsiteY0" fmla="*/ 269330 h 269343"/>
                <a:gd name="connsiteX1" fmla="*/ 13 w 269341"/>
                <a:gd name="connsiteY1" fmla="*/ 136560 h 269343"/>
                <a:gd name="connsiteX2" fmla="*/ 132784 w 269341"/>
                <a:gd name="connsiteY2" fmla="*/ 13 h 269343"/>
                <a:gd name="connsiteX3" fmla="*/ 269325 w 269341"/>
                <a:gd name="connsiteY3" fmla="*/ 132789 h 269343"/>
                <a:gd name="connsiteX4" fmla="*/ 269340 w 269341"/>
                <a:gd name="connsiteY4" fmla="*/ 134709 h 269343"/>
                <a:gd name="connsiteX5" fmla="*/ 136555 w 269341"/>
                <a:gd name="connsiteY5" fmla="*/ 269330 h 269343"/>
                <a:gd name="connsiteX6" fmla="*/ 136555 w 269341"/>
                <a:gd name="connsiteY6" fmla="*/ 79431 h 269343"/>
                <a:gd name="connsiteX7" fmla="*/ 79422 w 269341"/>
                <a:gd name="connsiteY7" fmla="*/ 132793 h 269343"/>
                <a:gd name="connsiteX8" fmla="*/ 132784 w 269341"/>
                <a:gd name="connsiteY8" fmla="*/ 189922 h 269343"/>
                <a:gd name="connsiteX9" fmla="*/ 189917 w 269341"/>
                <a:gd name="connsiteY9" fmla="*/ 136565 h 269343"/>
                <a:gd name="connsiteX10" fmla="*/ 189947 w 269341"/>
                <a:gd name="connsiteY10" fmla="*/ 134709 h 269343"/>
                <a:gd name="connsiteX11" fmla="*/ 136555 w 269341"/>
                <a:gd name="connsiteY11" fmla="*/ 79580 h 26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341" h="269343">
                  <a:moveTo>
                    <a:pt x="136555" y="269330"/>
                  </a:moveTo>
                  <a:cubicBezTo>
                    <a:pt x="62183" y="270372"/>
                    <a:pt x="1056" y="210926"/>
                    <a:pt x="13" y="136560"/>
                  </a:cubicBezTo>
                  <a:cubicBezTo>
                    <a:pt x="-1029" y="62188"/>
                    <a:pt x="58412" y="1056"/>
                    <a:pt x="132784" y="13"/>
                  </a:cubicBezTo>
                  <a:cubicBezTo>
                    <a:pt x="207155" y="-1029"/>
                    <a:pt x="268283" y="58417"/>
                    <a:pt x="269325" y="132789"/>
                  </a:cubicBezTo>
                  <a:cubicBezTo>
                    <a:pt x="269335" y="133429"/>
                    <a:pt x="269340" y="134069"/>
                    <a:pt x="269340" y="134709"/>
                  </a:cubicBezTo>
                  <a:cubicBezTo>
                    <a:pt x="269697" y="208490"/>
                    <a:pt x="210336" y="268675"/>
                    <a:pt x="136555" y="269330"/>
                  </a:cubicBezTo>
                  <a:close/>
                  <a:moveTo>
                    <a:pt x="136555" y="79431"/>
                  </a:moveTo>
                  <a:cubicBezTo>
                    <a:pt x="106043" y="78389"/>
                    <a:pt x="80464" y="102282"/>
                    <a:pt x="79422" y="132793"/>
                  </a:cubicBezTo>
                  <a:cubicBezTo>
                    <a:pt x="78384" y="163300"/>
                    <a:pt x="102272" y="188880"/>
                    <a:pt x="132784" y="189922"/>
                  </a:cubicBezTo>
                  <a:cubicBezTo>
                    <a:pt x="163296" y="190964"/>
                    <a:pt x="188875" y="167071"/>
                    <a:pt x="189917" y="136565"/>
                  </a:cubicBezTo>
                  <a:cubicBezTo>
                    <a:pt x="189937" y="135944"/>
                    <a:pt x="189947" y="135329"/>
                    <a:pt x="189947" y="134709"/>
                  </a:cubicBezTo>
                  <a:cubicBezTo>
                    <a:pt x="190254" y="104812"/>
                    <a:pt x="166446" y="80230"/>
                    <a:pt x="136555" y="795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AE375D26-5AB5-144A-920F-A1DF280311A9}"/>
                </a:ext>
              </a:extLst>
            </p:cNvPr>
            <p:cNvSpPr/>
            <p:nvPr/>
          </p:nvSpPr>
          <p:spPr>
            <a:xfrm>
              <a:off x="9454414" y="5058169"/>
              <a:ext cx="269242" cy="269241"/>
            </a:xfrm>
            <a:custGeom>
              <a:avLst/>
              <a:gdLst>
                <a:gd name="connsiteX0" fmla="*/ 134621 w 269242"/>
                <a:gd name="connsiteY0" fmla="*/ 269242 h 269241"/>
                <a:gd name="connsiteX1" fmla="*/ 0 w 269242"/>
                <a:gd name="connsiteY1" fmla="*/ 134621 h 269241"/>
                <a:gd name="connsiteX2" fmla="*/ 134621 w 269242"/>
                <a:gd name="connsiteY2" fmla="*/ 0 h 269241"/>
                <a:gd name="connsiteX3" fmla="*/ 269242 w 269242"/>
                <a:gd name="connsiteY3" fmla="*/ 134621 h 269241"/>
                <a:gd name="connsiteX4" fmla="*/ 134621 w 269242"/>
                <a:gd name="connsiteY4" fmla="*/ 269242 h 269241"/>
                <a:gd name="connsiteX5" fmla="*/ 134621 w 269242"/>
                <a:gd name="connsiteY5" fmla="*/ 79393 h 269241"/>
                <a:gd name="connsiteX6" fmla="*/ 81735 w 269242"/>
                <a:gd name="connsiteY6" fmla="*/ 136963 h 269241"/>
                <a:gd name="connsiteX7" fmla="*/ 134621 w 269242"/>
                <a:gd name="connsiteY7" fmla="*/ 189849 h 269241"/>
                <a:gd name="connsiteX8" fmla="*/ 187507 w 269242"/>
                <a:gd name="connsiteY8" fmla="*/ 132279 h 269241"/>
                <a:gd name="connsiteX9" fmla="*/ 134621 w 269242"/>
                <a:gd name="connsiteY9" fmla="*/ 79393 h 26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242" h="269241">
                  <a:moveTo>
                    <a:pt x="134621" y="269242"/>
                  </a:moveTo>
                  <a:cubicBezTo>
                    <a:pt x="60272" y="269242"/>
                    <a:pt x="0" y="208968"/>
                    <a:pt x="0" y="134621"/>
                  </a:cubicBezTo>
                  <a:cubicBezTo>
                    <a:pt x="0" y="60272"/>
                    <a:pt x="60272" y="0"/>
                    <a:pt x="134621" y="0"/>
                  </a:cubicBezTo>
                  <a:cubicBezTo>
                    <a:pt x="208970" y="0"/>
                    <a:pt x="269242" y="60272"/>
                    <a:pt x="269242" y="134621"/>
                  </a:cubicBezTo>
                  <a:cubicBezTo>
                    <a:pt x="269242" y="208968"/>
                    <a:pt x="208970" y="269242"/>
                    <a:pt x="134621" y="269242"/>
                  </a:cubicBezTo>
                  <a:close/>
                  <a:moveTo>
                    <a:pt x="134621" y="79393"/>
                  </a:moveTo>
                  <a:cubicBezTo>
                    <a:pt x="104120" y="80686"/>
                    <a:pt x="80442" y="106461"/>
                    <a:pt x="81735" y="136963"/>
                  </a:cubicBezTo>
                  <a:cubicBezTo>
                    <a:pt x="82952" y="165652"/>
                    <a:pt x="105932" y="188633"/>
                    <a:pt x="134621" y="189849"/>
                  </a:cubicBezTo>
                  <a:cubicBezTo>
                    <a:pt x="165122" y="188556"/>
                    <a:pt x="188800" y="162781"/>
                    <a:pt x="187507" y="132279"/>
                  </a:cubicBezTo>
                  <a:cubicBezTo>
                    <a:pt x="186291" y="103590"/>
                    <a:pt x="163310" y="80610"/>
                    <a:pt x="13462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528308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F5E488AF-6A16-4457-9775-3F94A32C5F69}"/>
              </a:ext>
            </a:extLst>
          </p:cNvPr>
          <p:cNvGrpSpPr>
            <a:grpSpLocks noChangeAspect="1"/>
          </p:cNvGrpSpPr>
          <p:nvPr/>
        </p:nvGrpSpPr>
        <p:grpSpPr>
          <a:xfrm>
            <a:off x="1495722" y="1420266"/>
            <a:ext cx="827673" cy="833180"/>
            <a:chOff x="1495722" y="1420266"/>
            <a:chExt cx="827673" cy="83318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63E7137-1A5D-5B4D-A989-F2F1E0F55FD1}"/>
                </a:ext>
              </a:extLst>
            </p:cNvPr>
            <p:cNvSpPr/>
            <p:nvPr/>
          </p:nvSpPr>
          <p:spPr>
            <a:xfrm>
              <a:off x="1686514" y="1613691"/>
              <a:ext cx="447876" cy="447876"/>
            </a:xfrm>
            <a:custGeom>
              <a:avLst/>
              <a:gdLst>
                <a:gd name="connsiteX0" fmla="*/ 225228 w 447876"/>
                <a:gd name="connsiteY0" fmla="*/ 447873 h 447876"/>
                <a:gd name="connsiteX1" fmla="*/ 4 w 447876"/>
                <a:gd name="connsiteY1" fmla="*/ 225229 h 447876"/>
                <a:gd name="connsiteX2" fmla="*/ 222648 w 447876"/>
                <a:gd name="connsiteY2" fmla="*/ 4 h 447876"/>
                <a:gd name="connsiteX3" fmla="*/ 447872 w 447876"/>
                <a:gd name="connsiteY3" fmla="*/ 222648 h 447876"/>
                <a:gd name="connsiteX4" fmla="*/ 447877 w 447876"/>
                <a:gd name="connsiteY4" fmla="*/ 223935 h 447876"/>
                <a:gd name="connsiteX5" fmla="*/ 225228 w 447876"/>
                <a:gd name="connsiteY5" fmla="*/ 447873 h 447876"/>
                <a:gd name="connsiteX6" fmla="*/ 225228 w 447876"/>
                <a:gd name="connsiteY6" fmla="*/ 79389 h 447876"/>
                <a:gd name="connsiteX7" fmla="*/ 79399 w 447876"/>
                <a:gd name="connsiteY7" fmla="*/ 222638 h 447876"/>
                <a:gd name="connsiteX8" fmla="*/ 222648 w 447876"/>
                <a:gd name="connsiteY8" fmla="*/ 368470 h 447876"/>
                <a:gd name="connsiteX9" fmla="*/ 368479 w 447876"/>
                <a:gd name="connsiteY9" fmla="*/ 225219 h 447876"/>
                <a:gd name="connsiteX10" fmla="*/ 368483 w 447876"/>
                <a:gd name="connsiteY10" fmla="*/ 223935 h 447876"/>
                <a:gd name="connsiteX11" fmla="*/ 225231 w 447876"/>
                <a:gd name="connsiteY11" fmla="*/ 79389 h 447876"/>
                <a:gd name="connsiteX12" fmla="*/ 225228 w 447876"/>
                <a:gd name="connsiteY12" fmla="*/ 79389 h 44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7876" h="447876">
                  <a:moveTo>
                    <a:pt x="225228" y="447873"/>
                  </a:moveTo>
                  <a:cubicBezTo>
                    <a:pt x="101553" y="448587"/>
                    <a:pt x="716" y="348904"/>
                    <a:pt x="4" y="225229"/>
                  </a:cubicBezTo>
                  <a:cubicBezTo>
                    <a:pt x="-709" y="101553"/>
                    <a:pt x="98972" y="716"/>
                    <a:pt x="222648" y="4"/>
                  </a:cubicBezTo>
                  <a:cubicBezTo>
                    <a:pt x="346323" y="-709"/>
                    <a:pt x="447162" y="98973"/>
                    <a:pt x="447872" y="222648"/>
                  </a:cubicBezTo>
                  <a:cubicBezTo>
                    <a:pt x="447877" y="223077"/>
                    <a:pt x="447877" y="223506"/>
                    <a:pt x="447877" y="223935"/>
                  </a:cubicBezTo>
                  <a:cubicBezTo>
                    <a:pt x="448070" y="347187"/>
                    <a:pt x="348481" y="447352"/>
                    <a:pt x="225228" y="447873"/>
                  </a:cubicBezTo>
                  <a:close/>
                  <a:moveTo>
                    <a:pt x="225228" y="79389"/>
                  </a:moveTo>
                  <a:cubicBezTo>
                    <a:pt x="145402" y="78677"/>
                    <a:pt x="80112" y="142812"/>
                    <a:pt x="79399" y="222638"/>
                  </a:cubicBezTo>
                  <a:cubicBezTo>
                    <a:pt x="78686" y="302464"/>
                    <a:pt x="142821" y="367755"/>
                    <a:pt x="222648" y="368470"/>
                  </a:cubicBezTo>
                  <a:cubicBezTo>
                    <a:pt x="302473" y="369179"/>
                    <a:pt x="367764" y="305045"/>
                    <a:pt x="368479" y="225219"/>
                  </a:cubicBezTo>
                  <a:cubicBezTo>
                    <a:pt x="368483" y="224791"/>
                    <a:pt x="368483" y="224363"/>
                    <a:pt x="368483" y="223935"/>
                  </a:cubicBezTo>
                  <a:cubicBezTo>
                    <a:pt x="368841" y="144462"/>
                    <a:pt x="304706" y="79747"/>
                    <a:pt x="225231" y="79389"/>
                  </a:cubicBezTo>
                  <a:cubicBezTo>
                    <a:pt x="225230" y="79389"/>
                    <a:pt x="225229" y="79389"/>
                    <a:pt x="225228" y="793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32909AE-2279-9245-B4B9-9118B570A690}"/>
                </a:ext>
              </a:extLst>
            </p:cNvPr>
            <p:cNvSpPr/>
            <p:nvPr/>
          </p:nvSpPr>
          <p:spPr>
            <a:xfrm>
              <a:off x="1871252" y="2079775"/>
              <a:ext cx="79393" cy="173672"/>
            </a:xfrm>
            <a:custGeom>
              <a:avLst/>
              <a:gdLst>
                <a:gd name="connsiteX0" fmla="*/ 39697 w 79393"/>
                <a:gd name="connsiteY0" fmla="*/ 173672 h 173672"/>
                <a:gd name="connsiteX1" fmla="*/ 0 w 79393"/>
                <a:gd name="connsiteY1" fmla="*/ 133976 h 173672"/>
                <a:gd name="connsiteX2" fmla="*/ 0 w 79393"/>
                <a:gd name="connsiteY2" fmla="*/ 39697 h 173672"/>
                <a:gd name="connsiteX3" fmla="*/ 39697 w 79393"/>
                <a:gd name="connsiteY3" fmla="*/ 0 h 173672"/>
                <a:gd name="connsiteX4" fmla="*/ 79393 w 79393"/>
                <a:gd name="connsiteY4" fmla="*/ 39697 h 173672"/>
                <a:gd name="connsiteX5" fmla="*/ 79393 w 79393"/>
                <a:gd name="connsiteY5" fmla="*/ 133976 h 173672"/>
                <a:gd name="connsiteX6" fmla="*/ 39697 w 79393"/>
                <a:gd name="connsiteY6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672">
                  <a:moveTo>
                    <a:pt x="39697" y="173672"/>
                  </a:move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33976"/>
                  </a:lnTo>
                  <a:cubicBezTo>
                    <a:pt x="79393" y="155898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02BC1DE-FD38-5940-9077-86939EB92DC6}"/>
                </a:ext>
              </a:extLst>
            </p:cNvPr>
            <p:cNvSpPr/>
            <p:nvPr/>
          </p:nvSpPr>
          <p:spPr>
            <a:xfrm>
              <a:off x="1871252" y="1420266"/>
              <a:ext cx="79393" cy="173672"/>
            </a:xfrm>
            <a:custGeom>
              <a:avLst/>
              <a:gdLst>
                <a:gd name="connsiteX0" fmla="*/ 39697 w 79393"/>
                <a:gd name="connsiteY0" fmla="*/ 173672 h 173672"/>
                <a:gd name="connsiteX1" fmla="*/ 0 w 79393"/>
                <a:gd name="connsiteY1" fmla="*/ 133976 h 173672"/>
                <a:gd name="connsiteX2" fmla="*/ 0 w 79393"/>
                <a:gd name="connsiteY2" fmla="*/ 39697 h 173672"/>
                <a:gd name="connsiteX3" fmla="*/ 39697 w 79393"/>
                <a:gd name="connsiteY3" fmla="*/ 0 h 173672"/>
                <a:gd name="connsiteX4" fmla="*/ 79393 w 79393"/>
                <a:gd name="connsiteY4" fmla="*/ 39697 h 173672"/>
                <a:gd name="connsiteX5" fmla="*/ 79393 w 79393"/>
                <a:gd name="connsiteY5" fmla="*/ 133976 h 173672"/>
                <a:gd name="connsiteX6" fmla="*/ 39697 w 79393"/>
                <a:gd name="connsiteY6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3976"/>
                  </a:lnTo>
                  <a:cubicBezTo>
                    <a:pt x="79393" y="155900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B47FAAC-9E8E-1D44-BA97-FE037008C468}"/>
                </a:ext>
              </a:extLst>
            </p:cNvPr>
            <p:cNvSpPr/>
            <p:nvPr/>
          </p:nvSpPr>
          <p:spPr>
            <a:xfrm>
              <a:off x="2150220" y="1799666"/>
              <a:ext cx="173176" cy="79393"/>
            </a:xfrm>
            <a:custGeom>
              <a:avLst/>
              <a:gdLst>
                <a:gd name="connsiteX0" fmla="*/ 133480 w 173176"/>
                <a:gd name="connsiteY0" fmla="*/ 79393 h 79393"/>
                <a:gd name="connsiteX1" fmla="*/ 39697 w 173176"/>
                <a:gd name="connsiteY1" fmla="*/ 79393 h 79393"/>
                <a:gd name="connsiteX2" fmla="*/ 0 w 173176"/>
                <a:gd name="connsiteY2" fmla="*/ 39697 h 79393"/>
                <a:gd name="connsiteX3" fmla="*/ 39697 w 173176"/>
                <a:gd name="connsiteY3" fmla="*/ 0 h 79393"/>
                <a:gd name="connsiteX4" fmla="*/ 133480 w 173176"/>
                <a:gd name="connsiteY4" fmla="*/ 0 h 79393"/>
                <a:gd name="connsiteX5" fmla="*/ 173176 w 173176"/>
                <a:gd name="connsiteY5" fmla="*/ 39697 h 79393"/>
                <a:gd name="connsiteX6" fmla="*/ 133480 w 17317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76" h="79393">
                  <a:moveTo>
                    <a:pt x="133480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480" y="0"/>
                  </a:lnTo>
                  <a:cubicBezTo>
                    <a:pt x="155402" y="0"/>
                    <a:pt x="173176" y="17773"/>
                    <a:pt x="173176" y="39697"/>
                  </a:cubicBezTo>
                  <a:cubicBezTo>
                    <a:pt x="173176" y="61620"/>
                    <a:pt x="155402" y="79393"/>
                    <a:pt x="13348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E15AF58-BC10-A247-87B7-C16E293613E9}"/>
                </a:ext>
              </a:extLst>
            </p:cNvPr>
            <p:cNvSpPr/>
            <p:nvPr/>
          </p:nvSpPr>
          <p:spPr>
            <a:xfrm>
              <a:off x="1495722" y="1797086"/>
              <a:ext cx="173176" cy="79393"/>
            </a:xfrm>
            <a:custGeom>
              <a:avLst/>
              <a:gdLst>
                <a:gd name="connsiteX0" fmla="*/ 133480 w 173176"/>
                <a:gd name="connsiteY0" fmla="*/ 79393 h 79393"/>
                <a:gd name="connsiteX1" fmla="*/ 39697 w 173176"/>
                <a:gd name="connsiteY1" fmla="*/ 79393 h 79393"/>
                <a:gd name="connsiteX2" fmla="*/ 0 w 173176"/>
                <a:gd name="connsiteY2" fmla="*/ 39697 h 79393"/>
                <a:gd name="connsiteX3" fmla="*/ 39697 w 173176"/>
                <a:gd name="connsiteY3" fmla="*/ 0 h 79393"/>
                <a:gd name="connsiteX4" fmla="*/ 133480 w 173176"/>
                <a:gd name="connsiteY4" fmla="*/ 0 h 79393"/>
                <a:gd name="connsiteX5" fmla="*/ 173176 w 173176"/>
                <a:gd name="connsiteY5" fmla="*/ 39697 h 79393"/>
                <a:gd name="connsiteX6" fmla="*/ 133480 w 17317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76" h="79393">
                  <a:moveTo>
                    <a:pt x="13348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480" y="0"/>
                  </a:lnTo>
                  <a:cubicBezTo>
                    <a:pt x="155404" y="0"/>
                    <a:pt x="173176" y="17773"/>
                    <a:pt x="173176" y="39697"/>
                  </a:cubicBezTo>
                  <a:cubicBezTo>
                    <a:pt x="173176" y="61620"/>
                    <a:pt x="155404" y="79393"/>
                    <a:pt x="13348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8916266-CFFA-CC46-8C80-8FC9F1F68AAD}"/>
                </a:ext>
              </a:extLst>
            </p:cNvPr>
            <p:cNvSpPr/>
            <p:nvPr/>
          </p:nvSpPr>
          <p:spPr>
            <a:xfrm>
              <a:off x="2082232" y="2009505"/>
              <a:ext cx="145725" cy="146090"/>
            </a:xfrm>
            <a:custGeom>
              <a:avLst/>
              <a:gdLst>
                <a:gd name="connsiteX0" fmla="*/ 105848 w 145725"/>
                <a:gd name="connsiteY0" fmla="*/ 146091 h 146090"/>
                <a:gd name="connsiteX1" fmla="*/ 77713 w 145725"/>
                <a:gd name="connsiteY1" fmla="*/ 134380 h 146090"/>
                <a:gd name="connsiteX2" fmla="*/ 11519 w 145725"/>
                <a:gd name="connsiteY2" fmla="*/ 67739 h 146090"/>
                <a:gd name="connsiteX3" fmla="*/ 11767 w 145725"/>
                <a:gd name="connsiteY3" fmla="*/ 11519 h 146090"/>
                <a:gd name="connsiteX4" fmla="*/ 67988 w 145725"/>
                <a:gd name="connsiteY4" fmla="*/ 11767 h 146090"/>
                <a:gd name="connsiteX5" fmla="*/ 134182 w 145725"/>
                <a:gd name="connsiteY5" fmla="*/ 78408 h 146090"/>
                <a:gd name="connsiteX6" fmla="*/ 134013 w 145725"/>
                <a:gd name="connsiteY6" fmla="*/ 134549 h 146090"/>
                <a:gd name="connsiteX7" fmla="*/ 105997 w 145725"/>
                <a:gd name="connsiteY7" fmla="*/ 146091 h 14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725" h="146090">
                  <a:moveTo>
                    <a:pt x="105848" y="146091"/>
                  </a:moveTo>
                  <a:cubicBezTo>
                    <a:pt x="95284" y="146086"/>
                    <a:pt x="85161" y="141873"/>
                    <a:pt x="77713" y="134380"/>
                  </a:cubicBezTo>
                  <a:lnTo>
                    <a:pt x="11519" y="67739"/>
                  </a:lnTo>
                  <a:cubicBezTo>
                    <a:pt x="-3938" y="52149"/>
                    <a:pt x="-3823" y="26976"/>
                    <a:pt x="11767" y="11519"/>
                  </a:cubicBezTo>
                  <a:cubicBezTo>
                    <a:pt x="27363" y="-3938"/>
                    <a:pt x="52531" y="-3824"/>
                    <a:pt x="67988" y="11767"/>
                  </a:cubicBezTo>
                  <a:lnTo>
                    <a:pt x="134182" y="78408"/>
                  </a:lnTo>
                  <a:cubicBezTo>
                    <a:pt x="149639" y="93954"/>
                    <a:pt x="149564" y="119092"/>
                    <a:pt x="134013" y="134549"/>
                  </a:cubicBezTo>
                  <a:cubicBezTo>
                    <a:pt x="126570" y="141947"/>
                    <a:pt x="116497" y="146100"/>
                    <a:pt x="105997" y="1460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FB92EC3-8692-F74A-9FA5-A4CABAD62F72}"/>
                </a:ext>
              </a:extLst>
            </p:cNvPr>
            <p:cNvSpPr/>
            <p:nvPr/>
          </p:nvSpPr>
          <p:spPr>
            <a:xfrm>
              <a:off x="1590270" y="1515285"/>
              <a:ext cx="145598" cy="146038"/>
            </a:xfrm>
            <a:custGeom>
              <a:avLst/>
              <a:gdLst>
                <a:gd name="connsiteX0" fmla="*/ 105871 w 145598"/>
                <a:gd name="connsiteY0" fmla="*/ 146038 h 146038"/>
                <a:gd name="connsiteX1" fmla="*/ 77686 w 145598"/>
                <a:gd name="connsiteY1" fmla="*/ 134328 h 146038"/>
                <a:gd name="connsiteX2" fmla="*/ 11542 w 145598"/>
                <a:gd name="connsiteY2" fmla="*/ 67687 h 146038"/>
                <a:gd name="connsiteX3" fmla="*/ 11715 w 145598"/>
                <a:gd name="connsiteY3" fmla="*/ 11542 h 146038"/>
                <a:gd name="connsiteX4" fmla="*/ 67861 w 145598"/>
                <a:gd name="connsiteY4" fmla="*/ 11715 h 146038"/>
                <a:gd name="connsiteX5" fmla="*/ 134055 w 145598"/>
                <a:gd name="connsiteY5" fmla="*/ 78356 h 146038"/>
                <a:gd name="connsiteX6" fmla="*/ 133888 w 145598"/>
                <a:gd name="connsiteY6" fmla="*/ 134495 h 146038"/>
                <a:gd name="connsiteX7" fmla="*/ 105871 w 145598"/>
                <a:gd name="connsiteY7" fmla="*/ 146038 h 146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98" h="146038">
                  <a:moveTo>
                    <a:pt x="105871" y="146038"/>
                  </a:moveTo>
                  <a:cubicBezTo>
                    <a:pt x="95290" y="146047"/>
                    <a:pt x="85145" y="141832"/>
                    <a:pt x="77686" y="134328"/>
                  </a:cubicBezTo>
                  <a:lnTo>
                    <a:pt x="11542" y="67687"/>
                  </a:lnTo>
                  <a:cubicBezTo>
                    <a:pt x="-3915" y="52135"/>
                    <a:pt x="-3837" y="26998"/>
                    <a:pt x="11715" y="11542"/>
                  </a:cubicBezTo>
                  <a:cubicBezTo>
                    <a:pt x="27267" y="-3915"/>
                    <a:pt x="52405" y="-3837"/>
                    <a:pt x="67861" y="11715"/>
                  </a:cubicBezTo>
                  <a:lnTo>
                    <a:pt x="134055" y="78356"/>
                  </a:lnTo>
                  <a:cubicBezTo>
                    <a:pt x="149512" y="93904"/>
                    <a:pt x="149437" y="119039"/>
                    <a:pt x="133888" y="134495"/>
                  </a:cubicBezTo>
                  <a:cubicBezTo>
                    <a:pt x="126443" y="141896"/>
                    <a:pt x="116369" y="146047"/>
                    <a:pt x="105871" y="1460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9AC6F4F-EFD3-6242-A634-D93D98E8DEF5}"/>
                </a:ext>
              </a:extLst>
            </p:cNvPr>
            <p:cNvSpPr/>
            <p:nvPr/>
          </p:nvSpPr>
          <p:spPr>
            <a:xfrm>
              <a:off x="1590466" y="2013161"/>
              <a:ext cx="145591" cy="146056"/>
            </a:xfrm>
            <a:custGeom>
              <a:avLst/>
              <a:gdLst>
                <a:gd name="connsiteX0" fmla="*/ 39728 w 145591"/>
                <a:gd name="connsiteY0" fmla="*/ 146056 h 146056"/>
                <a:gd name="connsiteX1" fmla="*/ 0 w 145591"/>
                <a:gd name="connsiteY1" fmla="*/ 106390 h 146056"/>
                <a:gd name="connsiteX2" fmla="*/ 11543 w 145591"/>
                <a:gd name="connsiteY2" fmla="*/ 78374 h 146056"/>
                <a:gd name="connsiteX3" fmla="*/ 77688 w 145591"/>
                <a:gd name="connsiteY3" fmla="*/ 11733 h 146056"/>
                <a:gd name="connsiteX4" fmla="*/ 133858 w 145591"/>
                <a:gd name="connsiteY4" fmla="*/ 11535 h 146056"/>
                <a:gd name="connsiteX5" fmla="*/ 134057 w 145591"/>
                <a:gd name="connsiteY5" fmla="*/ 67705 h 146056"/>
                <a:gd name="connsiteX6" fmla="*/ 67863 w 145591"/>
                <a:gd name="connsiteY6" fmla="*/ 134346 h 146056"/>
                <a:gd name="connsiteX7" fmla="*/ 39728 w 145591"/>
                <a:gd name="connsiteY7" fmla="*/ 146056 h 146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91" h="146056">
                  <a:moveTo>
                    <a:pt x="39728" y="146056"/>
                  </a:moveTo>
                  <a:cubicBezTo>
                    <a:pt x="17804" y="146076"/>
                    <a:pt x="17" y="128317"/>
                    <a:pt x="0" y="106390"/>
                  </a:cubicBezTo>
                  <a:cubicBezTo>
                    <a:pt x="-8" y="95895"/>
                    <a:pt x="4142" y="85817"/>
                    <a:pt x="11543" y="78374"/>
                  </a:cubicBezTo>
                  <a:lnTo>
                    <a:pt x="77688" y="11733"/>
                  </a:lnTo>
                  <a:cubicBezTo>
                    <a:pt x="93144" y="-3833"/>
                    <a:pt x="118292" y="-3922"/>
                    <a:pt x="133858" y="11535"/>
                  </a:cubicBezTo>
                  <a:cubicBezTo>
                    <a:pt x="149424" y="26991"/>
                    <a:pt x="149513" y="52139"/>
                    <a:pt x="134057" y="67705"/>
                  </a:cubicBezTo>
                  <a:lnTo>
                    <a:pt x="67863" y="134346"/>
                  </a:lnTo>
                  <a:cubicBezTo>
                    <a:pt x="60416" y="141839"/>
                    <a:pt x="50291" y="146051"/>
                    <a:pt x="39728" y="14605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3B8D153-2B26-9D4F-92E5-490E13FE26F4}"/>
                </a:ext>
              </a:extLst>
            </p:cNvPr>
            <p:cNvSpPr/>
            <p:nvPr/>
          </p:nvSpPr>
          <p:spPr>
            <a:xfrm>
              <a:off x="2086229" y="1514317"/>
              <a:ext cx="145572" cy="146063"/>
            </a:xfrm>
            <a:custGeom>
              <a:avLst/>
              <a:gdLst>
                <a:gd name="connsiteX0" fmla="*/ 39677 w 145572"/>
                <a:gd name="connsiteY0" fmla="*/ 146063 h 146063"/>
                <a:gd name="connsiteX1" fmla="*/ 0 w 145572"/>
                <a:gd name="connsiteY1" fmla="*/ 106348 h 146063"/>
                <a:gd name="connsiteX2" fmla="*/ 11542 w 145572"/>
                <a:gd name="connsiteY2" fmla="*/ 78381 h 146063"/>
                <a:gd name="connsiteX3" fmla="*/ 77686 w 145572"/>
                <a:gd name="connsiteY3" fmla="*/ 11740 h 146063"/>
                <a:gd name="connsiteX4" fmla="*/ 133832 w 145572"/>
                <a:gd name="connsiteY4" fmla="*/ 11517 h 146063"/>
                <a:gd name="connsiteX5" fmla="*/ 134055 w 145572"/>
                <a:gd name="connsiteY5" fmla="*/ 67663 h 146063"/>
                <a:gd name="connsiteX6" fmla="*/ 67861 w 145572"/>
                <a:gd name="connsiteY6" fmla="*/ 134353 h 146063"/>
                <a:gd name="connsiteX7" fmla="*/ 39677 w 145572"/>
                <a:gd name="connsiteY7" fmla="*/ 146063 h 14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72" h="146063">
                  <a:moveTo>
                    <a:pt x="39677" y="146063"/>
                  </a:moveTo>
                  <a:cubicBezTo>
                    <a:pt x="17754" y="146053"/>
                    <a:pt x="-10" y="128272"/>
                    <a:pt x="0" y="106348"/>
                  </a:cubicBezTo>
                  <a:cubicBezTo>
                    <a:pt x="5" y="95868"/>
                    <a:pt x="4153" y="85814"/>
                    <a:pt x="11542" y="78381"/>
                  </a:cubicBezTo>
                  <a:lnTo>
                    <a:pt x="77686" y="11740"/>
                  </a:lnTo>
                  <a:cubicBezTo>
                    <a:pt x="93128" y="-3826"/>
                    <a:pt x="118266" y="-3926"/>
                    <a:pt x="133832" y="11517"/>
                  </a:cubicBezTo>
                  <a:cubicBezTo>
                    <a:pt x="149398" y="26959"/>
                    <a:pt x="149497" y="52097"/>
                    <a:pt x="134055" y="67663"/>
                  </a:cubicBezTo>
                  <a:lnTo>
                    <a:pt x="67861" y="134353"/>
                  </a:lnTo>
                  <a:cubicBezTo>
                    <a:pt x="60403" y="141856"/>
                    <a:pt x="50256" y="146072"/>
                    <a:pt x="39677" y="1460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" name="Picture Placeholder 35">
            <a:extLst>
              <a:ext uri="{FF2B5EF4-FFF2-40B4-BE49-F238E27FC236}">
                <a16:creationId xmlns:a16="http://schemas.microsoft.com/office/drawing/2014/main" id="{EA7F7E14-283A-4D08-8EFB-3DEDAE8AF585}"/>
              </a:ext>
            </a:extLst>
          </p:cNvPr>
          <p:cNvGrpSpPr>
            <a:grpSpLocks noChangeAspect="1"/>
          </p:cNvGrpSpPr>
          <p:nvPr/>
        </p:nvGrpSpPr>
        <p:grpSpPr>
          <a:xfrm>
            <a:off x="2815513" y="1610760"/>
            <a:ext cx="823108" cy="452391"/>
            <a:chOff x="2815513" y="1610760"/>
            <a:chExt cx="823108" cy="452391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C5B7D21-0147-1141-BDC3-410BE3009164}"/>
                </a:ext>
              </a:extLst>
            </p:cNvPr>
            <p:cNvSpPr/>
            <p:nvPr/>
          </p:nvSpPr>
          <p:spPr>
            <a:xfrm>
              <a:off x="2815513" y="1797185"/>
              <a:ext cx="644176" cy="265966"/>
            </a:xfrm>
            <a:custGeom>
              <a:avLst/>
              <a:gdLst>
                <a:gd name="connsiteX0" fmla="*/ 604480 w 644176"/>
                <a:gd name="connsiteY0" fmla="*/ 265818 h 265966"/>
                <a:gd name="connsiteX1" fmla="*/ 226122 w 644176"/>
                <a:gd name="connsiteY1" fmla="*/ 265818 h 265966"/>
                <a:gd name="connsiteX2" fmla="*/ 27639 w 644176"/>
                <a:gd name="connsiteY2" fmla="*/ 150648 h 265966"/>
                <a:gd name="connsiteX3" fmla="*/ 0 w 644176"/>
                <a:gd name="connsiteY3" fmla="*/ 39697 h 265966"/>
                <a:gd name="connsiteX4" fmla="*/ 39697 w 644176"/>
                <a:gd name="connsiteY4" fmla="*/ 0 h 265966"/>
                <a:gd name="connsiteX5" fmla="*/ 79393 w 644176"/>
                <a:gd name="connsiteY5" fmla="*/ 39697 h 265966"/>
                <a:gd name="connsiteX6" fmla="*/ 226122 w 644176"/>
                <a:gd name="connsiteY6" fmla="*/ 186574 h 265966"/>
                <a:gd name="connsiteX7" fmla="*/ 604480 w 644176"/>
                <a:gd name="connsiteY7" fmla="*/ 186574 h 265966"/>
                <a:gd name="connsiteX8" fmla="*/ 644177 w 644176"/>
                <a:gd name="connsiteY8" fmla="*/ 226270 h 265966"/>
                <a:gd name="connsiteX9" fmla="*/ 604480 w 644176"/>
                <a:gd name="connsiteY9" fmla="*/ 265967 h 265966"/>
                <a:gd name="connsiteX10" fmla="*/ 79393 w 644176"/>
                <a:gd name="connsiteY10" fmla="*/ 39697 h 265966"/>
                <a:gd name="connsiteX11" fmla="*/ 79393 w 644176"/>
                <a:gd name="connsiteY11" fmla="*/ 39697 h 265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4176" h="265966">
                  <a:moveTo>
                    <a:pt x="604480" y="265818"/>
                  </a:moveTo>
                  <a:lnTo>
                    <a:pt x="226122" y="265818"/>
                  </a:lnTo>
                  <a:cubicBezTo>
                    <a:pt x="109563" y="265818"/>
                    <a:pt x="53789" y="203197"/>
                    <a:pt x="27639" y="150648"/>
                  </a:cubicBezTo>
                  <a:cubicBezTo>
                    <a:pt x="10582" y="116073"/>
                    <a:pt x="1157" y="78233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79393" y="54930"/>
                    <a:pt x="85000" y="186574"/>
                    <a:pt x="226122" y="186574"/>
                  </a:cubicBezTo>
                  <a:lnTo>
                    <a:pt x="604480" y="186574"/>
                  </a:lnTo>
                  <a:cubicBezTo>
                    <a:pt x="626402" y="186574"/>
                    <a:pt x="644177" y="204348"/>
                    <a:pt x="644177" y="226270"/>
                  </a:cubicBezTo>
                  <a:cubicBezTo>
                    <a:pt x="644177" y="248193"/>
                    <a:pt x="626402" y="265967"/>
                    <a:pt x="604480" y="265967"/>
                  </a:cubicBezTo>
                  <a:close/>
                  <a:moveTo>
                    <a:pt x="79393" y="39697"/>
                  </a:moveTo>
                  <a:lnTo>
                    <a:pt x="79393" y="3969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D5079069-35FF-AC40-99DA-EC4DB8058635}"/>
                </a:ext>
              </a:extLst>
            </p:cNvPr>
            <p:cNvSpPr/>
            <p:nvPr/>
          </p:nvSpPr>
          <p:spPr>
            <a:xfrm>
              <a:off x="2815513" y="1611901"/>
              <a:ext cx="616636" cy="265669"/>
            </a:xfrm>
            <a:custGeom>
              <a:avLst/>
              <a:gdLst>
                <a:gd name="connsiteX0" fmla="*/ 39697 w 616636"/>
                <a:gd name="connsiteY0" fmla="*/ 265669 h 265669"/>
                <a:gd name="connsiteX1" fmla="*/ 0 w 616636"/>
                <a:gd name="connsiteY1" fmla="*/ 225973 h 265669"/>
                <a:gd name="connsiteX2" fmla="*/ 115170 w 616636"/>
                <a:gd name="connsiteY2" fmla="*/ 27490 h 265669"/>
                <a:gd name="connsiteX3" fmla="*/ 226122 w 616636"/>
                <a:gd name="connsiteY3" fmla="*/ 0 h 265669"/>
                <a:gd name="connsiteX4" fmla="*/ 576940 w 616636"/>
                <a:gd name="connsiteY4" fmla="*/ 0 h 265669"/>
                <a:gd name="connsiteX5" fmla="*/ 616637 w 616636"/>
                <a:gd name="connsiteY5" fmla="*/ 39697 h 265669"/>
                <a:gd name="connsiteX6" fmla="*/ 576940 w 616636"/>
                <a:gd name="connsiteY6" fmla="*/ 79393 h 265669"/>
                <a:gd name="connsiteX7" fmla="*/ 226122 w 616636"/>
                <a:gd name="connsiteY7" fmla="*/ 79393 h 265669"/>
                <a:gd name="connsiteX8" fmla="*/ 79393 w 616636"/>
                <a:gd name="connsiteY8" fmla="*/ 226121 h 265669"/>
                <a:gd name="connsiteX9" fmla="*/ 39697 w 616636"/>
                <a:gd name="connsiteY9" fmla="*/ 265669 h 26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6636" h="265669">
                  <a:moveTo>
                    <a:pt x="39697" y="265669"/>
                  </a:moveTo>
                  <a:cubicBezTo>
                    <a:pt x="17773" y="265669"/>
                    <a:pt x="0" y="247897"/>
                    <a:pt x="0" y="225973"/>
                  </a:cubicBezTo>
                  <a:cubicBezTo>
                    <a:pt x="0" y="109414"/>
                    <a:pt x="62621" y="53640"/>
                    <a:pt x="115170" y="27490"/>
                  </a:cubicBezTo>
                  <a:cubicBezTo>
                    <a:pt x="149758" y="10485"/>
                    <a:pt x="187596" y="1110"/>
                    <a:pt x="226122" y="0"/>
                  </a:cubicBezTo>
                  <a:lnTo>
                    <a:pt x="576940" y="0"/>
                  </a:lnTo>
                  <a:cubicBezTo>
                    <a:pt x="598863" y="0"/>
                    <a:pt x="616637" y="17773"/>
                    <a:pt x="616637" y="39697"/>
                  </a:cubicBezTo>
                  <a:cubicBezTo>
                    <a:pt x="616637" y="61620"/>
                    <a:pt x="598863" y="79393"/>
                    <a:pt x="576940" y="79393"/>
                  </a:cubicBezTo>
                  <a:lnTo>
                    <a:pt x="226122" y="79393"/>
                  </a:lnTo>
                  <a:cubicBezTo>
                    <a:pt x="211236" y="79393"/>
                    <a:pt x="79393" y="84901"/>
                    <a:pt x="79393" y="226121"/>
                  </a:cubicBezTo>
                  <a:cubicBezTo>
                    <a:pt x="79311" y="247987"/>
                    <a:pt x="61562" y="265669"/>
                    <a:pt x="39697" y="2656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A0ECC1E-DF61-444A-8081-38FD7E88E810}"/>
                </a:ext>
              </a:extLst>
            </p:cNvPr>
            <p:cNvSpPr/>
            <p:nvPr/>
          </p:nvSpPr>
          <p:spPr>
            <a:xfrm>
              <a:off x="3186378" y="1610760"/>
              <a:ext cx="452243" cy="452242"/>
            </a:xfrm>
            <a:custGeom>
              <a:avLst/>
              <a:gdLst>
                <a:gd name="connsiteX0" fmla="*/ 226122 w 452243"/>
                <a:gd name="connsiteY0" fmla="*/ 452243 h 452242"/>
                <a:gd name="connsiteX1" fmla="*/ 0 w 452243"/>
                <a:gd name="connsiteY1" fmla="*/ 226121 h 452242"/>
                <a:gd name="connsiteX2" fmla="*/ 226122 w 452243"/>
                <a:gd name="connsiteY2" fmla="*/ 0 h 452242"/>
                <a:gd name="connsiteX3" fmla="*/ 452243 w 452243"/>
                <a:gd name="connsiteY3" fmla="*/ 226121 h 452242"/>
                <a:gd name="connsiteX4" fmla="*/ 226122 w 452243"/>
                <a:gd name="connsiteY4" fmla="*/ 452243 h 452242"/>
                <a:gd name="connsiteX5" fmla="*/ 226122 w 452243"/>
                <a:gd name="connsiteY5" fmla="*/ 79393 h 452242"/>
                <a:gd name="connsiteX6" fmla="*/ 79393 w 452243"/>
                <a:gd name="connsiteY6" fmla="*/ 226121 h 452242"/>
                <a:gd name="connsiteX7" fmla="*/ 226122 w 452243"/>
                <a:gd name="connsiteY7" fmla="*/ 372850 h 452242"/>
                <a:gd name="connsiteX8" fmla="*/ 372850 w 452243"/>
                <a:gd name="connsiteY8" fmla="*/ 226121 h 452242"/>
                <a:gd name="connsiteX9" fmla="*/ 226122 w 452243"/>
                <a:gd name="connsiteY9" fmla="*/ 79393 h 45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2243" h="452242">
                  <a:moveTo>
                    <a:pt x="226122" y="452243"/>
                  </a:moveTo>
                  <a:cubicBezTo>
                    <a:pt x="101238" y="452243"/>
                    <a:pt x="0" y="351007"/>
                    <a:pt x="0" y="226121"/>
                  </a:cubicBezTo>
                  <a:cubicBezTo>
                    <a:pt x="0" y="101238"/>
                    <a:pt x="101238" y="0"/>
                    <a:pt x="226122" y="0"/>
                  </a:cubicBezTo>
                  <a:cubicBezTo>
                    <a:pt x="351007" y="0"/>
                    <a:pt x="452243" y="101238"/>
                    <a:pt x="452243" y="226121"/>
                  </a:cubicBezTo>
                  <a:cubicBezTo>
                    <a:pt x="452105" y="350947"/>
                    <a:pt x="350948" y="452104"/>
                    <a:pt x="226122" y="452243"/>
                  </a:cubicBezTo>
                  <a:close/>
                  <a:moveTo>
                    <a:pt x="226122" y="79393"/>
                  </a:moveTo>
                  <a:cubicBezTo>
                    <a:pt x="145086" y="79393"/>
                    <a:pt x="79393" y="145085"/>
                    <a:pt x="79393" y="226121"/>
                  </a:cubicBezTo>
                  <a:cubicBezTo>
                    <a:pt x="79393" y="307157"/>
                    <a:pt x="145086" y="372850"/>
                    <a:pt x="226122" y="372850"/>
                  </a:cubicBezTo>
                  <a:cubicBezTo>
                    <a:pt x="307157" y="372850"/>
                    <a:pt x="372850" y="307157"/>
                    <a:pt x="372850" y="226121"/>
                  </a:cubicBezTo>
                  <a:cubicBezTo>
                    <a:pt x="372766" y="145120"/>
                    <a:pt x="307123" y="79475"/>
                    <a:pt x="22612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" name="Picture Placeholder 53">
            <a:extLst>
              <a:ext uri="{FF2B5EF4-FFF2-40B4-BE49-F238E27FC236}">
                <a16:creationId xmlns:a16="http://schemas.microsoft.com/office/drawing/2014/main" id="{D5A9D1A9-2BF9-4E5F-BBD9-C1A059D6AC2D}"/>
              </a:ext>
            </a:extLst>
          </p:cNvPr>
          <p:cNvGrpSpPr>
            <a:grpSpLocks noChangeAspect="1"/>
          </p:cNvGrpSpPr>
          <p:nvPr/>
        </p:nvGrpSpPr>
        <p:grpSpPr>
          <a:xfrm>
            <a:off x="4226109" y="1422549"/>
            <a:ext cx="636931" cy="828913"/>
            <a:chOff x="4226109" y="1422549"/>
            <a:chExt cx="636931" cy="828913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FBBFE36-DA8B-F44B-B2F5-D014B4FD48DC}"/>
                </a:ext>
              </a:extLst>
            </p:cNvPr>
            <p:cNvSpPr/>
            <p:nvPr/>
          </p:nvSpPr>
          <p:spPr>
            <a:xfrm>
              <a:off x="4226109" y="1422549"/>
              <a:ext cx="636931" cy="828913"/>
            </a:xfrm>
            <a:custGeom>
              <a:avLst/>
              <a:gdLst>
                <a:gd name="connsiteX0" fmla="*/ 597235 w 636931"/>
                <a:gd name="connsiteY0" fmla="*/ 828914 h 828913"/>
                <a:gd name="connsiteX1" fmla="*/ 39697 w 636931"/>
                <a:gd name="connsiteY1" fmla="*/ 828914 h 828913"/>
                <a:gd name="connsiteX2" fmla="*/ 0 w 636931"/>
                <a:gd name="connsiteY2" fmla="*/ 789217 h 828913"/>
                <a:gd name="connsiteX3" fmla="*/ 0 w 636931"/>
                <a:gd name="connsiteY3" fmla="*/ 39697 h 828913"/>
                <a:gd name="connsiteX4" fmla="*/ 39697 w 636931"/>
                <a:gd name="connsiteY4" fmla="*/ 0 h 828913"/>
                <a:gd name="connsiteX5" fmla="*/ 411207 w 636931"/>
                <a:gd name="connsiteY5" fmla="*/ 0 h 828913"/>
                <a:gd name="connsiteX6" fmla="*/ 439441 w 636931"/>
                <a:gd name="connsiteY6" fmla="*/ 11760 h 828913"/>
                <a:gd name="connsiteX7" fmla="*/ 625420 w 636931"/>
                <a:gd name="connsiteY7" fmla="*/ 199475 h 828913"/>
                <a:gd name="connsiteX8" fmla="*/ 636932 w 636931"/>
                <a:gd name="connsiteY8" fmla="*/ 227412 h 828913"/>
                <a:gd name="connsiteX9" fmla="*/ 636932 w 636931"/>
                <a:gd name="connsiteY9" fmla="*/ 789217 h 828913"/>
                <a:gd name="connsiteX10" fmla="*/ 597235 w 636931"/>
                <a:gd name="connsiteY10" fmla="*/ 828914 h 828913"/>
                <a:gd name="connsiteX11" fmla="*/ 79393 w 636931"/>
                <a:gd name="connsiteY11" fmla="*/ 749521 h 828913"/>
                <a:gd name="connsiteX12" fmla="*/ 557539 w 636931"/>
                <a:gd name="connsiteY12" fmla="*/ 749521 h 828913"/>
                <a:gd name="connsiteX13" fmla="*/ 557539 w 636931"/>
                <a:gd name="connsiteY13" fmla="*/ 243389 h 828913"/>
                <a:gd name="connsiteX14" fmla="*/ 394683 w 636931"/>
                <a:gd name="connsiteY14" fmla="*/ 79393 h 828913"/>
                <a:gd name="connsiteX15" fmla="*/ 79393 w 636931"/>
                <a:gd name="connsiteY15" fmla="*/ 79393 h 82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931" h="828913">
                  <a:moveTo>
                    <a:pt x="597235" y="828914"/>
                  </a:moveTo>
                  <a:lnTo>
                    <a:pt x="39697" y="828914"/>
                  </a:lnTo>
                  <a:cubicBezTo>
                    <a:pt x="17773" y="828914"/>
                    <a:pt x="0" y="811139"/>
                    <a:pt x="0" y="78921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1207" y="0"/>
                  </a:lnTo>
                  <a:cubicBezTo>
                    <a:pt x="421811" y="-8"/>
                    <a:pt x="431978" y="4226"/>
                    <a:pt x="439441" y="11760"/>
                  </a:cubicBezTo>
                  <a:lnTo>
                    <a:pt x="625420" y="199475"/>
                  </a:lnTo>
                  <a:cubicBezTo>
                    <a:pt x="632789" y="206906"/>
                    <a:pt x="636927" y="216946"/>
                    <a:pt x="636932" y="227412"/>
                  </a:cubicBezTo>
                  <a:lnTo>
                    <a:pt x="636932" y="789217"/>
                  </a:lnTo>
                  <a:cubicBezTo>
                    <a:pt x="636932" y="811139"/>
                    <a:pt x="619158" y="828914"/>
                    <a:pt x="597235" y="828914"/>
                  </a:cubicBezTo>
                  <a:close/>
                  <a:moveTo>
                    <a:pt x="79393" y="749521"/>
                  </a:moveTo>
                  <a:lnTo>
                    <a:pt x="557539" y="749521"/>
                  </a:lnTo>
                  <a:lnTo>
                    <a:pt x="557539" y="243389"/>
                  </a:lnTo>
                  <a:lnTo>
                    <a:pt x="39468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62B2F6E-B33A-BF4C-BDC5-43D4787AFEC4}"/>
                </a:ext>
              </a:extLst>
            </p:cNvPr>
            <p:cNvSpPr/>
            <p:nvPr/>
          </p:nvSpPr>
          <p:spPr>
            <a:xfrm>
              <a:off x="4597620" y="1422549"/>
              <a:ext cx="265421" cy="266860"/>
            </a:xfrm>
            <a:custGeom>
              <a:avLst/>
              <a:gdLst>
                <a:gd name="connsiteX0" fmla="*/ 225725 w 265421"/>
                <a:gd name="connsiteY0" fmla="*/ 266860 h 266860"/>
                <a:gd name="connsiteX1" fmla="*/ 39697 w 265421"/>
                <a:gd name="connsiteY1" fmla="*/ 266860 h 266860"/>
                <a:gd name="connsiteX2" fmla="*/ 0 w 265421"/>
                <a:gd name="connsiteY2" fmla="*/ 227164 h 266860"/>
                <a:gd name="connsiteX3" fmla="*/ 0 w 265421"/>
                <a:gd name="connsiteY3" fmla="*/ 39697 h 266860"/>
                <a:gd name="connsiteX4" fmla="*/ 39697 w 265421"/>
                <a:gd name="connsiteY4" fmla="*/ 0 h 266860"/>
                <a:gd name="connsiteX5" fmla="*/ 79393 w 265421"/>
                <a:gd name="connsiteY5" fmla="*/ 39697 h 266860"/>
                <a:gd name="connsiteX6" fmla="*/ 79393 w 265421"/>
                <a:gd name="connsiteY6" fmla="*/ 187467 h 266860"/>
                <a:gd name="connsiteX7" fmla="*/ 225725 w 265421"/>
                <a:gd name="connsiteY7" fmla="*/ 187467 h 266860"/>
                <a:gd name="connsiteX8" fmla="*/ 265421 w 265421"/>
                <a:gd name="connsiteY8" fmla="*/ 227164 h 266860"/>
                <a:gd name="connsiteX9" fmla="*/ 225725 w 265421"/>
                <a:gd name="connsiteY9" fmla="*/ 266860 h 26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421" h="266860">
                  <a:moveTo>
                    <a:pt x="225725" y="266860"/>
                  </a:moveTo>
                  <a:lnTo>
                    <a:pt x="39697" y="266860"/>
                  </a:lnTo>
                  <a:cubicBezTo>
                    <a:pt x="17774" y="266860"/>
                    <a:pt x="0" y="249087"/>
                    <a:pt x="0" y="22716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87467"/>
                  </a:lnTo>
                  <a:lnTo>
                    <a:pt x="225725" y="187467"/>
                  </a:lnTo>
                  <a:cubicBezTo>
                    <a:pt x="247647" y="187467"/>
                    <a:pt x="265421" y="205240"/>
                    <a:pt x="265421" y="227164"/>
                  </a:cubicBezTo>
                  <a:cubicBezTo>
                    <a:pt x="265421" y="249087"/>
                    <a:pt x="247647" y="266860"/>
                    <a:pt x="225725" y="2668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5FC67D59-66E4-DF4F-838E-C9EA4609B4B1}"/>
                </a:ext>
              </a:extLst>
            </p:cNvPr>
            <p:cNvSpPr/>
            <p:nvPr/>
          </p:nvSpPr>
          <p:spPr>
            <a:xfrm>
              <a:off x="4412137" y="1795150"/>
              <a:ext cx="264875" cy="79393"/>
            </a:xfrm>
            <a:custGeom>
              <a:avLst/>
              <a:gdLst>
                <a:gd name="connsiteX0" fmla="*/ 225179 w 264875"/>
                <a:gd name="connsiteY0" fmla="*/ 79393 h 79393"/>
                <a:gd name="connsiteX1" fmla="*/ 39697 w 264875"/>
                <a:gd name="connsiteY1" fmla="*/ 79393 h 79393"/>
                <a:gd name="connsiteX2" fmla="*/ 0 w 264875"/>
                <a:gd name="connsiteY2" fmla="*/ 39697 h 79393"/>
                <a:gd name="connsiteX3" fmla="*/ 39697 w 264875"/>
                <a:gd name="connsiteY3" fmla="*/ 0 h 79393"/>
                <a:gd name="connsiteX4" fmla="*/ 225179 w 264875"/>
                <a:gd name="connsiteY4" fmla="*/ 0 h 79393"/>
                <a:gd name="connsiteX5" fmla="*/ 264876 w 264875"/>
                <a:gd name="connsiteY5" fmla="*/ 39697 h 79393"/>
                <a:gd name="connsiteX6" fmla="*/ 225179 w 2648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75" h="79393">
                  <a:moveTo>
                    <a:pt x="22517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5179" y="0"/>
                  </a:lnTo>
                  <a:cubicBezTo>
                    <a:pt x="247101" y="0"/>
                    <a:pt x="264876" y="17773"/>
                    <a:pt x="264876" y="39697"/>
                  </a:cubicBezTo>
                  <a:cubicBezTo>
                    <a:pt x="264876" y="61620"/>
                    <a:pt x="247101" y="79393"/>
                    <a:pt x="22517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3F885961-60B5-8C40-B7DB-28BCA57482DA}"/>
                </a:ext>
              </a:extLst>
            </p:cNvPr>
            <p:cNvSpPr/>
            <p:nvPr/>
          </p:nvSpPr>
          <p:spPr>
            <a:xfrm>
              <a:off x="4412137" y="1984354"/>
              <a:ext cx="264875" cy="79393"/>
            </a:xfrm>
            <a:custGeom>
              <a:avLst/>
              <a:gdLst>
                <a:gd name="connsiteX0" fmla="*/ 225179 w 264875"/>
                <a:gd name="connsiteY0" fmla="*/ 79393 h 79393"/>
                <a:gd name="connsiteX1" fmla="*/ 39697 w 264875"/>
                <a:gd name="connsiteY1" fmla="*/ 79393 h 79393"/>
                <a:gd name="connsiteX2" fmla="*/ 0 w 264875"/>
                <a:gd name="connsiteY2" fmla="*/ 39697 h 79393"/>
                <a:gd name="connsiteX3" fmla="*/ 39697 w 264875"/>
                <a:gd name="connsiteY3" fmla="*/ 0 h 79393"/>
                <a:gd name="connsiteX4" fmla="*/ 225179 w 264875"/>
                <a:gd name="connsiteY4" fmla="*/ 0 h 79393"/>
                <a:gd name="connsiteX5" fmla="*/ 264876 w 264875"/>
                <a:gd name="connsiteY5" fmla="*/ 39697 h 79393"/>
                <a:gd name="connsiteX6" fmla="*/ 225179 w 2648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75" h="79393">
                  <a:moveTo>
                    <a:pt x="22517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5179" y="0"/>
                  </a:lnTo>
                  <a:cubicBezTo>
                    <a:pt x="247101" y="0"/>
                    <a:pt x="264876" y="17774"/>
                    <a:pt x="264876" y="39697"/>
                  </a:cubicBezTo>
                  <a:cubicBezTo>
                    <a:pt x="264876" y="61619"/>
                    <a:pt x="247101" y="79393"/>
                    <a:pt x="22517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55">
            <a:extLst>
              <a:ext uri="{FF2B5EF4-FFF2-40B4-BE49-F238E27FC236}">
                <a16:creationId xmlns:a16="http://schemas.microsoft.com/office/drawing/2014/main" id="{410C4A38-F8AC-4862-88E5-704D631A4233}"/>
              </a:ext>
            </a:extLst>
          </p:cNvPr>
          <p:cNvGrpSpPr>
            <a:grpSpLocks noChangeAspect="1"/>
          </p:cNvGrpSpPr>
          <p:nvPr/>
        </p:nvGrpSpPr>
        <p:grpSpPr>
          <a:xfrm>
            <a:off x="5442788" y="1423095"/>
            <a:ext cx="838590" cy="827573"/>
            <a:chOff x="5442788" y="1423095"/>
            <a:chExt cx="838590" cy="82757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D2EE546-4AA7-4B42-9A1E-D2E8851279F6}"/>
                </a:ext>
              </a:extLst>
            </p:cNvPr>
            <p:cNvSpPr/>
            <p:nvPr/>
          </p:nvSpPr>
          <p:spPr>
            <a:xfrm>
              <a:off x="5727015" y="1423095"/>
              <a:ext cx="554362" cy="736817"/>
            </a:xfrm>
            <a:custGeom>
              <a:avLst/>
              <a:gdLst>
                <a:gd name="connsiteX0" fmla="*/ 514666 w 554362"/>
                <a:gd name="connsiteY0" fmla="*/ 736818 h 736817"/>
                <a:gd name="connsiteX1" fmla="*/ 230439 w 554362"/>
                <a:gd name="connsiteY1" fmla="*/ 736818 h 736817"/>
                <a:gd name="connsiteX2" fmla="*/ 190742 w 554362"/>
                <a:gd name="connsiteY2" fmla="*/ 697121 h 736817"/>
                <a:gd name="connsiteX3" fmla="*/ 230439 w 554362"/>
                <a:gd name="connsiteY3" fmla="*/ 657425 h 736817"/>
                <a:gd name="connsiteX4" fmla="*/ 474970 w 554362"/>
                <a:gd name="connsiteY4" fmla="*/ 657425 h 736817"/>
                <a:gd name="connsiteX5" fmla="*/ 474970 w 554362"/>
                <a:gd name="connsiteY5" fmla="*/ 220266 h 736817"/>
                <a:gd name="connsiteX6" fmla="*/ 339307 w 554362"/>
                <a:gd name="connsiteY6" fmla="*/ 79393 h 736817"/>
                <a:gd name="connsiteX7" fmla="*/ 79393 w 554362"/>
                <a:gd name="connsiteY7" fmla="*/ 79393 h 736817"/>
                <a:gd name="connsiteX8" fmla="*/ 79393 w 554362"/>
                <a:gd name="connsiteY8" fmla="*/ 130453 h 736817"/>
                <a:gd name="connsiteX9" fmla="*/ 39697 w 554362"/>
                <a:gd name="connsiteY9" fmla="*/ 170149 h 736817"/>
                <a:gd name="connsiteX10" fmla="*/ 0 w 554362"/>
                <a:gd name="connsiteY10" fmla="*/ 130453 h 736817"/>
                <a:gd name="connsiteX11" fmla="*/ 0 w 554362"/>
                <a:gd name="connsiteY11" fmla="*/ 39697 h 736817"/>
                <a:gd name="connsiteX12" fmla="*/ 39697 w 554362"/>
                <a:gd name="connsiteY12" fmla="*/ 0 h 736817"/>
                <a:gd name="connsiteX13" fmla="*/ 356178 w 554362"/>
                <a:gd name="connsiteY13" fmla="*/ 0 h 736817"/>
                <a:gd name="connsiteX14" fmla="*/ 384809 w 554362"/>
                <a:gd name="connsiteY14" fmla="*/ 12157 h 736817"/>
                <a:gd name="connsiteX15" fmla="*/ 543248 w 554362"/>
                <a:gd name="connsiteY15" fmla="*/ 176749 h 736817"/>
                <a:gd name="connsiteX16" fmla="*/ 554363 w 554362"/>
                <a:gd name="connsiteY16" fmla="*/ 204288 h 736817"/>
                <a:gd name="connsiteX17" fmla="*/ 554363 w 554362"/>
                <a:gd name="connsiteY17" fmla="*/ 697121 h 736817"/>
                <a:gd name="connsiteX18" fmla="*/ 514666 w 554362"/>
                <a:gd name="connsiteY18" fmla="*/ 736818 h 73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4362" h="736817">
                  <a:moveTo>
                    <a:pt x="514666" y="736818"/>
                  </a:moveTo>
                  <a:lnTo>
                    <a:pt x="230439" y="736818"/>
                  </a:lnTo>
                  <a:cubicBezTo>
                    <a:pt x="208516" y="736818"/>
                    <a:pt x="190742" y="719044"/>
                    <a:pt x="190742" y="697121"/>
                  </a:cubicBezTo>
                  <a:cubicBezTo>
                    <a:pt x="190742" y="675199"/>
                    <a:pt x="208516" y="657425"/>
                    <a:pt x="230439" y="657425"/>
                  </a:cubicBezTo>
                  <a:lnTo>
                    <a:pt x="474970" y="657425"/>
                  </a:lnTo>
                  <a:lnTo>
                    <a:pt x="474970" y="220266"/>
                  </a:lnTo>
                  <a:lnTo>
                    <a:pt x="339307" y="79393"/>
                  </a:lnTo>
                  <a:lnTo>
                    <a:pt x="79393" y="79393"/>
                  </a:lnTo>
                  <a:lnTo>
                    <a:pt x="79393" y="130453"/>
                  </a:lnTo>
                  <a:cubicBezTo>
                    <a:pt x="79393" y="152377"/>
                    <a:pt x="61621" y="170149"/>
                    <a:pt x="39697" y="170149"/>
                  </a:cubicBezTo>
                  <a:cubicBezTo>
                    <a:pt x="17773" y="170149"/>
                    <a:pt x="0" y="152377"/>
                    <a:pt x="0" y="13045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56178" y="0"/>
                  </a:lnTo>
                  <a:cubicBezTo>
                    <a:pt x="366980" y="-11"/>
                    <a:pt x="377316" y="4379"/>
                    <a:pt x="384809" y="12157"/>
                  </a:cubicBezTo>
                  <a:lnTo>
                    <a:pt x="543248" y="176749"/>
                  </a:lnTo>
                  <a:cubicBezTo>
                    <a:pt x="550378" y="184145"/>
                    <a:pt x="554363" y="194016"/>
                    <a:pt x="554363" y="204288"/>
                  </a:cubicBezTo>
                  <a:lnTo>
                    <a:pt x="554363" y="697121"/>
                  </a:lnTo>
                  <a:cubicBezTo>
                    <a:pt x="554363" y="719044"/>
                    <a:pt x="536589" y="736818"/>
                    <a:pt x="514666" y="7368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5555100C-1314-E54D-BEE8-9064EF9AB5B4}"/>
                </a:ext>
              </a:extLst>
            </p:cNvPr>
            <p:cNvSpPr/>
            <p:nvPr/>
          </p:nvSpPr>
          <p:spPr>
            <a:xfrm>
              <a:off x="6043496" y="1423095"/>
              <a:ext cx="237881" cy="243984"/>
            </a:xfrm>
            <a:custGeom>
              <a:avLst/>
              <a:gdLst>
                <a:gd name="connsiteX0" fmla="*/ 198185 w 237881"/>
                <a:gd name="connsiteY0" fmla="*/ 243985 h 243984"/>
                <a:gd name="connsiteX1" fmla="*/ 39697 w 237881"/>
                <a:gd name="connsiteY1" fmla="*/ 243985 h 243984"/>
                <a:gd name="connsiteX2" fmla="*/ 0 w 237881"/>
                <a:gd name="connsiteY2" fmla="*/ 204288 h 243984"/>
                <a:gd name="connsiteX3" fmla="*/ 0 w 237881"/>
                <a:gd name="connsiteY3" fmla="*/ 39697 h 243984"/>
                <a:gd name="connsiteX4" fmla="*/ 39697 w 237881"/>
                <a:gd name="connsiteY4" fmla="*/ 0 h 243984"/>
                <a:gd name="connsiteX5" fmla="*/ 79393 w 237881"/>
                <a:gd name="connsiteY5" fmla="*/ 39697 h 243984"/>
                <a:gd name="connsiteX6" fmla="*/ 79393 w 237881"/>
                <a:gd name="connsiteY6" fmla="*/ 164592 h 243984"/>
                <a:gd name="connsiteX7" fmla="*/ 198185 w 237881"/>
                <a:gd name="connsiteY7" fmla="*/ 164592 h 243984"/>
                <a:gd name="connsiteX8" fmla="*/ 237882 w 237881"/>
                <a:gd name="connsiteY8" fmla="*/ 204288 h 243984"/>
                <a:gd name="connsiteX9" fmla="*/ 198185 w 237881"/>
                <a:gd name="connsiteY9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43984">
                  <a:moveTo>
                    <a:pt x="198185" y="243985"/>
                  </a:moveTo>
                  <a:lnTo>
                    <a:pt x="39697" y="243985"/>
                  </a:lnTo>
                  <a:cubicBezTo>
                    <a:pt x="17774" y="243985"/>
                    <a:pt x="0" y="226212"/>
                    <a:pt x="0" y="20428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64592"/>
                  </a:lnTo>
                  <a:lnTo>
                    <a:pt x="198185" y="164592"/>
                  </a:lnTo>
                  <a:cubicBezTo>
                    <a:pt x="220108" y="164592"/>
                    <a:pt x="237882" y="182364"/>
                    <a:pt x="237882" y="204288"/>
                  </a:cubicBezTo>
                  <a:cubicBezTo>
                    <a:pt x="237882" y="226212"/>
                    <a:pt x="220108" y="243985"/>
                    <a:pt x="198185" y="2439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FF95897D-91F5-CC4C-A57B-F376E75FD67E}"/>
                </a:ext>
              </a:extLst>
            </p:cNvPr>
            <p:cNvSpPr/>
            <p:nvPr/>
          </p:nvSpPr>
          <p:spPr>
            <a:xfrm>
              <a:off x="5442788" y="1513851"/>
              <a:ext cx="554363" cy="736817"/>
            </a:xfrm>
            <a:custGeom>
              <a:avLst/>
              <a:gdLst>
                <a:gd name="connsiteX0" fmla="*/ 514666 w 554363"/>
                <a:gd name="connsiteY0" fmla="*/ 736818 h 736817"/>
                <a:gd name="connsiteX1" fmla="*/ 39697 w 554363"/>
                <a:gd name="connsiteY1" fmla="*/ 736818 h 736817"/>
                <a:gd name="connsiteX2" fmla="*/ 0 w 554363"/>
                <a:gd name="connsiteY2" fmla="*/ 697121 h 736817"/>
                <a:gd name="connsiteX3" fmla="*/ 0 w 554363"/>
                <a:gd name="connsiteY3" fmla="*/ 39697 h 736817"/>
                <a:gd name="connsiteX4" fmla="*/ 39697 w 554363"/>
                <a:gd name="connsiteY4" fmla="*/ 0 h 736817"/>
                <a:gd name="connsiteX5" fmla="*/ 356227 w 554363"/>
                <a:gd name="connsiteY5" fmla="*/ 0 h 736817"/>
                <a:gd name="connsiteX6" fmla="*/ 384809 w 554363"/>
                <a:gd name="connsiteY6" fmla="*/ 12157 h 736817"/>
                <a:gd name="connsiteX7" fmla="*/ 543298 w 554363"/>
                <a:gd name="connsiteY7" fmla="*/ 176650 h 736817"/>
                <a:gd name="connsiteX8" fmla="*/ 554363 w 554363"/>
                <a:gd name="connsiteY8" fmla="*/ 204189 h 736817"/>
                <a:gd name="connsiteX9" fmla="*/ 554363 w 554363"/>
                <a:gd name="connsiteY9" fmla="*/ 697022 h 736817"/>
                <a:gd name="connsiteX10" fmla="*/ 514766 w 554363"/>
                <a:gd name="connsiteY10" fmla="*/ 736818 h 736817"/>
                <a:gd name="connsiteX11" fmla="*/ 514666 w 554363"/>
                <a:gd name="connsiteY11" fmla="*/ 736818 h 736817"/>
                <a:gd name="connsiteX12" fmla="*/ 79393 w 554363"/>
                <a:gd name="connsiteY12" fmla="*/ 657424 h 736817"/>
                <a:gd name="connsiteX13" fmla="*/ 474970 w 554363"/>
                <a:gd name="connsiteY13" fmla="*/ 657424 h 736817"/>
                <a:gd name="connsiteX14" fmla="*/ 474970 w 554363"/>
                <a:gd name="connsiteY14" fmla="*/ 220266 h 736817"/>
                <a:gd name="connsiteX15" fmla="*/ 339356 w 554363"/>
                <a:gd name="connsiteY15" fmla="*/ 79393 h 736817"/>
                <a:gd name="connsiteX16" fmla="*/ 79393 w 554363"/>
                <a:gd name="connsiteY16" fmla="*/ 79393 h 73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4363" h="736817">
                  <a:moveTo>
                    <a:pt x="514666" y="736818"/>
                  </a:moveTo>
                  <a:lnTo>
                    <a:pt x="39697" y="736818"/>
                  </a:lnTo>
                  <a:cubicBezTo>
                    <a:pt x="17773" y="736818"/>
                    <a:pt x="0" y="719043"/>
                    <a:pt x="0" y="6971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56227" y="0"/>
                  </a:lnTo>
                  <a:cubicBezTo>
                    <a:pt x="367010" y="2"/>
                    <a:pt x="377328" y="4391"/>
                    <a:pt x="384809" y="12157"/>
                  </a:cubicBezTo>
                  <a:lnTo>
                    <a:pt x="543298" y="176650"/>
                  </a:lnTo>
                  <a:cubicBezTo>
                    <a:pt x="550408" y="184054"/>
                    <a:pt x="554373" y="193924"/>
                    <a:pt x="554363" y="204189"/>
                  </a:cubicBezTo>
                  <a:lnTo>
                    <a:pt x="554363" y="697022"/>
                  </a:lnTo>
                  <a:cubicBezTo>
                    <a:pt x="554418" y="718944"/>
                    <a:pt x="536688" y="736763"/>
                    <a:pt x="514766" y="736818"/>
                  </a:cubicBezTo>
                  <a:cubicBezTo>
                    <a:pt x="514731" y="736818"/>
                    <a:pt x="514701" y="736818"/>
                    <a:pt x="514666" y="736818"/>
                  </a:cubicBezTo>
                  <a:close/>
                  <a:moveTo>
                    <a:pt x="79393" y="657424"/>
                  </a:moveTo>
                  <a:lnTo>
                    <a:pt x="474970" y="657424"/>
                  </a:lnTo>
                  <a:lnTo>
                    <a:pt x="474970" y="220266"/>
                  </a:lnTo>
                  <a:lnTo>
                    <a:pt x="33935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97D3C8A4-9CC7-DC42-AA65-980E0A7DF821}"/>
                </a:ext>
              </a:extLst>
            </p:cNvPr>
            <p:cNvSpPr/>
            <p:nvPr/>
          </p:nvSpPr>
          <p:spPr>
            <a:xfrm>
              <a:off x="5759318" y="1513851"/>
              <a:ext cx="237832" cy="243984"/>
            </a:xfrm>
            <a:custGeom>
              <a:avLst/>
              <a:gdLst>
                <a:gd name="connsiteX0" fmla="*/ 198136 w 237832"/>
                <a:gd name="connsiteY0" fmla="*/ 243985 h 243984"/>
                <a:gd name="connsiteX1" fmla="*/ 39697 w 237832"/>
                <a:gd name="connsiteY1" fmla="*/ 243985 h 243984"/>
                <a:gd name="connsiteX2" fmla="*/ 0 w 237832"/>
                <a:gd name="connsiteY2" fmla="*/ 204288 h 243984"/>
                <a:gd name="connsiteX3" fmla="*/ 0 w 237832"/>
                <a:gd name="connsiteY3" fmla="*/ 39697 h 243984"/>
                <a:gd name="connsiteX4" fmla="*/ 39697 w 237832"/>
                <a:gd name="connsiteY4" fmla="*/ 0 h 243984"/>
                <a:gd name="connsiteX5" fmla="*/ 79393 w 237832"/>
                <a:gd name="connsiteY5" fmla="*/ 39697 h 243984"/>
                <a:gd name="connsiteX6" fmla="*/ 79393 w 237832"/>
                <a:gd name="connsiteY6" fmla="*/ 164592 h 243984"/>
                <a:gd name="connsiteX7" fmla="*/ 198136 w 237832"/>
                <a:gd name="connsiteY7" fmla="*/ 164592 h 243984"/>
                <a:gd name="connsiteX8" fmla="*/ 237832 w 237832"/>
                <a:gd name="connsiteY8" fmla="*/ 204288 h 243984"/>
                <a:gd name="connsiteX9" fmla="*/ 198136 w 237832"/>
                <a:gd name="connsiteY9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32" h="243984">
                  <a:moveTo>
                    <a:pt x="198136" y="243985"/>
                  </a:moveTo>
                  <a:lnTo>
                    <a:pt x="39697" y="243985"/>
                  </a:lnTo>
                  <a:cubicBezTo>
                    <a:pt x="17773" y="243985"/>
                    <a:pt x="0" y="226212"/>
                    <a:pt x="0" y="20428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4592"/>
                  </a:lnTo>
                  <a:lnTo>
                    <a:pt x="198136" y="164592"/>
                  </a:lnTo>
                  <a:cubicBezTo>
                    <a:pt x="220058" y="164592"/>
                    <a:pt x="237832" y="182364"/>
                    <a:pt x="237832" y="204288"/>
                  </a:cubicBezTo>
                  <a:cubicBezTo>
                    <a:pt x="237832" y="226212"/>
                    <a:pt x="220058" y="243985"/>
                    <a:pt x="198136" y="2439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7337A281-7699-5C48-906A-01EBACB7AB5C}"/>
                </a:ext>
              </a:extLst>
            </p:cNvPr>
            <p:cNvSpPr/>
            <p:nvPr/>
          </p:nvSpPr>
          <p:spPr>
            <a:xfrm>
              <a:off x="5601276" y="1840802"/>
              <a:ext cx="237435" cy="79393"/>
            </a:xfrm>
            <a:custGeom>
              <a:avLst/>
              <a:gdLst>
                <a:gd name="connsiteX0" fmla="*/ 197739 w 237435"/>
                <a:gd name="connsiteY0" fmla="*/ 79393 h 79393"/>
                <a:gd name="connsiteX1" fmla="*/ 39697 w 237435"/>
                <a:gd name="connsiteY1" fmla="*/ 79393 h 79393"/>
                <a:gd name="connsiteX2" fmla="*/ 0 w 237435"/>
                <a:gd name="connsiteY2" fmla="*/ 39697 h 79393"/>
                <a:gd name="connsiteX3" fmla="*/ 39697 w 237435"/>
                <a:gd name="connsiteY3" fmla="*/ 0 h 79393"/>
                <a:gd name="connsiteX4" fmla="*/ 197739 w 237435"/>
                <a:gd name="connsiteY4" fmla="*/ 0 h 79393"/>
                <a:gd name="connsiteX5" fmla="*/ 237435 w 237435"/>
                <a:gd name="connsiteY5" fmla="*/ 39697 h 79393"/>
                <a:gd name="connsiteX6" fmla="*/ 197739 w 2374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435" h="79393">
                  <a:moveTo>
                    <a:pt x="1977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7739" y="0"/>
                  </a:lnTo>
                  <a:cubicBezTo>
                    <a:pt x="219663" y="0"/>
                    <a:pt x="237435" y="17773"/>
                    <a:pt x="237435" y="39697"/>
                  </a:cubicBezTo>
                  <a:cubicBezTo>
                    <a:pt x="237435" y="61619"/>
                    <a:pt x="219663" y="79393"/>
                    <a:pt x="19773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0C5ADBE4-7B75-404C-B84F-3663F1AEE792}"/>
                </a:ext>
              </a:extLst>
            </p:cNvPr>
            <p:cNvSpPr/>
            <p:nvPr/>
          </p:nvSpPr>
          <p:spPr>
            <a:xfrm>
              <a:off x="5601276" y="2006683"/>
              <a:ext cx="237435" cy="79393"/>
            </a:xfrm>
            <a:custGeom>
              <a:avLst/>
              <a:gdLst>
                <a:gd name="connsiteX0" fmla="*/ 197739 w 237435"/>
                <a:gd name="connsiteY0" fmla="*/ 79393 h 79393"/>
                <a:gd name="connsiteX1" fmla="*/ 39697 w 237435"/>
                <a:gd name="connsiteY1" fmla="*/ 79393 h 79393"/>
                <a:gd name="connsiteX2" fmla="*/ 0 w 237435"/>
                <a:gd name="connsiteY2" fmla="*/ 39697 h 79393"/>
                <a:gd name="connsiteX3" fmla="*/ 39697 w 237435"/>
                <a:gd name="connsiteY3" fmla="*/ 0 h 79393"/>
                <a:gd name="connsiteX4" fmla="*/ 197739 w 237435"/>
                <a:gd name="connsiteY4" fmla="*/ 0 h 79393"/>
                <a:gd name="connsiteX5" fmla="*/ 237435 w 237435"/>
                <a:gd name="connsiteY5" fmla="*/ 39697 h 79393"/>
                <a:gd name="connsiteX6" fmla="*/ 197739 w 2374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435" h="79393">
                  <a:moveTo>
                    <a:pt x="1977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97739" y="0"/>
                  </a:lnTo>
                  <a:cubicBezTo>
                    <a:pt x="219663" y="0"/>
                    <a:pt x="237435" y="17774"/>
                    <a:pt x="237435" y="39697"/>
                  </a:cubicBezTo>
                  <a:cubicBezTo>
                    <a:pt x="237435" y="61619"/>
                    <a:pt x="219663" y="79393"/>
                    <a:pt x="19773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57">
            <a:extLst>
              <a:ext uri="{FF2B5EF4-FFF2-40B4-BE49-F238E27FC236}">
                <a16:creationId xmlns:a16="http://schemas.microsoft.com/office/drawing/2014/main" id="{1C6D6DE9-4354-404C-9D07-C4E124712F7B}"/>
              </a:ext>
            </a:extLst>
          </p:cNvPr>
          <p:cNvGrpSpPr>
            <a:grpSpLocks noChangeAspect="1"/>
          </p:cNvGrpSpPr>
          <p:nvPr/>
        </p:nvGrpSpPr>
        <p:grpSpPr>
          <a:xfrm>
            <a:off x="6762628" y="1426816"/>
            <a:ext cx="834025" cy="820130"/>
            <a:chOff x="6762628" y="1426816"/>
            <a:chExt cx="834025" cy="820130"/>
          </a:xfrm>
        </p:grpSpPr>
        <p:grpSp>
          <p:nvGrpSpPr>
            <p:cNvPr id="33" name="Picture Placeholder 57">
              <a:extLst>
                <a:ext uri="{FF2B5EF4-FFF2-40B4-BE49-F238E27FC236}">
                  <a16:creationId xmlns:a16="http://schemas.microsoft.com/office/drawing/2014/main" id="{1C6D6DE9-4354-404C-9D07-C4E124712F7B}"/>
                </a:ext>
              </a:extLst>
            </p:cNvPr>
            <p:cNvGrpSpPr/>
            <p:nvPr/>
          </p:nvGrpSpPr>
          <p:grpSpPr>
            <a:xfrm>
              <a:off x="6762628" y="1426816"/>
              <a:ext cx="631176" cy="814771"/>
              <a:chOff x="6762628" y="1426816"/>
              <a:chExt cx="631176" cy="814771"/>
            </a:xfrm>
          </p:grpSpPr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81E87A42-32CF-F148-B1A1-901CC113AC8A}"/>
                  </a:ext>
                </a:extLst>
              </p:cNvPr>
              <p:cNvSpPr/>
              <p:nvPr/>
            </p:nvSpPr>
            <p:spPr>
              <a:xfrm>
                <a:off x="6762628" y="1426816"/>
                <a:ext cx="631176" cy="814771"/>
              </a:xfrm>
              <a:custGeom>
                <a:avLst/>
                <a:gdLst>
                  <a:gd name="connsiteX0" fmla="*/ 562005 w 631176"/>
                  <a:gd name="connsiteY0" fmla="*/ 814772 h 814771"/>
                  <a:gd name="connsiteX1" fmla="*/ 39697 w 631176"/>
                  <a:gd name="connsiteY1" fmla="*/ 814772 h 814771"/>
                  <a:gd name="connsiteX2" fmla="*/ 0 w 631176"/>
                  <a:gd name="connsiteY2" fmla="*/ 775075 h 814771"/>
                  <a:gd name="connsiteX3" fmla="*/ 0 w 631176"/>
                  <a:gd name="connsiteY3" fmla="*/ 39697 h 814771"/>
                  <a:gd name="connsiteX4" fmla="*/ 39697 w 631176"/>
                  <a:gd name="connsiteY4" fmla="*/ 0 h 814771"/>
                  <a:gd name="connsiteX5" fmla="*/ 407386 w 631176"/>
                  <a:gd name="connsiteY5" fmla="*/ 0 h 814771"/>
                  <a:gd name="connsiteX6" fmla="*/ 435472 w 631176"/>
                  <a:gd name="connsiteY6" fmla="*/ 11611 h 814771"/>
                  <a:gd name="connsiteX7" fmla="*/ 619565 w 631176"/>
                  <a:gd name="connsiteY7" fmla="*/ 195704 h 814771"/>
                  <a:gd name="connsiteX8" fmla="*/ 631176 w 631176"/>
                  <a:gd name="connsiteY8" fmla="*/ 223988 h 814771"/>
                  <a:gd name="connsiteX9" fmla="*/ 631176 w 631176"/>
                  <a:gd name="connsiteY9" fmla="*/ 436910 h 814771"/>
                  <a:gd name="connsiteX10" fmla="*/ 591479 w 631176"/>
                  <a:gd name="connsiteY10" fmla="*/ 476607 h 814771"/>
                  <a:gd name="connsiteX11" fmla="*/ 551783 w 631176"/>
                  <a:gd name="connsiteY11" fmla="*/ 436910 h 814771"/>
                  <a:gd name="connsiteX12" fmla="*/ 551783 w 631176"/>
                  <a:gd name="connsiteY12" fmla="*/ 240214 h 814771"/>
                  <a:gd name="connsiteX13" fmla="*/ 390962 w 631176"/>
                  <a:gd name="connsiteY13" fmla="*/ 79393 h 814771"/>
                  <a:gd name="connsiteX14" fmla="*/ 79393 w 631176"/>
                  <a:gd name="connsiteY14" fmla="*/ 79393 h 814771"/>
                  <a:gd name="connsiteX15" fmla="*/ 79393 w 631176"/>
                  <a:gd name="connsiteY15" fmla="*/ 735379 h 814771"/>
                  <a:gd name="connsiteX16" fmla="*/ 562005 w 631176"/>
                  <a:gd name="connsiteY16" fmla="*/ 735379 h 814771"/>
                  <a:gd name="connsiteX17" fmla="*/ 601701 w 631176"/>
                  <a:gd name="connsiteY17" fmla="*/ 775075 h 814771"/>
                  <a:gd name="connsiteX18" fmla="*/ 562005 w 631176"/>
                  <a:gd name="connsiteY18" fmla="*/ 814772 h 81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1176" h="814771">
                    <a:moveTo>
                      <a:pt x="562005" y="814772"/>
                    </a:moveTo>
                    <a:lnTo>
                      <a:pt x="39697" y="814772"/>
                    </a:lnTo>
                    <a:cubicBezTo>
                      <a:pt x="17773" y="814772"/>
                      <a:pt x="0" y="796998"/>
                      <a:pt x="0" y="77507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07386" y="0"/>
                    </a:lnTo>
                    <a:cubicBezTo>
                      <a:pt x="417918" y="-8"/>
                      <a:pt x="428021" y="4169"/>
                      <a:pt x="435472" y="11611"/>
                    </a:cubicBezTo>
                    <a:lnTo>
                      <a:pt x="619565" y="195704"/>
                    </a:lnTo>
                    <a:cubicBezTo>
                      <a:pt x="627057" y="203204"/>
                      <a:pt x="631235" y="213388"/>
                      <a:pt x="631176" y="223988"/>
                    </a:cubicBezTo>
                    <a:lnTo>
                      <a:pt x="631176" y="436910"/>
                    </a:lnTo>
                    <a:cubicBezTo>
                      <a:pt x="631176" y="458834"/>
                      <a:pt x="613402" y="476607"/>
                      <a:pt x="591479" y="476607"/>
                    </a:cubicBezTo>
                    <a:cubicBezTo>
                      <a:pt x="569557" y="476607"/>
                      <a:pt x="551783" y="458834"/>
                      <a:pt x="551783" y="436910"/>
                    </a:cubicBezTo>
                    <a:lnTo>
                      <a:pt x="551783" y="240214"/>
                    </a:lnTo>
                    <a:lnTo>
                      <a:pt x="390962" y="79393"/>
                    </a:lnTo>
                    <a:lnTo>
                      <a:pt x="79393" y="79393"/>
                    </a:lnTo>
                    <a:lnTo>
                      <a:pt x="79393" y="735379"/>
                    </a:lnTo>
                    <a:lnTo>
                      <a:pt x="562005" y="735379"/>
                    </a:lnTo>
                    <a:cubicBezTo>
                      <a:pt x="583927" y="735379"/>
                      <a:pt x="601701" y="753153"/>
                      <a:pt x="601701" y="775075"/>
                    </a:cubicBezTo>
                    <a:cubicBezTo>
                      <a:pt x="601701" y="796998"/>
                      <a:pt x="583927" y="814772"/>
                      <a:pt x="562005" y="81477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58D21265-8203-604D-9462-43217FB3BD9E}"/>
                  </a:ext>
                </a:extLst>
              </p:cNvPr>
              <p:cNvSpPr/>
              <p:nvPr/>
            </p:nvSpPr>
            <p:spPr>
              <a:xfrm>
                <a:off x="7130318" y="1426816"/>
                <a:ext cx="263486" cy="263684"/>
              </a:xfrm>
              <a:custGeom>
                <a:avLst/>
                <a:gdLst>
                  <a:gd name="connsiteX0" fmla="*/ 223790 w 263486"/>
                  <a:gd name="connsiteY0" fmla="*/ 263684 h 263684"/>
                  <a:gd name="connsiteX1" fmla="*/ 39697 w 263486"/>
                  <a:gd name="connsiteY1" fmla="*/ 263684 h 263684"/>
                  <a:gd name="connsiteX2" fmla="*/ 0 w 263486"/>
                  <a:gd name="connsiteY2" fmla="*/ 223988 h 263684"/>
                  <a:gd name="connsiteX3" fmla="*/ 0 w 263486"/>
                  <a:gd name="connsiteY3" fmla="*/ 39697 h 263684"/>
                  <a:gd name="connsiteX4" fmla="*/ 39697 w 263486"/>
                  <a:gd name="connsiteY4" fmla="*/ 0 h 263684"/>
                  <a:gd name="connsiteX5" fmla="*/ 79393 w 263486"/>
                  <a:gd name="connsiteY5" fmla="*/ 39697 h 263684"/>
                  <a:gd name="connsiteX6" fmla="*/ 79393 w 263486"/>
                  <a:gd name="connsiteY6" fmla="*/ 184291 h 263684"/>
                  <a:gd name="connsiteX7" fmla="*/ 223790 w 263486"/>
                  <a:gd name="connsiteY7" fmla="*/ 184291 h 263684"/>
                  <a:gd name="connsiteX8" fmla="*/ 263486 w 263486"/>
                  <a:gd name="connsiteY8" fmla="*/ 223988 h 263684"/>
                  <a:gd name="connsiteX9" fmla="*/ 223790 w 263486"/>
                  <a:gd name="connsiteY9" fmla="*/ 263684 h 26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3486" h="263684">
                    <a:moveTo>
                      <a:pt x="223790" y="263684"/>
                    </a:moveTo>
                    <a:lnTo>
                      <a:pt x="39697" y="263684"/>
                    </a:lnTo>
                    <a:cubicBezTo>
                      <a:pt x="17773" y="263684"/>
                      <a:pt x="0" y="245912"/>
                      <a:pt x="0" y="22398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4291"/>
                    </a:lnTo>
                    <a:lnTo>
                      <a:pt x="223790" y="184291"/>
                    </a:lnTo>
                    <a:cubicBezTo>
                      <a:pt x="245712" y="184291"/>
                      <a:pt x="263486" y="202064"/>
                      <a:pt x="263486" y="223988"/>
                    </a:cubicBezTo>
                    <a:cubicBezTo>
                      <a:pt x="263486" y="245912"/>
                      <a:pt x="245712" y="263684"/>
                      <a:pt x="223790" y="26368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6999F69B-2108-AC47-B11B-748D3949FE4F}"/>
                  </a:ext>
                </a:extLst>
              </p:cNvPr>
              <p:cNvSpPr/>
              <p:nvPr/>
            </p:nvSpPr>
            <p:spPr>
              <a:xfrm>
                <a:off x="6946721" y="1792521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3"/>
                      <a:pt x="204884" y="39697"/>
                    </a:cubicBezTo>
                    <a:cubicBezTo>
                      <a:pt x="204884" y="61620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4373259B-839C-7D4E-9C34-0AB532348144}"/>
                  </a:ext>
                </a:extLst>
              </p:cNvPr>
              <p:cNvSpPr/>
              <p:nvPr/>
            </p:nvSpPr>
            <p:spPr>
              <a:xfrm>
                <a:off x="6946721" y="1978300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4"/>
                      <a:pt x="204884" y="39697"/>
                    </a:cubicBezTo>
                    <a:cubicBezTo>
                      <a:pt x="204884" y="61619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117D40A6-A128-8042-B513-477551BF8AC0}"/>
                </a:ext>
              </a:extLst>
            </p:cNvPr>
            <p:cNvSpPr/>
            <p:nvPr/>
          </p:nvSpPr>
          <p:spPr>
            <a:xfrm>
              <a:off x="7179839" y="1830133"/>
              <a:ext cx="416814" cy="416813"/>
            </a:xfrm>
            <a:custGeom>
              <a:avLst/>
              <a:gdLst>
                <a:gd name="connsiteX0" fmla="*/ 208407 w 416814"/>
                <a:gd name="connsiteY0" fmla="*/ 416814 h 416813"/>
                <a:gd name="connsiteX1" fmla="*/ 0 w 416814"/>
                <a:gd name="connsiteY1" fmla="*/ 208407 h 416813"/>
                <a:gd name="connsiteX2" fmla="*/ 208407 w 416814"/>
                <a:gd name="connsiteY2" fmla="*/ 0 h 416813"/>
                <a:gd name="connsiteX3" fmla="*/ 416814 w 416814"/>
                <a:gd name="connsiteY3" fmla="*/ 208407 h 416813"/>
                <a:gd name="connsiteX4" fmla="*/ 208407 w 416814"/>
                <a:gd name="connsiteY4" fmla="*/ 416814 h 416813"/>
                <a:gd name="connsiteX5" fmla="*/ 208407 w 416814"/>
                <a:gd name="connsiteY5" fmla="*/ 79393 h 416813"/>
                <a:gd name="connsiteX6" fmla="*/ 79393 w 416814"/>
                <a:gd name="connsiteY6" fmla="*/ 208407 h 416813"/>
                <a:gd name="connsiteX7" fmla="*/ 208407 w 416814"/>
                <a:gd name="connsiteY7" fmla="*/ 337421 h 416813"/>
                <a:gd name="connsiteX8" fmla="*/ 337421 w 416814"/>
                <a:gd name="connsiteY8" fmla="*/ 208407 h 416813"/>
                <a:gd name="connsiteX9" fmla="*/ 208407 w 416814"/>
                <a:gd name="connsiteY9" fmla="*/ 79592 h 4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814" h="416813">
                  <a:moveTo>
                    <a:pt x="208407" y="416814"/>
                  </a:moveTo>
                  <a:cubicBezTo>
                    <a:pt x="93307" y="416814"/>
                    <a:pt x="0" y="323507"/>
                    <a:pt x="0" y="208407"/>
                  </a:cubicBezTo>
                  <a:cubicBezTo>
                    <a:pt x="0" y="93307"/>
                    <a:pt x="93307" y="0"/>
                    <a:pt x="208407" y="0"/>
                  </a:cubicBezTo>
                  <a:cubicBezTo>
                    <a:pt x="323507" y="0"/>
                    <a:pt x="416814" y="93307"/>
                    <a:pt x="416814" y="208407"/>
                  </a:cubicBezTo>
                  <a:cubicBezTo>
                    <a:pt x="416814" y="323507"/>
                    <a:pt x="323507" y="416814"/>
                    <a:pt x="208407" y="416814"/>
                  </a:cubicBezTo>
                  <a:close/>
                  <a:moveTo>
                    <a:pt x="208407" y="79393"/>
                  </a:moveTo>
                  <a:cubicBezTo>
                    <a:pt x="137157" y="79393"/>
                    <a:pt x="79393" y="137157"/>
                    <a:pt x="79393" y="208407"/>
                  </a:cubicBezTo>
                  <a:cubicBezTo>
                    <a:pt x="79393" y="279657"/>
                    <a:pt x="137157" y="337421"/>
                    <a:pt x="208407" y="337421"/>
                  </a:cubicBezTo>
                  <a:cubicBezTo>
                    <a:pt x="279658" y="337421"/>
                    <a:pt x="337421" y="279657"/>
                    <a:pt x="337421" y="208407"/>
                  </a:cubicBezTo>
                  <a:cubicBezTo>
                    <a:pt x="337312" y="137231"/>
                    <a:pt x="279583" y="79592"/>
                    <a:pt x="208407" y="795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9462D139-B039-3D46-8B63-DFABFAE56D9A}"/>
                </a:ext>
              </a:extLst>
            </p:cNvPr>
            <p:cNvSpPr/>
            <p:nvPr/>
          </p:nvSpPr>
          <p:spPr>
            <a:xfrm>
              <a:off x="7299177" y="1998695"/>
              <a:ext cx="180619" cy="79393"/>
            </a:xfrm>
            <a:custGeom>
              <a:avLst/>
              <a:gdLst>
                <a:gd name="connsiteX0" fmla="*/ 140923 w 180619"/>
                <a:gd name="connsiteY0" fmla="*/ 79393 h 79393"/>
                <a:gd name="connsiteX1" fmla="*/ 39697 w 180619"/>
                <a:gd name="connsiteY1" fmla="*/ 79393 h 79393"/>
                <a:gd name="connsiteX2" fmla="*/ 0 w 180619"/>
                <a:gd name="connsiteY2" fmla="*/ 39697 h 79393"/>
                <a:gd name="connsiteX3" fmla="*/ 39697 w 180619"/>
                <a:gd name="connsiteY3" fmla="*/ 0 h 79393"/>
                <a:gd name="connsiteX4" fmla="*/ 140923 w 180619"/>
                <a:gd name="connsiteY4" fmla="*/ 0 h 79393"/>
                <a:gd name="connsiteX5" fmla="*/ 180620 w 180619"/>
                <a:gd name="connsiteY5" fmla="*/ 39697 h 79393"/>
                <a:gd name="connsiteX6" fmla="*/ 140923 w 1806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619" h="79393">
                  <a:moveTo>
                    <a:pt x="140923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40923" y="0"/>
                  </a:lnTo>
                  <a:cubicBezTo>
                    <a:pt x="162845" y="0"/>
                    <a:pt x="180620" y="17774"/>
                    <a:pt x="180620" y="39697"/>
                  </a:cubicBezTo>
                  <a:cubicBezTo>
                    <a:pt x="180620" y="61619"/>
                    <a:pt x="162845" y="79393"/>
                    <a:pt x="14092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2" name="Picture Placeholder 59">
            <a:extLst>
              <a:ext uri="{FF2B5EF4-FFF2-40B4-BE49-F238E27FC236}">
                <a16:creationId xmlns:a16="http://schemas.microsoft.com/office/drawing/2014/main" id="{CBEE7557-9680-4F93-AE02-2ADF19B1E8BF}"/>
              </a:ext>
            </a:extLst>
          </p:cNvPr>
          <p:cNvGrpSpPr>
            <a:grpSpLocks noChangeAspect="1"/>
          </p:cNvGrpSpPr>
          <p:nvPr/>
        </p:nvGrpSpPr>
        <p:grpSpPr>
          <a:xfrm>
            <a:off x="8080136" y="1426816"/>
            <a:ext cx="834025" cy="820130"/>
            <a:chOff x="8080136" y="1426816"/>
            <a:chExt cx="834025" cy="820130"/>
          </a:xfrm>
        </p:grpSpPr>
        <p:grpSp>
          <p:nvGrpSpPr>
            <p:cNvPr id="43" name="Picture Placeholder 59">
              <a:extLst>
                <a:ext uri="{FF2B5EF4-FFF2-40B4-BE49-F238E27FC236}">
                  <a16:creationId xmlns:a16="http://schemas.microsoft.com/office/drawing/2014/main" id="{CBEE7557-9680-4F93-AE02-2ADF19B1E8BF}"/>
                </a:ext>
              </a:extLst>
            </p:cNvPr>
            <p:cNvGrpSpPr/>
            <p:nvPr/>
          </p:nvGrpSpPr>
          <p:grpSpPr>
            <a:xfrm>
              <a:off x="8080136" y="1426816"/>
              <a:ext cx="631176" cy="814771"/>
              <a:chOff x="8080136" y="1426816"/>
              <a:chExt cx="631176" cy="814771"/>
            </a:xfrm>
          </p:grpSpPr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1D038774-E243-8A4E-9544-8A1906AA6F15}"/>
                  </a:ext>
                </a:extLst>
              </p:cNvPr>
              <p:cNvSpPr/>
              <p:nvPr/>
            </p:nvSpPr>
            <p:spPr>
              <a:xfrm>
                <a:off x="8080136" y="1426816"/>
                <a:ext cx="631176" cy="814771"/>
              </a:xfrm>
              <a:custGeom>
                <a:avLst/>
                <a:gdLst>
                  <a:gd name="connsiteX0" fmla="*/ 561359 w 631176"/>
                  <a:gd name="connsiteY0" fmla="*/ 814772 h 814771"/>
                  <a:gd name="connsiteX1" fmla="*/ 39697 w 631176"/>
                  <a:gd name="connsiteY1" fmla="*/ 814772 h 814771"/>
                  <a:gd name="connsiteX2" fmla="*/ 0 w 631176"/>
                  <a:gd name="connsiteY2" fmla="*/ 775075 h 814771"/>
                  <a:gd name="connsiteX3" fmla="*/ 0 w 631176"/>
                  <a:gd name="connsiteY3" fmla="*/ 39697 h 814771"/>
                  <a:gd name="connsiteX4" fmla="*/ 39697 w 631176"/>
                  <a:gd name="connsiteY4" fmla="*/ 0 h 814771"/>
                  <a:gd name="connsiteX5" fmla="*/ 407386 w 631176"/>
                  <a:gd name="connsiteY5" fmla="*/ 0 h 814771"/>
                  <a:gd name="connsiteX6" fmla="*/ 435472 w 631176"/>
                  <a:gd name="connsiteY6" fmla="*/ 11611 h 814771"/>
                  <a:gd name="connsiteX7" fmla="*/ 619565 w 631176"/>
                  <a:gd name="connsiteY7" fmla="*/ 195704 h 814771"/>
                  <a:gd name="connsiteX8" fmla="*/ 631176 w 631176"/>
                  <a:gd name="connsiteY8" fmla="*/ 223988 h 814771"/>
                  <a:gd name="connsiteX9" fmla="*/ 631176 w 631176"/>
                  <a:gd name="connsiteY9" fmla="*/ 436910 h 814771"/>
                  <a:gd name="connsiteX10" fmla="*/ 591479 w 631176"/>
                  <a:gd name="connsiteY10" fmla="*/ 476607 h 814771"/>
                  <a:gd name="connsiteX11" fmla="*/ 551783 w 631176"/>
                  <a:gd name="connsiteY11" fmla="*/ 436910 h 814771"/>
                  <a:gd name="connsiteX12" fmla="*/ 551783 w 631176"/>
                  <a:gd name="connsiteY12" fmla="*/ 240214 h 814771"/>
                  <a:gd name="connsiteX13" fmla="*/ 390962 w 631176"/>
                  <a:gd name="connsiteY13" fmla="*/ 79393 h 814771"/>
                  <a:gd name="connsiteX14" fmla="*/ 79393 w 631176"/>
                  <a:gd name="connsiteY14" fmla="*/ 79393 h 814771"/>
                  <a:gd name="connsiteX15" fmla="*/ 79393 w 631176"/>
                  <a:gd name="connsiteY15" fmla="*/ 735379 h 814771"/>
                  <a:gd name="connsiteX16" fmla="*/ 561359 w 631176"/>
                  <a:gd name="connsiteY16" fmla="*/ 735379 h 814771"/>
                  <a:gd name="connsiteX17" fmla="*/ 601056 w 631176"/>
                  <a:gd name="connsiteY17" fmla="*/ 775075 h 814771"/>
                  <a:gd name="connsiteX18" fmla="*/ 561359 w 631176"/>
                  <a:gd name="connsiteY18" fmla="*/ 814772 h 81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1176" h="814771">
                    <a:moveTo>
                      <a:pt x="561359" y="814772"/>
                    </a:moveTo>
                    <a:lnTo>
                      <a:pt x="39697" y="814772"/>
                    </a:lnTo>
                    <a:cubicBezTo>
                      <a:pt x="17773" y="814772"/>
                      <a:pt x="0" y="796998"/>
                      <a:pt x="0" y="77507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07386" y="0"/>
                    </a:lnTo>
                    <a:cubicBezTo>
                      <a:pt x="417918" y="-8"/>
                      <a:pt x="428021" y="4169"/>
                      <a:pt x="435472" y="11611"/>
                    </a:cubicBezTo>
                    <a:lnTo>
                      <a:pt x="619565" y="195704"/>
                    </a:lnTo>
                    <a:cubicBezTo>
                      <a:pt x="627057" y="203204"/>
                      <a:pt x="631235" y="213388"/>
                      <a:pt x="631176" y="223988"/>
                    </a:cubicBezTo>
                    <a:lnTo>
                      <a:pt x="631176" y="436910"/>
                    </a:lnTo>
                    <a:cubicBezTo>
                      <a:pt x="631176" y="458834"/>
                      <a:pt x="613402" y="476607"/>
                      <a:pt x="591479" y="476607"/>
                    </a:cubicBezTo>
                    <a:cubicBezTo>
                      <a:pt x="569557" y="476607"/>
                      <a:pt x="551783" y="458834"/>
                      <a:pt x="551783" y="436910"/>
                    </a:cubicBezTo>
                    <a:lnTo>
                      <a:pt x="551783" y="240214"/>
                    </a:lnTo>
                    <a:lnTo>
                      <a:pt x="390962" y="79393"/>
                    </a:lnTo>
                    <a:lnTo>
                      <a:pt x="79393" y="79393"/>
                    </a:lnTo>
                    <a:lnTo>
                      <a:pt x="79393" y="735379"/>
                    </a:lnTo>
                    <a:lnTo>
                      <a:pt x="561359" y="735379"/>
                    </a:lnTo>
                    <a:cubicBezTo>
                      <a:pt x="583282" y="735379"/>
                      <a:pt x="601056" y="753153"/>
                      <a:pt x="601056" y="775075"/>
                    </a:cubicBezTo>
                    <a:cubicBezTo>
                      <a:pt x="601056" y="796998"/>
                      <a:pt x="583282" y="814772"/>
                      <a:pt x="561359" y="81477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C9435728-EDA0-094F-BDCC-89C58F8B14AF}"/>
                  </a:ext>
                </a:extLst>
              </p:cNvPr>
              <p:cNvSpPr/>
              <p:nvPr/>
            </p:nvSpPr>
            <p:spPr>
              <a:xfrm>
                <a:off x="8447826" y="1426816"/>
                <a:ext cx="263486" cy="263684"/>
              </a:xfrm>
              <a:custGeom>
                <a:avLst/>
                <a:gdLst>
                  <a:gd name="connsiteX0" fmla="*/ 223790 w 263486"/>
                  <a:gd name="connsiteY0" fmla="*/ 263684 h 263684"/>
                  <a:gd name="connsiteX1" fmla="*/ 39697 w 263486"/>
                  <a:gd name="connsiteY1" fmla="*/ 263684 h 263684"/>
                  <a:gd name="connsiteX2" fmla="*/ 0 w 263486"/>
                  <a:gd name="connsiteY2" fmla="*/ 223988 h 263684"/>
                  <a:gd name="connsiteX3" fmla="*/ 0 w 263486"/>
                  <a:gd name="connsiteY3" fmla="*/ 39697 h 263684"/>
                  <a:gd name="connsiteX4" fmla="*/ 39697 w 263486"/>
                  <a:gd name="connsiteY4" fmla="*/ 0 h 263684"/>
                  <a:gd name="connsiteX5" fmla="*/ 79393 w 263486"/>
                  <a:gd name="connsiteY5" fmla="*/ 39697 h 263684"/>
                  <a:gd name="connsiteX6" fmla="*/ 79393 w 263486"/>
                  <a:gd name="connsiteY6" fmla="*/ 184291 h 263684"/>
                  <a:gd name="connsiteX7" fmla="*/ 223790 w 263486"/>
                  <a:gd name="connsiteY7" fmla="*/ 184291 h 263684"/>
                  <a:gd name="connsiteX8" fmla="*/ 263486 w 263486"/>
                  <a:gd name="connsiteY8" fmla="*/ 223988 h 263684"/>
                  <a:gd name="connsiteX9" fmla="*/ 223790 w 263486"/>
                  <a:gd name="connsiteY9" fmla="*/ 263684 h 26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3486" h="263684">
                    <a:moveTo>
                      <a:pt x="223790" y="263684"/>
                    </a:moveTo>
                    <a:lnTo>
                      <a:pt x="39697" y="263684"/>
                    </a:lnTo>
                    <a:cubicBezTo>
                      <a:pt x="17773" y="263684"/>
                      <a:pt x="0" y="245912"/>
                      <a:pt x="0" y="22398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4291"/>
                    </a:lnTo>
                    <a:lnTo>
                      <a:pt x="223790" y="184291"/>
                    </a:lnTo>
                    <a:cubicBezTo>
                      <a:pt x="245712" y="184291"/>
                      <a:pt x="263486" y="202064"/>
                      <a:pt x="263486" y="223988"/>
                    </a:cubicBezTo>
                    <a:cubicBezTo>
                      <a:pt x="263486" y="245912"/>
                      <a:pt x="245712" y="263684"/>
                      <a:pt x="223790" y="26368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74F24362-BA6D-EC4F-AF85-1DF8B091A353}"/>
                  </a:ext>
                </a:extLst>
              </p:cNvPr>
              <p:cNvSpPr/>
              <p:nvPr/>
            </p:nvSpPr>
            <p:spPr>
              <a:xfrm>
                <a:off x="8264229" y="1792521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3"/>
                      <a:pt x="204884" y="39697"/>
                    </a:cubicBezTo>
                    <a:cubicBezTo>
                      <a:pt x="204884" y="61620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545C6C91-C0E8-0743-9AC2-B736DE4DD56B}"/>
                  </a:ext>
                </a:extLst>
              </p:cNvPr>
              <p:cNvSpPr/>
              <p:nvPr/>
            </p:nvSpPr>
            <p:spPr>
              <a:xfrm>
                <a:off x="8264229" y="1978300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4"/>
                      <a:pt x="204884" y="39697"/>
                    </a:cubicBezTo>
                    <a:cubicBezTo>
                      <a:pt x="204884" y="61619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157C15B-1BE9-0A41-8C5C-01B4692A2A09}"/>
                </a:ext>
              </a:extLst>
            </p:cNvPr>
            <p:cNvSpPr/>
            <p:nvPr/>
          </p:nvSpPr>
          <p:spPr>
            <a:xfrm>
              <a:off x="8497347" y="1830133"/>
              <a:ext cx="416814" cy="416813"/>
            </a:xfrm>
            <a:custGeom>
              <a:avLst/>
              <a:gdLst>
                <a:gd name="connsiteX0" fmla="*/ 208407 w 416814"/>
                <a:gd name="connsiteY0" fmla="*/ 416814 h 416813"/>
                <a:gd name="connsiteX1" fmla="*/ 0 w 416814"/>
                <a:gd name="connsiteY1" fmla="*/ 208407 h 416813"/>
                <a:gd name="connsiteX2" fmla="*/ 208407 w 416814"/>
                <a:gd name="connsiteY2" fmla="*/ 0 h 416813"/>
                <a:gd name="connsiteX3" fmla="*/ 416814 w 416814"/>
                <a:gd name="connsiteY3" fmla="*/ 208407 h 416813"/>
                <a:gd name="connsiteX4" fmla="*/ 208407 w 416814"/>
                <a:gd name="connsiteY4" fmla="*/ 416814 h 416813"/>
                <a:gd name="connsiteX5" fmla="*/ 208407 w 416814"/>
                <a:gd name="connsiteY5" fmla="*/ 79393 h 416813"/>
                <a:gd name="connsiteX6" fmla="*/ 79393 w 416814"/>
                <a:gd name="connsiteY6" fmla="*/ 208407 h 416813"/>
                <a:gd name="connsiteX7" fmla="*/ 208407 w 416814"/>
                <a:gd name="connsiteY7" fmla="*/ 337421 h 416813"/>
                <a:gd name="connsiteX8" fmla="*/ 337421 w 416814"/>
                <a:gd name="connsiteY8" fmla="*/ 208407 h 416813"/>
                <a:gd name="connsiteX9" fmla="*/ 208407 w 416814"/>
                <a:gd name="connsiteY9" fmla="*/ 79592 h 4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814" h="416813">
                  <a:moveTo>
                    <a:pt x="208407" y="416814"/>
                  </a:moveTo>
                  <a:cubicBezTo>
                    <a:pt x="93307" y="416814"/>
                    <a:pt x="0" y="323507"/>
                    <a:pt x="0" y="208407"/>
                  </a:cubicBezTo>
                  <a:cubicBezTo>
                    <a:pt x="0" y="93307"/>
                    <a:pt x="93307" y="0"/>
                    <a:pt x="208407" y="0"/>
                  </a:cubicBezTo>
                  <a:cubicBezTo>
                    <a:pt x="323507" y="0"/>
                    <a:pt x="416814" y="93307"/>
                    <a:pt x="416814" y="208407"/>
                  </a:cubicBezTo>
                  <a:cubicBezTo>
                    <a:pt x="416814" y="323507"/>
                    <a:pt x="323507" y="416814"/>
                    <a:pt x="208407" y="416814"/>
                  </a:cubicBezTo>
                  <a:close/>
                  <a:moveTo>
                    <a:pt x="208407" y="79393"/>
                  </a:moveTo>
                  <a:cubicBezTo>
                    <a:pt x="137157" y="79393"/>
                    <a:pt x="79393" y="137157"/>
                    <a:pt x="79393" y="208407"/>
                  </a:cubicBezTo>
                  <a:cubicBezTo>
                    <a:pt x="79393" y="279657"/>
                    <a:pt x="137157" y="337421"/>
                    <a:pt x="208407" y="337421"/>
                  </a:cubicBezTo>
                  <a:cubicBezTo>
                    <a:pt x="279658" y="337421"/>
                    <a:pt x="337421" y="279657"/>
                    <a:pt x="337421" y="208407"/>
                  </a:cubicBezTo>
                  <a:cubicBezTo>
                    <a:pt x="337312" y="137231"/>
                    <a:pt x="279583" y="79592"/>
                    <a:pt x="208407" y="795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BEAE2C1-40E0-1145-B45F-1801E26DC417}"/>
                </a:ext>
              </a:extLst>
            </p:cNvPr>
            <p:cNvSpPr/>
            <p:nvPr/>
          </p:nvSpPr>
          <p:spPr>
            <a:xfrm>
              <a:off x="8665810" y="1949471"/>
              <a:ext cx="79393" cy="180619"/>
            </a:xfrm>
            <a:custGeom>
              <a:avLst/>
              <a:gdLst>
                <a:gd name="connsiteX0" fmla="*/ 39697 w 79393"/>
                <a:gd name="connsiteY0" fmla="*/ 180619 h 180619"/>
                <a:gd name="connsiteX1" fmla="*/ 0 w 79393"/>
                <a:gd name="connsiteY1" fmla="*/ 140923 h 180619"/>
                <a:gd name="connsiteX2" fmla="*/ 0 w 79393"/>
                <a:gd name="connsiteY2" fmla="*/ 39697 h 180619"/>
                <a:gd name="connsiteX3" fmla="*/ 39697 w 79393"/>
                <a:gd name="connsiteY3" fmla="*/ 0 h 180619"/>
                <a:gd name="connsiteX4" fmla="*/ 79393 w 79393"/>
                <a:gd name="connsiteY4" fmla="*/ 39697 h 180619"/>
                <a:gd name="connsiteX5" fmla="*/ 79393 w 79393"/>
                <a:gd name="connsiteY5" fmla="*/ 140923 h 180619"/>
                <a:gd name="connsiteX6" fmla="*/ 39697 w 79393"/>
                <a:gd name="connsiteY6" fmla="*/ 180619 h 180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0619">
                  <a:moveTo>
                    <a:pt x="39697" y="180619"/>
                  </a:moveTo>
                  <a:cubicBezTo>
                    <a:pt x="17774" y="180619"/>
                    <a:pt x="0" y="162845"/>
                    <a:pt x="0" y="14092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40923"/>
                  </a:lnTo>
                  <a:cubicBezTo>
                    <a:pt x="79393" y="162845"/>
                    <a:pt x="61619" y="180619"/>
                    <a:pt x="39697" y="18061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3C308D9-0185-5B4A-902C-3C0D2793C704}"/>
                </a:ext>
              </a:extLst>
            </p:cNvPr>
            <p:cNvSpPr/>
            <p:nvPr/>
          </p:nvSpPr>
          <p:spPr>
            <a:xfrm>
              <a:off x="8616685" y="1998695"/>
              <a:ext cx="180619" cy="79393"/>
            </a:xfrm>
            <a:custGeom>
              <a:avLst/>
              <a:gdLst>
                <a:gd name="connsiteX0" fmla="*/ 140923 w 180619"/>
                <a:gd name="connsiteY0" fmla="*/ 79393 h 79393"/>
                <a:gd name="connsiteX1" fmla="*/ 39697 w 180619"/>
                <a:gd name="connsiteY1" fmla="*/ 79393 h 79393"/>
                <a:gd name="connsiteX2" fmla="*/ 0 w 180619"/>
                <a:gd name="connsiteY2" fmla="*/ 39697 h 79393"/>
                <a:gd name="connsiteX3" fmla="*/ 39697 w 180619"/>
                <a:gd name="connsiteY3" fmla="*/ 0 h 79393"/>
                <a:gd name="connsiteX4" fmla="*/ 140923 w 180619"/>
                <a:gd name="connsiteY4" fmla="*/ 0 h 79393"/>
                <a:gd name="connsiteX5" fmla="*/ 180620 w 180619"/>
                <a:gd name="connsiteY5" fmla="*/ 39697 h 79393"/>
                <a:gd name="connsiteX6" fmla="*/ 140923 w 1806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619" h="79393">
                  <a:moveTo>
                    <a:pt x="140923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40923" y="0"/>
                  </a:lnTo>
                  <a:cubicBezTo>
                    <a:pt x="162845" y="0"/>
                    <a:pt x="180620" y="17774"/>
                    <a:pt x="180620" y="39697"/>
                  </a:cubicBezTo>
                  <a:cubicBezTo>
                    <a:pt x="180620" y="61619"/>
                    <a:pt x="162845" y="79393"/>
                    <a:pt x="14092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1" name="Picture Placeholder 61">
            <a:extLst>
              <a:ext uri="{FF2B5EF4-FFF2-40B4-BE49-F238E27FC236}">
                <a16:creationId xmlns:a16="http://schemas.microsoft.com/office/drawing/2014/main" id="{D1AF2248-C00C-48AB-9A41-A7E345468D75}"/>
              </a:ext>
            </a:extLst>
          </p:cNvPr>
          <p:cNvGrpSpPr>
            <a:grpSpLocks noChangeAspect="1"/>
          </p:cNvGrpSpPr>
          <p:nvPr/>
        </p:nvGrpSpPr>
        <p:grpSpPr>
          <a:xfrm>
            <a:off x="9493907" y="1422549"/>
            <a:ext cx="641397" cy="828665"/>
            <a:chOff x="9493907" y="1422549"/>
            <a:chExt cx="641397" cy="828665"/>
          </a:xfrm>
        </p:grpSpPr>
        <p:grpSp>
          <p:nvGrpSpPr>
            <p:cNvPr id="52" name="Picture Placeholder 61">
              <a:extLst>
                <a:ext uri="{FF2B5EF4-FFF2-40B4-BE49-F238E27FC236}">
                  <a16:creationId xmlns:a16="http://schemas.microsoft.com/office/drawing/2014/main" id="{D1AF2248-C00C-48AB-9A41-A7E345468D75}"/>
                </a:ext>
              </a:extLst>
            </p:cNvPr>
            <p:cNvGrpSpPr/>
            <p:nvPr/>
          </p:nvGrpSpPr>
          <p:grpSpPr>
            <a:xfrm>
              <a:off x="9493907" y="1422549"/>
              <a:ext cx="641397" cy="828665"/>
              <a:chOff x="9493907" y="1422549"/>
              <a:chExt cx="641397" cy="828665"/>
            </a:xfrm>
            <a:solidFill>
              <a:srgbClr val="C42828"/>
            </a:solidFill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DB284057-3E55-5941-A975-ABB1F6A8CE0E}"/>
                  </a:ext>
                </a:extLst>
              </p:cNvPr>
              <p:cNvSpPr/>
              <p:nvPr/>
            </p:nvSpPr>
            <p:spPr>
              <a:xfrm>
                <a:off x="9493907" y="1422549"/>
                <a:ext cx="641397" cy="828665"/>
              </a:xfrm>
              <a:custGeom>
                <a:avLst/>
                <a:gdLst>
                  <a:gd name="connsiteX0" fmla="*/ 601701 w 641397"/>
                  <a:gd name="connsiteY0" fmla="*/ 828665 h 828665"/>
                  <a:gd name="connsiteX1" fmla="*/ 39697 w 641397"/>
                  <a:gd name="connsiteY1" fmla="*/ 828665 h 828665"/>
                  <a:gd name="connsiteX2" fmla="*/ 0 w 641397"/>
                  <a:gd name="connsiteY2" fmla="*/ 788969 h 828665"/>
                  <a:gd name="connsiteX3" fmla="*/ 0 w 641397"/>
                  <a:gd name="connsiteY3" fmla="*/ 39697 h 828665"/>
                  <a:gd name="connsiteX4" fmla="*/ 39697 w 641397"/>
                  <a:gd name="connsiteY4" fmla="*/ 0 h 828665"/>
                  <a:gd name="connsiteX5" fmla="*/ 414184 w 641397"/>
                  <a:gd name="connsiteY5" fmla="*/ 0 h 828665"/>
                  <a:gd name="connsiteX6" fmla="*/ 442270 w 641397"/>
                  <a:gd name="connsiteY6" fmla="*/ 11760 h 828665"/>
                  <a:gd name="connsiteX7" fmla="*/ 629737 w 641397"/>
                  <a:gd name="connsiteY7" fmla="*/ 199277 h 828665"/>
                  <a:gd name="connsiteX8" fmla="*/ 641398 w 641397"/>
                  <a:gd name="connsiteY8" fmla="*/ 227362 h 828665"/>
                  <a:gd name="connsiteX9" fmla="*/ 641398 w 641397"/>
                  <a:gd name="connsiteY9" fmla="*/ 788969 h 828665"/>
                  <a:gd name="connsiteX10" fmla="*/ 601701 w 641397"/>
                  <a:gd name="connsiteY10" fmla="*/ 828665 h 828665"/>
                  <a:gd name="connsiteX11" fmla="*/ 79393 w 641397"/>
                  <a:gd name="connsiteY11" fmla="*/ 749272 h 828665"/>
                  <a:gd name="connsiteX12" fmla="*/ 562005 w 641397"/>
                  <a:gd name="connsiteY12" fmla="*/ 749272 h 828665"/>
                  <a:gd name="connsiteX13" fmla="*/ 562005 w 641397"/>
                  <a:gd name="connsiteY13" fmla="*/ 243786 h 828665"/>
                  <a:gd name="connsiteX14" fmla="*/ 397611 w 641397"/>
                  <a:gd name="connsiteY14" fmla="*/ 79393 h 828665"/>
                  <a:gd name="connsiteX15" fmla="*/ 79393 w 641397"/>
                  <a:gd name="connsiteY15" fmla="*/ 79393 h 82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1397" h="828665">
                    <a:moveTo>
                      <a:pt x="601701" y="828665"/>
                    </a:moveTo>
                    <a:lnTo>
                      <a:pt x="39697" y="828665"/>
                    </a:lnTo>
                    <a:cubicBezTo>
                      <a:pt x="17773" y="828665"/>
                      <a:pt x="0" y="810891"/>
                      <a:pt x="0" y="788969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4184" y="0"/>
                    </a:lnTo>
                    <a:cubicBezTo>
                      <a:pt x="424739" y="31"/>
                      <a:pt x="434841" y="4263"/>
                      <a:pt x="442270" y="11760"/>
                    </a:cubicBezTo>
                    <a:lnTo>
                      <a:pt x="629737" y="199277"/>
                    </a:lnTo>
                    <a:cubicBezTo>
                      <a:pt x="637200" y="206719"/>
                      <a:pt x="641393" y="216824"/>
                      <a:pt x="641398" y="227362"/>
                    </a:cubicBezTo>
                    <a:lnTo>
                      <a:pt x="641398" y="788969"/>
                    </a:lnTo>
                    <a:cubicBezTo>
                      <a:pt x="641398" y="810891"/>
                      <a:pt x="623624" y="828665"/>
                      <a:pt x="601701" y="828665"/>
                    </a:cubicBezTo>
                    <a:close/>
                    <a:moveTo>
                      <a:pt x="79393" y="749272"/>
                    </a:moveTo>
                    <a:lnTo>
                      <a:pt x="562005" y="749272"/>
                    </a:lnTo>
                    <a:lnTo>
                      <a:pt x="562005" y="243786"/>
                    </a:lnTo>
                    <a:lnTo>
                      <a:pt x="397611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A9C3D86C-7371-9643-AB72-DCB29E81055E}"/>
                  </a:ext>
                </a:extLst>
              </p:cNvPr>
              <p:cNvSpPr/>
              <p:nvPr/>
            </p:nvSpPr>
            <p:spPr>
              <a:xfrm>
                <a:off x="9868395" y="1422549"/>
                <a:ext cx="266910" cy="267058"/>
              </a:xfrm>
              <a:custGeom>
                <a:avLst/>
                <a:gdLst>
                  <a:gd name="connsiteX0" fmla="*/ 227213 w 266910"/>
                  <a:gd name="connsiteY0" fmla="*/ 267059 h 267058"/>
                  <a:gd name="connsiteX1" fmla="*/ 39697 w 266910"/>
                  <a:gd name="connsiteY1" fmla="*/ 267059 h 267058"/>
                  <a:gd name="connsiteX2" fmla="*/ 0 w 266910"/>
                  <a:gd name="connsiteY2" fmla="*/ 227362 h 267058"/>
                  <a:gd name="connsiteX3" fmla="*/ 0 w 266910"/>
                  <a:gd name="connsiteY3" fmla="*/ 39697 h 267058"/>
                  <a:gd name="connsiteX4" fmla="*/ 39697 w 266910"/>
                  <a:gd name="connsiteY4" fmla="*/ 0 h 267058"/>
                  <a:gd name="connsiteX5" fmla="*/ 79393 w 266910"/>
                  <a:gd name="connsiteY5" fmla="*/ 39697 h 267058"/>
                  <a:gd name="connsiteX6" fmla="*/ 79393 w 266910"/>
                  <a:gd name="connsiteY6" fmla="*/ 187665 h 267058"/>
                  <a:gd name="connsiteX7" fmla="*/ 227213 w 266910"/>
                  <a:gd name="connsiteY7" fmla="*/ 187665 h 267058"/>
                  <a:gd name="connsiteX8" fmla="*/ 266910 w 266910"/>
                  <a:gd name="connsiteY8" fmla="*/ 227362 h 267058"/>
                  <a:gd name="connsiteX9" fmla="*/ 227213 w 266910"/>
                  <a:gd name="connsiteY9" fmla="*/ 267059 h 267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910" h="267058">
                    <a:moveTo>
                      <a:pt x="227213" y="267059"/>
                    </a:moveTo>
                    <a:lnTo>
                      <a:pt x="39697" y="267059"/>
                    </a:lnTo>
                    <a:cubicBezTo>
                      <a:pt x="17774" y="267059"/>
                      <a:pt x="0" y="249286"/>
                      <a:pt x="0" y="22736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665"/>
                    </a:lnTo>
                    <a:lnTo>
                      <a:pt x="227213" y="187665"/>
                    </a:lnTo>
                    <a:cubicBezTo>
                      <a:pt x="249136" y="187665"/>
                      <a:pt x="266910" y="205438"/>
                      <a:pt x="266910" y="227362"/>
                    </a:cubicBezTo>
                    <a:cubicBezTo>
                      <a:pt x="266910" y="249286"/>
                      <a:pt x="249136" y="267059"/>
                      <a:pt x="227213" y="26705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D32DFC7-D6DF-AE4A-8E1B-6A078504015E}"/>
                </a:ext>
              </a:extLst>
            </p:cNvPr>
            <p:cNvSpPr/>
            <p:nvPr/>
          </p:nvSpPr>
          <p:spPr>
            <a:xfrm>
              <a:off x="9768359" y="2022959"/>
              <a:ext cx="80484" cy="80484"/>
            </a:xfrm>
            <a:custGeom>
              <a:avLst/>
              <a:gdLst>
                <a:gd name="connsiteX0" fmla="*/ 80485 w 80484"/>
                <a:gd name="connsiteY0" fmla="*/ 40242 h 80484"/>
                <a:gd name="connsiteX1" fmla="*/ 40242 w 80484"/>
                <a:gd name="connsiteY1" fmla="*/ 80485 h 80484"/>
                <a:gd name="connsiteX2" fmla="*/ 0 w 80484"/>
                <a:gd name="connsiteY2" fmla="*/ 40242 h 80484"/>
                <a:gd name="connsiteX3" fmla="*/ 40242 w 80484"/>
                <a:gd name="connsiteY3" fmla="*/ 0 h 80484"/>
                <a:gd name="connsiteX4" fmla="*/ 80485 w 80484"/>
                <a:gd name="connsiteY4" fmla="*/ 40242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84" h="80484">
                  <a:moveTo>
                    <a:pt x="80485" y="40242"/>
                  </a:moveTo>
                  <a:cubicBezTo>
                    <a:pt x="80485" y="62468"/>
                    <a:pt x="62468" y="80485"/>
                    <a:pt x="40242" y="80485"/>
                  </a:cubicBezTo>
                  <a:cubicBezTo>
                    <a:pt x="18017" y="80485"/>
                    <a:pt x="0" y="62468"/>
                    <a:pt x="0" y="40242"/>
                  </a:cubicBezTo>
                  <a:cubicBezTo>
                    <a:pt x="0" y="18017"/>
                    <a:pt x="18017" y="0"/>
                    <a:pt x="40242" y="0"/>
                  </a:cubicBezTo>
                  <a:cubicBezTo>
                    <a:pt x="62468" y="0"/>
                    <a:pt x="80485" y="18017"/>
                    <a:pt x="80485" y="402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31D7D91-CF4C-564B-B931-F84A62641CEC}"/>
                </a:ext>
              </a:extLst>
            </p:cNvPr>
            <p:cNvSpPr/>
            <p:nvPr/>
          </p:nvSpPr>
          <p:spPr>
            <a:xfrm>
              <a:off x="9688157" y="1897220"/>
              <a:ext cx="245306" cy="120131"/>
            </a:xfrm>
            <a:custGeom>
              <a:avLst/>
              <a:gdLst>
                <a:gd name="connsiteX0" fmla="*/ 205643 w 245306"/>
                <a:gd name="connsiteY0" fmla="*/ 120132 h 120131"/>
                <a:gd name="connsiteX1" fmla="*/ 175127 w 245306"/>
                <a:gd name="connsiteY1" fmla="*/ 105891 h 120131"/>
                <a:gd name="connsiteX2" fmla="*/ 121933 w 245306"/>
                <a:gd name="connsiteY2" fmla="*/ 79443 h 120131"/>
                <a:gd name="connsiteX3" fmla="*/ 121586 w 245306"/>
                <a:gd name="connsiteY3" fmla="*/ 79443 h 120131"/>
                <a:gd name="connsiteX4" fmla="*/ 70824 w 245306"/>
                <a:gd name="connsiteY4" fmla="*/ 103707 h 120131"/>
                <a:gd name="connsiteX5" fmla="*/ 15060 w 245306"/>
                <a:gd name="connsiteY5" fmla="*/ 110193 h 120131"/>
                <a:gd name="connsiteX6" fmla="*/ 8573 w 245306"/>
                <a:gd name="connsiteY6" fmla="*/ 54434 h 120131"/>
                <a:gd name="connsiteX7" fmla="*/ 10386 w 245306"/>
                <a:gd name="connsiteY7" fmla="*/ 52300 h 120131"/>
                <a:gd name="connsiteX8" fmla="*/ 121635 w 245306"/>
                <a:gd name="connsiteY8" fmla="*/ 0 h 120131"/>
                <a:gd name="connsiteX9" fmla="*/ 122330 w 245306"/>
                <a:gd name="connsiteY9" fmla="*/ 0 h 120131"/>
                <a:gd name="connsiteX10" fmla="*/ 236110 w 245306"/>
                <a:gd name="connsiteY10" fmla="*/ 55029 h 120131"/>
                <a:gd name="connsiteX11" fmla="*/ 231014 w 245306"/>
                <a:gd name="connsiteY11" fmla="*/ 110937 h 120131"/>
                <a:gd name="connsiteX12" fmla="*/ 205643 w 245306"/>
                <a:gd name="connsiteY12" fmla="*/ 120132 h 1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306" h="120131">
                  <a:moveTo>
                    <a:pt x="205643" y="120132"/>
                  </a:moveTo>
                  <a:cubicBezTo>
                    <a:pt x="193863" y="120147"/>
                    <a:pt x="182681" y="114931"/>
                    <a:pt x="175127" y="105891"/>
                  </a:cubicBezTo>
                  <a:cubicBezTo>
                    <a:pt x="162249" y="89555"/>
                    <a:pt x="142730" y="79850"/>
                    <a:pt x="121933" y="79443"/>
                  </a:cubicBezTo>
                  <a:lnTo>
                    <a:pt x="121586" y="79443"/>
                  </a:lnTo>
                  <a:cubicBezTo>
                    <a:pt x="101900" y="79587"/>
                    <a:pt x="83298" y="88479"/>
                    <a:pt x="70824" y="103707"/>
                  </a:cubicBezTo>
                  <a:cubicBezTo>
                    <a:pt x="57217" y="120896"/>
                    <a:pt x="32251" y="123804"/>
                    <a:pt x="15060" y="110193"/>
                  </a:cubicBezTo>
                  <a:cubicBezTo>
                    <a:pt x="-2130" y="96587"/>
                    <a:pt x="-5034" y="71622"/>
                    <a:pt x="8573" y="54434"/>
                  </a:cubicBezTo>
                  <a:cubicBezTo>
                    <a:pt x="9152" y="53700"/>
                    <a:pt x="9756" y="52990"/>
                    <a:pt x="10386" y="52300"/>
                  </a:cubicBezTo>
                  <a:cubicBezTo>
                    <a:pt x="37972" y="19352"/>
                    <a:pt x="78665" y="223"/>
                    <a:pt x="121635" y="0"/>
                  </a:cubicBezTo>
                  <a:lnTo>
                    <a:pt x="122330" y="0"/>
                  </a:lnTo>
                  <a:cubicBezTo>
                    <a:pt x="166523" y="636"/>
                    <a:pt x="208174" y="20781"/>
                    <a:pt x="236110" y="55029"/>
                  </a:cubicBezTo>
                  <a:cubicBezTo>
                    <a:pt x="250143" y="71876"/>
                    <a:pt x="247861" y="96904"/>
                    <a:pt x="231014" y="110937"/>
                  </a:cubicBezTo>
                  <a:cubicBezTo>
                    <a:pt x="223889" y="116872"/>
                    <a:pt x="214912" y="120122"/>
                    <a:pt x="205643" y="1201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4A40ED4-F282-8C4F-9498-9314151FB781}"/>
                </a:ext>
              </a:extLst>
            </p:cNvPr>
            <p:cNvSpPr/>
            <p:nvPr/>
          </p:nvSpPr>
          <p:spPr>
            <a:xfrm>
              <a:off x="9601510" y="1772523"/>
              <a:ext cx="419567" cy="175409"/>
            </a:xfrm>
            <a:custGeom>
              <a:avLst/>
              <a:gdLst>
                <a:gd name="connsiteX0" fmla="*/ 379921 w 419567"/>
                <a:gd name="connsiteY0" fmla="*/ 175211 h 175409"/>
                <a:gd name="connsiteX1" fmla="*/ 347122 w 419567"/>
                <a:gd name="connsiteY1" fmla="*/ 157943 h 175409"/>
                <a:gd name="connsiteX2" fmla="*/ 209176 w 419567"/>
                <a:gd name="connsiteY2" fmla="*/ 79195 h 175409"/>
                <a:gd name="connsiteX3" fmla="*/ 71231 w 419567"/>
                <a:gd name="connsiteY3" fmla="*/ 157943 h 175409"/>
                <a:gd name="connsiteX4" fmla="*/ 15583 w 419567"/>
                <a:gd name="connsiteY4" fmla="*/ 165356 h 175409"/>
                <a:gd name="connsiteX5" fmla="*/ 5731 w 419567"/>
                <a:gd name="connsiteY5" fmla="*/ 113284 h 175409"/>
                <a:gd name="connsiteX6" fmla="*/ 209176 w 419567"/>
                <a:gd name="connsiteY6" fmla="*/ 0 h 175409"/>
                <a:gd name="connsiteX7" fmla="*/ 412621 w 419567"/>
                <a:gd name="connsiteY7" fmla="*/ 113284 h 175409"/>
                <a:gd name="connsiteX8" fmla="*/ 402295 w 419567"/>
                <a:gd name="connsiteY8" fmla="*/ 168467 h 175409"/>
                <a:gd name="connsiteX9" fmla="*/ 379921 w 419567"/>
                <a:gd name="connsiteY9" fmla="*/ 175409 h 17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567" h="175409">
                  <a:moveTo>
                    <a:pt x="379921" y="175211"/>
                  </a:moveTo>
                  <a:cubicBezTo>
                    <a:pt x="366806" y="175226"/>
                    <a:pt x="354530" y="168765"/>
                    <a:pt x="347122" y="157943"/>
                  </a:cubicBezTo>
                  <a:cubicBezTo>
                    <a:pt x="312884" y="107875"/>
                    <a:pt x="262767" y="79195"/>
                    <a:pt x="209176" y="79195"/>
                  </a:cubicBezTo>
                  <a:cubicBezTo>
                    <a:pt x="155586" y="79195"/>
                    <a:pt x="105469" y="107875"/>
                    <a:pt x="71231" y="157943"/>
                  </a:cubicBezTo>
                  <a:cubicBezTo>
                    <a:pt x="57911" y="175355"/>
                    <a:pt x="32997" y="178674"/>
                    <a:pt x="15583" y="165356"/>
                  </a:cubicBezTo>
                  <a:cubicBezTo>
                    <a:pt x="-504" y="153055"/>
                    <a:pt x="-4749" y="130612"/>
                    <a:pt x="5731" y="113284"/>
                  </a:cubicBezTo>
                  <a:cubicBezTo>
                    <a:pt x="54955" y="41284"/>
                    <a:pt x="129138" y="0"/>
                    <a:pt x="209176" y="0"/>
                  </a:cubicBezTo>
                  <a:cubicBezTo>
                    <a:pt x="289215" y="0"/>
                    <a:pt x="363398" y="41284"/>
                    <a:pt x="412621" y="113284"/>
                  </a:cubicBezTo>
                  <a:cubicBezTo>
                    <a:pt x="425007" y="131371"/>
                    <a:pt x="420387" y="156077"/>
                    <a:pt x="402295" y="168467"/>
                  </a:cubicBezTo>
                  <a:cubicBezTo>
                    <a:pt x="395706" y="172978"/>
                    <a:pt x="387910" y="175399"/>
                    <a:pt x="379921" y="17540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3" name="Picture Placeholder 63">
            <a:extLst>
              <a:ext uri="{FF2B5EF4-FFF2-40B4-BE49-F238E27FC236}">
                <a16:creationId xmlns:a16="http://schemas.microsoft.com/office/drawing/2014/main" id="{BBE2B0DA-C8A4-4EBD-BB8B-432ED305DF9C}"/>
              </a:ext>
            </a:extLst>
          </p:cNvPr>
          <p:cNvGrpSpPr>
            <a:grpSpLocks noChangeAspect="1"/>
          </p:cNvGrpSpPr>
          <p:nvPr/>
        </p:nvGrpSpPr>
        <p:grpSpPr>
          <a:xfrm>
            <a:off x="1602136" y="2539051"/>
            <a:ext cx="645069" cy="832932"/>
            <a:chOff x="1602136" y="2539051"/>
            <a:chExt cx="645069" cy="832932"/>
          </a:xfrm>
        </p:grpSpPr>
        <p:grpSp>
          <p:nvGrpSpPr>
            <p:cNvPr id="65" name="Picture Placeholder 63">
              <a:extLst>
                <a:ext uri="{FF2B5EF4-FFF2-40B4-BE49-F238E27FC236}">
                  <a16:creationId xmlns:a16="http://schemas.microsoft.com/office/drawing/2014/main" id="{BBE2B0DA-C8A4-4EBD-BB8B-432ED305DF9C}"/>
                </a:ext>
              </a:extLst>
            </p:cNvPr>
            <p:cNvGrpSpPr/>
            <p:nvPr/>
          </p:nvGrpSpPr>
          <p:grpSpPr>
            <a:xfrm>
              <a:off x="1602136" y="2539051"/>
              <a:ext cx="645069" cy="832932"/>
              <a:chOff x="1602136" y="2539051"/>
              <a:chExt cx="645069" cy="832932"/>
            </a:xfrm>
            <a:solidFill>
              <a:srgbClr val="C42828"/>
            </a:solidFill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60E52B00-5080-CD4C-A564-DAB8FF60145C}"/>
                  </a:ext>
                </a:extLst>
              </p:cNvPr>
              <p:cNvSpPr/>
              <p:nvPr/>
            </p:nvSpPr>
            <p:spPr>
              <a:xfrm>
                <a:off x="1602136" y="2539051"/>
                <a:ext cx="644821" cy="832932"/>
              </a:xfrm>
              <a:custGeom>
                <a:avLst/>
                <a:gdLst>
                  <a:gd name="connsiteX0" fmla="*/ 605373 w 644821"/>
                  <a:gd name="connsiteY0" fmla="*/ 832933 h 832932"/>
                  <a:gd name="connsiteX1" fmla="*/ 39697 w 644821"/>
                  <a:gd name="connsiteY1" fmla="*/ 832933 h 832932"/>
                  <a:gd name="connsiteX2" fmla="*/ 0 w 644821"/>
                  <a:gd name="connsiteY2" fmla="*/ 793236 h 832932"/>
                  <a:gd name="connsiteX3" fmla="*/ 0 w 644821"/>
                  <a:gd name="connsiteY3" fmla="*/ 39697 h 832932"/>
                  <a:gd name="connsiteX4" fmla="*/ 39697 w 644821"/>
                  <a:gd name="connsiteY4" fmla="*/ 0 h 832932"/>
                  <a:gd name="connsiteX5" fmla="*/ 416517 w 644821"/>
                  <a:gd name="connsiteY5" fmla="*/ 0 h 832932"/>
                  <a:gd name="connsiteX6" fmla="*/ 444602 w 644821"/>
                  <a:gd name="connsiteY6" fmla="*/ 11611 h 832932"/>
                  <a:gd name="connsiteX7" fmla="*/ 633161 w 644821"/>
                  <a:gd name="connsiteY7" fmla="*/ 200170 h 832932"/>
                  <a:gd name="connsiteX8" fmla="*/ 644822 w 644821"/>
                  <a:gd name="connsiteY8" fmla="*/ 228206 h 832932"/>
                  <a:gd name="connsiteX9" fmla="*/ 644822 w 644821"/>
                  <a:gd name="connsiteY9" fmla="*/ 793236 h 832932"/>
                  <a:gd name="connsiteX10" fmla="*/ 605373 w 644821"/>
                  <a:gd name="connsiteY10" fmla="*/ 832933 h 832932"/>
                  <a:gd name="connsiteX11" fmla="*/ 79393 w 644821"/>
                  <a:gd name="connsiteY11" fmla="*/ 753540 h 832932"/>
                  <a:gd name="connsiteX12" fmla="*/ 565676 w 644821"/>
                  <a:gd name="connsiteY12" fmla="*/ 753540 h 832932"/>
                  <a:gd name="connsiteX13" fmla="*/ 565676 w 644821"/>
                  <a:gd name="connsiteY13" fmla="*/ 244779 h 832932"/>
                  <a:gd name="connsiteX14" fmla="*/ 400241 w 644821"/>
                  <a:gd name="connsiteY14" fmla="*/ 79393 h 832932"/>
                  <a:gd name="connsiteX15" fmla="*/ 79592 w 644821"/>
                  <a:gd name="connsiteY15" fmla="*/ 7939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4821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6517" y="0"/>
                    </a:lnTo>
                    <a:cubicBezTo>
                      <a:pt x="427046" y="-8"/>
                      <a:pt x="437149" y="4169"/>
                      <a:pt x="444602" y="11611"/>
                    </a:cubicBezTo>
                    <a:lnTo>
                      <a:pt x="633161" y="200170"/>
                    </a:lnTo>
                    <a:cubicBezTo>
                      <a:pt x="640609" y="207601"/>
                      <a:pt x="644802" y="217684"/>
                      <a:pt x="644822" y="228206"/>
                    </a:cubicBezTo>
                    <a:lnTo>
                      <a:pt x="644822" y="793236"/>
                    </a:lnTo>
                    <a:cubicBezTo>
                      <a:pt x="644822" y="815064"/>
                      <a:pt x="627201" y="832794"/>
                      <a:pt x="605373" y="832933"/>
                    </a:cubicBezTo>
                    <a:close/>
                    <a:moveTo>
                      <a:pt x="79393" y="753540"/>
                    </a:moveTo>
                    <a:lnTo>
                      <a:pt x="565676" y="753540"/>
                    </a:lnTo>
                    <a:lnTo>
                      <a:pt x="565676" y="244779"/>
                    </a:lnTo>
                    <a:lnTo>
                      <a:pt x="400241" y="79393"/>
                    </a:lnTo>
                    <a:lnTo>
                      <a:pt x="79592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E4D1E092-1233-7D4D-A21F-DB6E510A9D32}"/>
                  </a:ext>
                </a:extLst>
              </p:cNvPr>
              <p:cNvSpPr/>
              <p:nvPr/>
            </p:nvSpPr>
            <p:spPr>
              <a:xfrm>
                <a:off x="1979254" y="2539101"/>
                <a:ext cx="267951" cy="267951"/>
              </a:xfrm>
              <a:custGeom>
                <a:avLst/>
                <a:gdLst>
                  <a:gd name="connsiteX0" fmla="*/ 228255 w 267951"/>
                  <a:gd name="connsiteY0" fmla="*/ 267952 h 267951"/>
                  <a:gd name="connsiteX1" fmla="*/ 39697 w 267951"/>
                  <a:gd name="connsiteY1" fmla="*/ 267952 h 267951"/>
                  <a:gd name="connsiteX2" fmla="*/ 0 w 267951"/>
                  <a:gd name="connsiteY2" fmla="*/ 228255 h 267951"/>
                  <a:gd name="connsiteX3" fmla="*/ 0 w 267951"/>
                  <a:gd name="connsiteY3" fmla="*/ 39697 h 267951"/>
                  <a:gd name="connsiteX4" fmla="*/ 39697 w 267951"/>
                  <a:gd name="connsiteY4" fmla="*/ 0 h 267951"/>
                  <a:gd name="connsiteX5" fmla="*/ 79393 w 267951"/>
                  <a:gd name="connsiteY5" fmla="*/ 39697 h 267951"/>
                  <a:gd name="connsiteX6" fmla="*/ 79393 w 267951"/>
                  <a:gd name="connsiteY6" fmla="*/ 188559 h 267951"/>
                  <a:gd name="connsiteX7" fmla="*/ 228255 w 267951"/>
                  <a:gd name="connsiteY7" fmla="*/ 188559 h 267951"/>
                  <a:gd name="connsiteX8" fmla="*/ 267952 w 267951"/>
                  <a:gd name="connsiteY8" fmla="*/ 228255 h 267951"/>
                  <a:gd name="connsiteX9" fmla="*/ 228255 w 267951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1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6560412F-8871-324B-8202-592EEA15087C}"/>
                </a:ext>
              </a:extLst>
            </p:cNvPr>
            <p:cNvSpPr/>
            <p:nvPr/>
          </p:nvSpPr>
          <p:spPr>
            <a:xfrm>
              <a:off x="1709491" y="2831808"/>
              <a:ext cx="431679" cy="416818"/>
            </a:xfrm>
            <a:custGeom>
              <a:avLst/>
              <a:gdLst>
                <a:gd name="connsiteX0" fmla="*/ 39671 w 431679"/>
                <a:gd name="connsiteY0" fmla="*/ 416819 h 416818"/>
                <a:gd name="connsiteX1" fmla="*/ 0 w 431679"/>
                <a:gd name="connsiteY1" fmla="*/ 377097 h 416818"/>
                <a:gd name="connsiteX2" fmla="*/ 2456 w 431679"/>
                <a:gd name="connsiteY2" fmla="*/ 363377 h 416818"/>
                <a:gd name="connsiteX3" fmla="*/ 37190 w 431679"/>
                <a:gd name="connsiteY3" fmla="*/ 269098 h 416818"/>
                <a:gd name="connsiteX4" fmla="*/ 46370 w 431679"/>
                <a:gd name="connsiteY4" fmla="*/ 254757 h 416818"/>
                <a:gd name="connsiteX5" fmla="*/ 289512 w 431679"/>
                <a:gd name="connsiteY5" fmla="*/ 11616 h 416818"/>
                <a:gd name="connsiteX6" fmla="*/ 343549 w 431679"/>
                <a:gd name="connsiteY6" fmla="*/ 9681 h 416818"/>
                <a:gd name="connsiteX7" fmla="*/ 417980 w 431679"/>
                <a:gd name="connsiteY7" fmla="*/ 74188 h 416818"/>
                <a:gd name="connsiteX8" fmla="*/ 421979 w 431679"/>
                <a:gd name="connsiteY8" fmla="*/ 130184 h 416818"/>
                <a:gd name="connsiteX9" fmla="*/ 420064 w 431679"/>
                <a:gd name="connsiteY9" fmla="*/ 132244 h 416818"/>
                <a:gd name="connsiteX10" fmla="*/ 166998 w 431679"/>
                <a:gd name="connsiteY10" fmla="*/ 385309 h 416818"/>
                <a:gd name="connsiteX11" fmla="*/ 146703 w 431679"/>
                <a:gd name="connsiteY11" fmla="*/ 396176 h 416818"/>
                <a:gd name="connsiteX12" fmla="*/ 47462 w 431679"/>
                <a:gd name="connsiteY12" fmla="*/ 416025 h 416818"/>
                <a:gd name="connsiteX13" fmla="*/ 39671 w 431679"/>
                <a:gd name="connsiteY13" fmla="*/ 416819 h 416818"/>
                <a:gd name="connsiteX14" fmla="*/ 108595 w 431679"/>
                <a:gd name="connsiteY14" fmla="*/ 304825 h 416818"/>
                <a:gd name="connsiteX15" fmla="*/ 101400 w 431679"/>
                <a:gd name="connsiteY15" fmla="*/ 324375 h 416818"/>
                <a:gd name="connsiteX16" fmla="*/ 119313 w 431679"/>
                <a:gd name="connsiteY16" fmla="*/ 320802 h 416818"/>
                <a:gd name="connsiteX17" fmla="*/ 333773 w 431679"/>
                <a:gd name="connsiteY17" fmla="*/ 106342 h 416818"/>
                <a:gd name="connsiteX18" fmla="*/ 319483 w 431679"/>
                <a:gd name="connsiteY18" fmla="*/ 93986 h 41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679" h="416818">
                  <a:moveTo>
                    <a:pt x="39671" y="416819"/>
                  </a:moveTo>
                  <a:cubicBezTo>
                    <a:pt x="17747" y="416804"/>
                    <a:pt x="-14" y="399020"/>
                    <a:pt x="0" y="377097"/>
                  </a:cubicBezTo>
                  <a:cubicBezTo>
                    <a:pt x="3" y="372413"/>
                    <a:pt x="835" y="367768"/>
                    <a:pt x="2456" y="363377"/>
                  </a:cubicBezTo>
                  <a:lnTo>
                    <a:pt x="37190" y="269098"/>
                  </a:lnTo>
                  <a:cubicBezTo>
                    <a:pt x="39177" y="263709"/>
                    <a:pt x="42309" y="258816"/>
                    <a:pt x="46370" y="254757"/>
                  </a:cubicBezTo>
                  <a:lnTo>
                    <a:pt x="289512" y="11616"/>
                  </a:lnTo>
                  <a:cubicBezTo>
                    <a:pt x="304234" y="-3093"/>
                    <a:pt x="327814" y="-3938"/>
                    <a:pt x="343549" y="9681"/>
                  </a:cubicBezTo>
                  <a:lnTo>
                    <a:pt x="417980" y="74188"/>
                  </a:lnTo>
                  <a:cubicBezTo>
                    <a:pt x="434548" y="88546"/>
                    <a:pt x="436340" y="113616"/>
                    <a:pt x="421979" y="130184"/>
                  </a:cubicBezTo>
                  <a:cubicBezTo>
                    <a:pt x="421364" y="130893"/>
                    <a:pt x="420729" y="131580"/>
                    <a:pt x="420064" y="132244"/>
                  </a:cubicBezTo>
                  <a:lnTo>
                    <a:pt x="166998" y="385309"/>
                  </a:lnTo>
                  <a:cubicBezTo>
                    <a:pt x="161455" y="390857"/>
                    <a:pt x="154393" y="394638"/>
                    <a:pt x="146703" y="396176"/>
                  </a:cubicBezTo>
                  <a:lnTo>
                    <a:pt x="47462" y="416025"/>
                  </a:lnTo>
                  <a:cubicBezTo>
                    <a:pt x="44899" y="416560"/>
                    <a:pt x="42289" y="416823"/>
                    <a:pt x="39671" y="416819"/>
                  </a:cubicBezTo>
                  <a:close/>
                  <a:moveTo>
                    <a:pt x="108595" y="304825"/>
                  </a:moveTo>
                  <a:lnTo>
                    <a:pt x="101400" y="324375"/>
                  </a:lnTo>
                  <a:lnTo>
                    <a:pt x="119313" y="320802"/>
                  </a:lnTo>
                  <a:lnTo>
                    <a:pt x="333773" y="106342"/>
                  </a:lnTo>
                  <a:lnTo>
                    <a:pt x="319483" y="9398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3" name="Picture Placeholder 65">
            <a:extLst>
              <a:ext uri="{FF2B5EF4-FFF2-40B4-BE49-F238E27FC236}">
                <a16:creationId xmlns:a16="http://schemas.microsoft.com/office/drawing/2014/main" id="{4A35B1EA-A411-4674-9DD1-C5DB4DC0F6C4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2521337"/>
            <a:ext cx="868363" cy="868362"/>
            <a:chOff x="2808097" y="2521337"/>
            <a:chExt cx="868363" cy="868362"/>
          </a:xfrm>
        </p:grpSpPr>
        <p:grpSp>
          <p:nvGrpSpPr>
            <p:cNvPr id="75" name="Picture Placeholder 65">
              <a:extLst>
                <a:ext uri="{FF2B5EF4-FFF2-40B4-BE49-F238E27FC236}">
                  <a16:creationId xmlns:a16="http://schemas.microsoft.com/office/drawing/2014/main" id="{4A35B1EA-A411-4674-9DD1-C5DB4DC0F6C4}"/>
                </a:ext>
              </a:extLst>
            </p:cNvPr>
            <p:cNvGrpSpPr/>
            <p:nvPr/>
          </p:nvGrpSpPr>
          <p:grpSpPr>
            <a:xfrm>
              <a:off x="3023550" y="2825114"/>
              <a:ext cx="437456" cy="429516"/>
              <a:chOff x="3023550" y="2825114"/>
              <a:chExt cx="437456" cy="429516"/>
            </a:xfrm>
          </p:grpSpPr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88E47011-C22E-C24E-8EA4-D9F46BBF0D79}"/>
                  </a:ext>
                </a:extLst>
              </p:cNvPr>
              <p:cNvSpPr/>
              <p:nvPr/>
            </p:nvSpPr>
            <p:spPr>
              <a:xfrm>
                <a:off x="3077587" y="2877067"/>
                <a:ext cx="337421" cy="326107"/>
              </a:xfrm>
              <a:custGeom>
                <a:avLst/>
                <a:gdLst>
                  <a:gd name="connsiteX0" fmla="*/ 168711 w 337421"/>
                  <a:gd name="connsiteY0" fmla="*/ 326107 h 326107"/>
                  <a:gd name="connsiteX1" fmla="*/ 0 w 337421"/>
                  <a:gd name="connsiteY1" fmla="*/ 163054 h 326107"/>
                  <a:gd name="connsiteX2" fmla="*/ 168711 w 337421"/>
                  <a:gd name="connsiteY2" fmla="*/ 0 h 326107"/>
                  <a:gd name="connsiteX3" fmla="*/ 337421 w 337421"/>
                  <a:gd name="connsiteY3" fmla="*/ 163054 h 326107"/>
                  <a:gd name="connsiteX4" fmla="*/ 168711 w 337421"/>
                  <a:gd name="connsiteY4" fmla="*/ 326107 h 326107"/>
                  <a:gd name="connsiteX5" fmla="*/ 168711 w 337421"/>
                  <a:gd name="connsiteY5" fmla="*/ 79393 h 326107"/>
                  <a:gd name="connsiteX6" fmla="*/ 79393 w 337421"/>
                  <a:gd name="connsiteY6" fmla="*/ 163054 h 326107"/>
                  <a:gd name="connsiteX7" fmla="*/ 168711 w 337421"/>
                  <a:gd name="connsiteY7" fmla="*/ 246714 h 326107"/>
                  <a:gd name="connsiteX8" fmla="*/ 258028 w 337421"/>
                  <a:gd name="connsiteY8" fmla="*/ 163054 h 326107"/>
                  <a:gd name="connsiteX9" fmla="*/ 168711 w 337421"/>
                  <a:gd name="connsiteY9" fmla="*/ 79393 h 32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7421" h="326107">
                    <a:moveTo>
                      <a:pt x="168711" y="326107"/>
                    </a:moveTo>
                    <a:cubicBezTo>
                      <a:pt x="75672" y="326107"/>
                      <a:pt x="0" y="252966"/>
                      <a:pt x="0" y="163054"/>
                    </a:cubicBezTo>
                    <a:cubicBezTo>
                      <a:pt x="0" y="73141"/>
                      <a:pt x="75721" y="0"/>
                      <a:pt x="168711" y="0"/>
                    </a:cubicBezTo>
                    <a:cubicBezTo>
                      <a:pt x="261700" y="0"/>
                      <a:pt x="337421" y="73141"/>
                      <a:pt x="337421" y="163054"/>
                    </a:cubicBezTo>
                    <a:cubicBezTo>
                      <a:pt x="337421" y="252966"/>
                      <a:pt x="261749" y="326107"/>
                      <a:pt x="168711" y="326107"/>
                    </a:cubicBezTo>
                    <a:close/>
                    <a:moveTo>
                      <a:pt x="168711" y="79393"/>
                    </a:moveTo>
                    <a:cubicBezTo>
                      <a:pt x="119437" y="79393"/>
                      <a:pt x="79393" y="116906"/>
                      <a:pt x="79393" y="163054"/>
                    </a:cubicBezTo>
                    <a:cubicBezTo>
                      <a:pt x="79393" y="209201"/>
                      <a:pt x="119487" y="246714"/>
                      <a:pt x="168711" y="246714"/>
                    </a:cubicBezTo>
                    <a:cubicBezTo>
                      <a:pt x="217934" y="246714"/>
                      <a:pt x="258028" y="209151"/>
                      <a:pt x="258028" y="163054"/>
                    </a:cubicBezTo>
                    <a:cubicBezTo>
                      <a:pt x="258028" y="116956"/>
                      <a:pt x="217934" y="79393"/>
                      <a:pt x="168711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967E39F9-FEF9-5840-B1A3-EF81A7976970}"/>
                  </a:ext>
                </a:extLst>
              </p:cNvPr>
              <p:cNvSpPr/>
              <p:nvPr/>
            </p:nvSpPr>
            <p:spPr>
              <a:xfrm>
                <a:off x="3203872" y="2825114"/>
                <a:ext cx="79393" cy="429516"/>
              </a:xfrm>
              <a:custGeom>
                <a:avLst/>
                <a:gdLst>
                  <a:gd name="connsiteX0" fmla="*/ 39697 w 79393"/>
                  <a:gd name="connsiteY0" fmla="*/ 429517 h 429516"/>
                  <a:gd name="connsiteX1" fmla="*/ 0 w 79393"/>
                  <a:gd name="connsiteY1" fmla="*/ 389820 h 429516"/>
                  <a:gd name="connsiteX2" fmla="*/ 0 w 79393"/>
                  <a:gd name="connsiteY2" fmla="*/ 39697 h 429516"/>
                  <a:gd name="connsiteX3" fmla="*/ 39697 w 79393"/>
                  <a:gd name="connsiteY3" fmla="*/ 0 h 429516"/>
                  <a:gd name="connsiteX4" fmla="*/ 79393 w 79393"/>
                  <a:gd name="connsiteY4" fmla="*/ 39697 h 429516"/>
                  <a:gd name="connsiteX5" fmla="*/ 79393 w 79393"/>
                  <a:gd name="connsiteY5" fmla="*/ 389820 h 429516"/>
                  <a:gd name="connsiteX6" fmla="*/ 39697 w 79393"/>
                  <a:gd name="connsiteY6" fmla="*/ 429517 h 4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429516">
                    <a:moveTo>
                      <a:pt x="39697" y="429517"/>
                    </a:moveTo>
                    <a:cubicBezTo>
                      <a:pt x="17773" y="429517"/>
                      <a:pt x="0" y="411743"/>
                      <a:pt x="0" y="389820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89820"/>
                    </a:lnTo>
                    <a:cubicBezTo>
                      <a:pt x="79393" y="411743"/>
                      <a:pt x="61621" y="429517"/>
                      <a:pt x="39697" y="42951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E9C47DC-21A4-6447-BBEB-06CE27BA2057}"/>
                  </a:ext>
                </a:extLst>
              </p:cNvPr>
              <p:cNvSpPr/>
              <p:nvPr/>
            </p:nvSpPr>
            <p:spPr>
              <a:xfrm>
                <a:off x="3023550" y="3001565"/>
                <a:ext cx="437456" cy="79393"/>
              </a:xfrm>
              <a:custGeom>
                <a:avLst/>
                <a:gdLst>
                  <a:gd name="connsiteX0" fmla="*/ 397760 w 437456"/>
                  <a:gd name="connsiteY0" fmla="*/ 79393 h 79393"/>
                  <a:gd name="connsiteX1" fmla="*/ 39697 w 437456"/>
                  <a:gd name="connsiteY1" fmla="*/ 79393 h 79393"/>
                  <a:gd name="connsiteX2" fmla="*/ 0 w 437456"/>
                  <a:gd name="connsiteY2" fmla="*/ 39697 h 79393"/>
                  <a:gd name="connsiteX3" fmla="*/ 39697 w 437456"/>
                  <a:gd name="connsiteY3" fmla="*/ 0 h 79393"/>
                  <a:gd name="connsiteX4" fmla="*/ 397760 w 437456"/>
                  <a:gd name="connsiteY4" fmla="*/ 0 h 79393"/>
                  <a:gd name="connsiteX5" fmla="*/ 437457 w 437456"/>
                  <a:gd name="connsiteY5" fmla="*/ 39697 h 79393"/>
                  <a:gd name="connsiteX6" fmla="*/ 397760 w 437456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7456" h="79393">
                    <a:moveTo>
                      <a:pt x="397760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397760" y="0"/>
                    </a:lnTo>
                    <a:cubicBezTo>
                      <a:pt x="419682" y="0"/>
                      <a:pt x="437457" y="17774"/>
                      <a:pt x="437457" y="39697"/>
                    </a:cubicBezTo>
                    <a:cubicBezTo>
                      <a:pt x="437457" y="61619"/>
                      <a:pt x="419682" y="79393"/>
                      <a:pt x="397760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83" name="Picture Placeholder 65">
              <a:extLst>
                <a:ext uri="{FF2B5EF4-FFF2-40B4-BE49-F238E27FC236}">
                  <a16:creationId xmlns:a16="http://schemas.microsoft.com/office/drawing/2014/main" id="{4A35B1EA-A411-4674-9DD1-C5DB4DC0F6C4}"/>
                </a:ext>
              </a:extLst>
            </p:cNvPr>
            <p:cNvGrpSpPr/>
            <p:nvPr/>
          </p:nvGrpSpPr>
          <p:grpSpPr>
            <a:xfrm>
              <a:off x="2919644" y="2539051"/>
              <a:ext cx="645069" cy="832932"/>
              <a:chOff x="2919644" y="2539051"/>
              <a:chExt cx="645069" cy="832932"/>
            </a:xfrm>
            <a:solidFill>
              <a:srgbClr val="C42828"/>
            </a:solidFill>
          </p:grpSpPr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8B575F88-1BF1-914B-8844-04AE0EF405E2}"/>
                  </a:ext>
                </a:extLst>
              </p:cNvPr>
              <p:cNvSpPr/>
              <p:nvPr/>
            </p:nvSpPr>
            <p:spPr>
              <a:xfrm>
                <a:off x="2919644" y="2539051"/>
                <a:ext cx="644771" cy="832932"/>
              </a:xfrm>
              <a:custGeom>
                <a:avLst/>
                <a:gdLst>
                  <a:gd name="connsiteX0" fmla="*/ 605373 w 644771"/>
                  <a:gd name="connsiteY0" fmla="*/ 832933 h 832932"/>
                  <a:gd name="connsiteX1" fmla="*/ 39697 w 644771"/>
                  <a:gd name="connsiteY1" fmla="*/ 832933 h 832932"/>
                  <a:gd name="connsiteX2" fmla="*/ 0 w 644771"/>
                  <a:gd name="connsiteY2" fmla="*/ 793236 h 832932"/>
                  <a:gd name="connsiteX3" fmla="*/ 0 w 644771"/>
                  <a:gd name="connsiteY3" fmla="*/ 39697 h 832932"/>
                  <a:gd name="connsiteX4" fmla="*/ 39697 w 644771"/>
                  <a:gd name="connsiteY4" fmla="*/ 0 h 832932"/>
                  <a:gd name="connsiteX5" fmla="*/ 416517 w 644771"/>
                  <a:gd name="connsiteY5" fmla="*/ 0 h 832932"/>
                  <a:gd name="connsiteX6" fmla="*/ 444552 w 644771"/>
                  <a:gd name="connsiteY6" fmla="*/ 11611 h 832932"/>
                  <a:gd name="connsiteX7" fmla="*/ 633111 w 644771"/>
                  <a:gd name="connsiteY7" fmla="*/ 200170 h 832932"/>
                  <a:gd name="connsiteX8" fmla="*/ 644772 w 644771"/>
                  <a:gd name="connsiteY8" fmla="*/ 228206 h 832932"/>
                  <a:gd name="connsiteX9" fmla="*/ 644772 w 644771"/>
                  <a:gd name="connsiteY9" fmla="*/ 793236 h 832932"/>
                  <a:gd name="connsiteX10" fmla="*/ 605373 w 644771"/>
                  <a:gd name="connsiteY10" fmla="*/ 832933 h 832932"/>
                  <a:gd name="connsiteX11" fmla="*/ 79393 w 644771"/>
                  <a:gd name="connsiteY11" fmla="*/ 753540 h 832932"/>
                  <a:gd name="connsiteX12" fmla="*/ 565676 w 644771"/>
                  <a:gd name="connsiteY12" fmla="*/ 753540 h 832932"/>
                  <a:gd name="connsiteX13" fmla="*/ 565676 w 644771"/>
                  <a:gd name="connsiteY13" fmla="*/ 244779 h 832932"/>
                  <a:gd name="connsiteX14" fmla="*/ 400241 w 644771"/>
                  <a:gd name="connsiteY14" fmla="*/ 79393 h 832932"/>
                  <a:gd name="connsiteX15" fmla="*/ 79592 w 644771"/>
                  <a:gd name="connsiteY15" fmla="*/ 7939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4771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6517" y="0"/>
                    </a:lnTo>
                    <a:cubicBezTo>
                      <a:pt x="427031" y="5"/>
                      <a:pt x="437114" y="4181"/>
                      <a:pt x="444552" y="11611"/>
                    </a:cubicBezTo>
                    <a:lnTo>
                      <a:pt x="633111" y="200170"/>
                    </a:lnTo>
                    <a:cubicBezTo>
                      <a:pt x="640559" y="207601"/>
                      <a:pt x="644752" y="217684"/>
                      <a:pt x="644772" y="228206"/>
                    </a:cubicBezTo>
                    <a:lnTo>
                      <a:pt x="644772" y="793236"/>
                    </a:lnTo>
                    <a:cubicBezTo>
                      <a:pt x="644772" y="815045"/>
                      <a:pt x="627181" y="832769"/>
                      <a:pt x="605373" y="832933"/>
                    </a:cubicBezTo>
                    <a:close/>
                    <a:moveTo>
                      <a:pt x="79393" y="753540"/>
                    </a:moveTo>
                    <a:lnTo>
                      <a:pt x="565676" y="753540"/>
                    </a:lnTo>
                    <a:lnTo>
                      <a:pt x="565676" y="244779"/>
                    </a:lnTo>
                    <a:lnTo>
                      <a:pt x="400241" y="79393"/>
                    </a:lnTo>
                    <a:lnTo>
                      <a:pt x="79592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BE3AF4DB-9FB7-934B-A7B7-9BE439832404}"/>
                  </a:ext>
                </a:extLst>
              </p:cNvPr>
              <p:cNvSpPr/>
              <p:nvPr/>
            </p:nvSpPr>
            <p:spPr>
              <a:xfrm>
                <a:off x="3296762" y="2539101"/>
                <a:ext cx="267951" cy="267951"/>
              </a:xfrm>
              <a:custGeom>
                <a:avLst/>
                <a:gdLst>
                  <a:gd name="connsiteX0" fmla="*/ 228255 w 267951"/>
                  <a:gd name="connsiteY0" fmla="*/ 267952 h 267951"/>
                  <a:gd name="connsiteX1" fmla="*/ 39697 w 267951"/>
                  <a:gd name="connsiteY1" fmla="*/ 267952 h 267951"/>
                  <a:gd name="connsiteX2" fmla="*/ 0 w 267951"/>
                  <a:gd name="connsiteY2" fmla="*/ 228255 h 267951"/>
                  <a:gd name="connsiteX3" fmla="*/ 0 w 267951"/>
                  <a:gd name="connsiteY3" fmla="*/ 39697 h 267951"/>
                  <a:gd name="connsiteX4" fmla="*/ 39697 w 267951"/>
                  <a:gd name="connsiteY4" fmla="*/ 0 h 267951"/>
                  <a:gd name="connsiteX5" fmla="*/ 79393 w 267951"/>
                  <a:gd name="connsiteY5" fmla="*/ 39697 h 267951"/>
                  <a:gd name="connsiteX6" fmla="*/ 79393 w 267951"/>
                  <a:gd name="connsiteY6" fmla="*/ 188559 h 267951"/>
                  <a:gd name="connsiteX7" fmla="*/ 228255 w 267951"/>
                  <a:gd name="connsiteY7" fmla="*/ 188559 h 267951"/>
                  <a:gd name="connsiteX8" fmla="*/ 267952 w 267951"/>
                  <a:gd name="connsiteY8" fmla="*/ 228255 h 267951"/>
                  <a:gd name="connsiteX9" fmla="*/ 228255 w 267951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1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89" name="Picture Placeholder 67">
            <a:extLst>
              <a:ext uri="{FF2B5EF4-FFF2-40B4-BE49-F238E27FC236}">
                <a16:creationId xmlns:a16="http://schemas.microsoft.com/office/drawing/2014/main" id="{73738E5F-19A3-488C-83EA-DB531C27272B}"/>
              </a:ext>
            </a:extLst>
          </p:cNvPr>
          <p:cNvGrpSpPr>
            <a:grpSpLocks noChangeAspect="1"/>
          </p:cNvGrpSpPr>
          <p:nvPr/>
        </p:nvGrpSpPr>
        <p:grpSpPr>
          <a:xfrm>
            <a:off x="4239434" y="2541780"/>
            <a:ext cx="640802" cy="827474"/>
            <a:chOff x="4239434" y="2541780"/>
            <a:chExt cx="640802" cy="827474"/>
          </a:xfrm>
        </p:grpSpPr>
        <p:grpSp>
          <p:nvGrpSpPr>
            <p:cNvPr id="90" name="Picture Placeholder 67">
              <a:extLst>
                <a:ext uri="{FF2B5EF4-FFF2-40B4-BE49-F238E27FC236}">
                  <a16:creationId xmlns:a16="http://schemas.microsoft.com/office/drawing/2014/main" id="{73738E5F-19A3-488C-83EA-DB531C27272B}"/>
                </a:ext>
              </a:extLst>
            </p:cNvPr>
            <p:cNvGrpSpPr/>
            <p:nvPr/>
          </p:nvGrpSpPr>
          <p:grpSpPr>
            <a:xfrm>
              <a:off x="4239434" y="2541780"/>
              <a:ext cx="640802" cy="827474"/>
              <a:chOff x="4239434" y="2541780"/>
              <a:chExt cx="640802" cy="827474"/>
            </a:xfrm>
            <a:solidFill>
              <a:srgbClr val="C42828"/>
            </a:solidFill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B9F39C7-7684-8D44-8010-AAB54F7C6F56}"/>
                  </a:ext>
                </a:extLst>
              </p:cNvPr>
              <p:cNvSpPr/>
              <p:nvPr/>
            </p:nvSpPr>
            <p:spPr>
              <a:xfrm>
                <a:off x="4239434" y="2541780"/>
                <a:ext cx="640802" cy="827474"/>
              </a:xfrm>
              <a:custGeom>
                <a:avLst/>
                <a:gdLst>
                  <a:gd name="connsiteX0" fmla="*/ 601006 w 640802"/>
                  <a:gd name="connsiteY0" fmla="*/ 827475 h 827474"/>
                  <a:gd name="connsiteX1" fmla="*/ 458843 w 640802"/>
                  <a:gd name="connsiteY1" fmla="*/ 827475 h 827474"/>
                  <a:gd name="connsiteX2" fmla="*/ 419146 w 640802"/>
                  <a:gd name="connsiteY2" fmla="*/ 787778 h 827474"/>
                  <a:gd name="connsiteX3" fmla="*/ 458843 w 640802"/>
                  <a:gd name="connsiteY3" fmla="*/ 748082 h 827474"/>
                  <a:gd name="connsiteX4" fmla="*/ 561310 w 640802"/>
                  <a:gd name="connsiteY4" fmla="*/ 748082 h 827474"/>
                  <a:gd name="connsiteX5" fmla="*/ 561310 w 640802"/>
                  <a:gd name="connsiteY5" fmla="*/ 243439 h 827474"/>
                  <a:gd name="connsiteX6" fmla="*/ 397264 w 640802"/>
                  <a:gd name="connsiteY6" fmla="*/ 79393 h 827474"/>
                  <a:gd name="connsiteX7" fmla="*/ 79393 w 640802"/>
                  <a:gd name="connsiteY7" fmla="*/ 79393 h 827474"/>
                  <a:gd name="connsiteX8" fmla="*/ 79393 w 640802"/>
                  <a:gd name="connsiteY8" fmla="*/ 748082 h 827474"/>
                  <a:gd name="connsiteX9" fmla="*/ 177593 w 640802"/>
                  <a:gd name="connsiteY9" fmla="*/ 748082 h 827474"/>
                  <a:gd name="connsiteX10" fmla="*/ 217289 w 640802"/>
                  <a:gd name="connsiteY10" fmla="*/ 787778 h 827474"/>
                  <a:gd name="connsiteX11" fmla="*/ 177593 w 640802"/>
                  <a:gd name="connsiteY11" fmla="*/ 827475 h 827474"/>
                  <a:gd name="connsiteX12" fmla="*/ 39697 w 640802"/>
                  <a:gd name="connsiteY12" fmla="*/ 827475 h 827474"/>
                  <a:gd name="connsiteX13" fmla="*/ 0 w 640802"/>
                  <a:gd name="connsiteY13" fmla="*/ 787778 h 827474"/>
                  <a:gd name="connsiteX14" fmla="*/ 0 w 640802"/>
                  <a:gd name="connsiteY14" fmla="*/ 39697 h 827474"/>
                  <a:gd name="connsiteX15" fmla="*/ 39697 w 640802"/>
                  <a:gd name="connsiteY15" fmla="*/ 0 h 827474"/>
                  <a:gd name="connsiteX16" fmla="*/ 413738 w 640802"/>
                  <a:gd name="connsiteY16" fmla="*/ 0 h 827474"/>
                  <a:gd name="connsiteX17" fmla="*/ 441922 w 640802"/>
                  <a:gd name="connsiteY17" fmla="*/ 11661 h 827474"/>
                  <a:gd name="connsiteX18" fmla="*/ 629141 w 640802"/>
                  <a:gd name="connsiteY18" fmla="*/ 198929 h 827474"/>
                  <a:gd name="connsiteX19" fmla="*/ 640802 w 640802"/>
                  <a:gd name="connsiteY19" fmla="*/ 226965 h 827474"/>
                  <a:gd name="connsiteX20" fmla="*/ 640802 w 640802"/>
                  <a:gd name="connsiteY20" fmla="*/ 787679 h 827474"/>
                  <a:gd name="connsiteX21" fmla="*/ 601205 w 640802"/>
                  <a:gd name="connsiteY21" fmla="*/ 827475 h 827474"/>
                  <a:gd name="connsiteX22" fmla="*/ 601006 w 640802"/>
                  <a:gd name="connsiteY22" fmla="*/ 827475 h 827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40802" h="827474">
                    <a:moveTo>
                      <a:pt x="601006" y="827475"/>
                    </a:moveTo>
                    <a:lnTo>
                      <a:pt x="458843" y="827475"/>
                    </a:lnTo>
                    <a:cubicBezTo>
                      <a:pt x="436921" y="827475"/>
                      <a:pt x="419146" y="809701"/>
                      <a:pt x="419146" y="787778"/>
                    </a:cubicBezTo>
                    <a:cubicBezTo>
                      <a:pt x="419146" y="765856"/>
                      <a:pt x="436921" y="748082"/>
                      <a:pt x="458843" y="748082"/>
                    </a:cubicBezTo>
                    <a:lnTo>
                      <a:pt x="561310" y="748082"/>
                    </a:lnTo>
                    <a:lnTo>
                      <a:pt x="561310" y="243439"/>
                    </a:lnTo>
                    <a:lnTo>
                      <a:pt x="397264" y="79393"/>
                    </a:lnTo>
                    <a:lnTo>
                      <a:pt x="79393" y="79393"/>
                    </a:lnTo>
                    <a:lnTo>
                      <a:pt x="79393" y="748082"/>
                    </a:lnTo>
                    <a:lnTo>
                      <a:pt x="177593" y="748082"/>
                    </a:lnTo>
                    <a:cubicBezTo>
                      <a:pt x="199517" y="748082"/>
                      <a:pt x="217289" y="765856"/>
                      <a:pt x="217289" y="787778"/>
                    </a:cubicBezTo>
                    <a:cubicBezTo>
                      <a:pt x="217289" y="809701"/>
                      <a:pt x="199517" y="827475"/>
                      <a:pt x="177593" y="827475"/>
                    </a:cubicBezTo>
                    <a:lnTo>
                      <a:pt x="39697" y="827475"/>
                    </a:lnTo>
                    <a:cubicBezTo>
                      <a:pt x="17773" y="827475"/>
                      <a:pt x="0" y="809701"/>
                      <a:pt x="0" y="7877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3738" y="0"/>
                    </a:lnTo>
                    <a:cubicBezTo>
                      <a:pt x="424312" y="-21"/>
                      <a:pt x="434454" y="4176"/>
                      <a:pt x="441922" y="11661"/>
                    </a:cubicBezTo>
                    <a:lnTo>
                      <a:pt x="629141" y="198929"/>
                    </a:lnTo>
                    <a:cubicBezTo>
                      <a:pt x="636590" y="206360"/>
                      <a:pt x="640782" y="216444"/>
                      <a:pt x="640802" y="226965"/>
                    </a:cubicBezTo>
                    <a:lnTo>
                      <a:pt x="640802" y="787679"/>
                    </a:lnTo>
                    <a:cubicBezTo>
                      <a:pt x="640857" y="809601"/>
                      <a:pt x="623127" y="827420"/>
                      <a:pt x="601205" y="827475"/>
                    </a:cubicBezTo>
                    <a:cubicBezTo>
                      <a:pt x="601140" y="827475"/>
                      <a:pt x="601071" y="827475"/>
                      <a:pt x="601006" y="82747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0BBE227F-4F53-794E-9B55-65D40C23205C}"/>
                  </a:ext>
                </a:extLst>
              </p:cNvPr>
              <p:cNvSpPr/>
              <p:nvPr/>
            </p:nvSpPr>
            <p:spPr>
              <a:xfrm>
                <a:off x="4613476" y="2541780"/>
                <a:ext cx="266661" cy="266661"/>
              </a:xfrm>
              <a:custGeom>
                <a:avLst/>
                <a:gdLst>
                  <a:gd name="connsiteX0" fmla="*/ 226965 w 266661"/>
                  <a:gd name="connsiteY0" fmla="*/ 266662 h 266661"/>
                  <a:gd name="connsiteX1" fmla="*/ 39697 w 266661"/>
                  <a:gd name="connsiteY1" fmla="*/ 266662 h 266661"/>
                  <a:gd name="connsiteX2" fmla="*/ 0 w 266661"/>
                  <a:gd name="connsiteY2" fmla="*/ 226965 h 266661"/>
                  <a:gd name="connsiteX3" fmla="*/ 0 w 266661"/>
                  <a:gd name="connsiteY3" fmla="*/ 39697 h 266661"/>
                  <a:gd name="connsiteX4" fmla="*/ 39697 w 266661"/>
                  <a:gd name="connsiteY4" fmla="*/ 0 h 266661"/>
                  <a:gd name="connsiteX5" fmla="*/ 79393 w 266661"/>
                  <a:gd name="connsiteY5" fmla="*/ 39697 h 266661"/>
                  <a:gd name="connsiteX6" fmla="*/ 79393 w 266661"/>
                  <a:gd name="connsiteY6" fmla="*/ 187268 h 266661"/>
                  <a:gd name="connsiteX7" fmla="*/ 226965 w 266661"/>
                  <a:gd name="connsiteY7" fmla="*/ 187268 h 266661"/>
                  <a:gd name="connsiteX8" fmla="*/ 266662 w 266661"/>
                  <a:gd name="connsiteY8" fmla="*/ 226965 h 266661"/>
                  <a:gd name="connsiteX9" fmla="*/ 226965 w 266661"/>
                  <a:gd name="connsiteY9" fmla="*/ 266662 h 26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61" h="266661">
                    <a:moveTo>
                      <a:pt x="226965" y="266662"/>
                    </a:moveTo>
                    <a:lnTo>
                      <a:pt x="39697" y="266662"/>
                    </a:lnTo>
                    <a:cubicBezTo>
                      <a:pt x="17774" y="266662"/>
                      <a:pt x="0" y="248889"/>
                      <a:pt x="0" y="22696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268"/>
                    </a:lnTo>
                    <a:lnTo>
                      <a:pt x="226965" y="187268"/>
                    </a:lnTo>
                    <a:cubicBezTo>
                      <a:pt x="248888" y="187268"/>
                      <a:pt x="266662" y="205041"/>
                      <a:pt x="266662" y="226965"/>
                    </a:cubicBezTo>
                    <a:cubicBezTo>
                      <a:pt x="266662" y="248889"/>
                      <a:pt x="248888" y="266662"/>
                      <a:pt x="226965" y="26666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8355951-82EA-9D45-B8EB-88650C6B2B29}"/>
                </a:ext>
              </a:extLst>
            </p:cNvPr>
            <p:cNvSpPr/>
            <p:nvPr/>
          </p:nvSpPr>
          <p:spPr>
            <a:xfrm>
              <a:off x="4525002" y="2828588"/>
              <a:ext cx="79393" cy="490550"/>
            </a:xfrm>
            <a:custGeom>
              <a:avLst/>
              <a:gdLst>
                <a:gd name="connsiteX0" fmla="*/ 39697 w 79393"/>
                <a:gd name="connsiteY0" fmla="*/ 490550 h 490550"/>
                <a:gd name="connsiteX1" fmla="*/ 39697 w 79393"/>
                <a:gd name="connsiteY1" fmla="*/ 490550 h 490550"/>
                <a:gd name="connsiteX2" fmla="*/ 0 w 79393"/>
                <a:gd name="connsiteY2" fmla="*/ 450854 h 490550"/>
                <a:gd name="connsiteX3" fmla="*/ 0 w 79393"/>
                <a:gd name="connsiteY3" fmla="*/ 39697 h 490550"/>
                <a:gd name="connsiteX4" fmla="*/ 39697 w 79393"/>
                <a:gd name="connsiteY4" fmla="*/ 0 h 490550"/>
                <a:gd name="connsiteX5" fmla="*/ 39697 w 79393"/>
                <a:gd name="connsiteY5" fmla="*/ 0 h 490550"/>
                <a:gd name="connsiteX6" fmla="*/ 79393 w 79393"/>
                <a:gd name="connsiteY6" fmla="*/ 39697 h 490550"/>
                <a:gd name="connsiteX7" fmla="*/ 79393 w 79393"/>
                <a:gd name="connsiteY7" fmla="*/ 450854 h 490550"/>
                <a:gd name="connsiteX8" fmla="*/ 39697 w 79393"/>
                <a:gd name="connsiteY8" fmla="*/ 490550 h 4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490550">
                  <a:moveTo>
                    <a:pt x="39697" y="490550"/>
                  </a:moveTo>
                  <a:lnTo>
                    <a:pt x="39697" y="490550"/>
                  </a:lnTo>
                  <a:cubicBezTo>
                    <a:pt x="17773" y="490550"/>
                    <a:pt x="0" y="472776"/>
                    <a:pt x="0" y="45085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450854"/>
                  </a:lnTo>
                  <a:cubicBezTo>
                    <a:pt x="79393" y="472776"/>
                    <a:pt x="61621" y="490550"/>
                    <a:pt x="39697" y="4905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DC10CC74-AB72-AC49-9A84-E2D3EACF5F07}"/>
                </a:ext>
              </a:extLst>
            </p:cNvPr>
            <p:cNvSpPr/>
            <p:nvPr/>
          </p:nvSpPr>
          <p:spPr>
            <a:xfrm>
              <a:off x="4425827" y="2825928"/>
              <a:ext cx="180359" cy="179061"/>
            </a:xfrm>
            <a:custGeom>
              <a:avLst/>
              <a:gdLst>
                <a:gd name="connsiteX0" fmla="*/ 39729 w 180359"/>
                <a:gd name="connsiteY0" fmla="*/ 179062 h 179061"/>
                <a:gd name="connsiteX1" fmla="*/ 0 w 180359"/>
                <a:gd name="connsiteY1" fmla="*/ 139398 h 179061"/>
                <a:gd name="connsiteX2" fmla="*/ 11843 w 180359"/>
                <a:gd name="connsiteY2" fmla="*/ 111081 h 179061"/>
                <a:gd name="connsiteX3" fmla="*/ 112771 w 180359"/>
                <a:gd name="connsiteY3" fmla="*/ 11443 h 179061"/>
                <a:gd name="connsiteX4" fmla="*/ 168917 w 180359"/>
                <a:gd name="connsiteY4" fmla="*/ 11815 h 179061"/>
                <a:gd name="connsiteX5" fmla="*/ 168545 w 180359"/>
                <a:gd name="connsiteY5" fmla="*/ 67961 h 179061"/>
                <a:gd name="connsiteX6" fmla="*/ 67616 w 180359"/>
                <a:gd name="connsiteY6" fmla="*/ 167599 h 179061"/>
                <a:gd name="connsiteX7" fmla="*/ 39729 w 180359"/>
                <a:gd name="connsiteY7" fmla="*/ 179062 h 179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59" h="179061">
                  <a:moveTo>
                    <a:pt x="39729" y="179062"/>
                  </a:moveTo>
                  <a:cubicBezTo>
                    <a:pt x="17805" y="179080"/>
                    <a:pt x="18" y="161322"/>
                    <a:pt x="0" y="139398"/>
                  </a:cubicBezTo>
                  <a:cubicBezTo>
                    <a:pt x="-9" y="128753"/>
                    <a:pt x="4258" y="118551"/>
                    <a:pt x="11843" y="111081"/>
                  </a:cubicBezTo>
                  <a:lnTo>
                    <a:pt x="112771" y="11443"/>
                  </a:lnTo>
                  <a:cubicBezTo>
                    <a:pt x="128378" y="-3958"/>
                    <a:pt x="153516" y="-3792"/>
                    <a:pt x="168917" y="11815"/>
                  </a:cubicBezTo>
                  <a:cubicBezTo>
                    <a:pt x="184318" y="27422"/>
                    <a:pt x="184152" y="52560"/>
                    <a:pt x="168545" y="67961"/>
                  </a:cubicBezTo>
                  <a:lnTo>
                    <a:pt x="67616" y="167599"/>
                  </a:lnTo>
                  <a:cubicBezTo>
                    <a:pt x="60190" y="174939"/>
                    <a:pt x="50171" y="179057"/>
                    <a:pt x="39729" y="1790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990EED39-D893-0D47-AAC8-7F6D8B6CA86D}"/>
                </a:ext>
              </a:extLst>
            </p:cNvPr>
            <p:cNvSpPr/>
            <p:nvPr/>
          </p:nvSpPr>
          <p:spPr>
            <a:xfrm>
              <a:off x="4526789" y="2825959"/>
              <a:ext cx="176981" cy="179030"/>
            </a:xfrm>
            <a:custGeom>
              <a:avLst/>
              <a:gdLst>
                <a:gd name="connsiteX0" fmla="*/ 137250 w 176981"/>
                <a:gd name="connsiteY0" fmla="*/ 179031 h 179030"/>
                <a:gd name="connsiteX1" fmla="*/ 108917 w 176981"/>
                <a:gd name="connsiteY1" fmla="*/ 167072 h 179030"/>
                <a:gd name="connsiteX2" fmla="*/ 11362 w 176981"/>
                <a:gd name="connsiteY2" fmla="*/ 67533 h 179030"/>
                <a:gd name="connsiteX3" fmla="*/ 11908 w 176981"/>
                <a:gd name="connsiteY3" fmla="*/ 11362 h 179030"/>
                <a:gd name="connsiteX4" fmla="*/ 68079 w 176981"/>
                <a:gd name="connsiteY4" fmla="*/ 11908 h 179030"/>
                <a:gd name="connsiteX5" fmla="*/ 165633 w 176981"/>
                <a:gd name="connsiteY5" fmla="*/ 111547 h 179030"/>
                <a:gd name="connsiteX6" fmla="*/ 165073 w 176981"/>
                <a:gd name="connsiteY6" fmla="*/ 167683 h 179030"/>
                <a:gd name="connsiteX7" fmla="*/ 137250 w 176981"/>
                <a:gd name="connsiteY7" fmla="*/ 179031 h 17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981" h="179030">
                  <a:moveTo>
                    <a:pt x="137250" y="179031"/>
                  </a:moveTo>
                  <a:cubicBezTo>
                    <a:pt x="126577" y="179053"/>
                    <a:pt x="116350" y="174737"/>
                    <a:pt x="108917" y="167072"/>
                  </a:cubicBezTo>
                  <a:lnTo>
                    <a:pt x="11362" y="67533"/>
                  </a:lnTo>
                  <a:cubicBezTo>
                    <a:pt x="-3998" y="51871"/>
                    <a:pt x="-3754" y="26723"/>
                    <a:pt x="11908" y="11362"/>
                  </a:cubicBezTo>
                  <a:cubicBezTo>
                    <a:pt x="27570" y="-3998"/>
                    <a:pt x="52718" y="-3754"/>
                    <a:pt x="68079" y="11908"/>
                  </a:cubicBezTo>
                  <a:lnTo>
                    <a:pt x="165633" y="111547"/>
                  </a:lnTo>
                  <a:cubicBezTo>
                    <a:pt x="180981" y="127203"/>
                    <a:pt x="180728" y="152336"/>
                    <a:pt x="165073" y="167683"/>
                  </a:cubicBezTo>
                  <a:cubicBezTo>
                    <a:pt x="157644" y="174965"/>
                    <a:pt x="147651" y="179040"/>
                    <a:pt x="137250" y="1790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0" name="Picture Placeholder 69">
            <a:extLst>
              <a:ext uri="{FF2B5EF4-FFF2-40B4-BE49-F238E27FC236}">
                <a16:creationId xmlns:a16="http://schemas.microsoft.com/office/drawing/2014/main" id="{BD0CBE33-C2F9-4FF3-B1D7-BC5882CC9AA0}"/>
              </a:ext>
            </a:extLst>
          </p:cNvPr>
          <p:cNvGrpSpPr>
            <a:grpSpLocks noChangeAspect="1"/>
          </p:cNvGrpSpPr>
          <p:nvPr/>
        </p:nvGrpSpPr>
        <p:grpSpPr>
          <a:xfrm>
            <a:off x="5556942" y="2541780"/>
            <a:ext cx="640802" cy="827474"/>
            <a:chOff x="5556942" y="2541780"/>
            <a:chExt cx="640802" cy="827474"/>
          </a:xfrm>
        </p:grpSpPr>
        <p:grpSp>
          <p:nvGrpSpPr>
            <p:cNvPr id="101" name="Picture Placeholder 69">
              <a:extLst>
                <a:ext uri="{FF2B5EF4-FFF2-40B4-BE49-F238E27FC236}">
                  <a16:creationId xmlns:a16="http://schemas.microsoft.com/office/drawing/2014/main" id="{BD0CBE33-C2F9-4FF3-B1D7-BC5882CC9AA0}"/>
                </a:ext>
              </a:extLst>
            </p:cNvPr>
            <p:cNvGrpSpPr/>
            <p:nvPr/>
          </p:nvGrpSpPr>
          <p:grpSpPr>
            <a:xfrm>
              <a:off x="5556942" y="2541780"/>
              <a:ext cx="640802" cy="827474"/>
              <a:chOff x="5556942" y="2541780"/>
              <a:chExt cx="640802" cy="827474"/>
            </a:xfrm>
            <a:solidFill>
              <a:srgbClr val="C42828"/>
            </a:solidFill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A9E754D0-A9F2-3743-BA7C-86B86C21C34B}"/>
                  </a:ext>
                </a:extLst>
              </p:cNvPr>
              <p:cNvSpPr/>
              <p:nvPr/>
            </p:nvSpPr>
            <p:spPr>
              <a:xfrm>
                <a:off x="5556942" y="2541780"/>
                <a:ext cx="640802" cy="827474"/>
              </a:xfrm>
              <a:custGeom>
                <a:avLst/>
                <a:gdLst>
                  <a:gd name="connsiteX0" fmla="*/ 601006 w 640802"/>
                  <a:gd name="connsiteY0" fmla="*/ 827475 h 827474"/>
                  <a:gd name="connsiteX1" fmla="*/ 458843 w 640802"/>
                  <a:gd name="connsiteY1" fmla="*/ 827475 h 827474"/>
                  <a:gd name="connsiteX2" fmla="*/ 419146 w 640802"/>
                  <a:gd name="connsiteY2" fmla="*/ 787778 h 827474"/>
                  <a:gd name="connsiteX3" fmla="*/ 458843 w 640802"/>
                  <a:gd name="connsiteY3" fmla="*/ 748082 h 827474"/>
                  <a:gd name="connsiteX4" fmla="*/ 561310 w 640802"/>
                  <a:gd name="connsiteY4" fmla="*/ 748082 h 827474"/>
                  <a:gd name="connsiteX5" fmla="*/ 561310 w 640802"/>
                  <a:gd name="connsiteY5" fmla="*/ 243439 h 827474"/>
                  <a:gd name="connsiteX6" fmla="*/ 397264 w 640802"/>
                  <a:gd name="connsiteY6" fmla="*/ 79393 h 827474"/>
                  <a:gd name="connsiteX7" fmla="*/ 79393 w 640802"/>
                  <a:gd name="connsiteY7" fmla="*/ 79393 h 827474"/>
                  <a:gd name="connsiteX8" fmla="*/ 79393 w 640802"/>
                  <a:gd name="connsiteY8" fmla="*/ 748082 h 827474"/>
                  <a:gd name="connsiteX9" fmla="*/ 177593 w 640802"/>
                  <a:gd name="connsiteY9" fmla="*/ 748082 h 827474"/>
                  <a:gd name="connsiteX10" fmla="*/ 217289 w 640802"/>
                  <a:gd name="connsiteY10" fmla="*/ 787778 h 827474"/>
                  <a:gd name="connsiteX11" fmla="*/ 177593 w 640802"/>
                  <a:gd name="connsiteY11" fmla="*/ 827475 h 827474"/>
                  <a:gd name="connsiteX12" fmla="*/ 39697 w 640802"/>
                  <a:gd name="connsiteY12" fmla="*/ 827475 h 827474"/>
                  <a:gd name="connsiteX13" fmla="*/ 0 w 640802"/>
                  <a:gd name="connsiteY13" fmla="*/ 787778 h 827474"/>
                  <a:gd name="connsiteX14" fmla="*/ 0 w 640802"/>
                  <a:gd name="connsiteY14" fmla="*/ 39697 h 827474"/>
                  <a:gd name="connsiteX15" fmla="*/ 39697 w 640802"/>
                  <a:gd name="connsiteY15" fmla="*/ 0 h 827474"/>
                  <a:gd name="connsiteX16" fmla="*/ 413738 w 640802"/>
                  <a:gd name="connsiteY16" fmla="*/ 0 h 827474"/>
                  <a:gd name="connsiteX17" fmla="*/ 441922 w 640802"/>
                  <a:gd name="connsiteY17" fmla="*/ 11661 h 827474"/>
                  <a:gd name="connsiteX18" fmla="*/ 629141 w 640802"/>
                  <a:gd name="connsiteY18" fmla="*/ 198929 h 827474"/>
                  <a:gd name="connsiteX19" fmla="*/ 640802 w 640802"/>
                  <a:gd name="connsiteY19" fmla="*/ 226965 h 827474"/>
                  <a:gd name="connsiteX20" fmla="*/ 640802 w 640802"/>
                  <a:gd name="connsiteY20" fmla="*/ 787679 h 827474"/>
                  <a:gd name="connsiteX21" fmla="*/ 601205 w 640802"/>
                  <a:gd name="connsiteY21" fmla="*/ 827475 h 827474"/>
                  <a:gd name="connsiteX22" fmla="*/ 601006 w 640802"/>
                  <a:gd name="connsiteY22" fmla="*/ 827475 h 827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40802" h="827474">
                    <a:moveTo>
                      <a:pt x="601006" y="827475"/>
                    </a:moveTo>
                    <a:lnTo>
                      <a:pt x="458843" y="827475"/>
                    </a:lnTo>
                    <a:cubicBezTo>
                      <a:pt x="436921" y="827475"/>
                      <a:pt x="419146" y="809701"/>
                      <a:pt x="419146" y="787778"/>
                    </a:cubicBezTo>
                    <a:cubicBezTo>
                      <a:pt x="419146" y="765856"/>
                      <a:pt x="436921" y="748082"/>
                      <a:pt x="458843" y="748082"/>
                    </a:cubicBezTo>
                    <a:lnTo>
                      <a:pt x="561310" y="748082"/>
                    </a:lnTo>
                    <a:lnTo>
                      <a:pt x="561310" y="243439"/>
                    </a:lnTo>
                    <a:lnTo>
                      <a:pt x="397264" y="79393"/>
                    </a:lnTo>
                    <a:lnTo>
                      <a:pt x="79393" y="79393"/>
                    </a:lnTo>
                    <a:lnTo>
                      <a:pt x="79393" y="748082"/>
                    </a:lnTo>
                    <a:lnTo>
                      <a:pt x="177593" y="748082"/>
                    </a:lnTo>
                    <a:cubicBezTo>
                      <a:pt x="199517" y="748082"/>
                      <a:pt x="217289" y="765856"/>
                      <a:pt x="217289" y="787778"/>
                    </a:cubicBezTo>
                    <a:cubicBezTo>
                      <a:pt x="217289" y="809701"/>
                      <a:pt x="199517" y="827475"/>
                      <a:pt x="177593" y="827475"/>
                    </a:cubicBezTo>
                    <a:lnTo>
                      <a:pt x="39697" y="827475"/>
                    </a:lnTo>
                    <a:cubicBezTo>
                      <a:pt x="17773" y="827475"/>
                      <a:pt x="0" y="809701"/>
                      <a:pt x="0" y="7877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3738" y="0"/>
                    </a:lnTo>
                    <a:cubicBezTo>
                      <a:pt x="424312" y="-21"/>
                      <a:pt x="434454" y="4176"/>
                      <a:pt x="441922" y="11661"/>
                    </a:cubicBezTo>
                    <a:lnTo>
                      <a:pt x="629141" y="198929"/>
                    </a:lnTo>
                    <a:cubicBezTo>
                      <a:pt x="636590" y="206360"/>
                      <a:pt x="640782" y="216444"/>
                      <a:pt x="640802" y="226965"/>
                    </a:cubicBezTo>
                    <a:lnTo>
                      <a:pt x="640802" y="787679"/>
                    </a:lnTo>
                    <a:cubicBezTo>
                      <a:pt x="640857" y="809601"/>
                      <a:pt x="623127" y="827420"/>
                      <a:pt x="601205" y="827475"/>
                    </a:cubicBezTo>
                    <a:cubicBezTo>
                      <a:pt x="601140" y="827475"/>
                      <a:pt x="601071" y="827475"/>
                      <a:pt x="601006" y="82747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028D46DC-2167-F847-8F76-2EFFDB6D7319}"/>
                  </a:ext>
                </a:extLst>
              </p:cNvPr>
              <p:cNvSpPr/>
              <p:nvPr/>
            </p:nvSpPr>
            <p:spPr>
              <a:xfrm>
                <a:off x="5930984" y="2541780"/>
                <a:ext cx="266661" cy="266661"/>
              </a:xfrm>
              <a:custGeom>
                <a:avLst/>
                <a:gdLst>
                  <a:gd name="connsiteX0" fmla="*/ 226965 w 266661"/>
                  <a:gd name="connsiteY0" fmla="*/ 266662 h 266661"/>
                  <a:gd name="connsiteX1" fmla="*/ 39697 w 266661"/>
                  <a:gd name="connsiteY1" fmla="*/ 266662 h 266661"/>
                  <a:gd name="connsiteX2" fmla="*/ 0 w 266661"/>
                  <a:gd name="connsiteY2" fmla="*/ 226965 h 266661"/>
                  <a:gd name="connsiteX3" fmla="*/ 0 w 266661"/>
                  <a:gd name="connsiteY3" fmla="*/ 39697 h 266661"/>
                  <a:gd name="connsiteX4" fmla="*/ 39697 w 266661"/>
                  <a:gd name="connsiteY4" fmla="*/ 0 h 266661"/>
                  <a:gd name="connsiteX5" fmla="*/ 79393 w 266661"/>
                  <a:gd name="connsiteY5" fmla="*/ 39697 h 266661"/>
                  <a:gd name="connsiteX6" fmla="*/ 79393 w 266661"/>
                  <a:gd name="connsiteY6" fmla="*/ 187268 h 266661"/>
                  <a:gd name="connsiteX7" fmla="*/ 226965 w 266661"/>
                  <a:gd name="connsiteY7" fmla="*/ 187268 h 266661"/>
                  <a:gd name="connsiteX8" fmla="*/ 266662 w 266661"/>
                  <a:gd name="connsiteY8" fmla="*/ 226965 h 266661"/>
                  <a:gd name="connsiteX9" fmla="*/ 226965 w 266661"/>
                  <a:gd name="connsiteY9" fmla="*/ 266662 h 26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61" h="266661">
                    <a:moveTo>
                      <a:pt x="226965" y="266662"/>
                    </a:moveTo>
                    <a:lnTo>
                      <a:pt x="39697" y="266662"/>
                    </a:lnTo>
                    <a:cubicBezTo>
                      <a:pt x="17774" y="266662"/>
                      <a:pt x="0" y="248889"/>
                      <a:pt x="0" y="22696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268"/>
                    </a:lnTo>
                    <a:lnTo>
                      <a:pt x="226965" y="187268"/>
                    </a:lnTo>
                    <a:cubicBezTo>
                      <a:pt x="248888" y="187268"/>
                      <a:pt x="266662" y="205041"/>
                      <a:pt x="266662" y="226965"/>
                    </a:cubicBezTo>
                    <a:cubicBezTo>
                      <a:pt x="266662" y="248889"/>
                      <a:pt x="248888" y="266662"/>
                      <a:pt x="226965" y="26666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7629B26-8982-DC45-A0A8-F6F696E1F887}"/>
                </a:ext>
              </a:extLst>
            </p:cNvPr>
            <p:cNvSpPr/>
            <p:nvPr/>
          </p:nvSpPr>
          <p:spPr>
            <a:xfrm>
              <a:off x="5842708" y="2825908"/>
              <a:ext cx="79393" cy="490599"/>
            </a:xfrm>
            <a:custGeom>
              <a:avLst/>
              <a:gdLst>
                <a:gd name="connsiteX0" fmla="*/ 39697 w 79393"/>
                <a:gd name="connsiteY0" fmla="*/ 490600 h 490599"/>
                <a:gd name="connsiteX1" fmla="*/ 39697 w 79393"/>
                <a:gd name="connsiteY1" fmla="*/ 490600 h 490599"/>
                <a:gd name="connsiteX2" fmla="*/ 0 w 79393"/>
                <a:gd name="connsiteY2" fmla="*/ 450903 h 490599"/>
                <a:gd name="connsiteX3" fmla="*/ 0 w 79393"/>
                <a:gd name="connsiteY3" fmla="*/ 39697 h 490599"/>
                <a:gd name="connsiteX4" fmla="*/ 39697 w 79393"/>
                <a:gd name="connsiteY4" fmla="*/ 0 h 490599"/>
                <a:gd name="connsiteX5" fmla="*/ 39697 w 79393"/>
                <a:gd name="connsiteY5" fmla="*/ 0 h 490599"/>
                <a:gd name="connsiteX6" fmla="*/ 79393 w 79393"/>
                <a:gd name="connsiteY6" fmla="*/ 39697 h 490599"/>
                <a:gd name="connsiteX7" fmla="*/ 79393 w 79393"/>
                <a:gd name="connsiteY7" fmla="*/ 450854 h 490599"/>
                <a:gd name="connsiteX8" fmla="*/ 39746 w 79393"/>
                <a:gd name="connsiteY8" fmla="*/ 490600 h 490599"/>
                <a:gd name="connsiteX9" fmla="*/ 39697 w 79393"/>
                <a:gd name="connsiteY9" fmla="*/ 490600 h 49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3" h="490599">
                  <a:moveTo>
                    <a:pt x="39697" y="490600"/>
                  </a:moveTo>
                  <a:lnTo>
                    <a:pt x="39697" y="490600"/>
                  </a:lnTo>
                  <a:cubicBezTo>
                    <a:pt x="17773" y="490600"/>
                    <a:pt x="0" y="472826"/>
                    <a:pt x="0" y="4509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450854"/>
                  </a:lnTo>
                  <a:cubicBezTo>
                    <a:pt x="79420" y="472776"/>
                    <a:pt x="61670" y="490570"/>
                    <a:pt x="39746" y="490600"/>
                  </a:cubicBezTo>
                  <a:cubicBezTo>
                    <a:pt x="39730" y="490600"/>
                    <a:pt x="39713" y="490600"/>
                    <a:pt x="39697" y="4906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D737379-2A78-804D-AA16-DE5DD93592B7}"/>
                </a:ext>
              </a:extLst>
            </p:cNvPr>
            <p:cNvSpPr/>
            <p:nvPr/>
          </p:nvSpPr>
          <p:spPr>
            <a:xfrm>
              <a:off x="5840939" y="3139365"/>
              <a:ext cx="181006" cy="179773"/>
            </a:xfrm>
            <a:custGeom>
              <a:avLst/>
              <a:gdLst>
                <a:gd name="connsiteX0" fmla="*/ 39679 w 181006"/>
                <a:gd name="connsiteY0" fmla="*/ 179773 h 179773"/>
                <a:gd name="connsiteX1" fmla="*/ 0 w 181006"/>
                <a:gd name="connsiteY1" fmla="*/ 140057 h 179773"/>
                <a:gd name="connsiteX2" fmla="*/ 11792 w 181006"/>
                <a:gd name="connsiteY2" fmla="*/ 111843 h 179773"/>
                <a:gd name="connsiteX3" fmla="*/ 112721 w 181006"/>
                <a:gd name="connsiteY3" fmla="*/ 12155 h 179773"/>
                <a:gd name="connsiteX4" fmla="*/ 168852 w 181006"/>
                <a:gd name="connsiteY4" fmla="*/ 11108 h 179773"/>
                <a:gd name="connsiteX5" fmla="*/ 169899 w 181006"/>
                <a:gd name="connsiteY5" fmla="*/ 67239 h 179773"/>
                <a:gd name="connsiteX6" fmla="*/ 168495 w 181006"/>
                <a:gd name="connsiteY6" fmla="*/ 68623 h 179773"/>
                <a:gd name="connsiteX7" fmla="*/ 67566 w 181006"/>
                <a:gd name="connsiteY7" fmla="*/ 168311 h 179773"/>
                <a:gd name="connsiteX8" fmla="*/ 39679 w 181006"/>
                <a:gd name="connsiteY8" fmla="*/ 179773 h 179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06" h="179773">
                  <a:moveTo>
                    <a:pt x="39679" y="179773"/>
                  </a:moveTo>
                  <a:cubicBezTo>
                    <a:pt x="17755" y="179763"/>
                    <a:pt x="-9" y="161984"/>
                    <a:pt x="0" y="140057"/>
                  </a:cubicBezTo>
                  <a:cubicBezTo>
                    <a:pt x="4" y="129458"/>
                    <a:pt x="4251" y="119296"/>
                    <a:pt x="11792" y="111843"/>
                  </a:cubicBezTo>
                  <a:lnTo>
                    <a:pt x="112721" y="12155"/>
                  </a:lnTo>
                  <a:cubicBezTo>
                    <a:pt x="127930" y="-3635"/>
                    <a:pt x="153063" y="-4101"/>
                    <a:pt x="168852" y="11108"/>
                  </a:cubicBezTo>
                  <a:cubicBezTo>
                    <a:pt x="184641" y="26316"/>
                    <a:pt x="185108" y="51449"/>
                    <a:pt x="169899" y="67239"/>
                  </a:cubicBezTo>
                  <a:cubicBezTo>
                    <a:pt x="169442" y="67710"/>
                    <a:pt x="168976" y="68171"/>
                    <a:pt x="168495" y="68623"/>
                  </a:cubicBezTo>
                  <a:lnTo>
                    <a:pt x="67566" y="168311"/>
                  </a:lnTo>
                  <a:cubicBezTo>
                    <a:pt x="60140" y="175650"/>
                    <a:pt x="50120" y="179768"/>
                    <a:pt x="39679" y="1797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0B80666E-FC8C-8B46-B3A7-2B3259FC3557}"/>
                </a:ext>
              </a:extLst>
            </p:cNvPr>
            <p:cNvSpPr/>
            <p:nvPr/>
          </p:nvSpPr>
          <p:spPr>
            <a:xfrm>
              <a:off x="5743386" y="3140100"/>
              <a:ext cx="176914" cy="179037"/>
            </a:xfrm>
            <a:custGeom>
              <a:avLst/>
              <a:gdLst>
                <a:gd name="connsiteX0" fmla="*/ 137233 w 176914"/>
                <a:gd name="connsiteY0" fmla="*/ 179038 h 179037"/>
                <a:gd name="connsiteX1" fmla="*/ 108899 w 176914"/>
                <a:gd name="connsiteY1" fmla="*/ 167129 h 179037"/>
                <a:gd name="connsiteX2" fmla="*/ 11345 w 176914"/>
                <a:gd name="connsiteY2" fmla="*/ 67491 h 179037"/>
                <a:gd name="connsiteX3" fmla="*/ 11916 w 176914"/>
                <a:gd name="connsiteY3" fmla="*/ 11345 h 179037"/>
                <a:gd name="connsiteX4" fmla="*/ 68061 w 176914"/>
                <a:gd name="connsiteY4" fmla="*/ 11915 h 179037"/>
                <a:gd name="connsiteX5" fmla="*/ 165616 w 176914"/>
                <a:gd name="connsiteY5" fmla="*/ 111603 h 179037"/>
                <a:gd name="connsiteX6" fmla="*/ 164956 w 176914"/>
                <a:gd name="connsiteY6" fmla="*/ 167739 h 179037"/>
                <a:gd name="connsiteX7" fmla="*/ 137233 w 176914"/>
                <a:gd name="connsiteY7" fmla="*/ 179038 h 17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914" h="179037">
                  <a:moveTo>
                    <a:pt x="137233" y="179038"/>
                  </a:moveTo>
                  <a:cubicBezTo>
                    <a:pt x="126572" y="179033"/>
                    <a:pt x="116362" y="174741"/>
                    <a:pt x="108899" y="167129"/>
                  </a:cubicBezTo>
                  <a:lnTo>
                    <a:pt x="11345" y="67491"/>
                  </a:lnTo>
                  <a:cubicBezTo>
                    <a:pt x="-4002" y="51830"/>
                    <a:pt x="-3746" y="26692"/>
                    <a:pt x="11916" y="11345"/>
                  </a:cubicBezTo>
                  <a:cubicBezTo>
                    <a:pt x="27577" y="-4003"/>
                    <a:pt x="52715" y="-3745"/>
                    <a:pt x="68061" y="11915"/>
                  </a:cubicBezTo>
                  <a:lnTo>
                    <a:pt x="165616" y="111603"/>
                  </a:lnTo>
                  <a:cubicBezTo>
                    <a:pt x="180935" y="127288"/>
                    <a:pt x="180640" y="152421"/>
                    <a:pt x="164956" y="167739"/>
                  </a:cubicBezTo>
                  <a:cubicBezTo>
                    <a:pt x="157544" y="174979"/>
                    <a:pt x="147595" y="179033"/>
                    <a:pt x="137233" y="1790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0" name="Picture Placeholder 101">
            <a:extLst>
              <a:ext uri="{FF2B5EF4-FFF2-40B4-BE49-F238E27FC236}">
                <a16:creationId xmlns:a16="http://schemas.microsoft.com/office/drawing/2014/main" id="{08898D00-AE06-4104-975B-3E4F810BFDFA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54" y="2538654"/>
            <a:ext cx="837895" cy="833627"/>
            <a:chOff x="6775854" y="2538654"/>
            <a:chExt cx="837895" cy="833627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A3553E5-F619-EB45-9C51-79FB51526A83}"/>
                </a:ext>
              </a:extLst>
            </p:cNvPr>
            <p:cNvSpPr/>
            <p:nvPr/>
          </p:nvSpPr>
          <p:spPr>
            <a:xfrm>
              <a:off x="6966249" y="2538654"/>
              <a:ext cx="647501" cy="833627"/>
            </a:xfrm>
            <a:custGeom>
              <a:avLst/>
              <a:gdLst>
                <a:gd name="connsiteX0" fmla="*/ 607804 w 647501"/>
                <a:gd name="connsiteY0" fmla="*/ 833628 h 833627"/>
                <a:gd name="connsiteX1" fmla="*/ 39746 w 647501"/>
                <a:gd name="connsiteY1" fmla="*/ 833628 h 833627"/>
                <a:gd name="connsiteX2" fmla="*/ 50 w 647501"/>
                <a:gd name="connsiteY2" fmla="*/ 793931 h 833627"/>
                <a:gd name="connsiteX3" fmla="*/ 50 w 647501"/>
                <a:gd name="connsiteY3" fmla="*/ 605372 h 833627"/>
                <a:gd name="connsiteX4" fmla="*/ 39746 w 647501"/>
                <a:gd name="connsiteY4" fmla="*/ 565676 h 833627"/>
                <a:gd name="connsiteX5" fmla="*/ 79443 w 647501"/>
                <a:gd name="connsiteY5" fmla="*/ 605372 h 833627"/>
                <a:gd name="connsiteX6" fmla="*/ 79443 w 647501"/>
                <a:gd name="connsiteY6" fmla="*/ 754234 h 833627"/>
                <a:gd name="connsiteX7" fmla="*/ 568108 w 647501"/>
                <a:gd name="connsiteY7" fmla="*/ 754234 h 833627"/>
                <a:gd name="connsiteX8" fmla="*/ 568108 w 647501"/>
                <a:gd name="connsiteY8" fmla="*/ 79393 h 833627"/>
                <a:gd name="connsiteX9" fmla="*/ 79393 w 647501"/>
                <a:gd name="connsiteY9" fmla="*/ 79393 h 833627"/>
                <a:gd name="connsiteX10" fmla="*/ 79393 w 647501"/>
                <a:gd name="connsiteY10" fmla="*/ 228255 h 833627"/>
                <a:gd name="connsiteX11" fmla="*/ 39697 w 647501"/>
                <a:gd name="connsiteY11" fmla="*/ 267952 h 833627"/>
                <a:gd name="connsiteX12" fmla="*/ 39697 w 647501"/>
                <a:gd name="connsiteY12" fmla="*/ 267952 h 833627"/>
                <a:gd name="connsiteX13" fmla="*/ 0 w 647501"/>
                <a:gd name="connsiteY13" fmla="*/ 228255 h 833627"/>
                <a:gd name="connsiteX14" fmla="*/ 0 w 647501"/>
                <a:gd name="connsiteY14" fmla="*/ 39697 h 833627"/>
                <a:gd name="connsiteX15" fmla="*/ 39697 w 647501"/>
                <a:gd name="connsiteY15" fmla="*/ 0 h 833627"/>
                <a:gd name="connsiteX16" fmla="*/ 607804 w 647501"/>
                <a:gd name="connsiteY16" fmla="*/ 0 h 833627"/>
                <a:gd name="connsiteX17" fmla="*/ 647501 w 647501"/>
                <a:gd name="connsiteY17" fmla="*/ 39697 h 833627"/>
                <a:gd name="connsiteX18" fmla="*/ 647501 w 647501"/>
                <a:gd name="connsiteY18" fmla="*/ 793931 h 833627"/>
                <a:gd name="connsiteX19" fmla="*/ 607804 w 647501"/>
                <a:gd name="connsiteY19" fmla="*/ 833628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7501" h="833627">
                  <a:moveTo>
                    <a:pt x="607804" y="833628"/>
                  </a:moveTo>
                  <a:lnTo>
                    <a:pt x="39746" y="833628"/>
                  </a:lnTo>
                  <a:cubicBezTo>
                    <a:pt x="17822" y="833628"/>
                    <a:pt x="50" y="815853"/>
                    <a:pt x="50" y="793931"/>
                  </a:cubicBezTo>
                  <a:lnTo>
                    <a:pt x="50" y="605372"/>
                  </a:lnTo>
                  <a:cubicBezTo>
                    <a:pt x="50" y="583450"/>
                    <a:pt x="17822" y="565676"/>
                    <a:pt x="39746" y="565676"/>
                  </a:cubicBezTo>
                  <a:cubicBezTo>
                    <a:pt x="61670" y="565676"/>
                    <a:pt x="79443" y="583450"/>
                    <a:pt x="79443" y="605372"/>
                  </a:cubicBezTo>
                  <a:lnTo>
                    <a:pt x="79443" y="754234"/>
                  </a:lnTo>
                  <a:lnTo>
                    <a:pt x="568108" y="754234"/>
                  </a:lnTo>
                  <a:lnTo>
                    <a:pt x="568108" y="79393"/>
                  </a:lnTo>
                  <a:lnTo>
                    <a:pt x="79393" y="79393"/>
                  </a:lnTo>
                  <a:lnTo>
                    <a:pt x="79393" y="228255"/>
                  </a:lnTo>
                  <a:cubicBezTo>
                    <a:pt x="79393" y="250179"/>
                    <a:pt x="61621" y="267952"/>
                    <a:pt x="39697" y="267952"/>
                  </a:cubicBezTo>
                  <a:lnTo>
                    <a:pt x="39697" y="267952"/>
                  </a:lnTo>
                  <a:cubicBezTo>
                    <a:pt x="17773" y="267952"/>
                    <a:pt x="0" y="250179"/>
                    <a:pt x="0" y="2282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7804" y="0"/>
                  </a:lnTo>
                  <a:cubicBezTo>
                    <a:pt x="629727" y="0"/>
                    <a:pt x="647501" y="17773"/>
                    <a:pt x="647501" y="39697"/>
                  </a:cubicBezTo>
                  <a:lnTo>
                    <a:pt x="647501" y="793931"/>
                  </a:lnTo>
                  <a:cubicBezTo>
                    <a:pt x="647501" y="815853"/>
                    <a:pt x="629727" y="833628"/>
                    <a:pt x="607804" y="8336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88BB0DD-B817-5F4B-B015-5211DE4947CE}"/>
                </a:ext>
              </a:extLst>
            </p:cNvPr>
            <p:cNvSpPr/>
            <p:nvPr/>
          </p:nvSpPr>
          <p:spPr>
            <a:xfrm>
              <a:off x="6775854" y="2915821"/>
              <a:ext cx="644374" cy="79393"/>
            </a:xfrm>
            <a:custGeom>
              <a:avLst/>
              <a:gdLst>
                <a:gd name="connsiteX0" fmla="*/ 604678 w 644374"/>
                <a:gd name="connsiteY0" fmla="*/ 79393 h 79393"/>
                <a:gd name="connsiteX1" fmla="*/ 39697 w 644374"/>
                <a:gd name="connsiteY1" fmla="*/ 79393 h 79393"/>
                <a:gd name="connsiteX2" fmla="*/ 0 w 644374"/>
                <a:gd name="connsiteY2" fmla="*/ 39697 h 79393"/>
                <a:gd name="connsiteX3" fmla="*/ 39697 w 644374"/>
                <a:gd name="connsiteY3" fmla="*/ 0 h 79393"/>
                <a:gd name="connsiteX4" fmla="*/ 604678 w 644374"/>
                <a:gd name="connsiteY4" fmla="*/ 0 h 79393"/>
                <a:gd name="connsiteX5" fmla="*/ 644375 w 644374"/>
                <a:gd name="connsiteY5" fmla="*/ 39697 h 79393"/>
                <a:gd name="connsiteX6" fmla="*/ 604678 w 64437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4374" h="79393">
                  <a:moveTo>
                    <a:pt x="60467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4678" y="0"/>
                  </a:lnTo>
                  <a:cubicBezTo>
                    <a:pt x="626601" y="0"/>
                    <a:pt x="644375" y="17773"/>
                    <a:pt x="644375" y="39697"/>
                  </a:cubicBezTo>
                  <a:cubicBezTo>
                    <a:pt x="644375" y="61620"/>
                    <a:pt x="626601" y="79393"/>
                    <a:pt x="60467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240EF73-3B32-EB45-98C7-0C36E95A3637}"/>
                </a:ext>
              </a:extLst>
            </p:cNvPr>
            <p:cNvSpPr/>
            <p:nvPr/>
          </p:nvSpPr>
          <p:spPr>
            <a:xfrm>
              <a:off x="7155488" y="2729652"/>
              <a:ext cx="267303" cy="267348"/>
            </a:xfrm>
            <a:custGeom>
              <a:avLst/>
              <a:gdLst>
                <a:gd name="connsiteX0" fmla="*/ 227724 w 267303"/>
                <a:gd name="connsiteY0" fmla="*/ 267349 h 267348"/>
                <a:gd name="connsiteX1" fmla="*/ 199639 w 267303"/>
                <a:gd name="connsiteY1" fmla="*/ 255738 h 267348"/>
                <a:gd name="connsiteX2" fmla="*/ 10584 w 267303"/>
                <a:gd name="connsiteY2" fmla="*/ 66683 h 267348"/>
                <a:gd name="connsiteX3" fmla="*/ 12711 w 267303"/>
                <a:gd name="connsiteY3" fmla="*/ 10584 h 267348"/>
                <a:gd name="connsiteX4" fmla="*/ 66606 w 267303"/>
                <a:gd name="connsiteY4" fmla="*/ 10512 h 267348"/>
                <a:gd name="connsiteX5" fmla="*/ 255661 w 267303"/>
                <a:gd name="connsiteY5" fmla="*/ 199567 h 267348"/>
                <a:gd name="connsiteX6" fmla="*/ 255690 w 267303"/>
                <a:gd name="connsiteY6" fmla="*/ 255706 h 267348"/>
                <a:gd name="connsiteX7" fmla="*/ 227625 w 267303"/>
                <a:gd name="connsiteY7" fmla="*/ 267349 h 26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303" h="267348">
                  <a:moveTo>
                    <a:pt x="227724" y="267349"/>
                  </a:moveTo>
                  <a:cubicBezTo>
                    <a:pt x="217195" y="267357"/>
                    <a:pt x="207092" y="263180"/>
                    <a:pt x="199639" y="255738"/>
                  </a:cubicBezTo>
                  <a:lnTo>
                    <a:pt x="10584" y="66683"/>
                  </a:lnTo>
                  <a:cubicBezTo>
                    <a:pt x="-4320" y="50604"/>
                    <a:pt x="-3368" y="25488"/>
                    <a:pt x="12711" y="10584"/>
                  </a:cubicBezTo>
                  <a:cubicBezTo>
                    <a:pt x="27904" y="-3500"/>
                    <a:pt x="51375" y="-3532"/>
                    <a:pt x="66606" y="10512"/>
                  </a:cubicBezTo>
                  <a:lnTo>
                    <a:pt x="255661" y="199567"/>
                  </a:lnTo>
                  <a:cubicBezTo>
                    <a:pt x="271172" y="215061"/>
                    <a:pt x="271187" y="240195"/>
                    <a:pt x="255690" y="255706"/>
                  </a:cubicBezTo>
                  <a:cubicBezTo>
                    <a:pt x="248252" y="263156"/>
                    <a:pt x="238154" y="267344"/>
                    <a:pt x="227625" y="2673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389E9E6-FC59-9143-96C3-AB193067BC89}"/>
                </a:ext>
              </a:extLst>
            </p:cNvPr>
            <p:cNvSpPr/>
            <p:nvPr/>
          </p:nvSpPr>
          <p:spPr>
            <a:xfrm>
              <a:off x="7154429" y="2917578"/>
              <a:ext cx="268483" cy="267981"/>
            </a:xfrm>
            <a:custGeom>
              <a:avLst/>
              <a:gdLst>
                <a:gd name="connsiteX0" fmla="*/ 39728 w 268483"/>
                <a:gd name="connsiteY0" fmla="*/ 267981 h 267981"/>
                <a:gd name="connsiteX1" fmla="*/ 0 w 268483"/>
                <a:gd name="connsiteY1" fmla="*/ 228314 h 267981"/>
                <a:gd name="connsiteX2" fmla="*/ 11692 w 268483"/>
                <a:gd name="connsiteY2" fmla="*/ 200150 h 267981"/>
                <a:gd name="connsiteX3" fmla="*/ 200747 w 268483"/>
                <a:gd name="connsiteY3" fmla="*/ 11591 h 267981"/>
                <a:gd name="connsiteX4" fmla="*/ 256893 w 268483"/>
                <a:gd name="connsiteY4" fmla="*/ 11665 h 267981"/>
                <a:gd name="connsiteX5" fmla="*/ 256819 w 268483"/>
                <a:gd name="connsiteY5" fmla="*/ 67811 h 267981"/>
                <a:gd name="connsiteX6" fmla="*/ 67764 w 268483"/>
                <a:gd name="connsiteY6" fmla="*/ 256370 h 267981"/>
                <a:gd name="connsiteX7" fmla="*/ 39728 w 268483"/>
                <a:gd name="connsiteY7" fmla="*/ 267981 h 267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483" h="267981">
                  <a:moveTo>
                    <a:pt x="39728" y="267981"/>
                  </a:moveTo>
                  <a:cubicBezTo>
                    <a:pt x="17804" y="267996"/>
                    <a:pt x="17" y="250242"/>
                    <a:pt x="0" y="228314"/>
                  </a:cubicBezTo>
                  <a:cubicBezTo>
                    <a:pt x="-8" y="217745"/>
                    <a:pt x="4200" y="207608"/>
                    <a:pt x="11692" y="200150"/>
                  </a:cubicBezTo>
                  <a:lnTo>
                    <a:pt x="200747" y="11591"/>
                  </a:lnTo>
                  <a:cubicBezTo>
                    <a:pt x="216274" y="-3893"/>
                    <a:pt x="241411" y="-3859"/>
                    <a:pt x="256893" y="11665"/>
                  </a:cubicBezTo>
                  <a:cubicBezTo>
                    <a:pt x="272375" y="27190"/>
                    <a:pt x="272345" y="52328"/>
                    <a:pt x="256819" y="67811"/>
                  </a:cubicBezTo>
                  <a:lnTo>
                    <a:pt x="67764" y="256370"/>
                  </a:lnTo>
                  <a:cubicBezTo>
                    <a:pt x="60325" y="263798"/>
                    <a:pt x="50242" y="267976"/>
                    <a:pt x="39728" y="26798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5" name="Picture Placeholder 71">
            <a:extLst>
              <a:ext uri="{FF2B5EF4-FFF2-40B4-BE49-F238E27FC236}">
                <a16:creationId xmlns:a16="http://schemas.microsoft.com/office/drawing/2014/main" id="{FE880BBF-8ECE-4D82-A58E-54BF22842BFD}"/>
              </a:ext>
            </a:extLst>
          </p:cNvPr>
          <p:cNvGrpSpPr>
            <a:grpSpLocks noChangeAspect="1"/>
          </p:cNvGrpSpPr>
          <p:nvPr/>
        </p:nvGrpSpPr>
        <p:grpSpPr>
          <a:xfrm>
            <a:off x="8191065" y="2728453"/>
            <a:ext cx="642489" cy="454128"/>
            <a:chOff x="8191065" y="2728453"/>
            <a:chExt cx="642489" cy="454128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76F174F6-F6DB-094B-AE31-B4CBC3505BFC}"/>
                </a:ext>
              </a:extLst>
            </p:cNvPr>
            <p:cNvSpPr/>
            <p:nvPr/>
          </p:nvSpPr>
          <p:spPr>
            <a:xfrm>
              <a:off x="8191065" y="2728453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3"/>
                    <a:pt x="642489" y="39697"/>
                  </a:cubicBezTo>
                  <a:cubicBezTo>
                    <a:pt x="642489" y="61620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298AB1BF-87C8-DC43-B1B2-47723B9CDBFD}"/>
                </a:ext>
              </a:extLst>
            </p:cNvPr>
            <p:cNvSpPr/>
            <p:nvPr/>
          </p:nvSpPr>
          <p:spPr>
            <a:xfrm>
              <a:off x="8191065" y="2916317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3"/>
                    <a:pt x="642489" y="39697"/>
                  </a:cubicBezTo>
                  <a:cubicBezTo>
                    <a:pt x="642489" y="61620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F4A31D45-F188-6741-B61E-073C709DFD71}"/>
                </a:ext>
              </a:extLst>
            </p:cNvPr>
            <p:cNvSpPr/>
            <p:nvPr/>
          </p:nvSpPr>
          <p:spPr>
            <a:xfrm>
              <a:off x="8191065" y="3103189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4"/>
                    <a:pt x="642489" y="39697"/>
                  </a:cubicBezTo>
                  <a:cubicBezTo>
                    <a:pt x="642489" y="61619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9" name="Picture Placeholder 103">
            <a:extLst>
              <a:ext uri="{FF2B5EF4-FFF2-40B4-BE49-F238E27FC236}">
                <a16:creationId xmlns:a16="http://schemas.microsoft.com/office/drawing/2014/main" id="{CD63FDD0-FD96-4A15-A65D-5B5CFB200662}"/>
              </a:ext>
            </a:extLst>
          </p:cNvPr>
          <p:cNvGrpSpPr>
            <a:grpSpLocks noChangeAspect="1"/>
          </p:cNvGrpSpPr>
          <p:nvPr/>
        </p:nvGrpSpPr>
        <p:grpSpPr>
          <a:xfrm>
            <a:off x="9458356" y="2609860"/>
            <a:ext cx="742921" cy="691315"/>
            <a:chOff x="9458356" y="2609860"/>
            <a:chExt cx="742921" cy="691315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E44118E3-D316-D148-B053-957C8866E61D}"/>
                </a:ext>
              </a:extLst>
            </p:cNvPr>
            <p:cNvSpPr/>
            <p:nvPr/>
          </p:nvSpPr>
          <p:spPr>
            <a:xfrm>
              <a:off x="9785456" y="2609860"/>
              <a:ext cx="415821" cy="690521"/>
            </a:xfrm>
            <a:custGeom>
              <a:avLst/>
              <a:gdLst>
                <a:gd name="connsiteX0" fmla="*/ 376125 w 415821"/>
                <a:gd name="connsiteY0" fmla="*/ 690521 h 690521"/>
                <a:gd name="connsiteX1" fmla="*/ 376125 w 415821"/>
                <a:gd name="connsiteY1" fmla="*/ 690521 h 690521"/>
                <a:gd name="connsiteX2" fmla="*/ 39697 w 415821"/>
                <a:gd name="connsiteY2" fmla="*/ 689678 h 690521"/>
                <a:gd name="connsiteX3" fmla="*/ 0 w 415821"/>
                <a:gd name="connsiteY3" fmla="*/ 649981 h 690521"/>
                <a:gd name="connsiteX4" fmla="*/ 39697 w 415821"/>
                <a:gd name="connsiteY4" fmla="*/ 610285 h 690521"/>
                <a:gd name="connsiteX5" fmla="*/ 39697 w 415821"/>
                <a:gd name="connsiteY5" fmla="*/ 610285 h 690521"/>
                <a:gd name="connsiteX6" fmla="*/ 336329 w 415821"/>
                <a:gd name="connsiteY6" fmla="*/ 611029 h 690521"/>
                <a:gd name="connsiteX7" fmla="*/ 336329 w 415821"/>
                <a:gd name="connsiteY7" fmla="*/ 79393 h 690521"/>
                <a:gd name="connsiteX8" fmla="*/ 81577 w 415821"/>
                <a:gd name="connsiteY8" fmla="*/ 79393 h 690521"/>
                <a:gd name="connsiteX9" fmla="*/ 81577 w 415821"/>
                <a:gd name="connsiteY9" fmla="*/ 449464 h 690521"/>
                <a:gd name="connsiteX10" fmla="*/ 41880 w 415821"/>
                <a:gd name="connsiteY10" fmla="*/ 489161 h 690521"/>
                <a:gd name="connsiteX11" fmla="*/ 2183 w 415821"/>
                <a:gd name="connsiteY11" fmla="*/ 449464 h 690521"/>
                <a:gd name="connsiteX12" fmla="*/ 2183 w 415821"/>
                <a:gd name="connsiteY12" fmla="*/ 39697 h 690521"/>
                <a:gd name="connsiteX13" fmla="*/ 41880 w 415821"/>
                <a:gd name="connsiteY13" fmla="*/ 0 h 690521"/>
                <a:gd name="connsiteX14" fmla="*/ 376125 w 415821"/>
                <a:gd name="connsiteY14" fmla="*/ 0 h 690521"/>
                <a:gd name="connsiteX15" fmla="*/ 415822 w 415821"/>
                <a:gd name="connsiteY15" fmla="*/ 39697 h 690521"/>
                <a:gd name="connsiteX16" fmla="*/ 415822 w 415821"/>
                <a:gd name="connsiteY16" fmla="*/ 650825 h 690521"/>
                <a:gd name="connsiteX17" fmla="*/ 376125 w 415821"/>
                <a:gd name="connsiteY17" fmla="*/ 690521 h 69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5821" h="690521">
                  <a:moveTo>
                    <a:pt x="376125" y="690521"/>
                  </a:moveTo>
                  <a:lnTo>
                    <a:pt x="376125" y="690521"/>
                  </a:lnTo>
                  <a:lnTo>
                    <a:pt x="39697" y="689678"/>
                  </a:lnTo>
                  <a:cubicBezTo>
                    <a:pt x="17773" y="689678"/>
                    <a:pt x="0" y="671904"/>
                    <a:pt x="0" y="649981"/>
                  </a:cubicBezTo>
                  <a:cubicBezTo>
                    <a:pt x="0" y="628059"/>
                    <a:pt x="17773" y="610285"/>
                    <a:pt x="39697" y="610285"/>
                  </a:cubicBezTo>
                  <a:lnTo>
                    <a:pt x="39697" y="610285"/>
                  </a:lnTo>
                  <a:lnTo>
                    <a:pt x="336329" y="611029"/>
                  </a:lnTo>
                  <a:lnTo>
                    <a:pt x="336329" y="79393"/>
                  </a:lnTo>
                  <a:lnTo>
                    <a:pt x="81577" y="79393"/>
                  </a:lnTo>
                  <a:lnTo>
                    <a:pt x="81577" y="449464"/>
                  </a:lnTo>
                  <a:cubicBezTo>
                    <a:pt x="81577" y="471387"/>
                    <a:pt x="63804" y="489161"/>
                    <a:pt x="41880" y="489161"/>
                  </a:cubicBezTo>
                  <a:cubicBezTo>
                    <a:pt x="19956" y="489161"/>
                    <a:pt x="2183" y="471387"/>
                    <a:pt x="2183" y="449464"/>
                  </a:cubicBezTo>
                  <a:lnTo>
                    <a:pt x="2183" y="39697"/>
                  </a:lnTo>
                  <a:cubicBezTo>
                    <a:pt x="2183" y="17773"/>
                    <a:pt x="19956" y="0"/>
                    <a:pt x="41880" y="0"/>
                  </a:cubicBezTo>
                  <a:lnTo>
                    <a:pt x="376125" y="0"/>
                  </a:lnTo>
                  <a:cubicBezTo>
                    <a:pt x="398048" y="0"/>
                    <a:pt x="415822" y="17773"/>
                    <a:pt x="415822" y="39697"/>
                  </a:cubicBezTo>
                  <a:lnTo>
                    <a:pt x="415822" y="650825"/>
                  </a:lnTo>
                  <a:cubicBezTo>
                    <a:pt x="415822" y="672747"/>
                    <a:pt x="398048" y="690521"/>
                    <a:pt x="376125" y="6905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AF960527-EAB6-3848-8D0C-FF70DE91B30F}"/>
                </a:ext>
              </a:extLst>
            </p:cNvPr>
            <p:cNvSpPr/>
            <p:nvPr/>
          </p:nvSpPr>
          <p:spPr>
            <a:xfrm>
              <a:off x="9674897" y="2921051"/>
              <a:ext cx="306164" cy="195336"/>
            </a:xfrm>
            <a:custGeom>
              <a:avLst/>
              <a:gdLst>
                <a:gd name="connsiteX0" fmla="*/ 155615 w 306164"/>
                <a:gd name="connsiteY0" fmla="*/ 195336 h 195336"/>
                <a:gd name="connsiteX1" fmla="*/ 127629 w 306164"/>
                <a:gd name="connsiteY1" fmla="*/ 183725 h 195336"/>
                <a:gd name="connsiteX2" fmla="*/ 11616 w 306164"/>
                <a:gd name="connsiteY2" fmla="*/ 67762 h 195336"/>
                <a:gd name="connsiteX3" fmla="*/ 11641 w 306164"/>
                <a:gd name="connsiteY3" fmla="*/ 11616 h 195336"/>
                <a:gd name="connsiteX4" fmla="*/ 67786 w 306164"/>
                <a:gd name="connsiteY4" fmla="*/ 11641 h 195336"/>
                <a:gd name="connsiteX5" fmla="*/ 155615 w 306164"/>
                <a:gd name="connsiteY5" fmla="*/ 99519 h 195336"/>
                <a:gd name="connsiteX6" fmla="*/ 237688 w 306164"/>
                <a:gd name="connsiteY6" fmla="*/ 17446 h 195336"/>
                <a:gd name="connsiteX7" fmla="*/ 293809 w 306164"/>
                <a:gd name="connsiteY7" fmla="*/ 16009 h 195336"/>
                <a:gd name="connsiteX8" fmla="*/ 295248 w 306164"/>
                <a:gd name="connsiteY8" fmla="*/ 72130 h 195336"/>
                <a:gd name="connsiteX9" fmla="*/ 293809 w 306164"/>
                <a:gd name="connsiteY9" fmla="*/ 73567 h 195336"/>
                <a:gd name="connsiteX10" fmla="*/ 183701 w 306164"/>
                <a:gd name="connsiteY10" fmla="*/ 183725 h 195336"/>
                <a:gd name="connsiteX11" fmla="*/ 155615 w 306164"/>
                <a:gd name="connsiteY11" fmla="*/ 195336 h 1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6164" h="195336">
                  <a:moveTo>
                    <a:pt x="155615" y="195336"/>
                  </a:moveTo>
                  <a:cubicBezTo>
                    <a:pt x="145118" y="195317"/>
                    <a:pt x="135056" y="191143"/>
                    <a:pt x="127629" y="183725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55615" y="99519"/>
                  </a:lnTo>
                  <a:lnTo>
                    <a:pt x="237688" y="17446"/>
                  </a:lnTo>
                  <a:cubicBezTo>
                    <a:pt x="252787" y="1552"/>
                    <a:pt x="277915" y="909"/>
                    <a:pt x="293809" y="16009"/>
                  </a:cubicBezTo>
                  <a:cubicBezTo>
                    <a:pt x="309702" y="31109"/>
                    <a:pt x="310348" y="56236"/>
                    <a:pt x="295248" y="72130"/>
                  </a:cubicBezTo>
                  <a:cubicBezTo>
                    <a:pt x="294782" y="72621"/>
                    <a:pt x="294300" y="73100"/>
                    <a:pt x="293809" y="73567"/>
                  </a:cubicBezTo>
                  <a:lnTo>
                    <a:pt x="183701" y="183725"/>
                  </a:lnTo>
                  <a:cubicBezTo>
                    <a:pt x="176249" y="191168"/>
                    <a:pt x="166147" y="195346"/>
                    <a:pt x="155615" y="19533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27B5A05F-090B-0B41-BEE2-D26E366E60AE}"/>
                </a:ext>
              </a:extLst>
            </p:cNvPr>
            <p:cNvSpPr/>
            <p:nvPr/>
          </p:nvSpPr>
          <p:spPr>
            <a:xfrm>
              <a:off x="9458356" y="2611100"/>
              <a:ext cx="426142" cy="690074"/>
            </a:xfrm>
            <a:custGeom>
              <a:avLst/>
              <a:gdLst>
                <a:gd name="connsiteX0" fmla="*/ 39697 w 426142"/>
                <a:gd name="connsiteY0" fmla="*/ 690075 h 690074"/>
                <a:gd name="connsiteX1" fmla="*/ 0 w 426142"/>
                <a:gd name="connsiteY1" fmla="*/ 650378 h 690074"/>
                <a:gd name="connsiteX2" fmla="*/ 0 w 426142"/>
                <a:gd name="connsiteY2" fmla="*/ 39697 h 690074"/>
                <a:gd name="connsiteX3" fmla="*/ 39697 w 426142"/>
                <a:gd name="connsiteY3" fmla="*/ 0 h 690074"/>
                <a:gd name="connsiteX4" fmla="*/ 152236 w 426142"/>
                <a:gd name="connsiteY4" fmla="*/ 0 h 690074"/>
                <a:gd name="connsiteX5" fmla="*/ 191933 w 426142"/>
                <a:gd name="connsiteY5" fmla="*/ 39697 h 690074"/>
                <a:gd name="connsiteX6" fmla="*/ 152236 w 426142"/>
                <a:gd name="connsiteY6" fmla="*/ 79393 h 690074"/>
                <a:gd name="connsiteX7" fmla="*/ 79393 w 426142"/>
                <a:gd name="connsiteY7" fmla="*/ 79393 h 690074"/>
                <a:gd name="connsiteX8" fmla="*/ 79393 w 426142"/>
                <a:gd name="connsiteY8" fmla="*/ 610334 h 690074"/>
                <a:gd name="connsiteX9" fmla="*/ 386446 w 426142"/>
                <a:gd name="connsiteY9" fmla="*/ 608697 h 690074"/>
                <a:gd name="connsiteX10" fmla="*/ 386446 w 426142"/>
                <a:gd name="connsiteY10" fmla="*/ 608697 h 690074"/>
                <a:gd name="connsiteX11" fmla="*/ 426143 w 426142"/>
                <a:gd name="connsiteY11" fmla="*/ 648394 h 690074"/>
                <a:gd name="connsiteX12" fmla="*/ 386446 w 426142"/>
                <a:gd name="connsiteY12" fmla="*/ 688090 h 690074"/>
                <a:gd name="connsiteX13" fmla="*/ 39498 w 426142"/>
                <a:gd name="connsiteY13" fmla="*/ 689926 h 69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6142" h="690074">
                  <a:moveTo>
                    <a:pt x="39697" y="690075"/>
                  </a:moveTo>
                  <a:cubicBezTo>
                    <a:pt x="17773" y="690075"/>
                    <a:pt x="0" y="672301"/>
                    <a:pt x="0" y="65037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2236" y="0"/>
                  </a:lnTo>
                  <a:cubicBezTo>
                    <a:pt x="174160" y="0"/>
                    <a:pt x="191933" y="17773"/>
                    <a:pt x="191933" y="39697"/>
                  </a:cubicBezTo>
                  <a:cubicBezTo>
                    <a:pt x="191933" y="61620"/>
                    <a:pt x="174160" y="79393"/>
                    <a:pt x="152236" y="79393"/>
                  </a:cubicBezTo>
                  <a:lnTo>
                    <a:pt x="79393" y="79393"/>
                  </a:lnTo>
                  <a:lnTo>
                    <a:pt x="79393" y="610334"/>
                  </a:lnTo>
                  <a:lnTo>
                    <a:pt x="386446" y="608697"/>
                  </a:lnTo>
                  <a:lnTo>
                    <a:pt x="386446" y="608697"/>
                  </a:lnTo>
                  <a:cubicBezTo>
                    <a:pt x="408370" y="608697"/>
                    <a:pt x="426143" y="626471"/>
                    <a:pt x="426143" y="648394"/>
                  </a:cubicBezTo>
                  <a:cubicBezTo>
                    <a:pt x="426143" y="670316"/>
                    <a:pt x="408370" y="688090"/>
                    <a:pt x="386446" y="688090"/>
                  </a:cubicBezTo>
                  <a:lnTo>
                    <a:pt x="39498" y="68992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105">
            <a:extLst>
              <a:ext uri="{FF2B5EF4-FFF2-40B4-BE49-F238E27FC236}">
                <a16:creationId xmlns:a16="http://schemas.microsoft.com/office/drawing/2014/main" id="{2984BC77-3488-48EF-B905-2C3B2F1A4676}"/>
              </a:ext>
            </a:extLst>
          </p:cNvPr>
          <p:cNvGrpSpPr>
            <a:grpSpLocks noChangeAspect="1"/>
          </p:cNvGrpSpPr>
          <p:nvPr/>
        </p:nvGrpSpPr>
        <p:grpSpPr>
          <a:xfrm>
            <a:off x="1602384" y="3684234"/>
            <a:ext cx="644771" cy="779838"/>
            <a:chOff x="1602384" y="3684234"/>
            <a:chExt cx="644771" cy="779838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743DFCC-FE93-3A44-B589-E33F756F9EFD}"/>
                </a:ext>
              </a:extLst>
            </p:cNvPr>
            <p:cNvSpPr/>
            <p:nvPr/>
          </p:nvSpPr>
          <p:spPr>
            <a:xfrm>
              <a:off x="1602384" y="3685425"/>
              <a:ext cx="364265" cy="778647"/>
            </a:xfrm>
            <a:custGeom>
              <a:avLst/>
              <a:gdLst>
                <a:gd name="connsiteX0" fmla="*/ 39697 w 364265"/>
                <a:gd name="connsiteY0" fmla="*/ 778648 h 778647"/>
                <a:gd name="connsiteX1" fmla="*/ 0 w 364265"/>
                <a:gd name="connsiteY1" fmla="*/ 738951 h 778647"/>
                <a:gd name="connsiteX2" fmla="*/ 0 w 364265"/>
                <a:gd name="connsiteY2" fmla="*/ 39697 h 778647"/>
                <a:gd name="connsiteX3" fmla="*/ 39697 w 364265"/>
                <a:gd name="connsiteY3" fmla="*/ 0 h 778647"/>
                <a:gd name="connsiteX4" fmla="*/ 324569 w 364265"/>
                <a:gd name="connsiteY4" fmla="*/ 0 h 778647"/>
                <a:gd name="connsiteX5" fmla="*/ 364266 w 364265"/>
                <a:gd name="connsiteY5" fmla="*/ 39697 h 778647"/>
                <a:gd name="connsiteX6" fmla="*/ 324569 w 364265"/>
                <a:gd name="connsiteY6" fmla="*/ 79393 h 778647"/>
                <a:gd name="connsiteX7" fmla="*/ 79393 w 364265"/>
                <a:gd name="connsiteY7" fmla="*/ 79393 h 778647"/>
                <a:gd name="connsiteX8" fmla="*/ 79393 w 364265"/>
                <a:gd name="connsiteY8" fmla="*/ 665215 h 778647"/>
                <a:gd name="connsiteX9" fmla="*/ 299213 w 364265"/>
                <a:gd name="connsiteY9" fmla="*/ 520223 h 778647"/>
                <a:gd name="connsiteX10" fmla="*/ 354218 w 364265"/>
                <a:gd name="connsiteY10" fmla="*/ 531512 h 778647"/>
                <a:gd name="connsiteX11" fmla="*/ 342929 w 364265"/>
                <a:gd name="connsiteY11" fmla="*/ 586517 h 778647"/>
                <a:gd name="connsiteX12" fmla="*/ 61530 w 364265"/>
                <a:gd name="connsiteY12" fmla="*/ 772098 h 778647"/>
                <a:gd name="connsiteX13" fmla="*/ 39697 w 364265"/>
                <a:gd name="connsiteY13" fmla="*/ 778648 h 77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265" h="778647">
                  <a:moveTo>
                    <a:pt x="39697" y="778648"/>
                  </a:moveTo>
                  <a:cubicBezTo>
                    <a:pt x="17773" y="778648"/>
                    <a:pt x="0" y="760874"/>
                    <a:pt x="0" y="7389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4569" y="0"/>
                  </a:lnTo>
                  <a:cubicBezTo>
                    <a:pt x="346493" y="0"/>
                    <a:pt x="364266" y="17773"/>
                    <a:pt x="364266" y="39697"/>
                  </a:cubicBezTo>
                  <a:cubicBezTo>
                    <a:pt x="364266" y="61620"/>
                    <a:pt x="346493" y="79393"/>
                    <a:pt x="324569" y="79393"/>
                  </a:cubicBezTo>
                  <a:lnTo>
                    <a:pt x="79393" y="79393"/>
                  </a:lnTo>
                  <a:lnTo>
                    <a:pt x="79393" y="665215"/>
                  </a:lnTo>
                  <a:lnTo>
                    <a:pt x="299213" y="520223"/>
                  </a:lnTo>
                  <a:cubicBezTo>
                    <a:pt x="317520" y="508151"/>
                    <a:pt x="342146" y="513207"/>
                    <a:pt x="354218" y="531512"/>
                  </a:cubicBezTo>
                  <a:cubicBezTo>
                    <a:pt x="366289" y="549817"/>
                    <a:pt x="361236" y="574444"/>
                    <a:pt x="342929" y="586517"/>
                  </a:cubicBezTo>
                  <a:lnTo>
                    <a:pt x="61530" y="772098"/>
                  </a:lnTo>
                  <a:cubicBezTo>
                    <a:pt x="55041" y="776350"/>
                    <a:pt x="47456" y="778628"/>
                    <a:pt x="39697" y="7786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CD43C79-DDA8-AB4F-B3C8-37C909C2F775}"/>
                </a:ext>
              </a:extLst>
            </p:cNvPr>
            <p:cNvSpPr/>
            <p:nvPr/>
          </p:nvSpPr>
          <p:spPr>
            <a:xfrm>
              <a:off x="1886376" y="3684234"/>
              <a:ext cx="360780" cy="778647"/>
            </a:xfrm>
            <a:custGeom>
              <a:avLst/>
              <a:gdLst>
                <a:gd name="connsiteX0" fmla="*/ 321084 w 360780"/>
                <a:gd name="connsiteY0" fmla="*/ 778648 h 778647"/>
                <a:gd name="connsiteX1" fmla="*/ 299251 w 360780"/>
                <a:gd name="connsiteY1" fmla="*/ 772098 h 778647"/>
                <a:gd name="connsiteX2" fmla="*/ 17851 w 360780"/>
                <a:gd name="connsiteY2" fmla="*/ 586616 h 778647"/>
                <a:gd name="connsiteX3" fmla="*/ 6563 w 360780"/>
                <a:gd name="connsiteY3" fmla="*/ 531611 h 778647"/>
                <a:gd name="connsiteX4" fmla="*/ 61567 w 360780"/>
                <a:gd name="connsiteY4" fmla="*/ 520323 h 778647"/>
                <a:gd name="connsiteX5" fmla="*/ 281387 w 360780"/>
                <a:gd name="connsiteY5" fmla="*/ 665215 h 778647"/>
                <a:gd name="connsiteX6" fmla="*/ 281387 w 360780"/>
                <a:gd name="connsiteY6" fmla="*/ 79393 h 778647"/>
                <a:gd name="connsiteX7" fmla="*/ 41173 w 360780"/>
                <a:gd name="connsiteY7" fmla="*/ 79393 h 778647"/>
                <a:gd name="connsiteX8" fmla="*/ 1476 w 360780"/>
                <a:gd name="connsiteY8" fmla="*/ 39697 h 778647"/>
                <a:gd name="connsiteX9" fmla="*/ 41173 w 360780"/>
                <a:gd name="connsiteY9" fmla="*/ 0 h 778647"/>
                <a:gd name="connsiteX10" fmla="*/ 321084 w 360780"/>
                <a:gd name="connsiteY10" fmla="*/ 0 h 778647"/>
                <a:gd name="connsiteX11" fmla="*/ 360780 w 360780"/>
                <a:gd name="connsiteY11" fmla="*/ 39697 h 778647"/>
                <a:gd name="connsiteX12" fmla="*/ 360780 w 360780"/>
                <a:gd name="connsiteY12" fmla="*/ 738951 h 778647"/>
                <a:gd name="connsiteX13" fmla="*/ 321084 w 360780"/>
                <a:gd name="connsiteY13" fmla="*/ 778648 h 77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0780" h="778647">
                  <a:moveTo>
                    <a:pt x="321084" y="778648"/>
                  </a:moveTo>
                  <a:cubicBezTo>
                    <a:pt x="313323" y="778648"/>
                    <a:pt x="305731" y="776370"/>
                    <a:pt x="299251" y="772098"/>
                  </a:cubicBezTo>
                  <a:lnTo>
                    <a:pt x="17851" y="586616"/>
                  </a:lnTo>
                  <a:cubicBezTo>
                    <a:pt x="-455" y="574543"/>
                    <a:pt x="-5509" y="549916"/>
                    <a:pt x="6563" y="531611"/>
                  </a:cubicBezTo>
                  <a:cubicBezTo>
                    <a:pt x="18634" y="513306"/>
                    <a:pt x="43261" y="508250"/>
                    <a:pt x="61567" y="520323"/>
                  </a:cubicBezTo>
                  <a:lnTo>
                    <a:pt x="281387" y="665215"/>
                  </a:lnTo>
                  <a:lnTo>
                    <a:pt x="281387" y="79393"/>
                  </a:lnTo>
                  <a:lnTo>
                    <a:pt x="41173" y="79393"/>
                  </a:lnTo>
                  <a:cubicBezTo>
                    <a:pt x="19249" y="79393"/>
                    <a:pt x="1476" y="61620"/>
                    <a:pt x="1476" y="39697"/>
                  </a:cubicBezTo>
                  <a:cubicBezTo>
                    <a:pt x="1476" y="17773"/>
                    <a:pt x="19249" y="0"/>
                    <a:pt x="41173" y="0"/>
                  </a:cubicBezTo>
                  <a:lnTo>
                    <a:pt x="321084" y="0"/>
                  </a:lnTo>
                  <a:cubicBezTo>
                    <a:pt x="343006" y="0"/>
                    <a:pt x="360780" y="17773"/>
                    <a:pt x="360780" y="39697"/>
                  </a:cubicBezTo>
                  <a:lnTo>
                    <a:pt x="360780" y="738951"/>
                  </a:lnTo>
                  <a:cubicBezTo>
                    <a:pt x="360780" y="760874"/>
                    <a:pt x="343006" y="778648"/>
                    <a:pt x="321084" y="7786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73">
            <a:extLst>
              <a:ext uri="{FF2B5EF4-FFF2-40B4-BE49-F238E27FC236}">
                <a16:creationId xmlns:a16="http://schemas.microsoft.com/office/drawing/2014/main" id="{AC5475CB-EF5F-4142-924E-18843BC47A9D}"/>
              </a:ext>
            </a:extLst>
          </p:cNvPr>
          <p:cNvGrpSpPr>
            <a:grpSpLocks noChangeAspect="1"/>
          </p:cNvGrpSpPr>
          <p:nvPr/>
        </p:nvGrpSpPr>
        <p:grpSpPr>
          <a:xfrm>
            <a:off x="2827945" y="3654306"/>
            <a:ext cx="829160" cy="839142"/>
            <a:chOff x="2827945" y="3654306"/>
            <a:chExt cx="829160" cy="83914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0670F46-FE0F-264E-A422-030448092750}"/>
                </a:ext>
              </a:extLst>
            </p:cNvPr>
            <p:cNvSpPr/>
            <p:nvPr/>
          </p:nvSpPr>
          <p:spPr>
            <a:xfrm>
              <a:off x="2827945" y="3654859"/>
              <a:ext cx="828666" cy="838589"/>
            </a:xfrm>
            <a:custGeom>
              <a:avLst/>
              <a:gdLst>
                <a:gd name="connsiteX0" fmla="*/ 788970 w 828666"/>
                <a:gd name="connsiteY0" fmla="*/ 838590 h 838589"/>
                <a:gd name="connsiteX1" fmla="*/ 39697 w 828666"/>
                <a:gd name="connsiteY1" fmla="*/ 838590 h 838589"/>
                <a:gd name="connsiteX2" fmla="*/ 0 w 828666"/>
                <a:gd name="connsiteY2" fmla="*/ 798893 h 838589"/>
                <a:gd name="connsiteX3" fmla="*/ 0 w 828666"/>
                <a:gd name="connsiteY3" fmla="*/ 39697 h 838589"/>
                <a:gd name="connsiteX4" fmla="*/ 39697 w 828666"/>
                <a:gd name="connsiteY4" fmla="*/ 0 h 838589"/>
                <a:gd name="connsiteX5" fmla="*/ 320848 w 828666"/>
                <a:gd name="connsiteY5" fmla="*/ 0 h 838589"/>
                <a:gd name="connsiteX6" fmla="*/ 360544 w 828666"/>
                <a:gd name="connsiteY6" fmla="*/ 39697 h 838589"/>
                <a:gd name="connsiteX7" fmla="*/ 320848 w 828666"/>
                <a:gd name="connsiteY7" fmla="*/ 79393 h 838589"/>
                <a:gd name="connsiteX8" fmla="*/ 79393 w 828666"/>
                <a:gd name="connsiteY8" fmla="*/ 79393 h 838589"/>
                <a:gd name="connsiteX9" fmla="*/ 79393 w 828666"/>
                <a:gd name="connsiteY9" fmla="*/ 759197 h 838589"/>
                <a:gd name="connsiteX10" fmla="*/ 749273 w 828666"/>
                <a:gd name="connsiteY10" fmla="*/ 759197 h 838589"/>
                <a:gd name="connsiteX11" fmla="*/ 749273 w 828666"/>
                <a:gd name="connsiteY11" fmla="*/ 514021 h 838589"/>
                <a:gd name="connsiteX12" fmla="*/ 788970 w 828666"/>
                <a:gd name="connsiteY12" fmla="*/ 474324 h 838589"/>
                <a:gd name="connsiteX13" fmla="*/ 828666 w 828666"/>
                <a:gd name="connsiteY13" fmla="*/ 514021 h 838589"/>
                <a:gd name="connsiteX14" fmla="*/ 828666 w 828666"/>
                <a:gd name="connsiteY14" fmla="*/ 798893 h 838589"/>
                <a:gd name="connsiteX15" fmla="*/ 788970 w 828666"/>
                <a:gd name="connsiteY15" fmla="*/ 838590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8666" h="838589">
                  <a:moveTo>
                    <a:pt x="788970" y="838590"/>
                  </a:moveTo>
                  <a:lnTo>
                    <a:pt x="39697" y="838590"/>
                  </a:lnTo>
                  <a:cubicBezTo>
                    <a:pt x="17773" y="838590"/>
                    <a:pt x="0" y="820815"/>
                    <a:pt x="0" y="7988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0848" y="0"/>
                  </a:lnTo>
                  <a:cubicBezTo>
                    <a:pt x="342772" y="0"/>
                    <a:pt x="360544" y="17773"/>
                    <a:pt x="360544" y="39697"/>
                  </a:cubicBezTo>
                  <a:cubicBezTo>
                    <a:pt x="360544" y="61620"/>
                    <a:pt x="342772" y="79393"/>
                    <a:pt x="320848" y="79393"/>
                  </a:cubicBezTo>
                  <a:lnTo>
                    <a:pt x="79393" y="79393"/>
                  </a:lnTo>
                  <a:lnTo>
                    <a:pt x="79393" y="759197"/>
                  </a:lnTo>
                  <a:lnTo>
                    <a:pt x="749273" y="759197"/>
                  </a:lnTo>
                  <a:lnTo>
                    <a:pt x="749273" y="514021"/>
                  </a:lnTo>
                  <a:cubicBezTo>
                    <a:pt x="749273" y="492098"/>
                    <a:pt x="767047" y="474324"/>
                    <a:pt x="788970" y="474324"/>
                  </a:cubicBezTo>
                  <a:cubicBezTo>
                    <a:pt x="810892" y="474324"/>
                    <a:pt x="828666" y="492098"/>
                    <a:pt x="828666" y="514021"/>
                  </a:cubicBezTo>
                  <a:lnTo>
                    <a:pt x="828666" y="798893"/>
                  </a:lnTo>
                  <a:cubicBezTo>
                    <a:pt x="828666" y="820815"/>
                    <a:pt x="810892" y="838590"/>
                    <a:pt x="788970" y="8385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CCBF7D81-003C-EF41-9054-9F8D22E66989}"/>
                </a:ext>
              </a:extLst>
            </p:cNvPr>
            <p:cNvSpPr/>
            <p:nvPr/>
          </p:nvSpPr>
          <p:spPr>
            <a:xfrm>
              <a:off x="3202599" y="3654306"/>
              <a:ext cx="454506" cy="459544"/>
            </a:xfrm>
            <a:custGeom>
              <a:avLst/>
              <a:gdLst>
                <a:gd name="connsiteX0" fmla="*/ 39679 w 454506"/>
                <a:gd name="connsiteY0" fmla="*/ 459544 h 459544"/>
                <a:gd name="connsiteX1" fmla="*/ 0 w 454506"/>
                <a:gd name="connsiteY1" fmla="*/ 419830 h 459544"/>
                <a:gd name="connsiteX2" fmla="*/ 11445 w 454506"/>
                <a:gd name="connsiteY2" fmla="*/ 391961 h 459544"/>
                <a:gd name="connsiteX3" fmla="*/ 385883 w 454506"/>
                <a:gd name="connsiteY3" fmla="*/ 12511 h 459544"/>
                <a:gd name="connsiteX4" fmla="*/ 441994 w 454506"/>
                <a:gd name="connsiteY4" fmla="*/ 10769 h 459544"/>
                <a:gd name="connsiteX5" fmla="*/ 443736 w 454506"/>
                <a:gd name="connsiteY5" fmla="*/ 66882 h 459544"/>
                <a:gd name="connsiteX6" fmla="*/ 442352 w 454506"/>
                <a:gd name="connsiteY6" fmla="*/ 68285 h 459544"/>
                <a:gd name="connsiteX7" fmla="*/ 67913 w 454506"/>
                <a:gd name="connsiteY7" fmla="*/ 447735 h 459544"/>
                <a:gd name="connsiteX8" fmla="*/ 39679 w 454506"/>
                <a:gd name="connsiteY8" fmla="*/ 459544 h 45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4506" h="459544">
                  <a:moveTo>
                    <a:pt x="39679" y="459544"/>
                  </a:moveTo>
                  <a:cubicBezTo>
                    <a:pt x="17755" y="459535"/>
                    <a:pt x="-9" y="441754"/>
                    <a:pt x="0" y="419830"/>
                  </a:cubicBezTo>
                  <a:cubicBezTo>
                    <a:pt x="4" y="409398"/>
                    <a:pt x="4116" y="399386"/>
                    <a:pt x="11445" y="391961"/>
                  </a:cubicBezTo>
                  <a:lnTo>
                    <a:pt x="385883" y="12511"/>
                  </a:lnTo>
                  <a:cubicBezTo>
                    <a:pt x="400898" y="-3465"/>
                    <a:pt x="426021" y="-4244"/>
                    <a:pt x="441994" y="10769"/>
                  </a:cubicBezTo>
                  <a:cubicBezTo>
                    <a:pt x="457972" y="25783"/>
                    <a:pt x="458751" y="50906"/>
                    <a:pt x="443736" y="66882"/>
                  </a:cubicBezTo>
                  <a:cubicBezTo>
                    <a:pt x="443289" y="67361"/>
                    <a:pt x="442823" y="67829"/>
                    <a:pt x="442352" y="68285"/>
                  </a:cubicBezTo>
                  <a:lnTo>
                    <a:pt x="67913" y="447735"/>
                  </a:lnTo>
                  <a:cubicBezTo>
                    <a:pt x="60459" y="455287"/>
                    <a:pt x="50291" y="459540"/>
                    <a:pt x="39679" y="45954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E774B891-F2E9-444A-B9BA-2A4D5CD089AA}"/>
                </a:ext>
              </a:extLst>
            </p:cNvPr>
            <p:cNvSpPr/>
            <p:nvPr/>
          </p:nvSpPr>
          <p:spPr>
            <a:xfrm>
              <a:off x="3389552" y="3654859"/>
              <a:ext cx="267058" cy="79393"/>
            </a:xfrm>
            <a:custGeom>
              <a:avLst/>
              <a:gdLst>
                <a:gd name="connsiteX0" fmla="*/ 227362 w 267058"/>
                <a:gd name="connsiteY0" fmla="*/ 79393 h 79393"/>
                <a:gd name="connsiteX1" fmla="*/ 39697 w 267058"/>
                <a:gd name="connsiteY1" fmla="*/ 79393 h 79393"/>
                <a:gd name="connsiteX2" fmla="*/ 0 w 267058"/>
                <a:gd name="connsiteY2" fmla="*/ 39697 h 79393"/>
                <a:gd name="connsiteX3" fmla="*/ 39697 w 267058"/>
                <a:gd name="connsiteY3" fmla="*/ 0 h 79393"/>
                <a:gd name="connsiteX4" fmla="*/ 227362 w 267058"/>
                <a:gd name="connsiteY4" fmla="*/ 0 h 79393"/>
                <a:gd name="connsiteX5" fmla="*/ 267059 w 267058"/>
                <a:gd name="connsiteY5" fmla="*/ 39697 h 79393"/>
                <a:gd name="connsiteX6" fmla="*/ 227362 w 2670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8" h="79393">
                  <a:moveTo>
                    <a:pt x="227362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27362" y="0"/>
                  </a:lnTo>
                  <a:cubicBezTo>
                    <a:pt x="249285" y="0"/>
                    <a:pt x="267059" y="17773"/>
                    <a:pt x="267059" y="39697"/>
                  </a:cubicBezTo>
                  <a:cubicBezTo>
                    <a:pt x="267059" y="61620"/>
                    <a:pt x="249285" y="79393"/>
                    <a:pt x="2273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75EE49CD-EED9-404D-AA6D-43B538C98E3A}"/>
                </a:ext>
              </a:extLst>
            </p:cNvPr>
            <p:cNvSpPr/>
            <p:nvPr/>
          </p:nvSpPr>
          <p:spPr>
            <a:xfrm>
              <a:off x="3577218" y="3654859"/>
              <a:ext cx="79393" cy="269539"/>
            </a:xfrm>
            <a:custGeom>
              <a:avLst/>
              <a:gdLst>
                <a:gd name="connsiteX0" fmla="*/ 39697 w 79393"/>
                <a:gd name="connsiteY0" fmla="*/ 269540 h 269539"/>
                <a:gd name="connsiteX1" fmla="*/ 0 w 79393"/>
                <a:gd name="connsiteY1" fmla="*/ 229843 h 269539"/>
                <a:gd name="connsiteX2" fmla="*/ 0 w 79393"/>
                <a:gd name="connsiteY2" fmla="*/ 39697 h 269539"/>
                <a:gd name="connsiteX3" fmla="*/ 39697 w 79393"/>
                <a:gd name="connsiteY3" fmla="*/ 0 h 269539"/>
                <a:gd name="connsiteX4" fmla="*/ 79393 w 79393"/>
                <a:gd name="connsiteY4" fmla="*/ 39697 h 269539"/>
                <a:gd name="connsiteX5" fmla="*/ 79393 w 79393"/>
                <a:gd name="connsiteY5" fmla="*/ 229843 h 269539"/>
                <a:gd name="connsiteX6" fmla="*/ 39697 w 79393"/>
                <a:gd name="connsiteY6" fmla="*/ 269540 h 26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9539">
                  <a:moveTo>
                    <a:pt x="39697" y="269540"/>
                  </a:moveTo>
                  <a:cubicBezTo>
                    <a:pt x="17774" y="269540"/>
                    <a:pt x="0" y="251767"/>
                    <a:pt x="0" y="22984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9843"/>
                  </a:lnTo>
                  <a:cubicBezTo>
                    <a:pt x="79393" y="251767"/>
                    <a:pt x="61619" y="269540"/>
                    <a:pt x="39697" y="26954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75">
            <a:extLst>
              <a:ext uri="{FF2B5EF4-FFF2-40B4-BE49-F238E27FC236}">
                <a16:creationId xmlns:a16="http://schemas.microsoft.com/office/drawing/2014/main" id="{AA13ABB7-D837-4AC7-BA63-5B6A20C06A0D}"/>
              </a:ext>
            </a:extLst>
          </p:cNvPr>
          <p:cNvGrpSpPr>
            <a:grpSpLocks noChangeAspect="1"/>
          </p:cNvGrpSpPr>
          <p:nvPr/>
        </p:nvGrpSpPr>
        <p:grpSpPr>
          <a:xfrm>
            <a:off x="4147934" y="3707556"/>
            <a:ext cx="823704" cy="733195"/>
            <a:chOff x="4147934" y="3707556"/>
            <a:chExt cx="823704" cy="733195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8E6497F-FD1C-B444-B6F1-D190C1D47EBC}"/>
                </a:ext>
              </a:extLst>
            </p:cNvPr>
            <p:cNvSpPr/>
            <p:nvPr/>
          </p:nvSpPr>
          <p:spPr>
            <a:xfrm>
              <a:off x="4147934" y="4084772"/>
              <a:ext cx="823704" cy="355978"/>
            </a:xfrm>
            <a:custGeom>
              <a:avLst/>
              <a:gdLst>
                <a:gd name="connsiteX0" fmla="*/ 784008 w 823704"/>
                <a:gd name="connsiteY0" fmla="*/ 355979 h 355978"/>
                <a:gd name="connsiteX1" fmla="*/ 39697 w 823704"/>
                <a:gd name="connsiteY1" fmla="*/ 355979 h 355978"/>
                <a:gd name="connsiteX2" fmla="*/ 0 w 823704"/>
                <a:gd name="connsiteY2" fmla="*/ 316282 h 355978"/>
                <a:gd name="connsiteX3" fmla="*/ 0 w 823704"/>
                <a:gd name="connsiteY3" fmla="*/ 39697 h 355978"/>
                <a:gd name="connsiteX4" fmla="*/ 39697 w 823704"/>
                <a:gd name="connsiteY4" fmla="*/ 0 h 355978"/>
                <a:gd name="connsiteX5" fmla="*/ 79393 w 823704"/>
                <a:gd name="connsiteY5" fmla="*/ 39697 h 355978"/>
                <a:gd name="connsiteX6" fmla="*/ 79393 w 823704"/>
                <a:gd name="connsiteY6" fmla="*/ 276586 h 355978"/>
                <a:gd name="connsiteX7" fmla="*/ 744311 w 823704"/>
                <a:gd name="connsiteY7" fmla="*/ 276586 h 355978"/>
                <a:gd name="connsiteX8" fmla="*/ 744311 w 823704"/>
                <a:gd name="connsiteY8" fmla="*/ 39697 h 355978"/>
                <a:gd name="connsiteX9" fmla="*/ 784008 w 823704"/>
                <a:gd name="connsiteY9" fmla="*/ 0 h 355978"/>
                <a:gd name="connsiteX10" fmla="*/ 823704 w 823704"/>
                <a:gd name="connsiteY10" fmla="*/ 39697 h 355978"/>
                <a:gd name="connsiteX11" fmla="*/ 823704 w 823704"/>
                <a:gd name="connsiteY11" fmla="*/ 316282 h 355978"/>
                <a:gd name="connsiteX12" fmla="*/ 784008 w 823704"/>
                <a:gd name="connsiteY12" fmla="*/ 355979 h 355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355978">
                  <a:moveTo>
                    <a:pt x="784008" y="355979"/>
                  </a:moveTo>
                  <a:lnTo>
                    <a:pt x="39697" y="355979"/>
                  </a:lnTo>
                  <a:cubicBezTo>
                    <a:pt x="17773" y="355979"/>
                    <a:pt x="0" y="338205"/>
                    <a:pt x="0" y="3162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6586"/>
                  </a:lnTo>
                  <a:lnTo>
                    <a:pt x="744311" y="276586"/>
                  </a:lnTo>
                  <a:lnTo>
                    <a:pt x="744311" y="39697"/>
                  </a:lnTo>
                  <a:cubicBezTo>
                    <a:pt x="744311" y="17773"/>
                    <a:pt x="762085" y="0"/>
                    <a:pt x="784008" y="0"/>
                  </a:cubicBez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316282"/>
                  </a:lnTo>
                  <a:cubicBezTo>
                    <a:pt x="823704" y="338205"/>
                    <a:pt x="805930" y="355979"/>
                    <a:pt x="784008" y="3559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6A670E28-C051-F640-9BA7-FD9E29E48952}"/>
                </a:ext>
              </a:extLst>
            </p:cNvPr>
            <p:cNvSpPr/>
            <p:nvPr/>
          </p:nvSpPr>
          <p:spPr>
            <a:xfrm>
              <a:off x="4520089" y="3707556"/>
              <a:ext cx="79393" cy="547117"/>
            </a:xfrm>
            <a:custGeom>
              <a:avLst/>
              <a:gdLst>
                <a:gd name="connsiteX0" fmla="*/ 39697 w 79393"/>
                <a:gd name="connsiteY0" fmla="*/ 547118 h 547117"/>
                <a:gd name="connsiteX1" fmla="*/ 0 w 79393"/>
                <a:gd name="connsiteY1" fmla="*/ 507421 h 547117"/>
                <a:gd name="connsiteX2" fmla="*/ 0 w 79393"/>
                <a:gd name="connsiteY2" fmla="*/ 39697 h 547117"/>
                <a:gd name="connsiteX3" fmla="*/ 39697 w 79393"/>
                <a:gd name="connsiteY3" fmla="*/ 0 h 547117"/>
                <a:gd name="connsiteX4" fmla="*/ 79393 w 79393"/>
                <a:gd name="connsiteY4" fmla="*/ 39697 h 547117"/>
                <a:gd name="connsiteX5" fmla="*/ 79393 w 79393"/>
                <a:gd name="connsiteY5" fmla="*/ 507421 h 547117"/>
                <a:gd name="connsiteX6" fmla="*/ 39697 w 79393"/>
                <a:gd name="connsiteY6" fmla="*/ 547118 h 54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47117">
                  <a:moveTo>
                    <a:pt x="39697" y="547118"/>
                  </a:moveTo>
                  <a:cubicBezTo>
                    <a:pt x="17773" y="547118"/>
                    <a:pt x="0" y="529344"/>
                    <a:pt x="0" y="5074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07421"/>
                  </a:lnTo>
                  <a:cubicBezTo>
                    <a:pt x="79393" y="529344"/>
                    <a:pt x="61621" y="547118"/>
                    <a:pt x="39697" y="5471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53885927-08BF-E14D-A65A-9E3D1A17A5E5}"/>
                </a:ext>
              </a:extLst>
            </p:cNvPr>
            <p:cNvSpPr/>
            <p:nvPr/>
          </p:nvSpPr>
          <p:spPr>
            <a:xfrm>
              <a:off x="4518321" y="3987118"/>
              <a:ext cx="265256" cy="265273"/>
            </a:xfrm>
            <a:custGeom>
              <a:avLst/>
              <a:gdLst>
                <a:gd name="connsiteX0" fmla="*/ 39678 w 265256"/>
                <a:gd name="connsiteY0" fmla="*/ 265273 h 265273"/>
                <a:gd name="connsiteX1" fmla="*/ 0 w 265256"/>
                <a:gd name="connsiteY1" fmla="*/ 225557 h 265273"/>
                <a:gd name="connsiteX2" fmla="*/ 11643 w 265256"/>
                <a:gd name="connsiteY2" fmla="*/ 197491 h 265273"/>
                <a:gd name="connsiteX3" fmla="*/ 198217 w 265256"/>
                <a:gd name="connsiteY3" fmla="*/ 10918 h 265273"/>
                <a:gd name="connsiteX4" fmla="*/ 254338 w 265256"/>
                <a:gd name="connsiteY4" fmla="*/ 12355 h 265273"/>
                <a:gd name="connsiteX5" fmla="*/ 254338 w 265256"/>
                <a:gd name="connsiteY5" fmla="*/ 67039 h 265273"/>
                <a:gd name="connsiteX6" fmla="*/ 67764 w 265256"/>
                <a:gd name="connsiteY6" fmla="*/ 253662 h 265273"/>
                <a:gd name="connsiteX7" fmla="*/ 39678 w 265256"/>
                <a:gd name="connsiteY7" fmla="*/ 265273 h 26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256" h="265273">
                  <a:moveTo>
                    <a:pt x="39678" y="265273"/>
                  </a:moveTo>
                  <a:cubicBezTo>
                    <a:pt x="17754" y="265263"/>
                    <a:pt x="-10" y="247484"/>
                    <a:pt x="0" y="225557"/>
                  </a:cubicBezTo>
                  <a:cubicBezTo>
                    <a:pt x="5" y="215027"/>
                    <a:pt x="4193" y="204934"/>
                    <a:pt x="11643" y="197491"/>
                  </a:cubicBezTo>
                  <a:lnTo>
                    <a:pt x="198217" y="10918"/>
                  </a:lnTo>
                  <a:cubicBezTo>
                    <a:pt x="214110" y="-4183"/>
                    <a:pt x="239238" y="-3540"/>
                    <a:pt x="254338" y="12355"/>
                  </a:cubicBezTo>
                  <a:cubicBezTo>
                    <a:pt x="268896" y="27676"/>
                    <a:pt x="268896" y="51717"/>
                    <a:pt x="254338" y="67039"/>
                  </a:cubicBezTo>
                  <a:lnTo>
                    <a:pt x="67764" y="253662"/>
                  </a:lnTo>
                  <a:cubicBezTo>
                    <a:pt x="60313" y="261105"/>
                    <a:pt x="50210" y="265283"/>
                    <a:pt x="39678" y="2652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E4341367-104A-F34A-BB41-2828A2EE8991}"/>
                </a:ext>
              </a:extLst>
            </p:cNvPr>
            <p:cNvSpPr/>
            <p:nvPr/>
          </p:nvSpPr>
          <p:spPr>
            <a:xfrm>
              <a:off x="4332345" y="3986420"/>
              <a:ext cx="265482" cy="265971"/>
            </a:xfrm>
            <a:custGeom>
              <a:avLst/>
              <a:gdLst>
                <a:gd name="connsiteX0" fmla="*/ 225655 w 265482"/>
                <a:gd name="connsiteY0" fmla="*/ 265971 h 265971"/>
                <a:gd name="connsiteX1" fmla="*/ 197570 w 265482"/>
                <a:gd name="connsiteY1" fmla="*/ 254311 h 265971"/>
                <a:gd name="connsiteX2" fmla="*/ 11591 w 265482"/>
                <a:gd name="connsiteY2" fmla="*/ 67737 h 265971"/>
                <a:gd name="connsiteX3" fmla="*/ 11665 w 265482"/>
                <a:gd name="connsiteY3" fmla="*/ 11591 h 265971"/>
                <a:gd name="connsiteX4" fmla="*/ 67811 w 265482"/>
                <a:gd name="connsiteY4" fmla="*/ 11665 h 265971"/>
                <a:gd name="connsiteX5" fmla="*/ 253889 w 265482"/>
                <a:gd name="connsiteY5" fmla="*/ 198239 h 265971"/>
                <a:gd name="connsiteX6" fmla="*/ 253821 w 265482"/>
                <a:gd name="connsiteY6" fmla="*/ 254380 h 265971"/>
                <a:gd name="connsiteX7" fmla="*/ 225754 w 265482"/>
                <a:gd name="connsiteY7" fmla="*/ 265971 h 26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482" h="265971">
                  <a:moveTo>
                    <a:pt x="225655" y="265971"/>
                  </a:moveTo>
                  <a:cubicBezTo>
                    <a:pt x="215116" y="265966"/>
                    <a:pt x="205012" y="261774"/>
                    <a:pt x="197570" y="254311"/>
                  </a:cubicBezTo>
                  <a:lnTo>
                    <a:pt x="11591" y="67737"/>
                  </a:lnTo>
                  <a:cubicBezTo>
                    <a:pt x="-3893" y="52212"/>
                    <a:pt x="-3859" y="27075"/>
                    <a:pt x="11665" y="11591"/>
                  </a:cubicBezTo>
                  <a:cubicBezTo>
                    <a:pt x="27190" y="-3893"/>
                    <a:pt x="52328" y="-3859"/>
                    <a:pt x="67811" y="11665"/>
                  </a:cubicBezTo>
                  <a:lnTo>
                    <a:pt x="253889" y="198239"/>
                  </a:lnTo>
                  <a:cubicBezTo>
                    <a:pt x="269373" y="213761"/>
                    <a:pt x="269342" y="238893"/>
                    <a:pt x="253821" y="254380"/>
                  </a:cubicBezTo>
                  <a:cubicBezTo>
                    <a:pt x="246372" y="261808"/>
                    <a:pt x="236277" y="265981"/>
                    <a:pt x="225754" y="2659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6" name="Picture Placeholder 77">
            <a:extLst>
              <a:ext uri="{FF2B5EF4-FFF2-40B4-BE49-F238E27FC236}">
                <a16:creationId xmlns:a16="http://schemas.microsoft.com/office/drawing/2014/main" id="{304C937A-8994-4C65-9C69-2602940AB36C}"/>
              </a:ext>
            </a:extLst>
          </p:cNvPr>
          <p:cNvGrpSpPr>
            <a:grpSpLocks noChangeAspect="1"/>
          </p:cNvGrpSpPr>
          <p:nvPr/>
        </p:nvGrpSpPr>
        <p:grpSpPr>
          <a:xfrm>
            <a:off x="5460430" y="3704827"/>
            <a:ext cx="833628" cy="738653"/>
            <a:chOff x="5460430" y="3704827"/>
            <a:chExt cx="833628" cy="738653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F91DBCE2-1F50-4440-989E-3170B7A4C0A9}"/>
                </a:ext>
              </a:extLst>
            </p:cNvPr>
            <p:cNvSpPr/>
            <p:nvPr/>
          </p:nvSpPr>
          <p:spPr>
            <a:xfrm>
              <a:off x="5460430" y="3704827"/>
              <a:ext cx="833628" cy="359650"/>
            </a:xfrm>
            <a:custGeom>
              <a:avLst/>
              <a:gdLst>
                <a:gd name="connsiteX0" fmla="*/ 793932 w 833628"/>
                <a:gd name="connsiteY0" fmla="*/ 359651 h 359650"/>
                <a:gd name="connsiteX1" fmla="*/ 754235 w 833628"/>
                <a:gd name="connsiteY1" fmla="*/ 319954 h 359650"/>
                <a:gd name="connsiteX2" fmla="*/ 754235 w 833628"/>
                <a:gd name="connsiteY2" fmla="*/ 79393 h 359650"/>
                <a:gd name="connsiteX3" fmla="*/ 79393 w 833628"/>
                <a:gd name="connsiteY3" fmla="*/ 79393 h 359650"/>
                <a:gd name="connsiteX4" fmla="*/ 79393 w 833628"/>
                <a:gd name="connsiteY4" fmla="*/ 319954 h 359650"/>
                <a:gd name="connsiteX5" fmla="*/ 39697 w 833628"/>
                <a:gd name="connsiteY5" fmla="*/ 359651 h 359650"/>
                <a:gd name="connsiteX6" fmla="*/ 0 w 833628"/>
                <a:gd name="connsiteY6" fmla="*/ 319954 h 359650"/>
                <a:gd name="connsiteX7" fmla="*/ 0 w 833628"/>
                <a:gd name="connsiteY7" fmla="*/ 39697 h 359650"/>
                <a:gd name="connsiteX8" fmla="*/ 39697 w 833628"/>
                <a:gd name="connsiteY8" fmla="*/ 0 h 359650"/>
                <a:gd name="connsiteX9" fmla="*/ 793932 w 833628"/>
                <a:gd name="connsiteY9" fmla="*/ 0 h 359650"/>
                <a:gd name="connsiteX10" fmla="*/ 833629 w 833628"/>
                <a:gd name="connsiteY10" fmla="*/ 39697 h 359650"/>
                <a:gd name="connsiteX11" fmla="*/ 833629 w 833628"/>
                <a:gd name="connsiteY11" fmla="*/ 319954 h 359650"/>
                <a:gd name="connsiteX12" fmla="*/ 793932 w 833628"/>
                <a:gd name="connsiteY12" fmla="*/ 359651 h 35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3628" h="359650">
                  <a:moveTo>
                    <a:pt x="793932" y="359651"/>
                  </a:moveTo>
                  <a:cubicBezTo>
                    <a:pt x="772010" y="359651"/>
                    <a:pt x="754235" y="341878"/>
                    <a:pt x="754235" y="319954"/>
                  </a:cubicBezTo>
                  <a:lnTo>
                    <a:pt x="754235" y="79393"/>
                  </a:lnTo>
                  <a:lnTo>
                    <a:pt x="79393" y="79393"/>
                  </a:lnTo>
                  <a:lnTo>
                    <a:pt x="79393" y="319954"/>
                  </a:lnTo>
                  <a:cubicBezTo>
                    <a:pt x="79393" y="341878"/>
                    <a:pt x="61621" y="359651"/>
                    <a:pt x="39697" y="359651"/>
                  </a:cubicBezTo>
                  <a:cubicBezTo>
                    <a:pt x="17773" y="359651"/>
                    <a:pt x="0" y="341878"/>
                    <a:pt x="0" y="31995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3932" y="0"/>
                  </a:lnTo>
                  <a:cubicBezTo>
                    <a:pt x="815854" y="0"/>
                    <a:pt x="833629" y="17773"/>
                    <a:pt x="833629" y="39697"/>
                  </a:cubicBezTo>
                  <a:lnTo>
                    <a:pt x="833629" y="319954"/>
                  </a:lnTo>
                  <a:cubicBezTo>
                    <a:pt x="833629" y="341878"/>
                    <a:pt x="815854" y="359651"/>
                    <a:pt x="793932" y="3596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628FC821-497F-4D4D-9DFA-9E2B3D44A4B2}"/>
                </a:ext>
              </a:extLst>
            </p:cNvPr>
            <p:cNvSpPr/>
            <p:nvPr/>
          </p:nvSpPr>
          <p:spPr>
            <a:xfrm>
              <a:off x="5837548" y="3898347"/>
              <a:ext cx="79393" cy="545132"/>
            </a:xfrm>
            <a:custGeom>
              <a:avLst/>
              <a:gdLst>
                <a:gd name="connsiteX0" fmla="*/ 39697 w 79393"/>
                <a:gd name="connsiteY0" fmla="*/ 545133 h 545132"/>
                <a:gd name="connsiteX1" fmla="*/ 39697 w 79393"/>
                <a:gd name="connsiteY1" fmla="*/ 545133 h 545132"/>
                <a:gd name="connsiteX2" fmla="*/ 0 w 79393"/>
                <a:gd name="connsiteY2" fmla="*/ 505436 h 545132"/>
                <a:gd name="connsiteX3" fmla="*/ 0 w 79393"/>
                <a:gd name="connsiteY3" fmla="*/ 39697 h 545132"/>
                <a:gd name="connsiteX4" fmla="*/ 39697 w 79393"/>
                <a:gd name="connsiteY4" fmla="*/ 0 h 545132"/>
                <a:gd name="connsiteX5" fmla="*/ 39697 w 79393"/>
                <a:gd name="connsiteY5" fmla="*/ 0 h 545132"/>
                <a:gd name="connsiteX6" fmla="*/ 79393 w 79393"/>
                <a:gd name="connsiteY6" fmla="*/ 39697 h 545132"/>
                <a:gd name="connsiteX7" fmla="*/ 79393 w 79393"/>
                <a:gd name="connsiteY7" fmla="*/ 505436 h 545132"/>
                <a:gd name="connsiteX8" fmla="*/ 39697 w 79393"/>
                <a:gd name="connsiteY8" fmla="*/ 545133 h 54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545132">
                  <a:moveTo>
                    <a:pt x="39697" y="545133"/>
                  </a:moveTo>
                  <a:lnTo>
                    <a:pt x="39697" y="545133"/>
                  </a:lnTo>
                  <a:cubicBezTo>
                    <a:pt x="17773" y="545133"/>
                    <a:pt x="0" y="527359"/>
                    <a:pt x="0" y="50543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505436"/>
                  </a:lnTo>
                  <a:cubicBezTo>
                    <a:pt x="79393" y="527359"/>
                    <a:pt x="61621" y="545133"/>
                    <a:pt x="39697" y="5451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577240D-B7D8-1B4D-88D7-4D2D19D09BAD}"/>
                </a:ext>
              </a:extLst>
            </p:cNvPr>
            <p:cNvSpPr/>
            <p:nvPr/>
          </p:nvSpPr>
          <p:spPr>
            <a:xfrm>
              <a:off x="5650446" y="3894640"/>
              <a:ext cx="269430" cy="269475"/>
            </a:xfrm>
            <a:custGeom>
              <a:avLst/>
              <a:gdLst>
                <a:gd name="connsiteX0" fmla="*/ 39580 w 269430"/>
                <a:gd name="connsiteY0" fmla="*/ 269476 h 269475"/>
                <a:gd name="connsiteX1" fmla="*/ 0 w 269430"/>
                <a:gd name="connsiteY1" fmla="*/ 229663 h 269475"/>
                <a:gd name="connsiteX2" fmla="*/ 11494 w 269430"/>
                <a:gd name="connsiteY2" fmla="*/ 201843 h 269475"/>
                <a:gd name="connsiteX3" fmla="*/ 200549 w 269430"/>
                <a:gd name="connsiteY3" fmla="*/ 12788 h 269475"/>
                <a:gd name="connsiteX4" fmla="*/ 256643 w 269430"/>
                <a:gd name="connsiteY4" fmla="*/ 10512 h 269475"/>
                <a:gd name="connsiteX5" fmla="*/ 258918 w 269430"/>
                <a:gd name="connsiteY5" fmla="*/ 66606 h 269475"/>
                <a:gd name="connsiteX6" fmla="*/ 256720 w 269430"/>
                <a:gd name="connsiteY6" fmla="*/ 68810 h 269475"/>
                <a:gd name="connsiteX7" fmla="*/ 67665 w 269430"/>
                <a:gd name="connsiteY7" fmla="*/ 257865 h 269475"/>
                <a:gd name="connsiteX8" fmla="*/ 39580 w 269430"/>
                <a:gd name="connsiteY8" fmla="*/ 269476 h 26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430" h="269475">
                  <a:moveTo>
                    <a:pt x="39580" y="269476"/>
                  </a:moveTo>
                  <a:cubicBezTo>
                    <a:pt x="17656" y="269411"/>
                    <a:pt x="-64" y="251588"/>
                    <a:pt x="0" y="229663"/>
                  </a:cubicBezTo>
                  <a:cubicBezTo>
                    <a:pt x="31" y="219240"/>
                    <a:pt x="4159" y="209248"/>
                    <a:pt x="11494" y="201843"/>
                  </a:cubicBezTo>
                  <a:lnTo>
                    <a:pt x="200549" y="12788"/>
                  </a:lnTo>
                  <a:cubicBezTo>
                    <a:pt x="215411" y="-3330"/>
                    <a:pt x="240524" y="-4349"/>
                    <a:pt x="256643" y="10512"/>
                  </a:cubicBezTo>
                  <a:cubicBezTo>
                    <a:pt x="272761" y="25374"/>
                    <a:pt x="273780" y="50488"/>
                    <a:pt x="258918" y="66606"/>
                  </a:cubicBezTo>
                  <a:cubicBezTo>
                    <a:pt x="258215" y="67369"/>
                    <a:pt x="257481" y="68104"/>
                    <a:pt x="256720" y="68810"/>
                  </a:cubicBezTo>
                  <a:lnTo>
                    <a:pt x="67665" y="257865"/>
                  </a:lnTo>
                  <a:cubicBezTo>
                    <a:pt x="60214" y="265308"/>
                    <a:pt x="50111" y="269486"/>
                    <a:pt x="39580" y="26947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485AD4-A55D-3445-A32D-E8F232E68564}"/>
                </a:ext>
              </a:extLst>
            </p:cNvPr>
            <p:cNvSpPr/>
            <p:nvPr/>
          </p:nvSpPr>
          <p:spPr>
            <a:xfrm>
              <a:off x="5839354" y="3895663"/>
              <a:ext cx="267961" cy="268452"/>
            </a:xfrm>
            <a:custGeom>
              <a:avLst/>
              <a:gdLst>
                <a:gd name="connsiteX0" fmla="*/ 228285 w 267961"/>
                <a:gd name="connsiteY0" fmla="*/ 268452 h 268452"/>
                <a:gd name="connsiteX1" fmla="*/ 200150 w 267961"/>
                <a:gd name="connsiteY1" fmla="*/ 256792 h 268452"/>
                <a:gd name="connsiteX2" fmla="*/ 11591 w 267961"/>
                <a:gd name="connsiteY2" fmla="*/ 67737 h 268452"/>
                <a:gd name="connsiteX3" fmla="*/ 11665 w 267961"/>
                <a:gd name="connsiteY3" fmla="*/ 11591 h 268452"/>
                <a:gd name="connsiteX4" fmla="*/ 67811 w 267961"/>
                <a:gd name="connsiteY4" fmla="*/ 11665 h 268452"/>
                <a:gd name="connsiteX5" fmla="*/ 256370 w 267961"/>
                <a:gd name="connsiteY5" fmla="*/ 200720 h 268452"/>
                <a:gd name="connsiteX6" fmla="*/ 256301 w 267961"/>
                <a:gd name="connsiteY6" fmla="*/ 256861 h 268452"/>
                <a:gd name="connsiteX7" fmla="*/ 228285 w 267961"/>
                <a:gd name="connsiteY7" fmla="*/ 268452 h 2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61" h="268452">
                  <a:moveTo>
                    <a:pt x="228285" y="268452"/>
                  </a:moveTo>
                  <a:cubicBezTo>
                    <a:pt x="217730" y="268462"/>
                    <a:pt x="207603" y="264265"/>
                    <a:pt x="200150" y="256792"/>
                  </a:cubicBezTo>
                  <a:lnTo>
                    <a:pt x="11591" y="67737"/>
                  </a:lnTo>
                  <a:cubicBezTo>
                    <a:pt x="-3893" y="52212"/>
                    <a:pt x="-3859" y="27075"/>
                    <a:pt x="11665" y="11591"/>
                  </a:cubicBezTo>
                  <a:cubicBezTo>
                    <a:pt x="27190" y="-3893"/>
                    <a:pt x="52328" y="-3859"/>
                    <a:pt x="67811" y="11665"/>
                  </a:cubicBezTo>
                  <a:lnTo>
                    <a:pt x="256370" y="200720"/>
                  </a:lnTo>
                  <a:cubicBezTo>
                    <a:pt x="271852" y="216242"/>
                    <a:pt x="271822" y="241374"/>
                    <a:pt x="256301" y="256861"/>
                  </a:cubicBezTo>
                  <a:cubicBezTo>
                    <a:pt x="248863" y="264279"/>
                    <a:pt x="238789" y="268448"/>
                    <a:pt x="228285" y="26845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1" name="Picture Placeholder 79">
            <a:extLst>
              <a:ext uri="{FF2B5EF4-FFF2-40B4-BE49-F238E27FC236}">
                <a16:creationId xmlns:a16="http://schemas.microsoft.com/office/drawing/2014/main" id="{5B97B6D5-DCA4-4537-BC44-CB439E70966B}"/>
              </a:ext>
            </a:extLst>
          </p:cNvPr>
          <p:cNvGrpSpPr>
            <a:grpSpLocks noChangeAspect="1"/>
          </p:cNvGrpSpPr>
          <p:nvPr/>
        </p:nvGrpSpPr>
        <p:grpSpPr>
          <a:xfrm>
            <a:off x="6782627" y="3714404"/>
            <a:ext cx="825101" cy="719748"/>
            <a:chOff x="6782627" y="3714404"/>
            <a:chExt cx="825101" cy="719748"/>
          </a:xfrm>
        </p:grpSpPr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58B95F66-7E1A-7E4A-B1B4-49735C366F4C}"/>
                </a:ext>
              </a:extLst>
            </p:cNvPr>
            <p:cNvSpPr/>
            <p:nvPr/>
          </p:nvSpPr>
          <p:spPr>
            <a:xfrm>
              <a:off x="6873046" y="3714404"/>
              <a:ext cx="549831" cy="414884"/>
            </a:xfrm>
            <a:custGeom>
              <a:avLst/>
              <a:gdLst>
                <a:gd name="connsiteX0" fmla="*/ 39761 w 549831"/>
                <a:gd name="connsiteY0" fmla="*/ 414829 h 414884"/>
                <a:gd name="connsiteX1" fmla="*/ 35593 w 549831"/>
                <a:gd name="connsiteY1" fmla="*/ 414829 h 414884"/>
                <a:gd name="connsiteX2" fmla="*/ 214 w 549831"/>
                <a:gd name="connsiteY2" fmla="*/ 371262 h 414884"/>
                <a:gd name="connsiteX3" fmla="*/ 2099 w 549831"/>
                <a:gd name="connsiteY3" fmla="*/ 351860 h 414884"/>
                <a:gd name="connsiteX4" fmla="*/ 362048 w 549831"/>
                <a:gd name="connsiteY4" fmla="*/ 0 h 414884"/>
                <a:gd name="connsiteX5" fmla="*/ 528526 w 549831"/>
                <a:gd name="connsiteY5" fmla="*/ 45304 h 414884"/>
                <a:gd name="connsiteX6" fmla="*/ 545298 w 549831"/>
                <a:gd name="connsiteY6" fmla="*/ 98894 h 414884"/>
                <a:gd name="connsiteX7" fmla="*/ 491707 w 549831"/>
                <a:gd name="connsiteY7" fmla="*/ 115666 h 414884"/>
                <a:gd name="connsiteX8" fmla="*/ 362048 w 549831"/>
                <a:gd name="connsiteY8" fmla="*/ 79393 h 414884"/>
                <a:gd name="connsiteX9" fmla="*/ 81492 w 549831"/>
                <a:gd name="connsiteY9" fmla="*/ 353994 h 414884"/>
                <a:gd name="connsiteX10" fmla="*/ 79160 w 549831"/>
                <a:gd name="connsiteY10" fmla="*/ 379251 h 414884"/>
                <a:gd name="connsiteX11" fmla="*/ 39761 w 549831"/>
                <a:gd name="connsiteY11" fmla="*/ 414829 h 414884"/>
                <a:gd name="connsiteX12" fmla="*/ 2099 w 549831"/>
                <a:gd name="connsiteY12" fmla="*/ 352307 h 414884"/>
                <a:gd name="connsiteX13" fmla="*/ 2099 w 549831"/>
                <a:gd name="connsiteY13" fmla="*/ 352307 h 414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9831" h="414884">
                  <a:moveTo>
                    <a:pt x="39761" y="414829"/>
                  </a:moveTo>
                  <a:cubicBezTo>
                    <a:pt x="38373" y="414903"/>
                    <a:pt x="36982" y="414903"/>
                    <a:pt x="35593" y="414829"/>
                  </a:cubicBezTo>
                  <a:cubicBezTo>
                    <a:pt x="13796" y="412562"/>
                    <a:pt x="-2041" y="393060"/>
                    <a:pt x="214" y="371262"/>
                  </a:cubicBezTo>
                  <a:cubicBezTo>
                    <a:pt x="1008" y="363769"/>
                    <a:pt x="1901" y="354540"/>
                    <a:pt x="2099" y="351860"/>
                  </a:cubicBezTo>
                  <a:cubicBezTo>
                    <a:pt x="6601" y="156277"/>
                    <a:pt x="166413" y="56"/>
                    <a:pt x="362048" y="0"/>
                  </a:cubicBezTo>
                  <a:cubicBezTo>
                    <a:pt x="414994" y="0"/>
                    <a:pt x="470966" y="15234"/>
                    <a:pt x="528526" y="45304"/>
                  </a:cubicBezTo>
                  <a:cubicBezTo>
                    <a:pt x="547957" y="55471"/>
                    <a:pt x="555465" y="79464"/>
                    <a:pt x="545298" y="98894"/>
                  </a:cubicBezTo>
                  <a:cubicBezTo>
                    <a:pt x="535130" y="118324"/>
                    <a:pt x="511139" y="125833"/>
                    <a:pt x="491707" y="115666"/>
                  </a:cubicBezTo>
                  <a:cubicBezTo>
                    <a:pt x="445014" y="91252"/>
                    <a:pt x="402390" y="79393"/>
                    <a:pt x="362048" y="79393"/>
                  </a:cubicBezTo>
                  <a:cubicBezTo>
                    <a:pt x="209430" y="79438"/>
                    <a:pt x="84811" y="201412"/>
                    <a:pt x="81492" y="353994"/>
                  </a:cubicBezTo>
                  <a:cubicBezTo>
                    <a:pt x="81492" y="355631"/>
                    <a:pt x="81492" y="357864"/>
                    <a:pt x="79160" y="379251"/>
                  </a:cubicBezTo>
                  <a:cubicBezTo>
                    <a:pt x="77054" y="399439"/>
                    <a:pt x="60059" y="414786"/>
                    <a:pt x="39761" y="414829"/>
                  </a:cubicBezTo>
                  <a:close/>
                  <a:moveTo>
                    <a:pt x="2099" y="352307"/>
                  </a:moveTo>
                  <a:lnTo>
                    <a:pt x="2099" y="352307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5A58515-BFBC-8E45-8F38-464BEFAE67D9}"/>
                </a:ext>
              </a:extLst>
            </p:cNvPr>
            <p:cNvSpPr/>
            <p:nvPr/>
          </p:nvSpPr>
          <p:spPr>
            <a:xfrm>
              <a:off x="6873178" y="4030135"/>
              <a:ext cx="173764" cy="174620"/>
            </a:xfrm>
            <a:custGeom>
              <a:avLst/>
              <a:gdLst>
                <a:gd name="connsiteX0" fmla="*/ 39580 w 173764"/>
                <a:gd name="connsiteY0" fmla="*/ 174620 h 174620"/>
                <a:gd name="connsiteX1" fmla="*/ 0 w 173764"/>
                <a:gd name="connsiteY1" fmla="*/ 134805 h 174620"/>
                <a:gd name="connsiteX2" fmla="*/ 11494 w 173764"/>
                <a:gd name="connsiteY2" fmla="*/ 106987 h 174620"/>
                <a:gd name="connsiteX3" fmla="*/ 106617 w 173764"/>
                <a:gd name="connsiteY3" fmla="*/ 11021 h 174620"/>
                <a:gd name="connsiteX4" fmla="*/ 162743 w 173764"/>
                <a:gd name="connsiteY4" fmla="*/ 12246 h 174620"/>
                <a:gd name="connsiteX5" fmla="*/ 162937 w 173764"/>
                <a:gd name="connsiteY5" fmla="*/ 66944 h 174620"/>
                <a:gd name="connsiteX6" fmla="*/ 67764 w 173764"/>
                <a:gd name="connsiteY6" fmla="*/ 162910 h 174620"/>
                <a:gd name="connsiteX7" fmla="*/ 39580 w 173764"/>
                <a:gd name="connsiteY7" fmla="*/ 174620 h 17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64" h="174620">
                  <a:moveTo>
                    <a:pt x="39580" y="174620"/>
                  </a:moveTo>
                  <a:cubicBezTo>
                    <a:pt x="17656" y="174556"/>
                    <a:pt x="-64" y="156732"/>
                    <a:pt x="0" y="134805"/>
                  </a:cubicBezTo>
                  <a:cubicBezTo>
                    <a:pt x="31" y="124384"/>
                    <a:pt x="4159" y="114391"/>
                    <a:pt x="11494" y="106987"/>
                  </a:cubicBezTo>
                  <a:lnTo>
                    <a:pt x="106617" y="11021"/>
                  </a:lnTo>
                  <a:cubicBezTo>
                    <a:pt x="122454" y="-4140"/>
                    <a:pt x="147583" y="-3591"/>
                    <a:pt x="162743" y="12246"/>
                  </a:cubicBezTo>
                  <a:cubicBezTo>
                    <a:pt x="177363" y="27518"/>
                    <a:pt x="177448" y="51569"/>
                    <a:pt x="162937" y="66944"/>
                  </a:cubicBezTo>
                  <a:lnTo>
                    <a:pt x="67764" y="162910"/>
                  </a:lnTo>
                  <a:cubicBezTo>
                    <a:pt x="60305" y="170413"/>
                    <a:pt x="50160" y="174630"/>
                    <a:pt x="39580" y="174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165E7E3E-BDD7-AB4B-A401-98065F73E081}"/>
                </a:ext>
              </a:extLst>
            </p:cNvPr>
            <p:cNvSpPr/>
            <p:nvPr/>
          </p:nvSpPr>
          <p:spPr>
            <a:xfrm>
              <a:off x="6782627" y="4035175"/>
              <a:ext cx="169809" cy="169580"/>
            </a:xfrm>
            <a:custGeom>
              <a:avLst/>
              <a:gdLst>
                <a:gd name="connsiteX0" fmla="*/ 130131 w 169809"/>
                <a:gd name="connsiteY0" fmla="*/ 169581 h 169580"/>
                <a:gd name="connsiteX1" fmla="*/ 102046 w 169809"/>
                <a:gd name="connsiteY1" fmla="*/ 158019 h 169580"/>
                <a:gd name="connsiteX2" fmla="*/ 10942 w 169809"/>
                <a:gd name="connsiteY2" fmla="*/ 67064 h 169580"/>
                <a:gd name="connsiteX3" fmla="*/ 12329 w 169809"/>
                <a:gd name="connsiteY3" fmla="*/ 10942 h 169580"/>
                <a:gd name="connsiteX4" fmla="*/ 67014 w 169809"/>
                <a:gd name="connsiteY4" fmla="*/ 10894 h 169580"/>
                <a:gd name="connsiteX5" fmla="*/ 158167 w 169809"/>
                <a:gd name="connsiteY5" fmla="*/ 101799 h 169580"/>
                <a:gd name="connsiteX6" fmla="*/ 158198 w 169809"/>
                <a:gd name="connsiteY6" fmla="*/ 157940 h 169580"/>
                <a:gd name="connsiteX7" fmla="*/ 130131 w 169809"/>
                <a:gd name="connsiteY7" fmla="*/ 169581 h 16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809" h="169580">
                  <a:moveTo>
                    <a:pt x="130131" y="169581"/>
                  </a:moveTo>
                  <a:cubicBezTo>
                    <a:pt x="119607" y="169600"/>
                    <a:pt x="109505" y="165442"/>
                    <a:pt x="102046" y="158019"/>
                  </a:cubicBezTo>
                  <a:lnTo>
                    <a:pt x="10942" y="67064"/>
                  </a:lnTo>
                  <a:cubicBezTo>
                    <a:pt x="-4173" y="51184"/>
                    <a:pt x="-3552" y="26057"/>
                    <a:pt x="12329" y="10942"/>
                  </a:cubicBezTo>
                  <a:cubicBezTo>
                    <a:pt x="27638" y="-3629"/>
                    <a:pt x="51679" y="-3650"/>
                    <a:pt x="67014" y="10894"/>
                  </a:cubicBezTo>
                  <a:lnTo>
                    <a:pt x="158167" y="101799"/>
                  </a:lnTo>
                  <a:cubicBezTo>
                    <a:pt x="173678" y="117290"/>
                    <a:pt x="173692" y="142428"/>
                    <a:pt x="158198" y="157940"/>
                  </a:cubicBezTo>
                  <a:cubicBezTo>
                    <a:pt x="150757" y="165388"/>
                    <a:pt x="140661" y="169576"/>
                    <a:pt x="130131" y="16958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4FA26866-7116-F54F-B913-4BB90F6D8ABD}"/>
                </a:ext>
              </a:extLst>
            </p:cNvPr>
            <p:cNvSpPr/>
            <p:nvPr/>
          </p:nvSpPr>
          <p:spPr>
            <a:xfrm>
              <a:off x="6969256" y="3989401"/>
              <a:ext cx="547237" cy="444750"/>
            </a:xfrm>
            <a:custGeom>
              <a:avLst/>
              <a:gdLst>
                <a:gd name="connsiteX0" fmla="*/ 185254 w 547237"/>
                <a:gd name="connsiteY0" fmla="*/ 444750 h 444750"/>
                <a:gd name="connsiteX1" fmla="*/ 20960 w 547237"/>
                <a:gd name="connsiteY1" fmla="*/ 399546 h 444750"/>
                <a:gd name="connsiteX2" fmla="*/ 4712 w 547237"/>
                <a:gd name="connsiteY2" fmla="*/ 345807 h 444750"/>
                <a:gd name="connsiteX3" fmla="*/ 57431 w 547237"/>
                <a:gd name="connsiteY3" fmla="*/ 329035 h 444750"/>
                <a:gd name="connsiteX4" fmla="*/ 185254 w 547237"/>
                <a:gd name="connsiteY4" fmla="*/ 365357 h 444750"/>
                <a:gd name="connsiteX5" fmla="*/ 464767 w 547237"/>
                <a:gd name="connsiteY5" fmla="*/ 109612 h 444750"/>
                <a:gd name="connsiteX6" fmla="*/ 467844 w 547237"/>
                <a:gd name="connsiteY6" fmla="*/ 39697 h 444750"/>
                <a:gd name="connsiteX7" fmla="*/ 507541 w 547237"/>
                <a:gd name="connsiteY7" fmla="*/ 0 h 444750"/>
                <a:gd name="connsiteX8" fmla="*/ 547237 w 547237"/>
                <a:gd name="connsiteY8" fmla="*/ 39697 h 444750"/>
                <a:gd name="connsiteX9" fmla="*/ 543863 w 547237"/>
                <a:gd name="connsiteY9" fmla="*/ 116559 h 444750"/>
                <a:gd name="connsiteX10" fmla="*/ 185254 w 547237"/>
                <a:gd name="connsiteY10" fmla="*/ 444750 h 44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7237" h="444750">
                  <a:moveTo>
                    <a:pt x="185254" y="444750"/>
                  </a:moveTo>
                  <a:cubicBezTo>
                    <a:pt x="133549" y="444750"/>
                    <a:pt x="79810" y="429864"/>
                    <a:pt x="20960" y="399546"/>
                  </a:cubicBezTo>
                  <a:cubicBezTo>
                    <a:pt x="1634" y="389195"/>
                    <a:pt x="-5640" y="365134"/>
                    <a:pt x="4712" y="345807"/>
                  </a:cubicBezTo>
                  <a:cubicBezTo>
                    <a:pt x="14854" y="326876"/>
                    <a:pt x="38214" y="319443"/>
                    <a:pt x="57431" y="329035"/>
                  </a:cubicBezTo>
                  <a:cubicBezTo>
                    <a:pt x="104719" y="353498"/>
                    <a:pt x="146748" y="365357"/>
                    <a:pt x="185254" y="365357"/>
                  </a:cubicBezTo>
                  <a:cubicBezTo>
                    <a:pt x="330573" y="365293"/>
                    <a:pt x="451821" y="254351"/>
                    <a:pt x="464767" y="109612"/>
                  </a:cubicBezTo>
                  <a:cubicBezTo>
                    <a:pt x="465512" y="101375"/>
                    <a:pt x="467844" y="47834"/>
                    <a:pt x="467844" y="39697"/>
                  </a:cubicBezTo>
                  <a:cubicBezTo>
                    <a:pt x="467844" y="17773"/>
                    <a:pt x="485618" y="0"/>
                    <a:pt x="507541" y="0"/>
                  </a:cubicBezTo>
                  <a:cubicBezTo>
                    <a:pt x="529463" y="0"/>
                    <a:pt x="547237" y="17773"/>
                    <a:pt x="547237" y="39697"/>
                  </a:cubicBezTo>
                  <a:cubicBezTo>
                    <a:pt x="547237" y="50067"/>
                    <a:pt x="544806" y="106089"/>
                    <a:pt x="543863" y="116559"/>
                  </a:cubicBezTo>
                  <a:cubicBezTo>
                    <a:pt x="527270" y="302274"/>
                    <a:pt x="371709" y="444641"/>
                    <a:pt x="185254" y="4447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1DE2B900-26E5-BE47-9947-97F8A31F49B2}"/>
                </a:ext>
              </a:extLst>
            </p:cNvPr>
            <p:cNvSpPr/>
            <p:nvPr/>
          </p:nvSpPr>
          <p:spPr>
            <a:xfrm>
              <a:off x="7341947" y="3944341"/>
              <a:ext cx="172590" cy="172535"/>
            </a:xfrm>
            <a:custGeom>
              <a:avLst/>
              <a:gdLst>
                <a:gd name="connsiteX0" fmla="*/ 39726 w 172590"/>
                <a:gd name="connsiteY0" fmla="*/ 172536 h 172535"/>
                <a:gd name="connsiteX1" fmla="*/ 0 w 172590"/>
                <a:gd name="connsiteY1" fmla="*/ 132870 h 172535"/>
                <a:gd name="connsiteX2" fmla="*/ 11641 w 172590"/>
                <a:gd name="connsiteY2" fmla="*/ 104754 h 172535"/>
                <a:gd name="connsiteX3" fmla="*/ 104829 w 172590"/>
                <a:gd name="connsiteY3" fmla="*/ 11616 h 172535"/>
                <a:gd name="connsiteX4" fmla="*/ 160975 w 172590"/>
                <a:gd name="connsiteY4" fmla="*/ 11641 h 172535"/>
                <a:gd name="connsiteX5" fmla="*/ 160950 w 172590"/>
                <a:gd name="connsiteY5" fmla="*/ 67786 h 172535"/>
                <a:gd name="connsiteX6" fmla="*/ 67762 w 172590"/>
                <a:gd name="connsiteY6" fmla="*/ 160924 h 172535"/>
                <a:gd name="connsiteX7" fmla="*/ 39726 w 172590"/>
                <a:gd name="connsiteY7" fmla="*/ 172536 h 17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90" h="172535">
                  <a:moveTo>
                    <a:pt x="39726" y="172536"/>
                  </a:moveTo>
                  <a:cubicBezTo>
                    <a:pt x="17804" y="172553"/>
                    <a:pt x="15" y="154794"/>
                    <a:pt x="0" y="132870"/>
                  </a:cubicBezTo>
                  <a:cubicBezTo>
                    <a:pt x="-10" y="122323"/>
                    <a:pt x="4178" y="112207"/>
                    <a:pt x="11641" y="104754"/>
                  </a:cubicBezTo>
                  <a:lnTo>
                    <a:pt x="104829" y="11616"/>
                  </a:lnTo>
                  <a:cubicBezTo>
                    <a:pt x="120340" y="-3882"/>
                    <a:pt x="145478" y="-3870"/>
                    <a:pt x="160975" y="11641"/>
                  </a:cubicBezTo>
                  <a:cubicBezTo>
                    <a:pt x="176471" y="27151"/>
                    <a:pt x="176461" y="52289"/>
                    <a:pt x="160950" y="67786"/>
                  </a:cubicBezTo>
                  <a:lnTo>
                    <a:pt x="67762" y="160924"/>
                  </a:lnTo>
                  <a:cubicBezTo>
                    <a:pt x="60324" y="168355"/>
                    <a:pt x="50241" y="172531"/>
                    <a:pt x="39726" y="1725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A32441C2-5871-9948-99F6-A20D0C553BA4}"/>
                </a:ext>
              </a:extLst>
            </p:cNvPr>
            <p:cNvSpPr/>
            <p:nvPr/>
          </p:nvSpPr>
          <p:spPr>
            <a:xfrm>
              <a:off x="7434421" y="3943652"/>
              <a:ext cx="173306" cy="173274"/>
            </a:xfrm>
            <a:custGeom>
              <a:avLst/>
              <a:gdLst>
                <a:gd name="connsiteX0" fmla="*/ 133579 w 173306"/>
                <a:gd name="connsiteY0" fmla="*/ 173225 h 173274"/>
                <a:gd name="connsiteX1" fmla="*/ 105493 w 173306"/>
                <a:gd name="connsiteY1" fmla="*/ 161614 h 173274"/>
                <a:gd name="connsiteX2" fmla="*/ 12355 w 173306"/>
                <a:gd name="connsiteY2" fmla="*/ 68476 h 173274"/>
                <a:gd name="connsiteX3" fmla="*/ 10916 w 173306"/>
                <a:gd name="connsiteY3" fmla="*/ 12355 h 173274"/>
                <a:gd name="connsiteX4" fmla="*/ 67037 w 173306"/>
                <a:gd name="connsiteY4" fmla="*/ 10917 h 173274"/>
                <a:gd name="connsiteX5" fmla="*/ 68476 w 173306"/>
                <a:gd name="connsiteY5" fmla="*/ 12355 h 173274"/>
                <a:gd name="connsiteX6" fmla="*/ 161664 w 173306"/>
                <a:gd name="connsiteY6" fmla="*/ 105493 h 173274"/>
                <a:gd name="connsiteX7" fmla="*/ 161694 w 173306"/>
                <a:gd name="connsiteY7" fmla="*/ 161632 h 173274"/>
                <a:gd name="connsiteX8" fmla="*/ 133579 w 173306"/>
                <a:gd name="connsiteY8" fmla="*/ 173275 h 17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306" h="173274">
                  <a:moveTo>
                    <a:pt x="133579" y="173225"/>
                  </a:moveTo>
                  <a:cubicBezTo>
                    <a:pt x="123049" y="173234"/>
                    <a:pt x="112946" y="169056"/>
                    <a:pt x="105493" y="161614"/>
                  </a:cubicBezTo>
                  <a:lnTo>
                    <a:pt x="12355" y="68476"/>
                  </a:lnTo>
                  <a:cubicBezTo>
                    <a:pt x="-3538" y="53375"/>
                    <a:pt x="-4184" y="28249"/>
                    <a:pt x="10916" y="12355"/>
                  </a:cubicBezTo>
                  <a:cubicBezTo>
                    <a:pt x="26021" y="-3540"/>
                    <a:pt x="51144" y="-4183"/>
                    <a:pt x="67037" y="10917"/>
                  </a:cubicBezTo>
                  <a:cubicBezTo>
                    <a:pt x="67528" y="11384"/>
                    <a:pt x="68010" y="11864"/>
                    <a:pt x="68476" y="12355"/>
                  </a:cubicBezTo>
                  <a:lnTo>
                    <a:pt x="161664" y="105493"/>
                  </a:lnTo>
                  <a:cubicBezTo>
                    <a:pt x="177175" y="120987"/>
                    <a:pt x="177190" y="146121"/>
                    <a:pt x="161694" y="161632"/>
                  </a:cubicBezTo>
                  <a:cubicBezTo>
                    <a:pt x="154241" y="169094"/>
                    <a:pt x="144123" y="173283"/>
                    <a:pt x="133579" y="1732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CCAD40C5-4DF4-A443-8700-BBBC118F2A6B}"/>
                </a:ext>
              </a:extLst>
            </p:cNvPr>
            <p:cNvSpPr/>
            <p:nvPr/>
          </p:nvSpPr>
          <p:spPr>
            <a:xfrm>
              <a:off x="7341947" y="3944341"/>
              <a:ext cx="172590" cy="172535"/>
            </a:xfrm>
            <a:custGeom>
              <a:avLst/>
              <a:gdLst>
                <a:gd name="connsiteX0" fmla="*/ 39726 w 172590"/>
                <a:gd name="connsiteY0" fmla="*/ 172536 h 172535"/>
                <a:gd name="connsiteX1" fmla="*/ 0 w 172590"/>
                <a:gd name="connsiteY1" fmla="*/ 132870 h 172535"/>
                <a:gd name="connsiteX2" fmla="*/ 11641 w 172590"/>
                <a:gd name="connsiteY2" fmla="*/ 104754 h 172535"/>
                <a:gd name="connsiteX3" fmla="*/ 104829 w 172590"/>
                <a:gd name="connsiteY3" fmla="*/ 11616 h 172535"/>
                <a:gd name="connsiteX4" fmla="*/ 160975 w 172590"/>
                <a:gd name="connsiteY4" fmla="*/ 11641 h 172535"/>
                <a:gd name="connsiteX5" fmla="*/ 160950 w 172590"/>
                <a:gd name="connsiteY5" fmla="*/ 67786 h 172535"/>
                <a:gd name="connsiteX6" fmla="*/ 67762 w 172590"/>
                <a:gd name="connsiteY6" fmla="*/ 160924 h 172535"/>
                <a:gd name="connsiteX7" fmla="*/ 39726 w 172590"/>
                <a:gd name="connsiteY7" fmla="*/ 172536 h 17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90" h="172535">
                  <a:moveTo>
                    <a:pt x="39726" y="172536"/>
                  </a:moveTo>
                  <a:cubicBezTo>
                    <a:pt x="17804" y="172553"/>
                    <a:pt x="15" y="154794"/>
                    <a:pt x="0" y="132870"/>
                  </a:cubicBezTo>
                  <a:cubicBezTo>
                    <a:pt x="-10" y="122323"/>
                    <a:pt x="4178" y="112207"/>
                    <a:pt x="11641" y="104754"/>
                  </a:cubicBezTo>
                  <a:lnTo>
                    <a:pt x="104829" y="11616"/>
                  </a:lnTo>
                  <a:cubicBezTo>
                    <a:pt x="120340" y="-3882"/>
                    <a:pt x="145478" y="-3870"/>
                    <a:pt x="160975" y="11641"/>
                  </a:cubicBezTo>
                  <a:cubicBezTo>
                    <a:pt x="176471" y="27151"/>
                    <a:pt x="176461" y="52289"/>
                    <a:pt x="160950" y="67786"/>
                  </a:cubicBezTo>
                  <a:lnTo>
                    <a:pt x="67762" y="160924"/>
                  </a:lnTo>
                  <a:cubicBezTo>
                    <a:pt x="60324" y="168355"/>
                    <a:pt x="50241" y="172531"/>
                    <a:pt x="39726" y="1725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81">
            <a:extLst>
              <a:ext uri="{FF2B5EF4-FFF2-40B4-BE49-F238E27FC236}">
                <a16:creationId xmlns:a16="http://schemas.microsoft.com/office/drawing/2014/main" id="{7D53F195-15C6-4E0A-AC2A-0A4F6EA263EF}"/>
              </a:ext>
            </a:extLst>
          </p:cNvPr>
          <p:cNvGrpSpPr>
            <a:grpSpLocks noChangeAspect="1"/>
          </p:cNvGrpSpPr>
          <p:nvPr/>
        </p:nvGrpSpPr>
        <p:grpSpPr>
          <a:xfrm>
            <a:off x="8095316" y="3657240"/>
            <a:ext cx="833957" cy="833826"/>
            <a:chOff x="8095316" y="3657240"/>
            <a:chExt cx="833957" cy="833826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5EFB7C25-D378-614C-AD28-6DE6D581A959}"/>
                </a:ext>
              </a:extLst>
            </p:cNvPr>
            <p:cNvSpPr/>
            <p:nvPr/>
          </p:nvSpPr>
          <p:spPr>
            <a:xfrm>
              <a:off x="8095715" y="3657434"/>
              <a:ext cx="265383" cy="265375"/>
            </a:xfrm>
            <a:custGeom>
              <a:avLst/>
              <a:gdLst>
                <a:gd name="connsiteX0" fmla="*/ 225804 w 265383"/>
                <a:gd name="connsiteY0" fmla="*/ 265376 h 265375"/>
                <a:gd name="connsiteX1" fmla="*/ 197718 w 265383"/>
                <a:gd name="connsiteY1" fmla="*/ 253765 h 265375"/>
                <a:gd name="connsiteX2" fmla="*/ 11641 w 265383"/>
                <a:gd name="connsiteY2" fmla="*/ 67786 h 265375"/>
                <a:gd name="connsiteX3" fmla="*/ 11616 w 265383"/>
                <a:gd name="connsiteY3" fmla="*/ 11641 h 265375"/>
                <a:gd name="connsiteX4" fmla="*/ 67762 w 265383"/>
                <a:gd name="connsiteY4" fmla="*/ 11616 h 265375"/>
                <a:gd name="connsiteX5" fmla="*/ 253839 w 265383"/>
                <a:gd name="connsiteY5" fmla="*/ 197693 h 265375"/>
                <a:gd name="connsiteX6" fmla="*/ 253673 w 265383"/>
                <a:gd name="connsiteY6" fmla="*/ 253833 h 265375"/>
                <a:gd name="connsiteX7" fmla="*/ 225804 w 265383"/>
                <a:gd name="connsiteY7" fmla="*/ 265376 h 26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383" h="265375">
                  <a:moveTo>
                    <a:pt x="225804" y="265376"/>
                  </a:moveTo>
                  <a:cubicBezTo>
                    <a:pt x="215272" y="265384"/>
                    <a:pt x="205169" y="261207"/>
                    <a:pt x="197718" y="253765"/>
                  </a:cubicBezTo>
                  <a:lnTo>
                    <a:pt x="11641" y="67786"/>
                  </a:lnTo>
                  <a:cubicBezTo>
                    <a:pt x="-3871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253839" y="197693"/>
                  </a:lnTo>
                  <a:cubicBezTo>
                    <a:pt x="269296" y="213242"/>
                    <a:pt x="269221" y="238376"/>
                    <a:pt x="253673" y="253833"/>
                  </a:cubicBezTo>
                  <a:cubicBezTo>
                    <a:pt x="246264" y="261197"/>
                    <a:pt x="236250" y="265345"/>
                    <a:pt x="225804" y="2653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70AB543-7B18-8B4A-932D-9E32163CFF9A}"/>
                </a:ext>
              </a:extLst>
            </p:cNvPr>
            <p:cNvSpPr/>
            <p:nvPr/>
          </p:nvSpPr>
          <p:spPr>
            <a:xfrm>
              <a:off x="8661317" y="4222242"/>
              <a:ext cx="265211" cy="265202"/>
            </a:xfrm>
            <a:custGeom>
              <a:avLst/>
              <a:gdLst>
                <a:gd name="connsiteX0" fmla="*/ 225630 w 265211"/>
                <a:gd name="connsiteY0" fmla="*/ 265202 h 265202"/>
                <a:gd name="connsiteX1" fmla="*/ 197545 w 265211"/>
                <a:gd name="connsiteY1" fmla="*/ 253591 h 265202"/>
                <a:gd name="connsiteX2" fmla="*/ 11616 w 265211"/>
                <a:gd name="connsiteY2" fmla="*/ 67761 h 265202"/>
                <a:gd name="connsiteX3" fmla="*/ 11640 w 265211"/>
                <a:gd name="connsiteY3" fmla="*/ 11616 h 265202"/>
                <a:gd name="connsiteX4" fmla="*/ 67786 w 265211"/>
                <a:gd name="connsiteY4" fmla="*/ 11640 h 265202"/>
                <a:gd name="connsiteX5" fmla="*/ 253864 w 265211"/>
                <a:gd name="connsiteY5" fmla="*/ 197718 h 265202"/>
                <a:gd name="connsiteX6" fmla="*/ 253303 w 265211"/>
                <a:gd name="connsiteY6" fmla="*/ 253854 h 265202"/>
                <a:gd name="connsiteX7" fmla="*/ 225630 w 265211"/>
                <a:gd name="connsiteY7" fmla="*/ 265202 h 26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211" h="265202">
                  <a:moveTo>
                    <a:pt x="225630" y="265202"/>
                  </a:moveTo>
                  <a:cubicBezTo>
                    <a:pt x="215100" y="265212"/>
                    <a:pt x="204998" y="261034"/>
                    <a:pt x="197545" y="253591"/>
                  </a:cubicBezTo>
                  <a:lnTo>
                    <a:pt x="11616" y="67761"/>
                  </a:lnTo>
                  <a:cubicBezTo>
                    <a:pt x="-3881" y="52250"/>
                    <a:pt x="-3871" y="27112"/>
                    <a:pt x="11640" y="11616"/>
                  </a:cubicBezTo>
                  <a:cubicBezTo>
                    <a:pt x="27152" y="-3881"/>
                    <a:pt x="52290" y="-3871"/>
                    <a:pt x="67786" y="11640"/>
                  </a:cubicBezTo>
                  <a:lnTo>
                    <a:pt x="253864" y="197718"/>
                  </a:lnTo>
                  <a:cubicBezTo>
                    <a:pt x="269212" y="213373"/>
                    <a:pt x="268959" y="238506"/>
                    <a:pt x="253303" y="253854"/>
                  </a:cubicBezTo>
                  <a:cubicBezTo>
                    <a:pt x="245910" y="261098"/>
                    <a:pt x="235981" y="265172"/>
                    <a:pt x="225630" y="2652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5581D4C3-51CA-014F-B19C-25456ADD1EEF}"/>
                </a:ext>
              </a:extLst>
            </p:cNvPr>
            <p:cNvSpPr/>
            <p:nvPr/>
          </p:nvSpPr>
          <p:spPr>
            <a:xfrm>
              <a:off x="8659852" y="3658700"/>
              <a:ext cx="265505" cy="265500"/>
            </a:xfrm>
            <a:custGeom>
              <a:avLst/>
              <a:gdLst>
                <a:gd name="connsiteX0" fmla="*/ 39726 w 265505"/>
                <a:gd name="connsiteY0" fmla="*/ 265500 h 265500"/>
                <a:gd name="connsiteX1" fmla="*/ 0 w 265505"/>
                <a:gd name="connsiteY1" fmla="*/ 225835 h 265500"/>
                <a:gd name="connsiteX2" fmla="*/ 11641 w 265505"/>
                <a:gd name="connsiteY2" fmla="*/ 197718 h 265500"/>
                <a:gd name="connsiteX3" fmla="*/ 197719 w 265505"/>
                <a:gd name="connsiteY3" fmla="*/ 11641 h 265500"/>
                <a:gd name="connsiteX4" fmla="*/ 253865 w 265505"/>
                <a:gd name="connsiteY4" fmla="*/ 11616 h 265500"/>
                <a:gd name="connsiteX5" fmla="*/ 253889 w 265505"/>
                <a:gd name="connsiteY5" fmla="*/ 67762 h 265500"/>
                <a:gd name="connsiteX6" fmla="*/ 67812 w 265505"/>
                <a:gd name="connsiteY6" fmla="*/ 253839 h 265500"/>
                <a:gd name="connsiteX7" fmla="*/ 39726 w 265505"/>
                <a:gd name="connsiteY7" fmla="*/ 265500 h 26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05" h="265500">
                  <a:moveTo>
                    <a:pt x="39726" y="265500"/>
                  </a:moveTo>
                  <a:cubicBezTo>
                    <a:pt x="17804" y="265517"/>
                    <a:pt x="15" y="247759"/>
                    <a:pt x="0" y="225835"/>
                  </a:cubicBezTo>
                  <a:cubicBezTo>
                    <a:pt x="-10" y="215288"/>
                    <a:pt x="4178" y="205172"/>
                    <a:pt x="11641" y="197718"/>
                  </a:cubicBezTo>
                  <a:lnTo>
                    <a:pt x="197719" y="11641"/>
                  </a:lnTo>
                  <a:cubicBezTo>
                    <a:pt x="213215" y="-3870"/>
                    <a:pt x="238353" y="-3882"/>
                    <a:pt x="253865" y="11616"/>
                  </a:cubicBezTo>
                  <a:cubicBezTo>
                    <a:pt x="269376" y="27113"/>
                    <a:pt x="269386" y="52251"/>
                    <a:pt x="253889" y="67762"/>
                  </a:cubicBezTo>
                  <a:lnTo>
                    <a:pt x="67812" y="253839"/>
                  </a:lnTo>
                  <a:cubicBezTo>
                    <a:pt x="60369" y="261300"/>
                    <a:pt x="50266" y="265495"/>
                    <a:pt x="39726" y="2655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9A451E05-9E11-2A44-87BD-38F664A557C7}"/>
                </a:ext>
              </a:extLst>
            </p:cNvPr>
            <p:cNvSpPr/>
            <p:nvPr/>
          </p:nvSpPr>
          <p:spPr>
            <a:xfrm>
              <a:off x="8095316" y="4224283"/>
              <a:ext cx="265524" cy="265492"/>
            </a:xfrm>
            <a:custGeom>
              <a:avLst/>
              <a:gdLst>
                <a:gd name="connsiteX0" fmla="*/ 39728 w 265524"/>
                <a:gd name="connsiteY0" fmla="*/ 265493 h 265492"/>
                <a:gd name="connsiteX1" fmla="*/ 0 w 265524"/>
                <a:gd name="connsiteY1" fmla="*/ 225826 h 265492"/>
                <a:gd name="connsiteX2" fmla="*/ 11642 w 265524"/>
                <a:gd name="connsiteY2" fmla="*/ 197711 h 265492"/>
                <a:gd name="connsiteX3" fmla="*/ 197720 w 265524"/>
                <a:gd name="connsiteY3" fmla="*/ 11634 h 265492"/>
                <a:gd name="connsiteX4" fmla="*/ 253891 w 265524"/>
                <a:gd name="connsiteY4" fmla="*/ 11634 h 265492"/>
                <a:gd name="connsiteX5" fmla="*/ 253891 w 265524"/>
                <a:gd name="connsiteY5" fmla="*/ 67804 h 265492"/>
                <a:gd name="connsiteX6" fmla="*/ 67813 w 265524"/>
                <a:gd name="connsiteY6" fmla="*/ 253882 h 265492"/>
                <a:gd name="connsiteX7" fmla="*/ 39728 w 265524"/>
                <a:gd name="connsiteY7" fmla="*/ 265493 h 26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24" h="265492">
                  <a:moveTo>
                    <a:pt x="39728" y="265493"/>
                  </a:moveTo>
                  <a:cubicBezTo>
                    <a:pt x="17804" y="265508"/>
                    <a:pt x="17" y="247754"/>
                    <a:pt x="0" y="225826"/>
                  </a:cubicBezTo>
                  <a:cubicBezTo>
                    <a:pt x="-8" y="215282"/>
                    <a:pt x="4181" y="205164"/>
                    <a:pt x="11642" y="197711"/>
                  </a:cubicBezTo>
                  <a:lnTo>
                    <a:pt x="197720" y="11634"/>
                  </a:lnTo>
                  <a:cubicBezTo>
                    <a:pt x="213231" y="-3878"/>
                    <a:pt x="238380" y="-3878"/>
                    <a:pt x="253891" y="11634"/>
                  </a:cubicBezTo>
                  <a:cubicBezTo>
                    <a:pt x="269402" y="27145"/>
                    <a:pt x="269402" y="52293"/>
                    <a:pt x="253891" y="67804"/>
                  </a:cubicBezTo>
                  <a:lnTo>
                    <a:pt x="67813" y="253882"/>
                  </a:lnTo>
                  <a:cubicBezTo>
                    <a:pt x="60362" y="261325"/>
                    <a:pt x="50259" y="265503"/>
                    <a:pt x="39728" y="2654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88CC4E82-8A95-E049-A3AB-EA50091EDFF3}"/>
                </a:ext>
              </a:extLst>
            </p:cNvPr>
            <p:cNvSpPr/>
            <p:nvPr/>
          </p:nvSpPr>
          <p:spPr>
            <a:xfrm>
              <a:off x="8095744" y="3657439"/>
              <a:ext cx="223293" cy="223293"/>
            </a:xfrm>
            <a:custGeom>
              <a:avLst/>
              <a:gdLst>
                <a:gd name="connsiteX0" fmla="*/ 39697 w 223293"/>
                <a:gd name="connsiteY0" fmla="*/ 223293 h 223293"/>
                <a:gd name="connsiteX1" fmla="*/ 0 w 223293"/>
                <a:gd name="connsiteY1" fmla="*/ 183597 h 223293"/>
                <a:gd name="connsiteX2" fmla="*/ 0 w 223293"/>
                <a:gd name="connsiteY2" fmla="*/ 39697 h 223293"/>
                <a:gd name="connsiteX3" fmla="*/ 39697 w 223293"/>
                <a:gd name="connsiteY3" fmla="*/ 0 h 223293"/>
                <a:gd name="connsiteX4" fmla="*/ 183597 w 223293"/>
                <a:gd name="connsiteY4" fmla="*/ 0 h 223293"/>
                <a:gd name="connsiteX5" fmla="*/ 223293 w 223293"/>
                <a:gd name="connsiteY5" fmla="*/ 39697 h 223293"/>
                <a:gd name="connsiteX6" fmla="*/ 183597 w 223293"/>
                <a:gd name="connsiteY6" fmla="*/ 79393 h 223293"/>
                <a:gd name="connsiteX7" fmla="*/ 79393 w 223293"/>
                <a:gd name="connsiteY7" fmla="*/ 79393 h 223293"/>
                <a:gd name="connsiteX8" fmla="*/ 79393 w 223293"/>
                <a:gd name="connsiteY8" fmla="*/ 183597 h 223293"/>
                <a:gd name="connsiteX9" fmla="*/ 396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39697" y="223293"/>
                  </a:move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83597" y="0"/>
                  </a:lnTo>
                  <a:cubicBezTo>
                    <a:pt x="205521" y="0"/>
                    <a:pt x="223293" y="17773"/>
                    <a:pt x="223293" y="39697"/>
                  </a:cubicBezTo>
                  <a:cubicBezTo>
                    <a:pt x="223293" y="61620"/>
                    <a:pt x="205521" y="79393"/>
                    <a:pt x="183597" y="79393"/>
                  </a:cubicBez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55A38FCA-E0FD-D04E-A6B3-148C5637F7ED}"/>
                </a:ext>
              </a:extLst>
            </p:cNvPr>
            <p:cNvSpPr/>
            <p:nvPr/>
          </p:nvSpPr>
          <p:spPr>
            <a:xfrm>
              <a:off x="8095744" y="4267773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39697 w 223293"/>
                <a:gd name="connsiteY1" fmla="*/ 223293 h 223293"/>
                <a:gd name="connsiteX2" fmla="*/ 0 w 223293"/>
                <a:gd name="connsiteY2" fmla="*/ 183597 h 223293"/>
                <a:gd name="connsiteX3" fmla="*/ 0 w 223293"/>
                <a:gd name="connsiteY3" fmla="*/ 39697 h 223293"/>
                <a:gd name="connsiteX4" fmla="*/ 39697 w 223293"/>
                <a:gd name="connsiteY4" fmla="*/ 0 h 223293"/>
                <a:gd name="connsiteX5" fmla="*/ 79393 w 223293"/>
                <a:gd name="connsiteY5" fmla="*/ 39697 h 223293"/>
                <a:gd name="connsiteX6" fmla="*/ 79393 w 223293"/>
                <a:gd name="connsiteY6" fmla="*/ 143900 h 223293"/>
                <a:gd name="connsiteX7" fmla="*/ 183597 w 223293"/>
                <a:gd name="connsiteY7" fmla="*/ 143900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lnTo>
                    <a:pt x="39697" y="223293"/>
                  </a:lnTo>
                  <a:cubicBezTo>
                    <a:pt x="17773" y="223293"/>
                    <a:pt x="0" y="205519"/>
                    <a:pt x="0" y="183597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43900"/>
                  </a:lnTo>
                  <a:lnTo>
                    <a:pt x="183597" y="143900"/>
                  </a:lnTo>
                  <a:cubicBezTo>
                    <a:pt x="205521" y="143900"/>
                    <a:pt x="223293" y="161674"/>
                    <a:pt x="223293" y="183597"/>
                  </a:cubicBezTo>
                  <a:cubicBezTo>
                    <a:pt x="223293" y="205519"/>
                    <a:pt x="205521" y="223293"/>
                    <a:pt x="183597" y="2232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F2E0719E-DAAC-D74B-BB91-C369D2D1E42D}"/>
                </a:ext>
              </a:extLst>
            </p:cNvPr>
            <p:cNvSpPr/>
            <p:nvPr/>
          </p:nvSpPr>
          <p:spPr>
            <a:xfrm>
              <a:off x="8705980" y="4267575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39697 w 223293"/>
                <a:gd name="connsiteY1" fmla="*/ 223293 h 223293"/>
                <a:gd name="connsiteX2" fmla="*/ 0 w 223293"/>
                <a:gd name="connsiteY2" fmla="*/ 183597 h 223293"/>
                <a:gd name="connsiteX3" fmla="*/ 39697 w 223293"/>
                <a:gd name="connsiteY3" fmla="*/ 143900 h 223293"/>
                <a:gd name="connsiteX4" fmla="*/ 143900 w 223293"/>
                <a:gd name="connsiteY4" fmla="*/ 143900 h 223293"/>
                <a:gd name="connsiteX5" fmla="*/ 143900 w 223293"/>
                <a:gd name="connsiteY5" fmla="*/ 39697 h 223293"/>
                <a:gd name="connsiteX6" fmla="*/ 183597 w 223293"/>
                <a:gd name="connsiteY6" fmla="*/ 0 h 223293"/>
                <a:gd name="connsiteX7" fmla="*/ 223293 w 223293"/>
                <a:gd name="connsiteY7" fmla="*/ 39697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lnTo>
                    <a:pt x="39697" y="223293"/>
                  </a:lnTo>
                  <a:cubicBezTo>
                    <a:pt x="17774" y="223293"/>
                    <a:pt x="0" y="205519"/>
                    <a:pt x="0" y="183597"/>
                  </a:cubicBezTo>
                  <a:cubicBezTo>
                    <a:pt x="0" y="161674"/>
                    <a:pt x="17774" y="143900"/>
                    <a:pt x="39697" y="143900"/>
                  </a:cubicBezTo>
                  <a:lnTo>
                    <a:pt x="143900" y="143900"/>
                  </a:lnTo>
                  <a:lnTo>
                    <a:pt x="143900" y="39697"/>
                  </a:lnTo>
                  <a:cubicBezTo>
                    <a:pt x="143900" y="17774"/>
                    <a:pt x="161674" y="0"/>
                    <a:pt x="183597" y="0"/>
                  </a:cubicBezTo>
                  <a:cubicBezTo>
                    <a:pt x="205519" y="0"/>
                    <a:pt x="223293" y="17774"/>
                    <a:pt x="223293" y="39697"/>
                  </a:cubicBezTo>
                  <a:lnTo>
                    <a:pt x="223293" y="183597"/>
                  </a:lnTo>
                  <a:cubicBezTo>
                    <a:pt x="223293" y="205519"/>
                    <a:pt x="205519" y="223293"/>
                    <a:pt x="183597" y="2232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753CC126-1007-424B-B091-7E4DC90F1C8B}"/>
                </a:ext>
              </a:extLst>
            </p:cNvPr>
            <p:cNvSpPr/>
            <p:nvPr/>
          </p:nvSpPr>
          <p:spPr>
            <a:xfrm>
              <a:off x="8705980" y="3657240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143900 w 223293"/>
                <a:gd name="connsiteY1" fmla="*/ 183597 h 223293"/>
                <a:gd name="connsiteX2" fmla="*/ 143900 w 223293"/>
                <a:gd name="connsiteY2" fmla="*/ 79393 h 223293"/>
                <a:gd name="connsiteX3" fmla="*/ 39697 w 223293"/>
                <a:gd name="connsiteY3" fmla="*/ 79393 h 223293"/>
                <a:gd name="connsiteX4" fmla="*/ 0 w 223293"/>
                <a:gd name="connsiteY4" fmla="*/ 39697 h 223293"/>
                <a:gd name="connsiteX5" fmla="*/ 39697 w 223293"/>
                <a:gd name="connsiteY5" fmla="*/ 0 h 223293"/>
                <a:gd name="connsiteX6" fmla="*/ 183597 w 223293"/>
                <a:gd name="connsiteY6" fmla="*/ 0 h 223293"/>
                <a:gd name="connsiteX7" fmla="*/ 223293 w 223293"/>
                <a:gd name="connsiteY7" fmla="*/ 39697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cubicBezTo>
                    <a:pt x="161674" y="223293"/>
                    <a:pt x="143900" y="205520"/>
                    <a:pt x="143900" y="183597"/>
                  </a:cubicBezTo>
                  <a:lnTo>
                    <a:pt x="143900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3597" y="0"/>
                  </a:lnTo>
                  <a:cubicBezTo>
                    <a:pt x="205519" y="0"/>
                    <a:pt x="223293" y="17773"/>
                    <a:pt x="223293" y="39697"/>
                  </a:cubicBezTo>
                  <a:lnTo>
                    <a:pt x="223293" y="183597"/>
                  </a:lnTo>
                  <a:cubicBezTo>
                    <a:pt x="223293" y="205520"/>
                    <a:pt x="205519" y="223293"/>
                    <a:pt x="183597" y="2232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8" name="Picture Placeholder 83">
            <a:extLst>
              <a:ext uri="{FF2B5EF4-FFF2-40B4-BE49-F238E27FC236}">
                <a16:creationId xmlns:a16="http://schemas.microsoft.com/office/drawing/2014/main" id="{9E087D89-4D71-4DF2-AFD0-42499BF83AE9}"/>
              </a:ext>
            </a:extLst>
          </p:cNvPr>
          <p:cNvGrpSpPr>
            <a:grpSpLocks noChangeAspect="1"/>
          </p:cNvGrpSpPr>
          <p:nvPr/>
        </p:nvGrpSpPr>
        <p:grpSpPr>
          <a:xfrm>
            <a:off x="9409430" y="3793470"/>
            <a:ext cx="840773" cy="561388"/>
            <a:chOff x="9409430" y="3793470"/>
            <a:chExt cx="840773" cy="561388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E9C40180-396B-664F-9637-7C1745F1608F}"/>
                </a:ext>
              </a:extLst>
            </p:cNvPr>
            <p:cNvSpPr/>
            <p:nvPr/>
          </p:nvSpPr>
          <p:spPr>
            <a:xfrm>
              <a:off x="9409430" y="3891053"/>
              <a:ext cx="832536" cy="81030"/>
            </a:xfrm>
            <a:custGeom>
              <a:avLst/>
              <a:gdLst>
                <a:gd name="connsiteX0" fmla="*/ 39697 w 832536"/>
                <a:gd name="connsiteY0" fmla="*/ 81031 h 81030"/>
                <a:gd name="connsiteX1" fmla="*/ 0 w 832536"/>
                <a:gd name="connsiteY1" fmla="*/ 41334 h 81030"/>
                <a:gd name="connsiteX2" fmla="*/ 39697 w 832536"/>
                <a:gd name="connsiteY2" fmla="*/ 1637 h 81030"/>
                <a:gd name="connsiteX3" fmla="*/ 792840 w 832536"/>
                <a:gd name="connsiteY3" fmla="*/ 0 h 81030"/>
                <a:gd name="connsiteX4" fmla="*/ 792840 w 832536"/>
                <a:gd name="connsiteY4" fmla="*/ 0 h 81030"/>
                <a:gd name="connsiteX5" fmla="*/ 832537 w 832536"/>
                <a:gd name="connsiteY5" fmla="*/ 39697 h 81030"/>
                <a:gd name="connsiteX6" fmla="*/ 792840 w 832536"/>
                <a:gd name="connsiteY6" fmla="*/ 79393 h 81030"/>
                <a:gd name="connsiteX7" fmla="*/ 39796 w 832536"/>
                <a:gd name="connsiteY7" fmla="*/ 81031 h 8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2536" h="81030">
                  <a:moveTo>
                    <a:pt x="39697" y="81031"/>
                  </a:moveTo>
                  <a:cubicBezTo>
                    <a:pt x="17773" y="81031"/>
                    <a:pt x="0" y="63258"/>
                    <a:pt x="0" y="41334"/>
                  </a:cubicBezTo>
                  <a:cubicBezTo>
                    <a:pt x="0" y="19410"/>
                    <a:pt x="17773" y="1637"/>
                    <a:pt x="39697" y="1637"/>
                  </a:cubicBezTo>
                  <a:lnTo>
                    <a:pt x="792840" y="0"/>
                  </a:lnTo>
                  <a:lnTo>
                    <a:pt x="792840" y="0"/>
                  </a:lnTo>
                  <a:cubicBezTo>
                    <a:pt x="814763" y="0"/>
                    <a:pt x="832537" y="17773"/>
                    <a:pt x="832537" y="39697"/>
                  </a:cubicBezTo>
                  <a:cubicBezTo>
                    <a:pt x="832537" y="61620"/>
                    <a:pt x="814763" y="79393"/>
                    <a:pt x="792840" y="79393"/>
                  </a:cubicBezTo>
                  <a:lnTo>
                    <a:pt x="39796" y="8103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306BBF86-45DF-9546-BD22-A159E70E758C}"/>
                </a:ext>
              </a:extLst>
            </p:cNvPr>
            <p:cNvSpPr/>
            <p:nvPr/>
          </p:nvSpPr>
          <p:spPr>
            <a:xfrm>
              <a:off x="10069382" y="3793470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262E05E3-FE73-EF47-9CB1-63160C40D990}"/>
                </a:ext>
              </a:extLst>
            </p:cNvPr>
            <p:cNvSpPr/>
            <p:nvPr/>
          </p:nvSpPr>
          <p:spPr>
            <a:xfrm>
              <a:off x="9417717" y="4176223"/>
              <a:ext cx="832487" cy="81030"/>
            </a:xfrm>
            <a:custGeom>
              <a:avLst/>
              <a:gdLst>
                <a:gd name="connsiteX0" fmla="*/ 39697 w 832487"/>
                <a:gd name="connsiteY0" fmla="*/ 81031 h 81030"/>
                <a:gd name="connsiteX1" fmla="*/ 0 w 832487"/>
                <a:gd name="connsiteY1" fmla="*/ 41334 h 81030"/>
                <a:gd name="connsiteX2" fmla="*/ 39697 w 832487"/>
                <a:gd name="connsiteY2" fmla="*/ 1637 h 81030"/>
                <a:gd name="connsiteX3" fmla="*/ 792791 w 832487"/>
                <a:gd name="connsiteY3" fmla="*/ 0 h 81030"/>
                <a:gd name="connsiteX4" fmla="*/ 792791 w 832487"/>
                <a:gd name="connsiteY4" fmla="*/ 0 h 81030"/>
                <a:gd name="connsiteX5" fmla="*/ 832487 w 832487"/>
                <a:gd name="connsiteY5" fmla="*/ 39697 h 81030"/>
                <a:gd name="connsiteX6" fmla="*/ 792791 w 832487"/>
                <a:gd name="connsiteY6" fmla="*/ 79393 h 81030"/>
                <a:gd name="connsiteX7" fmla="*/ 39647 w 832487"/>
                <a:gd name="connsiteY7" fmla="*/ 81031 h 8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2487" h="81030">
                  <a:moveTo>
                    <a:pt x="39697" y="81031"/>
                  </a:moveTo>
                  <a:cubicBezTo>
                    <a:pt x="17773" y="81031"/>
                    <a:pt x="0" y="63256"/>
                    <a:pt x="0" y="41334"/>
                  </a:cubicBezTo>
                  <a:cubicBezTo>
                    <a:pt x="0" y="19412"/>
                    <a:pt x="17773" y="1637"/>
                    <a:pt x="39697" y="1637"/>
                  </a:cubicBezTo>
                  <a:lnTo>
                    <a:pt x="792791" y="0"/>
                  </a:lnTo>
                  <a:lnTo>
                    <a:pt x="792791" y="0"/>
                  </a:lnTo>
                  <a:cubicBezTo>
                    <a:pt x="814713" y="0"/>
                    <a:pt x="832487" y="17774"/>
                    <a:pt x="832487" y="39697"/>
                  </a:cubicBezTo>
                  <a:cubicBezTo>
                    <a:pt x="832487" y="61619"/>
                    <a:pt x="814713" y="79393"/>
                    <a:pt x="792791" y="79393"/>
                  </a:cubicBezTo>
                  <a:lnTo>
                    <a:pt x="39647" y="8103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5412345A-5F8E-1344-9E83-E6AA2A463B51}"/>
                </a:ext>
              </a:extLst>
            </p:cNvPr>
            <p:cNvSpPr/>
            <p:nvPr/>
          </p:nvSpPr>
          <p:spPr>
            <a:xfrm>
              <a:off x="9411607" y="4082638"/>
              <a:ext cx="178622" cy="272220"/>
            </a:xfrm>
            <a:custGeom>
              <a:avLst/>
              <a:gdLst>
                <a:gd name="connsiteX0" fmla="*/ 138944 w 178622"/>
                <a:gd name="connsiteY0" fmla="*/ 272220 h 272220"/>
                <a:gd name="connsiteX1" fmla="*/ 110859 w 178622"/>
                <a:gd name="connsiteY1" fmla="*/ 260559 h 272220"/>
                <a:gd name="connsiteX2" fmla="*/ 11618 w 178622"/>
                <a:gd name="connsiteY2" fmla="*/ 161318 h 272220"/>
                <a:gd name="connsiteX3" fmla="*/ 11618 w 178622"/>
                <a:gd name="connsiteY3" fmla="*/ 105197 h 272220"/>
                <a:gd name="connsiteX4" fmla="*/ 105897 w 178622"/>
                <a:gd name="connsiteY4" fmla="*/ 10918 h 272220"/>
                <a:gd name="connsiteX5" fmla="*/ 162018 w 178622"/>
                <a:gd name="connsiteY5" fmla="*/ 12355 h 272220"/>
                <a:gd name="connsiteX6" fmla="*/ 162018 w 178622"/>
                <a:gd name="connsiteY6" fmla="*/ 67039 h 272220"/>
                <a:gd name="connsiteX7" fmla="*/ 95824 w 178622"/>
                <a:gd name="connsiteY7" fmla="*/ 133282 h 272220"/>
                <a:gd name="connsiteX8" fmla="*/ 166980 w 178622"/>
                <a:gd name="connsiteY8" fmla="*/ 204438 h 272220"/>
                <a:gd name="connsiteX9" fmla="*/ 167011 w 178622"/>
                <a:gd name="connsiteY9" fmla="*/ 260579 h 272220"/>
                <a:gd name="connsiteX10" fmla="*/ 138944 w 178622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22" h="272220">
                  <a:moveTo>
                    <a:pt x="138944" y="272220"/>
                  </a:moveTo>
                  <a:cubicBezTo>
                    <a:pt x="128406" y="272215"/>
                    <a:pt x="118302" y="268022"/>
                    <a:pt x="110859" y="260559"/>
                  </a:cubicBezTo>
                  <a:lnTo>
                    <a:pt x="11618" y="161318"/>
                  </a:lnTo>
                  <a:cubicBezTo>
                    <a:pt x="-3873" y="145816"/>
                    <a:pt x="-3873" y="120698"/>
                    <a:pt x="11618" y="105197"/>
                  </a:cubicBezTo>
                  <a:lnTo>
                    <a:pt x="105897" y="10918"/>
                  </a:lnTo>
                  <a:cubicBezTo>
                    <a:pt x="121792" y="-4183"/>
                    <a:pt x="146918" y="-3540"/>
                    <a:pt x="162018" y="12355"/>
                  </a:cubicBezTo>
                  <a:cubicBezTo>
                    <a:pt x="176575" y="27676"/>
                    <a:pt x="176575" y="51717"/>
                    <a:pt x="162018" y="67039"/>
                  </a:cubicBezTo>
                  <a:lnTo>
                    <a:pt x="95824" y="133282"/>
                  </a:lnTo>
                  <a:lnTo>
                    <a:pt x="166980" y="204438"/>
                  </a:lnTo>
                  <a:cubicBezTo>
                    <a:pt x="182491" y="219930"/>
                    <a:pt x="182505" y="245068"/>
                    <a:pt x="167011" y="260579"/>
                  </a:cubicBezTo>
                  <a:cubicBezTo>
                    <a:pt x="159570" y="268027"/>
                    <a:pt x="149474" y="272215"/>
                    <a:pt x="138944" y="2722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3" name="Picture Placeholder 85">
            <a:extLst>
              <a:ext uri="{FF2B5EF4-FFF2-40B4-BE49-F238E27FC236}">
                <a16:creationId xmlns:a16="http://schemas.microsoft.com/office/drawing/2014/main" id="{97EDB938-175C-4847-8A78-4FA6BCFC7BD4}"/>
              </a:ext>
            </a:extLst>
          </p:cNvPr>
          <p:cNvGrpSpPr>
            <a:grpSpLocks noChangeAspect="1"/>
          </p:cNvGrpSpPr>
          <p:nvPr/>
        </p:nvGrpSpPr>
        <p:grpSpPr>
          <a:xfrm>
            <a:off x="1518105" y="4912106"/>
            <a:ext cx="843758" cy="561388"/>
            <a:chOff x="1518105" y="4912106"/>
            <a:chExt cx="843758" cy="561388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721EAEF0-7DC3-C043-B920-957C162ED336}"/>
                </a:ext>
              </a:extLst>
            </p:cNvPr>
            <p:cNvSpPr/>
            <p:nvPr/>
          </p:nvSpPr>
          <p:spPr>
            <a:xfrm>
              <a:off x="1518403" y="5010533"/>
              <a:ext cx="839831" cy="364414"/>
            </a:xfrm>
            <a:custGeom>
              <a:avLst/>
              <a:gdLst>
                <a:gd name="connsiteX0" fmla="*/ 800035 w 839831"/>
                <a:gd name="connsiteY0" fmla="*/ 364414 h 364414"/>
                <a:gd name="connsiteX1" fmla="*/ 512235 w 839831"/>
                <a:gd name="connsiteY1" fmla="*/ 364414 h 364414"/>
                <a:gd name="connsiteX2" fmla="*/ 478890 w 839831"/>
                <a:gd name="connsiteY2" fmla="*/ 346204 h 364414"/>
                <a:gd name="connsiteX3" fmla="*/ 307053 w 839831"/>
                <a:gd name="connsiteY3" fmla="*/ 79443 h 364414"/>
                <a:gd name="connsiteX4" fmla="*/ 39697 w 839831"/>
                <a:gd name="connsiteY4" fmla="*/ 80187 h 364414"/>
                <a:gd name="connsiteX5" fmla="*/ 39697 w 839831"/>
                <a:gd name="connsiteY5" fmla="*/ 80187 h 364414"/>
                <a:gd name="connsiteX6" fmla="*/ 0 w 839831"/>
                <a:gd name="connsiteY6" fmla="*/ 40491 h 364414"/>
                <a:gd name="connsiteX7" fmla="*/ 39697 w 839831"/>
                <a:gd name="connsiteY7" fmla="*/ 794 h 364414"/>
                <a:gd name="connsiteX8" fmla="*/ 328737 w 839831"/>
                <a:gd name="connsiteY8" fmla="*/ 0 h 364414"/>
                <a:gd name="connsiteX9" fmla="*/ 328737 w 839831"/>
                <a:gd name="connsiteY9" fmla="*/ 0 h 364414"/>
                <a:gd name="connsiteX10" fmla="*/ 362132 w 839831"/>
                <a:gd name="connsiteY10" fmla="*/ 18161 h 364414"/>
                <a:gd name="connsiteX11" fmla="*/ 534018 w 839831"/>
                <a:gd name="connsiteY11" fmla="*/ 285021 h 364414"/>
                <a:gd name="connsiteX12" fmla="*/ 800134 w 839831"/>
                <a:gd name="connsiteY12" fmla="*/ 285021 h 364414"/>
                <a:gd name="connsiteX13" fmla="*/ 839831 w 839831"/>
                <a:gd name="connsiteY13" fmla="*/ 324718 h 364414"/>
                <a:gd name="connsiteX14" fmla="*/ 800134 w 839831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31" h="364414">
                  <a:moveTo>
                    <a:pt x="800035" y="364414"/>
                  </a:moveTo>
                  <a:lnTo>
                    <a:pt x="512235" y="364414"/>
                  </a:lnTo>
                  <a:cubicBezTo>
                    <a:pt x="498748" y="364404"/>
                    <a:pt x="486189" y="357542"/>
                    <a:pt x="478890" y="346204"/>
                  </a:cubicBezTo>
                  <a:lnTo>
                    <a:pt x="307053" y="79443"/>
                  </a:lnTo>
                  <a:lnTo>
                    <a:pt x="39697" y="80187"/>
                  </a:lnTo>
                  <a:lnTo>
                    <a:pt x="39697" y="80187"/>
                  </a:lnTo>
                  <a:cubicBezTo>
                    <a:pt x="17773" y="80187"/>
                    <a:pt x="0" y="62414"/>
                    <a:pt x="0" y="40491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328737" y="0"/>
                  </a:lnTo>
                  <a:lnTo>
                    <a:pt x="328737" y="0"/>
                  </a:lnTo>
                  <a:cubicBezTo>
                    <a:pt x="342232" y="-16"/>
                    <a:pt x="354811" y="6825"/>
                    <a:pt x="362132" y="18161"/>
                  </a:cubicBezTo>
                  <a:lnTo>
                    <a:pt x="534018" y="285021"/>
                  </a:lnTo>
                  <a:lnTo>
                    <a:pt x="800134" y="285021"/>
                  </a:lnTo>
                  <a:cubicBezTo>
                    <a:pt x="822057" y="285021"/>
                    <a:pt x="839831" y="302795"/>
                    <a:pt x="839831" y="324718"/>
                  </a:cubicBezTo>
                  <a:cubicBezTo>
                    <a:pt x="839831" y="346640"/>
                    <a:pt x="822057" y="364414"/>
                    <a:pt x="800134" y="364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67107FD4-BB1D-394E-94E7-CE8F248E0749}"/>
                </a:ext>
              </a:extLst>
            </p:cNvPr>
            <p:cNvSpPr/>
            <p:nvPr/>
          </p:nvSpPr>
          <p:spPr>
            <a:xfrm>
              <a:off x="1518105" y="5008647"/>
              <a:ext cx="839880" cy="364414"/>
            </a:xfrm>
            <a:custGeom>
              <a:avLst/>
              <a:gdLst>
                <a:gd name="connsiteX0" fmla="*/ 327497 w 839880"/>
                <a:gd name="connsiteY0" fmla="*/ 364414 h 364414"/>
                <a:gd name="connsiteX1" fmla="*/ 39697 w 839880"/>
                <a:gd name="connsiteY1" fmla="*/ 364414 h 364414"/>
                <a:gd name="connsiteX2" fmla="*/ 0 w 839880"/>
                <a:gd name="connsiteY2" fmla="*/ 324718 h 364414"/>
                <a:gd name="connsiteX3" fmla="*/ 39697 w 839880"/>
                <a:gd name="connsiteY3" fmla="*/ 285021 h 364414"/>
                <a:gd name="connsiteX4" fmla="*/ 305862 w 839880"/>
                <a:gd name="connsiteY4" fmla="*/ 285021 h 364414"/>
                <a:gd name="connsiteX5" fmla="*/ 477699 w 839880"/>
                <a:gd name="connsiteY5" fmla="*/ 18161 h 364414"/>
                <a:gd name="connsiteX6" fmla="*/ 511094 w 839880"/>
                <a:gd name="connsiteY6" fmla="*/ 0 h 364414"/>
                <a:gd name="connsiteX7" fmla="*/ 511094 w 839880"/>
                <a:gd name="connsiteY7" fmla="*/ 0 h 364414"/>
                <a:gd name="connsiteX8" fmla="*/ 800184 w 839880"/>
                <a:gd name="connsiteY8" fmla="*/ 794 h 364414"/>
                <a:gd name="connsiteX9" fmla="*/ 839881 w 839880"/>
                <a:gd name="connsiteY9" fmla="*/ 40491 h 364414"/>
                <a:gd name="connsiteX10" fmla="*/ 800184 w 839880"/>
                <a:gd name="connsiteY10" fmla="*/ 80187 h 364414"/>
                <a:gd name="connsiteX11" fmla="*/ 800184 w 839880"/>
                <a:gd name="connsiteY11" fmla="*/ 80187 h 364414"/>
                <a:gd name="connsiteX12" fmla="*/ 532828 w 839880"/>
                <a:gd name="connsiteY12" fmla="*/ 79443 h 364414"/>
                <a:gd name="connsiteX13" fmla="*/ 360842 w 839880"/>
                <a:gd name="connsiteY13" fmla="*/ 346204 h 364414"/>
                <a:gd name="connsiteX14" fmla="*/ 327497 w 839880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80" h="364414">
                  <a:moveTo>
                    <a:pt x="327497" y="364414"/>
                  </a:moveTo>
                  <a:lnTo>
                    <a:pt x="39697" y="364414"/>
                  </a:lnTo>
                  <a:cubicBezTo>
                    <a:pt x="17773" y="364414"/>
                    <a:pt x="0" y="346640"/>
                    <a:pt x="0" y="324718"/>
                  </a:cubicBezTo>
                  <a:cubicBezTo>
                    <a:pt x="0" y="302795"/>
                    <a:pt x="17773" y="285021"/>
                    <a:pt x="39697" y="285021"/>
                  </a:cubicBezTo>
                  <a:lnTo>
                    <a:pt x="305862" y="285021"/>
                  </a:lnTo>
                  <a:lnTo>
                    <a:pt x="477699" y="18161"/>
                  </a:lnTo>
                  <a:cubicBezTo>
                    <a:pt x="485018" y="6825"/>
                    <a:pt x="497597" y="-16"/>
                    <a:pt x="511094" y="0"/>
                  </a:cubicBezTo>
                  <a:lnTo>
                    <a:pt x="511094" y="0"/>
                  </a:lnTo>
                  <a:lnTo>
                    <a:pt x="800184" y="794"/>
                  </a:lnTo>
                  <a:cubicBezTo>
                    <a:pt x="822107" y="794"/>
                    <a:pt x="839881" y="18567"/>
                    <a:pt x="839881" y="40491"/>
                  </a:cubicBezTo>
                  <a:cubicBezTo>
                    <a:pt x="839881" y="62414"/>
                    <a:pt x="822107" y="80187"/>
                    <a:pt x="800184" y="80187"/>
                  </a:cubicBezTo>
                  <a:lnTo>
                    <a:pt x="800184" y="80187"/>
                  </a:lnTo>
                  <a:lnTo>
                    <a:pt x="532828" y="79443"/>
                  </a:lnTo>
                  <a:lnTo>
                    <a:pt x="360842" y="346204"/>
                  </a:lnTo>
                  <a:cubicBezTo>
                    <a:pt x="353542" y="357542"/>
                    <a:pt x="340984" y="364404"/>
                    <a:pt x="327497" y="364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CFB6E2C2-7A47-D349-8231-EACCB01CFEC3}"/>
                </a:ext>
              </a:extLst>
            </p:cNvPr>
            <p:cNvSpPr/>
            <p:nvPr/>
          </p:nvSpPr>
          <p:spPr>
            <a:xfrm>
              <a:off x="2180612" y="5201274"/>
              <a:ext cx="178423" cy="272220"/>
            </a:xfrm>
            <a:custGeom>
              <a:avLst/>
              <a:gdLst>
                <a:gd name="connsiteX0" fmla="*/ 39726 w 178423"/>
                <a:gd name="connsiteY0" fmla="*/ 272220 h 272220"/>
                <a:gd name="connsiteX1" fmla="*/ 0 w 178423"/>
                <a:gd name="connsiteY1" fmla="*/ 232553 h 272220"/>
                <a:gd name="connsiteX2" fmla="*/ 11641 w 178423"/>
                <a:gd name="connsiteY2" fmla="*/ 204438 h 272220"/>
                <a:gd name="connsiteX3" fmla="*/ 82797 w 178423"/>
                <a:gd name="connsiteY3" fmla="*/ 133282 h 272220"/>
                <a:gd name="connsiteX4" fmla="*/ 16405 w 178423"/>
                <a:gd name="connsiteY4" fmla="*/ 67039 h 272220"/>
                <a:gd name="connsiteX5" fmla="*/ 17844 w 178423"/>
                <a:gd name="connsiteY5" fmla="*/ 10918 h 272220"/>
                <a:gd name="connsiteX6" fmla="*/ 72526 w 178423"/>
                <a:gd name="connsiteY6" fmla="*/ 10918 h 272220"/>
                <a:gd name="connsiteX7" fmla="*/ 166805 w 178423"/>
                <a:gd name="connsiteY7" fmla="*/ 105197 h 272220"/>
                <a:gd name="connsiteX8" fmla="*/ 166805 w 178423"/>
                <a:gd name="connsiteY8" fmla="*/ 161318 h 272220"/>
                <a:gd name="connsiteX9" fmla="*/ 67564 w 178423"/>
                <a:gd name="connsiteY9" fmla="*/ 260559 h 272220"/>
                <a:gd name="connsiteX10" fmla="*/ 39726 w 178423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423" h="272220">
                  <a:moveTo>
                    <a:pt x="39726" y="272220"/>
                  </a:moveTo>
                  <a:cubicBezTo>
                    <a:pt x="17804" y="272235"/>
                    <a:pt x="15" y="254481"/>
                    <a:pt x="0" y="232553"/>
                  </a:cubicBezTo>
                  <a:cubicBezTo>
                    <a:pt x="-10" y="222009"/>
                    <a:pt x="4178" y="211891"/>
                    <a:pt x="11641" y="204438"/>
                  </a:cubicBezTo>
                  <a:lnTo>
                    <a:pt x="82797" y="133282"/>
                  </a:lnTo>
                  <a:lnTo>
                    <a:pt x="16405" y="67039"/>
                  </a:lnTo>
                  <a:cubicBezTo>
                    <a:pt x="1305" y="51144"/>
                    <a:pt x="1950" y="26018"/>
                    <a:pt x="17844" y="10918"/>
                  </a:cubicBezTo>
                  <a:cubicBezTo>
                    <a:pt x="33162" y="-3639"/>
                    <a:pt x="57203" y="-3639"/>
                    <a:pt x="72526" y="10918"/>
                  </a:cubicBezTo>
                  <a:lnTo>
                    <a:pt x="166805" y="105197"/>
                  </a:lnTo>
                  <a:cubicBezTo>
                    <a:pt x="182297" y="120698"/>
                    <a:pt x="182297" y="145816"/>
                    <a:pt x="166805" y="161318"/>
                  </a:cubicBezTo>
                  <a:lnTo>
                    <a:pt x="67564" y="260559"/>
                  </a:lnTo>
                  <a:cubicBezTo>
                    <a:pt x="60200" y="267987"/>
                    <a:pt x="50186" y="272180"/>
                    <a:pt x="39726" y="2722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0136FE08-0105-9D45-B13C-8DFCBD511DFD}"/>
                </a:ext>
              </a:extLst>
            </p:cNvPr>
            <p:cNvSpPr/>
            <p:nvPr/>
          </p:nvSpPr>
          <p:spPr>
            <a:xfrm>
              <a:off x="2183218" y="4912106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8" name="Picture Placeholder 87">
            <a:extLst>
              <a:ext uri="{FF2B5EF4-FFF2-40B4-BE49-F238E27FC236}">
                <a16:creationId xmlns:a16="http://schemas.microsoft.com/office/drawing/2014/main" id="{D868E2CD-DC8A-45C6-A4F9-7F48AD54109E}"/>
              </a:ext>
            </a:extLst>
          </p:cNvPr>
          <p:cNvGrpSpPr>
            <a:grpSpLocks noChangeAspect="1"/>
          </p:cNvGrpSpPr>
          <p:nvPr/>
        </p:nvGrpSpPr>
        <p:grpSpPr>
          <a:xfrm>
            <a:off x="2834317" y="4912106"/>
            <a:ext cx="846345" cy="561388"/>
            <a:chOff x="2834317" y="4912106"/>
            <a:chExt cx="846345" cy="561388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2978C91D-1495-0844-AEB4-1AC382ADB7F6}"/>
                </a:ext>
              </a:extLst>
            </p:cNvPr>
            <p:cNvSpPr/>
            <p:nvPr/>
          </p:nvSpPr>
          <p:spPr>
            <a:xfrm>
              <a:off x="2837251" y="5010533"/>
              <a:ext cx="839533" cy="364414"/>
            </a:xfrm>
            <a:custGeom>
              <a:avLst/>
              <a:gdLst>
                <a:gd name="connsiteX0" fmla="*/ 799837 w 839533"/>
                <a:gd name="connsiteY0" fmla="*/ 364414 h 364414"/>
                <a:gd name="connsiteX1" fmla="*/ 512036 w 839533"/>
                <a:gd name="connsiteY1" fmla="*/ 364414 h 364414"/>
                <a:gd name="connsiteX2" fmla="*/ 478642 w 839533"/>
                <a:gd name="connsiteY2" fmla="*/ 346204 h 364414"/>
                <a:gd name="connsiteX3" fmla="*/ 307004 w 839533"/>
                <a:gd name="connsiteY3" fmla="*/ 79443 h 364414"/>
                <a:gd name="connsiteX4" fmla="*/ 39697 w 839533"/>
                <a:gd name="connsiteY4" fmla="*/ 80187 h 364414"/>
                <a:gd name="connsiteX5" fmla="*/ 39697 w 839533"/>
                <a:gd name="connsiteY5" fmla="*/ 80187 h 364414"/>
                <a:gd name="connsiteX6" fmla="*/ 0 w 839533"/>
                <a:gd name="connsiteY6" fmla="*/ 40490 h 364414"/>
                <a:gd name="connsiteX7" fmla="*/ 39697 w 839533"/>
                <a:gd name="connsiteY7" fmla="*/ 794 h 364414"/>
                <a:gd name="connsiteX8" fmla="*/ 328440 w 839533"/>
                <a:gd name="connsiteY8" fmla="*/ 0 h 364414"/>
                <a:gd name="connsiteX9" fmla="*/ 328440 w 839533"/>
                <a:gd name="connsiteY9" fmla="*/ 0 h 364414"/>
                <a:gd name="connsiteX10" fmla="*/ 361785 w 839533"/>
                <a:gd name="connsiteY10" fmla="*/ 18161 h 364414"/>
                <a:gd name="connsiteX11" fmla="*/ 533671 w 839533"/>
                <a:gd name="connsiteY11" fmla="*/ 285021 h 364414"/>
                <a:gd name="connsiteX12" fmla="*/ 799837 w 839533"/>
                <a:gd name="connsiteY12" fmla="*/ 285021 h 364414"/>
                <a:gd name="connsiteX13" fmla="*/ 839533 w 839533"/>
                <a:gd name="connsiteY13" fmla="*/ 324718 h 364414"/>
                <a:gd name="connsiteX14" fmla="*/ 799837 w 839533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533" h="364414">
                  <a:moveTo>
                    <a:pt x="799837" y="364414"/>
                  </a:moveTo>
                  <a:lnTo>
                    <a:pt x="512036" y="364414"/>
                  </a:lnTo>
                  <a:cubicBezTo>
                    <a:pt x="498530" y="364419"/>
                    <a:pt x="485951" y="357557"/>
                    <a:pt x="478642" y="346204"/>
                  </a:cubicBezTo>
                  <a:lnTo>
                    <a:pt x="307004" y="79443"/>
                  </a:lnTo>
                  <a:lnTo>
                    <a:pt x="39697" y="80187"/>
                  </a:lnTo>
                  <a:lnTo>
                    <a:pt x="39697" y="80187"/>
                  </a:lnTo>
                  <a:cubicBezTo>
                    <a:pt x="17773" y="80187"/>
                    <a:pt x="0" y="62414"/>
                    <a:pt x="0" y="40490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328440" y="0"/>
                  </a:lnTo>
                  <a:lnTo>
                    <a:pt x="328440" y="0"/>
                  </a:lnTo>
                  <a:cubicBezTo>
                    <a:pt x="341917" y="1"/>
                    <a:pt x="354473" y="6840"/>
                    <a:pt x="361785" y="18161"/>
                  </a:cubicBezTo>
                  <a:lnTo>
                    <a:pt x="533671" y="285021"/>
                  </a:lnTo>
                  <a:lnTo>
                    <a:pt x="799837" y="285021"/>
                  </a:lnTo>
                  <a:cubicBezTo>
                    <a:pt x="821759" y="285021"/>
                    <a:pt x="839533" y="302795"/>
                    <a:pt x="839533" y="324718"/>
                  </a:cubicBezTo>
                  <a:cubicBezTo>
                    <a:pt x="839533" y="346640"/>
                    <a:pt x="821759" y="364414"/>
                    <a:pt x="799837" y="364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2DCBE8F-6B1B-2E40-A8AE-24382CB814AC}"/>
                </a:ext>
              </a:extLst>
            </p:cNvPr>
            <p:cNvSpPr/>
            <p:nvPr/>
          </p:nvSpPr>
          <p:spPr>
            <a:xfrm>
              <a:off x="2836904" y="5008647"/>
              <a:ext cx="839831" cy="364414"/>
            </a:xfrm>
            <a:custGeom>
              <a:avLst/>
              <a:gdLst>
                <a:gd name="connsiteX0" fmla="*/ 327497 w 839831"/>
                <a:gd name="connsiteY0" fmla="*/ 364414 h 364414"/>
                <a:gd name="connsiteX1" fmla="*/ 39697 w 839831"/>
                <a:gd name="connsiteY1" fmla="*/ 364414 h 364414"/>
                <a:gd name="connsiteX2" fmla="*/ 0 w 839831"/>
                <a:gd name="connsiteY2" fmla="*/ 324718 h 364414"/>
                <a:gd name="connsiteX3" fmla="*/ 39697 w 839831"/>
                <a:gd name="connsiteY3" fmla="*/ 285021 h 364414"/>
                <a:gd name="connsiteX4" fmla="*/ 305862 w 839831"/>
                <a:gd name="connsiteY4" fmla="*/ 285021 h 364414"/>
                <a:gd name="connsiteX5" fmla="*/ 477649 w 839831"/>
                <a:gd name="connsiteY5" fmla="*/ 18161 h 364414"/>
                <a:gd name="connsiteX6" fmla="*/ 511044 w 839831"/>
                <a:gd name="connsiteY6" fmla="*/ 0 h 364414"/>
                <a:gd name="connsiteX7" fmla="*/ 511044 w 839831"/>
                <a:gd name="connsiteY7" fmla="*/ 0 h 364414"/>
                <a:gd name="connsiteX8" fmla="*/ 800135 w 839831"/>
                <a:gd name="connsiteY8" fmla="*/ 794 h 364414"/>
                <a:gd name="connsiteX9" fmla="*/ 839831 w 839831"/>
                <a:gd name="connsiteY9" fmla="*/ 40491 h 364414"/>
                <a:gd name="connsiteX10" fmla="*/ 800135 w 839831"/>
                <a:gd name="connsiteY10" fmla="*/ 80187 h 364414"/>
                <a:gd name="connsiteX11" fmla="*/ 800135 w 839831"/>
                <a:gd name="connsiteY11" fmla="*/ 80187 h 364414"/>
                <a:gd name="connsiteX12" fmla="*/ 532778 w 839831"/>
                <a:gd name="connsiteY12" fmla="*/ 79443 h 364414"/>
                <a:gd name="connsiteX13" fmla="*/ 360892 w 839831"/>
                <a:gd name="connsiteY13" fmla="*/ 346204 h 364414"/>
                <a:gd name="connsiteX14" fmla="*/ 327497 w 839831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31" h="364414">
                  <a:moveTo>
                    <a:pt x="327497" y="364414"/>
                  </a:moveTo>
                  <a:lnTo>
                    <a:pt x="39697" y="364414"/>
                  </a:lnTo>
                  <a:cubicBezTo>
                    <a:pt x="17773" y="364414"/>
                    <a:pt x="0" y="346640"/>
                    <a:pt x="0" y="324718"/>
                  </a:cubicBezTo>
                  <a:cubicBezTo>
                    <a:pt x="0" y="302795"/>
                    <a:pt x="17773" y="285021"/>
                    <a:pt x="39697" y="285021"/>
                  </a:cubicBezTo>
                  <a:lnTo>
                    <a:pt x="305862" y="285021"/>
                  </a:lnTo>
                  <a:lnTo>
                    <a:pt x="477649" y="18161"/>
                  </a:lnTo>
                  <a:cubicBezTo>
                    <a:pt x="484968" y="6825"/>
                    <a:pt x="497547" y="-16"/>
                    <a:pt x="511044" y="0"/>
                  </a:cubicBezTo>
                  <a:lnTo>
                    <a:pt x="511044" y="0"/>
                  </a:lnTo>
                  <a:lnTo>
                    <a:pt x="800135" y="794"/>
                  </a:lnTo>
                  <a:cubicBezTo>
                    <a:pt x="822057" y="794"/>
                    <a:pt x="839831" y="18567"/>
                    <a:pt x="839831" y="40491"/>
                  </a:cubicBezTo>
                  <a:cubicBezTo>
                    <a:pt x="839831" y="62414"/>
                    <a:pt x="822057" y="80187"/>
                    <a:pt x="800135" y="80187"/>
                  </a:cubicBezTo>
                  <a:lnTo>
                    <a:pt x="800135" y="80187"/>
                  </a:lnTo>
                  <a:lnTo>
                    <a:pt x="532778" y="79443"/>
                  </a:lnTo>
                  <a:lnTo>
                    <a:pt x="360892" y="346204"/>
                  </a:lnTo>
                  <a:cubicBezTo>
                    <a:pt x="353583" y="357557"/>
                    <a:pt x="341001" y="364419"/>
                    <a:pt x="327497" y="364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EEB939C7-2514-E44D-99D8-82146D1E512D}"/>
                </a:ext>
              </a:extLst>
            </p:cNvPr>
            <p:cNvSpPr/>
            <p:nvPr/>
          </p:nvSpPr>
          <p:spPr>
            <a:xfrm>
              <a:off x="2834317" y="5201274"/>
              <a:ext cx="178622" cy="272220"/>
            </a:xfrm>
            <a:custGeom>
              <a:avLst/>
              <a:gdLst>
                <a:gd name="connsiteX0" fmla="*/ 138944 w 178622"/>
                <a:gd name="connsiteY0" fmla="*/ 272220 h 272220"/>
                <a:gd name="connsiteX1" fmla="*/ 110859 w 178622"/>
                <a:gd name="connsiteY1" fmla="*/ 260559 h 272220"/>
                <a:gd name="connsiteX2" fmla="*/ 11618 w 178622"/>
                <a:gd name="connsiteY2" fmla="*/ 161318 h 272220"/>
                <a:gd name="connsiteX3" fmla="*/ 11618 w 178622"/>
                <a:gd name="connsiteY3" fmla="*/ 105197 h 272220"/>
                <a:gd name="connsiteX4" fmla="*/ 105897 w 178622"/>
                <a:gd name="connsiteY4" fmla="*/ 10918 h 272220"/>
                <a:gd name="connsiteX5" fmla="*/ 162018 w 178622"/>
                <a:gd name="connsiteY5" fmla="*/ 12355 h 272220"/>
                <a:gd name="connsiteX6" fmla="*/ 162018 w 178622"/>
                <a:gd name="connsiteY6" fmla="*/ 67039 h 272220"/>
                <a:gd name="connsiteX7" fmla="*/ 95824 w 178622"/>
                <a:gd name="connsiteY7" fmla="*/ 133282 h 272220"/>
                <a:gd name="connsiteX8" fmla="*/ 166980 w 178622"/>
                <a:gd name="connsiteY8" fmla="*/ 204438 h 272220"/>
                <a:gd name="connsiteX9" fmla="*/ 167011 w 178622"/>
                <a:gd name="connsiteY9" fmla="*/ 260579 h 272220"/>
                <a:gd name="connsiteX10" fmla="*/ 138944 w 178622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22" h="272220">
                  <a:moveTo>
                    <a:pt x="138944" y="272220"/>
                  </a:moveTo>
                  <a:cubicBezTo>
                    <a:pt x="128406" y="272215"/>
                    <a:pt x="118302" y="268022"/>
                    <a:pt x="110859" y="260559"/>
                  </a:cubicBezTo>
                  <a:lnTo>
                    <a:pt x="11618" y="161318"/>
                  </a:lnTo>
                  <a:cubicBezTo>
                    <a:pt x="-3873" y="145816"/>
                    <a:pt x="-3873" y="120698"/>
                    <a:pt x="11618" y="105197"/>
                  </a:cubicBezTo>
                  <a:lnTo>
                    <a:pt x="105897" y="10918"/>
                  </a:lnTo>
                  <a:cubicBezTo>
                    <a:pt x="121792" y="-4183"/>
                    <a:pt x="146918" y="-3540"/>
                    <a:pt x="162018" y="12355"/>
                  </a:cubicBezTo>
                  <a:cubicBezTo>
                    <a:pt x="176575" y="27676"/>
                    <a:pt x="176575" y="51717"/>
                    <a:pt x="162018" y="67039"/>
                  </a:cubicBezTo>
                  <a:lnTo>
                    <a:pt x="95824" y="133282"/>
                  </a:lnTo>
                  <a:lnTo>
                    <a:pt x="166980" y="204438"/>
                  </a:lnTo>
                  <a:cubicBezTo>
                    <a:pt x="182491" y="219930"/>
                    <a:pt x="182505" y="245068"/>
                    <a:pt x="167011" y="260579"/>
                  </a:cubicBezTo>
                  <a:cubicBezTo>
                    <a:pt x="159570" y="268027"/>
                    <a:pt x="149474" y="272215"/>
                    <a:pt x="138944" y="2722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0D9183B5-04B3-6445-BCC2-C9E8BF35F2C4}"/>
                </a:ext>
              </a:extLst>
            </p:cNvPr>
            <p:cNvSpPr/>
            <p:nvPr/>
          </p:nvSpPr>
          <p:spPr>
            <a:xfrm>
              <a:off x="3502016" y="4912106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3" name="Picture Placeholder 95">
            <a:extLst>
              <a:ext uri="{FF2B5EF4-FFF2-40B4-BE49-F238E27FC236}">
                <a16:creationId xmlns:a16="http://schemas.microsoft.com/office/drawing/2014/main" id="{E947A39C-A66E-4607-8721-8080C9560F86}"/>
              </a:ext>
            </a:extLst>
          </p:cNvPr>
          <p:cNvGrpSpPr>
            <a:grpSpLocks noChangeAspect="1"/>
          </p:cNvGrpSpPr>
          <p:nvPr/>
        </p:nvGrpSpPr>
        <p:grpSpPr>
          <a:xfrm>
            <a:off x="4256035" y="4780888"/>
            <a:ext cx="637928" cy="823802"/>
            <a:chOff x="4256035" y="4780888"/>
            <a:chExt cx="637928" cy="823802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5731489C-76CC-6A4C-B258-1D06398AADB5}"/>
                </a:ext>
              </a:extLst>
            </p:cNvPr>
            <p:cNvSpPr/>
            <p:nvPr/>
          </p:nvSpPr>
          <p:spPr>
            <a:xfrm>
              <a:off x="4256035" y="4780888"/>
              <a:ext cx="637924" cy="172332"/>
            </a:xfrm>
            <a:custGeom>
              <a:avLst/>
              <a:gdLst>
                <a:gd name="connsiteX0" fmla="*/ 598228 w 637924"/>
                <a:gd name="connsiteY0" fmla="*/ 172333 h 172332"/>
                <a:gd name="connsiteX1" fmla="*/ 558531 w 637924"/>
                <a:gd name="connsiteY1" fmla="*/ 132636 h 172332"/>
                <a:gd name="connsiteX2" fmla="*/ 558531 w 637924"/>
                <a:gd name="connsiteY2" fmla="*/ 79393 h 172332"/>
                <a:gd name="connsiteX3" fmla="*/ 39697 w 637924"/>
                <a:gd name="connsiteY3" fmla="*/ 79393 h 172332"/>
                <a:gd name="connsiteX4" fmla="*/ 0 w 637924"/>
                <a:gd name="connsiteY4" fmla="*/ 39697 h 172332"/>
                <a:gd name="connsiteX5" fmla="*/ 39697 w 637924"/>
                <a:gd name="connsiteY5" fmla="*/ 0 h 172332"/>
                <a:gd name="connsiteX6" fmla="*/ 598228 w 637924"/>
                <a:gd name="connsiteY6" fmla="*/ 0 h 172332"/>
                <a:gd name="connsiteX7" fmla="*/ 637924 w 637924"/>
                <a:gd name="connsiteY7" fmla="*/ 39697 h 172332"/>
                <a:gd name="connsiteX8" fmla="*/ 637924 w 637924"/>
                <a:gd name="connsiteY8" fmla="*/ 132636 h 172332"/>
                <a:gd name="connsiteX9" fmla="*/ 598228 w 637924"/>
                <a:gd name="connsiteY9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924" h="172332">
                  <a:moveTo>
                    <a:pt x="598228" y="172333"/>
                  </a:moveTo>
                  <a:cubicBezTo>
                    <a:pt x="576305" y="172333"/>
                    <a:pt x="558531" y="154560"/>
                    <a:pt x="558531" y="132636"/>
                  </a:cubicBezTo>
                  <a:lnTo>
                    <a:pt x="558531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98228" y="0"/>
                  </a:lnTo>
                  <a:cubicBezTo>
                    <a:pt x="620150" y="0"/>
                    <a:pt x="637924" y="17773"/>
                    <a:pt x="637924" y="39697"/>
                  </a:cubicBezTo>
                  <a:lnTo>
                    <a:pt x="637924" y="132636"/>
                  </a:lnTo>
                  <a:cubicBezTo>
                    <a:pt x="637924" y="154560"/>
                    <a:pt x="620150" y="172333"/>
                    <a:pt x="598228" y="1723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86DCB241-32D6-E247-9379-0F6300A27ECE}"/>
                </a:ext>
              </a:extLst>
            </p:cNvPr>
            <p:cNvSpPr/>
            <p:nvPr/>
          </p:nvSpPr>
          <p:spPr>
            <a:xfrm>
              <a:off x="4256035" y="5432358"/>
              <a:ext cx="637924" cy="172332"/>
            </a:xfrm>
            <a:custGeom>
              <a:avLst/>
              <a:gdLst>
                <a:gd name="connsiteX0" fmla="*/ 598228 w 637924"/>
                <a:gd name="connsiteY0" fmla="*/ 172333 h 172332"/>
                <a:gd name="connsiteX1" fmla="*/ 39697 w 637924"/>
                <a:gd name="connsiteY1" fmla="*/ 172333 h 172332"/>
                <a:gd name="connsiteX2" fmla="*/ 0 w 637924"/>
                <a:gd name="connsiteY2" fmla="*/ 132636 h 172332"/>
                <a:gd name="connsiteX3" fmla="*/ 39697 w 637924"/>
                <a:gd name="connsiteY3" fmla="*/ 92940 h 172332"/>
                <a:gd name="connsiteX4" fmla="*/ 558531 w 637924"/>
                <a:gd name="connsiteY4" fmla="*/ 92940 h 172332"/>
                <a:gd name="connsiteX5" fmla="*/ 558531 w 637924"/>
                <a:gd name="connsiteY5" fmla="*/ 39697 h 172332"/>
                <a:gd name="connsiteX6" fmla="*/ 598228 w 637924"/>
                <a:gd name="connsiteY6" fmla="*/ 0 h 172332"/>
                <a:gd name="connsiteX7" fmla="*/ 637924 w 637924"/>
                <a:gd name="connsiteY7" fmla="*/ 39697 h 172332"/>
                <a:gd name="connsiteX8" fmla="*/ 637924 w 637924"/>
                <a:gd name="connsiteY8" fmla="*/ 132636 h 172332"/>
                <a:gd name="connsiteX9" fmla="*/ 598228 w 637924"/>
                <a:gd name="connsiteY9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924" h="172332">
                  <a:moveTo>
                    <a:pt x="598228" y="172333"/>
                  </a:moveTo>
                  <a:lnTo>
                    <a:pt x="39697" y="172333"/>
                  </a:lnTo>
                  <a:cubicBezTo>
                    <a:pt x="17773" y="172333"/>
                    <a:pt x="0" y="154558"/>
                    <a:pt x="0" y="132636"/>
                  </a:cubicBezTo>
                  <a:cubicBezTo>
                    <a:pt x="0" y="110714"/>
                    <a:pt x="17773" y="92940"/>
                    <a:pt x="39697" y="92940"/>
                  </a:cubicBezTo>
                  <a:lnTo>
                    <a:pt x="558531" y="92940"/>
                  </a:lnTo>
                  <a:lnTo>
                    <a:pt x="558531" y="39697"/>
                  </a:lnTo>
                  <a:cubicBezTo>
                    <a:pt x="558531" y="17774"/>
                    <a:pt x="576305" y="0"/>
                    <a:pt x="598228" y="0"/>
                  </a:cubicBezTo>
                  <a:cubicBezTo>
                    <a:pt x="620150" y="0"/>
                    <a:pt x="637924" y="17774"/>
                    <a:pt x="637924" y="39697"/>
                  </a:cubicBezTo>
                  <a:lnTo>
                    <a:pt x="637924" y="132636"/>
                  </a:lnTo>
                  <a:cubicBezTo>
                    <a:pt x="637924" y="154558"/>
                    <a:pt x="620150" y="172333"/>
                    <a:pt x="598228" y="1723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EAF5522D-1DDA-734F-8FB8-E39BBB665980}"/>
                </a:ext>
              </a:extLst>
            </p:cNvPr>
            <p:cNvSpPr/>
            <p:nvPr/>
          </p:nvSpPr>
          <p:spPr>
            <a:xfrm>
              <a:off x="4256035" y="4966718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3"/>
                    <a:pt x="172581" y="39697"/>
                  </a:cubicBezTo>
                  <a:cubicBezTo>
                    <a:pt x="172581" y="61620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45D5608F-889F-5746-81BF-874657813375}"/>
                </a:ext>
              </a:extLst>
            </p:cNvPr>
            <p:cNvSpPr/>
            <p:nvPr/>
          </p:nvSpPr>
          <p:spPr>
            <a:xfrm>
              <a:off x="4256035" y="5153093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3"/>
                    <a:pt x="172581" y="39697"/>
                  </a:cubicBezTo>
                  <a:cubicBezTo>
                    <a:pt x="172581" y="61620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11B415F1-CE4B-DA42-B9B8-418E4EEB168A}"/>
                </a:ext>
              </a:extLst>
            </p:cNvPr>
            <p:cNvSpPr/>
            <p:nvPr/>
          </p:nvSpPr>
          <p:spPr>
            <a:xfrm>
              <a:off x="4256035" y="5339171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4"/>
                    <a:pt x="172581" y="39697"/>
                  </a:cubicBezTo>
                  <a:cubicBezTo>
                    <a:pt x="172581" y="61619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76EA5D0D-009E-5042-8882-42276EA95F0B}"/>
                </a:ext>
              </a:extLst>
            </p:cNvPr>
            <p:cNvSpPr/>
            <p:nvPr/>
          </p:nvSpPr>
          <p:spPr>
            <a:xfrm>
              <a:off x="4535278" y="5153071"/>
              <a:ext cx="172336" cy="172354"/>
            </a:xfrm>
            <a:custGeom>
              <a:avLst/>
              <a:gdLst>
                <a:gd name="connsiteX0" fmla="*/ 132658 w 172336"/>
                <a:gd name="connsiteY0" fmla="*/ 172355 h 172354"/>
                <a:gd name="connsiteX1" fmla="*/ 104573 w 172336"/>
                <a:gd name="connsiteY1" fmla="*/ 160694 h 172354"/>
                <a:gd name="connsiteX2" fmla="*/ 11633 w 172336"/>
                <a:gd name="connsiteY2" fmla="*/ 67804 h 172354"/>
                <a:gd name="connsiteX3" fmla="*/ 11633 w 172336"/>
                <a:gd name="connsiteY3" fmla="*/ 11633 h 172354"/>
                <a:gd name="connsiteX4" fmla="*/ 67804 w 172336"/>
                <a:gd name="connsiteY4" fmla="*/ 11633 h 172354"/>
                <a:gd name="connsiteX5" fmla="*/ 160694 w 172336"/>
                <a:gd name="connsiteY5" fmla="*/ 104573 h 172354"/>
                <a:gd name="connsiteX6" fmla="*/ 160724 w 172336"/>
                <a:gd name="connsiteY6" fmla="*/ 160714 h 172354"/>
                <a:gd name="connsiteX7" fmla="*/ 132658 w 172336"/>
                <a:gd name="connsiteY7" fmla="*/ 172355 h 172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336" h="172354">
                  <a:moveTo>
                    <a:pt x="132658" y="172355"/>
                  </a:moveTo>
                  <a:cubicBezTo>
                    <a:pt x="122119" y="172350"/>
                    <a:pt x="112016" y="168157"/>
                    <a:pt x="104573" y="160694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160694" y="104573"/>
                  </a:lnTo>
                  <a:cubicBezTo>
                    <a:pt x="176205" y="120064"/>
                    <a:pt x="176220" y="145202"/>
                    <a:pt x="160724" y="160714"/>
                  </a:cubicBezTo>
                  <a:cubicBezTo>
                    <a:pt x="153286" y="168162"/>
                    <a:pt x="143188" y="172350"/>
                    <a:pt x="132658" y="1723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5BE1B9D7-4C09-7540-AC12-5C9387F82C07}"/>
                </a:ext>
              </a:extLst>
            </p:cNvPr>
            <p:cNvSpPr/>
            <p:nvPr/>
          </p:nvSpPr>
          <p:spPr>
            <a:xfrm>
              <a:off x="4628209" y="5060174"/>
              <a:ext cx="265754" cy="265251"/>
            </a:xfrm>
            <a:custGeom>
              <a:avLst/>
              <a:gdLst>
                <a:gd name="connsiteX0" fmla="*/ 39728 w 265754"/>
                <a:gd name="connsiteY0" fmla="*/ 265252 h 265251"/>
                <a:gd name="connsiteX1" fmla="*/ 0 w 265754"/>
                <a:gd name="connsiteY1" fmla="*/ 225585 h 265251"/>
                <a:gd name="connsiteX2" fmla="*/ 11692 w 265754"/>
                <a:gd name="connsiteY2" fmla="*/ 197420 h 265251"/>
                <a:gd name="connsiteX3" fmla="*/ 198018 w 265754"/>
                <a:gd name="connsiteY3" fmla="*/ 11591 h 265251"/>
                <a:gd name="connsiteX4" fmla="*/ 254164 w 265754"/>
                <a:gd name="connsiteY4" fmla="*/ 11665 h 265251"/>
                <a:gd name="connsiteX5" fmla="*/ 254089 w 265754"/>
                <a:gd name="connsiteY5" fmla="*/ 67811 h 265251"/>
                <a:gd name="connsiteX6" fmla="*/ 67764 w 265754"/>
                <a:gd name="connsiteY6" fmla="*/ 253641 h 265251"/>
                <a:gd name="connsiteX7" fmla="*/ 39728 w 265754"/>
                <a:gd name="connsiteY7" fmla="*/ 265252 h 26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754" h="265251">
                  <a:moveTo>
                    <a:pt x="39728" y="265252"/>
                  </a:moveTo>
                  <a:cubicBezTo>
                    <a:pt x="17805" y="265267"/>
                    <a:pt x="17" y="247513"/>
                    <a:pt x="0" y="225585"/>
                  </a:cubicBezTo>
                  <a:cubicBezTo>
                    <a:pt x="-8" y="215016"/>
                    <a:pt x="4200" y="204878"/>
                    <a:pt x="11692" y="197420"/>
                  </a:cubicBezTo>
                  <a:lnTo>
                    <a:pt x="198018" y="11591"/>
                  </a:lnTo>
                  <a:cubicBezTo>
                    <a:pt x="213544" y="-3893"/>
                    <a:pt x="238682" y="-3859"/>
                    <a:pt x="254164" y="11665"/>
                  </a:cubicBezTo>
                  <a:cubicBezTo>
                    <a:pt x="269646" y="27190"/>
                    <a:pt x="269616" y="52328"/>
                    <a:pt x="254089" y="67811"/>
                  </a:cubicBezTo>
                  <a:lnTo>
                    <a:pt x="67764" y="253641"/>
                  </a:lnTo>
                  <a:cubicBezTo>
                    <a:pt x="60325" y="261069"/>
                    <a:pt x="50242" y="265247"/>
                    <a:pt x="39728" y="26525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1" name="Picture Placeholder 97">
            <a:extLst>
              <a:ext uri="{FF2B5EF4-FFF2-40B4-BE49-F238E27FC236}">
                <a16:creationId xmlns:a16="http://schemas.microsoft.com/office/drawing/2014/main" id="{726D2538-FDB3-4AE4-9BD0-A782FECAB79C}"/>
              </a:ext>
            </a:extLst>
          </p:cNvPr>
          <p:cNvGrpSpPr>
            <a:grpSpLocks noChangeAspect="1"/>
          </p:cNvGrpSpPr>
          <p:nvPr/>
        </p:nvGrpSpPr>
        <p:grpSpPr>
          <a:xfrm>
            <a:off x="6793745" y="4770548"/>
            <a:ext cx="832705" cy="843223"/>
            <a:chOff x="6793745" y="4770548"/>
            <a:chExt cx="832705" cy="84322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5D871F1E-B9CA-EB49-A863-65723F0B4EFE}"/>
                </a:ext>
              </a:extLst>
            </p:cNvPr>
            <p:cNvSpPr/>
            <p:nvPr/>
          </p:nvSpPr>
          <p:spPr>
            <a:xfrm>
              <a:off x="7352092" y="4870448"/>
              <a:ext cx="130465" cy="275648"/>
            </a:xfrm>
            <a:custGeom>
              <a:avLst/>
              <a:gdLst>
                <a:gd name="connsiteX0" fmla="*/ 39731 w 130465"/>
                <a:gd name="connsiteY0" fmla="*/ 275649 h 275648"/>
                <a:gd name="connsiteX1" fmla="*/ 0 w 130465"/>
                <a:gd name="connsiteY1" fmla="*/ 235986 h 275648"/>
                <a:gd name="connsiteX2" fmla="*/ 16906 w 130465"/>
                <a:gd name="connsiteY2" fmla="*/ 203451 h 275648"/>
                <a:gd name="connsiteX3" fmla="*/ 33231 w 130465"/>
                <a:gd name="connsiteY3" fmla="*/ 188068 h 275648"/>
                <a:gd name="connsiteX4" fmla="*/ 50499 w 130465"/>
                <a:gd name="connsiteY4" fmla="*/ 127531 h 275648"/>
                <a:gd name="connsiteX5" fmla="*/ 16558 w 130465"/>
                <a:gd name="connsiteY5" fmla="*/ 71757 h 275648"/>
                <a:gd name="connsiteX6" fmla="*/ 7924 w 130465"/>
                <a:gd name="connsiteY6" fmla="*/ 16282 h 275648"/>
                <a:gd name="connsiteX7" fmla="*/ 63400 w 130465"/>
                <a:gd name="connsiteY7" fmla="*/ 7648 h 275648"/>
                <a:gd name="connsiteX8" fmla="*/ 129198 w 130465"/>
                <a:gd name="connsiteY8" fmla="*/ 117061 h 275648"/>
                <a:gd name="connsiteX9" fmla="*/ 62458 w 130465"/>
                <a:gd name="connsiteY9" fmla="*/ 268503 h 275648"/>
                <a:gd name="connsiteX10" fmla="*/ 39731 w 130465"/>
                <a:gd name="connsiteY10" fmla="*/ 275649 h 27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465" h="275648">
                  <a:moveTo>
                    <a:pt x="39731" y="275649"/>
                  </a:moveTo>
                  <a:cubicBezTo>
                    <a:pt x="17809" y="275668"/>
                    <a:pt x="20" y="257910"/>
                    <a:pt x="0" y="235986"/>
                  </a:cubicBezTo>
                  <a:cubicBezTo>
                    <a:pt x="-10" y="223033"/>
                    <a:pt x="6302" y="210888"/>
                    <a:pt x="16906" y="203451"/>
                  </a:cubicBezTo>
                  <a:cubicBezTo>
                    <a:pt x="23079" y="199157"/>
                    <a:pt x="28577" y="193973"/>
                    <a:pt x="33231" y="188068"/>
                  </a:cubicBezTo>
                  <a:cubicBezTo>
                    <a:pt x="47085" y="171131"/>
                    <a:pt x="53332" y="149228"/>
                    <a:pt x="50499" y="127531"/>
                  </a:cubicBezTo>
                  <a:cubicBezTo>
                    <a:pt x="47318" y="105071"/>
                    <a:pt x="35047" y="84904"/>
                    <a:pt x="16558" y="71757"/>
                  </a:cubicBezTo>
                  <a:cubicBezTo>
                    <a:pt x="-1146" y="58822"/>
                    <a:pt x="-5012" y="33985"/>
                    <a:pt x="7924" y="16282"/>
                  </a:cubicBezTo>
                  <a:cubicBezTo>
                    <a:pt x="20861" y="-1422"/>
                    <a:pt x="45696" y="-5288"/>
                    <a:pt x="63400" y="7648"/>
                  </a:cubicBezTo>
                  <a:cubicBezTo>
                    <a:pt x="99470" y="33498"/>
                    <a:pt x="123273" y="73083"/>
                    <a:pt x="129198" y="117061"/>
                  </a:cubicBezTo>
                  <a:cubicBezTo>
                    <a:pt x="136636" y="175995"/>
                    <a:pt x="110972" y="234228"/>
                    <a:pt x="62458" y="268503"/>
                  </a:cubicBezTo>
                  <a:cubicBezTo>
                    <a:pt x="55794" y="273156"/>
                    <a:pt x="47859" y="275650"/>
                    <a:pt x="39731" y="27564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E334C209-AB2F-5E4A-99D5-4B31143C8111}"/>
                </a:ext>
              </a:extLst>
            </p:cNvPr>
            <p:cNvSpPr/>
            <p:nvPr/>
          </p:nvSpPr>
          <p:spPr>
            <a:xfrm>
              <a:off x="7442025" y="4770548"/>
              <a:ext cx="184424" cy="474349"/>
            </a:xfrm>
            <a:custGeom>
              <a:avLst/>
              <a:gdLst>
                <a:gd name="connsiteX0" fmla="*/ 40108 w 184424"/>
                <a:gd name="connsiteY0" fmla="*/ 474343 h 474349"/>
                <a:gd name="connsiteX1" fmla="*/ 347 w 184424"/>
                <a:gd name="connsiteY1" fmla="*/ 434709 h 474349"/>
                <a:gd name="connsiteX2" fmla="*/ 17183 w 184424"/>
                <a:gd name="connsiteY2" fmla="*/ 402195 h 474349"/>
                <a:gd name="connsiteX3" fmla="*/ 61842 w 184424"/>
                <a:gd name="connsiteY3" fmla="*/ 359918 h 474349"/>
                <a:gd name="connsiteX4" fmla="*/ 102928 w 184424"/>
                <a:gd name="connsiteY4" fmla="*/ 209418 h 474349"/>
                <a:gd name="connsiteX5" fmla="*/ 18572 w 184424"/>
                <a:gd name="connsiteY5" fmla="*/ 73309 h 474349"/>
                <a:gd name="connsiteX6" fmla="*/ 6093 w 184424"/>
                <a:gd name="connsiteY6" fmla="*/ 18574 h 474349"/>
                <a:gd name="connsiteX7" fmla="*/ 60829 w 184424"/>
                <a:gd name="connsiteY7" fmla="*/ 6095 h 474349"/>
                <a:gd name="connsiteX8" fmla="*/ 64620 w 184424"/>
                <a:gd name="connsiteY8" fmla="*/ 8802 h 474349"/>
                <a:gd name="connsiteX9" fmla="*/ 181577 w 184424"/>
                <a:gd name="connsiteY9" fmla="*/ 198254 h 474349"/>
                <a:gd name="connsiteX10" fmla="*/ 124562 w 184424"/>
                <a:gd name="connsiteY10" fmla="*/ 409092 h 474349"/>
                <a:gd name="connsiteX11" fmla="*/ 63082 w 184424"/>
                <a:gd name="connsiteY11" fmla="*/ 467446 h 474349"/>
                <a:gd name="connsiteX12" fmla="*/ 40108 w 184424"/>
                <a:gd name="connsiteY12" fmla="*/ 474343 h 47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424" h="474349">
                  <a:moveTo>
                    <a:pt x="40108" y="474343"/>
                  </a:moveTo>
                  <a:cubicBezTo>
                    <a:pt x="18185" y="474378"/>
                    <a:pt x="381" y="456633"/>
                    <a:pt x="347" y="434709"/>
                  </a:cubicBezTo>
                  <a:cubicBezTo>
                    <a:pt x="327" y="421776"/>
                    <a:pt x="6609" y="409643"/>
                    <a:pt x="17183" y="402195"/>
                  </a:cubicBezTo>
                  <a:cubicBezTo>
                    <a:pt x="34099" y="390413"/>
                    <a:pt x="49154" y="376162"/>
                    <a:pt x="61842" y="359918"/>
                  </a:cubicBezTo>
                  <a:cubicBezTo>
                    <a:pt x="95703" y="317562"/>
                    <a:pt x="110569" y="263104"/>
                    <a:pt x="102928" y="209418"/>
                  </a:cubicBezTo>
                  <a:cubicBezTo>
                    <a:pt x="94770" y="154361"/>
                    <a:pt x="64248" y="105113"/>
                    <a:pt x="18572" y="73309"/>
                  </a:cubicBezTo>
                  <a:cubicBezTo>
                    <a:pt x="14" y="61640"/>
                    <a:pt x="-5573" y="37134"/>
                    <a:pt x="6093" y="18574"/>
                  </a:cubicBezTo>
                  <a:cubicBezTo>
                    <a:pt x="17764" y="13"/>
                    <a:pt x="42266" y="-5574"/>
                    <a:pt x="60829" y="6095"/>
                  </a:cubicBezTo>
                  <a:cubicBezTo>
                    <a:pt x="62144" y="6922"/>
                    <a:pt x="63410" y="7826"/>
                    <a:pt x="64620" y="8802"/>
                  </a:cubicBezTo>
                  <a:cubicBezTo>
                    <a:pt x="128075" y="53110"/>
                    <a:pt x="170402" y="121670"/>
                    <a:pt x="181577" y="198254"/>
                  </a:cubicBezTo>
                  <a:cubicBezTo>
                    <a:pt x="192468" y="273389"/>
                    <a:pt x="171836" y="349685"/>
                    <a:pt x="124562" y="409092"/>
                  </a:cubicBezTo>
                  <a:cubicBezTo>
                    <a:pt x="107081" y="431490"/>
                    <a:pt x="86359" y="451157"/>
                    <a:pt x="63082" y="467446"/>
                  </a:cubicBezTo>
                  <a:cubicBezTo>
                    <a:pt x="56329" y="472077"/>
                    <a:pt x="48295" y="474488"/>
                    <a:pt x="40108" y="4743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37B911E4-8956-9E4B-8D53-86F0D2424706}"/>
                </a:ext>
              </a:extLst>
            </p:cNvPr>
            <p:cNvSpPr/>
            <p:nvPr/>
          </p:nvSpPr>
          <p:spPr>
            <a:xfrm>
              <a:off x="6922554" y="4873822"/>
              <a:ext cx="130495" cy="275648"/>
            </a:xfrm>
            <a:custGeom>
              <a:avLst/>
              <a:gdLst>
                <a:gd name="connsiteX0" fmla="*/ 90762 w 130495"/>
                <a:gd name="connsiteY0" fmla="*/ 275450 h 275648"/>
                <a:gd name="connsiteX1" fmla="*/ 68036 w 130495"/>
                <a:gd name="connsiteY1" fmla="*/ 268255 h 275648"/>
                <a:gd name="connsiteX2" fmla="*/ 1296 w 130495"/>
                <a:gd name="connsiteY2" fmla="*/ 116813 h 275648"/>
                <a:gd name="connsiteX3" fmla="*/ 67093 w 130495"/>
                <a:gd name="connsiteY3" fmla="*/ 7648 h 275648"/>
                <a:gd name="connsiteX4" fmla="*/ 122569 w 130495"/>
                <a:gd name="connsiteY4" fmla="*/ 16282 h 275648"/>
                <a:gd name="connsiteX5" fmla="*/ 113935 w 130495"/>
                <a:gd name="connsiteY5" fmla="*/ 71757 h 275648"/>
                <a:gd name="connsiteX6" fmla="*/ 79994 w 130495"/>
                <a:gd name="connsiteY6" fmla="*/ 127531 h 275648"/>
                <a:gd name="connsiteX7" fmla="*/ 97163 w 130495"/>
                <a:gd name="connsiteY7" fmla="*/ 187969 h 275648"/>
                <a:gd name="connsiteX8" fmla="*/ 113588 w 130495"/>
                <a:gd name="connsiteY8" fmla="*/ 203451 h 275648"/>
                <a:gd name="connsiteX9" fmla="*/ 123297 w 130495"/>
                <a:gd name="connsiteY9" fmla="*/ 258744 h 275648"/>
                <a:gd name="connsiteX10" fmla="*/ 90762 w 130495"/>
                <a:gd name="connsiteY10" fmla="*/ 275649 h 27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495" h="275648">
                  <a:moveTo>
                    <a:pt x="90762" y="275450"/>
                  </a:moveTo>
                  <a:cubicBezTo>
                    <a:pt x="82625" y="275456"/>
                    <a:pt x="74686" y="272943"/>
                    <a:pt x="68036" y="268255"/>
                  </a:cubicBezTo>
                  <a:cubicBezTo>
                    <a:pt x="19449" y="234038"/>
                    <a:pt x="-6234" y="175760"/>
                    <a:pt x="1296" y="116813"/>
                  </a:cubicBezTo>
                  <a:cubicBezTo>
                    <a:pt x="7285" y="72926"/>
                    <a:pt x="31083" y="33441"/>
                    <a:pt x="67093" y="7648"/>
                  </a:cubicBezTo>
                  <a:cubicBezTo>
                    <a:pt x="84797" y="-5288"/>
                    <a:pt x="109634" y="-1422"/>
                    <a:pt x="122569" y="16282"/>
                  </a:cubicBezTo>
                  <a:cubicBezTo>
                    <a:pt x="135504" y="33985"/>
                    <a:pt x="131639" y="58822"/>
                    <a:pt x="113935" y="71757"/>
                  </a:cubicBezTo>
                  <a:cubicBezTo>
                    <a:pt x="95439" y="84896"/>
                    <a:pt x="83165" y="105066"/>
                    <a:pt x="79994" y="127531"/>
                  </a:cubicBezTo>
                  <a:cubicBezTo>
                    <a:pt x="77163" y="149181"/>
                    <a:pt x="83373" y="171041"/>
                    <a:pt x="97163" y="187969"/>
                  </a:cubicBezTo>
                  <a:cubicBezTo>
                    <a:pt x="101862" y="193896"/>
                    <a:pt x="107394" y="199110"/>
                    <a:pt x="113588" y="203451"/>
                  </a:cubicBezTo>
                  <a:cubicBezTo>
                    <a:pt x="131538" y="216039"/>
                    <a:pt x="135885" y="240794"/>
                    <a:pt x="123297" y="258744"/>
                  </a:cubicBezTo>
                  <a:cubicBezTo>
                    <a:pt x="115860" y="269350"/>
                    <a:pt x="103716" y="275660"/>
                    <a:pt x="90762" y="27564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46005093-58BB-1F48-93C6-D24807821016}"/>
                </a:ext>
              </a:extLst>
            </p:cNvPr>
            <p:cNvSpPr/>
            <p:nvPr/>
          </p:nvSpPr>
          <p:spPr>
            <a:xfrm>
              <a:off x="6793745" y="4773529"/>
              <a:ext cx="184402" cy="474686"/>
            </a:xfrm>
            <a:custGeom>
              <a:avLst/>
              <a:gdLst>
                <a:gd name="connsiteX0" fmla="*/ 144148 w 184402"/>
                <a:gd name="connsiteY0" fmla="*/ 474687 h 474686"/>
                <a:gd name="connsiteX1" fmla="*/ 121323 w 184402"/>
                <a:gd name="connsiteY1" fmla="*/ 467442 h 474686"/>
                <a:gd name="connsiteX2" fmla="*/ 59694 w 184402"/>
                <a:gd name="connsiteY2" fmla="*/ 408939 h 474686"/>
                <a:gd name="connsiteX3" fmla="*/ 2828 w 184402"/>
                <a:gd name="connsiteY3" fmla="*/ 198448 h 474686"/>
                <a:gd name="connsiteX4" fmla="*/ 119785 w 184402"/>
                <a:gd name="connsiteY4" fmla="*/ 8798 h 474686"/>
                <a:gd name="connsiteX5" fmla="*/ 175604 w 184402"/>
                <a:gd name="connsiteY5" fmla="*/ 14778 h 474686"/>
                <a:gd name="connsiteX6" fmla="*/ 169625 w 184402"/>
                <a:gd name="connsiteY6" fmla="*/ 70598 h 474686"/>
                <a:gd name="connsiteX7" fmla="*/ 165833 w 184402"/>
                <a:gd name="connsiteY7" fmla="*/ 73305 h 474686"/>
                <a:gd name="connsiteX8" fmla="*/ 81328 w 184402"/>
                <a:gd name="connsiteY8" fmla="*/ 209613 h 474686"/>
                <a:gd name="connsiteX9" fmla="*/ 122216 w 184402"/>
                <a:gd name="connsiteY9" fmla="*/ 360112 h 474686"/>
                <a:gd name="connsiteX10" fmla="*/ 166875 w 184402"/>
                <a:gd name="connsiteY10" fmla="*/ 402538 h 474686"/>
                <a:gd name="connsiteX11" fmla="*/ 176464 w 184402"/>
                <a:gd name="connsiteY11" fmla="*/ 457852 h 474686"/>
                <a:gd name="connsiteX12" fmla="*/ 143950 w 184402"/>
                <a:gd name="connsiteY12" fmla="*/ 474687 h 47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402" h="474686">
                  <a:moveTo>
                    <a:pt x="144148" y="474687"/>
                  </a:moveTo>
                  <a:cubicBezTo>
                    <a:pt x="135975" y="474679"/>
                    <a:pt x="128004" y="472149"/>
                    <a:pt x="121323" y="467442"/>
                  </a:cubicBezTo>
                  <a:cubicBezTo>
                    <a:pt x="97992" y="451105"/>
                    <a:pt x="77222" y="431389"/>
                    <a:pt x="59694" y="408939"/>
                  </a:cubicBezTo>
                  <a:cubicBezTo>
                    <a:pt x="12566" y="349597"/>
                    <a:pt x="-8006" y="273448"/>
                    <a:pt x="2828" y="198448"/>
                  </a:cubicBezTo>
                  <a:cubicBezTo>
                    <a:pt x="13952" y="121793"/>
                    <a:pt x="56282" y="53151"/>
                    <a:pt x="119785" y="8798"/>
                  </a:cubicBezTo>
                  <a:cubicBezTo>
                    <a:pt x="136850" y="-4965"/>
                    <a:pt x="161842" y="-2288"/>
                    <a:pt x="175604" y="14778"/>
                  </a:cubicBezTo>
                  <a:cubicBezTo>
                    <a:pt x="189368" y="31844"/>
                    <a:pt x="186690" y="56835"/>
                    <a:pt x="169625" y="70598"/>
                  </a:cubicBezTo>
                  <a:cubicBezTo>
                    <a:pt x="168415" y="71574"/>
                    <a:pt x="167149" y="72478"/>
                    <a:pt x="165833" y="73305"/>
                  </a:cubicBezTo>
                  <a:cubicBezTo>
                    <a:pt x="120062" y="105134"/>
                    <a:pt x="89481" y="154463"/>
                    <a:pt x="81328" y="209613"/>
                  </a:cubicBezTo>
                  <a:cubicBezTo>
                    <a:pt x="73626" y="263271"/>
                    <a:pt x="88421" y="317728"/>
                    <a:pt x="122216" y="360112"/>
                  </a:cubicBezTo>
                  <a:cubicBezTo>
                    <a:pt x="134922" y="376385"/>
                    <a:pt x="149972" y="390683"/>
                    <a:pt x="166875" y="402538"/>
                  </a:cubicBezTo>
                  <a:cubicBezTo>
                    <a:pt x="184797" y="415165"/>
                    <a:pt x="189091" y="439930"/>
                    <a:pt x="176464" y="457852"/>
                  </a:cubicBezTo>
                  <a:cubicBezTo>
                    <a:pt x="169016" y="468425"/>
                    <a:pt x="156883" y="474707"/>
                    <a:pt x="143950" y="47468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51575B2E-8F65-E24B-AD37-654863D05B4B}"/>
                </a:ext>
              </a:extLst>
            </p:cNvPr>
            <p:cNvSpPr/>
            <p:nvPr/>
          </p:nvSpPr>
          <p:spPr>
            <a:xfrm>
              <a:off x="7167835" y="4970340"/>
              <a:ext cx="79393" cy="643431"/>
            </a:xfrm>
            <a:custGeom>
              <a:avLst/>
              <a:gdLst>
                <a:gd name="connsiteX0" fmla="*/ 39697 w 79393"/>
                <a:gd name="connsiteY0" fmla="*/ 643431 h 643431"/>
                <a:gd name="connsiteX1" fmla="*/ 0 w 79393"/>
                <a:gd name="connsiteY1" fmla="*/ 603735 h 643431"/>
                <a:gd name="connsiteX2" fmla="*/ 0 w 79393"/>
                <a:gd name="connsiteY2" fmla="*/ 39697 h 643431"/>
                <a:gd name="connsiteX3" fmla="*/ 39697 w 79393"/>
                <a:gd name="connsiteY3" fmla="*/ 0 h 643431"/>
                <a:gd name="connsiteX4" fmla="*/ 79393 w 79393"/>
                <a:gd name="connsiteY4" fmla="*/ 39697 h 643431"/>
                <a:gd name="connsiteX5" fmla="*/ 79393 w 79393"/>
                <a:gd name="connsiteY5" fmla="*/ 603735 h 643431"/>
                <a:gd name="connsiteX6" fmla="*/ 39697 w 79393"/>
                <a:gd name="connsiteY6" fmla="*/ 643431 h 643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43431">
                  <a:moveTo>
                    <a:pt x="39697" y="643431"/>
                  </a:moveTo>
                  <a:cubicBezTo>
                    <a:pt x="17773" y="643431"/>
                    <a:pt x="0" y="625657"/>
                    <a:pt x="0" y="6037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603735"/>
                  </a:lnTo>
                  <a:cubicBezTo>
                    <a:pt x="79393" y="625657"/>
                    <a:pt x="61621" y="643431"/>
                    <a:pt x="39697" y="6434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A15A3543-BEEF-5F4B-8D0E-2C9E6C3583D4}"/>
                </a:ext>
              </a:extLst>
            </p:cNvPr>
            <p:cNvSpPr/>
            <p:nvPr/>
          </p:nvSpPr>
          <p:spPr>
            <a:xfrm>
              <a:off x="7140345" y="4919330"/>
              <a:ext cx="132586" cy="132586"/>
            </a:xfrm>
            <a:custGeom>
              <a:avLst/>
              <a:gdLst>
                <a:gd name="connsiteX0" fmla="*/ 132587 w 132586"/>
                <a:gd name="connsiteY0" fmla="*/ 66293 h 132586"/>
                <a:gd name="connsiteX1" fmla="*/ 66293 w 132586"/>
                <a:gd name="connsiteY1" fmla="*/ 132586 h 132586"/>
                <a:gd name="connsiteX2" fmla="*/ 0 w 132586"/>
                <a:gd name="connsiteY2" fmla="*/ 66293 h 132586"/>
                <a:gd name="connsiteX3" fmla="*/ 66293 w 132586"/>
                <a:gd name="connsiteY3" fmla="*/ 0 h 132586"/>
                <a:gd name="connsiteX4" fmla="*/ 132587 w 132586"/>
                <a:gd name="connsiteY4" fmla="*/ 66293 h 13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586" h="132586">
                  <a:moveTo>
                    <a:pt x="132587" y="66293"/>
                  </a:moveTo>
                  <a:cubicBezTo>
                    <a:pt x="132587" y="102906"/>
                    <a:pt x="102906" y="132586"/>
                    <a:pt x="66293" y="132586"/>
                  </a:cubicBezTo>
                  <a:cubicBezTo>
                    <a:pt x="29681" y="132586"/>
                    <a:pt x="0" y="102906"/>
                    <a:pt x="0" y="66293"/>
                  </a:cubicBezTo>
                  <a:cubicBezTo>
                    <a:pt x="0" y="29680"/>
                    <a:pt x="29681" y="0"/>
                    <a:pt x="66293" y="0"/>
                  </a:cubicBezTo>
                  <a:cubicBezTo>
                    <a:pt x="102906" y="0"/>
                    <a:pt x="132587" y="29680"/>
                    <a:pt x="132587" y="662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8" name="Picture Placeholder 91">
            <a:extLst>
              <a:ext uri="{FF2B5EF4-FFF2-40B4-BE49-F238E27FC236}">
                <a16:creationId xmlns:a16="http://schemas.microsoft.com/office/drawing/2014/main" id="{1159337D-AB27-4DC9-B97F-6E70173CDFCB}"/>
              </a:ext>
            </a:extLst>
          </p:cNvPr>
          <p:cNvGrpSpPr>
            <a:grpSpLocks noChangeAspect="1"/>
          </p:cNvGrpSpPr>
          <p:nvPr/>
        </p:nvGrpSpPr>
        <p:grpSpPr>
          <a:xfrm>
            <a:off x="8105636" y="4815671"/>
            <a:ext cx="843854" cy="754236"/>
            <a:chOff x="8105636" y="4815671"/>
            <a:chExt cx="843854" cy="754236"/>
          </a:xfrm>
        </p:grpSpPr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CF3EBAF3-6B09-734C-9A15-FFFDCF1C3A42}"/>
                </a:ext>
              </a:extLst>
            </p:cNvPr>
            <p:cNvSpPr/>
            <p:nvPr/>
          </p:nvSpPr>
          <p:spPr>
            <a:xfrm>
              <a:off x="8105636" y="4815671"/>
              <a:ext cx="843854" cy="754236"/>
            </a:xfrm>
            <a:custGeom>
              <a:avLst/>
              <a:gdLst>
                <a:gd name="connsiteX0" fmla="*/ 803964 w 843854"/>
                <a:gd name="connsiteY0" fmla="*/ 754236 h 754236"/>
                <a:gd name="connsiteX1" fmla="*/ 803716 w 843854"/>
                <a:gd name="connsiteY1" fmla="*/ 754236 h 754236"/>
                <a:gd name="connsiteX2" fmla="*/ 39557 w 843854"/>
                <a:gd name="connsiteY2" fmla="*/ 749274 h 754236"/>
                <a:gd name="connsiteX3" fmla="*/ 0 w 843854"/>
                <a:gd name="connsiteY3" fmla="*/ 709438 h 754236"/>
                <a:gd name="connsiteX4" fmla="*/ 5319 w 843854"/>
                <a:gd name="connsiteY4" fmla="*/ 689729 h 754236"/>
                <a:gd name="connsiteX5" fmla="*/ 387398 w 843854"/>
                <a:gd name="connsiteY5" fmla="*/ 19850 h 754236"/>
                <a:gd name="connsiteX6" fmla="*/ 422133 w 843854"/>
                <a:gd name="connsiteY6" fmla="*/ 2 h 754236"/>
                <a:gd name="connsiteX7" fmla="*/ 422133 w 843854"/>
                <a:gd name="connsiteY7" fmla="*/ 2 h 754236"/>
                <a:gd name="connsiteX8" fmla="*/ 456619 w 843854"/>
                <a:gd name="connsiteY8" fmla="*/ 20148 h 754236"/>
                <a:gd name="connsiteX9" fmla="*/ 838699 w 843854"/>
                <a:gd name="connsiteY9" fmla="*/ 694989 h 754236"/>
                <a:gd name="connsiteX10" fmla="*/ 823704 w 843854"/>
                <a:gd name="connsiteY10" fmla="*/ 749090 h 754236"/>
                <a:gd name="connsiteX11" fmla="*/ 803964 w 843854"/>
                <a:gd name="connsiteY11" fmla="*/ 754236 h 754236"/>
                <a:gd name="connsiteX12" fmla="*/ 107885 w 843854"/>
                <a:gd name="connsiteY12" fmla="*/ 670327 h 754236"/>
                <a:gd name="connsiteX13" fmla="*/ 735637 w 843854"/>
                <a:gd name="connsiteY13" fmla="*/ 674396 h 754236"/>
                <a:gd name="connsiteX14" fmla="*/ 421736 w 843854"/>
                <a:gd name="connsiteY14" fmla="*/ 120034 h 75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3854" h="754236">
                  <a:moveTo>
                    <a:pt x="803964" y="754236"/>
                  </a:moveTo>
                  <a:lnTo>
                    <a:pt x="803716" y="754236"/>
                  </a:lnTo>
                  <a:lnTo>
                    <a:pt x="39557" y="749274"/>
                  </a:lnTo>
                  <a:cubicBezTo>
                    <a:pt x="17633" y="749195"/>
                    <a:pt x="-77" y="731361"/>
                    <a:pt x="0" y="709438"/>
                  </a:cubicBezTo>
                  <a:cubicBezTo>
                    <a:pt x="25" y="702516"/>
                    <a:pt x="1858" y="695723"/>
                    <a:pt x="5319" y="689729"/>
                  </a:cubicBezTo>
                  <a:lnTo>
                    <a:pt x="387398" y="19850"/>
                  </a:lnTo>
                  <a:cubicBezTo>
                    <a:pt x="394553" y="7457"/>
                    <a:pt x="407824" y="-126"/>
                    <a:pt x="422133" y="2"/>
                  </a:cubicBezTo>
                  <a:lnTo>
                    <a:pt x="422133" y="2"/>
                  </a:lnTo>
                  <a:cubicBezTo>
                    <a:pt x="436416" y="24"/>
                    <a:pt x="449585" y="7717"/>
                    <a:pt x="456619" y="20148"/>
                  </a:cubicBezTo>
                  <a:lnTo>
                    <a:pt x="838699" y="694989"/>
                  </a:lnTo>
                  <a:cubicBezTo>
                    <a:pt x="849496" y="714068"/>
                    <a:pt x="842783" y="738288"/>
                    <a:pt x="823704" y="749090"/>
                  </a:cubicBezTo>
                  <a:cubicBezTo>
                    <a:pt x="817685" y="752494"/>
                    <a:pt x="810882" y="754271"/>
                    <a:pt x="803964" y="754236"/>
                  </a:cubicBezTo>
                  <a:close/>
                  <a:moveTo>
                    <a:pt x="107885" y="670327"/>
                  </a:moveTo>
                  <a:lnTo>
                    <a:pt x="735637" y="674396"/>
                  </a:lnTo>
                  <a:lnTo>
                    <a:pt x="421736" y="12003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45D305B3-1D4E-2E45-BCC3-EE9707ADB4D8}"/>
                </a:ext>
              </a:extLst>
            </p:cNvPr>
            <p:cNvSpPr/>
            <p:nvPr/>
          </p:nvSpPr>
          <p:spPr>
            <a:xfrm>
              <a:off x="8490901" y="5054298"/>
              <a:ext cx="79393" cy="267951"/>
            </a:xfrm>
            <a:custGeom>
              <a:avLst/>
              <a:gdLst>
                <a:gd name="connsiteX0" fmla="*/ 39697 w 79393"/>
                <a:gd name="connsiteY0" fmla="*/ 267952 h 267951"/>
                <a:gd name="connsiteX1" fmla="*/ 0 w 79393"/>
                <a:gd name="connsiteY1" fmla="*/ 228255 h 267951"/>
                <a:gd name="connsiteX2" fmla="*/ 0 w 79393"/>
                <a:gd name="connsiteY2" fmla="*/ 39697 h 267951"/>
                <a:gd name="connsiteX3" fmla="*/ 39697 w 79393"/>
                <a:gd name="connsiteY3" fmla="*/ 0 h 267951"/>
                <a:gd name="connsiteX4" fmla="*/ 79393 w 79393"/>
                <a:gd name="connsiteY4" fmla="*/ 39697 h 267951"/>
                <a:gd name="connsiteX5" fmla="*/ 79393 w 79393"/>
                <a:gd name="connsiteY5" fmla="*/ 228255 h 267951"/>
                <a:gd name="connsiteX6" fmla="*/ 39697 w 79393"/>
                <a:gd name="connsiteY6" fmla="*/ 267952 h 26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7951">
                  <a:moveTo>
                    <a:pt x="39697" y="267952"/>
                  </a:moveTo>
                  <a:cubicBezTo>
                    <a:pt x="17773" y="267952"/>
                    <a:pt x="0" y="250178"/>
                    <a:pt x="0" y="2282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255"/>
                  </a:lnTo>
                  <a:cubicBezTo>
                    <a:pt x="79393" y="250178"/>
                    <a:pt x="61621" y="267952"/>
                    <a:pt x="39697" y="26795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55963315-7911-4540-936A-8E39D34070B0}"/>
                </a:ext>
              </a:extLst>
            </p:cNvPr>
            <p:cNvSpPr/>
            <p:nvPr/>
          </p:nvSpPr>
          <p:spPr>
            <a:xfrm>
              <a:off x="8490851" y="5351986"/>
              <a:ext cx="79641" cy="79429"/>
            </a:xfrm>
            <a:custGeom>
              <a:avLst/>
              <a:gdLst>
                <a:gd name="connsiteX0" fmla="*/ 39697 w 79641"/>
                <a:gd name="connsiteY0" fmla="*/ 79429 h 79429"/>
                <a:gd name="connsiteX1" fmla="*/ 31956 w 79641"/>
                <a:gd name="connsiteY1" fmla="*/ 78685 h 79429"/>
                <a:gd name="connsiteX2" fmla="*/ 24562 w 79641"/>
                <a:gd name="connsiteY2" fmla="*/ 76402 h 79429"/>
                <a:gd name="connsiteX3" fmla="*/ 17665 w 79641"/>
                <a:gd name="connsiteY3" fmla="*/ 72730 h 79429"/>
                <a:gd name="connsiteX4" fmla="*/ 11661 w 79641"/>
                <a:gd name="connsiteY4" fmla="*/ 67768 h 79429"/>
                <a:gd name="connsiteX5" fmla="*/ 0 w 79641"/>
                <a:gd name="connsiteY5" fmla="*/ 39683 h 79429"/>
                <a:gd name="connsiteX6" fmla="*/ 794 w 79641"/>
                <a:gd name="connsiteY6" fmla="*/ 31942 h 79429"/>
                <a:gd name="connsiteX7" fmla="*/ 3076 w 79641"/>
                <a:gd name="connsiteY7" fmla="*/ 24499 h 79429"/>
                <a:gd name="connsiteX8" fmla="*/ 6699 w 79641"/>
                <a:gd name="connsiteY8" fmla="*/ 17651 h 79429"/>
                <a:gd name="connsiteX9" fmla="*/ 17665 w 79641"/>
                <a:gd name="connsiteY9" fmla="*/ 6685 h 79429"/>
                <a:gd name="connsiteX10" fmla="*/ 24562 w 79641"/>
                <a:gd name="connsiteY10" fmla="*/ 3063 h 79429"/>
                <a:gd name="connsiteX11" fmla="*/ 54881 w 79641"/>
                <a:gd name="connsiteY11" fmla="*/ 3063 h 79429"/>
                <a:gd name="connsiteX12" fmla="*/ 61778 w 79641"/>
                <a:gd name="connsiteY12" fmla="*/ 6685 h 79429"/>
                <a:gd name="connsiteX13" fmla="*/ 67782 w 79641"/>
                <a:gd name="connsiteY13" fmla="*/ 11647 h 79429"/>
                <a:gd name="connsiteX14" fmla="*/ 72744 w 79641"/>
                <a:gd name="connsiteY14" fmla="*/ 17651 h 79429"/>
                <a:gd name="connsiteX15" fmla="*/ 76366 w 79641"/>
                <a:gd name="connsiteY15" fmla="*/ 24499 h 79429"/>
                <a:gd name="connsiteX16" fmla="*/ 78847 w 79641"/>
                <a:gd name="connsiteY16" fmla="*/ 31843 h 79429"/>
                <a:gd name="connsiteX17" fmla="*/ 78847 w 79641"/>
                <a:gd name="connsiteY17" fmla="*/ 47374 h 79429"/>
                <a:gd name="connsiteX18" fmla="*/ 76565 w 79641"/>
                <a:gd name="connsiteY18" fmla="*/ 54768 h 79429"/>
                <a:gd name="connsiteX19" fmla="*/ 72942 w 79641"/>
                <a:gd name="connsiteY19" fmla="*/ 61615 h 79429"/>
                <a:gd name="connsiteX20" fmla="*/ 67980 w 79641"/>
                <a:gd name="connsiteY20" fmla="*/ 67669 h 79429"/>
                <a:gd name="connsiteX21" fmla="*/ 61976 w 79641"/>
                <a:gd name="connsiteY21" fmla="*/ 72631 h 79429"/>
                <a:gd name="connsiteX22" fmla="*/ 55079 w 79641"/>
                <a:gd name="connsiteY22" fmla="*/ 76303 h 79429"/>
                <a:gd name="connsiteX23" fmla="*/ 47686 w 79641"/>
                <a:gd name="connsiteY23" fmla="*/ 78586 h 79429"/>
                <a:gd name="connsiteX24" fmla="*/ 39697 w 79641"/>
                <a:gd name="connsiteY24" fmla="*/ 79429 h 7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641" h="79429">
                  <a:moveTo>
                    <a:pt x="39697" y="79429"/>
                  </a:moveTo>
                  <a:cubicBezTo>
                    <a:pt x="37098" y="79429"/>
                    <a:pt x="34507" y="79176"/>
                    <a:pt x="31956" y="78685"/>
                  </a:cubicBezTo>
                  <a:cubicBezTo>
                    <a:pt x="29427" y="78149"/>
                    <a:pt x="26952" y="77385"/>
                    <a:pt x="24562" y="76402"/>
                  </a:cubicBezTo>
                  <a:cubicBezTo>
                    <a:pt x="22148" y="75410"/>
                    <a:pt x="19838" y="74179"/>
                    <a:pt x="17665" y="72730"/>
                  </a:cubicBezTo>
                  <a:cubicBezTo>
                    <a:pt x="15500" y="71286"/>
                    <a:pt x="13488" y="69624"/>
                    <a:pt x="11661" y="67768"/>
                  </a:cubicBezTo>
                  <a:cubicBezTo>
                    <a:pt x="4228" y="60305"/>
                    <a:pt x="37" y="50212"/>
                    <a:pt x="0" y="39683"/>
                  </a:cubicBezTo>
                  <a:cubicBezTo>
                    <a:pt x="18" y="37083"/>
                    <a:pt x="284" y="34493"/>
                    <a:pt x="794" y="31942"/>
                  </a:cubicBezTo>
                  <a:cubicBezTo>
                    <a:pt x="1312" y="29392"/>
                    <a:pt x="2077" y="26901"/>
                    <a:pt x="3076" y="24499"/>
                  </a:cubicBezTo>
                  <a:cubicBezTo>
                    <a:pt x="4066" y="22107"/>
                    <a:pt x="5279" y="19815"/>
                    <a:pt x="6699" y="17651"/>
                  </a:cubicBezTo>
                  <a:cubicBezTo>
                    <a:pt x="9627" y="13334"/>
                    <a:pt x="13348" y="9613"/>
                    <a:pt x="17665" y="6685"/>
                  </a:cubicBezTo>
                  <a:cubicBezTo>
                    <a:pt x="19840" y="5256"/>
                    <a:pt x="22150" y="4040"/>
                    <a:pt x="24562" y="3063"/>
                  </a:cubicBezTo>
                  <a:cubicBezTo>
                    <a:pt x="34256" y="-1021"/>
                    <a:pt x="45187" y="-1021"/>
                    <a:pt x="54881" y="3063"/>
                  </a:cubicBezTo>
                  <a:cubicBezTo>
                    <a:pt x="57293" y="4040"/>
                    <a:pt x="59603" y="5256"/>
                    <a:pt x="61778" y="6685"/>
                  </a:cubicBezTo>
                  <a:cubicBezTo>
                    <a:pt x="63932" y="8144"/>
                    <a:pt x="65943" y="9806"/>
                    <a:pt x="67782" y="11647"/>
                  </a:cubicBezTo>
                  <a:cubicBezTo>
                    <a:pt x="69635" y="13473"/>
                    <a:pt x="71298" y="15488"/>
                    <a:pt x="72744" y="17651"/>
                  </a:cubicBezTo>
                  <a:cubicBezTo>
                    <a:pt x="74164" y="19815"/>
                    <a:pt x="75377" y="22107"/>
                    <a:pt x="76366" y="24499"/>
                  </a:cubicBezTo>
                  <a:cubicBezTo>
                    <a:pt x="77428" y="26861"/>
                    <a:pt x="78259" y="29322"/>
                    <a:pt x="78847" y="31843"/>
                  </a:cubicBezTo>
                  <a:cubicBezTo>
                    <a:pt x="79907" y="36964"/>
                    <a:pt x="79907" y="42253"/>
                    <a:pt x="78847" y="47374"/>
                  </a:cubicBezTo>
                  <a:cubicBezTo>
                    <a:pt x="78336" y="49910"/>
                    <a:pt x="77572" y="52386"/>
                    <a:pt x="76565" y="54768"/>
                  </a:cubicBezTo>
                  <a:cubicBezTo>
                    <a:pt x="75597" y="57169"/>
                    <a:pt x="74383" y="59462"/>
                    <a:pt x="72942" y="61615"/>
                  </a:cubicBezTo>
                  <a:cubicBezTo>
                    <a:pt x="71497" y="63794"/>
                    <a:pt x="69834" y="65823"/>
                    <a:pt x="67980" y="67669"/>
                  </a:cubicBezTo>
                  <a:cubicBezTo>
                    <a:pt x="66143" y="69510"/>
                    <a:pt x="64132" y="71172"/>
                    <a:pt x="61976" y="72631"/>
                  </a:cubicBezTo>
                  <a:cubicBezTo>
                    <a:pt x="59803" y="74080"/>
                    <a:pt x="57494" y="75311"/>
                    <a:pt x="55079" y="76303"/>
                  </a:cubicBezTo>
                  <a:cubicBezTo>
                    <a:pt x="52689" y="77285"/>
                    <a:pt x="50214" y="78050"/>
                    <a:pt x="47686" y="78586"/>
                  </a:cubicBezTo>
                  <a:cubicBezTo>
                    <a:pt x="45057" y="79126"/>
                    <a:pt x="42381" y="79409"/>
                    <a:pt x="39697" y="79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2" name="Picture Placeholder 93">
            <a:extLst>
              <a:ext uri="{FF2B5EF4-FFF2-40B4-BE49-F238E27FC236}">
                <a16:creationId xmlns:a16="http://schemas.microsoft.com/office/drawing/2014/main" id="{340DCECC-695E-4D0C-A944-CA33DEDB098E}"/>
              </a:ext>
            </a:extLst>
          </p:cNvPr>
          <p:cNvGrpSpPr>
            <a:grpSpLocks noChangeAspect="1"/>
          </p:cNvGrpSpPr>
          <p:nvPr/>
        </p:nvGrpSpPr>
        <p:grpSpPr>
          <a:xfrm>
            <a:off x="9434863" y="4783419"/>
            <a:ext cx="822910" cy="822909"/>
            <a:chOff x="9434863" y="4783419"/>
            <a:chExt cx="822910" cy="822909"/>
          </a:xfrm>
        </p:grpSpPr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E11AC635-4BEE-FA44-9BE1-F401C960E3A6}"/>
                </a:ext>
              </a:extLst>
            </p:cNvPr>
            <p:cNvSpPr/>
            <p:nvPr/>
          </p:nvSpPr>
          <p:spPr>
            <a:xfrm>
              <a:off x="9434863" y="4783419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743517 w 822910"/>
                <a:gd name="connsiteY9" fmla="*/ 411405 h 822909"/>
                <a:gd name="connsiteX10" fmla="*/ 411455 w 822910"/>
                <a:gd name="connsiteY10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517" y="411438"/>
                    <a:pt x="743517" y="411421"/>
                    <a:pt x="743517" y="411405"/>
                  </a:cubicBezTo>
                  <a:cubicBezTo>
                    <a:pt x="743269" y="228123"/>
                    <a:pt x="594739" y="79612"/>
                    <a:pt x="41145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153090B6-D720-A34C-921C-EB1D516601E3}"/>
                </a:ext>
              </a:extLst>
            </p:cNvPr>
            <p:cNvSpPr/>
            <p:nvPr/>
          </p:nvSpPr>
          <p:spPr>
            <a:xfrm>
              <a:off x="9802850" y="4962053"/>
              <a:ext cx="79393" cy="317572"/>
            </a:xfrm>
            <a:custGeom>
              <a:avLst/>
              <a:gdLst>
                <a:gd name="connsiteX0" fmla="*/ 39697 w 79393"/>
                <a:gd name="connsiteY0" fmla="*/ 317572 h 317572"/>
                <a:gd name="connsiteX1" fmla="*/ 0 w 79393"/>
                <a:gd name="connsiteY1" fmla="*/ 277876 h 317572"/>
                <a:gd name="connsiteX2" fmla="*/ 0 w 79393"/>
                <a:gd name="connsiteY2" fmla="*/ 39697 h 317572"/>
                <a:gd name="connsiteX3" fmla="*/ 39697 w 79393"/>
                <a:gd name="connsiteY3" fmla="*/ 0 h 317572"/>
                <a:gd name="connsiteX4" fmla="*/ 79393 w 79393"/>
                <a:gd name="connsiteY4" fmla="*/ 39697 h 317572"/>
                <a:gd name="connsiteX5" fmla="*/ 79393 w 79393"/>
                <a:gd name="connsiteY5" fmla="*/ 277876 h 317572"/>
                <a:gd name="connsiteX6" fmla="*/ 39697 w 79393"/>
                <a:gd name="connsiteY6" fmla="*/ 317572 h 3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7572">
                  <a:moveTo>
                    <a:pt x="39697" y="317572"/>
                  </a:moveTo>
                  <a:cubicBezTo>
                    <a:pt x="17773" y="317572"/>
                    <a:pt x="0" y="299798"/>
                    <a:pt x="0" y="2778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7876"/>
                  </a:lnTo>
                  <a:cubicBezTo>
                    <a:pt x="79393" y="299798"/>
                    <a:pt x="61621" y="317572"/>
                    <a:pt x="39697" y="3175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3A9A79AE-08B4-3F45-B42C-457CEB18F5F3}"/>
                </a:ext>
              </a:extLst>
            </p:cNvPr>
            <p:cNvSpPr/>
            <p:nvPr/>
          </p:nvSpPr>
          <p:spPr>
            <a:xfrm>
              <a:off x="9802850" y="5339203"/>
              <a:ext cx="79542" cy="79361"/>
            </a:xfrm>
            <a:custGeom>
              <a:avLst/>
              <a:gdLst>
                <a:gd name="connsiteX0" fmla="*/ 39697 w 79542"/>
                <a:gd name="connsiteY0" fmla="*/ 79360 h 79361"/>
                <a:gd name="connsiteX1" fmla="*/ 31956 w 79542"/>
                <a:gd name="connsiteY1" fmla="*/ 78567 h 79361"/>
                <a:gd name="connsiteX2" fmla="*/ 24513 w 79542"/>
                <a:gd name="connsiteY2" fmla="*/ 76284 h 79361"/>
                <a:gd name="connsiteX3" fmla="*/ 17665 w 79542"/>
                <a:gd name="connsiteY3" fmla="*/ 72662 h 79361"/>
                <a:gd name="connsiteX4" fmla="*/ 11661 w 79542"/>
                <a:gd name="connsiteY4" fmla="*/ 67700 h 79361"/>
                <a:gd name="connsiteX5" fmla="*/ 0 w 79542"/>
                <a:gd name="connsiteY5" fmla="*/ 39664 h 79361"/>
                <a:gd name="connsiteX6" fmla="*/ 794 w 79542"/>
                <a:gd name="connsiteY6" fmla="*/ 31923 h 79361"/>
                <a:gd name="connsiteX7" fmla="*/ 3076 w 79542"/>
                <a:gd name="connsiteY7" fmla="*/ 24530 h 79361"/>
                <a:gd name="connsiteX8" fmla="*/ 6699 w 79542"/>
                <a:gd name="connsiteY8" fmla="*/ 17632 h 79361"/>
                <a:gd name="connsiteX9" fmla="*/ 11661 w 79542"/>
                <a:gd name="connsiteY9" fmla="*/ 11628 h 79361"/>
                <a:gd name="connsiteX10" fmla="*/ 17665 w 79542"/>
                <a:gd name="connsiteY10" fmla="*/ 6666 h 79361"/>
                <a:gd name="connsiteX11" fmla="*/ 24513 w 79542"/>
                <a:gd name="connsiteY11" fmla="*/ 3044 h 79361"/>
                <a:gd name="connsiteX12" fmla="*/ 76396 w 79542"/>
                <a:gd name="connsiteY12" fmla="*/ 24485 h 79361"/>
                <a:gd name="connsiteX13" fmla="*/ 76515 w 79542"/>
                <a:gd name="connsiteY13" fmla="*/ 24778 h 79361"/>
                <a:gd name="connsiteX14" fmla="*/ 78798 w 79542"/>
                <a:gd name="connsiteY14" fmla="*/ 32171 h 79361"/>
                <a:gd name="connsiteX15" fmla="*/ 78798 w 79542"/>
                <a:gd name="connsiteY15" fmla="*/ 47702 h 79361"/>
                <a:gd name="connsiteX16" fmla="*/ 76515 w 79542"/>
                <a:gd name="connsiteY16" fmla="*/ 55146 h 79361"/>
                <a:gd name="connsiteX17" fmla="*/ 72843 w 79542"/>
                <a:gd name="connsiteY17" fmla="*/ 61993 h 79361"/>
                <a:gd name="connsiteX18" fmla="*/ 67881 w 79542"/>
                <a:gd name="connsiteY18" fmla="*/ 67997 h 79361"/>
                <a:gd name="connsiteX19" fmla="*/ 39697 w 79542"/>
                <a:gd name="connsiteY19" fmla="*/ 79360 h 7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42" h="79361">
                  <a:moveTo>
                    <a:pt x="39697" y="79360"/>
                  </a:moveTo>
                  <a:cubicBezTo>
                    <a:pt x="37097" y="79341"/>
                    <a:pt x="34505" y="79078"/>
                    <a:pt x="31956" y="78567"/>
                  </a:cubicBezTo>
                  <a:cubicBezTo>
                    <a:pt x="29407" y="78050"/>
                    <a:pt x="26914" y="77281"/>
                    <a:pt x="24513" y="76284"/>
                  </a:cubicBezTo>
                  <a:cubicBezTo>
                    <a:pt x="22121" y="75297"/>
                    <a:pt x="19828" y="74081"/>
                    <a:pt x="17665" y="72662"/>
                  </a:cubicBezTo>
                  <a:cubicBezTo>
                    <a:pt x="15501" y="71213"/>
                    <a:pt x="13489" y="69550"/>
                    <a:pt x="11661" y="67700"/>
                  </a:cubicBezTo>
                  <a:cubicBezTo>
                    <a:pt x="4240" y="60252"/>
                    <a:pt x="51" y="50179"/>
                    <a:pt x="0" y="39664"/>
                  </a:cubicBezTo>
                  <a:cubicBezTo>
                    <a:pt x="18" y="37064"/>
                    <a:pt x="284" y="34474"/>
                    <a:pt x="794" y="31923"/>
                  </a:cubicBezTo>
                  <a:cubicBezTo>
                    <a:pt x="1306" y="29387"/>
                    <a:pt x="2070" y="26911"/>
                    <a:pt x="3076" y="24530"/>
                  </a:cubicBezTo>
                  <a:cubicBezTo>
                    <a:pt x="4055" y="22118"/>
                    <a:pt x="5268" y="19806"/>
                    <a:pt x="6699" y="17632"/>
                  </a:cubicBezTo>
                  <a:cubicBezTo>
                    <a:pt x="8158" y="15479"/>
                    <a:pt x="9819" y="13469"/>
                    <a:pt x="11661" y="11628"/>
                  </a:cubicBezTo>
                  <a:cubicBezTo>
                    <a:pt x="13502" y="9787"/>
                    <a:pt x="15512" y="8130"/>
                    <a:pt x="17665" y="6666"/>
                  </a:cubicBezTo>
                  <a:cubicBezTo>
                    <a:pt x="19840" y="5267"/>
                    <a:pt x="22131" y="4051"/>
                    <a:pt x="24513" y="3044"/>
                  </a:cubicBezTo>
                  <a:cubicBezTo>
                    <a:pt x="44761" y="-5362"/>
                    <a:pt x="67990" y="4240"/>
                    <a:pt x="76396" y="24485"/>
                  </a:cubicBezTo>
                  <a:cubicBezTo>
                    <a:pt x="76436" y="24584"/>
                    <a:pt x="76476" y="24678"/>
                    <a:pt x="76515" y="24778"/>
                  </a:cubicBezTo>
                  <a:cubicBezTo>
                    <a:pt x="77500" y="27169"/>
                    <a:pt x="78263" y="29641"/>
                    <a:pt x="78798" y="32171"/>
                  </a:cubicBezTo>
                  <a:cubicBezTo>
                    <a:pt x="79790" y="37302"/>
                    <a:pt x="79790" y="42572"/>
                    <a:pt x="78798" y="47702"/>
                  </a:cubicBezTo>
                  <a:cubicBezTo>
                    <a:pt x="78256" y="50248"/>
                    <a:pt x="77493" y="52734"/>
                    <a:pt x="76515" y="55146"/>
                  </a:cubicBezTo>
                  <a:cubicBezTo>
                    <a:pt x="75509" y="57537"/>
                    <a:pt x="74279" y="59830"/>
                    <a:pt x="72843" y="61993"/>
                  </a:cubicBezTo>
                  <a:cubicBezTo>
                    <a:pt x="71386" y="64147"/>
                    <a:pt x="69724" y="66161"/>
                    <a:pt x="67881" y="67997"/>
                  </a:cubicBezTo>
                  <a:cubicBezTo>
                    <a:pt x="60347" y="75346"/>
                    <a:pt x="50221" y="79430"/>
                    <a:pt x="39697" y="793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6" name="Picture Placeholder 7">
            <a:extLst>
              <a:ext uri="{FF2B5EF4-FFF2-40B4-BE49-F238E27FC236}">
                <a16:creationId xmlns:a16="http://schemas.microsoft.com/office/drawing/2014/main" id="{630DCCC7-1DD0-2B4C-9354-5EFBBA1EE1BC}"/>
              </a:ext>
            </a:extLst>
          </p:cNvPr>
          <p:cNvGrpSpPr>
            <a:grpSpLocks noChangeAspect="1"/>
          </p:cNvGrpSpPr>
          <p:nvPr/>
        </p:nvGrpSpPr>
        <p:grpSpPr>
          <a:xfrm>
            <a:off x="5482581" y="4846788"/>
            <a:ext cx="820097" cy="652161"/>
            <a:chOff x="5482581" y="4846788"/>
            <a:chExt cx="820097" cy="652161"/>
          </a:xfrm>
        </p:grpSpPr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8EAD82A0-7D80-DB46-9D86-E36B8555D57B}"/>
                </a:ext>
              </a:extLst>
            </p:cNvPr>
            <p:cNvSpPr/>
            <p:nvPr/>
          </p:nvSpPr>
          <p:spPr>
            <a:xfrm>
              <a:off x="5850824" y="5406655"/>
              <a:ext cx="92294" cy="92294"/>
            </a:xfrm>
            <a:custGeom>
              <a:avLst/>
              <a:gdLst>
                <a:gd name="connsiteX0" fmla="*/ 92295 w 92294"/>
                <a:gd name="connsiteY0" fmla="*/ 46147 h 92294"/>
                <a:gd name="connsiteX1" fmla="*/ 46147 w 92294"/>
                <a:gd name="connsiteY1" fmla="*/ 92294 h 92294"/>
                <a:gd name="connsiteX2" fmla="*/ 0 w 92294"/>
                <a:gd name="connsiteY2" fmla="*/ 46147 h 92294"/>
                <a:gd name="connsiteX3" fmla="*/ 46147 w 92294"/>
                <a:gd name="connsiteY3" fmla="*/ 0 h 92294"/>
                <a:gd name="connsiteX4" fmla="*/ 92295 w 92294"/>
                <a:gd name="connsiteY4" fmla="*/ 46147 h 9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94" h="92294">
                  <a:moveTo>
                    <a:pt x="92295" y="46147"/>
                  </a:moveTo>
                  <a:cubicBezTo>
                    <a:pt x="92295" y="71634"/>
                    <a:pt x="71634" y="92294"/>
                    <a:pt x="46147" y="92294"/>
                  </a:cubicBezTo>
                  <a:cubicBezTo>
                    <a:pt x="20661" y="92294"/>
                    <a:pt x="0" y="71634"/>
                    <a:pt x="0" y="46147"/>
                  </a:cubicBezTo>
                  <a:cubicBezTo>
                    <a:pt x="0" y="20661"/>
                    <a:pt x="20661" y="0"/>
                    <a:pt x="46147" y="0"/>
                  </a:cubicBezTo>
                  <a:cubicBezTo>
                    <a:pt x="71634" y="0"/>
                    <a:pt x="92295" y="20661"/>
                    <a:pt x="92295" y="461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E03641C7-8F9E-A048-AC15-AAB4E2E10EAD}"/>
                </a:ext>
              </a:extLst>
            </p:cNvPr>
            <p:cNvSpPr/>
            <p:nvPr/>
          </p:nvSpPr>
          <p:spPr>
            <a:xfrm>
              <a:off x="5594047" y="5036562"/>
              <a:ext cx="595496" cy="206840"/>
            </a:xfrm>
            <a:custGeom>
              <a:avLst/>
              <a:gdLst>
                <a:gd name="connsiteX0" fmla="*/ 555989 w 595496"/>
                <a:gd name="connsiteY0" fmla="*/ 206840 h 206840"/>
                <a:gd name="connsiteX1" fmla="*/ 523736 w 595496"/>
                <a:gd name="connsiteY1" fmla="*/ 190465 h 206840"/>
                <a:gd name="connsiteX2" fmla="*/ 470642 w 595496"/>
                <a:gd name="connsiteY2" fmla="*/ 136875 h 206840"/>
                <a:gd name="connsiteX3" fmla="*/ 71195 w 595496"/>
                <a:gd name="connsiteY3" fmla="*/ 190962 h 206840"/>
                <a:gd name="connsiteX4" fmla="*/ 15619 w 595496"/>
                <a:gd name="connsiteY4" fmla="*/ 198405 h 206840"/>
                <a:gd name="connsiteX5" fmla="*/ 8176 w 595496"/>
                <a:gd name="connsiteY5" fmla="*/ 142830 h 206840"/>
                <a:gd name="connsiteX6" fmla="*/ 518774 w 595496"/>
                <a:gd name="connsiteY6" fmla="*/ 74353 h 206840"/>
                <a:gd name="connsiteX7" fmla="*/ 587747 w 595496"/>
                <a:gd name="connsiteY7" fmla="*/ 144318 h 206840"/>
                <a:gd name="connsiteX8" fmla="*/ 579311 w 595496"/>
                <a:gd name="connsiteY8" fmla="*/ 199893 h 206840"/>
                <a:gd name="connsiteX9" fmla="*/ 555989 w 595496"/>
                <a:gd name="connsiteY9" fmla="*/ 206840 h 20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5496" h="206840">
                  <a:moveTo>
                    <a:pt x="555989" y="206840"/>
                  </a:moveTo>
                  <a:cubicBezTo>
                    <a:pt x="543584" y="206840"/>
                    <a:pt x="531675" y="201382"/>
                    <a:pt x="523736" y="190465"/>
                  </a:cubicBezTo>
                  <a:cubicBezTo>
                    <a:pt x="508850" y="170121"/>
                    <a:pt x="490986" y="152257"/>
                    <a:pt x="470642" y="136875"/>
                  </a:cubicBezTo>
                  <a:cubicBezTo>
                    <a:pt x="346094" y="42100"/>
                    <a:pt x="166963" y="65917"/>
                    <a:pt x="71195" y="190962"/>
                  </a:cubicBezTo>
                  <a:cubicBezTo>
                    <a:pt x="58293" y="208329"/>
                    <a:pt x="32987" y="211306"/>
                    <a:pt x="15619" y="198405"/>
                  </a:cubicBezTo>
                  <a:cubicBezTo>
                    <a:pt x="-1748" y="185007"/>
                    <a:pt x="-5221" y="160197"/>
                    <a:pt x="8176" y="142830"/>
                  </a:cubicBezTo>
                  <a:cubicBezTo>
                    <a:pt x="130243" y="-16453"/>
                    <a:pt x="359491" y="-47218"/>
                    <a:pt x="518774" y="74353"/>
                  </a:cubicBezTo>
                  <a:cubicBezTo>
                    <a:pt x="545073" y="94201"/>
                    <a:pt x="568395" y="118019"/>
                    <a:pt x="587747" y="144318"/>
                  </a:cubicBezTo>
                  <a:cubicBezTo>
                    <a:pt x="600648" y="162182"/>
                    <a:pt x="597175" y="186992"/>
                    <a:pt x="579311" y="199893"/>
                  </a:cubicBezTo>
                  <a:cubicBezTo>
                    <a:pt x="572364" y="204359"/>
                    <a:pt x="563929" y="206840"/>
                    <a:pt x="555989" y="2068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456CC09F-E57B-1245-9278-0AB1B02153EB}"/>
                </a:ext>
              </a:extLst>
            </p:cNvPr>
            <p:cNvSpPr/>
            <p:nvPr/>
          </p:nvSpPr>
          <p:spPr>
            <a:xfrm>
              <a:off x="5482581" y="4846788"/>
              <a:ext cx="820097" cy="266608"/>
            </a:xfrm>
            <a:custGeom>
              <a:avLst/>
              <a:gdLst>
                <a:gd name="connsiteX0" fmla="*/ 780591 w 820097"/>
                <a:gd name="connsiteY0" fmla="*/ 266609 h 266608"/>
                <a:gd name="connsiteX1" fmla="*/ 748834 w 820097"/>
                <a:gd name="connsiteY1" fmla="*/ 250730 h 266608"/>
                <a:gd name="connsiteX2" fmla="*/ 662493 w 820097"/>
                <a:gd name="connsiteY2" fmla="*/ 163894 h 266608"/>
                <a:gd name="connsiteX3" fmla="*/ 348890 w 820097"/>
                <a:gd name="connsiteY3" fmla="*/ 83508 h 266608"/>
                <a:gd name="connsiteX4" fmla="*/ 71510 w 820097"/>
                <a:gd name="connsiteY4" fmla="*/ 248249 h 266608"/>
                <a:gd name="connsiteX5" fmla="*/ 15935 w 820097"/>
                <a:gd name="connsiteY5" fmla="*/ 256188 h 266608"/>
                <a:gd name="connsiteX6" fmla="*/ 7996 w 820097"/>
                <a:gd name="connsiteY6" fmla="*/ 200613 h 266608"/>
                <a:gd name="connsiteX7" fmla="*/ 337478 w 820097"/>
                <a:gd name="connsiteY7" fmla="*/ 5108 h 266608"/>
                <a:gd name="connsiteX8" fmla="*/ 709633 w 820097"/>
                <a:gd name="connsiteY8" fmla="*/ 99883 h 266608"/>
                <a:gd name="connsiteX9" fmla="*/ 812348 w 820097"/>
                <a:gd name="connsiteY9" fmla="*/ 203094 h 266608"/>
                <a:gd name="connsiteX10" fmla="*/ 803913 w 820097"/>
                <a:gd name="connsiteY10" fmla="*/ 258669 h 266608"/>
                <a:gd name="connsiteX11" fmla="*/ 780591 w 820097"/>
                <a:gd name="connsiteY11" fmla="*/ 266609 h 266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0097" h="266608">
                  <a:moveTo>
                    <a:pt x="780591" y="266609"/>
                  </a:moveTo>
                  <a:cubicBezTo>
                    <a:pt x="768186" y="266609"/>
                    <a:pt x="756277" y="261150"/>
                    <a:pt x="748834" y="250730"/>
                  </a:cubicBezTo>
                  <a:cubicBezTo>
                    <a:pt x="724023" y="216988"/>
                    <a:pt x="694747" y="187712"/>
                    <a:pt x="662493" y="163894"/>
                  </a:cubicBezTo>
                  <a:cubicBezTo>
                    <a:pt x="571191" y="95913"/>
                    <a:pt x="460041" y="67630"/>
                    <a:pt x="348890" y="83508"/>
                  </a:cubicBezTo>
                  <a:cubicBezTo>
                    <a:pt x="237244" y="99387"/>
                    <a:pt x="138995" y="157939"/>
                    <a:pt x="71510" y="248249"/>
                  </a:cubicBezTo>
                  <a:cubicBezTo>
                    <a:pt x="58609" y="265616"/>
                    <a:pt x="33302" y="269586"/>
                    <a:pt x="15935" y="256188"/>
                  </a:cubicBezTo>
                  <a:cubicBezTo>
                    <a:pt x="-1432" y="243287"/>
                    <a:pt x="-5402" y="217980"/>
                    <a:pt x="7996" y="200613"/>
                  </a:cubicBezTo>
                  <a:cubicBezTo>
                    <a:pt x="87885" y="93432"/>
                    <a:pt x="204990" y="23963"/>
                    <a:pt x="337478" y="5108"/>
                  </a:cubicBezTo>
                  <a:cubicBezTo>
                    <a:pt x="469965" y="-13748"/>
                    <a:pt x="601956" y="19994"/>
                    <a:pt x="709633" y="99883"/>
                  </a:cubicBezTo>
                  <a:cubicBezTo>
                    <a:pt x="748337" y="128663"/>
                    <a:pt x="783072" y="163398"/>
                    <a:pt x="812348" y="203094"/>
                  </a:cubicBezTo>
                  <a:cubicBezTo>
                    <a:pt x="825249" y="220958"/>
                    <a:pt x="821776" y="245768"/>
                    <a:pt x="803913" y="258669"/>
                  </a:cubicBezTo>
                  <a:cubicBezTo>
                    <a:pt x="796966" y="264128"/>
                    <a:pt x="788530" y="266609"/>
                    <a:pt x="780591" y="26660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65A68B49-147B-2F44-8D80-5F72BD7BC580}"/>
                </a:ext>
              </a:extLst>
            </p:cNvPr>
            <p:cNvSpPr/>
            <p:nvPr/>
          </p:nvSpPr>
          <p:spPr>
            <a:xfrm>
              <a:off x="5733978" y="5223677"/>
              <a:ext cx="317123" cy="138319"/>
            </a:xfrm>
            <a:custGeom>
              <a:avLst/>
              <a:gdLst>
                <a:gd name="connsiteX0" fmla="*/ 277121 w 317123"/>
                <a:gd name="connsiteY0" fmla="*/ 138319 h 138319"/>
                <a:gd name="connsiteX1" fmla="*/ 244867 w 317123"/>
                <a:gd name="connsiteY1" fmla="*/ 121944 h 138319"/>
                <a:gd name="connsiteX2" fmla="*/ 225019 w 317123"/>
                <a:gd name="connsiteY2" fmla="*/ 101600 h 138319"/>
                <a:gd name="connsiteX3" fmla="*/ 71195 w 317123"/>
                <a:gd name="connsiteY3" fmla="*/ 121944 h 138319"/>
                <a:gd name="connsiteX4" fmla="*/ 15619 w 317123"/>
                <a:gd name="connsiteY4" fmla="*/ 129387 h 138319"/>
                <a:gd name="connsiteX5" fmla="*/ 8176 w 317123"/>
                <a:gd name="connsiteY5" fmla="*/ 73812 h 138319"/>
                <a:gd name="connsiteX6" fmla="*/ 273151 w 317123"/>
                <a:gd name="connsiteY6" fmla="*/ 38581 h 138319"/>
                <a:gd name="connsiteX7" fmla="*/ 309374 w 317123"/>
                <a:gd name="connsiteY7" fmla="*/ 74805 h 138319"/>
                <a:gd name="connsiteX8" fmla="*/ 300939 w 317123"/>
                <a:gd name="connsiteY8" fmla="*/ 130380 h 138319"/>
                <a:gd name="connsiteX9" fmla="*/ 277121 w 317123"/>
                <a:gd name="connsiteY9" fmla="*/ 138319 h 13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123" h="138319">
                  <a:moveTo>
                    <a:pt x="277121" y="138319"/>
                  </a:moveTo>
                  <a:cubicBezTo>
                    <a:pt x="264716" y="138319"/>
                    <a:pt x="252807" y="132861"/>
                    <a:pt x="244867" y="121944"/>
                  </a:cubicBezTo>
                  <a:cubicBezTo>
                    <a:pt x="239409" y="114501"/>
                    <a:pt x="232462" y="107554"/>
                    <a:pt x="225019" y="101600"/>
                  </a:cubicBezTo>
                  <a:cubicBezTo>
                    <a:pt x="176887" y="64880"/>
                    <a:pt x="107914" y="74308"/>
                    <a:pt x="71195" y="121944"/>
                  </a:cubicBezTo>
                  <a:cubicBezTo>
                    <a:pt x="57797" y="139311"/>
                    <a:pt x="32987" y="142785"/>
                    <a:pt x="15619" y="129387"/>
                  </a:cubicBezTo>
                  <a:cubicBezTo>
                    <a:pt x="-1748" y="115990"/>
                    <a:pt x="-5221" y="91179"/>
                    <a:pt x="8176" y="73812"/>
                  </a:cubicBezTo>
                  <a:cubicBezTo>
                    <a:pt x="71691" y="-8558"/>
                    <a:pt x="190285" y="-24437"/>
                    <a:pt x="273151" y="38581"/>
                  </a:cubicBezTo>
                  <a:cubicBezTo>
                    <a:pt x="287045" y="49002"/>
                    <a:pt x="298954" y="61407"/>
                    <a:pt x="309374" y="74805"/>
                  </a:cubicBezTo>
                  <a:cubicBezTo>
                    <a:pt x="322276" y="92668"/>
                    <a:pt x="318802" y="117478"/>
                    <a:pt x="300939" y="130380"/>
                  </a:cubicBezTo>
                  <a:cubicBezTo>
                    <a:pt x="293496" y="135838"/>
                    <a:pt x="285060" y="138319"/>
                    <a:pt x="277121" y="13831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72386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B79FD6C9-D0DE-499E-8E61-354A8175E1D5}"/>
              </a:ext>
            </a:extLst>
          </p:cNvPr>
          <p:cNvGrpSpPr>
            <a:grpSpLocks noChangeAspect="1"/>
          </p:cNvGrpSpPr>
          <p:nvPr/>
        </p:nvGrpSpPr>
        <p:grpSpPr>
          <a:xfrm>
            <a:off x="1498104" y="1425427"/>
            <a:ext cx="822910" cy="822909"/>
            <a:chOff x="1498104" y="1425427"/>
            <a:chExt cx="822910" cy="822909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AF44799-4D19-8B4F-A56A-8C86F4810CB6}"/>
                </a:ext>
              </a:extLst>
            </p:cNvPr>
            <p:cNvSpPr/>
            <p:nvPr/>
          </p:nvSpPr>
          <p:spPr>
            <a:xfrm>
              <a:off x="1498104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1FAD94B-50B5-FA43-AA86-0F5A79E4AC42}"/>
                </a:ext>
              </a:extLst>
            </p:cNvPr>
            <p:cNvSpPr/>
            <p:nvPr/>
          </p:nvSpPr>
          <p:spPr>
            <a:xfrm>
              <a:off x="1771957" y="1604735"/>
              <a:ext cx="173355" cy="267327"/>
            </a:xfrm>
            <a:custGeom>
              <a:avLst/>
              <a:gdLst>
                <a:gd name="connsiteX0" fmla="*/ 39700 w 173355"/>
                <a:gd name="connsiteY0" fmla="*/ 267327 h 267327"/>
                <a:gd name="connsiteX1" fmla="*/ 0 w 173355"/>
                <a:gd name="connsiteY1" fmla="*/ 227634 h 267327"/>
                <a:gd name="connsiteX2" fmla="*/ 4221 w 173355"/>
                <a:gd name="connsiteY2" fmla="*/ 209817 h 267327"/>
                <a:gd name="connsiteX3" fmla="*/ 98501 w 173355"/>
                <a:gd name="connsiteY3" fmla="*/ 21259 h 267327"/>
                <a:gd name="connsiteX4" fmla="*/ 152098 w 173355"/>
                <a:gd name="connsiteY4" fmla="*/ 4554 h 267327"/>
                <a:gd name="connsiteX5" fmla="*/ 169508 w 173355"/>
                <a:gd name="connsiteY5" fmla="*/ 56737 h 267327"/>
                <a:gd name="connsiteX6" fmla="*/ 75229 w 173355"/>
                <a:gd name="connsiteY6" fmla="*/ 245296 h 267327"/>
                <a:gd name="connsiteX7" fmla="*/ 39700 w 173355"/>
                <a:gd name="connsiteY7" fmla="*/ 267327 h 26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55" h="267327">
                  <a:moveTo>
                    <a:pt x="39700" y="267327"/>
                  </a:moveTo>
                  <a:cubicBezTo>
                    <a:pt x="17776" y="267329"/>
                    <a:pt x="2" y="249558"/>
                    <a:pt x="0" y="227634"/>
                  </a:cubicBezTo>
                  <a:cubicBezTo>
                    <a:pt x="-1" y="221448"/>
                    <a:pt x="1445" y="215346"/>
                    <a:pt x="4221" y="209817"/>
                  </a:cubicBezTo>
                  <a:lnTo>
                    <a:pt x="98501" y="21259"/>
                  </a:lnTo>
                  <a:cubicBezTo>
                    <a:pt x="108688" y="1845"/>
                    <a:pt x="132684" y="-5633"/>
                    <a:pt x="152098" y="4554"/>
                  </a:cubicBezTo>
                  <a:cubicBezTo>
                    <a:pt x="170966" y="14456"/>
                    <a:pt x="178651" y="37489"/>
                    <a:pt x="169508" y="56737"/>
                  </a:cubicBezTo>
                  <a:lnTo>
                    <a:pt x="75229" y="245296"/>
                  </a:lnTo>
                  <a:cubicBezTo>
                    <a:pt x="68525" y="258786"/>
                    <a:pt x="54764" y="267320"/>
                    <a:pt x="39700" y="26732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8C273220-443C-3F46-B540-363489C8BEE2}"/>
                </a:ext>
              </a:extLst>
            </p:cNvPr>
            <p:cNvSpPr/>
            <p:nvPr/>
          </p:nvSpPr>
          <p:spPr>
            <a:xfrm>
              <a:off x="1771961" y="1792620"/>
              <a:ext cx="272928" cy="268001"/>
            </a:xfrm>
            <a:custGeom>
              <a:avLst/>
              <a:gdLst>
                <a:gd name="connsiteX0" fmla="*/ 133976 w 272928"/>
                <a:gd name="connsiteY0" fmla="*/ 268001 h 268001"/>
                <a:gd name="connsiteX1" fmla="*/ 115517 w 272928"/>
                <a:gd name="connsiteY1" fmla="*/ 263387 h 268001"/>
                <a:gd name="connsiteX2" fmla="*/ 98845 w 272928"/>
                <a:gd name="connsiteY2" fmla="*/ 209796 h 268001"/>
                <a:gd name="connsiteX3" fmla="*/ 167470 w 272928"/>
                <a:gd name="connsiteY3" fmla="*/ 79393 h 268001"/>
                <a:gd name="connsiteX4" fmla="*/ 39697 w 272928"/>
                <a:gd name="connsiteY4" fmla="*/ 79393 h 268001"/>
                <a:gd name="connsiteX5" fmla="*/ 0 w 272928"/>
                <a:gd name="connsiteY5" fmla="*/ 39697 h 268001"/>
                <a:gd name="connsiteX6" fmla="*/ 39697 w 272928"/>
                <a:gd name="connsiteY6" fmla="*/ 0 h 268001"/>
                <a:gd name="connsiteX7" fmla="*/ 233217 w 272928"/>
                <a:gd name="connsiteY7" fmla="*/ 0 h 268001"/>
                <a:gd name="connsiteX8" fmla="*/ 272929 w 272928"/>
                <a:gd name="connsiteY8" fmla="*/ 39683 h 268001"/>
                <a:gd name="connsiteX9" fmla="*/ 268349 w 272928"/>
                <a:gd name="connsiteY9" fmla="*/ 58205 h 268001"/>
                <a:gd name="connsiteX10" fmla="*/ 169107 w 272928"/>
                <a:gd name="connsiteY10" fmla="*/ 246764 h 268001"/>
                <a:gd name="connsiteX11" fmla="*/ 133976 w 272928"/>
                <a:gd name="connsiteY11" fmla="*/ 268001 h 26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28" h="268001">
                  <a:moveTo>
                    <a:pt x="133976" y="268001"/>
                  </a:moveTo>
                  <a:cubicBezTo>
                    <a:pt x="127538" y="267996"/>
                    <a:pt x="121199" y="266413"/>
                    <a:pt x="115517" y="263387"/>
                  </a:cubicBezTo>
                  <a:cubicBezTo>
                    <a:pt x="96119" y="253190"/>
                    <a:pt x="88656" y="229198"/>
                    <a:pt x="98845" y="209796"/>
                  </a:cubicBezTo>
                  <a:lnTo>
                    <a:pt x="167470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3217" y="0"/>
                  </a:lnTo>
                  <a:cubicBezTo>
                    <a:pt x="255140" y="-7"/>
                    <a:pt x="272919" y="17759"/>
                    <a:pt x="272929" y="39683"/>
                  </a:cubicBezTo>
                  <a:cubicBezTo>
                    <a:pt x="272929" y="46137"/>
                    <a:pt x="271356" y="52495"/>
                    <a:pt x="268349" y="58205"/>
                  </a:cubicBezTo>
                  <a:lnTo>
                    <a:pt x="169107" y="246764"/>
                  </a:lnTo>
                  <a:cubicBezTo>
                    <a:pt x="162250" y="259819"/>
                    <a:pt x="148722" y="267996"/>
                    <a:pt x="133976" y="2680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35">
            <a:extLst>
              <a:ext uri="{FF2B5EF4-FFF2-40B4-BE49-F238E27FC236}">
                <a16:creationId xmlns:a16="http://schemas.microsoft.com/office/drawing/2014/main" id="{10824C5B-EACB-4D2C-933F-D0AC177F045D}"/>
              </a:ext>
            </a:extLst>
          </p:cNvPr>
          <p:cNvGrpSpPr>
            <a:grpSpLocks noChangeAspect="1"/>
          </p:cNvGrpSpPr>
          <p:nvPr/>
        </p:nvGrpSpPr>
        <p:grpSpPr>
          <a:xfrm>
            <a:off x="2815612" y="1425427"/>
            <a:ext cx="822910" cy="822909"/>
            <a:chOff x="2815612" y="1425427"/>
            <a:chExt cx="822910" cy="82290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DD11594-8BCD-5547-9A6E-A6BDF199E937}"/>
                </a:ext>
              </a:extLst>
            </p:cNvPr>
            <p:cNvSpPr/>
            <p:nvPr/>
          </p:nvSpPr>
          <p:spPr>
            <a:xfrm>
              <a:off x="2815612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35889F7-BBDC-FC46-9E61-2AD0289D0ECF}"/>
                </a:ext>
              </a:extLst>
            </p:cNvPr>
            <p:cNvSpPr/>
            <p:nvPr/>
          </p:nvSpPr>
          <p:spPr>
            <a:xfrm>
              <a:off x="3001932" y="1609025"/>
              <a:ext cx="403945" cy="451546"/>
            </a:xfrm>
            <a:custGeom>
              <a:avLst/>
              <a:gdLst>
                <a:gd name="connsiteX0" fmla="*/ 225036 w 403945"/>
                <a:gd name="connsiteY0" fmla="*/ 451547 h 451546"/>
                <a:gd name="connsiteX1" fmla="*/ 1 w 403945"/>
                <a:gd name="connsiteY1" fmla="*/ 225035 h 451546"/>
                <a:gd name="connsiteX2" fmla="*/ 226513 w 403945"/>
                <a:gd name="connsiteY2" fmla="*/ 1 h 451546"/>
                <a:gd name="connsiteX3" fmla="*/ 394292 w 403945"/>
                <a:gd name="connsiteY3" fmla="*/ 75521 h 451546"/>
                <a:gd name="connsiteX4" fmla="*/ 390193 w 403945"/>
                <a:gd name="connsiteY4" fmla="*/ 131511 h 451546"/>
                <a:gd name="connsiteX5" fmla="*/ 335194 w 403945"/>
                <a:gd name="connsiteY5" fmla="*/ 128516 h 451546"/>
                <a:gd name="connsiteX6" fmla="*/ 128533 w 403945"/>
                <a:gd name="connsiteY6" fmla="*/ 116419 h 451546"/>
                <a:gd name="connsiteX7" fmla="*/ 116436 w 403945"/>
                <a:gd name="connsiteY7" fmla="*/ 323079 h 451546"/>
                <a:gd name="connsiteX8" fmla="*/ 323096 w 403945"/>
                <a:gd name="connsiteY8" fmla="*/ 335177 h 451546"/>
                <a:gd name="connsiteX9" fmla="*/ 335194 w 403945"/>
                <a:gd name="connsiteY9" fmla="*/ 323079 h 451546"/>
                <a:gd name="connsiteX10" fmla="*/ 391300 w 403945"/>
                <a:gd name="connsiteY10" fmla="*/ 321074 h 451546"/>
                <a:gd name="connsiteX11" fmla="*/ 394292 w 403945"/>
                <a:gd name="connsiteY11" fmla="*/ 376074 h 451546"/>
                <a:gd name="connsiteX12" fmla="*/ 225036 w 403945"/>
                <a:gd name="connsiteY12" fmla="*/ 451547 h 45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3945" h="451546">
                  <a:moveTo>
                    <a:pt x="225036" y="451547"/>
                  </a:moveTo>
                  <a:cubicBezTo>
                    <a:pt x="100345" y="451140"/>
                    <a:pt x="-407" y="349725"/>
                    <a:pt x="1" y="225035"/>
                  </a:cubicBezTo>
                  <a:cubicBezTo>
                    <a:pt x="410" y="100344"/>
                    <a:pt x="101822" y="-407"/>
                    <a:pt x="226513" y="1"/>
                  </a:cubicBezTo>
                  <a:cubicBezTo>
                    <a:pt x="290624" y="211"/>
                    <a:pt x="351623" y="27668"/>
                    <a:pt x="394292" y="75521"/>
                  </a:cubicBezTo>
                  <a:cubicBezTo>
                    <a:pt x="408623" y="92115"/>
                    <a:pt x="406787" y="117182"/>
                    <a:pt x="390193" y="131511"/>
                  </a:cubicBezTo>
                  <a:cubicBezTo>
                    <a:pt x="374037" y="145462"/>
                    <a:pt x="349738" y="144139"/>
                    <a:pt x="335194" y="128516"/>
                  </a:cubicBezTo>
                  <a:cubicBezTo>
                    <a:pt x="281467" y="68108"/>
                    <a:pt x="188942" y="62692"/>
                    <a:pt x="128533" y="116419"/>
                  </a:cubicBezTo>
                  <a:cubicBezTo>
                    <a:pt x="68125" y="170146"/>
                    <a:pt x="62709" y="262671"/>
                    <a:pt x="116436" y="323079"/>
                  </a:cubicBezTo>
                  <a:cubicBezTo>
                    <a:pt x="170163" y="383487"/>
                    <a:pt x="262688" y="388906"/>
                    <a:pt x="323096" y="335177"/>
                  </a:cubicBezTo>
                  <a:cubicBezTo>
                    <a:pt x="327364" y="331386"/>
                    <a:pt x="331403" y="327341"/>
                    <a:pt x="335194" y="323079"/>
                  </a:cubicBezTo>
                  <a:cubicBezTo>
                    <a:pt x="350135" y="307032"/>
                    <a:pt x="375253" y="306139"/>
                    <a:pt x="391300" y="321074"/>
                  </a:cubicBezTo>
                  <a:cubicBezTo>
                    <a:pt x="406921" y="335623"/>
                    <a:pt x="408245" y="359917"/>
                    <a:pt x="394292" y="376074"/>
                  </a:cubicBezTo>
                  <a:cubicBezTo>
                    <a:pt x="351142" y="424112"/>
                    <a:pt x="289607" y="451547"/>
                    <a:pt x="225036" y="45154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EADAA5C-D716-F64B-BC70-5BAFCC4AFAC5}"/>
                </a:ext>
              </a:extLst>
            </p:cNvPr>
            <p:cNvSpPr/>
            <p:nvPr/>
          </p:nvSpPr>
          <p:spPr>
            <a:xfrm>
              <a:off x="2949687" y="1738037"/>
              <a:ext cx="268845" cy="80236"/>
            </a:xfrm>
            <a:custGeom>
              <a:avLst/>
              <a:gdLst>
                <a:gd name="connsiteX0" fmla="*/ 39697 w 268845"/>
                <a:gd name="connsiteY0" fmla="*/ 80237 h 80236"/>
                <a:gd name="connsiteX1" fmla="*/ 0 w 268845"/>
                <a:gd name="connsiteY1" fmla="*/ 40540 h 80236"/>
                <a:gd name="connsiteX2" fmla="*/ 39697 w 268845"/>
                <a:gd name="connsiteY2" fmla="*/ 844 h 80236"/>
                <a:gd name="connsiteX3" fmla="*/ 229149 w 268845"/>
                <a:gd name="connsiteY3" fmla="*/ 0 h 80236"/>
                <a:gd name="connsiteX4" fmla="*/ 229149 w 268845"/>
                <a:gd name="connsiteY4" fmla="*/ 0 h 80236"/>
                <a:gd name="connsiteX5" fmla="*/ 268845 w 268845"/>
                <a:gd name="connsiteY5" fmla="*/ 39697 h 80236"/>
                <a:gd name="connsiteX6" fmla="*/ 229149 w 268845"/>
                <a:gd name="connsiteY6" fmla="*/ 79393 h 80236"/>
                <a:gd name="connsiteX7" fmla="*/ 39697 w 268845"/>
                <a:gd name="connsiteY7" fmla="*/ 80237 h 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845" h="80236">
                  <a:moveTo>
                    <a:pt x="39697" y="80237"/>
                  </a:moveTo>
                  <a:cubicBezTo>
                    <a:pt x="17773" y="80237"/>
                    <a:pt x="0" y="62464"/>
                    <a:pt x="0" y="40540"/>
                  </a:cubicBezTo>
                  <a:cubicBezTo>
                    <a:pt x="0" y="18616"/>
                    <a:pt x="17773" y="844"/>
                    <a:pt x="39697" y="844"/>
                  </a:cubicBezTo>
                  <a:lnTo>
                    <a:pt x="229149" y="0"/>
                  </a:lnTo>
                  <a:lnTo>
                    <a:pt x="229149" y="0"/>
                  </a:lnTo>
                  <a:cubicBezTo>
                    <a:pt x="251073" y="0"/>
                    <a:pt x="268845" y="17773"/>
                    <a:pt x="268845" y="39697"/>
                  </a:cubicBezTo>
                  <a:cubicBezTo>
                    <a:pt x="268845" y="61620"/>
                    <a:pt x="251073" y="79393"/>
                    <a:pt x="229149" y="79393"/>
                  </a:cubicBezTo>
                  <a:lnTo>
                    <a:pt x="39697" y="8023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2D32D616-C5B7-8D47-B709-3585A1454309}"/>
                </a:ext>
              </a:extLst>
            </p:cNvPr>
            <p:cNvSpPr/>
            <p:nvPr/>
          </p:nvSpPr>
          <p:spPr>
            <a:xfrm>
              <a:off x="2949637" y="1851668"/>
              <a:ext cx="268969" cy="80187"/>
            </a:xfrm>
            <a:custGeom>
              <a:avLst/>
              <a:gdLst>
                <a:gd name="connsiteX0" fmla="*/ 39697 w 268969"/>
                <a:gd name="connsiteY0" fmla="*/ 80187 h 80187"/>
                <a:gd name="connsiteX1" fmla="*/ 0 w 268969"/>
                <a:gd name="connsiteY1" fmla="*/ 40491 h 80187"/>
                <a:gd name="connsiteX2" fmla="*/ 39697 w 268969"/>
                <a:gd name="connsiteY2" fmla="*/ 794 h 80187"/>
                <a:gd name="connsiteX3" fmla="*/ 229099 w 268969"/>
                <a:gd name="connsiteY3" fmla="*/ 0 h 80187"/>
                <a:gd name="connsiteX4" fmla="*/ 268969 w 268969"/>
                <a:gd name="connsiteY4" fmla="*/ 39523 h 80187"/>
                <a:gd name="connsiteX5" fmla="*/ 229446 w 268969"/>
                <a:gd name="connsiteY5" fmla="*/ 79393 h 80187"/>
                <a:gd name="connsiteX6" fmla="*/ 40044 w 268969"/>
                <a:gd name="connsiteY6" fmla="*/ 80187 h 8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969" h="80187">
                  <a:moveTo>
                    <a:pt x="39697" y="80187"/>
                  </a:moveTo>
                  <a:cubicBezTo>
                    <a:pt x="17773" y="80187"/>
                    <a:pt x="0" y="62413"/>
                    <a:pt x="0" y="40491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229099" y="0"/>
                  </a:lnTo>
                  <a:cubicBezTo>
                    <a:pt x="251023" y="-95"/>
                    <a:pt x="268874" y="17599"/>
                    <a:pt x="268969" y="39523"/>
                  </a:cubicBezTo>
                  <a:cubicBezTo>
                    <a:pt x="269065" y="61446"/>
                    <a:pt x="251370" y="79299"/>
                    <a:pt x="229446" y="79393"/>
                  </a:cubicBezTo>
                  <a:lnTo>
                    <a:pt x="40044" y="8018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" name="Picture Placeholder 37">
            <a:extLst>
              <a:ext uri="{FF2B5EF4-FFF2-40B4-BE49-F238E27FC236}">
                <a16:creationId xmlns:a16="http://schemas.microsoft.com/office/drawing/2014/main" id="{B9B3C19A-0C0D-413B-89E5-DF6B65D20AA4}"/>
              </a:ext>
            </a:extLst>
          </p:cNvPr>
          <p:cNvGrpSpPr>
            <a:grpSpLocks noChangeAspect="1"/>
          </p:cNvGrpSpPr>
          <p:nvPr/>
        </p:nvGrpSpPr>
        <p:grpSpPr>
          <a:xfrm>
            <a:off x="4133120" y="1425427"/>
            <a:ext cx="822910" cy="822909"/>
            <a:chOff x="4133120" y="1425427"/>
            <a:chExt cx="822910" cy="822909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DF5D61D-7109-8041-A145-16268E5072B1}"/>
                </a:ext>
              </a:extLst>
            </p:cNvPr>
            <p:cNvSpPr/>
            <p:nvPr/>
          </p:nvSpPr>
          <p:spPr>
            <a:xfrm>
              <a:off x="4133120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542C372-302B-BD45-BBFD-9B1CAB4B478B}"/>
                </a:ext>
              </a:extLst>
            </p:cNvPr>
            <p:cNvSpPr/>
            <p:nvPr/>
          </p:nvSpPr>
          <p:spPr>
            <a:xfrm>
              <a:off x="4501802" y="1558658"/>
              <a:ext cx="80633" cy="551533"/>
            </a:xfrm>
            <a:custGeom>
              <a:avLst/>
              <a:gdLst>
                <a:gd name="connsiteX0" fmla="*/ 40937 w 80633"/>
                <a:gd name="connsiteY0" fmla="*/ 551534 h 551533"/>
                <a:gd name="connsiteX1" fmla="*/ 1241 w 80633"/>
                <a:gd name="connsiteY1" fmla="*/ 511837 h 551533"/>
                <a:gd name="connsiteX2" fmla="*/ 0 w 80633"/>
                <a:gd name="connsiteY2" fmla="*/ 39697 h 551533"/>
                <a:gd name="connsiteX3" fmla="*/ 39697 w 80633"/>
                <a:gd name="connsiteY3" fmla="*/ 0 h 551533"/>
                <a:gd name="connsiteX4" fmla="*/ 39697 w 80633"/>
                <a:gd name="connsiteY4" fmla="*/ 0 h 551533"/>
                <a:gd name="connsiteX5" fmla="*/ 79393 w 80633"/>
                <a:gd name="connsiteY5" fmla="*/ 39697 h 551533"/>
                <a:gd name="connsiteX6" fmla="*/ 80634 w 80633"/>
                <a:gd name="connsiteY6" fmla="*/ 511837 h 551533"/>
                <a:gd name="connsiteX7" fmla="*/ 40937 w 80633"/>
                <a:gd name="connsiteY7" fmla="*/ 551534 h 551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633" h="551533">
                  <a:moveTo>
                    <a:pt x="40937" y="551534"/>
                  </a:moveTo>
                  <a:cubicBezTo>
                    <a:pt x="19013" y="551534"/>
                    <a:pt x="1241" y="533760"/>
                    <a:pt x="1241" y="51183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634" y="511837"/>
                  </a:lnTo>
                  <a:cubicBezTo>
                    <a:pt x="80634" y="533760"/>
                    <a:pt x="62861" y="551534"/>
                    <a:pt x="40937" y="5515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2336EFD-1E14-994B-AB83-6776BBE7558E}"/>
                </a:ext>
              </a:extLst>
            </p:cNvPr>
            <p:cNvSpPr/>
            <p:nvPr/>
          </p:nvSpPr>
          <p:spPr>
            <a:xfrm>
              <a:off x="4362318" y="1792620"/>
              <a:ext cx="362231" cy="270432"/>
            </a:xfrm>
            <a:custGeom>
              <a:avLst/>
              <a:gdLst>
                <a:gd name="connsiteX0" fmla="*/ 181116 w 362231"/>
                <a:gd name="connsiteY0" fmla="*/ 270433 h 270432"/>
                <a:gd name="connsiteX1" fmla="*/ 0 w 362231"/>
                <a:gd name="connsiteY1" fmla="*/ 135216 h 270432"/>
                <a:gd name="connsiteX2" fmla="*/ 39697 w 362231"/>
                <a:gd name="connsiteY2" fmla="*/ 95520 h 270432"/>
                <a:gd name="connsiteX3" fmla="*/ 79393 w 362231"/>
                <a:gd name="connsiteY3" fmla="*/ 135216 h 270432"/>
                <a:gd name="connsiteX4" fmla="*/ 181116 w 362231"/>
                <a:gd name="connsiteY4" fmla="*/ 191040 h 270432"/>
                <a:gd name="connsiteX5" fmla="*/ 282838 w 362231"/>
                <a:gd name="connsiteY5" fmla="*/ 135216 h 270432"/>
                <a:gd name="connsiteX6" fmla="*/ 181116 w 362231"/>
                <a:gd name="connsiteY6" fmla="*/ 79393 h 270432"/>
                <a:gd name="connsiteX7" fmla="*/ 141419 w 362231"/>
                <a:gd name="connsiteY7" fmla="*/ 39697 h 270432"/>
                <a:gd name="connsiteX8" fmla="*/ 181116 w 362231"/>
                <a:gd name="connsiteY8" fmla="*/ 0 h 270432"/>
                <a:gd name="connsiteX9" fmla="*/ 362231 w 362231"/>
                <a:gd name="connsiteY9" fmla="*/ 135216 h 270432"/>
                <a:gd name="connsiteX10" fmla="*/ 181116 w 362231"/>
                <a:gd name="connsiteY10" fmla="*/ 270433 h 270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231" h="270432">
                  <a:moveTo>
                    <a:pt x="181116" y="270433"/>
                  </a:moveTo>
                  <a:cubicBezTo>
                    <a:pt x="79542" y="270433"/>
                    <a:pt x="0" y="210888"/>
                    <a:pt x="0" y="135216"/>
                  </a:cubicBezTo>
                  <a:cubicBezTo>
                    <a:pt x="0" y="113294"/>
                    <a:pt x="17773" y="95520"/>
                    <a:pt x="39697" y="95520"/>
                  </a:cubicBezTo>
                  <a:cubicBezTo>
                    <a:pt x="61621" y="95520"/>
                    <a:pt x="79393" y="113294"/>
                    <a:pt x="79393" y="135216"/>
                  </a:cubicBezTo>
                  <a:cubicBezTo>
                    <a:pt x="79393" y="161565"/>
                    <a:pt x="122911" y="191040"/>
                    <a:pt x="181116" y="191040"/>
                  </a:cubicBezTo>
                  <a:cubicBezTo>
                    <a:pt x="239321" y="191040"/>
                    <a:pt x="282838" y="161565"/>
                    <a:pt x="282838" y="135216"/>
                  </a:cubicBezTo>
                  <a:cubicBezTo>
                    <a:pt x="282838" y="108868"/>
                    <a:pt x="239321" y="79393"/>
                    <a:pt x="181116" y="79393"/>
                  </a:cubicBezTo>
                  <a:cubicBezTo>
                    <a:pt x="159192" y="79393"/>
                    <a:pt x="141419" y="61620"/>
                    <a:pt x="141419" y="39697"/>
                  </a:cubicBezTo>
                  <a:cubicBezTo>
                    <a:pt x="141419" y="17773"/>
                    <a:pt x="159192" y="0"/>
                    <a:pt x="181116" y="0"/>
                  </a:cubicBezTo>
                  <a:cubicBezTo>
                    <a:pt x="282689" y="0"/>
                    <a:pt x="362231" y="59545"/>
                    <a:pt x="362231" y="135216"/>
                  </a:cubicBezTo>
                  <a:cubicBezTo>
                    <a:pt x="362231" y="210888"/>
                    <a:pt x="282689" y="270433"/>
                    <a:pt x="181116" y="270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CDF627A-2ED6-E54C-8FE7-6C672372FD84}"/>
                </a:ext>
              </a:extLst>
            </p:cNvPr>
            <p:cNvSpPr/>
            <p:nvPr/>
          </p:nvSpPr>
          <p:spPr>
            <a:xfrm>
              <a:off x="4362318" y="1601580"/>
              <a:ext cx="362231" cy="270432"/>
            </a:xfrm>
            <a:custGeom>
              <a:avLst/>
              <a:gdLst>
                <a:gd name="connsiteX0" fmla="*/ 181116 w 362231"/>
                <a:gd name="connsiteY0" fmla="*/ 270433 h 270432"/>
                <a:gd name="connsiteX1" fmla="*/ 0 w 362231"/>
                <a:gd name="connsiteY1" fmla="*/ 135216 h 270432"/>
                <a:gd name="connsiteX2" fmla="*/ 181116 w 362231"/>
                <a:gd name="connsiteY2" fmla="*/ 0 h 270432"/>
                <a:gd name="connsiteX3" fmla="*/ 362231 w 362231"/>
                <a:gd name="connsiteY3" fmla="*/ 135216 h 270432"/>
                <a:gd name="connsiteX4" fmla="*/ 322535 w 362231"/>
                <a:gd name="connsiteY4" fmla="*/ 174913 h 270432"/>
                <a:gd name="connsiteX5" fmla="*/ 282838 w 362231"/>
                <a:gd name="connsiteY5" fmla="*/ 135216 h 270432"/>
                <a:gd name="connsiteX6" fmla="*/ 181116 w 362231"/>
                <a:gd name="connsiteY6" fmla="*/ 79393 h 270432"/>
                <a:gd name="connsiteX7" fmla="*/ 79393 w 362231"/>
                <a:gd name="connsiteY7" fmla="*/ 135216 h 270432"/>
                <a:gd name="connsiteX8" fmla="*/ 181116 w 362231"/>
                <a:gd name="connsiteY8" fmla="*/ 191040 h 270432"/>
                <a:gd name="connsiteX9" fmla="*/ 220812 w 362231"/>
                <a:gd name="connsiteY9" fmla="*/ 230736 h 270432"/>
                <a:gd name="connsiteX10" fmla="*/ 181116 w 362231"/>
                <a:gd name="connsiteY10" fmla="*/ 270433 h 270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231" h="270432">
                  <a:moveTo>
                    <a:pt x="181116" y="270433"/>
                  </a:moveTo>
                  <a:cubicBezTo>
                    <a:pt x="79542" y="270433"/>
                    <a:pt x="0" y="210888"/>
                    <a:pt x="0" y="135216"/>
                  </a:cubicBezTo>
                  <a:cubicBezTo>
                    <a:pt x="0" y="59545"/>
                    <a:pt x="79393" y="0"/>
                    <a:pt x="181116" y="0"/>
                  </a:cubicBezTo>
                  <a:cubicBezTo>
                    <a:pt x="282838" y="0"/>
                    <a:pt x="362231" y="59545"/>
                    <a:pt x="362231" y="135216"/>
                  </a:cubicBezTo>
                  <a:cubicBezTo>
                    <a:pt x="362231" y="157140"/>
                    <a:pt x="344457" y="174913"/>
                    <a:pt x="322535" y="174913"/>
                  </a:cubicBezTo>
                  <a:cubicBezTo>
                    <a:pt x="300612" y="174913"/>
                    <a:pt x="282838" y="157140"/>
                    <a:pt x="282838" y="135216"/>
                  </a:cubicBezTo>
                  <a:cubicBezTo>
                    <a:pt x="282838" y="108868"/>
                    <a:pt x="239321" y="79393"/>
                    <a:pt x="181116" y="79393"/>
                  </a:cubicBezTo>
                  <a:cubicBezTo>
                    <a:pt x="122911" y="79393"/>
                    <a:pt x="79393" y="108769"/>
                    <a:pt x="79393" y="135216"/>
                  </a:cubicBezTo>
                  <a:cubicBezTo>
                    <a:pt x="79393" y="161664"/>
                    <a:pt x="122911" y="191040"/>
                    <a:pt x="181116" y="191040"/>
                  </a:cubicBezTo>
                  <a:cubicBezTo>
                    <a:pt x="203040" y="191040"/>
                    <a:pt x="220812" y="208812"/>
                    <a:pt x="220812" y="230736"/>
                  </a:cubicBezTo>
                  <a:cubicBezTo>
                    <a:pt x="220812" y="252660"/>
                    <a:pt x="203040" y="270433"/>
                    <a:pt x="181116" y="270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" name="Picture Placeholder 39">
            <a:extLst>
              <a:ext uri="{FF2B5EF4-FFF2-40B4-BE49-F238E27FC236}">
                <a16:creationId xmlns:a16="http://schemas.microsoft.com/office/drawing/2014/main" id="{F3F33CBB-A300-4A79-A1DC-0313C53D6FA4}"/>
              </a:ext>
            </a:extLst>
          </p:cNvPr>
          <p:cNvGrpSpPr>
            <a:grpSpLocks noChangeAspect="1"/>
          </p:cNvGrpSpPr>
          <p:nvPr/>
        </p:nvGrpSpPr>
        <p:grpSpPr>
          <a:xfrm>
            <a:off x="5446627" y="1421438"/>
            <a:ext cx="830910" cy="830917"/>
            <a:chOff x="5446627" y="1421438"/>
            <a:chExt cx="830910" cy="830917"/>
          </a:xfrm>
        </p:grpSpPr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FB0E2A44-9040-FD42-A01D-D4ECCF73B9F1}"/>
                </a:ext>
              </a:extLst>
            </p:cNvPr>
            <p:cNvSpPr/>
            <p:nvPr/>
          </p:nvSpPr>
          <p:spPr>
            <a:xfrm>
              <a:off x="5446627" y="1421438"/>
              <a:ext cx="737079" cy="830917"/>
            </a:xfrm>
            <a:custGeom>
              <a:avLst/>
              <a:gdLst>
                <a:gd name="connsiteX0" fmla="*/ 697401 w 737079"/>
                <a:gd name="connsiteY0" fmla="*/ 830918 h 830917"/>
                <a:gd name="connsiteX1" fmla="*/ 675370 w 737079"/>
                <a:gd name="connsiteY1" fmla="*/ 824219 h 830917"/>
                <a:gd name="connsiteX2" fmla="*/ 415456 w 737079"/>
                <a:gd name="connsiteY2" fmla="*/ 650795 h 830917"/>
                <a:gd name="connsiteX3" fmla="*/ 155543 w 737079"/>
                <a:gd name="connsiteY3" fmla="*/ 824219 h 830917"/>
                <a:gd name="connsiteX4" fmla="*/ 100549 w 737079"/>
                <a:gd name="connsiteY4" fmla="*/ 812935 h 830917"/>
                <a:gd name="connsiteX5" fmla="*/ 95998 w 737079"/>
                <a:gd name="connsiteY5" fmla="*/ 778618 h 830917"/>
                <a:gd name="connsiteX6" fmla="*/ 182536 w 737079"/>
                <a:gd name="connsiteY6" fmla="*/ 519995 h 830917"/>
                <a:gd name="connsiteX7" fmla="*/ 11692 w 737079"/>
                <a:gd name="connsiteY7" fmla="*/ 349746 h 830917"/>
                <a:gd name="connsiteX8" fmla="*/ 11562 w 737079"/>
                <a:gd name="connsiteY8" fmla="*/ 293607 h 830917"/>
                <a:gd name="connsiteX9" fmla="*/ 39678 w 737079"/>
                <a:gd name="connsiteY9" fmla="*/ 281915 h 830917"/>
                <a:gd name="connsiteX10" fmla="*/ 292992 w 737079"/>
                <a:gd name="connsiteY10" fmla="*/ 281915 h 830917"/>
                <a:gd name="connsiteX11" fmla="*/ 377794 w 737079"/>
                <a:gd name="connsiteY11" fmla="*/ 27162 h 830917"/>
                <a:gd name="connsiteX12" fmla="*/ 428001 w 737079"/>
                <a:gd name="connsiteY12" fmla="*/ 2045 h 830917"/>
                <a:gd name="connsiteX13" fmla="*/ 453118 w 737079"/>
                <a:gd name="connsiteY13" fmla="*/ 27162 h 830917"/>
                <a:gd name="connsiteX14" fmla="*/ 546951 w 737079"/>
                <a:gd name="connsiteY14" fmla="*/ 309107 h 830917"/>
                <a:gd name="connsiteX15" fmla="*/ 521793 w 737079"/>
                <a:gd name="connsiteY15" fmla="*/ 359323 h 830917"/>
                <a:gd name="connsiteX16" fmla="*/ 471577 w 737079"/>
                <a:gd name="connsiteY16" fmla="*/ 334165 h 830917"/>
                <a:gd name="connsiteX17" fmla="*/ 415456 w 737079"/>
                <a:gd name="connsiteY17" fmla="*/ 165455 h 830917"/>
                <a:gd name="connsiteX18" fmla="*/ 359335 w 737079"/>
                <a:gd name="connsiteY18" fmla="*/ 334165 h 830917"/>
                <a:gd name="connsiteX19" fmla="*/ 321623 w 737079"/>
                <a:gd name="connsiteY19" fmla="*/ 361308 h 830917"/>
                <a:gd name="connsiteX20" fmla="*/ 135744 w 737079"/>
                <a:gd name="connsiteY20" fmla="*/ 361308 h 830917"/>
                <a:gd name="connsiteX21" fmla="*/ 255876 w 737079"/>
                <a:gd name="connsiteY21" fmla="*/ 481142 h 830917"/>
                <a:gd name="connsiteX22" fmla="*/ 265502 w 737079"/>
                <a:gd name="connsiteY22" fmla="*/ 521831 h 830917"/>
                <a:gd name="connsiteX23" fmla="*/ 207942 w 737079"/>
                <a:gd name="connsiteY23" fmla="*/ 693816 h 830917"/>
                <a:gd name="connsiteX24" fmla="*/ 393425 w 737079"/>
                <a:gd name="connsiteY24" fmla="*/ 570062 h 830917"/>
                <a:gd name="connsiteX25" fmla="*/ 437488 w 737079"/>
                <a:gd name="connsiteY25" fmla="*/ 570062 h 830917"/>
                <a:gd name="connsiteX26" fmla="*/ 622970 w 737079"/>
                <a:gd name="connsiteY26" fmla="*/ 693816 h 830917"/>
                <a:gd name="connsiteX27" fmla="*/ 565410 w 737079"/>
                <a:gd name="connsiteY27" fmla="*/ 521831 h 830917"/>
                <a:gd name="connsiteX28" fmla="*/ 590493 w 737079"/>
                <a:gd name="connsiteY28" fmla="*/ 471590 h 830917"/>
                <a:gd name="connsiteX29" fmla="*/ 640734 w 737079"/>
                <a:gd name="connsiteY29" fmla="*/ 496673 h 830917"/>
                <a:gd name="connsiteX30" fmla="*/ 735014 w 737079"/>
                <a:gd name="connsiteY30" fmla="*/ 778618 h 830917"/>
                <a:gd name="connsiteX31" fmla="*/ 709975 w 737079"/>
                <a:gd name="connsiteY31" fmla="*/ 828864 h 830917"/>
                <a:gd name="connsiteX32" fmla="*/ 697352 w 737079"/>
                <a:gd name="connsiteY32" fmla="*/ 830918 h 83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37079" h="830917">
                  <a:moveTo>
                    <a:pt x="697401" y="830918"/>
                  </a:moveTo>
                  <a:cubicBezTo>
                    <a:pt x="689556" y="830913"/>
                    <a:pt x="681890" y="828581"/>
                    <a:pt x="675370" y="824219"/>
                  </a:cubicBezTo>
                  <a:lnTo>
                    <a:pt x="415456" y="650795"/>
                  </a:lnTo>
                  <a:lnTo>
                    <a:pt x="155543" y="824219"/>
                  </a:lnTo>
                  <a:cubicBezTo>
                    <a:pt x="137241" y="836292"/>
                    <a:pt x="112619" y="831241"/>
                    <a:pt x="100549" y="812935"/>
                  </a:cubicBezTo>
                  <a:cubicBezTo>
                    <a:pt x="93861" y="802798"/>
                    <a:pt x="92184" y="790150"/>
                    <a:pt x="95998" y="778618"/>
                  </a:cubicBezTo>
                  <a:lnTo>
                    <a:pt x="182536" y="519995"/>
                  </a:lnTo>
                  <a:lnTo>
                    <a:pt x="11692" y="349746"/>
                  </a:lnTo>
                  <a:cubicBezTo>
                    <a:pt x="-3846" y="334280"/>
                    <a:pt x="-3905" y="309146"/>
                    <a:pt x="11562" y="293607"/>
                  </a:cubicBezTo>
                  <a:cubicBezTo>
                    <a:pt x="19007" y="286127"/>
                    <a:pt x="29124" y="281920"/>
                    <a:pt x="39678" y="281915"/>
                  </a:cubicBezTo>
                  <a:lnTo>
                    <a:pt x="292992" y="281915"/>
                  </a:lnTo>
                  <a:lnTo>
                    <a:pt x="377794" y="27162"/>
                  </a:lnTo>
                  <a:cubicBezTo>
                    <a:pt x="384723" y="6362"/>
                    <a:pt x="407201" y="-4883"/>
                    <a:pt x="428001" y="2045"/>
                  </a:cubicBezTo>
                  <a:cubicBezTo>
                    <a:pt x="439862" y="5996"/>
                    <a:pt x="449168" y="15302"/>
                    <a:pt x="453118" y="27162"/>
                  </a:cubicBezTo>
                  <a:lnTo>
                    <a:pt x="546951" y="309107"/>
                  </a:lnTo>
                  <a:cubicBezTo>
                    <a:pt x="553873" y="329921"/>
                    <a:pt x="542609" y="352403"/>
                    <a:pt x="521793" y="359323"/>
                  </a:cubicBezTo>
                  <a:cubicBezTo>
                    <a:pt x="500978" y="366243"/>
                    <a:pt x="478499" y="354979"/>
                    <a:pt x="471577" y="334165"/>
                  </a:cubicBezTo>
                  <a:lnTo>
                    <a:pt x="415456" y="165455"/>
                  </a:lnTo>
                  <a:lnTo>
                    <a:pt x="359335" y="334165"/>
                  </a:lnTo>
                  <a:cubicBezTo>
                    <a:pt x="353926" y="350393"/>
                    <a:pt x="338729" y="361331"/>
                    <a:pt x="321623" y="361308"/>
                  </a:cubicBezTo>
                  <a:lnTo>
                    <a:pt x="135744" y="361308"/>
                  </a:lnTo>
                  <a:lnTo>
                    <a:pt x="255876" y="481142"/>
                  </a:lnTo>
                  <a:cubicBezTo>
                    <a:pt x="266546" y="491780"/>
                    <a:pt x="270275" y="507540"/>
                    <a:pt x="265502" y="521831"/>
                  </a:cubicBezTo>
                  <a:lnTo>
                    <a:pt x="207942" y="693816"/>
                  </a:lnTo>
                  <a:lnTo>
                    <a:pt x="393425" y="570062"/>
                  </a:lnTo>
                  <a:cubicBezTo>
                    <a:pt x="406764" y="561160"/>
                    <a:pt x="424148" y="561160"/>
                    <a:pt x="437488" y="570062"/>
                  </a:cubicBezTo>
                  <a:lnTo>
                    <a:pt x="622970" y="693816"/>
                  </a:lnTo>
                  <a:lnTo>
                    <a:pt x="565410" y="521831"/>
                  </a:lnTo>
                  <a:cubicBezTo>
                    <a:pt x="558463" y="501030"/>
                    <a:pt x="569692" y="478537"/>
                    <a:pt x="590493" y="471590"/>
                  </a:cubicBezTo>
                  <a:cubicBezTo>
                    <a:pt x="611294" y="464643"/>
                    <a:pt x="633788" y="475873"/>
                    <a:pt x="640734" y="496673"/>
                  </a:cubicBezTo>
                  <a:lnTo>
                    <a:pt x="735014" y="778618"/>
                  </a:lnTo>
                  <a:cubicBezTo>
                    <a:pt x="741976" y="799409"/>
                    <a:pt x="730766" y="821902"/>
                    <a:pt x="709975" y="828864"/>
                  </a:cubicBezTo>
                  <a:cubicBezTo>
                    <a:pt x="705906" y="830228"/>
                    <a:pt x="701644" y="830918"/>
                    <a:pt x="697352" y="8309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C4042DE8-D984-0F4B-8AAF-36613C4801EA}"/>
                </a:ext>
              </a:extLst>
            </p:cNvPr>
            <p:cNvSpPr/>
            <p:nvPr/>
          </p:nvSpPr>
          <p:spPr>
            <a:xfrm>
              <a:off x="5916219" y="1703352"/>
              <a:ext cx="361318" cy="267058"/>
            </a:xfrm>
            <a:custGeom>
              <a:avLst/>
              <a:gdLst>
                <a:gd name="connsiteX0" fmla="*/ 133480 w 361318"/>
                <a:gd name="connsiteY0" fmla="*/ 267059 h 267058"/>
                <a:gd name="connsiteX1" fmla="*/ 93753 w 361318"/>
                <a:gd name="connsiteY1" fmla="*/ 227392 h 267058"/>
                <a:gd name="connsiteX2" fmla="*/ 105444 w 361318"/>
                <a:gd name="connsiteY2" fmla="*/ 199227 h 267058"/>
                <a:gd name="connsiteX3" fmla="*/ 225576 w 361318"/>
                <a:gd name="connsiteY3" fmla="*/ 79393 h 267058"/>
                <a:gd name="connsiteX4" fmla="*/ 39697 w 361318"/>
                <a:gd name="connsiteY4" fmla="*/ 79393 h 267058"/>
                <a:gd name="connsiteX5" fmla="*/ 0 w 361318"/>
                <a:gd name="connsiteY5" fmla="*/ 39697 h 267058"/>
                <a:gd name="connsiteX6" fmla="*/ 39697 w 361318"/>
                <a:gd name="connsiteY6" fmla="*/ 0 h 267058"/>
                <a:gd name="connsiteX7" fmla="*/ 321642 w 361318"/>
                <a:gd name="connsiteY7" fmla="*/ 0 h 267058"/>
                <a:gd name="connsiteX8" fmla="*/ 361318 w 361318"/>
                <a:gd name="connsiteY8" fmla="*/ 39715 h 267058"/>
                <a:gd name="connsiteX9" fmla="*/ 349628 w 361318"/>
                <a:gd name="connsiteY9" fmla="*/ 67831 h 267058"/>
                <a:gd name="connsiteX10" fmla="*/ 161714 w 361318"/>
                <a:gd name="connsiteY10" fmla="*/ 255447 h 267058"/>
                <a:gd name="connsiteX11" fmla="*/ 133480 w 361318"/>
                <a:gd name="connsiteY11" fmla="*/ 267059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1318" h="267058">
                  <a:moveTo>
                    <a:pt x="133480" y="267059"/>
                  </a:moveTo>
                  <a:cubicBezTo>
                    <a:pt x="111557" y="267073"/>
                    <a:pt x="93768" y="249319"/>
                    <a:pt x="93753" y="227392"/>
                  </a:cubicBezTo>
                  <a:cubicBezTo>
                    <a:pt x="93744" y="216823"/>
                    <a:pt x="97951" y="206685"/>
                    <a:pt x="105444" y="199227"/>
                  </a:cubicBezTo>
                  <a:lnTo>
                    <a:pt x="225576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321642" y="0"/>
                  </a:lnTo>
                  <a:cubicBezTo>
                    <a:pt x="343564" y="10"/>
                    <a:pt x="361328" y="17791"/>
                    <a:pt x="361318" y="39715"/>
                  </a:cubicBezTo>
                  <a:cubicBezTo>
                    <a:pt x="361313" y="50269"/>
                    <a:pt x="357106" y="60386"/>
                    <a:pt x="349628" y="67831"/>
                  </a:cubicBezTo>
                  <a:lnTo>
                    <a:pt x="161714" y="255447"/>
                  </a:lnTo>
                  <a:cubicBezTo>
                    <a:pt x="154226" y="262925"/>
                    <a:pt x="144064" y="267108"/>
                    <a:pt x="133480" y="2670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" name="Picture Placeholder 41">
            <a:extLst>
              <a:ext uri="{FF2B5EF4-FFF2-40B4-BE49-F238E27FC236}">
                <a16:creationId xmlns:a16="http://schemas.microsoft.com/office/drawing/2014/main" id="{DFD4F6EC-D61E-48CF-9D36-552AB9C626E4}"/>
              </a:ext>
            </a:extLst>
          </p:cNvPr>
          <p:cNvGrpSpPr>
            <a:grpSpLocks noChangeAspect="1"/>
          </p:cNvGrpSpPr>
          <p:nvPr/>
        </p:nvGrpSpPr>
        <p:grpSpPr>
          <a:xfrm>
            <a:off x="6768136" y="1425427"/>
            <a:ext cx="822910" cy="822909"/>
            <a:chOff x="6768136" y="1425427"/>
            <a:chExt cx="822910" cy="822909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EEF631E-4385-444A-AFB4-2C69CC301D18}"/>
                </a:ext>
              </a:extLst>
            </p:cNvPr>
            <p:cNvSpPr/>
            <p:nvPr/>
          </p:nvSpPr>
          <p:spPr>
            <a:xfrm>
              <a:off x="6768136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DF6A1B3-1812-D446-807A-7A716EEFBEEE}"/>
                </a:ext>
              </a:extLst>
            </p:cNvPr>
            <p:cNvSpPr/>
            <p:nvPr/>
          </p:nvSpPr>
          <p:spPr>
            <a:xfrm>
              <a:off x="6918058" y="1554421"/>
              <a:ext cx="470101" cy="526197"/>
            </a:xfrm>
            <a:custGeom>
              <a:avLst/>
              <a:gdLst>
                <a:gd name="connsiteX0" fmla="*/ 430442 w 470101"/>
                <a:gd name="connsiteY0" fmla="*/ 525999 h 526197"/>
                <a:gd name="connsiteX1" fmla="*/ 408410 w 470101"/>
                <a:gd name="connsiteY1" fmla="*/ 519350 h 526197"/>
                <a:gd name="connsiteX2" fmla="*/ 262872 w 470101"/>
                <a:gd name="connsiteY2" fmla="*/ 422242 h 526197"/>
                <a:gd name="connsiteX3" fmla="*/ 117384 w 470101"/>
                <a:gd name="connsiteY3" fmla="*/ 519350 h 526197"/>
                <a:gd name="connsiteX4" fmla="*/ 62390 w 470101"/>
                <a:gd name="connsiteY4" fmla="*/ 508066 h 526197"/>
                <a:gd name="connsiteX5" fmla="*/ 57839 w 470101"/>
                <a:gd name="connsiteY5" fmla="*/ 473748 h 526197"/>
                <a:gd name="connsiteX6" fmla="*/ 105922 w 470101"/>
                <a:gd name="connsiteY6" fmla="*/ 329600 h 526197"/>
                <a:gd name="connsiteX7" fmla="*/ 11643 w 470101"/>
                <a:gd name="connsiteY7" fmla="*/ 235321 h 526197"/>
                <a:gd name="connsiteX8" fmla="*/ 11611 w 470101"/>
                <a:gd name="connsiteY8" fmla="*/ 179182 h 526197"/>
                <a:gd name="connsiteX9" fmla="*/ 39678 w 470101"/>
                <a:gd name="connsiteY9" fmla="*/ 167539 h 526197"/>
                <a:gd name="connsiteX10" fmla="*/ 178616 w 470101"/>
                <a:gd name="connsiteY10" fmla="*/ 167539 h 526197"/>
                <a:gd name="connsiteX11" fmla="*/ 225309 w 470101"/>
                <a:gd name="connsiteY11" fmla="*/ 27162 h 526197"/>
                <a:gd name="connsiteX12" fmla="*/ 275517 w 470101"/>
                <a:gd name="connsiteY12" fmla="*/ 2045 h 526197"/>
                <a:gd name="connsiteX13" fmla="*/ 300634 w 470101"/>
                <a:gd name="connsiteY13" fmla="*/ 27162 h 526197"/>
                <a:gd name="connsiteX14" fmla="*/ 356308 w 470101"/>
                <a:gd name="connsiteY14" fmla="*/ 194731 h 526197"/>
                <a:gd name="connsiteX15" fmla="*/ 331974 w 470101"/>
                <a:gd name="connsiteY15" fmla="*/ 245324 h 526197"/>
                <a:gd name="connsiteX16" fmla="*/ 281383 w 470101"/>
                <a:gd name="connsiteY16" fmla="*/ 220991 h 526197"/>
                <a:gd name="connsiteX17" fmla="*/ 280984 w 470101"/>
                <a:gd name="connsiteY17" fmla="*/ 219790 h 526197"/>
                <a:gd name="connsiteX18" fmla="*/ 262872 w 470101"/>
                <a:gd name="connsiteY18" fmla="*/ 165207 h 526197"/>
                <a:gd name="connsiteX19" fmla="*/ 244810 w 470101"/>
                <a:gd name="connsiteY19" fmla="*/ 219790 h 526197"/>
                <a:gd name="connsiteX20" fmla="*/ 207148 w 470101"/>
                <a:gd name="connsiteY20" fmla="*/ 246982 h 526197"/>
                <a:gd name="connsiteX21" fmla="*/ 135595 w 470101"/>
                <a:gd name="connsiteY21" fmla="*/ 246982 h 526197"/>
                <a:gd name="connsiteX22" fmla="*/ 179658 w 470101"/>
                <a:gd name="connsiteY22" fmla="*/ 290648 h 526197"/>
                <a:gd name="connsiteX23" fmla="*/ 189285 w 470101"/>
                <a:gd name="connsiteY23" fmla="*/ 331387 h 526197"/>
                <a:gd name="connsiteX24" fmla="*/ 169734 w 470101"/>
                <a:gd name="connsiteY24" fmla="*/ 389145 h 526197"/>
                <a:gd name="connsiteX25" fmla="*/ 240841 w 470101"/>
                <a:gd name="connsiteY25" fmla="*/ 341509 h 526197"/>
                <a:gd name="connsiteX26" fmla="*/ 284904 w 470101"/>
                <a:gd name="connsiteY26" fmla="*/ 341509 h 526197"/>
                <a:gd name="connsiteX27" fmla="*/ 356010 w 470101"/>
                <a:gd name="connsiteY27" fmla="*/ 389145 h 526197"/>
                <a:gd name="connsiteX28" fmla="*/ 336708 w 470101"/>
                <a:gd name="connsiteY28" fmla="*/ 331585 h 526197"/>
                <a:gd name="connsiteX29" fmla="*/ 361766 w 470101"/>
                <a:gd name="connsiteY29" fmla="*/ 281319 h 526197"/>
                <a:gd name="connsiteX30" fmla="*/ 412032 w 470101"/>
                <a:gd name="connsiteY30" fmla="*/ 306378 h 526197"/>
                <a:gd name="connsiteX31" fmla="*/ 468054 w 470101"/>
                <a:gd name="connsiteY31" fmla="*/ 473947 h 526197"/>
                <a:gd name="connsiteX32" fmla="*/ 442951 w 470101"/>
                <a:gd name="connsiteY32" fmla="*/ 524158 h 526197"/>
                <a:gd name="connsiteX33" fmla="*/ 430442 w 470101"/>
                <a:gd name="connsiteY33" fmla="*/ 526197 h 52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0101" h="526197">
                  <a:moveTo>
                    <a:pt x="430442" y="525999"/>
                  </a:moveTo>
                  <a:cubicBezTo>
                    <a:pt x="422602" y="526009"/>
                    <a:pt x="414935" y="523692"/>
                    <a:pt x="408410" y="519350"/>
                  </a:cubicBezTo>
                  <a:lnTo>
                    <a:pt x="262872" y="422242"/>
                  </a:lnTo>
                  <a:lnTo>
                    <a:pt x="117384" y="519350"/>
                  </a:lnTo>
                  <a:cubicBezTo>
                    <a:pt x="99083" y="531423"/>
                    <a:pt x="74461" y="526371"/>
                    <a:pt x="62390" y="508066"/>
                  </a:cubicBezTo>
                  <a:cubicBezTo>
                    <a:pt x="55702" y="497929"/>
                    <a:pt x="54026" y="485280"/>
                    <a:pt x="57839" y="473748"/>
                  </a:cubicBezTo>
                  <a:lnTo>
                    <a:pt x="105922" y="329600"/>
                  </a:lnTo>
                  <a:lnTo>
                    <a:pt x="11643" y="235321"/>
                  </a:lnTo>
                  <a:cubicBezTo>
                    <a:pt x="-3868" y="219827"/>
                    <a:pt x="-3883" y="194693"/>
                    <a:pt x="11611" y="179182"/>
                  </a:cubicBezTo>
                  <a:cubicBezTo>
                    <a:pt x="19052" y="171732"/>
                    <a:pt x="29149" y="167544"/>
                    <a:pt x="39678" y="167539"/>
                  </a:cubicBezTo>
                  <a:lnTo>
                    <a:pt x="178616" y="167539"/>
                  </a:lnTo>
                  <a:lnTo>
                    <a:pt x="225309" y="27162"/>
                  </a:lnTo>
                  <a:cubicBezTo>
                    <a:pt x="232238" y="6362"/>
                    <a:pt x="254717" y="-4883"/>
                    <a:pt x="275517" y="2045"/>
                  </a:cubicBezTo>
                  <a:cubicBezTo>
                    <a:pt x="287377" y="5996"/>
                    <a:pt x="296683" y="15302"/>
                    <a:pt x="300634" y="27162"/>
                  </a:cubicBezTo>
                  <a:lnTo>
                    <a:pt x="356308" y="194731"/>
                  </a:lnTo>
                  <a:cubicBezTo>
                    <a:pt x="363558" y="215421"/>
                    <a:pt x="352666" y="238072"/>
                    <a:pt x="331974" y="245324"/>
                  </a:cubicBezTo>
                  <a:cubicBezTo>
                    <a:pt x="311286" y="252575"/>
                    <a:pt x="288635" y="241681"/>
                    <a:pt x="281383" y="220991"/>
                  </a:cubicBezTo>
                  <a:cubicBezTo>
                    <a:pt x="281244" y="220593"/>
                    <a:pt x="281111" y="220192"/>
                    <a:pt x="280984" y="219790"/>
                  </a:cubicBezTo>
                  <a:lnTo>
                    <a:pt x="262872" y="165207"/>
                  </a:lnTo>
                  <a:lnTo>
                    <a:pt x="244810" y="219790"/>
                  </a:lnTo>
                  <a:cubicBezTo>
                    <a:pt x="239424" y="236020"/>
                    <a:pt x="224249" y="246976"/>
                    <a:pt x="207148" y="246982"/>
                  </a:cubicBezTo>
                  <a:lnTo>
                    <a:pt x="135595" y="246982"/>
                  </a:lnTo>
                  <a:lnTo>
                    <a:pt x="179658" y="290648"/>
                  </a:lnTo>
                  <a:cubicBezTo>
                    <a:pt x="190348" y="301295"/>
                    <a:pt x="194078" y="317081"/>
                    <a:pt x="189285" y="331387"/>
                  </a:cubicBezTo>
                  <a:lnTo>
                    <a:pt x="169734" y="389145"/>
                  </a:lnTo>
                  <a:lnTo>
                    <a:pt x="240841" y="341509"/>
                  </a:lnTo>
                  <a:cubicBezTo>
                    <a:pt x="254180" y="332609"/>
                    <a:pt x="271564" y="332609"/>
                    <a:pt x="284904" y="341509"/>
                  </a:cubicBezTo>
                  <a:lnTo>
                    <a:pt x="356010" y="389145"/>
                  </a:lnTo>
                  <a:lnTo>
                    <a:pt x="336708" y="331585"/>
                  </a:lnTo>
                  <a:cubicBezTo>
                    <a:pt x="329746" y="310785"/>
                    <a:pt x="340966" y="288280"/>
                    <a:pt x="361766" y="281319"/>
                  </a:cubicBezTo>
                  <a:cubicBezTo>
                    <a:pt x="382568" y="274359"/>
                    <a:pt x="405071" y="285578"/>
                    <a:pt x="412032" y="306378"/>
                  </a:cubicBezTo>
                  <a:lnTo>
                    <a:pt x="468054" y="473947"/>
                  </a:lnTo>
                  <a:cubicBezTo>
                    <a:pt x="474986" y="494748"/>
                    <a:pt x="463747" y="517226"/>
                    <a:pt x="442951" y="524158"/>
                  </a:cubicBezTo>
                  <a:cubicBezTo>
                    <a:pt x="438917" y="525503"/>
                    <a:pt x="434694" y="526193"/>
                    <a:pt x="430442" y="52619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7A155225-EF02-BE4C-BA57-BDB86EEF8213}"/>
                </a:ext>
              </a:extLst>
            </p:cNvPr>
            <p:cNvSpPr/>
            <p:nvPr/>
          </p:nvSpPr>
          <p:spPr>
            <a:xfrm>
              <a:off x="7196958" y="1722010"/>
              <a:ext cx="246892" cy="190890"/>
            </a:xfrm>
            <a:custGeom>
              <a:avLst/>
              <a:gdLst>
                <a:gd name="connsiteX0" fmla="*/ 95470 w 246892"/>
                <a:gd name="connsiteY0" fmla="*/ 190891 h 190890"/>
                <a:gd name="connsiteX1" fmla="*/ 55744 w 246892"/>
                <a:gd name="connsiteY1" fmla="*/ 151226 h 190890"/>
                <a:gd name="connsiteX2" fmla="*/ 67435 w 246892"/>
                <a:gd name="connsiteY2" fmla="*/ 123059 h 190890"/>
                <a:gd name="connsiteX3" fmla="*/ 111250 w 246892"/>
                <a:gd name="connsiteY3" fmla="*/ 79393 h 190890"/>
                <a:gd name="connsiteX4" fmla="*/ 39697 w 246892"/>
                <a:gd name="connsiteY4" fmla="*/ 79393 h 190890"/>
                <a:gd name="connsiteX5" fmla="*/ 0 w 246892"/>
                <a:gd name="connsiteY5" fmla="*/ 39697 h 190890"/>
                <a:gd name="connsiteX6" fmla="*/ 39697 w 246892"/>
                <a:gd name="connsiteY6" fmla="*/ 0 h 190890"/>
                <a:gd name="connsiteX7" fmla="*/ 207216 w 246892"/>
                <a:gd name="connsiteY7" fmla="*/ 0 h 190890"/>
                <a:gd name="connsiteX8" fmla="*/ 246893 w 246892"/>
                <a:gd name="connsiteY8" fmla="*/ 39715 h 190890"/>
                <a:gd name="connsiteX9" fmla="*/ 235302 w 246892"/>
                <a:gd name="connsiteY9" fmla="*/ 67732 h 190890"/>
                <a:gd name="connsiteX10" fmla="*/ 123506 w 246892"/>
                <a:gd name="connsiteY10" fmla="*/ 179230 h 190890"/>
                <a:gd name="connsiteX11" fmla="*/ 95470 w 246892"/>
                <a:gd name="connsiteY11" fmla="*/ 190891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6892" h="190890">
                  <a:moveTo>
                    <a:pt x="95470" y="190891"/>
                  </a:moveTo>
                  <a:cubicBezTo>
                    <a:pt x="73548" y="190906"/>
                    <a:pt x="55759" y="173149"/>
                    <a:pt x="55744" y="151226"/>
                  </a:cubicBezTo>
                  <a:cubicBezTo>
                    <a:pt x="55734" y="140654"/>
                    <a:pt x="59942" y="130517"/>
                    <a:pt x="67435" y="123059"/>
                  </a:cubicBezTo>
                  <a:lnTo>
                    <a:pt x="111250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07216" y="0"/>
                  </a:lnTo>
                  <a:cubicBezTo>
                    <a:pt x="229139" y="10"/>
                    <a:pt x="246903" y="17791"/>
                    <a:pt x="246893" y="39715"/>
                  </a:cubicBezTo>
                  <a:cubicBezTo>
                    <a:pt x="246888" y="50220"/>
                    <a:pt x="242720" y="60295"/>
                    <a:pt x="235302" y="67732"/>
                  </a:cubicBezTo>
                  <a:lnTo>
                    <a:pt x="123506" y="179230"/>
                  </a:lnTo>
                  <a:cubicBezTo>
                    <a:pt x="116078" y="186678"/>
                    <a:pt x="105990" y="190871"/>
                    <a:pt x="95470" y="1908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6" name="Picture Placeholder 43">
            <a:extLst>
              <a:ext uri="{FF2B5EF4-FFF2-40B4-BE49-F238E27FC236}">
                <a16:creationId xmlns:a16="http://schemas.microsoft.com/office/drawing/2014/main" id="{52C03478-F54C-49F6-8C38-5F434885E7C2}"/>
              </a:ext>
            </a:extLst>
          </p:cNvPr>
          <p:cNvGrpSpPr>
            <a:grpSpLocks noChangeAspect="1"/>
          </p:cNvGrpSpPr>
          <p:nvPr/>
        </p:nvGrpSpPr>
        <p:grpSpPr>
          <a:xfrm>
            <a:off x="8078498" y="1467505"/>
            <a:ext cx="837201" cy="738752"/>
            <a:chOff x="8078498" y="1467505"/>
            <a:chExt cx="837201" cy="738752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8EE61150-70B4-AC42-87D0-472EDD4E8C63}"/>
                </a:ext>
              </a:extLst>
            </p:cNvPr>
            <p:cNvSpPr/>
            <p:nvPr/>
          </p:nvSpPr>
          <p:spPr>
            <a:xfrm>
              <a:off x="8363321" y="1467505"/>
              <a:ext cx="552378" cy="452888"/>
            </a:xfrm>
            <a:custGeom>
              <a:avLst/>
              <a:gdLst>
                <a:gd name="connsiteX0" fmla="*/ 416070 w 552378"/>
                <a:gd name="connsiteY0" fmla="*/ 452888 h 452888"/>
                <a:gd name="connsiteX1" fmla="*/ 388481 w 552378"/>
                <a:gd name="connsiteY1" fmla="*/ 441773 h 452888"/>
                <a:gd name="connsiteX2" fmla="*/ 302885 w 552378"/>
                <a:gd name="connsiteY2" fmla="*/ 359155 h 452888"/>
                <a:gd name="connsiteX3" fmla="*/ 227858 w 552378"/>
                <a:gd name="connsiteY3" fmla="*/ 359155 h 452888"/>
                <a:gd name="connsiteX4" fmla="*/ 188162 w 552378"/>
                <a:gd name="connsiteY4" fmla="*/ 319458 h 452888"/>
                <a:gd name="connsiteX5" fmla="*/ 227858 w 552378"/>
                <a:gd name="connsiteY5" fmla="*/ 279761 h 452888"/>
                <a:gd name="connsiteX6" fmla="*/ 318913 w 552378"/>
                <a:gd name="connsiteY6" fmla="*/ 279761 h 452888"/>
                <a:gd name="connsiteX7" fmla="*/ 346452 w 552378"/>
                <a:gd name="connsiteY7" fmla="*/ 290876 h 452888"/>
                <a:gd name="connsiteX8" fmla="*/ 376224 w 552378"/>
                <a:gd name="connsiteY8" fmla="*/ 319756 h 452888"/>
                <a:gd name="connsiteX9" fmla="*/ 376224 w 552378"/>
                <a:gd name="connsiteY9" fmla="*/ 319458 h 452888"/>
                <a:gd name="connsiteX10" fmla="*/ 415921 w 552378"/>
                <a:gd name="connsiteY10" fmla="*/ 279761 h 452888"/>
                <a:gd name="connsiteX11" fmla="*/ 472836 w 552378"/>
                <a:gd name="connsiteY11" fmla="*/ 279761 h 452888"/>
                <a:gd name="connsiteX12" fmla="*/ 472836 w 552378"/>
                <a:gd name="connsiteY12" fmla="*/ 79393 h 452888"/>
                <a:gd name="connsiteX13" fmla="*/ 79393 w 552378"/>
                <a:gd name="connsiteY13" fmla="*/ 79393 h 452888"/>
                <a:gd name="connsiteX14" fmla="*/ 79393 w 552378"/>
                <a:gd name="connsiteY14" fmla="*/ 319458 h 452888"/>
                <a:gd name="connsiteX15" fmla="*/ 39697 w 552378"/>
                <a:gd name="connsiteY15" fmla="*/ 359155 h 452888"/>
                <a:gd name="connsiteX16" fmla="*/ 0 w 552378"/>
                <a:gd name="connsiteY16" fmla="*/ 319458 h 452888"/>
                <a:gd name="connsiteX17" fmla="*/ 0 w 552378"/>
                <a:gd name="connsiteY17" fmla="*/ 39697 h 452888"/>
                <a:gd name="connsiteX18" fmla="*/ 39697 w 552378"/>
                <a:gd name="connsiteY18" fmla="*/ 0 h 452888"/>
                <a:gd name="connsiteX19" fmla="*/ 512682 w 552378"/>
                <a:gd name="connsiteY19" fmla="*/ 0 h 452888"/>
                <a:gd name="connsiteX20" fmla="*/ 552378 w 552378"/>
                <a:gd name="connsiteY20" fmla="*/ 39697 h 452888"/>
                <a:gd name="connsiteX21" fmla="*/ 552378 w 552378"/>
                <a:gd name="connsiteY21" fmla="*/ 319458 h 452888"/>
                <a:gd name="connsiteX22" fmla="*/ 512682 w 552378"/>
                <a:gd name="connsiteY22" fmla="*/ 359155 h 452888"/>
                <a:gd name="connsiteX23" fmla="*/ 455767 w 552378"/>
                <a:gd name="connsiteY23" fmla="*/ 359155 h 452888"/>
                <a:gd name="connsiteX24" fmla="*/ 455767 w 552378"/>
                <a:gd name="connsiteY24" fmla="*/ 413191 h 452888"/>
                <a:gd name="connsiteX25" fmla="*/ 416070 w 552378"/>
                <a:gd name="connsiteY25" fmla="*/ 452888 h 45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52378" h="452888">
                  <a:moveTo>
                    <a:pt x="416070" y="452888"/>
                  </a:moveTo>
                  <a:cubicBezTo>
                    <a:pt x="405779" y="452898"/>
                    <a:pt x="395889" y="448913"/>
                    <a:pt x="388481" y="441773"/>
                  </a:cubicBezTo>
                  <a:lnTo>
                    <a:pt x="302885" y="359155"/>
                  </a:lnTo>
                  <a:lnTo>
                    <a:pt x="227858" y="359155"/>
                  </a:lnTo>
                  <a:cubicBezTo>
                    <a:pt x="205936" y="359155"/>
                    <a:pt x="188162" y="341382"/>
                    <a:pt x="188162" y="319458"/>
                  </a:cubicBezTo>
                  <a:cubicBezTo>
                    <a:pt x="188162" y="297534"/>
                    <a:pt x="205936" y="279761"/>
                    <a:pt x="227858" y="279761"/>
                  </a:cubicBezTo>
                  <a:lnTo>
                    <a:pt x="318913" y="279761"/>
                  </a:lnTo>
                  <a:cubicBezTo>
                    <a:pt x="329184" y="279764"/>
                    <a:pt x="339054" y="283748"/>
                    <a:pt x="346452" y="290876"/>
                  </a:cubicBezTo>
                  <a:lnTo>
                    <a:pt x="376224" y="319756"/>
                  </a:lnTo>
                  <a:lnTo>
                    <a:pt x="376224" y="319458"/>
                  </a:lnTo>
                  <a:cubicBezTo>
                    <a:pt x="376224" y="297534"/>
                    <a:pt x="393999" y="279761"/>
                    <a:pt x="415921" y="279761"/>
                  </a:cubicBezTo>
                  <a:lnTo>
                    <a:pt x="472836" y="279761"/>
                  </a:lnTo>
                  <a:lnTo>
                    <a:pt x="472836" y="79393"/>
                  </a:lnTo>
                  <a:lnTo>
                    <a:pt x="79393" y="79393"/>
                  </a:lnTo>
                  <a:lnTo>
                    <a:pt x="79393" y="319458"/>
                  </a:lnTo>
                  <a:cubicBezTo>
                    <a:pt x="79393" y="341382"/>
                    <a:pt x="61621" y="359155"/>
                    <a:pt x="39697" y="359155"/>
                  </a:cubicBezTo>
                  <a:cubicBezTo>
                    <a:pt x="17773" y="359155"/>
                    <a:pt x="0" y="341382"/>
                    <a:pt x="0" y="31945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12682" y="0"/>
                  </a:lnTo>
                  <a:cubicBezTo>
                    <a:pt x="534604" y="0"/>
                    <a:pt x="552378" y="17773"/>
                    <a:pt x="552378" y="39697"/>
                  </a:cubicBezTo>
                  <a:lnTo>
                    <a:pt x="552378" y="319458"/>
                  </a:lnTo>
                  <a:cubicBezTo>
                    <a:pt x="552378" y="341382"/>
                    <a:pt x="534604" y="359155"/>
                    <a:pt x="512682" y="359155"/>
                  </a:cubicBezTo>
                  <a:lnTo>
                    <a:pt x="455767" y="359155"/>
                  </a:lnTo>
                  <a:lnTo>
                    <a:pt x="455767" y="413191"/>
                  </a:lnTo>
                  <a:cubicBezTo>
                    <a:pt x="455767" y="435114"/>
                    <a:pt x="437992" y="452888"/>
                    <a:pt x="416070" y="4528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802C12F-A499-874D-A326-27331F76E4E8}"/>
                </a:ext>
              </a:extLst>
            </p:cNvPr>
            <p:cNvSpPr/>
            <p:nvPr/>
          </p:nvSpPr>
          <p:spPr>
            <a:xfrm>
              <a:off x="8078498" y="1747267"/>
              <a:ext cx="552378" cy="458991"/>
            </a:xfrm>
            <a:custGeom>
              <a:avLst/>
              <a:gdLst>
                <a:gd name="connsiteX0" fmla="*/ 136308 w 552378"/>
                <a:gd name="connsiteY0" fmla="*/ 458991 h 458991"/>
                <a:gd name="connsiteX1" fmla="*/ 96612 w 552378"/>
                <a:gd name="connsiteY1" fmla="*/ 419295 h 458991"/>
                <a:gd name="connsiteX2" fmla="*/ 96612 w 552378"/>
                <a:gd name="connsiteY2" fmla="*/ 364216 h 458991"/>
                <a:gd name="connsiteX3" fmla="*/ 39697 w 552378"/>
                <a:gd name="connsiteY3" fmla="*/ 364216 h 458991"/>
                <a:gd name="connsiteX4" fmla="*/ 0 w 552378"/>
                <a:gd name="connsiteY4" fmla="*/ 324519 h 458991"/>
                <a:gd name="connsiteX5" fmla="*/ 0 w 552378"/>
                <a:gd name="connsiteY5" fmla="*/ 39697 h 458991"/>
                <a:gd name="connsiteX6" fmla="*/ 39697 w 552378"/>
                <a:gd name="connsiteY6" fmla="*/ 0 h 458991"/>
                <a:gd name="connsiteX7" fmla="*/ 512682 w 552378"/>
                <a:gd name="connsiteY7" fmla="*/ 0 h 458991"/>
                <a:gd name="connsiteX8" fmla="*/ 552378 w 552378"/>
                <a:gd name="connsiteY8" fmla="*/ 39697 h 458991"/>
                <a:gd name="connsiteX9" fmla="*/ 552378 w 552378"/>
                <a:gd name="connsiteY9" fmla="*/ 324519 h 458991"/>
                <a:gd name="connsiteX10" fmla="*/ 512682 w 552378"/>
                <a:gd name="connsiteY10" fmla="*/ 364216 h 458991"/>
                <a:gd name="connsiteX11" fmla="*/ 249692 w 552378"/>
                <a:gd name="connsiteY11" fmla="*/ 364216 h 458991"/>
                <a:gd name="connsiteX12" fmla="*/ 164046 w 552378"/>
                <a:gd name="connsiteY12" fmla="*/ 447678 h 458991"/>
                <a:gd name="connsiteX13" fmla="*/ 136308 w 552378"/>
                <a:gd name="connsiteY13" fmla="*/ 458991 h 458991"/>
                <a:gd name="connsiteX14" fmla="*/ 79393 w 552378"/>
                <a:gd name="connsiteY14" fmla="*/ 284823 h 458991"/>
                <a:gd name="connsiteX15" fmla="*/ 136308 w 552378"/>
                <a:gd name="connsiteY15" fmla="*/ 284823 h 458991"/>
                <a:gd name="connsiteX16" fmla="*/ 176005 w 552378"/>
                <a:gd name="connsiteY16" fmla="*/ 324519 h 458991"/>
                <a:gd name="connsiteX17" fmla="*/ 176005 w 552378"/>
                <a:gd name="connsiteY17" fmla="*/ 325313 h 458991"/>
                <a:gd name="connsiteX18" fmla="*/ 205777 w 552378"/>
                <a:gd name="connsiteY18" fmla="*/ 296285 h 458991"/>
                <a:gd name="connsiteX19" fmla="*/ 233466 w 552378"/>
                <a:gd name="connsiteY19" fmla="*/ 285021 h 458991"/>
                <a:gd name="connsiteX20" fmla="*/ 472985 w 552378"/>
                <a:gd name="connsiteY20" fmla="*/ 285021 h 458991"/>
                <a:gd name="connsiteX21" fmla="*/ 472985 w 552378"/>
                <a:gd name="connsiteY21" fmla="*/ 79393 h 458991"/>
                <a:gd name="connsiteX22" fmla="*/ 79393 w 552378"/>
                <a:gd name="connsiteY22" fmla="*/ 79393 h 45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52378" h="458991">
                  <a:moveTo>
                    <a:pt x="136308" y="458991"/>
                  </a:moveTo>
                  <a:cubicBezTo>
                    <a:pt x="114384" y="458991"/>
                    <a:pt x="96612" y="441217"/>
                    <a:pt x="96612" y="419295"/>
                  </a:cubicBezTo>
                  <a:lnTo>
                    <a:pt x="96612" y="364216"/>
                  </a:lnTo>
                  <a:lnTo>
                    <a:pt x="39697" y="364216"/>
                  </a:lnTo>
                  <a:cubicBezTo>
                    <a:pt x="17773" y="364216"/>
                    <a:pt x="0" y="346442"/>
                    <a:pt x="0" y="32451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12682" y="0"/>
                  </a:lnTo>
                  <a:cubicBezTo>
                    <a:pt x="534604" y="0"/>
                    <a:pt x="552378" y="17773"/>
                    <a:pt x="552378" y="39697"/>
                  </a:cubicBezTo>
                  <a:lnTo>
                    <a:pt x="552378" y="324519"/>
                  </a:lnTo>
                  <a:cubicBezTo>
                    <a:pt x="552378" y="346442"/>
                    <a:pt x="534604" y="364216"/>
                    <a:pt x="512682" y="364216"/>
                  </a:cubicBezTo>
                  <a:lnTo>
                    <a:pt x="249692" y="364216"/>
                  </a:lnTo>
                  <a:lnTo>
                    <a:pt x="164046" y="447678"/>
                  </a:lnTo>
                  <a:cubicBezTo>
                    <a:pt x="156632" y="454927"/>
                    <a:pt x="146677" y="458986"/>
                    <a:pt x="136308" y="458991"/>
                  </a:cubicBezTo>
                  <a:close/>
                  <a:moveTo>
                    <a:pt x="79393" y="284823"/>
                  </a:moveTo>
                  <a:lnTo>
                    <a:pt x="136308" y="284823"/>
                  </a:lnTo>
                  <a:cubicBezTo>
                    <a:pt x="158232" y="284823"/>
                    <a:pt x="176005" y="302597"/>
                    <a:pt x="176005" y="324519"/>
                  </a:cubicBezTo>
                  <a:lnTo>
                    <a:pt x="176005" y="325313"/>
                  </a:lnTo>
                  <a:lnTo>
                    <a:pt x="205777" y="296285"/>
                  </a:lnTo>
                  <a:cubicBezTo>
                    <a:pt x="213187" y="289065"/>
                    <a:pt x="223121" y="285026"/>
                    <a:pt x="233466" y="285021"/>
                  </a:cubicBezTo>
                  <a:lnTo>
                    <a:pt x="472985" y="285021"/>
                  </a:lnTo>
                  <a:lnTo>
                    <a:pt x="47298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47">
            <a:extLst>
              <a:ext uri="{FF2B5EF4-FFF2-40B4-BE49-F238E27FC236}">
                <a16:creationId xmlns:a16="http://schemas.microsoft.com/office/drawing/2014/main" id="{BFBBB3E2-E65E-4718-A29E-DFF906A2CFCF}"/>
              </a:ext>
            </a:extLst>
          </p:cNvPr>
          <p:cNvGrpSpPr>
            <a:grpSpLocks noChangeAspect="1"/>
          </p:cNvGrpSpPr>
          <p:nvPr/>
        </p:nvGrpSpPr>
        <p:grpSpPr>
          <a:xfrm>
            <a:off x="9395311" y="1415999"/>
            <a:ext cx="838590" cy="841765"/>
            <a:chOff x="9395311" y="1415999"/>
            <a:chExt cx="838590" cy="841765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62068161-1881-6143-8487-A3C4E22715C7}"/>
                </a:ext>
              </a:extLst>
            </p:cNvPr>
            <p:cNvSpPr/>
            <p:nvPr/>
          </p:nvSpPr>
          <p:spPr>
            <a:xfrm>
              <a:off x="9395311" y="1415999"/>
              <a:ext cx="838590" cy="645068"/>
            </a:xfrm>
            <a:custGeom>
              <a:avLst/>
              <a:gdLst>
                <a:gd name="connsiteX0" fmla="*/ 798894 w 838590"/>
                <a:gd name="connsiteY0" fmla="*/ 645069 h 645068"/>
                <a:gd name="connsiteX1" fmla="*/ 759197 w 838590"/>
                <a:gd name="connsiteY1" fmla="*/ 605372 h 645068"/>
                <a:gd name="connsiteX2" fmla="*/ 759197 w 838590"/>
                <a:gd name="connsiteY2" fmla="*/ 79393 h 645068"/>
                <a:gd name="connsiteX3" fmla="*/ 39697 w 838590"/>
                <a:gd name="connsiteY3" fmla="*/ 79393 h 645068"/>
                <a:gd name="connsiteX4" fmla="*/ 0 w 838590"/>
                <a:gd name="connsiteY4" fmla="*/ 39697 h 645068"/>
                <a:gd name="connsiteX5" fmla="*/ 39697 w 838590"/>
                <a:gd name="connsiteY5" fmla="*/ 0 h 645068"/>
                <a:gd name="connsiteX6" fmla="*/ 798894 w 838590"/>
                <a:gd name="connsiteY6" fmla="*/ 0 h 645068"/>
                <a:gd name="connsiteX7" fmla="*/ 838591 w 838590"/>
                <a:gd name="connsiteY7" fmla="*/ 39697 h 645068"/>
                <a:gd name="connsiteX8" fmla="*/ 838591 w 838590"/>
                <a:gd name="connsiteY8" fmla="*/ 605372 h 645068"/>
                <a:gd name="connsiteX9" fmla="*/ 798894 w 838590"/>
                <a:gd name="connsiteY9" fmla="*/ 645069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590" h="645068">
                  <a:moveTo>
                    <a:pt x="798894" y="645069"/>
                  </a:moveTo>
                  <a:cubicBezTo>
                    <a:pt x="776972" y="645069"/>
                    <a:pt x="759197" y="627295"/>
                    <a:pt x="759197" y="605372"/>
                  </a:cubicBezTo>
                  <a:lnTo>
                    <a:pt x="759197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F3513BB-B82A-D141-B944-DCEE7AA30B13}"/>
                </a:ext>
              </a:extLst>
            </p:cNvPr>
            <p:cNvSpPr/>
            <p:nvPr/>
          </p:nvSpPr>
          <p:spPr>
            <a:xfrm>
              <a:off x="9395311" y="1415999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393 w 838590"/>
                <a:gd name="connsiteY8" fmla="*/ 39697 h 841765"/>
                <a:gd name="connsiteX9" fmla="*/ 79393 w 838590"/>
                <a:gd name="connsiteY9" fmla="*/ 565676 h 841765"/>
                <a:gd name="connsiteX10" fmla="*/ 233217 w 838590"/>
                <a:gd name="connsiteY10" fmla="*/ 565676 h 841765"/>
                <a:gd name="connsiteX11" fmla="*/ 272928 w 838590"/>
                <a:gd name="connsiteY11" fmla="*/ 605358 h 841765"/>
                <a:gd name="connsiteX12" fmla="*/ 272914 w 838590"/>
                <a:gd name="connsiteY12" fmla="*/ 606414 h 841765"/>
                <a:gd name="connsiteX13" fmla="*/ 270532 w 838590"/>
                <a:gd name="connsiteY13" fmla="*/ 700694 h 841765"/>
                <a:gd name="connsiteX14" fmla="*/ 388729 w 838590"/>
                <a:gd name="connsiteY14" fmla="*/ 577783 h 841765"/>
                <a:gd name="connsiteX15" fmla="*/ 417310 w 838590"/>
                <a:gd name="connsiteY15" fmla="*/ 565577 h 841765"/>
                <a:gd name="connsiteX16" fmla="*/ 798894 w 838590"/>
                <a:gd name="connsiteY16" fmla="*/ 565577 h 841765"/>
                <a:gd name="connsiteX17" fmla="*/ 838591 w 838590"/>
                <a:gd name="connsiteY17" fmla="*/ 605273 h 841765"/>
                <a:gd name="connsiteX18" fmla="*/ 798894 w 838590"/>
                <a:gd name="connsiteY18" fmla="*/ 644970 h 841765"/>
                <a:gd name="connsiteX19" fmla="*/ 434231 w 838590"/>
                <a:gd name="connsiteY19" fmla="*/ 644970 h 841765"/>
                <a:gd name="connsiteX20" fmla="*/ 256887 w 838590"/>
                <a:gd name="connsiteY20" fmla="*/ 829559 h 841765"/>
                <a:gd name="connsiteX21" fmla="*/ 228255 w 838590"/>
                <a:gd name="connsiteY21" fmla="*/ 841765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65676"/>
                  </a:ln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98894" y="565577"/>
                  </a:lnTo>
                  <a:cubicBezTo>
                    <a:pt x="820816" y="565577"/>
                    <a:pt x="838591" y="583351"/>
                    <a:pt x="838591" y="605273"/>
                  </a:cubicBezTo>
                  <a:cubicBezTo>
                    <a:pt x="838591" y="627196"/>
                    <a:pt x="820816" y="644970"/>
                    <a:pt x="798894" y="644970"/>
                  </a:cubicBezTo>
                  <a:lnTo>
                    <a:pt x="434231" y="644970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49">
            <a:extLst>
              <a:ext uri="{FF2B5EF4-FFF2-40B4-BE49-F238E27FC236}">
                <a16:creationId xmlns:a16="http://schemas.microsoft.com/office/drawing/2014/main" id="{064AC218-FE15-4316-AAB6-A617EF52C490}"/>
              </a:ext>
            </a:extLst>
          </p:cNvPr>
          <p:cNvGrpSpPr>
            <a:grpSpLocks noChangeAspect="1"/>
          </p:cNvGrpSpPr>
          <p:nvPr/>
        </p:nvGrpSpPr>
        <p:grpSpPr>
          <a:xfrm>
            <a:off x="1505475" y="2534635"/>
            <a:ext cx="838590" cy="841765"/>
            <a:chOff x="1505475" y="2534635"/>
            <a:chExt cx="838590" cy="841765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BEADD286-73B5-F949-AA91-5FE7BD7EE73D}"/>
                </a:ext>
              </a:extLst>
            </p:cNvPr>
            <p:cNvSpPr/>
            <p:nvPr/>
          </p:nvSpPr>
          <p:spPr>
            <a:xfrm>
              <a:off x="1505475" y="2534635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8894 w 838590"/>
                <a:gd name="connsiteY8" fmla="*/ 0 h 841765"/>
                <a:gd name="connsiteX9" fmla="*/ 838591 w 838590"/>
                <a:gd name="connsiteY9" fmla="*/ 39697 h 841765"/>
                <a:gd name="connsiteX10" fmla="*/ 838591 w 838590"/>
                <a:gd name="connsiteY10" fmla="*/ 605372 h 841765"/>
                <a:gd name="connsiteX11" fmla="*/ 798894 w 838590"/>
                <a:gd name="connsiteY11" fmla="*/ 645069 h 841765"/>
                <a:gd name="connsiteX12" fmla="*/ 434231 w 838590"/>
                <a:gd name="connsiteY12" fmla="*/ 645069 h 841765"/>
                <a:gd name="connsiteX13" fmla="*/ 256887 w 838590"/>
                <a:gd name="connsiteY13" fmla="*/ 829559 h 841765"/>
                <a:gd name="connsiteX14" fmla="*/ 228255 w 838590"/>
                <a:gd name="connsiteY14" fmla="*/ 841765 h 841765"/>
                <a:gd name="connsiteX15" fmla="*/ 79393 w 838590"/>
                <a:gd name="connsiteY15" fmla="*/ 565676 h 841765"/>
                <a:gd name="connsiteX16" fmla="*/ 233217 w 838590"/>
                <a:gd name="connsiteY16" fmla="*/ 565676 h 841765"/>
                <a:gd name="connsiteX17" fmla="*/ 272928 w 838590"/>
                <a:gd name="connsiteY17" fmla="*/ 605358 h 841765"/>
                <a:gd name="connsiteX18" fmla="*/ 272914 w 838590"/>
                <a:gd name="connsiteY18" fmla="*/ 606414 h 841765"/>
                <a:gd name="connsiteX19" fmla="*/ 270532 w 838590"/>
                <a:gd name="connsiteY19" fmla="*/ 700694 h 841765"/>
                <a:gd name="connsiteX20" fmla="*/ 388729 w 838590"/>
                <a:gd name="connsiteY20" fmla="*/ 577783 h 841765"/>
                <a:gd name="connsiteX21" fmla="*/ 417310 w 838590"/>
                <a:gd name="connsiteY21" fmla="*/ 565577 h 841765"/>
                <a:gd name="connsiteX22" fmla="*/ 759197 w 838590"/>
                <a:gd name="connsiteY22" fmla="*/ 565577 h 841765"/>
                <a:gd name="connsiteX23" fmla="*/ 759197 w 838590"/>
                <a:gd name="connsiteY23" fmla="*/ 79294 h 841765"/>
                <a:gd name="connsiteX24" fmla="*/ 79393 w 838590"/>
                <a:gd name="connsiteY24" fmla="*/ 79294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lnTo>
                    <a:pt x="434231" y="645069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  <a:moveTo>
                    <a:pt x="79393" y="565676"/>
                  </a:move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59197" y="565577"/>
                  </a:lnTo>
                  <a:lnTo>
                    <a:pt x="759197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7367F57-123E-A448-A79F-2CF9DEDE8C10}"/>
                </a:ext>
              </a:extLst>
            </p:cNvPr>
            <p:cNvSpPr/>
            <p:nvPr/>
          </p:nvSpPr>
          <p:spPr>
            <a:xfrm>
              <a:off x="1694877" y="2714857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6D6FEEB-5B84-594E-96D1-0656400CFCFB}"/>
                </a:ext>
              </a:extLst>
            </p:cNvPr>
            <p:cNvSpPr/>
            <p:nvPr/>
          </p:nvSpPr>
          <p:spPr>
            <a:xfrm>
              <a:off x="1694877" y="2819061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49CF547-033E-2145-B2A1-2929585C8ABC}"/>
                </a:ext>
              </a:extLst>
            </p:cNvPr>
            <p:cNvSpPr/>
            <p:nvPr/>
          </p:nvSpPr>
          <p:spPr>
            <a:xfrm>
              <a:off x="1694877" y="2923264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1" name="Picture Placeholder 45">
            <a:extLst>
              <a:ext uri="{FF2B5EF4-FFF2-40B4-BE49-F238E27FC236}">
                <a16:creationId xmlns:a16="http://schemas.microsoft.com/office/drawing/2014/main" id="{1A1DF810-0F32-40AA-97B3-28308E3A9954}"/>
              </a:ext>
            </a:extLst>
          </p:cNvPr>
          <p:cNvGrpSpPr>
            <a:grpSpLocks noChangeAspect="1"/>
          </p:cNvGrpSpPr>
          <p:nvPr/>
        </p:nvGrpSpPr>
        <p:grpSpPr>
          <a:xfrm>
            <a:off x="2822983" y="2534635"/>
            <a:ext cx="838590" cy="841765"/>
            <a:chOff x="2822983" y="2534635"/>
            <a:chExt cx="838590" cy="841765"/>
          </a:xfrm>
        </p:grpSpPr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8BAEB55-22D2-9C40-971D-1E9DB6ADF3CD}"/>
                </a:ext>
              </a:extLst>
            </p:cNvPr>
            <p:cNvSpPr/>
            <p:nvPr/>
          </p:nvSpPr>
          <p:spPr>
            <a:xfrm>
              <a:off x="2822983" y="2534635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8894 w 838590"/>
                <a:gd name="connsiteY8" fmla="*/ 0 h 841765"/>
                <a:gd name="connsiteX9" fmla="*/ 838591 w 838590"/>
                <a:gd name="connsiteY9" fmla="*/ 39697 h 841765"/>
                <a:gd name="connsiteX10" fmla="*/ 838591 w 838590"/>
                <a:gd name="connsiteY10" fmla="*/ 605372 h 841765"/>
                <a:gd name="connsiteX11" fmla="*/ 798894 w 838590"/>
                <a:gd name="connsiteY11" fmla="*/ 645069 h 841765"/>
                <a:gd name="connsiteX12" fmla="*/ 434231 w 838590"/>
                <a:gd name="connsiteY12" fmla="*/ 645069 h 841765"/>
                <a:gd name="connsiteX13" fmla="*/ 256887 w 838590"/>
                <a:gd name="connsiteY13" fmla="*/ 829559 h 841765"/>
                <a:gd name="connsiteX14" fmla="*/ 228255 w 838590"/>
                <a:gd name="connsiteY14" fmla="*/ 841765 h 841765"/>
                <a:gd name="connsiteX15" fmla="*/ 79393 w 838590"/>
                <a:gd name="connsiteY15" fmla="*/ 565676 h 841765"/>
                <a:gd name="connsiteX16" fmla="*/ 233217 w 838590"/>
                <a:gd name="connsiteY16" fmla="*/ 565676 h 841765"/>
                <a:gd name="connsiteX17" fmla="*/ 272928 w 838590"/>
                <a:gd name="connsiteY17" fmla="*/ 605358 h 841765"/>
                <a:gd name="connsiteX18" fmla="*/ 272914 w 838590"/>
                <a:gd name="connsiteY18" fmla="*/ 606414 h 841765"/>
                <a:gd name="connsiteX19" fmla="*/ 270532 w 838590"/>
                <a:gd name="connsiteY19" fmla="*/ 700694 h 841765"/>
                <a:gd name="connsiteX20" fmla="*/ 388729 w 838590"/>
                <a:gd name="connsiteY20" fmla="*/ 577783 h 841765"/>
                <a:gd name="connsiteX21" fmla="*/ 417310 w 838590"/>
                <a:gd name="connsiteY21" fmla="*/ 565577 h 841765"/>
                <a:gd name="connsiteX22" fmla="*/ 759197 w 838590"/>
                <a:gd name="connsiteY22" fmla="*/ 565577 h 841765"/>
                <a:gd name="connsiteX23" fmla="*/ 759197 w 838590"/>
                <a:gd name="connsiteY23" fmla="*/ 79294 h 841765"/>
                <a:gd name="connsiteX24" fmla="*/ 79393 w 838590"/>
                <a:gd name="connsiteY24" fmla="*/ 79294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lnTo>
                    <a:pt x="434231" y="645069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  <a:moveTo>
                    <a:pt x="79393" y="565676"/>
                  </a:move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59197" y="565577"/>
                  </a:lnTo>
                  <a:lnTo>
                    <a:pt x="759197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969D9BFF-D766-2947-AF7C-4824429EADDF}"/>
                </a:ext>
              </a:extLst>
            </p:cNvPr>
            <p:cNvSpPr/>
            <p:nvPr/>
          </p:nvSpPr>
          <p:spPr>
            <a:xfrm>
              <a:off x="2932793" y="2679279"/>
              <a:ext cx="161217" cy="302686"/>
            </a:xfrm>
            <a:custGeom>
              <a:avLst/>
              <a:gdLst>
                <a:gd name="connsiteX0" fmla="*/ 39697 w 161217"/>
                <a:gd name="connsiteY0" fmla="*/ 302686 h 302686"/>
                <a:gd name="connsiteX1" fmla="*/ 0 w 161217"/>
                <a:gd name="connsiteY1" fmla="*/ 262990 h 302686"/>
                <a:gd name="connsiteX2" fmla="*/ 0 w 161217"/>
                <a:gd name="connsiteY2" fmla="*/ 39697 h 302686"/>
                <a:gd name="connsiteX3" fmla="*/ 39697 w 161217"/>
                <a:gd name="connsiteY3" fmla="*/ 0 h 302686"/>
                <a:gd name="connsiteX4" fmla="*/ 121521 w 161217"/>
                <a:gd name="connsiteY4" fmla="*/ 0 h 302686"/>
                <a:gd name="connsiteX5" fmla="*/ 161218 w 161217"/>
                <a:gd name="connsiteY5" fmla="*/ 39697 h 302686"/>
                <a:gd name="connsiteX6" fmla="*/ 121521 w 161217"/>
                <a:gd name="connsiteY6" fmla="*/ 79393 h 302686"/>
                <a:gd name="connsiteX7" fmla="*/ 79393 w 161217"/>
                <a:gd name="connsiteY7" fmla="*/ 79393 h 302686"/>
                <a:gd name="connsiteX8" fmla="*/ 79393 w 161217"/>
                <a:gd name="connsiteY8" fmla="*/ 262990 h 302686"/>
                <a:gd name="connsiteX9" fmla="*/ 39697 w 161217"/>
                <a:gd name="connsiteY9" fmla="*/ 302686 h 3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217" h="302686">
                  <a:moveTo>
                    <a:pt x="39697" y="302686"/>
                  </a:moveTo>
                  <a:cubicBezTo>
                    <a:pt x="17773" y="302686"/>
                    <a:pt x="0" y="284914"/>
                    <a:pt x="0" y="26299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21521" y="0"/>
                  </a:lnTo>
                  <a:cubicBezTo>
                    <a:pt x="143445" y="0"/>
                    <a:pt x="161218" y="17773"/>
                    <a:pt x="161218" y="39697"/>
                  </a:cubicBezTo>
                  <a:cubicBezTo>
                    <a:pt x="161218" y="61620"/>
                    <a:pt x="143445" y="79393"/>
                    <a:pt x="121521" y="79393"/>
                  </a:cubicBezTo>
                  <a:lnTo>
                    <a:pt x="79393" y="79393"/>
                  </a:lnTo>
                  <a:lnTo>
                    <a:pt x="79393" y="262990"/>
                  </a:lnTo>
                  <a:cubicBezTo>
                    <a:pt x="79393" y="284914"/>
                    <a:pt x="61621" y="302686"/>
                    <a:pt x="39697" y="3026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26A09CA4-E9CF-F846-B214-503F237AC3E4}"/>
                </a:ext>
              </a:extLst>
            </p:cNvPr>
            <p:cNvSpPr/>
            <p:nvPr/>
          </p:nvSpPr>
          <p:spPr>
            <a:xfrm>
              <a:off x="2932793" y="2781002"/>
              <a:ext cx="161217" cy="79393"/>
            </a:xfrm>
            <a:custGeom>
              <a:avLst/>
              <a:gdLst>
                <a:gd name="connsiteX0" fmla="*/ 121521 w 161217"/>
                <a:gd name="connsiteY0" fmla="*/ 79393 h 79393"/>
                <a:gd name="connsiteX1" fmla="*/ 39697 w 161217"/>
                <a:gd name="connsiteY1" fmla="*/ 79393 h 79393"/>
                <a:gd name="connsiteX2" fmla="*/ 0 w 161217"/>
                <a:gd name="connsiteY2" fmla="*/ 39697 h 79393"/>
                <a:gd name="connsiteX3" fmla="*/ 39697 w 161217"/>
                <a:gd name="connsiteY3" fmla="*/ 0 h 79393"/>
                <a:gd name="connsiteX4" fmla="*/ 121521 w 161217"/>
                <a:gd name="connsiteY4" fmla="*/ 0 h 79393"/>
                <a:gd name="connsiteX5" fmla="*/ 161218 w 161217"/>
                <a:gd name="connsiteY5" fmla="*/ 39697 h 79393"/>
                <a:gd name="connsiteX6" fmla="*/ 121521 w 16121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217" h="79393">
                  <a:moveTo>
                    <a:pt x="12152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1521" y="0"/>
                  </a:lnTo>
                  <a:cubicBezTo>
                    <a:pt x="143445" y="0"/>
                    <a:pt x="161218" y="17773"/>
                    <a:pt x="161218" y="39697"/>
                  </a:cubicBezTo>
                  <a:cubicBezTo>
                    <a:pt x="161218" y="61620"/>
                    <a:pt x="143445" y="79393"/>
                    <a:pt x="12152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7755B8C-7319-6146-B827-979050AAD1B3}"/>
                </a:ext>
              </a:extLst>
            </p:cNvPr>
            <p:cNvSpPr/>
            <p:nvPr/>
          </p:nvSpPr>
          <p:spPr>
            <a:xfrm>
              <a:off x="3336508" y="2680123"/>
              <a:ext cx="199872" cy="298617"/>
            </a:xfrm>
            <a:custGeom>
              <a:avLst/>
              <a:gdLst>
                <a:gd name="connsiteX0" fmla="*/ 99936 w 199872"/>
                <a:gd name="connsiteY0" fmla="*/ 298617 h 298617"/>
                <a:gd name="connsiteX1" fmla="*/ 0 w 199872"/>
                <a:gd name="connsiteY1" fmla="*/ 149358 h 298617"/>
                <a:gd name="connsiteX2" fmla="*/ 99936 w 199872"/>
                <a:gd name="connsiteY2" fmla="*/ 0 h 298617"/>
                <a:gd name="connsiteX3" fmla="*/ 199872 w 199872"/>
                <a:gd name="connsiteY3" fmla="*/ 149358 h 298617"/>
                <a:gd name="connsiteX4" fmla="*/ 99936 w 199872"/>
                <a:gd name="connsiteY4" fmla="*/ 298617 h 298617"/>
                <a:gd name="connsiteX5" fmla="*/ 99936 w 199872"/>
                <a:gd name="connsiteY5" fmla="*/ 80286 h 298617"/>
                <a:gd name="connsiteX6" fmla="*/ 79393 w 199872"/>
                <a:gd name="connsiteY6" fmla="*/ 149309 h 298617"/>
                <a:gd name="connsiteX7" fmla="*/ 99936 w 199872"/>
                <a:gd name="connsiteY7" fmla="*/ 218331 h 298617"/>
                <a:gd name="connsiteX8" fmla="*/ 120479 w 199872"/>
                <a:gd name="connsiteY8" fmla="*/ 149309 h 298617"/>
                <a:gd name="connsiteX9" fmla="*/ 99936 w 199872"/>
                <a:gd name="connsiteY9" fmla="*/ 80336 h 2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872" h="298617">
                  <a:moveTo>
                    <a:pt x="99936" y="298617"/>
                  </a:moveTo>
                  <a:cubicBezTo>
                    <a:pt x="42972" y="298617"/>
                    <a:pt x="0" y="234458"/>
                    <a:pt x="0" y="149358"/>
                  </a:cubicBezTo>
                  <a:cubicBezTo>
                    <a:pt x="0" y="64259"/>
                    <a:pt x="42972" y="0"/>
                    <a:pt x="99936" y="0"/>
                  </a:cubicBezTo>
                  <a:cubicBezTo>
                    <a:pt x="156901" y="0"/>
                    <a:pt x="199872" y="64507"/>
                    <a:pt x="199872" y="149358"/>
                  </a:cubicBezTo>
                  <a:cubicBezTo>
                    <a:pt x="199872" y="234210"/>
                    <a:pt x="156901" y="298617"/>
                    <a:pt x="99936" y="298617"/>
                  </a:cubicBezTo>
                  <a:close/>
                  <a:moveTo>
                    <a:pt x="99936" y="80286"/>
                  </a:moveTo>
                  <a:cubicBezTo>
                    <a:pt x="92791" y="86241"/>
                    <a:pt x="79393" y="110555"/>
                    <a:pt x="79393" y="149309"/>
                  </a:cubicBezTo>
                  <a:cubicBezTo>
                    <a:pt x="79393" y="188062"/>
                    <a:pt x="92791" y="212327"/>
                    <a:pt x="99936" y="218331"/>
                  </a:cubicBezTo>
                  <a:cubicBezTo>
                    <a:pt x="107082" y="212327"/>
                    <a:pt x="120479" y="188062"/>
                    <a:pt x="120479" y="149309"/>
                  </a:cubicBezTo>
                  <a:cubicBezTo>
                    <a:pt x="120479" y="110555"/>
                    <a:pt x="107082" y="86290"/>
                    <a:pt x="99936" y="803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B9C65F5-80E1-F849-8BC9-69F1A1143570}"/>
                </a:ext>
              </a:extLst>
            </p:cNvPr>
            <p:cNvSpPr/>
            <p:nvPr/>
          </p:nvSpPr>
          <p:spPr>
            <a:xfrm>
              <a:off x="3441729" y="2868548"/>
              <a:ext cx="111162" cy="114261"/>
            </a:xfrm>
            <a:custGeom>
              <a:avLst/>
              <a:gdLst>
                <a:gd name="connsiteX0" fmla="*/ 71726 w 111162"/>
                <a:gd name="connsiteY0" fmla="*/ 114261 h 114261"/>
                <a:gd name="connsiteX1" fmla="*/ 42499 w 111162"/>
                <a:gd name="connsiteY1" fmla="*/ 101459 h 114261"/>
                <a:gd name="connsiteX2" fmla="*/ 11139 w 111162"/>
                <a:gd name="connsiteY2" fmla="*/ 67271 h 114261"/>
                <a:gd name="connsiteX3" fmla="*/ 12122 w 111162"/>
                <a:gd name="connsiteY3" fmla="*/ 11140 h 114261"/>
                <a:gd name="connsiteX4" fmla="*/ 68253 w 111162"/>
                <a:gd name="connsiteY4" fmla="*/ 12123 h 114261"/>
                <a:gd name="connsiteX5" fmla="*/ 69592 w 111162"/>
                <a:gd name="connsiteY5" fmla="*/ 13581 h 114261"/>
                <a:gd name="connsiteX6" fmla="*/ 100754 w 111162"/>
                <a:gd name="connsiteY6" fmla="*/ 47770 h 114261"/>
                <a:gd name="connsiteX7" fmla="*/ 98263 w 111162"/>
                <a:gd name="connsiteY7" fmla="*/ 103854 h 114261"/>
                <a:gd name="connsiteX8" fmla="*/ 71726 w 111162"/>
                <a:gd name="connsiteY8" fmla="*/ 114261 h 11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162" h="114261">
                  <a:moveTo>
                    <a:pt x="71726" y="114261"/>
                  </a:moveTo>
                  <a:cubicBezTo>
                    <a:pt x="60621" y="114269"/>
                    <a:pt x="50022" y="109626"/>
                    <a:pt x="42499" y="101459"/>
                  </a:cubicBezTo>
                  <a:lnTo>
                    <a:pt x="11139" y="67271"/>
                  </a:lnTo>
                  <a:cubicBezTo>
                    <a:pt x="-4089" y="51499"/>
                    <a:pt x="-3648" y="26368"/>
                    <a:pt x="12122" y="11140"/>
                  </a:cubicBezTo>
                  <a:cubicBezTo>
                    <a:pt x="27896" y="-4089"/>
                    <a:pt x="53024" y="-3649"/>
                    <a:pt x="68253" y="12123"/>
                  </a:cubicBezTo>
                  <a:cubicBezTo>
                    <a:pt x="68709" y="12598"/>
                    <a:pt x="69156" y="13084"/>
                    <a:pt x="69592" y="13581"/>
                  </a:cubicBezTo>
                  <a:lnTo>
                    <a:pt x="100754" y="47770"/>
                  </a:lnTo>
                  <a:cubicBezTo>
                    <a:pt x="115551" y="63945"/>
                    <a:pt x="114440" y="89055"/>
                    <a:pt x="98263" y="103854"/>
                  </a:cubicBezTo>
                  <a:cubicBezTo>
                    <a:pt x="91009" y="110489"/>
                    <a:pt x="81556" y="114197"/>
                    <a:pt x="71726" y="1142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84642BB6-0440-FA44-AEEB-F4563EAF97B7}"/>
                </a:ext>
              </a:extLst>
            </p:cNvPr>
            <p:cNvSpPr/>
            <p:nvPr/>
          </p:nvSpPr>
          <p:spPr>
            <a:xfrm>
              <a:off x="3079891" y="2679351"/>
              <a:ext cx="255651" cy="303486"/>
            </a:xfrm>
            <a:custGeom>
              <a:avLst/>
              <a:gdLst>
                <a:gd name="connsiteX0" fmla="*/ 216027 w 255651"/>
                <a:gd name="connsiteY0" fmla="*/ 303458 h 303486"/>
                <a:gd name="connsiteX1" fmla="*/ 178911 w 255651"/>
                <a:gd name="connsiteY1" fmla="*/ 277904 h 303486"/>
                <a:gd name="connsiteX2" fmla="*/ 129290 w 255651"/>
                <a:gd name="connsiteY2" fmla="*/ 148046 h 303486"/>
                <a:gd name="connsiteX3" fmla="*/ 76543 w 255651"/>
                <a:gd name="connsiteY3" fmla="*/ 278648 h 303486"/>
                <a:gd name="connsiteX4" fmla="*/ 24838 w 255651"/>
                <a:gd name="connsiteY4" fmla="*/ 300580 h 303486"/>
                <a:gd name="connsiteX5" fmla="*/ 2906 w 255651"/>
                <a:gd name="connsiteY5" fmla="*/ 248875 h 303486"/>
                <a:gd name="connsiteX6" fmla="*/ 93414 w 255651"/>
                <a:gd name="connsiteY6" fmla="*/ 24788 h 303486"/>
                <a:gd name="connsiteX7" fmla="*/ 145120 w 255651"/>
                <a:gd name="connsiteY7" fmla="*/ 2921 h 303486"/>
                <a:gd name="connsiteX8" fmla="*/ 167300 w 255651"/>
                <a:gd name="connsiteY8" fmla="*/ 25582 h 303486"/>
                <a:gd name="connsiteX9" fmla="*/ 253094 w 255651"/>
                <a:gd name="connsiteY9" fmla="*/ 249769 h 303486"/>
                <a:gd name="connsiteX10" fmla="*/ 229941 w 255651"/>
                <a:gd name="connsiteY10" fmla="*/ 300910 h 303486"/>
                <a:gd name="connsiteX11" fmla="*/ 216027 w 255651"/>
                <a:gd name="connsiteY11" fmla="*/ 303458 h 30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651" h="303486">
                  <a:moveTo>
                    <a:pt x="216027" y="303458"/>
                  </a:moveTo>
                  <a:cubicBezTo>
                    <a:pt x="199551" y="303468"/>
                    <a:pt x="184781" y="293299"/>
                    <a:pt x="178911" y="277904"/>
                  </a:cubicBezTo>
                  <a:lnTo>
                    <a:pt x="129290" y="148046"/>
                  </a:lnTo>
                  <a:lnTo>
                    <a:pt x="76543" y="278648"/>
                  </a:lnTo>
                  <a:cubicBezTo>
                    <a:pt x="68322" y="298982"/>
                    <a:pt x="45173" y="308802"/>
                    <a:pt x="24838" y="300580"/>
                  </a:cubicBezTo>
                  <a:cubicBezTo>
                    <a:pt x="4504" y="292359"/>
                    <a:pt x="-5316" y="269210"/>
                    <a:pt x="2906" y="248875"/>
                  </a:cubicBezTo>
                  <a:lnTo>
                    <a:pt x="93414" y="24788"/>
                  </a:lnTo>
                  <a:cubicBezTo>
                    <a:pt x="101654" y="4472"/>
                    <a:pt x="124803" y="-5319"/>
                    <a:pt x="145120" y="2921"/>
                  </a:cubicBezTo>
                  <a:cubicBezTo>
                    <a:pt x="155340" y="7065"/>
                    <a:pt x="163375" y="15275"/>
                    <a:pt x="167300" y="25582"/>
                  </a:cubicBezTo>
                  <a:lnTo>
                    <a:pt x="253094" y="249769"/>
                  </a:lnTo>
                  <a:cubicBezTo>
                    <a:pt x="260820" y="270285"/>
                    <a:pt x="250454" y="293182"/>
                    <a:pt x="229941" y="300910"/>
                  </a:cubicBezTo>
                  <a:cubicBezTo>
                    <a:pt x="225490" y="302585"/>
                    <a:pt x="220779" y="303448"/>
                    <a:pt x="216027" y="30345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0D9445A-E958-6549-A18C-CAEE7B4369AD}"/>
                </a:ext>
              </a:extLst>
            </p:cNvPr>
            <p:cNvSpPr/>
            <p:nvPr/>
          </p:nvSpPr>
          <p:spPr>
            <a:xfrm>
              <a:off x="3117829" y="2860196"/>
              <a:ext cx="184341" cy="79393"/>
            </a:xfrm>
            <a:custGeom>
              <a:avLst/>
              <a:gdLst>
                <a:gd name="connsiteX0" fmla="*/ 144644 w 184341"/>
                <a:gd name="connsiteY0" fmla="*/ 79393 h 79393"/>
                <a:gd name="connsiteX1" fmla="*/ 39697 w 184341"/>
                <a:gd name="connsiteY1" fmla="*/ 79393 h 79393"/>
                <a:gd name="connsiteX2" fmla="*/ 0 w 184341"/>
                <a:gd name="connsiteY2" fmla="*/ 39697 h 79393"/>
                <a:gd name="connsiteX3" fmla="*/ 39697 w 184341"/>
                <a:gd name="connsiteY3" fmla="*/ 0 h 79393"/>
                <a:gd name="connsiteX4" fmla="*/ 144644 w 184341"/>
                <a:gd name="connsiteY4" fmla="*/ 0 h 79393"/>
                <a:gd name="connsiteX5" fmla="*/ 184341 w 184341"/>
                <a:gd name="connsiteY5" fmla="*/ 39697 h 79393"/>
                <a:gd name="connsiteX6" fmla="*/ 144644 w 1843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41" h="79393">
                  <a:moveTo>
                    <a:pt x="14464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4644" y="0"/>
                  </a:lnTo>
                  <a:cubicBezTo>
                    <a:pt x="166568" y="0"/>
                    <a:pt x="184341" y="17773"/>
                    <a:pt x="184341" y="39697"/>
                  </a:cubicBezTo>
                  <a:cubicBezTo>
                    <a:pt x="184341" y="61620"/>
                    <a:pt x="166568" y="79393"/>
                    <a:pt x="14464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7" name="Picture Placeholder 51">
            <a:extLst>
              <a:ext uri="{FF2B5EF4-FFF2-40B4-BE49-F238E27FC236}">
                <a16:creationId xmlns:a16="http://schemas.microsoft.com/office/drawing/2014/main" id="{28678E64-FE22-4890-A4E3-8E82786534F2}"/>
              </a:ext>
            </a:extLst>
          </p:cNvPr>
          <p:cNvGrpSpPr>
            <a:grpSpLocks noChangeAspect="1"/>
          </p:cNvGrpSpPr>
          <p:nvPr/>
        </p:nvGrpSpPr>
        <p:grpSpPr>
          <a:xfrm>
            <a:off x="4142327" y="2561033"/>
            <a:ext cx="834921" cy="788968"/>
            <a:chOff x="4142327" y="2561033"/>
            <a:chExt cx="834921" cy="788968"/>
          </a:xfrm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0433A98F-1F03-7F4E-B9DE-94A059071411}"/>
                </a:ext>
              </a:extLst>
            </p:cNvPr>
            <p:cNvSpPr/>
            <p:nvPr/>
          </p:nvSpPr>
          <p:spPr>
            <a:xfrm>
              <a:off x="4329992" y="2561033"/>
              <a:ext cx="456510" cy="224384"/>
            </a:xfrm>
            <a:custGeom>
              <a:avLst/>
              <a:gdLst>
                <a:gd name="connsiteX0" fmla="*/ 416814 w 456510"/>
                <a:gd name="connsiteY0" fmla="*/ 224385 h 224384"/>
                <a:gd name="connsiteX1" fmla="*/ 377118 w 456510"/>
                <a:gd name="connsiteY1" fmla="*/ 184688 h 224384"/>
                <a:gd name="connsiteX2" fmla="*/ 377118 w 456510"/>
                <a:gd name="connsiteY2" fmla="*/ 79393 h 224384"/>
                <a:gd name="connsiteX3" fmla="*/ 79393 w 456510"/>
                <a:gd name="connsiteY3" fmla="*/ 79393 h 224384"/>
                <a:gd name="connsiteX4" fmla="*/ 79393 w 456510"/>
                <a:gd name="connsiteY4" fmla="*/ 183597 h 224384"/>
                <a:gd name="connsiteX5" fmla="*/ 39697 w 456510"/>
                <a:gd name="connsiteY5" fmla="*/ 223293 h 224384"/>
                <a:gd name="connsiteX6" fmla="*/ 0 w 456510"/>
                <a:gd name="connsiteY6" fmla="*/ 183597 h 224384"/>
                <a:gd name="connsiteX7" fmla="*/ 0 w 456510"/>
                <a:gd name="connsiteY7" fmla="*/ 39697 h 224384"/>
                <a:gd name="connsiteX8" fmla="*/ 39697 w 456510"/>
                <a:gd name="connsiteY8" fmla="*/ 0 h 224384"/>
                <a:gd name="connsiteX9" fmla="*/ 416814 w 456510"/>
                <a:gd name="connsiteY9" fmla="*/ 0 h 224384"/>
                <a:gd name="connsiteX10" fmla="*/ 456511 w 456510"/>
                <a:gd name="connsiteY10" fmla="*/ 39697 h 224384"/>
                <a:gd name="connsiteX11" fmla="*/ 456511 w 456510"/>
                <a:gd name="connsiteY11" fmla="*/ 184688 h 224384"/>
                <a:gd name="connsiteX12" fmla="*/ 416814 w 456510"/>
                <a:gd name="connsiteY12" fmla="*/ 224385 h 22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224384">
                  <a:moveTo>
                    <a:pt x="416814" y="224385"/>
                  </a:moveTo>
                  <a:cubicBezTo>
                    <a:pt x="394892" y="224385"/>
                    <a:pt x="377118" y="206612"/>
                    <a:pt x="377118" y="184688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lnTo>
                    <a:pt x="456511" y="184688"/>
                  </a:lnTo>
                  <a:cubicBezTo>
                    <a:pt x="456511" y="206612"/>
                    <a:pt x="438737" y="224385"/>
                    <a:pt x="416814" y="2243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6F854C5-9986-C34A-9BCB-A0CD282ABE98}"/>
                </a:ext>
              </a:extLst>
            </p:cNvPr>
            <p:cNvSpPr/>
            <p:nvPr/>
          </p:nvSpPr>
          <p:spPr>
            <a:xfrm>
              <a:off x="4142327" y="2706025"/>
              <a:ext cx="832139" cy="643977"/>
            </a:xfrm>
            <a:custGeom>
              <a:avLst/>
              <a:gdLst>
                <a:gd name="connsiteX0" fmla="*/ 792443 w 832139"/>
                <a:gd name="connsiteY0" fmla="*/ 643977 h 643977"/>
                <a:gd name="connsiteX1" fmla="*/ 39697 w 832139"/>
                <a:gd name="connsiteY1" fmla="*/ 643977 h 643977"/>
                <a:gd name="connsiteX2" fmla="*/ 0 w 832139"/>
                <a:gd name="connsiteY2" fmla="*/ 604281 h 643977"/>
                <a:gd name="connsiteX3" fmla="*/ 0 w 832139"/>
                <a:gd name="connsiteY3" fmla="*/ 39697 h 643977"/>
                <a:gd name="connsiteX4" fmla="*/ 39697 w 832139"/>
                <a:gd name="connsiteY4" fmla="*/ 0 h 643977"/>
                <a:gd name="connsiteX5" fmla="*/ 792443 w 832139"/>
                <a:gd name="connsiteY5" fmla="*/ 0 h 643977"/>
                <a:gd name="connsiteX6" fmla="*/ 832140 w 832139"/>
                <a:gd name="connsiteY6" fmla="*/ 39697 h 643977"/>
                <a:gd name="connsiteX7" fmla="*/ 832140 w 832139"/>
                <a:gd name="connsiteY7" fmla="*/ 604281 h 643977"/>
                <a:gd name="connsiteX8" fmla="*/ 792443 w 832139"/>
                <a:gd name="connsiteY8" fmla="*/ 643977 h 643977"/>
                <a:gd name="connsiteX9" fmla="*/ 79393 w 832139"/>
                <a:gd name="connsiteY9" fmla="*/ 564584 h 643977"/>
                <a:gd name="connsiteX10" fmla="*/ 752747 w 832139"/>
                <a:gd name="connsiteY10" fmla="*/ 564584 h 643977"/>
                <a:gd name="connsiteX11" fmla="*/ 752747 w 832139"/>
                <a:gd name="connsiteY11" fmla="*/ 79393 h 643977"/>
                <a:gd name="connsiteX12" fmla="*/ 79393 w 832139"/>
                <a:gd name="connsiteY12" fmla="*/ 79393 h 64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139" h="643977">
                  <a:moveTo>
                    <a:pt x="792443" y="643977"/>
                  </a:moveTo>
                  <a:lnTo>
                    <a:pt x="39697" y="643977"/>
                  </a:lnTo>
                  <a:cubicBezTo>
                    <a:pt x="17773" y="643977"/>
                    <a:pt x="0" y="626203"/>
                    <a:pt x="0" y="604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2443" y="0"/>
                  </a:lnTo>
                  <a:cubicBezTo>
                    <a:pt x="814366" y="0"/>
                    <a:pt x="832140" y="17773"/>
                    <a:pt x="832140" y="39697"/>
                  </a:cubicBezTo>
                  <a:lnTo>
                    <a:pt x="832140" y="604281"/>
                  </a:lnTo>
                  <a:cubicBezTo>
                    <a:pt x="832140" y="626203"/>
                    <a:pt x="814366" y="643977"/>
                    <a:pt x="792443" y="643977"/>
                  </a:cubicBezTo>
                  <a:close/>
                  <a:moveTo>
                    <a:pt x="79393" y="564584"/>
                  </a:moveTo>
                  <a:lnTo>
                    <a:pt x="752747" y="564584"/>
                  </a:lnTo>
                  <a:lnTo>
                    <a:pt x="752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A5263515-02EB-7741-AFF5-BB981619D301}"/>
                </a:ext>
              </a:extLst>
            </p:cNvPr>
            <p:cNvSpPr/>
            <p:nvPr/>
          </p:nvSpPr>
          <p:spPr>
            <a:xfrm>
              <a:off x="4143873" y="2804157"/>
              <a:ext cx="833375" cy="362248"/>
            </a:xfrm>
            <a:custGeom>
              <a:avLst/>
              <a:gdLst>
                <a:gd name="connsiteX0" fmla="*/ 416807 w 833375"/>
                <a:gd name="connsiteY0" fmla="*/ 362248 h 362248"/>
                <a:gd name="connsiteX1" fmla="*/ 392989 w 833375"/>
                <a:gd name="connsiteY1" fmla="*/ 354309 h 362248"/>
                <a:gd name="connsiteX2" fmla="*/ 15871 w 833375"/>
                <a:gd name="connsiteY2" fmla="*/ 71471 h 362248"/>
                <a:gd name="connsiteX3" fmla="*/ 7957 w 833375"/>
                <a:gd name="connsiteY3" fmla="*/ 15871 h 362248"/>
                <a:gd name="connsiteX4" fmla="*/ 63557 w 833375"/>
                <a:gd name="connsiteY4" fmla="*/ 7956 h 362248"/>
                <a:gd name="connsiteX5" fmla="*/ 416807 w 833375"/>
                <a:gd name="connsiteY5" fmla="*/ 272931 h 362248"/>
                <a:gd name="connsiteX6" fmla="*/ 769858 w 833375"/>
                <a:gd name="connsiteY6" fmla="*/ 7956 h 362248"/>
                <a:gd name="connsiteX7" fmla="*/ 825433 w 833375"/>
                <a:gd name="connsiteY7" fmla="*/ 15896 h 362248"/>
                <a:gd name="connsiteX8" fmla="*/ 817494 w 833375"/>
                <a:gd name="connsiteY8" fmla="*/ 71471 h 362248"/>
                <a:gd name="connsiteX9" fmla="*/ 440625 w 833375"/>
                <a:gd name="connsiteY9" fmla="*/ 354309 h 362248"/>
                <a:gd name="connsiteX10" fmla="*/ 416807 w 833375"/>
                <a:gd name="connsiteY10" fmla="*/ 362248 h 36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375" h="362248">
                  <a:moveTo>
                    <a:pt x="416807" y="362248"/>
                  </a:moveTo>
                  <a:cubicBezTo>
                    <a:pt x="408217" y="362248"/>
                    <a:pt x="399860" y="359464"/>
                    <a:pt x="392989" y="354309"/>
                  </a:cubicBezTo>
                  <a:lnTo>
                    <a:pt x="15871" y="71471"/>
                  </a:lnTo>
                  <a:cubicBezTo>
                    <a:pt x="-1668" y="58303"/>
                    <a:pt x="-5211" y="33410"/>
                    <a:pt x="7957" y="15871"/>
                  </a:cubicBezTo>
                  <a:cubicBezTo>
                    <a:pt x="21125" y="-1668"/>
                    <a:pt x="46018" y="-5211"/>
                    <a:pt x="63557" y="7956"/>
                  </a:cubicBezTo>
                  <a:lnTo>
                    <a:pt x="416807" y="272931"/>
                  </a:lnTo>
                  <a:lnTo>
                    <a:pt x="769858" y="7956"/>
                  </a:lnTo>
                  <a:cubicBezTo>
                    <a:pt x="787399" y="-5198"/>
                    <a:pt x="812279" y="-1643"/>
                    <a:pt x="825433" y="15896"/>
                  </a:cubicBezTo>
                  <a:cubicBezTo>
                    <a:pt x="838588" y="33435"/>
                    <a:pt x="835035" y="58316"/>
                    <a:pt x="817494" y="71471"/>
                  </a:cubicBezTo>
                  <a:lnTo>
                    <a:pt x="440625" y="354309"/>
                  </a:lnTo>
                  <a:cubicBezTo>
                    <a:pt x="433753" y="359464"/>
                    <a:pt x="425396" y="362248"/>
                    <a:pt x="416807" y="36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3" name="Picture Placeholder 53">
            <a:extLst>
              <a:ext uri="{FF2B5EF4-FFF2-40B4-BE49-F238E27FC236}">
                <a16:creationId xmlns:a16="http://schemas.microsoft.com/office/drawing/2014/main" id="{13A30398-4672-4938-828A-D5B7CCF52883}"/>
              </a:ext>
            </a:extLst>
          </p:cNvPr>
          <p:cNvGrpSpPr>
            <a:grpSpLocks noChangeAspect="1"/>
          </p:cNvGrpSpPr>
          <p:nvPr/>
        </p:nvGrpSpPr>
        <p:grpSpPr>
          <a:xfrm>
            <a:off x="5460926" y="2561033"/>
            <a:ext cx="832859" cy="788968"/>
            <a:chOff x="5460926" y="2561033"/>
            <a:chExt cx="832859" cy="788968"/>
          </a:xfrm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CEB4302-CA20-EC47-B901-09B35237E01F}"/>
                </a:ext>
              </a:extLst>
            </p:cNvPr>
            <p:cNvSpPr/>
            <p:nvPr/>
          </p:nvSpPr>
          <p:spPr>
            <a:xfrm>
              <a:off x="5648592" y="2561033"/>
              <a:ext cx="456510" cy="224384"/>
            </a:xfrm>
            <a:custGeom>
              <a:avLst/>
              <a:gdLst>
                <a:gd name="connsiteX0" fmla="*/ 416814 w 456510"/>
                <a:gd name="connsiteY0" fmla="*/ 224385 h 224384"/>
                <a:gd name="connsiteX1" fmla="*/ 377118 w 456510"/>
                <a:gd name="connsiteY1" fmla="*/ 184688 h 224384"/>
                <a:gd name="connsiteX2" fmla="*/ 377118 w 456510"/>
                <a:gd name="connsiteY2" fmla="*/ 79393 h 224384"/>
                <a:gd name="connsiteX3" fmla="*/ 79393 w 456510"/>
                <a:gd name="connsiteY3" fmla="*/ 79393 h 224384"/>
                <a:gd name="connsiteX4" fmla="*/ 79393 w 456510"/>
                <a:gd name="connsiteY4" fmla="*/ 183597 h 224384"/>
                <a:gd name="connsiteX5" fmla="*/ 39697 w 456510"/>
                <a:gd name="connsiteY5" fmla="*/ 223293 h 224384"/>
                <a:gd name="connsiteX6" fmla="*/ 0 w 456510"/>
                <a:gd name="connsiteY6" fmla="*/ 183597 h 224384"/>
                <a:gd name="connsiteX7" fmla="*/ 0 w 456510"/>
                <a:gd name="connsiteY7" fmla="*/ 39697 h 224384"/>
                <a:gd name="connsiteX8" fmla="*/ 39697 w 456510"/>
                <a:gd name="connsiteY8" fmla="*/ 0 h 224384"/>
                <a:gd name="connsiteX9" fmla="*/ 416814 w 456510"/>
                <a:gd name="connsiteY9" fmla="*/ 0 h 224384"/>
                <a:gd name="connsiteX10" fmla="*/ 456511 w 456510"/>
                <a:gd name="connsiteY10" fmla="*/ 39697 h 224384"/>
                <a:gd name="connsiteX11" fmla="*/ 456511 w 456510"/>
                <a:gd name="connsiteY11" fmla="*/ 184688 h 224384"/>
                <a:gd name="connsiteX12" fmla="*/ 416814 w 456510"/>
                <a:gd name="connsiteY12" fmla="*/ 224385 h 22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224384">
                  <a:moveTo>
                    <a:pt x="416814" y="224385"/>
                  </a:moveTo>
                  <a:cubicBezTo>
                    <a:pt x="394892" y="224385"/>
                    <a:pt x="377118" y="206612"/>
                    <a:pt x="377118" y="184688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lnTo>
                    <a:pt x="456511" y="184688"/>
                  </a:lnTo>
                  <a:cubicBezTo>
                    <a:pt x="456511" y="206612"/>
                    <a:pt x="438737" y="224385"/>
                    <a:pt x="416814" y="2243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5A0324D-6592-B44D-B840-E7C82C944224}"/>
                </a:ext>
              </a:extLst>
            </p:cNvPr>
            <p:cNvSpPr/>
            <p:nvPr/>
          </p:nvSpPr>
          <p:spPr>
            <a:xfrm>
              <a:off x="5742871" y="2900488"/>
              <a:ext cx="268348" cy="176798"/>
            </a:xfrm>
            <a:custGeom>
              <a:avLst/>
              <a:gdLst>
                <a:gd name="connsiteX0" fmla="*/ 228255 w 268348"/>
                <a:gd name="connsiteY0" fmla="*/ 176600 h 176798"/>
                <a:gd name="connsiteX1" fmla="*/ 39697 w 268348"/>
                <a:gd name="connsiteY1" fmla="*/ 176600 h 176798"/>
                <a:gd name="connsiteX2" fmla="*/ 0 w 268348"/>
                <a:gd name="connsiteY2" fmla="*/ 136903 h 176798"/>
                <a:gd name="connsiteX3" fmla="*/ 0 w 268348"/>
                <a:gd name="connsiteY3" fmla="*/ 42624 h 176798"/>
                <a:gd name="connsiteX4" fmla="*/ 39697 w 268348"/>
                <a:gd name="connsiteY4" fmla="*/ 2928 h 176798"/>
                <a:gd name="connsiteX5" fmla="*/ 79393 w 268348"/>
                <a:gd name="connsiteY5" fmla="*/ 42624 h 176798"/>
                <a:gd name="connsiteX6" fmla="*/ 79393 w 268348"/>
                <a:gd name="connsiteY6" fmla="*/ 97207 h 176798"/>
                <a:gd name="connsiteX7" fmla="*/ 188559 w 268348"/>
                <a:gd name="connsiteY7" fmla="*/ 97207 h 176798"/>
                <a:gd name="connsiteX8" fmla="*/ 188559 w 268348"/>
                <a:gd name="connsiteY8" fmla="*/ 39697 h 176798"/>
                <a:gd name="connsiteX9" fmla="*/ 228255 w 268348"/>
                <a:gd name="connsiteY9" fmla="*/ 0 h 176798"/>
                <a:gd name="connsiteX10" fmla="*/ 228255 w 268348"/>
                <a:gd name="connsiteY10" fmla="*/ 0 h 176798"/>
                <a:gd name="connsiteX11" fmla="*/ 267952 w 268348"/>
                <a:gd name="connsiteY11" fmla="*/ 39697 h 176798"/>
                <a:gd name="connsiteX12" fmla="*/ 268349 w 268348"/>
                <a:gd name="connsiteY12" fmla="*/ 137102 h 176798"/>
                <a:gd name="connsiteX13" fmla="*/ 228652 w 268348"/>
                <a:gd name="connsiteY13" fmla="*/ 176798 h 17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8348" h="176798">
                  <a:moveTo>
                    <a:pt x="228255" y="176600"/>
                  </a:moveTo>
                  <a:lnTo>
                    <a:pt x="39697" y="176600"/>
                  </a:lnTo>
                  <a:cubicBezTo>
                    <a:pt x="17773" y="176600"/>
                    <a:pt x="0" y="158826"/>
                    <a:pt x="0" y="136903"/>
                  </a:cubicBezTo>
                  <a:lnTo>
                    <a:pt x="0" y="42624"/>
                  </a:lnTo>
                  <a:cubicBezTo>
                    <a:pt x="0" y="20700"/>
                    <a:pt x="17773" y="2928"/>
                    <a:pt x="39697" y="2928"/>
                  </a:cubicBezTo>
                  <a:cubicBezTo>
                    <a:pt x="61621" y="2928"/>
                    <a:pt x="79393" y="20700"/>
                    <a:pt x="79393" y="42624"/>
                  </a:cubicBezTo>
                  <a:lnTo>
                    <a:pt x="79393" y="97207"/>
                  </a:lnTo>
                  <a:lnTo>
                    <a:pt x="188559" y="97207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lnTo>
                    <a:pt x="268349" y="137102"/>
                  </a:lnTo>
                  <a:cubicBezTo>
                    <a:pt x="268349" y="159024"/>
                    <a:pt x="250575" y="176798"/>
                    <a:pt x="228652" y="17679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9920106C-74A2-E347-8D0A-A43EF0BA3739}"/>
                </a:ext>
              </a:extLst>
            </p:cNvPr>
            <p:cNvSpPr/>
            <p:nvPr/>
          </p:nvSpPr>
          <p:spPr>
            <a:xfrm>
              <a:off x="5462812" y="2888529"/>
              <a:ext cx="830974" cy="84355"/>
            </a:xfrm>
            <a:custGeom>
              <a:avLst/>
              <a:gdLst>
                <a:gd name="connsiteX0" fmla="*/ 39846 w 830974"/>
                <a:gd name="connsiteY0" fmla="*/ 84355 h 84355"/>
                <a:gd name="connsiteX1" fmla="*/ 0 w 830974"/>
                <a:gd name="connsiteY1" fmla="*/ 44808 h 84355"/>
                <a:gd name="connsiteX2" fmla="*/ 39548 w 830974"/>
                <a:gd name="connsiteY2" fmla="*/ 4962 h 84355"/>
                <a:gd name="connsiteX3" fmla="*/ 791153 w 830974"/>
                <a:gd name="connsiteY3" fmla="*/ 0 h 84355"/>
                <a:gd name="connsiteX4" fmla="*/ 791153 w 830974"/>
                <a:gd name="connsiteY4" fmla="*/ 0 h 84355"/>
                <a:gd name="connsiteX5" fmla="*/ 830974 w 830974"/>
                <a:gd name="connsiteY5" fmla="*/ 39573 h 84355"/>
                <a:gd name="connsiteX6" fmla="*/ 791402 w 830974"/>
                <a:gd name="connsiteY6" fmla="*/ 79393 h 84355"/>
                <a:gd name="connsiteX7" fmla="*/ 39846 w 830974"/>
                <a:gd name="connsiteY7" fmla="*/ 84355 h 8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0974" h="84355">
                  <a:moveTo>
                    <a:pt x="39846" y="84355"/>
                  </a:moveTo>
                  <a:cubicBezTo>
                    <a:pt x="17922" y="84438"/>
                    <a:pt x="83" y="66732"/>
                    <a:pt x="0" y="44808"/>
                  </a:cubicBezTo>
                  <a:cubicBezTo>
                    <a:pt x="-82" y="22884"/>
                    <a:pt x="17624" y="5045"/>
                    <a:pt x="39548" y="4962"/>
                  </a:cubicBezTo>
                  <a:lnTo>
                    <a:pt x="791153" y="0"/>
                  </a:lnTo>
                  <a:lnTo>
                    <a:pt x="791153" y="0"/>
                  </a:lnTo>
                  <a:cubicBezTo>
                    <a:pt x="813076" y="-68"/>
                    <a:pt x="830905" y="17649"/>
                    <a:pt x="830974" y="39573"/>
                  </a:cubicBezTo>
                  <a:cubicBezTo>
                    <a:pt x="831044" y="61497"/>
                    <a:pt x="813324" y="79325"/>
                    <a:pt x="791402" y="79393"/>
                  </a:cubicBezTo>
                  <a:lnTo>
                    <a:pt x="39846" y="8435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9E6D9592-E286-0A47-AB91-56F3895417D5}"/>
                </a:ext>
              </a:extLst>
            </p:cNvPr>
            <p:cNvSpPr/>
            <p:nvPr/>
          </p:nvSpPr>
          <p:spPr>
            <a:xfrm>
              <a:off x="5460926" y="2706025"/>
              <a:ext cx="832139" cy="643977"/>
            </a:xfrm>
            <a:custGeom>
              <a:avLst/>
              <a:gdLst>
                <a:gd name="connsiteX0" fmla="*/ 792443 w 832139"/>
                <a:gd name="connsiteY0" fmla="*/ 643977 h 643977"/>
                <a:gd name="connsiteX1" fmla="*/ 39697 w 832139"/>
                <a:gd name="connsiteY1" fmla="*/ 643977 h 643977"/>
                <a:gd name="connsiteX2" fmla="*/ 0 w 832139"/>
                <a:gd name="connsiteY2" fmla="*/ 604281 h 643977"/>
                <a:gd name="connsiteX3" fmla="*/ 0 w 832139"/>
                <a:gd name="connsiteY3" fmla="*/ 39697 h 643977"/>
                <a:gd name="connsiteX4" fmla="*/ 39697 w 832139"/>
                <a:gd name="connsiteY4" fmla="*/ 0 h 643977"/>
                <a:gd name="connsiteX5" fmla="*/ 792443 w 832139"/>
                <a:gd name="connsiteY5" fmla="*/ 0 h 643977"/>
                <a:gd name="connsiteX6" fmla="*/ 832140 w 832139"/>
                <a:gd name="connsiteY6" fmla="*/ 39697 h 643977"/>
                <a:gd name="connsiteX7" fmla="*/ 832140 w 832139"/>
                <a:gd name="connsiteY7" fmla="*/ 604281 h 643977"/>
                <a:gd name="connsiteX8" fmla="*/ 792443 w 832139"/>
                <a:gd name="connsiteY8" fmla="*/ 643977 h 643977"/>
                <a:gd name="connsiteX9" fmla="*/ 79393 w 832139"/>
                <a:gd name="connsiteY9" fmla="*/ 564584 h 643977"/>
                <a:gd name="connsiteX10" fmla="*/ 752747 w 832139"/>
                <a:gd name="connsiteY10" fmla="*/ 564584 h 643977"/>
                <a:gd name="connsiteX11" fmla="*/ 752747 w 832139"/>
                <a:gd name="connsiteY11" fmla="*/ 79393 h 643977"/>
                <a:gd name="connsiteX12" fmla="*/ 79393 w 832139"/>
                <a:gd name="connsiteY12" fmla="*/ 79393 h 64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139" h="643977">
                  <a:moveTo>
                    <a:pt x="792443" y="643977"/>
                  </a:moveTo>
                  <a:lnTo>
                    <a:pt x="39697" y="643977"/>
                  </a:lnTo>
                  <a:cubicBezTo>
                    <a:pt x="17773" y="643977"/>
                    <a:pt x="0" y="626203"/>
                    <a:pt x="0" y="604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2443" y="0"/>
                  </a:lnTo>
                  <a:cubicBezTo>
                    <a:pt x="814366" y="0"/>
                    <a:pt x="832140" y="17773"/>
                    <a:pt x="832140" y="39697"/>
                  </a:cubicBezTo>
                  <a:lnTo>
                    <a:pt x="832140" y="604281"/>
                  </a:lnTo>
                  <a:cubicBezTo>
                    <a:pt x="832140" y="626203"/>
                    <a:pt x="814366" y="643977"/>
                    <a:pt x="792443" y="643977"/>
                  </a:cubicBezTo>
                  <a:close/>
                  <a:moveTo>
                    <a:pt x="79393" y="564584"/>
                  </a:moveTo>
                  <a:lnTo>
                    <a:pt x="752747" y="564584"/>
                  </a:lnTo>
                  <a:lnTo>
                    <a:pt x="752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3" name="Picture Placeholder 83">
            <a:extLst>
              <a:ext uri="{FF2B5EF4-FFF2-40B4-BE49-F238E27FC236}">
                <a16:creationId xmlns:a16="http://schemas.microsoft.com/office/drawing/2014/main" id="{34E078ED-94F1-4701-BA74-CD292339CE16}"/>
              </a:ext>
            </a:extLst>
          </p:cNvPr>
          <p:cNvGrpSpPr>
            <a:grpSpLocks noChangeAspect="1"/>
          </p:cNvGrpSpPr>
          <p:nvPr/>
        </p:nvGrpSpPr>
        <p:grpSpPr>
          <a:xfrm>
            <a:off x="6777988" y="2538704"/>
            <a:ext cx="833628" cy="833627"/>
            <a:chOff x="6777988" y="2538704"/>
            <a:chExt cx="833628" cy="833627"/>
          </a:xfrm>
        </p:grpSpPr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087703B-CF85-C345-9188-527691F38226}"/>
                </a:ext>
              </a:extLst>
            </p:cNvPr>
            <p:cNvSpPr/>
            <p:nvPr/>
          </p:nvSpPr>
          <p:spPr>
            <a:xfrm>
              <a:off x="7058345" y="2551506"/>
              <a:ext cx="275990" cy="325462"/>
            </a:xfrm>
            <a:custGeom>
              <a:avLst/>
              <a:gdLst>
                <a:gd name="connsiteX0" fmla="*/ 236096 w 275990"/>
                <a:gd name="connsiteY0" fmla="*/ 325462 h 325462"/>
                <a:gd name="connsiteX1" fmla="*/ 39697 w 275990"/>
                <a:gd name="connsiteY1" fmla="*/ 325462 h 325462"/>
                <a:gd name="connsiteX2" fmla="*/ 0 w 275990"/>
                <a:gd name="connsiteY2" fmla="*/ 285766 h 325462"/>
                <a:gd name="connsiteX3" fmla="*/ 0 w 275990"/>
                <a:gd name="connsiteY3" fmla="*/ 39697 h 325462"/>
                <a:gd name="connsiteX4" fmla="*/ 39697 w 275990"/>
                <a:gd name="connsiteY4" fmla="*/ 0 h 325462"/>
                <a:gd name="connsiteX5" fmla="*/ 79393 w 275990"/>
                <a:gd name="connsiteY5" fmla="*/ 39697 h 325462"/>
                <a:gd name="connsiteX6" fmla="*/ 79393 w 275990"/>
                <a:gd name="connsiteY6" fmla="*/ 246069 h 325462"/>
                <a:gd name="connsiteX7" fmla="*/ 236294 w 275990"/>
                <a:gd name="connsiteY7" fmla="*/ 246069 h 325462"/>
                <a:gd name="connsiteX8" fmla="*/ 275991 w 275990"/>
                <a:gd name="connsiteY8" fmla="*/ 285766 h 325462"/>
                <a:gd name="connsiteX9" fmla="*/ 236294 w 275990"/>
                <a:gd name="connsiteY9" fmla="*/ 325462 h 32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5990" h="325462">
                  <a:moveTo>
                    <a:pt x="236096" y="325462"/>
                  </a:moveTo>
                  <a:lnTo>
                    <a:pt x="39697" y="325462"/>
                  </a:lnTo>
                  <a:cubicBezTo>
                    <a:pt x="17773" y="325462"/>
                    <a:pt x="0" y="307689"/>
                    <a:pt x="0" y="285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46069"/>
                  </a:lnTo>
                  <a:lnTo>
                    <a:pt x="236294" y="246069"/>
                  </a:lnTo>
                  <a:cubicBezTo>
                    <a:pt x="258216" y="246069"/>
                    <a:pt x="275991" y="263842"/>
                    <a:pt x="275991" y="285766"/>
                  </a:cubicBezTo>
                  <a:cubicBezTo>
                    <a:pt x="275991" y="307689"/>
                    <a:pt x="258216" y="325462"/>
                    <a:pt x="236294" y="3254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A42CBFF-3ADC-2A41-B8BC-05CCD5BC7170}"/>
                </a:ext>
              </a:extLst>
            </p:cNvPr>
            <p:cNvSpPr/>
            <p:nvPr/>
          </p:nvSpPr>
          <p:spPr>
            <a:xfrm>
              <a:off x="7012098" y="3060366"/>
              <a:ext cx="79393" cy="274997"/>
            </a:xfrm>
            <a:custGeom>
              <a:avLst/>
              <a:gdLst>
                <a:gd name="connsiteX0" fmla="*/ 39697 w 79393"/>
                <a:gd name="connsiteY0" fmla="*/ 274998 h 274997"/>
                <a:gd name="connsiteX1" fmla="*/ 0 w 79393"/>
                <a:gd name="connsiteY1" fmla="*/ 235301 h 274997"/>
                <a:gd name="connsiteX2" fmla="*/ 0 w 79393"/>
                <a:gd name="connsiteY2" fmla="*/ 39697 h 274997"/>
                <a:gd name="connsiteX3" fmla="*/ 39697 w 79393"/>
                <a:gd name="connsiteY3" fmla="*/ 0 h 274997"/>
                <a:gd name="connsiteX4" fmla="*/ 79393 w 79393"/>
                <a:gd name="connsiteY4" fmla="*/ 39697 h 274997"/>
                <a:gd name="connsiteX5" fmla="*/ 79393 w 79393"/>
                <a:gd name="connsiteY5" fmla="*/ 235301 h 274997"/>
                <a:gd name="connsiteX6" fmla="*/ 39697 w 79393"/>
                <a:gd name="connsiteY6" fmla="*/ 274998 h 27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4997">
                  <a:moveTo>
                    <a:pt x="39697" y="274998"/>
                  </a:moveTo>
                  <a:cubicBezTo>
                    <a:pt x="17773" y="274998"/>
                    <a:pt x="0" y="257224"/>
                    <a:pt x="0" y="23530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35301"/>
                  </a:lnTo>
                  <a:cubicBezTo>
                    <a:pt x="79393" y="257224"/>
                    <a:pt x="61621" y="274998"/>
                    <a:pt x="39697" y="27499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94FC1D3-54D3-9844-B047-C713972421E1}"/>
                </a:ext>
              </a:extLst>
            </p:cNvPr>
            <p:cNvSpPr/>
            <p:nvPr/>
          </p:nvSpPr>
          <p:spPr>
            <a:xfrm>
              <a:off x="7253007" y="3155935"/>
              <a:ext cx="79393" cy="190146"/>
            </a:xfrm>
            <a:custGeom>
              <a:avLst/>
              <a:gdLst>
                <a:gd name="connsiteX0" fmla="*/ 39697 w 79393"/>
                <a:gd name="connsiteY0" fmla="*/ 190147 h 190146"/>
                <a:gd name="connsiteX1" fmla="*/ 0 w 79393"/>
                <a:gd name="connsiteY1" fmla="*/ 150450 h 190146"/>
                <a:gd name="connsiteX2" fmla="*/ 0 w 79393"/>
                <a:gd name="connsiteY2" fmla="*/ 39697 h 190146"/>
                <a:gd name="connsiteX3" fmla="*/ 39697 w 79393"/>
                <a:gd name="connsiteY3" fmla="*/ 0 h 190146"/>
                <a:gd name="connsiteX4" fmla="*/ 79393 w 79393"/>
                <a:gd name="connsiteY4" fmla="*/ 39697 h 190146"/>
                <a:gd name="connsiteX5" fmla="*/ 79393 w 79393"/>
                <a:gd name="connsiteY5" fmla="*/ 150450 h 190146"/>
                <a:gd name="connsiteX6" fmla="*/ 39697 w 79393"/>
                <a:gd name="connsiteY6" fmla="*/ 190147 h 19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0146">
                  <a:moveTo>
                    <a:pt x="39697" y="190147"/>
                  </a:moveTo>
                  <a:cubicBezTo>
                    <a:pt x="17774" y="190147"/>
                    <a:pt x="0" y="172372"/>
                    <a:pt x="0" y="150450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50450"/>
                  </a:lnTo>
                  <a:cubicBezTo>
                    <a:pt x="79393" y="172372"/>
                    <a:pt x="61619" y="190147"/>
                    <a:pt x="39697" y="19014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7B866F13-D854-3B4C-BC55-AD0EF2B563B3}"/>
                </a:ext>
              </a:extLst>
            </p:cNvPr>
            <p:cNvSpPr/>
            <p:nvPr/>
          </p:nvSpPr>
          <p:spPr>
            <a:xfrm>
              <a:off x="7267050" y="2738377"/>
              <a:ext cx="216941" cy="216941"/>
            </a:xfrm>
            <a:custGeom>
              <a:avLst/>
              <a:gdLst>
                <a:gd name="connsiteX0" fmla="*/ 108521 w 216941"/>
                <a:gd name="connsiteY0" fmla="*/ 216942 h 216941"/>
                <a:gd name="connsiteX1" fmla="*/ 0 w 216941"/>
                <a:gd name="connsiteY1" fmla="*/ 108520 h 216941"/>
                <a:gd name="connsiteX2" fmla="*/ 108421 w 216941"/>
                <a:gd name="connsiteY2" fmla="*/ 0 h 216941"/>
                <a:gd name="connsiteX3" fmla="*/ 216942 w 216941"/>
                <a:gd name="connsiteY3" fmla="*/ 108421 h 216941"/>
                <a:gd name="connsiteX4" fmla="*/ 216942 w 216941"/>
                <a:gd name="connsiteY4" fmla="*/ 108520 h 216941"/>
                <a:gd name="connsiteX5" fmla="*/ 108521 w 216941"/>
                <a:gd name="connsiteY5" fmla="*/ 216942 h 216941"/>
                <a:gd name="connsiteX6" fmla="*/ 108521 w 216941"/>
                <a:gd name="connsiteY6" fmla="*/ 79443 h 216941"/>
                <a:gd name="connsiteX7" fmla="*/ 79393 w 216941"/>
                <a:gd name="connsiteY7" fmla="*/ 108471 h 216941"/>
                <a:gd name="connsiteX8" fmla="*/ 108421 w 216941"/>
                <a:gd name="connsiteY8" fmla="*/ 137598 h 216941"/>
                <a:gd name="connsiteX9" fmla="*/ 137549 w 216941"/>
                <a:gd name="connsiteY9" fmla="*/ 108570 h 216941"/>
                <a:gd name="connsiteX10" fmla="*/ 137549 w 216941"/>
                <a:gd name="connsiteY10" fmla="*/ 108520 h 216941"/>
                <a:gd name="connsiteX11" fmla="*/ 10852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521" y="216942"/>
                  </a:moveTo>
                  <a:cubicBezTo>
                    <a:pt x="48613" y="216969"/>
                    <a:pt x="30" y="168427"/>
                    <a:pt x="0" y="108520"/>
                  </a:cubicBezTo>
                  <a:cubicBezTo>
                    <a:pt x="-30" y="48614"/>
                    <a:pt x="48514" y="27"/>
                    <a:pt x="108421" y="0"/>
                  </a:cubicBezTo>
                  <a:cubicBezTo>
                    <a:pt x="168328" y="-27"/>
                    <a:pt x="216912" y="48515"/>
                    <a:pt x="216942" y="108421"/>
                  </a:cubicBezTo>
                  <a:cubicBezTo>
                    <a:pt x="216942" y="108454"/>
                    <a:pt x="216942" y="108487"/>
                    <a:pt x="216942" y="108520"/>
                  </a:cubicBezTo>
                  <a:cubicBezTo>
                    <a:pt x="216858" y="168366"/>
                    <a:pt x="168368" y="216860"/>
                    <a:pt x="108521" y="216942"/>
                  </a:cubicBezTo>
                  <a:close/>
                  <a:moveTo>
                    <a:pt x="108521" y="79443"/>
                  </a:moveTo>
                  <a:cubicBezTo>
                    <a:pt x="92463" y="79415"/>
                    <a:pt x="79423" y="92412"/>
                    <a:pt x="79393" y="108471"/>
                  </a:cubicBezTo>
                  <a:cubicBezTo>
                    <a:pt x="79363" y="124530"/>
                    <a:pt x="92364" y="137571"/>
                    <a:pt x="108421" y="137598"/>
                  </a:cubicBezTo>
                  <a:cubicBezTo>
                    <a:pt x="124479" y="137625"/>
                    <a:pt x="137519" y="124629"/>
                    <a:pt x="137549" y="108570"/>
                  </a:cubicBezTo>
                  <a:cubicBezTo>
                    <a:pt x="137549" y="108554"/>
                    <a:pt x="137549" y="108537"/>
                    <a:pt x="137549" y="108520"/>
                  </a:cubicBezTo>
                  <a:cubicBezTo>
                    <a:pt x="137524" y="92492"/>
                    <a:pt x="124548" y="79497"/>
                    <a:pt x="108521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5E4C319-309C-C643-BBB0-A45625C36190}"/>
                </a:ext>
              </a:extLst>
            </p:cNvPr>
            <p:cNvSpPr/>
            <p:nvPr/>
          </p:nvSpPr>
          <p:spPr>
            <a:xfrm>
              <a:off x="7184878" y="3013971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471 w 216941"/>
                <a:gd name="connsiteY10" fmla="*/ 79592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3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3"/>
                    <a:pt x="79393" y="108520"/>
                  </a:cubicBezTo>
                  <a:cubicBezTo>
                    <a:pt x="79393" y="124578"/>
                    <a:pt x="92414" y="137598"/>
                    <a:pt x="108471" y="137598"/>
                  </a:cubicBezTo>
                  <a:cubicBezTo>
                    <a:pt x="124528" y="137598"/>
                    <a:pt x="137549" y="124578"/>
                    <a:pt x="137549" y="108520"/>
                  </a:cubicBezTo>
                  <a:cubicBezTo>
                    <a:pt x="137549" y="108506"/>
                    <a:pt x="137549" y="108486"/>
                    <a:pt x="137549" y="108471"/>
                  </a:cubicBezTo>
                  <a:cubicBezTo>
                    <a:pt x="137464" y="92478"/>
                    <a:pt x="124464" y="79562"/>
                    <a:pt x="108471" y="795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00C9A92-721D-CA4F-BC45-C2488111508A}"/>
                </a:ext>
              </a:extLst>
            </p:cNvPr>
            <p:cNvSpPr/>
            <p:nvPr/>
          </p:nvSpPr>
          <p:spPr>
            <a:xfrm>
              <a:off x="6943969" y="2913489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216942 w 216941"/>
                <a:gd name="connsiteY4" fmla="*/ 108520 h 216941"/>
                <a:gd name="connsiteX5" fmla="*/ 108471 w 216941"/>
                <a:gd name="connsiteY5" fmla="*/ 216942 h 216941"/>
                <a:gd name="connsiteX6" fmla="*/ 108471 w 216941"/>
                <a:gd name="connsiteY6" fmla="*/ 79443 h 216941"/>
                <a:gd name="connsiteX7" fmla="*/ 79393 w 216941"/>
                <a:gd name="connsiteY7" fmla="*/ 108520 h 216941"/>
                <a:gd name="connsiteX8" fmla="*/ 108471 w 216941"/>
                <a:gd name="connsiteY8" fmla="*/ 137598 h 216941"/>
                <a:gd name="connsiteX9" fmla="*/ 137549 w 216941"/>
                <a:gd name="connsiteY9" fmla="*/ 108520 h 216941"/>
                <a:gd name="connsiteX10" fmla="*/ 108670 w 216941"/>
                <a:gd name="connsiteY10" fmla="*/ 79245 h 216941"/>
                <a:gd name="connsiteX11" fmla="*/ 108471 w 216941"/>
                <a:gd name="connsiteY11" fmla="*/ 79244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942" y="108486"/>
                    <a:pt x="216942" y="108506"/>
                    <a:pt x="216942" y="108520"/>
                  </a:cubicBezTo>
                  <a:cubicBezTo>
                    <a:pt x="216887" y="168398"/>
                    <a:pt x="168347" y="216912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2" y="79443"/>
                    <a:pt x="79393" y="92461"/>
                    <a:pt x="79393" y="108520"/>
                  </a:cubicBezTo>
                  <a:cubicBezTo>
                    <a:pt x="79393" y="124578"/>
                    <a:pt x="92412" y="137598"/>
                    <a:pt x="108471" y="137598"/>
                  </a:cubicBezTo>
                  <a:cubicBezTo>
                    <a:pt x="124530" y="137598"/>
                    <a:pt x="137549" y="124578"/>
                    <a:pt x="137549" y="108520"/>
                  </a:cubicBezTo>
                  <a:cubicBezTo>
                    <a:pt x="137658" y="92462"/>
                    <a:pt x="124729" y="79354"/>
                    <a:pt x="108670" y="79245"/>
                  </a:cubicBezTo>
                  <a:cubicBezTo>
                    <a:pt x="108604" y="79244"/>
                    <a:pt x="108537" y="79244"/>
                    <a:pt x="108471" y="7924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C3E41A3-1569-6E40-8357-0CFAAC234EAA}"/>
                </a:ext>
              </a:extLst>
            </p:cNvPr>
            <p:cNvSpPr/>
            <p:nvPr/>
          </p:nvSpPr>
          <p:spPr>
            <a:xfrm>
              <a:off x="6777988" y="2538704"/>
              <a:ext cx="833628" cy="833627"/>
            </a:xfrm>
            <a:custGeom>
              <a:avLst/>
              <a:gdLst>
                <a:gd name="connsiteX0" fmla="*/ 416814 w 833628"/>
                <a:gd name="connsiteY0" fmla="*/ 833628 h 833627"/>
                <a:gd name="connsiteX1" fmla="*/ 0 w 833628"/>
                <a:gd name="connsiteY1" fmla="*/ 416814 h 833627"/>
                <a:gd name="connsiteX2" fmla="*/ 416814 w 833628"/>
                <a:gd name="connsiteY2" fmla="*/ 0 h 833627"/>
                <a:gd name="connsiteX3" fmla="*/ 833629 w 833628"/>
                <a:gd name="connsiteY3" fmla="*/ 416814 h 833627"/>
                <a:gd name="connsiteX4" fmla="*/ 416814 w 833628"/>
                <a:gd name="connsiteY4" fmla="*/ 833628 h 833627"/>
                <a:gd name="connsiteX5" fmla="*/ 416814 w 833628"/>
                <a:gd name="connsiteY5" fmla="*/ 79393 h 833627"/>
                <a:gd name="connsiteX6" fmla="*/ 79393 w 833628"/>
                <a:gd name="connsiteY6" fmla="*/ 416814 h 833627"/>
                <a:gd name="connsiteX7" fmla="*/ 416814 w 833628"/>
                <a:gd name="connsiteY7" fmla="*/ 754234 h 833627"/>
                <a:gd name="connsiteX8" fmla="*/ 754235 w 833628"/>
                <a:gd name="connsiteY8" fmla="*/ 416814 h 833627"/>
                <a:gd name="connsiteX9" fmla="*/ 416814 w 833628"/>
                <a:gd name="connsiteY9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3628" h="833627">
                  <a:moveTo>
                    <a:pt x="416814" y="833628"/>
                  </a:moveTo>
                  <a:cubicBezTo>
                    <a:pt x="186614" y="833628"/>
                    <a:pt x="0" y="647014"/>
                    <a:pt x="0" y="416814"/>
                  </a:cubicBezTo>
                  <a:cubicBezTo>
                    <a:pt x="0" y="186614"/>
                    <a:pt x="186614" y="0"/>
                    <a:pt x="416814" y="0"/>
                  </a:cubicBezTo>
                  <a:cubicBezTo>
                    <a:pt x="647015" y="0"/>
                    <a:pt x="833629" y="186614"/>
                    <a:pt x="833629" y="416814"/>
                  </a:cubicBezTo>
                  <a:cubicBezTo>
                    <a:pt x="833380" y="646910"/>
                    <a:pt x="646911" y="833379"/>
                    <a:pt x="416814" y="833628"/>
                  </a:cubicBezTo>
                  <a:close/>
                  <a:moveTo>
                    <a:pt x="416814" y="79393"/>
                  </a:moveTo>
                  <a:cubicBezTo>
                    <a:pt x="230462" y="79393"/>
                    <a:pt x="79393" y="230461"/>
                    <a:pt x="79393" y="416814"/>
                  </a:cubicBezTo>
                  <a:cubicBezTo>
                    <a:pt x="79393" y="603164"/>
                    <a:pt x="230462" y="754234"/>
                    <a:pt x="416814" y="754234"/>
                  </a:cubicBezTo>
                  <a:cubicBezTo>
                    <a:pt x="603165" y="754234"/>
                    <a:pt x="754235" y="603164"/>
                    <a:pt x="754235" y="416814"/>
                  </a:cubicBezTo>
                  <a:cubicBezTo>
                    <a:pt x="754042" y="230541"/>
                    <a:pt x="603086" y="79585"/>
                    <a:pt x="41681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9" name="Picture Placeholder 55">
            <a:extLst>
              <a:ext uri="{FF2B5EF4-FFF2-40B4-BE49-F238E27FC236}">
                <a16:creationId xmlns:a16="http://schemas.microsoft.com/office/drawing/2014/main" id="{5E03872C-4A74-46E6-8EAB-3382C8F9D2AD}"/>
              </a:ext>
            </a:extLst>
          </p:cNvPr>
          <p:cNvGrpSpPr>
            <a:grpSpLocks noChangeAspect="1"/>
          </p:cNvGrpSpPr>
          <p:nvPr/>
        </p:nvGrpSpPr>
        <p:grpSpPr>
          <a:xfrm>
            <a:off x="8095248" y="2538456"/>
            <a:ext cx="834124" cy="834123"/>
            <a:chOff x="8095248" y="2538456"/>
            <a:chExt cx="834124" cy="834123"/>
          </a:xfrm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8F45D745-1E51-BE47-B087-890DC6114634}"/>
                </a:ext>
              </a:extLst>
            </p:cNvPr>
            <p:cNvSpPr/>
            <p:nvPr/>
          </p:nvSpPr>
          <p:spPr>
            <a:xfrm>
              <a:off x="8095248" y="2538456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CC1FD7C2-25CA-6F41-B2BA-BAB17A3F7937}"/>
                </a:ext>
              </a:extLst>
            </p:cNvPr>
            <p:cNvSpPr/>
            <p:nvPr/>
          </p:nvSpPr>
          <p:spPr>
            <a:xfrm>
              <a:off x="8468941" y="2865109"/>
              <a:ext cx="79393" cy="316927"/>
            </a:xfrm>
            <a:custGeom>
              <a:avLst/>
              <a:gdLst>
                <a:gd name="connsiteX0" fmla="*/ 39697 w 79393"/>
                <a:gd name="connsiteY0" fmla="*/ 316927 h 316927"/>
                <a:gd name="connsiteX1" fmla="*/ 0 w 79393"/>
                <a:gd name="connsiteY1" fmla="*/ 277231 h 316927"/>
                <a:gd name="connsiteX2" fmla="*/ 0 w 79393"/>
                <a:gd name="connsiteY2" fmla="*/ 39697 h 316927"/>
                <a:gd name="connsiteX3" fmla="*/ 39697 w 79393"/>
                <a:gd name="connsiteY3" fmla="*/ 0 h 316927"/>
                <a:gd name="connsiteX4" fmla="*/ 79393 w 79393"/>
                <a:gd name="connsiteY4" fmla="*/ 39697 h 316927"/>
                <a:gd name="connsiteX5" fmla="*/ 79393 w 79393"/>
                <a:gd name="connsiteY5" fmla="*/ 277231 h 316927"/>
                <a:gd name="connsiteX6" fmla="*/ 39697 w 79393"/>
                <a:gd name="connsiteY6" fmla="*/ 316927 h 31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6927">
                  <a:moveTo>
                    <a:pt x="39697" y="316927"/>
                  </a:moveTo>
                  <a:cubicBezTo>
                    <a:pt x="17773" y="316927"/>
                    <a:pt x="0" y="299153"/>
                    <a:pt x="0" y="2772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7231"/>
                  </a:lnTo>
                  <a:cubicBezTo>
                    <a:pt x="79393" y="299153"/>
                    <a:pt x="61621" y="316927"/>
                    <a:pt x="39697" y="31692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0354194-1415-4749-BD3F-2350B8512120}"/>
                </a:ext>
              </a:extLst>
            </p:cNvPr>
            <p:cNvSpPr/>
            <p:nvPr/>
          </p:nvSpPr>
          <p:spPr>
            <a:xfrm>
              <a:off x="8468940" y="2724848"/>
              <a:ext cx="79444" cy="79326"/>
            </a:xfrm>
            <a:custGeom>
              <a:avLst/>
              <a:gdLst>
                <a:gd name="connsiteX0" fmla="*/ 39698 w 79444"/>
                <a:gd name="connsiteY0" fmla="*/ 79327 h 79326"/>
                <a:gd name="connsiteX1" fmla="*/ 31957 w 79444"/>
                <a:gd name="connsiteY1" fmla="*/ 78582 h 79326"/>
                <a:gd name="connsiteX2" fmla="*/ 17667 w 79444"/>
                <a:gd name="connsiteY2" fmla="*/ 72678 h 79326"/>
                <a:gd name="connsiteX3" fmla="*/ 11613 w 79444"/>
                <a:gd name="connsiteY3" fmla="*/ 67715 h 79326"/>
                <a:gd name="connsiteX4" fmla="*/ 6651 w 79444"/>
                <a:gd name="connsiteY4" fmla="*/ 61711 h 79326"/>
                <a:gd name="connsiteX5" fmla="*/ 2979 w 79444"/>
                <a:gd name="connsiteY5" fmla="*/ 54864 h 79326"/>
                <a:gd name="connsiteX6" fmla="*/ 746 w 79444"/>
                <a:gd name="connsiteY6" fmla="*/ 47421 h 79326"/>
                <a:gd name="connsiteX7" fmla="*/ 2 w 79444"/>
                <a:gd name="connsiteY7" fmla="*/ 39630 h 79326"/>
                <a:gd name="connsiteX8" fmla="*/ 11613 w 79444"/>
                <a:gd name="connsiteY8" fmla="*/ 11594 h 79326"/>
                <a:gd name="connsiteX9" fmla="*/ 17667 w 79444"/>
                <a:gd name="connsiteY9" fmla="*/ 6632 h 79326"/>
                <a:gd name="connsiteX10" fmla="*/ 24514 w 79444"/>
                <a:gd name="connsiteY10" fmla="*/ 3010 h 79326"/>
                <a:gd name="connsiteX11" fmla="*/ 31957 w 79444"/>
                <a:gd name="connsiteY11" fmla="*/ 728 h 79326"/>
                <a:gd name="connsiteX12" fmla="*/ 67784 w 79444"/>
                <a:gd name="connsiteY12" fmla="*/ 11594 h 79326"/>
                <a:gd name="connsiteX13" fmla="*/ 72746 w 79444"/>
                <a:gd name="connsiteY13" fmla="*/ 17599 h 79326"/>
                <a:gd name="connsiteX14" fmla="*/ 76418 w 79444"/>
                <a:gd name="connsiteY14" fmla="*/ 24496 h 79326"/>
                <a:gd name="connsiteX15" fmla="*/ 78651 w 79444"/>
                <a:gd name="connsiteY15" fmla="*/ 31889 h 79326"/>
                <a:gd name="connsiteX16" fmla="*/ 78651 w 79444"/>
                <a:gd name="connsiteY16" fmla="*/ 47421 h 79326"/>
                <a:gd name="connsiteX17" fmla="*/ 76418 w 79444"/>
                <a:gd name="connsiteY17" fmla="*/ 54864 h 79326"/>
                <a:gd name="connsiteX18" fmla="*/ 72746 w 79444"/>
                <a:gd name="connsiteY18" fmla="*/ 61711 h 79326"/>
                <a:gd name="connsiteX19" fmla="*/ 67784 w 79444"/>
                <a:gd name="connsiteY19" fmla="*/ 67715 h 79326"/>
                <a:gd name="connsiteX20" fmla="*/ 61730 w 79444"/>
                <a:gd name="connsiteY20" fmla="*/ 72678 h 79326"/>
                <a:gd name="connsiteX21" fmla="*/ 47439 w 79444"/>
                <a:gd name="connsiteY21" fmla="*/ 78582 h 79326"/>
                <a:gd name="connsiteX22" fmla="*/ 39698 w 79444"/>
                <a:gd name="connsiteY22" fmla="*/ 79327 h 79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4" h="79326">
                  <a:moveTo>
                    <a:pt x="39698" y="79327"/>
                  </a:moveTo>
                  <a:cubicBezTo>
                    <a:pt x="37100" y="79327"/>
                    <a:pt x="34508" y="79078"/>
                    <a:pt x="31957" y="78582"/>
                  </a:cubicBezTo>
                  <a:cubicBezTo>
                    <a:pt x="26863" y="77535"/>
                    <a:pt x="22014" y="75531"/>
                    <a:pt x="17667" y="72678"/>
                  </a:cubicBezTo>
                  <a:cubicBezTo>
                    <a:pt x="15487" y="71232"/>
                    <a:pt x="13459" y="69569"/>
                    <a:pt x="11613" y="67715"/>
                  </a:cubicBezTo>
                  <a:cubicBezTo>
                    <a:pt x="9770" y="65878"/>
                    <a:pt x="8108" y="63867"/>
                    <a:pt x="6651" y="61711"/>
                  </a:cubicBezTo>
                  <a:cubicBezTo>
                    <a:pt x="5215" y="59549"/>
                    <a:pt x="3986" y="57256"/>
                    <a:pt x="2979" y="54864"/>
                  </a:cubicBezTo>
                  <a:cubicBezTo>
                    <a:pt x="1995" y="52461"/>
                    <a:pt x="1247" y="49968"/>
                    <a:pt x="746" y="47421"/>
                  </a:cubicBezTo>
                  <a:cubicBezTo>
                    <a:pt x="226" y="44857"/>
                    <a:pt x="-23" y="42246"/>
                    <a:pt x="2" y="39630"/>
                  </a:cubicBezTo>
                  <a:cubicBezTo>
                    <a:pt x="7" y="29116"/>
                    <a:pt x="4183" y="19033"/>
                    <a:pt x="11613" y="11594"/>
                  </a:cubicBezTo>
                  <a:cubicBezTo>
                    <a:pt x="13472" y="9755"/>
                    <a:pt x="15498" y="8094"/>
                    <a:pt x="17667" y="6632"/>
                  </a:cubicBezTo>
                  <a:cubicBezTo>
                    <a:pt x="19836" y="5221"/>
                    <a:pt x="22127" y="4008"/>
                    <a:pt x="24514" y="3010"/>
                  </a:cubicBezTo>
                  <a:cubicBezTo>
                    <a:pt x="26913" y="2003"/>
                    <a:pt x="29406" y="1239"/>
                    <a:pt x="31957" y="728"/>
                  </a:cubicBezTo>
                  <a:cubicBezTo>
                    <a:pt x="44961" y="-1781"/>
                    <a:pt x="58365" y="2284"/>
                    <a:pt x="67784" y="11594"/>
                  </a:cubicBezTo>
                  <a:cubicBezTo>
                    <a:pt x="69627" y="13432"/>
                    <a:pt x="71288" y="15443"/>
                    <a:pt x="72746" y="17599"/>
                  </a:cubicBezTo>
                  <a:cubicBezTo>
                    <a:pt x="74194" y="19771"/>
                    <a:pt x="75423" y="22082"/>
                    <a:pt x="76418" y="24496"/>
                  </a:cubicBezTo>
                  <a:cubicBezTo>
                    <a:pt x="77408" y="26879"/>
                    <a:pt x="78156" y="29356"/>
                    <a:pt x="78651" y="31889"/>
                  </a:cubicBezTo>
                  <a:cubicBezTo>
                    <a:pt x="79709" y="37012"/>
                    <a:pt x="79709" y="42298"/>
                    <a:pt x="78651" y="47421"/>
                  </a:cubicBezTo>
                  <a:cubicBezTo>
                    <a:pt x="78149" y="49968"/>
                    <a:pt x="77402" y="52461"/>
                    <a:pt x="76418" y="54864"/>
                  </a:cubicBezTo>
                  <a:cubicBezTo>
                    <a:pt x="75411" y="57256"/>
                    <a:pt x="74182" y="59549"/>
                    <a:pt x="72746" y="61711"/>
                  </a:cubicBezTo>
                  <a:cubicBezTo>
                    <a:pt x="71288" y="63867"/>
                    <a:pt x="69627" y="65878"/>
                    <a:pt x="67784" y="67715"/>
                  </a:cubicBezTo>
                  <a:cubicBezTo>
                    <a:pt x="65938" y="69569"/>
                    <a:pt x="63910" y="71232"/>
                    <a:pt x="61730" y="72678"/>
                  </a:cubicBezTo>
                  <a:cubicBezTo>
                    <a:pt x="57383" y="75532"/>
                    <a:pt x="52533" y="77535"/>
                    <a:pt x="47439" y="78582"/>
                  </a:cubicBezTo>
                  <a:cubicBezTo>
                    <a:pt x="44889" y="79078"/>
                    <a:pt x="42296" y="79327"/>
                    <a:pt x="39698" y="793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4" name="Picture Placeholder 57">
            <a:extLst>
              <a:ext uri="{FF2B5EF4-FFF2-40B4-BE49-F238E27FC236}">
                <a16:creationId xmlns:a16="http://schemas.microsoft.com/office/drawing/2014/main" id="{AF1AAD95-53DA-4B07-A110-5FC366D443D1}"/>
              </a:ext>
            </a:extLst>
          </p:cNvPr>
          <p:cNvGrpSpPr>
            <a:grpSpLocks noChangeAspect="1"/>
          </p:cNvGrpSpPr>
          <p:nvPr/>
        </p:nvGrpSpPr>
        <p:grpSpPr>
          <a:xfrm>
            <a:off x="9408487" y="2630502"/>
            <a:ext cx="842659" cy="650030"/>
            <a:chOff x="9408487" y="2630502"/>
            <a:chExt cx="842659" cy="650030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82F039E-0714-B544-9A42-A752598CC4C2}"/>
                </a:ext>
              </a:extLst>
            </p:cNvPr>
            <p:cNvSpPr/>
            <p:nvPr/>
          </p:nvSpPr>
          <p:spPr>
            <a:xfrm>
              <a:off x="9506836" y="2814099"/>
              <a:ext cx="744311" cy="466434"/>
            </a:xfrm>
            <a:custGeom>
              <a:avLst/>
              <a:gdLst>
                <a:gd name="connsiteX0" fmla="*/ 511094 w 744311"/>
                <a:gd name="connsiteY0" fmla="*/ 466434 h 466434"/>
                <a:gd name="connsiteX1" fmla="*/ 233218 w 744311"/>
                <a:gd name="connsiteY1" fmla="*/ 466434 h 466434"/>
                <a:gd name="connsiteX2" fmla="*/ 0 w 744311"/>
                <a:gd name="connsiteY2" fmla="*/ 233217 h 466434"/>
                <a:gd name="connsiteX3" fmla="*/ 233218 w 744311"/>
                <a:gd name="connsiteY3" fmla="*/ 0 h 466434"/>
                <a:gd name="connsiteX4" fmla="*/ 511094 w 744311"/>
                <a:gd name="connsiteY4" fmla="*/ 0 h 466434"/>
                <a:gd name="connsiteX5" fmla="*/ 744311 w 744311"/>
                <a:gd name="connsiteY5" fmla="*/ 233217 h 466434"/>
                <a:gd name="connsiteX6" fmla="*/ 511094 w 744311"/>
                <a:gd name="connsiteY6" fmla="*/ 466434 h 466434"/>
                <a:gd name="connsiteX7" fmla="*/ 233218 w 744311"/>
                <a:gd name="connsiteY7" fmla="*/ 79393 h 466434"/>
                <a:gd name="connsiteX8" fmla="*/ 79393 w 744311"/>
                <a:gd name="connsiteY8" fmla="*/ 233217 h 466434"/>
                <a:gd name="connsiteX9" fmla="*/ 233218 w 744311"/>
                <a:gd name="connsiteY9" fmla="*/ 387041 h 466434"/>
                <a:gd name="connsiteX10" fmla="*/ 511094 w 744311"/>
                <a:gd name="connsiteY10" fmla="*/ 387041 h 466434"/>
                <a:gd name="connsiteX11" fmla="*/ 664918 w 744311"/>
                <a:gd name="connsiteY11" fmla="*/ 233217 h 466434"/>
                <a:gd name="connsiteX12" fmla="*/ 511094 w 744311"/>
                <a:gd name="connsiteY12" fmla="*/ 79393 h 46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4311" h="466434">
                  <a:moveTo>
                    <a:pt x="511094" y="466434"/>
                  </a:moveTo>
                  <a:lnTo>
                    <a:pt x="233218" y="466434"/>
                  </a:lnTo>
                  <a:cubicBezTo>
                    <a:pt x="104415" y="466434"/>
                    <a:pt x="0" y="362018"/>
                    <a:pt x="0" y="233217"/>
                  </a:cubicBezTo>
                  <a:cubicBezTo>
                    <a:pt x="0" y="104415"/>
                    <a:pt x="104415" y="0"/>
                    <a:pt x="233218" y="0"/>
                  </a:cubicBezTo>
                  <a:lnTo>
                    <a:pt x="511094" y="0"/>
                  </a:lnTo>
                  <a:cubicBezTo>
                    <a:pt x="639894" y="0"/>
                    <a:pt x="744311" y="104415"/>
                    <a:pt x="744311" y="233217"/>
                  </a:cubicBezTo>
                  <a:cubicBezTo>
                    <a:pt x="744311" y="362018"/>
                    <a:pt x="639894" y="466434"/>
                    <a:pt x="511094" y="466434"/>
                  </a:cubicBezTo>
                  <a:close/>
                  <a:moveTo>
                    <a:pt x="233218" y="79393"/>
                  </a:moveTo>
                  <a:cubicBezTo>
                    <a:pt x="148263" y="79393"/>
                    <a:pt x="79393" y="148263"/>
                    <a:pt x="79393" y="233217"/>
                  </a:cubicBezTo>
                  <a:cubicBezTo>
                    <a:pt x="79393" y="318173"/>
                    <a:pt x="148263" y="387041"/>
                    <a:pt x="233218" y="387041"/>
                  </a:cubicBezTo>
                  <a:lnTo>
                    <a:pt x="511094" y="387041"/>
                  </a:lnTo>
                  <a:cubicBezTo>
                    <a:pt x="596049" y="387041"/>
                    <a:pt x="664918" y="318173"/>
                    <a:pt x="664918" y="233217"/>
                  </a:cubicBezTo>
                  <a:cubicBezTo>
                    <a:pt x="664918" y="148263"/>
                    <a:pt x="596049" y="79393"/>
                    <a:pt x="51109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C6D2886-3002-C448-9351-10451443163B}"/>
                </a:ext>
              </a:extLst>
            </p:cNvPr>
            <p:cNvSpPr/>
            <p:nvPr/>
          </p:nvSpPr>
          <p:spPr>
            <a:xfrm>
              <a:off x="9408487" y="2630502"/>
              <a:ext cx="744311" cy="466434"/>
            </a:xfrm>
            <a:custGeom>
              <a:avLst/>
              <a:gdLst>
                <a:gd name="connsiteX0" fmla="*/ 511094 w 744311"/>
                <a:gd name="connsiteY0" fmla="*/ 466434 h 466434"/>
                <a:gd name="connsiteX1" fmla="*/ 233218 w 744311"/>
                <a:gd name="connsiteY1" fmla="*/ 466434 h 466434"/>
                <a:gd name="connsiteX2" fmla="*/ 0 w 744311"/>
                <a:gd name="connsiteY2" fmla="*/ 233217 h 466434"/>
                <a:gd name="connsiteX3" fmla="*/ 233218 w 744311"/>
                <a:gd name="connsiteY3" fmla="*/ 0 h 466434"/>
                <a:gd name="connsiteX4" fmla="*/ 511094 w 744311"/>
                <a:gd name="connsiteY4" fmla="*/ 0 h 466434"/>
                <a:gd name="connsiteX5" fmla="*/ 744311 w 744311"/>
                <a:gd name="connsiteY5" fmla="*/ 233217 h 466434"/>
                <a:gd name="connsiteX6" fmla="*/ 511094 w 744311"/>
                <a:gd name="connsiteY6" fmla="*/ 466434 h 466434"/>
                <a:gd name="connsiteX7" fmla="*/ 233218 w 744311"/>
                <a:gd name="connsiteY7" fmla="*/ 79393 h 466434"/>
                <a:gd name="connsiteX8" fmla="*/ 79393 w 744311"/>
                <a:gd name="connsiteY8" fmla="*/ 233217 h 466434"/>
                <a:gd name="connsiteX9" fmla="*/ 233218 w 744311"/>
                <a:gd name="connsiteY9" fmla="*/ 387041 h 466434"/>
                <a:gd name="connsiteX10" fmla="*/ 511094 w 744311"/>
                <a:gd name="connsiteY10" fmla="*/ 387041 h 466434"/>
                <a:gd name="connsiteX11" fmla="*/ 664918 w 744311"/>
                <a:gd name="connsiteY11" fmla="*/ 233217 h 466434"/>
                <a:gd name="connsiteX12" fmla="*/ 511094 w 744311"/>
                <a:gd name="connsiteY12" fmla="*/ 79393 h 46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4311" h="466434">
                  <a:moveTo>
                    <a:pt x="511094" y="466434"/>
                  </a:moveTo>
                  <a:lnTo>
                    <a:pt x="233218" y="466434"/>
                  </a:lnTo>
                  <a:cubicBezTo>
                    <a:pt x="104415" y="466434"/>
                    <a:pt x="0" y="362020"/>
                    <a:pt x="0" y="233217"/>
                  </a:cubicBezTo>
                  <a:cubicBezTo>
                    <a:pt x="0" y="104415"/>
                    <a:pt x="104415" y="0"/>
                    <a:pt x="233218" y="0"/>
                  </a:cubicBezTo>
                  <a:lnTo>
                    <a:pt x="511094" y="0"/>
                  </a:lnTo>
                  <a:cubicBezTo>
                    <a:pt x="639894" y="0"/>
                    <a:pt x="744311" y="104415"/>
                    <a:pt x="744311" y="233217"/>
                  </a:cubicBezTo>
                  <a:cubicBezTo>
                    <a:pt x="744311" y="362020"/>
                    <a:pt x="639894" y="466434"/>
                    <a:pt x="511094" y="466434"/>
                  </a:cubicBezTo>
                  <a:close/>
                  <a:moveTo>
                    <a:pt x="233218" y="79393"/>
                  </a:moveTo>
                  <a:cubicBezTo>
                    <a:pt x="148263" y="79393"/>
                    <a:pt x="79393" y="148263"/>
                    <a:pt x="79393" y="233217"/>
                  </a:cubicBezTo>
                  <a:cubicBezTo>
                    <a:pt x="79393" y="318172"/>
                    <a:pt x="148263" y="387041"/>
                    <a:pt x="233218" y="387041"/>
                  </a:cubicBezTo>
                  <a:lnTo>
                    <a:pt x="511094" y="387041"/>
                  </a:lnTo>
                  <a:cubicBezTo>
                    <a:pt x="596049" y="387041"/>
                    <a:pt x="664918" y="318172"/>
                    <a:pt x="664918" y="233217"/>
                  </a:cubicBezTo>
                  <a:cubicBezTo>
                    <a:pt x="664918" y="148263"/>
                    <a:pt x="596049" y="79393"/>
                    <a:pt x="51109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7" name="Picture Placeholder 85">
            <a:extLst>
              <a:ext uri="{FF2B5EF4-FFF2-40B4-BE49-F238E27FC236}">
                <a16:creationId xmlns:a16="http://schemas.microsoft.com/office/drawing/2014/main" id="{A73C5515-A6E4-4F00-A3BD-1C811FE99BBE}"/>
              </a:ext>
            </a:extLst>
          </p:cNvPr>
          <p:cNvGrpSpPr>
            <a:grpSpLocks noChangeAspect="1"/>
          </p:cNvGrpSpPr>
          <p:nvPr/>
        </p:nvGrpSpPr>
        <p:grpSpPr>
          <a:xfrm>
            <a:off x="1534106" y="3657240"/>
            <a:ext cx="781278" cy="834024"/>
            <a:chOff x="1534106" y="3657240"/>
            <a:chExt cx="781278" cy="834024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D1B52C1-F9ED-8E4A-9CD9-7293F1AC301C}"/>
                </a:ext>
              </a:extLst>
            </p:cNvPr>
            <p:cNvSpPr/>
            <p:nvPr/>
          </p:nvSpPr>
          <p:spPr>
            <a:xfrm>
              <a:off x="1885073" y="4119110"/>
              <a:ext cx="80286" cy="371361"/>
            </a:xfrm>
            <a:custGeom>
              <a:avLst/>
              <a:gdLst>
                <a:gd name="connsiteX0" fmla="*/ 40590 w 80286"/>
                <a:gd name="connsiteY0" fmla="*/ 371361 h 371361"/>
                <a:gd name="connsiteX1" fmla="*/ 893 w 80286"/>
                <a:gd name="connsiteY1" fmla="*/ 331665 h 371361"/>
                <a:gd name="connsiteX2" fmla="*/ 0 w 80286"/>
                <a:gd name="connsiteY2" fmla="*/ 39697 h 371361"/>
                <a:gd name="connsiteX3" fmla="*/ 39697 w 80286"/>
                <a:gd name="connsiteY3" fmla="*/ 0 h 371361"/>
                <a:gd name="connsiteX4" fmla="*/ 39697 w 80286"/>
                <a:gd name="connsiteY4" fmla="*/ 0 h 371361"/>
                <a:gd name="connsiteX5" fmla="*/ 79393 w 80286"/>
                <a:gd name="connsiteY5" fmla="*/ 39697 h 371361"/>
                <a:gd name="connsiteX6" fmla="*/ 80286 w 80286"/>
                <a:gd name="connsiteY6" fmla="*/ 331665 h 371361"/>
                <a:gd name="connsiteX7" fmla="*/ 40590 w 80286"/>
                <a:gd name="connsiteY7" fmla="*/ 371361 h 37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371361">
                  <a:moveTo>
                    <a:pt x="40590" y="371361"/>
                  </a:moveTo>
                  <a:cubicBezTo>
                    <a:pt x="18666" y="371361"/>
                    <a:pt x="893" y="353587"/>
                    <a:pt x="893" y="33166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80286" y="331665"/>
                  </a:lnTo>
                  <a:cubicBezTo>
                    <a:pt x="80286" y="353587"/>
                    <a:pt x="62514" y="371361"/>
                    <a:pt x="40590" y="3713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66EC6D7E-C609-784F-867C-6ACE3E39A5B7}"/>
                </a:ext>
              </a:extLst>
            </p:cNvPr>
            <p:cNvSpPr/>
            <p:nvPr/>
          </p:nvSpPr>
          <p:spPr>
            <a:xfrm>
              <a:off x="2166567" y="4332479"/>
              <a:ext cx="80743" cy="158786"/>
            </a:xfrm>
            <a:custGeom>
              <a:avLst/>
              <a:gdLst>
                <a:gd name="connsiteX0" fmla="*/ 39751 w 80743"/>
                <a:gd name="connsiteY0" fmla="*/ 158786 h 158786"/>
                <a:gd name="connsiteX1" fmla="*/ 39057 w 80743"/>
                <a:gd name="connsiteY1" fmla="*/ 158786 h 158786"/>
                <a:gd name="connsiteX2" fmla="*/ 5 w 80743"/>
                <a:gd name="connsiteY2" fmla="*/ 118455 h 158786"/>
                <a:gd name="connsiteX3" fmla="*/ 5 w 80743"/>
                <a:gd name="connsiteY3" fmla="*/ 118445 h 158786"/>
                <a:gd name="connsiteX4" fmla="*/ 1345 w 80743"/>
                <a:gd name="connsiteY4" fmla="*/ 39051 h 158786"/>
                <a:gd name="connsiteX5" fmla="*/ 41042 w 80743"/>
                <a:gd name="connsiteY5" fmla="*/ 0 h 158786"/>
                <a:gd name="connsiteX6" fmla="*/ 41687 w 80743"/>
                <a:gd name="connsiteY6" fmla="*/ 0 h 158786"/>
                <a:gd name="connsiteX7" fmla="*/ 80738 w 80743"/>
                <a:gd name="connsiteY7" fmla="*/ 40332 h 158786"/>
                <a:gd name="connsiteX8" fmla="*/ 80738 w 80743"/>
                <a:gd name="connsiteY8" fmla="*/ 40342 h 158786"/>
                <a:gd name="connsiteX9" fmla="*/ 79398 w 80743"/>
                <a:gd name="connsiteY9" fmla="*/ 119735 h 158786"/>
                <a:gd name="connsiteX10" fmla="*/ 39751 w 80743"/>
                <a:gd name="connsiteY10" fmla="*/ 158786 h 158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0743" h="158786">
                  <a:moveTo>
                    <a:pt x="39751" y="158786"/>
                  </a:moveTo>
                  <a:lnTo>
                    <a:pt x="39057" y="158786"/>
                  </a:lnTo>
                  <a:cubicBezTo>
                    <a:pt x="17134" y="158434"/>
                    <a:pt x="-347" y="140377"/>
                    <a:pt x="5" y="118455"/>
                  </a:cubicBezTo>
                  <a:cubicBezTo>
                    <a:pt x="5" y="118450"/>
                    <a:pt x="5" y="118450"/>
                    <a:pt x="5" y="118445"/>
                  </a:cubicBezTo>
                  <a:lnTo>
                    <a:pt x="1345" y="39051"/>
                  </a:lnTo>
                  <a:cubicBezTo>
                    <a:pt x="1697" y="17382"/>
                    <a:pt x="19367" y="-5"/>
                    <a:pt x="41042" y="0"/>
                  </a:cubicBezTo>
                  <a:lnTo>
                    <a:pt x="41687" y="0"/>
                  </a:lnTo>
                  <a:cubicBezTo>
                    <a:pt x="63609" y="352"/>
                    <a:pt x="81091" y="18409"/>
                    <a:pt x="80738" y="40332"/>
                  </a:cubicBezTo>
                  <a:cubicBezTo>
                    <a:pt x="80738" y="40337"/>
                    <a:pt x="80738" y="40337"/>
                    <a:pt x="80738" y="40342"/>
                  </a:cubicBezTo>
                  <a:lnTo>
                    <a:pt x="79398" y="119735"/>
                  </a:lnTo>
                  <a:cubicBezTo>
                    <a:pt x="79046" y="141389"/>
                    <a:pt x="61406" y="158761"/>
                    <a:pt x="39751" y="15878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62E4DEFF-E5C7-DC46-818E-E62FCB4AA542}"/>
                </a:ext>
              </a:extLst>
            </p:cNvPr>
            <p:cNvSpPr/>
            <p:nvPr/>
          </p:nvSpPr>
          <p:spPr>
            <a:xfrm>
              <a:off x="1602235" y="3657637"/>
              <a:ext cx="79393" cy="148862"/>
            </a:xfrm>
            <a:custGeom>
              <a:avLst/>
              <a:gdLst>
                <a:gd name="connsiteX0" fmla="*/ 39697 w 79393"/>
                <a:gd name="connsiteY0" fmla="*/ 148862 h 148862"/>
                <a:gd name="connsiteX1" fmla="*/ 0 w 79393"/>
                <a:gd name="connsiteY1" fmla="*/ 109166 h 148862"/>
                <a:gd name="connsiteX2" fmla="*/ 0 w 79393"/>
                <a:gd name="connsiteY2" fmla="*/ 39697 h 148862"/>
                <a:gd name="connsiteX3" fmla="*/ 39697 w 79393"/>
                <a:gd name="connsiteY3" fmla="*/ 0 h 148862"/>
                <a:gd name="connsiteX4" fmla="*/ 79393 w 79393"/>
                <a:gd name="connsiteY4" fmla="*/ 39697 h 148862"/>
                <a:gd name="connsiteX5" fmla="*/ 79393 w 79393"/>
                <a:gd name="connsiteY5" fmla="*/ 109166 h 148862"/>
                <a:gd name="connsiteX6" fmla="*/ 39697 w 79393"/>
                <a:gd name="connsiteY6" fmla="*/ 148862 h 14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8862">
                  <a:moveTo>
                    <a:pt x="39697" y="148862"/>
                  </a:moveTo>
                  <a:cubicBezTo>
                    <a:pt x="17773" y="148862"/>
                    <a:pt x="0" y="131089"/>
                    <a:pt x="0" y="1091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09166"/>
                  </a:lnTo>
                  <a:cubicBezTo>
                    <a:pt x="79393" y="131089"/>
                    <a:pt x="61621" y="148862"/>
                    <a:pt x="39697" y="1488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8BD4FDE-423F-5C4A-9B25-6D572DF68062}"/>
                </a:ext>
              </a:extLst>
            </p:cNvPr>
            <p:cNvSpPr/>
            <p:nvPr/>
          </p:nvSpPr>
          <p:spPr>
            <a:xfrm>
              <a:off x="1602285" y="3866044"/>
              <a:ext cx="79393" cy="625220"/>
            </a:xfrm>
            <a:custGeom>
              <a:avLst/>
              <a:gdLst>
                <a:gd name="connsiteX0" fmla="*/ 39697 w 79393"/>
                <a:gd name="connsiteY0" fmla="*/ 625221 h 625220"/>
                <a:gd name="connsiteX1" fmla="*/ 0 w 79393"/>
                <a:gd name="connsiteY1" fmla="*/ 585524 h 625220"/>
                <a:gd name="connsiteX2" fmla="*/ 0 w 79393"/>
                <a:gd name="connsiteY2" fmla="*/ 39697 h 625220"/>
                <a:gd name="connsiteX3" fmla="*/ 39697 w 79393"/>
                <a:gd name="connsiteY3" fmla="*/ 0 h 625220"/>
                <a:gd name="connsiteX4" fmla="*/ 79393 w 79393"/>
                <a:gd name="connsiteY4" fmla="*/ 39697 h 625220"/>
                <a:gd name="connsiteX5" fmla="*/ 79393 w 79393"/>
                <a:gd name="connsiteY5" fmla="*/ 585524 h 625220"/>
                <a:gd name="connsiteX6" fmla="*/ 39697 w 79393"/>
                <a:gd name="connsiteY6" fmla="*/ 625221 h 62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5220">
                  <a:moveTo>
                    <a:pt x="39697" y="625221"/>
                  </a:moveTo>
                  <a:cubicBezTo>
                    <a:pt x="17773" y="625221"/>
                    <a:pt x="0" y="607447"/>
                    <a:pt x="0" y="5855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85524"/>
                  </a:lnTo>
                  <a:cubicBezTo>
                    <a:pt x="79393" y="607447"/>
                    <a:pt x="61621" y="625221"/>
                    <a:pt x="39697" y="6252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49943C1-D933-F14B-8DEC-47BB92DC37B5}"/>
                </a:ext>
              </a:extLst>
            </p:cNvPr>
            <p:cNvSpPr/>
            <p:nvPr/>
          </p:nvSpPr>
          <p:spPr>
            <a:xfrm>
              <a:off x="1885470" y="3657389"/>
              <a:ext cx="80286" cy="371361"/>
            </a:xfrm>
            <a:custGeom>
              <a:avLst/>
              <a:gdLst>
                <a:gd name="connsiteX0" fmla="*/ 40590 w 80286"/>
                <a:gd name="connsiteY0" fmla="*/ 371361 h 371361"/>
                <a:gd name="connsiteX1" fmla="*/ 893 w 80286"/>
                <a:gd name="connsiteY1" fmla="*/ 331665 h 371361"/>
                <a:gd name="connsiteX2" fmla="*/ 0 w 80286"/>
                <a:gd name="connsiteY2" fmla="*/ 39697 h 371361"/>
                <a:gd name="connsiteX3" fmla="*/ 39697 w 80286"/>
                <a:gd name="connsiteY3" fmla="*/ 0 h 371361"/>
                <a:gd name="connsiteX4" fmla="*/ 39697 w 80286"/>
                <a:gd name="connsiteY4" fmla="*/ 0 h 371361"/>
                <a:gd name="connsiteX5" fmla="*/ 79393 w 80286"/>
                <a:gd name="connsiteY5" fmla="*/ 39697 h 371361"/>
                <a:gd name="connsiteX6" fmla="*/ 80286 w 80286"/>
                <a:gd name="connsiteY6" fmla="*/ 331665 h 371361"/>
                <a:gd name="connsiteX7" fmla="*/ 40590 w 80286"/>
                <a:gd name="connsiteY7" fmla="*/ 371361 h 37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371361">
                  <a:moveTo>
                    <a:pt x="40590" y="371361"/>
                  </a:moveTo>
                  <a:cubicBezTo>
                    <a:pt x="18666" y="371361"/>
                    <a:pt x="893" y="353589"/>
                    <a:pt x="893" y="33166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286" y="331665"/>
                  </a:lnTo>
                  <a:cubicBezTo>
                    <a:pt x="80286" y="353589"/>
                    <a:pt x="62514" y="371361"/>
                    <a:pt x="40590" y="3713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DFF1671-C521-5645-A9D0-2528FB0EB48A}"/>
                </a:ext>
              </a:extLst>
            </p:cNvPr>
            <p:cNvSpPr/>
            <p:nvPr/>
          </p:nvSpPr>
          <p:spPr>
            <a:xfrm>
              <a:off x="2165431" y="3657240"/>
              <a:ext cx="82122" cy="615941"/>
            </a:xfrm>
            <a:custGeom>
              <a:avLst/>
              <a:gdLst>
                <a:gd name="connsiteX0" fmla="*/ 42178 w 82122"/>
                <a:gd name="connsiteY0" fmla="*/ 615693 h 615941"/>
                <a:gd name="connsiteX1" fmla="*/ 2481 w 82122"/>
                <a:gd name="connsiteY1" fmla="*/ 575997 h 615941"/>
                <a:gd name="connsiteX2" fmla="*/ 0 w 82122"/>
                <a:gd name="connsiteY2" fmla="*/ 39697 h 615941"/>
                <a:gd name="connsiteX3" fmla="*/ 39697 w 82122"/>
                <a:gd name="connsiteY3" fmla="*/ 0 h 615941"/>
                <a:gd name="connsiteX4" fmla="*/ 39697 w 82122"/>
                <a:gd name="connsiteY4" fmla="*/ 0 h 615941"/>
                <a:gd name="connsiteX5" fmla="*/ 79393 w 82122"/>
                <a:gd name="connsiteY5" fmla="*/ 39697 h 615941"/>
                <a:gd name="connsiteX6" fmla="*/ 82122 w 82122"/>
                <a:gd name="connsiteY6" fmla="*/ 576245 h 615941"/>
                <a:gd name="connsiteX7" fmla="*/ 42426 w 82122"/>
                <a:gd name="connsiteY7" fmla="*/ 615942 h 61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122" h="615941">
                  <a:moveTo>
                    <a:pt x="42178" y="615693"/>
                  </a:moveTo>
                  <a:cubicBezTo>
                    <a:pt x="20255" y="615693"/>
                    <a:pt x="2481" y="597919"/>
                    <a:pt x="2481" y="57599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82122" y="576245"/>
                  </a:lnTo>
                  <a:cubicBezTo>
                    <a:pt x="82122" y="598167"/>
                    <a:pt x="64348" y="615942"/>
                    <a:pt x="42426" y="6159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4DD63643-F0A2-6B47-A048-4AEF3E57E12A}"/>
                </a:ext>
              </a:extLst>
            </p:cNvPr>
            <p:cNvSpPr/>
            <p:nvPr/>
          </p:nvSpPr>
          <p:spPr>
            <a:xfrm>
              <a:off x="1534106" y="3727007"/>
              <a:ext cx="216941" cy="216941"/>
            </a:xfrm>
            <a:custGeom>
              <a:avLst/>
              <a:gdLst>
                <a:gd name="connsiteX0" fmla="*/ 108521 w 216941"/>
                <a:gd name="connsiteY0" fmla="*/ 216942 h 216941"/>
                <a:gd name="connsiteX1" fmla="*/ 0 w 216941"/>
                <a:gd name="connsiteY1" fmla="*/ 108520 h 216941"/>
                <a:gd name="connsiteX2" fmla="*/ 108421 w 216941"/>
                <a:gd name="connsiteY2" fmla="*/ 0 h 216941"/>
                <a:gd name="connsiteX3" fmla="*/ 216942 w 216941"/>
                <a:gd name="connsiteY3" fmla="*/ 108421 h 216941"/>
                <a:gd name="connsiteX4" fmla="*/ 216942 w 216941"/>
                <a:gd name="connsiteY4" fmla="*/ 108520 h 216941"/>
                <a:gd name="connsiteX5" fmla="*/ 108521 w 216941"/>
                <a:gd name="connsiteY5" fmla="*/ 216942 h 216941"/>
                <a:gd name="connsiteX6" fmla="*/ 108521 w 216941"/>
                <a:gd name="connsiteY6" fmla="*/ 79443 h 216941"/>
                <a:gd name="connsiteX7" fmla="*/ 79393 w 216941"/>
                <a:gd name="connsiteY7" fmla="*/ 108471 h 216941"/>
                <a:gd name="connsiteX8" fmla="*/ 108421 w 216941"/>
                <a:gd name="connsiteY8" fmla="*/ 137598 h 216941"/>
                <a:gd name="connsiteX9" fmla="*/ 137549 w 216941"/>
                <a:gd name="connsiteY9" fmla="*/ 108570 h 216941"/>
                <a:gd name="connsiteX10" fmla="*/ 137549 w 216941"/>
                <a:gd name="connsiteY10" fmla="*/ 108520 h 216941"/>
                <a:gd name="connsiteX11" fmla="*/ 10852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521" y="216942"/>
                  </a:moveTo>
                  <a:cubicBezTo>
                    <a:pt x="48614" y="216969"/>
                    <a:pt x="27" y="168427"/>
                    <a:pt x="0" y="108520"/>
                  </a:cubicBezTo>
                  <a:cubicBezTo>
                    <a:pt x="-27" y="48614"/>
                    <a:pt x="48515" y="27"/>
                    <a:pt x="108421" y="0"/>
                  </a:cubicBezTo>
                  <a:cubicBezTo>
                    <a:pt x="168328" y="-27"/>
                    <a:pt x="216915" y="48515"/>
                    <a:pt x="216942" y="108421"/>
                  </a:cubicBezTo>
                  <a:cubicBezTo>
                    <a:pt x="216942" y="108454"/>
                    <a:pt x="216942" y="108487"/>
                    <a:pt x="216942" y="108520"/>
                  </a:cubicBezTo>
                  <a:cubicBezTo>
                    <a:pt x="216860" y="168366"/>
                    <a:pt x="168366" y="216860"/>
                    <a:pt x="108521" y="216942"/>
                  </a:cubicBezTo>
                  <a:close/>
                  <a:moveTo>
                    <a:pt x="108521" y="79443"/>
                  </a:moveTo>
                  <a:cubicBezTo>
                    <a:pt x="92461" y="79415"/>
                    <a:pt x="79420" y="92412"/>
                    <a:pt x="79393" y="108471"/>
                  </a:cubicBezTo>
                  <a:cubicBezTo>
                    <a:pt x="79366" y="124530"/>
                    <a:pt x="92362" y="137571"/>
                    <a:pt x="108421" y="137598"/>
                  </a:cubicBezTo>
                  <a:cubicBezTo>
                    <a:pt x="124481" y="137625"/>
                    <a:pt x="137521" y="124629"/>
                    <a:pt x="137549" y="108570"/>
                  </a:cubicBezTo>
                  <a:cubicBezTo>
                    <a:pt x="137549" y="108554"/>
                    <a:pt x="137549" y="108537"/>
                    <a:pt x="137549" y="108520"/>
                  </a:cubicBezTo>
                  <a:cubicBezTo>
                    <a:pt x="137521" y="92492"/>
                    <a:pt x="124549" y="79497"/>
                    <a:pt x="108521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C06D1E9-B200-D642-98D8-CA78D72CC94F}"/>
                </a:ext>
              </a:extLst>
            </p:cNvPr>
            <p:cNvSpPr/>
            <p:nvPr/>
          </p:nvSpPr>
          <p:spPr>
            <a:xfrm>
              <a:off x="2098443" y="4194037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521 w 216941"/>
                <a:gd name="connsiteY10" fmla="*/ 79443 h 216941"/>
                <a:gd name="connsiteX11" fmla="*/ 10847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3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3"/>
                    <a:pt x="79393" y="108520"/>
                  </a:cubicBezTo>
                  <a:cubicBezTo>
                    <a:pt x="79393" y="124578"/>
                    <a:pt x="92414" y="137598"/>
                    <a:pt x="108471" y="137598"/>
                  </a:cubicBezTo>
                  <a:cubicBezTo>
                    <a:pt x="124528" y="137598"/>
                    <a:pt x="137549" y="124578"/>
                    <a:pt x="137549" y="108520"/>
                  </a:cubicBezTo>
                  <a:cubicBezTo>
                    <a:pt x="137549" y="108506"/>
                    <a:pt x="137549" y="108486"/>
                    <a:pt x="137549" y="108471"/>
                  </a:cubicBezTo>
                  <a:cubicBezTo>
                    <a:pt x="137549" y="92438"/>
                    <a:pt x="124553" y="79443"/>
                    <a:pt x="108521" y="79443"/>
                  </a:cubicBezTo>
                  <a:cubicBezTo>
                    <a:pt x="108506" y="79443"/>
                    <a:pt x="108486" y="79443"/>
                    <a:pt x="108471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68368659-CEF9-3042-8E33-CF5C1A78A2B8}"/>
                </a:ext>
              </a:extLst>
            </p:cNvPr>
            <p:cNvSpPr/>
            <p:nvPr/>
          </p:nvSpPr>
          <p:spPr>
            <a:xfrm>
              <a:off x="1817837" y="3974317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216942 w 216941"/>
                <a:gd name="connsiteY4" fmla="*/ 108520 h 216941"/>
                <a:gd name="connsiteX5" fmla="*/ 108471 w 216941"/>
                <a:gd name="connsiteY5" fmla="*/ 216942 h 216941"/>
                <a:gd name="connsiteX6" fmla="*/ 108471 w 216941"/>
                <a:gd name="connsiteY6" fmla="*/ 79443 h 216941"/>
                <a:gd name="connsiteX7" fmla="*/ 79393 w 216941"/>
                <a:gd name="connsiteY7" fmla="*/ 108520 h 216941"/>
                <a:gd name="connsiteX8" fmla="*/ 108471 w 216941"/>
                <a:gd name="connsiteY8" fmla="*/ 137598 h 216941"/>
                <a:gd name="connsiteX9" fmla="*/ 137549 w 216941"/>
                <a:gd name="connsiteY9" fmla="*/ 108520 h 216941"/>
                <a:gd name="connsiteX10" fmla="*/ 108471 w 216941"/>
                <a:gd name="connsiteY10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942" y="108487"/>
                    <a:pt x="216942" y="108504"/>
                    <a:pt x="216942" y="108520"/>
                  </a:cubicBezTo>
                  <a:cubicBezTo>
                    <a:pt x="216887" y="168398"/>
                    <a:pt x="168347" y="216912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2" y="79443"/>
                    <a:pt x="79393" y="92461"/>
                    <a:pt x="79393" y="108520"/>
                  </a:cubicBezTo>
                  <a:cubicBezTo>
                    <a:pt x="79393" y="124580"/>
                    <a:pt x="92412" y="137598"/>
                    <a:pt x="108471" y="137598"/>
                  </a:cubicBezTo>
                  <a:cubicBezTo>
                    <a:pt x="124530" y="137598"/>
                    <a:pt x="137549" y="124580"/>
                    <a:pt x="137549" y="108520"/>
                  </a:cubicBezTo>
                  <a:cubicBezTo>
                    <a:pt x="137549" y="92461"/>
                    <a:pt x="124530" y="79443"/>
                    <a:pt x="108471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59">
            <a:extLst>
              <a:ext uri="{FF2B5EF4-FFF2-40B4-BE49-F238E27FC236}">
                <a16:creationId xmlns:a16="http://schemas.microsoft.com/office/drawing/2014/main" id="{8BB4F3CA-638B-4267-B1DB-5E9B47466419}"/>
              </a:ext>
            </a:extLst>
          </p:cNvPr>
          <p:cNvGrpSpPr>
            <a:grpSpLocks noChangeAspect="1"/>
          </p:cNvGrpSpPr>
          <p:nvPr/>
        </p:nvGrpSpPr>
        <p:grpSpPr>
          <a:xfrm>
            <a:off x="2903145" y="3649167"/>
            <a:ext cx="678133" cy="850210"/>
            <a:chOff x="2903145" y="3649167"/>
            <a:chExt cx="678133" cy="850210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F4F71A6-32D0-6C4D-A44E-4CD196D1E6B9}"/>
                </a:ext>
              </a:extLst>
            </p:cNvPr>
            <p:cNvSpPr/>
            <p:nvPr/>
          </p:nvSpPr>
          <p:spPr>
            <a:xfrm>
              <a:off x="2903145" y="3649167"/>
              <a:ext cx="634400" cy="842097"/>
            </a:xfrm>
            <a:custGeom>
              <a:avLst/>
              <a:gdLst>
                <a:gd name="connsiteX0" fmla="*/ 174789 w 634400"/>
                <a:gd name="connsiteY0" fmla="*/ 842098 h 842097"/>
                <a:gd name="connsiteX1" fmla="*/ 151219 w 634400"/>
                <a:gd name="connsiteY1" fmla="*/ 834357 h 842097"/>
                <a:gd name="connsiteX2" fmla="*/ 16052 w 634400"/>
                <a:gd name="connsiteY2" fmla="*/ 733974 h 842097"/>
                <a:gd name="connsiteX3" fmla="*/ 7814 w 634400"/>
                <a:gd name="connsiteY3" fmla="*/ 678444 h 842097"/>
                <a:gd name="connsiteX4" fmla="*/ 8609 w 634400"/>
                <a:gd name="connsiteY4" fmla="*/ 677407 h 842097"/>
                <a:gd name="connsiteX5" fmla="*/ 143726 w 634400"/>
                <a:gd name="connsiteY5" fmla="*/ 507109 h 842097"/>
                <a:gd name="connsiteX6" fmla="*/ 197218 w 634400"/>
                <a:gd name="connsiteY6" fmla="*/ 499020 h 842097"/>
                <a:gd name="connsiteX7" fmla="*/ 236914 w 634400"/>
                <a:gd name="connsiteY7" fmla="*/ 526064 h 842097"/>
                <a:gd name="connsiteX8" fmla="*/ 385379 w 634400"/>
                <a:gd name="connsiteY8" fmla="*/ 290862 h 842097"/>
                <a:gd name="connsiteX9" fmla="*/ 336106 w 634400"/>
                <a:gd name="connsiteY9" fmla="*/ 269624 h 842097"/>
                <a:gd name="connsiteX10" fmla="*/ 315399 w 634400"/>
                <a:gd name="connsiteY10" fmla="*/ 217443 h 842097"/>
                <a:gd name="connsiteX11" fmla="*/ 316258 w 634400"/>
                <a:gd name="connsiteY11" fmla="*/ 215587 h 842097"/>
                <a:gd name="connsiteX12" fmla="*/ 412075 w 634400"/>
                <a:gd name="connsiteY12" fmla="*/ 22066 h 842097"/>
                <a:gd name="connsiteX13" fmla="*/ 460704 w 634400"/>
                <a:gd name="connsiteY13" fmla="*/ 2218 h 842097"/>
                <a:gd name="connsiteX14" fmla="*/ 608077 w 634400"/>
                <a:gd name="connsiteY14" fmla="*/ 53526 h 842097"/>
                <a:gd name="connsiteX15" fmla="*/ 632064 w 634400"/>
                <a:gd name="connsiteY15" fmla="*/ 104282 h 842097"/>
                <a:gd name="connsiteX16" fmla="*/ 581977 w 634400"/>
                <a:gd name="connsiteY16" fmla="*/ 128503 h 842097"/>
                <a:gd name="connsiteX17" fmla="*/ 467849 w 634400"/>
                <a:gd name="connsiteY17" fmla="*/ 88806 h 842097"/>
                <a:gd name="connsiteX18" fmla="*/ 405773 w 634400"/>
                <a:gd name="connsiteY18" fmla="*/ 213255 h 842097"/>
                <a:gd name="connsiteX19" fmla="*/ 452318 w 634400"/>
                <a:gd name="connsiteY19" fmla="*/ 233103 h 842097"/>
                <a:gd name="connsiteX20" fmla="*/ 475590 w 634400"/>
                <a:gd name="connsiteY20" fmla="*/ 278605 h 842097"/>
                <a:gd name="connsiteX21" fmla="*/ 279588 w 634400"/>
                <a:gd name="connsiteY21" fmla="*/ 604117 h 842097"/>
                <a:gd name="connsiteX22" fmla="*/ 224707 w 634400"/>
                <a:gd name="connsiteY22" fmla="*/ 614041 h 842097"/>
                <a:gd name="connsiteX23" fmla="*/ 182827 w 634400"/>
                <a:gd name="connsiteY23" fmla="*/ 585410 h 842097"/>
                <a:gd name="connsiteX24" fmla="*/ 96190 w 634400"/>
                <a:gd name="connsiteY24" fmla="*/ 694575 h 842097"/>
                <a:gd name="connsiteX25" fmla="*/ 198309 w 634400"/>
                <a:gd name="connsiteY25" fmla="*/ 770396 h 842097"/>
                <a:gd name="connsiteX26" fmla="*/ 206597 w 634400"/>
                <a:gd name="connsiteY26" fmla="*/ 825921 h 842097"/>
                <a:gd name="connsiteX27" fmla="*/ 174690 w 634400"/>
                <a:gd name="connsiteY27" fmla="*/ 841999 h 84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34400" h="842097">
                  <a:moveTo>
                    <a:pt x="174789" y="842098"/>
                  </a:moveTo>
                  <a:cubicBezTo>
                    <a:pt x="166307" y="842103"/>
                    <a:pt x="158047" y="839389"/>
                    <a:pt x="151219" y="834357"/>
                  </a:cubicBezTo>
                  <a:cubicBezTo>
                    <a:pt x="129088" y="817982"/>
                    <a:pt x="16052" y="733974"/>
                    <a:pt x="16052" y="733974"/>
                  </a:cubicBezTo>
                  <a:cubicBezTo>
                    <a:pt x="-1557" y="720914"/>
                    <a:pt x="-5246" y="696054"/>
                    <a:pt x="7814" y="678444"/>
                  </a:cubicBezTo>
                  <a:cubicBezTo>
                    <a:pt x="8073" y="678091"/>
                    <a:pt x="8339" y="677749"/>
                    <a:pt x="8609" y="677407"/>
                  </a:cubicBezTo>
                  <a:lnTo>
                    <a:pt x="143726" y="507109"/>
                  </a:lnTo>
                  <a:cubicBezTo>
                    <a:pt x="156675" y="490798"/>
                    <a:pt x="180026" y="487270"/>
                    <a:pt x="197218" y="499020"/>
                  </a:cubicBezTo>
                  <a:lnTo>
                    <a:pt x="236914" y="526064"/>
                  </a:lnTo>
                  <a:cubicBezTo>
                    <a:pt x="298394" y="436746"/>
                    <a:pt x="359378" y="341475"/>
                    <a:pt x="385379" y="290862"/>
                  </a:cubicBezTo>
                  <a:lnTo>
                    <a:pt x="336106" y="269624"/>
                  </a:lnTo>
                  <a:cubicBezTo>
                    <a:pt x="315978" y="260933"/>
                    <a:pt x="306708" y="237570"/>
                    <a:pt x="315399" y="217443"/>
                  </a:cubicBezTo>
                  <a:cubicBezTo>
                    <a:pt x="315669" y="216817"/>
                    <a:pt x="315955" y="216198"/>
                    <a:pt x="316258" y="215587"/>
                  </a:cubicBezTo>
                  <a:lnTo>
                    <a:pt x="412075" y="22066"/>
                  </a:lnTo>
                  <a:cubicBezTo>
                    <a:pt x="420967" y="4140"/>
                    <a:pt x="441808" y="-4368"/>
                    <a:pt x="460704" y="2218"/>
                  </a:cubicBezTo>
                  <a:lnTo>
                    <a:pt x="608077" y="53526"/>
                  </a:lnTo>
                  <a:cubicBezTo>
                    <a:pt x="628720" y="60918"/>
                    <a:pt x="639457" y="83642"/>
                    <a:pt x="632064" y="104282"/>
                  </a:cubicBezTo>
                  <a:cubicBezTo>
                    <a:pt x="624765" y="124663"/>
                    <a:pt x="602485" y="135438"/>
                    <a:pt x="581977" y="128503"/>
                  </a:cubicBezTo>
                  <a:lnTo>
                    <a:pt x="467849" y="88806"/>
                  </a:lnTo>
                  <a:lnTo>
                    <a:pt x="405773" y="213255"/>
                  </a:lnTo>
                  <a:lnTo>
                    <a:pt x="452318" y="233103"/>
                  </a:lnTo>
                  <a:cubicBezTo>
                    <a:pt x="470107" y="240596"/>
                    <a:pt x="479927" y="259797"/>
                    <a:pt x="475590" y="278605"/>
                  </a:cubicBezTo>
                  <a:cubicBezTo>
                    <a:pt x="461299" y="343112"/>
                    <a:pt x="309807" y="561046"/>
                    <a:pt x="279588" y="604117"/>
                  </a:cubicBezTo>
                  <a:cubicBezTo>
                    <a:pt x="267090" y="621881"/>
                    <a:pt x="242635" y="626307"/>
                    <a:pt x="224707" y="614041"/>
                  </a:cubicBezTo>
                  <a:lnTo>
                    <a:pt x="182827" y="585410"/>
                  </a:lnTo>
                  <a:lnTo>
                    <a:pt x="96190" y="694575"/>
                  </a:lnTo>
                  <a:lnTo>
                    <a:pt x="198309" y="770396"/>
                  </a:lnTo>
                  <a:cubicBezTo>
                    <a:pt x="215930" y="783441"/>
                    <a:pt x="219641" y="808301"/>
                    <a:pt x="206597" y="825921"/>
                  </a:cubicBezTo>
                  <a:cubicBezTo>
                    <a:pt x="199111" y="836034"/>
                    <a:pt x="187273" y="841999"/>
                    <a:pt x="174690" y="8419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96C1EFE0-FF57-3446-AAD1-7CEB18D9B876}"/>
                </a:ext>
              </a:extLst>
            </p:cNvPr>
            <p:cNvSpPr/>
            <p:nvPr/>
          </p:nvSpPr>
          <p:spPr>
            <a:xfrm>
              <a:off x="3034997" y="3700460"/>
              <a:ext cx="546281" cy="798917"/>
            </a:xfrm>
            <a:custGeom>
              <a:avLst/>
              <a:gdLst>
                <a:gd name="connsiteX0" fmla="*/ 69186 w 546281"/>
                <a:gd name="connsiteY0" fmla="*/ 798893 h 798917"/>
                <a:gd name="connsiteX1" fmla="*/ 16241 w 546281"/>
                <a:gd name="connsiteY1" fmla="*/ 782667 h 798917"/>
                <a:gd name="connsiteX2" fmla="*/ 7706 w 546281"/>
                <a:gd name="connsiteY2" fmla="*/ 727092 h 798917"/>
                <a:gd name="connsiteX3" fmla="*/ 63281 w 546281"/>
                <a:gd name="connsiteY3" fmla="*/ 718557 h 798917"/>
                <a:gd name="connsiteX4" fmla="*/ 111364 w 546281"/>
                <a:gd name="connsiteY4" fmla="*/ 698262 h 798917"/>
                <a:gd name="connsiteX5" fmla="*/ 462827 w 546281"/>
                <a:gd name="connsiteY5" fmla="*/ 119189 h 798917"/>
                <a:gd name="connsiteX6" fmla="*/ 464713 w 546281"/>
                <a:gd name="connsiteY6" fmla="*/ 87084 h 798917"/>
                <a:gd name="connsiteX7" fmla="*/ 451564 w 546281"/>
                <a:gd name="connsiteY7" fmla="*/ 78004 h 798917"/>
                <a:gd name="connsiteX8" fmla="*/ 452457 w 546281"/>
                <a:gd name="connsiteY8" fmla="*/ 78004 h 798917"/>
                <a:gd name="connsiteX9" fmla="*/ 467343 w 546281"/>
                <a:gd name="connsiteY9" fmla="*/ 0 h 798917"/>
                <a:gd name="connsiteX10" fmla="*/ 532991 w 546281"/>
                <a:gd name="connsiteY10" fmla="*/ 46296 h 798917"/>
                <a:gd name="connsiteX11" fmla="*/ 538301 w 546281"/>
                <a:gd name="connsiteY11" fmla="*/ 143801 h 798917"/>
                <a:gd name="connsiteX12" fmla="*/ 169966 w 546281"/>
                <a:gd name="connsiteY12" fmla="*/ 751654 h 798917"/>
                <a:gd name="connsiteX13" fmla="*/ 69186 w 546281"/>
                <a:gd name="connsiteY13" fmla="*/ 798893 h 798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281" h="798917">
                  <a:moveTo>
                    <a:pt x="69186" y="798893"/>
                  </a:moveTo>
                  <a:cubicBezTo>
                    <a:pt x="50249" y="799340"/>
                    <a:pt x="31676" y="793648"/>
                    <a:pt x="16241" y="782667"/>
                  </a:cubicBezTo>
                  <a:cubicBezTo>
                    <a:pt x="-1463" y="769676"/>
                    <a:pt x="-5284" y="744797"/>
                    <a:pt x="7706" y="727092"/>
                  </a:cubicBezTo>
                  <a:cubicBezTo>
                    <a:pt x="20696" y="709387"/>
                    <a:pt x="45578" y="705567"/>
                    <a:pt x="63281" y="718557"/>
                  </a:cubicBezTo>
                  <a:cubicBezTo>
                    <a:pt x="68491" y="720939"/>
                    <a:pt x="92111" y="719401"/>
                    <a:pt x="111364" y="698262"/>
                  </a:cubicBezTo>
                  <a:cubicBezTo>
                    <a:pt x="217800" y="581703"/>
                    <a:pt x="446006" y="170546"/>
                    <a:pt x="462827" y="119189"/>
                  </a:cubicBezTo>
                  <a:cubicBezTo>
                    <a:pt x="467492" y="104997"/>
                    <a:pt x="468187" y="93287"/>
                    <a:pt x="464713" y="87084"/>
                  </a:cubicBezTo>
                  <a:cubicBezTo>
                    <a:pt x="461517" y="82621"/>
                    <a:pt x="456868" y="79411"/>
                    <a:pt x="451564" y="78004"/>
                  </a:cubicBezTo>
                  <a:lnTo>
                    <a:pt x="452457" y="78004"/>
                  </a:lnTo>
                  <a:lnTo>
                    <a:pt x="467343" y="0"/>
                  </a:lnTo>
                  <a:cubicBezTo>
                    <a:pt x="494595" y="5896"/>
                    <a:pt x="518289" y="22604"/>
                    <a:pt x="532991" y="46296"/>
                  </a:cubicBezTo>
                  <a:cubicBezTo>
                    <a:pt x="543908" y="64854"/>
                    <a:pt x="553733" y="96810"/>
                    <a:pt x="538301" y="143801"/>
                  </a:cubicBezTo>
                  <a:cubicBezTo>
                    <a:pt x="516467" y="210193"/>
                    <a:pt x="282754" y="628049"/>
                    <a:pt x="169966" y="751654"/>
                  </a:cubicBezTo>
                  <a:cubicBezTo>
                    <a:pt x="142228" y="782270"/>
                    <a:pt x="103970" y="798893"/>
                    <a:pt x="69186" y="7988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0" name="Picture Placeholder 63">
            <a:extLst>
              <a:ext uri="{FF2B5EF4-FFF2-40B4-BE49-F238E27FC236}">
                <a16:creationId xmlns:a16="http://schemas.microsoft.com/office/drawing/2014/main" id="{5FA3AFC8-9F72-4C99-9AEF-F69BCD58DD12}"/>
              </a:ext>
            </a:extLst>
          </p:cNvPr>
          <p:cNvGrpSpPr>
            <a:grpSpLocks noChangeAspect="1"/>
          </p:cNvGrpSpPr>
          <p:nvPr/>
        </p:nvGrpSpPr>
        <p:grpSpPr>
          <a:xfrm>
            <a:off x="4311682" y="3657042"/>
            <a:ext cx="496207" cy="834222"/>
            <a:chOff x="4311682" y="3657042"/>
            <a:chExt cx="496207" cy="8342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2C679C9-09B4-2144-BE76-A1E2CBE37FCB}"/>
                </a:ext>
              </a:extLst>
            </p:cNvPr>
            <p:cNvSpPr/>
            <p:nvPr/>
          </p:nvSpPr>
          <p:spPr>
            <a:xfrm>
              <a:off x="4429383" y="3657042"/>
              <a:ext cx="264379" cy="526276"/>
            </a:xfrm>
            <a:custGeom>
              <a:avLst/>
              <a:gdLst>
                <a:gd name="connsiteX0" fmla="*/ 132190 w 264379"/>
                <a:gd name="connsiteY0" fmla="*/ 526277 h 526276"/>
                <a:gd name="connsiteX1" fmla="*/ 0 w 264379"/>
                <a:gd name="connsiteY1" fmla="*/ 385404 h 526276"/>
                <a:gd name="connsiteX2" fmla="*/ 0 w 264379"/>
                <a:gd name="connsiteY2" fmla="*/ 140873 h 526276"/>
                <a:gd name="connsiteX3" fmla="*/ 132190 w 264379"/>
                <a:gd name="connsiteY3" fmla="*/ 0 h 526276"/>
                <a:gd name="connsiteX4" fmla="*/ 264379 w 264379"/>
                <a:gd name="connsiteY4" fmla="*/ 140873 h 526276"/>
                <a:gd name="connsiteX5" fmla="*/ 264379 w 264379"/>
                <a:gd name="connsiteY5" fmla="*/ 385404 h 526276"/>
                <a:gd name="connsiteX6" fmla="*/ 132190 w 264379"/>
                <a:gd name="connsiteY6" fmla="*/ 526277 h 526276"/>
                <a:gd name="connsiteX7" fmla="*/ 132190 w 264379"/>
                <a:gd name="connsiteY7" fmla="*/ 79393 h 526276"/>
                <a:gd name="connsiteX8" fmla="*/ 79393 w 264379"/>
                <a:gd name="connsiteY8" fmla="*/ 140873 h 526276"/>
                <a:gd name="connsiteX9" fmla="*/ 79393 w 264379"/>
                <a:gd name="connsiteY9" fmla="*/ 385404 h 526276"/>
                <a:gd name="connsiteX10" fmla="*/ 132190 w 264379"/>
                <a:gd name="connsiteY10" fmla="*/ 446884 h 526276"/>
                <a:gd name="connsiteX11" fmla="*/ 184986 w 264379"/>
                <a:gd name="connsiteY11" fmla="*/ 385404 h 526276"/>
                <a:gd name="connsiteX12" fmla="*/ 184986 w 264379"/>
                <a:gd name="connsiteY12" fmla="*/ 140873 h 526276"/>
                <a:gd name="connsiteX13" fmla="*/ 132190 w 264379"/>
                <a:gd name="connsiteY13" fmla="*/ 79393 h 52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379" h="526276">
                  <a:moveTo>
                    <a:pt x="132190" y="526277"/>
                  </a:moveTo>
                  <a:cubicBezTo>
                    <a:pt x="59297" y="526277"/>
                    <a:pt x="0" y="463110"/>
                    <a:pt x="0" y="385404"/>
                  </a:cubicBezTo>
                  <a:lnTo>
                    <a:pt x="0" y="140873"/>
                  </a:lnTo>
                  <a:cubicBezTo>
                    <a:pt x="0" y="63167"/>
                    <a:pt x="59545" y="0"/>
                    <a:pt x="132190" y="0"/>
                  </a:cubicBezTo>
                  <a:cubicBezTo>
                    <a:pt x="204834" y="0"/>
                    <a:pt x="264379" y="63167"/>
                    <a:pt x="264379" y="140873"/>
                  </a:cubicBezTo>
                  <a:lnTo>
                    <a:pt x="264379" y="385404"/>
                  </a:lnTo>
                  <a:cubicBezTo>
                    <a:pt x="264379" y="463110"/>
                    <a:pt x="205083" y="526277"/>
                    <a:pt x="132190" y="526277"/>
                  </a:cubicBezTo>
                  <a:close/>
                  <a:moveTo>
                    <a:pt x="132190" y="79393"/>
                  </a:moveTo>
                  <a:cubicBezTo>
                    <a:pt x="103112" y="79393"/>
                    <a:pt x="79393" y="106982"/>
                    <a:pt x="79393" y="140873"/>
                  </a:cubicBezTo>
                  <a:lnTo>
                    <a:pt x="79393" y="385404"/>
                  </a:lnTo>
                  <a:cubicBezTo>
                    <a:pt x="79393" y="419295"/>
                    <a:pt x="103112" y="446884"/>
                    <a:pt x="132190" y="446884"/>
                  </a:cubicBezTo>
                  <a:cubicBezTo>
                    <a:pt x="161267" y="446884"/>
                    <a:pt x="184986" y="419295"/>
                    <a:pt x="184986" y="385404"/>
                  </a:cubicBezTo>
                  <a:lnTo>
                    <a:pt x="184986" y="140873"/>
                  </a:lnTo>
                  <a:cubicBezTo>
                    <a:pt x="184986" y="106982"/>
                    <a:pt x="161317" y="79393"/>
                    <a:pt x="13219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640AD916-704A-B046-9B39-96E4AFF7B5E4}"/>
                </a:ext>
              </a:extLst>
            </p:cNvPr>
            <p:cNvSpPr/>
            <p:nvPr/>
          </p:nvSpPr>
          <p:spPr>
            <a:xfrm>
              <a:off x="4520089" y="4221477"/>
              <a:ext cx="79889" cy="269787"/>
            </a:xfrm>
            <a:custGeom>
              <a:avLst/>
              <a:gdLst>
                <a:gd name="connsiteX0" fmla="*/ 40193 w 79889"/>
                <a:gd name="connsiteY0" fmla="*/ 269788 h 269787"/>
                <a:gd name="connsiteX1" fmla="*/ 496 w 79889"/>
                <a:gd name="connsiteY1" fmla="*/ 230091 h 269787"/>
                <a:gd name="connsiteX2" fmla="*/ 0 w 79889"/>
                <a:gd name="connsiteY2" fmla="*/ 39697 h 269787"/>
                <a:gd name="connsiteX3" fmla="*/ 39697 w 79889"/>
                <a:gd name="connsiteY3" fmla="*/ 0 h 269787"/>
                <a:gd name="connsiteX4" fmla="*/ 39697 w 79889"/>
                <a:gd name="connsiteY4" fmla="*/ 0 h 269787"/>
                <a:gd name="connsiteX5" fmla="*/ 79393 w 79889"/>
                <a:gd name="connsiteY5" fmla="*/ 39697 h 269787"/>
                <a:gd name="connsiteX6" fmla="*/ 79889 w 79889"/>
                <a:gd name="connsiteY6" fmla="*/ 230091 h 269787"/>
                <a:gd name="connsiteX7" fmla="*/ 40193 w 79889"/>
                <a:gd name="connsiteY7" fmla="*/ 269788 h 269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69787">
                  <a:moveTo>
                    <a:pt x="40193" y="269788"/>
                  </a:moveTo>
                  <a:cubicBezTo>
                    <a:pt x="18269" y="269788"/>
                    <a:pt x="496" y="252014"/>
                    <a:pt x="496" y="23009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89" y="230091"/>
                  </a:lnTo>
                  <a:cubicBezTo>
                    <a:pt x="79889" y="252014"/>
                    <a:pt x="62117" y="269788"/>
                    <a:pt x="40193" y="2697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9AA0F82-5597-5B4E-B6A5-5034D8BDD050}"/>
                </a:ext>
              </a:extLst>
            </p:cNvPr>
            <p:cNvSpPr/>
            <p:nvPr/>
          </p:nvSpPr>
          <p:spPr>
            <a:xfrm>
              <a:off x="4332027" y="4411872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4"/>
                    <a:pt x="456511" y="39697"/>
                  </a:cubicBezTo>
                  <a:cubicBezTo>
                    <a:pt x="456511" y="61619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84DD6DA0-1DAF-864F-BB66-5C14E8AC798F}"/>
                </a:ext>
              </a:extLst>
            </p:cNvPr>
            <p:cNvSpPr/>
            <p:nvPr/>
          </p:nvSpPr>
          <p:spPr>
            <a:xfrm>
              <a:off x="4311682" y="3893038"/>
              <a:ext cx="496207" cy="406889"/>
            </a:xfrm>
            <a:custGeom>
              <a:avLst/>
              <a:gdLst>
                <a:gd name="connsiteX0" fmla="*/ 248104 w 496207"/>
                <a:gd name="connsiteY0" fmla="*/ 406890 h 406889"/>
                <a:gd name="connsiteX1" fmla="*/ 77210 w 496207"/>
                <a:gd name="connsiteY1" fmla="*/ 339951 h 406889"/>
                <a:gd name="connsiteX2" fmla="*/ 0 w 496207"/>
                <a:gd name="connsiteY2" fmla="*/ 173672 h 406889"/>
                <a:gd name="connsiteX3" fmla="*/ 0 w 496207"/>
                <a:gd name="connsiteY3" fmla="*/ 39697 h 406889"/>
                <a:gd name="connsiteX4" fmla="*/ 39697 w 496207"/>
                <a:gd name="connsiteY4" fmla="*/ 0 h 406889"/>
                <a:gd name="connsiteX5" fmla="*/ 79393 w 496207"/>
                <a:gd name="connsiteY5" fmla="*/ 39697 h 406889"/>
                <a:gd name="connsiteX6" fmla="*/ 79393 w 496207"/>
                <a:gd name="connsiteY6" fmla="*/ 173672 h 406889"/>
                <a:gd name="connsiteX7" fmla="*/ 248104 w 496207"/>
                <a:gd name="connsiteY7" fmla="*/ 327497 h 406889"/>
                <a:gd name="connsiteX8" fmla="*/ 416814 w 496207"/>
                <a:gd name="connsiteY8" fmla="*/ 173672 h 406889"/>
                <a:gd name="connsiteX9" fmla="*/ 416814 w 496207"/>
                <a:gd name="connsiteY9" fmla="*/ 39697 h 406889"/>
                <a:gd name="connsiteX10" fmla="*/ 456511 w 496207"/>
                <a:gd name="connsiteY10" fmla="*/ 0 h 406889"/>
                <a:gd name="connsiteX11" fmla="*/ 496207 w 496207"/>
                <a:gd name="connsiteY11" fmla="*/ 39697 h 406889"/>
                <a:gd name="connsiteX12" fmla="*/ 496207 w 496207"/>
                <a:gd name="connsiteY12" fmla="*/ 173672 h 406889"/>
                <a:gd name="connsiteX13" fmla="*/ 418998 w 496207"/>
                <a:gd name="connsiteY13" fmla="*/ 339951 h 406889"/>
                <a:gd name="connsiteX14" fmla="*/ 248104 w 496207"/>
                <a:gd name="connsiteY14" fmla="*/ 406890 h 40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207" h="406889">
                  <a:moveTo>
                    <a:pt x="248104" y="406890"/>
                  </a:moveTo>
                  <a:cubicBezTo>
                    <a:pt x="184869" y="406235"/>
                    <a:pt x="124068" y="382417"/>
                    <a:pt x="77210" y="339951"/>
                  </a:cubicBezTo>
                  <a:cubicBezTo>
                    <a:pt x="27291" y="295144"/>
                    <a:pt x="0" y="236095"/>
                    <a:pt x="0" y="1736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3672"/>
                  </a:lnTo>
                  <a:cubicBezTo>
                    <a:pt x="79393" y="254157"/>
                    <a:pt x="159828" y="327497"/>
                    <a:pt x="248104" y="327497"/>
                  </a:cubicBezTo>
                  <a:cubicBezTo>
                    <a:pt x="336379" y="327497"/>
                    <a:pt x="416814" y="254157"/>
                    <a:pt x="416814" y="173672"/>
                  </a:cubicBezTo>
                  <a:lnTo>
                    <a:pt x="416814" y="39697"/>
                  </a:lnTo>
                  <a:cubicBezTo>
                    <a:pt x="416814" y="17773"/>
                    <a:pt x="434588" y="0"/>
                    <a:pt x="456511" y="0"/>
                  </a:cubicBezTo>
                  <a:cubicBezTo>
                    <a:pt x="478433" y="0"/>
                    <a:pt x="496207" y="17773"/>
                    <a:pt x="496207" y="39697"/>
                  </a:cubicBezTo>
                  <a:lnTo>
                    <a:pt x="496207" y="173672"/>
                  </a:lnTo>
                  <a:cubicBezTo>
                    <a:pt x="496207" y="235897"/>
                    <a:pt x="468767" y="294945"/>
                    <a:pt x="418998" y="339951"/>
                  </a:cubicBezTo>
                  <a:cubicBezTo>
                    <a:pt x="372141" y="382417"/>
                    <a:pt x="311340" y="406235"/>
                    <a:pt x="248104" y="4068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5" name="Picture Placeholder 65">
            <a:extLst>
              <a:ext uri="{FF2B5EF4-FFF2-40B4-BE49-F238E27FC236}">
                <a16:creationId xmlns:a16="http://schemas.microsoft.com/office/drawing/2014/main" id="{ECB81758-2F5F-463E-8ADD-39BDB930BFB6}"/>
              </a:ext>
            </a:extLst>
          </p:cNvPr>
          <p:cNvGrpSpPr>
            <a:grpSpLocks noChangeAspect="1"/>
          </p:cNvGrpSpPr>
          <p:nvPr/>
        </p:nvGrpSpPr>
        <p:grpSpPr>
          <a:xfrm>
            <a:off x="5456461" y="3702381"/>
            <a:ext cx="841667" cy="743481"/>
            <a:chOff x="5456461" y="3702381"/>
            <a:chExt cx="841667" cy="743481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BADB78BC-8CBF-604A-B51C-25CA581C1B1F}"/>
                </a:ext>
              </a:extLst>
            </p:cNvPr>
            <p:cNvSpPr/>
            <p:nvPr/>
          </p:nvSpPr>
          <p:spPr>
            <a:xfrm>
              <a:off x="5456461" y="3702381"/>
              <a:ext cx="460083" cy="404323"/>
            </a:xfrm>
            <a:custGeom>
              <a:avLst/>
              <a:gdLst>
                <a:gd name="connsiteX0" fmla="*/ 95470 w 460083"/>
                <a:gd name="connsiteY0" fmla="*/ 404324 h 404323"/>
                <a:gd name="connsiteX1" fmla="*/ 67385 w 460083"/>
                <a:gd name="connsiteY1" fmla="*/ 392713 h 404323"/>
                <a:gd name="connsiteX2" fmla="*/ 67371 w 460083"/>
                <a:gd name="connsiteY2" fmla="*/ 67385 h 404323"/>
                <a:gd name="connsiteX3" fmla="*/ 392699 w 460083"/>
                <a:gd name="connsiteY3" fmla="*/ 67370 h 404323"/>
                <a:gd name="connsiteX4" fmla="*/ 460084 w 460083"/>
                <a:gd name="connsiteY4" fmla="*/ 230056 h 404323"/>
                <a:gd name="connsiteX5" fmla="*/ 420387 w 460083"/>
                <a:gd name="connsiteY5" fmla="*/ 269753 h 404323"/>
                <a:gd name="connsiteX6" fmla="*/ 380690 w 460083"/>
                <a:gd name="connsiteY6" fmla="*/ 230056 h 404323"/>
                <a:gd name="connsiteX7" fmla="*/ 230069 w 460083"/>
                <a:gd name="connsiteY7" fmla="*/ 79380 h 404323"/>
                <a:gd name="connsiteX8" fmla="*/ 79393 w 460083"/>
                <a:gd name="connsiteY8" fmla="*/ 230001 h 404323"/>
                <a:gd name="connsiteX9" fmla="*/ 123556 w 460083"/>
                <a:gd name="connsiteY9" fmla="*/ 336592 h 404323"/>
                <a:gd name="connsiteX10" fmla="*/ 123488 w 460083"/>
                <a:gd name="connsiteY10" fmla="*/ 392731 h 404323"/>
                <a:gd name="connsiteX11" fmla="*/ 95470 w 460083"/>
                <a:gd name="connsiteY11" fmla="*/ 404324 h 40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323">
                  <a:moveTo>
                    <a:pt x="95470" y="404324"/>
                  </a:moveTo>
                  <a:cubicBezTo>
                    <a:pt x="84939" y="404332"/>
                    <a:pt x="74836" y="400155"/>
                    <a:pt x="67385" y="392713"/>
                  </a:cubicBezTo>
                  <a:cubicBezTo>
                    <a:pt x="-22456" y="302880"/>
                    <a:pt x="-22462" y="157226"/>
                    <a:pt x="67371" y="67385"/>
                  </a:cubicBezTo>
                  <a:cubicBezTo>
                    <a:pt x="157203" y="-22456"/>
                    <a:pt x="302858" y="-22462"/>
                    <a:pt x="392699" y="67370"/>
                  </a:cubicBezTo>
                  <a:cubicBezTo>
                    <a:pt x="435848" y="110515"/>
                    <a:pt x="460087" y="169037"/>
                    <a:pt x="460084" y="230056"/>
                  </a:cubicBezTo>
                  <a:cubicBezTo>
                    <a:pt x="460084" y="251980"/>
                    <a:pt x="442311" y="269753"/>
                    <a:pt x="420387" y="269753"/>
                  </a:cubicBezTo>
                  <a:cubicBezTo>
                    <a:pt x="398463" y="269753"/>
                    <a:pt x="380690" y="251980"/>
                    <a:pt x="380690" y="230056"/>
                  </a:cubicBezTo>
                  <a:cubicBezTo>
                    <a:pt x="380706" y="146855"/>
                    <a:pt x="313270" y="79395"/>
                    <a:pt x="230069" y="79380"/>
                  </a:cubicBezTo>
                  <a:cubicBezTo>
                    <a:pt x="146868" y="79365"/>
                    <a:pt x="79409" y="146800"/>
                    <a:pt x="79393" y="230001"/>
                  </a:cubicBezTo>
                  <a:cubicBezTo>
                    <a:pt x="79386" y="269984"/>
                    <a:pt x="95273" y="308330"/>
                    <a:pt x="123556" y="336592"/>
                  </a:cubicBezTo>
                  <a:cubicBezTo>
                    <a:pt x="139039" y="352113"/>
                    <a:pt x="139009" y="377247"/>
                    <a:pt x="123488" y="392731"/>
                  </a:cubicBezTo>
                  <a:cubicBezTo>
                    <a:pt x="116050" y="400150"/>
                    <a:pt x="105975" y="404319"/>
                    <a:pt x="95470" y="40432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6C9D454-211F-4F4C-8BE8-D3D3E2062DEE}"/>
                </a:ext>
              </a:extLst>
            </p:cNvPr>
            <p:cNvSpPr/>
            <p:nvPr/>
          </p:nvSpPr>
          <p:spPr>
            <a:xfrm>
              <a:off x="5507931" y="4022593"/>
              <a:ext cx="408603" cy="420787"/>
            </a:xfrm>
            <a:custGeom>
              <a:avLst/>
              <a:gdLst>
                <a:gd name="connsiteX0" fmla="*/ 369066 w 408603"/>
                <a:gd name="connsiteY0" fmla="*/ 420788 h 420787"/>
                <a:gd name="connsiteX1" fmla="*/ 340484 w 408603"/>
                <a:gd name="connsiteY1" fmla="*/ 408631 h 420787"/>
                <a:gd name="connsiteX2" fmla="*/ 12838 w 408603"/>
                <a:gd name="connsiteY2" fmla="*/ 68928 h 420787"/>
                <a:gd name="connsiteX3" fmla="*/ 10466 w 408603"/>
                <a:gd name="connsiteY3" fmla="*/ 12838 h 420787"/>
                <a:gd name="connsiteX4" fmla="*/ 66555 w 408603"/>
                <a:gd name="connsiteY4" fmla="*/ 10466 h 420787"/>
                <a:gd name="connsiteX5" fmla="*/ 69952 w 408603"/>
                <a:gd name="connsiteY5" fmla="*/ 13997 h 420787"/>
                <a:gd name="connsiteX6" fmla="*/ 397449 w 408603"/>
                <a:gd name="connsiteY6" fmla="*/ 353502 h 420787"/>
                <a:gd name="connsiteX7" fmla="*/ 396496 w 408603"/>
                <a:gd name="connsiteY7" fmla="*/ 409633 h 420787"/>
                <a:gd name="connsiteX8" fmla="*/ 368917 w 408603"/>
                <a:gd name="connsiteY8" fmla="*/ 420788 h 42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8603" h="420787">
                  <a:moveTo>
                    <a:pt x="369066" y="420788"/>
                  </a:moveTo>
                  <a:cubicBezTo>
                    <a:pt x="358283" y="420788"/>
                    <a:pt x="347965" y="416396"/>
                    <a:pt x="340484" y="408631"/>
                  </a:cubicBezTo>
                  <a:lnTo>
                    <a:pt x="12838" y="68928"/>
                  </a:lnTo>
                  <a:cubicBezTo>
                    <a:pt x="-3305" y="54094"/>
                    <a:pt x="-4368" y="28982"/>
                    <a:pt x="10466" y="12838"/>
                  </a:cubicBezTo>
                  <a:cubicBezTo>
                    <a:pt x="25300" y="-3305"/>
                    <a:pt x="50412" y="-4368"/>
                    <a:pt x="66555" y="10466"/>
                  </a:cubicBezTo>
                  <a:cubicBezTo>
                    <a:pt x="67759" y="11572"/>
                    <a:pt x="68893" y="12751"/>
                    <a:pt x="69952" y="13997"/>
                  </a:cubicBezTo>
                  <a:lnTo>
                    <a:pt x="397449" y="353502"/>
                  </a:lnTo>
                  <a:cubicBezTo>
                    <a:pt x="412686" y="369267"/>
                    <a:pt x="412259" y="394395"/>
                    <a:pt x="396496" y="409633"/>
                  </a:cubicBezTo>
                  <a:cubicBezTo>
                    <a:pt x="389096" y="416788"/>
                    <a:pt x="379208" y="420783"/>
                    <a:pt x="368917" y="4207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A981A80-24BC-D249-A2F8-7CA8441B4D8D}"/>
                </a:ext>
              </a:extLst>
            </p:cNvPr>
            <p:cNvSpPr/>
            <p:nvPr/>
          </p:nvSpPr>
          <p:spPr>
            <a:xfrm>
              <a:off x="5838044" y="3703038"/>
              <a:ext cx="460083" cy="376275"/>
            </a:xfrm>
            <a:custGeom>
              <a:avLst/>
              <a:gdLst>
                <a:gd name="connsiteX0" fmla="*/ 387836 w 460083"/>
                <a:gd name="connsiteY0" fmla="*/ 376276 h 376275"/>
                <a:gd name="connsiteX1" fmla="*/ 348129 w 460083"/>
                <a:gd name="connsiteY1" fmla="*/ 336590 h 376275"/>
                <a:gd name="connsiteX2" fmla="*/ 354937 w 460083"/>
                <a:gd name="connsiteY2" fmla="*/ 314349 h 376275"/>
                <a:gd name="connsiteX3" fmla="*/ 314278 w 460083"/>
                <a:gd name="connsiteY3" fmla="*/ 105215 h 376275"/>
                <a:gd name="connsiteX4" fmla="*/ 105146 w 460083"/>
                <a:gd name="connsiteY4" fmla="*/ 145872 h 376275"/>
                <a:gd name="connsiteX5" fmla="*/ 79393 w 460083"/>
                <a:gd name="connsiteY5" fmla="*/ 229994 h 376275"/>
                <a:gd name="connsiteX6" fmla="*/ 39697 w 460083"/>
                <a:gd name="connsiteY6" fmla="*/ 269690 h 376275"/>
                <a:gd name="connsiteX7" fmla="*/ 0 w 460083"/>
                <a:gd name="connsiteY7" fmla="*/ 229994 h 376275"/>
                <a:gd name="connsiteX8" fmla="*/ 230091 w 460083"/>
                <a:gd name="connsiteY8" fmla="*/ 0 h 376275"/>
                <a:gd name="connsiteX9" fmla="*/ 460084 w 460083"/>
                <a:gd name="connsiteY9" fmla="*/ 230089 h 376275"/>
                <a:gd name="connsiteX10" fmla="*/ 420734 w 460083"/>
                <a:gd name="connsiteY10" fmla="*/ 358710 h 376275"/>
                <a:gd name="connsiteX11" fmla="*/ 387836 w 460083"/>
                <a:gd name="connsiteY11" fmla="*/ 376276 h 3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376275">
                  <a:moveTo>
                    <a:pt x="387836" y="376276"/>
                  </a:moveTo>
                  <a:cubicBezTo>
                    <a:pt x="365913" y="376281"/>
                    <a:pt x="348134" y="358513"/>
                    <a:pt x="348129" y="336590"/>
                  </a:cubicBezTo>
                  <a:cubicBezTo>
                    <a:pt x="348129" y="328663"/>
                    <a:pt x="350496" y="320916"/>
                    <a:pt x="354937" y="314349"/>
                  </a:cubicBezTo>
                  <a:cubicBezTo>
                    <a:pt x="401462" y="245371"/>
                    <a:pt x="383256" y="151739"/>
                    <a:pt x="314278" y="105215"/>
                  </a:cubicBezTo>
                  <a:cubicBezTo>
                    <a:pt x="245300" y="58692"/>
                    <a:pt x="151671" y="76895"/>
                    <a:pt x="105146" y="145872"/>
                  </a:cubicBezTo>
                  <a:cubicBezTo>
                    <a:pt x="88383" y="170726"/>
                    <a:pt x="79417" y="200016"/>
                    <a:pt x="79393" y="229994"/>
                  </a:cubicBezTo>
                  <a:cubicBezTo>
                    <a:pt x="79393" y="251918"/>
                    <a:pt x="61621" y="269690"/>
                    <a:pt x="39697" y="269690"/>
                  </a:cubicBezTo>
                  <a:cubicBezTo>
                    <a:pt x="17773" y="269690"/>
                    <a:pt x="0" y="251918"/>
                    <a:pt x="0" y="229994"/>
                  </a:cubicBezTo>
                  <a:cubicBezTo>
                    <a:pt x="26" y="102946"/>
                    <a:pt x="103042" y="-26"/>
                    <a:pt x="230091" y="0"/>
                  </a:cubicBezTo>
                  <a:cubicBezTo>
                    <a:pt x="357140" y="26"/>
                    <a:pt x="460108" y="103041"/>
                    <a:pt x="460084" y="230089"/>
                  </a:cubicBezTo>
                  <a:cubicBezTo>
                    <a:pt x="460074" y="275926"/>
                    <a:pt x="446373" y="320714"/>
                    <a:pt x="420734" y="358710"/>
                  </a:cubicBezTo>
                  <a:cubicBezTo>
                    <a:pt x="413371" y="369673"/>
                    <a:pt x="401040" y="376257"/>
                    <a:pt x="387836" y="3762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449F0D8-C812-B24B-B5EA-6C8602CCA2AC}"/>
                </a:ext>
              </a:extLst>
            </p:cNvPr>
            <p:cNvSpPr/>
            <p:nvPr/>
          </p:nvSpPr>
          <p:spPr>
            <a:xfrm>
              <a:off x="5837250" y="3704862"/>
              <a:ext cx="460083" cy="404373"/>
            </a:xfrm>
            <a:custGeom>
              <a:avLst/>
              <a:gdLst>
                <a:gd name="connsiteX0" fmla="*/ 364613 w 460083"/>
                <a:gd name="connsiteY0" fmla="*/ 404373 h 404373"/>
                <a:gd name="connsiteX1" fmla="*/ 324887 w 460083"/>
                <a:gd name="connsiteY1" fmla="*/ 364708 h 404373"/>
                <a:gd name="connsiteX2" fmla="*/ 336528 w 460083"/>
                <a:gd name="connsiteY2" fmla="*/ 336592 h 404373"/>
                <a:gd name="connsiteX3" fmla="*/ 336607 w 460083"/>
                <a:gd name="connsiteY3" fmla="*/ 123543 h 404373"/>
                <a:gd name="connsiteX4" fmla="*/ 123556 w 460083"/>
                <a:gd name="connsiteY4" fmla="*/ 123466 h 404373"/>
                <a:gd name="connsiteX5" fmla="*/ 79393 w 460083"/>
                <a:gd name="connsiteY5" fmla="*/ 230106 h 404373"/>
                <a:gd name="connsiteX6" fmla="*/ 39697 w 460083"/>
                <a:gd name="connsiteY6" fmla="*/ 269802 h 404373"/>
                <a:gd name="connsiteX7" fmla="*/ 0 w 460083"/>
                <a:gd name="connsiteY7" fmla="*/ 230106 h 404373"/>
                <a:gd name="connsiteX8" fmla="*/ 229977 w 460083"/>
                <a:gd name="connsiteY8" fmla="*/ 0 h 404373"/>
                <a:gd name="connsiteX9" fmla="*/ 460084 w 460083"/>
                <a:gd name="connsiteY9" fmla="*/ 229977 h 404373"/>
                <a:gd name="connsiteX10" fmla="*/ 392649 w 460083"/>
                <a:gd name="connsiteY10" fmla="*/ 392762 h 404373"/>
                <a:gd name="connsiteX11" fmla="*/ 364613 w 460083"/>
                <a:gd name="connsiteY11" fmla="*/ 404373 h 404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373">
                  <a:moveTo>
                    <a:pt x="364613" y="404373"/>
                  </a:moveTo>
                  <a:cubicBezTo>
                    <a:pt x="342691" y="404391"/>
                    <a:pt x="324902" y="386632"/>
                    <a:pt x="324887" y="364708"/>
                  </a:cubicBezTo>
                  <a:cubicBezTo>
                    <a:pt x="324877" y="354161"/>
                    <a:pt x="329065" y="344045"/>
                    <a:pt x="336528" y="336592"/>
                  </a:cubicBezTo>
                  <a:cubicBezTo>
                    <a:pt x="395383" y="277781"/>
                    <a:pt x="395418" y="182396"/>
                    <a:pt x="336607" y="123543"/>
                  </a:cubicBezTo>
                  <a:cubicBezTo>
                    <a:pt x="277792" y="64690"/>
                    <a:pt x="182411" y="64655"/>
                    <a:pt x="123556" y="123466"/>
                  </a:cubicBezTo>
                  <a:cubicBezTo>
                    <a:pt x="95261" y="151740"/>
                    <a:pt x="79373" y="190106"/>
                    <a:pt x="79393" y="230106"/>
                  </a:cubicBezTo>
                  <a:cubicBezTo>
                    <a:pt x="79393" y="252029"/>
                    <a:pt x="61621" y="269802"/>
                    <a:pt x="39697" y="269802"/>
                  </a:cubicBezTo>
                  <a:cubicBezTo>
                    <a:pt x="17773" y="269802"/>
                    <a:pt x="0" y="252029"/>
                    <a:pt x="0" y="230106"/>
                  </a:cubicBezTo>
                  <a:cubicBezTo>
                    <a:pt x="-35" y="103057"/>
                    <a:pt x="102928" y="35"/>
                    <a:pt x="229977" y="0"/>
                  </a:cubicBezTo>
                  <a:cubicBezTo>
                    <a:pt x="357026" y="-36"/>
                    <a:pt x="460049" y="102929"/>
                    <a:pt x="460084" y="229977"/>
                  </a:cubicBezTo>
                  <a:cubicBezTo>
                    <a:pt x="460098" y="291038"/>
                    <a:pt x="435839" y="349601"/>
                    <a:pt x="392649" y="392762"/>
                  </a:cubicBezTo>
                  <a:cubicBezTo>
                    <a:pt x="385211" y="400193"/>
                    <a:pt x="375128" y="404368"/>
                    <a:pt x="364613" y="4043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B20FECA6-1A69-CB4B-9E9E-6C154B5AE94F}"/>
                </a:ext>
              </a:extLst>
            </p:cNvPr>
            <p:cNvSpPr/>
            <p:nvPr/>
          </p:nvSpPr>
          <p:spPr>
            <a:xfrm>
              <a:off x="5837110" y="4026978"/>
              <a:ext cx="406892" cy="418884"/>
            </a:xfrm>
            <a:custGeom>
              <a:avLst/>
              <a:gdLst>
                <a:gd name="connsiteX0" fmla="*/ 39688 w 406892"/>
                <a:gd name="connsiteY0" fmla="*/ 418884 h 418884"/>
                <a:gd name="connsiteX1" fmla="*/ 0 w 406892"/>
                <a:gd name="connsiteY1" fmla="*/ 379178 h 418884"/>
                <a:gd name="connsiteX2" fmla="*/ 11107 w 406892"/>
                <a:gd name="connsiteY2" fmla="*/ 351648 h 418884"/>
                <a:gd name="connsiteX3" fmla="*/ 338604 w 406892"/>
                <a:gd name="connsiteY3" fmla="*/ 12143 h 418884"/>
                <a:gd name="connsiteX4" fmla="*/ 394749 w 406892"/>
                <a:gd name="connsiteY4" fmla="*/ 11126 h 418884"/>
                <a:gd name="connsiteX5" fmla="*/ 395767 w 406892"/>
                <a:gd name="connsiteY5" fmla="*/ 67272 h 418884"/>
                <a:gd name="connsiteX6" fmla="*/ 68270 w 406892"/>
                <a:gd name="connsiteY6" fmla="*/ 406926 h 418884"/>
                <a:gd name="connsiteX7" fmla="*/ 39688 w 406892"/>
                <a:gd name="connsiteY7" fmla="*/ 418884 h 41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892" h="418884">
                  <a:moveTo>
                    <a:pt x="39688" y="418884"/>
                  </a:moveTo>
                  <a:cubicBezTo>
                    <a:pt x="17764" y="418879"/>
                    <a:pt x="-4" y="401105"/>
                    <a:pt x="0" y="379178"/>
                  </a:cubicBezTo>
                  <a:cubicBezTo>
                    <a:pt x="2" y="368911"/>
                    <a:pt x="3983" y="359042"/>
                    <a:pt x="11107" y="351648"/>
                  </a:cubicBezTo>
                  <a:lnTo>
                    <a:pt x="338604" y="12143"/>
                  </a:lnTo>
                  <a:cubicBezTo>
                    <a:pt x="353827" y="-3642"/>
                    <a:pt x="378965" y="-4097"/>
                    <a:pt x="394749" y="11126"/>
                  </a:cubicBezTo>
                  <a:cubicBezTo>
                    <a:pt x="410534" y="26349"/>
                    <a:pt x="410990" y="51487"/>
                    <a:pt x="395767" y="67272"/>
                  </a:cubicBezTo>
                  <a:lnTo>
                    <a:pt x="68270" y="406926"/>
                  </a:lnTo>
                  <a:cubicBezTo>
                    <a:pt x="60756" y="414617"/>
                    <a:pt x="50442" y="418934"/>
                    <a:pt x="39688" y="41888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67">
            <a:extLst>
              <a:ext uri="{FF2B5EF4-FFF2-40B4-BE49-F238E27FC236}">
                <a16:creationId xmlns:a16="http://schemas.microsoft.com/office/drawing/2014/main" id="{9D4138A2-7AE8-42D4-95D2-7225BB2F39BC}"/>
              </a:ext>
            </a:extLst>
          </p:cNvPr>
          <p:cNvGrpSpPr>
            <a:grpSpLocks noChangeAspect="1"/>
          </p:cNvGrpSpPr>
          <p:nvPr/>
        </p:nvGrpSpPr>
        <p:grpSpPr>
          <a:xfrm>
            <a:off x="6780422" y="3657540"/>
            <a:ext cx="828488" cy="833426"/>
            <a:chOff x="6780422" y="3657540"/>
            <a:chExt cx="828488" cy="833426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971EE426-94EB-AB46-870B-5362E00BC5C3}"/>
                </a:ext>
              </a:extLst>
            </p:cNvPr>
            <p:cNvSpPr/>
            <p:nvPr/>
          </p:nvSpPr>
          <p:spPr>
            <a:xfrm>
              <a:off x="6929331" y="3858365"/>
              <a:ext cx="309732" cy="276127"/>
            </a:xfrm>
            <a:custGeom>
              <a:avLst/>
              <a:gdLst>
                <a:gd name="connsiteX0" fmla="*/ 73389 w 309732"/>
                <a:gd name="connsiteY0" fmla="*/ 275978 h 276127"/>
                <a:gd name="connsiteX1" fmla="*/ 45353 w 309732"/>
                <a:gd name="connsiteY1" fmla="*/ 264367 h 276127"/>
                <a:gd name="connsiteX2" fmla="*/ 45365 w 309732"/>
                <a:gd name="connsiteY2" fmla="*/ 45353 h 276127"/>
                <a:gd name="connsiteX3" fmla="*/ 264379 w 309732"/>
                <a:gd name="connsiteY3" fmla="*/ 45365 h 276127"/>
                <a:gd name="connsiteX4" fmla="*/ 309733 w 309732"/>
                <a:gd name="connsiteY4" fmla="*/ 154805 h 276127"/>
                <a:gd name="connsiteX5" fmla="*/ 270036 w 309732"/>
                <a:gd name="connsiteY5" fmla="*/ 194501 h 276127"/>
                <a:gd name="connsiteX6" fmla="*/ 230339 w 309732"/>
                <a:gd name="connsiteY6" fmla="*/ 154805 h 276127"/>
                <a:gd name="connsiteX7" fmla="*/ 154669 w 309732"/>
                <a:gd name="connsiteY7" fmla="*/ 79529 h 276127"/>
                <a:gd name="connsiteX8" fmla="*/ 79394 w 309732"/>
                <a:gd name="connsiteY8" fmla="*/ 155200 h 276127"/>
                <a:gd name="connsiteX9" fmla="*/ 101474 w 309732"/>
                <a:gd name="connsiteY9" fmla="*/ 208345 h 276127"/>
                <a:gd name="connsiteX10" fmla="*/ 101506 w 309732"/>
                <a:gd name="connsiteY10" fmla="*/ 264485 h 276127"/>
                <a:gd name="connsiteX11" fmla="*/ 73389 w 309732"/>
                <a:gd name="connsiteY11" fmla="*/ 276127 h 27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732" h="276127">
                  <a:moveTo>
                    <a:pt x="73389" y="275978"/>
                  </a:moveTo>
                  <a:cubicBezTo>
                    <a:pt x="62875" y="275973"/>
                    <a:pt x="52792" y="271798"/>
                    <a:pt x="45353" y="264367"/>
                  </a:cubicBezTo>
                  <a:cubicBezTo>
                    <a:pt x="-15122" y="203885"/>
                    <a:pt x="-15117" y="105829"/>
                    <a:pt x="45365" y="45353"/>
                  </a:cubicBezTo>
                  <a:cubicBezTo>
                    <a:pt x="105847" y="-15122"/>
                    <a:pt x="203903" y="-15117"/>
                    <a:pt x="264379" y="45365"/>
                  </a:cubicBezTo>
                  <a:cubicBezTo>
                    <a:pt x="293403" y="74393"/>
                    <a:pt x="309716" y="113756"/>
                    <a:pt x="309733" y="154805"/>
                  </a:cubicBezTo>
                  <a:cubicBezTo>
                    <a:pt x="309733" y="176728"/>
                    <a:pt x="291960" y="194501"/>
                    <a:pt x="270036" y="194501"/>
                  </a:cubicBezTo>
                  <a:cubicBezTo>
                    <a:pt x="248112" y="194501"/>
                    <a:pt x="230339" y="176728"/>
                    <a:pt x="230339" y="154805"/>
                  </a:cubicBezTo>
                  <a:cubicBezTo>
                    <a:pt x="230230" y="113122"/>
                    <a:pt x="196351" y="79420"/>
                    <a:pt x="154669" y="79529"/>
                  </a:cubicBezTo>
                  <a:cubicBezTo>
                    <a:pt x="112986" y="79639"/>
                    <a:pt x="79284" y="113518"/>
                    <a:pt x="79394" y="155200"/>
                  </a:cubicBezTo>
                  <a:cubicBezTo>
                    <a:pt x="79446" y="175136"/>
                    <a:pt x="87384" y="194242"/>
                    <a:pt x="101474" y="208345"/>
                  </a:cubicBezTo>
                  <a:cubicBezTo>
                    <a:pt x="116985" y="223839"/>
                    <a:pt x="116999" y="248974"/>
                    <a:pt x="101506" y="264485"/>
                  </a:cubicBezTo>
                  <a:cubicBezTo>
                    <a:pt x="94052" y="271947"/>
                    <a:pt x="83936" y="276136"/>
                    <a:pt x="73389" y="27612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C65B180-6C2D-A446-88A3-7E0974C0CD8F}"/>
                </a:ext>
              </a:extLst>
            </p:cNvPr>
            <p:cNvSpPr/>
            <p:nvPr/>
          </p:nvSpPr>
          <p:spPr>
            <a:xfrm>
              <a:off x="6961297" y="4053174"/>
              <a:ext cx="278006" cy="284912"/>
            </a:xfrm>
            <a:custGeom>
              <a:avLst/>
              <a:gdLst>
                <a:gd name="connsiteX0" fmla="*/ 238170 w 278006"/>
                <a:gd name="connsiteY0" fmla="*/ 284912 h 284912"/>
                <a:gd name="connsiteX1" fmla="*/ 209588 w 278006"/>
                <a:gd name="connsiteY1" fmla="*/ 272805 h 284912"/>
                <a:gd name="connsiteX2" fmla="*/ 11105 w 278006"/>
                <a:gd name="connsiteY2" fmla="*/ 67325 h 284912"/>
                <a:gd name="connsiteX3" fmla="*/ 12197 w 278006"/>
                <a:gd name="connsiteY3" fmla="*/ 11105 h 284912"/>
                <a:gd name="connsiteX4" fmla="*/ 68417 w 278006"/>
                <a:gd name="connsiteY4" fmla="*/ 12197 h 284912"/>
                <a:gd name="connsiteX5" fmla="*/ 266900 w 278006"/>
                <a:gd name="connsiteY5" fmla="*/ 217676 h 284912"/>
                <a:gd name="connsiteX6" fmla="*/ 265850 w 278006"/>
                <a:gd name="connsiteY6" fmla="*/ 273807 h 284912"/>
                <a:gd name="connsiteX7" fmla="*/ 238319 w 278006"/>
                <a:gd name="connsiteY7" fmla="*/ 284912 h 284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8006" h="284912">
                  <a:moveTo>
                    <a:pt x="238170" y="284912"/>
                  </a:moveTo>
                  <a:cubicBezTo>
                    <a:pt x="227394" y="284922"/>
                    <a:pt x="217077" y="280550"/>
                    <a:pt x="209588" y="272805"/>
                  </a:cubicBezTo>
                  <a:lnTo>
                    <a:pt x="11105" y="67325"/>
                  </a:lnTo>
                  <a:cubicBezTo>
                    <a:pt x="-4118" y="51499"/>
                    <a:pt x="-3629" y="26328"/>
                    <a:pt x="12197" y="11105"/>
                  </a:cubicBezTo>
                  <a:cubicBezTo>
                    <a:pt x="28023" y="-4118"/>
                    <a:pt x="53194" y="-3629"/>
                    <a:pt x="68417" y="12197"/>
                  </a:cubicBezTo>
                  <a:lnTo>
                    <a:pt x="266900" y="217676"/>
                  </a:lnTo>
                  <a:cubicBezTo>
                    <a:pt x="282110" y="233465"/>
                    <a:pt x="281639" y="258598"/>
                    <a:pt x="265850" y="273807"/>
                  </a:cubicBezTo>
                  <a:cubicBezTo>
                    <a:pt x="258454" y="280928"/>
                    <a:pt x="248587" y="284912"/>
                    <a:pt x="238319" y="28491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6346E2E1-2FE3-984D-ACBF-C73A4EB737C7}"/>
                </a:ext>
              </a:extLst>
            </p:cNvPr>
            <p:cNvSpPr/>
            <p:nvPr/>
          </p:nvSpPr>
          <p:spPr>
            <a:xfrm>
              <a:off x="7160266" y="3858618"/>
              <a:ext cx="309832" cy="259152"/>
            </a:xfrm>
            <a:custGeom>
              <a:avLst/>
              <a:gdLst>
                <a:gd name="connsiteX0" fmla="*/ 250386 w 309832"/>
                <a:gd name="connsiteY0" fmla="*/ 259152 h 259152"/>
                <a:gd name="connsiteX1" fmla="*/ 210680 w 309832"/>
                <a:gd name="connsiteY1" fmla="*/ 219466 h 259152"/>
                <a:gd name="connsiteX2" fmla="*/ 217488 w 309832"/>
                <a:gd name="connsiteY2" fmla="*/ 197225 h 259152"/>
                <a:gd name="connsiteX3" fmla="*/ 196994 w 309832"/>
                <a:gd name="connsiteY3" fmla="*/ 92476 h 259152"/>
                <a:gd name="connsiteX4" fmla="*/ 92245 w 309832"/>
                <a:gd name="connsiteY4" fmla="*/ 112970 h 259152"/>
                <a:gd name="connsiteX5" fmla="*/ 79393 w 309832"/>
                <a:gd name="connsiteY5" fmla="*/ 155048 h 259152"/>
                <a:gd name="connsiteX6" fmla="*/ 39697 w 309832"/>
                <a:gd name="connsiteY6" fmla="*/ 194744 h 259152"/>
                <a:gd name="connsiteX7" fmla="*/ 0 w 309832"/>
                <a:gd name="connsiteY7" fmla="*/ 155048 h 259152"/>
                <a:gd name="connsiteX8" fmla="*/ 154782 w 309832"/>
                <a:gd name="connsiteY8" fmla="*/ 0 h 259152"/>
                <a:gd name="connsiteX9" fmla="*/ 309832 w 309832"/>
                <a:gd name="connsiteY9" fmla="*/ 154784 h 259152"/>
                <a:gd name="connsiteX10" fmla="*/ 283285 w 309832"/>
                <a:gd name="connsiteY10" fmla="*/ 241636 h 259152"/>
                <a:gd name="connsiteX11" fmla="*/ 250386 w 309832"/>
                <a:gd name="connsiteY11" fmla="*/ 259152 h 259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832" h="259152">
                  <a:moveTo>
                    <a:pt x="250386" y="259152"/>
                  </a:moveTo>
                  <a:cubicBezTo>
                    <a:pt x="228464" y="259157"/>
                    <a:pt x="210685" y="241389"/>
                    <a:pt x="210680" y="219466"/>
                  </a:cubicBezTo>
                  <a:cubicBezTo>
                    <a:pt x="210680" y="211539"/>
                    <a:pt x="213047" y="203793"/>
                    <a:pt x="217488" y="197225"/>
                  </a:cubicBezTo>
                  <a:cubicBezTo>
                    <a:pt x="240755" y="162641"/>
                    <a:pt x="231580" y="115743"/>
                    <a:pt x="196994" y="92476"/>
                  </a:cubicBezTo>
                  <a:cubicBezTo>
                    <a:pt x="162409" y="69210"/>
                    <a:pt x="115512" y="78385"/>
                    <a:pt x="92245" y="112970"/>
                  </a:cubicBezTo>
                  <a:cubicBezTo>
                    <a:pt x="83877" y="125408"/>
                    <a:pt x="79403" y="140057"/>
                    <a:pt x="79393" y="155048"/>
                  </a:cubicBezTo>
                  <a:cubicBezTo>
                    <a:pt x="79393" y="176972"/>
                    <a:pt x="61621" y="194744"/>
                    <a:pt x="39697" y="194744"/>
                  </a:cubicBezTo>
                  <a:cubicBezTo>
                    <a:pt x="17773" y="194744"/>
                    <a:pt x="0" y="176972"/>
                    <a:pt x="0" y="155048"/>
                  </a:cubicBezTo>
                  <a:cubicBezTo>
                    <a:pt x="-73" y="69490"/>
                    <a:pt x="69226" y="73"/>
                    <a:pt x="154782" y="0"/>
                  </a:cubicBezTo>
                  <a:cubicBezTo>
                    <a:pt x="240343" y="-73"/>
                    <a:pt x="309758" y="69226"/>
                    <a:pt x="309832" y="154784"/>
                  </a:cubicBezTo>
                  <a:cubicBezTo>
                    <a:pt x="309857" y="185737"/>
                    <a:pt x="300612" y="215988"/>
                    <a:pt x="283285" y="241636"/>
                  </a:cubicBezTo>
                  <a:cubicBezTo>
                    <a:pt x="275911" y="252580"/>
                    <a:pt x="263580" y="259144"/>
                    <a:pt x="250386" y="25915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5DFF67D-1D91-8F4E-8321-A76ACF3C1ED4}"/>
                </a:ext>
              </a:extLst>
            </p:cNvPr>
            <p:cNvSpPr/>
            <p:nvPr/>
          </p:nvSpPr>
          <p:spPr>
            <a:xfrm>
              <a:off x="7159621" y="3859684"/>
              <a:ext cx="309832" cy="276197"/>
            </a:xfrm>
            <a:custGeom>
              <a:avLst/>
              <a:gdLst>
                <a:gd name="connsiteX0" fmla="*/ 236493 w 309832"/>
                <a:gd name="connsiteY0" fmla="*/ 276197 h 276197"/>
                <a:gd name="connsiteX1" fmla="*/ 196766 w 309832"/>
                <a:gd name="connsiteY1" fmla="*/ 236532 h 276197"/>
                <a:gd name="connsiteX2" fmla="*/ 208407 w 309832"/>
                <a:gd name="connsiteY2" fmla="*/ 208415 h 276197"/>
                <a:gd name="connsiteX3" fmla="*/ 208060 w 309832"/>
                <a:gd name="connsiteY3" fmla="*/ 101681 h 276197"/>
                <a:gd name="connsiteX4" fmla="*/ 101326 w 309832"/>
                <a:gd name="connsiteY4" fmla="*/ 102029 h 276197"/>
                <a:gd name="connsiteX5" fmla="*/ 79393 w 309832"/>
                <a:gd name="connsiteY5" fmla="*/ 155023 h 276197"/>
                <a:gd name="connsiteX6" fmla="*/ 39697 w 309832"/>
                <a:gd name="connsiteY6" fmla="*/ 194720 h 276197"/>
                <a:gd name="connsiteX7" fmla="*/ 0 w 309832"/>
                <a:gd name="connsiteY7" fmla="*/ 155023 h 276197"/>
                <a:gd name="connsiteX8" fmla="*/ 154807 w 309832"/>
                <a:gd name="connsiteY8" fmla="*/ 0 h 276197"/>
                <a:gd name="connsiteX9" fmla="*/ 309832 w 309832"/>
                <a:gd name="connsiteY9" fmla="*/ 154808 h 276197"/>
                <a:gd name="connsiteX10" fmla="*/ 264379 w 309832"/>
                <a:gd name="connsiteY10" fmla="*/ 264536 h 276197"/>
                <a:gd name="connsiteX11" fmla="*/ 236493 w 309832"/>
                <a:gd name="connsiteY11" fmla="*/ 276197 h 27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832" h="276197">
                  <a:moveTo>
                    <a:pt x="236493" y="276197"/>
                  </a:moveTo>
                  <a:cubicBezTo>
                    <a:pt x="214570" y="276215"/>
                    <a:pt x="196781" y="258456"/>
                    <a:pt x="196766" y="236532"/>
                  </a:cubicBezTo>
                  <a:cubicBezTo>
                    <a:pt x="196756" y="225985"/>
                    <a:pt x="200944" y="215869"/>
                    <a:pt x="208407" y="208415"/>
                  </a:cubicBezTo>
                  <a:cubicBezTo>
                    <a:pt x="237788" y="178845"/>
                    <a:pt x="237629" y="131059"/>
                    <a:pt x="208060" y="101681"/>
                  </a:cubicBezTo>
                  <a:cubicBezTo>
                    <a:pt x="178491" y="72303"/>
                    <a:pt x="130701" y="72459"/>
                    <a:pt x="101326" y="102029"/>
                  </a:cubicBezTo>
                  <a:cubicBezTo>
                    <a:pt x="87326" y="116119"/>
                    <a:pt x="79445" y="135161"/>
                    <a:pt x="79393" y="155023"/>
                  </a:cubicBezTo>
                  <a:cubicBezTo>
                    <a:pt x="79393" y="176947"/>
                    <a:pt x="61621" y="194720"/>
                    <a:pt x="39697" y="194720"/>
                  </a:cubicBezTo>
                  <a:cubicBezTo>
                    <a:pt x="17773" y="194720"/>
                    <a:pt x="0" y="176947"/>
                    <a:pt x="0" y="155023"/>
                  </a:cubicBezTo>
                  <a:cubicBezTo>
                    <a:pt x="-60" y="69466"/>
                    <a:pt x="69251" y="60"/>
                    <a:pt x="154807" y="0"/>
                  </a:cubicBezTo>
                  <a:cubicBezTo>
                    <a:pt x="240368" y="-60"/>
                    <a:pt x="309772" y="69250"/>
                    <a:pt x="309832" y="154808"/>
                  </a:cubicBezTo>
                  <a:cubicBezTo>
                    <a:pt x="309862" y="195970"/>
                    <a:pt x="293507" y="235451"/>
                    <a:pt x="264379" y="264536"/>
                  </a:cubicBezTo>
                  <a:cubicBezTo>
                    <a:pt x="256986" y="271949"/>
                    <a:pt x="246962" y="276140"/>
                    <a:pt x="236493" y="2761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94EB989-B04C-1846-8C7E-F15798E27E01}"/>
                </a:ext>
              </a:extLst>
            </p:cNvPr>
            <p:cNvSpPr/>
            <p:nvPr/>
          </p:nvSpPr>
          <p:spPr>
            <a:xfrm>
              <a:off x="7159631" y="4055256"/>
              <a:ext cx="277381" cy="284368"/>
            </a:xfrm>
            <a:custGeom>
              <a:avLst/>
              <a:gdLst>
                <a:gd name="connsiteX0" fmla="*/ 39736 w 277381"/>
                <a:gd name="connsiteY0" fmla="*/ 284368 h 284368"/>
                <a:gd name="connsiteX1" fmla="*/ 0 w 277381"/>
                <a:gd name="connsiteY1" fmla="*/ 244711 h 284368"/>
                <a:gd name="connsiteX2" fmla="*/ 11154 w 277381"/>
                <a:gd name="connsiteY2" fmla="*/ 217083 h 284368"/>
                <a:gd name="connsiteX3" fmla="*/ 209637 w 277381"/>
                <a:gd name="connsiteY3" fmla="*/ 11603 h 284368"/>
                <a:gd name="connsiteX4" fmla="*/ 265778 w 277381"/>
                <a:gd name="connsiteY4" fmla="*/ 11650 h 284368"/>
                <a:gd name="connsiteX5" fmla="*/ 266751 w 277381"/>
                <a:gd name="connsiteY5" fmla="*/ 66732 h 284368"/>
                <a:gd name="connsiteX6" fmla="*/ 68268 w 277381"/>
                <a:gd name="connsiteY6" fmla="*/ 272261 h 284368"/>
                <a:gd name="connsiteX7" fmla="*/ 39736 w 277381"/>
                <a:gd name="connsiteY7" fmla="*/ 284368 h 284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381" h="284368">
                  <a:moveTo>
                    <a:pt x="39736" y="284368"/>
                  </a:moveTo>
                  <a:cubicBezTo>
                    <a:pt x="17812" y="284388"/>
                    <a:pt x="22" y="266634"/>
                    <a:pt x="0" y="244711"/>
                  </a:cubicBezTo>
                  <a:cubicBezTo>
                    <a:pt x="-10" y="234400"/>
                    <a:pt x="3990" y="224496"/>
                    <a:pt x="11154" y="217083"/>
                  </a:cubicBezTo>
                  <a:lnTo>
                    <a:pt x="209637" y="11603"/>
                  </a:lnTo>
                  <a:cubicBezTo>
                    <a:pt x="225154" y="-3886"/>
                    <a:pt x="250287" y="-3865"/>
                    <a:pt x="265778" y="11650"/>
                  </a:cubicBezTo>
                  <a:cubicBezTo>
                    <a:pt x="280863" y="26761"/>
                    <a:pt x="281295" y="51097"/>
                    <a:pt x="266751" y="66732"/>
                  </a:cubicBezTo>
                  <a:lnTo>
                    <a:pt x="68268" y="272261"/>
                  </a:lnTo>
                  <a:cubicBezTo>
                    <a:pt x="60791" y="279997"/>
                    <a:pt x="50494" y="284363"/>
                    <a:pt x="39736" y="2843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CEC4BA62-1AA4-5F42-AC86-248D861445E0}"/>
                </a:ext>
              </a:extLst>
            </p:cNvPr>
            <p:cNvSpPr/>
            <p:nvPr/>
          </p:nvSpPr>
          <p:spPr>
            <a:xfrm>
              <a:off x="6780422" y="3657540"/>
              <a:ext cx="828488" cy="833426"/>
            </a:xfrm>
            <a:custGeom>
              <a:avLst/>
              <a:gdLst>
                <a:gd name="connsiteX0" fmla="*/ 39743 w 828488"/>
                <a:gd name="connsiteY0" fmla="*/ 833427 h 833426"/>
                <a:gd name="connsiteX1" fmla="*/ 0 w 828488"/>
                <a:gd name="connsiteY1" fmla="*/ 793775 h 833426"/>
                <a:gd name="connsiteX2" fmla="*/ 5009 w 828488"/>
                <a:gd name="connsiteY2" fmla="*/ 774428 h 833426"/>
                <a:gd name="connsiteX3" fmla="*/ 70707 w 828488"/>
                <a:gd name="connsiteY3" fmla="*/ 640452 h 833426"/>
                <a:gd name="connsiteX4" fmla="*/ 188035 w 828488"/>
                <a:gd name="connsiteY4" fmla="*/ 68298 h 833426"/>
                <a:gd name="connsiteX5" fmla="*/ 760192 w 828488"/>
                <a:gd name="connsiteY5" fmla="*/ 185625 h 833426"/>
                <a:gd name="connsiteX6" fmla="*/ 642864 w 828488"/>
                <a:gd name="connsiteY6" fmla="*/ 757780 h 833426"/>
                <a:gd name="connsiteX7" fmla="*/ 192575 w 828488"/>
                <a:gd name="connsiteY7" fmla="*/ 760733 h 833426"/>
                <a:gd name="connsiteX8" fmla="*/ 60138 w 828488"/>
                <a:gd name="connsiteY8" fmla="*/ 827820 h 833426"/>
                <a:gd name="connsiteX9" fmla="*/ 39743 w 828488"/>
                <a:gd name="connsiteY9" fmla="*/ 833427 h 833426"/>
                <a:gd name="connsiteX10" fmla="*/ 198530 w 828488"/>
                <a:gd name="connsiteY10" fmla="*/ 679603 h 833426"/>
                <a:gd name="connsiteX11" fmla="*/ 227211 w 828488"/>
                <a:gd name="connsiteY11" fmla="*/ 688237 h 833426"/>
                <a:gd name="connsiteX12" fmla="*/ 690470 w 828488"/>
                <a:gd name="connsiteY12" fmla="*/ 600835 h 833426"/>
                <a:gd name="connsiteX13" fmla="*/ 603063 w 828488"/>
                <a:gd name="connsiteY13" fmla="*/ 137576 h 833426"/>
                <a:gd name="connsiteX14" fmla="*/ 139807 w 828488"/>
                <a:gd name="connsiteY14" fmla="*/ 224979 h 833426"/>
                <a:gd name="connsiteX15" fmla="*/ 143947 w 828488"/>
                <a:gd name="connsiteY15" fmla="*/ 606760 h 833426"/>
                <a:gd name="connsiteX16" fmla="*/ 132385 w 828488"/>
                <a:gd name="connsiteY16" fmla="*/ 699253 h 833426"/>
                <a:gd name="connsiteX17" fmla="*/ 198530 w 828488"/>
                <a:gd name="connsiteY17" fmla="*/ 679801 h 83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8488" h="833426">
                  <a:moveTo>
                    <a:pt x="39743" y="833427"/>
                  </a:moveTo>
                  <a:cubicBezTo>
                    <a:pt x="17820" y="833452"/>
                    <a:pt x="26" y="815702"/>
                    <a:pt x="0" y="793775"/>
                  </a:cubicBezTo>
                  <a:cubicBezTo>
                    <a:pt x="-8" y="787007"/>
                    <a:pt x="1716" y="780343"/>
                    <a:pt x="5009" y="774428"/>
                  </a:cubicBezTo>
                  <a:cubicBezTo>
                    <a:pt x="32003" y="725948"/>
                    <a:pt x="62023" y="665709"/>
                    <a:pt x="70707" y="640452"/>
                  </a:cubicBezTo>
                  <a:cubicBezTo>
                    <a:pt x="-54890" y="450057"/>
                    <a:pt x="-2361" y="193895"/>
                    <a:pt x="188035" y="68298"/>
                  </a:cubicBezTo>
                  <a:cubicBezTo>
                    <a:pt x="378430" y="-57299"/>
                    <a:pt x="634592" y="-4770"/>
                    <a:pt x="760192" y="185625"/>
                  </a:cubicBezTo>
                  <a:cubicBezTo>
                    <a:pt x="885787" y="376021"/>
                    <a:pt x="833259" y="632185"/>
                    <a:pt x="642864" y="757780"/>
                  </a:cubicBezTo>
                  <a:cubicBezTo>
                    <a:pt x="506551" y="847698"/>
                    <a:pt x="330055" y="848859"/>
                    <a:pt x="192575" y="760733"/>
                  </a:cubicBezTo>
                  <a:cubicBezTo>
                    <a:pt x="168212" y="767779"/>
                    <a:pt x="107724" y="799238"/>
                    <a:pt x="60138" y="827820"/>
                  </a:cubicBezTo>
                  <a:cubicBezTo>
                    <a:pt x="53966" y="831487"/>
                    <a:pt x="46922" y="833422"/>
                    <a:pt x="39743" y="833427"/>
                  </a:cubicBezTo>
                  <a:close/>
                  <a:moveTo>
                    <a:pt x="198530" y="679603"/>
                  </a:moveTo>
                  <a:cubicBezTo>
                    <a:pt x="208759" y="679399"/>
                    <a:pt x="218792" y="682421"/>
                    <a:pt x="227211" y="688237"/>
                  </a:cubicBezTo>
                  <a:cubicBezTo>
                    <a:pt x="379271" y="792028"/>
                    <a:pt x="586678" y="752892"/>
                    <a:pt x="690470" y="600835"/>
                  </a:cubicBezTo>
                  <a:cubicBezTo>
                    <a:pt x="794257" y="448773"/>
                    <a:pt x="755126" y="241365"/>
                    <a:pt x="603063" y="137576"/>
                  </a:cubicBezTo>
                  <a:cubicBezTo>
                    <a:pt x="451004" y="33786"/>
                    <a:pt x="243596" y="72918"/>
                    <a:pt x="139807" y="224979"/>
                  </a:cubicBezTo>
                  <a:cubicBezTo>
                    <a:pt x="60955" y="340505"/>
                    <a:pt x="62608" y="492969"/>
                    <a:pt x="143947" y="606760"/>
                  </a:cubicBezTo>
                  <a:cubicBezTo>
                    <a:pt x="157593" y="625764"/>
                    <a:pt x="155806" y="647200"/>
                    <a:pt x="132385" y="699253"/>
                  </a:cubicBezTo>
                  <a:cubicBezTo>
                    <a:pt x="161711" y="686004"/>
                    <a:pt x="182453" y="679801"/>
                    <a:pt x="198530" y="6798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8" name="Picture Placeholder 69">
            <a:extLst>
              <a:ext uri="{FF2B5EF4-FFF2-40B4-BE49-F238E27FC236}">
                <a16:creationId xmlns:a16="http://schemas.microsoft.com/office/drawing/2014/main" id="{694CCB15-0C68-4EED-BE06-1A831DA16DAC}"/>
              </a:ext>
            </a:extLst>
          </p:cNvPr>
          <p:cNvGrpSpPr>
            <a:grpSpLocks noChangeAspect="1"/>
          </p:cNvGrpSpPr>
          <p:nvPr/>
        </p:nvGrpSpPr>
        <p:grpSpPr>
          <a:xfrm>
            <a:off x="8199755" y="3698475"/>
            <a:ext cx="625252" cy="751406"/>
            <a:chOff x="8199755" y="3698475"/>
            <a:chExt cx="625252" cy="751406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A86D766F-8474-184B-957C-F75D1A5C7409}"/>
                </a:ext>
              </a:extLst>
            </p:cNvPr>
            <p:cNvSpPr/>
            <p:nvPr/>
          </p:nvSpPr>
          <p:spPr>
            <a:xfrm>
              <a:off x="8199755" y="3698475"/>
              <a:ext cx="625252" cy="751406"/>
            </a:xfrm>
            <a:custGeom>
              <a:avLst/>
              <a:gdLst>
                <a:gd name="connsiteX0" fmla="*/ 625165 w 625252"/>
                <a:gd name="connsiteY0" fmla="*/ 263635 h 751406"/>
                <a:gd name="connsiteX1" fmla="*/ 544532 w 625252"/>
                <a:gd name="connsiteY1" fmla="*/ 74381 h 751406"/>
                <a:gd name="connsiteX2" fmla="*/ 349770 w 625252"/>
                <a:gd name="connsiteY2" fmla="*/ 0 h 751406"/>
                <a:gd name="connsiteX3" fmla="*/ 135558 w 625252"/>
                <a:gd name="connsiteY3" fmla="*/ 77954 h 751406"/>
                <a:gd name="connsiteX4" fmla="*/ 57851 w 625252"/>
                <a:gd name="connsiteY4" fmla="*/ 290331 h 751406"/>
                <a:gd name="connsiteX5" fmla="*/ 2425 w 625252"/>
                <a:gd name="connsiteY5" fmla="*/ 450854 h 751406"/>
                <a:gd name="connsiteX6" fmla="*/ 22339 w 625252"/>
                <a:gd name="connsiteY6" fmla="*/ 496371 h 751406"/>
                <a:gd name="connsiteX7" fmla="*/ 35076 w 625252"/>
                <a:gd name="connsiteY7" fmla="*/ 498787 h 751406"/>
                <a:gd name="connsiteX8" fmla="*/ 83555 w 625252"/>
                <a:gd name="connsiteY8" fmla="*/ 498787 h 751406"/>
                <a:gd name="connsiteX9" fmla="*/ 101021 w 625252"/>
                <a:gd name="connsiteY9" fmla="*/ 612915 h 751406"/>
                <a:gd name="connsiteX10" fmla="*/ 153421 w 625252"/>
                <a:gd name="connsiteY10" fmla="*/ 657921 h 751406"/>
                <a:gd name="connsiteX11" fmla="*/ 225718 w 625252"/>
                <a:gd name="connsiteY11" fmla="*/ 657921 h 751406"/>
                <a:gd name="connsiteX12" fmla="*/ 226066 w 625252"/>
                <a:gd name="connsiteY12" fmla="*/ 739745 h 751406"/>
                <a:gd name="connsiteX13" fmla="*/ 237677 w 625252"/>
                <a:gd name="connsiteY13" fmla="*/ 751406 h 751406"/>
                <a:gd name="connsiteX14" fmla="*/ 483002 w 625252"/>
                <a:gd name="connsiteY14" fmla="*/ 751406 h 751406"/>
                <a:gd name="connsiteX15" fmla="*/ 494663 w 625252"/>
                <a:gd name="connsiteY15" fmla="*/ 740539 h 751406"/>
                <a:gd name="connsiteX16" fmla="*/ 501759 w 625252"/>
                <a:gd name="connsiteY16" fmla="*/ 638668 h 751406"/>
                <a:gd name="connsiteX17" fmla="*/ 549444 w 625252"/>
                <a:gd name="connsiteY17" fmla="*/ 518983 h 751406"/>
                <a:gd name="connsiteX18" fmla="*/ 618318 w 625252"/>
                <a:gd name="connsiteY18" fmla="*/ 352505 h 751406"/>
                <a:gd name="connsiteX19" fmla="*/ 625165 w 625252"/>
                <a:gd name="connsiteY19" fmla="*/ 263635 h 75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5252" h="751406">
                  <a:moveTo>
                    <a:pt x="625165" y="263635"/>
                  </a:moveTo>
                  <a:cubicBezTo>
                    <a:pt x="625811" y="192075"/>
                    <a:pt x="596589" y="123487"/>
                    <a:pt x="544532" y="74381"/>
                  </a:cubicBezTo>
                  <a:cubicBezTo>
                    <a:pt x="493670" y="26398"/>
                    <a:pt x="424201" y="0"/>
                    <a:pt x="349770" y="0"/>
                  </a:cubicBezTo>
                  <a:cubicBezTo>
                    <a:pt x="260453" y="0"/>
                    <a:pt x="186468" y="26994"/>
                    <a:pt x="135558" y="77954"/>
                  </a:cubicBezTo>
                  <a:cubicBezTo>
                    <a:pt x="84647" y="128915"/>
                    <a:pt x="58199" y="202006"/>
                    <a:pt x="57851" y="290331"/>
                  </a:cubicBezTo>
                  <a:lnTo>
                    <a:pt x="2425" y="450854"/>
                  </a:lnTo>
                  <a:cubicBezTo>
                    <a:pt x="-4645" y="468920"/>
                    <a:pt x="4270" y="489300"/>
                    <a:pt x="22339" y="496371"/>
                  </a:cubicBezTo>
                  <a:cubicBezTo>
                    <a:pt x="26398" y="497958"/>
                    <a:pt x="30717" y="498777"/>
                    <a:pt x="35076" y="498787"/>
                  </a:cubicBezTo>
                  <a:lnTo>
                    <a:pt x="83555" y="498787"/>
                  </a:lnTo>
                  <a:lnTo>
                    <a:pt x="101021" y="612915"/>
                  </a:lnTo>
                  <a:cubicBezTo>
                    <a:pt x="104890" y="638846"/>
                    <a:pt x="127202" y="658010"/>
                    <a:pt x="153421" y="657921"/>
                  </a:cubicBezTo>
                  <a:lnTo>
                    <a:pt x="225718" y="657921"/>
                  </a:lnTo>
                  <a:lnTo>
                    <a:pt x="226066" y="739745"/>
                  </a:lnTo>
                  <a:cubicBezTo>
                    <a:pt x="226066" y="746166"/>
                    <a:pt x="231256" y="751376"/>
                    <a:pt x="237677" y="751406"/>
                  </a:cubicBezTo>
                  <a:lnTo>
                    <a:pt x="483002" y="751406"/>
                  </a:lnTo>
                  <a:cubicBezTo>
                    <a:pt x="489125" y="751371"/>
                    <a:pt x="494196" y="746642"/>
                    <a:pt x="494663" y="740539"/>
                  </a:cubicBezTo>
                  <a:lnTo>
                    <a:pt x="501759" y="638668"/>
                  </a:lnTo>
                  <a:cubicBezTo>
                    <a:pt x="505004" y="594828"/>
                    <a:pt x="521652" y="553042"/>
                    <a:pt x="549444" y="518983"/>
                  </a:cubicBezTo>
                  <a:cubicBezTo>
                    <a:pt x="592366" y="465740"/>
                    <a:pt x="610577" y="399050"/>
                    <a:pt x="618318" y="352505"/>
                  </a:cubicBezTo>
                  <a:cubicBezTo>
                    <a:pt x="623449" y="323170"/>
                    <a:pt x="625741" y="293410"/>
                    <a:pt x="625165" y="263635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30" name="Picture Placeholder 69">
              <a:extLst>
                <a:ext uri="{FF2B5EF4-FFF2-40B4-BE49-F238E27FC236}">
                  <a16:creationId xmlns:a16="http://schemas.microsoft.com/office/drawing/2014/main" id="{694CCB15-0C68-4EED-BE06-1A831DA16DAC}"/>
                </a:ext>
              </a:extLst>
            </p:cNvPr>
            <p:cNvGrpSpPr/>
            <p:nvPr/>
          </p:nvGrpSpPr>
          <p:grpSpPr>
            <a:xfrm>
              <a:off x="8348949" y="3783062"/>
              <a:ext cx="386194" cy="397782"/>
              <a:chOff x="8348949" y="3783062"/>
              <a:chExt cx="386194" cy="397782"/>
            </a:xfrm>
            <a:solidFill>
              <a:srgbClr val="EF463C"/>
            </a:solidFill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8ABA2EC-C1AC-C24C-BBCE-D2DBD630AA8C}"/>
                  </a:ext>
                </a:extLst>
              </p:cNvPr>
              <p:cNvSpPr/>
              <p:nvPr/>
            </p:nvSpPr>
            <p:spPr>
              <a:xfrm>
                <a:off x="8462168" y="3783062"/>
                <a:ext cx="98230" cy="147539"/>
              </a:xfrm>
              <a:custGeom>
                <a:avLst/>
                <a:gdLst>
                  <a:gd name="connsiteX0" fmla="*/ 58627 w 98230"/>
                  <a:gd name="connsiteY0" fmla="*/ 147539 h 147539"/>
                  <a:gd name="connsiteX1" fmla="*/ 20370 w 98230"/>
                  <a:gd name="connsiteY1" fmla="*/ 118461 h 147539"/>
                  <a:gd name="connsiteX2" fmla="*/ 1018 w 98230"/>
                  <a:gd name="connsiteY2" fmla="*/ 48596 h 147539"/>
                  <a:gd name="connsiteX3" fmla="*/ 30813 w 98230"/>
                  <a:gd name="connsiteY3" fmla="*/ 1015 h 147539"/>
                  <a:gd name="connsiteX4" fmla="*/ 77433 w 98230"/>
                  <a:gd name="connsiteY4" fmla="*/ 27358 h 147539"/>
                  <a:gd name="connsiteX5" fmla="*/ 96786 w 98230"/>
                  <a:gd name="connsiteY5" fmla="*/ 97224 h 147539"/>
                  <a:gd name="connsiteX6" fmla="*/ 69147 w 98230"/>
                  <a:gd name="connsiteY6" fmla="*/ 146051 h 147539"/>
                  <a:gd name="connsiteX7" fmla="*/ 58627 w 98230"/>
                  <a:gd name="connsiteY7" fmla="*/ 147539 h 14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230" h="147539">
                    <a:moveTo>
                      <a:pt x="58627" y="147539"/>
                    </a:moveTo>
                    <a:cubicBezTo>
                      <a:pt x="40790" y="147543"/>
                      <a:pt x="25141" y="135649"/>
                      <a:pt x="20370" y="118461"/>
                    </a:cubicBezTo>
                    <a:lnTo>
                      <a:pt x="1018" y="48596"/>
                    </a:lnTo>
                    <a:cubicBezTo>
                      <a:pt x="-3893" y="27229"/>
                      <a:pt x="9446" y="5927"/>
                      <a:pt x="30813" y="1015"/>
                    </a:cubicBezTo>
                    <a:cubicBezTo>
                      <a:pt x="50827" y="-3585"/>
                      <a:pt x="71047" y="7840"/>
                      <a:pt x="77433" y="27358"/>
                    </a:cubicBezTo>
                    <a:lnTo>
                      <a:pt x="96786" y="97224"/>
                    </a:lnTo>
                    <a:cubicBezTo>
                      <a:pt x="102623" y="118337"/>
                      <a:pt x="90254" y="140189"/>
                      <a:pt x="69147" y="146051"/>
                    </a:cubicBezTo>
                    <a:cubicBezTo>
                      <a:pt x="65724" y="147022"/>
                      <a:pt x="62185" y="147523"/>
                      <a:pt x="58627" y="14753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600063CF-3587-0140-9D4A-9DBAD82D97D3}"/>
                  </a:ext>
                </a:extLst>
              </p:cNvPr>
              <p:cNvSpPr/>
              <p:nvPr/>
            </p:nvSpPr>
            <p:spPr>
              <a:xfrm>
                <a:off x="8550187" y="3799507"/>
                <a:ext cx="117259" cy="141514"/>
              </a:xfrm>
              <a:custGeom>
                <a:avLst/>
                <a:gdLst>
                  <a:gd name="connsiteX0" fmla="*/ 39680 w 117259"/>
                  <a:gd name="connsiteY0" fmla="*/ 141514 h 141514"/>
                  <a:gd name="connsiteX1" fmla="*/ 0 w 117259"/>
                  <a:gd name="connsiteY1" fmla="*/ 101802 h 141514"/>
                  <a:gd name="connsiteX2" fmla="*/ 5789 w 117259"/>
                  <a:gd name="connsiteY2" fmla="*/ 81176 h 141514"/>
                  <a:gd name="connsiteX3" fmla="*/ 43600 w 117259"/>
                  <a:gd name="connsiteY3" fmla="*/ 19100 h 141514"/>
                  <a:gd name="connsiteX4" fmla="*/ 98158 w 117259"/>
                  <a:gd name="connsiteY4" fmla="*/ 5777 h 141514"/>
                  <a:gd name="connsiteX5" fmla="*/ 111481 w 117259"/>
                  <a:gd name="connsiteY5" fmla="*/ 60335 h 141514"/>
                  <a:gd name="connsiteX6" fmla="*/ 73770 w 117259"/>
                  <a:gd name="connsiteY6" fmla="*/ 122410 h 141514"/>
                  <a:gd name="connsiteX7" fmla="*/ 39680 w 117259"/>
                  <a:gd name="connsiteY7" fmla="*/ 141514 h 14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59" h="141514">
                    <a:moveTo>
                      <a:pt x="39680" y="141514"/>
                    </a:moveTo>
                    <a:cubicBezTo>
                      <a:pt x="17756" y="141506"/>
                      <a:pt x="-9" y="123725"/>
                      <a:pt x="0" y="101802"/>
                    </a:cubicBezTo>
                    <a:cubicBezTo>
                      <a:pt x="3" y="94526"/>
                      <a:pt x="2006" y="87391"/>
                      <a:pt x="5789" y="81176"/>
                    </a:cubicBezTo>
                    <a:lnTo>
                      <a:pt x="43600" y="19100"/>
                    </a:lnTo>
                    <a:cubicBezTo>
                      <a:pt x="54988" y="356"/>
                      <a:pt x="79412" y="-5609"/>
                      <a:pt x="98158" y="5777"/>
                    </a:cubicBezTo>
                    <a:cubicBezTo>
                      <a:pt x="116905" y="17164"/>
                      <a:pt x="122869" y="41590"/>
                      <a:pt x="111481" y="60335"/>
                    </a:cubicBezTo>
                    <a:lnTo>
                      <a:pt x="73770" y="122410"/>
                    </a:lnTo>
                    <a:cubicBezTo>
                      <a:pt x="66545" y="134318"/>
                      <a:pt x="53609" y="141568"/>
                      <a:pt x="39680" y="14151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BAB0C934-1473-7C4A-BB5D-1D5F2879451C}"/>
                  </a:ext>
                </a:extLst>
              </p:cNvPr>
              <p:cNvSpPr/>
              <p:nvPr/>
            </p:nvSpPr>
            <p:spPr>
              <a:xfrm>
                <a:off x="8602431" y="3907616"/>
                <a:ext cx="132711" cy="90234"/>
              </a:xfrm>
              <a:custGeom>
                <a:avLst/>
                <a:gdLst>
                  <a:gd name="connsiteX0" fmla="*/ 39637 w 132711"/>
                  <a:gd name="connsiteY0" fmla="*/ 90221 h 90234"/>
                  <a:gd name="connsiteX1" fmla="*/ 0 w 132711"/>
                  <a:gd name="connsiteY1" fmla="*/ 50466 h 90234"/>
                  <a:gd name="connsiteX2" fmla="*/ 31797 w 132711"/>
                  <a:gd name="connsiteY2" fmla="*/ 11622 h 90234"/>
                  <a:gd name="connsiteX3" fmla="*/ 85090 w 132711"/>
                  <a:gd name="connsiteY3" fmla="*/ 805 h 90234"/>
                  <a:gd name="connsiteX4" fmla="*/ 131907 w 132711"/>
                  <a:gd name="connsiteY4" fmla="*/ 31793 h 90234"/>
                  <a:gd name="connsiteX5" fmla="*/ 100919 w 132711"/>
                  <a:gd name="connsiteY5" fmla="*/ 78610 h 90234"/>
                  <a:gd name="connsiteX6" fmla="*/ 47576 w 132711"/>
                  <a:gd name="connsiteY6" fmla="*/ 89626 h 90234"/>
                  <a:gd name="connsiteX7" fmla="*/ 39637 w 132711"/>
                  <a:gd name="connsiteY7" fmla="*/ 90221 h 9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711" h="90234">
                    <a:moveTo>
                      <a:pt x="39637" y="90221"/>
                    </a:moveTo>
                    <a:cubicBezTo>
                      <a:pt x="17715" y="90188"/>
                      <a:pt x="-35" y="72389"/>
                      <a:pt x="0" y="50466"/>
                    </a:cubicBezTo>
                    <a:cubicBezTo>
                      <a:pt x="30" y="31609"/>
                      <a:pt x="13318" y="15374"/>
                      <a:pt x="31797" y="11622"/>
                    </a:cubicBezTo>
                    <a:lnTo>
                      <a:pt x="85090" y="805"/>
                    </a:lnTo>
                    <a:cubicBezTo>
                      <a:pt x="106575" y="-3566"/>
                      <a:pt x="127535" y="10308"/>
                      <a:pt x="131907" y="31793"/>
                    </a:cubicBezTo>
                    <a:cubicBezTo>
                      <a:pt x="136278" y="53278"/>
                      <a:pt x="122404" y="74239"/>
                      <a:pt x="100919" y="78610"/>
                    </a:cubicBezTo>
                    <a:lnTo>
                      <a:pt x="47576" y="89626"/>
                    </a:lnTo>
                    <a:cubicBezTo>
                      <a:pt x="44956" y="90090"/>
                      <a:pt x="42297" y="90289"/>
                      <a:pt x="39637" y="9022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70C10A51-279D-884C-90BF-2CFF7F2175BD}"/>
                  </a:ext>
                </a:extLst>
              </p:cNvPr>
              <p:cNvSpPr/>
              <p:nvPr/>
            </p:nvSpPr>
            <p:spPr>
              <a:xfrm>
                <a:off x="8587689" y="3992066"/>
                <a:ext cx="133866" cy="112306"/>
              </a:xfrm>
              <a:custGeom>
                <a:avLst/>
                <a:gdLst>
                  <a:gd name="connsiteX0" fmla="*/ 94125 w 133866"/>
                  <a:gd name="connsiteY0" fmla="*/ 112257 h 112306"/>
                  <a:gd name="connsiteX1" fmla="*/ 73632 w 133866"/>
                  <a:gd name="connsiteY1" fmla="*/ 106551 h 112306"/>
                  <a:gd name="connsiteX2" fmla="*/ 18255 w 133866"/>
                  <a:gd name="connsiteY2" fmla="*/ 73106 h 112306"/>
                  <a:gd name="connsiteX3" fmla="*/ 6297 w 133866"/>
                  <a:gd name="connsiteY3" fmla="*/ 18255 h 112306"/>
                  <a:gd name="connsiteX4" fmla="*/ 59292 w 133866"/>
                  <a:gd name="connsiteY4" fmla="*/ 5175 h 112306"/>
                  <a:gd name="connsiteX5" fmla="*/ 114668 w 133866"/>
                  <a:gd name="connsiteY5" fmla="*/ 38620 h 112306"/>
                  <a:gd name="connsiteX6" fmla="*/ 128155 w 133866"/>
                  <a:gd name="connsiteY6" fmla="*/ 93116 h 112306"/>
                  <a:gd name="connsiteX7" fmla="*/ 94125 w 133866"/>
                  <a:gd name="connsiteY7" fmla="*/ 112307 h 11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866" h="112306">
                    <a:moveTo>
                      <a:pt x="94125" y="112257"/>
                    </a:moveTo>
                    <a:cubicBezTo>
                      <a:pt x="86901" y="112255"/>
                      <a:pt x="79815" y="110282"/>
                      <a:pt x="73632" y="106551"/>
                    </a:cubicBezTo>
                    <a:lnTo>
                      <a:pt x="18255" y="73106"/>
                    </a:lnTo>
                    <a:cubicBezTo>
                      <a:pt x="-194" y="61262"/>
                      <a:pt x="-5548" y="36704"/>
                      <a:pt x="6297" y="18255"/>
                    </a:cubicBezTo>
                    <a:cubicBezTo>
                      <a:pt x="17685" y="515"/>
                      <a:pt x="40957" y="-5228"/>
                      <a:pt x="59292" y="5175"/>
                    </a:cubicBezTo>
                    <a:lnTo>
                      <a:pt x="114668" y="38620"/>
                    </a:lnTo>
                    <a:cubicBezTo>
                      <a:pt x="133440" y="49945"/>
                      <a:pt x="139479" y="74343"/>
                      <a:pt x="128155" y="93116"/>
                    </a:cubicBezTo>
                    <a:cubicBezTo>
                      <a:pt x="120960" y="105037"/>
                      <a:pt x="108049" y="112319"/>
                      <a:pt x="94125" y="11230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1D45BCD6-4B39-914A-AFE7-10E713E62050}"/>
                  </a:ext>
                </a:extLst>
              </p:cNvPr>
              <p:cNvSpPr/>
              <p:nvPr/>
            </p:nvSpPr>
            <p:spPr>
              <a:xfrm>
                <a:off x="8521114" y="4048793"/>
                <a:ext cx="92206" cy="132051"/>
              </a:xfrm>
              <a:custGeom>
                <a:avLst/>
                <a:gdLst>
                  <a:gd name="connsiteX0" fmla="*/ 52428 w 92206"/>
                  <a:gd name="connsiteY0" fmla="*/ 132045 h 132051"/>
                  <a:gd name="connsiteX1" fmla="*/ 13922 w 92206"/>
                  <a:gd name="connsiteY1" fmla="*/ 101677 h 132051"/>
                  <a:gd name="connsiteX2" fmla="*/ 1269 w 92206"/>
                  <a:gd name="connsiteY2" fmla="*/ 49625 h 132051"/>
                  <a:gd name="connsiteX3" fmla="*/ 29787 w 92206"/>
                  <a:gd name="connsiteY3" fmla="*/ 1269 h 132051"/>
                  <a:gd name="connsiteX4" fmla="*/ 78141 w 92206"/>
                  <a:gd name="connsiteY4" fmla="*/ 29787 h 132051"/>
                  <a:gd name="connsiteX5" fmla="*/ 78429 w 92206"/>
                  <a:gd name="connsiteY5" fmla="*/ 30968 h 132051"/>
                  <a:gd name="connsiteX6" fmla="*/ 91082 w 92206"/>
                  <a:gd name="connsiteY6" fmla="*/ 83169 h 132051"/>
                  <a:gd name="connsiteX7" fmla="*/ 61846 w 92206"/>
                  <a:gd name="connsiteY7" fmla="*/ 131092 h 132051"/>
                  <a:gd name="connsiteX8" fmla="*/ 61806 w 92206"/>
                  <a:gd name="connsiteY8" fmla="*/ 131102 h 132051"/>
                  <a:gd name="connsiteX9" fmla="*/ 52428 w 92206"/>
                  <a:gd name="connsiteY9" fmla="*/ 132045 h 1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206" h="132051">
                    <a:moveTo>
                      <a:pt x="52428" y="132045"/>
                    </a:moveTo>
                    <a:cubicBezTo>
                      <a:pt x="34127" y="132010"/>
                      <a:pt x="18223" y="119466"/>
                      <a:pt x="13922" y="101677"/>
                    </a:cubicBezTo>
                    <a:lnTo>
                      <a:pt x="1269" y="49625"/>
                    </a:lnTo>
                    <a:cubicBezTo>
                      <a:pt x="-4209" y="28397"/>
                      <a:pt x="8559" y="6747"/>
                      <a:pt x="29787" y="1269"/>
                    </a:cubicBezTo>
                    <a:cubicBezTo>
                      <a:pt x="51016" y="-4209"/>
                      <a:pt x="72663" y="8559"/>
                      <a:pt x="78141" y="29787"/>
                    </a:cubicBezTo>
                    <a:cubicBezTo>
                      <a:pt x="78245" y="30179"/>
                      <a:pt x="78340" y="30573"/>
                      <a:pt x="78429" y="30968"/>
                    </a:cubicBezTo>
                    <a:lnTo>
                      <a:pt x="91082" y="83169"/>
                    </a:lnTo>
                    <a:cubicBezTo>
                      <a:pt x="96243" y="104476"/>
                      <a:pt x="83153" y="125932"/>
                      <a:pt x="61846" y="131092"/>
                    </a:cubicBezTo>
                    <a:cubicBezTo>
                      <a:pt x="61831" y="131097"/>
                      <a:pt x="61821" y="131097"/>
                      <a:pt x="61806" y="131102"/>
                    </a:cubicBezTo>
                    <a:cubicBezTo>
                      <a:pt x="58730" y="131782"/>
                      <a:pt x="55579" y="132100"/>
                      <a:pt x="52428" y="13204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730D5A3-C192-5D48-B8E1-5EB2FA8A29CC}"/>
                  </a:ext>
                </a:extLst>
              </p:cNvPr>
              <p:cNvSpPr/>
              <p:nvPr/>
            </p:nvSpPr>
            <p:spPr>
              <a:xfrm>
                <a:off x="8416731" y="4029187"/>
                <a:ext cx="111130" cy="133787"/>
              </a:xfrm>
              <a:custGeom>
                <a:avLst/>
                <a:gdLst>
                  <a:gd name="connsiteX0" fmla="*/ 39557 w 111130"/>
                  <a:gd name="connsiteY0" fmla="*/ 133787 h 133787"/>
                  <a:gd name="connsiteX1" fmla="*/ 0 w 111130"/>
                  <a:gd name="connsiteY1" fmla="*/ 93951 h 133787"/>
                  <a:gd name="connsiteX2" fmla="*/ 5319 w 111130"/>
                  <a:gd name="connsiteY2" fmla="*/ 74242 h 133787"/>
                  <a:gd name="connsiteX3" fmla="*/ 36877 w 111130"/>
                  <a:gd name="connsiteY3" fmla="*/ 20156 h 133787"/>
                  <a:gd name="connsiteX4" fmla="*/ 90975 w 111130"/>
                  <a:gd name="connsiteY4" fmla="*/ 5154 h 133787"/>
                  <a:gd name="connsiteX5" fmla="*/ 105978 w 111130"/>
                  <a:gd name="connsiteY5" fmla="*/ 59251 h 133787"/>
                  <a:gd name="connsiteX6" fmla="*/ 105453 w 111130"/>
                  <a:gd name="connsiteY6" fmla="*/ 60150 h 133787"/>
                  <a:gd name="connsiteX7" fmla="*/ 73894 w 111130"/>
                  <a:gd name="connsiteY7" fmla="*/ 114286 h 133787"/>
                  <a:gd name="connsiteX8" fmla="*/ 39557 w 111130"/>
                  <a:gd name="connsiteY8" fmla="*/ 133787 h 13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787">
                    <a:moveTo>
                      <a:pt x="39557" y="133787"/>
                    </a:moveTo>
                    <a:cubicBezTo>
                      <a:pt x="17633" y="133708"/>
                      <a:pt x="-77" y="115874"/>
                      <a:pt x="0" y="93951"/>
                    </a:cubicBezTo>
                    <a:cubicBezTo>
                      <a:pt x="25" y="87030"/>
                      <a:pt x="1858" y="80236"/>
                      <a:pt x="5319" y="74242"/>
                    </a:cubicBezTo>
                    <a:lnTo>
                      <a:pt x="36877" y="20156"/>
                    </a:lnTo>
                    <a:cubicBezTo>
                      <a:pt x="47673" y="1074"/>
                      <a:pt x="71894" y="-5642"/>
                      <a:pt x="90975" y="5154"/>
                    </a:cubicBezTo>
                    <a:cubicBezTo>
                      <a:pt x="110057" y="15949"/>
                      <a:pt x="116773" y="40169"/>
                      <a:pt x="105978" y="59251"/>
                    </a:cubicBezTo>
                    <a:cubicBezTo>
                      <a:pt x="105807" y="59553"/>
                      <a:pt x="105632" y="59853"/>
                      <a:pt x="105453" y="60150"/>
                    </a:cubicBezTo>
                    <a:lnTo>
                      <a:pt x="73894" y="114286"/>
                    </a:lnTo>
                    <a:cubicBezTo>
                      <a:pt x="66723" y="126424"/>
                      <a:pt x="53653" y="133847"/>
                      <a:pt x="39557" y="13378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ADF4B4EA-FF82-C24A-8A58-ED36B52EBDB6}"/>
                  </a:ext>
                </a:extLst>
              </p:cNvPr>
              <p:cNvSpPr/>
              <p:nvPr/>
            </p:nvSpPr>
            <p:spPr>
              <a:xfrm>
                <a:off x="8348949" y="3963744"/>
                <a:ext cx="138554" cy="95476"/>
              </a:xfrm>
              <a:custGeom>
                <a:avLst/>
                <a:gdLst>
                  <a:gd name="connsiteX0" fmla="*/ 39707 w 138554"/>
                  <a:gd name="connsiteY0" fmla="*/ 95474 h 95476"/>
                  <a:gd name="connsiteX1" fmla="*/ 0 w 138554"/>
                  <a:gd name="connsiteY1" fmla="*/ 55787 h 95476"/>
                  <a:gd name="connsiteX2" fmla="*/ 29286 w 138554"/>
                  <a:gd name="connsiteY2" fmla="*/ 17470 h 95476"/>
                  <a:gd name="connsiteX3" fmla="*/ 88384 w 138554"/>
                  <a:gd name="connsiteY3" fmla="*/ 1393 h 95476"/>
                  <a:gd name="connsiteX4" fmla="*/ 137162 w 138554"/>
                  <a:gd name="connsiteY4" fmla="*/ 29379 h 95476"/>
                  <a:gd name="connsiteX5" fmla="*/ 109176 w 138554"/>
                  <a:gd name="connsiteY5" fmla="*/ 78156 h 95476"/>
                  <a:gd name="connsiteX6" fmla="*/ 50127 w 138554"/>
                  <a:gd name="connsiteY6" fmla="*/ 94233 h 95476"/>
                  <a:gd name="connsiteX7" fmla="*/ 39707 w 138554"/>
                  <a:gd name="connsiteY7" fmla="*/ 95474 h 9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554" h="95476">
                    <a:moveTo>
                      <a:pt x="39707" y="95474"/>
                    </a:moveTo>
                    <a:cubicBezTo>
                      <a:pt x="17783" y="95479"/>
                      <a:pt x="5" y="77711"/>
                      <a:pt x="0" y="55787"/>
                    </a:cubicBezTo>
                    <a:cubicBezTo>
                      <a:pt x="-4" y="37869"/>
                      <a:pt x="11995" y="22169"/>
                      <a:pt x="29286" y="17470"/>
                    </a:cubicBezTo>
                    <a:lnTo>
                      <a:pt x="88384" y="1393"/>
                    </a:lnTo>
                    <a:cubicBezTo>
                      <a:pt x="109582" y="-4348"/>
                      <a:pt x="131421" y="8181"/>
                      <a:pt x="137162" y="29379"/>
                    </a:cubicBezTo>
                    <a:cubicBezTo>
                      <a:pt x="142903" y="50576"/>
                      <a:pt x="130373" y="72415"/>
                      <a:pt x="109176" y="78156"/>
                    </a:cubicBezTo>
                    <a:lnTo>
                      <a:pt x="50127" y="94233"/>
                    </a:lnTo>
                    <a:cubicBezTo>
                      <a:pt x="46723" y="95101"/>
                      <a:pt x="43219" y="95518"/>
                      <a:pt x="39707" y="9547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FBFB8EBF-B7B0-B043-AA3B-AD380D6236A4}"/>
                  </a:ext>
                </a:extLst>
              </p:cNvPr>
              <p:cNvSpPr/>
              <p:nvPr/>
            </p:nvSpPr>
            <p:spPr>
              <a:xfrm>
                <a:off x="8362484" y="3853494"/>
                <a:ext cx="136155" cy="116357"/>
              </a:xfrm>
              <a:custGeom>
                <a:avLst/>
                <a:gdLst>
                  <a:gd name="connsiteX0" fmla="*/ 96335 w 136155"/>
                  <a:gd name="connsiteY0" fmla="*/ 116357 h 116357"/>
                  <a:gd name="connsiteX1" fmla="*/ 74701 w 136155"/>
                  <a:gd name="connsiteY1" fmla="*/ 109906 h 116357"/>
                  <a:gd name="connsiteX2" fmla="*/ 18034 w 136155"/>
                  <a:gd name="connsiteY2" fmla="*/ 72989 h 116357"/>
                  <a:gd name="connsiteX3" fmla="*/ 6447 w 136155"/>
                  <a:gd name="connsiteY3" fmla="*/ 18034 h 116357"/>
                  <a:gd name="connsiteX4" fmla="*/ 61402 w 136155"/>
                  <a:gd name="connsiteY4" fmla="*/ 6447 h 116357"/>
                  <a:gd name="connsiteX5" fmla="*/ 118069 w 136155"/>
                  <a:gd name="connsiteY5" fmla="*/ 43365 h 116357"/>
                  <a:gd name="connsiteX6" fmla="*/ 129750 w 136155"/>
                  <a:gd name="connsiteY6" fmla="*/ 98276 h 116357"/>
                  <a:gd name="connsiteX7" fmla="*/ 96335 w 136155"/>
                  <a:gd name="connsiteY7" fmla="*/ 116357 h 116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55" h="116357">
                    <a:moveTo>
                      <a:pt x="96335" y="116357"/>
                    </a:moveTo>
                    <a:cubicBezTo>
                      <a:pt x="88651" y="116346"/>
                      <a:pt x="81136" y="114105"/>
                      <a:pt x="74701" y="109906"/>
                    </a:cubicBezTo>
                    <a:lnTo>
                      <a:pt x="18034" y="72989"/>
                    </a:lnTo>
                    <a:cubicBezTo>
                      <a:pt x="-341" y="61013"/>
                      <a:pt x="-5529" y="36409"/>
                      <a:pt x="6447" y="18034"/>
                    </a:cubicBezTo>
                    <a:cubicBezTo>
                      <a:pt x="18423" y="-341"/>
                      <a:pt x="43027" y="-5529"/>
                      <a:pt x="61402" y="6447"/>
                    </a:cubicBezTo>
                    <a:lnTo>
                      <a:pt x="118069" y="43365"/>
                    </a:lnTo>
                    <a:cubicBezTo>
                      <a:pt x="136458" y="55303"/>
                      <a:pt x="141687" y="79887"/>
                      <a:pt x="129750" y="98276"/>
                    </a:cubicBezTo>
                    <a:cubicBezTo>
                      <a:pt x="122406" y="109588"/>
                      <a:pt x="109822" y="116397"/>
                      <a:pt x="96335" y="11635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3E61B38E-17E1-6F43-BFD1-96EA60465800}"/>
                  </a:ext>
                </a:extLst>
              </p:cNvPr>
              <p:cNvSpPr/>
              <p:nvPr/>
            </p:nvSpPr>
            <p:spPr>
              <a:xfrm>
                <a:off x="8407227" y="3848627"/>
                <a:ext cx="270933" cy="270928"/>
              </a:xfrm>
              <a:custGeom>
                <a:avLst/>
                <a:gdLst>
                  <a:gd name="connsiteX0" fmla="*/ 135451 w 270933"/>
                  <a:gd name="connsiteY0" fmla="*/ 270929 h 270928"/>
                  <a:gd name="connsiteX1" fmla="*/ 0 w 270933"/>
                  <a:gd name="connsiteY1" fmla="*/ 135451 h 270928"/>
                  <a:gd name="connsiteX2" fmla="*/ 135478 w 270933"/>
                  <a:gd name="connsiteY2" fmla="*/ 0 h 270928"/>
                  <a:gd name="connsiteX3" fmla="*/ 267343 w 270933"/>
                  <a:gd name="connsiteY3" fmla="*/ 104501 h 270928"/>
                  <a:gd name="connsiteX4" fmla="*/ 267343 w 270933"/>
                  <a:gd name="connsiteY4" fmla="*/ 104501 h 270928"/>
                  <a:gd name="connsiteX5" fmla="*/ 166204 w 270933"/>
                  <a:gd name="connsiteY5" fmla="*/ 267369 h 270928"/>
                  <a:gd name="connsiteX6" fmla="*/ 135451 w 270933"/>
                  <a:gd name="connsiteY6" fmla="*/ 270929 h 270928"/>
                  <a:gd name="connsiteX7" fmla="*/ 135451 w 270933"/>
                  <a:gd name="connsiteY7" fmla="*/ 79393 h 270928"/>
                  <a:gd name="connsiteX8" fmla="*/ 122599 w 270933"/>
                  <a:gd name="connsiteY8" fmla="*/ 80882 h 270928"/>
                  <a:gd name="connsiteX9" fmla="*/ 80901 w 270933"/>
                  <a:gd name="connsiteY9" fmla="*/ 148247 h 270928"/>
                  <a:gd name="connsiteX10" fmla="*/ 148267 w 270933"/>
                  <a:gd name="connsiteY10" fmla="*/ 189946 h 270928"/>
                  <a:gd name="connsiteX11" fmla="*/ 189984 w 270933"/>
                  <a:gd name="connsiteY11" fmla="*/ 122662 h 270928"/>
                  <a:gd name="connsiteX12" fmla="*/ 189984 w 270933"/>
                  <a:gd name="connsiteY12" fmla="*/ 122662 h 270928"/>
                  <a:gd name="connsiteX13" fmla="*/ 135501 w 270933"/>
                  <a:gd name="connsiteY13" fmla="*/ 79393 h 27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0933" h="270928">
                    <a:moveTo>
                      <a:pt x="135451" y="270929"/>
                    </a:moveTo>
                    <a:cubicBezTo>
                      <a:pt x="60636" y="270922"/>
                      <a:pt x="-7" y="210266"/>
                      <a:pt x="0" y="135451"/>
                    </a:cubicBezTo>
                    <a:cubicBezTo>
                      <a:pt x="7" y="60636"/>
                      <a:pt x="60663" y="-7"/>
                      <a:pt x="135478" y="0"/>
                    </a:cubicBezTo>
                    <a:cubicBezTo>
                      <a:pt x="198360" y="6"/>
                      <a:pt x="252968" y="43284"/>
                      <a:pt x="267343" y="104501"/>
                    </a:cubicBezTo>
                    <a:lnTo>
                      <a:pt x="267343" y="104501"/>
                    </a:lnTo>
                    <a:cubicBezTo>
                      <a:pt x="284388" y="177405"/>
                      <a:pt x="239109" y="250323"/>
                      <a:pt x="166204" y="267369"/>
                    </a:cubicBezTo>
                    <a:cubicBezTo>
                      <a:pt x="156122" y="269726"/>
                      <a:pt x="145804" y="270921"/>
                      <a:pt x="135451" y="270929"/>
                    </a:cubicBezTo>
                    <a:close/>
                    <a:moveTo>
                      <a:pt x="135451" y="79393"/>
                    </a:moveTo>
                    <a:cubicBezTo>
                      <a:pt x="131125" y="79401"/>
                      <a:pt x="126813" y="79900"/>
                      <a:pt x="122599" y="80882"/>
                    </a:cubicBezTo>
                    <a:cubicBezTo>
                      <a:pt x="92482" y="87970"/>
                      <a:pt x="73813" y="118130"/>
                      <a:pt x="80901" y="148247"/>
                    </a:cubicBezTo>
                    <a:cubicBezTo>
                      <a:pt x="87989" y="178365"/>
                      <a:pt x="118149" y="197033"/>
                      <a:pt x="148267" y="189946"/>
                    </a:cubicBezTo>
                    <a:cubicBezTo>
                      <a:pt x="178353" y="182865"/>
                      <a:pt x="197021" y="152758"/>
                      <a:pt x="189984" y="122662"/>
                    </a:cubicBezTo>
                    <a:lnTo>
                      <a:pt x="189984" y="122662"/>
                    </a:lnTo>
                    <a:cubicBezTo>
                      <a:pt x="184035" y="97364"/>
                      <a:pt x="161490" y="79461"/>
                      <a:pt x="135501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40" name="Picture Placeholder 87">
            <a:extLst>
              <a:ext uri="{FF2B5EF4-FFF2-40B4-BE49-F238E27FC236}">
                <a16:creationId xmlns:a16="http://schemas.microsoft.com/office/drawing/2014/main" id="{D77816DF-81CA-40BA-81DD-F089CA25986E}"/>
              </a:ext>
            </a:extLst>
          </p:cNvPr>
          <p:cNvGrpSpPr>
            <a:grpSpLocks noChangeAspect="1"/>
          </p:cNvGrpSpPr>
          <p:nvPr/>
        </p:nvGrpSpPr>
        <p:grpSpPr>
          <a:xfrm>
            <a:off x="9408984" y="3749818"/>
            <a:ext cx="841667" cy="743630"/>
            <a:chOff x="9408984" y="3749818"/>
            <a:chExt cx="841667" cy="743630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9EA6698E-7253-D24F-9F62-F8B3A1B8CE70}"/>
                </a:ext>
              </a:extLst>
            </p:cNvPr>
            <p:cNvSpPr/>
            <p:nvPr/>
          </p:nvSpPr>
          <p:spPr>
            <a:xfrm>
              <a:off x="9408984" y="3749818"/>
              <a:ext cx="460083" cy="404522"/>
            </a:xfrm>
            <a:custGeom>
              <a:avLst/>
              <a:gdLst>
                <a:gd name="connsiteX0" fmla="*/ 95470 w 460083"/>
                <a:gd name="connsiteY0" fmla="*/ 404374 h 404522"/>
                <a:gd name="connsiteX1" fmla="*/ 67385 w 460083"/>
                <a:gd name="connsiteY1" fmla="*/ 392713 h 404522"/>
                <a:gd name="connsiteX2" fmla="*/ 67371 w 460083"/>
                <a:gd name="connsiteY2" fmla="*/ 67385 h 404522"/>
                <a:gd name="connsiteX3" fmla="*/ 392699 w 460083"/>
                <a:gd name="connsiteY3" fmla="*/ 67370 h 404522"/>
                <a:gd name="connsiteX4" fmla="*/ 460084 w 460083"/>
                <a:gd name="connsiteY4" fmla="*/ 230106 h 404522"/>
                <a:gd name="connsiteX5" fmla="*/ 420387 w 460083"/>
                <a:gd name="connsiteY5" fmla="*/ 269802 h 404522"/>
                <a:gd name="connsiteX6" fmla="*/ 380690 w 460083"/>
                <a:gd name="connsiteY6" fmla="*/ 230106 h 404522"/>
                <a:gd name="connsiteX7" fmla="*/ 229970 w 460083"/>
                <a:gd name="connsiteY7" fmla="*/ 79529 h 404522"/>
                <a:gd name="connsiteX8" fmla="*/ 79393 w 460083"/>
                <a:gd name="connsiteY8" fmla="*/ 230250 h 404522"/>
                <a:gd name="connsiteX9" fmla="*/ 123556 w 460083"/>
                <a:gd name="connsiteY9" fmla="*/ 336741 h 404522"/>
                <a:gd name="connsiteX10" fmla="*/ 123587 w 460083"/>
                <a:gd name="connsiteY10" fmla="*/ 392882 h 404522"/>
                <a:gd name="connsiteX11" fmla="*/ 95470 w 460083"/>
                <a:gd name="connsiteY11" fmla="*/ 404523 h 40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522">
                  <a:moveTo>
                    <a:pt x="95470" y="404374"/>
                  </a:moveTo>
                  <a:cubicBezTo>
                    <a:pt x="84932" y="404369"/>
                    <a:pt x="74828" y="400176"/>
                    <a:pt x="67385" y="392713"/>
                  </a:cubicBezTo>
                  <a:cubicBezTo>
                    <a:pt x="-22456" y="302880"/>
                    <a:pt x="-22462" y="157226"/>
                    <a:pt x="67371" y="67385"/>
                  </a:cubicBezTo>
                  <a:cubicBezTo>
                    <a:pt x="157203" y="-22456"/>
                    <a:pt x="302858" y="-22462"/>
                    <a:pt x="392699" y="67370"/>
                  </a:cubicBezTo>
                  <a:cubicBezTo>
                    <a:pt x="435860" y="110528"/>
                    <a:pt x="460100" y="169069"/>
                    <a:pt x="460084" y="230106"/>
                  </a:cubicBezTo>
                  <a:cubicBezTo>
                    <a:pt x="460084" y="252030"/>
                    <a:pt x="442311" y="269802"/>
                    <a:pt x="420387" y="269802"/>
                  </a:cubicBezTo>
                  <a:cubicBezTo>
                    <a:pt x="398463" y="269802"/>
                    <a:pt x="380690" y="252030"/>
                    <a:pt x="380690" y="230106"/>
                  </a:cubicBezTo>
                  <a:cubicBezTo>
                    <a:pt x="380651" y="146905"/>
                    <a:pt x="313171" y="79490"/>
                    <a:pt x="229970" y="79529"/>
                  </a:cubicBezTo>
                  <a:cubicBezTo>
                    <a:pt x="146769" y="79569"/>
                    <a:pt x="79353" y="147049"/>
                    <a:pt x="79393" y="230250"/>
                  </a:cubicBezTo>
                  <a:cubicBezTo>
                    <a:pt x="79412" y="270198"/>
                    <a:pt x="95298" y="308503"/>
                    <a:pt x="123556" y="336741"/>
                  </a:cubicBezTo>
                  <a:cubicBezTo>
                    <a:pt x="139067" y="352235"/>
                    <a:pt x="139081" y="377369"/>
                    <a:pt x="123587" y="392882"/>
                  </a:cubicBezTo>
                  <a:cubicBezTo>
                    <a:pt x="116133" y="400340"/>
                    <a:pt x="106017" y="404532"/>
                    <a:pt x="95470" y="4045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69B2882B-146D-BB49-B175-F8915A72E899}"/>
                </a:ext>
              </a:extLst>
            </p:cNvPr>
            <p:cNvSpPr/>
            <p:nvPr/>
          </p:nvSpPr>
          <p:spPr>
            <a:xfrm>
              <a:off x="9460156" y="4069726"/>
              <a:ext cx="408852" cy="421092"/>
            </a:xfrm>
            <a:custGeom>
              <a:avLst/>
              <a:gdLst>
                <a:gd name="connsiteX0" fmla="*/ 369363 w 408852"/>
                <a:gd name="connsiteY0" fmla="*/ 421092 h 421092"/>
                <a:gd name="connsiteX1" fmla="*/ 340782 w 408852"/>
                <a:gd name="connsiteY1" fmla="*/ 408836 h 421092"/>
                <a:gd name="connsiteX2" fmla="*/ 13285 w 408852"/>
                <a:gd name="connsiteY2" fmla="*/ 69331 h 421092"/>
                <a:gd name="connsiteX3" fmla="*/ 10063 w 408852"/>
                <a:gd name="connsiteY3" fmla="*/ 13284 h 421092"/>
                <a:gd name="connsiteX4" fmla="*/ 66109 w 408852"/>
                <a:gd name="connsiteY4" fmla="*/ 10062 h 421092"/>
                <a:gd name="connsiteX5" fmla="*/ 70249 w 408852"/>
                <a:gd name="connsiteY5" fmla="*/ 14352 h 421092"/>
                <a:gd name="connsiteX6" fmla="*/ 397746 w 408852"/>
                <a:gd name="connsiteY6" fmla="*/ 353856 h 421092"/>
                <a:gd name="connsiteX7" fmla="*/ 396696 w 408852"/>
                <a:gd name="connsiteY7" fmla="*/ 409987 h 421092"/>
                <a:gd name="connsiteX8" fmla="*/ 369214 w 408852"/>
                <a:gd name="connsiteY8" fmla="*/ 421092 h 421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8852" h="421092">
                  <a:moveTo>
                    <a:pt x="369363" y="421092"/>
                  </a:moveTo>
                  <a:cubicBezTo>
                    <a:pt x="358566" y="421063"/>
                    <a:pt x="348246" y="416636"/>
                    <a:pt x="340782" y="408836"/>
                  </a:cubicBezTo>
                  <a:lnTo>
                    <a:pt x="13285" y="69331"/>
                  </a:lnTo>
                  <a:cubicBezTo>
                    <a:pt x="-3082" y="54744"/>
                    <a:pt x="-4525" y="29651"/>
                    <a:pt x="10063" y="13284"/>
                  </a:cubicBezTo>
                  <a:cubicBezTo>
                    <a:pt x="24650" y="-3082"/>
                    <a:pt x="49743" y="-4525"/>
                    <a:pt x="66109" y="10062"/>
                  </a:cubicBezTo>
                  <a:cubicBezTo>
                    <a:pt x="67595" y="11386"/>
                    <a:pt x="68979" y="12820"/>
                    <a:pt x="70249" y="14352"/>
                  </a:cubicBezTo>
                  <a:lnTo>
                    <a:pt x="397746" y="353856"/>
                  </a:lnTo>
                  <a:cubicBezTo>
                    <a:pt x="412956" y="369646"/>
                    <a:pt x="412486" y="394779"/>
                    <a:pt x="396696" y="409987"/>
                  </a:cubicBezTo>
                  <a:cubicBezTo>
                    <a:pt x="389313" y="417098"/>
                    <a:pt x="379465" y="421077"/>
                    <a:pt x="369214" y="4210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2848CED6-B5DF-E648-87AD-7764A8CBDEE0}"/>
                </a:ext>
              </a:extLst>
            </p:cNvPr>
            <p:cNvSpPr/>
            <p:nvPr/>
          </p:nvSpPr>
          <p:spPr>
            <a:xfrm>
              <a:off x="9790567" y="3750377"/>
              <a:ext cx="460083" cy="376374"/>
            </a:xfrm>
            <a:custGeom>
              <a:avLst/>
              <a:gdLst>
                <a:gd name="connsiteX0" fmla="*/ 387836 w 460083"/>
                <a:gd name="connsiteY0" fmla="*/ 376375 h 376374"/>
                <a:gd name="connsiteX1" fmla="*/ 348129 w 460083"/>
                <a:gd name="connsiteY1" fmla="*/ 336689 h 376374"/>
                <a:gd name="connsiteX2" fmla="*/ 354937 w 460083"/>
                <a:gd name="connsiteY2" fmla="*/ 314448 h 376374"/>
                <a:gd name="connsiteX3" fmla="*/ 314278 w 460083"/>
                <a:gd name="connsiteY3" fmla="*/ 105314 h 376374"/>
                <a:gd name="connsiteX4" fmla="*/ 105146 w 460083"/>
                <a:gd name="connsiteY4" fmla="*/ 145972 h 376374"/>
                <a:gd name="connsiteX5" fmla="*/ 79393 w 460083"/>
                <a:gd name="connsiteY5" fmla="*/ 230093 h 376374"/>
                <a:gd name="connsiteX6" fmla="*/ 39697 w 460083"/>
                <a:gd name="connsiteY6" fmla="*/ 269790 h 376374"/>
                <a:gd name="connsiteX7" fmla="*/ 0 w 460083"/>
                <a:gd name="connsiteY7" fmla="*/ 230093 h 376374"/>
                <a:gd name="connsiteX8" fmla="*/ 229992 w 460083"/>
                <a:gd name="connsiteY8" fmla="*/ 0 h 376374"/>
                <a:gd name="connsiteX9" fmla="*/ 460084 w 460083"/>
                <a:gd name="connsiteY9" fmla="*/ 229990 h 376374"/>
                <a:gd name="connsiteX10" fmla="*/ 420734 w 460083"/>
                <a:gd name="connsiteY10" fmla="*/ 358710 h 376374"/>
                <a:gd name="connsiteX11" fmla="*/ 387836 w 460083"/>
                <a:gd name="connsiteY11" fmla="*/ 376375 h 3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376374">
                  <a:moveTo>
                    <a:pt x="387836" y="376375"/>
                  </a:moveTo>
                  <a:cubicBezTo>
                    <a:pt x="365913" y="376380"/>
                    <a:pt x="348134" y="358612"/>
                    <a:pt x="348129" y="336689"/>
                  </a:cubicBezTo>
                  <a:cubicBezTo>
                    <a:pt x="348129" y="328762"/>
                    <a:pt x="350496" y="321016"/>
                    <a:pt x="354937" y="314448"/>
                  </a:cubicBezTo>
                  <a:cubicBezTo>
                    <a:pt x="401462" y="245471"/>
                    <a:pt x="383256" y="151838"/>
                    <a:pt x="314278" y="105314"/>
                  </a:cubicBezTo>
                  <a:cubicBezTo>
                    <a:pt x="245300" y="58791"/>
                    <a:pt x="151671" y="76994"/>
                    <a:pt x="105146" y="145972"/>
                  </a:cubicBezTo>
                  <a:cubicBezTo>
                    <a:pt x="88383" y="170825"/>
                    <a:pt x="79417" y="200115"/>
                    <a:pt x="79393" y="230093"/>
                  </a:cubicBezTo>
                  <a:cubicBezTo>
                    <a:pt x="79393" y="252017"/>
                    <a:pt x="61621" y="269790"/>
                    <a:pt x="39697" y="269790"/>
                  </a:cubicBezTo>
                  <a:cubicBezTo>
                    <a:pt x="17773" y="269790"/>
                    <a:pt x="0" y="252017"/>
                    <a:pt x="0" y="230093"/>
                  </a:cubicBezTo>
                  <a:cubicBezTo>
                    <a:pt x="-28" y="103045"/>
                    <a:pt x="102943" y="28"/>
                    <a:pt x="229992" y="0"/>
                  </a:cubicBezTo>
                  <a:cubicBezTo>
                    <a:pt x="357041" y="-28"/>
                    <a:pt x="460054" y="102942"/>
                    <a:pt x="460084" y="229990"/>
                  </a:cubicBezTo>
                  <a:cubicBezTo>
                    <a:pt x="460093" y="275860"/>
                    <a:pt x="446388" y="320686"/>
                    <a:pt x="420734" y="358710"/>
                  </a:cubicBezTo>
                  <a:cubicBezTo>
                    <a:pt x="413395" y="369710"/>
                    <a:pt x="401060" y="376334"/>
                    <a:pt x="387836" y="3763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D2E8B015-F927-ED45-B361-F127DD95A214}"/>
                </a:ext>
              </a:extLst>
            </p:cNvPr>
            <p:cNvSpPr/>
            <p:nvPr/>
          </p:nvSpPr>
          <p:spPr>
            <a:xfrm>
              <a:off x="9789773" y="3752250"/>
              <a:ext cx="460083" cy="404422"/>
            </a:xfrm>
            <a:custGeom>
              <a:avLst/>
              <a:gdLst>
                <a:gd name="connsiteX0" fmla="*/ 364613 w 460083"/>
                <a:gd name="connsiteY0" fmla="*/ 404423 h 404422"/>
                <a:gd name="connsiteX1" fmla="*/ 324937 w 460083"/>
                <a:gd name="connsiteY1" fmla="*/ 364708 h 404422"/>
                <a:gd name="connsiteX2" fmla="*/ 336528 w 460083"/>
                <a:gd name="connsiteY2" fmla="*/ 336691 h 404422"/>
                <a:gd name="connsiteX3" fmla="*/ 336607 w 460083"/>
                <a:gd name="connsiteY3" fmla="*/ 123642 h 404422"/>
                <a:gd name="connsiteX4" fmla="*/ 123556 w 460083"/>
                <a:gd name="connsiteY4" fmla="*/ 123565 h 404422"/>
                <a:gd name="connsiteX5" fmla="*/ 79393 w 460083"/>
                <a:gd name="connsiteY5" fmla="*/ 230106 h 404422"/>
                <a:gd name="connsiteX6" fmla="*/ 39697 w 460083"/>
                <a:gd name="connsiteY6" fmla="*/ 269802 h 404422"/>
                <a:gd name="connsiteX7" fmla="*/ 0 w 460083"/>
                <a:gd name="connsiteY7" fmla="*/ 230106 h 404422"/>
                <a:gd name="connsiteX8" fmla="*/ 229977 w 460083"/>
                <a:gd name="connsiteY8" fmla="*/ 0 h 404422"/>
                <a:gd name="connsiteX9" fmla="*/ 460084 w 460083"/>
                <a:gd name="connsiteY9" fmla="*/ 229977 h 404422"/>
                <a:gd name="connsiteX10" fmla="*/ 392649 w 460083"/>
                <a:gd name="connsiteY10" fmla="*/ 392762 h 404422"/>
                <a:gd name="connsiteX11" fmla="*/ 364613 w 460083"/>
                <a:gd name="connsiteY11" fmla="*/ 404423 h 40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422">
                  <a:moveTo>
                    <a:pt x="364613" y="404423"/>
                  </a:moveTo>
                  <a:cubicBezTo>
                    <a:pt x="342691" y="404413"/>
                    <a:pt x="324927" y="386634"/>
                    <a:pt x="324937" y="364708"/>
                  </a:cubicBezTo>
                  <a:cubicBezTo>
                    <a:pt x="324941" y="354203"/>
                    <a:pt x="329110" y="344128"/>
                    <a:pt x="336528" y="336691"/>
                  </a:cubicBezTo>
                  <a:cubicBezTo>
                    <a:pt x="395383" y="277880"/>
                    <a:pt x="395418" y="182495"/>
                    <a:pt x="336607" y="123642"/>
                  </a:cubicBezTo>
                  <a:cubicBezTo>
                    <a:pt x="277792" y="64789"/>
                    <a:pt x="182411" y="64754"/>
                    <a:pt x="123556" y="123565"/>
                  </a:cubicBezTo>
                  <a:cubicBezTo>
                    <a:pt x="95285" y="151815"/>
                    <a:pt x="79399" y="190140"/>
                    <a:pt x="79393" y="230106"/>
                  </a:cubicBezTo>
                  <a:cubicBezTo>
                    <a:pt x="79393" y="252029"/>
                    <a:pt x="61621" y="269802"/>
                    <a:pt x="39697" y="269802"/>
                  </a:cubicBezTo>
                  <a:cubicBezTo>
                    <a:pt x="17773" y="269802"/>
                    <a:pt x="0" y="252029"/>
                    <a:pt x="0" y="230106"/>
                  </a:cubicBezTo>
                  <a:cubicBezTo>
                    <a:pt x="-35" y="103057"/>
                    <a:pt x="102928" y="35"/>
                    <a:pt x="229977" y="0"/>
                  </a:cubicBezTo>
                  <a:cubicBezTo>
                    <a:pt x="357026" y="-36"/>
                    <a:pt x="460049" y="102929"/>
                    <a:pt x="460084" y="229977"/>
                  </a:cubicBezTo>
                  <a:cubicBezTo>
                    <a:pt x="460098" y="291038"/>
                    <a:pt x="435839" y="349601"/>
                    <a:pt x="392649" y="392762"/>
                  </a:cubicBezTo>
                  <a:cubicBezTo>
                    <a:pt x="385221" y="400210"/>
                    <a:pt x="375133" y="404403"/>
                    <a:pt x="364613" y="40442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85B769EC-455A-D846-B77E-E3205C86D760}"/>
                </a:ext>
              </a:extLst>
            </p:cNvPr>
            <p:cNvSpPr/>
            <p:nvPr/>
          </p:nvSpPr>
          <p:spPr>
            <a:xfrm>
              <a:off x="9789585" y="4074515"/>
              <a:ext cx="406940" cy="418933"/>
            </a:xfrm>
            <a:custGeom>
              <a:avLst/>
              <a:gdLst>
                <a:gd name="connsiteX0" fmla="*/ 39736 w 406940"/>
                <a:gd name="connsiteY0" fmla="*/ 418934 h 418933"/>
                <a:gd name="connsiteX1" fmla="*/ 0 w 406940"/>
                <a:gd name="connsiteY1" fmla="*/ 379277 h 418933"/>
                <a:gd name="connsiteX2" fmla="*/ 11154 w 406940"/>
                <a:gd name="connsiteY2" fmla="*/ 351648 h 418933"/>
                <a:gd name="connsiteX3" fmla="*/ 338651 w 406940"/>
                <a:gd name="connsiteY3" fmla="*/ 12143 h 418933"/>
                <a:gd name="connsiteX4" fmla="*/ 394797 w 406940"/>
                <a:gd name="connsiteY4" fmla="*/ 11126 h 418933"/>
                <a:gd name="connsiteX5" fmla="*/ 395814 w 406940"/>
                <a:gd name="connsiteY5" fmla="*/ 67272 h 418933"/>
                <a:gd name="connsiteX6" fmla="*/ 68317 w 406940"/>
                <a:gd name="connsiteY6" fmla="*/ 406777 h 418933"/>
                <a:gd name="connsiteX7" fmla="*/ 39736 w 406940"/>
                <a:gd name="connsiteY7" fmla="*/ 418934 h 41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940" h="418933">
                  <a:moveTo>
                    <a:pt x="39736" y="418934"/>
                  </a:moveTo>
                  <a:cubicBezTo>
                    <a:pt x="17812" y="418954"/>
                    <a:pt x="22" y="401199"/>
                    <a:pt x="0" y="379277"/>
                  </a:cubicBezTo>
                  <a:cubicBezTo>
                    <a:pt x="-10" y="368966"/>
                    <a:pt x="3990" y="359061"/>
                    <a:pt x="11154" y="351648"/>
                  </a:cubicBezTo>
                  <a:lnTo>
                    <a:pt x="338651" y="12143"/>
                  </a:lnTo>
                  <a:cubicBezTo>
                    <a:pt x="353875" y="-3642"/>
                    <a:pt x="379013" y="-4097"/>
                    <a:pt x="394797" y="11126"/>
                  </a:cubicBezTo>
                  <a:cubicBezTo>
                    <a:pt x="410581" y="26349"/>
                    <a:pt x="411038" y="51487"/>
                    <a:pt x="395814" y="67272"/>
                  </a:cubicBezTo>
                  <a:lnTo>
                    <a:pt x="68317" y="406777"/>
                  </a:lnTo>
                  <a:cubicBezTo>
                    <a:pt x="60837" y="414542"/>
                    <a:pt x="50519" y="418934"/>
                    <a:pt x="39736" y="4189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DACB147-6A51-F74B-9778-10A96FA0C51C}"/>
                </a:ext>
              </a:extLst>
            </p:cNvPr>
            <p:cNvSpPr/>
            <p:nvPr/>
          </p:nvSpPr>
          <p:spPr>
            <a:xfrm>
              <a:off x="9931108" y="3752406"/>
              <a:ext cx="313669" cy="308598"/>
            </a:xfrm>
            <a:custGeom>
              <a:avLst/>
              <a:gdLst>
                <a:gd name="connsiteX0" fmla="*/ 39731 w 313669"/>
                <a:gd name="connsiteY0" fmla="*/ 308598 h 308598"/>
                <a:gd name="connsiteX1" fmla="*/ 0 w 313669"/>
                <a:gd name="connsiteY1" fmla="*/ 268936 h 308598"/>
                <a:gd name="connsiteX2" fmla="*/ 11944 w 313669"/>
                <a:gd name="connsiteY2" fmla="*/ 240518 h 308598"/>
                <a:gd name="connsiteX3" fmla="*/ 246203 w 313669"/>
                <a:gd name="connsiteY3" fmla="*/ 11320 h 308598"/>
                <a:gd name="connsiteX4" fmla="*/ 302349 w 313669"/>
                <a:gd name="connsiteY4" fmla="*/ 11941 h 308598"/>
                <a:gd name="connsiteX5" fmla="*/ 301729 w 313669"/>
                <a:gd name="connsiteY5" fmla="*/ 68087 h 308598"/>
                <a:gd name="connsiteX6" fmla="*/ 67469 w 313669"/>
                <a:gd name="connsiteY6" fmla="*/ 297285 h 308598"/>
                <a:gd name="connsiteX7" fmla="*/ 39731 w 313669"/>
                <a:gd name="connsiteY7" fmla="*/ 308598 h 30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669" h="308598">
                  <a:moveTo>
                    <a:pt x="39731" y="308598"/>
                  </a:moveTo>
                  <a:cubicBezTo>
                    <a:pt x="17809" y="308617"/>
                    <a:pt x="20" y="290860"/>
                    <a:pt x="0" y="268936"/>
                  </a:cubicBezTo>
                  <a:cubicBezTo>
                    <a:pt x="-10" y="258241"/>
                    <a:pt x="4297" y="247995"/>
                    <a:pt x="11944" y="240518"/>
                  </a:cubicBezTo>
                  <a:lnTo>
                    <a:pt x="246203" y="11320"/>
                  </a:lnTo>
                  <a:cubicBezTo>
                    <a:pt x="261878" y="-4012"/>
                    <a:pt x="287016" y="-3735"/>
                    <a:pt x="302349" y="11941"/>
                  </a:cubicBezTo>
                  <a:cubicBezTo>
                    <a:pt x="317682" y="27616"/>
                    <a:pt x="317404" y="52754"/>
                    <a:pt x="301729" y="68087"/>
                  </a:cubicBezTo>
                  <a:lnTo>
                    <a:pt x="67469" y="297285"/>
                  </a:lnTo>
                  <a:cubicBezTo>
                    <a:pt x="60056" y="304534"/>
                    <a:pt x="50102" y="308594"/>
                    <a:pt x="39731" y="30859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78383D30-4B62-F54E-9CFC-3AA95B293613}"/>
                </a:ext>
              </a:extLst>
            </p:cNvPr>
            <p:cNvSpPr/>
            <p:nvPr/>
          </p:nvSpPr>
          <p:spPr>
            <a:xfrm>
              <a:off x="9931540" y="3888622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898" y="94279"/>
                    <a:pt x="173673" y="112052"/>
                    <a:pt x="173673" y="133976"/>
                  </a:cubicBez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8" name="Picture Placeholder 89">
            <a:extLst>
              <a:ext uri="{FF2B5EF4-FFF2-40B4-BE49-F238E27FC236}">
                <a16:creationId xmlns:a16="http://schemas.microsoft.com/office/drawing/2014/main" id="{7A92AEE4-76B2-4F85-AADD-831CBE92DEBB}"/>
              </a:ext>
            </a:extLst>
          </p:cNvPr>
          <p:cNvGrpSpPr>
            <a:grpSpLocks noChangeAspect="1"/>
          </p:cNvGrpSpPr>
          <p:nvPr/>
        </p:nvGrpSpPr>
        <p:grpSpPr>
          <a:xfrm>
            <a:off x="1523147" y="4828827"/>
            <a:ext cx="833618" cy="727805"/>
            <a:chOff x="1523147" y="4828827"/>
            <a:chExt cx="833618" cy="727805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8CCF6B3-2FCA-F64A-B5FC-63FB7218C291}"/>
                </a:ext>
              </a:extLst>
            </p:cNvPr>
            <p:cNvSpPr/>
            <p:nvPr/>
          </p:nvSpPr>
          <p:spPr>
            <a:xfrm>
              <a:off x="1820490" y="4828827"/>
              <a:ext cx="536275" cy="725772"/>
            </a:xfrm>
            <a:custGeom>
              <a:avLst/>
              <a:gdLst>
                <a:gd name="connsiteX0" fmla="*/ 340899 w 536275"/>
                <a:gd name="connsiteY0" fmla="*/ 725747 h 725772"/>
                <a:gd name="connsiteX1" fmla="*/ 206923 w 536275"/>
                <a:gd name="connsiteY1" fmla="*/ 691806 h 725772"/>
                <a:gd name="connsiteX2" fmla="*/ 5 w 536275"/>
                <a:gd name="connsiteY2" fmla="*/ 362374 h 725772"/>
                <a:gd name="connsiteX3" fmla="*/ 200919 w 536275"/>
                <a:gd name="connsiteY3" fmla="*/ 38401 h 725772"/>
                <a:gd name="connsiteX4" fmla="*/ 471153 w 536275"/>
                <a:gd name="connsiteY4" fmla="*/ 37706 h 725772"/>
                <a:gd name="connsiteX5" fmla="*/ 535660 w 536275"/>
                <a:gd name="connsiteY5" fmla="*/ 145085 h 725772"/>
                <a:gd name="connsiteX6" fmla="*/ 443217 w 536275"/>
                <a:gd name="connsiteY6" fmla="*/ 360637 h 725772"/>
                <a:gd name="connsiteX7" fmla="*/ 531492 w 536275"/>
                <a:gd name="connsiteY7" fmla="*/ 573262 h 725772"/>
                <a:gd name="connsiteX8" fmla="*/ 466489 w 536275"/>
                <a:gd name="connsiteY8" fmla="*/ 686149 h 725772"/>
                <a:gd name="connsiteX9" fmla="*/ 340899 w 536275"/>
                <a:gd name="connsiteY9" fmla="*/ 725747 h 725772"/>
                <a:gd name="connsiteX10" fmla="*/ 345861 w 536275"/>
                <a:gd name="connsiteY10" fmla="*/ 79834 h 725772"/>
                <a:gd name="connsiteX11" fmla="*/ 237688 w 536275"/>
                <a:gd name="connsiteY11" fmla="*/ 108713 h 725772"/>
                <a:gd name="connsiteX12" fmla="*/ 79298 w 536275"/>
                <a:gd name="connsiteY12" fmla="*/ 361779 h 725772"/>
                <a:gd name="connsiteX13" fmla="*/ 242303 w 536275"/>
                <a:gd name="connsiteY13" fmla="*/ 620650 h 725772"/>
                <a:gd name="connsiteX14" fmla="*/ 419300 w 536275"/>
                <a:gd name="connsiteY14" fmla="*/ 622089 h 725772"/>
                <a:gd name="connsiteX15" fmla="*/ 452298 w 536275"/>
                <a:gd name="connsiteY15" fmla="*/ 566911 h 725772"/>
                <a:gd name="connsiteX16" fmla="*/ 361492 w 536275"/>
                <a:gd name="connsiteY16" fmla="*/ 387929 h 725772"/>
                <a:gd name="connsiteX17" fmla="*/ 361492 w 536275"/>
                <a:gd name="connsiteY17" fmla="*/ 332205 h 725772"/>
                <a:gd name="connsiteX18" fmla="*/ 361492 w 536275"/>
                <a:gd name="connsiteY18" fmla="*/ 332205 h 725772"/>
                <a:gd name="connsiteX19" fmla="*/ 456367 w 536275"/>
                <a:gd name="connsiteY19" fmla="*/ 151834 h 725772"/>
                <a:gd name="connsiteX20" fmla="*/ 425403 w 536275"/>
                <a:gd name="connsiteY20" fmla="*/ 102610 h 725772"/>
                <a:gd name="connsiteX21" fmla="*/ 345960 w 536275"/>
                <a:gd name="connsiteY21" fmla="*/ 79834 h 72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6275" h="725772">
                  <a:moveTo>
                    <a:pt x="340899" y="725747"/>
                  </a:moveTo>
                  <a:cubicBezTo>
                    <a:pt x="294211" y="724997"/>
                    <a:pt x="248337" y="713376"/>
                    <a:pt x="206923" y="691806"/>
                  </a:cubicBezTo>
                  <a:cubicBezTo>
                    <a:pt x="81879" y="629433"/>
                    <a:pt x="699" y="499873"/>
                    <a:pt x="5" y="362374"/>
                  </a:cubicBezTo>
                  <a:cubicBezTo>
                    <a:pt x="-789" y="201554"/>
                    <a:pt x="103265" y="89460"/>
                    <a:pt x="200919" y="38401"/>
                  </a:cubicBezTo>
                  <a:cubicBezTo>
                    <a:pt x="298573" y="-12659"/>
                    <a:pt x="399005" y="-12709"/>
                    <a:pt x="471153" y="37706"/>
                  </a:cubicBezTo>
                  <a:cubicBezTo>
                    <a:pt x="509560" y="64551"/>
                    <a:pt x="531889" y="101667"/>
                    <a:pt x="535660" y="145085"/>
                  </a:cubicBezTo>
                  <a:cubicBezTo>
                    <a:pt x="543153" y="228895"/>
                    <a:pt x="480482" y="316574"/>
                    <a:pt x="443217" y="360637"/>
                  </a:cubicBezTo>
                  <a:cubicBezTo>
                    <a:pt x="479043" y="404006"/>
                    <a:pt x="538141" y="489354"/>
                    <a:pt x="531492" y="573262"/>
                  </a:cubicBezTo>
                  <a:cubicBezTo>
                    <a:pt x="527920" y="618367"/>
                    <a:pt x="505441" y="657369"/>
                    <a:pt x="466489" y="686149"/>
                  </a:cubicBezTo>
                  <a:cubicBezTo>
                    <a:pt x="429998" y="712557"/>
                    <a:pt x="385940" y="726451"/>
                    <a:pt x="340899" y="725747"/>
                  </a:cubicBezTo>
                  <a:close/>
                  <a:moveTo>
                    <a:pt x="345861" y="79834"/>
                  </a:moveTo>
                  <a:cubicBezTo>
                    <a:pt x="308010" y="80659"/>
                    <a:pt x="270914" y="90563"/>
                    <a:pt x="237688" y="108713"/>
                  </a:cubicBezTo>
                  <a:cubicBezTo>
                    <a:pt x="164249" y="147219"/>
                    <a:pt x="78902" y="236635"/>
                    <a:pt x="79298" y="361779"/>
                  </a:cubicBezTo>
                  <a:cubicBezTo>
                    <a:pt x="79993" y="492877"/>
                    <a:pt x="167524" y="583186"/>
                    <a:pt x="242303" y="620650"/>
                  </a:cubicBezTo>
                  <a:cubicBezTo>
                    <a:pt x="309043" y="654144"/>
                    <a:pt x="375237" y="654640"/>
                    <a:pt x="419300" y="622089"/>
                  </a:cubicBezTo>
                  <a:cubicBezTo>
                    <a:pt x="439992" y="606806"/>
                    <a:pt x="450511" y="589240"/>
                    <a:pt x="452298" y="566911"/>
                  </a:cubicBezTo>
                  <a:cubicBezTo>
                    <a:pt x="457557" y="501759"/>
                    <a:pt x="388535" y="415617"/>
                    <a:pt x="361492" y="387929"/>
                  </a:cubicBezTo>
                  <a:cubicBezTo>
                    <a:pt x="346263" y="372475"/>
                    <a:pt x="346263" y="347659"/>
                    <a:pt x="361492" y="332205"/>
                  </a:cubicBezTo>
                  <a:lnTo>
                    <a:pt x="361492" y="332205"/>
                  </a:lnTo>
                  <a:cubicBezTo>
                    <a:pt x="389825" y="303623"/>
                    <a:pt x="462073" y="215547"/>
                    <a:pt x="456367" y="151834"/>
                  </a:cubicBezTo>
                  <a:cubicBezTo>
                    <a:pt x="454531" y="131985"/>
                    <a:pt x="444706" y="116107"/>
                    <a:pt x="425403" y="102610"/>
                  </a:cubicBezTo>
                  <a:cubicBezTo>
                    <a:pt x="401883" y="87057"/>
                    <a:pt x="374150" y="79107"/>
                    <a:pt x="345960" y="798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BC3DD1E9-4AA8-1540-805F-0DAEBB6425C5}"/>
                </a:ext>
              </a:extLst>
            </p:cNvPr>
            <p:cNvSpPr/>
            <p:nvPr/>
          </p:nvSpPr>
          <p:spPr>
            <a:xfrm>
              <a:off x="1523147" y="4830843"/>
              <a:ext cx="536325" cy="725789"/>
            </a:xfrm>
            <a:custGeom>
              <a:avLst/>
              <a:gdLst>
                <a:gd name="connsiteX0" fmla="*/ 195427 w 536325"/>
                <a:gd name="connsiteY0" fmla="*/ 725765 h 725789"/>
                <a:gd name="connsiteX1" fmla="*/ 69787 w 536325"/>
                <a:gd name="connsiteY1" fmla="*/ 686069 h 725789"/>
                <a:gd name="connsiteX2" fmla="*/ 4784 w 536325"/>
                <a:gd name="connsiteY2" fmla="*/ 573281 h 725789"/>
                <a:gd name="connsiteX3" fmla="*/ 93059 w 536325"/>
                <a:gd name="connsiteY3" fmla="*/ 360656 h 725789"/>
                <a:gd name="connsiteX4" fmla="*/ 616 w 536325"/>
                <a:gd name="connsiteY4" fmla="*/ 145054 h 725789"/>
                <a:gd name="connsiteX5" fmla="*/ 65122 w 536325"/>
                <a:gd name="connsiteY5" fmla="*/ 37725 h 725789"/>
                <a:gd name="connsiteX6" fmla="*/ 65122 w 536325"/>
                <a:gd name="connsiteY6" fmla="*/ 37725 h 725789"/>
                <a:gd name="connsiteX7" fmla="*/ 335407 w 536325"/>
                <a:gd name="connsiteY7" fmla="*/ 38419 h 725789"/>
                <a:gd name="connsiteX8" fmla="*/ 536321 w 536325"/>
                <a:gd name="connsiteY8" fmla="*/ 362343 h 725789"/>
                <a:gd name="connsiteX9" fmla="*/ 329502 w 536325"/>
                <a:gd name="connsiteY9" fmla="*/ 691824 h 725789"/>
                <a:gd name="connsiteX10" fmla="*/ 195427 w 536325"/>
                <a:gd name="connsiteY10" fmla="*/ 725765 h 725789"/>
                <a:gd name="connsiteX11" fmla="*/ 190464 w 536325"/>
                <a:gd name="connsiteY11" fmla="*/ 79803 h 725789"/>
                <a:gd name="connsiteX12" fmla="*/ 110724 w 536325"/>
                <a:gd name="connsiteY12" fmla="*/ 102777 h 725789"/>
                <a:gd name="connsiteX13" fmla="*/ 110724 w 536325"/>
                <a:gd name="connsiteY13" fmla="*/ 102777 h 725789"/>
                <a:gd name="connsiteX14" fmla="*/ 79661 w 536325"/>
                <a:gd name="connsiteY14" fmla="*/ 152051 h 725789"/>
                <a:gd name="connsiteX15" fmla="*/ 174536 w 536325"/>
                <a:gd name="connsiteY15" fmla="*/ 332422 h 725789"/>
                <a:gd name="connsiteX16" fmla="*/ 174536 w 536325"/>
                <a:gd name="connsiteY16" fmla="*/ 388195 h 725789"/>
                <a:gd name="connsiteX17" fmla="*/ 83780 w 536325"/>
                <a:gd name="connsiteY17" fmla="*/ 567078 h 725789"/>
                <a:gd name="connsiteX18" fmla="*/ 116778 w 536325"/>
                <a:gd name="connsiteY18" fmla="*/ 622306 h 725789"/>
                <a:gd name="connsiteX19" fmla="*/ 293775 w 536325"/>
                <a:gd name="connsiteY19" fmla="*/ 620867 h 725789"/>
                <a:gd name="connsiteX20" fmla="*/ 456779 w 536325"/>
                <a:gd name="connsiteY20" fmla="*/ 361946 h 725789"/>
                <a:gd name="connsiteX21" fmla="*/ 298390 w 536325"/>
                <a:gd name="connsiteY21" fmla="*/ 108881 h 725789"/>
                <a:gd name="connsiteX22" fmla="*/ 190365 w 536325"/>
                <a:gd name="connsiteY22" fmla="*/ 79803 h 725789"/>
                <a:gd name="connsiteX23" fmla="*/ 87898 w 536325"/>
                <a:gd name="connsiteY23" fmla="*/ 70276 h 725789"/>
                <a:gd name="connsiteX24" fmla="*/ 87898 w 536325"/>
                <a:gd name="connsiteY24" fmla="*/ 70276 h 72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36325" h="725789">
                  <a:moveTo>
                    <a:pt x="195427" y="725765"/>
                  </a:moveTo>
                  <a:cubicBezTo>
                    <a:pt x="150359" y="726450"/>
                    <a:pt x="106280" y="712521"/>
                    <a:pt x="69787" y="686069"/>
                  </a:cubicBezTo>
                  <a:cubicBezTo>
                    <a:pt x="30835" y="657189"/>
                    <a:pt x="8356" y="618336"/>
                    <a:pt x="4784" y="573281"/>
                  </a:cubicBezTo>
                  <a:cubicBezTo>
                    <a:pt x="-1866" y="489372"/>
                    <a:pt x="57084" y="404124"/>
                    <a:pt x="93059" y="360656"/>
                  </a:cubicBezTo>
                  <a:cubicBezTo>
                    <a:pt x="55794" y="316593"/>
                    <a:pt x="-6877" y="228913"/>
                    <a:pt x="616" y="145054"/>
                  </a:cubicBezTo>
                  <a:cubicBezTo>
                    <a:pt x="4436" y="101686"/>
                    <a:pt x="26766" y="64569"/>
                    <a:pt x="65122" y="37725"/>
                  </a:cubicBezTo>
                  <a:lnTo>
                    <a:pt x="65122" y="37725"/>
                  </a:lnTo>
                  <a:cubicBezTo>
                    <a:pt x="137321" y="-12690"/>
                    <a:pt x="238348" y="-12690"/>
                    <a:pt x="335407" y="38419"/>
                  </a:cubicBezTo>
                  <a:cubicBezTo>
                    <a:pt x="432465" y="89529"/>
                    <a:pt x="537115" y="201572"/>
                    <a:pt x="536321" y="362343"/>
                  </a:cubicBezTo>
                  <a:cubicBezTo>
                    <a:pt x="535626" y="499892"/>
                    <a:pt x="454447" y="629203"/>
                    <a:pt x="329502" y="691824"/>
                  </a:cubicBezTo>
                  <a:cubicBezTo>
                    <a:pt x="288048" y="713385"/>
                    <a:pt x="242146" y="725006"/>
                    <a:pt x="195427" y="725765"/>
                  </a:cubicBezTo>
                  <a:close/>
                  <a:moveTo>
                    <a:pt x="190464" y="79803"/>
                  </a:moveTo>
                  <a:cubicBezTo>
                    <a:pt x="162156" y="79095"/>
                    <a:pt x="134316" y="87116"/>
                    <a:pt x="110724" y="102777"/>
                  </a:cubicBezTo>
                  <a:lnTo>
                    <a:pt x="110724" y="102777"/>
                  </a:lnTo>
                  <a:cubicBezTo>
                    <a:pt x="91322" y="116324"/>
                    <a:pt x="81497" y="131954"/>
                    <a:pt x="79661" y="152051"/>
                  </a:cubicBezTo>
                  <a:cubicBezTo>
                    <a:pt x="73955" y="215565"/>
                    <a:pt x="146401" y="303840"/>
                    <a:pt x="174536" y="332422"/>
                  </a:cubicBezTo>
                  <a:cubicBezTo>
                    <a:pt x="189797" y="347882"/>
                    <a:pt x="189797" y="372736"/>
                    <a:pt x="174536" y="388195"/>
                  </a:cubicBezTo>
                  <a:cubicBezTo>
                    <a:pt x="147543" y="415834"/>
                    <a:pt x="78520" y="501926"/>
                    <a:pt x="83780" y="567078"/>
                  </a:cubicBezTo>
                  <a:cubicBezTo>
                    <a:pt x="85566" y="589457"/>
                    <a:pt x="96086" y="606775"/>
                    <a:pt x="116778" y="622306"/>
                  </a:cubicBezTo>
                  <a:cubicBezTo>
                    <a:pt x="160841" y="654857"/>
                    <a:pt x="227035" y="654311"/>
                    <a:pt x="293775" y="620867"/>
                  </a:cubicBezTo>
                  <a:cubicBezTo>
                    <a:pt x="368553" y="583354"/>
                    <a:pt x="456084" y="493094"/>
                    <a:pt x="456779" y="361946"/>
                  </a:cubicBezTo>
                  <a:cubicBezTo>
                    <a:pt x="457374" y="236654"/>
                    <a:pt x="371828" y="147237"/>
                    <a:pt x="298390" y="108881"/>
                  </a:cubicBezTo>
                  <a:cubicBezTo>
                    <a:pt x="265233" y="90670"/>
                    <a:pt x="228183" y="80698"/>
                    <a:pt x="190365" y="79803"/>
                  </a:cubicBezTo>
                  <a:close/>
                  <a:moveTo>
                    <a:pt x="87898" y="70276"/>
                  </a:moveTo>
                  <a:lnTo>
                    <a:pt x="87898" y="7027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1" name="Picture Placeholder 77">
            <a:extLst>
              <a:ext uri="{FF2B5EF4-FFF2-40B4-BE49-F238E27FC236}">
                <a16:creationId xmlns:a16="http://schemas.microsoft.com/office/drawing/2014/main" id="{5D90D040-E981-4850-9202-D58BE2180A38}"/>
              </a:ext>
            </a:extLst>
          </p:cNvPr>
          <p:cNvGrpSpPr>
            <a:grpSpLocks noChangeAspect="1"/>
          </p:cNvGrpSpPr>
          <p:nvPr/>
        </p:nvGrpSpPr>
        <p:grpSpPr>
          <a:xfrm>
            <a:off x="2836059" y="4822669"/>
            <a:ext cx="842923" cy="719004"/>
            <a:chOff x="2836059" y="4822669"/>
            <a:chExt cx="842923" cy="719004"/>
          </a:xfrm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61A56B12-56B5-044D-A155-5AE9C57289CA}"/>
                </a:ext>
              </a:extLst>
            </p:cNvPr>
            <p:cNvSpPr/>
            <p:nvPr/>
          </p:nvSpPr>
          <p:spPr>
            <a:xfrm>
              <a:off x="3222380" y="4822669"/>
              <a:ext cx="456602" cy="376174"/>
            </a:xfrm>
            <a:custGeom>
              <a:avLst/>
              <a:gdLst>
                <a:gd name="connsiteX0" fmla="*/ 384290 w 456602"/>
                <a:gd name="connsiteY0" fmla="*/ 376174 h 376174"/>
                <a:gd name="connsiteX1" fmla="*/ 344633 w 456602"/>
                <a:gd name="connsiteY1" fmla="*/ 336439 h 376174"/>
                <a:gd name="connsiteX2" fmla="*/ 351441 w 456602"/>
                <a:gd name="connsiteY2" fmla="*/ 314248 h 376174"/>
                <a:gd name="connsiteX3" fmla="*/ 310588 w 456602"/>
                <a:gd name="connsiteY3" fmla="*/ 105081 h 376174"/>
                <a:gd name="connsiteX4" fmla="*/ 226496 w 456602"/>
                <a:gd name="connsiteY4" fmla="*/ 79393 h 376174"/>
                <a:gd name="connsiteX5" fmla="*/ 98077 w 456602"/>
                <a:gd name="connsiteY5" fmla="*/ 152038 h 376174"/>
                <a:gd name="connsiteX6" fmla="*/ 93463 w 456602"/>
                <a:gd name="connsiteY6" fmla="*/ 156256 h 376174"/>
                <a:gd name="connsiteX7" fmla="*/ 67064 w 456602"/>
                <a:gd name="connsiteY7" fmla="*/ 182654 h 376174"/>
                <a:gd name="connsiteX8" fmla="*/ 10942 w 456602"/>
                <a:gd name="connsiteY8" fmla="*/ 181267 h 376174"/>
                <a:gd name="connsiteX9" fmla="*/ 10894 w 456602"/>
                <a:gd name="connsiteY9" fmla="*/ 126582 h 376174"/>
                <a:gd name="connsiteX10" fmla="*/ 39475 w 456602"/>
                <a:gd name="connsiteY10" fmla="*/ 98100 h 376174"/>
                <a:gd name="connsiteX11" fmla="*/ 44437 w 456602"/>
                <a:gd name="connsiteY11" fmla="*/ 93585 h 376174"/>
                <a:gd name="connsiteX12" fmla="*/ 226545 w 456602"/>
                <a:gd name="connsiteY12" fmla="*/ 0 h 376174"/>
                <a:gd name="connsiteX13" fmla="*/ 456602 w 456602"/>
                <a:gd name="connsiteY13" fmla="*/ 230027 h 376174"/>
                <a:gd name="connsiteX14" fmla="*/ 417288 w 456602"/>
                <a:gd name="connsiteY14" fmla="*/ 358658 h 376174"/>
                <a:gd name="connsiteX15" fmla="*/ 384290 w 456602"/>
                <a:gd name="connsiteY15" fmla="*/ 376174 h 37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6602" h="376174">
                  <a:moveTo>
                    <a:pt x="384290" y="376174"/>
                  </a:moveTo>
                  <a:cubicBezTo>
                    <a:pt x="362367" y="376153"/>
                    <a:pt x="344613" y="358362"/>
                    <a:pt x="344633" y="336439"/>
                  </a:cubicBezTo>
                  <a:cubicBezTo>
                    <a:pt x="344643" y="328529"/>
                    <a:pt x="347010" y="320801"/>
                    <a:pt x="351441" y="314248"/>
                  </a:cubicBezTo>
                  <a:cubicBezTo>
                    <a:pt x="397921" y="245207"/>
                    <a:pt x="379630" y="151559"/>
                    <a:pt x="310588" y="105081"/>
                  </a:cubicBezTo>
                  <a:cubicBezTo>
                    <a:pt x="285733" y="88350"/>
                    <a:pt x="256457" y="79406"/>
                    <a:pt x="226496" y="79393"/>
                  </a:cubicBezTo>
                  <a:cubicBezTo>
                    <a:pt x="177123" y="79393"/>
                    <a:pt x="138717" y="114673"/>
                    <a:pt x="98077" y="152038"/>
                  </a:cubicBezTo>
                  <a:lnTo>
                    <a:pt x="93463" y="156256"/>
                  </a:lnTo>
                  <a:lnTo>
                    <a:pt x="67064" y="182654"/>
                  </a:lnTo>
                  <a:cubicBezTo>
                    <a:pt x="51184" y="197769"/>
                    <a:pt x="26057" y="197147"/>
                    <a:pt x="10942" y="181267"/>
                  </a:cubicBezTo>
                  <a:cubicBezTo>
                    <a:pt x="-3629" y="165958"/>
                    <a:pt x="-3650" y="141917"/>
                    <a:pt x="10894" y="126582"/>
                  </a:cubicBezTo>
                  <a:cubicBezTo>
                    <a:pt x="37987" y="99440"/>
                    <a:pt x="38582" y="98894"/>
                    <a:pt x="39475" y="98100"/>
                  </a:cubicBezTo>
                  <a:lnTo>
                    <a:pt x="44437" y="93585"/>
                  </a:lnTo>
                  <a:cubicBezTo>
                    <a:pt x="92123" y="49720"/>
                    <a:pt x="146209" y="0"/>
                    <a:pt x="226545" y="0"/>
                  </a:cubicBezTo>
                  <a:cubicBezTo>
                    <a:pt x="353594" y="-8"/>
                    <a:pt x="456592" y="102978"/>
                    <a:pt x="456602" y="230027"/>
                  </a:cubicBezTo>
                  <a:cubicBezTo>
                    <a:pt x="456607" y="275863"/>
                    <a:pt x="442917" y="320655"/>
                    <a:pt x="417288" y="358658"/>
                  </a:cubicBezTo>
                  <a:cubicBezTo>
                    <a:pt x="409894" y="369631"/>
                    <a:pt x="397519" y="376200"/>
                    <a:pt x="384290" y="3761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E3EA7036-79A4-4744-A853-517CEE3476E5}"/>
                </a:ext>
              </a:extLst>
            </p:cNvPr>
            <p:cNvSpPr/>
            <p:nvPr/>
          </p:nvSpPr>
          <p:spPr>
            <a:xfrm>
              <a:off x="3170816" y="5294111"/>
              <a:ext cx="245141" cy="247563"/>
            </a:xfrm>
            <a:custGeom>
              <a:avLst/>
              <a:gdLst>
                <a:gd name="connsiteX0" fmla="*/ 85333 w 245141"/>
                <a:gd name="connsiteY0" fmla="*/ 247562 h 247563"/>
                <a:gd name="connsiteX1" fmla="*/ 28071 w 245141"/>
                <a:gd name="connsiteY1" fmla="*/ 224687 h 247563"/>
                <a:gd name="connsiteX2" fmla="*/ 15368 w 245141"/>
                <a:gd name="connsiteY2" fmla="*/ 109964 h 247563"/>
                <a:gd name="connsiteX3" fmla="*/ 112724 w 245141"/>
                <a:gd name="connsiteY3" fmla="*/ 11616 h 247563"/>
                <a:gd name="connsiteX4" fmla="*/ 168870 w 245141"/>
                <a:gd name="connsiteY4" fmla="*/ 11640 h 247563"/>
                <a:gd name="connsiteX5" fmla="*/ 168845 w 245141"/>
                <a:gd name="connsiteY5" fmla="*/ 67786 h 247563"/>
                <a:gd name="connsiteX6" fmla="*/ 79528 w 245141"/>
                <a:gd name="connsiteY6" fmla="*/ 157749 h 247563"/>
                <a:gd name="connsiteX7" fmla="*/ 82406 w 245141"/>
                <a:gd name="connsiteY7" fmla="*/ 166680 h 247563"/>
                <a:gd name="connsiteX8" fmla="*/ 91734 w 245141"/>
                <a:gd name="connsiteY8" fmla="*/ 166680 h 247563"/>
                <a:gd name="connsiteX9" fmla="*/ 177380 w 245141"/>
                <a:gd name="connsiteY9" fmla="*/ 81035 h 247563"/>
                <a:gd name="connsiteX10" fmla="*/ 233526 w 245141"/>
                <a:gd name="connsiteY10" fmla="*/ 81060 h 247563"/>
                <a:gd name="connsiteX11" fmla="*/ 233501 w 245141"/>
                <a:gd name="connsiteY11" fmla="*/ 137206 h 247563"/>
                <a:gd name="connsiteX12" fmla="*/ 144184 w 245141"/>
                <a:gd name="connsiteY12" fmla="*/ 226523 h 247563"/>
                <a:gd name="connsiteX13" fmla="*/ 85333 w 245141"/>
                <a:gd name="connsiteY13" fmla="*/ 247562 h 2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5141" h="247563">
                  <a:moveTo>
                    <a:pt x="85333" y="247562"/>
                  </a:moveTo>
                  <a:cubicBezTo>
                    <a:pt x="63998" y="247671"/>
                    <a:pt x="43459" y="239464"/>
                    <a:pt x="28071" y="224687"/>
                  </a:cubicBezTo>
                  <a:cubicBezTo>
                    <a:pt x="-12767" y="186479"/>
                    <a:pt x="-1701" y="129713"/>
                    <a:pt x="15368" y="109964"/>
                  </a:cubicBezTo>
                  <a:cubicBezTo>
                    <a:pt x="22166" y="102223"/>
                    <a:pt x="44148" y="80191"/>
                    <a:pt x="112724" y="11616"/>
                  </a:cubicBezTo>
                  <a:cubicBezTo>
                    <a:pt x="128235" y="-3881"/>
                    <a:pt x="153373" y="-3871"/>
                    <a:pt x="168870" y="11640"/>
                  </a:cubicBezTo>
                  <a:cubicBezTo>
                    <a:pt x="184367" y="27152"/>
                    <a:pt x="184357" y="52290"/>
                    <a:pt x="168845" y="67786"/>
                  </a:cubicBezTo>
                  <a:cubicBezTo>
                    <a:pt x="122003" y="114628"/>
                    <a:pt x="90891" y="145740"/>
                    <a:pt x="79528" y="157749"/>
                  </a:cubicBezTo>
                  <a:cubicBezTo>
                    <a:pt x="79048" y="161014"/>
                    <a:pt x="80112" y="164313"/>
                    <a:pt x="82406" y="166680"/>
                  </a:cubicBezTo>
                  <a:cubicBezTo>
                    <a:pt x="84936" y="169062"/>
                    <a:pt x="89154" y="167822"/>
                    <a:pt x="91734" y="166680"/>
                  </a:cubicBezTo>
                  <a:lnTo>
                    <a:pt x="177380" y="81035"/>
                  </a:lnTo>
                  <a:cubicBezTo>
                    <a:pt x="192891" y="65538"/>
                    <a:pt x="218029" y="65548"/>
                    <a:pt x="233526" y="81060"/>
                  </a:cubicBezTo>
                  <a:cubicBezTo>
                    <a:pt x="249022" y="96571"/>
                    <a:pt x="249012" y="121709"/>
                    <a:pt x="233501" y="137206"/>
                  </a:cubicBezTo>
                  <a:lnTo>
                    <a:pt x="144184" y="226523"/>
                  </a:lnTo>
                  <a:cubicBezTo>
                    <a:pt x="134607" y="236000"/>
                    <a:pt x="111533" y="247562"/>
                    <a:pt x="85333" y="2475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F0680DDD-6C93-7940-A4D7-255E0A1D8F2B}"/>
                </a:ext>
              </a:extLst>
            </p:cNvPr>
            <p:cNvSpPr/>
            <p:nvPr/>
          </p:nvSpPr>
          <p:spPr>
            <a:xfrm>
              <a:off x="3103679" y="5226532"/>
              <a:ext cx="245856" cy="248302"/>
            </a:xfrm>
            <a:custGeom>
              <a:avLst/>
              <a:gdLst>
                <a:gd name="connsiteX0" fmla="*/ 85333 w 245856"/>
                <a:gd name="connsiteY0" fmla="*/ 248301 h 248302"/>
                <a:gd name="connsiteX1" fmla="*/ 28071 w 245856"/>
                <a:gd name="connsiteY1" fmla="*/ 225376 h 248302"/>
                <a:gd name="connsiteX2" fmla="*/ 15368 w 245856"/>
                <a:gd name="connsiteY2" fmla="*/ 110703 h 248302"/>
                <a:gd name="connsiteX3" fmla="*/ 112724 w 245856"/>
                <a:gd name="connsiteY3" fmla="*/ 12355 h 248302"/>
                <a:gd name="connsiteX4" fmla="*/ 168845 w 245856"/>
                <a:gd name="connsiteY4" fmla="*/ 10917 h 248302"/>
                <a:gd name="connsiteX5" fmla="*/ 170283 w 245856"/>
                <a:gd name="connsiteY5" fmla="*/ 67037 h 248302"/>
                <a:gd name="connsiteX6" fmla="*/ 168845 w 245856"/>
                <a:gd name="connsiteY6" fmla="*/ 68476 h 248302"/>
                <a:gd name="connsiteX7" fmla="*/ 79528 w 245856"/>
                <a:gd name="connsiteY7" fmla="*/ 158438 h 248302"/>
                <a:gd name="connsiteX8" fmla="*/ 82406 w 245856"/>
                <a:gd name="connsiteY8" fmla="*/ 167419 h 248302"/>
                <a:gd name="connsiteX9" fmla="*/ 91734 w 245856"/>
                <a:gd name="connsiteY9" fmla="*/ 167419 h 248302"/>
                <a:gd name="connsiteX10" fmla="*/ 177380 w 245856"/>
                <a:gd name="connsiteY10" fmla="*/ 81774 h 248302"/>
                <a:gd name="connsiteX11" fmla="*/ 233501 w 245856"/>
                <a:gd name="connsiteY11" fmla="*/ 80335 h 248302"/>
                <a:gd name="connsiteX12" fmla="*/ 234940 w 245856"/>
                <a:gd name="connsiteY12" fmla="*/ 136456 h 248302"/>
                <a:gd name="connsiteX13" fmla="*/ 233501 w 245856"/>
                <a:gd name="connsiteY13" fmla="*/ 137895 h 248302"/>
                <a:gd name="connsiteX14" fmla="*/ 144184 w 245856"/>
                <a:gd name="connsiteY14" fmla="*/ 227212 h 248302"/>
                <a:gd name="connsiteX15" fmla="*/ 85333 w 245856"/>
                <a:gd name="connsiteY15" fmla="*/ 248301 h 24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856" h="248302">
                  <a:moveTo>
                    <a:pt x="85333" y="248301"/>
                  </a:moveTo>
                  <a:cubicBezTo>
                    <a:pt x="63988" y="248410"/>
                    <a:pt x="43443" y="240188"/>
                    <a:pt x="28071" y="225376"/>
                  </a:cubicBezTo>
                  <a:cubicBezTo>
                    <a:pt x="-12767" y="187218"/>
                    <a:pt x="-1701" y="130402"/>
                    <a:pt x="15368" y="110703"/>
                  </a:cubicBezTo>
                  <a:cubicBezTo>
                    <a:pt x="22166" y="102962"/>
                    <a:pt x="44148" y="80931"/>
                    <a:pt x="112724" y="12355"/>
                  </a:cubicBezTo>
                  <a:cubicBezTo>
                    <a:pt x="127825" y="-3540"/>
                    <a:pt x="152951" y="-4183"/>
                    <a:pt x="168845" y="10917"/>
                  </a:cubicBezTo>
                  <a:cubicBezTo>
                    <a:pt x="184740" y="26018"/>
                    <a:pt x="185383" y="51143"/>
                    <a:pt x="170283" y="67037"/>
                  </a:cubicBezTo>
                  <a:cubicBezTo>
                    <a:pt x="169816" y="67528"/>
                    <a:pt x="169336" y="68009"/>
                    <a:pt x="168845" y="68476"/>
                  </a:cubicBezTo>
                  <a:cubicBezTo>
                    <a:pt x="122003" y="115367"/>
                    <a:pt x="90891" y="146430"/>
                    <a:pt x="79528" y="158438"/>
                  </a:cubicBezTo>
                  <a:cubicBezTo>
                    <a:pt x="79047" y="161718"/>
                    <a:pt x="80110" y="165033"/>
                    <a:pt x="82406" y="167419"/>
                  </a:cubicBezTo>
                  <a:cubicBezTo>
                    <a:pt x="84986" y="169752"/>
                    <a:pt x="89154" y="168561"/>
                    <a:pt x="91734" y="167419"/>
                  </a:cubicBezTo>
                  <a:lnTo>
                    <a:pt x="177380" y="81774"/>
                  </a:lnTo>
                  <a:cubicBezTo>
                    <a:pt x="192480" y="65881"/>
                    <a:pt x="217607" y="65236"/>
                    <a:pt x="233501" y="80335"/>
                  </a:cubicBezTo>
                  <a:cubicBezTo>
                    <a:pt x="249395" y="95440"/>
                    <a:pt x="250040" y="120563"/>
                    <a:pt x="234940" y="136456"/>
                  </a:cubicBezTo>
                  <a:cubicBezTo>
                    <a:pt x="234474" y="136947"/>
                    <a:pt x="233992" y="137429"/>
                    <a:pt x="233501" y="137895"/>
                  </a:cubicBezTo>
                  <a:lnTo>
                    <a:pt x="144184" y="227212"/>
                  </a:lnTo>
                  <a:cubicBezTo>
                    <a:pt x="134607" y="236690"/>
                    <a:pt x="111632" y="248301"/>
                    <a:pt x="85333" y="2483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C50755BF-E142-BC4B-A5CD-936C7AB4BD10}"/>
                </a:ext>
              </a:extLst>
            </p:cNvPr>
            <p:cNvSpPr/>
            <p:nvPr/>
          </p:nvSpPr>
          <p:spPr>
            <a:xfrm>
              <a:off x="3039172" y="5157063"/>
              <a:ext cx="245706" cy="248302"/>
            </a:xfrm>
            <a:custGeom>
              <a:avLst/>
              <a:gdLst>
                <a:gd name="connsiteX0" fmla="*/ 85333 w 245706"/>
                <a:gd name="connsiteY0" fmla="*/ 248301 h 248302"/>
                <a:gd name="connsiteX1" fmla="*/ 28071 w 245706"/>
                <a:gd name="connsiteY1" fmla="*/ 225376 h 248302"/>
                <a:gd name="connsiteX2" fmla="*/ 15368 w 245706"/>
                <a:gd name="connsiteY2" fmla="*/ 110703 h 248302"/>
                <a:gd name="connsiteX3" fmla="*/ 112724 w 245706"/>
                <a:gd name="connsiteY3" fmla="*/ 12355 h 248302"/>
                <a:gd name="connsiteX4" fmla="*/ 168845 w 245706"/>
                <a:gd name="connsiteY4" fmla="*/ 10917 h 248302"/>
                <a:gd name="connsiteX5" fmla="*/ 170283 w 245706"/>
                <a:gd name="connsiteY5" fmla="*/ 67038 h 248302"/>
                <a:gd name="connsiteX6" fmla="*/ 168845 w 245706"/>
                <a:gd name="connsiteY6" fmla="*/ 68476 h 248302"/>
                <a:gd name="connsiteX7" fmla="*/ 79528 w 245706"/>
                <a:gd name="connsiteY7" fmla="*/ 158438 h 248302"/>
                <a:gd name="connsiteX8" fmla="*/ 82406 w 245706"/>
                <a:gd name="connsiteY8" fmla="*/ 167419 h 248302"/>
                <a:gd name="connsiteX9" fmla="*/ 91735 w 245706"/>
                <a:gd name="connsiteY9" fmla="*/ 167419 h 248302"/>
                <a:gd name="connsiteX10" fmla="*/ 177231 w 245706"/>
                <a:gd name="connsiteY10" fmla="*/ 81824 h 248302"/>
                <a:gd name="connsiteX11" fmla="*/ 233352 w 245706"/>
                <a:gd name="connsiteY11" fmla="*/ 80386 h 248302"/>
                <a:gd name="connsiteX12" fmla="*/ 234790 w 245706"/>
                <a:gd name="connsiteY12" fmla="*/ 136506 h 248302"/>
                <a:gd name="connsiteX13" fmla="*/ 233352 w 245706"/>
                <a:gd name="connsiteY13" fmla="*/ 137945 h 248302"/>
                <a:gd name="connsiteX14" fmla="*/ 144035 w 245706"/>
                <a:gd name="connsiteY14" fmla="*/ 227262 h 248302"/>
                <a:gd name="connsiteX15" fmla="*/ 85333 w 245706"/>
                <a:gd name="connsiteY15" fmla="*/ 248301 h 24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706" h="248302">
                  <a:moveTo>
                    <a:pt x="85333" y="248301"/>
                  </a:moveTo>
                  <a:cubicBezTo>
                    <a:pt x="63988" y="248410"/>
                    <a:pt x="43443" y="240188"/>
                    <a:pt x="28071" y="225376"/>
                  </a:cubicBezTo>
                  <a:cubicBezTo>
                    <a:pt x="-12767" y="187218"/>
                    <a:pt x="-1701" y="130402"/>
                    <a:pt x="15368" y="110703"/>
                  </a:cubicBezTo>
                  <a:cubicBezTo>
                    <a:pt x="22166" y="102962"/>
                    <a:pt x="44148" y="80931"/>
                    <a:pt x="112724" y="12355"/>
                  </a:cubicBezTo>
                  <a:cubicBezTo>
                    <a:pt x="127825" y="-3540"/>
                    <a:pt x="152951" y="-4183"/>
                    <a:pt x="168845" y="10917"/>
                  </a:cubicBezTo>
                  <a:cubicBezTo>
                    <a:pt x="184740" y="26018"/>
                    <a:pt x="185383" y="51144"/>
                    <a:pt x="170283" y="67038"/>
                  </a:cubicBezTo>
                  <a:cubicBezTo>
                    <a:pt x="169816" y="67530"/>
                    <a:pt x="169336" y="68009"/>
                    <a:pt x="168845" y="68476"/>
                  </a:cubicBezTo>
                  <a:cubicBezTo>
                    <a:pt x="122003" y="115367"/>
                    <a:pt x="90891" y="146430"/>
                    <a:pt x="79528" y="158438"/>
                  </a:cubicBezTo>
                  <a:cubicBezTo>
                    <a:pt x="79047" y="161718"/>
                    <a:pt x="80110" y="165033"/>
                    <a:pt x="82406" y="167419"/>
                  </a:cubicBezTo>
                  <a:cubicBezTo>
                    <a:pt x="84986" y="169752"/>
                    <a:pt x="89154" y="168561"/>
                    <a:pt x="91735" y="167419"/>
                  </a:cubicBezTo>
                  <a:lnTo>
                    <a:pt x="177231" y="81824"/>
                  </a:lnTo>
                  <a:cubicBezTo>
                    <a:pt x="192332" y="65929"/>
                    <a:pt x="217458" y="65286"/>
                    <a:pt x="233352" y="80386"/>
                  </a:cubicBezTo>
                  <a:cubicBezTo>
                    <a:pt x="249247" y="95487"/>
                    <a:pt x="249890" y="120612"/>
                    <a:pt x="234790" y="136506"/>
                  </a:cubicBezTo>
                  <a:cubicBezTo>
                    <a:pt x="234323" y="136997"/>
                    <a:pt x="233843" y="137478"/>
                    <a:pt x="233352" y="137945"/>
                  </a:cubicBezTo>
                  <a:lnTo>
                    <a:pt x="144035" y="227262"/>
                  </a:lnTo>
                  <a:cubicBezTo>
                    <a:pt x="134607" y="236690"/>
                    <a:pt x="111632" y="248301"/>
                    <a:pt x="85333" y="2483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2B6C4A83-53E2-C14A-8F88-ACAB40329108}"/>
                </a:ext>
              </a:extLst>
            </p:cNvPr>
            <p:cNvSpPr/>
            <p:nvPr/>
          </p:nvSpPr>
          <p:spPr>
            <a:xfrm>
              <a:off x="3267568" y="5125677"/>
              <a:ext cx="373055" cy="385131"/>
            </a:xfrm>
            <a:custGeom>
              <a:avLst/>
              <a:gdLst>
                <a:gd name="connsiteX0" fmla="*/ 39641 w 373055"/>
                <a:gd name="connsiteY0" fmla="*/ 385131 h 385131"/>
                <a:gd name="connsiteX1" fmla="*/ 0 w 373055"/>
                <a:gd name="connsiteY1" fmla="*/ 345380 h 385131"/>
                <a:gd name="connsiteX2" fmla="*/ 11059 w 373055"/>
                <a:gd name="connsiteY2" fmla="*/ 317945 h 385131"/>
                <a:gd name="connsiteX3" fmla="*/ 303821 w 373055"/>
                <a:gd name="connsiteY3" fmla="*/ 13175 h 385131"/>
                <a:gd name="connsiteX4" fmla="*/ 359878 w 373055"/>
                <a:gd name="connsiteY4" fmla="*/ 10160 h 385131"/>
                <a:gd name="connsiteX5" fmla="*/ 362895 w 373055"/>
                <a:gd name="connsiteY5" fmla="*/ 66219 h 385131"/>
                <a:gd name="connsiteX6" fmla="*/ 361034 w 373055"/>
                <a:gd name="connsiteY6" fmla="*/ 68155 h 385131"/>
                <a:gd name="connsiteX7" fmla="*/ 68272 w 373055"/>
                <a:gd name="connsiteY7" fmla="*/ 372974 h 385131"/>
                <a:gd name="connsiteX8" fmla="*/ 39641 w 373055"/>
                <a:gd name="connsiteY8" fmla="*/ 385131 h 38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055" h="385131">
                  <a:moveTo>
                    <a:pt x="39641" y="385131"/>
                  </a:moveTo>
                  <a:cubicBezTo>
                    <a:pt x="17717" y="385102"/>
                    <a:pt x="-31" y="367303"/>
                    <a:pt x="0" y="345380"/>
                  </a:cubicBezTo>
                  <a:cubicBezTo>
                    <a:pt x="15" y="335149"/>
                    <a:pt x="3976" y="325324"/>
                    <a:pt x="11059" y="317945"/>
                  </a:cubicBezTo>
                  <a:lnTo>
                    <a:pt x="303821" y="13175"/>
                  </a:lnTo>
                  <a:cubicBezTo>
                    <a:pt x="318469" y="-3138"/>
                    <a:pt x="343568" y="-4487"/>
                    <a:pt x="359878" y="10160"/>
                  </a:cubicBezTo>
                  <a:cubicBezTo>
                    <a:pt x="376193" y="24808"/>
                    <a:pt x="377543" y="49907"/>
                    <a:pt x="362895" y="66219"/>
                  </a:cubicBezTo>
                  <a:cubicBezTo>
                    <a:pt x="362295" y="66885"/>
                    <a:pt x="361674" y="67530"/>
                    <a:pt x="361034" y="68155"/>
                  </a:cubicBezTo>
                  <a:lnTo>
                    <a:pt x="68272" y="372974"/>
                  </a:lnTo>
                  <a:cubicBezTo>
                    <a:pt x="60779" y="380755"/>
                    <a:pt x="50441" y="385141"/>
                    <a:pt x="39641" y="3851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D3C3DF9C-8E49-0841-A8DE-37FC36E605C9}"/>
                </a:ext>
              </a:extLst>
            </p:cNvPr>
            <p:cNvSpPr/>
            <p:nvPr/>
          </p:nvSpPr>
          <p:spPr>
            <a:xfrm>
              <a:off x="2836059" y="4823667"/>
              <a:ext cx="401114" cy="475409"/>
            </a:xfrm>
            <a:custGeom>
              <a:avLst/>
              <a:gdLst>
                <a:gd name="connsiteX0" fmla="*/ 172879 w 401114"/>
                <a:gd name="connsiteY0" fmla="*/ 475410 h 475409"/>
                <a:gd name="connsiteX1" fmla="*/ 145042 w 401114"/>
                <a:gd name="connsiteY1" fmla="*/ 464046 h 475409"/>
                <a:gd name="connsiteX2" fmla="*/ 72596 w 401114"/>
                <a:gd name="connsiteY2" fmla="*/ 392990 h 475409"/>
                <a:gd name="connsiteX3" fmla="*/ 1 w 401114"/>
                <a:gd name="connsiteY3" fmla="*/ 230085 h 475409"/>
                <a:gd name="connsiteX4" fmla="*/ 67435 w 401114"/>
                <a:gd name="connsiteY4" fmla="*/ 67875 h 475409"/>
                <a:gd name="connsiteX5" fmla="*/ 229497 w 401114"/>
                <a:gd name="connsiteY5" fmla="*/ 43 h 475409"/>
                <a:gd name="connsiteX6" fmla="*/ 389474 w 401114"/>
                <a:gd name="connsiteY6" fmla="*/ 60283 h 475409"/>
                <a:gd name="connsiteX7" fmla="*/ 389499 w 401114"/>
                <a:gd name="connsiteY7" fmla="*/ 116429 h 475409"/>
                <a:gd name="connsiteX8" fmla="*/ 333353 w 401114"/>
                <a:gd name="connsiteY8" fmla="*/ 116454 h 475409"/>
                <a:gd name="connsiteX9" fmla="*/ 230390 w 401114"/>
                <a:gd name="connsiteY9" fmla="*/ 79436 h 475409"/>
                <a:gd name="connsiteX10" fmla="*/ 79394 w 401114"/>
                <a:gd name="connsiteY10" fmla="*/ 230085 h 475409"/>
                <a:gd name="connsiteX11" fmla="*/ 128469 w 401114"/>
                <a:gd name="connsiteY11" fmla="*/ 336571 h 475409"/>
                <a:gd name="connsiteX12" fmla="*/ 200617 w 401114"/>
                <a:gd name="connsiteY12" fmla="*/ 407380 h 475409"/>
                <a:gd name="connsiteX13" fmla="*/ 201147 w 401114"/>
                <a:gd name="connsiteY13" fmla="*/ 463515 h 475409"/>
                <a:gd name="connsiteX14" fmla="*/ 172830 w 401114"/>
                <a:gd name="connsiteY14" fmla="*/ 475410 h 47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1114" h="475409">
                  <a:moveTo>
                    <a:pt x="172879" y="475410"/>
                  </a:moveTo>
                  <a:cubicBezTo>
                    <a:pt x="162470" y="475419"/>
                    <a:pt x="152472" y="471336"/>
                    <a:pt x="145042" y="464046"/>
                  </a:cubicBezTo>
                  <a:lnTo>
                    <a:pt x="72596" y="392990"/>
                  </a:lnTo>
                  <a:cubicBezTo>
                    <a:pt x="25704" y="346098"/>
                    <a:pt x="1" y="288340"/>
                    <a:pt x="1" y="230085"/>
                  </a:cubicBezTo>
                  <a:cubicBezTo>
                    <a:pt x="-161" y="169164"/>
                    <a:pt x="24133" y="110727"/>
                    <a:pt x="67435" y="67875"/>
                  </a:cubicBezTo>
                  <a:cubicBezTo>
                    <a:pt x="110549" y="25004"/>
                    <a:pt x="168699" y="665"/>
                    <a:pt x="229497" y="43"/>
                  </a:cubicBezTo>
                  <a:cubicBezTo>
                    <a:pt x="318268" y="-1048"/>
                    <a:pt x="347644" y="18453"/>
                    <a:pt x="389474" y="60283"/>
                  </a:cubicBezTo>
                  <a:cubicBezTo>
                    <a:pt x="404985" y="75780"/>
                    <a:pt x="404996" y="100918"/>
                    <a:pt x="389499" y="116429"/>
                  </a:cubicBezTo>
                  <a:cubicBezTo>
                    <a:pt x="374001" y="131940"/>
                    <a:pt x="348864" y="131951"/>
                    <a:pt x="333353" y="116454"/>
                  </a:cubicBezTo>
                  <a:cubicBezTo>
                    <a:pt x="305069" y="88120"/>
                    <a:pt x="295542" y="78841"/>
                    <a:pt x="230390" y="79436"/>
                  </a:cubicBezTo>
                  <a:cubicBezTo>
                    <a:pt x="146035" y="80578"/>
                    <a:pt x="79394" y="146722"/>
                    <a:pt x="79394" y="230085"/>
                  </a:cubicBezTo>
                  <a:cubicBezTo>
                    <a:pt x="79394" y="280053"/>
                    <a:pt x="110159" y="318261"/>
                    <a:pt x="128469" y="336571"/>
                  </a:cubicBezTo>
                  <a:lnTo>
                    <a:pt x="200617" y="407380"/>
                  </a:lnTo>
                  <a:cubicBezTo>
                    <a:pt x="216265" y="422735"/>
                    <a:pt x="216503" y="447870"/>
                    <a:pt x="201147" y="463515"/>
                  </a:cubicBezTo>
                  <a:cubicBezTo>
                    <a:pt x="193686" y="471117"/>
                    <a:pt x="183482" y="475405"/>
                    <a:pt x="172830" y="4754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98E11AA-C008-2B4C-BF54-4681C4511E1C}"/>
                </a:ext>
              </a:extLst>
            </p:cNvPr>
            <p:cNvSpPr/>
            <p:nvPr/>
          </p:nvSpPr>
          <p:spPr>
            <a:xfrm>
              <a:off x="2969703" y="5010322"/>
              <a:ext cx="258913" cy="325574"/>
            </a:xfrm>
            <a:custGeom>
              <a:avLst/>
              <a:gdLst>
                <a:gd name="connsiteX0" fmla="*/ 85333 w 258913"/>
                <a:gd name="connsiteY0" fmla="*/ 325573 h 325574"/>
                <a:gd name="connsiteX1" fmla="*/ 28071 w 258913"/>
                <a:gd name="connsiteY1" fmla="*/ 302648 h 325574"/>
                <a:gd name="connsiteX2" fmla="*/ 15368 w 258913"/>
                <a:gd name="connsiteY2" fmla="*/ 187975 h 325574"/>
                <a:gd name="connsiteX3" fmla="*/ 112724 w 258913"/>
                <a:gd name="connsiteY3" fmla="*/ 89627 h 325574"/>
                <a:gd name="connsiteX4" fmla="*/ 192613 w 258913"/>
                <a:gd name="connsiteY4" fmla="*/ 10234 h 325574"/>
                <a:gd name="connsiteX5" fmla="*/ 248680 w 258913"/>
                <a:gd name="connsiteY5" fmla="*/ 13094 h 325574"/>
                <a:gd name="connsiteX6" fmla="*/ 248586 w 258913"/>
                <a:gd name="connsiteY6" fmla="*/ 66404 h 325574"/>
                <a:gd name="connsiteX7" fmla="*/ 168796 w 258913"/>
                <a:gd name="connsiteY7" fmla="*/ 145797 h 325574"/>
                <a:gd name="connsiteX8" fmla="*/ 79478 w 258913"/>
                <a:gd name="connsiteY8" fmla="*/ 235660 h 325574"/>
                <a:gd name="connsiteX9" fmla="*/ 82356 w 258913"/>
                <a:gd name="connsiteY9" fmla="*/ 244642 h 325574"/>
                <a:gd name="connsiteX10" fmla="*/ 91685 w 258913"/>
                <a:gd name="connsiteY10" fmla="*/ 244642 h 325574"/>
                <a:gd name="connsiteX11" fmla="*/ 177231 w 258913"/>
                <a:gd name="connsiteY11" fmla="*/ 159096 h 325574"/>
                <a:gd name="connsiteX12" fmla="*/ 233352 w 258913"/>
                <a:gd name="connsiteY12" fmla="*/ 157658 h 325574"/>
                <a:gd name="connsiteX13" fmla="*/ 234790 w 258913"/>
                <a:gd name="connsiteY13" fmla="*/ 213779 h 325574"/>
                <a:gd name="connsiteX14" fmla="*/ 233352 w 258913"/>
                <a:gd name="connsiteY14" fmla="*/ 215217 h 325574"/>
                <a:gd name="connsiteX15" fmla="*/ 144035 w 258913"/>
                <a:gd name="connsiteY15" fmla="*/ 304534 h 325574"/>
                <a:gd name="connsiteX16" fmla="*/ 85333 w 258913"/>
                <a:gd name="connsiteY16" fmla="*/ 325573 h 32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913" h="325574">
                  <a:moveTo>
                    <a:pt x="85333" y="325573"/>
                  </a:moveTo>
                  <a:cubicBezTo>
                    <a:pt x="63988" y="325682"/>
                    <a:pt x="43443" y="317460"/>
                    <a:pt x="28071" y="302648"/>
                  </a:cubicBezTo>
                  <a:cubicBezTo>
                    <a:pt x="-12767" y="264490"/>
                    <a:pt x="-1701" y="207674"/>
                    <a:pt x="15368" y="187975"/>
                  </a:cubicBezTo>
                  <a:cubicBezTo>
                    <a:pt x="22166" y="180234"/>
                    <a:pt x="44148" y="158203"/>
                    <a:pt x="112724" y="89627"/>
                  </a:cubicBezTo>
                  <a:lnTo>
                    <a:pt x="192613" y="10234"/>
                  </a:lnTo>
                  <a:cubicBezTo>
                    <a:pt x="208886" y="-4459"/>
                    <a:pt x="233988" y="-3178"/>
                    <a:pt x="248680" y="13094"/>
                  </a:cubicBezTo>
                  <a:cubicBezTo>
                    <a:pt x="262360" y="28245"/>
                    <a:pt x="262320" y="51302"/>
                    <a:pt x="248586" y="66404"/>
                  </a:cubicBezTo>
                  <a:lnTo>
                    <a:pt x="168796" y="145797"/>
                  </a:lnTo>
                  <a:cubicBezTo>
                    <a:pt x="121954" y="192590"/>
                    <a:pt x="90891" y="223652"/>
                    <a:pt x="79478" y="235660"/>
                  </a:cubicBezTo>
                  <a:cubicBezTo>
                    <a:pt x="78998" y="238938"/>
                    <a:pt x="80060" y="242253"/>
                    <a:pt x="82356" y="244642"/>
                  </a:cubicBezTo>
                  <a:cubicBezTo>
                    <a:pt x="84936" y="246974"/>
                    <a:pt x="89105" y="245783"/>
                    <a:pt x="91685" y="244642"/>
                  </a:cubicBezTo>
                  <a:lnTo>
                    <a:pt x="177231" y="159096"/>
                  </a:lnTo>
                  <a:cubicBezTo>
                    <a:pt x="192332" y="143201"/>
                    <a:pt x="217458" y="142558"/>
                    <a:pt x="233352" y="157658"/>
                  </a:cubicBezTo>
                  <a:cubicBezTo>
                    <a:pt x="249247" y="172759"/>
                    <a:pt x="249890" y="197885"/>
                    <a:pt x="234790" y="213779"/>
                  </a:cubicBezTo>
                  <a:cubicBezTo>
                    <a:pt x="234323" y="214270"/>
                    <a:pt x="233843" y="214750"/>
                    <a:pt x="233352" y="215217"/>
                  </a:cubicBezTo>
                  <a:lnTo>
                    <a:pt x="144035" y="304534"/>
                  </a:lnTo>
                  <a:cubicBezTo>
                    <a:pt x="134607" y="313962"/>
                    <a:pt x="111632" y="325573"/>
                    <a:pt x="85333" y="3255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C72C2541-66B9-B64D-B5C9-CD338E154359}"/>
                </a:ext>
              </a:extLst>
            </p:cNvPr>
            <p:cNvSpPr/>
            <p:nvPr/>
          </p:nvSpPr>
          <p:spPr>
            <a:xfrm>
              <a:off x="3156991" y="4880177"/>
              <a:ext cx="223388" cy="279614"/>
            </a:xfrm>
            <a:custGeom>
              <a:avLst/>
              <a:gdLst>
                <a:gd name="connsiteX0" fmla="*/ 142675 w 223388"/>
                <a:gd name="connsiteY0" fmla="*/ 279615 h 279614"/>
                <a:gd name="connsiteX1" fmla="*/ 87447 w 223388"/>
                <a:gd name="connsiteY1" fmla="*/ 257136 h 279614"/>
                <a:gd name="connsiteX2" fmla="*/ 12669 w 223388"/>
                <a:gd name="connsiteY2" fmla="*/ 190248 h 279614"/>
                <a:gd name="connsiteX3" fmla="*/ 10659 w 223388"/>
                <a:gd name="connsiteY3" fmla="*/ 134052 h 279614"/>
                <a:gd name="connsiteX4" fmla="*/ 66855 w 223388"/>
                <a:gd name="connsiteY4" fmla="*/ 132043 h 279614"/>
                <a:gd name="connsiteX5" fmla="*/ 139301 w 223388"/>
                <a:gd name="connsiteY5" fmla="*/ 196847 h 279614"/>
                <a:gd name="connsiteX6" fmla="*/ 140790 w 223388"/>
                <a:gd name="connsiteY6" fmla="*/ 198088 h 279614"/>
                <a:gd name="connsiteX7" fmla="*/ 140442 w 223388"/>
                <a:gd name="connsiteY7" fmla="*/ 185137 h 279614"/>
                <a:gd name="connsiteX8" fmla="*/ 65515 w 223388"/>
                <a:gd name="connsiteY8" fmla="*/ 112840 h 279614"/>
                <a:gd name="connsiteX9" fmla="*/ 17432 w 223388"/>
                <a:gd name="connsiteY9" fmla="*/ 66990 h 279614"/>
                <a:gd name="connsiteX10" fmla="*/ 18971 w 223388"/>
                <a:gd name="connsiteY10" fmla="*/ 10869 h 279614"/>
                <a:gd name="connsiteX11" fmla="*/ 75092 w 223388"/>
                <a:gd name="connsiteY11" fmla="*/ 12407 h 279614"/>
                <a:gd name="connsiteX12" fmla="*/ 119750 w 223388"/>
                <a:gd name="connsiteY12" fmla="*/ 54833 h 279614"/>
                <a:gd name="connsiteX13" fmla="*/ 206041 w 223388"/>
                <a:gd name="connsiteY13" fmla="*/ 140478 h 279614"/>
                <a:gd name="connsiteX14" fmla="*/ 196117 w 223388"/>
                <a:gd name="connsiteY14" fmla="*/ 255052 h 279614"/>
                <a:gd name="connsiteX15" fmla="*/ 142675 w 223388"/>
                <a:gd name="connsiteY15" fmla="*/ 279615 h 27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3388" h="279614">
                  <a:moveTo>
                    <a:pt x="142675" y="279615"/>
                  </a:moveTo>
                  <a:cubicBezTo>
                    <a:pt x="116723" y="279615"/>
                    <a:pt x="95684" y="264183"/>
                    <a:pt x="87447" y="257136"/>
                  </a:cubicBezTo>
                  <a:cubicBezTo>
                    <a:pt x="52713" y="227364"/>
                    <a:pt x="14306" y="191736"/>
                    <a:pt x="12669" y="190248"/>
                  </a:cubicBezTo>
                  <a:cubicBezTo>
                    <a:pt x="-3404" y="175285"/>
                    <a:pt x="-4304" y="150126"/>
                    <a:pt x="10659" y="134052"/>
                  </a:cubicBezTo>
                  <a:cubicBezTo>
                    <a:pt x="25622" y="117979"/>
                    <a:pt x="50782" y="117080"/>
                    <a:pt x="66855" y="132043"/>
                  </a:cubicBezTo>
                  <a:cubicBezTo>
                    <a:pt x="67252" y="132390"/>
                    <a:pt x="105608" y="167968"/>
                    <a:pt x="139301" y="196847"/>
                  </a:cubicBezTo>
                  <a:lnTo>
                    <a:pt x="140790" y="198088"/>
                  </a:lnTo>
                  <a:cubicBezTo>
                    <a:pt x="144462" y="194366"/>
                    <a:pt x="145355" y="192679"/>
                    <a:pt x="140442" y="185137"/>
                  </a:cubicBezTo>
                  <a:cubicBezTo>
                    <a:pt x="132751" y="175560"/>
                    <a:pt x="90673" y="136459"/>
                    <a:pt x="65515" y="112840"/>
                  </a:cubicBezTo>
                  <a:cubicBezTo>
                    <a:pt x="40357" y="89220"/>
                    <a:pt x="24627" y="74532"/>
                    <a:pt x="17432" y="66990"/>
                  </a:cubicBezTo>
                  <a:cubicBezTo>
                    <a:pt x="2360" y="51068"/>
                    <a:pt x="3048" y="25942"/>
                    <a:pt x="18971" y="10869"/>
                  </a:cubicBezTo>
                  <a:cubicBezTo>
                    <a:pt x="34893" y="-4204"/>
                    <a:pt x="60019" y="-3515"/>
                    <a:pt x="75092" y="12407"/>
                  </a:cubicBezTo>
                  <a:cubicBezTo>
                    <a:pt x="80997" y="18610"/>
                    <a:pt x="100696" y="37218"/>
                    <a:pt x="119750" y="54833"/>
                  </a:cubicBezTo>
                  <a:cubicBezTo>
                    <a:pt x="178005" y="109416"/>
                    <a:pt x="198647" y="129264"/>
                    <a:pt x="206041" y="140478"/>
                  </a:cubicBezTo>
                  <a:cubicBezTo>
                    <a:pt x="232290" y="179778"/>
                    <a:pt x="228569" y="222601"/>
                    <a:pt x="196117" y="255052"/>
                  </a:cubicBezTo>
                  <a:cubicBezTo>
                    <a:pt x="177757" y="273462"/>
                    <a:pt x="159348" y="279615"/>
                    <a:pt x="142675" y="27961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0" name="Picture Placeholder 75">
            <a:extLst>
              <a:ext uri="{FF2B5EF4-FFF2-40B4-BE49-F238E27FC236}">
                <a16:creationId xmlns:a16="http://schemas.microsoft.com/office/drawing/2014/main" id="{FE59F647-26B9-4FAD-87A2-C768BF19C041}"/>
              </a:ext>
            </a:extLst>
          </p:cNvPr>
          <p:cNvGrpSpPr>
            <a:grpSpLocks noChangeAspect="1"/>
          </p:cNvGrpSpPr>
          <p:nvPr/>
        </p:nvGrpSpPr>
        <p:grpSpPr>
          <a:xfrm>
            <a:off x="4252859" y="4771411"/>
            <a:ext cx="644275" cy="842757"/>
            <a:chOff x="4252859" y="4771411"/>
            <a:chExt cx="644275" cy="842757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841AC1A1-BD4A-A049-B24D-369185B8112B}"/>
                </a:ext>
              </a:extLst>
            </p:cNvPr>
            <p:cNvSpPr/>
            <p:nvPr/>
          </p:nvSpPr>
          <p:spPr>
            <a:xfrm>
              <a:off x="4434421" y="4952328"/>
              <a:ext cx="277280" cy="277280"/>
            </a:xfrm>
            <a:custGeom>
              <a:avLst/>
              <a:gdLst>
                <a:gd name="connsiteX0" fmla="*/ 138640 w 277280"/>
                <a:gd name="connsiteY0" fmla="*/ 277280 h 277280"/>
                <a:gd name="connsiteX1" fmla="*/ 0 w 277280"/>
                <a:gd name="connsiteY1" fmla="*/ 138640 h 277280"/>
                <a:gd name="connsiteX2" fmla="*/ 138640 w 277280"/>
                <a:gd name="connsiteY2" fmla="*/ 0 h 277280"/>
                <a:gd name="connsiteX3" fmla="*/ 277281 w 277280"/>
                <a:gd name="connsiteY3" fmla="*/ 138640 h 277280"/>
                <a:gd name="connsiteX4" fmla="*/ 277281 w 277280"/>
                <a:gd name="connsiteY4" fmla="*/ 138739 h 277280"/>
                <a:gd name="connsiteX5" fmla="*/ 138640 w 277280"/>
                <a:gd name="connsiteY5" fmla="*/ 277280 h 277280"/>
                <a:gd name="connsiteX6" fmla="*/ 138640 w 277280"/>
                <a:gd name="connsiteY6" fmla="*/ 79393 h 277280"/>
                <a:gd name="connsiteX7" fmla="*/ 79393 w 277280"/>
                <a:gd name="connsiteY7" fmla="*/ 138640 h 277280"/>
                <a:gd name="connsiteX8" fmla="*/ 138640 w 277280"/>
                <a:gd name="connsiteY8" fmla="*/ 197887 h 277280"/>
                <a:gd name="connsiteX9" fmla="*/ 197888 w 277280"/>
                <a:gd name="connsiteY9" fmla="*/ 138739 h 277280"/>
                <a:gd name="connsiteX10" fmla="*/ 138839 w 277280"/>
                <a:gd name="connsiteY10" fmla="*/ 79195 h 277280"/>
                <a:gd name="connsiteX11" fmla="*/ 138640 w 277280"/>
                <a:gd name="connsiteY11" fmla="*/ 79195 h 27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7280" h="277280">
                  <a:moveTo>
                    <a:pt x="138640" y="277280"/>
                  </a:moveTo>
                  <a:cubicBezTo>
                    <a:pt x="62072" y="277280"/>
                    <a:pt x="0" y="215209"/>
                    <a:pt x="0" y="138640"/>
                  </a:cubicBezTo>
                  <a:cubicBezTo>
                    <a:pt x="0" y="62071"/>
                    <a:pt x="62072" y="0"/>
                    <a:pt x="138640" y="0"/>
                  </a:cubicBezTo>
                  <a:cubicBezTo>
                    <a:pt x="215210" y="0"/>
                    <a:pt x="277281" y="62071"/>
                    <a:pt x="277281" y="138640"/>
                  </a:cubicBezTo>
                  <a:cubicBezTo>
                    <a:pt x="277281" y="138673"/>
                    <a:pt x="277281" y="138706"/>
                    <a:pt x="277281" y="138739"/>
                  </a:cubicBezTo>
                  <a:cubicBezTo>
                    <a:pt x="277062" y="215201"/>
                    <a:pt x="215101" y="277117"/>
                    <a:pt x="138640" y="277280"/>
                  </a:cubicBezTo>
                  <a:close/>
                  <a:moveTo>
                    <a:pt x="138640" y="79393"/>
                  </a:moveTo>
                  <a:cubicBezTo>
                    <a:pt x="105919" y="79393"/>
                    <a:pt x="79393" y="105919"/>
                    <a:pt x="79393" y="138640"/>
                  </a:cubicBezTo>
                  <a:cubicBezTo>
                    <a:pt x="79393" y="171362"/>
                    <a:pt x="105919" y="197887"/>
                    <a:pt x="138640" y="197887"/>
                  </a:cubicBezTo>
                  <a:cubicBezTo>
                    <a:pt x="171323" y="197887"/>
                    <a:pt x="197833" y="171422"/>
                    <a:pt x="197888" y="138739"/>
                  </a:cubicBezTo>
                  <a:cubicBezTo>
                    <a:pt x="198024" y="105991"/>
                    <a:pt x="171588" y="79332"/>
                    <a:pt x="138839" y="79195"/>
                  </a:cubicBezTo>
                  <a:cubicBezTo>
                    <a:pt x="138773" y="79195"/>
                    <a:pt x="138707" y="79195"/>
                    <a:pt x="138640" y="791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9016BE17-C493-6847-8E03-1D9BD78D0C32}"/>
                </a:ext>
              </a:extLst>
            </p:cNvPr>
            <p:cNvSpPr/>
            <p:nvPr/>
          </p:nvSpPr>
          <p:spPr>
            <a:xfrm>
              <a:off x="4252859" y="4771411"/>
              <a:ext cx="644275" cy="842757"/>
            </a:xfrm>
            <a:custGeom>
              <a:avLst/>
              <a:gdLst>
                <a:gd name="connsiteX0" fmla="*/ 322138 w 644275"/>
                <a:gd name="connsiteY0" fmla="*/ 842758 h 842757"/>
                <a:gd name="connsiteX1" fmla="*/ 292365 w 644275"/>
                <a:gd name="connsiteY1" fmla="*/ 829062 h 842757"/>
                <a:gd name="connsiteX2" fmla="*/ 148465 w 644275"/>
                <a:gd name="connsiteY2" fmla="*/ 643878 h 842757"/>
                <a:gd name="connsiteX3" fmla="*/ 0 w 644275"/>
                <a:gd name="connsiteY3" fmla="*/ 322138 h 842757"/>
                <a:gd name="connsiteX4" fmla="*/ 322138 w 644275"/>
                <a:gd name="connsiteY4" fmla="*/ 0 h 842757"/>
                <a:gd name="connsiteX5" fmla="*/ 644276 w 644275"/>
                <a:gd name="connsiteY5" fmla="*/ 322138 h 842757"/>
                <a:gd name="connsiteX6" fmla="*/ 495860 w 644275"/>
                <a:gd name="connsiteY6" fmla="*/ 643878 h 842757"/>
                <a:gd name="connsiteX7" fmla="*/ 351960 w 644275"/>
                <a:gd name="connsiteY7" fmla="*/ 829062 h 842757"/>
                <a:gd name="connsiteX8" fmla="*/ 322138 w 644275"/>
                <a:gd name="connsiteY8" fmla="*/ 842758 h 842757"/>
                <a:gd name="connsiteX9" fmla="*/ 322138 w 644275"/>
                <a:gd name="connsiteY9" fmla="*/ 79393 h 842757"/>
                <a:gd name="connsiteX10" fmla="*/ 79393 w 644275"/>
                <a:gd name="connsiteY10" fmla="*/ 322138 h 842757"/>
                <a:gd name="connsiteX11" fmla="*/ 213071 w 644275"/>
                <a:gd name="connsiteY11" fmla="*/ 597731 h 842757"/>
                <a:gd name="connsiteX12" fmla="*/ 322237 w 644275"/>
                <a:gd name="connsiteY12" fmla="*/ 741184 h 842757"/>
                <a:gd name="connsiteX13" fmla="*/ 431403 w 644275"/>
                <a:gd name="connsiteY13" fmla="*/ 597731 h 842757"/>
                <a:gd name="connsiteX14" fmla="*/ 565081 w 644275"/>
                <a:gd name="connsiteY14" fmla="*/ 322138 h 842757"/>
                <a:gd name="connsiteX15" fmla="*/ 322138 w 644275"/>
                <a:gd name="connsiteY15" fmla="*/ 79393 h 84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842757">
                  <a:moveTo>
                    <a:pt x="322138" y="842758"/>
                  </a:moveTo>
                  <a:cubicBezTo>
                    <a:pt x="310705" y="842693"/>
                    <a:pt x="299854" y="837701"/>
                    <a:pt x="292365" y="829062"/>
                  </a:cubicBezTo>
                  <a:cubicBezTo>
                    <a:pt x="289438" y="825688"/>
                    <a:pt x="219572" y="745104"/>
                    <a:pt x="148465" y="643878"/>
                  </a:cubicBezTo>
                  <a:cubicBezTo>
                    <a:pt x="49968" y="503253"/>
                    <a:pt x="0" y="395130"/>
                    <a:pt x="0" y="322138"/>
                  </a:cubicBezTo>
                  <a:cubicBezTo>
                    <a:pt x="0" y="144226"/>
                    <a:pt x="144226" y="0"/>
                    <a:pt x="322138" y="0"/>
                  </a:cubicBezTo>
                  <a:cubicBezTo>
                    <a:pt x="500048" y="0"/>
                    <a:pt x="644276" y="144226"/>
                    <a:pt x="644276" y="322138"/>
                  </a:cubicBezTo>
                  <a:cubicBezTo>
                    <a:pt x="644276" y="395130"/>
                    <a:pt x="594308" y="503402"/>
                    <a:pt x="495860" y="643878"/>
                  </a:cubicBezTo>
                  <a:cubicBezTo>
                    <a:pt x="424902" y="745104"/>
                    <a:pt x="355036" y="825688"/>
                    <a:pt x="351960" y="829062"/>
                  </a:cubicBezTo>
                  <a:cubicBezTo>
                    <a:pt x="344460" y="837716"/>
                    <a:pt x="333588" y="842708"/>
                    <a:pt x="322138" y="842758"/>
                  </a:cubicBezTo>
                  <a:close/>
                  <a:moveTo>
                    <a:pt x="322138" y="79393"/>
                  </a:moveTo>
                  <a:cubicBezTo>
                    <a:pt x="188164" y="79611"/>
                    <a:pt x="79612" y="188164"/>
                    <a:pt x="79393" y="322138"/>
                  </a:cubicBezTo>
                  <a:cubicBezTo>
                    <a:pt x="79393" y="353795"/>
                    <a:pt x="96760" y="431750"/>
                    <a:pt x="213071" y="597731"/>
                  </a:cubicBezTo>
                  <a:cubicBezTo>
                    <a:pt x="253959" y="656184"/>
                    <a:pt x="295293" y="708385"/>
                    <a:pt x="322237" y="741184"/>
                  </a:cubicBezTo>
                  <a:cubicBezTo>
                    <a:pt x="349082" y="708385"/>
                    <a:pt x="390416" y="656184"/>
                    <a:pt x="431403" y="597731"/>
                  </a:cubicBezTo>
                  <a:cubicBezTo>
                    <a:pt x="547714" y="431750"/>
                    <a:pt x="565081" y="353795"/>
                    <a:pt x="565081" y="322138"/>
                  </a:cubicBezTo>
                  <a:cubicBezTo>
                    <a:pt x="564863" y="188087"/>
                    <a:pt x="456188" y="79502"/>
                    <a:pt x="32213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3" name="Picture Placeholder 71">
            <a:extLst>
              <a:ext uri="{FF2B5EF4-FFF2-40B4-BE49-F238E27FC236}">
                <a16:creationId xmlns:a16="http://schemas.microsoft.com/office/drawing/2014/main" id="{17CECCA0-F080-44C6-B891-7C24E9545735}"/>
              </a:ext>
            </a:extLst>
          </p:cNvPr>
          <p:cNvGrpSpPr>
            <a:grpSpLocks noChangeAspect="1"/>
          </p:cNvGrpSpPr>
          <p:nvPr/>
        </p:nvGrpSpPr>
        <p:grpSpPr>
          <a:xfrm>
            <a:off x="5477626" y="4773481"/>
            <a:ext cx="832315" cy="838603"/>
            <a:chOff x="5477626" y="4773481"/>
            <a:chExt cx="832315" cy="838603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8F41267B-0743-B042-B1D7-99256155B4E7}"/>
                </a:ext>
              </a:extLst>
            </p:cNvPr>
            <p:cNvSpPr/>
            <p:nvPr/>
          </p:nvSpPr>
          <p:spPr>
            <a:xfrm>
              <a:off x="5477626" y="4875218"/>
              <a:ext cx="736868" cy="736866"/>
            </a:xfrm>
            <a:custGeom>
              <a:avLst/>
              <a:gdLst>
                <a:gd name="connsiteX0" fmla="*/ 367442 w 736868"/>
                <a:gd name="connsiteY0" fmla="*/ 736866 h 736866"/>
                <a:gd name="connsiteX1" fmla="*/ 1 w 736868"/>
                <a:gd name="connsiteY1" fmla="*/ 367442 h 736866"/>
                <a:gd name="connsiteX2" fmla="*/ 369426 w 736868"/>
                <a:gd name="connsiteY2" fmla="*/ 1 h 736866"/>
                <a:gd name="connsiteX3" fmla="*/ 736868 w 736868"/>
                <a:gd name="connsiteY3" fmla="*/ 368432 h 736866"/>
                <a:gd name="connsiteX4" fmla="*/ 367442 w 736868"/>
                <a:gd name="connsiteY4" fmla="*/ 736866 h 736866"/>
                <a:gd name="connsiteX5" fmla="*/ 367442 w 736868"/>
                <a:gd name="connsiteY5" fmla="*/ 79392 h 736866"/>
                <a:gd name="connsiteX6" fmla="*/ 79395 w 736868"/>
                <a:gd name="connsiteY6" fmla="*/ 369423 h 736866"/>
                <a:gd name="connsiteX7" fmla="*/ 369426 w 736868"/>
                <a:gd name="connsiteY7" fmla="*/ 657468 h 736866"/>
                <a:gd name="connsiteX8" fmla="*/ 657475 w 736868"/>
                <a:gd name="connsiteY8" fmla="*/ 368432 h 736866"/>
                <a:gd name="connsiteX9" fmla="*/ 367442 w 736868"/>
                <a:gd name="connsiteY9" fmla="*/ 79392 h 73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868" h="736866">
                  <a:moveTo>
                    <a:pt x="367442" y="736866"/>
                  </a:moveTo>
                  <a:cubicBezTo>
                    <a:pt x="163962" y="736320"/>
                    <a:pt x="-547" y="570920"/>
                    <a:pt x="1" y="367442"/>
                  </a:cubicBezTo>
                  <a:cubicBezTo>
                    <a:pt x="549" y="163962"/>
                    <a:pt x="165947" y="-546"/>
                    <a:pt x="369426" y="1"/>
                  </a:cubicBezTo>
                  <a:cubicBezTo>
                    <a:pt x="572519" y="549"/>
                    <a:pt x="736868" y="165340"/>
                    <a:pt x="736868" y="368432"/>
                  </a:cubicBezTo>
                  <a:cubicBezTo>
                    <a:pt x="736377" y="572096"/>
                    <a:pt x="571105" y="736921"/>
                    <a:pt x="367442" y="736866"/>
                  </a:cubicBezTo>
                  <a:close/>
                  <a:moveTo>
                    <a:pt x="367442" y="79392"/>
                  </a:moveTo>
                  <a:cubicBezTo>
                    <a:pt x="207810" y="79940"/>
                    <a:pt x="78847" y="209792"/>
                    <a:pt x="79395" y="369423"/>
                  </a:cubicBezTo>
                  <a:cubicBezTo>
                    <a:pt x="79943" y="529055"/>
                    <a:pt x="209795" y="658019"/>
                    <a:pt x="369426" y="657468"/>
                  </a:cubicBezTo>
                  <a:cubicBezTo>
                    <a:pt x="528669" y="656922"/>
                    <a:pt x="657475" y="527675"/>
                    <a:pt x="657475" y="368432"/>
                  </a:cubicBezTo>
                  <a:cubicBezTo>
                    <a:pt x="657038" y="208594"/>
                    <a:pt x="527280" y="79282"/>
                    <a:pt x="367442" y="793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1307AF9F-A561-484D-BC7B-2DE6B48F3E37}"/>
                </a:ext>
              </a:extLst>
            </p:cNvPr>
            <p:cNvSpPr/>
            <p:nvPr/>
          </p:nvSpPr>
          <p:spPr>
            <a:xfrm>
              <a:off x="6038901" y="4775369"/>
              <a:ext cx="271039" cy="266077"/>
            </a:xfrm>
            <a:custGeom>
              <a:avLst/>
              <a:gdLst>
                <a:gd name="connsiteX0" fmla="*/ 39682 w 271039"/>
                <a:gd name="connsiteY0" fmla="*/ 266077 h 266077"/>
                <a:gd name="connsiteX1" fmla="*/ 0 w 271039"/>
                <a:gd name="connsiteY1" fmla="*/ 226367 h 266077"/>
                <a:gd name="connsiteX2" fmla="*/ 11993 w 271039"/>
                <a:gd name="connsiteY2" fmla="*/ 197948 h 266077"/>
                <a:gd name="connsiteX3" fmla="*/ 203033 w 271039"/>
                <a:gd name="connsiteY3" fmla="*/ 11870 h 266077"/>
                <a:gd name="connsiteX4" fmla="*/ 259169 w 271039"/>
                <a:gd name="connsiteY4" fmla="*/ 11385 h 266077"/>
                <a:gd name="connsiteX5" fmla="*/ 259655 w 271039"/>
                <a:gd name="connsiteY5" fmla="*/ 67523 h 266077"/>
                <a:gd name="connsiteX6" fmla="*/ 258410 w 271039"/>
                <a:gd name="connsiteY6" fmla="*/ 68736 h 266077"/>
                <a:gd name="connsiteX7" fmla="*/ 67370 w 271039"/>
                <a:gd name="connsiteY7" fmla="*/ 254813 h 266077"/>
                <a:gd name="connsiteX8" fmla="*/ 39682 w 271039"/>
                <a:gd name="connsiteY8" fmla="*/ 266077 h 266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39" h="266077">
                  <a:moveTo>
                    <a:pt x="39682" y="266077"/>
                  </a:moveTo>
                  <a:cubicBezTo>
                    <a:pt x="17759" y="266070"/>
                    <a:pt x="-10" y="248291"/>
                    <a:pt x="0" y="226367"/>
                  </a:cubicBezTo>
                  <a:cubicBezTo>
                    <a:pt x="0" y="215665"/>
                    <a:pt x="4327" y="205417"/>
                    <a:pt x="11993" y="197948"/>
                  </a:cubicBezTo>
                  <a:lnTo>
                    <a:pt x="203033" y="11870"/>
                  </a:lnTo>
                  <a:cubicBezTo>
                    <a:pt x="218401" y="-3765"/>
                    <a:pt x="243534" y="-3983"/>
                    <a:pt x="259169" y="11385"/>
                  </a:cubicBezTo>
                  <a:cubicBezTo>
                    <a:pt x="274805" y="26753"/>
                    <a:pt x="275023" y="51887"/>
                    <a:pt x="259655" y="67523"/>
                  </a:cubicBezTo>
                  <a:cubicBezTo>
                    <a:pt x="259249" y="67936"/>
                    <a:pt x="258832" y="68340"/>
                    <a:pt x="258410" y="68736"/>
                  </a:cubicBezTo>
                  <a:lnTo>
                    <a:pt x="67370" y="254813"/>
                  </a:lnTo>
                  <a:cubicBezTo>
                    <a:pt x="59977" y="262059"/>
                    <a:pt x="50033" y="266106"/>
                    <a:pt x="39682" y="2660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E7FE7A6E-ADFB-B74A-B628-BB2E9645BEBB}"/>
                </a:ext>
              </a:extLst>
            </p:cNvPr>
            <p:cNvSpPr/>
            <p:nvPr/>
          </p:nvSpPr>
          <p:spPr>
            <a:xfrm>
              <a:off x="6133152" y="4773481"/>
              <a:ext cx="176181" cy="173686"/>
            </a:xfrm>
            <a:custGeom>
              <a:avLst/>
              <a:gdLst>
                <a:gd name="connsiteX0" fmla="*/ 133990 w 176181"/>
                <a:gd name="connsiteY0" fmla="*/ 173686 h 173686"/>
                <a:gd name="connsiteX1" fmla="*/ 132898 w 176181"/>
                <a:gd name="connsiteY1" fmla="*/ 173686 h 173686"/>
                <a:gd name="connsiteX2" fmla="*/ 94293 w 176181"/>
                <a:gd name="connsiteY2" fmla="*/ 132928 h 173686"/>
                <a:gd name="connsiteX3" fmla="*/ 94293 w 176181"/>
                <a:gd name="connsiteY3" fmla="*/ 132898 h 173686"/>
                <a:gd name="connsiteX4" fmla="*/ 95732 w 176181"/>
                <a:gd name="connsiteY4" fmla="*/ 80846 h 173686"/>
                <a:gd name="connsiteX5" fmla="*/ 38668 w 176181"/>
                <a:gd name="connsiteY5" fmla="*/ 79407 h 173686"/>
                <a:gd name="connsiteX6" fmla="*/ 14 w 176181"/>
                <a:gd name="connsiteY6" fmla="*/ 38668 h 173686"/>
                <a:gd name="connsiteX7" fmla="*/ 40753 w 176181"/>
                <a:gd name="connsiteY7" fmla="*/ 14 h 173686"/>
                <a:gd name="connsiteX8" fmla="*/ 137513 w 176181"/>
                <a:gd name="connsiteY8" fmla="*/ 2495 h 173686"/>
                <a:gd name="connsiteX9" fmla="*/ 176168 w 176181"/>
                <a:gd name="connsiteY9" fmla="*/ 43205 h 173686"/>
                <a:gd name="connsiteX10" fmla="*/ 176168 w 176181"/>
                <a:gd name="connsiteY10" fmla="*/ 43283 h 173686"/>
                <a:gd name="connsiteX11" fmla="*/ 173687 w 176181"/>
                <a:gd name="connsiteY11" fmla="*/ 135081 h 173686"/>
                <a:gd name="connsiteX12" fmla="*/ 133990 w 176181"/>
                <a:gd name="connsiteY12" fmla="*/ 173686 h 17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6181" h="173686">
                  <a:moveTo>
                    <a:pt x="133990" y="173686"/>
                  </a:moveTo>
                  <a:lnTo>
                    <a:pt x="132898" y="173686"/>
                  </a:lnTo>
                  <a:cubicBezTo>
                    <a:pt x="110981" y="173092"/>
                    <a:pt x="93698" y="154844"/>
                    <a:pt x="94293" y="132928"/>
                  </a:cubicBezTo>
                  <a:cubicBezTo>
                    <a:pt x="94293" y="132918"/>
                    <a:pt x="94293" y="132908"/>
                    <a:pt x="94293" y="132898"/>
                  </a:cubicBezTo>
                  <a:lnTo>
                    <a:pt x="95732" y="80846"/>
                  </a:lnTo>
                  <a:lnTo>
                    <a:pt x="38668" y="79407"/>
                  </a:lnTo>
                  <a:cubicBezTo>
                    <a:pt x="16746" y="78831"/>
                    <a:pt x="-562" y="60592"/>
                    <a:pt x="14" y="38668"/>
                  </a:cubicBezTo>
                  <a:cubicBezTo>
                    <a:pt x="590" y="16745"/>
                    <a:pt x="18830" y="-562"/>
                    <a:pt x="40753" y="14"/>
                  </a:cubicBezTo>
                  <a:lnTo>
                    <a:pt x="137513" y="2495"/>
                  </a:lnTo>
                  <a:cubicBezTo>
                    <a:pt x="159431" y="3062"/>
                    <a:pt x="176738" y="21288"/>
                    <a:pt x="176168" y="43205"/>
                  </a:cubicBezTo>
                  <a:cubicBezTo>
                    <a:pt x="176168" y="43231"/>
                    <a:pt x="176168" y="43257"/>
                    <a:pt x="176168" y="43283"/>
                  </a:cubicBezTo>
                  <a:lnTo>
                    <a:pt x="173687" y="135081"/>
                  </a:lnTo>
                  <a:cubicBezTo>
                    <a:pt x="173096" y="156578"/>
                    <a:pt x="155496" y="173694"/>
                    <a:pt x="133990" y="1736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7" name="Picture Placeholder 73">
            <a:extLst>
              <a:ext uri="{FF2B5EF4-FFF2-40B4-BE49-F238E27FC236}">
                <a16:creationId xmlns:a16="http://schemas.microsoft.com/office/drawing/2014/main" id="{590D4517-65B3-46D6-B365-CE0DBAB34693}"/>
              </a:ext>
            </a:extLst>
          </p:cNvPr>
          <p:cNvGrpSpPr>
            <a:grpSpLocks noChangeAspect="1"/>
          </p:cNvGrpSpPr>
          <p:nvPr/>
        </p:nvGrpSpPr>
        <p:grpSpPr>
          <a:xfrm>
            <a:off x="6793110" y="4774736"/>
            <a:ext cx="833717" cy="836107"/>
            <a:chOff x="6793110" y="4774736"/>
            <a:chExt cx="833717" cy="836107"/>
          </a:xfrm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F464D339-9777-1940-BA44-282DD4A96FF7}"/>
                </a:ext>
              </a:extLst>
            </p:cNvPr>
            <p:cNvSpPr/>
            <p:nvPr/>
          </p:nvSpPr>
          <p:spPr>
            <a:xfrm>
              <a:off x="6889959" y="4774736"/>
              <a:ext cx="736868" cy="736866"/>
            </a:xfrm>
            <a:custGeom>
              <a:avLst/>
              <a:gdLst>
                <a:gd name="connsiteX0" fmla="*/ 367491 w 736868"/>
                <a:gd name="connsiteY0" fmla="*/ 736866 h 736866"/>
                <a:gd name="connsiteX1" fmla="*/ 1 w 736868"/>
                <a:gd name="connsiteY1" fmla="*/ 367491 h 736866"/>
                <a:gd name="connsiteX2" fmla="*/ 369377 w 736868"/>
                <a:gd name="connsiteY2" fmla="*/ 1 h 736866"/>
                <a:gd name="connsiteX3" fmla="*/ 736868 w 736868"/>
                <a:gd name="connsiteY3" fmla="*/ 368432 h 736866"/>
                <a:gd name="connsiteX4" fmla="*/ 367491 w 736868"/>
                <a:gd name="connsiteY4" fmla="*/ 736866 h 736866"/>
                <a:gd name="connsiteX5" fmla="*/ 367491 w 736868"/>
                <a:gd name="connsiteY5" fmla="*/ 79392 h 736866"/>
                <a:gd name="connsiteX6" fmla="*/ 79395 w 736868"/>
                <a:gd name="connsiteY6" fmla="*/ 369374 h 736866"/>
                <a:gd name="connsiteX7" fmla="*/ 369377 w 736868"/>
                <a:gd name="connsiteY7" fmla="*/ 657468 h 736866"/>
                <a:gd name="connsiteX8" fmla="*/ 657475 w 736868"/>
                <a:gd name="connsiteY8" fmla="*/ 368432 h 736866"/>
                <a:gd name="connsiteX9" fmla="*/ 367491 w 736868"/>
                <a:gd name="connsiteY9" fmla="*/ 79392 h 73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868" h="736866">
                  <a:moveTo>
                    <a:pt x="367491" y="736866"/>
                  </a:moveTo>
                  <a:cubicBezTo>
                    <a:pt x="164012" y="736345"/>
                    <a:pt x="-519" y="570969"/>
                    <a:pt x="1" y="367491"/>
                  </a:cubicBezTo>
                  <a:cubicBezTo>
                    <a:pt x="522" y="164011"/>
                    <a:pt x="165897" y="-519"/>
                    <a:pt x="369377" y="1"/>
                  </a:cubicBezTo>
                  <a:cubicBezTo>
                    <a:pt x="572490" y="521"/>
                    <a:pt x="736868" y="165321"/>
                    <a:pt x="736868" y="368432"/>
                  </a:cubicBezTo>
                  <a:cubicBezTo>
                    <a:pt x="736347" y="572066"/>
                    <a:pt x="571125" y="736866"/>
                    <a:pt x="367491" y="736866"/>
                  </a:cubicBezTo>
                  <a:close/>
                  <a:moveTo>
                    <a:pt x="367491" y="79392"/>
                  </a:moveTo>
                  <a:cubicBezTo>
                    <a:pt x="207860" y="79912"/>
                    <a:pt x="78874" y="209742"/>
                    <a:pt x="79395" y="369374"/>
                  </a:cubicBezTo>
                  <a:cubicBezTo>
                    <a:pt x="79915" y="529005"/>
                    <a:pt x="209745" y="657989"/>
                    <a:pt x="369377" y="657468"/>
                  </a:cubicBezTo>
                  <a:cubicBezTo>
                    <a:pt x="528640" y="656952"/>
                    <a:pt x="657475" y="527695"/>
                    <a:pt x="657475" y="368432"/>
                  </a:cubicBezTo>
                  <a:cubicBezTo>
                    <a:pt x="657009" y="208625"/>
                    <a:pt x="527300" y="79336"/>
                    <a:pt x="367491" y="793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D246B785-7D49-104D-A0DF-0B125DD50872}"/>
                </a:ext>
              </a:extLst>
            </p:cNvPr>
            <p:cNvSpPr/>
            <p:nvPr/>
          </p:nvSpPr>
          <p:spPr>
            <a:xfrm>
              <a:off x="6793110" y="5345310"/>
              <a:ext cx="270583" cy="265534"/>
            </a:xfrm>
            <a:custGeom>
              <a:avLst/>
              <a:gdLst>
                <a:gd name="connsiteX0" fmla="*/ 39785 w 270583"/>
                <a:gd name="connsiteY0" fmla="*/ 265533 h 265534"/>
                <a:gd name="connsiteX1" fmla="*/ 0 w 270583"/>
                <a:gd name="connsiteY1" fmla="*/ 225926 h 265534"/>
                <a:gd name="connsiteX2" fmla="*/ 12097 w 270583"/>
                <a:gd name="connsiteY2" fmla="*/ 197305 h 265534"/>
                <a:gd name="connsiteX3" fmla="*/ 203137 w 270583"/>
                <a:gd name="connsiteY3" fmla="*/ 11227 h 265534"/>
                <a:gd name="connsiteX4" fmla="*/ 259357 w 270583"/>
                <a:gd name="connsiteY4" fmla="*/ 12071 h 265534"/>
                <a:gd name="connsiteX5" fmla="*/ 258514 w 270583"/>
                <a:gd name="connsiteY5" fmla="*/ 68291 h 265534"/>
                <a:gd name="connsiteX6" fmla="*/ 67474 w 270583"/>
                <a:gd name="connsiteY6" fmla="*/ 254369 h 265534"/>
                <a:gd name="connsiteX7" fmla="*/ 39785 w 270583"/>
                <a:gd name="connsiteY7" fmla="*/ 265533 h 265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583" h="265534">
                  <a:moveTo>
                    <a:pt x="39785" y="265533"/>
                  </a:moveTo>
                  <a:cubicBezTo>
                    <a:pt x="17861" y="265583"/>
                    <a:pt x="49" y="247849"/>
                    <a:pt x="0" y="225926"/>
                  </a:cubicBezTo>
                  <a:cubicBezTo>
                    <a:pt x="-24" y="215139"/>
                    <a:pt x="4343" y="204808"/>
                    <a:pt x="12097" y="197305"/>
                  </a:cubicBezTo>
                  <a:lnTo>
                    <a:pt x="203137" y="11227"/>
                  </a:lnTo>
                  <a:cubicBezTo>
                    <a:pt x="218894" y="-4066"/>
                    <a:pt x="244065" y="-3689"/>
                    <a:pt x="259357" y="12071"/>
                  </a:cubicBezTo>
                  <a:cubicBezTo>
                    <a:pt x="274649" y="27831"/>
                    <a:pt x="274271" y="52998"/>
                    <a:pt x="258514" y="68291"/>
                  </a:cubicBezTo>
                  <a:lnTo>
                    <a:pt x="67474" y="254369"/>
                  </a:lnTo>
                  <a:cubicBezTo>
                    <a:pt x="60066" y="261579"/>
                    <a:pt x="50122" y="265588"/>
                    <a:pt x="39785" y="2655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6A61712B-ADBD-464B-A99F-5C96FED796FB}"/>
                </a:ext>
              </a:extLst>
            </p:cNvPr>
            <p:cNvSpPr/>
            <p:nvPr/>
          </p:nvSpPr>
          <p:spPr>
            <a:xfrm>
              <a:off x="6795658" y="5434668"/>
              <a:ext cx="173725" cy="173694"/>
            </a:xfrm>
            <a:custGeom>
              <a:avLst/>
              <a:gdLst>
                <a:gd name="connsiteX0" fmla="*/ 133998 w 173725"/>
                <a:gd name="connsiteY0" fmla="*/ 173695 h 173694"/>
                <a:gd name="connsiteX1" fmla="*/ 105913 w 173725"/>
                <a:gd name="connsiteY1" fmla="*/ 162084 h 173694"/>
                <a:gd name="connsiteX2" fmla="*/ 11633 w 173725"/>
                <a:gd name="connsiteY2" fmla="*/ 67804 h 173694"/>
                <a:gd name="connsiteX3" fmla="*/ 11633 w 173725"/>
                <a:gd name="connsiteY3" fmla="*/ 11634 h 173694"/>
                <a:gd name="connsiteX4" fmla="*/ 67804 w 173725"/>
                <a:gd name="connsiteY4" fmla="*/ 11634 h 173694"/>
                <a:gd name="connsiteX5" fmla="*/ 162083 w 173725"/>
                <a:gd name="connsiteY5" fmla="*/ 105913 h 173694"/>
                <a:gd name="connsiteX6" fmla="*/ 162115 w 173725"/>
                <a:gd name="connsiteY6" fmla="*/ 162054 h 173694"/>
                <a:gd name="connsiteX7" fmla="*/ 133998 w 173725"/>
                <a:gd name="connsiteY7" fmla="*/ 173695 h 17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25" h="173694">
                  <a:moveTo>
                    <a:pt x="133998" y="173695"/>
                  </a:moveTo>
                  <a:cubicBezTo>
                    <a:pt x="123467" y="173705"/>
                    <a:pt x="113364" y="169527"/>
                    <a:pt x="105913" y="162084"/>
                  </a:cubicBezTo>
                  <a:lnTo>
                    <a:pt x="11633" y="67804"/>
                  </a:lnTo>
                  <a:cubicBezTo>
                    <a:pt x="-3878" y="52293"/>
                    <a:pt x="-3878" y="27145"/>
                    <a:pt x="11633" y="11634"/>
                  </a:cubicBezTo>
                  <a:cubicBezTo>
                    <a:pt x="27144" y="-3878"/>
                    <a:pt x="52293" y="-3878"/>
                    <a:pt x="67804" y="11634"/>
                  </a:cubicBezTo>
                  <a:lnTo>
                    <a:pt x="162083" y="105913"/>
                  </a:lnTo>
                  <a:cubicBezTo>
                    <a:pt x="177594" y="121404"/>
                    <a:pt x="177609" y="146542"/>
                    <a:pt x="162115" y="162054"/>
                  </a:cubicBezTo>
                  <a:cubicBezTo>
                    <a:pt x="154661" y="169512"/>
                    <a:pt x="144545" y="173705"/>
                    <a:pt x="133998" y="1736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1" name="Picture Placeholder 79">
            <a:extLst>
              <a:ext uri="{FF2B5EF4-FFF2-40B4-BE49-F238E27FC236}">
                <a16:creationId xmlns:a16="http://schemas.microsoft.com/office/drawing/2014/main" id="{34FF7DB7-CAA9-4E95-8482-37340A56A804}"/>
              </a:ext>
            </a:extLst>
          </p:cNvPr>
          <p:cNvGrpSpPr>
            <a:grpSpLocks noChangeAspect="1"/>
          </p:cNvGrpSpPr>
          <p:nvPr/>
        </p:nvGrpSpPr>
        <p:grpSpPr>
          <a:xfrm>
            <a:off x="8108223" y="4772002"/>
            <a:ext cx="838596" cy="841868"/>
            <a:chOff x="8108223" y="4772002"/>
            <a:chExt cx="838596" cy="841868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068B1572-D055-DD4E-A9B7-72B8998244E1}"/>
                </a:ext>
              </a:extLst>
            </p:cNvPr>
            <p:cNvSpPr/>
            <p:nvPr/>
          </p:nvSpPr>
          <p:spPr>
            <a:xfrm>
              <a:off x="8108223" y="4772002"/>
              <a:ext cx="838596" cy="841868"/>
            </a:xfrm>
            <a:custGeom>
              <a:avLst/>
              <a:gdLst>
                <a:gd name="connsiteX0" fmla="*/ 478446 w 838596"/>
                <a:gd name="connsiteY0" fmla="*/ 841571 h 841868"/>
                <a:gd name="connsiteX1" fmla="*/ 354394 w 838596"/>
                <a:gd name="connsiteY1" fmla="*/ 841571 h 841868"/>
                <a:gd name="connsiteX2" fmla="*/ 314697 w 838596"/>
                <a:gd name="connsiteY2" fmla="*/ 803760 h 841868"/>
                <a:gd name="connsiteX3" fmla="*/ 311174 w 838596"/>
                <a:gd name="connsiteY3" fmla="*/ 729924 h 841868"/>
                <a:gd name="connsiteX4" fmla="*/ 267558 w 838596"/>
                <a:gd name="connsiteY4" fmla="*/ 713847 h 841868"/>
                <a:gd name="connsiteX5" fmla="*/ 207020 w 838596"/>
                <a:gd name="connsiteY5" fmla="*/ 778354 h 841868"/>
                <a:gd name="connsiteX6" fmla="*/ 150907 w 838596"/>
                <a:gd name="connsiteY6" fmla="*/ 780076 h 841868"/>
                <a:gd name="connsiteX7" fmla="*/ 149708 w 838596"/>
                <a:gd name="connsiteY7" fmla="*/ 778900 h 841868"/>
                <a:gd name="connsiteX8" fmla="*/ 61681 w 838596"/>
                <a:gd name="connsiteY8" fmla="*/ 688491 h 841868"/>
                <a:gd name="connsiteX9" fmla="*/ 62177 w 838596"/>
                <a:gd name="connsiteY9" fmla="*/ 632568 h 841868"/>
                <a:gd name="connsiteX10" fmla="*/ 128322 w 838596"/>
                <a:gd name="connsiteY10" fmla="*/ 567168 h 841868"/>
                <a:gd name="connsiteX11" fmla="*/ 111600 w 838596"/>
                <a:gd name="connsiteY11" fmla="*/ 522510 h 841868"/>
                <a:gd name="connsiteX12" fmla="*/ 40692 w 838596"/>
                <a:gd name="connsiteY12" fmla="*/ 524197 h 841868"/>
                <a:gd name="connsiteX13" fmla="*/ 12 w 838596"/>
                <a:gd name="connsiteY13" fmla="*/ 485508 h 841868"/>
                <a:gd name="connsiteX14" fmla="*/ 3 w 838596"/>
                <a:gd name="connsiteY14" fmla="*/ 484054 h 841868"/>
                <a:gd name="connsiteX15" fmla="*/ 1541 w 838596"/>
                <a:gd name="connsiteY15" fmla="*/ 358017 h 841868"/>
                <a:gd name="connsiteX16" fmla="*/ 41237 w 838596"/>
                <a:gd name="connsiteY16" fmla="*/ 318767 h 841868"/>
                <a:gd name="connsiteX17" fmla="*/ 112146 w 838596"/>
                <a:gd name="connsiteY17" fmla="*/ 318767 h 841868"/>
                <a:gd name="connsiteX18" fmla="*/ 128967 w 838596"/>
                <a:gd name="connsiteY18" fmla="*/ 271578 h 841868"/>
                <a:gd name="connsiteX19" fmla="*/ 62624 w 838596"/>
                <a:gd name="connsiteY19" fmla="*/ 209304 h 841868"/>
                <a:gd name="connsiteX20" fmla="*/ 60852 w 838596"/>
                <a:gd name="connsiteY20" fmla="*/ 153192 h 841868"/>
                <a:gd name="connsiteX21" fmla="*/ 62078 w 838596"/>
                <a:gd name="connsiteY21" fmla="*/ 151942 h 841868"/>
                <a:gd name="connsiteX22" fmla="*/ 152289 w 838596"/>
                <a:gd name="connsiteY22" fmla="*/ 63866 h 841868"/>
                <a:gd name="connsiteX23" fmla="*/ 208410 w 838596"/>
                <a:gd name="connsiteY23" fmla="*/ 64312 h 841868"/>
                <a:gd name="connsiteX24" fmla="*/ 268501 w 838596"/>
                <a:gd name="connsiteY24" fmla="*/ 124850 h 841868"/>
                <a:gd name="connsiteX25" fmla="*/ 314300 w 838596"/>
                <a:gd name="connsiteY25" fmla="*/ 109021 h 841868"/>
                <a:gd name="connsiteX26" fmla="*/ 312613 w 838596"/>
                <a:gd name="connsiteY26" fmla="*/ 40494 h 841868"/>
                <a:gd name="connsiteX27" fmla="*/ 351504 w 838596"/>
                <a:gd name="connsiteY27" fmla="*/ 8 h 841868"/>
                <a:gd name="connsiteX28" fmla="*/ 352856 w 838596"/>
                <a:gd name="connsiteY28" fmla="*/ 4 h 841868"/>
                <a:gd name="connsiteX29" fmla="*/ 478942 w 838596"/>
                <a:gd name="connsiteY29" fmla="*/ 1492 h 841868"/>
                <a:gd name="connsiteX30" fmla="*/ 518142 w 838596"/>
                <a:gd name="connsiteY30" fmla="*/ 41189 h 841868"/>
                <a:gd name="connsiteX31" fmla="*/ 518142 w 838596"/>
                <a:gd name="connsiteY31" fmla="*/ 109864 h 841868"/>
                <a:gd name="connsiteX32" fmla="*/ 563297 w 838596"/>
                <a:gd name="connsiteY32" fmla="*/ 128224 h 841868"/>
                <a:gd name="connsiteX33" fmla="*/ 621354 w 838596"/>
                <a:gd name="connsiteY33" fmla="*/ 69125 h 841868"/>
                <a:gd name="connsiteX34" fmla="*/ 649687 w 838596"/>
                <a:gd name="connsiteY34" fmla="*/ 57217 h 841868"/>
                <a:gd name="connsiteX35" fmla="*/ 649687 w 838596"/>
                <a:gd name="connsiteY35" fmla="*/ 57217 h 841868"/>
                <a:gd name="connsiteX36" fmla="*/ 678021 w 838596"/>
                <a:gd name="connsiteY36" fmla="*/ 69175 h 841868"/>
                <a:gd name="connsiteX37" fmla="*/ 766147 w 838596"/>
                <a:gd name="connsiteY37" fmla="*/ 159386 h 841868"/>
                <a:gd name="connsiteX38" fmla="*/ 765750 w 838596"/>
                <a:gd name="connsiteY38" fmla="*/ 215308 h 841868"/>
                <a:gd name="connsiteX39" fmla="*/ 705659 w 838596"/>
                <a:gd name="connsiteY39" fmla="*/ 274853 h 841868"/>
                <a:gd name="connsiteX40" fmla="*/ 724664 w 838596"/>
                <a:gd name="connsiteY40" fmla="*/ 320057 h 841868"/>
                <a:gd name="connsiteX41" fmla="*/ 798053 w 838596"/>
                <a:gd name="connsiteY41" fmla="*/ 318618 h 841868"/>
                <a:gd name="connsiteX42" fmla="*/ 838588 w 838596"/>
                <a:gd name="connsiteY42" fmla="*/ 357460 h 841868"/>
                <a:gd name="connsiteX43" fmla="*/ 838593 w 838596"/>
                <a:gd name="connsiteY43" fmla="*/ 358761 h 841868"/>
                <a:gd name="connsiteX44" fmla="*/ 837055 w 838596"/>
                <a:gd name="connsiteY44" fmla="*/ 484848 h 841868"/>
                <a:gd name="connsiteX45" fmla="*/ 797358 w 838596"/>
                <a:gd name="connsiteY45" fmla="*/ 524048 h 841868"/>
                <a:gd name="connsiteX46" fmla="*/ 797358 w 838596"/>
                <a:gd name="connsiteY46" fmla="*/ 524048 h 841868"/>
                <a:gd name="connsiteX47" fmla="*/ 732256 w 838596"/>
                <a:gd name="connsiteY47" fmla="*/ 524048 h 841868"/>
                <a:gd name="connsiteX48" fmla="*/ 714790 w 838596"/>
                <a:gd name="connsiteY48" fmla="*/ 573669 h 841868"/>
                <a:gd name="connsiteX49" fmla="*/ 770811 w 838596"/>
                <a:gd name="connsiteY49" fmla="*/ 628251 h 841868"/>
                <a:gd name="connsiteX50" fmla="*/ 771491 w 838596"/>
                <a:gd name="connsiteY50" fmla="*/ 684387 h 841868"/>
                <a:gd name="connsiteX51" fmla="*/ 770811 w 838596"/>
                <a:gd name="connsiteY51" fmla="*/ 685067 h 841868"/>
                <a:gd name="connsiteX52" fmla="*/ 680601 w 838596"/>
                <a:gd name="connsiteY52" fmla="*/ 773144 h 841868"/>
                <a:gd name="connsiteX53" fmla="*/ 624877 w 838596"/>
                <a:gd name="connsiteY53" fmla="*/ 773144 h 841868"/>
                <a:gd name="connsiteX54" fmla="*/ 562355 w 838596"/>
                <a:gd name="connsiteY54" fmla="*/ 711068 h 841868"/>
                <a:gd name="connsiteX55" fmla="*/ 517696 w 838596"/>
                <a:gd name="connsiteY55" fmla="*/ 725955 h 841868"/>
                <a:gd name="connsiteX56" fmla="*/ 518391 w 838596"/>
                <a:gd name="connsiteY56" fmla="*/ 801775 h 841868"/>
                <a:gd name="connsiteX57" fmla="*/ 479093 w 838596"/>
                <a:gd name="connsiteY57" fmla="*/ 841868 h 841868"/>
                <a:gd name="connsiteX58" fmla="*/ 478694 w 838596"/>
                <a:gd name="connsiteY58" fmla="*/ 841868 h 841868"/>
                <a:gd name="connsiteX59" fmla="*/ 392007 w 838596"/>
                <a:gd name="connsiteY59" fmla="*/ 762178 h 841868"/>
                <a:gd name="connsiteX60" fmla="*/ 438154 w 838596"/>
                <a:gd name="connsiteY60" fmla="*/ 762178 h 841868"/>
                <a:gd name="connsiteX61" fmla="*/ 437558 w 838596"/>
                <a:gd name="connsiteY61" fmla="*/ 695636 h 841868"/>
                <a:gd name="connsiteX62" fmla="*/ 467827 w 838596"/>
                <a:gd name="connsiteY62" fmla="*/ 656684 h 841868"/>
                <a:gd name="connsiteX63" fmla="*/ 551835 w 838596"/>
                <a:gd name="connsiteY63" fmla="*/ 629045 h 841868"/>
                <a:gd name="connsiteX64" fmla="*/ 598975 w 838596"/>
                <a:gd name="connsiteY64" fmla="*/ 635645 h 841868"/>
                <a:gd name="connsiteX65" fmla="*/ 652863 w 838596"/>
                <a:gd name="connsiteY65" fmla="*/ 689186 h 841868"/>
                <a:gd name="connsiteX66" fmla="*/ 685960 w 838596"/>
                <a:gd name="connsiteY66" fmla="*/ 656833 h 841868"/>
                <a:gd name="connsiteX67" fmla="*/ 636984 w 838596"/>
                <a:gd name="connsiteY67" fmla="*/ 609098 h 841868"/>
                <a:gd name="connsiteX68" fmla="*/ 632022 w 838596"/>
                <a:gd name="connsiteY68" fmla="*/ 558385 h 841868"/>
                <a:gd name="connsiteX69" fmla="*/ 656832 w 838596"/>
                <a:gd name="connsiteY69" fmla="*/ 484302 h 841868"/>
                <a:gd name="connsiteX70" fmla="*/ 696529 w 838596"/>
                <a:gd name="connsiteY70" fmla="*/ 444605 h 841868"/>
                <a:gd name="connsiteX71" fmla="*/ 696529 w 838596"/>
                <a:gd name="connsiteY71" fmla="*/ 444605 h 841868"/>
                <a:gd name="connsiteX72" fmla="*/ 757811 w 838596"/>
                <a:gd name="connsiteY72" fmla="*/ 444605 h 841868"/>
                <a:gd name="connsiteX73" fmla="*/ 758357 w 838596"/>
                <a:gd name="connsiteY73" fmla="*/ 398805 h 841868"/>
                <a:gd name="connsiteX74" fmla="*/ 697125 w 838596"/>
                <a:gd name="connsiteY74" fmla="*/ 399996 h 841868"/>
                <a:gd name="connsiteX75" fmla="*/ 658520 w 838596"/>
                <a:gd name="connsiteY75" fmla="*/ 372258 h 841868"/>
                <a:gd name="connsiteX76" fmla="*/ 622991 w 838596"/>
                <a:gd name="connsiteY76" fmla="*/ 289640 h 841868"/>
                <a:gd name="connsiteX77" fmla="*/ 627953 w 838596"/>
                <a:gd name="connsiteY77" fmla="*/ 239622 h 841868"/>
                <a:gd name="connsiteX78" fmla="*/ 681296 w 838596"/>
                <a:gd name="connsiteY78" fmla="*/ 186627 h 841868"/>
                <a:gd name="connsiteX79" fmla="*/ 649042 w 838596"/>
                <a:gd name="connsiteY79" fmla="*/ 153580 h 841868"/>
                <a:gd name="connsiteX80" fmla="*/ 598081 w 838596"/>
                <a:gd name="connsiteY80" fmla="*/ 206128 h 841868"/>
                <a:gd name="connsiteX81" fmla="*/ 547468 w 838596"/>
                <a:gd name="connsiteY81" fmla="*/ 211090 h 841868"/>
                <a:gd name="connsiteX82" fmla="*/ 473037 w 838596"/>
                <a:gd name="connsiteY82" fmla="*/ 181318 h 841868"/>
                <a:gd name="connsiteX83" fmla="*/ 438303 w 838596"/>
                <a:gd name="connsiteY83" fmla="*/ 141969 h 841868"/>
                <a:gd name="connsiteX84" fmla="*/ 438303 w 838596"/>
                <a:gd name="connsiteY84" fmla="*/ 80439 h 841868"/>
                <a:gd name="connsiteX85" fmla="*/ 392453 w 838596"/>
                <a:gd name="connsiteY85" fmla="*/ 79893 h 841868"/>
                <a:gd name="connsiteX86" fmla="*/ 393644 w 838596"/>
                <a:gd name="connsiteY86" fmla="*/ 141125 h 841868"/>
                <a:gd name="connsiteX87" fmla="*/ 358910 w 838596"/>
                <a:gd name="connsiteY87" fmla="*/ 181318 h 841868"/>
                <a:gd name="connsiteX88" fmla="*/ 281352 w 838596"/>
                <a:gd name="connsiteY88" fmla="*/ 207468 h 841868"/>
                <a:gd name="connsiteX89" fmla="*/ 232426 w 838596"/>
                <a:gd name="connsiteY89" fmla="*/ 201613 h 841868"/>
                <a:gd name="connsiteX90" fmla="*/ 179580 w 838596"/>
                <a:gd name="connsiteY90" fmla="*/ 148171 h 841868"/>
                <a:gd name="connsiteX91" fmla="*/ 147227 w 838596"/>
                <a:gd name="connsiteY91" fmla="*/ 179780 h 841868"/>
                <a:gd name="connsiteX92" fmla="*/ 202902 w 838596"/>
                <a:gd name="connsiteY92" fmla="*/ 232030 h 841868"/>
                <a:gd name="connsiteX93" fmla="*/ 212479 w 838596"/>
                <a:gd name="connsiteY93" fmla="*/ 275994 h 841868"/>
                <a:gd name="connsiteX94" fmla="*/ 180821 w 838596"/>
                <a:gd name="connsiteY94" fmla="*/ 367197 h 841868"/>
                <a:gd name="connsiteX95" fmla="*/ 142116 w 838596"/>
                <a:gd name="connsiteY95" fmla="*/ 398111 h 841868"/>
                <a:gd name="connsiteX96" fmla="*/ 80488 w 838596"/>
                <a:gd name="connsiteY96" fmla="*/ 398111 h 841868"/>
                <a:gd name="connsiteX97" fmla="*/ 79942 w 838596"/>
                <a:gd name="connsiteY97" fmla="*/ 443811 h 841868"/>
                <a:gd name="connsiteX98" fmla="*/ 141025 w 838596"/>
                <a:gd name="connsiteY98" fmla="*/ 442323 h 841868"/>
                <a:gd name="connsiteX99" fmla="*/ 180721 w 838596"/>
                <a:gd name="connsiteY99" fmla="*/ 473336 h 841868"/>
                <a:gd name="connsiteX100" fmla="*/ 211387 w 838596"/>
                <a:gd name="connsiteY100" fmla="*/ 555557 h 841868"/>
                <a:gd name="connsiteX101" fmla="*/ 204688 w 838596"/>
                <a:gd name="connsiteY101" fmla="*/ 603143 h 841868"/>
                <a:gd name="connsiteX102" fmla="*/ 146037 w 838596"/>
                <a:gd name="connsiteY102" fmla="*/ 661448 h 841868"/>
                <a:gd name="connsiteX103" fmla="*/ 177645 w 838596"/>
                <a:gd name="connsiteY103" fmla="*/ 693800 h 841868"/>
                <a:gd name="connsiteX104" fmla="*/ 230739 w 838596"/>
                <a:gd name="connsiteY104" fmla="*/ 637382 h 841868"/>
                <a:gd name="connsiteX105" fmla="*/ 280856 w 838596"/>
                <a:gd name="connsiteY105" fmla="*/ 631030 h 841868"/>
                <a:gd name="connsiteX106" fmla="*/ 355684 w 838596"/>
                <a:gd name="connsiteY106" fmla="*/ 658669 h 841868"/>
                <a:gd name="connsiteX107" fmla="*/ 389079 w 838596"/>
                <a:gd name="connsiteY107" fmla="*/ 695984 h 84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838596" h="841868">
                  <a:moveTo>
                    <a:pt x="478446" y="841571"/>
                  </a:moveTo>
                  <a:lnTo>
                    <a:pt x="354394" y="841571"/>
                  </a:lnTo>
                  <a:cubicBezTo>
                    <a:pt x="333186" y="841596"/>
                    <a:pt x="315705" y="824943"/>
                    <a:pt x="314697" y="803760"/>
                  </a:cubicBezTo>
                  <a:lnTo>
                    <a:pt x="311174" y="729924"/>
                  </a:lnTo>
                  <a:cubicBezTo>
                    <a:pt x="296202" y="725826"/>
                    <a:pt x="281609" y="720447"/>
                    <a:pt x="267558" y="713847"/>
                  </a:cubicBezTo>
                  <a:lnTo>
                    <a:pt x="207020" y="778354"/>
                  </a:lnTo>
                  <a:cubicBezTo>
                    <a:pt x="192001" y="794327"/>
                    <a:pt x="166878" y="795096"/>
                    <a:pt x="150907" y="780076"/>
                  </a:cubicBezTo>
                  <a:cubicBezTo>
                    <a:pt x="150499" y="779694"/>
                    <a:pt x="150100" y="779302"/>
                    <a:pt x="149708" y="778900"/>
                  </a:cubicBezTo>
                  <a:lnTo>
                    <a:pt x="61681" y="688491"/>
                  </a:lnTo>
                  <a:cubicBezTo>
                    <a:pt x="46459" y="672875"/>
                    <a:pt x="46681" y="647911"/>
                    <a:pt x="62177" y="632568"/>
                  </a:cubicBezTo>
                  <a:lnTo>
                    <a:pt x="128322" y="567168"/>
                  </a:lnTo>
                  <a:cubicBezTo>
                    <a:pt x="121841" y="552639"/>
                    <a:pt x="116257" y="537723"/>
                    <a:pt x="111600" y="522510"/>
                  </a:cubicBezTo>
                  <a:lnTo>
                    <a:pt x="40692" y="524197"/>
                  </a:lnTo>
                  <a:cubicBezTo>
                    <a:pt x="18775" y="524748"/>
                    <a:pt x="562" y="507425"/>
                    <a:pt x="12" y="485508"/>
                  </a:cubicBezTo>
                  <a:cubicBezTo>
                    <a:pt x="0" y="485021"/>
                    <a:pt x="-3" y="484540"/>
                    <a:pt x="3" y="484054"/>
                  </a:cubicBezTo>
                  <a:lnTo>
                    <a:pt x="1541" y="358017"/>
                  </a:lnTo>
                  <a:cubicBezTo>
                    <a:pt x="1786" y="336268"/>
                    <a:pt x="19487" y="318766"/>
                    <a:pt x="41237" y="318767"/>
                  </a:cubicBezTo>
                  <a:lnTo>
                    <a:pt x="112146" y="318767"/>
                  </a:lnTo>
                  <a:cubicBezTo>
                    <a:pt x="117505" y="302293"/>
                    <a:pt x="123757" y="285124"/>
                    <a:pt x="128967" y="271578"/>
                  </a:cubicBezTo>
                  <a:lnTo>
                    <a:pt x="62624" y="209304"/>
                  </a:lnTo>
                  <a:cubicBezTo>
                    <a:pt x="46640" y="194299"/>
                    <a:pt x="45846" y="169177"/>
                    <a:pt x="60852" y="153192"/>
                  </a:cubicBezTo>
                  <a:cubicBezTo>
                    <a:pt x="61251" y="152767"/>
                    <a:pt x="61660" y="152350"/>
                    <a:pt x="62078" y="151942"/>
                  </a:cubicBezTo>
                  <a:lnTo>
                    <a:pt x="152289" y="63866"/>
                  </a:lnTo>
                  <a:cubicBezTo>
                    <a:pt x="167912" y="48498"/>
                    <a:pt x="193033" y="48698"/>
                    <a:pt x="208410" y="64312"/>
                  </a:cubicBezTo>
                  <a:lnTo>
                    <a:pt x="268501" y="124850"/>
                  </a:lnTo>
                  <a:cubicBezTo>
                    <a:pt x="283250" y="118181"/>
                    <a:pt x="298581" y="112882"/>
                    <a:pt x="314300" y="109021"/>
                  </a:cubicBezTo>
                  <a:lnTo>
                    <a:pt x="312613" y="40494"/>
                  </a:lnTo>
                  <a:cubicBezTo>
                    <a:pt x="312173" y="18575"/>
                    <a:pt x="329585" y="449"/>
                    <a:pt x="351504" y="8"/>
                  </a:cubicBezTo>
                  <a:cubicBezTo>
                    <a:pt x="351955" y="-1"/>
                    <a:pt x="352405" y="-2"/>
                    <a:pt x="352856" y="4"/>
                  </a:cubicBezTo>
                  <a:lnTo>
                    <a:pt x="478942" y="1492"/>
                  </a:lnTo>
                  <a:cubicBezTo>
                    <a:pt x="500671" y="1764"/>
                    <a:pt x="518142" y="19458"/>
                    <a:pt x="518142" y="41189"/>
                  </a:cubicBezTo>
                  <a:lnTo>
                    <a:pt x="518142" y="109864"/>
                  </a:lnTo>
                  <a:cubicBezTo>
                    <a:pt x="533748" y="114517"/>
                    <a:pt x="548873" y="120665"/>
                    <a:pt x="563297" y="128224"/>
                  </a:cubicBezTo>
                  <a:lnTo>
                    <a:pt x="621354" y="69125"/>
                  </a:lnTo>
                  <a:cubicBezTo>
                    <a:pt x="628817" y="61512"/>
                    <a:pt x="639029" y="57220"/>
                    <a:pt x="649687" y="57217"/>
                  </a:cubicBezTo>
                  <a:lnTo>
                    <a:pt x="649687" y="57217"/>
                  </a:lnTo>
                  <a:cubicBezTo>
                    <a:pt x="660346" y="57267"/>
                    <a:pt x="670548" y="61572"/>
                    <a:pt x="678021" y="69175"/>
                  </a:cubicBezTo>
                  <a:lnTo>
                    <a:pt x="766147" y="159386"/>
                  </a:lnTo>
                  <a:cubicBezTo>
                    <a:pt x="781395" y="174972"/>
                    <a:pt x="781217" y="199940"/>
                    <a:pt x="765750" y="215308"/>
                  </a:cubicBezTo>
                  <a:lnTo>
                    <a:pt x="705659" y="274853"/>
                  </a:lnTo>
                  <a:cubicBezTo>
                    <a:pt x="713152" y="290384"/>
                    <a:pt x="719702" y="306709"/>
                    <a:pt x="724664" y="320057"/>
                  </a:cubicBezTo>
                  <a:lnTo>
                    <a:pt x="798053" y="318618"/>
                  </a:lnTo>
                  <a:cubicBezTo>
                    <a:pt x="819971" y="318151"/>
                    <a:pt x="838122" y="335541"/>
                    <a:pt x="838588" y="357460"/>
                  </a:cubicBezTo>
                  <a:cubicBezTo>
                    <a:pt x="838598" y="357894"/>
                    <a:pt x="838598" y="358328"/>
                    <a:pt x="838593" y="358761"/>
                  </a:cubicBezTo>
                  <a:lnTo>
                    <a:pt x="837055" y="484848"/>
                  </a:lnTo>
                  <a:cubicBezTo>
                    <a:pt x="836782" y="506577"/>
                    <a:pt x="819092" y="524048"/>
                    <a:pt x="797358" y="524048"/>
                  </a:cubicBezTo>
                  <a:lnTo>
                    <a:pt x="797358" y="524048"/>
                  </a:lnTo>
                  <a:lnTo>
                    <a:pt x="732256" y="524048"/>
                  </a:lnTo>
                  <a:cubicBezTo>
                    <a:pt x="728475" y="541237"/>
                    <a:pt x="722610" y="557904"/>
                    <a:pt x="714790" y="573669"/>
                  </a:cubicBezTo>
                  <a:lnTo>
                    <a:pt x="770811" y="628251"/>
                  </a:lnTo>
                  <a:cubicBezTo>
                    <a:pt x="786501" y="643564"/>
                    <a:pt x="786804" y="668697"/>
                    <a:pt x="771491" y="684387"/>
                  </a:cubicBezTo>
                  <a:cubicBezTo>
                    <a:pt x="771268" y="684616"/>
                    <a:pt x="771040" y="684844"/>
                    <a:pt x="770811" y="685067"/>
                  </a:cubicBezTo>
                  <a:lnTo>
                    <a:pt x="680601" y="773144"/>
                  </a:lnTo>
                  <a:cubicBezTo>
                    <a:pt x="665149" y="788372"/>
                    <a:pt x="640329" y="788372"/>
                    <a:pt x="624877" y="773144"/>
                  </a:cubicBezTo>
                  <a:lnTo>
                    <a:pt x="562355" y="711068"/>
                  </a:lnTo>
                  <a:cubicBezTo>
                    <a:pt x="547468" y="716725"/>
                    <a:pt x="531093" y="721786"/>
                    <a:pt x="517696" y="725955"/>
                  </a:cubicBezTo>
                  <a:lnTo>
                    <a:pt x="518391" y="801775"/>
                  </a:lnTo>
                  <a:cubicBezTo>
                    <a:pt x="518609" y="823697"/>
                    <a:pt x="501013" y="841645"/>
                    <a:pt x="479093" y="841868"/>
                  </a:cubicBezTo>
                  <a:cubicBezTo>
                    <a:pt x="478960" y="841868"/>
                    <a:pt x="478827" y="841868"/>
                    <a:pt x="478694" y="841868"/>
                  </a:cubicBezTo>
                  <a:close/>
                  <a:moveTo>
                    <a:pt x="392007" y="762178"/>
                  </a:moveTo>
                  <a:lnTo>
                    <a:pt x="438154" y="762178"/>
                  </a:lnTo>
                  <a:lnTo>
                    <a:pt x="437558" y="695636"/>
                  </a:lnTo>
                  <a:cubicBezTo>
                    <a:pt x="437377" y="677197"/>
                    <a:pt x="449915" y="661061"/>
                    <a:pt x="467827" y="656684"/>
                  </a:cubicBezTo>
                  <a:cubicBezTo>
                    <a:pt x="491347" y="650928"/>
                    <a:pt x="534964" y="638324"/>
                    <a:pt x="551835" y="629045"/>
                  </a:cubicBezTo>
                  <a:cubicBezTo>
                    <a:pt x="567272" y="620535"/>
                    <a:pt x="586470" y="623225"/>
                    <a:pt x="598975" y="635645"/>
                  </a:cubicBezTo>
                  <a:lnTo>
                    <a:pt x="652863" y="689186"/>
                  </a:lnTo>
                  <a:lnTo>
                    <a:pt x="685960" y="656833"/>
                  </a:lnTo>
                  <a:lnTo>
                    <a:pt x="636984" y="609098"/>
                  </a:lnTo>
                  <a:cubicBezTo>
                    <a:pt x="623269" y="595626"/>
                    <a:pt x="621175" y="574259"/>
                    <a:pt x="632022" y="558385"/>
                  </a:cubicBezTo>
                  <a:cubicBezTo>
                    <a:pt x="647469" y="536706"/>
                    <a:pt x="656108" y="510913"/>
                    <a:pt x="656832" y="484302"/>
                  </a:cubicBezTo>
                  <a:cubicBezTo>
                    <a:pt x="656832" y="462378"/>
                    <a:pt x="674607" y="444605"/>
                    <a:pt x="696529" y="444605"/>
                  </a:cubicBezTo>
                  <a:lnTo>
                    <a:pt x="696529" y="444605"/>
                  </a:lnTo>
                  <a:lnTo>
                    <a:pt x="757811" y="444605"/>
                  </a:lnTo>
                  <a:lnTo>
                    <a:pt x="758357" y="398805"/>
                  </a:lnTo>
                  <a:lnTo>
                    <a:pt x="697125" y="399996"/>
                  </a:lnTo>
                  <a:cubicBezTo>
                    <a:pt x="679529" y="400329"/>
                    <a:pt x="663819" y="389039"/>
                    <a:pt x="658520" y="372258"/>
                  </a:cubicBezTo>
                  <a:cubicBezTo>
                    <a:pt x="653558" y="356826"/>
                    <a:pt x="637679" y="311920"/>
                    <a:pt x="622991" y="289640"/>
                  </a:cubicBezTo>
                  <a:cubicBezTo>
                    <a:pt x="612536" y="273910"/>
                    <a:pt x="614610" y="252991"/>
                    <a:pt x="627953" y="239622"/>
                  </a:cubicBezTo>
                  <a:lnTo>
                    <a:pt x="681296" y="186627"/>
                  </a:lnTo>
                  <a:lnTo>
                    <a:pt x="649042" y="153580"/>
                  </a:lnTo>
                  <a:lnTo>
                    <a:pt x="598081" y="206128"/>
                  </a:lnTo>
                  <a:cubicBezTo>
                    <a:pt x="584624" y="219791"/>
                    <a:pt x="563322" y="221879"/>
                    <a:pt x="547468" y="211090"/>
                  </a:cubicBezTo>
                  <a:cubicBezTo>
                    <a:pt x="525347" y="195448"/>
                    <a:pt x="499842" y="185248"/>
                    <a:pt x="473037" y="181318"/>
                  </a:cubicBezTo>
                  <a:cubicBezTo>
                    <a:pt x="453202" y="178819"/>
                    <a:pt x="438321" y="161960"/>
                    <a:pt x="438303" y="141969"/>
                  </a:cubicBezTo>
                  <a:lnTo>
                    <a:pt x="438303" y="80439"/>
                  </a:lnTo>
                  <a:lnTo>
                    <a:pt x="392453" y="79893"/>
                  </a:lnTo>
                  <a:lnTo>
                    <a:pt x="393644" y="141125"/>
                  </a:lnTo>
                  <a:cubicBezTo>
                    <a:pt x="394057" y="161437"/>
                    <a:pt x="379067" y="178783"/>
                    <a:pt x="358910" y="181318"/>
                  </a:cubicBezTo>
                  <a:cubicBezTo>
                    <a:pt x="331469" y="184320"/>
                    <a:pt x="305008" y="193242"/>
                    <a:pt x="281352" y="207468"/>
                  </a:cubicBezTo>
                  <a:cubicBezTo>
                    <a:pt x="265659" y="217099"/>
                    <a:pt x="245403" y="214675"/>
                    <a:pt x="232426" y="201613"/>
                  </a:cubicBezTo>
                  <a:lnTo>
                    <a:pt x="179580" y="148171"/>
                  </a:lnTo>
                  <a:lnTo>
                    <a:pt x="147227" y="179780"/>
                  </a:lnTo>
                  <a:lnTo>
                    <a:pt x="202902" y="232030"/>
                  </a:lnTo>
                  <a:cubicBezTo>
                    <a:pt x="214893" y="243286"/>
                    <a:pt x="218702" y="260771"/>
                    <a:pt x="212479" y="275994"/>
                  </a:cubicBezTo>
                  <a:cubicBezTo>
                    <a:pt x="205631" y="292865"/>
                    <a:pt x="186527" y="342089"/>
                    <a:pt x="180821" y="367197"/>
                  </a:cubicBezTo>
                  <a:cubicBezTo>
                    <a:pt x="176719" y="385274"/>
                    <a:pt x="160653" y="398107"/>
                    <a:pt x="142116" y="398111"/>
                  </a:cubicBezTo>
                  <a:lnTo>
                    <a:pt x="80488" y="398111"/>
                  </a:lnTo>
                  <a:lnTo>
                    <a:pt x="79942" y="443811"/>
                  </a:lnTo>
                  <a:lnTo>
                    <a:pt x="141025" y="442323"/>
                  </a:lnTo>
                  <a:cubicBezTo>
                    <a:pt x="159962" y="441865"/>
                    <a:pt x="176584" y="454851"/>
                    <a:pt x="180721" y="473336"/>
                  </a:cubicBezTo>
                  <a:cubicBezTo>
                    <a:pt x="186922" y="502081"/>
                    <a:pt x="197251" y="529774"/>
                    <a:pt x="211387" y="555557"/>
                  </a:cubicBezTo>
                  <a:cubicBezTo>
                    <a:pt x="220099" y="571123"/>
                    <a:pt x="217359" y="590589"/>
                    <a:pt x="204688" y="603143"/>
                  </a:cubicBezTo>
                  <a:lnTo>
                    <a:pt x="146037" y="661448"/>
                  </a:lnTo>
                  <a:lnTo>
                    <a:pt x="177645" y="693800"/>
                  </a:lnTo>
                  <a:lnTo>
                    <a:pt x="230739" y="637382"/>
                  </a:lnTo>
                  <a:cubicBezTo>
                    <a:pt x="243769" y="623537"/>
                    <a:pt x="264785" y="620873"/>
                    <a:pt x="280856" y="631030"/>
                  </a:cubicBezTo>
                  <a:cubicBezTo>
                    <a:pt x="303660" y="645237"/>
                    <a:pt x="329122" y="654640"/>
                    <a:pt x="355684" y="658669"/>
                  </a:cubicBezTo>
                  <a:cubicBezTo>
                    <a:pt x="374246" y="661631"/>
                    <a:pt x="388186" y="677207"/>
                    <a:pt x="389079" y="6959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C75DAF61-7D34-0E41-BF58-E6E177CD5936}"/>
                </a:ext>
              </a:extLst>
            </p:cNvPr>
            <p:cNvSpPr/>
            <p:nvPr/>
          </p:nvSpPr>
          <p:spPr>
            <a:xfrm>
              <a:off x="8350127" y="5015644"/>
              <a:ext cx="354788" cy="354787"/>
            </a:xfrm>
            <a:custGeom>
              <a:avLst/>
              <a:gdLst>
                <a:gd name="connsiteX0" fmla="*/ 177394 w 354788"/>
                <a:gd name="connsiteY0" fmla="*/ 354788 h 354787"/>
                <a:gd name="connsiteX1" fmla="*/ 0 w 354788"/>
                <a:gd name="connsiteY1" fmla="*/ 177394 h 354787"/>
                <a:gd name="connsiteX2" fmla="*/ 177394 w 354788"/>
                <a:gd name="connsiteY2" fmla="*/ 0 h 354787"/>
                <a:gd name="connsiteX3" fmla="*/ 354788 w 354788"/>
                <a:gd name="connsiteY3" fmla="*/ 177394 h 354787"/>
                <a:gd name="connsiteX4" fmla="*/ 177394 w 354788"/>
                <a:gd name="connsiteY4" fmla="*/ 354788 h 354787"/>
                <a:gd name="connsiteX5" fmla="*/ 177394 w 354788"/>
                <a:gd name="connsiteY5" fmla="*/ 79393 h 354787"/>
                <a:gd name="connsiteX6" fmla="*/ 79393 w 354788"/>
                <a:gd name="connsiteY6" fmla="*/ 177394 h 354787"/>
                <a:gd name="connsiteX7" fmla="*/ 177394 w 354788"/>
                <a:gd name="connsiteY7" fmla="*/ 275395 h 354787"/>
                <a:gd name="connsiteX8" fmla="*/ 275395 w 354788"/>
                <a:gd name="connsiteY8" fmla="*/ 177394 h 354787"/>
                <a:gd name="connsiteX9" fmla="*/ 177394 w 354788"/>
                <a:gd name="connsiteY9" fmla="*/ 79393 h 35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4788" h="354787">
                  <a:moveTo>
                    <a:pt x="177394" y="354788"/>
                  </a:moveTo>
                  <a:cubicBezTo>
                    <a:pt x="79422" y="354788"/>
                    <a:pt x="0" y="275365"/>
                    <a:pt x="0" y="177394"/>
                  </a:cubicBezTo>
                  <a:cubicBezTo>
                    <a:pt x="0" y="79422"/>
                    <a:pt x="79422" y="0"/>
                    <a:pt x="177394" y="0"/>
                  </a:cubicBezTo>
                  <a:cubicBezTo>
                    <a:pt x="275365" y="0"/>
                    <a:pt x="354788" y="79422"/>
                    <a:pt x="354788" y="177394"/>
                  </a:cubicBezTo>
                  <a:cubicBezTo>
                    <a:pt x="354679" y="275320"/>
                    <a:pt x="275321" y="354679"/>
                    <a:pt x="177394" y="354788"/>
                  </a:cubicBezTo>
                  <a:close/>
                  <a:moveTo>
                    <a:pt x="177394" y="79393"/>
                  </a:moveTo>
                  <a:cubicBezTo>
                    <a:pt x="123270" y="79393"/>
                    <a:pt x="79393" y="123270"/>
                    <a:pt x="79393" y="177394"/>
                  </a:cubicBezTo>
                  <a:cubicBezTo>
                    <a:pt x="79393" y="231518"/>
                    <a:pt x="123270" y="275395"/>
                    <a:pt x="177394" y="275395"/>
                  </a:cubicBezTo>
                  <a:cubicBezTo>
                    <a:pt x="231518" y="275395"/>
                    <a:pt x="275395" y="231518"/>
                    <a:pt x="275395" y="177394"/>
                  </a:cubicBezTo>
                  <a:cubicBezTo>
                    <a:pt x="275341" y="123292"/>
                    <a:pt x="231496" y="79448"/>
                    <a:pt x="17739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4" name="Picture Placeholder 81">
            <a:extLst>
              <a:ext uri="{FF2B5EF4-FFF2-40B4-BE49-F238E27FC236}">
                <a16:creationId xmlns:a16="http://schemas.microsoft.com/office/drawing/2014/main" id="{9403D6C0-F3BA-441C-88BD-285351056E8E}"/>
              </a:ext>
            </a:extLst>
          </p:cNvPr>
          <p:cNvGrpSpPr>
            <a:grpSpLocks noChangeAspect="1"/>
          </p:cNvGrpSpPr>
          <p:nvPr/>
        </p:nvGrpSpPr>
        <p:grpSpPr>
          <a:xfrm>
            <a:off x="9430097" y="4772002"/>
            <a:ext cx="790163" cy="841570"/>
            <a:chOff x="9430097" y="4772002"/>
            <a:chExt cx="790163" cy="841570"/>
          </a:xfrm>
        </p:grpSpPr>
        <p:grpSp>
          <p:nvGrpSpPr>
            <p:cNvPr id="175" name="Picture Placeholder 81">
              <a:extLst>
                <a:ext uri="{FF2B5EF4-FFF2-40B4-BE49-F238E27FC236}">
                  <a16:creationId xmlns:a16="http://schemas.microsoft.com/office/drawing/2014/main" id="{9403D6C0-F3BA-441C-88BD-285351056E8E}"/>
                </a:ext>
              </a:extLst>
            </p:cNvPr>
            <p:cNvGrpSpPr/>
            <p:nvPr/>
          </p:nvGrpSpPr>
          <p:grpSpPr>
            <a:xfrm>
              <a:off x="9430097" y="4772002"/>
              <a:ext cx="483755" cy="841570"/>
              <a:chOff x="9430097" y="4772002"/>
              <a:chExt cx="483755" cy="841570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9ABC98F-D0BD-2842-AFD6-86B1426EC3C3}"/>
                  </a:ext>
                </a:extLst>
              </p:cNvPr>
              <p:cNvSpPr/>
              <p:nvPr/>
            </p:nvSpPr>
            <p:spPr>
              <a:xfrm>
                <a:off x="9430097" y="4772002"/>
                <a:ext cx="483755" cy="841570"/>
              </a:xfrm>
              <a:custGeom>
                <a:avLst/>
                <a:gdLst>
                  <a:gd name="connsiteX0" fmla="*/ 444059 w 483755"/>
                  <a:gd name="connsiteY0" fmla="*/ 841571 h 841570"/>
                  <a:gd name="connsiteX1" fmla="*/ 349333 w 483755"/>
                  <a:gd name="connsiteY1" fmla="*/ 841571 h 841570"/>
                  <a:gd name="connsiteX2" fmla="*/ 309636 w 483755"/>
                  <a:gd name="connsiteY2" fmla="*/ 801874 h 841570"/>
                  <a:gd name="connsiteX3" fmla="*/ 309636 w 483755"/>
                  <a:gd name="connsiteY3" fmla="*/ 729527 h 841570"/>
                  <a:gd name="connsiteX4" fmla="*/ 267508 w 483755"/>
                  <a:gd name="connsiteY4" fmla="*/ 713847 h 841570"/>
                  <a:gd name="connsiteX5" fmla="*/ 207020 w 483755"/>
                  <a:gd name="connsiteY5" fmla="*/ 778354 h 841570"/>
                  <a:gd name="connsiteX6" fmla="*/ 150907 w 483755"/>
                  <a:gd name="connsiteY6" fmla="*/ 780076 h 841570"/>
                  <a:gd name="connsiteX7" fmla="*/ 149708 w 483755"/>
                  <a:gd name="connsiteY7" fmla="*/ 778900 h 841570"/>
                  <a:gd name="connsiteX8" fmla="*/ 61632 w 483755"/>
                  <a:gd name="connsiteY8" fmla="*/ 688491 h 841570"/>
                  <a:gd name="connsiteX9" fmla="*/ 62128 w 483755"/>
                  <a:gd name="connsiteY9" fmla="*/ 632568 h 841570"/>
                  <a:gd name="connsiteX10" fmla="*/ 128272 w 483755"/>
                  <a:gd name="connsiteY10" fmla="*/ 567168 h 841570"/>
                  <a:gd name="connsiteX11" fmla="*/ 111550 w 483755"/>
                  <a:gd name="connsiteY11" fmla="*/ 522510 h 841570"/>
                  <a:gd name="connsiteX12" fmla="*/ 40642 w 483755"/>
                  <a:gd name="connsiteY12" fmla="*/ 524197 h 841570"/>
                  <a:gd name="connsiteX13" fmla="*/ 11 w 483755"/>
                  <a:gd name="connsiteY13" fmla="*/ 485458 h 841570"/>
                  <a:gd name="connsiteX14" fmla="*/ 3 w 483755"/>
                  <a:gd name="connsiteY14" fmla="*/ 484054 h 841570"/>
                  <a:gd name="connsiteX15" fmla="*/ 1491 w 483755"/>
                  <a:gd name="connsiteY15" fmla="*/ 358017 h 841570"/>
                  <a:gd name="connsiteX16" fmla="*/ 41188 w 483755"/>
                  <a:gd name="connsiteY16" fmla="*/ 318767 h 841570"/>
                  <a:gd name="connsiteX17" fmla="*/ 112096 w 483755"/>
                  <a:gd name="connsiteY17" fmla="*/ 318767 h 841570"/>
                  <a:gd name="connsiteX18" fmla="*/ 128868 w 483755"/>
                  <a:gd name="connsiteY18" fmla="*/ 271578 h 841570"/>
                  <a:gd name="connsiteX19" fmla="*/ 62574 w 483755"/>
                  <a:gd name="connsiteY19" fmla="*/ 209304 h 841570"/>
                  <a:gd name="connsiteX20" fmla="*/ 50219 w 483755"/>
                  <a:gd name="connsiteY20" fmla="*/ 180722 h 841570"/>
                  <a:gd name="connsiteX21" fmla="*/ 62177 w 483755"/>
                  <a:gd name="connsiteY21" fmla="*/ 151942 h 841570"/>
                  <a:gd name="connsiteX22" fmla="*/ 152189 w 483755"/>
                  <a:gd name="connsiteY22" fmla="*/ 63866 h 841570"/>
                  <a:gd name="connsiteX23" fmla="*/ 208112 w 483755"/>
                  <a:gd name="connsiteY23" fmla="*/ 64312 h 841570"/>
                  <a:gd name="connsiteX24" fmla="*/ 268203 w 483755"/>
                  <a:gd name="connsiteY24" fmla="*/ 124850 h 841570"/>
                  <a:gd name="connsiteX25" fmla="*/ 313953 w 483755"/>
                  <a:gd name="connsiteY25" fmla="*/ 109021 h 841570"/>
                  <a:gd name="connsiteX26" fmla="*/ 312663 w 483755"/>
                  <a:gd name="connsiteY26" fmla="*/ 40494 h 841570"/>
                  <a:gd name="connsiteX27" fmla="*/ 351554 w 483755"/>
                  <a:gd name="connsiteY27" fmla="*/ 8 h 841570"/>
                  <a:gd name="connsiteX28" fmla="*/ 352905 w 483755"/>
                  <a:gd name="connsiteY28" fmla="*/ 4 h 841570"/>
                  <a:gd name="connsiteX29" fmla="*/ 439692 w 483755"/>
                  <a:gd name="connsiteY29" fmla="*/ 847 h 841570"/>
                  <a:gd name="connsiteX30" fmla="*/ 479041 w 483755"/>
                  <a:gd name="connsiteY30" fmla="*/ 40544 h 841570"/>
                  <a:gd name="connsiteX31" fmla="*/ 479041 w 483755"/>
                  <a:gd name="connsiteY31" fmla="*/ 280907 h 841570"/>
                  <a:gd name="connsiteX32" fmla="*/ 439345 w 483755"/>
                  <a:gd name="connsiteY32" fmla="*/ 320603 h 841570"/>
                  <a:gd name="connsiteX33" fmla="*/ 439345 w 483755"/>
                  <a:gd name="connsiteY33" fmla="*/ 320603 h 841570"/>
                  <a:gd name="connsiteX34" fmla="*/ 399648 w 483755"/>
                  <a:gd name="connsiteY34" fmla="*/ 280907 h 841570"/>
                  <a:gd name="connsiteX35" fmla="*/ 399648 w 483755"/>
                  <a:gd name="connsiteY35" fmla="*/ 79844 h 841570"/>
                  <a:gd name="connsiteX36" fmla="*/ 392602 w 483755"/>
                  <a:gd name="connsiteY36" fmla="*/ 79844 h 841570"/>
                  <a:gd name="connsiteX37" fmla="*/ 393793 w 483755"/>
                  <a:gd name="connsiteY37" fmla="*/ 141175 h 841570"/>
                  <a:gd name="connsiteX38" fmla="*/ 359058 w 483755"/>
                  <a:gd name="connsiteY38" fmla="*/ 181367 h 841570"/>
                  <a:gd name="connsiteX39" fmla="*/ 281501 w 483755"/>
                  <a:gd name="connsiteY39" fmla="*/ 207518 h 841570"/>
                  <a:gd name="connsiteX40" fmla="*/ 232575 w 483755"/>
                  <a:gd name="connsiteY40" fmla="*/ 201662 h 841570"/>
                  <a:gd name="connsiteX41" fmla="*/ 179531 w 483755"/>
                  <a:gd name="connsiteY41" fmla="*/ 148171 h 841570"/>
                  <a:gd name="connsiteX42" fmla="*/ 147128 w 483755"/>
                  <a:gd name="connsiteY42" fmla="*/ 179780 h 841570"/>
                  <a:gd name="connsiteX43" fmla="*/ 202852 w 483755"/>
                  <a:gd name="connsiteY43" fmla="*/ 232030 h 841570"/>
                  <a:gd name="connsiteX44" fmla="*/ 212429 w 483755"/>
                  <a:gd name="connsiteY44" fmla="*/ 275994 h 841570"/>
                  <a:gd name="connsiteX45" fmla="*/ 180771 w 483755"/>
                  <a:gd name="connsiteY45" fmla="*/ 367197 h 841570"/>
                  <a:gd name="connsiteX46" fmla="*/ 142067 w 483755"/>
                  <a:gd name="connsiteY46" fmla="*/ 398111 h 841570"/>
                  <a:gd name="connsiteX47" fmla="*/ 80438 w 483755"/>
                  <a:gd name="connsiteY47" fmla="*/ 398111 h 841570"/>
                  <a:gd name="connsiteX48" fmla="*/ 79991 w 483755"/>
                  <a:gd name="connsiteY48" fmla="*/ 443861 h 841570"/>
                  <a:gd name="connsiteX49" fmla="*/ 141025 w 483755"/>
                  <a:gd name="connsiteY49" fmla="*/ 442372 h 841570"/>
                  <a:gd name="connsiteX50" fmla="*/ 180721 w 483755"/>
                  <a:gd name="connsiteY50" fmla="*/ 473385 h 841570"/>
                  <a:gd name="connsiteX51" fmla="*/ 211387 w 483755"/>
                  <a:gd name="connsiteY51" fmla="*/ 555607 h 841570"/>
                  <a:gd name="connsiteX52" fmla="*/ 204688 w 483755"/>
                  <a:gd name="connsiteY52" fmla="*/ 603193 h 841570"/>
                  <a:gd name="connsiteX53" fmla="*/ 145987 w 483755"/>
                  <a:gd name="connsiteY53" fmla="*/ 661448 h 841570"/>
                  <a:gd name="connsiteX54" fmla="*/ 177595 w 483755"/>
                  <a:gd name="connsiteY54" fmla="*/ 693800 h 841570"/>
                  <a:gd name="connsiteX55" fmla="*/ 230689 w 483755"/>
                  <a:gd name="connsiteY55" fmla="*/ 637382 h 841570"/>
                  <a:gd name="connsiteX56" fmla="*/ 280806 w 483755"/>
                  <a:gd name="connsiteY56" fmla="*/ 631030 h 841570"/>
                  <a:gd name="connsiteX57" fmla="*/ 355585 w 483755"/>
                  <a:gd name="connsiteY57" fmla="*/ 658669 h 841570"/>
                  <a:gd name="connsiteX58" fmla="*/ 389029 w 483755"/>
                  <a:gd name="connsiteY58" fmla="*/ 697869 h 841570"/>
                  <a:gd name="connsiteX59" fmla="*/ 389029 w 483755"/>
                  <a:gd name="connsiteY59" fmla="*/ 762376 h 841570"/>
                  <a:gd name="connsiteX60" fmla="*/ 404362 w 483755"/>
                  <a:gd name="connsiteY60" fmla="*/ 762376 h 841570"/>
                  <a:gd name="connsiteX61" fmla="*/ 404362 w 483755"/>
                  <a:gd name="connsiteY61" fmla="*/ 558931 h 841570"/>
                  <a:gd name="connsiteX62" fmla="*/ 444059 w 483755"/>
                  <a:gd name="connsiteY62" fmla="*/ 519235 h 841570"/>
                  <a:gd name="connsiteX63" fmla="*/ 444059 w 483755"/>
                  <a:gd name="connsiteY63" fmla="*/ 519235 h 841570"/>
                  <a:gd name="connsiteX64" fmla="*/ 483755 w 483755"/>
                  <a:gd name="connsiteY64" fmla="*/ 558931 h 841570"/>
                  <a:gd name="connsiteX65" fmla="*/ 483755 w 483755"/>
                  <a:gd name="connsiteY65" fmla="*/ 802073 h 841570"/>
                  <a:gd name="connsiteX66" fmla="*/ 444059 w 483755"/>
                  <a:gd name="connsiteY66" fmla="*/ 841571 h 84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83755" h="841570">
                    <a:moveTo>
                      <a:pt x="444059" y="841571"/>
                    </a:moveTo>
                    <a:lnTo>
                      <a:pt x="349333" y="841571"/>
                    </a:lnTo>
                    <a:cubicBezTo>
                      <a:pt x="327409" y="841571"/>
                      <a:pt x="309636" y="823797"/>
                      <a:pt x="309636" y="801874"/>
                    </a:cubicBezTo>
                    <a:lnTo>
                      <a:pt x="309636" y="729527"/>
                    </a:lnTo>
                    <a:cubicBezTo>
                      <a:pt x="295186" y="725468"/>
                      <a:pt x="281096" y="720223"/>
                      <a:pt x="267508" y="713847"/>
                    </a:cubicBezTo>
                    <a:lnTo>
                      <a:pt x="207020" y="778354"/>
                    </a:lnTo>
                    <a:cubicBezTo>
                      <a:pt x="192001" y="794327"/>
                      <a:pt x="166878" y="795096"/>
                      <a:pt x="150907" y="780076"/>
                    </a:cubicBezTo>
                    <a:cubicBezTo>
                      <a:pt x="150499" y="779694"/>
                      <a:pt x="150100" y="779302"/>
                      <a:pt x="149708" y="778900"/>
                    </a:cubicBezTo>
                    <a:lnTo>
                      <a:pt x="61632" y="688491"/>
                    </a:lnTo>
                    <a:cubicBezTo>
                      <a:pt x="46409" y="672875"/>
                      <a:pt x="46631" y="647911"/>
                      <a:pt x="62128" y="632568"/>
                    </a:cubicBezTo>
                    <a:lnTo>
                      <a:pt x="128272" y="567168"/>
                    </a:lnTo>
                    <a:cubicBezTo>
                      <a:pt x="121770" y="552644"/>
                      <a:pt x="116185" y="537733"/>
                      <a:pt x="111550" y="522510"/>
                    </a:cubicBezTo>
                    <a:lnTo>
                      <a:pt x="40642" y="524197"/>
                    </a:lnTo>
                    <a:cubicBezTo>
                      <a:pt x="18724" y="524718"/>
                      <a:pt x="533" y="507375"/>
                      <a:pt x="11" y="485458"/>
                    </a:cubicBezTo>
                    <a:cubicBezTo>
                      <a:pt x="0" y="484992"/>
                      <a:pt x="-3" y="484520"/>
                      <a:pt x="3" y="484054"/>
                    </a:cubicBezTo>
                    <a:lnTo>
                      <a:pt x="1491" y="358017"/>
                    </a:lnTo>
                    <a:cubicBezTo>
                      <a:pt x="1736" y="336268"/>
                      <a:pt x="19437" y="318766"/>
                      <a:pt x="41188" y="318767"/>
                    </a:cubicBezTo>
                    <a:lnTo>
                      <a:pt x="112096" y="318767"/>
                    </a:lnTo>
                    <a:cubicBezTo>
                      <a:pt x="117405" y="302293"/>
                      <a:pt x="123707" y="285124"/>
                      <a:pt x="128868" y="271578"/>
                    </a:cubicBezTo>
                    <a:lnTo>
                      <a:pt x="62574" y="209304"/>
                    </a:lnTo>
                    <a:cubicBezTo>
                      <a:pt x="54735" y="201857"/>
                      <a:pt x="50273" y="191535"/>
                      <a:pt x="50219" y="180722"/>
                    </a:cubicBezTo>
                    <a:cubicBezTo>
                      <a:pt x="50068" y="169891"/>
                      <a:pt x="54395" y="159478"/>
                      <a:pt x="62177" y="151942"/>
                    </a:cubicBezTo>
                    <a:lnTo>
                      <a:pt x="152189" y="63866"/>
                    </a:lnTo>
                    <a:cubicBezTo>
                      <a:pt x="167789" y="48630"/>
                      <a:pt x="192757" y="48830"/>
                      <a:pt x="208112" y="64312"/>
                    </a:cubicBezTo>
                    <a:lnTo>
                      <a:pt x="268203" y="124850"/>
                    </a:lnTo>
                    <a:cubicBezTo>
                      <a:pt x="282938" y="118188"/>
                      <a:pt x="298252" y="112890"/>
                      <a:pt x="313953" y="109021"/>
                    </a:cubicBezTo>
                    <a:lnTo>
                      <a:pt x="312663" y="40494"/>
                    </a:lnTo>
                    <a:cubicBezTo>
                      <a:pt x="312222" y="18575"/>
                      <a:pt x="329634" y="449"/>
                      <a:pt x="351554" y="8"/>
                    </a:cubicBezTo>
                    <a:cubicBezTo>
                      <a:pt x="352004" y="-1"/>
                      <a:pt x="352455" y="-2"/>
                      <a:pt x="352905" y="4"/>
                    </a:cubicBezTo>
                    <a:lnTo>
                      <a:pt x="439692" y="847"/>
                    </a:lnTo>
                    <a:cubicBezTo>
                      <a:pt x="461480" y="1038"/>
                      <a:pt x="479041" y="18755"/>
                      <a:pt x="479041" y="40544"/>
                    </a:cubicBezTo>
                    <a:lnTo>
                      <a:pt x="479041" y="280907"/>
                    </a:lnTo>
                    <a:cubicBezTo>
                      <a:pt x="479041" y="302830"/>
                      <a:pt x="461269" y="320603"/>
                      <a:pt x="439345" y="320603"/>
                    </a:cubicBezTo>
                    <a:lnTo>
                      <a:pt x="439345" y="320603"/>
                    </a:lnTo>
                    <a:cubicBezTo>
                      <a:pt x="417421" y="320603"/>
                      <a:pt x="399648" y="302830"/>
                      <a:pt x="399648" y="280907"/>
                    </a:cubicBezTo>
                    <a:lnTo>
                      <a:pt x="399648" y="79844"/>
                    </a:lnTo>
                    <a:lnTo>
                      <a:pt x="392602" y="79844"/>
                    </a:lnTo>
                    <a:lnTo>
                      <a:pt x="393793" y="141175"/>
                    </a:lnTo>
                    <a:cubicBezTo>
                      <a:pt x="394206" y="161487"/>
                      <a:pt x="379216" y="178832"/>
                      <a:pt x="359058" y="181367"/>
                    </a:cubicBezTo>
                    <a:cubicBezTo>
                      <a:pt x="331616" y="184360"/>
                      <a:pt x="305153" y="193283"/>
                      <a:pt x="281501" y="207518"/>
                    </a:cubicBezTo>
                    <a:cubicBezTo>
                      <a:pt x="265808" y="217149"/>
                      <a:pt x="245552" y="214725"/>
                      <a:pt x="232575" y="201662"/>
                    </a:cubicBezTo>
                    <a:lnTo>
                      <a:pt x="179531" y="148171"/>
                    </a:lnTo>
                    <a:lnTo>
                      <a:pt x="147128" y="179780"/>
                    </a:lnTo>
                    <a:lnTo>
                      <a:pt x="202852" y="232030"/>
                    </a:lnTo>
                    <a:cubicBezTo>
                      <a:pt x="214844" y="243286"/>
                      <a:pt x="218652" y="260771"/>
                      <a:pt x="212429" y="275994"/>
                    </a:cubicBezTo>
                    <a:cubicBezTo>
                      <a:pt x="205532" y="292865"/>
                      <a:pt x="186477" y="342089"/>
                      <a:pt x="180771" y="367197"/>
                    </a:cubicBezTo>
                    <a:cubicBezTo>
                      <a:pt x="176670" y="385274"/>
                      <a:pt x="160604" y="398107"/>
                      <a:pt x="142067" y="398111"/>
                    </a:cubicBezTo>
                    <a:lnTo>
                      <a:pt x="80438" y="398111"/>
                    </a:lnTo>
                    <a:lnTo>
                      <a:pt x="79991" y="443861"/>
                    </a:lnTo>
                    <a:lnTo>
                      <a:pt x="141025" y="442372"/>
                    </a:lnTo>
                    <a:cubicBezTo>
                      <a:pt x="159962" y="441915"/>
                      <a:pt x="176584" y="454901"/>
                      <a:pt x="180721" y="473385"/>
                    </a:cubicBezTo>
                    <a:cubicBezTo>
                      <a:pt x="186900" y="502135"/>
                      <a:pt x="197230" y="529834"/>
                      <a:pt x="211387" y="555607"/>
                    </a:cubicBezTo>
                    <a:cubicBezTo>
                      <a:pt x="220099" y="571173"/>
                      <a:pt x="217359" y="590639"/>
                      <a:pt x="204688" y="603193"/>
                    </a:cubicBezTo>
                    <a:lnTo>
                      <a:pt x="145987" y="661448"/>
                    </a:lnTo>
                    <a:lnTo>
                      <a:pt x="177595" y="693800"/>
                    </a:lnTo>
                    <a:lnTo>
                      <a:pt x="230689" y="637382"/>
                    </a:lnTo>
                    <a:cubicBezTo>
                      <a:pt x="243719" y="623537"/>
                      <a:pt x="264735" y="620873"/>
                      <a:pt x="280806" y="631030"/>
                    </a:cubicBezTo>
                    <a:cubicBezTo>
                      <a:pt x="303596" y="645227"/>
                      <a:pt x="329040" y="654630"/>
                      <a:pt x="355585" y="658669"/>
                    </a:cubicBezTo>
                    <a:cubicBezTo>
                      <a:pt x="374851" y="661740"/>
                      <a:pt x="389029" y="678358"/>
                      <a:pt x="389029" y="697869"/>
                    </a:cubicBezTo>
                    <a:lnTo>
                      <a:pt x="389029" y="762376"/>
                    </a:lnTo>
                    <a:lnTo>
                      <a:pt x="404362" y="762376"/>
                    </a:lnTo>
                    <a:lnTo>
                      <a:pt x="404362" y="558931"/>
                    </a:lnTo>
                    <a:cubicBezTo>
                      <a:pt x="404362" y="537009"/>
                      <a:pt x="422135" y="519235"/>
                      <a:pt x="444059" y="519235"/>
                    </a:cubicBezTo>
                    <a:lnTo>
                      <a:pt x="444059" y="519235"/>
                    </a:lnTo>
                    <a:cubicBezTo>
                      <a:pt x="465983" y="519235"/>
                      <a:pt x="483755" y="537009"/>
                      <a:pt x="483755" y="558931"/>
                    </a:cubicBezTo>
                    <a:lnTo>
                      <a:pt x="483755" y="802073"/>
                    </a:lnTo>
                    <a:cubicBezTo>
                      <a:pt x="483646" y="823921"/>
                      <a:pt x="465905" y="841571"/>
                      <a:pt x="444059" y="84157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8E60BF22-7F47-974F-87B7-DC863C7E68DD}"/>
                  </a:ext>
                </a:extLst>
              </p:cNvPr>
              <p:cNvSpPr/>
              <p:nvPr/>
            </p:nvSpPr>
            <p:spPr>
              <a:xfrm>
                <a:off x="9691799" y="5015644"/>
                <a:ext cx="222052" cy="354787"/>
              </a:xfrm>
              <a:custGeom>
                <a:avLst/>
                <a:gdLst>
                  <a:gd name="connsiteX0" fmla="*/ 182356 w 222052"/>
                  <a:gd name="connsiteY0" fmla="*/ 354788 h 354787"/>
                  <a:gd name="connsiteX1" fmla="*/ 0 w 222052"/>
                  <a:gd name="connsiteY1" fmla="*/ 177394 h 354787"/>
                  <a:gd name="connsiteX2" fmla="*/ 177394 w 222052"/>
                  <a:gd name="connsiteY2" fmla="*/ 0 h 354787"/>
                  <a:gd name="connsiteX3" fmla="*/ 217091 w 222052"/>
                  <a:gd name="connsiteY3" fmla="*/ 39697 h 354787"/>
                  <a:gd name="connsiteX4" fmla="*/ 177394 w 222052"/>
                  <a:gd name="connsiteY4" fmla="*/ 79393 h 354787"/>
                  <a:gd name="connsiteX5" fmla="*/ 79393 w 222052"/>
                  <a:gd name="connsiteY5" fmla="*/ 177394 h 354787"/>
                  <a:gd name="connsiteX6" fmla="*/ 182356 w 222052"/>
                  <a:gd name="connsiteY6" fmla="*/ 275395 h 354787"/>
                  <a:gd name="connsiteX7" fmla="*/ 222053 w 222052"/>
                  <a:gd name="connsiteY7" fmla="*/ 315091 h 354787"/>
                  <a:gd name="connsiteX8" fmla="*/ 182356 w 222052"/>
                  <a:gd name="connsiteY8" fmla="*/ 354788 h 35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052" h="354787">
                    <a:moveTo>
                      <a:pt x="182356" y="354788"/>
                    </a:moveTo>
                    <a:cubicBezTo>
                      <a:pt x="83512" y="354788"/>
                      <a:pt x="0" y="273559"/>
                      <a:pt x="0" y="177394"/>
                    </a:cubicBezTo>
                    <a:cubicBezTo>
                      <a:pt x="109" y="79468"/>
                      <a:pt x="79468" y="109"/>
                      <a:pt x="177394" y="0"/>
                    </a:cubicBezTo>
                    <a:cubicBezTo>
                      <a:pt x="199318" y="0"/>
                      <a:pt x="217091" y="17773"/>
                      <a:pt x="217091" y="39697"/>
                    </a:cubicBezTo>
                    <a:cubicBezTo>
                      <a:pt x="217091" y="61620"/>
                      <a:pt x="199318" y="79393"/>
                      <a:pt x="177394" y="79393"/>
                    </a:cubicBezTo>
                    <a:cubicBezTo>
                      <a:pt x="123292" y="79448"/>
                      <a:pt x="79448" y="123292"/>
                      <a:pt x="79393" y="177394"/>
                    </a:cubicBezTo>
                    <a:cubicBezTo>
                      <a:pt x="79393" y="230488"/>
                      <a:pt x="126533" y="275395"/>
                      <a:pt x="182356" y="275395"/>
                    </a:cubicBezTo>
                    <a:cubicBezTo>
                      <a:pt x="204280" y="275395"/>
                      <a:pt x="222053" y="293169"/>
                      <a:pt x="222053" y="315091"/>
                    </a:cubicBezTo>
                    <a:cubicBezTo>
                      <a:pt x="222053" y="337014"/>
                      <a:pt x="204280" y="354788"/>
                      <a:pt x="182356" y="35478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8964629F-1BBB-AE4E-B2F2-60D113C69646}"/>
                </a:ext>
              </a:extLst>
            </p:cNvPr>
            <p:cNvSpPr/>
            <p:nvPr/>
          </p:nvSpPr>
          <p:spPr>
            <a:xfrm>
              <a:off x="9987440" y="48609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07059AC4-FE0F-654E-A317-847766351CE8}"/>
                </a:ext>
              </a:extLst>
            </p:cNvPr>
            <p:cNvSpPr/>
            <p:nvPr/>
          </p:nvSpPr>
          <p:spPr>
            <a:xfrm>
              <a:off x="9987440" y="5426652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0326C4C4-8BD9-0A46-AFEC-767BC93D12AF}"/>
                </a:ext>
              </a:extLst>
            </p:cNvPr>
            <p:cNvSpPr/>
            <p:nvPr/>
          </p:nvSpPr>
          <p:spPr>
            <a:xfrm>
              <a:off x="10131340" y="5332372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6"/>
                    <a:pt x="19905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5F15829F-0111-EB4D-8B24-6E0361C72392}"/>
                </a:ext>
              </a:extLst>
            </p:cNvPr>
            <p:cNvSpPr/>
            <p:nvPr/>
          </p:nvSpPr>
          <p:spPr>
            <a:xfrm>
              <a:off x="9987440" y="5049535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6F667F91-7192-FD47-BC14-AB5AB89457E2}"/>
                </a:ext>
              </a:extLst>
            </p:cNvPr>
            <p:cNvSpPr/>
            <p:nvPr/>
          </p:nvSpPr>
          <p:spPr>
            <a:xfrm>
              <a:off x="9987440" y="52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6A2BDFB2-19C9-BD44-8FCD-FEA5AF3930D4}"/>
                </a:ext>
              </a:extLst>
            </p:cNvPr>
            <p:cNvSpPr/>
            <p:nvPr/>
          </p:nvSpPr>
          <p:spPr>
            <a:xfrm>
              <a:off x="10126378" y="51487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E7F6D875-9156-814C-9B92-9E7E23AB8AD8}"/>
                </a:ext>
              </a:extLst>
            </p:cNvPr>
            <p:cNvSpPr/>
            <p:nvPr/>
          </p:nvSpPr>
          <p:spPr>
            <a:xfrm>
              <a:off x="10121416" y="4955255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2283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71">
            <a:extLst>
              <a:ext uri="{FF2B5EF4-FFF2-40B4-BE49-F238E27FC236}">
                <a16:creationId xmlns:a16="http://schemas.microsoft.com/office/drawing/2014/main" id="{E1E7141F-CAC0-4FA5-95DF-954DBD7A7F0F}"/>
              </a:ext>
            </a:extLst>
          </p:cNvPr>
          <p:cNvGrpSpPr>
            <a:grpSpLocks noChangeAspect="1"/>
          </p:cNvGrpSpPr>
          <p:nvPr/>
        </p:nvGrpSpPr>
        <p:grpSpPr>
          <a:xfrm>
            <a:off x="1490261" y="1416094"/>
            <a:ext cx="838596" cy="841868"/>
            <a:chOff x="1490261" y="1416094"/>
            <a:chExt cx="838596" cy="841868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76E52B3-242B-0942-BBF6-93A563AE91C7}"/>
                </a:ext>
              </a:extLst>
            </p:cNvPr>
            <p:cNvSpPr/>
            <p:nvPr/>
          </p:nvSpPr>
          <p:spPr>
            <a:xfrm>
              <a:off x="1490261" y="1416094"/>
              <a:ext cx="838596" cy="841868"/>
            </a:xfrm>
            <a:custGeom>
              <a:avLst/>
              <a:gdLst>
                <a:gd name="connsiteX0" fmla="*/ 478446 w 838596"/>
                <a:gd name="connsiteY0" fmla="*/ 841571 h 841868"/>
                <a:gd name="connsiteX1" fmla="*/ 354394 w 838596"/>
                <a:gd name="connsiteY1" fmla="*/ 841571 h 841868"/>
                <a:gd name="connsiteX2" fmla="*/ 314697 w 838596"/>
                <a:gd name="connsiteY2" fmla="*/ 803760 h 841868"/>
                <a:gd name="connsiteX3" fmla="*/ 311174 w 838596"/>
                <a:gd name="connsiteY3" fmla="*/ 729924 h 841868"/>
                <a:gd name="connsiteX4" fmla="*/ 267558 w 838596"/>
                <a:gd name="connsiteY4" fmla="*/ 713847 h 841868"/>
                <a:gd name="connsiteX5" fmla="*/ 207020 w 838596"/>
                <a:gd name="connsiteY5" fmla="*/ 778354 h 841868"/>
                <a:gd name="connsiteX6" fmla="*/ 150907 w 838596"/>
                <a:gd name="connsiteY6" fmla="*/ 780076 h 841868"/>
                <a:gd name="connsiteX7" fmla="*/ 149708 w 838596"/>
                <a:gd name="connsiteY7" fmla="*/ 778900 h 841868"/>
                <a:gd name="connsiteX8" fmla="*/ 61681 w 838596"/>
                <a:gd name="connsiteY8" fmla="*/ 688491 h 841868"/>
                <a:gd name="connsiteX9" fmla="*/ 62177 w 838596"/>
                <a:gd name="connsiteY9" fmla="*/ 632568 h 841868"/>
                <a:gd name="connsiteX10" fmla="*/ 128322 w 838596"/>
                <a:gd name="connsiteY10" fmla="*/ 567168 h 841868"/>
                <a:gd name="connsiteX11" fmla="*/ 111600 w 838596"/>
                <a:gd name="connsiteY11" fmla="*/ 522510 h 841868"/>
                <a:gd name="connsiteX12" fmla="*/ 40692 w 838596"/>
                <a:gd name="connsiteY12" fmla="*/ 524197 h 841868"/>
                <a:gd name="connsiteX13" fmla="*/ 12 w 838596"/>
                <a:gd name="connsiteY13" fmla="*/ 485508 h 841868"/>
                <a:gd name="connsiteX14" fmla="*/ 3 w 838596"/>
                <a:gd name="connsiteY14" fmla="*/ 484054 h 841868"/>
                <a:gd name="connsiteX15" fmla="*/ 1541 w 838596"/>
                <a:gd name="connsiteY15" fmla="*/ 358017 h 841868"/>
                <a:gd name="connsiteX16" fmla="*/ 41237 w 838596"/>
                <a:gd name="connsiteY16" fmla="*/ 318767 h 841868"/>
                <a:gd name="connsiteX17" fmla="*/ 112146 w 838596"/>
                <a:gd name="connsiteY17" fmla="*/ 318767 h 841868"/>
                <a:gd name="connsiteX18" fmla="*/ 128967 w 838596"/>
                <a:gd name="connsiteY18" fmla="*/ 271578 h 841868"/>
                <a:gd name="connsiteX19" fmla="*/ 62624 w 838596"/>
                <a:gd name="connsiteY19" fmla="*/ 209304 h 841868"/>
                <a:gd name="connsiteX20" fmla="*/ 60852 w 838596"/>
                <a:gd name="connsiteY20" fmla="*/ 153192 h 841868"/>
                <a:gd name="connsiteX21" fmla="*/ 62078 w 838596"/>
                <a:gd name="connsiteY21" fmla="*/ 151942 h 841868"/>
                <a:gd name="connsiteX22" fmla="*/ 152289 w 838596"/>
                <a:gd name="connsiteY22" fmla="*/ 63866 h 841868"/>
                <a:gd name="connsiteX23" fmla="*/ 208410 w 838596"/>
                <a:gd name="connsiteY23" fmla="*/ 64312 h 841868"/>
                <a:gd name="connsiteX24" fmla="*/ 268501 w 838596"/>
                <a:gd name="connsiteY24" fmla="*/ 124850 h 841868"/>
                <a:gd name="connsiteX25" fmla="*/ 314300 w 838596"/>
                <a:gd name="connsiteY25" fmla="*/ 109021 h 841868"/>
                <a:gd name="connsiteX26" fmla="*/ 312613 w 838596"/>
                <a:gd name="connsiteY26" fmla="*/ 40494 h 841868"/>
                <a:gd name="connsiteX27" fmla="*/ 351504 w 838596"/>
                <a:gd name="connsiteY27" fmla="*/ 8 h 841868"/>
                <a:gd name="connsiteX28" fmla="*/ 352856 w 838596"/>
                <a:gd name="connsiteY28" fmla="*/ 4 h 841868"/>
                <a:gd name="connsiteX29" fmla="*/ 478942 w 838596"/>
                <a:gd name="connsiteY29" fmla="*/ 1492 h 841868"/>
                <a:gd name="connsiteX30" fmla="*/ 518142 w 838596"/>
                <a:gd name="connsiteY30" fmla="*/ 41189 h 841868"/>
                <a:gd name="connsiteX31" fmla="*/ 518142 w 838596"/>
                <a:gd name="connsiteY31" fmla="*/ 109864 h 841868"/>
                <a:gd name="connsiteX32" fmla="*/ 563297 w 838596"/>
                <a:gd name="connsiteY32" fmla="*/ 128224 h 841868"/>
                <a:gd name="connsiteX33" fmla="*/ 621354 w 838596"/>
                <a:gd name="connsiteY33" fmla="*/ 69125 h 841868"/>
                <a:gd name="connsiteX34" fmla="*/ 649687 w 838596"/>
                <a:gd name="connsiteY34" fmla="*/ 57217 h 841868"/>
                <a:gd name="connsiteX35" fmla="*/ 649687 w 838596"/>
                <a:gd name="connsiteY35" fmla="*/ 57217 h 841868"/>
                <a:gd name="connsiteX36" fmla="*/ 678021 w 838596"/>
                <a:gd name="connsiteY36" fmla="*/ 69175 h 841868"/>
                <a:gd name="connsiteX37" fmla="*/ 766147 w 838596"/>
                <a:gd name="connsiteY37" fmla="*/ 159386 h 841868"/>
                <a:gd name="connsiteX38" fmla="*/ 765750 w 838596"/>
                <a:gd name="connsiteY38" fmla="*/ 215308 h 841868"/>
                <a:gd name="connsiteX39" fmla="*/ 705659 w 838596"/>
                <a:gd name="connsiteY39" fmla="*/ 274853 h 841868"/>
                <a:gd name="connsiteX40" fmla="*/ 724664 w 838596"/>
                <a:gd name="connsiteY40" fmla="*/ 320057 h 841868"/>
                <a:gd name="connsiteX41" fmla="*/ 798053 w 838596"/>
                <a:gd name="connsiteY41" fmla="*/ 318618 h 841868"/>
                <a:gd name="connsiteX42" fmla="*/ 838588 w 838596"/>
                <a:gd name="connsiteY42" fmla="*/ 357460 h 841868"/>
                <a:gd name="connsiteX43" fmla="*/ 838593 w 838596"/>
                <a:gd name="connsiteY43" fmla="*/ 358761 h 841868"/>
                <a:gd name="connsiteX44" fmla="*/ 837055 w 838596"/>
                <a:gd name="connsiteY44" fmla="*/ 484848 h 841868"/>
                <a:gd name="connsiteX45" fmla="*/ 797358 w 838596"/>
                <a:gd name="connsiteY45" fmla="*/ 524048 h 841868"/>
                <a:gd name="connsiteX46" fmla="*/ 797358 w 838596"/>
                <a:gd name="connsiteY46" fmla="*/ 524048 h 841868"/>
                <a:gd name="connsiteX47" fmla="*/ 732256 w 838596"/>
                <a:gd name="connsiteY47" fmla="*/ 524048 h 841868"/>
                <a:gd name="connsiteX48" fmla="*/ 714790 w 838596"/>
                <a:gd name="connsiteY48" fmla="*/ 573669 h 841868"/>
                <a:gd name="connsiteX49" fmla="*/ 770811 w 838596"/>
                <a:gd name="connsiteY49" fmla="*/ 628251 h 841868"/>
                <a:gd name="connsiteX50" fmla="*/ 771491 w 838596"/>
                <a:gd name="connsiteY50" fmla="*/ 684387 h 841868"/>
                <a:gd name="connsiteX51" fmla="*/ 770811 w 838596"/>
                <a:gd name="connsiteY51" fmla="*/ 685067 h 841868"/>
                <a:gd name="connsiteX52" fmla="*/ 680601 w 838596"/>
                <a:gd name="connsiteY52" fmla="*/ 773144 h 841868"/>
                <a:gd name="connsiteX53" fmla="*/ 624877 w 838596"/>
                <a:gd name="connsiteY53" fmla="*/ 773144 h 841868"/>
                <a:gd name="connsiteX54" fmla="*/ 562355 w 838596"/>
                <a:gd name="connsiteY54" fmla="*/ 711068 h 841868"/>
                <a:gd name="connsiteX55" fmla="*/ 517696 w 838596"/>
                <a:gd name="connsiteY55" fmla="*/ 725955 h 841868"/>
                <a:gd name="connsiteX56" fmla="*/ 518391 w 838596"/>
                <a:gd name="connsiteY56" fmla="*/ 801775 h 841868"/>
                <a:gd name="connsiteX57" fmla="*/ 479093 w 838596"/>
                <a:gd name="connsiteY57" fmla="*/ 841868 h 841868"/>
                <a:gd name="connsiteX58" fmla="*/ 478694 w 838596"/>
                <a:gd name="connsiteY58" fmla="*/ 841868 h 841868"/>
                <a:gd name="connsiteX59" fmla="*/ 392007 w 838596"/>
                <a:gd name="connsiteY59" fmla="*/ 762178 h 841868"/>
                <a:gd name="connsiteX60" fmla="*/ 438154 w 838596"/>
                <a:gd name="connsiteY60" fmla="*/ 762178 h 841868"/>
                <a:gd name="connsiteX61" fmla="*/ 437558 w 838596"/>
                <a:gd name="connsiteY61" fmla="*/ 695636 h 841868"/>
                <a:gd name="connsiteX62" fmla="*/ 467827 w 838596"/>
                <a:gd name="connsiteY62" fmla="*/ 656684 h 841868"/>
                <a:gd name="connsiteX63" fmla="*/ 551835 w 838596"/>
                <a:gd name="connsiteY63" fmla="*/ 629045 h 841868"/>
                <a:gd name="connsiteX64" fmla="*/ 598975 w 838596"/>
                <a:gd name="connsiteY64" fmla="*/ 635645 h 841868"/>
                <a:gd name="connsiteX65" fmla="*/ 652863 w 838596"/>
                <a:gd name="connsiteY65" fmla="*/ 689186 h 841868"/>
                <a:gd name="connsiteX66" fmla="*/ 685960 w 838596"/>
                <a:gd name="connsiteY66" fmla="*/ 656833 h 841868"/>
                <a:gd name="connsiteX67" fmla="*/ 636984 w 838596"/>
                <a:gd name="connsiteY67" fmla="*/ 609098 h 841868"/>
                <a:gd name="connsiteX68" fmla="*/ 632022 w 838596"/>
                <a:gd name="connsiteY68" fmla="*/ 558385 h 841868"/>
                <a:gd name="connsiteX69" fmla="*/ 656832 w 838596"/>
                <a:gd name="connsiteY69" fmla="*/ 484302 h 841868"/>
                <a:gd name="connsiteX70" fmla="*/ 696529 w 838596"/>
                <a:gd name="connsiteY70" fmla="*/ 444605 h 841868"/>
                <a:gd name="connsiteX71" fmla="*/ 696529 w 838596"/>
                <a:gd name="connsiteY71" fmla="*/ 444605 h 841868"/>
                <a:gd name="connsiteX72" fmla="*/ 757811 w 838596"/>
                <a:gd name="connsiteY72" fmla="*/ 444605 h 841868"/>
                <a:gd name="connsiteX73" fmla="*/ 758357 w 838596"/>
                <a:gd name="connsiteY73" fmla="*/ 398805 h 841868"/>
                <a:gd name="connsiteX74" fmla="*/ 697125 w 838596"/>
                <a:gd name="connsiteY74" fmla="*/ 399996 h 841868"/>
                <a:gd name="connsiteX75" fmla="*/ 658520 w 838596"/>
                <a:gd name="connsiteY75" fmla="*/ 372258 h 841868"/>
                <a:gd name="connsiteX76" fmla="*/ 622991 w 838596"/>
                <a:gd name="connsiteY76" fmla="*/ 289640 h 841868"/>
                <a:gd name="connsiteX77" fmla="*/ 627953 w 838596"/>
                <a:gd name="connsiteY77" fmla="*/ 239622 h 841868"/>
                <a:gd name="connsiteX78" fmla="*/ 681296 w 838596"/>
                <a:gd name="connsiteY78" fmla="*/ 186627 h 841868"/>
                <a:gd name="connsiteX79" fmla="*/ 649042 w 838596"/>
                <a:gd name="connsiteY79" fmla="*/ 153580 h 841868"/>
                <a:gd name="connsiteX80" fmla="*/ 598081 w 838596"/>
                <a:gd name="connsiteY80" fmla="*/ 206128 h 841868"/>
                <a:gd name="connsiteX81" fmla="*/ 547468 w 838596"/>
                <a:gd name="connsiteY81" fmla="*/ 211090 h 841868"/>
                <a:gd name="connsiteX82" fmla="*/ 473037 w 838596"/>
                <a:gd name="connsiteY82" fmla="*/ 181318 h 841868"/>
                <a:gd name="connsiteX83" fmla="*/ 438303 w 838596"/>
                <a:gd name="connsiteY83" fmla="*/ 141969 h 841868"/>
                <a:gd name="connsiteX84" fmla="*/ 438303 w 838596"/>
                <a:gd name="connsiteY84" fmla="*/ 80439 h 841868"/>
                <a:gd name="connsiteX85" fmla="*/ 392453 w 838596"/>
                <a:gd name="connsiteY85" fmla="*/ 79893 h 841868"/>
                <a:gd name="connsiteX86" fmla="*/ 393644 w 838596"/>
                <a:gd name="connsiteY86" fmla="*/ 141125 h 841868"/>
                <a:gd name="connsiteX87" fmla="*/ 358910 w 838596"/>
                <a:gd name="connsiteY87" fmla="*/ 181318 h 841868"/>
                <a:gd name="connsiteX88" fmla="*/ 281352 w 838596"/>
                <a:gd name="connsiteY88" fmla="*/ 207468 h 841868"/>
                <a:gd name="connsiteX89" fmla="*/ 232426 w 838596"/>
                <a:gd name="connsiteY89" fmla="*/ 201613 h 841868"/>
                <a:gd name="connsiteX90" fmla="*/ 179580 w 838596"/>
                <a:gd name="connsiteY90" fmla="*/ 148171 h 841868"/>
                <a:gd name="connsiteX91" fmla="*/ 147227 w 838596"/>
                <a:gd name="connsiteY91" fmla="*/ 179780 h 841868"/>
                <a:gd name="connsiteX92" fmla="*/ 202902 w 838596"/>
                <a:gd name="connsiteY92" fmla="*/ 232030 h 841868"/>
                <a:gd name="connsiteX93" fmla="*/ 212479 w 838596"/>
                <a:gd name="connsiteY93" fmla="*/ 275994 h 841868"/>
                <a:gd name="connsiteX94" fmla="*/ 180821 w 838596"/>
                <a:gd name="connsiteY94" fmla="*/ 367197 h 841868"/>
                <a:gd name="connsiteX95" fmla="*/ 142116 w 838596"/>
                <a:gd name="connsiteY95" fmla="*/ 398111 h 841868"/>
                <a:gd name="connsiteX96" fmla="*/ 80488 w 838596"/>
                <a:gd name="connsiteY96" fmla="*/ 398111 h 841868"/>
                <a:gd name="connsiteX97" fmla="*/ 79942 w 838596"/>
                <a:gd name="connsiteY97" fmla="*/ 443811 h 841868"/>
                <a:gd name="connsiteX98" fmla="*/ 141025 w 838596"/>
                <a:gd name="connsiteY98" fmla="*/ 442323 h 841868"/>
                <a:gd name="connsiteX99" fmla="*/ 180721 w 838596"/>
                <a:gd name="connsiteY99" fmla="*/ 473336 h 841868"/>
                <a:gd name="connsiteX100" fmla="*/ 211387 w 838596"/>
                <a:gd name="connsiteY100" fmla="*/ 555557 h 841868"/>
                <a:gd name="connsiteX101" fmla="*/ 204688 w 838596"/>
                <a:gd name="connsiteY101" fmla="*/ 603143 h 841868"/>
                <a:gd name="connsiteX102" fmla="*/ 146037 w 838596"/>
                <a:gd name="connsiteY102" fmla="*/ 661448 h 841868"/>
                <a:gd name="connsiteX103" fmla="*/ 177645 w 838596"/>
                <a:gd name="connsiteY103" fmla="*/ 693800 h 841868"/>
                <a:gd name="connsiteX104" fmla="*/ 230739 w 838596"/>
                <a:gd name="connsiteY104" fmla="*/ 637382 h 841868"/>
                <a:gd name="connsiteX105" fmla="*/ 280856 w 838596"/>
                <a:gd name="connsiteY105" fmla="*/ 631030 h 841868"/>
                <a:gd name="connsiteX106" fmla="*/ 355684 w 838596"/>
                <a:gd name="connsiteY106" fmla="*/ 658669 h 841868"/>
                <a:gd name="connsiteX107" fmla="*/ 389079 w 838596"/>
                <a:gd name="connsiteY107" fmla="*/ 695984 h 84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838596" h="841868">
                  <a:moveTo>
                    <a:pt x="478446" y="841571"/>
                  </a:moveTo>
                  <a:lnTo>
                    <a:pt x="354394" y="841571"/>
                  </a:lnTo>
                  <a:cubicBezTo>
                    <a:pt x="333186" y="841596"/>
                    <a:pt x="315705" y="824943"/>
                    <a:pt x="314697" y="803760"/>
                  </a:cubicBezTo>
                  <a:lnTo>
                    <a:pt x="311174" y="729924"/>
                  </a:lnTo>
                  <a:cubicBezTo>
                    <a:pt x="296202" y="725826"/>
                    <a:pt x="281609" y="720447"/>
                    <a:pt x="267558" y="713847"/>
                  </a:cubicBezTo>
                  <a:lnTo>
                    <a:pt x="207020" y="778354"/>
                  </a:lnTo>
                  <a:cubicBezTo>
                    <a:pt x="192001" y="794327"/>
                    <a:pt x="166878" y="795096"/>
                    <a:pt x="150907" y="780076"/>
                  </a:cubicBezTo>
                  <a:cubicBezTo>
                    <a:pt x="150499" y="779694"/>
                    <a:pt x="150100" y="779302"/>
                    <a:pt x="149708" y="778900"/>
                  </a:cubicBezTo>
                  <a:lnTo>
                    <a:pt x="61681" y="688491"/>
                  </a:lnTo>
                  <a:cubicBezTo>
                    <a:pt x="46459" y="672875"/>
                    <a:pt x="46681" y="647911"/>
                    <a:pt x="62177" y="632568"/>
                  </a:cubicBezTo>
                  <a:lnTo>
                    <a:pt x="128322" y="567168"/>
                  </a:lnTo>
                  <a:cubicBezTo>
                    <a:pt x="121841" y="552639"/>
                    <a:pt x="116257" y="537723"/>
                    <a:pt x="111600" y="522510"/>
                  </a:cubicBezTo>
                  <a:lnTo>
                    <a:pt x="40692" y="524197"/>
                  </a:lnTo>
                  <a:cubicBezTo>
                    <a:pt x="18775" y="524748"/>
                    <a:pt x="562" y="507425"/>
                    <a:pt x="12" y="485508"/>
                  </a:cubicBezTo>
                  <a:cubicBezTo>
                    <a:pt x="0" y="485021"/>
                    <a:pt x="-3" y="484540"/>
                    <a:pt x="3" y="484054"/>
                  </a:cubicBezTo>
                  <a:lnTo>
                    <a:pt x="1541" y="358017"/>
                  </a:lnTo>
                  <a:cubicBezTo>
                    <a:pt x="1786" y="336268"/>
                    <a:pt x="19487" y="318766"/>
                    <a:pt x="41237" y="318767"/>
                  </a:cubicBezTo>
                  <a:lnTo>
                    <a:pt x="112146" y="318767"/>
                  </a:lnTo>
                  <a:cubicBezTo>
                    <a:pt x="117505" y="302293"/>
                    <a:pt x="123757" y="285124"/>
                    <a:pt x="128967" y="271578"/>
                  </a:cubicBezTo>
                  <a:lnTo>
                    <a:pt x="62624" y="209304"/>
                  </a:lnTo>
                  <a:cubicBezTo>
                    <a:pt x="46640" y="194299"/>
                    <a:pt x="45846" y="169177"/>
                    <a:pt x="60852" y="153192"/>
                  </a:cubicBezTo>
                  <a:cubicBezTo>
                    <a:pt x="61251" y="152767"/>
                    <a:pt x="61660" y="152350"/>
                    <a:pt x="62078" y="151942"/>
                  </a:cubicBezTo>
                  <a:lnTo>
                    <a:pt x="152289" y="63866"/>
                  </a:lnTo>
                  <a:cubicBezTo>
                    <a:pt x="167912" y="48498"/>
                    <a:pt x="193033" y="48698"/>
                    <a:pt x="208410" y="64312"/>
                  </a:cubicBezTo>
                  <a:lnTo>
                    <a:pt x="268501" y="124850"/>
                  </a:lnTo>
                  <a:cubicBezTo>
                    <a:pt x="283250" y="118181"/>
                    <a:pt x="298581" y="112882"/>
                    <a:pt x="314300" y="109021"/>
                  </a:cubicBezTo>
                  <a:lnTo>
                    <a:pt x="312613" y="40494"/>
                  </a:lnTo>
                  <a:cubicBezTo>
                    <a:pt x="312173" y="18575"/>
                    <a:pt x="329585" y="449"/>
                    <a:pt x="351504" y="8"/>
                  </a:cubicBezTo>
                  <a:cubicBezTo>
                    <a:pt x="351955" y="-1"/>
                    <a:pt x="352405" y="-2"/>
                    <a:pt x="352856" y="4"/>
                  </a:cubicBezTo>
                  <a:lnTo>
                    <a:pt x="478942" y="1492"/>
                  </a:lnTo>
                  <a:cubicBezTo>
                    <a:pt x="500671" y="1764"/>
                    <a:pt x="518142" y="19458"/>
                    <a:pt x="518142" y="41189"/>
                  </a:cubicBezTo>
                  <a:lnTo>
                    <a:pt x="518142" y="109864"/>
                  </a:lnTo>
                  <a:cubicBezTo>
                    <a:pt x="533748" y="114517"/>
                    <a:pt x="548873" y="120665"/>
                    <a:pt x="563297" y="128224"/>
                  </a:cubicBezTo>
                  <a:lnTo>
                    <a:pt x="621354" y="69125"/>
                  </a:lnTo>
                  <a:cubicBezTo>
                    <a:pt x="628817" y="61512"/>
                    <a:pt x="639029" y="57220"/>
                    <a:pt x="649687" y="57217"/>
                  </a:cubicBezTo>
                  <a:lnTo>
                    <a:pt x="649687" y="57217"/>
                  </a:lnTo>
                  <a:cubicBezTo>
                    <a:pt x="660346" y="57267"/>
                    <a:pt x="670548" y="61572"/>
                    <a:pt x="678021" y="69175"/>
                  </a:cubicBezTo>
                  <a:lnTo>
                    <a:pt x="766147" y="159386"/>
                  </a:lnTo>
                  <a:cubicBezTo>
                    <a:pt x="781395" y="174972"/>
                    <a:pt x="781217" y="199940"/>
                    <a:pt x="765750" y="215308"/>
                  </a:cubicBezTo>
                  <a:lnTo>
                    <a:pt x="705659" y="274853"/>
                  </a:lnTo>
                  <a:cubicBezTo>
                    <a:pt x="713152" y="290384"/>
                    <a:pt x="719702" y="306709"/>
                    <a:pt x="724664" y="320057"/>
                  </a:cubicBezTo>
                  <a:lnTo>
                    <a:pt x="798053" y="318618"/>
                  </a:lnTo>
                  <a:cubicBezTo>
                    <a:pt x="819971" y="318151"/>
                    <a:pt x="838122" y="335541"/>
                    <a:pt x="838588" y="357460"/>
                  </a:cubicBezTo>
                  <a:cubicBezTo>
                    <a:pt x="838598" y="357894"/>
                    <a:pt x="838598" y="358328"/>
                    <a:pt x="838593" y="358761"/>
                  </a:cubicBezTo>
                  <a:lnTo>
                    <a:pt x="837055" y="484848"/>
                  </a:lnTo>
                  <a:cubicBezTo>
                    <a:pt x="836782" y="506577"/>
                    <a:pt x="819092" y="524048"/>
                    <a:pt x="797358" y="524048"/>
                  </a:cubicBezTo>
                  <a:lnTo>
                    <a:pt x="797358" y="524048"/>
                  </a:lnTo>
                  <a:lnTo>
                    <a:pt x="732256" y="524048"/>
                  </a:lnTo>
                  <a:cubicBezTo>
                    <a:pt x="728475" y="541237"/>
                    <a:pt x="722610" y="557904"/>
                    <a:pt x="714790" y="573669"/>
                  </a:cubicBezTo>
                  <a:lnTo>
                    <a:pt x="770811" y="628251"/>
                  </a:lnTo>
                  <a:cubicBezTo>
                    <a:pt x="786501" y="643564"/>
                    <a:pt x="786804" y="668697"/>
                    <a:pt x="771491" y="684387"/>
                  </a:cubicBezTo>
                  <a:cubicBezTo>
                    <a:pt x="771268" y="684616"/>
                    <a:pt x="771040" y="684844"/>
                    <a:pt x="770811" y="685067"/>
                  </a:cubicBezTo>
                  <a:lnTo>
                    <a:pt x="680601" y="773144"/>
                  </a:lnTo>
                  <a:cubicBezTo>
                    <a:pt x="665149" y="788372"/>
                    <a:pt x="640329" y="788372"/>
                    <a:pt x="624877" y="773144"/>
                  </a:cubicBezTo>
                  <a:lnTo>
                    <a:pt x="562355" y="711068"/>
                  </a:lnTo>
                  <a:cubicBezTo>
                    <a:pt x="547468" y="716725"/>
                    <a:pt x="531093" y="721786"/>
                    <a:pt x="517696" y="725955"/>
                  </a:cubicBezTo>
                  <a:lnTo>
                    <a:pt x="518391" y="801775"/>
                  </a:lnTo>
                  <a:cubicBezTo>
                    <a:pt x="518609" y="823697"/>
                    <a:pt x="501013" y="841645"/>
                    <a:pt x="479093" y="841868"/>
                  </a:cubicBezTo>
                  <a:cubicBezTo>
                    <a:pt x="478960" y="841868"/>
                    <a:pt x="478827" y="841868"/>
                    <a:pt x="478694" y="841868"/>
                  </a:cubicBezTo>
                  <a:close/>
                  <a:moveTo>
                    <a:pt x="392007" y="762178"/>
                  </a:moveTo>
                  <a:lnTo>
                    <a:pt x="438154" y="762178"/>
                  </a:lnTo>
                  <a:lnTo>
                    <a:pt x="437558" y="695636"/>
                  </a:lnTo>
                  <a:cubicBezTo>
                    <a:pt x="437377" y="677197"/>
                    <a:pt x="449915" y="661061"/>
                    <a:pt x="467827" y="656684"/>
                  </a:cubicBezTo>
                  <a:cubicBezTo>
                    <a:pt x="491347" y="650928"/>
                    <a:pt x="534964" y="638324"/>
                    <a:pt x="551835" y="629045"/>
                  </a:cubicBezTo>
                  <a:cubicBezTo>
                    <a:pt x="567272" y="620535"/>
                    <a:pt x="586470" y="623225"/>
                    <a:pt x="598975" y="635645"/>
                  </a:cubicBezTo>
                  <a:lnTo>
                    <a:pt x="652863" y="689186"/>
                  </a:lnTo>
                  <a:lnTo>
                    <a:pt x="685960" y="656833"/>
                  </a:lnTo>
                  <a:lnTo>
                    <a:pt x="636984" y="609098"/>
                  </a:lnTo>
                  <a:cubicBezTo>
                    <a:pt x="623269" y="595626"/>
                    <a:pt x="621175" y="574259"/>
                    <a:pt x="632022" y="558385"/>
                  </a:cubicBezTo>
                  <a:cubicBezTo>
                    <a:pt x="647469" y="536706"/>
                    <a:pt x="656108" y="510913"/>
                    <a:pt x="656832" y="484302"/>
                  </a:cubicBezTo>
                  <a:cubicBezTo>
                    <a:pt x="656832" y="462378"/>
                    <a:pt x="674607" y="444605"/>
                    <a:pt x="696529" y="444605"/>
                  </a:cubicBezTo>
                  <a:lnTo>
                    <a:pt x="696529" y="444605"/>
                  </a:lnTo>
                  <a:lnTo>
                    <a:pt x="757811" y="444605"/>
                  </a:lnTo>
                  <a:lnTo>
                    <a:pt x="758357" y="398805"/>
                  </a:lnTo>
                  <a:lnTo>
                    <a:pt x="697125" y="399996"/>
                  </a:lnTo>
                  <a:cubicBezTo>
                    <a:pt x="679529" y="400329"/>
                    <a:pt x="663819" y="389039"/>
                    <a:pt x="658520" y="372258"/>
                  </a:cubicBezTo>
                  <a:cubicBezTo>
                    <a:pt x="653558" y="356826"/>
                    <a:pt x="637679" y="311920"/>
                    <a:pt x="622991" y="289640"/>
                  </a:cubicBezTo>
                  <a:cubicBezTo>
                    <a:pt x="612536" y="273910"/>
                    <a:pt x="614610" y="252991"/>
                    <a:pt x="627953" y="239622"/>
                  </a:cubicBezTo>
                  <a:lnTo>
                    <a:pt x="681296" y="186627"/>
                  </a:lnTo>
                  <a:lnTo>
                    <a:pt x="649042" y="153580"/>
                  </a:lnTo>
                  <a:lnTo>
                    <a:pt x="598081" y="206128"/>
                  </a:lnTo>
                  <a:cubicBezTo>
                    <a:pt x="584624" y="219791"/>
                    <a:pt x="563322" y="221879"/>
                    <a:pt x="547468" y="211090"/>
                  </a:cubicBezTo>
                  <a:cubicBezTo>
                    <a:pt x="525347" y="195448"/>
                    <a:pt x="499842" y="185248"/>
                    <a:pt x="473037" y="181318"/>
                  </a:cubicBezTo>
                  <a:cubicBezTo>
                    <a:pt x="453202" y="178819"/>
                    <a:pt x="438321" y="161960"/>
                    <a:pt x="438303" y="141969"/>
                  </a:cubicBezTo>
                  <a:lnTo>
                    <a:pt x="438303" y="80439"/>
                  </a:lnTo>
                  <a:lnTo>
                    <a:pt x="392453" y="79893"/>
                  </a:lnTo>
                  <a:lnTo>
                    <a:pt x="393644" y="141125"/>
                  </a:lnTo>
                  <a:cubicBezTo>
                    <a:pt x="394057" y="161437"/>
                    <a:pt x="379067" y="178783"/>
                    <a:pt x="358910" y="181318"/>
                  </a:cubicBezTo>
                  <a:cubicBezTo>
                    <a:pt x="331469" y="184320"/>
                    <a:pt x="305008" y="193242"/>
                    <a:pt x="281352" y="207468"/>
                  </a:cubicBezTo>
                  <a:cubicBezTo>
                    <a:pt x="265659" y="217099"/>
                    <a:pt x="245403" y="214675"/>
                    <a:pt x="232426" y="201613"/>
                  </a:cubicBezTo>
                  <a:lnTo>
                    <a:pt x="179580" y="148171"/>
                  </a:lnTo>
                  <a:lnTo>
                    <a:pt x="147227" y="179780"/>
                  </a:lnTo>
                  <a:lnTo>
                    <a:pt x="202902" y="232030"/>
                  </a:lnTo>
                  <a:cubicBezTo>
                    <a:pt x="214893" y="243286"/>
                    <a:pt x="218702" y="260771"/>
                    <a:pt x="212479" y="275994"/>
                  </a:cubicBezTo>
                  <a:cubicBezTo>
                    <a:pt x="205631" y="292865"/>
                    <a:pt x="186527" y="342089"/>
                    <a:pt x="180821" y="367197"/>
                  </a:cubicBezTo>
                  <a:cubicBezTo>
                    <a:pt x="176719" y="385274"/>
                    <a:pt x="160653" y="398107"/>
                    <a:pt x="142116" y="398111"/>
                  </a:cubicBezTo>
                  <a:lnTo>
                    <a:pt x="80488" y="398111"/>
                  </a:lnTo>
                  <a:lnTo>
                    <a:pt x="79942" y="443811"/>
                  </a:lnTo>
                  <a:lnTo>
                    <a:pt x="141025" y="442323"/>
                  </a:lnTo>
                  <a:cubicBezTo>
                    <a:pt x="159962" y="441865"/>
                    <a:pt x="176584" y="454851"/>
                    <a:pt x="180721" y="473336"/>
                  </a:cubicBezTo>
                  <a:cubicBezTo>
                    <a:pt x="186922" y="502081"/>
                    <a:pt x="197251" y="529774"/>
                    <a:pt x="211387" y="555557"/>
                  </a:cubicBezTo>
                  <a:cubicBezTo>
                    <a:pt x="220099" y="571123"/>
                    <a:pt x="217359" y="590589"/>
                    <a:pt x="204688" y="603143"/>
                  </a:cubicBezTo>
                  <a:lnTo>
                    <a:pt x="146037" y="661448"/>
                  </a:lnTo>
                  <a:lnTo>
                    <a:pt x="177645" y="693800"/>
                  </a:lnTo>
                  <a:lnTo>
                    <a:pt x="230739" y="637382"/>
                  </a:lnTo>
                  <a:cubicBezTo>
                    <a:pt x="243769" y="623537"/>
                    <a:pt x="264785" y="620873"/>
                    <a:pt x="280856" y="631030"/>
                  </a:cubicBezTo>
                  <a:cubicBezTo>
                    <a:pt x="303660" y="645237"/>
                    <a:pt x="329122" y="654640"/>
                    <a:pt x="355684" y="658669"/>
                  </a:cubicBezTo>
                  <a:cubicBezTo>
                    <a:pt x="374246" y="661631"/>
                    <a:pt x="388186" y="677207"/>
                    <a:pt x="389079" y="6959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C8AB0F42-63B0-614F-B3B7-E0DF00A421B3}"/>
                </a:ext>
              </a:extLst>
            </p:cNvPr>
            <p:cNvSpPr/>
            <p:nvPr/>
          </p:nvSpPr>
          <p:spPr>
            <a:xfrm>
              <a:off x="1732165" y="1659736"/>
              <a:ext cx="354788" cy="354788"/>
            </a:xfrm>
            <a:custGeom>
              <a:avLst/>
              <a:gdLst>
                <a:gd name="connsiteX0" fmla="*/ 177394 w 354788"/>
                <a:gd name="connsiteY0" fmla="*/ 354788 h 354788"/>
                <a:gd name="connsiteX1" fmla="*/ 0 w 354788"/>
                <a:gd name="connsiteY1" fmla="*/ 177394 h 354788"/>
                <a:gd name="connsiteX2" fmla="*/ 177394 w 354788"/>
                <a:gd name="connsiteY2" fmla="*/ 0 h 354788"/>
                <a:gd name="connsiteX3" fmla="*/ 354788 w 354788"/>
                <a:gd name="connsiteY3" fmla="*/ 177394 h 354788"/>
                <a:gd name="connsiteX4" fmla="*/ 315092 w 354788"/>
                <a:gd name="connsiteY4" fmla="*/ 217091 h 354788"/>
                <a:gd name="connsiteX5" fmla="*/ 275395 w 354788"/>
                <a:gd name="connsiteY5" fmla="*/ 177394 h 354788"/>
                <a:gd name="connsiteX6" fmla="*/ 177394 w 354788"/>
                <a:gd name="connsiteY6" fmla="*/ 79393 h 354788"/>
                <a:gd name="connsiteX7" fmla="*/ 79393 w 354788"/>
                <a:gd name="connsiteY7" fmla="*/ 177394 h 354788"/>
                <a:gd name="connsiteX8" fmla="*/ 177394 w 354788"/>
                <a:gd name="connsiteY8" fmla="*/ 275395 h 354788"/>
                <a:gd name="connsiteX9" fmla="*/ 224087 w 354788"/>
                <a:gd name="connsiteY9" fmla="*/ 263585 h 354788"/>
                <a:gd name="connsiteX10" fmla="*/ 277951 w 354788"/>
                <a:gd name="connsiteY10" fmla="*/ 279588 h 354788"/>
                <a:gd name="connsiteX11" fmla="*/ 261948 w 354788"/>
                <a:gd name="connsiteY11" fmla="*/ 333451 h 354788"/>
                <a:gd name="connsiteX12" fmla="*/ 177394 w 354788"/>
                <a:gd name="connsiteY12" fmla="*/ 354788 h 35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788" h="354788">
                  <a:moveTo>
                    <a:pt x="177394" y="354788"/>
                  </a:moveTo>
                  <a:cubicBezTo>
                    <a:pt x="79422" y="354788"/>
                    <a:pt x="0" y="275365"/>
                    <a:pt x="0" y="177394"/>
                  </a:cubicBezTo>
                  <a:cubicBezTo>
                    <a:pt x="0" y="79422"/>
                    <a:pt x="79422" y="0"/>
                    <a:pt x="177394" y="0"/>
                  </a:cubicBezTo>
                  <a:cubicBezTo>
                    <a:pt x="275365" y="0"/>
                    <a:pt x="354788" y="79422"/>
                    <a:pt x="354788" y="177394"/>
                  </a:cubicBezTo>
                  <a:cubicBezTo>
                    <a:pt x="354788" y="199318"/>
                    <a:pt x="337014" y="217091"/>
                    <a:pt x="315092" y="217091"/>
                  </a:cubicBezTo>
                  <a:cubicBezTo>
                    <a:pt x="293169" y="217091"/>
                    <a:pt x="275395" y="199318"/>
                    <a:pt x="275395" y="177394"/>
                  </a:cubicBezTo>
                  <a:cubicBezTo>
                    <a:pt x="275395" y="123270"/>
                    <a:pt x="231518" y="79393"/>
                    <a:pt x="177394" y="79393"/>
                  </a:cubicBezTo>
                  <a:cubicBezTo>
                    <a:pt x="123270" y="79393"/>
                    <a:pt x="79393" y="123270"/>
                    <a:pt x="79393" y="177394"/>
                  </a:cubicBezTo>
                  <a:cubicBezTo>
                    <a:pt x="79393" y="231518"/>
                    <a:pt x="123270" y="275395"/>
                    <a:pt x="177394" y="275395"/>
                  </a:cubicBezTo>
                  <a:cubicBezTo>
                    <a:pt x="193705" y="275459"/>
                    <a:pt x="209768" y="271395"/>
                    <a:pt x="224087" y="263585"/>
                  </a:cubicBezTo>
                  <a:cubicBezTo>
                    <a:pt x="243380" y="253130"/>
                    <a:pt x="267496" y="260295"/>
                    <a:pt x="277951" y="279588"/>
                  </a:cubicBezTo>
                  <a:cubicBezTo>
                    <a:pt x="288406" y="298880"/>
                    <a:pt x="281240" y="322996"/>
                    <a:pt x="261948" y="333451"/>
                  </a:cubicBezTo>
                  <a:cubicBezTo>
                    <a:pt x="235979" y="347494"/>
                    <a:pt x="206916" y="354828"/>
                    <a:pt x="177394" y="3547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868F4843-5FC7-B341-ABFD-EDF7A8054AC7}"/>
                </a:ext>
              </a:extLst>
            </p:cNvPr>
            <p:cNvSpPr/>
            <p:nvPr/>
          </p:nvSpPr>
          <p:spPr>
            <a:xfrm>
              <a:off x="1950191" y="1796492"/>
              <a:ext cx="182157" cy="127771"/>
            </a:xfrm>
            <a:custGeom>
              <a:avLst/>
              <a:gdLst>
                <a:gd name="connsiteX0" fmla="*/ 88679 w 182157"/>
                <a:gd name="connsiteY0" fmla="*/ 127772 h 127771"/>
                <a:gd name="connsiteX1" fmla="*/ 60792 w 182157"/>
                <a:gd name="connsiteY1" fmla="*/ 116309 h 127771"/>
                <a:gd name="connsiteX2" fmla="*/ 12511 w 182157"/>
                <a:gd name="connsiteY2" fmla="*/ 68624 h 127771"/>
                <a:gd name="connsiteX3" fmla="*/ 10769 w 182157"/>
                <a:gd name="connsiteY3" fmla="*/ 12511 h 127771"/>
                <a:gd name="connsiteX4" fmla="*/ 66881 w 182157"/>
                <a:gd name="connsiteY4" fmla="*/ 10770 h 127771"/>
                <a:gd name="connsiteX5" fmla="*/ 68285 w 182157"/>
                <a:gd name="connsiteY5" fmla="*/ 12156 h 127771"/>
                <a:gd name="connsiteX6" fmla="*/ 91309 w 182157"/>
                <a:gd name="connsiteY6" fmla="*/ 34882 h 127771"/>
                <a:gd name="connsiteX7" fmla="*/ 118055 w 182157"/>
                <a:gd name="connsiteY7" fmla="*/ 13098 h 127771"/>
                <a:gd name="connsiteX8" fmla="*/ 173769 w 182157"/>
                <a:gd name="connsiteY8" fmla="*/ 20002 h 127771"/>
                <a:gd name="connsiteX9" fmla="*/ 168023 w 182157"/>
                <a:gd name="connsiteY9" fmla="*/ 74777 h 127771"/>
                <a:gd name="connsiteX10" fmla="*/ 113440 w 182157"/>
                <a:gd name="connsiteY10" fmla="*/ 118790 h 127771"/>
                <a:gd name="connsiteX11" fmla="*/ 88679 w 182157"/>
                <a:gd name="connsiteY11" fmla="*/ 127772 h 127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157" h="127771">
                  <a:moveTo>
                    <a:pt x="88679" y="127772"/>
                  </a:moveTo>
                  <a:cubicBezTo>
                    <a:pt x="78239" y="127767"/>
                    <a:pt x="68221" y="123648"/>
                    <a:pt x="60792" y="116309"/>
                  </a:cubicBezTo>
                  <a:lnTo>
                    <a:pt x="12511" y="68624"/>
                  </a:lnTo>
                  <a:cubicBezTo>
                    <a:pt x="-3464" y="53610"/>
                    <a:pt x="-4244" y="28488"/>
                    <a:pt x="10769" y="12511"/>
                  </a:cubicBezTo>
                  <a:cubicBezTo>
                    <a:pt x="25785" y="-3465"/>
                    <a:pt x="50908" y="-4245"/>
                    <a:pt x="66881" y="10770"/>
                  </a:cubicBezTo>
                  <a:cubicBezTo>
                    <a:pt x="67362" y="11220"/>
                    <a:pt x="67829" y="11682"/>
                    <a:pt x="68285" y="12156"/>
                  </a:cubicBezTo>
                  <a:lnTo>
                    <a:pt x="91309" y="34882"/>
                  </a:lnTo>
                  <a:lnTo>
                    <a:pt x="118055" y="13098"/>
                  </a:lnTo>
                  <a:cubicBezTo>
                    <a:pt x="135348" y="-380"/>
                    <a:pt x="160292" y="2711"/>
                    <a:pt x="173769" y="20002"/>
                  </a:cubicBezTo>
                  <a:cubicBezTo>
                    <a:pt x="186889" y="36835"/>
                    <a:pt x="184353" y="61032"/>
                    <a:pt x="168023" y="74777"/>
                  </a:cubicBezTo>
                  <a:lnTo>
                    <a:pt x="113440" y="118790"/>
                  </a:lnTo>
                  <a:cubicBezTo>
                    <a:pt x="106448" y="124517"/>
                    <a:pt x="97715" y="127682"/>
                    <a:pt x="88679" y="1277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33">
            <a:extLst>
              <a:ext uri="{FF2B5EF4-FFF2-40B4-BE49-F238E27FC236}">
                <a16:creationId xmlns:a16="http://schemas.microsoft.com/office/drawing/2014/main" id="{32EC2D6C-0108-482C-8F9C-90926503EBFB}"/>
              </a:ext>
            </a:extLst>
          </p:cNvPr>
          <p:cNvGrpSpPr>
            <a:grpSpLocks noChangeAspect="1"/>
          </p:cNvGrpSpPr>
          <p:nvPr/>
        </p:nvGrpSpPr>
        <p:grpSpPr>
          <a:xfrm>
            <a:off x="2838675" y="1415634"/>
            <a:ext cx="776994" cy="842477"/>
            <a:chOff x="2838675" y="1415634"/>
            <a:chExt cx="776994" cy="842477"/>
          </a:xfrm>
        </p:grpSpPr>
        <p:grpSp>
          <p:nvGrpSpPr>
            <p:cNvPr id="10" name="Picture Placeholder 33">
              <a:extLst>
                <a:ext uri="{FF2B5EF4-FFF2-40B4-BE49-F238E27FC236}">
                  <a16:creationId xmlns:a16="http://schemas.microsoft.com/office/drawing/2014/main" id="{32EC2D6C-0108-482C-8F9C-90926503EBFB}"/>
                </a:ext>
              </a:extLst>
            </p:cNvPr>
            <p:cNvGrpSpPr/>
            <p:nvPr/>
          </p:nvGrpSpPr>
          <p:grpSpPr>
            <a:xfrm>
              <a:off x="3141156" y="1593118"/>
              <a:ext cx="474514" cy="480255"/>
              <a:chOff x="3141156" y="1593118"/>
              <a:chExt cx="474514" cy="480255"/>
            </a:xfrm>
            <a:solidFill>
              <a:srgbClr val="C42828"/>
            </a:solidFill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A953C96-EFB1-5F4D-978A-42A526D20248}"/>
                  </a:ext>
                </a:extLst>
              </p:cNvPr>
              <p:cNvSpPr/>
              <p:nvPr/>
            </p:nvSpPr>
            <p:spPr>
              <a:xfrm>
                <a:off x="3228231" y="1621699"/>
                <a:ext cx="129782" cy="153900"/>
              </a:xfrm>
              <a:custGeom>
                <a:avLst/>
                <a:gdLst>
                  <a:gd name="connsiteX0" fmla="*/ 90138 w 129782"/>
                  <a:gd name="connsiteY0" fmla="*/ 153901 h 153900"/>
                  <a:gd name="connsiteX1" fmla="*/ 57240 w 129782"/>
                  <a:gd name="connsiteY1" fmla="*/ 136484 h 153900"/>
                  <a:gd name="connsiteX2" fmla="*/ 6875 w 129782"/>
                  <a:gd name="connsiteY2" fmla="*/ 62053 h 153900"/>
                  <a:gd name="connsiteX3" fmla="*/ 17394 w 129782"/>
                  <a:gd name="connsiteY3" fmla="*/ 6875 h 153900"/>
                  <a:gd name="connsiteX4" fmla="*/ 72573 w 129782"/>
                  <a:gd name="connsiteY4" fmla="*/ 17394 h 153900"/>
                  <a:gd name="connsiteX5" fmla="*/ 122938 w 129782"/>
                  <a:gd name="connsiteY5" fmla="*/ 91577 h 153900"/>
                  <a:gd name="connsiteX6" fmla="*/ 112368 w 129782"/>
                  <a:gd name="connsiteY6" fmla="*/ 146706 h 153900"/>
                  <a:gd name="connsiteX7" fmla="*/ 90138 w 129782"/>
                  <a:gd name="connsiteY7" fmla="*/ 153901 h 15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782" h="153900">
                    <a:moveTo>
                      <a:pt x="90138" y="153901"/>
                    </a:moveTo>
                    <a:cubicBezTo>
                      <a:pt x="76959" y="153915"/>
                      <a:pt x="64633" y="147390"/>
                      <a:pt x="57240" y="136484"/>
                    </a:cubicBezTo>
                    <a:lnTo>
                      <a:pt x="6875" y="62053"/>
                    </a:lnTo>
                    <a:cubicBezTo>
                      <a:pt x="-5458" y="43911"/>
                      <a:pt x="-748" y="19207"/>
                      <a:pt x="17394" y="6875"/>
                    </a:cubicBezTo>
                    <a:cubicBezTo>
                      <a:pt x="35536" y="-5458"/>
                      <a:pt x="60240" y="-748"/>
                      <a:pt x="72573" y="17394"/>
                    </a:cubicBezTo>
                    <a:lnTo>
                      <a:pt x="122938" y="91577"/>
                    </a:lnTo>
                    <a:cubicBezTo>
                      <a:pt x="135239" y="109719"/>
                      <a:pt x="130510" y="134399"/>
                      <a:pt x="112368" y="146706"/>
                    </a:cubicBezTo>
                    <a:cubicBezTo>
                      <a:pt x="105858" y="151305"/>
                      <a:pt x="98107" y="153815"/>
                      <a:pt x="90138" y="15390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AB760155-3AA1-8E41-BEA9-3515BA3233D9}"/>
                  </a:ext>
                </a:extLst>
              </p:cNvPr>
              <p:cNvSpPr/>
              <p:nvPr/>
            </p:nvSpPr>
            <p:spPr>
              <a:xfrm>
                <a:off x="3363690" y="1593118"/>
                <a:ext cx="99300" cy="167298"/>
              </a:xfrm>
              <a:custGeom>
                <a:avLst/>
                <a:gdLst>
                  <a:gd name="connsiteX0" fmla="*/ 39778 w 99300"/>
                  <a:gd name="connsiteY0" fmla="*/ 167298 h 167298"/>
                  <a:gd name="connsiteX1" fmla="*/ 31045 w 99300"/>
                  <a:gd name="connsiteY1" fmla="*/ 166355 h 167298"/>
                  <a:gd name="connsiteX2" fmla="*/ 965 w 99300"/>
                  <a:gd name="connsiteY2" fmla="*/ 118953 h 167298"/>
                  <a:gd name="connsiteX3" fmla="*/ 975 w 99300"/>
                  <a:gd name="connsiteY3" fmla="*/ 118918 h 167298"/>
                  <a:gd name="connsiteX4" fmla="*/ 20823 w 99300"/>
                  <a:gd name="connsiteY4" fmla="*/ 31040 h 167298"/>
                  <a:gd name="connsiteX5" fmla="*/ 68261 w 99300"/>
                  <a:gd name="connsiteY5" fmla="*/ 970 h 167298"/>
                  <a:gd name="connsiteX6" fmla="*/ 98331 w 99300"/>
                  <a:gd name="connsiteY6" fmla="*/ 48407 h 167298"/>
                  <a:gd name="connsiteX7" fmla="*/ 78482 w 99300"/>
                  <a:gd name="connsiteY7" fmla="*/ 136285 h 167298"/>
                  <a:gd name="connsiteX8" fmla="*/ 39778 w 99300"/>
                  <a:gd name="connsiteY8" fmla="*/ 167298 h 16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00" h="167298">
                    <a:moveTo>
                      <a:pt x="39778" y="167298"/>
                    </a:moveTo>
                    <a:cubicBezTo>
                      <a:pt x="36841" y="167301"/>
                      <a:pt x="33913" y="166985"/>
                      <a:pt x="31045" y="166355"/>
                    </a:cubicBezTo>
                    <a:cubicBezTo>
                      <a:pt x="9649" y="161571"/>
                      <a:pt x="-3819" y="140349"/>
                      <a:pt x="965" y="118953"/>
                    </a:cubicBezTo>
                    <a:cubicBezTo>
                      <a:pt x="970" y="118942"/>
                      <a:pt x="970" y="118930"/>
                      <a:pt x="975" y="118918"/>
                    </a:cubicBezTo>
                    <a:lnTo>
                      <a:pt x="20823" y="31040"/>
                    </a:lnTo>
                    <a:cubicBezTo>
                      <a:pt x="25621" y="9637"/>
                      <a:pt x="46859" y="-3826"/>
                      <a:pt x="68261" y="970"/>
                    </a:cubicBezTo>
                    <a:cubicBezTo>
                      <a:pt x="89662" y="5765"/>
                      <a:pt x="103129" y="27004"/>
                      <a:pt x="98331" y="48407"/>
                    </a:cubicBezTo>
                    <a:lnTo>
                      <a:pt x="78482" y="136285"/>
                    </a:lnTo>
                    <a:cubicBezTo>
                      <a:pt x="74423" y="154402"/>
                      <a:pt x="58346" y="167284"/>
                      <a:pt x="39778" y="16729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BFC2694D-67CA-684E-9CB4-03ABCA873FFB}"/>
                  </a:ext>
                </a:extLst>
              </p:cNvPr>
              <p:cNvSpPr/>
              <p:nvPr/>
            </p:nvSpPr>
            <p:spPr>
              <a:xfrm>
                <a:off x="3447453" y="1694009"/>
                <a:ext cx="136036" cy="112355"/>
              </a:xfrm>
              <a:custGeom>
                <a:avLst/>
                <a:gdLst>
                  <a:gd name="connsiteX0" fmla="*/ 39627 w 136036"/>
                  <a:gd name="connsiteY0" fmla="*/ 112356 h 112355"/>
                  <a:gd name="connsiteX1" fmla="*/ 0 w 136036"/>
                  <a:gd name="connsiteY1" fmla="*/ 72589 h 112355"/>
                  <a:gd name="connsiteX2" fmla="*/ 19779 w 136036"/>
                  <a:gd name="connsiteY2" fmla="*/ 38322 h 112355"/>
                  <a:gd name="connsiteX3" fmla="*/ 77934 w 136036"/>
                  <a:gd name="connsiteY3" fmla="*/ 4530 h 112355"/>
                  <a:gd name="connsiteX4" fmla="*/ 131510 w 136036"/>
                  <a:gd name="connsiteY4" fmla="*/ 21305 h 112355"/>
                  <a:gd name="connsiteX5" fmla="*/ 117631 w 136036"/>
                  <a:gd name="connsiteY5" fmla="*/ 73205 h 112355"/>
                  <a:gd name="connsiteX6" fmla="*/ 59475 w 136036"/>
                  <a:gd name="connsiteY6" fmla="*/ 106997 h 112355"/>
                  <a:gd name="connsiteX7" fmla="*/ 39627 w 136036"/>
                  <a:gd name="connsiteY7" fmla="*/ 112356 h 112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036" h="112355">
                    <a:moveTo>
                      <a:pt x="39627" y="112356"/>
                    </a:moveTo>
                    <a:cubicBezTo>
                      <a:pt x="17705" y="112317"/>
                      <a:pt x="-40" y="94513"/>
                      <a:pt x="0" y="72589"/>
                    </a:cubicBezTo>
                    <a:cubicBezTo>
                      <a:pt x="25" y="58461"/>
                      <a:pt x="7557" y="45411"/>
                      <a:pt x="19779" y="38322"/>
                    </a:cubicBezTo>
                    <a:lnTo>
                      <a:pt x="77934" y="4530"/>
                    </a:lnTo>
                    <a:cubicBezTo>
                      <a:pt x="97361" y="-5632"/>
                      <a:pt x="121348" y="1878"/>
                      <a:pt x="131510" y="21305"/>
                    </a:cubicBezTo>
                    <a:cubicBezTo>
                      <a:pt x="141072" y="39583"/>
                      <a:pt x="135038" y="62139"/>
                      <a:pt x="117631" y="73205"/>
                    </a:cubicBezTo>
                    <a:lnTo>
                      <a:pt x="59475" y="106997"/>
                    </a:lnTo>
                    <a:cubicBezTo>
                      <a:pt x="53447" y="110495"/>
                      <a:pt x="46599" y="112344"/>
                      <a:pt x="39627" y="11235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C738A834-2E4F-0F4D-993E-7E56CC2DCB46}"/>
                  </a:ext>
                </a:extLst>
              </p:cNvPr>
              <p:cNvSpPr/>
              <p:nvPr/>
            </p:nvSpPr>
            <p:spPr>
              <a:xfrm>
                <a:off x="3457904" y="1818574"/>
                <a:ext cx="157765" cy="96808"/>
              </a:xfrm>
              <a:custGeom>
                <a:avLst/>
                <a:gdLst>
                  <a:gd name="connsiteX0" fmla="*/ 117897 w 157765"/>
                  <a:gd name="connsiteY0" fmla="*/ 96808 h 96808"/>
                  <a:gd name="connsiteX1" fmla="*/ 109313 w 157765"/>
                  <a:gd name="connsiteY1" fmla="*/ 95865 h 96808"/>
                  <a:gd name="connsiteX2" fmla="*/ 31210 w 157765"/>
                  <a:gd name="connsiteY2" fmla="*/ 78597 h 96808"/>
                  <a:gd name="connsiteX3" fmla="*/ 941 w 157765"/>
                  <a:gd name="connsiteY3" fmla="*/ 31209 h 96808"/>
                  <a:gd name="connsiteX4" fmla="*/ 48329 w 157765"/>
                  <a:gd name="connsiteY4" fmla="*/ 941 h 96808"/>
                  <a:gd name="connsiteX5" fmla="*/ 126432 w 157765"/>
                  <a:gd name="connsiteY5" fmla="*/ 18308 h 96808"/>
                  <a:gd name="connsiteX6" fmla="*/ 156864 w 157765"/>
                  <a:gd name="connsiteY6" fmla="*/ 65483 h 96808"/>
                  <a:gd name="connsiteX7" fmla="*/ 117897 w 157765"/>
                  <a:gd name="connsiteY7" fmla="*/ 96808 h 96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765" h="96808">
                    <a:moveTo>
                      <a:pt x="117897" y="96808"/>
                    </a:moveTo>
                    <a:cubicBezTo>
                      <a:pt x="115009" y="96788"/>
                      <a:pt x="112136" y="96470"/>
                      <a:pt x="109313" y="95865"/>
                    </a:cubicBezTo>
                    <a:lnTo>
                      <a:pt x="31210" y="78597"/>
                    </a:lnTo>
                    <a:cubicBezTo>
                      <a:pt x="9764" y="73870"/>
                      <a:pt x="-3788" y="52653"/>
                      <a:pt x="941" y="31209"/>
                    </a:cubicBezTo>
                    <a:cubicBezTo>
                      <a:pt x="5670" y="9765"/>
                      <a:pt x="26883" y="-3787"/>
                      <a:pt x="48329" y="941"/>
                    </a:cubicBezTo>
                    <a:lnTo>
                      <a:pt x="126432" y="18308"/>
                    </a:lnTo>
                    <a:cubicBezTo>
                      <a:pt x="147863" y="22932"/>
                      <a:pt x="161489" y="44053"/>
                      <a:pt x="156864" y="65483"/>
                    </a:cubicBezTo>
                    <a:cubicBezTo>
                      <a:pt x="152910" y="83822"/>
                      <a:pt x="136654" y="96887"/>
                      <a:pt x="117897" y="9680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16AB4281-4317-4142-B5C6-FC7D510C35D2}"/>
                  </a:ext>
                </a:extLst>
              </p:cNvPr>
              <p:cNvSpPr/>
              <p:nvPr/>
            </p:nvSpPr>
            <p:spPr>
              <a:xfrm>
                <a:off x="3404167" y="1912383"/>
                <a:ext cx="115095" cy="135683"/>
              </a:xfrm>
              <a:custGeom>
                <a:avLst/>
                <a:gdLst>
                  <a:gd name="connsiteX0" fmla="*/ 75171 w 115095"/>
                  <a:gd name="connsiteY0" fmla="*/ 135684 h 135683"/>
                  <a:gd name="connsiteX1" fmla="*/ 41578 w 115095"/>
                  <a:gd name="connsiteY1" fmla="*/ 117175 h 135683"/>
                  <a:gd name="connsiteX2" fmla="*/ 6099 w 115095"/>
                  <a:gd name="connsiteY2" fmla="*/ 60955 h 135683"/>
                  <a:gd name="connsiteX3" fmla="*/ 18629 w 115095"/>
                  <a:gd name="connsiteY3" fmla="*/ 6099 h 135683"/>
                  <a:gd name="connsiteX4" fmla="*/ 73484 w 115095"/>
                  <a:gd name="connsiteY4" fmla="*/ 18629 h 135683"/>
                  <a:gd name="connsiteX5" fmla="*/ 108963 w 115095"/>
                  <a:gd name="connsiteY5" fmla="*/ 74799 h 135683"/>
                  <a:gd name="connsiteX6" fmla="*/ 96583 w 115095"/>
                  <a:gd name="connsiteY6" fmla="*/ 129556 h 135683"/>
                  <a:gd name="connsiteX7" fmla="*/ 75420 w 115095"/>
                  <a:gd name="connsiteY7" fmla="*/ 135684 h 135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095" h="135683">
                    <a:moveTo>
                      <a:pt x="75171" y="135684"/>
                    </a:moveTo>
                    <a:cubicBezTo>
                      <a:pt x="61541" y="135694"/>
                      <a:pt x="48853" y="128702"/>
                      <a:pt x="41578" y="117175"/>
                    </a:cubicBezTo>
                    <a:lnTo>
                      <a:pt x="6099" y="60955"/>
                    </a:lnTo>
                    <a:cubicBezTo>
                      <a:pt x="-5586" y="42347"/>
                      <a:pt x="21" y="17785"/>
                      <a:pt x="18629" y="6099"/>
                    </a:cubicBezTo>
                    <a:cubicBezTo>
                      <a:pt x="37236" y="-5586"/>
                      <a:pt x="61799" y="21"/>
                      <a:pt x="73484" y="18629"/>
                    </a:cubicBezTo>
                    <a:lnTo>
                      <a:pt x="108963" y="74799"/>
                    </a:lnTo>
                    <a:cubicBezTo>
                      <a:pt x="120664" y="93338"/>
                      <a:pt x="115121" y="117855"/>
                      <a:pt x="96583" y="129556"/>
                    </a:cubicBezTo>
                    <a:cubicBezTo>
                      <a:pt x="90246" y="133555"/>
                      <a:pt x="82912" y="135679"/>
                      <a:pt x="75420" y="13568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A7343702-E46D-2247-96FC-B752192394D3}"/>
                  </a:ext>
                </a:extLst>
              </p:cNvPr>
              <p:cNvSpPr/>
              <p:nvPr/>
            </p:nvSpPr>
            <p:spPr>
              <a:xfrm>
                <a:off x="3295028" y="1918958"/>
                <a:ext cx="94782" cy="154415"/>
              </a:xfrm>
              <a:custGeom>
                <a:avLst/>
                <a:gdLst>
                  <a:gd name="connsiteX0" fmla="*/ 39765 w 94782"/>
                  <a:gd name="connsiteY0" fmla="*/ 154416 h 154415"/>
                  <a:gd name="connsiteX1" fmla="*/ 31727 w 94782"/>
                  <a:gd name="connsiteY1" fmla="*/ 153572 h 154415"/>
                  <a:gd name="connsiteX2" fmla="*/ 813 w 94782"/>
                  <a:gd name="connsiteY2" fmla="*/ 106730 h 154415"/>
                  <a:gd name="connsiteX3" fmla="*/ 16394 w 94782"/>
                  <a:gd name="connsiteY3" fmla="*/ 30810 h 154415"/>
                  <a:gd name="connsiteX4" fmla="*/ 63975 w 94782"/>
                  <a:gd name="connsiteY4" fmla="*/ 1018 h 154415"/>
                  <a:gd name="connsiteX5" fmla="*/ 94150 w 94782"/>
                  <a:gd name="connsiteY5" fmla="*/ 46739 h 154415"/>
                  <a:gd name="connsiteX6" fmla="*/ 78420 w 94782"/>
                  <a:gd name="connsiteY6" fmla="*/ 122658 h 154415"/>
                  <a:gd name="connsiteX7" fmla="*/ 39765 w 94782"/>
                  <a:gd name="connsiteY7" fmla="*/ 154416 h 15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782" h="154415">
                    <a:moveTo>
                      <a:pt x="39765" y="154416"/>
                    </a:moveTo>
                    <a:cubicBezTo>
                      <a:pt x="37066" y="154401"/>
                      <a:pt x="34371" y="154118"/>
                      <a:pt x="31727" y="153572"/>
                    </a:cubicBezTo>
                    <a:cubicBezTo>
                      <a:pt x="10261" y="149166"/>
                      <a:pt x="-3579" y="128201"/>
                      <a:pt x="813" y="106730"/>
                    </a:cubicBezTo>
                    <a:lnTo>
                      <a:pt x="16394" y="30810"/>
                    </a:lnTo>
                    <a:cubicBezTo>
                      <a:pt x="21306" y="9444"/>
                      <a:pt x="42608" y="-3894"/>
                      <a:pt x="63975" y="1018"/>
                    </a:cubicBezTo>
                    <a:cubicBezTo>
                      <a:pt x="84622" y="5767"/>
                      <a:pt x="97901" y="25888"/>
                      <a:pt x="94150" y="46739"/>
                    </a:cubicBezTo>
                    <a:lnTo>
                      <a:pt x="78420" y="122658"/>
                    </a:lnTo>
                    <a:cubicBezTo>
                      <a:pt x="74663" y="141053"/>
                      <a:pt x="58537" y="154301"/>
                      <a:pt x="39765" y="15441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428ED0A3-0729-0149-AC68-270052DB8159}"/>
                  </a:ext>
                </a:extLst>
              </p:cNvPr>
              <p:cNvSpPr/>
              <p:nvPr/>
            </p:nvSpPr>
            <p:spPr>
              <a:xfrm>
                <a:off x="3174976" y="1856998"/>
                <a:ext cx="142231" cy="121600"/>
              </a:xfrm>
              <a:custGeom>
                <a:avLst/>
                <a:gdLst>
                  <a:gd name="connsiteX0" fmla="*/ 39686 w 142231"/>
                  <a:gd name="connsiteY0" fmla="*/ 121600 h 121600"/>
                  <a:gd name="connsiteX1" fmla="*/ 0 w 142231"/>
                  <a:gd name="connsiteY1" fmla="*/ 81894 h 121600"/>
                  <a:gd name="connsiteX2" fmla="*/ 17555 w 142231"/>
                  <a:gd name="connsiteY2" fmla="*/ 48956 h 121600"/>
                  <a:gd name="connsiteX3" fmla="*/ 80425 w 142231"/>
                  <a:gd name="connsiteY3" fmla="*/ 6729 h 121600"/>
                  <a:gd name="connsiteX4" fmla="*/ 135504 w 142231"/>
                  <a:gd name="connsiteY4" fmla="*/ 17595 h 121600"/>
                  <a:gd name="connsiteX5" fmla="*/ 124637 w 142231"/>
                  <a:gd name="connsiteY5" fmla="*/ 72674 h 121600"/>
                  <a:gd name="connsiteX6" fmla="*/ 61519 w 142231"/>
                  <a:gd name="connsiteY6" fmla="*/ 114852 h 121600"/>
                  <a:gd name="connsiteX7" fmla="*/ 39686 w 142231"/>
                  <a:gd name="connsiteY7" fmla="*/ 121600 h 12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231" h="121600">
                    <a:moveTo>
                      <a:pt x="39686" y="121600"/>
                    </a:moveTo>
                    <a:cubicBezTo>
                      <a:pt x="17762" y="121595"/>
                      <a:pt x="-6" y="103816"/>
                      <a:pt x="0" y="81894"/>
                    </a:cubicBezTo>
                    <a:cubicBezTo>
                      <a:pt x="3" y="68675"/>
                      <a:pt x="6585" y="56329"/>
                      <a:pt x="17555" y="48956"/>
                    </a:cubicBezTo>
                    <a:lnTo>
                      <a:pt x="80425" y="6729"/>
                    </a:lnTo>
                    <a:cubicBezTo>
                      <a:pt x="98635" y="-5480"/>
                      <a:pt x="123297" y="-615"/>
                      <a:pt x="135504" y="17595"/>
                    </a:cubicBezTo>
                    <a:cubicBezTo>
                      <a:pt x="147711" y="35806"/>
                      <a:pt x="142848" y="60468"/>
                      <a:pt x="124637" y="72674"/>
                    </a:cubicBezTo>
                    <a:lnTo>
                      <a:pt x="61519" y="114852"/>
                    </a:lnTo>
                    <a:cubicBezTo>
                      <a:pt x="55072" y="119219"/>
                      <a:pt x="47472" y="121566"/>
                      <a:pt x="39686" y="12160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F5B43AD8-B618-E449-BA56-59472E2660EA}"/>
                  </a:ext>
                </a:extLst>
              </p:cNvPr>
              <p:cNvSpPr/>
              <p:nvPr/>
            </p:nvSpPr>
            <p:spPr>
              <a:xfrm>
                <a:off x="3141156" y="1745996"/>
                <a:ext cx="159934" cy="100115"/>
              </a:xfrm>
              <a:custGeom>
                <a:avLst/>
                <a:gdLst>
                  <a:gd name="connsiteX0" fmla="*/ 120149 w 159934"/>
                  <a:gd name="connsiteY0" fmla="*/ 100115 h 100115"/>
                  <a:gd name="connsiteX1" fmla="*/ 110225 w 159934"/>
                  <a:gd name="connsiteY1" fmla="*/ 98825 h 100115"/>
                  <a:gd name="connsiteX2" fmla="*/ 29194 w 159934"/>
                  <a:gd name="connsiteY2" fmla="*/ 77984 h 100115"/>
                  <a:gd name="connsiteX3" fmla="*/ 1427 w 159934"/>
                  <a:gd name="connsiteY3" fmla="*/ 29193 h 100115"/>
                  <a:gd name="connsiteX4" fmla="*/ 49043 w 159934"/>
                  <a:gd name="connsiteY4" fmla="*/ 1122 h 100115"/>
                  <a:gd name="connsiteX5" fmla="*/ 130073 w 159934"/>
                  <a:gd name="connsiteY5" fmla="*/ 21962 h 100115"/>
                  <a:gd name="connsiteX6" fmla="*/ 158685 w 159934"/>
                  <a:gd name="connsiteY6" fmla="*/ 70265 h 100115"/>
                  <a:gd name="connsiteX7" fmla="*/ 120149 w 159934"/>
                  <a:gd name="connsiteY7" fmla="*/ 100115 h 10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934" h="100115">
                    <a:moveTo>
                      <a:pt x="120149" y="100115"/>
                    </a:moveTo>
                    <a:cubicBezTo>
                      <a:pt x="116799" y="100123"/>
                      <a:pt x="113462" y="99689"/>
                      <a:pt x="110225" y="98825"/>
                    </a:cubicBezTo>
                    <a:lnTo>
                      <a:pt x="29194" y="77984"/>
                    </a:lnTo>
                    <a:cubicBezTo>
                      <a:pt x="8053" y="72179"/>
                      <a:pt x="-4378" y="50334"/>
                      <a:pt x="1427" y="29193"/>
                    </a:cubicBezTo>
                    <a:cubicBezTo>
                      <a:pt x="7108" y="8508"/>
                      <a:pt x="28194" y="-3923"/>
                      <a:pt x="49043" y="1122"/>
                    </a:cubicBezTo>
                    <a:lnTo>
                      <a:pt x="130073" y="21962"/>
                    </a:lnTo>
                    <a:cubicBezTo>
                      <a:pt x="151311" y="27400"/>
                      <a:pt x="164123" y="49026"/>
                      <a:pt x="158685" y="70265"/>
                    </a:cubicBezTo>
                    <a:cubicBezTo>
                      <a:pt x="154179" y="87858"/>
                      <a:pt x="138310" y="100151"/>
                      <a:pt x="120149" y="10011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B7EC5C35-9E32-5448-B74C-85615E82CBA6}"/>
                  </a:ext>
                </a:extLst>
              </p:cNvPr>
              <p:cNvSpPr/>
              <p:nvPr/>
            </p:nvSpPr>
            <p:spPr>
              <a:xfrm>
                <a:off x="3223566" y="1679747"/>
                <a:ext cx="314865" cy="314829"/>
              </a:xfrm>
              <a:custGeom>
                <a:avLst/>
                <a:gdLst>
                  <a:gd name="connsiteX0" fmla="*/ 157623 w 314865"/>
                  <a:gd name="connsiteY0" fmla="*/ 314829 h 314829"/>
                  <a:gd name="connsiteX1" fmla="*/ 121449 w 314865"/>
                  <a:gd name="connsiteY1" fmla="*/ 310661 h 314829"/>
                  <a:gd name="connsiteX2" fmla="*/ 4204 w 314865"/>
                  <a:gd name="connsiteY2" fmla="*/ 121449 h 314829"/>
                  <a:gd name="connsiteX3" fmla="*/ 193414 w 314865"/>
                  <a:gd name="connsiteY3" fmla="*/ 4204 h 314829"/>
                  <a:gd name="connsiteX4" fmla="*/ 310663 w 314865"/>
                  <a:gd name="connsiteY4" fmla="*/ 193415 h 314829"/>
                  <a:gd name="connsiteX5" fmla="*/ 157623 w 314865"/>
                  <a:gd name="connsiteY5" fmla="*/ 314829 h 314829"/>
                  <a:gd name="connsiteX6" fmla="*/ 157176 w 314865"/>
                  <a:gd name="connsiteY6" fmla="*/ 77940 h 314829"/>
                  <a:gd name="connsiteX7" fmla="*/ 115743 w 314865"/>
                  <a:gd name="connsiteY7" fmla="*/ 89849 h 314829"/>
                  <a:gd name="connsiteX8" fmla="*/ 90734 w 314865"/>
                  <a:gd name="connsiteY8" fmla="*/ 198299 h 314829"/>
                  <a:gd name="connsiteX9" fmla="*/ 199185 w 314865"/>
                  <a:gd name="connsiteY9" fmla="*/ 223309 h 314829"/>
                  <a:gd name="connsiteX10" fmla="*/ 224194 w 314865"/>
                  <a:gd name="connsiteY10" fmla="*/ 114857 h 314829"/>
                  <a:gd name="connsiteX11" fmla="*/ 175288 w 314865"/>
                  <a:gd name="connsiteY11" fmla="*/ 79925 h 314829"/>
                  <a:gd name="connsiteX12" fmla="*/ 157176 w 314865"/>
                  <a:gd name="connsiteY12" fmla="*/ 77940 h 31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4865" h="314829">
                    <a:moveTo>
                      <a:pt x="157623" y="314829"/>
                    </a:moveTo>
                    <a:cubicBezTo>
                      <a:pt x="145446" y="314819"/>
                      <a:pt x="133309" y="313420"/>
                      <a:pt x="121449" y="310661"/>
                    </a:cubicBezTo>
                    <a:cubicBezTo>
                      <a:pt x="36824" y="290788"/>
                      <a:pt x="-15669" y="206075"/>
                      <a:pt x="4204" y="121449"/>
                    </a:cubicBezTo>
                    <a:cubicBezTo>
                      <a:pt x="24076" y="36824"/>
                      <a:pt x="108791" y="-15669"/>
                      <a:pt x="193414" y="4204"/>
                    </a:cubicBezTo>
                    <a:cubicBezTo>
                      <a:pt x="278043" y="24077"/>
                      <a:pt x="330531" y="108790"/>
                      <a:pt x="310663" y="193415"/>
                    </a:cubicBezTo>
                    <a:cubicBezTo>
                      <a:pt x="293976" y="264479"/>
                      <a:pt x="230620" y="314740"/>
                      <a:pt x="157623" y="314829"/>
                    </a:cubicBezTo>
                    <a:close/>
                    <a:moveTo>
                      <a:pt x="157176" y="77940"/>
                    </a:moveTo>
                    <a:cubicBezTo>
                      <a:pt x="142518" y="77931"/>
                      <a:pt x="128158" y="82058"/>
                      <a:pt x="115743" y="89849"/>
                    </a:cubicBezTo>
                    <a:cubicBezTo>
                      <a:pt x="78890" y="112891"/>
                      <a:pt x="67695" y="161446"/>
                      <a:pt x="90734" y="198299"/>
                    </a:cubicBezTo>
                    <a:cubicBezTo>
                      <a:pt x="113778" y="235153"/>
                      <a:pt x="162332" y="246348"/>
                      <a:pt x="199185" y="223309"/>
                    </a:cubicBezTo>
                    <a:cubicBezTo>
                      <a:pt x="236039" y="200266"/>
                      <a:pt x="247233" y="151711"/>
                      <a:pt x="224194" y="114857"/>
                    </a:cubicBezTo>
                    <a:cubicBezTo>
                      <a:pt x="213154" y="97202"/>
                      <a:pt x="195568" y="84641"/>
                      <a:pt x="175288" y="79925"/>
                    </a:cubicBezTo>
                    <a:cubicBezTo>
                      <a:pt x="169353" y="78544"/>
                      <a:pt x="163270" y="77878"/>
                      <a:pt x="157176" y="7794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20" name="Picture Placeholder 33">
              <a:extLst>
                <a:ext uri="{FF2B5EF4-FFF2-40B4-BE49-F238E27FC236}">
                  <a16:creationId xmlns:a16="http://schemas.microsoft.com/office/drawing/2014/main" id="{32EC2D6C-0108-482C-8F9C-90926503EBFB}"/>
                </a:ext>
              </a:extLst>
            </p:cNvPr>
            <p:cNvGrpSpPr/>
            <p:nvPr/>
          </p:nvGrpSpPr>
          <p:grpSpPr>
            <a:xfrm>
              <a:off x="2838675" y="1415634"/>
              <a:ext cx="385730" cy="399712"/>
              <a:chOff x="2838675" y="1415634"/>
              <a:chExt cx="385730" cy="399712"/>
            </a:xfrm>
            <a:solidFill>
              <a:srgbClr val="EF463C"/>
            </a:solidFill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0CD9CA00-65C7-5948-957B-D7713DD6585B}"/>
                  </a:ext>
                </a:extLst>
              </p:cNvPr>
              <p:cNvSpPr/>
              <p:nvPr/>
            </p:nvSpPr>
            <p:spPr>
              <a:xfrm>
                <a:off x="2951406" y="1415634"/>
                <a:ext cx="98830" cy="149276"/>
              </a:xfrm>
              <a:custGeom>
                <a:avLst/>
                <a:gdLst>
                  <a:gd name="connsiteX0" fmla="*/ 59066 w 98830"/>
                  <a:gd name="connsiteY0" fmla="*/ 149276 h 149276"/>
                  <a:gd name="connsiteX1" fmla="*/ 20858 w 98830"/>
                  <a:gd name="connsiteY1" fmla="*/ 120199 h 149276"/>
                  <a:gd name="connsiteX2" fmla="*/ 1456 w 98830"/>
                  <a:gd name="connsiteY2" fmla="*/ 50333 h 149276"/>
                  <a:gd name="connsiteX3" fmla="*/ 29095 w 98830"/>
                  <a:gd name="connsiteY3" fmla="*/ 1456 h 149276"/>
                  <a:gd name="connsiteX4" fmla="*/ 77972 w 98830"/>
                  <a:gd name="connsiteY4" fmla="*/ 29095 h 149276"/>
                  <a:gd name="connsiteX5" fmla="*/ 97373 w 98830"/>
                  <a:gd name="connsiteY5" fmla="*/ 98961 h 149276"/>
                  <a:gd name="connsiteX6" fmla="*/ 69742 w 98830"/>
                  <a:gd name="connsiteY6" fmla="*/ 147830 h 149276"/>
                  <a:gd name="connsiteX7" fmla="*/ 59066 w 98830"/>
                  <a:gd name="connsiteY7" fmla="*/ 149276 h 14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830" h="149276">
                    <a:moveTo>
                      <a:pt x="59066" y="149276"/>
                    </a:moveTo>
                    <a:cubicBezTo>
                      <a:pt x="41247" y="149258"/>
                      <a:pt x="25625" y="137368"/>
                      <a:pt x="20858" y="120199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7373" y="98961"/>
                    </a:lnTo>
                    <a:cubicBezTo>
                      <a:pt x="103238" y="120086"/>
                      <a:pt x="90867" y="141965"/>
                      <a:pt x="69742" y="147830"/>
                    </a:cubicBezTo>
                    <a:cubicBezTo>
                      <a:pt x="66266" y="148795"/>
                      <a:pt x="62674" y="149281"/>
                      <a:pt x="59066" y="14927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191808B4-9C54-EB45-A092-2527421E6299}"/>
                  </a:ext>
                </a:extLst>
              </p:cNvPr>
              <p:cNvSpPr/>
              <p:nvPr/>
            </p:nvSpPr>
            <p:spPr>
              <a:xfrm>
                <a:off x="3040192" y="1432665"/>
                <a:ext cx="117573" cy="142666"/>
              </a:xfrm>
              <a:custGeom>
                <a:avLst/>
                <a:gdLst>
                  <a:gd name="connsiteX0" fmla="*/ 39402 w 117573"/>
                  <a:gd name="connsiteY0" fmla="*/ 142666 h 142666"/>
                  <a:gd name="connsiteX1" fmla="*/ 1 w 117573"/>
                  <a:gd name="connsiteY1" fmla="*/ 102676 h 142666"/>
                  <a:gd name="connsiteX2" fmla="*/ 5760 w 117573"/>
                  <a:gd name="connsiteY2" fmla="*/ 82377 h 142666"/>
                  <a:gd name="connsiteX3" fmla="*/ 43322 w 117573"/>
                  <a:gd name="connsiteY3" fmla="*/ 20152 h 142666"/>
                  <a:gd name="connsiteX4" fmla="*/ 97422 w 117573"/>
                  <a:gd name="connsiteY4" fmla="*/ 5156 h 142666"/>
                  <a:gd name="connsiteX5" fmla="*/ 112418 w 117573"/>
                  <a:gd name="connsiteY5" fmla="*/ 59255 h 142666"/>
                  <a:gd name="connsiteX6" fmla="*/ 111154 w 117573"/>
                  <a:gd name="connsiteY6" fmla="*/ 61337 h 142666"/>
                  <a:gd name="connsiteX7" fmla="*/ 73343 w 117573"/>
                  <a:gd name="connsiteY7" fmla="*/ 123859 h 142666"/>
                  <a:gd name="connsiteX8" fmla="*/ 39402 w 117573"/>
                  <a:gd name="connsiteY8" fmla="*/ 142666 h 14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573" h="142666">
                    <a:moveTo>
                      <a:pt x="39402" y="142666"/>
                    </a:moveTo>
                    <a:cubicBezTo>
                      <a:pt x="17479" y="142503"/>
                      <a:pt x="-161" y="124599"/>
                      <a:pt x="1" y="102676"/>
                    </a:cubicBezTo>
                    <a:cubicBezTo>
                      <a:pt x="54" y="95514"/>
                      <a:pt x="2044" y="88500"/>
                      <a:pt x="5760" y="82377"/>
                    </a:cubicBezTo>
                    <a:lnTo>
                      <a:pt x="43322" y="20152"/>
                    </a:lnTo>
                    <a:cubicBezTo>
                      <a:pt x="54120" y="1072"/>
                      <a:pt x="78341" y="-5642"/>
                      <a:pt x="97422" y="5156"/>
                    </a:cubicBezTo>
                    <a:cubicBezTo>
                      <a:pt x="116502" y="15953"/>
                      <a:pt x="123216" y="40175"/>
                      <a:pt x="112418" y="59255"/>
                    </a:cubicBezTo>
                    <a:cubicBezTo>
                      <a:pt x="112018" y="59962"/>
                      <a:pt x="111597" y="60656"/>
                      <a:pt x="111154" y="61337"/>
                    </a:cubicBezTo>
                    <a:lnTo>
                      <a:pt x="73343" y="123859"/>
                    </a:lnTo>
                    <a:cubicBezTo>
                      <a:pt x="66073" y="135607"/>
                      <a:pt x="53218" y="142730"/>
                      <a:pt x="39402" y="14266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DFAE113E-E88A-9047-A668-28E95CB1DF5D}"/>
                  </a:ext>
                </a:extLst>
              </p:cNvPr>
              <p:cNvSpPr/>
              <p:nvPr/>
            </p:nvSpPr>
            <p:spPr>
              <a:xfrm>
                <a:off x="3092108" y="1542057"/>
                <a:ext cx="132297" cy="90139"/>
              </a:xfrm>
              <a:custGeom>
                <a:avLst/>
                <a:gdLst>
                  <a:gd name="connsiteX0" fmla="*/ 39638 w 132297"/>
                  <a:gd name="connsiteY0" fmla="*/ 90140 h 90139"/>
                  <a:gd name="connsiteX1" fmla="*/ 0 w 132297"/>
                  <a:gd name="connsiteY1" fmla="*/ 50384 h 90139"/>
                  <a:gd name="connsiteX2" fmla="*/ 31798 w 132297"/>
                  <a:gd name="connsiteY2" fmla="*/ 11540 h 90139"/>
                  <a:gd name="connsiteX3" fmla="*/ 85090 w 132297"/>
                  <a:gd name="connsiteY3" fmla="*/ 723 h 90139"/>
                  <a:gd name="connsiteX4" fmla="*/ 131575 w 132297"/>
                  <a:gd name="connsiteY4" fmla="*/ 32200 h 90139"/>
                  <a:gd name="connsiteX5" fmla="*/ 100870 w 132297"/>
                  <a:gd name="connsiteY5" fmla="*/ 78528 h 90139"/>
                  <a:gd name="connsiteX6" fmla="*/ 47577 w 132297"/>
                  <a:gd name="connsiteY6" fmla="*/ 89346 h 90139"/>
                  <a:gd name="connsiteX7" fmla="*/ 39638 w 132297"/>
                  <a:gd name="connsiteY7" fmla="*/ 90140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97" h="90139">
                    <a:moveTo>
                      <a:pt x="39638" y="90140"/>
                    </a:moveTo>
                    <a:cubicBezTo>
                      <a:pt x="17714" y="90107"/>
                      <a:pt x="-32" y="72307"/>
                      <a:pt x="0" y="50384"/>
                    </a:cubicBezTo>
                    <a:cubicBezTo>
                      <a:pt x="28" y="31527"/>
                      <a:pt x="13318" y="15293"/>
                      <a:pt x="31798" y="11540"/>
                    </a:cubicBezTo>
                    <a:lnTo>
                      <a:pt x="85090" y="723"/>
                    </a:lnTo>
                    <a:cubicBezTo>
                      <a:pt x="106619" y="-3421"/>
                      <a:pt x="127431" y="10671"/>
                      <a:pt x="131575" y="32200"/>
                    </a:cubicBezTo>
                    <a:cubicBezTo>
                      <a:pt x="135661" y="53427"/>
                      <a:pt x="122012" y="74022"/>
                      <a:pt x="100870" y="78528"/>
                    </a:cubicBezTo>
                    <a:lnTo>
                      <a:pt x="47577" y="89346"/>
                    </a:lnTo>
                    <a:cubicBezTo>
                      <a:pt x="44964" y="89876"/>
                      <a:pt x="42304" y="90142"/>
                      <a:pt x="39638" y="9014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512A8C8-7301-644D-94BE-3288BDB6A6C8}"/>
                  </a:ext>
                </a:extLst>
              </p:cNvPr>
              <p:cNvSpPr/>
              <p:nvPr/>
            </p:nvSpPr>
            <p:spPr>
              <a:xfrm>
                <a:off x="3075459" y="1625252"/>
                <a:ext cx="135723" cy="113380"/>
              </a:xfrm>
              <a:custGeom>
                <a:avLst/>
                <a:gdLst>
                  <a:gd name="connsiteX0" fmla="*/ 96033 w 135723"/>
                  <a:gd name="connsiteY0" fmla="*/ 113380 h 113380"/>
                  <a:gd name="connsiteX1" fmla="*/ 75589 w 135723"/>
                  <a:gd name="connsiteY1" fmla="*/ 107674 h 113380"/>
                  <a:gd name="connsiteX2" fmla="*/ 20113 w 135723"/>
                  <a:gd name="connsiteY2" fmla="*/ 74230 h 113380"/>
                  <a:gd name="connsiteX3" fmla="*/ 5177 w 135723"/>
                  <a:gd name="connsiteY3" fmla="*/ 20114 h 113380"/>
                  <a:gd name="connsiteX4" fmla="*/ 59293 w 135723"/>
                  <a:gd name="connsiteY4" fmla="*/ 5177 h 113380"/>
                  <a:gd name="connsiteX5" fmla="*/ 61150 w 135723"/>
                  <a:gd name="connsiteY5" fmla="*/ 6299 h 113380"/>
                  <a:gd name="connsiteX6" fmla="*/ 116526 w 135723"/>
                  <a:gd name="connsiteY6" fmla="*/ 39694 h 113380"/>
                  <a:gd name="connsiteX7" fmla="*/ 130011 w 135723"/>
                  <a:gd name="connsiteY7" fmla="*/ 94189 h 113380"/>
                  <a:gd name="connsiteX8" fmla="*/ 96033 w 135723"/>
                  <a:gd name="connsiteY8" fmla="*/ 113380 h 11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723" h="113380">
                    <a:moveTo>
                      <a:pt x="96033" y="113380"/>
                    </a:moveTo>
                    <a:cubicBezTo>
                      <a:pt x="88827" y="113369"/>
                      <a:pt x="81760" y="111396"/>
                      <a:pt x="75589" y="107674"/>
                    </a:cubicBezTo>
                    <a:lnTo>
                      <a:pt x="20113" y="74230"/>
                    </a:lnTo>
                    <a:cubicBezTo>
                      <a:pt x="1045" y="63410"/>
                      <a:pt x="-5642" y="39181"/>
                      <a:pt x="5177" y="20114"/>
                    </a:cubicBezTo>
                    <a:cubicBezTo>
                      <a:pt x="15997" y="1045"/>
                      <a:pt x="40225" y="-5642"/>
                      <a:pt x="59293" y="5177"/>
                    </a:cubicBezTo>
                    <a:cubicBezTo>
                      <a:pt x="59922" y="5534"/>
                      <a:pt x="60541" y="5908"/>
                      <a:pt x="61150" y="6299"/>
                    </a:cubicBezTo>
                    <a:lnTo>
                      <a:pt x="116526" y="39694"/>
                    </a:lnTo>
                    <a:cubicBezTo>
                      <a:pt x="135299" y="51018"/>
                      <a:pt x="141336" y="75417"/>
                      <a:pt x="130011" y="94189"/>
                    </a:cubicBezTo>
                    <a:cubicBezTo>
                      <a:pt x="122828" y="106096"/>
                      <a:pt x="109938" y="113376"/>
                      <a:pt x="96033" y="11338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A2032734-42D1-CB41-A995-A935E4CE0C06}"/>
                  </a:ext>
                </a:extLst>
              </p:cNvPr>
              <p:cNvSpPr/>
              <p:nvPr/>
            </p:nvSpPr>
            <p:spPr>
              <a:xfrm>
                <a:off x="3011128" y="1684285"/>
                <a:ext cx="91859" cy="131061"/>
              </a:xfrm>
              <a:custGeom>
                <a:avLst/>
                <a:gdLst>
                  <a:gd name="connsiteX0" fmla="*/ 52141 w 91859"/>
                  <a:gd name="connsiteY0" fmla="*/ 131061 h 131061"/>
                  <a:gd name="connsiteX1" fmla="*/ 13586 w 91859"/>
                  <a:gd name="connsiteY1" fmla="*/ 100495 h 131061"/>
                  <a:gd name="connsiteX2" fmla="*/ 982 w 91859"/>
                  <a:gd name="connsiteY2" fmla="*/ 48443 h 131061"/>
                  <a:gd name="connsiteX3" fmla="*/ 30967 w 91859"/>
                  <a:gd name="connsiteY3" fmla="*/ 982 h 131061"/>
                  <a:gd name="connsiteX4" fmla="*/ 78143 w 91859"/>
                  <a:gd name="connsiteY4" fmla="*/ 29785 h 131061"/>
                  <a:gd name="connsiteX5" fmla="*/ 90746 w 91859"/>
                  <a:gd name="connsiteY5" fmla="*/ 82036 h 131061"/>
                  <a:gd name="connsiteX6" fmla="*/ 61470 w 91859"/>
                  <a:gd name="connsiteY6" fmla="*/ 129920 h 131061"/>
                  <a:gd name="connsiteX7" fmla="*/ 52141 w 91859"/>
                  <a:gd name="connsiteY7" fmla="*/ 131061 h 131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1859" h="131061">
                    <a:moveTo>
                      <a:pt x="52141" y="131061"/>
                    </a:moveTo>
                    <a:cubicBezTo>
                      <a:pt x="33763" y="131025"/>
                      <a:pt x="17813" y="118380"/>
                      <a:pt x="13586" y="100495"/>
                    </a:cubicBezTo>
                    <a:lnTo>
                      <a:pt x="982" y="48443"/>
                    </a:lnTo>
                    <a:cubicBezTo>
                      <a:pt x="-3844" y="27057"/>
                      <a:pt x="9581" y="5808"/>
                      <a:pt x="30967" y="982"/>
                    </a:cubicBezTo>
                    <a:cubicBezTo>
                      <a:pt x="51892" y="-3740"/>
                      <a:pt x="72783" y="9015"/>
                      <a:pt x="78143" y="29785"/>
                    </a:cubicBezTo>
                    <a:lnTo>
                      <a:pt x="90746" y="82036"/>
                    </a:lnTo>
                    <a:cubicBezTo>
                      <a:pt x="95879" y="103342"/>
                      <a:pt x="82774" y="124776"/>
                      <a:pt x="61470" y="129920"/>
                    </a:cubicBezTo>
                    <a:cubicBezTo>
                      <a:pt x="58420" y="130687"/>
                      <a:pt x="55286" y="131070"/>
                      <a:pt x="52141" y="13106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5ED66899-3554-C347-8A7D-A5F4FE4A8AFA}"/>
                  </a:ext>
                </a:extLst>
              </p:cNvPr>
              <p:cNvSpPr/>
              <p:nvPr/>
            </p:nvSpPr>
            <p:spPr>
              <a:xfrm>
                <a:off x="2906409" y="1663447"/>
                <a:ext cx="111130" cy="133836"/>
              </a:xfrm>
              <a:custGeom>
                <a:avLst/>
                <a:gdLst>
                  <a:gd name="connsiteX0" fmla="*/ 39557 w 111130"/>
                  <a:gd name="connsiteY0" fmla="*/ 133837 h 133836"/>
                  <a:gd name="connsiteX1" fmla="*/ 0 w 111130"/>
                  <a:gd name="connsiteY1" fmla="*/ 94001 h 133836"/>
                  <a:gd name="connsiteX2" fmla="*/ 5319 w 111130"/>
                  <a:gd name="connsiteY2" fmla="*/ 74292 h 133836"/>
                  <a:gd name="connsiteX3" fmla="*/ 36877 w 111130"/>
                  <a:gd name="connsiteY3" fmla="*/ 20156 h 133836"/>
                  <a:gd name="connsiteX4" fmla="*/ 90975 w 111130"/>
                  <a:gd name="connsiteY4" fmla="*/ 5154 h 133836"/>
                  <a:gd name="connsiteX5" fmla="*/ 105978 w 111130"/>
                  <a:gd name="connsiteY5" fmla="*/ 59251 h 133836"/>
                  <a:gd name="connsiteX6" fmla="*/ 105453 w 111130"/>
                  <a:gd name="connsiteY6" fmla="*/ 60150 h 133836"/>
                  <a:gd name="connsiteX7" fmla="*/ 73894 w 111130"/>
                  <a:gd name="connsiteY7" fmla="*/ 114137 h 133836"/>
                  <a:gd name="connsiteX8" fmla="*/ 39557 w 111130"/>
                  <a:gd name="connsiteY8" fmla="*/ 133837 h 13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836">
                    <a:moveTo>
                      <a:pt x="39557" y="133837"/>
                    </a:moveTo>
                    <a:cubicBezTo>
                      <a:pt x="17633" y="133759"/>
                      <a:pt x="-77" y="115924"/>
                      <a:pt x="0" y="94001"/>
                    </a:cubicBezTo>
                    <a:cubicBezTo>
                      <a:pt x="25" y="87080"/>
                      <a:pt x="1858" y="80286"/>
                      <a:pt x="5319" y="74292"/>
                    </a:cubicBezTo>
                    <a:lnTo>
                      <a:pt x="36877" y="20156"/>
                    </a:lnTo>
                    <a:cubicBezTo>
                      <a:pt x="47673" y="1074"/>
                      <a:pt x="71894" y="-5642"/>
                      <a:pt x="90975" y="5154"/>
                    </a:cubicBezTo>
                    <a:cubicBezTo>
                      <a:pt x="110057" y="15949"/>
                      <a:pt x="116773" y="40169"/>
                      <a:pt x="105978" y="59251"/>
                    </a:cubicBezTo>
                    <a:cubicBezTo>
                      <a:pt x="105807" y="59553"/>
                      <a:pt x="105632" y="59853"/>
                      <a:pt x="105453" y="60150"/>
                    </a:cubicBezTo>
                    <a:lnTo>
                      <a:pt x="73894" y="114137"/>
                    </a:lnTo>
                    <a:cubicBezTo>
                      <a:pt x="66773" y="126350"/>
                      <a:pt x="53694" y="133853"/>
                      <a:pt x="39557" y="13383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2FCD9A66-2640-D140-A0DB-D65490AF52DB}"/>
                  </a:ext>
                </a:extLst>
              </p:cNvPr>
              <p:cNvSpPr/>
              <p:nvPr/>
            </p:nvSpPr>
            <p:spPr>
              <a:xfrm>
                <a:off x="2838675" y="1598094"/>
                <a:ext cx="138315" cy="95433"/>
              </a:xfrm>
              <a:custGeom>
                <a:avLst/>
                <a:gdLst>
                  <a:gd name="connsiteX0" fmla="*/ 39657 w 138315"/>
                  <a:gd name="connsiteY0" fmla="*/ 95433 h 95433"/>
                  <a:gd name="connsiteX1" fmla="*/ 0 w 138315"/>
                  <a:gd name="connsiteY1" fmla="*/ 55697 h 95433"/>
                  <a:gd name="connsiteX2" fmla="*/ 29286 w 138315"/>
                  <a:gd name="connsiteY2" fmla="*/ 17429 h 95433"/>
                  <a:gd name="connsiteX3" fmla="*/ 88186 w 138315"/>
                  <a:gd name="connsiteY3" fmla="*/ 1402 h 95433"/>
                  <a:gd name="connsiteX4" fmla="*/ 136914 w 138315"/>
                  <a:gd name="connsiteY4" fmla="*/ 29289 h 95433"/>
                  <a:gd name="connsiteX5" fmla="*/ 109027 w 138315"/>
                  <a:gd name="connsiteY5" fmla="*/ 78016 h 95433"/>
                  <a:gd name="connsiteX6" fmla="*/ 50077 w 138315"/>
                  <a:gd name="connsiteY6" fmla="*/ 94044 h 95433"/>
                  <a:gd name="connsiteX7" fmla="*/ 39657 w 138315"/>
                  <a:gd name="connsiteY7" fmla="*/ 95433 h 9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315" h="95433">
                    <a:moveTo>
                      <a:pt x="39657" y="95433"/>
                    </a:moveTo>
                    <a:cubicBezTo>
                      <a:pt x="17733" y="95411"/>
                      <a:pt x="-22" y="77621"/>
                      <a:pt x="0" y="55697"/>
                    </a:cubicBezTo>
                    <a:cubicBezTo>
                      <a:pt x="18" y="37797"/>
                      <a:pt x="12013" y="22124"/>
                      <a:pt x="29286" y="17429"/>
                    </a:cubicBezTo>
                    <a:lnTo>
                      <a:pt x="88186" y="1402"/>
                    </a:lnTo>
                    <a:cubicBezTo>
                      <a:pt x="109342" y="-4353"/>
                      <a:pt x="131159" y="8132"/>
                      <a:pt x="136914" y="29289"/>
                    </a:cubicBezTo>
                    <a:cubicBezTo>
                      <a:pt x="142669" y="50445"/>
                      <a:pt x="130183" y="72261"/>
                      <a:pt x="109027" y="78016"/>
                    </a:cubicBezTo>
                    <a:lnTo>
                      <a:pt x="50077" y="94044"/>
                    </a:lnTo>
                    <a:cubicBezTo>
                      <a:pt x="46681" y="94967"/>
                      <a:pt x="43177" y="95434"/>
                      <a:pt x="39657" y="9543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48DFD407-89DD-8649-8624-12FF3478CB82}"/>
                  </a:ext>
                </a:extLst>
              </p:cNvPr>
              <p:cNvSpPr/>
              <p:nvPr/>
            </p:nvSpPr>
            <p:spPr>
              <a:xfrm>
                <a:off x="2852654" y="1488156"/>
                <a:ext cx="135585" cy="116004"/>
              </a:xfrm>
              <a:custGeom>
                <a:avLst/>
                <a:gdLst>
                  <a:gd name="connsiteX0" fmla="*/ 95842 w 135585"/>
                  <a:gd name="connsiteY0" fmla="*/ 116005 h 116004"/>
                  <a:gd name="connsiteX1" fmla="*/ 74208 w 135585"/>
                  <a:gd name="connsiteY1" fmla="*/ 109604 h 116004"/>
                  <a:gd name="connsiteX2" fmla="*/ 17541 w 135585"/>
                  <a:gd name="connsiteY2" fmla="*/ 72636 h 116004"/>
                  <a:gd name="connsiteX3" fmla="*/ 6765 w 135585"/>
                  <a:gd name="connsiteY3" fmla="*/ 17541 h 116004"/>
                  <a:gd name="connsiteX4" fmla="*/ 60909 w 135585"/>
                  <a:gd name="connsiteY4" fmla="*/ 6145 h 116004"/>
                  <a:gd name="connsiteX5" fmla="*/ 117576 w 135585"/>
                  <a:gd name="connsiteY5" fmla="*/ 43062 h 116004"/>
                  <a:gd name="connsiteX6" fmla="*/ 129130 w 135585"/>
                  <a:gd name="connsiteY6" fmla="*/ 98000 h 116004"/>
                  <a:gd name="connsiteX7" fmla="*/ 95842 w 135585"/>
                  <a:gd name="connsiteY7" fmla="*/ 116005 h 1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585" h="116004">
                    <a:moveTo>
                      <a:pt x="95842" y="116005"/>
                    </a:moveTo>
                    <a:cubicBezTo>
                      <a:pt x="88163" y="116008"/>
                      <a:pt x="80648" y="113785"/>
                      <a:pt x="74208" y="109604"/>
                    </a:cubicBezTo>
                    <a:lnTo>
                      <a:pt x="17541" y="72636"/>
                    </a:lnTo>
                    <a:cubicBezTo>
                      <a:pt x="-649" y="60398"/>
                      <a:pt x="-5473" y="35730"/>
                      <a:pt x="6765" y="17541"/>
                    </a:cubicBezTo>
                    <a:cubicBezTo>
                      <a:pt x="18757" y="-282"/>
                      <a:pt x="42750" y="-5332"/>
                      <a:pt x="60909" y="6145"/>
                    </a:cubicBezTo>
                    <a:lnTo>
                      <a:pt x="117576" y="43062"/>
                    </a:lnTo>
                    <a:cubicBezTo>
                      <a:pt x="135937" y="55042"/>
                      <a:pt x="141110" y="79639"/>
                      <a:pt x="129130" y="98000"/>
                    </a:cubicBezTo>
                    <a:cubicBezTo>
                      <a:pt x="121793" y="109245"/>
                      <a:pt x="109269" y="116019"/>
                      <a:pt x="95842" y="11600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5BE9BFCD-A226-4D42-8AB2-8C6DCCA1DCB8}"/>
                  </a:ext>
                </a:extLst>
              </p:cNvPr>
              <p:cNvSpPr/>
              <p:nvPr/>
            </p:nvSpPr>
            <p:spPr>
              <a:xfrm>
                <a:off x="2897219" y="1483334"/>
                <a:ext cx="270532" cy="270531"/>
              </a:xfrm>
              <a:custGeom>
                <a:avLst/>
                <a:gdLst>
                  <a:gd name="connsiteX0" fmla="*/ 135186 w 270532"/>
                  <a:gd name="connsiteY0" fmla="*/ 270532 h 270531"/>
                  <a:gd name="connsiteX1" fmla="*/ 0 w 270532"/>
                  <a:gd name="connsiteY1" fmla="*/ 135186 h 270531"/>
                  <a:gd name="connsiteX2" fmla="*/ 135346 w 270532"/>
                  <a:gd name="connsiteY2" fmla="*/ 0 h 270531"/>
                  <a:gd name="connsiteX3" fmla="*/ 270532 w 270532"/>
                  <a:gd name="connsiteY3" fmla="*/ 135346 h 270531"/>
                  <a:gd name="connsiteX4" fmla="*/ 166149 w 270532"/>
                  <a:gd name="connsiteY4" fmla="*/ 266959 h 270531"/>
                  <a:gd name="connsiteX5" fmla="*/ 135186 w 270532"/>
                  <a:gd name="connsiteY5" fmla="*/ 270532 h 270531"/>
                  <a:gd name="connsiteX6" fmla="*/ 135186 w 270532"/>
                  <a:gd name="connsiteY6" fmla="*/ 79046 h 270531"/>
                  <a:gd name="connsiteX7" fmla="*/ 122284 w 270532"/>
                  <a:gd name="connsiteY7" fmla="*/ 80534 h 270531"/>
                  <a:gd name="connsiteX8" fmla="*/ 80536 w 270532"/>
                  <a:gd name="connsiteY8" fmla="*/ 147952 h 270531"/>
                  <a:gd name="connsiteX9" fmla="*/ 147954 w 270532"/>
                  <a:gd name="connsiteY9" fmla="*/ 189700 h 270531"/>
                  <a:gd name="connsiteX10" fmla="*/ 189702 w 270532"/>
                  <a:gd name="connsiteY10" fmla="*/ 122283 h 270531"/>
                  <a:gd name="connsiteX11" fmla="*/ 135186 w 270532"/>
                  <a:gd name="connsiteY11" fmla="*/ 79046 h 270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0532" h="270531">
                    <a:moveTo>
                      <a:pt x="135186" y="270532"/>
                    </a:moveTo>
                    <a:cubicBezTo>
                      <a:pt x="60480" y="270488"/>
                      <a:pt x="-45" y="209891"/>
                      <a:pt x="0" y="135186"/>
                    </a:cubicBezTo>
                    <a:cubicBezTo>
                      <a:pt x="44" y="60481"/>
                      <a:pt x="60641" y="-44"/>
                      <a:pt x="135346" y="0"/>
                    </a:cubicBezTo>
                    <a:cubicBezTo>
                      <a:pt x="210052" y="44"/>
                      <a:pt x="270576" y="60641"/>
                      <a:pt x="270532" y="135346"/>
                    </a:cubicBezTo>
                    <a:cubicBezTo>
                      <a:pt x="270495" y="198124"/>
                      <a:pt x="227269" y="252626"/>
                      <a:pt x="166149" y="266959"/>
                    </a:cubicBezTo>
                    <a:cubicBezTo>
                      <a:pt x="156000" y="269336"/>
                      <a:pt x="145610" y="270535"/>
                      <a:pt x="135186" y="270532"/>
                    </a:cubicBezTo>
                    <a:close/>
                    <a:moveTo>
                      <a:pt x="135186" y="79046"/>
                    </a:moveTo>
                    <a:cubicBezTo>
                      <a:pt x="130842" y="79048"/>
                      <a:pt x="126514" y="79547"/>
                      <a:pt x="122284" y="80534"/>
                    </a:cubicBezTo>
                    <a:cubicBezTo>
                      <a:pt x="92139" y="87623"/>
                      <a:pt x="73448" y="117806"/>
                      <a:pt x="80536" y="147952"/>
                    </a:cubicBezTo>
                    <a:cubicBezTo>
                      <a:pt x="87625" y="178097"/>
                      <a:pt x="117808" y="196788"/>
                      <a:pt x="147954" y="189700"/>
                    </a:cubicBezTo>
                    <a:cubicBezTo>
                      <a:pt x="178099" y="182612"/>
                      <a:pt x="196790" y="152428"/>
                      <a:pt x="189702" y="122283"/>
                    </a:cubicBezTo>
                    <a:cubicBezTo>
                      <a:pt x="183751" y="96975"/>
                      <a:pt x="161184" y="79077"/>
                      <a:pt x="135186" y="7904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30" name="Picture Placeholder 33">
              <a:extLst>
                <a:ext uri="{FF2B5EF4-FFF2-40B4-BE49-F238E27FC236}">
                  <a16:creationId xmlns:a16="http://schemas.microsoft.com/office/drawing/2014/main" id="{32EC2D6C-0108-482C-8F9C-90926503EBFB}"/>
                </a:ext>
              </a:extLst>
            </p:cNvPr>
            <p:cNvGrpSpPr/>
            <p:nvPr/>
          </p:nvGrpSpPr>
          <p:grpSpPr>
            <a:xfrm>
              <a:off x="2849046" y="1858436"/>
              <a:ext cx="385729" cy="399676"/>
              <a:chOff x="2849046" y="1858436"/>
              <a:chExt cx="385729" cy="399676"/>
            </a:xfrm>
            <a:solidFill>
              <a:srgbClr val="EF463C"/>
            </a:solidFill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A25B231C-1642-C54F-849A-0230EEDB4A64}"/>
                  </a:ext>
                </a:extLst>
              </p:cNvPr>
              <p:cNvSpPr/>
              <p:nvPr/>
            </p:nvSpPr>
            <p:spPr>
              <a:xfrm>
                <a:off x="2961764" y="1858436"/>
                <a:ext cx="98843" cy="149240"/>
              </a:xfrm>
              <a:custGeom>
                <a:avLst/>
                <a:gdLst>
                  <a:gd name="connsiteX0" fmla="*/ 59079 w 98843"/>
                  <a:gd name="connsiteY0" fmla="*/ 149240 h 149240"/>
                  <a:gd name="connsiteX1" fmla="*/ 20871 w 98843"/>
                  <a:gd name="connsiteY1" fmla="*/ 120162 h 149240"/>
                  <a:gd name="connsiteX2" fmla="*/ 1470 w 98843"/>
                  <a:gd name="connsiteY2" fmla="*/ 50396 h 149240"/>
                  <a:gd name="connsiteX3" fmla="*/ 29059 w 98843"/>
                  <a:gd name="connsiteY3" fmla="*/ 1470 h 149240"/>
                  <a:gd name="connsiteX4" fmla="*/ 77985 w 98843"/>
                  <a:gd name="connsiteY4" fmla="*/ 29059 h 149240"/>
                  <a:gd name="connsiteX5" fmla="*/ 97387 w 98843"/>
                  <a:gd name="connsiteY5" fmla="*/ 98925 h 149240"/>
                  <a:gd name="connsiteX6" fmla="*/ 69755 w 98843"/>
                  <a:gd name="connsiteY6" fmla="*/ 147791 h 149240"/>
                  <a:gd name="connsiteX7" fmla="*/ 59079 w 98843"/>
                  <a:gd name="connsiteY7" fmla="*/ 149240 h 14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843" h="149240">
                    <a:moveTo>
                      <a:pt x="59079" y="149240"/>
                    </a:moveTo>
                    <a:cubicBezTo>
                      <a:pt x="41261" y="149220"/>
                      <a:pt x="25638" y="137331"/>
                      <a:pt x="20871" y="120162"/>
                    </a:cubicBezTo>
                    <a:lnTo>
                      <a:pt x="1470" y="50396"/>
                    </a:lnTo>
                    <a:cubicBezTo>
                      <a:pt x="-4422" y="29267"/>
                      <a:pt x="7930" y="7362"/>
                      <a:pt x="29059" y="1470"/>
                    </a:cubicBezTo>
                    <a:cubicBezTo>
                      <a:pt x="50188" y="-4422"/>
                      <a:pt x="72093" y="7930"/>
                      <a:pt x="77985" y="29059"/>
                    </a:cubicBezTo>
                    <a:lnTo>
                      <a:pt x="97387" y="98925"/>
                    </a:lnTo>
                    <a:cubicBezTo>
                      <a:pt x="103251" y="120048"/>
                      <a:pt x="90880" y="141931"/>
                      <a:pt x="69755" y="147791"/>
                    </a:cubicBezTo>
                    <a:cubicBezTo>
                      <a:pt x="66279" y="148759"/>
                      <a:pt x="62687" y="149245"/>
                      <a:pt x="59079" y="14924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1AB7ED64-435E-0545-B555-9815B450D104}"/>
                  </a:ext>
                </a:extLst>
              </p:cNvPr>
              <p:cNvSpPr/>
              <p:nvPr/>
            </p:nvSpPr>
            <p:spPr>
              <a:xfrm>
                <a:off x="3050176" y="1875430"/>
                <a:ext cx="117761" cy="142566"/>
              </a:xfrm>
              <a:custGeom>
                <a:avLst/>
                <a:gdLst>
                  <a:gd name="connsiteX0" fmla="*/ 39788 w 117761"/>
                  <a:gd name="connsiteY0" fmla="*/ 142567 h 142566"/>
                  <a:gd name="connsiteX1" fmla="*/ 0 w 117761"/>
                  <a:gd name="connsiteY1" fmla="*/ 102964 h 142566"/>
                  <a:gd name="connsiteX2" fmla="*/ 5699 w 117761"/>
                  <a:gd name="connsiteY2" fmla="*/ 82377 h 142566"/>
                  <a:gd name="connsiteX3" fmla="*/ 43510 w 117761"/>
                  <a:gd name="connsiteY3" fmla="*/ 20152 h 142566"/>
                  <a:gd name="connsiteX4" fmla="*/ 97610 w 117761"/>
                  <a:gd name="connsiteY4" fmla="*/ 5155 h 142566"/>
                  <a:gd name="connsiteX5" fmla="*/ 112606 w 117761"/>
                  <a:gd name="connsiteY5" fmla="*/ 59253 h 142566"/>
                  <a:gd name="connsiteX6" fmla="*/ 111342 w 117761"/>
                  <a:gd name="connsiteY6" fmla="*/ 61337 h 142566"/>
                  <a:gd name="connsiteX7" fmla="*/ 73531 w 117761"/>
                  <a:gd name="connsiteY7" fmla="*/ 123562 h 142566"/>
                  <a:gd name="connsiteX8" fmla="*/ 39788 w 117761"/>
                  <a:gd name="connsiteY8" fmla="*/ 142567 h 14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761" h="142566">
                    <a:moveTo>
                      <a:pt x="39788" y="142567"/>
                    </a:moveTo>
                    <a:cubicBezTo>
                      <a:pt x="17865" y="142616"/>
                      <a:pt x="51" y="124887"/>
                      <a:pt x="0" y="102964"/>
                    </a:cubicBezTo>
                    <a:cubicBezTo>
                      <a:pt x="-17" y="95710"/>
                      <a:pt x="1954" y="88589"/>
                      <a:pt x="5699" y="82377"/>
                    </a:cubicBezTo>
                    <a:lnTo>
                      <a:pt x="43510" y="20152"/>
                    </a:lnTo>
                    <a:cubicBezTo>
                      <a:pt x="54308" y="1072"/>
                      <a:pt x="78529" y="-5642"/>
                      <a:pt x="97610" y="5155"/>
                    </a:cubicBezTo>
                    <a:cubicBezTo>
                      <a:pt x="116690" y="15953"/>
                      <a:pt x="123404" y="40174"/>
                      <a:pt x="112606" y="59253"/>
                    </a:cubicBezTo>
                    <a:cubicBezTo>
                      <a:pt x="112206" y="59963"/>
                      <a:pt x="111784" y="60658"/>
                      <a:pt x="111342" y="61337"/>
                    </a:cubicBezTo>
                    <a:lnTo>
                      <a:pt x="73531" y="123562"/>
                    </a:lnTo>
                    <a:cubicBezTo>
                      <a:pt x="66346" y="135327"/>
                      <a:pt x="53573" y="142522"/>
                      <a:pt x="39788" y="14256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1FBBF64E-65D4-0640-9283-FADE4E951DEB}"/>
                  </a:ext>
                </a:extLst>
              </p:cNvPr>
              <p:cNvSpPr/>
              <p:nvPr/>
            </p:nvSpPr>
            <p:spPr>
              <a:xfrm>
                <a:off x="3102228" y="1984822"/>
                <a:ext cx="132547" cy="90139"/>
              </a:xfrm>
              <a:custGeom>
                <a:avLst/>
                <a:gdLst>
                  <a:gd name="connsiteX0" fmla="*/ 39888 w 132547"/>
                  <a:gd name="connsiteY0" fmla="*/ 90139 h 90139"/>
                  <a:gd name="connsiteX1" fmla="*/ 0 w 132547"/>
                  <a:gd name="connsiteY1" fmla="*/ 50636 h 90139"/>
                  <a:gd name="connsiteX2" fmla="*/ 32048 w 132547"/>
                  <a:gd name="connsiteY2" fmla="*/ 11490 h 90139"/>
                  <a:gd name="connsiteX3" fmla="*/ 85341 w 132547"/>
                  <a:gd name="connsiteY3" fmla="*/ 723 h 90139"/>
                  <a:gd name="connsiteX4" fmla="*/ 131825 w 132547"/>
                  <a:gd name="connsiteY4" fmla="*/ 32202 h 90139"/>
                  <a:gd name="connsiteX5" fmla="*/ 101120 w 132547"/>
                  <a:gd name="connsiteY5" fmla="*/ 78528 h 90139"/>
                  <a:gd name="connsiteX6" fmla="*/ 47927 w 132547"/>
                  <a:gd name="connsiteY6" fmla="*/ 89345 h 90139"/>
                  <a:gd name="connsiteX7" fmla="*/ 39888 w 132547"/>
                  <a:gd name="connsiteY7" fmla="*/ 90139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47" h="90139">
                    <a:moveTo>
                      <a:pt x="39888" y="90139"/>
                    </a:moveTo>
                    <a:cubicBezTo>
                      <a:pt x="17965" y="90243"/>
                      <a:pt x="106" y="72559"/>
                      <a:pt x="0" y="50636"/>
                    </a:cubicBezTo>
                    <a:cubicBezTo>
                      <a:pt x="-91" y="31587"/>
                      <a:pt x="13358" y="15162"/>
                      <a:pt x="32048" y="11490"/>
                    </a:cubicBezTo>
                    <a:lnTo>
                      <a:pt x="85341" y="723"/>
                    </a:lnTo>
                    <a:cubicBezTo>
                      <a:pt x="106869" y="-3421"/>
                      <a:pt x="127681" y="10672"/>
                      <a:pt x="131825" y="32202"/>
                    </a:cubicBezTo>
                    <a:cubicBezTo>
                      <a:pt x="135912" y="53425"/>
                      <a:pt x="122262" y="74022"/>
                      <a:pt x="101120" y="78528"/>
                    </a:cubicBezTo>
                    <a:lnTo>
                      <a:pt x="47927" y="89345"/>
                    </a:lnTo>
                    <a:cubicBezTo>
                      <a:pt x="45278" y="89861"/>
                      <a:pt x="42586" y="90129"/>
                      <a:pt x="39888" y="9013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4CE5B140-8BDE-8941-B09A-517CE0A5905A}"/>
                  </a:ext>
                </a:extLst>
              </p:cNvPr>
              <p:cNvSpPr/>
              <p:nvPr/>
            </p:nvSpPr>
            <p:spPr>
              <a:xfrm>
                <a:off x="3086851" y="2068349"/>
                <a:ext cx="134800" cy="113048"/>
              </a:xfrm>
              <a:custGeom>
                <a:avLst/>
                <a:gdLst>
                  <a:gd name="connsiteX0" fmla="*/ 95061 w 134800"/>
                  <a:gd name="connsiteY0" fmla="*/ 113049 h 113048"/>
                  <a:gd name="connsiteX1" fmla="*/ 74567 w 134800"/>
                  <a:gd name="connsiteY1" fmla="*/ 107342 h 113048"/>
                  <a:gd name="connsiteX2" fmla="*/ 19191 w 134800"/>
                  <a:gd name="connsiteY2" fmla="*/ 73700 h 113048"/>
                  <a:gd name="connsiteX3" fmla="*/ 5719 w 134800"/>
                  <a:gd name="connsiteY3" fmla="*/ 19191 h 113048"/>
                  <a:gd name="connsiteX4" fmla="*/ 60227 w 134800"/>
                  <a:gd name="connsiteY4" fmla="*/ 5719 h 113048"/>
                  <a:gd name="connsiteX5" fmla="*/ 115604 w 134800"/>
                  <a:gd name="connsiteY5" fmla="*/ 39163 h 113048"/>
                  <a:gd name="connsiteX6" fmla="*/ 129088 w 134800"/>
                  <a:gd name="connsiteY6" fmla="*/ 93657 h 113048"/>
                  <a:gd name="connsiteX7" fmla="*/ 95061 w 134800"/>
                  <a:gd name="connsiteY7" fmla="*/ 112850 h 113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800" h="113048">
                    <a:moveTo>
                      <a:pt x="95061" y="113049"/>
                    </a:moveTo>
                    <a:cubicBezTo>
                      <a:pt x="87838" y="113049"/>
                      <a:pt x="80752" y="111074"/>
                      <a:pt x="74567" y="107342"/>
                    </a:cubicBezTo>
                    <a:lnTo>
                      <a:pt x="19191" y="73700"/>
                    </a:lnTo>
                    <a:cubicBezTo>
                      <a:pt x="419" y="62366"/>
                      <a:pt x="-5613" y="37963"/>
                      <a:pt x="5719" y="19191"/>
                    </a:cubicBezTo>
                    <a:cubicBezTo>
                      <a:pt x="17051" y="420"/>
                      <a:pt x="41455" y="-5614"/>
                      <a:pt x="60227" y="5719"/>
                    </a:cubicBezTo>
                    <a:lnTo>
                      <a:pt x="115604" y="39163"/>
                    </a:lnTo>
                    <a:cubicBezTo>
                      <a:pt x="134376" y="50487"/>
                      <a:pt x="140413" y="74885"/>
                      <a:pt x="129088" y="93657"/>
                    </a:cubicBezTo>
                    <a:cubicBezTo>
                      <a:pt x="121896" y="105581"/>
                      <a:pt x="108984" y="112865"/>
                      <a:pt x="95061" y="11285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8D0635B9-11C5-804D-A0C3-66A257DEA79B}"/>
                  </a:ext>
                </a:extLst>
              </p:cNvPr>
              <p:cNvSpPr/>
              <p:nvPr/>
            </p:nvSpPr>
            <p:spPr>
              <a:xfrm>
                <a:off x="3021088" y="2125403"/>
                <a:ext cx="92271" cy="132709"/>
              </a:xfrm>
              <a:custGeom>
                <a:avLst/>
                <a:gdLst>
                  <a:gd name="connsiteX0" fmla="*/ 52551 w 92271"/>
                  <a:gd name="connsiteY0" fmla="*/ 132709 h 132709"/>
                  <a:gd name="connsiteX1" fmla="*/ 13996 w 92271"/>
                  <a:gd name="connsiteY1" fmla="*/ 102291 h 132709"/>
                  <a:gd name="connsiteX2" fmla="*/ 1392 w 92271"/>
                  <a:gd name="connsiteY2" fmla="*/ 50090 h 132709"/>
                  <a:gd name="connsiteX3" fmla="*/ 29322 w 92271"/>
                  <a:gd name="connsiteY3" fmla="*/ 1393 h 132709"/>
                  <a:gd name="connsiteX4" fmla="*/ 78021 w 92271"/>
                  <a:gd name="connsiteY4" fmla="*/ 29324 h 132709"/>
                  <a:gd name="connsiteX5" fmla="*/ 78552 w 92271"/>
                  <a:gd name="connsiteY5" fmla="*/ 31532 h 132709"/>
                  <a:gd name="connsiteX6" fmla="*/ 91156 w 92271"/>
                  <a:gd name="connsiteY6" fmla="*/ 83783 h 132709"/>
                  <a:gd name="connsiteX7" fmla="*/ 61930 w 92271"/>
                  <a:gd name="connsiteY7" fmla="*/ 131667 h 132709"/>
                  <a:gd name="connsiteX8" fmla="*/ 52551 w 92271"/>
                  <a:gd name="connsiteY8" fmla="*/ 132709 h 13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271" h="132709">
                    <a:moveTo>
                      <a:pt x="52551" y="132709"/>
                    </a:moveTo>
                    <a:cubicBezTo>
                      <a:pt x="34217" y="132689"/>
                      <a:pt x="18282" y="120115"/>
                      <a:pt x="13996" y="102291"/>
                    </a:cubicBezTo>
                    <a:lnTo>
                      <a:pt x="1392" y="50090"/>
                    </a:lnTo>
                    <a:cubicBezTo>
                      <a:pt x="-4343" y="28932"/>
                      <a:pt x="8162" y="7129"/>
                      <a:pt x="29322" y="1393"/>
                    </a:cubicBezTo>
                    <a:cubicBezTo>
                      <a:pt x="50483" y="-4343"/>
                      <a:pt x="72286" y="8161"/>
                      <a:pt x="78021" y="29324"/>
                    </a:cubicBezTo>
                    <a:cubicBezTo>
                      <a:pt x="78219" y="30054"/>
                      <a:pt x="78396" y="30793"/>
                      <a:pt x="78552" y="31532"/>
                    </a:cubicBezTo>
                    <a:lnTo>
                      <a:pt x="91156" y="83783"/>
                    </a:lnTo>
                    <a:cubicBezTo>
                      <a:pt x="96291" y="105075"/>
                      <a:pt x="83213" y="126501"/>
                      <a:pt x="61930" y="131667"/>
                    </a:cubicBezTo>
                    <a:cubicBezTo>
                      <a:pt x="58854" y="132371"/>
                      <a:pt x="55707" y="132724"/>
                      <a:pt x="52551" y="13270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D1FC00BE-A721-504A-9399-4E1D41B56BD7}"/>
                  </a:ext>
                </a:extLst>
              </p:cNvPr>
              <p:cNvSpPr/>
              <p:nvPr/>
            </p:nvSpPr>
            <p:spPr>
              <a:xfrm>
                <a:off x="2916779" y="2106644"/>
                <a:ext cx="110911" cy="133405"/>
              </a:xfrm>
              <a:custGeom>
                <a:avLst/>
                <a:gdLst>
                  <a:gd name="connsiteX0" fmla="*/ 39557 w 110911"/>
                  <a:gd name="connsiteY0" fmla="*/ 133405 h 133405"/>
                  <a:gd name="connsiteX1" fmla="*/ 0 w 110911"/>
                  <a:gd name="connsiteY1" fmla="*/ 93570 h 133405"/>
                  <a:gd name="connsiteX2" fmla="*/ 5319 w 110911"/>
                  <a:gd name="connsiteY2" fmla="*/ 73861 h 133405"/>
                  <a:gd name="connsiteX3" fmla="*/ 36877 w 110911"/>
                  <a:gd name="connsiteY3" fmla="*/ 19724 h 133405"/>
                  <a:gd name="connsiteX4" fmla="*/ 91187 w 110911"/>
                  <a:gd name="connsiteY4" fmla="*/ 5409 h 133405"/>
                  <a:gd name="connsiteX5" fmla="*/ 105503 w 110911"/>
                  <a:gd name="connsiteY5" fmla="*/ 59719 h 133405"/>
                  <a:gd name="connsiteX6" fmla="*/ 73894 w 110911"/>
                  <a:gd name="connsiteY6" fmla="*/ 113855 h 133405"/>
                  <a:gd name="connsiteX7" fmla="*/ 39557 w 110911"/>
                  <a:gd name="connsiteY7" fmla="*/ 133405 h 13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911" h="133405">
                    <a:moveTo>
                      <a:pt x="39557" y="133405"/>
                    </a:moveTo>
                    <a:cubicBezTo>
                      <a:pt x="17633" y="133326"/>
                      <a:pt x="-77" y="115492"/>
                      <a:pt x="0" y="93570"/>
                    </a:cubicBezTo>
                    <a:cubicBezTo>
                      <a:pt x="25" y="86648"/>
                      <a:pt x="1858" y="79855"/>
                      <a:pt x="5319" y="73861"/>
                    </a:cubicBezTo>
                    <a:lnTo>
                      <a:pt x="36877" y="19724"/>
                    </a:lnTo>
                    <a:cubicBezTo>
                      <a:pt x="47921" y="774"/>
                      <a:pt x="72237" y="-5637"/>
                      <a:pt x="91187" y="5409"/>
                    </a:cubicBezTo>
                    <a:cubicBezTo>
                      <a:pt x="110138" y="16454"/>
                      <a:pt x="116547" y="40769"/>
                      <a:pt x="105503" y="59719"/>
                    </a:cubicBezTo>
                    <a:lnTo>
                      <a:pt x="73894" y="113855"/>
                    </a:lnTo>
                    <a:cubicBezTo>
                      <a:pt x="66735" y="126012"/>
                      <a:pt x="53664" y="133455"/>
                      <a:pt x="39557" y="13340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57A3CBFB-660D-FE4D-8426-B496DA2B727E}"/>
                  </a:ext>
                </a:extLst>
              </p:cNvPr>
              <p:cNvSpPr/>
              <p:nvPr/>
            </p:nvSpPr>
            <p:spPr>
              <a:xfrm>
                <a:off x="2849046" y="2041009"/>
                <a:ext cx="137948" cy="95283"/>
              </a:xfrm>
              <a:custGeom>
                <a:avLst/>
                <a:gdLst>
                  <a:gd name="connsiteX0" fmla="*/ 39657 w 137948"/>
                  <a:gd name="connsiteY0" fmla="*/ 95284 h 95283"/>
                  <a:gd name="connsiteX1" fmla="*/ 0 w 137948"/>
                  <a:gd name="connsiteY1" fmla="*/ 55548 h 95283"/>
                  <a:gd name="connsiteX2" fmla="*/ 29286 w 137948"/>
                  <a:gd name="connsiteY2" fmla="*/ 17280 h 95283"/>
                  <a:gd name="connsiteX3" fmla="*/ 88384 w 137948"/>
                  <a:gd name="connsiteY3" fmla="*/ 1253 h 95283"/>
                  <a:gd name="connsiteX4" fmla="*/ 136696 w 137948"/>
                  <a:gd name="connsiteY4" fmla="*/ 29849 h 95283"/>
                  <a:gd name="connsiteX5" fmla="*/ 109176 w 137948"/>
                  <a:gd name="connsiteY5" fmla="*/ 77867 h 95283"/>
                  <a:gd name="connsiteX6" fmla="*/ 50077 w 137948"/>
                  <a:gd name="connsiteY6" fmla="*/ 93894 h 95283"/>
                  <a:gd name="connsiteX7" fmla="*/ 39657 w 137948"/>
                  <a:gd name="connsiteY7" fmla="*/ 95284 h 95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7948" h="95283">
                    <a:moveTo>
                      <a:pt x="39657" y="95284"/>
                    </a:moveTo>
                    <a:cubicBezTo>
                      <a:pt x="17733" y="95264"/>
                      <a:pt x="-22" y="77470"/>
                      <a:pt x="0" y="55548"/>
                    </a:cubicBezTo>
                    <a:cubicBezTo>
                      <a:pt x="18" y="37649"/>
                      <a:pt x="12013" y="21974"/>
                      <a:pt x="29286" y="17280"/>
                    </a:cubicBezTo>
                    <a:lnTo>
                      <a:pt x="88384" y="1253"/>
                    </a:lnTo>
                    <a:cubicBezTo>
                      <a:pt x="109622" y="-4191"/>
                      <a:pt x="131251" y="8611"/>
                      <a:pt x="136696" y="29849"/>
                    </a:cubicBezTo>
                    <a:cubicBezTo>
                      <a:pt x="142033" y="50665"/>
                      <a:pt x="129835" y="71947"/>
                      <a:pt x="109176" y="77867"/>
                    </a:cubicBezTo>
                    <a:lnTo>
                      <a:pt x="50077" y="93894"/>
                    </a:lnTo>
                    <a:cubicBezTo>
                      <a:pt x="46681" y="94817"/>
                      <a:pt x="43177" y="95284"/>
                      <a:pt x="39657" y="9528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2BAF53C7-3956-734B-B244-276AF3C56E6E}"/>
                  </a:ext>
                </a:extLst>
              </p:cNvPr>
              <p:cNvSpPr/>
              <p:nvPr/>
            </p:nvSpPr>
            <p:spPr>
              <a:xfrm>
                <a:off x="2861581" y="1929963"/>
                <a:ext cx="137028" cy="116963"/>
              </a:xfrm>
              <a:custGeom>
                <a:avLst/>
                <a:gdLst>
                  <a:gd name="connsiteX0" fmla="*/ 97335 w 137028"/>
                  <a:gd name="connsiteY0" fmla="*/ 116963 h 116963"/>
                  <a:gd name="connsiteX1" fmla="*/ 75700 w 137028"/>
                  <a:gd name="connsiteY1" fmla="*/ 110512 h 116963"/>
                  <a:gd name="connsiteX2" fmla="*/ 19034 w 137028"/>
                  <a:gd name="connsiteY2" fmla="*/ 73595 h 116963"/>
                  <a:gd name="connsiteX3" fmla="*/ 5811 w 137028"/>
                  <a:gd name="connsiteY3" fmla="*/ 19037 h 116963"/>
                  <a:gd name="connsiteX4" fmla="*/ 60371 w 137028"/>
                  <a:gd name="connsiteY4" fmla="*/ 5813 h 116963"/>
                  <a:gd name="connsiteX5" fmla="*/ 62352 w 137028"/>
                  <a:gd name="connsiteY5" fmla="*/ 7103 h 116963"/>
                  <a:gd name="connsiteX6" fmla="*/ 119019 w 137028"/>
                  <a:gd name="connsiteY6" fmla="*/ 44021 h 116963"/>
                  <a:gd name="connsiteX7" fmla="*/ 130574 w 137028"/>
                  <a:gd name="connsiteY7" fmla="*/ 98956 h 116963"/>
                  <a:gd name="connsiteX8" fmla="*/ 97335 w 137028"/>
                  <a:gd name="connsiteY8" fmla="*/ 116963 h 116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28" h="116963">
                    <a:moveTo>
                      <a:pt x="97335" y="116963"/>
                    </a:moveTo>
                    <a:cubicBezTo>
                      <a:pt x="89648" y="116973"/>
                      <a:pt x="82127" y="114730"/>
                      <a:pt x="75700" y="110512"/>
                    </a:cubicBezTo>
                    <a:lnTo>
                      <a:pt x="19034" y="73595"/>
                    </a:lnTo>
                    <a:cubicBezTo>
                      <a:pt x="316" y="62182"/>
                      <a:pt x="-5604" y="37754"/>
                      <a:pt x="5811" y="19037"/>
                    </a:cubicBezTo>
                    <a:cubicBezTo>
                      <a:pt x="17226" y="315"/>
                      <a:pt x="41654" y="-5605"/>
                      <a:pt x="60371" y="5813"/>
                    </a:cubicBezTo>
                    <a:cubicBezTo>
                      <a:pt x="61044" y="6225"/>
                      <a:pt x="61705" y="6651"/>
                      <a:pt x="62352" y="7103"/>
                    </a:cubicBezTo>
                    <a:lnTo>
                      <a:pt x="119019" y="44021"/>
                    </a:lnTo>
                    <a:cubicBezTo>
                      <a:pt x="137380" y="55999"/>
                      <a:pt x="142553" y="80596"/>
                      <a:pt x="130574" y="98956"/>
                    </a:cubicBezTo>
                    <a:cubicBezTo>
                      <a:pt x="123246" y="110190"/>
                      <a:pt x="110745" y="116958"/>
                      <a:pt x="97335" y="11696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C7CFD590-A715-6B49-9C81-490CE19ADC78}"/>
                  </a:ext>
                </a:extLst>
              </p:cNvPr>
              <p:cNvSpPr/>
              <p:nvPr/>
            </p:nvSpPr>
            <p:spPr>
              <a:xfrm>
                <a:off x="2906936" y="1925306"/>
                <a:ext cx="271326" cy="271325"/>
              </a:xfrm>
              <a:custGeom>
                <a:avLst/>
                <a:gdLst>
                  <a:gd name="connsiteX0" fmla="*/ 135592 w 271326"/>
                  <a:gd name="connsiteY0" fmla="*/ 271326 h 271325"/>
                  <a:gd name="connsiteX1" fmla="*/ 0 w 271326"/>
                  <a:gd name="connsiteY1" fmla="*/ 135593 h 271325"/>
                  <a:gd name="connsiteX2" fmla="*/ 135734 w 271326"/>
                  <a:gd name="connsiteY2" fmla="*/ 0 h 271325"/>
                  <a:gd name="connsiteX3" fmla="*/ 271326 w 271326"/>
                  <a:gd name="connsiteY3" fmla="*/ 135732 h 271325"/>
                  <a:gd name="connsiteX4" fmla="*/ 166803 w 271326"/>
                  <a:gd name="connsiteY4" fmla="*/ 267704 h 271325"/>
                  <a:gd name="connsiteX5" fmla="*/ 135592 w 271326"/>
                  <a:gd name="connsiteY5" fmla="*/ 271326 h 271325"/>
                  <a:gd name="connsiteX6" fmla="*/ 135592 w 271326"/>
                  <a:gd name="connsiteY6" fmla="*/ 79790 h 271325"/>
                  <a:gd name="connsiteX7" fmla="*/ 122790 w 271326"/>
                  <a:gd name="connsiteY7" fmla="*/ 81279 h 271325"/>
                  <a:gd name="connsiteX8" fmla="*/ 81085 w 271326"/>
                  <a:gd name="connsiteY8" fmla="*/ 148639 h 271325"/>
                  <a:gd name="connsiteX9" fmla="*/ 148447 w 271326"/>
                  <a:gd name="connsiteY9" fmla="*/ 190345 h 271325"/>
                  <a:gd name="connsiteX10" fmla="*/ 190151 w 271326"/>
                  <a:gd name="connsiteY10" fmla="*/ 122985 h 271325"/>
                  <a:gd name="connsiteX11" fmla="*/ 135592 w 271326"/>
                  <a:gd name="connsiteY11" fmla="*/ 79790 h 27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1326" h="271325">
                    <a:moveTo>
                      <a:pt x="135592" y="271326"/>
                    </a:moveTo>
                    <a:cubicBezTo>
                      <a:pt x="60667" y="271286"/>
                      <a:pt x="-40" y="210516"/>
                      <a:pt x="0" y="135593"/>
                    </a:cubicBezTo>
                    <a:cubicBezTo>
                      <a:pt x="39" y="60666"/>
                      <a:pt x="60810" y="-40"/>
                      <a:pt x="135734" y="0"/>
                    </a:cubicBezTo>
                    <a:cubicBezTo>
                      <a:pt x="210659" y="40"/>
                      <a:pt x="271365" y="60810"/>
                      <a:pt x="271326" y="135732"/>
                    </a:cubicBezTo>
                    <a:cubicBezTo>
                      <a:pt x="271293" y="198637"/>
                      <a:pt x="228026" y="253264"/>
                      <a:pt x="166803" y="267704"/>
                    </a:cubicBezTo>
                    <a:cubicBezTo>
                      <a:pt x="156573" y="270105"/>
                      <a:pt x="146100" y="271321"/>
                      <a:pt x="135592" y="271326"/>
                    </a:cubicBezTo>
                    <a:close/>
                    <a:moveTo>
                      <a:pt x="135592" y="79790"/>
                    </a:moveTo>
                    <a:cubicBezTo>
                      <a:pt x="131282" y="79800"/>
                      <a:pt x="126986" y="80296"/>
                      <a:pt x="122790" y="81279"/>
                    </a:cubicBezTo>
                    <a:cubicBezTo>
                      <a:pt x="92672" y="88365"/>
                      <a:pt x="74000" y="118524"/>
                      <a:pt x="81085" y="148639"/>
                    </a:cubicBezTo>
                    <a:cubicBezTo>
                      <a:pt x="88170" y="178759"/>
                      <a:pt x="118329" y="197431"/>
                      <a:pt x="148447" y="190345"/>
                    </a:cubicBezTo>
                    <a:cubicBezTo>
                      <a:pt x="178565" y="183259"/>
                      <a:pt x="197237" y="153100"/>
                      <a:pt x="190151" y="122985"/>
                    </a:cubicBezTo>
                    <a:cubicBezTo>
                      <a:pt x="184196" y="97668"/>
                      <a:pt x="161599" y="79780"/>
                      <a:pt x="135592" y="7979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43" name="Picture Placeholder 39">
            <a:extLst>
              <a:ext uri="{FF2B5EF4-FFF2-40B4-BE49-F238E27FC236}">
                <a16:creationId xmlns:a16="http://schemas.microsoft.com/office/drawing/2014/main" id="{2D4DAFFF-DA96-48BA-854C-42A1D30E0FA0}"/>
              </a:ext>
            </a:extLst>
          </p:cNvPr>
          <p:cNvGrpSpPr>
            <a:grpSpLocks noChangeAspect="1"/>
          </p:cNvGrpSpPr>
          <p:nvPr/>
        </p:nvGrpSpPr>
        <p:grpSpPr>
          <a:xfrm>
            <a:off x="4169393" y="1444481"/>
            <a:ext cx="750166" cy="784999"/>
            <a:chOff x="4169393" y="1444481"/>
            <a:chExt cx="750166" cy="784999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194AACC-0223-8A4B-924C-2F74264A37D7}"/>
                </a:ext>
              </a:extLst>
            </p:cNvPr>
            <p:cNvSpPr/>
            <p:nvPr/>
          </p:nvSpPr>
          <p:spPr>
            <a:xfrm>
              <a:off x="4258330" y="1898064"/>
              <a:ext cx="574819" cy="331416"/>
            </a:xfrm>
            <a:custGeom>
              <a:avLst/>
              <a:gdLst>
                <a:gd name="connsiteX0" fmla="*/ 287336 w 574819"/>
                <a:gd name="connsiteY0" fmla="*/ 331417 h 331416"/>
                <a:gd name="connsiteX1" fmla="*/ 32 w 574819"/>
                <a:gd name="connsiteY1" fmla="*/ 41284 h 331416"/>
                <a:gd name="connsiteX2" fmla="*/ 38109 w 574819"/>
                <a:gd name="connsiteY2" fmla="*/ 32 h 331416"/>
                <a:gd name="connsiteX3" fmla="*/ 39729 w 574819"/>
                <a:gd name="connsiteY3" fmla="*/ 0 h 331416"/>
                <a:gd name="connsiteX4" fmla="*/ 535093 w 574819"/>
                <a:gd name="connsiteY4" fmla="*/ 0 h 331416"/>
                <a:gd name="connsiteX5" fmla="*/ 574819 w 574819"/>
                <a:gd name="connsiteY5" fmla="*/ 39667 h 331416"/>
                <a:gd name="connsiteX6" fmla="*/ 574789 w 574819"/>
                <a:gd name="connsiteY6" fmla="*/ 41284 h 331416"/>
                <a:gd name="connsiteX7" fmla="*/ 287336 w 574819"/>
                <a:gd name="connsiteY7" fmla="*/ 331417 h 331416"/>
                <a:gd name="connsiteX8" fmla="*/ 83891 w 574819"/>
                <a:gd name="connsiteY8" fmla="*/ 79393 h 331416"/>
                <a:gd name="connsiteX9" fmla="*/ 287336 w 574819"/>
                <a:gd name="connsiteY9" fmla="*/ 252023 h 331416"/>
                <a:gd name="connsiteX10" fmla="*/ 490782 w 574819"/>
                <a:gd name="connsiteY10" fmla="*/ 79393 h 33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4819" h="331416">
                  <a:moveTo>
                    <a:pt x="287336" y="331417"/>
                  </a:moveTo>
                  <a:cubicBezTo>
                    <a:pt x="124829" y="331417"/>
                    <a:pt x="6682" y="212327"/>
                    <a:pt x="32" y="41284"/>
                  </a:cubicBezTo>
                  <a:cubicBezTo>
                    <a:pt x="-844" y="19377"/>
                    <a:pt x="16203" y="908"/>
                    <a:pt x="38109" y="32"/>
                  </a:cubicBezTo>
                  <a:cubicBezTo>
                    <a:pt x="38649" y="10"/>
                    <a:pt x="39189" y="0"/>
                    <a:pt x="39729" y="0"/>
                  </a:cubicBezTo>
                  <a:lnTo>
                    <a:pt x="535093" y="0"/>
                  </a:lnTo>
                  <a:cubicBezTo>
                    <a:pt x="557015" y="-17"/>
                    <a:pt x="574804" y="17739"/>
                    <a:pt x="574819" y="39667"/>
                  </a:cubicBezTo>
                  <a:cubicBezTo>
                    <a:pt x="574819" y="40203"/>
                    <a:pt x="574809" y="40744"/>
                    <a:pt x="574789" y="41284"/>
                  </a:cubicBezTo>
                  <a:cubicBezTo>
                    <a:pt x="568041" y="212128"/>
                    <a:pt x="449894" y="331417"/>
                    <a:pt x="287336" y="331417"/>
                  </a:cubicBezTo>
                  <a:close/>
                  <a:moveTo>
                    <a:pt x="83891" y="79393"/>
                  </a:moveTo>
                  <a:cubicBezTo>
                    <a:pt x="103442" y="184242"/>
                    <a:pt x="181247" y="252023"/>
                    <a:pt x="287336" y="252023"/>
                  </a:cubicBezTo>
                  <a:cubicBezTo>
                    <a:pt x="393426" y="252023"/>
                    <a:pt x="471281" y="184242"/>
                    <a:pt x="49078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4C56442D-0D90-F440-A2AF-663CFFBAFD32}"/>
                </a:ext>
              </a:extLst>
            </p:cNvPr>
            <p:cNvSpPr/>
            <p:nvPr/>
          </p:nvSpPr>
          <p:spPr>
            <a:xfrm>
              <a:off x="4169393" y="1444481"/>
              <a:ext cx="750166" cy="530693"/>
            </a:xfrm>
            <a:custGeom>
              <a:avLst/>
              <a:gdLst>
                <a:gd name="connsiteX0" fmla="*/ 39697 w 750166"/>
                <a:gd name="connsiteY0" fmla="*/ 530495 h 530693"/>
                <a:gd name="connsiteX1" fmla="*/ 0 w 750166"/>
                <a:gd name="connsiteY1" fmla="*/ 490798 h 530693"/>
                <a:gd name="connsiteX2" fmla="*/ 0 w 750166"/>
                <a:gd name="connsiteY2" fmla="*/ 474622 h 530693"/>
                <a:gd name="connsiteX3" fmla="*/ 62473 w 750166"/>
                <a:gd name="connsiteY3" fmla="*/ 333253 h 530693"/>
                <a:gd name="connsiteX4" fmla="*/ 245623 w 750166"/>
                <a:gd name="connsiteY4" fmla="*/ 71950 h 530693"/>
                <a:gd name="connsiteX5" fmla="*/ 276288 w 750166"/>
                <a:gd name="connsiteY5" fmla="*/ 59545 h 530693"/>
                <a:gd name="connsiteX6" fmla="*/ 276288 w 750166"/>
                <a:gd name="connsiteY6" fmla="*/ 39697 h 530693"/>
                <a:gd name="connsiteX7" fmla="*/ 315985 w 750166"/>
                <a:gd name="connsiteY7" fmla="*/ 0 h 530693"/>
                <a:gd name="connsiteX8" fmla="*/ 434380 w 750166"/>
                <a:gd name="connsiteY8" fmla="*/ 0 h 530693"/>
                <a:gd name="connsiteX9" fmla="*/ 474077 w 750166"/>
                <a:gd name="connsiteY9" fmla="*/ 39697 h 530693"/>
                <a:gd name="connsiteX10" fmla="*/ 474077 w 750166"/>
                <a:gd name="connsiteY10" fmla="*/ 60736 h 530693"/>
                <a:gd name="connsiteX11" fmla="*/ 500773 w 750166"/>
                <a:gd name="connsiteY11" fmla="*/ 70362 h 530693"/>
                <a:gd name="connsiteX12" fmla="*/ 501963 w 750166"/>
                <a:gd name="connsiteY12" fmla="*/ 70858 h 530693"/>
                <a:gd name="connsiteX13" fmla="*/ 502857 w 750166"/>
                <a:gd name="connsiteY13" fmla="*/ 71255 h 530693"/>
                <a:gd name="connsiteX14" fmla="*/ 504097 w 750166"/>
                <a:gd name="connsiteY14" fmla="*/ 71801 h 530693"/>
                <a:gd name="connsiteX15" fmla="*/ 687694 w 750166"/>
                <a:gd name="connsiteY15" fmla="*/ 338661 h 530693"/>
                <a:gd name="connsiteX16" fmla="*/ 750166 w 750166"/>
                <a:gd name="connsiteY16" fmla="*/ 484744 h 530693"/>
                <a:gd name="connsiteX17" fmla="*/ 750166 w 750166"/>
                <a:gd name="connsiteY17" fmla="*/ 490997 h 530693"/>
                <a:gd name="connsiteX18" fmla="*/ 710470 w 750166"/>
                <a:gd name="connsiteY18" fmla="*/ 530693 h 530693"/>
                <a:gd name="connsiteX19" fmla="*/ 710668 w 750166"/>
                <a:gd name="connsiteY19" fmla="*/ 490798 h 530693"/>
                <a:gd name="connsiteX20" fmla="*/ 710668 w 750166"/>
                <a:gd name="connsiteY20" fmla="*/ 490798 h 530693"/>
                <a:gd name="connsiteX21" fmla="*/ 355681 w 750166"/>
                <a:gd name="connsiteY21" fmla="*/ 79195 h 530693"/>
                <a:gd name="connsiteX22" fmla="*/ 355681 w 750166"/>
                <a:gd name="connsiteY22" fmla="*/ 90012 h 530693"/>
                <a:gd name="connsiteX23" fmla="*/ 324073 w 750166"/>
                <a:gd name="connsiteY23" fmla="*/ 128915 h 530693"/>
                <a:gd name="connsiteX24" fmla="*/ 281697 w 750166"/>
                <a:gd name="connsiteY24" fmla="*/ 142659 h 530693"/>
                <a:gd name="connsiteX25" fmla="*/ 280754 w 750166"/>
                <a:gd name="connsiteY25" fmla="*/ 143156 h 530693"/>
                <a:gd name="connsiteX26" fmla="*/ 141320 w 750166"/>
                <a:gd name="connsiteY26" fmla="*/ 351563 h 530693"/>
                <a:gd name="connsiteX27" fmla="*/ 141320 w 750166"/>
                <a:gd name="connsiteY27" fmla="*/ 355185 h 530693"/>
                <a:gd name="connsiteX28" fmla="*/ 119636 w 750166"/>
                <a:gd name="connsiteY28" fmla="*/ 391110 h 530693"/>
                <a:gd name="connsiteX29" fmla="*/ 81428 w 750166"/>
                <a:gd name="connsiteY29" fmla="*/ 451102 h 530693"/>
                <a:gd name="connsiteX30" fmla="*/ 667449 w 750166"/>
                <a:gd name="connsiteY30" fmla="*/ 451102 h 530693"/>
                <a:gd name="connsiteX31" fmla="*/ 630977 w 750166"/>
                <a:gd name="connsiteY31" fmla="*/ 396072 h 530693"/>
                <a:gd name="connsiteX32" fmla="*/ 609045 w 750166"/>
                <a:gd name="connsiteY32" fmla="*/ 360147 h 530693"/>
                <a:gd name="connsiteX33" fmla="*/ 609045 w 750166"/>
                <a:gd name="connsiteY33" fmla="*/ 356574 h 530693"/>
                <a:gd name="connsiteX34" fmla="*/ 470107 w 750166"/>
                <a:gd name="connsiteY34" fmla="*/ 143702 h 530693"/>
                <a:gd name="connsiteX35" fmla="*/ 425796 w 750166"/>
                <a:gd name="connsiteY35" fmla="*/ 130056 h 530693"/>
                <a:gd name="connsiteX36" fmla="*/ 394535 w 750166"/>
                <a:gd name="connsiteY36" fmla="*/ 91252 h 530693"/>
                <a:gd name="connsiteX37" fmla="*/ 394535 w 750166"/>
                <a:gd name="connsiteY37" fmla="*/ 79195 h 530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50166" h="530693">
                  <a:moveTo>
                    <a:pt x="39697" y="530495"/>
                  </a:moveTo>
                  <a:cubicBezTo>
                    <a:pt x="17773" y="530495"/>
                    <a:pt x="0" y="512721"/>
                    <a:pt x="0" y="490798"/>
                  </a:cubicBezTo>
                  <a:lnTo>
                    <a:pt x="0" y="474622"/>
                  </a:lnTo>
                  <a:cubicBezTo>
                    <a:pt x="0" y="413241"/>
                    <a:pt x="22478" y="363124"/>
                    <a:pt x="62473" y="333253"/>
                  </a:cubicBezTo>
                  <a:cubicBezTo>
                    <a:pt x="69568" y="224633"/>
                    <a:pt x="139831" y="123506"/>
                    <a:pt x="245623" y="71950"/>
                  </a:cubicBezTo>
                  <a:cubicBezTo>
                    <a:pt x="255501" y="67012"/>
                    <a:pt x="265755" y="62863"/>
                    <a:pt x="276288" y="59545"/>
                  </a:cubicBezTo>
                  <a:lnTo>
                    <a:pt x="276288" y="39697"/>
                  </a:lnTo>
                  <a:cubicBezTo>
                    <a:pt x="276288" y="17773"/>
                    <a:pt x="294061" y="0"/>
                    <a:pt x="315985" y="0"/>
                  </a:cubicBezTo>
                  <a:lnTo>
                    <a:pt x="434380" y="0"/>
                  </a:lnTo>
                  <a:cubicBezTo>
                    <a:pt x="456302" y="0"/>
                    <a:pt x="474077" y="17773"/>
                    <a:pt x="474077" y="39697"/>
                  </a:cubicBezTo>
                  <a:lnTo>
                    <a:pt x="474077" y="60736"/>
                  </a:lnTo>
                  <a:cubicBezTo>
                    <a:pt x="483058" y="63564"/>
                    <a:pt x="491990" y="66789"/>
                    <a:pt x="500773" y="70362"/>
                  </a:cubicBezTo>
                  <a:lnTo>
                    <a:pt x="501963" y="70858"/>
                  </a:lnTo>
                  <a:lnTo>
                    <a:pt x="502857" y="71255"/>
                  </a:lnTo>
                  <a:lnTo>
                    <a:pt x="504097" y="71801"/>
                  </a:lnTo>
                  <a:cubicBezTo>
                    <a:pt x="608747" y="122563"/>
                    <a:pt x="680797" y="228156"/>
                    <a:pt x="687694" y="338661"/>
                  </a:cubicBezTo>
                  <a:cubicBezTo>
                    <a:pt x="727390" y="369029"/>
                    <a:pt x="750166" y="421776"/>
                    <a:pt x="750166" y="484744"/>
                  </a:cubicBezTo>
                  <a:lnTo>
                    <a:pt x="750166" y="490997"/>
                  </a:lnTo>
                  <a:cubicBezTo>
                    <a:pt x="750166" y="512919"/>
                    <a:pt x="732392" y="530693"/>
                    <a:pt x="710470" y="530693"/>
                  </a:cubicBezTo>
                  <a:close/>
                  <a:moveTo>
                    <a:pt x="710668" y="490798"/>
                  </a:moveTo>
                  <a:lnTo>
                    <a:pt x="710668" y="490798"/>
                  </a:lnTo>
                  <a:close/>
                  <a:moveTo>
                    <a:pt x="355681" y="79195"/>
                  </a:moveTo>
                  <a:lnTo>
                    <a:pt x="355681" y="90012"/>
                  </a:lnTo>
                  <a:cubicBezTo>
                    <a:pt x="355700" y="108833"/>
                    <a:pt x="342499" y="125080"/>
                    <a:pt x="324073" y="128915"/>
                  </a:cubicBezTo>
                  <a:cubicBezTo>
                    <a:pt x="309421" y="131677"/>
                    <a:pt x="295181" y="136296"/>
                    <a:pt x="281697" y="142659"/>
                  </a:cubicBezTo>
                  <a:lnTo>
                    <a:pt x="280754" y="143156"/>
                  </a:lnTo>
                  <a:cubicBezTo>
                    <a:pt x="196052" y="184291"/>
                    <a:pt x="141320" y="266017"/>
                    <a:pt x="141320" y="351563"/>
                  </a:cubicBezTo>
                  <a:lnTo>
                    <a:pt x="141320" y="355185"/>
                  </a:lnTo>
                  <a:cubicBezTo>
                    <a:pt x="141529" y="370314"/>
                    <a:pt x="133120" y="384246"/>
                    <a:pt x="119636" y="391110"/>
                  </a:cubicBezTo>
                  <a:cubicBezTo>
                    <a:pt x="94825" y="403615"/>
                    <a:pt x="84901" y="429020"/>
                    <a:pt x="81428" y="451102"/>
                  </a:cubicBezTo>
                  <a:lnTo>
                    <a:pt x="667449" y="451102"/>
                  </a:lnTo>
                  <a:cubicBezTo>
                    <a:pt x="661593" y="424902"/>
                    <a:pt x="648692" y="404905"/>
                    <a:pt x="630977" y="396072"/>
                  </a:cubicBezTo>
                  <a:cubicBezTo>
                    <a:pt x="617396" y="389278"/>
                    <a:pt x="608881" y="375331"/>
                    <a:pt x="609045" y="360147"/>
                  </a:cubicBezTo>
                  <a:cubicBezTo>
                    <a:pt x="609045" y="358906"/>
                    <a:pt x="609045" y="357716"/>
                    <a:pt x="609045" y="356574"/>
                  </a:cubicBezTo>
                  <a:cubicBezTo>
                    <a:pt x="609045" y="269738"/>
                    <a:pt x="553271" y="184291"/>
                    <a:pt x="470107" y="143702"/>
                  </a:cubicBezTo>
                  <a:cubicBezTo>
                    <a:pt x="455747" y="137911"/>
                    <a:pt x="440925" y="133346"/>
                    <a:pt x="425796" y="130056"/>
                  </a:cubicBezTo>
                  <a:cubicBezTo>
                    <a:pt x="407544" y="126087"/>
                    <a:pt x="394528" y="109931"/>
                    <a:pt x="394535" y="91252"/>
                  </a:cubicBezTo>
                  <a:lnTo>
                    <a:pt x="394535" y="7919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0A968484-6626-2741-B1D3-C55EE3FAF897}"/>
                </a:ext>
              </a:extLst>
            </p:cNvPr>
            <p:cNvSpPr/>
            <p:nvPr/>
          </p:nvSpPr>
          <p:spPr>
            <a:xfrm>
              <a:off x="4447815" y="1477132"/>
              <a:ext cx="79393" cy="184340"/>
            </a:xfrm>
            <a:custGeom>
              <a:avLst/>
              <a:gdLst>
                <a:gd name="connsiteX0" fmla="*/ 39697 w 79393"/>
                <a:gd name="connsiteY0" fmla="*/ 184341 h 184340"/>
                <a:gd name="connsiteX1" fmla="*/ 0 w 79393"/>
                <a:gd name="connsiteY1" fmla="*/ 144644 h 184340"/>
                <a:gd name="connsiteX2" fmla="*/ 0 w 79393"/>
                <a:gd name="connsiteY2" fmla="*/ 39697 h 184340"/>
                <a:gd name="connsiteX3" fmla="*/ 39697 w 79393"/>
                <a:gd name="connsiteY3" fmla="*/ 0 h 184340"/>
                <a:gd name="connsiteX4" fmla="*/ 79393 w 79393"/>
                <a:gd name="connsiteY4" fmla="*/ 39697 h 184340"/>
                <a:gd name="connsiteX5" fmla="*/ 79393 w 79393"/>
                <a:gd name="connsiteY5" fmla="*/ 144644 h 184340"/>
                <a:gd name="connsiteX6" fmla="*/ 39697 w 79393"/>
                <a:gd name="connsiteY6" fmla="*/ 184341 h 18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4340">
                  <a:moveTo>
                    <a:pt x="39697" y="184341"/>
                  </a:moveTo>
                  <a:cubicBezTo>
                    <a:pt x="17773" y="184341"/>
                    <a:pt x="0" y="166568"/>
                    <a:pt x="0" y="1446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4644"/>
                  </a:lnTo>
                  <a:cubicBezTo>
                    <a:pt x="79393" y="166568"/>
                    <a:pt x="61621" y="184341"/>
                    <a:pt x="39697" y="18434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0FB6464-BB6B-C74E-BDDA-36D56FFF7418}"/>
                </a:ext>
              </a:extLst>
            </p:cNvPr>
            <p:cNvSpPr/>
            <p:nvPr/>
          </p:nvSpPr>
          <p:spPr>
            <a:xfrm>
              <a:off x="4560503" y="1461551"/>
              <a:ext cx="79393" cy="199177"/>
            </a:xfrm>
            <a:custGeom>
              <a:avLst/>
              <a:gdLst>
                <a:gd name="connsiteX0" fmla="*/ 39697 w 79393"/>
                <a:gd name="connsiteY0" fmla="*/ 199177 h 199177"/>
                <a:gd name="connsiteX1" fmla="*/ 0 w 79393"/>
                <a:gd name="connsiteY1" fmla="*/ 159481 h 199177"/>
                <a:gd name="connsiteX2" fmla="*/ 0 w 79393"/>
                <a:gd name="connsiteY2" fmla="*/ 39697 h 199177"/>
                <a:gd name="connsiteX3" fmla="*/ 39697 w 79393"/>
                <a:gd name="connsiteY3" fmla="*/ 0 h 199177"/>
                <a:gd name="connsiteX4" fmla="*/ 79393 w 79393"/>
                <a:gd name="connsiteY4" fmla="*/ 39697 h 199177"/>
                <a:gd name="connsiteX5" fmla="*/ 79393 w 79393"/>
                <a:gd name="connsiteY5" fmla="*/ 159481 h 199177"/>
                <a:gd name="connsiteX6" fmla="*/ 39697 w 79393"/>
                <a:gd name="connsiteY6" fmla="*/ 199177 h 19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177">
                  <a:moveTo>
                    <a:pt x="39697" y="199177"/>
                  </a:moveTo>
                  <a:cubicBezTo>
                    <a:pt x="17773" y="199177"/>
                    <a:pt x="0" y="181405"/>
                    <a:pt x="0" y="1594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9481"/>
                  </a:lnTo>
                  <a:cubicBezTo>
                    <a:pt x="79393" y="181405"/>
                    <a:pt x="61619" y="199177"/>
                    <a:pt x="39697" y="1991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3" name="Picture Placeholder 41">
            <a:extLst>
              <a:ext uri="{FF2B5EF4-FFF2-40B4-BE49-F238E27FC236}">
                <a16:creationId xmlns:a16="http://schemas.microsoft.com/office/drawing/2014/main" id="{3D0DEE24-61F3-4DA8-9D74-EA0B59CC03CA}"/>
              </a:ext>
            </a:extLst>
          </p:cNvPr>
          <p:cNvGrpSpPr>
            <a:grpSpLocks noChangeAspect="1"/>
          </p:cNvGrpSpPr>
          <p:nvPr/>
        </p:nvGrpSpPr>
        <p:grpSpPr>
          <a:xfrm>
            <a:off x="5518410" y="1428335"/>
            <a:ext cx="687296" cy="817172"/>
            <a:chOff x="5518410" y="1428335"/>
            <a:chExt cx="687296" cy="817172"/>
          </a:xfrm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58155E60-F481-E74F-88B9-A749D0E439E7}"/>
                </a:ext>
              </a:extLst>
            </p:cNvPr>
            <p:cNvSpPr/>
            <p:nvPr/>
          </p:nvSpPr>
          <p:spPr>
            <a:xfrm>
              <a:off x="5518410" y="1428335"/>
              <a:ext cx="687296" cy="817172"/>
            </a:xfrm>
            <a:custGeom>
              <a:avLst/>
              <a:gdLst>
                <a:gd name="connsiteX0" fmla="*/ 343971 w 687296"/>
                <a:gd name="connsiteY0" fmla="*/ 817173 h 817172"/>
                <a:gd name="connsiteX1" fmla="*/ 145786 w 687296"/>
                <a:gd name="connsiteY1" fmla="*/ 717584 h 817172"/>
                <a:gd name="connsiteX2" fmla="*/ 248 w 687296"/>
                <a:gd name="connsiteY2" fmla="*/ 476477 h 817172"/>
                <a:gd name="connsiteX3" fmla="*/ 0 w 687296"/>
                <a:gd name="connsiteY3" fmla="*/ 129132 h 817172"/>
                <a:gd name="connsiteX4" fmla="*/ 39250 w 687296"/>
                <a:gd name="connsiteY4" fmla="*/ 89436 h 817172"/>
                <a:gd name="connsiteX5" fmla="*/ 322088 w 687296"/>
                <a:gd name="connsiteY5" fmla="*/ 6222 h 817172"/>
                <a:gd name="connsiteX6" fmla="*/ 364762 w 687296"/>
                <a:gd name="connsiteY6" fmla="*/ 6222 h 817172"/>
                <a:gd name="connsiteX7" fmla="*/ 647600 w 687296"/>
                <a:gd name="connsiteY7" fmla="*/ 89237 h 817172"/>
                <a:gd name="connsiteX8" fmla="*/ 687297 w 687296"/>
                <a:gd name="connsiteY8" fmla="*/ 128934 h 817172"/>
                <a:gd name="connsiteX9" fmla="*/ 687297 w 687296"/>
                <a:gd name="connsiteY9" fmla="*/ 476279 h 817172"/>
                <a:gd name="connsiteX10" fmla="*/ 542007 w 687296"/>
                <a:gd name="connsiteY10" fmla="*/ 717584 h 817172"/>
                <a:gd name="connsiteX11" fmla="*/ 343971 w 687296"/>
                <a:gd name="connsiteY11" fmla="*/ 817173 h 817172"/>
                <a:gd name="connsiteX12" fmla="*/ 79443 w 687296"/>
                <a:gd name="connsiteY12" fmla="*/ 167142 h 817172"/>
                <a:gd name="connsiteX13" fmla="*/ 79443 w 687296"/>
                <a:gd name="connsiteY13" fmla="*/ 476477 h 817172"/>
                <a:gd name="connsiteX14" fmla="*/ 195307 w 687296"/>
                <a:gd name="connsiteY14" fmla="*/ 655707 h 817172"/>
                <a:gd name="connsiteX15" fmla="*/ 343723 w 687296"/>
                <a:gd name="connsiteY15" fmla="*/ 737829 h 817172"/>
                <a:gd name="connsiteX16" fmla="*/ 492039 w 687296"/>
                <a:gd name="connsiteY16" fmla="*/ 655558 h 817172"/>
                <a:gd name="connsiteX17" fmla="*/ 607755 w 687296"/>
                <a:gd name="connsiteY17" fmla="*/ 476130 h 817172"/>
                <a:gd name="connsiteX18" fmla="*/ 607755 w 687296"/>
                <a:gd name="connsiteY18" fmla="*/ 167191 h 817172"/>
                <a:gd name="connsiteX19" fmla="*/ 343624 w 687296"/>
                <a:gd name="connsiteY19" fmla="*/ 86062 h 817172"/>
                <a:gd name="connsiteX20" fmla="*/ 79443 w 687296"/>
                <a:gd name="connsiteY20" fmla="*/ 167092 h 81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7296" h="817172">
                  <a:moveTo>
                    <a:pt x="343971" y="817173"/>
                  </a:moveTo>
                  <a:cubicBezTo>
                    <a:pt x="301694" y="817173"/>
                    <a:pt x="216545" y="774350"/>
                    <a:pt x="145786" y="717584"/>
                  </a:cubicBezTo>
                  <a:cubicBezTo>
                    <a:pt x="91451" y="674017"/>
                    <a:pt x="298" y="584700"/>
                    <a:pt x="248" y="476477"/>
                  </a:cubicBezTo>
                  <a:lnTo>
                    <a:pt x="0" y="129132"/>
                  </a:lnTo>
                  <a:cubicBezTo>
                    <a:pt x="-1" y="107382"/>
                    <a:pt x="17501" y="89680"/>
                    <a:pt x="39250" y="89436"/>
                  </a:cubicBezTo>
                  <a:cubicBezTo>
                    <a:pt x="139416" y="88425"/>
                    <a:pt x="237334" y="59616"/>
                    <a:pt x="322088" y="6222"/>
                  </a:cubicBezTo>
                  <a:cubicBezTo>
                    <a:pt x="335103" y="-2074"/>
                    <a:pt x="351747" y="-2074"/>
                    <a:pt x="364762" y="6222"/>
                  </a:cubicBezTo>
                  <a:cubicBezTo>
                    <a:pt x="449167" y="60365"/>
                    <a:pt x="547322" y="89175"/>
                    <a:pt x="647600" y="89237"/>
                  </a:cubicBezTo>
                  <a:cubicBezTo>
                    <a:pt x="669523" y="89237"/>
                    <a:pt x="687297" y="107010"/>
                    <a:pt x="687297" y="128934"/>
                  </a:cubicBezTo>
                  <a:lnTo>
                    <a:pt x="687297" y="476279"/>
                  </a:lnTo>
                  <a:cubicBezTo>
                    <a:pt x="687297" y="584402"/>
                    <a:pt x="596293" y="673868"/>
                    <a:pt x="542007" y="717584"/>
                  </a:cubicBezTo>
                  <a:cubicBezTo>
                    <a:pt x="471347" y="774251"/>
                    <a:pt x="386198" y="817173"/>
                    <a:pt x="343971" y="817173"/>
                  </a:cubicBezTo>
                  <a:close/>
                  <a:moveTo>
                    <a:pt x="79443" y="167142"/>
                  </a:moveTo>
                  <a:lnTo>
                    <a:pt x="79443" y="476477"/>
                  </a:lnTo>
                  <a:cubicBezTo>
                    <a:pt x="79443" y="554282"/>
                    <a:pt x="160474" y="627771"/>
                    <a:pt x="195307" y="655707"/>
                  </a:cubicBezTo>
                  <a:cubicBezTo>
                    <a:pt x="264280" y="711133"/>
                    <a:pt x="328986" y="736738"/>
                    <a:pt x="343723" y="737829"/>
                  </a:cubicBezTo>
                  <a:cubicBezTo>
                    <a:pt x="358609" y="736688"/>
                    <a:pt x="423116" y="711034"/>
                    <a:pt x="492039" y="655558"/>
                  </a:cubicBezTo>
                  <a:cubicBezTo>
                    <a:pt x="526774" y="627523"/>
                    <a:pt x="607804" y="553985"/>
                    <a:pt x="607755" y="476130"/>
                  </a:cubicBezTo>
                  <a:lnTo>
                    <a:pt x="607755" y="167191"/>
                  </a:lnTo>
                  <a:cubicBezTo>
                    <a:pt x="514597" y="161068"/>
                    <a:pt x="424153" y="133289"/>
                    <a:pt x="343624" y="86062"/>
                  </a:cubicBezTo>
                  <a:cubicBezTo>
                    <a:pt x="262752" y="132537"/>
                    <a:pt x="172464" y="160230"/>
                    <a:pt x="79443" y="1670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57" name="Picture Placeholder 41">
              <a:extLst>
                <a:ext uri="{FF2B5EF4-FFF2-40B4-BE49-F238E27FC236}">
                  <a16:creationId xmlns:a16="http://schemas.microsoft.com/office/drawing/2014/main" id="{3D0DEE24-61F3-4DA8-9D74-EA0B59CC03CA}"/>
                </a:ext>
              </a:extLst>
            </p:cNvPr>
            <p:cNvGrpSpPr/>
            <p:nvPr/>
          </p:nvGrpSpPr>
          <p:grpSpPr>
            <a:xfrm>
              <a:off x="5620108" y="1588183"/>
              <a:ext cx="481922" cy="481072"/>
              <a:chOff x="5620108" y="1588183"/>
              <a:chExt cx="481922" cy="481072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23EF2D7D-A3D3-B349-AC66-6AE500591EAA}"/>
                  </a:ext>
                </a:extLst>
              </p:cNvPr>
              <p:cNvSpPr/>
              <p:nvPr/>
            </p:nvSpPr>
            <p:spPr>
              <a:xfrm>
                <a:off x="5685304" y="1843233"/>
                <a:ext cx="357875" cy="226022"/>
              </a:xfrm>
              <a:custGeom>
                <a:avLst/>
                <a:gdLst>
                  <a:gd name="connsiteX0" fmla="*/ 178665 w 357875"/>
                  <a:gd name="connsiteY0" fmla="*/ 226022 h 226022"/>
                  <a:gd name="connsiteX1" fmla="*/ 30 w 357875"/>
                  <a:gd name="connsiteY1" fmla="*/ 41235 h 226022"/>
                  <a:gd name="connsiteX2" fmla="*/ 38159 w 357875"/>
                  <a:gd name="connsiteY2" fmla="*/ 30 h 226022"/>
                  <a:gd name="connsiteX3" fmla="*/ 39727 w 357875"/>
                  <a:gd name="connsiteY3" fmla="*/ 0 h 226022"/>
                  <a:gd name="connsiteX4" fmla="*/ 318149 w 357875"/>
                  <a:gd name="connsiteY4" fmla="*/ 0 h 226022"/>
                  <a:gd name="connsiteX5" fmla="*/ 357875 w 357875"/>
                  <a:gd name="connsiteY5" fmla="*/ 39667 h 226022"/>
                  <a:gd name="connsiteX6" fmla="*/ 357846 w 357875"/>
                  <a:gd name="connsiteY6" fmla="*/ 41235 h 226022"/>
                  <a:gd name="connsiteX7" fmla="*/ 178665 w 357875"/>
                  <a:gd name="connsiteY7" fmla="*/ 226022 h 226022"/>
                  <a:gd name="connsiteX8" fmla="*/ 86867 w 357875"/>
                  <a:gd name="connsiteY8" fmla="*/ 79393 h 226022"/>
                  <a:gd name="connsiteX9" fmla="*/ 178665 w 357875"/>
                  <a:gd name="connsiteY9" fmla="*/ 146629 h 226022"/>
                  <a:gd name="connsiteX10" fmla="*/ 270513 w 357875"/>
                  <a:gd name="connsiteY10" fmla="*/ 79393 h 22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7875" h="226022">
                    <a:moveTo>
                      <a:pt x="178665" y="226022"/>
                    </a:moveTo>
                    <a:cubicBezTo>
                      <a:pt x="79424" y="226022"/>
                      <a:pt x="3950" y="148316"/>
                      <a:pt x="30" y="41235"/>
                    </a:cubicBezTo>
                    <a:cubicBezTo>
                      <a:pt x="-819" y="19327"/>
                      <a:pt x="16251" y="879"/>
                      <a:pt x="38159" y="30"/>
                    </a:cubicBezTo>
                    <a:cubicBezTo>
                      <a:pt x="38681" y="9"/>
                      <a:pt x="39204" y="0"/>
                      <a:pt x="39727" y="0"/>
                    </a:cubicBezTo>
                    <a:lnTo>
                      <a:pt x="318149" y="0"/>
                    </a:lnTo>
                    <a:cubicBezTo>
                      <a:pt x="340071" y="-16"/>
                      <a:pt x="357860" y="17743"/>
                      <a:pt x="357875" y="39667"/>
                    </a:cubicBezTo>
                    <a:cubicBezTo>
                      <a:pt x="357875" y="40190"/>
                      <a:pt x="357865" y="40712"/>
                      <a:pt x="357846" y="41235"/>
                    </a:cubicBezTo>
                    <a:cubicBezTo>
                      <a:pt x="353380" y="148316"/>
                      <a:pt x="278155" y="226022"/>
                      <a:pt x="178665" y="226022"/>
                    </a:cubicBezTo>
                    <a:close/>
                    <a:moveTo>
                      <a:pt x="86867" y="79393"/>
                    </a:moveTo>
                    <a:cubicBezTo>
                      <a:pt x="101753" y="120429"/>
                      <a:pt x="135644" y="146629"/>
                      <a:pt x="178665" y="146629"/>
                    </a:cubicBezTo>
                    <a:cubicBezTo>
                      <a:pt x="221686" y="146629"/>
                      <a:pt x="255825" y="120429"/>
                      <a:pt x="270513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A0FEC9DB-EE2F-F043-AD41-1F70B80D2292}"/>
                  </a:ext>
                </a:extLst>
              </p:cNvPr>
              <p:cNvSpPr/>
              <p:nvPr/>
            </p:nvSpPr>
            <p:spPr>
              <a:xfrm>
                <a:off x="5620108" y="1588183"/>
                <a:ext cx="481922" cy="333252"/>
              </a:xfrm>
              <a:custGeom>
                <a:avLst/>
                <a:gdLst>
                  <a:gd name="connsiteX0" fmla="*/ 39820 w 481922"/>
                  <a:gd name="connsiteY0" fmla="*/ 333054 h 333252"/>
                  <a:gd name="connsiteX1" fmla="*/ 0 w 481922"/>
                  <a:gd name="connsiteY1" fmla="*/ 293481 h 333252"/>
                  <a:gd name="connsiteX2" fmla="*/ 123 w 481922"/>
                  <a:gd name="connsiteY2" fmla="*/ 290231 h 333252"/>
                  <a:gd name="connsiteX3" fmla="*/ 52027 w 481922"/>
                  <a:gd name="connsiteY3" fmla="*/ 191635 h 333252"/>
                  <a:gd name="connsiteX4" fmla="*/ 160349 w 481922"/>
                  <a:gd name="connsiteY4" fmla="*/ 48182 h 333252"/>
                  <a:gd name="connsiteX5" fmla="*/ 160349 w 481922"/>
                  <a:gd name="connsiteY5" fmla="*/ 39697 h 333252"/>
                  <a:gd name="connsiteX6" fmla="*/ 200045 w 481922"/>
                  <a:gd name="connsiteY6" fmla="*/ 0 h 333252"/>
                  <a:gd name="connsiteX7" fmla="*/ 291397 w 481922"/>
                  <a:gd name="connsiteY7" fmla="*/ 0 h 333252"/>
                  <a:gd name="connsiteX8" fmla="*/ 331094 w 481922"/>
                  <a:gd name="connsiteY8" fmla="*/ 39697 h 333252"/>
                  <a:gd name="connsiteX9" fmla="*/ 331094 w 481922"/>
                  <a:gd name="connsiteY9" fmla="*/ 52350 h 333252"/>
                  <a:gd name="connsiteX10" fmla="*/ 435297 w 481922"/>
                  <a:gd name="connsiteY10" fmla="*/ 191288 h 333252"/>
                  <a:gd name="connsiteX11" fmla="*/ 481544 w 481922"/>
                  <a:gd name="connsiteY11" fmla="*/ 296930 h 333252"/>
                  <a:gd name="connsiteX12" fmla="*/ 441847 w 481922"/>
                  <a:gd name="connsiteY12" fmla="*/ 333253 h 333252"/>
                  <a:gd name="connsiteX13" fmla="*/ 239742 w 481922"/>
                  <a:gd name="connsiteY13" fmla="*/ 79393 h 333252"/>
                  <a:gd name="connsiteX14" fmla="*/ 202973 w 481922"/>
                  <a:gd name="connsiteY14" fmla="*/ 117601 h 333252"/>
                  <a:gd name="connsiteX15" fmla="*/ 156677 w 481922"/>
                  <a:gd name="connsiteY15" fmla="*/ 151442 h 333252"/>
                  <a:gd name="connsiteX16" fmla="*/ 129187 w 481922"/>
                  <a:gd name="connsiteY16" fmla="*/ 214957 h 333252"/>
                  <a:gd name="connsiteX17" fmla="*/ 129187 w 481922"/>
                  <a:gd name="connsiteY17" fmla="*/ 216445 h 333252"/>
                  <a:gd name="connsiteX18" fmla="*/ 105518 w 481922"/>
                  <a:gd name="connsiteY18" fmla="*/ 253661 h 333252"/>
                  <a:gd name="connsiteX19" fmla="*/ 385478 w 481922"/>
                  <a:gd name="connsiteY19" fmla="*/ 253661 h 333252"/>
                  <a:gd name="connsiteX20" fmla="*/ 381905 w 481922"/>
                  <a:gd name="connsiteY20" fmla="*/ 251924 h 333252"/>
                  <a:gd name="connsiteX21" fmla="*/ 357095 w 481922"/>
                  <a:gd name="connsiteY21" fmla="*/ 214461 h 333252"/>
                  <a:gd name="connsiteX22" fmla="*/ 357095 w 481922"/>
                  <a:gd name="connsiteY22" fmla="*/ 212823 h 333252"/>
                  <a:gd name="connsiteX23" fmla="*/ 288916 w 481922"/>
                  <a:gd name="connsiteY23" fmla="*/ 123159 h 333252"/>
                  <a:gd name="connsiteX24" fmla="*/ 251452 w 481922"/>
                  <a:gd name="connsiteY24" fmla="*/ 83462 h 333252"/>
                  <a:gd name="connsiteX25" fmla="*/ 251452 w 481922"/>
                  <a:gd name="connsiteY25" fmla="*/ 79343 h 33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81922" h="333252">
                    <a:moveTo>
                      <a:pt x="39820" y="333054"/>
                    </a:moveTo>
                    <a:cubicBezTo>
                      <a:pt x="17896" y="333124"/>
                      <a:pt x="68" y="315404"/>
                      <a:pt x="0" y="293481"/>
                    </a:cubicBezTo>
                    <a:cubicBezTo>
                      <a:pt x="-3" y="292396"/>
                      <a:pt x="38" y="291313"/>
                      <a:pt x="123" y="290231"/>
                    </a:cubicBezTo>
                    <a:cubicBezTo>
                      <a:pt x="2406" y="262692"/>
                      <a:pt x="16200" y="216445"/>
                      <a:pt x="52027" y="191635"/>
                    </a:cubicBezTo>
                    <a:cubicBezTo>
                      <a:pt x="62348" y="135713"/>
                      <a:pt x="107205" y="72545"/>
                      <a:pt x="160349" y="48182"/>
                    </a:cubicBezTo>
                    <a:lnTo>
                      <a:pt x="160349" y="39697"/>
                    </a:lnTo>
                    <a:cubicBezTo>
                      <a:pt x="160349" y="17773"/>
                      <a:pt x="178121" y="0"/>
                      <a:pt x="200045" y="0"/>
                    </a:cubicBezTo>
                    <a:lnTo>
                      <a:pt x="291397" y="0"/>
                    </a:lnTo>
                    <a:cubicBezTo>
                      <a:pt x="313319" y="0"/>
                      <a:pt x="331094" y="17773"/>
                      <a:pt x="331094" y="39697"/>
                    </a:cubicBezTo>
                    <a:lnTo>
                      <a:pt x="331094" y="52350"/>
                    </a:lnTo>
                    <a:cubicBezTo>
                      <a:pt x="385676" y="74282"/>
                      <a:pt x="426465" y="134323"/>
                      <a:pt x="435297" y="191288"/>
                    </a:cubicBezTo>
                    <a:cubicBezTo>
                      <a:pt x="475837" y="220316"/>
                      <a:pt x="483925" y="269291"/>
                      <a:pt x="481544" y="296930"/>
                    </a:cubicBezTo>
                    <a:cubicBezTo>
                      <a:pt x="479787" y="317528"/>
                      <a:pt x="462519" y="333327"/>
                      <a:pt x="441847" y="333253"/>
                    </a:cubicBezTo>
                    <a:close/>
                    <a:moveTo>
                      <a:pt x="239742" y="79393"/>
                    </a:moveTo>
                    <a:cubicBezTo>
                      <a:pt x="239036" y="99648"/>
                      <a:pt x="223186" y="116119"/>
                      <a:pt x="202973" y="117601"/>
                    </a:cubicBezTo>
                    <a:cubicBezTo>
                      <a:pt x="193049" y="118345"/>
                      <a:pt x="174342" y="129212"/>
                      <a:pt x="156677" y="151442"/>
                    </a:cubicBezTo>
                    <a:cubicBezTo>
                      <a:pt x="139955" y="172432"/>
                      <a:pt x="129187" y="197341"/>
                      <a:pt x="129187" y="214957"/>
                    </a:cubicBezTo>
                    <a:lnTo>
                      <a:pt x="129187" y="216445"/>
                    </a:lnTo>
                    <a:cubicBezTo>
                      <a:pt x="129548" y="232495"/>
                      <a:pt x="120207" y="247183"/>
                      <a:pt x="105518" y="253661"/>
                    </a:cubicBezTo>
                    <a:lnTo>
                      <a:pt x="385478" y="253661"/>
                    </a:lnTo>
                    <a:cubicBezTo>
                      <a:pt x="384327" y="253003"/>
                      <a:pt x="383136" y="252423"/>
                      <a:pt x="381905" y="251924"/>
                    </a:cubicBezTo>
                    <a:cubicBezTo>
                      <a:pt x="366682" y="245769"/>
                      <a:pt x="356822" y="230878"/>
                      <a:pt x="357095" y="214461"/>
                    </a:cubicBezTo>
                    <a:lnTo>
                      <a:pt x="357095" y="212823"/>
                    </a:lnTo>
                    <a:cubicBezTo>
                      <a:pt x="357095" y="173524"/>
                      <a:pt x="320127" y="124945"/>
                      <a:pt x="288916" y="123159"/>
                    </a:cubicBezTo>
                    <a:cubicBezTo>
                      <a:pt x="267869" y="121973"/>
                      <a:pt x="251419" y="104542"/>
                      <a:pt x="251452" y="83462"/>
                    </a:cubicBezTo>
                    <a:lnTo>
                      <a:pt x="251452" y="7934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6E9832A1-0956-ED48-BF59-BB5BFBFEBBC9}"/>
                </a:ext>
              </a:extLst>
            </p:cNvPr>
            <p:cNvSpPr/>
            <p:nvPr/>
          </p:nvSpPr>
          <p:spPr>
            <a:xfrm>
              <a:off x="5783881" y="1621032"/>
              <a:ext cx="79393" cy="129509"/>
            </a:xfrm>
            <a:custGeom>
              <a:avLst/>
              <a:gdLst>
                <a:gd name="connsiteX0" fmla="*/ 39697 w 79393"/>
                <a:gd name="connsiteY0" fmla="*/ 129510 h 129509"/>
                <a:gd name="connsiteX1" fmla="*/ 0 w 79393"/>
                <a:gd name="connsiteY1" fmla="*/ 89813 h 129509"/>
                <a:gd name="connsiteX2" fmla="*/ 0 w 79393"/>
                <a:gd name="connsiteY2" fmla="*/ 39697 h 129509"/>
                <a:gd name="connsiteX3" fmla="*/ 39697 w 79393"/>
                <a:gd name="connsiteY3" fmla="*/ 0 h 129509"/>
                <a:gd name="connsiteX4" fmla="*/ 79393 w 79393"/>
                <a:gd name="connsiteY4" fmla="*/ 39697 h 129509"/>
                <a:gd name="connsiteX5" fmla="*/ 79393 w 79393"/>
                <a:gd name="connsiteY5" fmla="*/ 89813 h 129509"/>
                <a:gd name="connsiteX6" fmla="*/ 39697 w 79393"/>
                <a:gd name="connsiteY6" fmla="*/ 129510 h 12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509">
                  <a:moveTo>
                    <a:pt x="39697" y="129510"/>
                  </a:moveTo>
                  <a:cubicBezTo>
                    <a:pt x="17773" y="129510"/>
                    <a:pt x="0" y="111737"/>
                    <a:pt x="0" y="898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9813"/>
                  </a:lnTo>
                  <a:cubicBezTo>
                    <a:pt x="79393" y="111737"/>
                    <a:pt x="61621" y="129510"/>
                    <a:pt x="39697" y="1295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6865E8F-EE9C-3243-B849-BAE529D656EC}"/>
                </a:ext>
              </a:extLst>
            </p:cNvPr>
            <p:cNvSpPr/>
            <p:nvPr/>
          </p:nvSpPr>
          <p:spPr>
            <a:xfrm>
              <a:off x="5868236" y="1621032"/>
              <a:ext cx="79393" cy="129509"/>
            </a:xfrm>
            <a:custGeom>
              <a:avLst/>
              <a:gdLst>
                <a:gd name="connsiteX0" fmla="*/ 39697 w 79393"/>
                <a:gd name="connsiteY0" fmla="*/ 129510 h 129509"/>
                <a:gd name="connsiteX1" fmla="*/ 0 w 79393"/>
                <a:gd name="connsiteY1" fmla="*/ 89813 h 129509"/>
                <a:gd name="connsiteX2" fmla="*/ 0 w 79393"/>
                <a:gd name="connsiteY2" fmla="*/ 39697 h 129509"/>
                <a:gd name="connsiteX3" fmla="*/ 39697 w 79393"/>
                <a:gd name="connsiteY3" fmla="*/ 0 h 129509"/>
                <a:gd name="connsiteX4" fmla="*/ 79393 w 79393"/>
                <a:gd name="connsiteY4" fmla="*/ 39697 h 129509"/>
                <a:gd name="connsiteX5" fmla="*/ 79393 w 79393"/>
                <a:gd name="connsiteY5" fmla="*/ 89813 h 129509"/>
                <a:gd name="connsiteX6" fmla="*/ 39697 w 79393"/>
                <a:gd name="connsiteY6" fmla="*/ 129510 h 12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509">
                  <a:moveTo>
                    <a:pt x="39697" y="129510"/>
                  </a:moveTo>
                  <a:cubicBezTo>
                    <a:pt x="17773" y="129510"/>
                    <a:pt x="0" y="111737"/>
                    <a:pt x="0" y="898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89813"/>
                  </a:lnTo>
                  <a:cubicBezTo>
                    <a:pt x="79393" y="111737"/>
                    <a:pt x="61619" y="129510"/>
                    <a:pt x="39697" y="1295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7" name="Picture Placeholder 43">
            <a:extLst>
              <a:ext uri="{FF2B5EF4-FFF2-40B4-BE49-F238E27FC236}">
                <a16:creationId xmlns:a16="http://schemas.microsoft.com/office/drawing/2014/main" id="{4779FB52-9AC2-4614-86CA-ABE39720B54F}"/>
              </a:ext>
            </a:extLst>
          </p:cNvPr>
          <p:cNvGrpSpPr>
            <a:grpSpLocks noChangeAspect="1"/>
          </p:cNvGrpSpPr>
          <p:nvPr/>
        </p:nvGrpSpPr>
        <p:grpSpPr>
          <a:xfrm>
            <a:off x="6840433" y="1417984"/>
            <a:ext cx="678315" cy="837795"/>
            <a:chOff x="6840433" y="1417984"/>
            <a:chExt cx="678315" cy="837795"/>
          </a:xfrm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16190BFF-9E4E-224E-9C2E-A9DEB63C83DB}"/>
                </a:ext>
              </a:extLst>
            </p:cNvPr>
            <p:cNvSpPr/>
            <p:nvPr/>
          </p:nvSpPr>
          <p:spPr>
            <a:xfrm>
              <a:off x="6844651" y="1417984"/>
              <a:ext cx="674097" cy="448769"/>
            </a:xfrm>
            <a:custGeom>
              <a:avLst/>
              <a:gdLst>
                <a:gd name="connsiteX0" fmla="*/ 39697 w 674097"/>
                <a:gd name="connsiteY0" fmla="*/ 448769 h 448769"/>
                <a:gd name="connsiteX1" fmla="*/ 0 w 674097"/>
                <a:gd name="connsiteY1" fmla="*/ 409073 h 448769"/>
                <a:gd name="connsiteX2" fmla="*/ 0 w 674097"/>
                <a:gd name="connsiteY2" fmla="*/ 394683 h 448769"/>
                <a:gd name="connsiteX3" fmla="*/ 55526 w 674097"/>
                <a:gd name="connsiteY3" fmla="*/ 267009 h 448769"/>
                <a:gd name="connsiteX4" fmla="*/ 220068 w 674097"/>
                <a:gd name="connsiteY4" fmla="*/ 64457 h 448769"/>
                <a:gd name="connsiteX5" fmla="*/ 244878 w 674097"/>
                <a:gd name="connsiteY5" fmla="*/ 54235 h 448769"/>
                <a:gd name="connsiteX6" fmla="*/ 244878 w 674097"/>
                <a:gd name="connsiteY6" fmla="*/ 39697 h 448769"/>
                <a:gd name="connsiteX7" fmla="*/ 284575 w 674097"/>
                <a:gd name="connsiteY7" fmla="*/ 0 h 448769"/>
                <a:gd name="connsiteX8" fmla="*/ 389424 w 674097"/>
                <a:gd name="connsiteY8" fmla="*/ 0 h 448769"/>
                <a:gd name="connsiteX9" fmla="*/ 429120 w 674097"/>
                <a:gd name="connsiteY9" fmla="*/ 39697 h 448769"/>
                <a:gd name="connsiteX10" fmla="*/ 429120 w 674097"/>
                <a:gd name="connsiteY10" fmla="*/ 55079 h 448769"/>
                <a:gd name="connsiteX11" fmla="*/ 450011 w 674097"/>
                <a:gd name="connsiteY11" fmla="*/ 62721 h 448769"/>
                <a:gd name="connsiteX12" fmla="*/ 451152 w 674097"/>
                <a:gd name="connsiteY12" fmla="*/ 63217 h 448769"/>
                <a:gd name="connsiteX13" fmla="*/ 451946 w 674097"/>
                <a:gd name="connsiteY13" fmla="*/ 63564 h 448769"/>
                <a:gd name="connsiteX14" fmla="*/ 453236 w 674097"/>
                <a:gd name="connsiteY14" fmla="*/ 64160 h 448769"/>
                <a:gd name="connsiteX15" fmla="*/ 618523 w 674097"/>
                <a:gd name="connsiteY15" fmla="*/ 271624 h 448769"/>
                <a:gd name="connsiteX16" fmla="*/ 674098 w 674097"/>
                <a:gd name="connsiteY16" fmla="*/ 403515 h 448769"/>
                <a:gd name="connsiteX17" fmla="*/ 674098 w 674097"/>
                <a:gd name="connsiteY17" fmla="*/ 409023 h 448769"/>
                <a:gd name="connsiteX18" fmla="*/ 634401 w 674097"/>
                <a:gd name="connsiteY18" fmla="*/ 448720 h 448769"/>
                <a:gd name="connsiteX19" fmla="*/ 634550 w 674097"/>
                <a:gd name="connsiteY19" fmla="*/ 409073 h 448769"/>
                <a:gd name="connsiteX20" fmla="*/ 634550 w 674097"/>
                <a:gd name="connsiteY20" fmla="*/ 409073 h 448769"/>
                <a:gd name="connsiteX21" fmla="*/ 324172 w 674097"/>
                <a:gd name="connsiteY21" fmla="*/ 79393 h 448769"/>
                <a:gd name="connsiteX22" fmla="*/ 324172 w 674097"/>
                <a:gd name="connsiteY22" fmla="*/ 84355 h 448769"/>
                <a:gd name="connsiteX23" fmla="*/ 292762 w 674097"/>
                <a:gd name="connsiteY23" fmla="*/ 123655 h 448769"/>
                <a:gd name="connsiteX24" fmla="*/ 256341 w 674097"/>
                <a:gd name="connsiteY24" fmla="*/ 135415 h 448769"/>
                <a:gd name="connsiteX25" fmla="*/ 255398 w 674097"/>
                <a:gd name="connsiteY25" fmla="*/ 135911 h 448769"/>
                <a:gd name="connsiteX26" fmla="*/ 133976 w 674097"/>
                <a:gd name="connsiteY26" fmla="*/ 285418 h 448769"/>
                <a:gd name="connsiteX27" fmla="*/ 133976 w 674097"/>
                <a:gd name="connsiteY27" fmla="*/ 288544 h 448769"/>
                <a:gd name="connsiteX28" fmla="*/ 112044 w 674097"/>
                <a:gd name="connsiteY28" fmla="*/ 324668 h 448769"/>
                <a:gd name="connsiteX29" fmla="*/ 81527 w 674097"/>
                <a:gd name="connsiteY29" fmla="*/ 369327 h 448769"/>
                <a:gd name="connsiteX30" fmla="*/ 590189 w 674097"/>
                <a:gd name="connsiteY30" fmla="*/ 369327 h 448769"/>
                <a:gd name="connsiteX31" fmla="*/ 561756 w 674097"/>
                <a:gd name="connsiteY31" fmla="*/ 329084 h 448769"/>
                <a:gd name="connsiteX32" fmla="*/ 539824 w 674097"/>
                <a:gd name="connsiteY32" fmla="*/ 292961 h 448769"/>
                <a:gd name="connsiteX33" fmla="*/ 539824 w 674097"/>
                <a:gd name="connsiteY33" fmla="*/ 289834 h 448769"/>
                <a:gd name="connsiteX34" fmla="*/ 419444 w 674097"/>
                <a:gd name="connsiteY34" fmla="*/ 136010 h 448769"/>
                <a:gd name="connsiteX35" fmla="*/ 381038 w 674097"/>
                <a:gd name="connsiteY35" fmla="*/ 124151 h 448769"/>
                <a:gd name="connsiteX36" fmla="*/ 349727 w 674097"/>
                <a:gd name="connsiteY36" fmla="*/ 85397 h 448769"/>
                <a:gd name="connsiteX37" fmla="*/ 349727 w 674097"/>
                <a:gd name="connsiteY37" fmla="*/ 79393 h 448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097" h="448769">
                  <a:moveTo>
                    <a:pt x="39697" y="448769"/>
                  </a:moveTo>
                  <a:cubicBezTo>
                    <a:pt x="17773" y="448769"/>
                    <a:pt x="0" y="430997"/>
                    <a:pt x="0" y="409073"/>
                  </a:cubicBezTo>
                  <a:lnTo>
                    <a:pt x="0" y="394683"/>
                  </a:lnTo>
                  <a:cubicBezTo>
                    <a:pt x="0" y="339654"/>
                    <a:pt x="19848" y="294449"/>
                    <a:pt x="55526" y="267009"/>
                  </a:cubicBezTo>
                  <a:cubicBezTo>
                    <a:pt x="64110" y="153427"/>
                    <a:pt x="152485" y="97306"/>
                    <a:pt x="220068" y="64457"/>
                  </a:cubicBezTo>
                  <a:cubicBezTo>
                    <a:pt x="228093" y="60482"/>
                    <a:pt x="236382" y="57067"/>
                    <a:pt x="244878" y="54235"/>
                  </a:cubicBezTo>
                  <a:lnTo>
                    <a:pt x="244878" y="39697"/>
                  </a:lnTo>
                  <a:cubicBezTo>
                    <a:pt x="244878" y="17773"/>
                    <a:pt x="262651" y="0"/>
                    <a:pt x="284575" y="0"/>
                  </a:cubicBezTo>
                  <a:lnTo>
                    <a:pt x="389424" y="0"/>
                  </a:lnTo>
                  <a:cubicBezTo>
                    <a:pt x="411346" y="0"/>
                    <a:pt x="429120" y="17773"/>
                    <a:pt x="429120" y="39697"/>
                  </a:cubicBezTo>
                  <a:lnTo>
                    <a:pt x="429120" y="55079"/>
                  </a:lnTo>
                  <a:cubicBezTo>
                    <a:pt x="436166" y="57362"/>
                    <a:pt x="443113" y="60041"/>
                    <a:pt x="450011" y="62721"/>
                  </a:cubicBezTo>
                  <a:lnTo>
                    <a:pt x="451152" y="63217"/>
                  </a:lnTo>
                  <a:lnTo>
                    <a:pt x="451946" y="63564"/>
                  </a:lnTo>
                  <a:lnTo>
                    <a:pt x="453236" y="64160"/>
                  </a:lnTo>
                  <a:cubicBezTo>
                    <a:pt x="556348" y="114128"/>
                    <a:pt x="612022" y="183894"/>
                    <a:pt x="618523" y="271624"/>
                  </a:cubicBezTo>
                  <a:cubicBezTo>
                    <a:pt x="653704" y="299610"/>
                    <a:pt x="674098" y="347047"/>
                    <a:pt x="674098" y="403515"/>
                  </a:cubicBezTo>
                  <a:lnTo>
                    <a:pt x="674098" y="409023"/>
                  </a:lnTo>
                  <a:cubicBezTo>
                    <a:pt x="674098" y="430947"/>
                    <a:pt x="656324" y="448720"/>
                    <a:pt x="634401" y="448720"/>
                  </a:cubicBezTo>
                  <a:close/>
                  <a:moveTo>
                    <a:pt x="634550" y="409073"/>
                  </a:moveTo>
                  <a:lnTo>
                    <a:pt x="634550" y="409073"/>
                  </a:lnTo>
                  <a:close/>
                  <a:moveTo>
                    <a:pt x="324172" y="79393"/>
                  </a:moveTo>
                  <a:lnTo>
                    <a:pt x="324172" y="84355"/>
                  </a:lnTo>
                  <a:cubicBezTo>
                    <a:pt x="324400" y="103264"/>
                    <a:pt x="311257" y="119708"/>
                    <a:pt x="292762" y="123655"/>
                  </a:cubicBezTo>
                  <a:cubicBezTo>
                    <a:pt x="280178" y="126037"/>
                    <a:pt x="267942" y="129988"/>
                    <a:pt x="256341" y="135415"/>
                  </a:cubicBezTo>
                  <a:lnTo>
                    <a:pt x="255398" y="135911"/>
                  </a:lnTo>
                  <a:cubicBezTo>
                    <a:pt x="170298" y="176898"/>
                    <a:pt x="133976" y="221656"/>
                    <a:pt x="133976" y="285418"/>
                  </a:cubicBezTo>
                  <a:lnTo>
                    <a:pt x="133976" y="288544"/>
                  </a:lnTo>
                  <a:cubicBezTo>
                    <a:pt x="134215" y="303800"/>
                    <a:pt x="125689" y="317842"/>
                    <a:pt x="112044" y="324668"/>
                  </a:cubicBezTo>
                  <a:cubicBezTo>
                    <a:pt x="93436" y="333947"/>
                    <a:pt x="85100" y="352208"/>
                    <a:pt x="81527" y="369327"/>
                  </a:cubicBezTo>
                  <a:lnTo>
                    <a:pt x="590189" y="369327"/>
                  </a:lnTo>
                  <a:cubicBezTo>
                    <a:pt x="584781" y="350223"/>
                    <a:pt x="574757" y="335585"/>
                    <a:pt x="561756" y="329084"/>
                  </a:cubicBezTo>
                  <a:cubicBezTo>
                    <a:pt x="548111" y="322259"/>
                    <a:pt x="539586" y="308216"/>
                    <a:pt x="539824" y="292961"/>
                  </a:cubicBezTo>
                  <a:lnTo>
                    <a:pt x="539824" y="289834"/>
                  </a:lnTo>
                  <a:cubicBezTo>
                    <a:pt x="539824" y="224881"/>
                    <a:pt x="501566" y="176005"/>
                    <a:pt x="419444" y="136010"/>
                  </a:cubicBezTo>
                  <a:cubicBezTo>
                    <a:pt x="406989" y="131010"/>
                    <a:pt x="394144" y="127043"/>
                    <a:pt x="381038" y="124151"/>
                  </a:cubicBezTo>
                  <a:cubicBezTo>
                    <a:pt x="362785" y="120206"/>
                    <a:pt x="349749" y="104072"/>
                    <a:pt x="349727" y="85397"/>
                  </a:cubicBezTo>
                  <a:lnTo>
                    <a:pt x="349727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965D131B-409A-3744-A5D9-DEA8E743FAEB}"/>
                </a:ext>
              </a:extLst>
            </p:cNvPr>
            <p:cNvSpPr/>
            <p:nvPr/>
          </p:nvSpPr>
          <p:spPr>
            <a:xfrm>
              <a:off x="7091068" y="1467207"/>
              <a:ext cx="79393" cy="152385"/>
            </a:xfrm>
            <a:custGeom>
              <a:avLst/>
              <a:gdLst>
                <a:gd name="connsiteX0" fmla="*/ 39697 w 79393"/>
                <a:gd name="connsiteY0" fmla="*/ 152385 h 152385"/>
                <a:gd name="connsiteX1" fmla="*/ 0 w 79393"/>
                <a:gd name="connsiteY1" fmla="*/ 112689 h 152385"/>
                <a:gd name="connsiteX2" fmla="*/ 0 w 79393"/>
                <a:gd name="connsiteY2" fmla="*/ 39697 h 152385"/>
                <a:gd name="connsiteX3" fmla="*/ 39697 w 79393"/>
                <a:gd name="connsiteY3" fmla="*/ 0 h 152385"/>
                <a:gd name="connsiteX4" fmla="*/ 79393 w 79393"/>
                <a:gd name="connsiteY4" fmla="*/ 39697 h 152385"/>
                <a:gd name="connsiteX5" fmla="*/ 79393 w 79393"/>
                <a:gd name="connsiteY5" fmla="*/ 112689 h 152385"/>
                <a:gd name="connsiteX6" fmla="*/ 39697 w 79393"/>
                <a:gd name="connsiteY6" fmla="*/ 152385 h 1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2385">
                  <a:moveTo>
                    <a:pt x="39697" y="152385"/>
                  </a:moveTo>
                  <a:cubicBezTo>
                    <a:pt x="17773" y="152385"/>
                    <a:pt x="0" y="134612"/>
                    <a:pt x="0" y="11268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12689"/>
                  </a:lnTo>
                  <a:cubicBezTo>
                    <a:pt x="79393" y="134612"/>
                    <a:pt x="61621" y="152385"/>
                    <a:pt x="39697" y="1523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53741F68-5684-4F4F-9157-E81FD405B1E5}"/>
                </a:ext>
              </a:extLst>
            </p:cNvPr>
            <p:cNvSpPr/>
            <p:nvPr/>
          </p:nvSpPr>
          <p:spPr>
            <a:xfrm>
              <a:off x="7191252" y="1463089"/>
              <a:ext cx="79393" cy="155759"/>
            </a:xfrm>
            <a:custGeom>
              <a:avLst/>
              <a:gdLst>
                <a:gd name="connsiteX0" fmla="*/ 39697 w 79393"/>
                <a:gd name="connsiteY0" fmla="*/ 155759 h 155759"/>
                <a:gd name="connsiteX1" fmla="*/ 0 w 79393"/>
                <a:gd name="connsiteY1" fmla="*/ 116063 h 155759"/>
                <a:gd name="connsiteX2" fmla="*/ 0 w 79393"/>
                <a:gd name="connsiteY2" fmla="*/ 39697 h 155759"/>
                <a:gd name="connsiteX3" fmla="*/ 39697 w 79393"/>
                <a:gd name="connsiteY3" fmla="*/ 0 h 155759"/>
                <a:gd name="connsiteX4" fmla="*/ 79393 w 79393"/>
                <a:gd name="connsiteY4" fmla="*/ 39697 h 155759"/>
                <a:gd name="connsiteX5" fmla="*/ 79393 w 79393"/>
                <a:gd name="connsiteY5" fmla="*/ 116063 h 155759"/>
                <a:gd name="connsiteX6" fmla="*/ 39697 w 79393"/>
                <a:gd name="connsiteY6" fmla="*/ 155759 h 15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5759">
                  <a:moveTo>
                    <a:pt x="39697" y="155759"/>
                  </a:moveTo>
                  <a:cubicBezTo>
                    <a:pt x="17773" y="155759"/>
                    <a:pt x="0" y="137987"/>
                    <a:pt x="0" y="11606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16063"/>
                  </a:lnTo>
                  <a:cubicBezTo>
                    <a:pt x="79393" y="137987"/>
                    <a:pt x="61619" y="155759"/>
                    <a:pt x="39697" y="15575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75" name="Picture Placeholder 43">
              <a:extLst>
                <a:ext uri="{FF2B5EF4-FFF2-40B4-BE49-F238E27FC236}">
                  <a16:creationId xmlns:a16="http://schemas.microsoft.com/office/drawing/2014/main" id="{4779FB52-9AC2-4614-86CA-ABE39720B54F}"/>
                </a:ext>
              </a:extLst>
            </p:cNvPr>
            <p:cNvGrpSpPr/>
            <p:nvPr/>
          </p:nvGrpSpPr>
          <p:grpSpPr>
            <a:xfrm>
              <a:off x="6840433" y="1880597"/>
              <a:ext cx="668788" cy="375182"/>
              <a:chOff x="6840433" y="1880597"/>
              <a:chExt cx="668788" cy="375182"/>
            </a:xfrm>
            <a:solidFill>
              <a:srgbClr val="EF463C"/>
            </a:solidFill>
          </p:grpSpPr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5EDE0923-0D9F-DC42-8520-EAAFC66CFA1E}"/>
                  </a:ext>
                </a:extLst>
              </p:cNvPr>
              <p:cNvSpPr/>
              <p:nvPr/>
            </p:nvSpPr>
            <p:spPr>
              <a:xfrm>
                <a:off x="7340511" y="1880597"/>
                <a:ext cx="168710" cy="79393"/>
              </a:xfrm>
              <a:custGeom>
                <a:avLst/>
                <a:gdLst>
                  <a:gd name="connsiteX0" fmla="*/ 39697 w 168710"/>
                  <a:gd name="connsiteY0" fmla="*/ 79393 h 79393"/>
                  <a:gd name="connsiteX1" fmla="*/ 0 w 168710"/>
                  <a:gd name="connsiteY1" fmla="*/ 39697 h 79393"/>
                  <a:gd name="connsiteX2" fmla="*/ 39697 w 168710"/>
                  <a:gd name="connsiteY2" fmla="*/ 0 h 79393"/>
                  <a:gd name="connsiteX3" fmla="*/ 129014 w 168710"/>
                  <a:gd name="connsiteY3" fmla="*/ 0 h 79393"/>
                  <a:gd name="connsiteX4" fmla="*/ 129014 w 168710"/>
                  <a:gd name="connsiteY4" fmla="*/ 0 h 79393"/>
                  <a:gd name="connsiteX5" fmla="*/ 168710 w 168710"/>
                  <a:gd name="connsiteY5" fmla="*/ 39697 h 79393"/>
                  <a:gd name="connsiteX6" fmla="*/ 129014 w 168710"/>
                  <a:gd name="connsiteY6" fmla="*/ 79393 h 79393"/>
                  <a:gd name="connsiteX7" fmla="*/ 39697 w 168710"/>
                  <a:gd name="connsiteY7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710" h="79393">
                    <a:moveTo>
                      <a:pt x="39697" y="79393"/>
                    </a:moveTo>
                    <a:cubicBezTo>
                      <a:pt x="17774" y="79393"/>
                      <a:pt x="0" y="61619"/>
                      <a:pt x="0" y="39697"/>
                    </a:cubicBezTo>
                    <a:cubicBezTo>
                      <a:pt x="0" y="17773"/>
                      <a:pt x="17774" y="0"/>
                      <a:pt x="39697" y="0"/>
                    </a:cubicBezTo>
                    <a:lnTo>
                      <a:pt x="129014" y="0"/>
                    </a:lnTo>
                    <a:lnTo>
                      <a:pt x="129014" y="0"/>
                    </a:lnTo>
                    <a:cubicBezTo>
                      <a:pt x="150936" y="0"/>
                      <a:pt x="168710" y="17773"/>
                      <a:pt x="168710" y="39697"/>
                    </a:cubicBezTo>
                    <a:cubicBezTo>
                      <a:pt x="168710" y="61619"/>
                      <a:pt x="150936" y="79393"/>
                      <a:pt x="129014" y="79393"/>
                    </a:cubicBezTo>
                    <a:lnTo>
                      <a:pt x="39697" y="79393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12C72CAA-5CF5-B642-8543-DA57CFB3AB95}"/>
                  </a:ext>
                </a:extLst>
              </p:cNvPr>
              <p:cNvSpPr/>
              <p:nvPr/>
            </p:nvSpPr>
            <p:spPr>
              <a:xfrm>
                <a:off x="7286419" y="2052807"/>
                <a:ext cx="128435" cy="123976"/>
              </a:xfrm>
              <a:custGeom>
                <a:avLst/>
                <a:gdLst>
                  <a:gd name="connsiteX0" fmla="*/ 88579 w 128435"/>
                  <a:gd name="connsiteY0" fmla="*/ 123976 h 123976"/>
                  <a:gd name="connsiteX1" fmla="*/ 61883 w 128435"/>
                  <a:gd name="connsiteY1" fmla="*/ 113655 h 123976"/>
                  <a:gd name="connsiteX2" fmla="*/ 13353 w 128435"/>
                  <a:gd name="connsiteY2" fmla="*/ 69393 h 123976"/>
                  <a:gd name="connsiteX3" fmla="*/ 10004 w 128435"/>
                  <a:gd name="connsiteY3" fmla="*/ 13351 h 123976"/>
                  <a:gd name="connsiteX4" fmla="*/ 66041 w 128435"/>
                  <a:gd name="connsiteY4" fmla="*/ 10002 h 123976"/>
                  <a:gd name="connsiteX5" fmla="*/ 66745 w 128435"/>
                  <a:gd name="connsiteY5" fmla="*/ 10642 h 123976"/>
                  <a:gd name="connsiteX6" fmla="*/ 115274 w 128435"/>
                  <a:gd name="connsiteY6" fmla="*/ 54755 h 123976"/>
                  <a:gd name="connsiteX7" fmla="*/ 118262 w 128435"/>
                  <a:gd name="connsiteY7" fmla="*/ 110816 h 123976"/>
                  <a:gd name="connsiteX8" fmla="*/ 88579 w 128435"/>
                  <a:gd name="connsiteY8" fmla="*/ 123976 h 1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8435" h="123976">
                    <a:moveTo>
                      <a:pt x="88579" y="123976"/>
                    </a:moveTo>
                    <a:cubicBezTo>
                      <a:pt x="78704" y="123976"/>
                      <a:pt x="69187" y="120294"/>
                      <a:pt x="61883" y="113655"/>
                    </a:cubicBezTo>
                    <a:lnTo>
                      <a:pt x="13353" y="69393"/>
                    </a:lnTo>
                    <a:cubicBezTo>
                      <a:pt x="-3046" y="54844"/>
                      <a:pt x="-4550" y="29756"/>
                      <a:pt x="10004" y="13351"/>
                    </a:cubicBezTo>
                    <a:cubicBezTo>
                      <a:pt x="24553" y="-3048"/>
                      <a:pt x="49641" y="-4547"/>
                      <a:pt x="66041" y="10002"/>
                    </a:cubicBezTo>
                    <a:cubicBezTo>
                      <a:pt x="66279" y="10210"/>
                      <a:pt x="66512" y="10424"/>
                      <a:pt x="66745" y="10642"/>
                    </a:cubicBezTo>
                    <a:lnTo>
                      <a:pt x="115274" y="54755"/>
                    </a:lnTo>
                    <a:cubicBezTo>
                      <a:pt x="131580" y="69408"/>
                      <a:pt x="132920" y="94511"/>
                      <a:pt x="118262" y="110816"/>
                    </a:cubicBezTo>
                    <a:cubicBezTo>
                      <a:pt x="110699" y="119232"/>
                      <a:pt x="99897" y="124021"/>
                      <a:pt x="88579" y="12397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C040B638-184A-8F45-90AD-05980A85D095}"/>
                  </a:ext>
                </a:extLst>
              </p:cNvPr>
              <p:cNvSpPr/>
              <p:nvPr/>
            </p:nvSpPr>
            <p:spPr>
              <a:xfrm>
                <a:off x="7136058" y="2096283"/>
                <a:ext cx="81607" cy="159496"/>
              </a:xfrm>
              <a:custGeom>
                <a:avLst/>
                <a:gdLst>
                  <a:gd name="connsiteX0" fmla="*/ 41895 w 81607"/>
                  <a:gd name="connsiteY0" fmla="*/ 159496 h 159496"/>
                  <a:gd name="connsiteX1" fmla="*/ 2199 w 81607"/>
                  <a:gd name="connsiteY1" fmla="*/ 120891 h 159496"/>
                  <a:gd name="connsiteX2" fmla="*/ 15 w 81607"/>
                  <a:gd name="connsiteY2" fmla="*/ 40804 h 159496"/>
                  <a:gd name="connsiteX3" fmla="*/ 38620 w 81607"/>
                  <a:gd name="connsiteY3" fmla="*/ 15 h 159496"/>
                  <a:gd name="connsiteX4" fmla="*/ 79408 w 81607"/>
                  <a:gd name="connsiteY4" fmla="*/ 38620 h 159496"/>
                  <a:gd name="connsiteX5" fmla="*/ 81592 w 81607"/>
                  <a:gd name="connsiteY5" fmla="*/ 118609 h 159496"/>
                  <a:gd name="connsiteX6" fmla="*/ 43036 w 81607"/>
                  <a:gd name="connsiteY6" fmla="*/ 159397 h 159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07" h="159496">
                    <a:moveTo>
                      <a:pt x="41895" y="159496"/>
                    </a:moveTo>
                    <a:cubicBezTo>
                      <a:pt x="20391" y="159506"/>
                      <a:pt x="2790" y="142387"/>
                      <a:pt x="2199" y="120891"/>
                    </a:cubicBezTo>
                    <a:lnTo>
                      <a:pt x="15" y="40804"/>
                    </a:lnTo>
                    <a:cubicBezTo>
                      <a:pt x="-588" y="18881"/>
                      <a:pt x="16696" y="621"/>
                      <a:pt x="38620" y="15"/>
                    </a:cubicBezTo>
                    <a:cubicBezTo>
                      <a:pt x="60544" y="-590"/>
                      <a:pt x="78806" y="16698"/>
                      <a:pt x="79408" y="38620"/>
                    </a:cubicBezTo>
                    <a:lnTo>
                      <a:pt x="81592" y="118609"/>
                    </a:lnTo>
                    <a:cubicBezTo>
                      <a:pt x="82203" y="140516"/>
                      <a:pt x="64945" y="158777"/>
                      <a:pt x="43036" y="15939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7F376245-FF2C-EE4A-8CDC-8F939BB9EBC2}"/>
                  </a:ext>
                </a:extLst>
              </p:cNvPr>
              <p:cNvSpPr/>
              <p:nvPr/>
            </p:nvSpPr>
            <p:spPr>
              <a:xfrm>
                <a:off x="6922226" y="2023327"/>
                <a:ext cx="151776" cy="151273"/>
              </a:xfrm>
              <a:custGeom>
                <a:avLst/>
                <a:gdLst>
                  <a:gd name="connsiteX0" fmla="*/ 39679 w 151776"/>
                  <a:gd name="connsiteY0" fmla="*/ 151273 h 151273"/>
                  <a:gd name="connsiteX1" fmla="*/ 0 w 151776"/>
                  <a:gd name="connsiteY1" fmla="*/ 111557 h 151273"/>
                  <a:gd name="connsiteX2" fmla="*/ 11742 w 151776"/>
                  <a:gd name="connsiteY2" fmla="*/ 83392 h 151273"/>
                  <a:gd name="connsiteX3" fmla="*/ 84089 w 151776"/>
                  <a:gd name="connsiteY3" fmla="*/ 11541 h 151273"/>
                  <a:gd name="connsiteX4" fmla="*/ 140235 w 151776"/>
                  <a:gd name="connsiteY4" fmla="*/ 11715 h 151273"/>
                  <a:gd name="connsiteX5" fmla="*/ 140062 w 151776"/>
                  <a:gd name="connsiteY5" fmla="*/ 67861 h 151273"/>
                  <a:gd name="connsiteX6" fmla="*/ 67665 w 151776"/>
                  <a:gd name="connsiteY6" fmla="*/ 139761 h 151273"/>
                  <a:gd name="connsiteX7" fmla="*/ 39679 w 151776"/>
                  <a:gd name="connsiteY7" fmla="*/ 151273 h 15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776" h="151273">
                    <a:moveTo>
                      <a:pt x="39679" y="151273"/>
                    </a:moveTo>
                    <a:cubicBezTo>
                      <a:pt x="17755" y="151263"/>
                      <a:pt x="-10" y="133484"/>
                      <a:pt x="0" y="111557"/>
                    </a:cubicBezTo>
                    <a:cubicBezTo>
                      <a:pt x="5" y="100983"/>
                      <a:pt x="4232" y="90840"/>
                      <a:pt x="11742" y="83392"/>
                    </a:cubicBezTo>
                    <a:lnTo>
                      <a:pt x="84089" y="11541"/>
                    </a:lnTo>
                    <a:cubicBezTo>
                      <a:pt x="99641" y="-3915"/>
                      <a:pt x="124779" y="-3836"/>
                      <a:pt x="140235" y="11715"/>
                    </a:cubicBezTo>
                    <a:cubicBezTo>
                      <a:pt x="155692" y="27266"/>
                      <a:pt x="155614" y="52404"/>
                      <a:pt x="140062" y="67861"/>
                    </a:cubicBezTo>
                    <a:lnTo>
                      <a:pt x="67665" y="139761"/>
                    </a:lnTo>
                    <a:cubicBezTo>
                      <a:pt x="60222" y="147145"/>
                      <a:pt x="50162" y="151283"/>
                      <a:pt x="39679" y="15127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8440C387-1CC8-1F43-AEF2-6BED76B49A91}"/>
                  </a:ext>
                </a:extLst>
              </p:cNvPr>
              <p:cNvSpPr/>
              <p:nvPr/>
            </p:nvSpPr>
            <p:spPr>
              <a:xfrm>
                <a:off x="6840433" y="1881689"/>
                <a:ext cx="174565" cy="79790"/>
              </a:xfrm>
              <a:custGeom>
                <a:avLst/>
                <a:gdLst>
                  <a:gd name="connsiteX0" fmla="*/ 39697 w 174565"/>
                  <a:gd name="connsiteY0" fmla="*/ 79790 h 79790"/>
                  <a:gd name="connsiteX1" fmla="*/ 0 w 174565"/>
                  <a:gd name="connsiteY1" fmla="*/ 40094 h 79790"/>
                  <a:gd name="connsiteX2" fmla="*/ 39697 w 174565"/>
                  <a:gd name="connsiteY2" fmla="*/ 397 h 79790"/>
                  <a:gd name="connsiteX3" fmla="*/ 134869 w 174565"/>
                  <a:gd name="connsiteY3" fmla="*/ 0 h 79790"/>
                  <a:gd name="connsiteX4" fmla="*/ 134869 w 174565"/>
                  <a:gd name="connsiteY4" fmla="*/ 0 h 79790"/>
                  <a:gd name="connsiteX5" fmla="*/ 174566 w 174565"/>
                  <a:gd name="connsiteY5" fmla="*/ 39697 h 79790"/>
                  <a:gd name="connsiteX6" fmla="*/ 134869 w 174565"/>
                  <a:gd name="connsiteY6" fmla="*/ 79393 h 79790"/>
                  <a:gd name="connsiteX7" fmla="*/ 39697 w 174565"/>
                  <a:gd name="connsiteY7" fmla="*/ 79790 h 7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565" h="79790">
                    <a:moveTo>
                      <a:pt x="39697" y="79790"/>
                    </a:moveTo>
                    <a:cubicBezTo>
                      <a:pt x="17773" y="79790"/>
                      <a:pt x="0" y="62016"/>
                      <a:pt x="0" y="40094"/>
                    </a:cubicBezTo>
                    <a:cubicBezTo>
                      <a:pt x="0" y="18171"/>
                      <a:pt x="17773" y="397"/>
                      <a:pt x="39697" y="397"/>
                    </a:cubicBezTo>
                    <a:lnTo>
                      <a:pt x="134869" y="0"/>
                    </a:lnTo>
                    <a:lnTo>
                      <a:pt x="134869" y="0"/>
                    </a:lnTo>
                    <a:cubicBezTo>
                      <a:pt x="156793" y="0"/>
                      <a:pt x="174566" y="17774"/>
                      <a:pt x="174566" y="39697"/>
                    </a:cubicBezTo>
                    <a:cubicBezTo>
                      <a:pt x="174566" y="61619"/>
                      <a:pt x="156793" y="79393"/>
                      <a:pt x="134869" y="79393"/>
                    </a:cubicBezTo>
                    <a:lnTo>
                      <a:pt x="39697" y="79790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4DDB495-EE23-6F45-80E0-ED11D9FD67E1}"/>
                  </a:ext>
                </a:extLst>
              </p:cNvPr>
              <p:cNvSpPr/>
              <p:nvPr/>
            </p:nvSpPr>
            <p:spPr>
              <a:xfrm>
                <a:off x="6943882" y="1880600"/>
                <a:ext cx="475559" cy="284026"/>
              </a:xfrm>
              <a:custGeom>
                <a:avLst/>
                <a:gdLst>
                  <a:gd name="connsiteX0" fmla="*/ 237694 w 475559"/>
                  <a:gd name="connsiteY0" fmla="*/ 284026 h 284026"/>
                  <a:gd name="connsiteX1" fmla="*/ 235362 w 475559"/>
                  <a:gd name="connsiteY1" fmla="*/ 284026 h 284026"/>
                  <a:gd name="connsiteX2" fmla="*/ 11 w 475559"/>
                  <a:gd name="connsiteY2" fmla="*/ 44011 h 284026"/>
                  <a:gd name="connsiteX3" fmla="*/ 39707 w 475559"/>
                  <a:gd name="connsiteY3" fmla="*/ 4711 h 284026"/>
                  <a:gd name="connsiteX4" fmla="*/ 40055 w 475559"/>
                  <a:gd name="connsiteY4" fmla="*/ 4711 h 284026"/>
                  <a:gd name="connsiteX5" fmla="*/ 79404 w 475559"/>
                  <a:gd name="connsiteY5" fmla="*/ 44750 h 284026"/>
                  <a:gd name="connsiteX6" fmla="*/ 79404 w 475559"/>
                  <a:gd name="connsiteY6" fmla="*/ 44755 h 284026"/>
                  <a:gd name="connsiteX7" fmla="*/ 237509 w 475559"/>
                  <a:gd name="connsiteY7" fmla="*/ 203328 h 284026"/>
                  <a:gd name="connsiteX8" fmla="*/ 396084 w 475559"/>
                  <a:gd name="connsiteY8" fmla="*/ 45227 h 284026"/>
                  <a:gd name="connsiteX9" fmla="*/ 396034 w 475559"/>
                  <a:gd name="connsiteY9" fmla="*/ 41034 h 284026"/>
                  <a:gd name="connsiteX10" fmla="*/ 434416 w 475559"/>
                  <a:gd name="connsiteY10" fmla="*/ 22 h 284026"/>
                  <a:gd name="connsiteX11" fmla="*/ 475427 w 475559"/>
                  <a:gd name="connsiteY11" fmla="*/ 38404 h 284026"/>
                  <a:gd name="connsiteX12" fmla="*/ 245614 w 475559"/>
                  <a:gd name="connsiteY12" fmla="*/ 283897 h 284026"/>
                  <a:gd name="connsiteX13" fmla="*/ 237843 w 475559"/>
                  <a:gd name="connsiteY13" fmla="*/ 284026 h 284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75559" h="284026">
                    <a:moveTo>
                      <a:pt x="237694" y="284026"/>
                    </a:moveTo>
                    <a:lnTo>
                      <a:pt x="235362" y="284026"/>
                    </a:lnTo>
                    <a:cubicBezTo>
                      <a:pt x="104114" y="282691"/>
                      <a:pt x="-1229" y="175258"/>
                      <a:pt x="11" y="44011"/>
                    </a:cubicBezTo>
                    <a:cubicBezTo>
                      <a:pt x="229" y="22242"/>
                      <a:pt x="17938" y="4710"/>
                      <a:pt x="39707" y="4711"/>
                    </a:cubicBezTo>
                    <a:lnTo>
                      <a:pt x="40055" y="4711"/>
                    </a:lnTo>
                    <a:cubicBezTo>
                      <a:pt x="61978" y="4902"/>
                      <a:pt x="79595" y="22828"/>
                      <a:pt x="79404" y="44750"/>
                    </a:cubicBezTo>
                    <a:cubicBezTo>
                      <a:pt x="79404" y="44755"/>
                      <a:pt x="79404" y="44755"/>
                      <a:pt x="79404" y="44755"/>
                    </a:cubicBezTo>
                    <a:cubicBezTo>
                      <a:pt x="79274" y="132202"/>
                      <a:pt x="150060" y="203199"/>
                      <a:pt x="237509" y="203328"/>
                    </a:cubicBezTo>
                    <a:cubicBezTo>
                      <a:pt x="324957" y="203462"/>
                      <a:pt x="395955" y="132673"/>
                      <a:pt x="396084" y="45227"/>
                    </a:cubicBezTo>
                    <a:cubicBezTo>
                      <a:pt x="396084" y="43827"/>
                      <a:pt x="396069" y="42433"/>
                      <a:pt x="396034" y="41034"/>
                    </a:cubicBezTo>
                    <a:cubicBezTo>
                      <a:pt x="395310" y="19111"/>
                      <a:pt x="412493" y="748"/>
                      <a:pt x="434416" y="22"/>
                    </a:cubicBezTo>
                    <a:cubicBezTo>
                      <a:pt x="456338" y="-704"/>
                      <a:pt x="474703" y="16480"/>
                      <a:pt x="475427" y="38404"/>
                    </a:cubicBezTo>
                    <a:cubicBezTo>
                      <a:pt x="479759" y="169656"/>
                      <a:pt x="376865" y="279565"/>
                      <a:pt x="245614" y="283897"/>
                    </a:cubicBezTo>
                    <a:cubicBezTo>
                      <a:pt x="243024" y="283982"/>
                      <a:pt x="240434" y="284026"/>
                      <a:pt x="237843" y="28402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88" name="Picture Placeholder 45">
            <a:extLst>
              <a:ext uri="{FF2B5EF4-FFF2-40B4-BE49-F238E27FC236}">
                <a16:creationId xmlns:a16="http://schemas.microsoft.com/office/drawing/2014/main" id="{CEEBA529-F806-47B5-89C4-FDC2DC352092}"/>
              </a:ext>
            </a:extLst>
          </p:cNvPr>
          <p:cNvGrpSpPr>
            <a:grpSpLocks noChangeAspect="1"/>
          </p:cNvGrpSpPr>
          <p:nvPr/>
        </p:nvGrpSpPr>
        <p:grpSpPr>
          <a:xfrm>
            <a:off x="8081227" y="1477132"/>
            <a:ext cx="832338" cy="719499"/>
            <a:chOff x="8081227" y="1477132"/>
            <a:chExt cx="832338" cy="719499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23AD2E7-4716-A243-9FE4-32F67E656286}"/>
                </a:ext>
              </a:extLst>
            </p:cNvPr>
            <p:cNvSpPr/>
            <p:nvPr/>
          </p:nvSpPr>
          <p:spPr>
            <a:xfrm>
              <a:off x="8453582" y="1493060"/>
              <a:ext cx="79393" cy="207017"/>
            </a:xfrm>
            <a:custGeom>
              <a:avLst/>
              <a:gdLst>
                <a:gd name="connsiteX0" fmla="*/ 39697 w 79393"/>
                <a:gd name="connsiteY0" fmla="*/ 207018 h 207017"/>
                <a:gd name="connsiteX1" fmla="*/ 0 w 79393"/>
                <a:gd name="connsiteY1" fmla="*/ 167321 h 207017"/>
                <a:gd name="connsiteX2" fmla="*/ 0 w 79393"/>
                <a:gd name="connsiteY2" fmla="*/ 39697 h 207017"/>
                <a:gd name="connsiteX3" fmla="*/ 39697 w 79393"/>
                <a:gd name="connsiteY3" fmla="*/ 0 h 207017"/>
                <a:gd name="connsiteX4" fmla="*/ 79393 w 79393"/>
                <a:gd name="connsiteY4" fmla="*/ 39697 h 207017"/>
                <a:gd name="connsiteX5" fmla="*/ 79393 w 79393"/>
                <a:gd name="connsiteY5" fmla="*/ 167321 h 207017"/>
                <a:gd name="connsiteX6" fmla="*/ 39697 w 79393"/>
                <a:gd name="connsiteY6" fmla="*/ 207018 h 20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7017">
                  <a:moveTo>
                    <a:pt x="39697" y="207018"/>
                  </a:moveTo>
                  <a:cubicBezTo>
                    <a:pt x="17773" y="207018"/>
                    <a:pt x="0" y="189245"/>
                    <a:pt x="0" y="1673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7321"/>
                  </a:lnTo>
                  <a:cubicBezTo>
                    <a:pt x="79393" y="189245"/>
                    <a:pt x="61621" y="207018"/>
                    <a:pt x="39697" y="2070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2DE93144-303D-3843-ABE0-BEA4BCD55B96}"/>
                </a:ext>
              </a:extLst>
            </p:cNvPr>
            <p:cNvSpPr/>
            <p:nvPr/>
          </p:nvSpPr>
          <p:spPr>
            <a:xfrm>
              <a:off x="8381898" y="1621032"/>
              <a:ext cx="223255" cy="178634"/>
            </a:xfrm>
            <a:custGeom>
              <a:avLst/>
              <a:gdLst>
                <a:gd name="connsiteX0" fmla="*/ 163730 w 223255"/>
                <a:gd name="connsiteY0" fmla="*/ 178634 h 178634"/>
                <a:gd name="connsiteX1" fmla="*/ 155890 w 223255"/>
                <a:gd name="connsiteY1" fmla="*/ 177890 h 178634"/>
                <a:gd name="connsiteX2" fmla="*/ 124728 w 223255"/>
                <a:gd name="connsiteY2" fmla="*/ 131197 h 178634"/>
                <a:gd name="connsiteX3" fmla="*/ 135099 w 223255"/>
                <a:gd name="connsiteY3" fmla="*/ 79393 h 178634"/>
                <a:gd name="connsiteX4" fmla="*/ 90093 w 223255"/>
                <a:gd name="connsiteY4" fmla="*/ 79393 h 178634"/>
                <a:gd name="connsiteX5" fmla="*/ 101952 w 223255"/>
                <a:gd name="connsiteY5" fmla="*/ 128369 h 178634"/>
                <a:gd name="connsiteX6" fmla="*/ 73434 w 223255"/>
                <a:gd name="connsiteY6" fmla="*/ 176725 h 178634"/>
                <a:gd name="connsiteX7" fmla="*/ 25077 w 223255"/>
                <a:gd name="connsiteY7" fmla="*/ 148207 h 178634"/>
                <a:gd name="connsiteX8" fmla="*/ 24792 w 223255"/>
                <a:gd name="connsiteY8" fmla="*/ 147026 h 178634"/>
                <a:gd name="connsiteX9" fmla="*/ 1073 w 223255"/>
                <a:gd name="connsiteY9" fmla="*/ 48827 h 178634"/>
                <a:gd name="connsiteX10" fmla="*/ 30575 w 223255"/>
                <a:gd name="connsiteY10" fmla="*/ 1064 h 178634"/>
                <a:gd name="connsiteX11" fmla="*/ 39678 w 223255"/>
                <a:gd name="connsiteY11" fmla="*/ 0 h 178634"/>
                <a:gd name="connsiteX12" fmla="*/ 183578 w 223255"/>
                <a:gd name="connsiteY12" fmla="*/ 0 h 178634"/>
                <a:gd name="connsiteX13" fmla="*/ 223255 w 223255"/>
                <a:gd name="connsiteY13" fmla="*/ 39718 h 178634"/>
                <a:gd name="connsiteX14" fmla="*/ 222481 w 223255"/>
                <a:gd name="connsiteY14" fmla="*/ 47487 h 178634"/>
                <a:gd name="connsiteX15" fmla="*/ 202633 w 223255"/>
                <a:gd name="connsiteY15" fmla="*/ 146728 h 178634"/>
                <a:gd name="connsiteX16" fmla="*/ 163730 w 223255"/>
                <a:gd name="connsiteY16" fmla="*/ 17863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255" h="178634">
                  <a:moveTo>
                    <a:pt x="163730" y="178634"/>
                  </a:moveTo>
                  <a:cubicBezTo>
                    <a:pt x="161099" y="178631"/>
                    <a:pt x="158475" y="178381"/>
                    <a:pt x="155890" y="177890"/>
                  </a:cubicBezTo>
                  <a:cubicBezTo>
                    <a:pt x="134392" y="173600"/>
                    <a:pt x="120440" y="152696"/>
                    <a:pt x="124728" y="131197"/>
                  </a:cubicBezTo>
                  <a:lnTo>
                    <a:pt x="135099" y="79393"/>
                  </a:lnTo>
                  <a:lnTo>
                    <a:pt x="90093" y="79393"/>
                  </a:lnTo>
                  <a:lnTo>
                    <a:pt x="101952" y="128369"/>
                  </a:lnTo>
                  <a:cubicBezTo>
                    <a:pt x="107430" y="149597"/>
                    <a:pt x="94662" y="171247"/>
                    <a:pt x="73434" y="176725"/>
                  </a:cubicBezTo>
                  <a:cubicBezTo>
                    <a:pt x="52205" y="182203"/>
                    <a:pt x="30555" y="169435"/>
                    <a:pt x="25077" y="148207"/>
                  </a:cubicBezTo>
                  <a:cubicBezTo>
                    <a:pt x="24976" y="147815"/>
                    <a:pt x="24881" y="147421"/>
                    <a:pt x="24792" y="147026"/>
                  </a:cubicBezTo>
                  <a:lnTo>
                    <a:pt x="1073" y="48827"/>
                  </a:lnTo>
                  <a:cubicBezTo>
                    <a:pt x="-3969" y="27491"/>
                    <a:pt x="9239" y="6107"/>
                    <a:pt x="30575" y="1064"/>
                  </a:cubicBezTo>
                  <a:cubicBezTo>
                    <a:pt x="33558" y="359"/>
                    <a:pt x="36613" y="2"/>
                    <a:pt x="39678" y="0"/>
                  </a:cubicBezTo>
                  <a:lnTo>
                    <a:pt x="183578" y="0"/>
                  </a:lnTo>
                  <a:cubicBezTo>
                    <a:pt x="205501" y="12"/>
                    <a:pt x="223265" y="17795"/>
                    <a:pt x="223255" y="39718"/>
                  </a:cubicBezTo>
                  <a:cubicBezTo>
                    <a:pt x="223250" y="42327"/>
                    <a:pt x="222992" y="44929"/>
                    <a:pt x="222481" y="47487"/>
                  </a:cubicBezTo>
                  <a:lnTo>
                    <a:pt x="202633" y="146728"/>
                  </a:lnTo>
                  <a:cubicBezTo>
                    <a:pt x="198921" y="165273"/>
                    <a:pt x="182641" y="178624"/>
                    <a:pt x="163730" y="17863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6D22C194-1A34-3442-841B-971B8A341FCE}"/>
                </a:ext>
              </a:extLst>
            </p:cNvPr>
            <p:cNvSpPr/>
            <p:nvPr/>
          </p:nvSpPr>
          <p:spPr>
            <a:xfrm>
              <a:off x="8402274" y="1850478"/>
              <a:ext cx="190245" cy="171687"/>
            </a:xfrm>
            <a:custGeom>
              <a:avLst/>
              <a:gdLst>
                <a:gd name="connsiteX0" fmla="*/ 150549 w 190245"/>
                <a:gd name="connsiteY0" fmla="*/ 171688 h 171687"/>
                <a:gd name="connsiteX1" fmla="*/ 110853 w 190245"/>
                <a:gd name="connsiteY1" fmla="*/ 131991 h 171687"/>
                <a:gd name="connsiteX2" fmla="*/ 110853 w 190245"/>
                <a:gd name="connsiteY2" fmla="*/ 79393 h 171687"/>
                <a:gd name="connsiteX3" fmla="*/ 79393 w 190245"/>
                <a:gd name="connsiteY3" fmla="*/ 79393 h 171687"/>
                <a:gd name="connsiteX4" fmla="*/ 79393 w 190245"/>
                <a:gd name="connsiteY4" fmla="*/ 131991 h 171687"/>
                <a:gd name="connsiteX5" fmla="*/ 39697 w 190245"/>
                <a:gd name="connsiteY5" fmla="*/ 171688 h 171687"/>
                <a:gd name="connsiteX6" fmla="*/ 0 w 190245"/>
                <a:gd name="connsiteY6" fmla="*/ 131991 h 171687"/>
                <a:gd name="connsiteX7" fmla="*/ 0 w 190245"/>
                <a:gd name="connsiteY7" fmla="*/ 39697 h 171687"/>
                <a:gd name="connsiteX8" fmla="*/ 39697 w 190245"/>
                <a:gd name="connsiteY8" fmla="*/ 0 h 171687"/>
                <a:gd name="connsiteX9" fmla="*/ 150549 w 190245"/>
                <a:gd name="connsiteY9" fmla="*/ 0 h 171687"/>
                <a:gd name="connsiteX10" fmla="*/ 190246 w 190245"/>
                <a:gd name="connsiteY10" fmla="*/ 39697 h 171687"/>
                <a:gd name="connsiteX11" fmla="*/ 190246 w 190245"/>
                <a:gd name="connsiteY11" fmla="*/ 131991 h 171687"/>
                <a:gd name="connsiteX12" fmla="*/ 150549 w 190245"/>
                <a:gd name="connsiteY12" fmla="*/ 171688 h 17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687">
                  <a:moveTo>
                    <a:pt x="150549" y="171688"/>
                  </a:moveTo>
                  <a:cubicBezTo>
                    <a:pt x="128625" y="171688"/>
                    <a:pt x="110853" y="153913"/>
                    <a:pt x="110853" y="13199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1991"/>
                  </a:lnTo>
                  <a:cubicBezTo>
                    <a:pt x="79393" y="153913"/>
                    <a:pt x="61621" y="171688"/>
                    <a:pt x="39697" y="171688"/>
                  </a:cubicBezTo>
                  <a:cubicBezTo>
                    <a:pt x="17773" y="171688"/>
                    <a:pt x="0" y="153913"/>
                    <a:pt x="0" y="13199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0549" y="0"/>
                  </a:lnTo>
                  <a:cubicBezTo>
                    <a:pt x="172472" y="0"/>
                    <a:pt x="190246" y="17773"/>
                    <a:pt x="190246" y="39697"/>
                  </a:cubicBezTo>
                  <a:lnTo>
                    <a:pt x="190246" y="131991"/>
                  </a:lnTo>
                  <a:cubicBezTo>
                    <a:pt x="190246" y="153913"/>
                    <a:pt x="172472" y="171688"/>
                    <a:pt x="150549" y="1716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F3DC42A-032A-2C48-B5E1-DE1EC1E67148}"/>
                </a:ext>
              </a:extLst>
            </p:cNvPr>
            <p:cNvSpPr/>
            <p:nvPr/>
          </p:nvSpPr>
          <p:spPr>
            <a:xfrm>
              <a:off x="8173175" y="1851222"/>
              <a:ext cx="190245" cy="171737"/>
            </a:xfrm>
            <a:custGeom>
              <a:avLst/>
              <a:gdLst>
                <a:gd name="connsiteX0" fmla="*/ 150549 w 190245"/>
                <a:gd name="connsiteY0" fmla="*/ 171737 h 171737"/>
                <a:gd name="connsiteX1" fmla="*/ 110853 w 190245"/>
                <a:gd name="connsiteY1" fmla="*/ 132041 h 171737"/>
                <a:gd name="connsiteX2" fmla="*/ 110853 w 190245"/>
                <a:gd name="connsiteY2" fmla="*/ 79393 h 171737"/>
                <a:gd name="connsiteX3" fmla="*/ 79393 w 190245"/>
                <a:gd name="connsiteY3" fmla="*/ 79393 h 171737"/>
                <a:gd name="connsiteX4" fmla="*/ 79393 w 190245"/>
                <a:gd name="connsiteY4" fmla="*/ 132041 h 171737"/>
                <a:gd name="connsiteX5" fmla="*/ 39697 w 190245"/>
                <a:gd name="connsiteY5" fmla="*/ 171737 h 171737"/>
                <a:gd name="connsiteX6" fmla="*/ 0 w 190245"/>
                <a:gd name="connsiteY6" fmla="*/ 132041 h 171737"/>
                <a:gd name="connsiteX7" fmla="*/ 0 w 190245"/>
                <a:gd name="connsiteY7" fmla="*/ 39697 h 171737"/>
                <a:gd name="connsiteX8" fmla="*/ 39697 w 190245"/>
                <a:gd name="connsiteY8" fmla="*/ 0 h 171737"/>
                <a:gd name="connsiteX9" fmla="*/ 150549 w 190245"/>
                <a:gd name="connsiteY9" fmla="*/ 0 h 171737"/>
                <a:gd name="connsiteX10" fmla="*/ 190246 w 190245"/>
                <a:gd name="connsiteY10" fmla="*/ 39697 h 171737"/>
                <a:gd name="connsiteX11" fmla="*/ 190246 w 190245"/>
                <a:gd name="connsiteY11" fmla="*/ 132041 h 171737"/>
                <a:gd name="connsiteX12" fmla="*/ 150549 w 190245"/>
                <a:gd name="connsiteY12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737">
                  <a:moveTo>
                    <a:pt x="150549" y="171737"/>
                  </a:moveTo>
                  <a:cubicBezTo>
                    <a:pt x="128625" y="171737"/>
                    <a:pt x="110853" y="153963"/>
                    <a:pt x="110853" y="13204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2041"/>
                  </a:lnTo>
                  <a:cubicBezTo>
                    <a:pt x="79393" y="153963"/>
                    <a:pt x="61621" y="171737"/>
                    <a:pt x="39697" y="171737"/>
                  </a:cubicBezTo>
                  <a:cubicBezTo>
                    <a:pt x="17773" y="171737"/>
                    <a:pt x="0" y="153963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0549" y="0"/>
                  </a:lnTo>
                  <a:cubicBezTo>
                    <a:pt x="172473" y="0"/>
                    <a:pt x="190246" y="17773"/>
                    <a:pt x="190246" y="39697"/>
                  </a:cubicBezTo>
                  <a:lnTo>
                    <a:pt x="190246" y="132041"/>
                  </a:lnTo>
                  <a:cubicBezTo>
                    <a:pt x="190246" y="153963"/>
                    <a:pt x="172473" y="171737"/>
                    <a:pt x="150549" y="1717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4067639-7763-CC49-A74C-F52D14008543}"/>
                </a:ext>
              </a:extLst>
            </p:cNvPr>
            <p:cNvSpPr/>
            <p:nvPr/>
          </p:nvSpPr>
          <p:spPr>
            <a:xfrm>
              <a:off x="8625766" y="1848046"/>
              <a:ext cx="190245" cy="171737"/>
            </a:xfrm>
            <a:custGeom>
              <a:avLst/>
              <a:gdLst>
                <a:gd name="connsiteX0" fmla="*/ 150549 w 190245"/>
                <a:gd name="connsiteY0" fmla="*/ 171737 h 171737"/>
                <a:gd name="connsiteX1" fmla="*/ 110853 w 190245"/>
                <a:gd name="connsiteY1" fmla="*/ 132041 h 171737"/>
                <a:gd name="connsiteX2" fmla="*/ 110853 w 190245"/>
                <a:gd name="connsiteY2" fmla="*/ 79393 h 171737"/>
                <a:gd name="connsiteX3" fmla="*/ 79393 w 190245"/>
                <a:gd name="connsiteY3" fmla="*/ 79393 h 171737"/>
                <a:gd name="connsiteX4" fmla="*/ 79393 w 190245"/>
                <a:gd name="connsiteY4" fmla="*/ 132041 h 171737"/>
                <a:gd name="connsiteX5" fmla="*/ 39697 w 190245"/>
                <a:gd name="connsiteY5" fmla="*/ 171737 h 171737"/>
                <a:gd name="connsiteX6" fmla="*/ 0 w 190245"/>
                <a:gd name="connsiteY6" fmla="*/ 132041 h 171737"/>
                <a:gd name="connsiteX7" fmla="*/ 0 w 190245"/>
                <a:gd name="connsiteY7" fmla="*/ 39697 h 171737"/>
                <a:gd name="connsiteX8" fmla="*/ 39697 w 190245"/>
                <a:gd name="connsiteY8" fmla="*/ 0 h 171737"/>
                <a:gd name="connsiteX9" fmla="*/ 150549 w 190245"/>
                <a:gd name="connsiteY9" fmla="*/ 0 h 171737"/>
                <a:gd name="connsiteX10" fmla="*/ 190246 w 190245"/>
                <a:gd name="connsiteY10" fmla="*/ 39697 h 171737"/>
                <a:gd name="connsiteX11" fmla="*/ 190246 w 190245"/>
                <a:gd name="connsiteY11" fmla="*/ 132041 h 171737"/>
                <a:gd name="connsiteX12" fmla="*/ 150549 w 190245"/>
                <a:gd name="connsiteY12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737">
                  <a:moveTo>
                    <a:pt x="150549" y="171737"/>
                  </a:moveTo>
                  <a:cubicBezTo>
                    <a:pt x="128627" y="171737"/>
                    <a:pt x="110853" y="153963"/>
                    <a:pt x="110853" y="13204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2041"/>
                  </a:lnTo>
                  <a:cubicBezTo>
                    <a:pt x="79393" y="153963"/>
                    <a:pt x="61619" y="171737"/>
                    <a:pt x="39697" y="171737"/>
                  </a:cubicBezTo>
                  <a:cubicBezTo>
                    <a:pt x="17774" y="171737"/>
                    <a:pt x="0" y="153963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150549" y="0"/>
                  </a:lnTo>
                  <a:cubicBezTo>
                    <a:pt x="172472" y="0"/>
                    <a:pt x="190246" y="17773"/>
                    <a:pt x="190246" y="39697"/>
                  </a:cubicBezTo>
                  <a:lnTo>
                    <a:pt x="190246" y="132041"/>
                  </a:lnTo>
                  <a:cubicBezTo>
                    <a:pt x="190246" y="153963"/>
                    <a:pt x="172472" y="171737"/>
                    <a:pt x="150549" y="1717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8B9221B2-C5F7-7745-95E7-908329BB1D26}"/>
                </a:ext>
              </a:extLst>
            </p:cNvPr>
            <p:cNvSpPr/>
            <p:nvPr/>
          </p:nvSpPr>
          <p:spPr>
            <a:xfrm>
              <a:off x="8170743" y="1477132"/>
              <a:ext cx="645069" cy="559622"/>
            </a:xfrm>
            <a:custGeom>
              <a:avLst/>
              <a:gdLst>
                <a:gd name="connsiteX0" fmla="*/ 605373 w 645069"/>
                <a:gd name="connsiteY0" fmla="*/ 559622 h 559622"/>
                <a:gd name="connsiteX1" fmla="*/ 565676 w 645069"/>
                <a:gd name="connsiteY1" fmla="*/ 519926 h 559622"/>
                <a:gd name="connsiteX2" fmla="*/ 565676 w 645069"/>
                <a:gd name="connsiteY2" fmla="*/ 79393 h 559622"/>
                <a:gd name="connsiteX3" fmla="*/ 79393 w 645069"/>
                <a:gd name="connsiteY3" fmla="*/ 79393 h 559622"/>
                <a:gd name="connsiteX4" fmla="*/ 79393 w 645069"/>
                <a:gd name="connsiteY4" fmla="*/ 519231 h 559622"/>
                <a:gd name="connsiteX5" fmla="*/ 39697 w 645069"/>
                <a:gd name="connsiteY5" fmla="*/ 558927 h 559622"/>
                <a:gd name="connsiteX6" fmla="*/ 0 w 645069"/>
                <a:gd name="connsiteY6" fmla="*/ 519231 h 559622"/>
                <a:gd name="connsiteX7" fmla="*/ 0 w 645069"/>
                <a:gd name="connsiteY7" fmla="*/ 39697 h 559622"/>
                <a:gd name="connsiteX8" fmla="*/ 39697 w 645069"/>
                <a:gd name="connsiteY8" fmla="*/ 0 h 559622"/>
                <a:gd name="connsiteX9" fmla="*/ 605373 w 645069"/>
                <a:gd name="connsiteY9" fmla="*/ 0 h 559622"/>
                <a:gd name="connsiteX10" fmla="*/ 645070 w 645069"/>
                <a:gd name="connsiteY10" fmla="*/ 39697 h 559622"/>
                <a:gd name="connsiteX11" fmla="*/ 645070 w 645069"/>
                <a:gd name="connsiteY11" fmla="*/ 519926 h 559622"/>
                <a:gd name="connsiteX12" fmla="*/ 605373 w 645069"/>
                <a:gd name="connsiteY12" fmla="*/ 559622 h 559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559622">
                  <a:moveTo>
                    <a:pt x="605373" y="559622"/>
                  </a:moveTo>
                  <a:cubicBezTo>
                    <a:pt x="583451" y="559622"/>
                    <a:pt x="565676" y="541848"/>
                    <a:pt x="565676" y="519926"/>
                  </a:cubicBezTo>
                  <a:lnTo>
                    <a:pt x="565676" y="79393"/>
                  </a:lnTo>
                  <a:lnTo>
                    <a:pt x="79393" y="79393"/>
                  </a:lnTo>
                  <a:lnTo>
                    <a:pt x="79393" y="519231"/>
                  </a:lnTo>
                  <a:cubicBezTo>
                    <a:pt x="79393" y="541153"/>
                    <a:pt x="61621" y="558927"/>
                    <a:pt x="39697" y="558927"/>
                  </a:cubicBezTo>
                  <a:cubicBezTo>
                    <a:pt x="17773" y="558927"/>
                    <a:pt x="0" y="541153"/>
                    <a:pt x="0" y="5192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519926"/>
                  </a:lnTo>
                  <a:cubicBezTo>
                    <a:pt x="645070" y="541848"/>
                    <a:pt x="627296" y="559622"/>
                    <a:pt x="605373" y="5596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A7F33B53-726A-7E4C-984A-A175368E2C15}"/>
                </a:ext>
              </a:extLst>
            </p:cNvPr>
            <p:cNvSpPr/>
            <p:nvPr/>
          </p:nvSpPr>
          <p:spPr>
            <a:xfrm>
              <a:off x="8081227" y="1969915"/>
              <a:ext cx="449515" cy="226716"/>
            </a:xfrm>
            <a:custGeom>
              <a:avLst/>
              <a:gdLst>
                <a:gd name="connsiteX0" fmla="*/ 116956 w 449515"/>
                <a:gd name="connsiteY0" fmla="*/ 226717 h 226716"/>
                <a:gd name="connsiteX1" fmla="*/ 110605 w 449515"/>
                <a:gd name="connsiteY1" fmla="*/ 226171 h 226716"/>
                <a:gd name="connsiteX2" fmla="*/ 0 w 449515"/>
                <a:gd name="connsiteY2" fmla="*/ 111746 h 226716"/>
                <a:gd name="connsiteX3" fmla="*/ 31311 w 449515"/>
                <a:gd name="connsiteY3" fmla="*/ 36769 h 226716"/>
                <a:gd name="connsiteX4" fmla="*/ 109712 w 449515"/>
                <a:gd name="connsiteY4" fmla="*/ 1241 h 226716"/>
                <a:gd name="connsiteX5" fmla="*/ 324073 w 449515"/>
                <a:gd name="connsiteY5" fmla="*/ 0 h 226716"/>
                <a:gd name="connsiteX6" fmla="*/ 324768 w 449515"/>
                <a:gd name="connsiteY6" fmla="*/ 0 h 226716"/>
                <a:gd name="connsiteX7" fmla="*/ 410066 w 449515"/>
                <a:gd name="connsiteY7" fmla="*/ 1092 h 226716"/>
                <a:gd name="connsiteX8" fmla="*/ 449514 w 449515"/>
                <a:gd name="connsiteY8" fmla="*/ 41036 h 226716"/>
                <a:gd name="connsiteX9" fmla="*/ 409570 w 449515"/>
                <a:gd name="connsiteY9" fmla="*/ 80485 h 226716"/>
                <a:gd name="connsiteX10" fmla="*/ 409074 w 449515"/>
                <a:gd name="connsiteY10" fmla="*/ 80485 h 226716"/>
                <a:gd name="connsiteX11" fmla="*/ 324073 w 449515"/>
                <a:gd name="connsiteY11" fmla="*/ 79393 h 226716"/>
                <a:gd name="connsiteX12" fmla="*/ 109960 w 449515"/>
                <a:gd name="connsiteY12" fmla="*/ 80634 h 226716"/>
                <a:gd name="connsiteX13" fmla="*/ 79393 w 449515"/>
                <a:gd name="connsiteY13" fmla="*/ 111895 h 226716"/>
                <a:gd name="connsiteX14" fmla="*/ 120479 w 449515"/>
                <a:gd name="connsiteY14" fmla="*/ 147274 h 226716"/>
                <a:gd name="connsiteX15" fmla="*/ 273063 w 449515"/>
                <a:gd name="connsiteY15" fmla="*/ 146183 h 226716"/>
                <a:gd name="connsiteX16" fmla="*/ 273659 w 449515"/>
                <a:gd name="connsiteY16" fmla="*/ 146183 h 226716"/>
                <a:gd name="connsiteX17" fmla="*/ 408428 w 449515"/>
                <a:gd name="connsiteY17" fmla="*/ 147324 h 226716"/>
                <a:gd name="connsiteX18" fmla="*/ 448125 w 449515"/>
                <a:gd name="connsiteY18" fmla="*/ 187020 h 226716"/>
                <a:gd name="connsiteX19" fmla="*/ 408428 w 449515"/>
                <a:gd name="connsiteY19" fmla="*/ 226717 h 226716"/>
                <a:gd name="connsiteX20" fmla="*/ 407932 w 449515"/>
                <a:gd name="connsiteY20" fmla="*/ 226717 h 226716"/>
                <a:gd name="connsiteX21" fmla="*/ 273361 w 449515"/>
                <a:gd name="connsiteY21" fmla="*/ 225675 h 226716"/>
                <a:gd name="connsiteX22" fmla="*/ 117254 w 449515"/>
                <a:gd name="connsiteY22" fmla="*/ 226717 h 226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9515" h="226716">
                  <a:moveTo>
                    <a:pt x="116956" y="226717"/>
                  </a:moveTo>
                  <a:cubicBezTo>
                    <a:pt x="114828" y="226712"/>
                    <a:pt x="112703" y="226528"/>
                    <a:pt x="110605" y="226171"/>
                  </a:cubicBezTo>
                  <a:cubicBezTo>
                    <a:pt x="49472" y="216247"/>
                    <a:pt x="-99" y="164890"/>
                    <a:pt x="0" y="111746"/>
                  </a:cubicBezTo>
                  <a:cubicBezTo>
                    <a:pt x="703" y="83720"/>
                    <a:pt x="11873" y="56970"/>
                    <a:pt x="31311" y="36769"/>
                  </a:cubicBezTo>
                  <a:cubicBezTo>
                    <a:pt x="51358" y="14529"/>
                    <a:pt x="79771" y="1652"/>
                    <a:pt x="109712" y="1241"/>
                  </a:cubicBezTo>
                  <a:lnTo>
                    <a:pt x="324073" y="0"/>
                  </a:lnTo>
                  <a:lnTo>
                    <a:pt x="324768" y="0"/>
                  </a:lnTo>
                  <a:lnTo>
                    <a:pt x="410066" y="1092"/>
                  </a:lnTo>
                  <a:cubicBezTo>
                    <a:pt x="431990" y="1231"/>
                    <a:pt x="449651" y="19114"/>
                    <a:pt x="449514" y="41036"/>
                  </a:cubicBezTo>
                  <a:cubicBezTo>
                    <a:pt x="449378" y="62959"/>
                    <a:pt x="431494" y="80624"/>
                    <a:pt x="409570" y="80485"/>
                  </a:cubicBezTo>
                  <a:lnTo>
                    <a:pt x="409074" y="80485"/>
                  </a:lnTo>
                  <a:lnTo>
                    <a:pt x="324073" y="79393"/>
                  </a:lnTo>
                  <a:lnTo>
                    <a:pt x="109960" y="80634"/>
                  </a:lnTo>
                  <a:cubicBezTo>
                    <a:pt x="93386" y="80634"/>
                    <a:pt x="79393" y="99886"/>
                    <a:pt x="79393" y="111895"/>
                  </a:cubicBezTo>
                  <a:cubicBezTo>
                    <a:pt x="79393" y="122762"/>
                    <a:pt x="96810" y="142163"/>
                    <a:pt x="120479" y="147274"/>
                  </a:cubicBezTo>
                  <a:lnTo>
                    <a:pt x="273063" y="146183"/>
                  </a:lnTo>
                  <a:lnTo>
                    <a:pt x="273659" y="146183"/>
                  </a:lnTo>
                  <a:lnTo>
                    <a:pt x="408428" y="147324"/>
                  </a:lnTo>
                  <a:cubicBezTo>
                    <a:pt x="430352" y="147324"/>
                    <a:pt x="448125" y="165098"/>
                    <a:pt x="448125" y="187020"/>
                  </a:cubicBezTo>
                  <a:cubicBezTo>
                    <a:pt x="448125" y="208943"/>
                    <a:pt x="430352" y="226717"/>
                    <a:pt x="408428" y="226717"/>
                  </a:cubicBezTo>
                  <a:lnTo>
                    <a:pt x="407932" y="226717"/>
                  </a:lnTo>
                  <a:lnTo>
                    <a:pt x="273361" y="225675"/>
                  </a:lnTo>
                  <a:lnTo>
                    <a:pt x="117254" y="226717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217E965-E37F-244D-8D68-DB273A2F9510}"/>
                </a:ext>
              </a:extLst>
            </p:cNvPr>
            <p:cNvSpPr/>
            <p:nvPr/>
          </p:nvSpPr>
          <p:spPr>
            <a:xfrm>
              <a:off x="8449959" y="1969961"/>
              <a:ext cx="463606" cy="226670"/>
            </a:xfrm>
            <a:custGeom>
              <a:avLst/>
              <a:gdLst>
                <a:gd name="connsiteX0" fmla="*/ 39697 w 463606"/>
                <a:gd name="connsiteY0" fmla="*/ 226671 h 226670"/>
                <a:gd name="connsiteX1" fmla="*/ 0 w 463606"/>
                <a:gd name="connsiteY1" fmla="*/ 186974 h 226670"/>
                <a:gd name="connsiteX2" fmla="*/ 39697 w 463606"/>
                <a:gd name="connsiteY2" fmla="*/ 147278 h 226670"/>
                <a:gd name="connsiteX3" fmla="*/ 353399 w 463606"/>
                <a:gd name="connsiteY3" fmla="*/ 146087 h 226670"/>
                <a:gd name="connsiteX4" fmla="*/ 383916 w 463606"/>
                <a:gd name="connsiteY4" fmla="*/ 114826 h 226670"/>
                <a:gd name="connsiteX5" fmla="*/ 342780 w 463606"/>
                <a:gd name="connsiteY5" fmla="*/ 79397 h 226670"/>
                <a:gd name="connsiteX6" fmla="*/ 41235 w 463606"/>
                <a:gd name="connsiteY6" fmla="*/ 80538 h 226670"/>
                <a:gd name="connsiteX7" fmla="*/ 41235 w 463606"/>
                <a:gd name="connsiteY7" fmla="*/ 80538 h 226670"/>
                <a:gd name="connsiteX8" fmla="*/ 1538 w 463606"/>
                <a:gd name="connsiteY8" fmla="*/ 40841 h 226670"/>
                <a:gd name="connsiteX9" fmla="*/ 41235 w 463606"/>
                <a:gd name="connsiteY9" fmla="*/ 1145 h 226670"/>
                <a:gd name="connsiteX10" fmla="*/ 346502 w 463606"/>
                <a:gd name="connsiteY10" fmla="*/ 3 h 226670"/>
                <a:gd name="connsiteX11" fmla="*/ 353002 w 463606"/>
                <a:gd name="connsiteY11" fmla="*/ 500 h 226670"/>
                <a:gd name="connsiteX12" fmla="*/ 463607 w 463606"/>
                <a:gd name="connsiteY12" fmla="*/ 114975 h 226670"/>
                <a:gd name="connsiteX13" fmla="*/ 432395 w 463606"/>
                <a:gd name="connsiteY13" fmla="*/ 189902 h 226670"/>
                <a:gd name="connsiteX14" fmla="*/ 353994 w 463606"/>
                <a:gd name="connsiteY14" fmla="*/ 225480 h 226670"/>
                <a:gd name="connsiteX15" fmla="*/ 39697 w 463606"/>
                <a:gd name="connsiteY15" fmla="*/ 226671 h 22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3606" h="226670">
                  <a:moveTo>
                    <a:pt x="39697" y="226671"/>
                  </a:moveTo>
                  <a:cubicBezTo>
                    <a:pt x="17773" y="226671"/>
                    <a:pt x="0" y="208897"/>
                    <a:pt x="0" y="186974"/>
                  </a:cubicBezTo>
                  <a:cubicBezTo>
                    <a:pt x="0" y="165052"/>
                    <a:pt x="17773" y="147278"/>
                    <a:pt x="39697" y="147278"/>
                  </a:cubicBezTo>
                  <a:lnTo>
                    <a:pt x="353399" y="146087"/>
                  </a:lnTo>
                  <a:cubicBezTo>
                    <a:pt x="369923" y="146087"/>
                    <a:pt x="383916" y="126834"/>
                    <a:pt x="383916" y="114826"/>
                  </a:cubicBezTo>
                  <a:cubicBezTo>
                    <a:pt x="383916" y="103909"/>
                    <a:pt x="366449" y="84507"/>
                    <a:pt x="342780" y="79397"/>
                  </a:cubicBezTo>
                  <a:lnTo>
                    <a:pt x="41235" y="80538"/>
                  </a:lnTo>
                  <a:lnTo>
                    <a:pt x="41235" y="80538"/>
                  </a:lnTo>
                  <a:cubicBezTo>
                    <a:pt x="19311" y="80538"/>
                    <a:pt x="1538" y="62764"/>
                    <a:pt x="1538" y="40841"/>
                  </a:cubicBezTo>
                  <a:cubicBezTo>
                    <a:pt x="1538" y="18919"/>
                    <a:pt x="19311" y="1145"/>
                    <a:pt x="41235" y="1145"/>
                  </a:cubicBezTo>
                  <a:lnTo>
                    <a:pt x="346502" y="3"/>
                  </a:lnTo>
                  <a:cubicBezTo>
                    <a:pt x="348680" y="-26"/>
                    <a:pt x="350853" y="137"/>
                    <a:pt x="353002" y="500"/>
                  </a:cubicBezTo>
                  <a:cubicBezTo>
                    <a:pt x="414135" y="10424"/>
                    <a:pt x="463706" y="61831"/>
                    <a:pt x="463607" y="114975"/>
                  </a:cubicBezTo>
                  <a:cubicBezTo>
                    <a:pt x="462917" y="142971"/>
                    <a:pt x="451787" y="169696"/>
                    <a:pt x="432395" y="189902"/>
                  </a:cubicBezTo>
                  <a:cubicBezTo>
                    <a:pt x="412339" y="212137"/>
                    <a:pt x="383936" y="225028"/>
                    <a:pt x="353994" y="225480"/>
                  </a:cubicBezTo>
                  <a:lnTo>
                    <a:pt x="39697" y="22667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2967C66-B3A7-AF4C-A3BC-7F369631B7DC}"/>
                </a:ext>
              </a:extLst>
            </p:cNvPr>
            <p:cNvSpPr/>
            <p:nvPr/>
          </p:nvSpPr>
          <p:spPr>
            <a:xfrm>
              <a:off x="8262790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F14FFF0-D30B-7041-AC84-D7FB90085A98}"/>
                </a:ext>
              </a:extLst>
            </p:cNvPr>
            <p:cNvSpPr/>
            <p:nvPr/>
          </p:nvSpPr>
          <p:spPr>
            <a:xfrm>
              <a:off x="8456311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0EEDAC4-EE5E-C945-8CD2-324CF43240DD}"/>
                </a:ext>
              </a:extLst>
            </p:cNvPr>
            <p:cNvSpPr/>
            <p:nvPr/>
          </p:nvSpPr>
          <p:spPr>
            <a:xfrm>
              <a:off x="8639907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47">
            <a:extLst>
              <a:ext uri="{FF2B5EF4-FFF2-40B4-BE49-F238E27FC236}">
                <a16:creationId xmlns:a16="http://schemas.microsoft.com/office/drawing/2014/main" id="{8D1330AE-BF74-4C82-9FB0-369BDB3664E4}"/>
              </a:ext>
            </a:extLst>
          </p:cNvPr>
          <p:cNvGrpSpPr>
            <a:grpSpLocks noChangeAspect="1"/>
          </p:cNvGrpSpPr>
          <p:nvPr/>
        </p:nvGrpSpPr>
        <p:grpSpPr>
          <a:xfrm>
            <a:off x="9492071" y="1419919"/>
            <a:ext cx="645069" cy="833776"/>
            <a:chOff x="9492071" y="1419919"/>
            <a:chExt cx="645069" cy="833776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9C5E7AE-BC48-5843-B938-A89194BC1DF6}"/>
                </a:ext>
              </a:extLst>
            </p:cNvPr>
            <p:cNvSpPr/>
            <p:nvPr/>
          </p:nvSpPr>
          <p:spPr>
            <a:xfrm>
              <a:off x="9586351" y="1419919"/>
              <a:ext cx="456510" cy="451548"/>
            </a:xfrm>
            <a:custGeom>
              <a:avLst/>
              <a:gdLst>
                <a:gd name="connsiteX0" fmla="*/ 416814 w 456510"/>
                <a:gd name="connsiteY0" fmla="*/ 451548 h 451548"/>
                <a:gd name="connsiteX1" fmla="*/ 377118 w 456510"/>
                <a:gd name="connsiteY1" fmla="*/ 411852 h 451548"/>
                <a:gd name="connsiteX2" fmla="*/ 377118 w 456510"/>
                <a:gd name="connsiteY2" fmla="*/ 243141 h 451548"/>
                <a:gd name="connsiteX3" fmla="*/ 228255 w 456510"/>
                <a:gd name="connsiteY3" fmla="*/ 79393 h 451548"/>
                <a:gd name="connsiteX4" fmla="*/ 79393 w 456510"/>
                <a:gd name="connsiteY4" fmla="*/ 243141 h 451548"/>
                <a:gd name="connsiteX5" fmla="*/ 79393 w 456510"/>
                <a:gd name="connsiteY5" fmla="*/ 411852 h 451548"/>
                <a:gd name="connsiteX6" fmla="*/ 39697 w 456510"/>
                <a:gd name="connsiteY6" fmla="*/ 451548 h 451548"/>
                <a:gd name="connsiteX7" fmla="*/ 0 w 456510"/>
                <a:gd name="connsiteY7" fmla="*/ 411852 h 451548"/>
                <a:gd name="connsiteX8" fmla="*/ 0 w 456510"/>
                <a:gd name="connsiteY8" fmla="*/ 243141 h 451548"/>
                <a:gd name="connsiteX9" fmla="*/ 228255 w 456510"/>
                <a:gd name="connsiteY9" fmla="*/ 0 h 451548"/>
                <a:gd name="connsiteX10" fmla="*/ 456511 w 456510"/>
                <a:gd name="connsiteY10" fmla="*/ 243141 h 451548"/>
                <a:gd name="connsiteX11" fmla="*/ 456511 w 456510"/>
                <a:gd name="connsiteY11" fmla="*/ 411852 h 451548"/>
                <a:gd name="connsiteX12" fmla="*/ 416814 w 456510"/>
                <a:gd name="connsiteY12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451548">
                  <a:moveTo>
                    <a:pt x="416814" y="451548"/>
                  </a:moveTo>
                  <a:cubicBezTo>
                    <a:pt x="394892" y="451548"/>
                    <a:pt x="377118" y="433776"/>
                    <a:pt x="377118" y="411852"/>
                  </a:cubicBezTo>
                  <a:lnTo>
                    <a:pt x="377118" y="243141"/>
                  </a:lnTo>
                  <a:cubicBezTo>
                    <a:pt x="377118" y="152881"/>
                    <a:pt x="310328" y="79393"/>
                    <a:pt x="228255" y="79393"/>
                  </a:cubicBezTo>
                  <a:cubicBezTo>
                    <a:pt x="146183" y="79393"/>
                    <a:pt x="79393" y="152782"/>
                    <a:pt x="79393" y="243141"/>
                  </a:cubicBezTo>
                  <a:lnTo>
                    <a:pt x="79393" y="411852"/>
                  </a:lnTo>
                  <a:cubicBezTo>
                    <a:pt x="79393" y="433776"/>
                    <a:pt x="61621" y="451548"/>
                    <a:pt x="39697" y="451548"/>
                  </a:cubicBezTo>
                  <a:cubicBezTo>
                    <a:pt x="17773" y="451548"/>
                    <a:pt x="0" y="433776"/>
                    <a:pt x="0" y="411852"/>
                  </a:cubicBezTo>
                  <a:lnTo>
                    <a:pt x="0" y="243141"/>
                  </a:lnTo>
                  <a:cubicBezTo>
                    <a:pt x="0" y="109166"/>
                    <a:pt x="102417" y="0"/>
                    <a:pt x="228255" y="0"/>
                  </a:cubicBezTo>
                  <a:cubicBezTo>
                    <a:pt x="354094" y="0"/>
                    <a:pt x="456511" y="109166"/>
                    <a:pt x="456511" y="243141"/>
                  </a:cubicBezTo>
                  <a:lnTo>
                    <a:pt x="456511" y="411852"/>
                  </a:lnTo>
                  <a:cubicBezTo>
                    <a:pt x="456511" y="433776"/>
                    <a:pt x="438737" y="451548"/>
                    <a:pt x="416814" y="4515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9CBC636-7C80-304A-ACC0-DA0AB884E387}"/>
                </a:ext>
              </a:extLst>
            </p:cNvPr>
            <p:cNvSpPr/>
            <p:nvPr/>
          </p:nvSpPr>
          <p:spPr>
            <a:xfrm>
              <a:off x="9492071" y="1792223"/>
              <a:ext cx="645069" cy="461472"/>
            </a:xfrm>
            <a:custGeom>
              <a:avLst/>
              <a:gdLst>
                <a:gd name="connsiteX0" fmla="*/ 605373 w 645069"/>
                <a:gd name="connsiteY0" fmla="*/ 461472 h 461472"/>
                <a:gd name="connsiteX1" fmla="*/ 39697 w 645069"/>
                <a:gd name="connsiteY1" fmla="*/ 461472 h 461472"/>
                <a:gd name="connsiteX2" fmla="*/ 0 w 645069"/>
                <a:gd name="connsiteY2" fmla="*/ 421776 h 461472"/>
                <a:gd name="connsiteX3" fmla="*/ 0 w 645069"/>
                <a:gd name="connsiteY3" fmla="*/ 39697 h 461472"/>
                <a:gd name="connsiteX4" fmla="*/ 39697 w 645069"/>
                <a:gd name="connsiteY4" fmla="*/ 0 h 461472"/>
                <a:gd name="connsiteX5" fmla="*/ 605373 w 645069"/>
                <a:gd name="connsiteY5" fmla="*/ 0 h 461472"/>
                <a:gd name="connsiteX6" fmla="*/ 645070 w 645069"/>
                <a:gd name="connsiteY6" fmla="*/ 39697 h 461472"/>
                <a:gd name="connsiteX7" fmla="*/ 645070 w 645069"/>
                <a:gd name="connsiteY7" fmla="*/ 421776 h 461472"/>
                <a:gd name="connsiteX8" fmla="*/ 605373 w 645069"/>
                <a:gd name="connsiteY8" fmla="*/ 461472 h 461472"/>
                <a:gd name="connsiteX9" fmla="*/ 79393 w 645069"/>
                <a:gd name="connsiteY9" fmla="*/ 382079 h 461472"/>
                <a:gd name="connsiteX10" fmla="*/ 565676 w 645069"/>
                <a:gd name="connsiteY10" fmla="*/ 382079 h 461472"/>
                <a:gd name="connsiteX11" fmla="*/ 565676 w 645069"/>
                <a:gd name="connsiteY11" fmla="*/ 79393 h 461472"/>
                <a:gd name="connsiteX12" fmla="*/ 79393 w 645069"/>
                <a:gd name="connsiteY12" fmla="*/ 79393 h 46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461472">
                  <a:moveTo>
                    <a:pt x="605373" y="461472"/>
                  </a:moveTo>
                  <a:lnTo>
                    <a:pt x="39697" y="461472"/>
                  </a:lnTo>
                  <a:cubicBezTo>
                    <a:pt x="17773" y="461472"/>
                    <a:pt x="0" y="443698"/>
                    <a:pt x="0" y="4217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421776"/>
                  </a:lnTo>
                  <a:cubicBezTo>
                    <a:pt x="645070" y="443698"/>
                    <a:pt x="627296" y="461472"/>
                    <a:pt x="605373" y="461472"/>
                  </a:cubicBezTo>
                  <a:close/>
                  <a:moveTo>
                    <a:pt x="79393" y="382079"/>
                  </a:moveTo>
                  <a:lnTo>
                    <a:pt x="565676" y="382079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B41D052-A5C1-7740-867B-8146ABF7DC7E}"/>
                </a:ext>
              </a:extLst>
            </p:cNvPr>
            <p:cNvSpPr/>
            <p:nvPr/>
          </p:nvSpPr>
          <p:spPr>
            <a:xfrm>
              <a:off x="9773419" y="1908435"/>
              <a:ext cx="80240" cy="166725"/>
            </a:xfrm>
            <a:custGeom>
              <a:avLst/>
              <a:gdLst>
                <a:gd name="connsiteX0" fmla="*/ 40542 w 80240"/>
                <a:gd name="connsiteY0" fmla="*/ 166626 h 166725"/>
                <a:gd name="connsiteX1" fmla="*/ 846 w 80240"/>
                <a:gd name="connsiteY1" fmla="*/ 127327 h 166725"/>
                <a:gd name="connsiteX2" fmla="*/ 2 w 80240"/>
                <a:gd name="connsiteY2" fmla="*/ 40094 h 166725"/>
                <a:gd name="connsiteX3" fmla="*/ 39298 w 80240"/>
                <a:gd name="connsiteY3" fmla="*/ 0 h 166725"/>
                <a:gd name="connsiteX4" fmla="*/ 39302 w 80240"/>
                <a:gd name="connsiteY4" fmla="*/ 0 h 166725"/>
                <a:gd name="connsiteX5" fmla="*/ 39699 w 80240"/>
                <a:gd name="connsiteY5" fmla="*/ 0 h 166725"/>
                <a:gd name="connsiteX6" fmla="*/ 79395 w 80240"/>
                <a:gd name="connsiteY6" fmla="*/ 39349 h 166725"/>
                <a:gd name="connsiteX7" fmla="*/ 80239 w 80240"/>
                <a:gd name="connsiteY7" fmla="*/ 126632 h 166725"/>
                <a:gd name="connsiteX8" fmla="*/ 40943 w 80240"/>
                <a:gd name="connsiteY8" fmla="*/ 166726 h 166725"/>
                <a:gd name="connsiteX9" fmla="*/ 40890 w 80240"/>
                <a:gd name="connsiteY9" fmla="*/ 166726 h 1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240" h="166725">
                  <a:moveTo>
                    <a:pt x="40542" y="166626"/>
                  </a:moveTo>
                  <a:cubicBezTo>
                    <a:pt x="18773" y="166626"/>
                    <a:pt x="1063" y="149095"/>
                    <a:pt x="846" y="127327"/>
                  </a:cubicBezTo>
                  <a:lnTo>
                    <a:pt x="2" y="40094"/>
                  </a:lnTo>
                  <a:cubicBezTo>
                    <a:pt x="-218" y="18171"/>
                    <a:pt x="17375" y="218"/>
                    <a:pt x="39298" y="0"/>
                  </a:cubicBezTo>
                  <a:cubicBezTo>
                    <a:pt x="39299" y="0"/>
                    <a:pt x="39300" y="0"/>
                    <a:pt x="39302" y="0"/>
                  </a:cubicBezTo>
                  <a:lnTo>
                    <a:pt x="39699" y="0"/>
                  </a:lnTo>
                  <a:cubicBezTo>
                    <a:pt x="61488" y="0"/>
                    <a:pt x="79205" y="17561"/>
                    <a:pt x="79395" y="39349"/>
                  </a:cubicBezTo>
                  <a:lnTo>
                    <a:pt x="80239" y="126632"/>
                  </a:lnTo>
                  <a:cubicBezTo>
                    <a:pt x="80459" y="148554"/>
                    <a:pt x="62866" y="166507"/>
                    <a:pt x="40943" y="166726"/>
                  </a:cubicBezTo>
                  <a:cubicBezTo>
                    <a:pt x="40925" y="166726"/>
                    <a:pt x="40907" y="166726"/>
                    <a:pt x="40890" y="1667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49">
            <a:extLst>
              <a:ext uri="{FF2B5EF4-FFF2-40B4-BE49-F238E27FC236}">
                <a16:creationId xmlns:a16="http://schemas.microsoft.com/office/drawing/2014/main" id="{DEA506EF-FF64-4135-8153-B9810B5371EF}"/>
              </a:ext>
            </a:extLst>
          </p:cNvPr>
          <p:cNvGrpSpPr>
            <a:grpSpLocks noChangeAspect="1"/>
          </p:cNvGrpSpPr>
          <p:nvPr/>
        </p:nvGrpSpPr>
        <p:grpSpPr>
          <a:xfrm>
            <a:off x="1602235" y="2538555"/>
            <a:ext cx="645069" cy="833776"/>
            <a:chOff x="1602235" y="2538555"/>
            <a:chExt cx="645069" cy="833776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F36773A9-FCFF-6C43-9D4D-7DEFE5498CBD}"/>
                </a:ext>
              </a:extLst>
            </p:cNvPr>
            <p:cNvSpPr/>
            <p:nvPr/>
          </p:nvSpPr>
          <p:spPr>
            <a:xfrm>
              <a:off x="1696515" y="2538555"/>
              <a:ext cx="456510" cy="451548"/>
            </a:xfrm>
            <a:custGeom>
              <a:avLst/>
              <a:gdLst>
                <a:gd name="connsiteX0" fmla="*/ 39697 w 456510"/>
                <a:gd name="connsiteY0" fmla="*/ 451548 h 451548"/>
                <a:gd name="connsiteX1" fmla="*/ 0 w 456510"/>
                <a:gd name="connsiteY1" fmla="*/ 411852 h 451548"/>
                <a:gd name="connsiteX2" fmla="*/ 0 w 456510"/>
                <a:gd name="connsiteY2" fmla="*/ 243141 h 451548"/>
                <a:gd name="connsiteX3" fmla="*/ 228255 w 456510"/>
                <a:gd name="connsiteY3" fmla="*/ 0 h 451548"/>
                <a:gd name="connsiteX4" fmla="*/ 453385 w 456510"/>
                <a:gd name="connsiteY4" fmla="*/ 202651 h 451548"/>
                <a:gd name="connsiteX5" fmla="*/ 456511 w 456510"/>
                <a:gd name="connsiteY5" fmla="*/ 218182 h 451548"/>
                <a:gd name="connsiteX6" fmla="*/ 456511 w 456510"/>
                <a:gd name="connsiteY6" fmla="*/ 242992 h 451548"/>
                <a:gd name="connsiteX7" fmla="*/ 416814 w 456510"/>
                <a:gd name="connsiteY7" fmla="*/ 282689 h 451548"/>
                <a:gd name="connsiteX8" fmla="*/ 377118 w 456510"/>
                <a:gd name="connsiteY8" fmla="*/ 242992 h 451548"/>
                <a:gd name="connsiteX9" fmla="*/ 228255 w 456510"/>
                <a:gd name="connsiteY9" fmla="*/ 79244 h 451548"/>
                <a:gd name="connsiteX10" fmla="*/ 79393 w 456510"/>
                <a:gd name="connsiteY10" fmla="*/ 242992 h 451548"/>
                <a:gd name="connsiteX11" fmla="*/ 79393 w 456510"/>
                <a:gd name="connsiteY11" fmla="*/ 411703 h 451548"/>
                <a:gd name="connsiteX12" fmla="*/ 39846 w 456510"/>
                <a:gd name="connsiteY12" fmla="*/ 451548 h 451548"/>
                <a:gd name="connsiteX13" fmla="*/ 39697 w 456510"/>
                <a:gd name="connsiteY13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510" h="451548">
                  <a:moveTo>
                    <a:pt x="39697" y="451548"/>
                  </a:moveTo>
                  <a:cubicBezTo>
                    <a:pt x="17773" y="451548"/>
                    <a:pt x="0" y="433776"/>
                    <a:pt x="0" y="411852"/>
                  </a:cubicBezTo>
                  <a:lnTo>
                    <a:pt x="0" y="243141"/>
                  </a:lnTo>
                  <a:cubicBezTo>
                    <a:pt x="0" y="109166"/>
                    <a:pt x="102417" y="0"/>
                    <a:pt x="228255" y="0"/>
                  </a:cubicBezTo>
                  <a:cubicBezTo>
                    <a:pt x="341192" y="0"/>
                    <a:pt x="435224" y="87779"/>
                    <a:pt x="453385" y="202651"/>
                  </a:cubicBezTo>
                  <a:cubicBezTo>
                    <a:pt x="455444" y="207570"/>
                    <a:pt x="456506" y="212849"/>
                    <a:pt x="456511" y="218182"/>
                  </a:cubicBezTo>
                  <a:lnTo>
                    <a:pt x="456511" y="242992"/>
                  </a:lnTo>
                  <a:cubicBezTo>
                    <a:pt x="456511" y="264916"/>
                    <a:pt x="438737" y="282689"/>
                    <a:pt x="416814" y="282689"/>
                  </a:cubicBezTo>
                  <a:cubicBezTo>
                    <a:pt x="394892" y="282689"/>
                    <a:pt x="377118" y="264916"/>
                    <a:pt x="377118" y="242992"/>
                  </a:cubicBezTo>
                  <a:cubicBezTo>
                    <a:pt x="377118" y="152732"/>
                    <a:pt x="310328" y="79244"/>
                    <a:pt x="228255" y="79244"/>
                  </a:cubicBezTo>
                  <a:cubicBezTo>
                    <a:pt x="146183" y="79244"/>
                    <a:pt x="79393" y="152633"/>
                    <a:pt x="79393" y="242992"/>
                  </a:cubicBezTo>
                  <a:lnTo>
                    <a:pt x="79393" y="411703"/>
                  </a:lnTo>
                  <a:cubicBezTo>
                    <a:pt x="79476" y="433626"/>
                    <a:pt x="61769" y="451466"/>
                    <a:pt x="39846" y="451548"/>
                  </a:cubicBezTo>
                  <a:cubicBezTo>
                    <a:pt x="39796" y="451548"/>
                    <a:pt x="39746" y="451548"/>
                    <a:pt x="39697" y="4515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F0ED4C9-2529-A840-A73F-06CBCB8B8C1D}"/>
                </a:ext>
              </a:extLst>
            </p:cNvPr>
            <p:cNvSpPr/>
            <p:nvPr/>
          </p:nvSpPr>
          <p:spPr>
            <a:xfrm>
              <a:off x="1602235" y="2910859"/>
              <a:ext cx="645069" cy="461472"/>
            </a:xfrm>
            <a:custGeom>
              <a:avLst/>
              <a:gdLst>
                <a:gd name="connsiteX0" fmla="*/ 605373 w 645069"/>
                <a:gd name="connsiteY0" fmla="*/ 461472 h 461472"/>
                <a:gd name="connsiteX1" fmla="*/ 39697 w 645069"/>
                <a:gd name="connsiteY1" fmla="*/ 461472 h 461472"/>
                <a:gd name="connsiteX2" fmla="*/ 0 w 645069"/>
                <a:gd name="connsiteY2" fmla="*/ 421776 h 461472"/>
                <a:gd name="connsiteX3" fmla="*/ 0 w 645069"/>
                <a:gd name="connsiteY3" fmla="*/ 39697 h 461472"/>
                <a:gd name="connsiteX4" fmla="*/ 39697 w 645069"/>
                <a:gd name="connsiteY4" fmla="*/ 0 h 461472"/>
                <a:gd name="connsiteX5" fmla="*/ 605373 w 645069"/>
                <a:gd name="connsiteY5" fmla="*/ 0 h 461472"/>
                <a:gd name="connsiteX6" fmla="*/ 645070 w 645069"/>
                <a:gd name="connsiteY6" fmla="*/ 39697 h 461472"/>
                <a:gd name="connsiteX7" fmla="*/ 645070 w 645069"/>
                <a:gd name="connsiteY7" fmla="*/ 421776 h 461472"/>
                <a:gd name="connsiteX8" fmla="*/ 605373 w 645069"/>
                <a:gd name="connsiteY8" fmla="*/ 461472 h 461472"/>
                <a:gd name="connsiteX9" fmla="*/ 79393 w 645069"/>
                <a:gd name="connsiteY9" fmla="*/ 382079 h 461472"/>
                <a:gd name="connsiteX10" fmla="*/ 565676 w 645069"/>
                <a:gd name="connsiteY10" fmla="*/ 382079 h 461472"/>
                <a:gd name="connsiteX11" fmla="*/ 565676 w 645069"/>
                <a:gd name="connsiteY11" fmla="*/ 79393 h 461472"/>
                <a:gd name="connsiteX12" fmla="*/ 79393 w 645069"/>
                <a:gd name="connsiteY12" fmla="*/ 79393 h 46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461472">
                  <a:moveTo>
                    <a:pt x="605373" y="461472"/>
                  </a:moveTo>
                  <a:lnTo>
                    <a:pt x="39697" y="461472"/>
                  </a:lnTo>
                  <a:cubicBezTo>
                    <a:pt x="17773" y="461472"/>
                    <a:pt x="0" y="443698"/>
                    <a:pt x="0" y="4217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421776"/>
                  </a:lnTo>
                  <a:cubicBezTo>
                    <a:pt x="645070" y="443698"/>
                    <a:pt x="627296" y="461472"/>
                    <a:pt x="605373" y="461472"/>
                  </a:cubicBezTo>
                  <a:close/>
                  <a:moveTo>
                    <a:pt x="79393" y="382079"/>
                  </a:moveTo>
                  <a:lnTo>
                    <a:pt x="565676" y="382079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CA7D440-F430-6B4E-9EAA-6A88773B0C9B}"/>
                </a:ext>
              </a:extLst>
            </p:cNvPr>
            <p:cNvSpPr/>
            <p:nvPr/>
          </p:nvSpPr>
          <p:spPr>
            <a:xfrm>
              <a:off x="1883583" y="3032033"/>
              <a:ext cx="80240" cy="166725"/>
            </a:xfrm>
            <a:custGeom>
              <a:avLst/>
              <a:gdLst>
                <a:gd name="connsiteX0" fmla="*/ 40542 w 80240"/>
                <a:gd name="connsiteY0" fmla="*/ 166626 h 166725"/>
                <a:gd name="connsiteX1" fmla="*/ 846 w 80240"/>
                <a:gd name="connsiteY1" fmla="*/ 127327 h 166725"/>
                <a:gd name="connsiteX2" fmla="*/ 2 w 80240"/>
                <a:gd name="connsiteY2" fmla="*/ 40094 h 166725"/>
                <a:gd name="connsiteX3" fmla="*/ 39298 w 80240"/>
                <a:gd name="connsiteY3" fmla="*/ 0 h 166725"/>
                <a:gd name="connsiteX4" fmla="*/ 39302 w 80240"/>
                <a:gd name="connsiteY4" fmla="*/ 0 h 166725"/>
                <a:gd name="connsiteX5" fmla="*/ 39699 w 80240"/>
                <a:gd name="connsiteY5" fmla="*/ 0 h 166725"/>
                <a:gd name="connsiteX6" fmla="*/ 79395 w 80240"/>
                <a:gd name="connsiteY6" fmla="*/ 39349 h 166725"/>
                <a:gd name="connsiteX7" fmla="*/ 80239 w 80240"/>
                <a:gd name="connsiteY7" fmla="*/ 126632 h 166725"/>
                <a:gd name="connsiteX8" fmla="*/ 40943 w 80240"/>
                <a:gd name="connsiteY8" fmla="*/ 166726 h 166725"/>
                <a:gd name="connsiteX9" fmla="*/ 40890 w 80240"/>
                <a:gd name="connsiteY9" fmla="*/ 166726 h 1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240" h="166725">
                  <a:moveTo>
                    <a:pt x="40542" y="166626"/>
                  </a:moveTo>
                  <a:cubicBezTo>
                    <a:pt x="18773" y="166626"/>
                    <a:pt x="1063" y="149095"/>
                    <a:pt x="846" y="127327"/>
                  </a:cubicBezTo>
                  <a:lnTo>
                    <a:pt x="2" y="40094"/>
                  </a:lnTo>
                  <a:cubicBezTo>
                    <a:pt x="-218" y="18171"/>
                    <a:pt x="17375" y="218"/>
                    <a:pt x="39298" y="0"/>
                  </a:cubicBezTo>
                  <a:cubicBezTo>
                    <a:pt x="39299" y="0"/>
                    <a:pt x="39300" y="0"/>
                    <a:pt x="39302" y="0"/>
                  </a:cubicBezTo>
                  <a:lnTo>
                    <a:pt x="39699" y="0"/>
                  </a:lnTo>
                  <a:cubicBezTo>
                    <a:pt x="61488" y="0"/>
                    <a:pt x="79205" y="17561"/>
                    <a:pt x="79395" y="39349"/>
                  </a:cubicBezTo>
                  <a:lnTo>
                    <a:pt x="80239" y="126632"/>
                  </a:lnTo>
                  <a:cubicBezTo>
                    <a:pt x="80459" y="148554"/>
                    <a:pt x="62866" y="166507"/>
                    <a:pt x="40943" y="166726"/>
                  </a:cubicBezTo>
                  <a:cubicBezTo>
                    <a:pt x="40925" y="166726"/>
                    <a:pt x="40907" y="166726"/>
                    <a:pt x="40890" y="1667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51">
            <a:extLst>
              <a:ext uri="{FF2B5EF4-FFF2-40B4-BE49-F238E27FC236}">
                <a16:creationId xmlns:a16="http://schemas.microsoft.com/office/drawing/2014/main" id="{7982E432-D0AF-42A2-BAF9-2B06E942EA90}"/>
              </a:ext>
            </a:extLst>
          </p:cNvPr>
          <p:cNvGrpSpPr>
            <a:grpSpLocks noChangeAspect="1"/>
          </p:cNvGrpSpPr>
          <p:nvPr/>
        </p:nvGrpSpPr>
        <p:grpSpPr>
          <a:xfrm>
            <a:off x="2828391" y="2537562"/>
            <a:ext cx="827773" cy="835910"/>
            <a:chOff x="2828391" y="2537562"/>
            <a:chExt cx="827773" cy="835910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9EB7CAC-D585-114A-BAD1-401759E0E1FC}"/>
                </a:ext>
              </a:extLst>
            </p:cNvPr>
            <p:cNvSpPr/>
            <p:nvPr/>
          </p:nvSpPr>
          <p:spPr>
            <a:xfrm>
              <a:off x="3011889" y="2537562"/>
              <a:ext cx="644275" cy="649485"/>
            </a:xfrm>
            <a:custGeom>
              <a:avLst/>
              <a:gdLst>
                <a:gd name="connsiteX0" fmla="*/ 604579 w 644275"/>
                <a:gd name="connsiteY0" fmla="*/ 649485 h 649485"/>
                <a:gd name="connsiteX1" fmla="*/ 425349 w 644275"/>
                <a:gd name="connsiteY1" fmla="*/ 649485 h 649485"/>
                <a:gd name="connsiteX2" fmla="*/ 385652 w 644275"/>
                <a:gd name="connsiteY2" fmla="*/ 609789 h 649485"/>
                <a:gd name="connsiteX3" fmla="*/ 425349 w 644275"/>
                <a:gd name="connsiteY3" fmla="*/ 570092 h 649485"/>
                <a:gd name="connsiteX4" fmla="*/ 564734 w 644275"/>
                <a:gd name="connsiteY4" fmla="*/ 570092 h 649485"/>
                <a:gd name="connsiteX5" fmla="*/ 563096 w 644275"/>
                <a:gd name="connsiteY5" fmla="*/ 79393 h 649485"/>
                <a:gd name="connsiteX6" fmla="*/ 79393 w 644275"/>
                <a:gd name="connsiteY6" fmla="*/ 79393 h 649485"/>
                <a:gd name="connsiteX7" fmla="*/ 79393 w 644275"/>
                <a:gd name="connsiteY7" fmla="*/ 226121 h 649485"/>
                <a:gd name="connsiteX8" fmla="*/ 39697 w 644275"/>
                <a:gd name="connsiteY8" fmla="*/ 265818 h 649485"/>
                <a:gd name="connsiteX9" fmla="*/ 0 w 644275"/>
                <a:gd name="connsiteY9" fmla="*/ 226121 h 649485"/>
                <a:gd name="connsiteX10" fmla="*/ 0 w 644275"/>
                <a:gd name="connsiteY10" fmla="*/ 39697 h 649485"/>
                <a:gd name="connsiteX11" fmla="*/ 39697 w 644275"/>
                <a:gd name="connsiteY11" fmla="*/ 0 h 649485"/>
                <a:gd name="connsiteX12" fmla="*/ 602644 w 644275"/>
                <a:gd name="connsiteY12" fmla="*/ 0 h 649485"/>
                <a:gd name="connsiteX13" fmla="*/ 642341 w 644275"/>
                <a:gd name="connsiteY13" fmla="*/ 39697 h 649485"/>
                <a:gd name="connsiteX14" fmla="*/ 644276 w 644275"/>
                <a:gd name="connsiteY14" fmla="*/ 609739 h 649485"/>
                <a:gd name="connsiteX15" fmla="*/ 604579 w 644275"/>
                <a:gd name="connsiteY15" fmla="*/ 649436 h 64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649485">
                  <a:moveTo>
                    <a:pt x="604579" y="649485"/>
                  </a:moveTo>
                  <a:lnTo>
                    <a:pt x="425349" y="649485"/>
                  </a:lnTo>
                  <a:cubicBezTo>
                    <a:pt x="403427" y="649485"/>
                    <a:pt x="385652" y="631711"/>
                    <a:pt x="385652" y="609789"/>
                  </a:cubicBezTo>
                  <a:cubicBezTo>
                    <a:pt x="385652" y="587866"/>
                    <a:pt x="403427" y="570092"/>
                    <a:pt x="425349" y="570092"/>
                  </a:cubicBezTo>
                  <a:lnTo>
                    <a:pt x="564734" y="570092"/>
                  </a:lnTo>
                  <a:lnTo>
                    <a:pt x="563096" y="79393"/>
                  </a:lnTo>
                  <a:lnTo>
                    <a:pt x="79393" y="79393"/>
                  </a:lnTo>
                  <a:lnTo>
                    <a:pt x="79393" y="226121"/>
                  </a:lnTo>
                  <a:cubicBezTo>
                    <a:pt x="79393" y="248045"/>
                    <a:pt x="61621" y="265818"/>
                    <a:pt x="39697" y="265818"/>
                  </a:cubicBezTo>
                  <a:cubicBezTo>
                    <a:pt x="17773" y="265818"/>
                    <a:pt x="0" y="248045"/>
                    <a:pt x="0" y="2261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2644" y="0"/>
                  </a:lnTo>
                  <a:cubicBezTo>
                    <a:pt x="624566" y="0"/>
                    <a:pt x="642341" y="17773"/>
                    <a:pt x="642341" y="39697"/>
                  </a:cubicBezTo>
                  <a:lnTo>
                    <a:pt x="644276" y="609739"/>
                  </a:lnTo>
                  <a:cubicBezTo>
                    <a:pt x="644276" y="631661"/>
                    <a:pt x="626502" y="649436"/>
                    <a:pt x="604579" y="6494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3E3C64F-2735-764E-A550-3A8D98E4165D}"/>
                </a:ext>
              </a:extLst>
            </p:cNvPr>
            <p:cNvSpPr/>
            <p:nvPr/>
          </p:nvSpPr>
          <p:spPr>
            <a:xfrm>
              <a:off x="3152018" y="2681802"/>
              <a:ext cx="79591" cy="79203"/>
            </a:xfrm>
            <a:custGeom>
              <a:avLst/>
              <a:gdLst>
                <a:gd name="connsiteX0" fmla="*/ 39746 w 79591"/>
                <a:gd name="connsiteY0" fmla="*/ 79203 h 79203"/>
                <a:gd name="connsiteX1" fmla="*/ 32006 w 79591"/>
                <a:gd name="connsiteY1" fmla="*/ 78459 h 79203"/>
                <a:gd name="connsiteX2" fmla="*/ 24563 w 79591"/>
                <a:gd name="connsiteY2" fmla="*/ 76176 h 79203"/>
                <a:gd name="connsiteX3" fmla="*/ 17715 w 79591"/>
                <a:gd name="connsiteY3" fmla="*/ 72752 h 79203"/>
                <a:gd name="connsiteX4" fmla="*/ 11661 w 79591"/>
                <a:gd name="connsiteY4" fmla="*/ 67790 h 79203"/>
                <a:gd name="connsiteX5" fmla="*/ 6699 w 79591"/>
                <a:gd name="connsiteY5" fmla="*/ 61736 h 79203"/>
                <a:gd name="connsiteX6" fmla="*/ 3027 w 79591"/>
                <a:gd name="connsiteY6" fmla="*/ 54889 h 79203"/>
                <a:gd name="connsiteX7" fmla="*/ 794 w 79591"/>
                <a:gd name="connsiteY7" fmla="*/ 47495 h 79203"/>
                <a:gd name="connsiteX8" fmla="*/ 0 w 79591"/>
                <a:gd name="connsiteY8" fmla="*/ 39705 h 79203"/>
                <a:gd name="connsiteX9" fmla="*/ 794 w 79591"/>
                <a:gd name="connsiteY9" fmla="*/ 31964 h 79203"/>
                <a:gd name="connsiteX10" fmla="*/ 3027 w 79591"/>
                <a:gd name="connsiteY10" fmla="*/ 24521 h 79203"/>
                <a:gd name="connsiteX11" fmla="*/ 6699 w 79591"/>
                <a:gd name="connsiteY11" fmla="*/ 17673 h 79203"/>
                <a:gd name="connsiteX12" fmla="*/ 17665 w 79591"/>
                <a:gd name="connsiteY12" fmla="*/ 6707 h 79203"/>
                <a:gd name="connsiteX13" fmla="*/ 31956 w 79591"/>
                <a:gd name="connsiteY13" fmla="*/ 802 h 79203"/>
                <a:gd name="connsiteX14" fmla="*/ 67931 w 79591"/>
                <a:gd name="connsiteY14" fmla="*/ 11471 h 79203"/>
                <a:gd name="connsiteX15" fmla="*/ 72893 w 79591"/>
                <a:gd name="connsiteY15" fmla="*/ 17475 h 79203"/>
                <a:gd name="connsiteX16" fmla="*/ 76565 w 79591"/>
                <a:gd name="connsiteY16" fmla="*/ 24322 h 79203"/>
                <a:gd name="connsiteX17" fmla="*/ 78848 w 79591"/>
                <a:gd name="connsiteY17" fmla="*/ 31765 h 79203"/>
                <a:gd name="connsiteX18" fmla="*/ 79592 w 79591"/>
                <a:gd name="connsiteY18" fmla="*/ 39506 h 79203"/>
                <a:gd name="connsiteX19" fmla="*/ 78848 w 79591"/>
                <a:gd name="connsiteY19" fmla="*/ 47297 h 79203"/>
                <a:gd name="connsiteX20" fmla="*/ 76565 w 79591"/>
                <a:gd name="connsiteY20" fmla="*/ 54690 h 79203"/>
                <a:gd name="connsiteX21" fmla="*/ 72893 w 79591"/>
                <a:gd name="connsiteY21" fmla="*/ 61538 h 79203"/>
                <a:gd name="connsiteX22" fmla="*/ 67931 w 79591"/>
                <a:gd name="connsiteY22" fmla="*/ 67790 h 79203"/>
                <a:gd name="connsiteX23" fmla="*/ 39746 w 79591"/>
                <a:gd name="connsiteY23" fmla="*/ 79203 h 7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591" h="79203">
                  <a:moveTo>
                    <a:pt x="39746" y="79203"/>
                  </a:moveTo>
                  <a:cubicBezTo>
                    <a:pt x="37148" y="79203"/>
                    <a:pt x="34556" y="78954"/>
                    <a:pt x="32006" y="78459"/>
                  </a:cubicBezTo>
                  <a:cubicBezTo>
                    <a:pt x="29461" y="77924"/>
                    <a:pt x="26970" y="77160"/>
                    <a:pt x="24563" y="76176"/>
                  </a:cubicBezTo>
                  <a:cubicBezTo>
                    <a:pt x="22175" y="75258"/>
                    <a:pt x="19882" y="74111"/>
                    <a:pt x="17715" y="72752"/>
                  </a:cubicBezTo>
                  <a:cubicBezTo>
                    <a:pt x="15534" y="71308"/>
                    <a:pt x="13506" y="69645"/>
                    <a:pt x="11661" y="67790"/>
                  </a:cubicBezTo>
                  <a:cubicBezTo>
                    <a:pt x="9820" y="65933"/>
                    <a:pt x="8159" y="63906"/>
                    <a:pt x="6699" y="61736"/>
                  </a:cubicBezTo>
                  <a:cubicBezTo>
                    <a:pt x="5254" y="59579"/>
                    <a:pt x="4024" y="57286"/>
                    <a:pt x="3027" y="54889"/>
                  </a:cubicBezTo>
                  <a:cubicBezTo>
                    <a:pt x="2037" y="52505"/>
                    <a:pt x="1288" y="50028"/>
                    <a:pt x="794" y="47495"/>
                  </a:cubicBezTo>
                  <a:cubicBezTo>
                    <a:pt x="260" y="44933"/>
                    <a:pt x="-6" y="42322"/>
                    <a:pt x="0" y="39705"/>
                  </a:cubicBezTo>
                  <a:cubicBezTo>
                    <a:pt x="-9" y="37104"/>
                    <a:pt x="258" y="34509"/>
                    <a:pt x="794" y="31964"/>
                  </a:cubicBezTo>
                  <a:cubicBezTo>
                    <a:pt x="1295" y="29416"/>
                    <a:pt x="2043" y="26923"/>
                    <a:pt x="3027" y="24521"/>
                  </a:cubicBezTo>
                  <a:cubicBezTo>
                    <a:pt x="4033" y="22128"/>
                    <a:pt x="5263" y="19836"/>
                    <a:pt x="6699" y="17673"/>
                  </a:cubicBezTo>
                  <a:cubicBezTo>
                    <a:pt x="9591" y="13326"/>
                    <a:pt x="13318" y="9599"/>
                    <a:pt x="17665" y="6707"/>
                  </a:cubicBezTo>
                  <a:cubicBezTo>
                    <a:pt x="22012" y="3853"/>
                    <a:pt x="26862" y="1849"/>
                    <a:pt x="31956" y="802"/>
                  </a:cubicBezTo>
                  <a:cubicBezTo>
                    <a:pt x="44975" y="-1846"/>
                    <a:pt x="58460" y="2153"/>
                    <a:pt x="67931" y="11471"/>
                  </a:cubicBezTo>
                  <a:cubicBezTo>
                    <a:pt x="69797" y="13287"/>
                    <a:pt x="71461" y="15300"/>
                    <a:pt x="72893" y="17475"/>
                  </a:cubicBezTo>
                  <a:cubicBezTo>
                    <a:pt x="74329" y="19637"/>
                    <a:pt x="75559" y="21930"/>
                    <a:pt x="76565" y="24322"/>
                  </a:cubicBezTo>
                  <a:cubicBezTo>
                    <a:pt x="77543" y="26732"/>
                    <a:pt x="78306" y="29222"/>
                    <a:pt x="78848" y="31765"/>
                  </a:cubicBezTo>
                  <a:cubicBezTo>
                    <a:pt x="79343" y="34316"/>
                    <a:pt x="79592" y="36908"/>
                    <a:pt x="79592" y="39506"/>
                  </a:cubicBezTo>
                  <a:cubicBezTo>
                    <a:pt x="79590" y="42121"/>
                    <a:pt x="79341" y="44729"/>
                    <a:pt x="78848" y="47297"/>
                  </a:cubicBezTo>
                  <a:cubicBezTo>
                    <a:pt x="78313" y="49825"/>
                    <a:pt x="77549" y="52300"/>
                    <a:pt x="76565" y="54690"/>
                  </a:cubicBezTo>
                  <a:cubicBezTo>
                    <a:pt x="75568" y="57087"/>
                    <a:pt x="74338" y="59381"/>
                    <a:pt x="72893" y="61538"/>
                  </a:cubicBezTo>
                  <a:cubicBezTo>
                    <a:pt x="71460" y="63788"/>
                    <a:pt x="69797" y="65883"/>
                    <a:pt x="67931" y="67790"/>
                  </a:cubicBezTo>
                  <a:cubicBezTo>
                    <a:pt x="60408" y="75161"/>
                    <a:pt x="50278" y="79263"/>
                    <a:pt x="39746" y="7920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2363CC4-E0A3-FC48-BD50-D464BD6CE94B}"/>
                </a:ext>
              </a:extLst>
            </p:cNvPr>
            <p:cNvSpPr/>
            <p:nvPr/>
          </p:nvSpPr>
          <p:spPr>
            <a:xfrm>
              <a:off x="3434907" y="2681597"/>
              <a:ext cx="79440" cy="79427"/>
            </a:xfrm>
            <a:custGeom>
              <a:avLst/>
              <a:gdLst>
                <a:gd name="connsiteX0" fmla="*/ 39695 w 79440"/>
                <a:gd name="connsiteY0" fmla="*/ 79408 h 79427"/>
                <a:gd name="connsiteX1" fmla="*/ 31954 w 79440"/>
                <a:gd name="connsiteY1" fmla="*/ 78663 h 79427"/>
                <a:gd name="connsiteX2" fmla="*/ 24511 w 79440"/>
                <a:gd name="connsiteY2" fmla="*/ 76381 h 79427"/>
                <a:gd name="connsiteX3" fmla="*/ 17664 w 79440"/>
                <a:gd name="connsiteY3" fmla="*/ 72709 h 79427"/>
                <a:gd name="connsiteX4" fmla="*/ 11660 w 79440"/>
                <a:gd name="connsiteY4" fmla="*/ 67747 h 79427"/>
                <a:gd name="connsiteX5" fmla="*/ 6698 w 79440"/>
                <a:gd name="connsiteY5" fmla="*/ 61693 h 79427"/>
                <a:gd name="connsiteX6" fmla="*/ 3075 w 79440"/>
                <a:gd name="connsiteY6" fmla="*/ 54845 h 79427"/>
                <a:gd name="connsiteX7" fmla="*/ 793 w 79440"/>
                <a:gd name="connsiteY7" fmla="*/ 47402 h 79427"/>
                <a:gd name="connsiteX8" fmla="*/ 793 w 79440"/>
                <a:gd name="connsiteY8" fmla="*/ 31921 h 79427"/>
                <a:gd name="connsiteX9" fmla="*/ 3075 w 79440"/>
                <a:gd name="connsiteY9" fmla="*/ 24477 h 79427"/>
                <a:gd name="connsiteX10" fmla="*/ 6698 w 79440"/>
                <a:gd name="connsiteY10" fmla="*/ 17630 h 79427"/>
                <a:gd name="connsiteX11" fmla="*/ 17664 w 79440"/>
                <a:gd name="connsiteY11" fmla="*/ 6664 h 79427"/>
                <a:gd name="connsiteX12" fmla="*/ 24511 w 79440"/>
                <a:gd name="connsiteY12" fmla="*/ 2992 h 79427"/>
                <a:gd name="connsiteX13" fmla="*/ 47486 w 79440"/>
                <a:gd name="connsiteY13" fmla="*/ 759 h 79427"/>
                <a:gd name="connsiteX14" fmla="*/ 54879 w 79440"/>
                <a:gd name="connsiteY14" fmla="*/ 2992 h 79427"/>
                <a:gd name="connsiteX15" fmla="*/ 61727 w 79440"/>
                <a:gd name="connsiteY15" fmla="*/ 6664 h 79427"/>
                <a:gd name="connsiteX16" fmla="*/ 67781 w 79440"/>
                <a:gd name="connsiteY16" fmla="*/ 11626 h 79427"/>
                <a:gd name="connsiteX17" fmla="*/ 72743 w 79440"/>
                <a:gd name="connsiteY17" fmla="*/ 17679 h 79427"/>
                <a:gd name="connsiteX18" fmla="*/ 76415 w 79440"/>
                <a:gd name="connsiteY18" fmla="*/ 24527 h 79427"/>
                <a:gd name="connsiteX19" fmla="*/ 78648 w 79440"/>
                <a:gd name="connsiteY19" fmla="*/ 31970 h 79427"/>
                <a:gd name="connsiteX20" fmla="*/ 78648 w 79440"/>
                <a:gd name="connsiteY20" fmla="*/ 47452 h 79427"/>
                <a:gd name="connsiteX21" fmla="*/ 76415 w 79440"/>
                <a:gd name="connsiteY21" fmla="*/ 54895 h 79427"/>
                <a:gd name="connsiteX22" fmla="*/ 72743 w 79440"/>
                <a:gd name="connsiteY22" fmla="*/ 61743 h 79427"/>
                <a:gd name="connsiteX23" fmla="*/ 61727 w 79440"/>
                <a:gd name="connsiteY23" fmla="*/ 72957 h 79427"/>
                <a:gd name="connsiteX24" fmla="*/ 54879 w 79440"/>
                <a:gd name="connsiteY24" fmla="*/ 76629 h 79427"/>
                <a:gd name="connsiteX25" fmla="*/ 47486 w 79440"/>
                <a:gd name="connsiteY25" fmla="*/ 78911 h 79427"/>
                <a:gd name="connsiteX26" fmla="*/ 39695 w 79440"/>
                <a:gd name="connsiteY26" fmla="*/ 79408 h 79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40" h="79427">
                  <a:moveTo>
                    <a:pt x="39695" y="79408"/>
                  </a:moveTo>
                  <a:cubicBezTo>
                    <a:pt x="37095" y="79408"/>
                    <a:pt x="34505" y="79159"/>
                    <a:pt x="31954" y="78663"/>
                  </a:cubicBezTo>
                  <a:cubicBezTo>
                    <a:pt x="29409" y="78129"/>
                    <a:pt x="26918" y="77365"/>
                    <a:pt x="24511" y="76381"/>
                  </a:cubicBezTo>
                  <a:cubicBezTo>
                    <a:pt x="22115" y="75384"/>
                    <a:pt x="19822" y="74154"/>
                    <a:pt x="17664" y="72709"/>
                  </a:cubicBezTo>
                  <a:cubicBezTo>
                    <a:pt x="15490" y="71277"/>
                    <a:pt x="13476" y="69613"/>
                    <a:pt x="11660" y="67747"/>
                  </a:cubicBezTo>
                  <a:cubicBezTo>
                    <a:pt x="9804" y="65901"/>
                    <a:pt x="8142" y="63873"/>
                    <a:pt x="6698" y="61693"/>
                  </a:cubicBezTo>
                  <a:cubicBezTo>
                    <a:pt x="5269" y="59535"/>
                    <a:pt x="4053" y="57241"/>
                    <a:pt x="3075" y="54845"/>
                  </a:cubicBezTo>
                  <a:cubicBezTo>
                    <a:pt x="2048" y="52455"/>
                    <a:pt x="1279" y="49959"/>
                    <a:pt x="793" y="47402"/>
                  </a:cubicBezTo>
                  <a:cubicBezTo>
                    <a:pt x="-264" y="42296"/>
                    <a:pt x="-264" y="37027"/>
                    <a:pt x="793" y="31921"/>
                  </a:cubicBezTo>
                  <a:cubicBezTo>
                    <a:pt x="1279" y="29364"/>
                    <a:pt x="2048" y="26868"/>
                    <a:pt x="3075" y="24477"/>
                  </a:cubicBezTo>
                  <a:cubicBezTo>
                    <a:pt x="4053" y="22081"/>
                    <a:pt x="5269" y="19787"/>
                    <a:pt x="6698" y="17630"/>
                  </a:cubicBezTo>
                  <a:cubicBezTo>
                    <a:pt x="9590" y="13283"/>
                    <a:pt x="13317" y="9556"/>
                    <a:pt x="17664" y="6664"/>
                  </a:cubicBezTo>
                  <a:cubicBezTo>
                    <a:pt x="19822" y="5219"/>
                    <a:pt x="22115" y="3989"/>
                    <a:pt x="24511" y="2992"/>
                  </a:cubicBezTo>
                  <a:cubicBezTo>
                    <a:pt x="31786" y="14"/>
                    <a:pt x="39775" y="-762"/>
                    <a:pt x="47486" y="759"/>
                  </a:cubicBezTo>
                  <a:cubicBezTo>
                    <a:pt x="50021" y="1253"/>
                    <a:pt x="52497" y="2001"/>
                    <a:pt x="54879" y="2992"/>
                  </a:cubicBezTo>
                  <a:cubicBezTo>
                    <a:pt x="57276" y="3989"/>
                    <a:pt x="59568" y="5219"/>
                    <a:pt x="61727" y="6664"/>
                  </a:cubicBezTo>
                  <a:cubicBezTo>
                    <a:pt x="63895" y="8123"/>
                    <a:pt x="65925" y="9785"/>
                    <a:pt x="67781" y="11626"/>
                  </a:cubicBezTo>
                  <a:cubicBezTo>
                    <a:pt x="69637" y="13470"/>
                    <a:pt x="71299" y="15499"/>
                    <a:pt x="72743" y="17679"/>
                  </a:cubicBezTo>
                  <a:cubicBezTo>
                    <a:pt x="74187" y="19836"/>
                    <a:pt x="75417" y="22130"/>
                    <a:pt x="76415" y="24527"/>
                  </a:cubicBezTo>
                  <a:cubicBezTo>
                    <a:pt x="77407" y="26927"/>
                    <a:pt x="78151" y="29421"/>
                    <a:pt x="78648" y="31970"/>
                  </a:cubicBezTo>
                  <a:cubicBezTo>
                    <a:pt x="79705" y="37077"/>
                    <a:pt x="79705" y="42345"/>
                    <a:pt x="78648" y="47452"/>
                  </a:cubicBezTo>
                  <a:cubicBezTo>
                    <a:pt x="78151" y="50001"/>
                    <a:pt x="77407" y="52494"/>
                    <a:pt x="76415" y="54895"/>
                  </a:cubicBezTo>
                  <a:cubicBezTo>
                    <a:pt x="75417" y="57292"/>
                    <a:pt x="74187" y="59586"/>
                    <a:pt x="72743" y="61743"/>
                  </a:cubicBezTo>
                  <a:cubicBezTo>
                    <a:pt x="69899" y="66214"/>
                    <a:pt x="66148" y="70035"/>
                    <a:pt x="61727" y="72957"/>
                  </a:cubicBezTo>
                  <a:cubicBezTo>
                    <a:pt x="59568" y="74402"/>
                    <a:pt x="57276" y="75632"/>
                    <a:pt x="54879" y="76629"/>
                  </a:cubicBezTo>
                  <a:cubicBezTo>
                    <a:pt x="52488" y="77613"/>
                    <a:pt x="50016" y="78377"/>
                    <a:pt x="47486" y="78911"/>
                  </a:cubicBezTo>
                  <a:cubicBezTo>
                    <a:pt x="44911" y="79322"/>
                    <a:pt x="42300" y="79487"/>
                    <a:pt x="39695" y="7940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69ED6BD4-E2D7-7F4D-A844-FD1CDF71FBAE}"/>
                </a:ext>
              </a:extLst>
            </p:cNvPr>
            <p:cNvSpPr/>
            <p:nvPr/>
          </p:nvSpPr>
          <p:spPr>
            <a:xfrm>
              <a:off x="3429895" y="2959450"/>
              <a:ext cx="79440" cy="79430"/>
            </a:xfrm>
            <a:custGeom>
              <a:avLst/>
              <a:gdLst>
                <a:gd name="connsiteX0" fmla="*/ 39745 w 79440"/>
                <a:gd name="connsiteY0" fmla="*/ 79431 h 79430"/>
                <a:gd name="connsiteX1" fmla="*/ 32004 w 79440"/>
                <a:gd name="connsiteY1" fmla="*/ 78637 h 79430"/>
                <a:gd name="connsiteX2" fmla="*/ 24561 w 79440"/>
                <a:gd name="connsiteY2" fmla="*/ 76404 h 79430"/>
                <a:gd name="connsiteX3" fmla="*/ 17713 w 79440"/>
                <a:gd name="connsiteY3" fmla="*/ 72732 h 79430"/>
                <a:gd name="connsiteX4" fmla="*/ 11660 w 79440"/>
                <a:gd name="connsiteY4" fmla="*/ 67770 h 79430"/>
                <a:gd name="connsiteX5" fmla="*/ 6698 w 79440"/>
                <a:gd name="connsiteY5" fmla="*/ 61716 h 79430"/>
                <a:gd name="connsiteX6" fmla="*/ 3026 w 79440"/>
                <a:gd name="connsiteY6" fmla="*/ 54868 h 79430"/>
                <a:gd name="connsiteX7" fmla="*/ 793 w 79440"/>
                <a:gd name="connsiteY7" fmla="*/ 47425 h 79430"/>
                <a:gd name="connsiteX8" fmla="*/ 793 w 79440"/>
                <a:gd name="connsiteY8" fmla="*/ 31944 h 79430"/>
                <a:gd name="connsiteX9" fmla="*/ 3026 w 79440"/>
                <a:gd name="connsiteY9" fmla="*/ 24501 h 79430"/>
                <a:gd name="connsiteX10" fmla="*/ 6698 w 79440"/>
                <a:gd name="connsiteY10" fmla="*/ 17653 h 79430"/>
                <a:gd name="connsiteX11" fmla="*/ 17664 w 79440"/>
                <a:gd name="connsiteY11" fmla="*/ 6687 h 79430"/>
                <a:gd name="connsiteX12" fmla="*/ 24511 w 79440"/>
                <a:gd name="connsiteY12" fmla="*/ 3015 h 79430"/>
                <a:gd name="connsiteX13" fmla="*/ 31955 w 79440"/>
                <a:gd name="connsiteY13" fmla="*/ 782 h 79430"/>
                <a:gd name="connsiteX14" fmla="*/ 47486 w 79440"/>
                <a:gd name="connsiteY14" fmla="*/ 782 h 79430"/>
                <a:gd name="connsiteX15" fmla="*/ 54879 w 79440"/>
                <a:gd name="connsiteY15" fmla="*/ 3015 h 79430"/>
                <a:gd name="connsiteX16" fmla="*/ 61727 w 79440"/>
                <a:gd name="connsiteY16" fmla="*/ 6687 h 79430"/>
                <a:gd name="connsiteX17" fmla="*/ 67781 w 79440"/>
                <a:gd name="connsiteY17" fmla="*/ 11649 h 79430"/>
                <a:gd name="connsiteX18" fmla="*/ 72743 w 79440"/>
                <a:gd name="connsiteY18" fmla="*/ 17703 h 79430"/>
                <a:gd name="connsiteX19" fmla="*/ 76415 w 79440"/>
                <a:gd name="connsiteY19" fmla="*/ 24550 h 79430"/>
                <a:gd name="connsiteX20" fmla="*/ 78648 w 79440"/>
                <a:gd name="connsiteY20" fmla="*/ 31993 h 79430"/>
                <a:gd name="connsiteX21" fmla="*/ 78648 w 79440"/>
                <a:gd name="connsiteY21" fmla="*/ 47475 h 79430"/>
                <a:gd name="connsiteX22" fmla="*/ 76415 w 79440"/>
                <a:gd name="connsiteY22" fmla="*/ 54918 h 79430"/>
                <a:gd name="connsiteX23" fmla="*/ 72743 w 79440"/>
                <a:gd name="connsiteY23" fmla="*/ 61766 h 79430"/>
                <a:gd name="connsiteX24" fmla="*/ 61777 w 79440"/>
                <a:gd name="connsiteY24" fmla="*/ 72732 h 79430"/>
                <a:gd name="connsiteX25" fmla="*/ 54929 w 79440"/>
                <a:gd name="connsiteY25" fmla="*/ 76404 h 79430"/>
                <a:gd name="connsiteX26" fmla="*/ 47535 w 79440"/>
                <a:gd name="connsiteY26" fmla="*/ 78637 h 79430"/>
                <a:gd name="connsiteX27" fmla="*/ 39745 w 79440"/>
                <a:gd name="connsiteY27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40" h="79430">
                  <a:moveTo>
                    <a:pt x="39745" y="79431"/>
                  </a:moveTo>
                  <a:cubicBezTo>
                    <a:pt x="37145" y="79436"/>
                    <a:pt x="34550" y="79173"/>
                    <a:pt x="32004" y="78637"/>
                  </a:cubicBezTo>
                  <a:cubicBezTo>
                    <a:pt x="29459" y="78136"/>
                    <a:pt x="26963" y="77386"/>
                    <a:pt x="24561" y="76404"/>
                  </a:cubicBezTo>
                  <a:cubicBezTo>
                    <a:pt x="22164" y="75406"/>
                    <a:pt x="19872" y="74176"/>
                    <a:pt x="17713" y="72732"/>
                  </a:cubicBezTo>
                  <a:cubicBezTo>
                    <a:pt x="15530" y="71288"/>
                    <a:pt x="13505" y="69626"/>
                    <a:pt x="11660" y="67770"/>
                  </a:cubicBezTo>
                  <a:cubicBezTo>
                    <a:pt x="9819" y="65914"/>
                    <a:pt x="8156" y="63885"/>
                    <a:pt x="6698" y="61716"/>
                  </a:cubicBezTo>
                  <a:cubicBezTo>
                    <a:pt x="5254" y="59558"/>
                    <a:pt x="4023" y="57266"/>
                    <a:pt x="3026" y="54868"/>
                  </a:cubicBezTo>
                  <a:cubicBezTo>
                    <a:pt x="2028" y="52470"/>
                    <a:pt x="1279" y="49976"/>
                    <a:pt x="793" y="47425"/>
                  </a:cubicBezTo>
                  <a:cubicBezTo>
                    <a:pt x="-264" y="42319"/>
                    <a:pt x="-264" y="37050"/>
                    <a:pt x="793" y="31944"/>
                  </a:cubicBezTo>
                  <a:cubicBezTo>
                    <a:pt x="1289" y="29395"/>
                    <a:pt x="2033" y="26901"/>
                    <a:pt x="3026" y="24501"/>
                  </a:cubicBezTo>
                  <a:cubicBezTo>
                    <a:pt x="4023" y="22103"/>
                    <a:pt x="5254" y="19810"/>
                    <a:pt x="6698" y="17653"/>
                  </a:cubicBezTo>
                  <a:cubicBezTo>
                    <a:pt x="9551" y="13276"/>
                    <a:pt x="13287" y="9542"/>
                    <a:pt x="17664" y="6687"/>
                  </a:cubicBezTo>
                  <a:cubicBezTo>
                    <a:pt x="19822" y="5242"/>
                    <a:pt x="22115" y="4012"/>
                    <a:pt x="24511" y="3015"/>
                  </a:cubicBezTo>
                  <a:cubicBezTo>
                    <a:pt x="26913" y="2031"/>
                    <a:pt x="29409" y="1283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21" y="1276"/>
                    <a:pt x="52497" y="2024"/>
                    <a:pt x="54879" y="3015"/>
                  </a:cubicBezTo>
                  <a:cubicBezTo>
                    <a:pt x="57276" y="4012"/>
                    <a:pt x="59568" y="5242"/>
                    <a:pt x="61727" y="6687"/>
                  </a:cubicBezTo>
                  <a:cubicBezTo>
                    <a:pt x="63895" y="8147"/>
                    <a:pt x="65925" y="9808"/>
                    <a:pt x="67781" y="11649"/>
                  </a:cubicBezTo>
                  <a:cubicBezTo>
                    <a:pt x="69636" y="13493"/>
                    <a:pt x="71299" y="15522"/>
                    <a:pt x="72743" y="17703"/>
                  </a:cubicBezTo>
                  <a:cubicBezTo>
                    <a:pt x="74187" y="19860"/>
                    <a:pt x="75417" y="22153"/>
                    <a:pt x="76415" y="24550"/>
                  </a:cubicBezTo>
                  <a:cubicBezTo>
                    <a:pt x="77407" y="26951"/>
                    <a:pt x="78151" y="29444"/>
                    <a:pt x="78648" y="31993"/>
                  </a:cubicBezTo>
                  <a:cubicBezTo>
                    <a:pt x="79705" y="37100"/>
                    <a:pt x="79705" y="42369"/>
                    <a:pt x="78648" y="47475"/>
                  </a:cubicBezTo>
                  <a:cubicBezTo>
                    <a:pt x="78161" y="50026"/>
                    <a:pt x="77412" y="52520"/>
                    <a:pt x="76415" y="54918"/>
                  </a:cubicBezTo>
                  <a:cubicBezTo>
                    <a:pt x="75417" y="57315"/>
                    <a:pt x="74187" y="59607"/>
                    <a:pt x="72743" y="61766"/>
                  </a:cubicBezTo>
                  <a:cubicBezTo>
                    <a:pt x="69890" y="66142"/>
                    <a:pt x="66153" y="69879"/>
                    <a:pt x="61777" y="72732"/>
                  </a:cubicBezTo>
                  <a:cubicBezTo>
                    <a:pt x="59618" y="74176"/>
                    <a:pt x="57326" y="75406"/>
                    <a:pt x="54929" y="76404"/>
                  </a:cubicBezTo>
                  <a:cubicBezTo>
                    <a:pt x="52547" y="77396"/>
                    <a:pt x="50071" y="78141"/>
                    <a:pt x="47535" y="78637"/>
                  </a:cubicBezTo>
                  <a:cubicBezTo>
                    <a:pt x="44975" y="79173"/>
                    <a:pt x="42360" y="79436"/>
                    <a:pt x="39745" y="794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8E85D5A3-8B15-E142-B36C-B6140C77DE9F}"/>
                </a:ext>
              </a:extLst>
            </p:cNvPr>
            <p:cNvSpPr/>
            <p:nvPr/>
          </p:nvSpPr>
          <p:spPr>
            <a:xfrm>
              <a:off x="2828391" y="2723987"/>
              <a:ext cx="644275" cy="649485"/>
            </a:xfrm>
            <a:custGeom>
              <a:avLst/>
              <a:gdLst>
                <a:gd name="connsiteX0" fmla="*/ 604579 w 644275"/>
                <a:gd name="connsiteY0" fmla="*/ 649485 h 649485"/>
                <a:gd name="connsiteX1" fmla="*/ 39697 w 644275"/>
                <a:gd name="connsiteY1" fmla="*/ 649485 h 649485"/>
                <a:gd name="connsiteX2" fmla="*/ 0 w 644275"/>
                <a:gd name="connsiteY2" fmla="*/ 609789 h 649485"/>
                <a:gd name="connsiteX3" fmla="*/ 0 w 644275"/>
                <a:gd name="connsiteY3" fmla="*/ 39697 h 649485"/>
                <a:gd name="connsiteX4" fmla="*/ 39697 w 644275"/>
                <a:gd name="connsiteY4" fmla="*/ 0 h 649485"/>
                <a:gd name="connsiteX5" fmla="*/ 602644 w 644275"/>
                <a:gd name="connsiteY5" fmla="*/ 0 h 649485"/>
                <a:gd name="connsiteX6" fmla="*/ 642341 w 644275"/>
                <a:gd name="connsiteY6" fmla="*/ 39697 h 649485"/>
                <a:gd name="connsiteX7" fmla="*/ 644276 w 644275"/>
                <a:gd name="connsiteY7" fmla="*/ 609789 h 649485"/>
                <a:gd name="connsiteX8" fmla="*/ 604579 w 644275"/>
                <a:gd name="connsiteY8" fmla="*/ 649485 h 649485"/>
                <a:gd name="connsiteX9" fmla="*/ 79393 w 644275"/>
                <a:gd name="connsiteY9" fmla="*/ 570092 h 649485"/>
                <a:gd name="connsiteX10" fmla="*/ 564783 w 644275"/>
                <a:gd name="connsiteY10" fmla="*/ 570092 h 649485"/>
                <a:gd name="connsiteX11" fmla="*/ 563096 w 644275"/>
                <a:gd name="connsiteY11" fmla="*/ 79393 h 649485"/>
                <a:gd name="connsiteX12" fmla="*/ 79393 w 644275"/>
                <a:gd name="connsiteY12" fmla="*/ 79393 h 64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275" h="649485">
                  <a:moveTo>
                    <a:pt x="604579" y="649485"/>
                  </a:moveTo>
                  <a:lnTo>
                    <a:pt x="39697" y="649485"/>
                  </a:lnTo>
                  <a:cubicBezTo>
                    <a:pt x="17773" y="649485"/>
                    <a:pt x="0" y="631711"/>
                    <a:pt x="0" y="60978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2644" y="0"/>
                  </a:lnTo>
                  <a:cubicBezTo>
                    <a:pt x="624566" y="0"/>
                    <a:pt x="642341" y="17773"/>
                    <a:pt x="642341" y="39697"/>
                  </a:cubicBezTo>
                  <a:lnTo>
                    <a:pt x="644276" y="609789"/>
                  </a:lnTo>
                  <a:cubicBezTo>
                    <a:pt x="644276" y="631711"/>
                    <a:pt x="626502" y="649485"/>
                    <a:pt x="604579" y="649485"/>
                  </a:cubicBezTo>
                  <a:close/>
                  <a:moveTo>
                    <a:pt x="79393" y="570092"/>
                  </a:moveTo>
                  <a:lnTo>
                    <a:pt x="564783" y="570092"/>
                  </a:lnTo>
                  <a:lnTo>
                    <a:pt x="56309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CC244B1C-A783-B348-8EFF-0542840E72B2}"/>
                </a:ext>
              </a:extLst>
            </p:cNvPr>
            <p:cNvSpPr/>
            <p:nvPr/>
          </p:nvSpPr>
          <p:spPr>
            <a:xfrm>
              <a:off x="2962714" y="2866522"/>
              <a:ext cx="79393" cy="79368"/>
            </a:xfrm>
            <a:custGeom>
              <a:avLst/>
              <a:gdLst>
                <a:gd name="connsiteX0" fmla="*/ 39697 w 79393"/>
                <a:gd name="connsiteY0" fmla="*/ 79369 h 79368"/>
                <a:gd name="connsiteX1" fmla="*/ 31956 w 79393"/>
                <a:gd name="connsiteY1" fmla="*/ 78624 h 79368"/>
                <a:gd name="connsiteX2" fmla="*/ 24513 w 79393"/>
                <a:gd name="connsiteY2" fmla="*/ 76590 h 79368"/>
                <a:gd name="connsiteX3" fmla="*/ 17665 w 79393"/>
                <a:gd name="connsiteY3" fmla="*/ 72918 h 79368"/>
                <a:gd name="connsiteX4" fmla="*/ 6699 w 79393"/>
                <a:gd name="connsiteY4" fmla="*/ 61704 h 79368"/>
                <a:gd name="connsiteX5" fmla="*/ 3027 w 79393"/>
                <a:gd name="connsiteY5" fmla="*/ 54856 h 79368"/>
                <a:gd name="connsiteX6" fmla="*/ 794 w 79393"/>
                <a:gd name="connsiteY6" fmla="*/ 47463 h 79368"/>
                <a:gd name="connsiteX7" fmla="*/ 794 w 79393"/>
                <a:gd name="connsiteY7" fmla="*/ 31931 h 79368"/>
                <a:gd name="connsiteX8" fmla="*/ 3027 w 79393"/>
                <a:gd name="connsiteY8" fmla="*/ 24488 h 79368"/>
                <a:gd name="connsiteX9" fmla="*/ 6699 w 79393"/>
                <a:gd name="connsiteY9" fmla="*/ 17641 h 79368"/>
                <a:gd name="connsiteX10" fmla="*/ 11661 w 79393"/>
                <a:gd name="connsiteY10" fmla="*/ 11637 h 79368"/>
                <a:gd name="connsiteX11" fmla="*/ 17715 w 79393"/>
                <a:gd name="connsiteY11" fmla="*/ 6674 h 79368"/>
                <a:gd name="connsiteX12" fmla="*/ 32006 w 79393"/>
                <a:gd name="connsiteY12" fmla="*/ 770 h 79368"/>
                <a:gd name="connsiteX13" fmla="*/ 54930 w 79393"/>
                <a:gd name="connsiteY13" fmla="*/ 3052 h 79368"/>
                <a:gd name="connsiteX14" fmla="*/ 61778 w 79393"/>
                <a:gd name="connsiteY14" fmla="*/ 6674 h 79368"/>
                <a:gd name="connsiteX15" fmla="*/ 67832 w 79393"/>
                <a:gd name="connsiteY15" fmla="*/ 11637 h 79368"/>
                <a:gd name="connsiteX16" fmla="*/ 72794 w 79393"/>
                <a:gd name="connsiteY16" fmla="*/ 17641 h 79368"/>
                <a:gd name="connsiteX17" fmla="*/ 76466 w 79393"/>
                <a:gd name="connsiteY17" fmla="*/ 24488 h 79368"/>
                <a:gd name="connsiteX18" fmla="*/ 78600 w 79393"/>
                <a:gd name="connsiteY18" fmla="*/ 31931 h 79368"/>
                <a:gd name="connsiteX19" fmla="*/ 78600 w 79393"/>
                <a:gd name="connsiteY19" fmla="*/ 47463 h 79368"/>
                <a:gd name="connsiteX20" fmla="*/ 76367 w 79393"/>
                <a:gd name="connsiteY20" fmla="*/ 54856 h 79368"/>
                <a:gd name="connsiteX21" fmla="*/ 72695 w 79393"/>
                <a:gd name="connsiteY21" fmla="*/ 61704 h 79368"/>
                <a:gd name="connsiteX22" fmla="*/ 61728 w 79393"/>
                <a:gd name="connsiteY22" fmla="*/ 72670 h 79368"/>
                <a:gd name="connsiteX23" fmla="*/ 54881 w 79393"/>
                <a:gd name="connsiteY23" fmla="*/ 76342 h 79368"/>
                <a:gd name="connsiteX24" fmla="*/ 47438 w 79393"/>
                <a:gd name="connsiteY24" fmla="*/ 78624 h 79368"/>
                <a:gd name="connsiteX25" fmla="*/ 39697 w 79393"/>
                <a:gd name="connsiteY25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393" h="79368">
                  <a:moveTo>
                    <a:pt x="39697" y="79369"/>
                  </a:moveTo>
                  <a:cubicBezTo>
                    <a:pt x="37099" y="79369"/>
                    <a:pt x="34507" y="79120"/>
                    <a:pt x="31956" y="78624"/>
                  </a:cubicBezTo>
                  <a:cubicBezTo>
                    <a:pt x="29419" y="78170"/>
                    <a:pt x="26928" y="77490"/>
                    <a:pt x="24513" y="76590"/>
                  </a:cubicBezTo>
                  <a:cubicBezTo>
                    <a:pt x="22116" y="75593"/>
                    <a:pt x="19822" y="74363"/>
                    <a:pt x="17665" y="72918"/>
                  </a:cubicBezTo>
                  <a:cubicBezTo>
                    <a:pt x="13263" y="69991"/>
                    <a:pt x="9527" y="66170"/>
                    <a:pt x="6699" y="61704"/>
                  </a:cubicBezTo>
                  <a:cubicBezTo>
                    <a:pt x="5243" y="59554"/>
                    <a:pt x="4013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-265" y="42340"/>
                    <a:pt x="-265" y="37054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8156" y="15485"/>
                    <a:pt x="9818" y="13474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2" y="1817"/>
                    <a:pt x="32006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21" y="5244"/>
                    <a:pt x="61778" y="6674"/>
                  </a:cubicBezTo>
                  <a:cubicBezTo>
                    <a:pt x="63958" y="8120"/>
                    <a:pt x="65986" y="9783"/>
                    <a:pt x="67832" y="11637"/>
                  </a:cubicBezTo>
                  <a:cubicBezTo>
                    <a:pt x="69675" y="13474"/>
                    <a:pt x="71337" y="15485"/>
                    <a:pt x="72794" y="17641"/>
                  </a:cubicBezTo>
                  <a:cubicBezTo>
                    <a:pt x="74230" y="19803"/>
                    <a:pt x="75460" y="22096"/>
                    <a:pt x="76466" y="24488"/>
                  </a:cubicBezTo>
                  <a:cubicBezTo>
                    <a:pt x="77416" y="26894"/>
                    <a:pt x="78131" y="29387"/>
                    <a:pt x="78600" y="31931"/>
                  </a:cubicBezTo>
                  <a:cubicBezTo>
                    <a:pt x="79658" y="37054"/>
                    <a:pt x="79658" y="42340"/>
                    <a:pt x="78600" y="47463"/>
                  </a:cubicBezTo>
                  <a:cubicBezTo>
                    <a:pt x="78105" y="49996"/>
                    <a:pt x="77357" y="52473"/>
                    <a:pt x="76367" y="54856"/>
                  </a:cubicBezTo>
                  <a:cubicBezTo>
                    <a:pt x="75381" y="57259"/>
                    <a:pt x="74151" y="59554"/>
                    <a:pt x="72695" y="61704"/>
                  </a:cubicBezTo>
                  <a:cubicBezTo>
                    <a:pt x="69839" y="66080"/>
                    <a:pt x="66105" y="69815"/>
                    <a:pt x="61728" y="72670"/>
                  </a:cubicBezTo>
                  <a:cubicBezTo>
                    <a:pt x="59571" y="74115"/>
                    <a:pt x="57278" y="75345"/>
                    <a:pt x="54881" y="76342"/>
                  </a:cubicBezTo>
                  <a:cubicBezTo>
                    <a:pt x="52474" y="77326"/>
                    <a:pt x="49983" y="78090"/>
                    <a:pt x="47438" y="78624"/>
                  </a:cubicBezTo>
                  <a:cubicBezTo>
                    <a:pt x="44887" y="79120"/>
                    <a:pt x="42295" y="79369"/>
                    <a:pt x="39697" y="79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BA433E90-87C2-324E-A2B2-DEDC33A587B4}"/>
                </a:ext>
              </a:extLst>
            </p:cNvPr>
            <p:cNvSpPr/>
            <p:nvPr/>
          </p:nvSpPr>
          <p:spPr>
            <a:xfrm>
              <a:off x="2962665" y="3005460"/>
              <a:ext cx="79443" cy="79368"/>
            </a:xfrm>
            <a:custGeom>
              <a:avLst/>
              <a:gdLst>
                <a:gd name="connsiteX0" fmla="*/ 39746 w 79443"/>
                <a:gd name="connsiteY0" fmla="*/ 79369 h 79368"/>
                <a:gd name="connsiteX1" fmla="*/ 32005 w 79443"/>
                <a:gd name="connsiteY1" fmla="*/ 78624 h 79368"/>
                <a:gd name="connsiteX2" fmla="*/ 17715 w 79443"/>
                <a:gd name="connsiteY2" fmla="*/ 72720 h 79368"/>
                <a:gd name="connsiteX3" fmla="*/ 11661 w 79443"/>
                <a:gd name="connsiteY3" fmla="*/ 67758 h 79368"/>
                <a:gd name="connsiteX4" fmla="*/ 6699 w 79443"/>
                <a:gd name="connsiteY4" fmla="*/ 61704 h 79368"/>
                <a:gd name="connsiteX5" fmla="*/ 3027 w 79443"/>
                <a:gd name="connsiteY5" fmla="*/ 54856 h 79368"/>
                <a:gd name="connsiteX6" fmla="*/ 794 w 79443"/>
                <a:gd name="connsiteY6" fmla="*/ 47463 h 79368"/>
                <a:gd name="connsiteX7" fmla="*/ 0 w 79443"/>
                <a:gd name="connsiteY7" fmla="*/ 39672 h 79368"/>
                <a:gd name="connsiteX8" fmla="*/ 794 w 79443"/>
                <a:gd name="connsiteY8" fmla="*/ 31931 h 79368"/>
                <a:gd name="connsiteX9" fmla="*/ 3027 w 79443"/>
                <a:gd name="connsiteY9" fmla="*/ 24488 h 79368"/>
                <a:gd name="connsiteX10" fmla="*/ 6699 w 79443"/>
                <a:gd name="connsiteY10" fmla="*/ 17641 h 79368"/>
                <a:gd name="connsiteX11" fmla="*/ 11661 w 79443"/>
                <a:gd name="connsiteY11" fmla="*/ 11637 h 79368"/>
                <a:gd name="connsiteX12" fmla="*/ 17715 w 79443"/>
                <a:gd name="connsiteY12" fmla="*/ 6674 h 79368"/>
                <a:gd name="connsiteX13" fmla="*/ 32005 w 79443"/>
                <a:gd name="connsiteY13" fmla="*/ 770 h 79368"/>
                <a:gd name="connsiteX14" fmla="*/ 54930 w 79443"/>
                <a:gd name="connsiteY14" fmla="*/ 3052 h 79368"/>
                <a:gd name="connsiteX15" fmla="*/ 61778 w 79443"/>
                <a:gd name="connsiteY15" fmla="*/ 6674 h 79368"/>
                <a:gd name="connsiteX16" fmla="*/ 67832 w 79443"/>
                <a:gd name="connsiteY16" fmla="*/ 11637 h 79368"/>
                <a:gd name="connsiteX17" fmla="*/ 72794 w 79443"/>
                <a:gd name="connsiteY17" fmla="*/ 17641 h 79368"/>
                <a:gd name="connsiteX18" fmla="*/ 76466 w 79443"/>
                <a:gd name="connsiteY18" fmla="*/ 24488 h 79368"/>
                <a:gd name="connsiteX19" fmla="*/ 78649 w 79443"/>
                <a:gd name="connsiteY19" fmla="*/ 31931 h 79368"/>
                <a:gd name="connsiteX20" fmla="*/ 79443 w 79443"/>
                <a:gd name="connsiteY20" fmla="*/ 39672 h 79368"/>
                <a:gd name="connsiteX21" fmla="*/ 78649 w 79443"/>
                <a:gd name="connsiteY21" fmla="*/ 47463 h 79368"/>
                <a:gd name="connsiteX22" fmla="*/ 76416 w 79443"/>
                <a:gd name="connsiteY22" fmla="*/ 54856 h 79368"/>
                <a:gd name="connsiteX23" fmla="*/ 72744 w 79443"/>
                <a:gd name="connsiteY23" fmla="*/ 61704 h 79368"/>
                <a:gd name="connsiteX24" fmla="*/ 67782 w 79443"/>
                <a:gd name="connsiteY24" fmla="*/ 67758 h 79368"/>
                <a:gd name="connsiteX25" fmla="*/ 61728 w 79443"/>
                <a:gd name="connsiteY25" fmla="*/ 72720 h 79368"/>
                <a:gd name="connsiteX26" fmla="*/ 47438 w 79443"/>
                <a:gd name="connsiteY26" fmla="*/ 78624 h 79368"/>
                <a:gd name="connsiteX27" fmla="*/ 39746 w 79443"/>
                <a:gd name="connsiteY27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43" h="79368">
                  <a:moveTo>
                    <a:pt x="39746" y="79369"/>
                  </a:moveTo>
                  <a:cubicBezTo>
                    <a:pt x="37148" y="79369"/>
                    <a:pt x="34556" y="79121"/>
                    <a:pt x="32005" y="78624"/>
                  </a:cubicBezTo>
                  <a:cubicBezTo>
                    <a:pt x="26911" y="77577"/>
                    <a:pt x="22062" y="75573"/>
                    <a:pt x="17715" y="72720"/>
                  </a:cubicBezTo>
                  <a:cubicBezTo>
                    <a:pt x="15546" y="71256"/>
                    <a:pt x="13520" y="69598"/>
                    <a:pt x="11661" y="67758"/>
                  </a:cubicBezTo>
                  <a:cubicBezTo>
                    <a:pt x="9806" y="65912"/>
                    <a:pt x="8143" y="63887"/>
                    <a:pt x="6699" y="61704"/>
                  </a:cubicBezTo>
                  <a:cubicBezTo>
                    <a:pt x="5243" y="59555"/>
                    <a:pt x="4012" y="57258"/>
                    <a:pt x="3027" y="54856"/>
                  </a:cubicBezTo>
                  <a:cubicBezTo>
                    <a:pt x="2037" y="52474"/>
                    <a:pt x="1288" y="49998"/>
                    <a:pt x="794" y="47463"/>
                  </a:cubicBezTo>
                  <a:cubicBezTo>
                    <a:pt x="260" y="44902"/>
                    <a:pt x="-6" y="42287"/>
                    <a:pt x="0" y="39672"/>
                  </a:cubicBezTo>
                  <a:cubicBezTo>
                    <a:pt x="-6" y="37072"/>
                    <a:pt x="260" y="34477"/>
                    <a:pt x="794" y="31931"/>
                  </a:cubicBezTo>
                  <a:cubicBezTo>
                    <a:pt x="1295" y="29386"/>
                    <a:pt x="2043" y="26890"/>
                    <a:pt x="3027" y="24488"/>
                  </a:cubicBezTo>
                  <a:cubicBezTo>
                    <a:pt x="4033" y="22097"/>
                    <a:pt x="5263" y="19804"/>
                    <a:pt x="6699" y="17641"/>
                  </a:cubicBezTo>
                  <a:cubicBezTo>
                    <a:pt x="8156" y="15487"/>
                    <a:pt x="9818" y="13472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6" y="4031"/>
                    <a:pt x="59620" y="5244"/>
                    <a:pt x="61778" y="6674"/>
                  </a:cubicBezTo>
                  <a:cubicBezTo>
                    <a:pt x="63958" y="8120"/>
                    <a:pt x="65986" y="9783"/>
                    <a:pt x="67832" y="11637"/>
                  </a:cubicBezTo>
                  <a:cubicBezTo>
                    <a:pt x="69675" y="13472"/>
                    <a:pt x="71336" y="15487"/>
                    <a:pt x="72794" y="17641"/>
                  </a:cubicBezTo>
                  <a:cubicBezTo>
                    <a:pt x="74230" y="19804"/>
                    <a:pt x="75459" y="22097"/>
                    <a:pt x="76466" y="24488"/>
                  </a:cubicBezTo>
                  <a:cubicBezTo>
                    <a:pt x="77433" y="26895"/>
                    <a:pt x="78164" y="29386"/>
                    <a:pt x="78649" y="31931"/>
                  </a:cubicBezTo>
                  <a:cubicBezTo>
                    <a:pt x="79183" y="34477"/>
                    <a:pt x="79449" y="37072"/>
                    <a:pt x="79443" y="39672"/>
                  </a:cubicBezTo>
                  <a:cubicBezTo>
                    <a:pt x="79449" y="42287"/>
                    <a:pt x="79183" y="44902"/>
                    <a:pt x="78649" y="47463"/>
                  </a:cubicBezTo>
                  <a:cubicBezTo>
                    <a:pt x="78155" y="49998"/>
                    <a:pt x="77406" y="52474"/>
                    <a:pt x="76416" y="54856"/>
                  </a:cubicBezTo>
                  <a:cubicBezTo>
                    <a:pt x="75431" y="57258"/>
                    <a:pt x="74200" y="59555"/>
                    <a:pt x="72744" y="61704"/>
                  </a:cubicBezTo>
                  <a:cubicBezTo>
                    <a:pt x="71300" y="63887"/>
                    <a:pt x="69637" y="65912"/>
                    <a:pt x="67782" y="67758"/>
                  </a:cubicBezTo>
                  <a:cubicBezTo>
                    <a:pt x="65923" y="69598"/>
                    <a:pt x="63897" y="71256"/>
                    <a:pt x="61728" y="72720"/>
                  </a:cubicBezTo>
                  <a:cubicBezTo>
                    <a:pt x="57381" y="75573"/>
                    <a:pt x="52532" y="77577"/>
                    <a:pt x="47438" y="78624"/>
                  </a:cubicBezTo>
                  <a:cubicBezTo>
                    <a:pt x="44903" y="79116"/>
                    <a:pt x="42328" y="79364"/>
                    <a:pt x="39746" y="79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D2C5E15-CE1B-994E-8F17-5BAB6B380797}"/>
                </a:ext>
              </a:extLst>
            </p:cNvPr>
            <p:cNvSpPr/>
            <p:nvPr/>
          </p:nvSpPr>
          <p:spPr>
            <a:xfrm>
              <a:off x="2962665" y="3149399"/>
              <a:ext cx="79443" cy="79330"/>
            </a:xfrm>
            <a:custGeom>
              <a:avLst/>
              <a:gdLst>
                <a:gd name="connsiteX0" fmla="*/ 39746 w 79443"/>
                <a:gd name="connsiteY0" fmla="*/ 79330 h 79330"/>
                <a:gd name="connsiteX1" fmla="*/ 32006 w 79443"/>
                <a:gd name="connsiteY1" fmla="*/ 78586 h 79330"/>
                <a:gd name="connsiteX2" fmla="*/ 17715 w 79443"/>
                <a:gd name="connsiteY2" fmla="*/ 72681 h 79330"/>
                <a:gd name="connsiteX3" fmla="*/ 11661 w 79443"/>
                <a:gd name="connsiteY3" fmla="*/ 67719 h 79330"/>
                <a:gd name="connsiteX4" fmla="*/ 6699 w 79443"/>
                <a:gd name="connsiteY4" fmla="*/ 61665 h 79330"/>
                <a:gd name="connsiteX5" fmla="*/ 3027 w 79443"/>
                <a:gd name="connsiteY5" fmla="*/ 54817 h 79330"/>
                <a:gd name="connsiteX6" fmla="*/ 794 w 79443"/>
                <a:gd name="connsiteY6" fmla="*/ 47424 h 79330"/>
                <a:gd name="connsiteX7" fmla="*/ 794 w 79443"/>
                <a:gd name="connsiteY7" fmla="*/ 31893 h 79330"/>
                <a:gd name="connsiteX8" fmla="*/ 3027 w 79443"/>
                <a:gd name="connsiteY8" fmla="*/ 24450 h 79330"/>
                <a:gd name="connsiteX9" fmla="*/ 6699 w 79443"/>
                <a:gd name="connsiteY9" fmla="*/ 17602 h 79330"/>
                <a:gd name="connsiteX10" fmla="*/ 11661 w 79443"/>
                <a:gd name="connsiteY10" fmla="*/ 11598 h 79330"/>
                <a:gd name="connsiteX11" fmla="*/ 17715 w 79443"/>
                <a:gd name="connsiteY11" fmla="*/ 6636 h 79330"/>
                <a:gd name="connsiteX12" fmla="*/ 32006 w 79443"/>
                <a:gd name="connsiteY12" fmla="*/ 731 h 79330"/>
                <a:gd name="connsiteX13" fmla="*/ 67832 w 79443"/>
                <a:gd name="connsiteY13" fmla="*/ 11598 h 79330"/>
                <a:gd name="connsiteX14" fmla="*/ 72794 w 79443"/>
                <a:gd name="connsiteY14" fmla="*/ 17602 h 79330"/>
                <a:gd name="connsiteX15" fmla="*/ 76466 w 79443"/>
                <a:gd name="connsiteY15" fmla="*/ 24450 h 79330"/>
                <a:gd name="connsiteX16" fmla="*/ 78649 w 79443"/>
                <a:gd name="connsiteY16" fmla="*/ 31893 h 79330"/>
                <a:gd name="connsiteX17" fmla="*/ 78649 w 79443"/>
                <a:gd name="connsiteY17" fmla="*/ 47424 h 79330"/>
                <a:gd name="connsiteX18" fmla="*/ 76416 w 79443"/>
                <a:gd name="connsiteY18" fmla="*/ 54817 h 79330"/>
                <a:gd name="connsiteX19" fmla="*/ 72744 w 79443"/>
                <a:gd name="connsiteY19" fmla="*/ 61665 h 79330"/>
                <a:gd name="connsiteX20" fmla="*/ 67782 w 79443"/>
                <a:gd name="connsiteY20" fmla="*/ 67719 h 79330"/>
                <a:gd name="connsiteX21" fmla="*/ 39746 w 79443"/>
                <a:gd name="connsiteY21" fmla="*/ 79330 h 7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330">
                  <a:moveTo>
                    <a:pt x="39746" y="79330"/>
                  </a:moveTo>
                  <a:cubicBezTo>
                    <a:pt x="37148" y="79330"/>
                    <a:pt x="34556" y="79082"/>
                    <a:pt x="32006" y="78586"/>
                  </a:cubicBezTo>
                  <a:cubicBezTo>
                    <a:pt x="26912" y="77539"/>
                    <a:pt x="22062" y="75534"/>
                    <a:pt x="17715" y="72681"/>
                  </a:cubicBezTo>
                  <a:cubicBezTo>
                    <a:pt x="15546" y="71217"/>
                    <a:pt x="13520" y="69560"/>
                    <a:pt x="11661" y="67719"/>
                  </a:cubicBezTo>
                  <a:cubicBezTo>
                    <a:pt x="9806" y="65873"/>
                    <a:pt x="8144" y="63848"/>
                    <a:pt x="6699" y="61665"/>
                  </a:cubicBezTo>
                  <a:cubicBezTo>
                    <a:pt x="5243" y="59517"/>
                    <a:pt x="4013" y="57219"/>
                    <a:pt x="3027" y="54817"/>
                  </a:cubicBezTo>
                  <a:cubicBezTo>
                    <a:pt x="2037" y="52436"/>
                    <a:pt x="1288" y="49960"/>
                    <a:pt x="794" y="47424"/>
                  </a:cubicBezTo>
                  <a:cubicBezTo>
                    <a:pt x="-265" y="42303"/>
                    <a:pt x="-265" y="37014"/>
                    <a:pt x="794" y="31893"/>
                  </a:cubicBezTo>
                  <a:cubicBezTo>
                    <a:pt x="1295" y="29347"/>
                    <a:pt x="2043" y="26851"/>
                    <a:pt x="3027" y="24450"/>
                  </a:cubicBezTo>
                  <a:cubicBezTo>
                    <a:pt x="4033" y="22058"/>
                    <a:pt x="5263" y="19765"/>
                    <a:pt x="6699" y="17602"/>
                  </a:cubicBezTo>
                  <a:cubicBezTo>
                    <a:pt x="8156" y="15443"/>
                    <a:pt x="9818" y="13434"/>
                    <a:pt x="11661" y="11598"/>
                  </a:cubicBezTo>
                  <a:cubicBezTo>
                    <a:pt x="13507" y="9742"/>
                    <a:pt x="15535" y="8080"/>
                    <a:pt x="17715" y="6636"/>
                  </a:cubicBezTo>
                  <a:cubicBezTo>
                    <a:pt x="22062" y="3783"/>
                    <a:pt x="26912" y="1778"/>
                    <a:pt x="32006" y="731"/>
                  </a:cubicBezTo>
                  <a:cubicBezTo>
                    <a:pt x="45010" y="-1785"/>
                    <a:pt x="58418" y="2279"/>
                    <a:pt x="67832" y="11598"/>
                  </a:cubicBezTo>
                  <a:cubicBezTo>
                    <a:pt x="69675" y="13434"/>
                    <a:pt x="71337" y="15443"/>
                    <a:pt x="72794" y="17602"/>
                  </a:cubicBezTo>
                  <a:cubicBezTo>
                    <a:pt x="74230" y="19765"/>
                    <a:pt x="75460" y="22058"/>
                    <a:pt x="76466" y="24450"/>
                  </a:cubicBezTo>
                  <a:cubicBezTo>
                    <a:pt x="77433" y="26856"/>
                    <a:pt x="78164" y="29347"/>
                    <a:pt x="78649" y="31893"/>
                  </a:cubicBezTo>
                  <a:cubicBezTo>
                    <a:pt x="79708" y="37014"/>
                    <a:pt x="79708" y="42303"/>
                    <a:pt x="78649" y="47424"/>
                  </a:cubicBezTo>
                  <a:cubicBezTo>
                    <a:pt x="78155" y="49960"/>
                    <a:pt x="77407" y="52436"/>
                    <a:pt x="76416" y="54817"/>
                  </a:cubicBezTo>
                  <a:cubicBezTo>
                    <a:pt x="75431" y="57219"/>
                    <a:pt x="74201" y="59517"/>
                    <a:pt x="72744" y="61665"/>
                  </a:cubicBezTo>
                  <a:cubicBezTo>
                    <a:pt x="71300" y="63848"/>
                    <a:pt x="69638" y="65873"/>
                    <a:pt x="67782" y="67719"/>
                  </a:cubicBezTo>
                  <a:cubicBezTo>
                    <a:pt x="60328" y="75127"/>
                    <a:pt x="50255" y="79300"/>
                    <a:pt x="39746" y="793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C54CFCA-A76F-FE4E-A144-2C505B507469}"/>
                </a:ext>
              </a:extLst>
            </p:cNvPr>
            <p:cNvSpPr/>
            <p:nvPr/>
          </p:nvSpPr>
          <p:spPr>
            <a:xfrm>
              <a:off x="3247984" y="2864041"/>
              <a:ext cx="79442" cy="79368"/>
            </a:xfrm>
            <a:custGeom>
              <a:avLst/>
              <a:gdLst>
                <a:gd name="connsiteX0" fmla="*/ 39746 w 79442"/>
                <a:gd name="connsiteY0" fmla="*/ 79369 h 79368"/>
                <a:gd name="connsiteX1" fmla="*/ 11661 w 79442"/>
                <a:gd name="connsiteY1" fmla="*/ 67758 h 79368"/>
                <a:gd name="connsiteX2" fmla="*/ 6699 w 79442"/>
                <a:gd name="connsiteY2" fmla="*/ 61704 h 79368"/>
                <a:gd name="connsiteX3" fmla="*/ 3027 w 79442"/>
                <a:gd name="connsiteY3" fmla="*/ 54856 h 79368"/>
                <a:gd name="connsiteX4" fmla="*/ 794 w 79442"/>
                <a:gd name="connsiteY4" fmla="*/ 47463 h 79368"/>
                <a:gd name="connsiteX5" fmla="*/ 0 w 79442"/>
                <a:gd name="connsiteY5" fmla="*/ 39672 h 79368"/>
                <a:gd name="connsiteX6" fmla="*/ 794 w 79442"/>
                <a:gd name="connsiteY6" fmla="*/ 31931 h 79368"/>
                <a:gd name="connsiteX7" fmla="*/ 3027 w 79442"/>
                <a:gd name="connsiteY7" fmla="*/ 24488 h 79368"/>
                <a:gd name="connsiteX8" fmla="*/ 6699 w 79442"/>
                <a:gd name="connsiteY8" fmla="*/ 17641 h 79368"/>
                <a:gd name="connsiteX9" fmla="*/ 11661 w 79442"/>
                <a:gd name="connsiteY9" fmla="*/ 11637 h 79368"/>
                <a:gd name="connsiteX10" fmla="*/ 17715 w 79442"/>
                <a:gd name="connsiteY10" fmla="*/ 6674 h 79368"/>
                <a:gd name="connsiteX11" fmla="*/ 32005 w 79442"/>
                <a:gd name="connsiteY11" fmla="*/ 770 h 79368"/>
                <a:gd name="connsiteX12" fmla="*/ 54930 w 79442"/>
                <a:gd name="connsiteY12" fmla="*/ 3052 h 79368"/>
                <a:gd name="connsiteX13" fmla="*/ 61778 w 79442"/>
                <a:gd name="connsiteY13" fmla="*/ 6674 h 79368"/>
                <a:gd name="connsiteX14" fmla="*/ 67832 w 79442"/>
                <a:gd name="connsiteY14" fmla="*/ 11637 h 79368"/>
                <a:gd name="connsiteX15" fmla="*/ 79443 w 79442"/>
                <a:gd name="connsiteY15" fmla="*/ 39672 h 79368"/>
                <a:gd name="connsiteX16" fmla="*/ 78649 w 79442"/>
                <a:gd name="connsiteY16" fmla="*/ 47463 h 79368"/>
                <a:gd name="connsiteX17" fmla="*/ 76416 w 79442"/>
                <a:gd name="connsiteY17" fmla="*/ 54856 h 79368"/>
                <a:gd name="connsiteX18" fmla="*/ 72744 w 79442"/>
                <a:gd name="connsiteY18" fmla="*/ 61704 h 79368"/>
                <a:gd name="connsiteX19" fmla="*/ 67782 w 79442"/>
                <a:gd name="connsiteY19" fmla="*/ 67758 h 79368"/>
                <a:gd name="connsiteX20" fmla="*/ 61728 w 79442"/>
                <a:gd name="connsiteY20" fmla="*/ 72720 h 79368"/>
                <a:gd name="connsiteX21" fmla="*/ 47438 w 79442"/>
                <a:gd name="connsiteY21" fmla="*/ 78624 h 79368"/>
                <a:gd name="connsiteX22" fmla="*/ 39746 w 79442"/>
                <a:gd name="connsiteY22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2" h="79368">
                  <a:moveTo>
                    <a:pt x="39746" y="79369"/>
                  </a:moveTo>
                  <a:cubicBezTo>
                    <a:pt x="29222" y="79339"/>
                    <a:pt x="19133" y="75168"/>
                    <a:pt x="11661" y="67758"/>
                  </a:cubicBezTo>
                  <a:cubicBezTo>
                    <a:pt x="9806" y="65913"/>
                    <a:pt x="8143" y="63885"/>
                    <a:pt x="6699" y="61704"/>
                  </a:cubicBezTo>
                  <a:cubicBezTo>
                    <a:pt x="5243" y="59554"/>
                    <a:pt x="4012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260" y="44900"/>
                    <a:pt x="-6" y="42290"/>
                    <a:pt x="0" y="39672"/>
                  </a:cubicBezTo>
                  <a:cubicBezTo>
                    <a:pt x="-6" y="37071"/>
                    <a:pt x="260" y="34477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8156" y="15485"/>
                    <a:pt x="9818" y="13474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19" y="5244"/>
                    <a:pt x="61778" y="6674"/>
                  </a:cubicBezTo>
                  <a:cubicBezTo>
                    <a:pt x="63956" y="8120"/>
                    <a:pt x="65986" y="9783"/>
                    <a:pt x="67832" y="11637"/>
                  </a:cubicBezTo>
                  <a:cubicBezTo>
                    <a:pt x="75260" y="19075"/>
                    <a:pt x="79438" y="29158"/>
                    <a:pt x="79443" y="39672"/>
                  </a:cubicBezTo>
                  <a:cubicBezTo>
                    <a:pt x="79448" y="42290"/>
                    <a:pt x="79185" y="44900"/>
                    <a:pt x="78649" y="47463"/>
                  </a:cubicBezTo>
                  <a:cubicBezTo>
                    <a:pt x="78153" y="49996"/>
                    <a:pt x="77408" y="52473"/>
                    <a:pt x="76416" y="54856"/>
                  </a:cubicBezTo>
                  <a:cubicBezTo>
                    <a:pt x="75429" y="57259"/>
                    <a:pt x="74198" y="59554"/>
                    <a:pt x="72744" y="61704"/>
                  </a:cubicBezTo>
                  <a:cubicBezTo>
                    <a:pt x="71300" y="63885"/>
                    <a:pt x="69638" y="65913"/>
                    <a:pt x="67782" y="67758"/>
                  </a:cubicBezTo>
                  <a:cubicBezTo>
                    <a:pt x="65921" y="69597"/>
                    <a:pt x="63897" y="71258"/>
                    <a:pt x="61728" y="72720"/>
                  </a:cubicBezTo>
                  <a:cubicBezTo>
                    <a:pt x="57382" y="75574"/>
                    <a:pt x="52532" y="77577"/>
                    <a:pt x="47438" y="78624"/>
                  </a:cubicBezTo>
                  <a:cubicBezTo>
                    <a:pt x="44903" y="79117"/>
                    <a:pt x="42328" y="79366"/>
                    <a:pt x="39746" y="79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45AD73B-8EFD-7149-A146-8F3BC3AA684E}"/>
                </a:ext>
              </a:extLst>
            </p:cNvPr>
            <p:cNvSpPr/>
            <p:nvPr/>
          </p:nvSpPr>
          <p:spPr>
            <a:xfrm>
              <a:off x="3247984" y="3007941"/>
              <a:ext cx="79442" cy="79368"/>
            </a:xfrm>
            <a:custGeom>
              <a:avLst/>
              <a:gdLst>
                <a:gd name="connsiteX0" fmla="*/ 39746 w 79442"/>
                <a:gd name="connsiteY0" fmla="*/ 79369 h 79368"/>
                <a:gd name="connsiteX1" fmla="*/ 11661 w 79442"/>
                <a:gd name="connsiteY1" fmla="*/ 67758 h 79368"/>
                <a:gd name="connsiteX2" fmla="*/ 6699 w 79442"/>
                <a:gd name="connsiteY2" fmla="*/ 61704 h 79368"/>
                <a:gd name="connsiteX3" fmla="*/ 3027 w 79442"/>
                <a:gd name="connsiteY3" fmla="*/ 54856 h 79368"/>
                <a:gd name="connsiteX4" fmla="*/ 794 w 79442"/>
                <a:gd name="connsiteY4" fmla="*/ 47463 h 79368"/>
                <a:gd name="connsiteX5" fmla="*/ 0 w 79442"/>
                <a:gd name="connsiteY5" fmla="*/ 39672 h 79368"/>
                <a:gd name="connsiteX6" fmla="*/ 11661 w 79442"/>
                <a:gd name="connsiteY6" fmla="*/ 11637 h 79368"/>
                <a:gd name="connsiteX7" fmla="*/ 17715 w 79442"/>
                <a:gd name="connsiteY7" fmla="*/ 6674 h 79368"/>
                <a:gd name="connsiteX8" fmla="*/ 32005 w 79442"/>
                <a:gd name="connsiteY8" fmla="*/ 770 h 79368"/>
                <a:gd name="connsiteX9" fmla="*/ 54930 w 79442"/>
                <a:gd name="connsiteY9" fmla="*/ 3052 h 79368"/>
                <a:gd name="connsiteX10" fmla="*/ 61778 w 79442"/>
                <a:gd name="connsiteY10" fmla="*/ 6674 h 79368"/>
                <a:gd name="connsiteX11" fmla="*/ 67832 w 79442"/>
                <a:gd name="connsiteY11" fmla="*/ 11637 h 79368"/>
                <a:gd name="connsiteX12" fmla="*/ 79443 w 79442"/>
                <a:gd name="connsiteY12" fmla="*/ 39672 h 79368"/>
                <a:gd name="connsiteX13" fmla="*/ 78649 w 79442"/>
                <a:gd name="connsiteY13" fmla="*/ 47463 h 79368"/>
                <a:gd name="connsiteX14" fmla="*/ 76416 w 79442"/>
                <a:gd name="connsiteY14" fmla="*/ 54856 h 79368"/>
                <a:gd name="connsiteX15" fmla="*/ 72744 w 79442"/>
                <a:gd name="connsiteY15" fmla="*/ 61704 h 79368"/>
                <a:gd name="connsiteX16" fmla="*/ 67782 w 79442"/>
                <a:gd name="connsiteY16" fmla="*/ 67758 h 79368"/>
                <a:gd name="connsiteX17" fmla="*/ 61728 w 79442"/>
                <a:gd name="connsiteY17" fmla="*/ 72720 h 79368"/>
                <a:gd name="connsiteX18" fmla="*/ 47438 w 79442"/>
                <a:gd name="connsiteY18" fmla="*/ 78624 h 79368"/>
                <a:gd name="connsiteX19" fmla="*/ 39746 w 79442"/>
                <a:gd name="connsiteY19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2" h="79368">
                  <a:moveTo>
                    <a:pt x="39746" y="79369"/>
                  </a:moveTo>
                  <a:cubicBezTo>
                    <a:pt x="29222" y="79339"/>
                    <a:pt x="19133" y="75166"/>
                    <a:pt x="11661" y="67758"/>
                  </a:cubicBezTo>
                  <a:cubicBezTo>
                    <a:pt x="9806" y="65912"/>
                    <a:pt x="8143" y="63887"/>
                    <a:pt x="6699" y="61704"/>
                  </a:cubicBezTo>
                  <a:cubicBezTo>
                    <a:pt x="5243" y="59555"/>
                    <a:pt x="4012" y="57258"/>
                    <a:pt x="3027" y="54856"/>
                  </a:cubicBezTo>
                  <a:cubicBezTo>
                    <a:pt x="2037" y="52474"/>
                    <a:pt x="1288" y="49998"/>
                    <a:pt x="794" y="47463"/>
                  </a:cubicBezTo>
                  <a:cubicBezTo>
                    <a:pt x="260" y="44902"/>
                    <a:pt x="-6" y="42287"/>
                    <a:pt x="0" y="39672"/>
                  </a:cubicBezTo>
                  <a:cubicBezTo>
                    <a:pt x="18" y="29153"/>
                    <a:pt x="4212" y="19065"/>
                    <a:pt x="11661" y="11637"/>
                  </a:cubicBezTo>
                  <a:cubicBezTo>
                    <a:pt x="13507" y="9781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19" y="5244"/>
                    <a:pt x="61778" y="6674"/>
                  </a:cubicBezTo>
                  <a:cubicBezTo>
                    <a:pt x="63956" y="8120"/>
                    <a:pt x="65986" y="9781"/>
                    <a:pt x="67832" y="11637"/>
                  </a:cubicBezTo>
                  <a:cubicBezTo>
                    <a:pt x="75260" y="19075"/>
                    <a:pt x="79438" y="29158"/>
                    <a:pt x="79443" y="39672"/>
                  </a:cubicBezTo>
                  <a:cubicBezTo>
                    <a:pt x="79448" y="42287"/>
                    <a:pt x="79185" y="44902"/>
                    <a:pt x="78649" y="47463"/>
                  </a:cubicBezTo>
                  <a:cubicBezTo>
                    <a:pt x="78153" y="49998"/>
                    <a:pt x="77408" y="52474"/>
                    <a:pt x="76416" y="54856"/>
                  </a:cubicBezTo>
                  <a:cubicBezTo>
                    <a:pt x="75429" y="57258"/>
                    <a:pt x="74198" y="59555"/>
                    <a:pt x="72744" y="61704"/>
                  </a:cubicBezTo>
                  <a:cubicBezTo>
                    <a:pt x="71300" y="63887"/>
                    <a:pt x="69638" y="65912"/>
                    <a:pt x="67782" y="67758"/>
                  </a:cubicBezTo>
                  <a:cubicBezTo>
                    <a:pt x="65921" y="69598"/>
                    <a:pt x="63897" y="71256"/>
                    <a:pt x="61728" y="72720"/>
                  </a:cubicBezTo>
                  <a:cubicBezTo>
                    <a:pt x="57382" y="75573"/>
                    <a:pt x="52532" y="77577"/>
                    <a:pt x="47438" y="78624"/>
                  </a:cubicBezTo>
                  <a:cubicBezTo>
                    <a:pt x="44903" y="79116"/>
                    <a:pt x="42328" y="79364"/>
                    <a:pt x="39746" y="79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70DEF4D-2A6A-E54A-BE7B-BBBF2187C629}"/>
                </a:ext>
              </a:extLst>
            </p:cNvPr>
            <p:cNvSpPr/>
            <p:nvPr/>
          </p:nvSpPr>
          <p:spPr>
            <a:xfrm>
              <a:off x="3252946" y="3151842"/>
              <a:ext cx="79491" cy="79368"/>
            </a:xfrm>
            <a:custGeom>
              <a:avLst/>
              <a:gdLst>
                <a:gd name="connsiteX0" fmla="*/ 39746 w 79491"/>
                <a:gd name="connsiteY0" fmla="*/ 79368 h 79368"/>
                <a:gd name="connsiteX1" fmla="*/ 32006 w 79491"/>
                <a:gd name="connsiteY1" fmla="*/ 78624 h 79368"/>
                <a:gd name="connsiteX2" fmla="*/ 17715 w 79491"/>
                <a:gd name="connsiteY2" fmla="*/ 72719 h 79368"/>
                <a:gd name="connsiteX3" fmla="*/ 11661 w 79491"/>
                <a:gd name="connsiteY3" fmla="*/ 67757 h 79368"/>
                <a:gd name="connsiteX4" fmla="*/ 6699 w 79491"/>
                <a:gd name="connsiteY4" fmla="*/ 61703 h 79368"/>
                <a:gd name="connsiteX5" fmla="*/ 3027 w 79491"/>
                <a:gd name="connsiteY5" fmla="*/ 54856 h 79368"/>
                <a:gd name="connsiteX6" fmla="*/ 794 w 79491"/>
                <a:gd name="connsiteY6" fmla="*/ 47462 h 79368"/>
                <a:gd name="connsiteX7" fmla="*/ 794 w 79491"/>
                <a:gd name="connsiteY7" fmla="*/ 31931 h 79368"/>
                <a:gd name="connsiteX8" fmla="*/ 3027 w 79491"/>
                <a:gd name="connsiteY8" fmla="*/ 24488 h 79368"/>
                <a:gd name="connsiteX9" fmla="*/ 6699 w 79491"/>
                <a:gd name="connsiteY9" fmla="*/ 17640 h 79368"/>
                <a:gd name="connsiteX10" fmla="*/ 11661 w 79491"/>
                <a:gd name="connsiteY10" fmla="*/ 11636 h 79368"/>
                <a:gd name="connsiteX11" fmla="*/ 17715 w 79491"/>
                <a:gd name="connsiteY11" fmla="*/ 6674 h 79368"/>
                <a:gd name="connsiteX12" fmla="*/ 24562 w 79491"/>
                <a:gd name="connsiteY12" fmla="*/ 3052 h 79368"/>
                <a:gd name="connsiteX13" fmla="*/ 54930 w 79491"/>
                <a:gd name="connsiteY13" fmla="*/ 3052 h 79368"/>
                <a:gd name="connsiteX14" fmla="*/ 61778 w 79491"/>
                <a:gd name="connsiteY14" fmla="*/ 6674 h 79368"/>
                <a:gd name="connsiteX15" fmla="*/ 67832 w 79491"/>
                <a:gd name="connsiteY15" fmla="*/ 11636 h 79368"/>
                <a:gd name="connsiteX16" fmla="*/ 72794 w 79491"/>
                <a:gd name="connsiteY16" fmla="*/ 17640 h 79368"/>
                <a:gd name="connsiteX17" fmla="*/ 76466 w 79491"/>
                <a:gd name="connsiteY17" fmla="*/ 24488 h 79368"/>
                <a:gd name="connsiteX18" fmla="*/ 78699 w 79491"/>
                <a:gd name="connsiteY18" fmla="*/ 31931 h 79368"/>
                <a:gd name="connsiteX19" fmla="*/ 78699 w 79491"/>
                <a:gd name="connsiteY19" fmla="*/ 47462 h 79368"/>
                <a:gd name="connsiteX20" fmla="*/ 76466 w 79491"/>
                <a:gd name="connsiteY20" fmla="*/ 54856 h 79368"/>
                <a:gd name="connsiteX21" fmla="*/ 72794 w 79491"/>
                <a:gd name="connsiteY21" fmla="*/ 61703 h 79368"/>
                <a:gd name="connsiteX22" fmla="*/ 67832 w 79491"/>
                <a:gd name="connsiteY22" fmla="*/ 67757 h 79368"/>
                <a:gd name="connsiteX23" fmla="*/ 61778 w 79491"/>
                <a:gd name="connsiteY23" fmla="*/ 72719 h 79368"/>
                <a:gd name="connsiteX24" fmla="*/ 47487 w 79491"/>
                <a:gd name="connsiteY24" fmla="*/ 78624 h 79368"/>
                <a:gd name="connsiteX25" fmla="*/ 39746 w 79491"/>
                <a:gd name="connsiteY25" fmla="*/ 79368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91" h="79368">
                  <a:moveTo>
                    <a:pt x="39746" y="79368"/>
                  </a:moveTo>
                  <a:cubicBezTo>
                    <a:pt x="37148" y="79368"/>
                    <a:pt x="34556" y="79120"/>
                    <a:pt x="32006" y="78624"/>
                  </a:cubicBezTo>
                  <a:cubicBezTo>
                    <a:pt x="26912" y="77577"/>
                    <a:pt x="22063" y="75572"/>
                    <a:pt x="17715" y="72719"/>
                  </a:cubicBezTo>
                  <a:cubicBezTo>
                    <a:pt x="15546" y="71255"/>
                    <a:pt x="13520" y="69598"/>
                    <a:pt x="11661" y="67757"/>
                  </a:cubicBezTo>
                  <a:cubicBezTo>
                    <a:pt x="9806" y="65911"/>
                    <a:pt x="8143" y="63887"/>
                    <a:pt x="6699" y="61703"/>
                  </a:cubicBezTo>
                  <a:cubicBezTo>
                    <a:pt x="5243" y="59555"/>
                    <a:pt x="4013" y="57257"/>
                    <a:pt x="3027" y="54856"/>
                  </a:cubicBezTo>
                  <a:cubicBezTo>
                    <a:pt x="2037" y="52474"/>
                    <a:pt x="1288" y="49998"/>
                    <a:pt x="794" y="47462"/>
                  </a:cubicBezTo>
                  <a:cubicBezTo>
                    <a:pt x="-265" y="42341"/>
                    <a:pt x="-265" y="37052"/>
                    <a:pt x="794" y="31931"/>
                  </a:cubicBezTo>
                  <a:cubicBezTo>
                    <a:pt x="1295" y="29385"/>
                    <a:pt x="2043" y="26889"/>
                    <a:pt x="3027" y="24488"/>
                  </a:cubicBezTo>
                  <a:cubicBezTo>
                    <a:pt x="4034" y="22096"/>
                    <a:pt x="5263" y="19804"/>
                    <a:pt x="6699" y="17640"/>
                  </a:cubicBezTo>
                  <a:cubicBezTo>
                    <a:pt x="8144" y="15477"/>
                    <a:pt x="9807" y="13462"/>
                    <a:pt x="11661" y="11636"/>
                  </a:cubicBezTo>
                  <a:cubicBezTo>
                    <a:pt x="13507" y="9780"/>
                    <a:pt x="15535" y="8118"/>
                    <a:pt x="17715" y="6674"/>
                  </a:cubicBezTo>
                  <a:cubicBezTo>
                    <a:pt x="19884" y="5265"/>
                    <a:pt x="22175" y="4049"/>
                    <a:pt x="24562" y="3052"/>
                  </a:cubicBezTo>
                  <a:cubicBezTo>
                    <a:pt x="34276" y="-1017"/>
                    <a:pt x="45217" y="-1017"/>
                    <a:pt x="54930" y="3052"/>
                  </a:cubicBezTo>
                  <a:cubicBezTo>
                    <a:pt x="57317" y="4049"/>
                    <a:pt x="59610" y="5265"/>
                    <a:pt x="61778" y="6674"/>
                  </a:cubicBezTo>
                  <a:cubicBezTo>
                    <a:pt x="63956" y="8118"/>
                    <a:pt x="65986" y="9780"/>
                    <a:pt x="67832" y="11636"/>
                  </a:cubicBezTo>
                  <a:cubicBezTo>
                    <a:pt x="69688" y="13462"/>
                    <a:pt x="71350" y="15477"/>
                    <a:pt x="72794" y="17640"/>
                  </a:cubicBezTo>
                  <a:cubicBezTo>
                    <a:pt x="74228" y="19804"/>
                    <a:pt x="75459" y="22096"/>
                    <a:pt x="76466" y="24488"/>
                  </a:cubicBezTo>
                  <a:cubicBezTo>
                    <a:pt x="77448" y="26889"/>
                    <a:pt x="78198" y="29385"/>
                    <a:pt x="78699" y="31931"/>
                  </a:cubicBezTo>
                  <a:cubicBezTo>
                    <a:pt x="79756" y="37052"/>
                    <a:pt x="79756" y="42341"/>
                    <a:pt x="78699" y="47462"/>
                  </a:cubicBezTo>
                  <a:cubicBezTo>
                    <a:pt x="78203" y="49998"/>
                    <a:pt x="77458" y="52474"/>
                    <a:pt x="76466" y="54856"/>
                  </a:cubicBezTo>
                  <a:cubicBezTo>
                    <a:pt x="75478" y="57257"/>
                    <a:pt x="74248" y="59555"/>
                    <a:pt x="72794" y="61703"/>
                  </a:cubicBezTo>
                  <a:cubicBezTo>
                    <a:pt x="71350" y="63887"/>
                    <a:pt x="69688" y="65911"/>
                    <a:pt x="67832" y="67757"/>
                  </a:cubicBezTo>
                  <a:cubicBezTo>
                    <a:pt x="65971" y="69598"/>
                    <a:pt x="63947" y="71255"/>
                    <a:pt x="61778" y="72719"/>
                  </a:cubicBezTo>
                  <a:cubicBezTo>
                    <a:pt x="57431" y="75572"/>
                    <a:pt x="52583" y="77577"/>
                    <a:pt x="47487" y="78624"/>
                  </a:cubicBezTo>
                  <a:cubicBezTo>
                    <a:pt x="44937" y="79120"/>
                    <a:pt x="42345" y="79368"/>
                    <a:pt x="39746" y="793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3">
            <a:extLst>
              <a:ext uri="{FF2B5EF4-FFF2-40B4-BE49-F238E27FC236}">
                <a16:creationId xmlns:a16="http://schemas.microsoft.com/office/drawing/2014/main" id="{6D56E975-FC54-4FBE-B355-277820A4B51F}"/>
              </a:ext>
            </a:extLst>
          </p:cNvPr>
          <p:cNvGrpSpPr>
            <a:grpSpLocks noChangeAspect="1"/>
          </p:cNvGrpSpPr>
          <p:nvPr/>
        </p:nvGrpSpPr>
        <p:grpSpPr>
          <a:xfrm>
            <a:off x="4146204" y="2634819"/>
            <a:ext cx="828708" cy="641347"/>
            <a:chOff x="4146204" y="2634819"/>
            <a:chExt cx="828708" cy="641347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FAF85C3-FC5F-C647-AC6A-C659F9C17033}"/>
                </a:ext>
              </a:extLst>
            </p:cNvPr>
            <p:cNvSpPr/>
            <p:nvPr/>
          </p:nvSpPr>
          <p:spPr>
            <a:xfrm>
              <a:off x="4146204" y="2867193"/>
              <a:ext cx="549263" cy="406641"/>
            </a:xfrm>
            <a:custGeom>
              <a:avLst/>
              <a:gdLst>
                <a:gd name="connsiteX0" fmla="*/ 509598 w 549263"/>
                <a:gd name="connsiteY0" fmla="*/ 406642 h 406641"/>
                <a:gd name="connsiteX1" fmla="*/ 477196 w 549263"/>
                <a:gd name="connsiteY1" fmla="*/ 389969 h 406641"/>
                <a:gd name="connsiteX2" fmla="*/ 275984 w 549263"/>
                <a:gd name="connsiteY2" fmla="*/ 107429 h 406641"/>
                <a:gd name="connsiteX3" fmla="*/ 70256 w 549263"/>
                <a:gd name="connsiteY3" fmla="*/ 390267 h 406641"/>
                <a:gd name="connsiteX4" fmla="*/ 14359 w 549263"/>
                <a:gd name="connsiteY4" fmla="*/ 395487 h 406641"/>
                <a:gd name="connsiteX5" fmla="*/ 6047 w 549263"/>
                <a:gd name="connsiteY5" fmla="*/ 343871 h 406641"/>
                <a:gd name="connsiteX6" fmla="*/ 244226 w 549263"/>
                <a:gd name="connsiteY6" fmla="*/ 16375 h 406641"/>
                <a:gd name="connsiteX7" fmla="*/ 276331 w 549263"/>
                <a:gd name="connsiteY7" fmla="*/ 0 h 406641"/>
                <a:gd name="connsiteX8" fmla="*/ 276331 w 549263"/>
                <a:gd name="connsiteY8" fmla="*/ 0 h 406641"/>
                <a:gd name="connsiteX9" fmla="*/ 308684 w 549263"/>
                <a:gd name="connsiteY9" fmla="*/ 16375 h 406641"/>
                <a:gd name="connsiteX10" fmla="*/ 541901 w 549263"/>
                <a:gd name="connsiteY10" fmla="*/ 343871 h 406641"/>
                <a:gd name="connsiteX11" fmla="*/ 532587 w 549263"/>
                <a:gd name="connsiteY11" fmla="*/ 399233 h 406641"/>
                <a:gd name="connsiteX12" fmla="*/ 509598 w 549263"/>
                <a:gd name="connsiteY12" fmla="*/ 406592 h 40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263" h="406641">
                  <a:moveTo>
                    <a:pt x="509598" y="406642"/>
                  </a:moveTo>
                  <a:cubicBezTo>
                    <a:pt x="496731" y="406662"/>
                    <a:pt x="484659" y="400449"/>
                    <a:pt x="477196" y="389969"/>
                  </a:cubicBezTo>
                  <a:lnTo>
                    <a:pt x="275984" y="107429"/>
                  </a:lnTo>
                  <a:lnTo>
                    <a:pt x="70256" y="390267"/>
                  </a:lnTo>
                  <a:cubicBezTo>
                    <a:pt x="56261" y="407143"/>
                    <a:pt x="31236" y="409480"/>
                    <a:pt x="14359" y="395487"/>
                  </a:cubicBezTo>
                  <a:cubicBezTo>
                    <a:pt x="-948" y="382789"/>
                    <a:pt x="-4502" y="360728"/>
                    <a:pt x="6047" y="343871"/>
                  </a:cubicBezTo>
                  <a:lnTo>
                    <a:pt x="244226" y="16375"/>
                  </a:lnTo>
                  <a:cubicBezTo>
                    <a:pt x="251691" y="6094"/>
                    <a:pt x="263625" y="6"/>
                    <a:pt x="276331" y="0"/>
                  </a:cubicBezTo>
                  <a:lnTo>
                    <a:pt x="276331" y="0"/>
                  </a:lnTo>
                  <a:cubicBezTo>
                    <a:pt x="289112" y="-25"/>
                    <a:pt x="301135" y="6061"/>
                    <a:pt x="308684" y="16375"/>
                  </a:cubicBezTo>
                  <a:lnTo>
                    <a:pt x="541901" y="343871"/>
                  </a:lnTo>
                  <a:cubicBezTo>
                    <a:pt x="554619" y="361730"/>
                    <a:pt x="550446" y="386515"/>
                    <a:pt x="532587" y="399233"/>
                  </a:cubicBezTo>
                  <a:cubicBezTo>
                    <a:pt x="525874" y="404012"/>
                    <a:pt x="517840" y="406587"/>
                    <a:pt x="509598" y="4065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35629BB7-C82B-1F4A-A4E2-0703709358A9}"/>
                </a:ext>
              </a:extLst>
            </p:cNvPr>
            <p:cNvSpPr/>
            <p:nvPr/>
          </p:nvSpPr>
          <p:spPr>
            <a:xfrm>
              <a:off x="4616420" y="3010875"/>
              <a:ext cx="356882" cy="262958"/>
            </a:xfrm>
            <a:custGeom>
              <a:avLst/>
              <a:gdLst>
                <a:gd name="connsiteX0" fmla="*/ 317258 w 356882"/>
                <a:gd name="connsiteY0" fmla="*/ 262959 h 262958"/>
                <a:gd name="connsiteX1" fmla="*/ 285551 w 356882"/>
                <a:gd name="connsiteY1" fmla="*/ 247229 h 262958"/>
                <a:gd name="connsiteX2" fmla="*/ 178271 w 356882"/>
                <a:gd name="connsiteY2" fmla="*/ 105463 h 262958"/>
                <a:gd name="connsiteX3" fmla="*/ 70991 w 356882"/>
                <a:gd name="connsiteY3" fmla="*/ 247229 h 262958"/>
                <a:gd name="connsiteX4" fmla="*/ 15271 w 356882"/>
                <a:gd name="connsiteY4" fmla="*/ 254097 h 262958"/>
                <a:gd name="connsiteX5" fmla="*/ 7674 w 356882"/>
                <a:gd name="connsiteY5" fmla="*/ 199345 h 262958"/>
                <a:gd name="connsiteX6" fmla="*/ 146613 w 356882"/>
                <a:gd name="connsiteY6" fmla="*/ 15749 h 262958"/>
                <a:gd name="connsiteX7" fmla="*/ 202223 w 356882"/>
                <a:gd name="connsiteY7" fmla="*/ 8043 h 262958"/>
                <a:gd name="connsiteX8" fmla="*/ 209929 w 356882"/>
                <a:gd name="connsiteY8" fmla="*/ 15749 h 262958"/>
                <a:gd name="connsiteX9" fmla="*/ 348867 w 356882"/>
                <a:gd name="connsiteY9" fmla="*/ 199345 h 262958"/>
                <a:gd name="connsiteX10" fmla="*/ 341101 w 356882"/>
                <a:gd name="connsiteY10" fmla="*/ 254945 h 262958"/>
                <a:gd name="connsiteX11" fmla="*/ 317258 w 356882"/>
                <a:gd name="connsiteY11" fmla="*/ 262959 h 26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882" h="262958">
                  <a:moveTo>
                    <a:pt x="317258" y="262959"/>
                  </a:moveTo>
                  <a:cubicBezTo>
                    <a:pt x="304808" y="262979"/>
                    <a:pt x="293068" y="257153"/>
                    <a:pt x="285551" y="247229"/>
                  </a:cubicBezTo>
                  <a:lnTo>
                    <a:pt x="178271" y="105463"/>
                  </a:lnTo>
                  <a:lnTo>
                    <a:pt x="70991" y="247229"/>
                  </a:lnTo>
                  <a:cubicBezTo>
                    <a:pt x="57499" y="264512"/>
                    <a:pt x="32554" y="267584"/>
                    <a:pt x="15271" y="254097"/>
                  </a:cubicBezTo>
                  <a:cubicBezTo>
                    <a:pt x="-1637" y="240898"/>
                    <a:pt x="-5002" y="216648"/>
                    <a:pt x="7674" y="199345"/>
                  </a:cubicBezTo>
                  <a:lnTo>
                    <a:pt x="146613" y="15749"/>
                  </a:lnTo>
                  <a:cubicBezTo>
                    <a:pt x="159841" y="-1736"/>
                    <a:pt x="184736" y="-5187"/>
                    <a:pt x="202223" y="8043"/>
                  </a:cubicBezTo>
                  <a:cubicBezTo>
                    <a:pt x="205130" y="10241"/>
                    <a:pt x="207725" y="12836"/>
                    <a:pt x="209929" y="15749"/>
                  </a:cubicBezTo>
                  <a:lnTo>
                    <a:pt x="348867" y="199345"/>
                  </a:lnTo>
                  <a:cubicBezTo>
                    <a:pt x="362076" y="216842"/>
                    <a:pt x="358597" y="241736"/>
                    <a:pt x="341101" y="254945"/>
                  </a:cubicBezTo>
                  <a:cubicBezTo>
                    <a:pt x="334234" y="260131"/>
                    <a:pt x="325863" y="262944"/>
                    <a:pt x="317258" y="2629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8E759525-713F-F84E-8225-44508305D01D}"/>
                </a:ext>
              </a:extLst>
            </p:cNvPr>
            <p:cNvSpPr/>
            <p:nvPr/>
          </p:nvSpPr>
          <p:spPr>
            <a:xfrm>
              <a:off x="4146247" y="2634819"/>
              <a:ext cx="828666" cy="641347"/>
            </a:xfrm>
            <a:custGeom>
              <a:avLst/>
              <a:gdLst>
                <a:gd name="connsiteX0" fmla="*/ 788970 w 828666"/>
                <a:gd name="connsiteY0" fmla="*/ 641347 h 641347"/>
                <a:gd name="connsiteX1" fmla="*/ 39697 w 828666"/>
                <a:gd name="connsiteY1" fmla="*/ 641347 h 641347"/>
                <a:gd name="connsiteX2" fmla="*/ 0 w 828666"/>
                <a:gd name="connsiteY2" fmla="*/ 601651 h 641347"/>
                <a:gd name="connsiteX3" fmla="*/ 0 w 828666"/>
                <a:gd name="connsiteY3" fmla="*/ 39697 h 641347"/>
                <a:gd name="connsiteX4" fmla="*/ 39697 w 828666"/>
                <a:gd name="connsiteY4" fmla="*/ 0 h 641347"/>
                <a:gd name="connsiteX5" fmla="*/ 788970 w 828666"/>
                <a:gd name="connsiteY5" fmla="*/ 0 h 641347"/>
                <a:gd name="connsiteX6" fmla="*/ 828666 w 828666"/>
                <a:gd name="connsiteY6" fmla="*/ 39697 h 641347"/>
                <a:gd name="connsiteX7" fmla="*/ 828666 w 828666"/>
                <a:gd name="connsiteY7" fmla="*/ 601651 h 641347"/>
                <a:gd name="connsiteX8" fmla="*/ 788970 w 828666"/>
                <a:gd name="connsiteY8" fmla="*/ 641347 h 641347"/>
                <a:gd name="connsiteX9" fmla="*/ 79393 w 828666"/>
                <a:gd name="connsiteY9" fmla="*/ 561954 h 641347"/>
                <a:gd name="connsiteX10" fmla="*/ 749273 w 828666"/>
                <a:gd name="connsiteY10" fmla="*/ 561954 h 641347"/>
                <a:gd name="connsiteX11" fmla="*/ 749273 w 828666"/>
                <a:gd name="connsiteY11" fmla="*/ 79393 h 641347"/>
                <a:gd name="connsiteX12" fmla="*/ 79393 w 828666"/>
                <a:gd name="connsiteY12" fmla="*/ 79393 h 64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8666" h="641347">
                  <a:moveTo>
                    <a:pt x="788970" y="641347"/>
                  </a:moveTo>
                  <a:lnTo>
                    <a:pt x="39697" y="641347"/>
                  </a:lnTo>
                  <a:cubicBezTo>
                    <a:pt x="17773" y="641347"/>
                    <a:pt x="0" y="623573"/>
                    <a:pt x="0" y="6016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8970" y="0"/>
                  </a:lnTo>
                  <a:cubicBezTo>
                    <a:pt x="810892" y="0"/>
                    <a:pt x="828666" y="17773"/>
                    <a:pt x="828666" y="39697"/>
                  </a:cubicBezTo>
                  <a:lnTo>
                    <a:pt x="828666" y="601651"/>
                  </a:lnTo>
                  <a:cubicBezTo>
                    <a:pt x="828666" y="623573"/>
                    <a:pt x="810892" y="641347"/>
                    <a:pt x="788970" y="641347"/>
                  </a:cubicBezTo>
                  <a:close/>
                  <a:moveTo>
                    <a:pt x="79393" y="561954"/>
                  </a:moveTo>
                  <a:lnTo>
                    <a:pt x="749273" y="561954"/>
                  </a:lnTo>
                  <a:lnTo>
                    <a:pt x="7492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AB42BE4E-A18F-5242-9FF0-F16767B4E579}"/>
                </a:ext>
              </a:extLst>
            </p:cNvPr>
            <p:cNvSpPr/>
            <p:nvPr/>
          </p:nvSpPr>
          <p:spPr>
            <a:xfrm>
              <a:off x="4550557" y="2748351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471 w 216941"/>
                <a:gd name="connsiteY10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7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5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1"/>
                    <a:pt x="79393" y="108520"/>
                  </a:cubicBezTo>
                  <a:cubicBezTo>
                    <a:pt x="79393" y="124580"/>
                    <a:pt x="92414" y="137598"/>
                    <a:pt x="108471" y="137598"/>
                  </a:cubicBezTo>
                  <a:cubicBezTo>
                    <a:pt x="124528" y="137598"/>
                    <a:pt x="137549" y="124580"/>
                    <a:pt x="137549" y="108520"/>
                  </a:cubicBezTo>
                  <a:cubicBezTo>
                    <a:pt x="137549" y="108504"/>
                    <a:pt x="137549" y="108487"/>
                    <a:pt x="137549" y="108471"/>
                  </a:cubicBezTo>
                  <a:cubicBezTo>
                    <a:pt x="137519" y="92431"/>
                    <a:pt x="124508" y="79443"/>
                    <a:pt x="108471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8" name="Picture Placeholder 55">
            <a:extLst>
              <a:ext uri="{FF2B5EF4-FFF2-40B4-BE49-F238E27FC236}">
                <a16:creationId xmlns:a16="http://schemas.microsoft.com/office/drawing/2014/main" id="{20E1EC54-DF45-4D28-B2FA-82D53E51F354}"/>
              </a:ext>
            </a:extLst>
          </p:cNvPr>
          <p:cNvGrpSpPr>
            <a:grpSpLocks noChangeAspect="1"/>
          </p:cNvGrpSpPr>
          <p:nvPr/>
        </p:nvGrpSpPr>
        <p:grpSpPr>
          <a:xfrm>
            <a:off x="5462415" y="2558153"/>
            <a:ext cx="829945" cy="794734"/>
            <a:chOff x="5462415" y="2558153"/>
            <a:chExt cx="829945" cy="794734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8B6D091-C3C7-0840-B570-C7A002265836}"/>
                </a:ext>
              </a:extLst>
            </p:cNvPr>
            <p:cNvSpPr/>
            <p:nvPr/>
          </p:nvSpPr>
          <p:spPr>
            <a:xfrm>
              <a:off x="5462415" y="2558153"/>
              <a:ext cx="829945" cy="794734"/>
            </a:xfrm>
            <a:custGeom>
              <a:avLst/>
              <a:gdLst>
                <a:gd name="connsiteX0" fmla="*/ 467527 w 829945"/>
                <a:gd name="connsiteY0" fmla="*/ 794727 h 794734"/>
                <a:gd name="connsiteX1" fmla="*/ 441029 w 829945"/>
                <a:gd name="connsiteY1" fmla="*/ 784803 h 794734"/>
                <a:gd name="connsiteX2" fmla="*/ 14291 w 829945"/>
                <a:gd name="connsiteY2" fmla="*/ 402724 h 794734"/>
                <a:gd name="connsiteX3" fmla="*/ 1092 w 829945"/>
                <a:gd name="connsiteY3" fmla="*/ 373298 h 794734"/>
                <a:gd name="connsiteX4" fmla="*/ 0 w 829945"/>
                <a:gd name="connsiteY4" fmla="*/ 39798 h 794734"/>
                <a:gd name="connsiteX5" fmla="*/ 11611 w 829945"/>
                <a:gd name="connsiteY5" fmla="*/ 11613 h 794734"/>
                <a:gd name="connsiteX6" fmla="*/ 39796 w 829945"/>
                <a:gd name="connsiteY6" fmla="*/ 2 h 794734"/>
                <a:gd name="connsiteX7" fmla="*/ 373346 w 829945"/>
                <a:gd name="connsiteY7" fmla="*/ 796 h 794734"/>
                <a:gd name="connsiteX8" fmla="*/ 398157 w 829945"/>
                <a:gd name="connsiteY8" fmla="*/ 9480 h 794734"/>
                <a:gd name="connsiteX9" fmla="*/ 814971 w 829945"/>
                <a:gd name="connsiteY9" fmla="*/ 341938 h 794734"/>
                <a:gd name="connsiteX10" fmla="*/ 821303 w 829945"/>
                <a:gd name="connsiteY10" fmla="*/ 397719 h 794734"/>
                <a:gd name="connsiteX11" fmla="*/ 820578 w 829945"/>
                <a:gd name="connsiteY11" fmla="*/ 398605 h 794734"/>
                <a:gd name="connsiteX12" fmla="*/ 498043 w 829945"/>
                <a:gd name="connsiteY12" fmla="*/ 780684 h 794734"/>
                <a:gd name="connsiteX13" fmla="*/ 470454 w 829945"/>
                <a:gd name="connsiteY13" fmla="*/ 794628 h 794734"/>
                <a:gd name="connsiteX14" fmla="*/ 467527 w 829945"/>
                <a:gd name="connsiteY14" fmla="*/ 794727 h 794734"/>
                <a:gd name="connsiteX15" fmla="*/ 80386 w 829945"/>
                <a:gd name="connsiteY15" fmla="*/ 355187 h 794734"/>
                <a:gd name="connsiteX16" fmla="*/ 463557 w 829945"/>
                <a:gd name="connsiteY16" fmla="*/ 698215 h 794734"/>
                <a:gd name="connsiteX17" fmla="*/ 733395 w 829945"/>
                <a:gd name="connsiteY17" fmla="*/ 378558 h 794734"/>
                <a:gd name="connsiteX18" fmla="*/ 359304 w 829945"/>
                <a:gd name="connsiteY18" fmla="*/ 80189 h 794734"/>
                <a:gd name="connsiteX19" fmla="*/ 79542 w 829945"/>
                <a:gd name="connsiteY19" fmla="*/ 79494 h 79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9945" h="794734">
                  <a:moveTo>
                    <a:pt x="467527" y="794727"/>
                  </a:moveTo>
                  <a:cubicBezTo>
                    <a:pt x="457775" y="794786"/>
                    <a:pt x="448343" y="791254"/>
                    <a:pt x="441029" y="784803"/>
                  </a:cubicBezTo>
                  <a:lnTo>
                    <a:pt x="14291" y="402724"/>
                  </a:lnTo>
                  <a:cubicBezTo>
                    <a:pt x="5926" y="395225"/>
                    <a:pt x="1129" y="384533"/>
                    <a:pt x="1092" y="373298"/>
                  </a:cubicBezTo>
                  <a:lnTo>
                    <a:pt x="0" y="39798"/>
                  </a:lnTo>
                  <a:cubicBezTo>
                    <a:pt x="-7" y="29238"/>
                    <a:pt x="4167" y="19104"/>
                    <a:pt x="11611" y="11613"/>
                  </a:cubicBezTo>
                  <a:cubicBezTo>
                    <a:pt x="19045" y="4085"/>
                    <a:pt x="29216" y="-105"/>
                    <a:pt x="39796" y="2"/>
                  </a:cubicBezTo>
                  <a:lnTo>
                    <a:pt x="373346" y="796"/>
                  </a:lnTo>
                  <a:cubicBezTo>
                    <a:pt x="382363" y="789"/>
                    <a:pt x="391113" y="3851"/>
                    <a:pt x="398157" y="9480"/>
                  </a:cubicBezTo>
                  <a:lnTo>
                    <a:pt x="814971" y="341938"/>
                  </a:lnTo>
                  <a:cubicBezTo>
                    <a:pt x="832125" y="355593"/>
                    <a:pt x="834958" y="380567"/>
                    <a:pt x="821303" y="397719"/>
                  </a:cubicBezTo>
                  <a:cubicBezTo>
                    <a:pt x="821065" y="398018"/>
                    <a:pt x="820826" y="398313"/>
                    <a:pt x="820578" y="398605"/>
                  </a:cubicBezTo>
                  <a:lnTo>
                    <a:pt x="498043" y="780684"/>
                  </a:lnTo>
                  <a:cubicBezTo>
                    <a:pt x="491106" y="788867"/>
                    <a:pt x="481157" y="793898"/>
                    <a:pt x="470454" y="794628"/>
                  </a:cubicBezTo>
                  <a:cubicBezTo>
                    <a:pt x="469481" y="794717"/>
                    <a:pt x="468504" y="794752"/>
                    <a:pt x="467527" y="794727"/>
                  </a:cubicBezTo>
                  <a:close/>
                  <a:moveTo>
                    <a:pt x="80386" y="355187"/>
                  </a:moveTo>
                  <a:lnTo>
                    <a:pt x="463557" y="698215"/>
                  </a:lnTo>
                  <a:lnTo>
                    <a:pt x="733395" y="378558"/>
                  </a:lnTo>
                  <a:lnTo>
                    <a:pt x="359304" y="80189"/>
                  </a:lnTo>
                  <a:lnTo>
                    <a:pt x="79542" y="7949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6C6BDC5-FEAB-B04B-9C33-47B6BB4AFF25}"/>
                </a:ext>
              </a:extLst>
            </p:cNvPr>
            <p:cNvSpPr/>
            <p:nvPr/>
          </p:nvSpPr>
          <p:spPr>
            <a:xfrm>
              <a:off x="5607407" y="2699971"/>
              <a:ext cx="267952" cy="267951"/>
            </a:xfrm>
            <a:custGeom>
              <a:avLst/>
              <a:gdLst>
                <a:gd name="connsiteX0" fmla="*/ 133976 w 267952"/>
                <a:gd name="connsiteY0" fmla="*/ 267952 h 267951"/>
                <a:gd name="connsiteX1" fmla="*/ 0 w 267952"/>
                <a:gd name="connsiteY1" fmla="*/ 133976 h 267951"/>
                <a:gd name="connsiteX2" fmla="*/ 133976 w 267952"/>
                <a:gd name="connsiteY2" fmla="*/ 0 h 267951"/>
                <a:gd name="connsiteX3" fmla="*/ 267952 w 267952"/>
                <a:gd name="connsiteY3" fmla="*/ 133976 h 267951"/>
                <a:gd name="connsiteX4" fmla="*/ 133976 w 267952"/>
                <a:gd name="connsiteY4" fmla="*/ 267952 h 267951"/>
                <a:gd name="connsiteX5" fmla="*/ 133976 w 267952"/>
                <a:gd name="connsiteY5" fmla="*/ 79393 h 267951"/>
                <a:gd name="connsiteX6" fmla="*/ 79393 w 267952"/>
                <a:gd name="connsiteY6" fmla="*/ 133976 h 267951"/>
                <a:gd name="connsiteX7" fmla="*/ 133976 w 267952"/>
                <a:gd name="connsiteY7" fmla="*/ 188559 h 267951"/>
                <a:gd name="connsiteX8" fmla="*/ 188559 w 267952"/>
                <a:gd name="connsiteY8" fmla="*/ 133976 h 267951"/>
                <a:gd name="connsiteX9" fmla="*/ 133976 w 267952"/>
                <a:gd name="connsiteY9" fmla="*/ 79393 h 26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7952" h="267951">
                  <a:moveTo>
                    <a:pt x="133976" y="267952"/>
                  </a:moveTo>
                  <a:cubicBezTo>
                    <a:pt x="59983" y="267952"/>
                    <a:pt x="0" y="207969"/>
                    <a:pt x="0" y="133976"/>
                  </a:cubicBezTo>
                  <a:cubicBezTo>
                    <a:pt x="0" y="59983"/>
                    <a:pt x="59983" y="0"/>
                    <a:pt x="133976" y="0"/>
                  </a:cubicBezTo>
                  <a:cubicBezTo>
                    <a:pt x="207969" y="0"/>
                    <a:pt x="267952" y="59983"/>
                    <a:pt x="267952" y="133976"/>
                  </a:cubicBezTo>
                  <a:cubicBezTo>
                    <a:pt x="267952" y="207969"/>
                    <a:pt x="207969" y="267952"/>
                    <a:pt x="133976" y="267952"/>
                  </a:cubicBezTo>
                  <a:close/>
                  <a:moveTo>
                    <a:pt x="133976" y="79393"/>
                  </a:moveTo>
                  <a:cubicBezTo>
                    <a:pt x="103831" y="79393"/>
                    <a:pt x="79393" y="103831"/>
                    <a:pt x="79393" y="133976"/>
                  </a:cubicBezTo>
                  <a:cubicBezTo>
                    <a:pt x="79393" y="164121"/>
                    <a:pt x="103831" y="188559"/>
                    <a:pt x="133976" y="188559"/>
                  </a:cubicBezTo>
                  <a:cubicBezTo>
                    <a:pt x="164121" y="188559"/>
                    <a:pt x="188559" y="164121"/>
                    <a:pt x="188559" y="133976"/>
                  </a:cubicBezTo>
                  <a:cubicBezTo>
                    <a:pt x="188559" y="103831"/>
                    <a:pt x="164121" y="79393"/>
                    <a:pt x="13397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57">
            <a:extLst>
              <a:ext uri="{FF2B5EF4-FFF2-40B4-BE49-F238E27FC236}">
                <a16:creationId xmlns:a16="http://schemas.microsoft.com/office/drawing/2014/main" id="{F2A8FCE9-0853-4351-A4F4-FF34AE0CA44C}"/>
              </a:ext>
            </a:extLst>
          </p:cNvPr>
          <p:cNvGrpSpPr>
            <a:grpSpLocks noChangeAspect="1"/>
          </p:cNvGrpSpPr>
          <p:nvPr/>
        </p:nvGrpSpPr>
        <p:grpSpPr>
          <a:xfrm>
            <a:off x="6769546" y="2652830"/>
            <a:ext cx="850774" cy="605374"/>
            <a:chOff x="6769546" y="2652830"/>
            <a:chExt cx="850774" cy="605374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3D24719B-877E-A341-953A-E5232D424B28}"/>
                </a:ext>
              </a:extLst>
            </p:cNvPr>
            <p:cNvSpPr/>
            <p:nvPr/>
          </p:nvSpPr>
          <p:spPr>
            <a:xfrm>
              <a:off x="6769546" y="2653526"/>
              <a:ext cx="704670" cy="604677"/>
            </a:xfrm>
            <a:custGeom>
              <a:avLst/>
              <a:gdLst>
                <a:gd name="connsiteX0" fmla="*/ 664974 w 704670"/>
                <a:gd name="connsiteY0" fmla="*/ 604678 h 604677"/>
                <a:gd name="connsiteX1" fmla="*/ 239476 w 704670"/>
                <a:gd name="connsiteY1" fmla="*/ 604678 h 604677"/>
                <a:gd name="connsiteX2" fmla="*/ 65506 w 704670"/>
                <a:gd name="connsiteY2" fmla="*/ 530991 h 604677"/>
                <a:gd name="connsiteX3" fmla="*/ 105 w 704670"/>
                <a:gd name="connsiteY3" fmla="*/ 364017 h 604677"/>
                <a:gd name="connsiteX4" fmla="*/ 71559 w 704670"/>
                <a:gd name="connsiteY4" fmla="*/ 218678 h 604677"/>
                <a:gd name="connsiteX5" fmla="*/ 187374 w 704670"/>
                <a:gd name="connsiteY5" fmla="*/ 163748 h 604677"/>
                <a:gd name="connsiteX6" fmla="*/ 428283 w 704670"/>
                <a:gd name="connsiteY6" fmla="*/ 0 h 604677"/>
                <a:gd name="connsiteX7" fmla="*/ 467979 w 704670"/>
                <a:gd name="connsiteY7" fmla="*/ 39697 h 604677"/>
                <a:gd name="connsiteX8" fmla="*/ 428283 w 704670"/>
                <a:gd name="connsiteY8" fmla="*/ 79393 h 604677"/>
                <a:gd name="connsiteX9" fmla="*/ 252030 w 704670"/>
                <a:gd name="connsiteY9" fmla="*/ 215999 h 604677"/>
                <a:gd name="connsiteX10" fmla="*/ 212681 w 704670"/>
                <a:gd name="connsiteY10" fmla="*/ 242248 h 604677"/>
                <a:gd name="connsiteX11" fmla="*/ 125348 w 704670"/>
                <a:gd name="connsiteY11" fmla="*/ 276983 h 604677"/>
                <a:gd name="connsiteX12" fmla="*/ 79449 w 704670"/>
                <a:gd name="connsiteY12" fmla="*/ 366300 h 604677"/>
                <a:gd name="connsiteX13" fmla="*/ 122371 w 704670"/>
                <a:gd name="connsiteY13" fmla="*/ 475465 h 604677"/>
                <a:gd name="connsiteX14" fmla="*/ 239476 w 704670"/>
                <a:gd name="connsiteY14" fmla="*/ 525086 h 604677"/>
                <a:gd name="connsiteX15" fmla="*/ 664974 w 704670"/>
                <a:gd name="connsiteY15" fmla="*/ 525086 h 604677"/>
                <a:gd name="connsiteX16" fmla="*/ 704670 w 704670"/>
                <a:gd name="connsiteY16" fmla="*/ 564783 h 604677"/>
                <a:gd name="connsiteX17" fmla="*/ 664974 w 704670"/>
                <a:gd name="connsiteY17" fmla="*/ 604479 h 60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04670" h="604677">
                  <a:moveTo>
                    <a:pt x="664974" y="604678"/>
                  </a:moveTo>
                  <a:lnTo>
                    <a:pt x="239476" y="604678"/>
                  </a:lnTo>
                  <a:cubicBezTo>
                    <a:pt x="173937" y="604504"/>
                    <a:pt x="111231" y="577942"/>
                    <a:pt x="65506" y="530991"/>
                  </a:cubicBezTo>
                  <a:cubicBezTo>
                    <a:pt x="21840" y="486585"/>
                    <a:pt x="-1786" y="426267"/>
                    <a:pt x="105" y="364017"/>
                  </a:cubicBezTo>
                  <a:cubicBezTo>
                    <a:pt x="1693" y="312710"/>
                    <a:pt x="28439" y="258375"/>
                    <a:pt x="71559" y="218678"/>
                  </a:cubicBezTo>
                  <a:cubicBezTo>
                    <a:pt x="103335" y="188510"/>
                    <a:pt x="143907" y="169268"/>
                    <a:pt x="187374" y="163748"/>
                  </a:cubicBezTo>
                  <a:cubicBezTo>
                    <a:pt x="245976" y="29127"/>
                    <a:pt x="349535" y="0"/>
                    <a:pt x="428283" y="0"/>
                  </a:cubicBezTo>
                  <a:cubicBezTo>
                    <a:pt x="450207" y="0"/>
                    <a:pt x="467979" y="17773"/>
                    <a:pt x="467979" y="39697"/>
                  </a:cubicBezTo>
                  <a:cubicBezTo>
                    <a:pt x="467979" y="61620"/>
                    <a:pt x="450207" y="79393"/>
                    <a:pt x="428283" y="79393"/>
                  </a:cubicBezTo>
                  <a:cubicBezTo>
                    <a:pt x="342737" y="79393"/>
                    <a:pt x="285077" y="124052"/>
                    <a:pt x="252030" y="215999"/>
                  </a:cubicBezTo>
                  <a:cubicBezTo>
                    <a:pt x="246128" y="232461"/>
                    <a:pt x="230147" y="243122"/>
                    <a:pt x="212681" y="242248"/>
                  </a:cubicBezTo>
                  <a:cubicBezTo>
                    <a:pt x="182412" y="240760"/>
                    <a:pt x="151449" y="253115"/>
                    <a:pt x="125348" y="276983"/>
                  </a:cubicBezTo>
                  <a:cubicBezTo>
                    <a:pt x="97958" y="302190"/>
                    <a:pt x="80392" y="336528"/>
                    <a:pt x="79449" y="366300"/>
                  </a:cubicBezTo>
                  <a:cubicBezTo>
                    <a:pt x="78259" y="407019"/>
                    <a:pt x="93766" y="446457"/>
                    <a:pt x="122371" y="475465"/>
                  </a:cubicBezTo>
                  <a:cubicBezTo>
                    <a:pt x="153142" y="507084"/>
                    <a:pt x="195355" y="524972"/>
                    <a:pt x="239476" y="525086"/>
                  </a:cubicBezTo>
                  <a:lnTo>
                    <a:pt x="664974" y="525086"/>
                  </a:lnTo>
                  <a:cubicBezTo>
                    <a:pt x="686896" y="525086"/>
                    <a:pt x="704670" y="542860"/>
                    <a:pt x="704670" y="564783"/>
                  </a:cubicBezTo>
                  <a:cubicBezTo>
                    <a:pt x="704670" y="586705"/>
                    <a:pt x="686896" y="604479"/>
                    <a:pt x="664974" y="6044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B144C5F-0335-3642-B6D3-DFE6AB00BD3A}"/>
                </a:ext>
              </a:extLst>
            </p:cNvPr>
            <p:cNvSpPr/>
            <p:nvPr/>
          </p:nvSpPr>
          <p:spPr>
            <a:xfrm>
              <a:off x="7157586" y="2652830"/>
              <a:ext cx="462734" cy="604778"/>
            </a:xfrm>
            <a:custGeom>
              <a:avLst/>
              <a:gdLst>
                <a:gd name="connsiteX0" fmla="*/ 276437 w 462734"/>
                <a:gd name="connsiteY0" fmla="*/ 604779 h 604778"/>
                <a:gd name="connsiteX1" fmla="*/ 236741 w 462734"/>
                <a:gd name="connsiteY1" fmla="*/ 565082 h 604778"/>
                <a:gd name="connsiteX2" fmla="*/ 276437 w 462734"/>
                <a:gd name="connsiteY2" fmla="*/ 525386 h 604778"/>
                <a:gd name="connsiteX3" fmla="*/ 385007 w 462734"/>
                <a:gd name="connsiteY3" fmla="*/ 420587 h 604778"/>
                <a:gd name="connsiteX4" fmla="*/ 280208 w 462734"/>
                <a:gd name="connsiteY4" fmla="*/ 312017 h 604778"/>
                <a:gd name="connsiteX5" fmla="*/ 241951 w 462734"/>
                <a:gd name="connsiteY5" fmla="*/ 273858 h 604778"/>
                <a:gd name="connsiteX6" fmla="*/ 39697 w 462734"/>
                <a:gd name="connsiteY6" fmla="*/ 79395 h 604778"/>
                <a:gd name="connsiteX7" fmla="*/ 0 w 462734"/>
                <a:gd name="connsiteY7" fmla="*/ 39698 h 604778"/>
                <a:gd name="connsiteX8" fmla="*/ 39697 w 462734"/>
                <a:gd name="connsiteY8" fmla="*/ 2 h 604778"/>
                <a:gd name="connsiteX9" fmla="*/ 318019 w 462734"/>
                <a:gd name="connsiteY9" fmla="*/ 237288 h 604778"/>
                <a:gd name="connsiteX10" fmla="*/ 458029 w 462734"/>
                <a:gd name="connsiteY10" fmla="*/ 460105 h 604778"/>
                <a:gd name="connsiteX11" fmla="*/ 276437 w 462734"/>
                <a:gd name="connsiteY11" fmla="*/ 604779 h 604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734" h="604778">
                  <a:moveTo>
                    <a:pt x="276437" y="604779"/>
                  </a:moveTo>
                  <a:cubicBezTo>
                    <a:pt x="254515" y="604779"/>
                    <a:pt x="236741" y="587004"/>
                    <a:pt x="236741" y="565082"/>
                  </a:cubicBezTo>
                  <a:cubicBezTo>
                    <a:pt x="236741" y="543160"/>
                    <a:pt x="254515" y="525386"/>
                    <a:pt x="276437" y="525386"/>
                  </a:cubicBezTo>
                  <a:cubicBezTo>
                    <a:pt x="335357" y="526428"/>
                    <a:pt x="383965" y="479506"/>
                    <a:pt x="385007" y="420587"/>
                  </a:cubicBezTo>
                  <a:cubicBezTo>
                    <a:pt x="386049" y="361667"/>
                    <a:pt x="339128" y="313058"/>
                    <a:pt x="280208" y="312017"/>
                  </a:cubicBezTo>
                  <a:cubicBezTo>
                    <a:pt x="259432" y="311278"/>
                    <a:pt x="242745" y="294633"/>
                    <a:pt x="241951" y="273858"/>
                  </a:cubicBezTo>
                  <a:cubicBezTo>
                    <a:pt x="238041" y="165085"/>
                    <a:pt x="148540" y="79030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78332" y="-469"/>
                    <a:pt x="296553" y="100323"/>
                    <a:pt x="318019" y="237288"/>
                  </a:cubicBezTo>
                  <a:cubicBezTo>
                    <a:pt x="418214" y="260153"/>
                    <a:pt x="480894" y="359911"/>
                    <a:pt x="458029" y="460105"/>
                  </a:cubicBezTo>
                  <a:cubicBezTo>
                    <a:pt x="438702" y="544807"/>
                    <a:pt x="363323" y="604863"/>
                    <a:pt x="276437" y="6047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4" name="Picture Placeholder 59">
            <a:extLst>
              <a:ext uri="{FF2B5EF4-FFF2-40B4-BE49-F238E27FC236}">
                <a16:creationId xmlns:a16="http://schemas.microsoft.com/office/drawing/2014/main" id="{486832D3-FB77-49A0-9386-089BEC8B2D60}"/>
              </a:ext>
            </a:extLst>
          </p:cNvPr>
          <p:cNvGrpSpPr>
            <a:grpSpLocks noChangeAspect="1"/>
          </p:cNvGrpSpPr>
          <p:nvPr/>
        </p:nvGrpSpPr>
        <p:grpSpPr>
          <a:xfrm>
            <a:off x="8087054" y="2652830"/>
            <a:ext cx="850774" cy="605374"/>
            <a:chOff x="8087054" y="2652830"/>
            <a:chExt cx="850774" cy="605374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438433F-946D-FA4A-9D43-4BAF7602A77C}"/>
                </a:ext>
              </a:extLst>
            </p:cNvPr>
            <p:cNvSpPr/>
            <p:nvPr/>
          </p:nvSpPr>
          <p:spPr>
            <a:xfrm>
              <a:off x="8087054" y="2653526"/>
              <a:ext cx="704670" cy="604677"/>
            </a:xfrm>
            <a:custGeom>
              <a:avLst/>
              <a:gdLst>
                <a:gd name="connsiteX0" fmla="*/ 664974 w 704670"/>
                <a:gd name="connsiteY0" fmla="*/ 604678 h 604677"/>
                <a:gd name="connsiteX1" fmla="*/ 239476 w 704670"/>
                <a:gd name="connsiteY1" fmla="*/ 604678 h 604677"/>
                <a:gd name="connsiteX2" fmla="*/ 65506 w 704670"/>
                <a:gd name="connsiteY2" fmla="*/ 530991 h 604677"/>
                <a:gd name="connsiteX3" fmla="*/ 105 w 704670"/>
                <a:gd name="connsiteY3" fmla="*/ 364017 h 604677"/>
                <a:gd name="connsiteX4" fmla="*/ 71559 w 704670"/>
                <a:gd name="connsiteY4" fmla="*/ 218678 h 604677"/>
                <a:gd name="connsiteX5" fmla="*/ 187374 w 704670"/>
                <a:gd name="connsiteY5" fmla="*/ 163748 h 604677"/>
                <a:gd name="connsiteX6" fmla="*/ 428283 w 704670"/>
                <a:gd name="connsiteY6" fmla="*/ 0 h 604677"/>
                <a:gd name="connsiteX7" fmla="*/ 467979 w 704670"/>
                <a:gd name="connsiteY7" fmla="*/ 39697 h 604677"/>
                <a:gd name="connsiteX8" fmla="*/ 428283 w 704670"/>
                <a:gd name="connsiteY8" fmla="*/ 79393 h 604677"/>
                <a:gd name="connsiteX9" fmla="*/ 252030 w 704670"/>
                <a:gd name="connsiteY9" fmla="*/ 215999 h 604677"/>
                <a:gd name="connsiteX10" fmla="*/ 212681 w 704670"/>
                <a:gd name="connsiteY10" fmla="*/ 242248 h 604677"/>
                <a:gd name="connsiteX11" fmla="*/ 125348 w 704670"/>
                <a:gd name="connsiteY11" fmla="*/ 276983 h 604677"/>
                <a:gd name="connsiteX12" fmla="*/ 79449 w 704670"/>
                <a:gd name="connsiteY12" fmla="*/ 366300 h 604677"/>
                <a:gd name="connsiteX13" fmla="*/ 122371 w 704670"/>
                <a:gd name="connsiteY13" fmla="*/ 475465 h 604677"/>
                <a:gd name="connsiteX14" fmla="*/ 239476 w 704670"/>
                <a:gd name="connsiteY14" fmla="*/ 525086 h 604677"/>
                <a:gd name="connsiteX15" fmla="*/ 664974 w 704670"/>
                <a:gd name="connsiteY15" fmla="*/ 525086 h 604677"/>
                <a:gd name="connsiteX16" fmla="*/ 704670 w 704670"/>
                <a:gd name="connsiteY16" fmla="*/ 564783 h 604677"/>
                <a:gd name="connsiteX17" fmla="*/ 664974 w 704670"/>
                <a:gd name="connsiteY17" fmla="*/ 604479 h 60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04670" h="604677">
                  <a:moveTo>
                    <a:pt x="664974" y="604678"/>
                  </a:moveTo>
                  <a:lnTo>
                    <a:pt x="239476" y="604678"/>
                  </a:lnTo>
                  <a:cubicBezTo>
                    <a:pt x="173937" y="604504"/>
                    <a:pt x="111231" y="577942"/>
                    <a:pt x="65506" y="530991"/>
                  </a:cubicBezTo>
                  <a:cubicBezTo>
                    <a:pt x="21840" y="486585"/>
                    <a:pt x="-1786" y="426267"/>
                    <a:pt x="105" y="364017"/>
                  </a:cubicBezTo>
                  <a:cubicBezTo>
                    <a:pt x="1693" y="312710"/>
                    <a:pt x="28439" y="258375"/>
                    <a:pt x="71559" y="218678"/>
                  </a:cubicBezTo>
                  <a:cubicBezTo>
                    <a:pt x="103335" y="188510"/>
                    <a:pt x="143907" y="169268"/>
                    <a:pt x="187374" y="163748"/>
                  </a:cubicBezTo>
                  <a:cubicBezTo>
                    <a:pt x="245976" y="29127"/>
                    <a:pt x="349535" y="0"/>
                    <a:pt x="428283" y="0"/>
                  </a:cubicBezTo>
                  <a:cubicBezTo>
                    <a:pt x="450207" y="0"/>
                    <a:pt x="467979" y="17773"/>
                    <a:pt x="467979" y="39697"/>
                  </a:cubicBezTo>
                  <a:cubicBezTo>
                    <a:pt x="467979" y="61620"/>
                    <a:pt x="450207" y="79393"/>
                    <a:pt x="428283" y="79393"/>
                  </a:cubicBezTo>
                  <a:cubicBezTo>
                    <a:pt x="342737" y="79393"/>
                    <a:pt x="285077" y="124052"/>
                    <a:pt x="252030" y="215999"/>
                  </a:cubicBezTo>
                  <a:cubicBezTo>
                    <a:pt x="246128" y="232461"/>
                    <a:pt x="230147" y="243122"/>
                    <a:pt x="212681" y="242248"/>
                  </a:cubicBezTo>
                  <a:cubicBezTo>
                    <a:pt x="182412" y="240760"/>
                    <a:pt x="151449" y="253115"/>
                    <a:pt x="125348" y="276983"/>
                  </a:cubicBezTo>
                  <a:cubicBezTo>
                    <a:pt x="97958" y="302190"/>
                    <a:pt x="80392" y="336528"/>
                    <a:pt x="79449" y="366300"/>
                  </a:cubicBezTo>
                  <a:cubicBezTo>
                    <a:pt x="78259" y="407019"/>
                    <a:pt x="93766" y="446457"/>
                    <a:pt x="122371" y="475465"/>
                  </a:cubicBezTo>
                  <a:cubicBezTo>
                    <a:pt x="153142" y="507084"/>
                    <a:pt x="195355" y="524972"/>
                    <a:pt x="239476" y="525086"/>
                  </a:cubicBezTo>
                  <a:lnTo>
                    <a:pt x="664974" y="525086"/>
                  </a:lnTo>
                  <a:cubicBezTo>
                    <a:pt x="686896" y="525086"/>
                    <a:pt x="704670" y="542860"/>
                    <a:pt x="704670" y="564783"/>
                  </a:cubicBezTo>
                  <a:cubicBezTo>
                    <a:pt x="704670" y="586705"/>
                    <a:pt x="686896" y="604479"/>
                    <a:pt x="664974" y="6044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6A98978-7FBA-1348-A877-D5D8B6CEFF15}"/>
                </a:ext>
              </a:extLst>
            </p:cNvPr>
            <p:cNvSpPr/>
            <p:nvPr/>
          </p:nvSpPr>
          <p:spPr>
            <a:xfrm>
              <a:off x="8475094" y="2652830"/>
              <a:ext cx="462734" cy="604778"/>
            </a:xfrm>
            <a:custGeom>
              <a:avLst/>
              <a:gdLst>
                <a:gd name="connsiteX0" fmla="*/ 276437 w 462734"/>
                <a:gd name="connsiteY0" fmla="*/ 604779 h 604778"/>
                <a:gd name="connsiteX1" fmla="*/ 236741 w 462734"/>
                <a:gd name="connsiteY1" fmla="*/ 565082 h 604778"/>
                <a:gd name="connsiteX2" fmla="*/ 276437 w 462734"/>
                <a:gd name="connsiteY2" fmla="*/ 525386 h 604778"/>
                <a:gd name="connsiteX3" fmla="*/ 385007 w 462734"/>
                <a:gd name="connsiteY3" fmla="*/ 420587 h 604778"/>
                <a:gd name="connsiteX4" fmla="*/ 280208 w 462734"/>
                <a:gd name="connsiteY4" fmla="*/ 312017 h 604778"/>
                <a:gd name="connsiteX5" fmla="*/ 241951 w 462734"/>
                <a:gd name="connsiteY5" fmla="*/ 273858 h 604778"/>
                <a:gd name="connsiteX6" fmla="*/ 39697 w 462734"/>
                <a:gd name="connsiteY6" fmla="*/ 79395 h 604778"/>
                <a:gd name="connsiteX7" fmla="*/ 0 w 462734"/>
                <a:gd name="connsiteY7" fmla="*/ 39698 h 604778"/>
                <a:gd name="connsiteX8" fmla="*/ 39697 w 462734"/>
                <a:gd name="connsiteY8" fmla="*/ 2 h 604778"/>
                <a:gd name="connsiteX9" fmla="*/ 318019 w 462734"/>
                <a:gd name="connsiteY9" fmla="*/ 237288 h 604778"/>
                <a:gd name="connsiteX10" fmla="*/ 458029 w 462734"/>
                <a:gd name="connsiteY10" fmla="*/ 460105 h 604778"/>
                <a:gd name="connsiteX11" fmla="*/ 276437 w 462734"/>
                <a:gd name="connsiteY11" fmla="*/ 604779 h 604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734" h="604778">
                  <a:moveTo>
                    <a:pt x="276437" y="604779"/>
                  </a:moveTo>
                  <a:cubicBezTo>
                    <a:pt x="254515" y="604779"/>
                    <a:pt x="236741" y="587004"/>
                    <a:pt x="236741" y="565082"/>
                  </a:cubicBezTo>
                  <a:cubicBezTo>
                    <a:pt x="236741" y="543160"/>
                    <a:pt x="254515" y="525386"/>
                    <a:pt x="276437" y="525386"/>
                  </a:cubicBezTo>
                  <a:cubicBezTo>
                    <a:pt x="335357" y="526428"/>
                    <a:pt x="383965" y="479506"/>
                    <a:pt x="385007" y="420587"/>
                  </a:cubicBezTo>
                  <a:cubicBezTo>
                    <a:pt x="386049" y="361667"/>
                    <a:pt x="339128" y="313058"/>
                    <a:pt x="280208" y="312017"/>
                  </a:cubicBezTo>
                  <a:cubicBezTo>
                    <a:pt x="259432" y="311278"/>
                    <a:pt x="242745" y="294633"/>
                    <a:pt x="241951" y="273858"/>
                  </a:cubicBezTo>
                  <a:cubicBezTo>
                    <a:pt x="238041" y="165085"/>
                    <a:pt x="148540" y="79030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78332" y="-469"/>
                    <a:pt x="296553" y="100323"/>
                    <a:pt x="318019" y="237288"/>
                  </a:cubicBezTo>
                  <a:cubicBezTo>
                    <a:pt x="418214" y="260153"/>
                    <a:pt x="480894" y="359911"/>
                    <a:pt x="458029" y="460105"/>
                  </a:cubicBezTo>
                  <a:cubicBezTo>
                    <a:pt x="438702" y="544807"/>
                    <a:pt x="363323" y="604863"/>
                    <a:pt x="276437" y="6047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CD8E92E3-09B9-DB4B-AFCB-CFF5C64A1C02}"/>
                </a:ext>
              </a:extLst>
            </p:cNvPr>
            <p:cNvSpPr/>
            <p:nvPr/>
          </p:nvSpPr>
          <p:spPr>
            <a:xfrm>
              <a:off x="8471671" y="2801693"/>
              <a:ext cx="79393" cy="277875"/>
            </a:xfrm>
            <a:custGeom>
              <a:avLst/>
              <a:gdLst>
                <a:gd name="connsiteX0" fmla="*/ 39697 w 79393"/>
                <a:gd name="connsiteY0" fmla="*/ 277876 h 277875"/>
                <a:gd name="connsiteX1" fmla="*/ 0 w 79393"/>
                <a:gd name="connsiteY1" fmla="*/ 238179 h 277875"/>
                <a:gd name="connsiteX2" fmla="*/ 0 w 79393"/>
                <a:gd name="connsiteY2" fmla="*/ 39697 h 277875"/>
                <a:gd name="connsiteX3" fmla="*/ 39697 w 79393"/>
                <a:gd name="connsiteY3" fmla="*/ 0 h 277875"/>
                <a:gd name="connsiteX4" fmla="*/ 79393 w 79393"/>
                <a:gd name="connsiteY4" fmla="*/ 39697 h 277875"/>
                <a:gd name="connsiteX5" fmla="*/ 79393 w 79393"/>
                <a:gd name="connsiteY5" fmla="*/ 238179 h 277875"/>
                <a:gd name="connsiteX6" fmla="*/ 39697 w 79393"/>
                <a:gd name="connsiteY6" fmla="*/ 277876 h 2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7875">
                  <a:moveTo>
                    <a:pt x="39697" y="277876"/>
                  </a:moveTo>
                  <a:cubicBezTo>
                    <a:pt x="17773" y="277876"/>
                    <a:pt x="0" y="260102"/>
                    <a:pt x="0" y="2381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38179"/>
                  </a:lnTo>
                  <a:cubicBezTo>
                    <a:pt x="79393" y="260102"/>
                    <a:pt x="61621" y="277876"/>
                    <a:pt x="39697" y="2778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58255E36-B2FD-E04D-81F1-D4943AA272B3}"/>
                </a:ext>
              </a:extLst>
            </p:cNvPr>
            <p:cNvSpPr/>
            <p:nvPr/>
          </p:nvSpPr>
          <p:spPr>
            <a:xfrm>
              <a:off x="8380932" y="2940599"/>
              <a:ext cx="264541" cy="173705"/>
            </a:xfrm>
            <a:custGeom>
              <a:avLst/>
              <a:gdLst>
                <a:gd name="connsiteX0" fmla="*/ 130435 w 264541"/>
                <a:gd name="connsiteY0" fmla="*/ 173705 h 173705"/>
                <a:gd name="connsiteX1" fmla="*/ 130435 w 264541"/>
                <a:gd name="connsiteY1" fmla="*/ 173705 h 173705"/>
                <a:gd name="connsiteX2" fmla="*/ 102300 w 264541"/>
                <a:gd name="connsiteY2" fmla="*/ 161796 h 173705"/>
                <a:gd name="connsiteX3" fmla="*/ 11345 w 264541"/>
                <a:gd name="connsiteY3" fmla="*/ 69253 h 173705"/>
                <a:gd name="connsiteX4" fmla="*/ 11916 w 264541"/>
                <a:gd name="connsiteY4" fmla="*/ 13108 h 173705"/>
                <a:gd name="connsiteX5" fmla="*/ 68061 w 264541"/>
                <a:gd name="connsiteY5" fmla="*/ 13678 h 173705"/>
                <a:gd name="connsiteX6" fmla="*/ 130732 w 264541"/>
                <a:gd name="connsiteY6" fmla="*/ 77590 h 173705"/>
                <a:gd name="connsiteX7" fmla="*/ 196629 w 264541"/>
                <a:gd name="connsiteY7" fmla="*/ 11693 h 173705"/>
                <a:gd name="connsiteX8" fmla="*/ 252849 w 264541"/>
                <a:gd name="connsiteY8" fmla="*/ 11594 h 173705"/>
                <a:gd name="connsiteX9" fmla="*/ 252948 w 264541"/>
                <a:gd name="connsiteY9" fmla="*/ 67814 h 173705"/>
                <a:gd name="connsiteX10" fmla="*/ 158669 w 264541"/>
                <a:gd name="connsiteY10" fmla="*/ 162094 h 173705"/>
                <a:gd name="connsiteX11" fmla="*/ 130435 w 264541"/>
                <a:gd name="connsiteY11" fmla="*/ 173705 h 17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4541" h="173705">
                  <a:moveTo>
                    <a:pt x="130435" y="173705"/>
                  </a:moveTo>
                  <a:lnTo>
                    <a:pt x="130435" y="173705"/>
                  </a:lnTo>
                  <a:cubicBezTo>
                    <a:pt x="119843" y="173645"/>
                    <a:pt x="109714" y="169358"/>
                    <a:pt x="102300" y="161796"/>
                  </a:cubicBezTo>
                  <a:lnTo>
                    <a:pt x="11345" y="69253"/>
                  </a:lnTo>
                  <a:cubicBezTo>
                    <a:pt x="-4002" y="53592"/>
                    <a:pt x="-3746" y="28454"/>
                    <a:pt x="11916" y="13108"/>
                  </a:cubicBezTo>
                  <a:cubicBezTo>
                    <a:pt x="27577" y="-2239"/>
                    <a:pt x="52715" y="-1984"/>
                    <a:pt x="68061" y="13678"/>
                  </a:cubicBezTo>
                  <a:lnTo>
                    <a:pt x="130732" y="77590"/>
                  </a:lnTo>
                  <a:lnTo>
                    <a:pt x="196629" y="11693"/>
                  </a:lnTo>
                  <a:cubicBezTo>
                    <a:pt x="212125" y="-3859"/>
                    <a:pt x="237298" y="-3903"/>
                    <a:pt x="252849" y="11594"/>
                  </a:cubicBezTo>
                  <a:cubicBezTo>
                    <a:pt x="268400" y="27092"/>
                    <a:pt x="268445" y="52262"/>
                    <a:pt x="252948" y="67814"/>
                  </a:cubicBezTo>
                  <a:lnTo>
                    <a:pt x="158669" y="162094"/>
                  </a:lnTo>
                  <a:cubicBezTo>
                    <a:pt x="151182" y="169571"/>
                    <a:pt x="141018" y="173754"/>
                    <a:pt x="130435" y="17370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61">
            <a:extLst>
              <a:ext uri="{FF2B5EF4-FFF2-40B4-BE49-F238E27FC236}">
                <a16:creationId xmlns:a16="http://schemas.microsoft.com/office/drawing/2014/main" id="{E5655E15-8E51-44D9-B2EA-4755E911C978}"/>
              </a:ext>
            </a:extLst>
          </p:cNvPr>
          <p:cNvGrpSpPr>
            <a:grpSpLocks noChangeAspect="1"/>
          </p:cNvGrpSpPr>
          <p:nvPr/>
        </p:nvGrpSpPr>
        <p:grpSpPr>
          <a:xfrm>
            <a:off x="9412358" y="2583610"/>
            <a:ext cx="834918" cy="743814"/>
            <a:chOff x="9412358" y="2583610"/>
            <a:chExt cx="834918" cy="74381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108255C-21A9-9745-996F-C8519F06A5F9}"/>
                </a:ext>
              </a:extLst>
            </p:cNvPr>
            <p:cNvSpPr/>
            <p:nvPr/>
          </p:nvSpPr>
          <p:spPr>
            <a:xfrm>
              <a:off x="9412358" y="2583610"/>
              <a:ext cx="834918" cy="743814"/>
            </a:xfrm>
            <a:custGeom>
              <a:avLst/>
              <a:gdLst>
                <a:gd name="connsiteX0" fmla="*/ 795222 w 834918"/>
                <a:gd name="connsiteY0" fmla="*/ 743814 h 743814"/>
                <a:gd name="connsiteX1" fmla="*/ 39697 w 834918"/>
                <a:gd name="connsiteY1" fmla="*/ 743814 h 743814"/>
                <a:gd name="connsiteX2" fmla="*/ 0 w 834918"/>
                <a:gd name="connsiteY2" fmla="*/ 704118 h 743814"/>
                <a:gd name="connsiteX3" fmla="*/ 0 w 834918"/>
                <a:gd name="connsiteY3" fmla="*/ 39697 h 743814"/>
                <a:gd name="connsiteX4" fmla="*/ 39697 w 834918"/>
                <a:gd name="connsiteY4" fmla="*/ 0 h 743814"/>
                <a:gd name="connsiteX5" fmla="*/ 795222 w 834918"/>
                <a:gd name="connsiteY5" fmla="*/ 0 h 743814"/>
                <a:gd name="connsiteX6" fmla="*/ 834919 w 834918"/>
                <a:gd name="connsiteY6" fmla="*/ 39697 h 743814"/>
                <a:gd name="connsiteX7" fmla="*/ 834919 w 834918"/>
                <a:gd name="connsiteY7" fmla="*/ 704118 h 743814"/>
                <a:gd name="connsiteX8" fmla="*/ 795222 w 834918"/>
                <a:gd name="connsiteY8" fmla="*/ 743814 h 743814"/>
                <a:gd name="connsiteX9" fmla="*/ 79393 w 834918"/>
                <a:gd name="connsiteY9" fmla="*/ 664421 h 743814"/>
                <a:gd name="connsiteX10" fmla="*/ 755525 w 834918"/>
                <a:gd name="connsiteY10" fmla="*/ 664421 h 743814"/>
                <a:gd name="connsiteX11" fmla="*/ 755525 w 834918"/>
                <a:gd name="connsiteY11" fmla="*/ 79393 h 743814"/>
                <a:gd name="connsiteX12" fmla="*/ 79393 w 834918"/>
                <a:gd name="connsiteY12" fmla="*/ 79393 h 74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743814">
                  <a:moveTo>
                    <a:pt x="795222" y="743814"/>
                  </a:moveTo>
                  <a:lnTo>
                    <a:pt x="39697" y="743814"/>
                  </a:lnTo>
                  <a:cubicBezTo>
                    <a:pt x="17773" y="743814"/>
                    <a:pt x="0" y="726040"/>
                    <a:pt x="0" y="70411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704118"/>
                  </a:lnTo>
                  <a:cubicBezTo>
                    <a:pt x="834919" y="726040"/>
                    <a:pt x="817145" y="743814"/>
                    <a:pt x="795222" y="743814"/>
                  </a:cubicBezTo>
                  <a:close/>
                  <a:moveTo>
                    <a:pt x="79393" y="664421"/>
                  </a:moveTo>
                  <a:lnTo>
                    <a:pt x="755525" y="664421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9CA254B5-014B-A84D-91EE-DDB60B186CD7}"/>
                </a:ext>
              </a:extLst>
            </p:cNvPr>
            <p:cNvSpPr/>
            <p:nvPr/>
          </p:nvSpPr>
          <p:spPr>
            <a:xfrm>
              <a:off x="9419801" y="2720067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E81B7AEB-91CD-8F48-A467-55328B08F55D}"/>
                </a:ext>
              </a:extLst>
            </p:cNvPr>
            <p:cNvSpPr/>
            <p:nvPr/>
          </p:nvSpPr>
          <p:spPr>
            <a:xfrm>
              <a:off x="9556459" y="2902740"/>
              <a:ext cx="173862" cy="198513"/>
            </a:xfrm>
            <a:custGeom>
              <a:avLst/>
              <a:gdLst>
                <a:gd name="connsiteX0" fmla="*/ 134072 w 173862"/>
                <a:gd name="connsiteY0" fmla="*/ 198514 h 198513"/>
                <a:gd name="connsiteX1" fmla="*/ 113529 w 173862"/>
                <a:gd name="connsiteY1" fmla="*/ 192758 h 198513"/>
                <a:gd name="connsiteX2" fmla="*/ 19250 w 173862"/>
                <a:gd name="connsiteY2" fmla="*/ 135694 h 198513"/>
                <a:gd name="connsiteX3" fmla="*/ 5680 w 173862"/>
                <a:gd name="connsiteY3" fmla="*/ 81219 h 198513"/>
                <a:gd name="connsiteX4" fmla="*/ 17811 w 173862"/>
                <a:gd name="connsiteY4" fmla="*/ 68557 h 198513"/>
                <a:gd name="connsiteX5" fmla="*/ 112090 w 173862"/>
                <a:gd name="connsiteY5" fmla="*/ 6531 h 198513"/>
                <a:gd name="connsiteX6" fmla="*/ 167070 w 173862"/>
                <a:gd name="connsiteY6" fmla="*/ 17894 h 198513"/>
                <a:gd name="connsiteX7" fmla="*/ 155707 w 173862"/>
                <a:gd name="connsiteY7" fmla="*/ 72874 h 198513"/>
                <a:gd name="connsiteX8" fmla="*/ 113976 w 173862"/>
                <a:gd name="connsiteY8" fmla="*/ 100314 h 198513"/>
                <a:gd name="connsiteX9" fmla="*/ 154665 w 173862"/>
                <a:gd name="connsiteY9" fmla="*/ 124728 h 198513"/>
                <a:gd name="connsiteX10" fmla="*/ 168150 w 173862"/>
                <a:gd name="connsiteY10" fmla="*/ 179221 h 198513"/>
                <a:gd name="connsiteX11" fmla="*/ 134072 w 173862"/>
                <a:gd name="connsiteY11" fmla="*/ 198414 h 19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862" h="198513">
                  <a:moveTo>
                    <a:pt x="134072" y="198514"/>
                  </a:moveTo>
                  <a:cubicBezTo>
                    <a:pt x="126828" y="198504"/>
                    <a:pt x="119724" y="196514"/>
                    <a:pt x="113529" y="192758"/>
                  </a:cubicBezTo>
                  <a:lnTo>
                    <a:pt x="19250" y="135694"/>
                  </a:lnTo>
                  <a:cubicBezTo>
                    <a:pt x="460" y="124400"/>
                    <a:pt x="-5615" y="100009"/>
                    <a:pt x="5680" y="81219"/>
                  </a:cubicBezTo>
                  <a:cubicBezTo>
                    <a:pt x="8729" y="76147"/>
                    <a:pt x="12874" y="71821"/>
                    <a:pt x="17811" y="68557"/>
                  </a:cubicBezTo>
                  <a:lnTo>
                    <a:pt x="112090" y="6531"/>
                  </a:lnTo>
                  <a:cubicBezTo>
                    <a:pt x="130410" y="-5513"/>
                    <a:pt x="155026" y="-426"/>
                    <a:pt x="167070" y="17894"/>
                  </a:cubicBezTo>
                  <a:cubicBezTo>
                    <a:pt x="179115" y="36214"/>
                    <a:pt x="174027" y="60830"/>
                    <a:pt x="155707" y="72874"/>
                  </a:cubicBezTo>
                  <a:lnTo>
                    <a:pt x="113976" y="100314"/>
                  </a:lnTo>
                  <a:lnTo>
                    <a:pt x="154665" y="124728"/>
                  </a:lnTo>
                  <a:cubicBezTo>
                    <a:pt x="173438" y="136051"/>
                    <a:pt x="179475" y="160450"/>
                    <a:pt x="168150" y="179221"/>
                  </a:cubicBezTo>
                  <a:cubicBezTo>
                    <a:pt x="160949" y="191160"/>
                    <a:pt x="148013" y="198444"/>
                    <a:pt x="134072" y="198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33EB3D4-B8C2-F343-9112-B5902600C31D}"/>
                </a:ext>
              </a:extLst>
            </p:cNvPr>
            <p:cNvSpPr/>
            <p:nvPr/>
          </p:nvSpPr>
          <p:spPr>
            <a:xfrm>
              <a:off x="9923978" y="2899054"/>
              <a:ext cx="173725" cy="203439"/>
            </a:xfrm>
            <a:custGeom>
              <a:avLst/>
              <a:gdLst>
                <a:gd name="connsiteX0" fmla="*/ 39766 w 173725"/>
                <a:gd name="connsiteY0" fmla="*/ 203440 h 203439"/>
                <a:gd name="connsiteX1" fmla="*/ 29 w 173725"/>
                <a:gd name="connsiteY1" fmla="*/ 163783 h 203439"/>
                <a:gd name="connsiteX2" fmla="*/ 17883 w 173725"/>
                <a:gd name="connsiteY2" fmla="*/ 130597 h 203439"/>
                <a:gd name="connsiteX3" fmla="*/ 61797 w 173725"/>
                <a:gd name="connsiteY3" fmla="*/ 101717 h 203439"/>
                <a:gd name="connsiteX4" fmla="*/ 17883 w 173725"/>
                <a:gd name="connsiteY4" fmla="*/ 72888 h 203439"/>
                <a:gd name="connsiteX5" fmla="*/ 6545 w 173725"/>
                <a:gd name="connsiteY5" fmla="*/ 17883 h 203439"/>
                <a:gd name="connsiteX6" fmla="*/ 61549 w 173725"/>
                <a:gd name="connsiteY6" fmla="*/ 6545 h 203439"/>
                <a:gd name="connsiteX7" fmla="*/ 155829 w 173725"/>
                <a:gd name="connsiteY7" fmla="*/ 68571 h 203439"/>
                <a:gd name="connsiteX8" fmla="*/ 167197 w 173725"/>
                <a:gd name="connsiteY8" fmla="*/ 123545 h 203439"/>
                <a:gd name="connsiteX9" fmla="*/ 155829 w 173725"/>
                <a:gd name="connsiteY9" fmla="*/ 134914 h 203439"/>
                <a:gd name="connsiteX10" fmla="*/ 61549 w 173725"/>
                <a:gd name="connsiteY10" fmla="*/ 196939 h 203439"/>
                <a:gd name="connsiteX11" fmla="*/ 39766 w 173725"/>
                <a:gd name="connsiteY11" fmla="*/ 203440 h 20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725" h="203439">
                  <a:moveTo>
                    <a:pt x="39766" y="203440"/>
                  </a:moveTo>
                  <a:cubicBezTo>
                    <a:pt x="17843" y="203460"/>
                    <a:pt x="49" y="185705"/>
                    <a:pt x="29" y="163783"/>
                  </a:cubicBezTo>
                  <a:cubicBezTo>
                    <a:pt x="15" y="150420"/>
                    <a:pt x="6728" y="137950"/>
                    <a:pt x="17883" y="130597"/>
                  </a:cubicBezTo>
                  <a:lnTo>
                    <a:pt x="61797" y="101717"/>
                  </a:lnTo>
                  <a:lnTo>
                    <a:pt x="17883" y="72888"/>
                  </a:lnTo>
                  <a:cubicBezTo>
                    <a:pt x="-437" y="60829"/>
                    <a:pt x="-5513" y="36203"/>
                    <a:pt x="6545" y="17883"/>
                  </a:cubicBezTo>
                  <a:cubicBezTo>
                    <a:pt x="18603" y="-437"/>
                    <a:pt x="43229" y="-5513"/>
                    <a:pt x="61549" y="6545"/>
                  </a:cubicBezTo>
                  <a:lnTo>
                    <a:pt x="155829" y="68571"/>
                  </a:lnTo>
                  <a:cubicBezTo>
                    <a:pt x="174149" y="80614"/>
                    <a:pt x="179240" y="105228"/>
                    <a:pt x="167197" y="123545"/>
                  </a:cubicBezTo>
                  <a:cubicBezTo>
                    <a:pt x="164220" y="128071"/>
                    <a:pt x="160354" y="131941"/>
                    <a:pt x="155829" y="134914"/>
                  </a:cubicBezTo>
                  <a:lnTo>
                    <a:pt x="61549" y="196939"/>
                  </a:lnTo>
                  <a:cubicBezTo>
                    <a:pt x="55079" y="201182"/>
                    <a:pt x="47507" y="203445"/>
                    <a:pt x="39766" y="2034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9EFA872B-0C42-DC43-9475-A97ECA6D3ADF}"/>
                </a:ext>
              </a:extLst>
            </p:cNvPr>
            <p:cNvSpPr/>
            <p:nvPr/>
          </p:nvSpPr>
          <p:spPr>
            <a:xfrm>
              <a:off x="9734824" y="2867102"/>
              <a:ext cx="183257" cy="267348"/>
            </a:xfrm>
            <a:custGeom>
              <a:avLst/>
              <a:gdLst>
                <a:gd name="connsiteX0" fmla="*/ 39716 w 183257"/>
                <a:gd name="connsiteY0" fmla="*/ 267348 h 267348"/>
                <a:gd name="connsiteX1" fmla="*/ 0 w 183257"/>
                <a:gd name="connsiteY1" fmla="*/ 227671 h 267348"/>
                <a:gd name="connsiteX2" fmla="*/ 4981 w 183257"/>
                <a:gd name="connsiteY2" fmla="*/ 208399 h 267348"/>
                <a:gd name="connsiteX3" fmla="*/ 109185 w 183257"/>
                <a:gd name="connsiteY3" fmla="*/ 19840 h 267348"/>
                <a:gd name="connsiteX4" fmla="*/ 163416 w 183257"/>
                <a:gd name="connsiteY4" fmla="*/ 5334 h 267348"/>
                <a:gd name="connsiteX5" fmla="*/ 178654 w 183257"/>
                <a:gd name="connsiteY5" fmla="*/ 58247 h 267348"/>
                <a:gd name="connsiteX6" fmla="*/ 74450 w 183257"/>
                <a:gd name="connsiteY6" fmla="*/ 246805 h 267348"/>
                <a:gd name="connsiteX7" fmla="*/ 39716 w 183257"/>
                <a:gd name="connsiteY7" fmla="*/ 267348 h 26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257" h="267348">
                  <a:moveTo>
                    <a:pt x="39716" y="267348"/>
                  </a:moveTo>
                  <a:cubicBezTo>
                    <a:pt x="17792" y="267358"/>
                    <a:pt x="11" y="249594"/>
                    <a:pt x="0" y="227671"/>
                  </a:cubicBezTo>
                  <a:cubicBezTo>
                    <a:pt x="-3" y="220928"/>
                    <a:pt x="1711" y="214294"/>
                    <a:pt x="4981" y="208399"/>
                  </a:cubicBezTo>
                  <a:lnTo>
                    <a:pt x="109185" y="19840"/>
                  </a:lnTo>
                  <a:cubicBezTo>
                    <a:pt x="120155" y="858"/>
                    <a:pt x="144436" y="-5637"/>
                    <a:pt x="163416" y="5334"/>
                  </a:cubicBezTo>
                  <a:cubicBezTo>
                    <a:pt x="181889" y="16010"/>
                    <a:pt x="188623" y="39381"/>
                    <a:pt x="178654" y="58247"/>
                  </a:cubicBezTo>
                  <a:lnTo>
                    <a:pt x="74450" y="246805"/>
                  </a:lnTo>
                  <a:cubicBezTo>
                    <a:pt x="67476" y="259468"/>
                    <a:pt x="54171" y="267333"/>
                    <a:pt x="39716" y="2673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5" name="Picture Placeholder 63">
            <a:extLst>
              <a:ext uri="{FF2B5EF4-FFF2-40B4-BE49-F238E27FC236}">
                <a16:creationId xmlns:a16="http://schemas.microsoft.com/office/drawing/2014/main" id="{42312C93-C3B4-489F-8793-F94700C4B6C1}"/>
              </a:ext>
            </a:extLst>
          </p:cNvPr>
          <p:cNvGrpSpPr>
            <a:grpSpLocks noChangeAspect="1"/>
          </p:cNvGrpSpPr>
          <p:nvPr/>
        </p:nvGrpSpPr>
        <p:grpSpPr>
          <a:xfrm>
            <a:off x="1532121" y="3652626"/>
            <a:ext cx="785297" cy="843055"/>
            <a:chOff x="1532121" y="3652626"/>
            <a:chExt cx="785297" cy="843055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E1620B34-8718-3447-A52C-D1AC0CB11158}"/>
                </a:ext>
              </a:extLst>
            </p:cNvPr>
            <p:cNvSpPr/>
            <p:nvPr/>
          </p:nvSpPr>
          <p:spPr>
            <a:xfrm>
              <a:off x="1532121" y="3652626"/>
              <a:ext cx="785297" cy="843055"/>
            </a:xfrm>
            <a:custGeom>
              <a:avLst/>
              <a:gdLst>
                <a:gd name="connsiteX0" fmla="*/ 745601 w 785297"/>
                <a:gd name="connsiteY0" fmla="*/ 843055 h 843055"/>
                <a:gd name="connsiteX1" fmla="*/ 39697 w 785297"/>
                <a:gd name="connsiteY1" fmla="*/ 843055 h 843055"/>
                <a:gd name="connsiteX2" fmla="*/ 0 w 785297"/>
                <a:gd name="connsiteY2" fmla="*/ 803359 h 843055"/>
                <a:gd name="connsiteX3" fmla="*/ 0 w 785297"/>
                <a:gd name="connsiteY3" fmla="*/ 39697 h 843055"/>
                <a:gd name="connsiteX4" fmla="*/ 39697 w 785297"/>
                <a:gd name="connsiteY4" fmla="*/ 0 h 843055"/>
                <a:gd name="connsiteX5" fmla="*/ 745601 w 785297"/>
                <a:gd name="connsiteY5" fmla="*/ 0 h 843055"/>
                <a:gd name="connsiteX6" fmla="*/ 785298 w 785297"/>
                <a:gd name="connsiteY6" fmla="*/ 39697 h 843055"/>
                <a:gd name="connsiteX7" fmla="*/ 785298 w 785297"/>
                <a:gd name="connsiteY7" fmla="*/ 803359 h 843055"/>
                <a:gd name="connsiteX8" fmla="*/ 745601 w 785297"/>
                <a:gd name="connsiteY8" fmla="*/ 843055 h 843055"/>
                <a:gd name="connsiteX9" fmla="*/ 79393 w 785297"/>
                <a:gd name="connsiteY9" fmla="*/ 763662 h 843055"/>
                <a:gd name="connsiteX10" fmla="*/ 705905 w 785297"/>
                <a:gd name="connsiteY10" fmla="*/ 763662 h 843055"/>
                <a:gd name="connsiteX11" fmla="*/ 705905 w 785297"/>
                <a:gd name="connsiteY11" fmla="*/ 79393 h 843055"/>
                <a:gd name="connsiteX12" fmla="*/ 79393 w 785297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5297" h="843055">
                  <a:moveTo>
                    <a:pt x="745601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45601" y="0"/>
                  </a:lnTo>
                  <a:cubicBezTo>
                    <a:pt x="767524" y="0"/>
                    <a:pt x="785298" y="17773"/>
                    <a:pt x="785298" y="39697"/>
                  </a:cubicBezTo>
                  <a:lnTo>
                    <a:pt x="785298" y="803359"/>
                  </a:lnTo>
                  <a:cubicBezTo>
                    <a:pt x="785298" y="825281"/>
                    <a:pt x="767524" y="843055"/>
                    <a:pt x="745601" y="843055"/>
                  </a:cubicBezTo>
                  <a:close/>
                  <a:moveTo>
                    <a:pt x="79393" y="763662"/>
                  </a:moveTo>
                  <a:lnTo>
                    <a:pt x="705905" y="763662"/>
                  </a:lnTo>
                  <a:lnTo>
                    <a:pt x="70590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9628667-A919-354E-AC9B-89DACF7FCD10}"/>
                </a:ext>
              </a:extLst>
            </p:cNvPr>
            <p:cNvSpPr/>
            <p:nvPr/>
          </p:nvSpPr>
          <p:spPr>
            <a:xfrm>
              <a:off x="1539564" y="3853590"/>
              <a:ext cx="764159" cy="79393"/>
            </a:xfrm>
            <a:custGeom>
              <a:avLst/>
              <a:gdLst>
                <a:gd name="connsiteX0" fmla="*/ 724463 w 764159"/>
                <a:gd name="connsiteY0" fmla="*/ 79393 h 79393"/>
                <a:gd name="connsiteX1" fmla="*/ 39697 w 764159"/>
                <a:gd name="connsiteY1" fmla="*/ 79393 h 79393"/>
                <a:gd name="connsiteX2" fmla="*/ 0 w 764159"/>
                <a:gd name="connsiteY2" fmla="*/ 39697 h 79393"/>
                <a:gd name="connsiteX3" fmla="*/ 39697 w 764159"/>
                <a:gd name="connsiteY3" fmla="*/ 0 h 79393"/>
                <a:gd name="connsiteX4" fmla="*/ 724463 w 764159"/>
                <a:gd name="connsiteY4" fmla="*/ 0 h 79393"/>
                <a:gd name="connsiteX5" fmla="*/ 764159 w 764159"/>
                <a:gd name="connsiteY5" fmla="*/ 39697 h 79393"/>
                <a:gd name="connsiteX6" fmla="*/ 724463 w 7641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159" h="79393">
                  <a:moveTo>
                    <a:pt x="7244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24463" y="0"/>
                  </a:lnTo>
                  <a:cubicBezTo>
                    <a:pt x="746385" y="0"/>
                    <a:pt x="764159" y="17773"/>
                    <a:pt x="764159" y="39697"/>
                  </a:cubicBezTo>
                  <a:cubicBezTo>
                    <a:pt x="764159" y="61620"/>
                    <a:pt x="746385" y="79393"/>
                    <a:pt x="72446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A6981220-9078-084B-8E22-2F31AD74E288}"/>
                </a:ext>
              </a:extLst>
            </p:cNvPr>
            <p:cNvSpPr/>
            <p:nvPr/>
          </p:nvSpPr>
          <p:spPr>
            <a:xfrm>
              <a:off x="1669620" y="3748493"/>
              <a:ext cx="175458" cy="79393"/>
            </a:xfrm>
            <a:custGeom>
              <a:avLst/>
              <a:gdLst>
                <a:gd name="connsiteX0" fmla="*/ 135762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CC51CF1D-5CAD-1649-8CEF-B1B734190323}"/>
                </a:ext>
              </a:extLst>
            </p:cNvPr>
            <p:cNvSpPr/>
            <p:nvPr/>
          </p:nvSpPr>
          <p:spPr>
            <a:xfrm>
              <a:off x="2001682" y="3749386"/>
              <a:ext cx="175409" cy="79393"/>
            </a:xfrm>
            <a:custGeom>
              <a:avLst/>
              <a:gdLst>
                <a:gd name="connsiteX0" fmla="*/ 13566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66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8B9584B1-0C6A-544F-BBCE-F1B4295134DB}"/>
                </a:ext>
              </a:extLst>
            </p:cNvPr>
            <p:cNvSpPr/>
            <p:nvPr/>
          </p:nvSpPr>
          <p:spPr>
            <a:xfrm>
              <a:off x="1807913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8D5E889-D286-F84B-B959-9D4EB641FA0A}"/>
                </a:ext>
              </a:extLst>
            </p:cNvPr>
            <p:cNvSpPr/>
            <p:nvPr/>
          </p:nvSpPr>
          <p:spPr>
            <a:xfrm>
              <a:off x="1668975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0E6A947-16DF-9B45-9B64-7CEDD73A2E46}"/>
                </a:ext>
              </a:extLst>
            </p:cNvPr>
            <p:cNvSpPr/>
            <p:nvPr/>
          </p:nvSpPr>
          <p:spPr>
            <a:xfrm>
              <a:off x="1951813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C5E248D8-E748-214E-A2E8-4178C21C256D}"/>
                </a:ext>
              </a:extLst>
            </p:cNvPr>
            <p:cNvSpPr/>
            <p:nvPr/>
          </p:nvSpPr>
          <p:spPr>
            <a:xfrm>
              <a:off x="2090603" y="3983298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05D21BC-6F10-DE4A-A783-AA466F1C26BE}"/>
                </a:ext>
              </a:extLst>
            </p:cNvPr>
            <p:cNvSpPr/>
            <p:nvPr/>
          </p:nvSpPr>
          <p:spPr>
            <a:xfrm>
              <a:off x="1812875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07E21650-9D85-6A4B-B09F-7B7CCC15F23C}"/>
                </a:ext>
              </a:extLst>
            </p:cNvPr>
            <p:cNvSpPr/>
            <p:nvPr/>
          </p:nvSpPr>
          <p:spPr>
            <a:xfrm>
              <a:off x="1673937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09650318-B7D0-6F41-B329-0D50C6A4CC34}"/>
                </a:ext>
              </a:extLst>
            </p:cNvPr>
            <p:cNvSpPr/>
            <p:nvPr/>
          </p:nvSpPr>
          <p:spPr>
            <a:xfrm>
              <a:off x="1956775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87D0C1CD-D4D3-5640-BD59-C7F619204C1A}"/>
                </a:ext>
              </a:extLst>
            </p:cNvPr>
            <p:cNvSpPr/>
            <p:nvPr/>
          </p:nvSpPr>
          <p:spPr>
            <a:xfrm>
              <a:off x="2095565" y="412223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91DD50C1-FBFB-EF41-86BA-E176F63757C3}"/>
                </a:ext>
              </a:extLst>
            </p:cNvPr>
            <p:cNvSpPr/>
            <p:nvPr/>
          </p:nvSpPr>
          <p:spPr>
            <a:xfrm>
              <a:off x="1817837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8776EFB6-C82D-E444-8674-C0EEDDF44445}"/>
                </a:ext>
              </a:extLst>
            </p:cNvPr>
            <p:cNvSpPr/>
            <p:nvPr/>
          </p:nvSpPr>
          <p:spPr>
            <a:xfrm>
              <a:off x="1678899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6E4F69BB-B8C9-9C4B-8C31-F292D03110DD}"/>
                </a:ext>
              </a:extLst>
            </p:cNvPr>
            <p:cNvSpPr/>
            <p:nvPr/>
          </p:nvSpPr>
          <p:spPr>
            <a:xfrm>
              <a:off x="1961737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7427595E-C515-B446-A00B-D92CB2A21194}"/>
                </a:ext>
              </a:extLst>
            </p:cNvPr>
            <p:cNvSpPr/>
            <p:nvPr/>
          </p:nvSpPr>
          <p:spPr>
            <a:xfrm>
              <a:off x="2100527" y="426613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65">
            <a:extLst>
              <a:ext uri="{FF2B5EF4-FFF2-40B4-BE49-F238E27FC236}">
                <a16:creationId xmlns:a16="http://schemas.microsoft.com/office/drawing/2014/main" id="{F0CE1B40-499F-4229-92A1-DC4CA6B29605}"/>
              </a:ext>
            </a:extLst>
          </p:cNvPr>
          <p:cNvGrpSpPr>
            <a:grpSpLocks noChangeAspect="1"/>
          </p:cNvGrpSpPr>
          <p:nvPr/>
        </p:nvGrpSpPr>
        <p:grpSpPr>
          <a:xfrm>
            <a:off x="2824819" y="3652626"/>
            <a:ext cx="834918" cy="843055"/>
            <a:chOff x="2824819" y="3652626"/>
            <a:chExt cx="834918" cy="843055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FF085889-95EE-CF4C-AB6D-0525980C7333}"/>
                </a:ext>
              </a:extLst>
            </p:cNvPr>
            <p:cNvSpPr/>
            <p:nvPr/>
          </p:nvSpPr>
          <p:spPr>
            <a:xfrm>
              <a:off x="2824819" y="3652626"/>
              <a:ext cx="834918" cy="843055"/>
            </a:xfrm>
            <a:custGeom>
              <a:avLst/>
              <a:gdLst>
                <a:gd name="connsiteX0" fmla="*/ 795222 w 834918"/>
                <a:gd name="connsiteY0" fmla="*/ 843055 h 843055"/>
                <a:gd name="connsiteX1" fmla="*/ 39697 w 834918"/>
                <a:gd name="connsiteY1" fmla="*/ 843055 h 843055"/>
                <a:gd name="connsiteX2" fmla="*/ 0 w 834918"/>
                <a:gd name="connsiteY2" fmla="*/ 803359 h 843055"/>
                <a:gd name="connsiteX3" fmla="*/ 0 w 834918"/>
                <a:gd name="connsiteY3" fmla="*/ 39697 h 843055"/>
                <a:gd name="connsiteX4" fmla="*/ 39697 w 834918"/>
                <a:gd name="connsiteY4" fmla="*/ 0 h 843055"/>
                <a:gd name="connsiteX5" fmla="*/ 795222 w 834918"/>
                <a:gd name="connsiteY5" fmla="*/ 0 h 843055"/>
                <a:gd name="connsiteX6" fmla="*/ 834919 w 834918"/>
                <a:gd name="connsiteY6" fmla="*/ 39697 h 843055"/>
                <a:gd name="connsiteX7" fmla="*/ 834919 w 834918"/>
                <a:gd name="connsiteY7" fmla="*/ 803359 h 843055"/>
                <a:gd name="connsiteX8" fmla="*/ 795222 w 834918"/>
                <a:gd name="connsiteY8" fmla="*/ 843055 h 843055"/>
                <a:gd name="connsiteX9" fmla="*/ 79393 w 834918"/>
                <a:gd name="connsiteY9" fmla="*/ 763662 h 843055"/>
                <a:gd name="connsiteX10" fmla="*/ 755525 w 834918"/>
                <a:gd name="connsiteY10" fmla="*/ 763662 h 843055"/>
                <a:gd name="connsiteX11" fmla="*/ 755525 w 834918"/>
                <a:gd name="connsiteY11" fmla="*/ 79393 h 843055"/>
                <a:gd name="connsiteX12" fmla="*/ 79393 w 834918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843055">
                  <a:moveTo>
                    <a:pt x="795222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803359"/>
                  </a:lnTo>
                  <a:cubicBezTo>
                    <a:pt x="834919" y="825281"/>
                    <a:pt x="817145" y="843055"/>
                    <a:pt x="795222" y="843055"/>
                  </a:cubicBezTo>
                  <a:close/>
                  <a:moveTo>
                    <a:pt x="79393" y="763662"/>
                  </a:moveTo>
                  <a:lnTo>
                    <a:pt x="755525" y="763662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CD812AC2-79CD-8B49-ACD7-6B6FAFF3A1B1}"/>
                </a:ext>
              </a:extLst>
            </p:cNvPr>
            <p:cNvSpPr/>
            <p:nvPr/>
          </p:nvSpPr>
          <p:spPr>
            <a:xfrm>
              <a:off x="2832262" y="3853590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C79E13B0-A7B0-754C-A9C0-E523761FD0BA}"/>
                </a:ext>
              </a:extLst>
            </p:cNvPr>
            <p:cNvSpPr/>
            <p:nvPr/>
          </p:nvSpPr>
          <p:spPr>
            <a:xfrm>
              <a:off x="2962318" y="3748493"/>
              <a:ext cx="175458" cy="79393"/>
            </a:xfrm>
            <a:custGeom>
              <a:avLst/>
              <a:gdLst>
                <a:gd name="connsiteX0" fmla="*/ 135762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C0784963-EC32-C64B-A256-ED880941ABC8}"/>
                </a:ext>
              </a:extLst>
            </p:cNvPr>
            <p:cNvSpPr/>
            <p:nvPr/>
          </p:nvSpPr>
          <p:spPr>
            <a:xfrm>
              <a:off x="3339038" y="3749386"/>
              <a:ext cx="175409" cy="79393"/>
            </a:xfrm>
            <a:custGeom>
              <a:avLst/>
              <a:gdLst>
                <a:gd name="connsiteX0" fmla="*/ 13566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66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F04AB539-5C98-7442-9A73-088BA49B1AC7}"/>
                </a:ext>
              </a:extLst>
            </p:cNvPr>
            <p:cNvSpPr/>
            <p:nvPr/>
          </p:nvSpPr>
          <p:spPr>
            <a:xfrm>
              <a:off x="3104283" y="4034457"/>
              <a:ext cx="277846" cy="312610"/>
            </a:xfrm>
            <a:custGeom>
              <a:avLst/>
              <a:gdLst>
                <a:gd name="connsiteX0" fmla="*/ 89268 w 277846"/>
                <a:gd name="connsiteY0" fmla="*/ 312610 h 312610"/>
                <a:gd name="connsiteX1" fmla="*/ 49601 w 277846"/>
                <a:gd name="connsiteY1" fmla="*/ 272884 h 312610"/>
                <a:gd name="connsiteX2" fmla="*/ 55823 w 277846"/>
                <a:gd name="connsiteY2" fmla="*/ 251577 h 312610"/>
                <a:gd name="connsiteX3" fmla="*/ 165733 w 277846"/>
                <a:gd name="connsiteY3" fmla="*/ 79393 h 312610"/>
                <a:gd name="connsiteX4" fmla="*/ 39697 w 277846"/>
                <a:gd name="connsiteY4" fmla="*/ 79393 h 312610"/>
                <a:gd name="connsiteX5" fmla="*/ 0 w 277846"/>
                <a:gd name="connsiteY5" fmla="*/ 39697 h 312610"/>
                <a:gd name="connsiteX6" fmla="*/ 39697 w 277846"/>
                <a:gd name="connsiteY6" fmla="*/ 0 h 312610"/>
                <a:gd name="connsiteX7" fmla="*/ 238180 w 277846"/>
                <a:gd name="connsiteY7" fmla="*/ 0 h 312610"/>
                <a:gd name="connsiteX8" fmla="*/ 277846 w 277846"/>
                <a:gd name="connsiteY8" fmla="*/ 39727 h 312610"/>
                <a:gd name="connsiteX9" fmla="*/ 271624 w 277846"/>
                <a:gd name="connsiteY9" fmla="*/ 61033 h 312610"/>
                <a:gd name="connsiteX10" fmla="*/ 122762 w 277846"/>
                <a:gd name="connsiteY10" fmla="*/ 294251 h 312610"/>
                <a:gd name="connsiteX11" fmla="*/ 89268 w 277846"/>
                <a:gd name="connsiteY11" fmla="*/ 312610 h 31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7846" h="312610">
                  <a:moveTo>
                    <a:pt x="89268" y="312610"/>
                  </a:moveTo>
                  <a:cubicBezTo>
                    <a:pt x="67344" y="312595"/>
                    <a:pt x="49585" y="294806"/>
                    <a:pt x="49601" y="272884"/>
                  </a:cubicBezTo>
                  <a:cubicBezTo>
                    <a:pt x="49607" y="265332"/>
                    <a:pt x="51765" y="257943"/>
                    <a:pt x="55823" y="251577"/>
                  </a:cubicBezTo>
                  <a:lnTo>
                    <a:pt x="165733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8180" y="0"/>
                  </a:lnTo>
                  <a:cubicBezTo>
                    <a:pt x="260102" y="17"/>
                    <a:pt x="277861" y="17803"/>
                    <a:pt x="277846" y="39727"/>
                  </a:cubicBezTo>
                  <a:cubicBezTo>
                    <a:pt x="277841" y="47276"/>
                    <a:pt x="275683" y="54667"/>
                    <a:pt x="271624" y="61033"/>
                  </a:cubicBezTo>
                  <a:lnTo>
                    <a:pt x="122762" y="294251"/>
                  </a:lnTo>
                  <a:cubicBezTo>
                    <a:pt x="115468" y="305693"/>
                    <a:pt x="102837" y="312615"/>
                    <a:pt x="89268" y="3126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8" name="Picture Placeholder 67">
            <a:extLst>
              <a:ext uri="{FF2B5EF4-FFF2-40B4-BE49-F238E27FC236}">
                <a16:creationId xmlns:a16="http://schemas.microsoft.com/office/drawing/2014/main" id="{287AADEB-3595-4882-8701-B4E52C5608EA}"/>
              </a:ext>
            </a:extLst>
          </p:cNvPr>
          <p:cNvGrpSpPr>
            <a:grpSpLocks noChangeAspect="1"/>
          </p:cNvGrpSpPr>
          <p:nvPr/>
        </p:nvGrpSpPr>
        <p:grpSpPr>
          <a:xfrm>
            <a:off x="4146296" y="3661657"/>
            <a:ext cx="826979" cy="824993"/>
            <a:chOff x="4146296" y="3661657"/>
            <a:chExt cx="826979" cy="824993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25A29AD-FE14-F945-BED1-95A37CCA4665}"/>
                </a:ext>
              </a:extLst>
            </p:cNvPr>
            <p:cNvSpPr/>
            <p:nvPr/>
          </p:nvSpPr>
          <p:spPr>
            <a:xfrm>
              <a:off x="4684205" y="4196816"/>
              <a:ext cx="165815" cy="165831"/>
            </a:xfrm>
            <a:custGeom>
              <a:avLst/>
              <a:gdLst>
                <a:gd name="connsiteX0" fmla="*/ 39627 w 165815"/>
                <a:gd name="connsiteY0" fmla="*/ 165832 h 165831"/>
                <a:gd name="connsiteX1" fmla="*/ 0 w 165815"/>
                <a:gd name="connsiteY1" fmla="*/ 126066 h 165831"/>
                <a:gd name="connsiteX2" fmla="*/ 11542 w 165815"/>
                <a:gd name="connsiteY2" fmla="*/ 98149 h 165831"/>
                <a:gd name="connsiteX3" fmla="*/ 98775 w 165815"/>
                <a:gd name="connsiteY3" fmla="*/ 10916 h 165831"/>
                <a:gd name="connsiteX4" fmla="*/ 154896 w 165815"/>
                <a:gd name="connsiteY4" fmla="*/ 12355 h 165831"/>
                <a:gd name="connsiteX5" fmla="*/ 154896 w 165815"/>
                <a:gd name="connsiteY5" fmla="*/ 67037 h 165831"/>
                <a:gd name="connsiteX6" fmla="*/ 67663 w 165815"/>
                <a:gd name="connsiteY6" fmla="*/ 154221 h 165831"/>
                <a:gd name="connsiteX7" fmla="*/ 39627 w 165815"/>
                <a:gd name="connsiteY7" fmla="*/ 165832 h 1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5" h="165831">
                  <a:moveTo>
                    <a:pt x="39627" y="165832"/>
                  </a:moveTo>
                  <a:cubicBezTo>
                    <a:pt x="17705" y="165792"/>
                    <a:pt x="-40" y="147993"/>
                    <a:pt x="0" y="126066"/>
                  </a:cubicBezTo>
                  <a:cubicBezTo>
                    <a:pt x="15" y="115606"/>
                    <a:pt x="4163" y="105572"/>
                    <a:pt x="11542" y="98149"/>
                  </a:cubicBezTo>
                  <a:lnTo>
                    <a:pt x="98775" y="10916"/>
                  </a:lnTo>
                  <a:cubicBezTo>
                    <a:pt x="114669" y="-4184"/>
                    <a:pt x="139797" y="-3538"/>
                    <a:pt x="154896" y="12355"/>
                  </a:cubicBezTo>
                  <a:cubicBezTo>
                    <a:pt x="169455" y="27673"/>
                    <a:pt x="169455" y="51714"/>
                    <a:pt x="154896" y="67037"/>
                  </a:cubicBezTo>
                  <a:lnTo>
                    <a:pt x="67663" y="154221"/>
                  </a:lnTo>
                  <a:cubicBezTo>
                    <a:pt x="60225" y="161649"/>
                    <a:pt x="50142" y="165827"/>
                    <a:pt x="39627" y="1658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E3D3A7A7-8FB1-CB43-94F2-4978648D2B7F}"/>
                </a:ext>
              </a:extLst>
            </p:cNvPr>
            <p:cNvSpPr/>
            <p:nvPr/>
          </p:nvSpPr>
          <p:spPr>
            <a:xfrm>
              <a:off x="4686712" y="4196042"/>
              <a:ext cx="166362" cy="166655"/>
            </a:xfrm>
            <a:custGeom>
              <a:avLst/>
              <a:gdLst>
                <a:gd name="connsiteX0" fmla="*/ 126686 w 166362"/>
                <a:gd name="connsiteY0" fmla="*/ 166606 h 166655"/>
                <a:gd name="connsiteX1" fmla="*/ 98849 w 166362"/>
                <a:gd name="connsiteY1" fmla="*/ 154995 h 166655"/>
                <a:gd name="connsiteX2" fmla="*/ 11616 w 166362"/>
                <a:gd name="connsiteY2" fmla="*/ 67761 h 166655"/>
                <a:gd name="connsiteX3" fmla="*/ 11640 w 166362"/>
                <a:gd name="connsiteY3" fmla="*/ 11616 h 166655"/>
                <a:gd name="connsiteX4" fmla="*/ 67786 w 166362"/>
                <a:gd name="connsiteY4" fmla="*/ 11640 h 166655"/>
                <a:gd name="connsiteX5" fmla="*/ 154771 w 166362"/>
                <a:gd name="connsiteY5" fmla="*/ 98923 h 166655"/>
                <a:gd name="connsiteX6" fmla="*/ 154702 w 166362"/>
                <a:gd name="connsiteY6" fmla="*/ 155064 h 166655"/>
                <a:gd name="connsiteX7" fmla="*/ 126686 w 166362"/>
                <a:gd name="connsiteY7" fmla="*/ 166655 h 16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362" h="166655">
                  <a:moveTo>
                    <a:pt x="126686" y="166606"/>
                  </a:moveTo>
                  <a:cubicBezTo>
                    <a:pt x="116241" y="166546"/>
                    <a:pt x="106237" y="162378"/>
                    <a:pt x="98849" y="154995"/>
                  </a:cubicBezTo>
                  <a:lnTo>
                    <a:pt x="11616" y="67761"/>
                  </a:lnTo>
                  <a:cubicBezTo>
                    <a:pt x="-3881" y="52250"/>
                    <a:pt x="-3871" y="27112"/>
                    <a:pt x="11640" y="11616"/>
                  </a:cubicBezTo>
                  <a:cubicBezTo>
                    <a:pt x="27152" y="-3881"/>
                    <a:pt x="52290" y="-3871"/>
                    <a:pt x="67786" y="11640"/>
                  </a:cubicBezTo>
                  <a:lnTo>
                    <a:pt x="154771" y="98923"/>
                  </a:lnTo>
                  <a:cubicBezTo>
                    <a:pt x="170253" y="114445"/>
                    <a:pt x="170223" y="139577"/>
                    <a:pt x="154702" y="155064"/>
                  </a:cubicBezTo>
                  <a:cubicBezTo>
                    <a:pt x="147264" y="162482"/>
                    <a:pt x="137191" y="166650"/>
                    <a:pt x="126686" y="1666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7BA22655-8915-544A-9F6A-0C9C1363070F}"/>
                </a:ext>
              </a:extLst>
            </p:cNvPr>
            <p:cNvSpPr/>
            <p:nvPr/>
          </p:nvSpPr>
          <p:spPr>
            <a:xfrm>
              <a:off x="4419012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000FAD9F-1F68-DE49-BCCB-EA0DBAE6C7BD}"/>
                </a:ext>
              </a:extLst>
            </p:cNvPr>
            <p:cNvSpPr/>
            <p:nvPr/>
          </p:nvSpPr>
          <p:spPr>
            <a:xfrm>
              <a:off x="4280074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3265E117-8F35-844B-84E6-652DC8B99060}"/>
                </a:ext>
              </a:extLst>
            </p:cNvPr>
            <p:cNvSpPr/>
            <p:nvPr/>
          </p:nvSpPr>
          <p:spPr>
            <a:xfrm>
              <a:off x="4562912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29C60BDA-5AFC-3440-A45D-3EBE1C0FFA8F}"/>
                </a:ext>
              </a:extLst>
            </p:cNvPr>
            <p:cNvSpPr/>
            <p:nvPr/>
          </p:nvSpPr>
          <p:spPr>
            <a:xfrm>
              <a:off x="4701751" y="39795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440BD2AB-D62D-B449-9403-FF55E49EA81F}"/>
                </a:ext>
              </a:extLst>
            </p:cNvPr>
            <p:cNvSpPr/>
            <p:nvPr/>
          </p:nvSpPr>
          <p:spPr>
            <a:xfrm>
              <a:off x="4421940" y="4124767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6"/>
                    <a:pt x="19906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08DC2209-9179-5049-A197-09E38B5B18E3}"/>
                </a:ext>
              </a:extLst>
            </p:cNvPr>
            <p:cNvSpPr/>
            <p:nvPr/>
          </p:nvSpPr>
          <p:spPr>
            <a:xfrm>
              <a:off x="4283001" y="4124767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6"/>
                    <a:pt x="19906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C0272274-6901-B545-88AB-2FBB7FAE393C}"/>
                </a:ext>
              </a:extLst>
            </p:cNvPr>
            <p:cNvSpPr/>
            <p:nvPr/>
          </p:nvSpPr>
          <p:spPr>
            <a:xfrm>
              <a:off x="4421840" y="42683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26EFCCE9-BDA2-E046-967D-75B4C36A1A78}"/>
                </a:ext>
              </a:extLst>
            </p:cNvPr>
            <p:cNvSpPr/>
            <p:nvPr/>
          </p:nvSpPr>
          <p:spPr>
            <a:xfrm>
              <a:off x="4282902" y="42683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2F235490-745E-9F49-873B-03F5B081F4E8}"/>
                </a:ext>
              </a:extLst>
            </p:cNvPr>
            <p:cNvSpPr/>
            <p:nvPr/>
          </p:nvSpPr>
          <p:spPr>
            <a:xfrm>
              <a:off x="4562317" y="4073905"/>
              <a:ext cx="410958" cy="410958"/>
            </a:xfrm>
            <a:custGeom>
              <a:avLst/>
              <a:gdLst>
                <a:gd name="connsiteX0" fmla="*/ 205479 w 410958"/>
                <a:gd name="connsiteY0" fmla="*/ 410959 h 410958"/>
                <a:gd name="connsiteX1" fmla="*/ 0 w 410958"/>
                <a:gd name="connsiteY1" fmla="*/ 205479 h 410958"/>
                <a:gd name="connsiteX2" fmla="*/ 205479 w 410958"/>
                <a:gd name="connsiteY2" fmla="*/ 0 h 410958"/>
                <a:gd name="connsiteX3" fmla="*/ 410959 w 410958"/>
                <a:gd name="connsiteY3" fmla="*/ 205479 h 410958"/>
                <a:gd name="connsiteX4" fmla="*/ 205479 w 410958"/>
                <a:gd name="connsiteY4" fmla="*/ 410959 h 410958"/>
                <a:gd name="connsiteX5" fmla="*/ 205479 w 410958"/>
                <a:gd name="connsiteY5" fmla="*/ 79393 h 410958"/>
                <a:gd name="connsiteX6" fmla="*/ 79393 w 410958"/>
                <a:gd name="connsiteY6" fmla="*/ 205479 h 410958"/>
                <a:gd name="connsiteX7" fmla="*/ 205479 w 410958"/>
                <a:gd name="connsiteY7" fmla="*/ 331565 h 410958"/>
                <a:gd name="connsiteX8" fmla="*/ 331566 w 410958"/>
                <a:gd name="connsiteY8" fmla="*/ 205479 h 410958"/>
                <a:gd name="connsiteX9" fmla="*/ 205479 w 410958"/>
                <a:gd name="connsiteY9" fmla="*/ 79393 h 41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0958" h="410958">
                  <a:moveTo>
                    <a:pt x="205479" y="410959"/>
                  </a:moveTo>
                  <a:cubicBezTo>
                    <a:pt x="91997" y="410959"/>
                    <a:pt x="0" y="318962"/>
                    <a:pt x="0" y="205479"/>
                  </a:cubicBezTo>
                  <a:cubicBezTo>
                    <a:pt x="0" y="91997"/>
                    <a:pt x="91997" y="0"/>
                    <a:pt x="205479" y="0"/>
                  </a:cubicBezTo>
                  <a:cubicBezTo>
                    <a:pt x="318962" y="0"/>
                    <a:pt x="410959" y="91997"/>
                    <a:pt x="410959" y="205479"/>
                  </a:cubicBezTo>
                  <a:cubicBezTo>
                    <a:pt x="410820" y="318907"/>
                    <a:pt x="318908" y="410820"/>
                    <a:pt x="205479" y="410959"/>
                  </a:cubicBezTo>
                  <a:close/>
                  <a:moveTo>
                    <a:pt x="205479" y="79393"/>
                  </a:moveTo>
                  <a:cubicBezTo>
                    <a:pt x="135842" y="79393"/>
                    <a:pt x="79393" y="135842"/>
                    <a:pt x="79393" y="205479"/>
                  </a:cubicBezTo>
                  <a:cubicBezTo>
                    <a:pt x="79393" y="275117"/>
                    <a:pt x="135842" y="331565"/>
                    <a:pt x="205479" y="331565"/>
                  </a:cubicBezTo>
                  <a:cubicBezTo>
                    <a:pt x="275117" y="331565"/>
                    <a:pt x="331566" y="275117"/>
                    <a:pt x="331566" y="205479"/>
                  </a:cubicBezTo>
                  <a:cubicBezTo>
                    <a:pt x="331481" y="135876"/>
                    <a:pt x="275083" y="79477"/>
                    <a:pt x="20547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082E55F0-3580-CB40-87D1-A14ABC72F87B}"/>
                </a:ext>
              </a:extLst>
            </p:cNvPr>
            <p:cNvSpPr/>
            <p:nvPr/>
          </p:nvSpPr>
          <p:spPr>
            <a:xfrm>
              <a:off x="4146296" y="3661657"/>
              <a:ext cx="790309" cy="824993"/>
            </a:xfrm>
            <a:custGeom>
              <a:avLst/>
              <a:gdLst>
                <a:gd name="connsiteX0" fmla="*/ 627256 w 790309"/>
                <a:gd name="connsiteY0" fmla="*/ 824994 h 824993"/>
                <a:gd name="connsiteX1" fmla="*/ 39697 w 790309"/>
                <a:gd name="connsiteY1" fmla="*/ 824994 h 824993"/>
                <a:gd name="connsiteX2" fmla="*/ 0 w 790309"/>
                <a:gd name="connsiteY2" fmla="*/ 785297 h 824993"/>
                <a:gd name="connsiteX3" fmla="*/ 0 w 790309"/>
                <a:gd name="connsiteY3" fmla="*/ 39697 h 824993"/>
                <a:gd name="connsiteX4" fmla="*/ 39697 w 790309"/>
                <a:gd name="connsiteY4" fmla="*/ 0 h 824993"/>
                <a:gd name="connsiteX5" fmla="*/ 750613 w 790309"/>
                <a:gd name="connsiteY5" fmla="*/ 0 h 824993"/>
                <a:gd name="connsiteX6" fmla="*/ 790310 w 790309"/>
                <a:gd name="connsiteY6" fmla="*/ 39697 h 824993"/>
                <a:gd name="connsiteX7" fmla="*/ 790310 w 790309"/>
                <a:gd name="connsiteY7" fmla="*/ 517246 h 824993"/>
                <a:gd name="connsiteX8" fmla="*/ 750613 w 790309"/>
                <a:gd name="connsiteY8" fmla="*/ 556943 h 824993"/>
                <a:gd name="connsiteX9" fmla="*/ 710916 w 790309"/>
                <a:gd name="connsiteY9" fmla="*/ 517246 h 824993"/>
                <a:gd name="connsiteX10" fmla="*/ 710916 w 790309"/>
                <a:gd name="connsiteY10" fmla="*/ 79393 h 824993"/>
                <a:gd name="connsiteX11" fmla="*/ 79393 w 790309"/>
                <a:gd name="connsiteY11" fmla="*/ 79393 h 824993"/>
                <a:gd name="connsiteX12" fmla="*/ 79393 w 790309"/>
                <a:gd name="connsiteY12" fmla="*/ 745600 h 824993"/>
                <a:gd name="connsiteX13" fmla="*/ 627256 w 790309"/>
                <a:gd name="connsiteY13" fmla="*/ 745600 h 824993"/>
                <a:gd name="connsiteX14" fmla="*/ 666952 w 790309"/>
                <a:gd name="connsiteY14" fmla="*/ 785297 h 824993"/>
                <a:gd name="connsiteX15" fmla="*/ 627256 w 790309"/>
                <a:gd name="connsiteY15" fmla="*/ 824994 h 824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0309" h="824993">
                  <a:moveTo>
                    <a:pt x="627256" y="824994"/>
                  </a:moveTo>
                  <a:lnTo>
                    <a:pt x="39697" y="824994"/>
                  </a:lnTo>
                  <a:cubicBezTo>
                    <a:pt x="17773" y="824994"/>
                    <a:pt x="0" y="807219"/>
                    <a:pt x="0" y="7852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50613" y="0"/>
                  </a:lnTo>
                  <a:cubicBezTo>
                    <a:pt x="772535" y="0"/>
                    <a:pt x="790310" y="17773"/>
                    <a:pt x="790310" y="39697"/>
                  </a:cubicBezTo>
                  <a:lnTo>
                    <a:pt x="790310" y="517246"/>
                  </a:lnTo>
                  <a:cubicBezTo>
                    <a:pt x="790310" y="539168"/>
                    <a:pt x="772535" y="556943"/>
                    <a:pt x="750613" y="556943"/>
                  </a:cubicBezTo>
                  <a:cubicBezTo>
                    <a:pt x="728691" y="556943"/>
                    <a:pt x="710916" y="539168"/>
                    <a:pt x="710916" y="517246"/>
                  </a:cubicBezTo>
                  <a:lnTo>
                    <a:pt x="710916" y="79393"/>
                  </a:lnTo>
                  <a:lnTo>
                    <a:pt x="79393" y="79393"/>
                  </a:lnTo>
                  <a:lnTo>
                    <a:pt x="79393" y="745600"/>
                  </a:lnTo>
                  <a:lnTo>
                    <a:pt x="627256" y="745600"/>
                  </a:lnTo>
                  <a:cubicBezTo>
                    <a:pt x="649178" y="745600"/>
                    <a:pt x="666952" y="763375"/>
                    <a:pt x="666952" y="785297"/>
                  </a:cubicBezTo>
                  <a:cubicBezTo>
                    <a:pt x="666952" y="807219"/>
                    <a:pt x="649178" y="824994"/>
                    <a:pt x="627256" y="8249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9F6C34DB-0027-164C-B94F-05A219FBFE68}"/>
                </a:ext>
              </a:extLst>
            </p:cNvPr>
            <p:cNvSpPr/>
            <p:nvPr/>
          </p:nvSpPr>
          <p:spPr>
            <a:xfrm>
              <a:off x="4153739" y="3857857"/>
              <a:ext cx="764159" cy="79393"/>
            </a:xfrm>
            <a:custGeom>
              <a:avLst/>
              <a:gdLst>
                <a:gd name="connsiteX0" fmla="*/ 724463 w 764159"/>
                <a:gd name="connsiteY0" fmla="*/ 79393 h 79393"/>
                <a:gd name="connsiteX1" fmla="*/ 39697 w 764159"/>
                <a:gd name="connsiteY1" fmla="*/ 79393 h 79393"/>
                <a:gd name="connsiteX2" fmla="*/ 0 w 764159"/>
                <a:gd name="connsiteY2" fmla="*/ 39697 h 79393"/>
                <a:gd name="connsiteX3" fmla="*/ 39697 w 764159"/>
                <a:gd name="connsiteY3" fmla="*/ 0 h 79393"/>
                <a:gd name="connsiteX4" fmla="*/ 724463 w 764159"/>
                <a:gd name="connsiteY4" fmla="*/ 0 h 79393"/>
                <a:gd name="connsiteX5" fmla="*/ 764159 w 764159"/>
                <a:gd name="connsiteY5" fmla="*/ 39697 h 79393"/>
                <a:gd name="connsiteX6" fmla="*/ 724463 w 7641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159" h="79393">
                  <a:moveTo>
                    <a:pt x="7244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24463" y="0"/>
                  </a:lnTo>
                  <a:cubicBezTo>
                    <a:pt x="746385" y="0"/>
                    <a:pt x="764159" y="17773"/>
                    <a:pt x="764159" y="39697"/>
                  </a:cubicBezTo>
                  <a:cubicBezTo>
                    <a:pt x="764159" y="61620"/>
                    <a:pt x="746385" y="79393"/>
                    <a:pt x="72446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B970BBB-74D5-8343-BE07-C327DA108116}"/>
                </a:ext>
              </a:extLst>
            </p:cNvPr>
            <p:cNvSpPr/>
            <p:nvPr/>
          </p:nvSpPr>
          <p:spPr>
            <a:xfrm>
              <a:off x="4283845" y="3760154"/>
              <a:ext cx="175458" cy="79393"/>
            </a:xfrm>
            <a:custGeom>
              <a:avLst/>
              <a:gdLst>
                <a:gd name="connsiteX0" fmla="*/ 135713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1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A511C950-EA91-9344-AAC5-812E21E3A2CE}"/>
                </a:ext>
              </a:extLst>
            </p:cNvPr>
            <p:cNvSpPr/>
            <p:nvPr/>
          </p:nvSpPr>
          <p:spPr>
            <a:xfrm>
              <a:off x="4615808" y="3761047"/>
              <a:ext cx="175409" cy="79393"/>
            </a:xfrm>
            <a:custGeom>
              <a:avLst/>
              <a:gdLst>
                <a:gd name="connsiteX0" fmla="*/ 13571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71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4" name="Picture Placeholder 69">
            <a:extLst>
              <a:ext uri="{FF2B5EF4-FFF2-40B4-BE49-F238E27FC236}">
                <a16:creationId xmlns:a16="http://schemas.microsoft.com/office/drawing/2014/main" id="{D5C3CE7D-6E88-45FD-B07C-A3886B207248}"/>
              </a:ext>
            </a:extLst>
          </p:cNvPr>
          <p:cNvGrpSpPr>
            <a:grpSpLocks noChangeAspect="1"/>
          </p:cNvGrpSpPr>
          <p:nvPr/>
        </p:nvGrpSpPr>
        <p:grpSpPr>
          <a:xfrm>
            <a:off x="5459835" y="3652626"/>
            <a:ext cx="834918" cy="843055"/>
            <a:chOff x="5459835" y="3652626"/>
            <a:chExt cx="834918" cy="843055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57CC8D50-23F7-2C43-8C90-0D9BF2046837}"/>
                </a:ext>
              </a:extLst>
            </p:cNvPr>
            <p:cNvSpPr/>
            <p:nvPr/>
          </p:nvSpPr>
          <p:spPr>
            <a:xfrm>
              <a:off x="5459835" y="3652626"/>
              <a:ext cx="834918" cy="843055"/>
            </a:xfrm>
            <a:custGeom>
              <a:avLst/>
              <a:gdLst>
                <a:gd name="connsiteX0" fmla="*/ 795222 w 834918"/>
                <a:gd name="connsiteY0" fmla="*/ 843055 h 843055"/>
                <a:gd name="connsiteX1" fmla="*/ 39697 w 834918"/>
                <a:gd name="connsiteY1" fmla="*/ 843055 h 843055"/>
                <a:gd name="connsiteX2" fmla="*/ 0 w 834918"/>
                <a:gd name="connsiteY2" fmla="*/ 803359 h 843055"/>
                <a:gd name="connsiteX3" fmla="*/ 0 w 834918"/>
                <a:gd name="connsiteY3" fmla="*/ 39697 h 843055"/>
                <a:gd name="connsiteX4" fmla="*/ 39697 w 834918"/>
                <a:gd name="connsiteY4" fmla="*/ 0 h 843055"/>
                <a:gd name="connsiteX5" fmla="*/ 795222 w 834918"/>
                <a:gd name="connsiteY5" fmla="*/ 0 h 843055"/>
                <a:gd name="connsiteX6" fmla="*/ 834919 w 834918"/>
                <a:gd name="connsiteY6" fmla="*/ 39697 h 843055"/>
                <a:gd name="connsiteX7" fmla="*/ 834919 w 834918"/>
                <a:gd name="connsiteY7" fmla="*/ 803359 h 843055"/>
                <a:gd name="connsiteX8" fmla="*/ 795222 w 834918"/>
                <a:gd name="connsiteY8" fmla="*/ 843055 h 843055"/>
                <a:gd name="connsiteX9" fmla="*/ 79393 w 834918"/>
                <a:gd name="connsiteY9" fmla="*/ 763662 h 843055"/>
                <a:gd name="connsiteX10" fmla="*/ 755525 w 834918"/>
                <a:gd name="connsiteY10" fmla="*/ 763662 h 843055"/>
                <a:gd name="connsiteX11" fmla="*/ 755525 w 834918"/>
                <a:gd name="connsiteY11" fmla="*/ 79393 h 843055"/>
                <a:gd name="connsiteX12" fmla="*/ 79393 w 834918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843055">
                  <a:moveTo>
                    <a:pt x="795222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803359"/>
                  </a:lnTo>
                  <a:cubicBezTo>
                    <a:pt x="834919" y="825281"/>
                    <a:pt x="817145" y="843055"/>
                    <a:pt x="795222" y="843055"/>
                  </a:cubicBezTo>
                  <a:close/>
                  <a:moveTo>
                    <a:pt x="79393" y="763662"/>
                  </a:moveTo>
                  <a:lnTo>
                    <a:pt x="755525" y="763662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F212D00-03B8-FD4F-A55D-72D784FA2C6C}"/>
                </a:ext>
              </a:extLst>
            </p:cNvPr>
            <p:cNvSpPr/>
            <p:nvPr/>
          </p:nvSpPr>
          <p:spPr>
            <a:xfrm>
              <a:off x="5467278" y="3853590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C6AEE7E8-B4E8-A74B-B28E-8F6398CD8D77}"/>
                </a:ext>
              </a:extLst>
            </p:cNvPr>
            <p:cNvSpPr/>
            <p:nvPr/>
          </p:nvSpPr>
          <p:spPr>
            <a:xfrm>
              <a:off x="5604330" y="3964641"/>
              <a:ext cx="248103" cy="188558"/>
            </a:xfrm>
            <a:custGeom>
              <a:avLst/>
              <a:gdLst>
                <a:gd name="connsiteX0" fmla="*/ 208407 w 248103"/>
                <a:gd name="connsiteY0" fmla="*/ 188559 h 188558"/>
                <a:gd name="connsiteX1" fmla="*/ 39697 w 248103"/>
                <a:gd name="connsiteY1" fmla="*/ 188559 h 188558"/>
                <a:gd name="connsiteX2" fmla="*/ 0 w 248103"/>
                <a:gd name="connsiteY2" fmla="*/ 148862 h 188558"/>
                <a:gd name="connsiteX3" fmla="*/ 0 w 248103"/>
                <a:gd name="connsiteY3" fmla="*/ 39697 h 188558"/>
                <a:gd name="connsiteX4" fmla="*/ 39697 w 248103"/>
                <a:gd name="connsiteY4" fmla="*/ 0 h 188558"/>
                <a:gd name="connsiteX5" fmla="*/ 208407 w 248103"/>
                <a:gd name="connsiteY5" fmla="*/ 0 h 188558"/>
                <a:gd name="connsiteX6" fmla="*/ 248104 w 248103"/>
                <a:gd name="connsiteY6" fmla="*/ 39697 h 188558"/>
                <a:gd name="connsiteX7" fmla="*/ 248104 w 248103"/>
                <a:gd name="connsiteY7" fmla="*/ 148862 h 188558"/>
                <a:gd name="connsiteX8" fmla="*/ 208407 w 248103"/>
                <a:gd name="connsiteY8" fmla="*/ 188559 h 188558"/>
                <a:gd name="connsiteX9" fmla="*/ 79393 w 248103"/>
                <a:gd name="connsiteY9" fmla="*/ 109166 h 188558"/>
                <a:gd name="connsiteX10" fmla="*/ 168711 w 248103"/>
                <a:gd name="connsiteY10" fmla="*/ 109166 h 188558"/>
                <a:gd name="connsiteX11" fmla="*/ 168711 w 248103"/>
                <a:gd name="connsiteY11" fmla="*/ 79393 h 188558"/>
                <a:gd name="connsiteX12" fmla="*/ 79393 w 248103"/>
                <a:gd name="connsiteY12" fmla="*/ 79393 h 18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88558">
                  <a:moveTo>
                    <a:pt x="208407" y="188559"/>
                  </a:moveTo>
                  <a:lnTo>
                    <a:pt x="39697" y="188559"/>
                  </a:lnTo>
                  <a:cubicBezTo>
                    <a:pt x="17773" y="188559"/>
                    <a:pt x="0" y="170786"/>
                    <a:pt x="0" y="14886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3"/>
                    <a:pt x="248104" y="39697"/>
                  </a:cubicBezTo>
                  <a:lnTo>
                    <a:pt x="248104" y="148862"/>
                  </a:lnTo>
                  <a:cubicBezTo>
                    <a:pt x="248104" y="170786"/>
                    <a:pt x="230331" y="188559"/>
                    <a:pt x="208407" y="188559"/>
                  </a:cubicBezTo>
                  <a:close/>
                  <a:moveTo>
                    <a:pt x="79393" y="109166"/>
                  </a:moveTo>
                  <a:lnTo>
                    <a:pt x="168711" y="109166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FB896ECB-A5D7-D142-B4E5-F45972D9040B}"/>
                </a:ext>
              </a:extLst>
            </p:cNvPr>
            <p:cNvSpPr/>
            <p:nvPr/>
          </p:nvSpPr>
          <p:spPr>
            <a:xfrm>
              <a:off x="5601899" y="4197808"/>
              <a:ext cx="248103" cy="188558"/>
            </a:xfrm>
            <a:custGeom>
              <a:avLst/>
              <a:gdLst>
                <a:gd name="connsiteX0" fmla="*/ 208407 w 248103"/>
                <a:gd name="connsiteY0" fmla="*/ 188559 h 188558"/>
                <a:gd name="connsiteX1" fmla="*/ 39697 w 248103"/>
                <a:gd name="connsiteY1" fmla="*/ 188559 h 188558"/>
                <a:gd name="connsiteX2" fmla="*/ 0 w 248103"/>
                <a:gd name="connsiteY2" fmla="*/ 148862 h 188558"/>
                <a:gd name="connsiteX3" fmla="*/ 0 w 248103"/>
                <a:gd name="connsiteY3" fmla="*/ 39697 h 188558"/>
                <a:gd name="connsiteX4" fmla="*/ 39697 w 248103"/>
                <a:gd name="connsiteY4" fmla="*/ 0 h 188558"/>
                <a:gd name="connsiteX5" fmla="*/ 208407 w 248103"/>
                <a:gd name="connsiteY5" fmla="*/ 0 h 188558"/>
                <a:gd name="connsiteX6" fmla="*/ 248104 w 248103"/>
                <a:gd name="connsiteY6" fmla="*/ 39697 h 188558"/>
                <a:gd name="connsiteX7" fmla="*/ 248104 w 248103"/>
                <a:gd name="connsiteY7" fmla="*/ 148862 h 188558"/>
                <a:gd name="connsiteX8" fmla="*/ 208407 w 248103"/>
                <a:gd name="connsiteY8" fmla="*/ 188559 h 188558"/>
                <a:gd name="connsiteX9" fmla="*/ 79393 w 248103"/>
                <a:gd name="connsiteY9" fmla="*/ 109166 h 188558"/>
                <a:gd name="connsiteX10" fmla="*/ 168711 w 248103"/>
                <a:gd name="connsiteY10" fmla="*/ 109166 h 188558"/>
                <a:gd name="connsiteX11" fmla="*/ 168711 w 248103"/>
                <a:gd name="connsiteY11" fmla="*/ 79393 h 188558"/>
                <a:gd name="connsiteX12" fmla="*/ 79393 w 248103"/>
                <a:gd name="connsiteY12" fmla="*/ 79393 h 18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88558">
                  <a:moveTo>
                    <a:pt x="208407" y="188559"/>
                  </a:moveTo>
                  <a:lnTo>
                    <a:pt x="39697" y="188559"/>
                  </a:lnTo>
                  <a:cubicBezTo>
                    <a:pt x="17773" y="188559"/>
                    <a:pt x="0" y="170784"/>
                    <a:pt x="0" y="148862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4"/>
                    <a:pt x="248104" y="39697"/>
                  </a:cubicBezTo>
                  <a:lnTo>
                    <a:pt x="248104" y="148862"/>
                  </a:lnTo>
                  <a:cubicBezTo>
                    <a:pt x="248104" y="170784"/>
                    <a:pt x="230331" y="188559"/>
                    <a:pt x="208407" y="188559"/>
                  </a:cubicBezTo>
                  <a:close/>
                  <a:moveTo>
                    <a:pt x="79393" y="109166"/>
                  </a:moveTo>
                  <a:lnTo>
                    <a:pt x="168711" y="109166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74C62187-D53C-9741-BAC3-2838EB59AEE0}"/>
                </a:ext>
              </a:extLst>
            </p:cNvPr>
            <p:cNvSpPr/>
            <p:nvPr/>
          </p:nvSpPr>
          <p:spPr>
            <a:xfrm>
              <a:off x="5891486" y="401942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228ECDD7-0280-7D42-B047-6E4DDBE4A08F}"/>
                </a:ext>
              </a:extLst>
            </p:cNvPr>
            <p:cNvSpPr/>
            <p:nvPr/>
          </p:nvSpPr>
          <p:spPr>
            <a:xfrm>
              <a:off x="5891486" y="4267525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1" name="Picture Placeholder 73">
            <a:extLst>
              <a:ext uri="{FF2B5EF4-FFF2-40B4-BE49-F238E27FC236}">
                <a16:creationId xmlns:a16="http://schemas.microsoft.com/office/drawing/2014/main" id="{82DA9832-911E-49F5-803B-DA54F19E319B}"/>
              </a:ext>
            </a:extLst>
          </p:cNvPr>
          <p:cNvGrpSpPr>
            <a:grpSpLocks noChangeAspect="1"/>
          </p:cNvGrpSpPr>
          <p:nvPr/>
        </p:nvGrpSpPr>
        <p:grpSpPr>
          <a:xfrm>
            <a:off x="6778682" y="3658034"/>
            <a:ext cx="832239" cy="832238"/>
            <a:chOff x="6778682" y="3658034"/>
            <a:chExt cx="832239" cy="832238"/>
          </a:xfrm>
        </p:grpSpPr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9D7327A3-FA67-6A44-8128-11B6523FA61C}"/>
                </a:ext>
              </a:extLst>
            </p:cNvPr>
            <p:cNvSpPr/>
            <p:nvPr/>
          </p:nvSpPr>
          <p:spPr>
            <a:xfrm>
              <a:off x="6778682" y="3658034"/>
              <a:ext cx="832239" cy="832238"/>
            </a:xfrm>
            <a:custGeom>
              <a:avLst/>
              <a:gdLst>
                <a:gd name="connsiteX0" fmla="*/ 416120 w 832239"/>
                <a:gd name="connsiteY0" fmla="*/ 832238 h 832238"/>
                <a:gd name="connsiteX1" fmla="*/ 0 w 832239"/>
                <a:gd name="connsiteY1" fmla="*/ 416119 h 832238"/>
                <a:gd name="connsiteX2" fmla="*/ 416120 w 832239"/>
                <a:gd name="connsiteY2" fmla="*/ 0 h 832238"/>
                <a:gd name="connsiteX3" fmla="*/ 832239 w 832239"/>
                <a:gd name="connsiteY3" fmla="*/ 416119 h 832238"/>
                <a:gd name="connsiteX4" fmla="*/ 416120 w 832239"/>
                <a:gd name="connsiteY4" fmla="*/ 832238 h 832238"/>
                <a:gd name="connsiteX5" fmla="*/ 416120 w 832239"/>
                <a:gd name="connsiteY5" fmla="*/ 79393 h 832238"/>
                <a:gd name="connsiteX6" fmla="*/ 79393 w 832239"/>
                <a:gd name="connsiteY6" fmla="*/ 416119 h 832238"/>
                <a:gd name="connsiteX7" fmla="*/ 416120 w 832239"/>
                <a:gd name="connsiteY7" fmla="*/ 752845 h 832238"/>
                <a:gd name="connsiteX8" fmla="*/ 752846 w 832239"/>
                <a:gd name="connsiteY8" fmla="*/ 416119 h 832238"/>
                <a:gd name="connsiteX9" fmla="*/ 416120 w 832239"/>
                <a:gd name="connsiteY9" fmla="*/ 79393 h 83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2239" h="832238">
                  <a:moveTo>
                    <a:pt x="416120" y="832238"/>
                  </a:moveTo>
                  <a:cubicBezTo>
                    <a:pt x="186303" y="832238"/>
                    <a:pt x="0" y="645937"/>
                    <a:pt x="0" y="416119"/>
                  </a:cubicBezTo>
                  <a:cubicBezTo>
                    <a:pt x="0" y="186303"/>
                    <a:pt x="186303" y="0"/>
                    <a:pt x="416120" y="0"/>
                  </a:cubicBezTo>
                  <a:cubicBezTo>
                    <a:pt x="645938" y="0"/>
                    <a:pt x="832239" y="186303"/>
                    <a:pt x="832239" y="416119"/>
                  </a:cubicBezTo>
                  <a:cubicBezTo>
                    <a:pt x="831857" y="645779"/>
                    <a:pt x="645779" y="831856"/>
                    <a:pt x="416120" y="832238"/>
                  </a:cubicBezTo>
                  <a:close/>
                  <a:moveTo>
                    <a:pt x="416120" y="79393"/>
                  </a:moveTo>
                  <a:cubicBezTo>
                    <a:pt x="230151" y="79393"/>
                    <a:pt x="79393" y="230151"/>
                    <a:pt x="79393" y="416119"/>
                  </a:cubicBezTo>
                  <a:cubicBezTo>
                    <a:pt x="79393" y="602087"/>
                    <a:pt x="230151" y="752845"/>
                    <a:pt x="416120" y="752845"/>
                  </a:cubicBezTo>
                  <a:cubicBezTo>
                    <a:pt x="602088" y="752845"/>
                    <a:pt x="752846" y="602087"/>
                    <a:pt x="752846" y="416119"/>
                  </a:cubicBezTo>
                  <a:cubicBezTo>
                    <a:pt x="752652" y="230230"/>
                    <a:pt x="602009" y="79585"/>
                    <a:pt x="41612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77F14A89-C3C9-0149-BD8C-74CCAC095E7A}"/>
                </a:ext>
              </a:extLst>
            </p:cNvPr>
            <p:cNvSpPr/>
            <p:nvPr/>
          </p:nvSpPr>
          <p:spPr>
            <a:xfrm>
              <a:off x="7057749" y="3843359"/>
              <a:ext cx="401748" cy="448331"/>
            </a:xfrm>
            <a:custGeom>
              <a:avLst/>
              <a:gdLst>
                <a:gd name="connsiteX0" fmla="*/ 39697 w 401748"/>
                <a:gd name="connsiteY0" fmla="*/ 448332 h 448331"/>
                <a:gd name="connsiteX1" fmla="*/ 0 w 401748"/>
                <a:gd name="connsiteY1" fmla="*/ 408635 h 448331"/>
                <a:gd name="connsiteX2" fmla="*/ 0 w 401748"/>
                <a:gd name="connsiteY2" fmla="*/ 39755 h 448331"/>
                <a:gd name="connsiteX3" fmla="*/ 39638 w 401748"/>
                <a:gd name="connsiteY3" fmla="*/ 0 h 448331"/>
                <a:gd name="connsiteX4" fmla="*/ 59545 w 401748"/>
                <a:gd name="connsiteY4" fmla="*/ 5318 h 448331"/>
                <a:gd name="connsiteX5" fmla="*/ 382080 w 401748"/>
                <a:gd name="connsiteY5" fmla="*/ 189709 h 448331"/>
                <a:gd name="connsiteX6" fmla="*/ 396316 w 401748"/>
                <a:gd name="connsiteY6" fmla="*/ 244014 h 448331"/>
                <a:gd name="connsiteX7" fmla="*/ 342681 w 401748"/>
                <a:gd name="connsiteY7" fmla="*/ 258632 h 448331"/>
                <a:gd name="connsiteX8" fmla="*/ 79691 w 401748"/>
                <a:gd name="connsiteY8" fmla="*/ 108182 h 448331"/>
                <a:gd name="connsiteX9" fmla="*/ 79691 w 401748"/>
                <a:gd name="connsiteY9" fmla="*/ 408586 h 448331"/>
                <a:gd name="connsiteX10" fmla="*/ 40045 w 401748"/>
                <a:gd name="connsiteY10" fmla="*/ 448332 h 448331"/>
                <a:gd name="connsiteX11" fmla="*/ 39697 w 401748"/>
                <a:gd name="connsiteY11" fmla="*/ 448332 h 44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1748" h="448331">
                  <a:moveTo>
                    <a:pt x="39697" y="448332"/>
                  </a:moveTo>
                  <a:cubicBezTo>
                    <a:pt x="17773" y="448332"/>
                    <a:pt x="0" y="430558"/>
                    <a:pt x="0" y="408635"/>
                  </a:cubicBezTo>
                  <a:lnTo>
                    <a:pt x="0" y="39755"/>
                  </a:lnTo>
                  <a:cubicBezTo>
                    <a:pt x="-32" y="17831"/>
                    <a:pt x="17714" y="32"/>
                    <a:pt x="39638" y="0"/>
                  </a:cubicBezTo>
                  <a:cubicBezTo>
                    <a:pt x="46626" y="-10"/>
                    <a:pt x="53493" y="1825"/>
                    <a:pt x="59545" y="5318"/>
                  </a:cubicBezTo>
                  <a:lnTo>
                    <a:pt x="382080" y="189709"/>
                  </a:lnTo>
                  <a:cubicBezTo>
                    <a:pt x="401005" y="200774"/>
                    <a:pt x="407381" y="225087"/>
                    <a:pt x="396316" y="244014"/>
                  </a:cubicBezTo>
                  <a:cubicBezTo>
                    <a:pt x="385399" y="262680"/>
                    <a:pt x="361557" y="269179"/>
                    <a:pt x="342681" y="258632"/>
                  </a:cubicBezTo>
                  <a:lnTo>
                    <a:pt x="79691" y="108182"/>
                  </a:lnTo>
                  <a:lnTo>
                    <a:pt x="79691" y="408586"/>
                  </a:lnTo>
                  <a:cubicBezTo>
                    <a:pt x="79719" y="430508"/>
                    <a:pt x="61969" y="448307"/>
                    <a:pt x="40045" y="448332"/>
                  </a:cubicBezTo>
                  <a:cubicBezTo>
                    <a:pt x="39929" y="448332"/>
                    <a:pt x="39813" y="448332"/>
                    <a:pt x="39697" y="4483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D2C1FAA3-66CE-B341-A260-CACDC66965C0}"/>
                </a:ext>
              </a:extLst>
            </p:cNvPr>
            <p:cNvSpPr/>
            <p:nvPr/>
          </p:nvSpPr>
          <p:spPr>
            <a:xfrm>
              <a:off x="7057648" y="4028067"/>
              <a:ext cx="401552" cy="263623"/>
            </a:xfrm>
            <a:custGeom>
              <a:avLst/>
              <a:gdLst>
                <a:gd name="connsiteX0" fmla="*/ 39798 w 401552"/>
                <a:gd name="connsiteY0" fmla="*/ 263624 h 263623"/>
                <a:gd name="connsiteX1" fmla="*/ 0 w 401552"/>
                <a:gd name="connsiteY1" fmla="*/ 224031 h 263623"/>
                <a:gd name="connsiteX2" fmla="*/ 19950 w 401552"/>
                <a:gd name="connsiteY2" fmla="*/ 189490 h 263623"/>
                <a:gd name="connsiteX3" fmla="*/ 342485 w 401552"/>
                <a:gd name="connsiteY3" fmla="*/ 5050 h 263623"/>
                <a:gd name="connsiteX4" fmla="*/ 396502 w 401552"/>
                <a:gd name="connsiteY4" fmla="*/ 20340 h 263623"/>
                <a:gd name="connsiteX5" fmla="*/ 381884 w 401552"/>
                <a:gd name="connsiteY5" fmla="*/ 73973 h 263623"/>
                <a:gd name="connsiteX6" fmla="*/ 59349 w 401552"/>
                <a:gd name="connsiteY6" fmla="*/ 258413 h 263623"/>
                <a:gd name="connsiteX7" fmla="*/ 39798 w 401552"/>
                <a:gd name="connsiteY7" fmla="*/ 263624 h 26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552" h="263623">
                  <a:moveTo>
                    <a:pt x="39798" y="263624"/>
                  </a:moveTo>
                  <a:cubicBezTo>
                    <a:pt x="17875" y="263678"/>
                    <a:pt x="56" y="245954"/>
                    <a:pt x="0" y="224031"/>
                  </a:cubicBezTo>
                  <a:cubicBezTo>
                    <a:pt x="-37" y="209770"/>
                    <a:pt x="7579" y="196586"/>
                    <a:pt x="19950" y="189490"/>
                  </a:cubicBezTo>
                  <a:lnTo>
                    <a:pt x="342485" y="5050"/>
                  </a:lnTo>
                  <a:cubicBezTo>
                    <a:pt x="361624" y="-5644"/>
                    <a:pt x="385809" y="1202"/>
                    <a:pt x="396502" y="20340"/>
                  </a:cubicBezTo>
                  <a:cubicBezTo>
                    <a:pt x="407051" y="39216"/>
                    <a:pt x="400551" y="63060"/>
                    <a:pt x="381884" y="73973"/>
                  </a:cubicBezTo>
                  <a:lnTo>
                    <a:pt x="59349" y="258413"/>
                  </a:lnTo>
                  <a:cubicBezTo>
                    <a:pt x="53392" y="261807"/>
                    <a:pt x="46656" y="263604"/>
                    <a:pt x="39798" y="2636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5" name="Picture Placeholder 75">
            <a:extLst>
              <a:ext uri="{FF2B5EF4-FFF2-40B4-BE49-F238E27FC236}">
                <a16:creationId xmlns:a16="http://schemas.microsoft.com/office/drawing/2014/main" id="{B7AEBEFC-8D32-4AC0-94ED-DDBF0C7C3F3E}"/>
              </a:ext>
            </a:extLst>
          </p:cNvPr>
          <p:cNvGrpSpPr>
            <a:grpSpLocks noChangeAspect="1"/>
          </p:cNvGrpSpPr>
          <p:nvPr/>
        </p:nvGrpSpPr>
        <p:grpSpPr>
          <a:xfrm>
            <a:off x="8139460" y="3655971"/>
            <a:ext cx="745650" cy="834649"/>
            <a:chOff x="8139460" y="3655971"/>
            <a:chExt cx="745650" cy="834649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42DD46A5-00B0-6844-8C6D-1CBA5E5CB390}"/>
                </a:ext>
              </a:extLst>
            </p:cNvPr>
            <p:cNvSpPr/>
            <p:nvPr/>
          </p:nvSpPr>
          <p:spPr>
            <a:xfrm>
              <a:off x="8139460" y="4219195"/>
              <a:ext cx="271425" cy="271425"/>
            </a:xfrm>
            <a:custGeom>
              <a:avLst/>
              <a:gdLst>
                <a:gd name="connsiteX0" fmla="*/ 135713 w 271425"/>
                <a:gd name="connsiteY0" fmla="*/ 271425 h 271425"/>
                <a:gd name="connsiteX1" fmla="*/ 0 w 271425"/>
                <a:gd name="connsiteY1" fmla="*/ 135713 h 271425"/>
                <a:gd name="connsiteX2" fmla="*/ 135713 w 271425"/>
                <a:gd name="connsiteY2" fmla="*/ 0 h 271425"/>
                <a:gd name="connsiteX3" fmla="*/ 271425 w 271425"/>
                <a:gd name="connsiteY3" fmla="*/ 135713 h 271425"/>
                <a:gd name="connsiteX4" fmla="*/ 135713 w 271425"/>
                <a:gd name="connsiteY4" fmla="*/ 271425 h 271425"/>
                <a:gd name="connsiteX5" fmla="*/ 135713 w 271425"/>
                <a:gd name="connsiteY5" fmla="*/ 79443 h 271425"/>
                <a:gd name="connsiteX6" fmla="*/ 79393 w 271425"/>
                <a:gd name="connsiteY6" fmla="*/ 135762 h 271425"/>
                <a:gd name="connsiteX7" fmla="*/ 135713 w 271425"/>
                <a:gd name="connsiteY7" fmla="*/ 192082 h 271425"/>
                <a:gd name="connsiteX8" fmla="*/ 192032 w 271425"/>
                <a:gd name="connsiteY8" fmla="*/ 135762 h 271425"/>
                <a:gd name="connsiteX9" fmla="*/ 192032 w 271425"/>
                <a:gd name="connsiteY9" fmla="*/ 135713 h 271425"/>
                <a:gd name="connsiteX10" fmla="*/ 135713 w 271425"/>
                <a:gd name="connsiteY10" fmla="*/ 79443 h 27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1425" h="271425">
                  <a:moveTo>
                    <a:pt x="135713" y="271425"/>
                  </a:moveTo>
                  <a:cubicBezTo>
                    <a:pt x="60761" y="271425"/>
                    <a:pt x="0" y="210665"/>
                    <a:pt x="0" y="135713"/>
                  </a:cubicBezTo>
                  <a:cubicBezTo>
                    <a:pt x="0" y="60761"/>
                    <a:pt x="60761" y="0"/>
                    <a:pt x="135713" y="0"/>
                  </a:cubicBezTo>
                  <a:cubicBezTo>
                    <a:pt x="210665" y="0"/>
                    <a:pt x="271425" y="60761"/>
                    <a:pt x="271425" y="135713"/>
                  </a:cubicBezTo>
                  <a:cubicBezTo>
                    <a:pt x="271344" y="210630"/>
                    <a:pt x="210631" y="271341"/>
                    <a:pt x="135713" y="271425"/>
                  </a:cubicBezTo>
                  <a:close/>
                  <a:moveTo>
                    <a:pt x="135713" y="79443"/>
                  </a:moveTo>
                  <a:cubicBezTo>
                    <a:pt x="104608" y="79443"/>
                    <a:pt x="79393" y="104660"/>
                    <a:pt x="79393" y="135762"/>
                  </a:cubicBezTo>
                  <a:cubicBezTo>
                    <a:pt x="79393" y="166864"/>
                    <a:pt x="104608" y="192082"/>
                    <a:pt x="135713" y="192082"/>
                  </a:cubicBezTo>
                  <a:cubicBezTo>
                    <a:pt x="166817" y="192082"/>
                    <a:pt x="192032" y="166864"/>
                    <a:pt x="192032" y="135762"/>
                  </a:cubicBezTo>
                  <a:cubicBezTo>
                    <a:pt x="192032" y="135747"/>
                    <a:pt x="192032" y="135727"/>
                    <a:pt x="192032" y="135713"/>
                  </a:cubicBezTo>
                  <a:cubicBezTo>
                    <a:pt x="191978" y="104640"/>
                    <a:pt x="166786" y="79467"/>
                    <a:pt x="135713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FD698E77-1EA7-1B47-A248-9C2B6A97E8B5}"/>
                </a:ext>
              </a:extLst>
            </p:cNvPr>
            <p:cNvSpPr/>
            <p:nvPr/>
          </p:nvSpPr>
          <p:spPr>
            <a:xfrm>
              <a:off x="8341370" y="3792483"/>
              <a:ext cx="540984" cy="253089"/>
            </a:xfrm>
            <a:custGeom>
              <a:avLst/>
              <a:gdLst>
                <a:gd name="connsiteX0" fmla="*/ 39743 w 540984"/>
                <a:gd name="connsiteY0" fmla="*/ 253089 h 253089"/>
                <a:gd name="connsiteX1" fmla="*/ 0 w 540984"/>
                <a:gd name="connsiteY1" fmla="*/ 213439 h 253089"/>
                <a:gd name="connsiteX2" fmla="*/ 25750 w 540984"/>
                <a:gd name="connsiteY2" fmla="*/ 176227 h 253089"/>
                <a:gd name="connsiteX3" fmla="*/ 487223 w 540984"/>
                <a:gd name="connsiteY3" fmla="*/ 2554 h 253089"/>
                <a:gd name="connsiteX4" fmla="*/ 538431 w 540984"/>
                <a:gd name="connsiteY4" fmla="*/ 25777 h 253089"/>
                <a:gd name="connsiteX5" fmla="*/ 515209 w 540984"/>
                <a:gd name="connsiteY5" fmla="*/ 76985 h 253089"/>
                <a:gd name="connsiteX6" fmla="*/ 53736 w 540984"/>
                <a:gd name="connsiteY6" fmla="*/ 250658 h 253089"/>
                <a:gd name="connsiteX7" fmla="*/ 39743 w 540984"/>
                <a:gd name="connsiteY7" fmla="*/ 253089 h 25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984" h="253089">
                  <a:moveTo>
                    <a:pt x="39743" y="253089"/>
                  </a:moveTo>
                  <a:cubicBezTo>
                    <a:pt x="17819" y="253115"/>
                    <a:pt x="25" y="235363"/>
                    <a:pt x="0" y="213439"/>
                  </a:cubicBezTo>
                  <a:cubicBezTo>
                    <a:pt x="-19" y="196878"/>
                    <a:pt x="10244" y="182045"/>
                    <a:pt x="25750" y="176227"/>
                  </a:cubicBezTo>
                  <a:lnTo>
                    <a:pt x="487223" y="2554"/>
                  </a:lnTo>
                  <a:cubicBezTo>
                    <a:pt x="507776" y="-5174"/>
                    <a:pt x="530705" y="5224"/>
                    <a:pt x="538431" y="25777"/>
                  </a:cubicBezTo>
                  <a:cubicBezTo>
                    <a:pt x="546157" y="46330"/>
                    <a:pt x="535762" y="69258"/>
                    <a:pt x="515209" y="76985"/>
                  </a:cubicBezTo>
                  <a:lnTo>
                    <a:pt x="53736" y="250658"/>
                  </a:lnTo>
                  <a:cubicBezTo>
                    <a:pt x="49250" y="252282"/>
                    <a:pt x="44514" y="253106"/>
                    <a:pt x="39743" y="2530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D30C8B5D-F35D-CF41-98DD-C5D97D113D7B}"/>
                </a:ext>
              </a:extLst>
            </p:cNvPr>
            <p:cNvSpPr/>
            <p:nvPr/>
          </p:nvSpPr>
          <p:spPr>
            <a:xfrm>
              <a:off x="8330003" y="3655971"/>
              <a:ext cx="554859" cy="712135"/>
            </a:xfrm>
            <a:custGeom>
              <a:avLst/>
              <a:gdLst>
                <a:gd name="connsiteX0" fmla="*/ 39697 w 554859"/>
                <a:gd name="connsiteY0" fmla="*/ 712136 h 712135"/>
                <a:gd name="connsiteX1" fmla="*/ 0 w 554859"/>
                <a:gd name="connsiteY1" fmla="*/ 672439 h 712135"/>
                <a:gd name="connsiteX2" fmla="*/ 0 w 554859"/>
                <a:gd name="connsiteY2" fmla="*/ 229724 h 712135"/>
                <a:gd name="connsiteX3" fmla="*/ 24810 w 554859"/>
                <a:gd name="connsiteY3" fmla="*/ 192855 h 712135"/>
                <a:gd name="connsiteX4" fmla="*/ 500276 w 554859"/>
                <a:gd name="connsiteY4" fmla="*/ 2907 h 712135"/>
                <a:gd name="connsiteX5" fmla="*/ 551961 w 554859"/>
                <a:gd name="connsiteY5" fmla="*/ 24821 h 712135"/>
                <a:gd name="connsiteX6" fmla="*/ 554859 w 554859"/>
                <a:gd name="connsiteY6" fmla="*/ 39776 h 712135"/>
                <a:gd name="connsiteX7" fmla="*/ 554859 w 554859"/>
                <a:gd name="connsiteY7" fmla="*/ 514000 h 712135"/>
                <a:gd name="connsiteX8" fmla="*/ 515163 w 554859"/>
                <a:gd name="connsiteY8" fmla="*/ 553697 h 712135"/>
                <a:gd name="connsiteX9" fmla="*/ 475466 w 554859"/>
                <a:gd name="connsiteY9" fmla="*/ 514000 h 712135"/>
                <a:gd name="connsiteX10" fmla="*/ 475466 w 554859"/>
                <a:gd name="connsiteY10" fmla="*/ 98378 h 712135"/>
                <a:gd name="connsiteX11" fmla="*/ 79393 w 554859"/>
                <a:gd name="connsiteY11" fmla="*/ 256618 h 712135"/>
                <a:gd name="connsiteX12" fmla="*/ 79393 w 554859"/>
                <a:gd name="connsiteY12" fmla="*/ 672439 h 712135"/>
                <a:gd name="connsiteX13" fmla="*/ 39697 w 554859"/>
                <a:gd name="connsiteY13" fmla="*/ 712136 h 71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4859" h="712135">
                  <a:moveTo>
                    <a:pt x="39697" y="712136"/>
                  </a:moveTo>
                  <a:cubicBezTo>
                    <a:pt x="17773" y="712136"/>
                    <a:pt x="0" y="694362"/>
                    <a:pt x="0" y="672439"/>
                  </a:cubicBezTo>
                  <a:lnTo>
                    <a:pt x="0" y="229724"/>
                  </a:lnTo>
                  <a:cubicBezTo>
                    <a:pt x="-28" y="213523"/>
                    <a:pt x="9792" y="198930"/>
                    <a:pt x="24810" y="192855"/>
                  </a:cubicBezTo>
                  <a:lnTo>
                    <a:pt x="500276" y="2907"/>
                  </a:lnTo>
                  <a:cubicBezTo>
                    <a:pt x="520601" y="-5314"/>
                    <a:pt x="543739" y="4497"/>
                    <a:pt x="551961" y="24821"/>
                  </a:cubicBezTo>
                  <a:cubicBezTo>
                    <a:pt x="553887" y="29572"/>
                    <a:pt x="554869" y="34650"/>
                    <a:pt x="554859" y="39776"/>
                  </a:cubicBezTo>
                  <a:lnTo>
                    <a:pt x="554859" y="514000"/>
                  </a:lnTo>
                  <a:cubicBezTo>
                    <a:pt x="554859" y="535923"/>
                    <a:pt x="537085" y="553697"/>
                    <a:pt x="515163" y="553697"/>
                  </a:cubicBezTo>
                  <a:cubicBezTo>
                    <a:pt x="493240" y="553697"/>
                    <a:pt x="475466" y="535923"/>
                    <a:pt x="475466" y="514000"/>
                  </a:cubicBezTo>
                  <a:lnTo>
                    <a:pt x="475466" y="98378"/>
                  </a:lnTo>
                  <a:lnTo>
                    <a:pt x="79393" y="256618"/>
                  </a:lnTo>
                  <a:lnTo>
                    <a:pt x="79393" y="672439"/>
                  </a:lnTo>
                  <a:cubicBezTo>
                    <a:pt x="79393" y="694362"/>
                    <a:pt x="61621" y="712136"/>
                    <a:pt x="39697" y="71213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CFB6A815-6D9B-3B41-B938-5A504F1F647D}"/>
                </a:ext>
              </a:extLst>
            </p:cNvPr>
            <p:cNvSpPr/>
            <p:nvPr/>
          </p:nvSpPr>
          <p:spPr>
            <a:xfrm>
              <a:off x="8613685" y="4033465"/>
              <a:ext cx="271425" cy="271425"/>
            </a:xfrm>
            <a:custGeom>
              <a:avLst/>
              <a:gdLst>
                <a:gd name="connsiteX0" fmla="*/ 135762 w 271425"/>
                <a:gd name="connsiteY0" fmla="*/ 271425 h 271425"/>
                <a:gd name="connsiteX1" fmla="*/ 0 w 271425"/>
                <a:gd name="connsiteY1" fmla="*/ 135762 h 271425"/>
                <a:gd name="connsiteX2" fmla="*/ 135663 w 271425"/>
                <a:gd name="connsiteY2" fmla="*/ 0 h 271425"/>
                <a:gd name="connsiteX3" fmla="*/ 271426 w 271425"/>
                <a:gd name="connsiteY3" fmla="*/ 135663 h 271425"/>
                <a:gd name="connsiteX4" fmla="*/ 271426 w 271425"/>
                <a:gd name="connsiteY4" fmla="*/ 135713 h 271425"/>
                <a:gd name="connsiteX5" fmla="*/ 135762 w 271425"/>
                <a:gd name="connsiteY5" fmla="*/ 271425 h 271425"/>
                <a:gd name="connsiteX6" fmla="*/ 135762 w 271425"/>
                <a:gd name="connsiteY6" fmla="*/ 79443 h 271425"/>
                <a:gd name="connsiteX7" fmla="*/ 79393 w 271425"/>
                <a:gd name="connsiteY7" fmla="*/ 135713 h 271425"/>
                <a:gd name="connsiteX8" fmla="*/ 135663 w 271425"/>
                <a:gd name="connsiteY8" fmla="*/ 192082 h 271425"/>
                <a:gd name="connsiteX9" fmla="*/ 192032 w 271425"/>
                <a:gd name="connsiteY9" fmla="*/ 135812 h 271425"/>
                <a:gd name="connsiteX10" fmla="*/ 192032 w 271425"/>
                <a:gd name="connsiteY10" fmla="*/ 135713 h 271425"/>
                <a:gd name="connsiteX11" fmla="*/ 135762 w 271425"/>
                <a:gd name="connsiteY11" fmla="*/ 79443 h 27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1425" h="271425">
                  <a:moveTo>
                    <a:pt x="135762" y="271425"/>
                  </a:moveTo>
                  <a:cubicBezTo>
                    <a:pt x="60810" y="271455"/>
                    <a:pt x="30" y="210714"/>
                    <a:pt x="0" y="135762"/>
                  </a:cubicBezTo>
                  <a:cubicBezTo>
                    <a:pt x="-30" y="60810"/>
                    <a:pt x="60711" y="27"/>
                    <a:pt x="135663" y="0"/>
                  </a:cubicBezTo>
                  <a:cubicBezTo>
                    <a:pt x="210615" y="-27"/>
                    <a:pt x="271396" y="60711"/>
                    <a:pt x="271426" y="135663"/>
                  </a:cubicBezTo>
                  <a:cubicBezTo>
                    <a:pt x="271426" y="135678"/>
                    <a:pt x="271426" y="135698"/>
                    <a:pt x="271426" y="135713"/>
                  </a:cubicBezTo>
                  <a:cubicBezTo>
                    <a:pt x="271341" y="210610"/>
                    <a:pt x="210660" y="271316"/>
                    <a:pt x="135762" y="271425"/>
                  </a:cubicBezTo>
                  <a:close/>
                  <a:moveTo>
                    <a:pt x="135762" y="79443"/>
                  </a:moveTo>
                  <a:cubicBezTo>
                    <a:pt x="104660" y="79415"/>
                    <a:pt x="79423" y="104610"/>
                    <a:pt x="79393" y="135713"/>
                  </a:cubicBezTo>
                  <a:cubicBezTo>
                    <a:pt x="79363" y="166815"/>
                    <a:pt x="104561" y="192052"/>
                    <a:pt x="135663" y="192082"/>
                  </a:cubicBezTo>
                  <a:cubicBezTo>
                    <a:pt x="166765" y="192111"/>
                    <a:pt x="192002" y="166914"/>
                    <a:pt x="192032" y="135812"/>
                  </a:cubicBezTo>
                  <a:cubicBezTo>
                    <a:pt x="192032" y="135777"/>
                    <a:pt x="192032" y="135747"/>
                    <a:pt x="192032" y="135713"/>
                  </a:cubicBezTo>
                  <a:cubicBezTo>
                    <a:pt x="191978" y="104660"/>
                    <a:pt x="166815" y="79497"/>
                    <a:pt x="135762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0" name="Picture Placeholder 77">
            <a:extLst>
              <a:ext uri="{FF2B5EF4-FFF2-40B4-BE49-F238E27FC236}">
                <a16:creationId xmlns:a16="http://schemas.microsoft.com/office/drawing/2014/main" id="{3828C8AB-B524-4B76-BF70-6605B8AE5DDD}"/>
              </a:ext>
            </a:extLst>
          </p:cNvPr>
          <p:cNvGrpSpPr>
            <a:grpSpLocks noChangeAspect="1"/>
          </p:cNvGrpSpPr>
          <p:nvPr/>
        </p:nvGrpSpPr>
        <p:grpSpPr>
          <a:xfrm>
            <a:off x="9507282" y="3660173"/>
            <a:ext cx="645069" cy="827965"/>
            <a:chOff x="9507282" y="3660173"/>
            <a:chExt cx="645069" cy="827965"/>
          </a:xfrm>
        </p:grpSpPr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0829AF1-EB2B-2A4A-8BBC-CC037CCFAFE2}"/>
                </a:ext>
              </a:extLst>
            </p:cNvPr>
            <p:cNvSpPr/>
            <p:nvPr/>
          </p:nvSpPr>
          <p:spPr>
            <a:xfrm>
              <a:off x="9513449" y="3660173"/>
              <a:ext cx="638903" cy="545127"/>
            </a:xfrm>
            <a:custGeom>
              <a:avLst/>
              <a:gdLst>
                <a:gd name="connsiteX0" fmla="*/ 599207 w 638903"/>
                <a:gd name="connsiteY0" fmla="*/ 545128 h 545127"/>
                <a:gd name="connsiteX1" fmla="*/ 559510 w 638903"/>
                <a:gd name="connsiteY1" fmla="*/ 505431 h 545127"/>
                <a:gd name="connsiteX2" fmla="*/ 559510 w 638903"/>
                <a:gd name="connsiteY2" fmla="*/ 169053 h 545127"/>
                <a:gd name="connsiteX3" fmla="*/ 557376 w 638903"/>
                <a:gd name="connsiteY3" fmla="*/ 169053 h 545127"/>
                <a:gd name="connsiteX4" fmla="*/ 553903 w 638903"/>
                <a:gd name="connsiteY4" fmla="*/ 169053 h 545127"/>
                <a:gd name="connsiteX5" fmla="*/ 396506 w 638903"/>
                <a:gd name="connsiteY5" fmla="*/ 120871 h 545127"/>
                <a:gd name="connsiteX6" fmla="*/ 266103 w 638903"/>
                <a:gd name="connsiteY6" fmla="*/ 79735 h 545127"/>
                <a:gd name="connsiteX7" fmla="*/ 64245 w 638903"/>
                <a:gd name="connsiteY7" fmla="*/ 158434 h 545127"/>
                <a:gd name="connsiteX8" fmla="*/ 8501 w 638903"/>
                <a:gd name="connsiteY8" fmla="*/ 151786 h 545127"/>
                <a:gd name="connsiteX9" fmla="*/ 12689 w 638903"/>
                <a:gd name="connsiteY9" fmla="*/ 98145 h 545127"/>
                <a:gd name="connsiteX10" fmla="*/ 271065 w 638903"/>
                <a:gd name="connsiteY10" fmla="*/ 491 h 545127"/>
                <a:gd name="connsiteX11" fmla="*/ 430893 w 638903"/>
                <a:gd name="connsiteY11" fmla="*/ 49268 h 545127"/>
                <a:gd name="connsiteX12" fmla="*/ 557178 w 638903"/>
                <a:gd name="connsiteY12" fmla="*/ 89660 h 545127"/>
                <a:gd name="connsiteX13" fmla="*/ 598214 w 638903"/>
                <a:gd name="connsiteY13" fmla="*/ 88667 h 545127"/>
                <a:gd name="connsiteX14" fmla="*/ 638888 w 638903"/>
                <a:gd name="connsiteY14" fmla="*/ 127359 h 545127"/>
                <a:gd name="connsiteX15" fmla="*/ 638903 w 638903"/>
                <a:gd name="connsiteY15" fmla="*/ 128364 h 545127"/>
                <a:gd name="connsiteX16" fmla="*/ 638903 w 638903"/>
                <a:gd name="connsiteY16" fmla="*/ 505481 h 545127"/>
                <a:gd name="connsiteX17" fmla="*/ 599207 w 638903"/>
                <a:gd name="connsiteY17" fmla="*/ 545128 h 54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8903" h="545127">
                  <a:moveTo>
                    <a:pt x="599207" y="545128"/>
                  </a:moveTo>
                  <a:cubicBezTo>
                    <a:pt x="577284" y="545128"/>
                    <a:pt x="559510" y="527354"/>
                    <a:pt x="559510" y="505431"/>
                  </a:cubicBezTo>
                  <a:lnTo>
                    <a:pt x="559510" y="169053"/>
                  </a:lnTo>
                  <a:lnTo>
                    <a:pt x="557376" y="169053"/>
                  </a:lnTo>
                  <a:cubicBezTo>
                    <a:pt x="556235" y="169053"/>
                    <a:pt x="555044" y="169053"/>
                    <a:pt x="553903" y="169053"/>
                  </a:cubicBezTo>
                  <a:cubicBezTo>
                    <a:pt x="488255" y="164984"/>
                    <a:pt x="441611" y="142555"/>
                    <a:pt x="396506" y="120871"/>
                  </a:cubicBezTo>
                  <a:cubicBezTo>
                    <a:pt x="355966" y="101420"/>
                    <a:pt x="317659" y="83010"/>
                    <a:pt x="266103" y="79735"/>
                  </a:cubicBezTo>
                  <a:cubicBezTo>
                    <a:pt x="165869" y="73434"/>
                    <a:pt x="65238" y="157689"/>
                    <a:pt x="64245" y="158434"/>
                  </a:cubicBezTo>
                  <a:cubicBezTo>
                    <a:pt x="47016" y="171991"/>
                    <a:pt x="22058" y="169015"/>
                    <a:pt x="8501" y="151786"/>
                  </a:cubicBezTo>
                  <a:cubicBezTo>
                    <a:pt x="-4281" y="135542"/>
                    <a:pt x="-2459" y="112208"/>
                    <a:pt x="12689" y="98145"/>
                  </a:cubicBezTo>
                  <a:cubicBezTo>
                    <a:pt x="17652" y="93828"/>
                    <a:pt x="138428" y="-7895"/>
                    <a:pt x="271065" y="491"/>
                  </a:cubicBezTo>
                  <a:cubicBezTo>
                    <a:pt x="338102" y="4610"/>
                    <a:pt x="387425" y="28378"/>
                    <a:pt x="430893" y="49268"/>
                  </a:cubicBezTo>
                  <a:cubicBezTo>
                    <a:pt x="470590" y="68273"/>
                    <a:pt x="507855" y="86236"/>
                    <a:pt x="557178" y="89660"/>
                  </a:cubicBezTo>
                  <a:lnTo>
                    <a:pt x="598214" y="88667"/>
                  </a:lnTo>
                  <a:cubicBezTo>
                    <a:pt x="620132" y="88119"/>
                    <a:pt x="638342" y="105442"/>
                    <a:pt x="638888" y="127359"/>
                  </a:cubicBezTo>
                  <a:cubicBezTo>
                    <a:pt x="638898" y="127694"/>
                    <a:pt x="638903" y="128029"/>
                    <a:pt x="638903" y="128364"/>
                  </a:cubicBezTo>
                  <a:lnTo>
                    <a:pt x="638903" y="505481"/>
                  </a:lnTo>
                  <a:cubicBezTo>
                    <a:pt x="638873" y="527383"/>
                    <a:pt x="621109" y="545128"/>
                    <a:pt x="599207" y="5451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AF06EB2F-E9AC-B340-8EF5-677B5B9DBA44}"/>
                </a:ext>
              </a:extLst>
            </p:cNvPr>
            <p:cNvSpPr/>
            <p:nvPr/>
          </p:nvSpPr>
          <p:spPr>
            <a:xfrm>
              <a:off x="9508536" y="4040375"/>
              <a:ext cx="640156" cy="169143"/>
            </a:xfrm>
            <a:custGeom>
              <a:avLst/>
              <a:gdLst>
                <a:gd name="connsiteX0" fmla="*/ 557624 w 640156"/>
                <a:gd name="connsiteY0" fmla="*/ 169094 h 169143"/>
                <a:gd name="connsiteX1" fmla="*/ 555143 w 640156"/>
                <a:gd name="connsiteY1" fmla="*/ 169094 h 169143"/>
                <a:gd name="connsiteX2" fmla="*/ 399781 w 640156"/>
                <a:gd name="connsiteY2" fmla="*/ 120664 h 169143"/>
                <a:gd name="connsiteX3" fmla="*/ 272305 w 640156"/>
                <a:gd name="connsiteY3" fmla="*/ 79776 h 169143"/>
                <a:gd name="connsiteX4" fmla="*/ 64841 w 640156"/>
                <a:gd name="connsiteY4" fmla="*/ 159169 h 169143"/>
                <a:gd name="connsiteX5" fmla="*/ 8968 w 640156"/>
                <a:gd name="connsiteY5" fmla="*/ 153562 h 169143"/>
                <a:gd name="connsiteX6" fmla="*/ 14575 w 640156"/>
                <a:gd name="connsiteY6" fmla="*/ 97689 h 169143"/>
                <a:gd name="connsiteX7" fmla="*/ 277267 w 640156"/>
                <a:gd name="connsiteY7" fmla="*/ 483 h 169143"/>
                <a:gd name="connsiteX8" fmla="*/ 435011 w 640156"/>
                <a:gd name="connsiteY8" fmla="*/ 49458 h 169143"/>
                <a:gd name="connsiteX9" fmla="*/ 558418 w 640156"/>
                <a:gd name="connsiteY9" fmla="*/ 89701 h 169143"/>
                <a:gd name="connsiteX10" fmla="*/ 599455 w 640156"/>
                <a:gd name="connsiteY10" fmla="*/ 88658 h 169143"/>
                <a:gd name="connsiteX11" fmla="*/ 640144 w 640156"/>
                <a:gd name="connsiteY11" fmla="*/ 127363 h 169143"/>
                <a:gd name="connsiteX12" fmla="*/ 601439 w 640156"/>
                <a:gd name="connsiteY12" fmla="*/ 168052 h 169143"/>
                <a:gd name="connsiteX13" fmla="*/ 558617 w 640156"/>
                <a:gd name="connsiteY13" fmla="*/ 169143 h 16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0156" h="169143">
                  <a:moveTo>
                    <a:pt x="557624" y="169094"/>
                  </a:moveTo>
                  <a:lnTo>
                    <a:pt x="555143" y="169094"/>
                  </a:lnTo>
                  <a:cubicBezTo>
                    <a:pt x="489247" y="164975"/>
                    <a:pt x="441710" y="141455"/>
                    <a:pt x="399781" y="120664"/>
                  </a:cubicBezTo>
                  <a:cubicBezTo>
                    <a:pt x="360630" y="101312"/>
                    <a:pt x="323662" y="83002"/>
                    <a:pt x="272305" y="79776"/>
                  </a:cubicBezTo>
                  <a:cubicBezTo>
                    <a:pt x="171575" y="73425"/>
                    <a:pt x="65883" y="158276"/>
                    <a:pt x="64841" y="159169"/>
                  </a:cubicBezTo>
                  <a:cubicBezTo>
                    <a:pt x="47863" y="173048"/>
                    <a:pt x="22848" y="170538"/>
                    <a:pt x="8968" y="153562"/>
                  </a:cubicBezTo>
                  <a:cubicBezTo>
                    <a:pt x="-4913" y="136587"/>
                    <a:pt x="-2402" y="111568"/>
                    <a:pt x="14575" y="97689"/>
                  </a:cubicBezTo>
                  <a:cubicBezTo>
                    <a:pt x="19835" y="93323"/>
                    <a:pt x="145127" y="-7804"/>
                    <a:pt x="277267" y="483"/>
                  </a:cubicBezTo>
                  <a:cubicBezTo>
                    <a:pt x="344553" y="4700"/>
                    <a:pt x="392586" y="28469"/>
                    <a:pt x="435011" y="49458"/>
                  </a:cubicBezTo>
                  <a:cubicBezTo>
                    <a:pt x="474708" y="69306"/>
                    <a:pt x="509443" y="86277"/>
                    <a:pt x="558418" y="89701"/>
                  </a:cubicBezTo>
                  <a:lnTo>
                    <a:pt x="599455" y="88658"/>
                  </a:lnTo>
                  <a:cubicBezTo>
                    <a:pt x="621377" y="88110"/>
                    <a:pt x="639598" y="105440"/>
                    <a:pt x="640144" y="127363"/>
                  </a:cubicBezTo>
                  <a:cubicBezTo>
                    <a:pt x="640689" y="149285"/>
                    <a:pt x="623362" y="167506"/>
                    <a:pt x="601439" y="168052"/>
                  </a:cubicBezTo>
                  <a:lnTo>
                    <a:pt x="558617" y="16914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9EB48C0D-2F81-B64E-BD32-EDEFC3592D3D}"/>
                </a:ext>
              </a:extLst>
            </p:cNvPr>
            <p:cNvSpPr/>
            <p:nvPr/>
          </p:nvSpPr>
          <p:spPr>
            <a:xfrm>
              <a:off x="9507282" y="3749882"/>
              <a:ext cx="81229" cy="738256"/>
            </a:xfrm>
            <a:custGeom>
              <a:avLst/>
              <a:gdLst>
                <a:gd name="connsiteX0" fmla="*/ 39697 w 81229"/>
                <a:gd name="connsiteY0" fmla="*/ 738257 h 738256"/>
                <a:gd name="connsiteX1" fmla="*/ 39697 w 81229"/>
                <a:gd name="connsiteY1" fmla="*/ 738257 h 738256"/>
                <a:gd name="connsiteX2" fmla="*/ 0 w 81229"/>
                <a:gd name="connsiteY2" fmla="*/ 698560 h 738256"/>
                <a:gd name="connsiteX3" fmla="*/ 1836 w 81229"/>
                <a:gd name="connsiteY3" fmla="*/ 39697 h 738256"/>
                <a:gd name="connsiteX4" fmla="*/ 41533 w 81229"/>
                <a:gd name="connsiteY4" fmla="*/ 0 h 738256"/>
                <a:gd name="connsiteX5" fmla="*/ 41533 w 81229"/>
                <a:gd name="connsiteY5" fmla="*/ 0 h 738256"/>
                <a:gd name="connsiteX6" fmla="*/ 81229 w 81229"/>
                <a:gd name="connsiteY6" fmla="*/ 39697 h 738256"/>
                <a:gd name="connsiteX7" fmla="*/ 79393 w 81229"/>
                <a:gd name="connsiteY7" fmla="*/ 698907 h 738256"/>
                <a:gd name="connsiteX8" fmla="*/ 39697 w 81229"/>
                <a:gd name="connsiteY8" fmla="*/ 738257 h 73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229" h="738256">
                  <a:moveTo>
                    <a:pt x="39697" y="738257"/>
                  </a:moveTo>
                  <a:lnTo>
                    <a:pt x="39697" y="738257"/>
                  </a:lnTo>
                  <a:cubicBezTo>
                    <a:pt x="17773" y="738257"/>
                    <a:pt x="0" y="720483"/>
                    <a:pt x="0" y="698560"/>
                  </a:cubicBezTo>
                  <a:lnTo>
                    <a:pt x="1836" y="39697"/>
                  </a:lnTo>
                  <a:cubicBezTo>
                    <a:pt x="1836" y="17773"/>
                    <a:pt x="19609" y="0"/>
                    <a:pt x="41533" y="0"/>
                  </a:cubicBezTo>
                  <a:lnTo>
                    <a:pt x="41533" y="0"/>
                  </a:lnTo>
                  <a:cubicBezTo>
                    <a:pt x="63456" y="0"/>
                    <a:pt x="81229" y="17773"/>
                    <a:pt x="81229" y="39697"/>
                  </a:cubicBezTo>
                  <a:lnTo>
                    <a:pt x="79393" y="698907"/>
                  </a:lnTo>
                  <a:cubicBezTo>
                    <a:pt x="79203" y="720696"/>
                    <a:pt x="61486" y="738257"/>
                    <a:pt x="39697" y="73825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4" name="Picture Placeholder 79">
            <a:extLst>
              <a:ext uri="{FF2B5EF4-FFF2-40B4-BE49-F238E27FC236}">
                <a16:creationId xmlns:a16="http://schemas.microsoft.com/office/drawing/2014/main" id="{AC4A648B-D8A8-493C-8FD0-72292C86EE61}"/>
              </a:ext>
            </a:extLst>
          </p:cNvPr>
          <p:cNvGrpSpPr>
            <a:grpSpLocks noChangeAspect="1"/>
          </p:cNvGrpSpPr>
          <p:nvPr/>
        </p:nvGrpSpPr>
        <p:grpSpPr>
          <a:xfrm>
            <a:off x="1505800" y="4758609"/>
            <a:ext cx="868363" cy="868362"/>
            <a:chOff x="1505800" y="4758609"/>
            <a:chExt cx="868363" cy="868362"/>
          </a:xfrm>
        </p:grpSpPr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145FA66D-3009-7545-A71D-919E47E67D76}"/>
                </a:ext>
              </a:extLst>
            </p:cNvPr>
            <p:cNvSpPr/>
            <p:nvPr/>
          </p:nvSpPr>
          <p:spPr>
            <a:xfrm>
              <a:off x="1628363" y="4830310"/>
              <a:ext cx="352307" cy="379846"/>
            </a:xfrm>
            <a:custGeom>
              <a:avLst/>
              <a:gdLst>
                <a:gd name="connsiteX0" fmla="*/ 312611 w 352307"/>
                <a:gd name="connsiteY0" fmla="*/ 379846 h 379846"/>
                <a:gd name="connsiteX1" fmla="*/ 39697 w 352307"/>
                <a:gd name="connsiteY1" fmla="*/ 379846 h 379846"/>
                <a:gd name="connsiteX2" fmla="*/ 0 w 352307"/>
                <a:gd name="connsiteY2" fmla="*/ 340150 h 379846"/>
                <a:gd name="connsiteX3" fmla="*/ 0 w 352307"/>
                <a:gd name="connsiteY3" fmla="*/ 39697 h 379846"/>
                <a:gd name="connsiteX4" fmla="*/ 39697 w 352307"/>
                <a:gd name="connsiteY4" fmla="*/ 0 h 379846"/>
                <a:gd name="connsiteX5" fmla="*/ 312611 w 352307"/>
                <a:gd name="connsiteY5" fmla="*/ 0 h 379846"/>
                <a:gd name="connsiteX6" fmla="*/ 352307 w 352307"/>
                <a:gd name="connsiteY6" fmla="*/ 39697 h 379846"/>
                <a:gd name="connsiteX7" fmla="*/ 352307 w 352307"/>
                <a:gd name="connsiteY7" fmla="*/ 340150 h 379846"/>
                <a:gd name="connsiteX8" fmla="*/ 312611 w 352307"/>
                <a:gd name="connsiteY8" fmla="*/ 379846 h 379846"/>
                <a:gd name="connsiteX9" fmla="*/ 79393 w 352307"/>
                <a:gd name="connsiteY9" fmla="*/ 300453 h 379846"/>
                <a:gd name="connsiteX10" fmla="*/ 272914 w 352307"/>
                <a:gd name="connsiteY10" fmla="*/ 300453 h 379846"/>
                <a:gd name="connsiteX11" fmla="*/ 272914 w 352307"/>
                <a:gd name="connsiteY11" fmla="*/ 79393 h 379846"/>
                <a:gd name="connsiteX12" fmla="*/ 79393 w 352307"/>
                <a:gd name="connsiteY12" fmla="*/ 79393 h 3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379846">
                  <a:moveTo>
                    <a:pt x="312611" y="379846"/>
                  </a:moveTo>
                  <a:lnTo>
                    <a:pt x="39697" y="379846"/>
                  </a:lnTo>
                  <a:cubicBezTo>
                    <a:pt x="17773" y="379846"/>
                    <a:pt x="0" y="362074"/>
                    <a:pt x="0" y="340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5" y="0"/>
                    <a:pt x="352307" y="17773"/>
                    <a:pt x="352307" y="39697"/>
                  </a:cubicBezTo>
                  <a:lnTo>
                    <a:pt x="352307" y="340150"/>
                  </a:lnTo>
                  <a:cubicBezTo>
                    <a:pt x="352307" y="362074"/>
                    <a:pt x="334535" y="379846"/>
                    <a:pt x="312611" y="379846"/>
                  </a:cubicBezTo>
                  <a:close/>
                  <a:moveTo>
                    <a:pt x="79393" y="300453"/>
                  </a:moveTo>
                  <a:lnTo>
                    <a:pt x="272914" y="300453"/>
                  </a:lnTo>
                  <a:lnTo>
                    <a:pt x="27291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A77A54CF-5C02-BC4C-A538-A6149B09BECE}"/>
                </a:ext>
              </a:extLst>
            </p:cNvPr>
            <p:cNvSpPr/>
            <p:nvPr/>
          </p:nvSpPr>
          <p:spPr>
            <a:xfrm>
              <a:off x="1903212" y="4923399"/>
              <a:ext cx="352307" cy="379895"/>
            </a:xfrm>
            <a:custGeom>
              <a:avLst/>
              <a:gdLst>
                <a:gd name="connsiteX0" fmla="*/ 312611 w 352307"/>
                <a:gd name="connsiteY0" fmla="*/ 379896 h 379895"/>
                <a:gd name="connsiteX1" fmla="*/ 39697 w 352307"/>
                <a:gd name="connsiteY1" fmla="*/ 379896 h 379895"/>
                <a:gd name="connsiteX2" fmla="*/ 0 w 352307"/>
                <a:gd name="connsiteY2" fmla="*/ 340199 h 379895"/>
                <a:gd name="connsiteX3" fmla="*/ 0 w 352307"/>
                <a:gd name="connsiteY3" fmla="*/ 39697 h 379895"/>
                <a:gd name="connsiteX4" fmla="*/ 39697 w 352307"/>
                <a:gd name="connsiteY4" fmla="*/ 0 h 379895"/>
                <a:gd name="connsiteX5" fmla="*/ 312611 w 352307"/>
                <a:gd name="connsiteY5" fmla="*/ 0 h 379895"/>
                <a:gd name="connsiteX6" fmla="*/ 352307 w 352307"/>
                <a:gd name="connsiteY6" fmla="*/ 39697 h 379895"/>
                <a:gd name="connsiteX7" fmla="*/ 352307 w 352307"/>
                <a:gd name="connsiteY7" fmla="*/ 340199 h 379895"/>
                <a:gd name="connsiteX8" fmla="*/ 312611 w 352307"/>
                <a:gd name="connsiteY8" fmla="*/ 379896 h 379895"/>
                <a:gd name="connsiteX9" fmla="*/ 79393 w 352307"/>
                <a:gd name="connsiteY9" fmla="*/ 300503 h 379895"/>
                <a:gd name="connsiteX10" fmla="*/ 272914 w 352307"/>
                <a:gd name="connsiteY10" fmla="*/ 300503 h 379895"/>
                <a:gd name="connsiteX11" fmla="*/ 272914 w 352307"/>
                <a:gd name="connsiteY11" fmla="*/ 79393 h 379895"/>
                <a:gd name="connsiteX12" fmla="*/ 79393 w 352307"/>
                <a:gd name="connsiteY12" fmla="*/ 79393 h 37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379895">
                  <a:moveTo>
                    <a:pt x="312611" y="379896"/>
                  </a:moveTo>
                  <a:lnTo>
                    <a:pt x="39697" y="379896"/>
                  </a:lnTo>
                  <a:cubicBezTo>
                    <a:pt x="17773" y="379896"/>
                    <a:pt x="0" y="362122"/>
                    <a:pt x="0" y="34019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3" y="0"/>
                    <a:pt x="352307" y="17773"/>
                    <a:pt x="352307" y="39697"/>
                  </a:cubicBezTo>
                  <a:lnTo>
                    <a:pt x="352307" y="340199"/>
                  </a:lnTo>
                  <a:cubicBezTo>
                    <a:pt x="352307" y="362122"/>
                    <a:pt x="334533" y="379896"/>
                    <a:pt x="312611" y="379896"/>
                  </a:cubicBezTo>
                  <a:close/>
                  <a:moveTo>
                    <a:pt x="79393" y="300503"/>
                  </a:moveTo>
                  <a:lnTo>
                    <a:pt x="272914" y="300503"/>
                  </a:lnTo>
                  <a:lnTo>
                    <a:pt x="27291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328740EB-A3FD-1F44-9D97-5F8C6A30EA62}"/>
                </a:ext>
              </a:extLst>
            </p:cNvPr>
            <p:cNvSpPr/>
            <p:nvPr/>
          </p:nvSpPr>
          <p:spPr>
            <a:xfrm>
              <a:off x="1624443" y="4823661"/>
              <a:ext cx="81229" cy="738256"/>
            </a:xfrm>
            <a:custGeom>
              <a:avLst/>
              <a:gdLst>
                <a:gd name="connsiteX0" fmla="*/ 39697 w 81229"/>
                <a:gd name="connsiteY0" fmla="*/ 738257 h 738256"/>
                <a:gd name="connsiteX1" fmla="*/ 39697 w 81229"/>
                <a:gd name="connsiteY1" fmla="*/ 738257 h 738256"/>
                <a:gd name="connsiteX2" fmla="*/ 0 w 81229"/>
                <a:gd name="connsiteY2" fmla="*/ 698560 h 738256"/>
                <a:gd name="connsiteX3" fmla="*/ 1836 w 81229"/>
                <a:gd name="connsiteY3" fmla="*/ 39697 h 738256"/>
                <a:gd name="connsiteX4" fmla="*/ 41533 w 81229"/>
                <a:gd name="connsiteY4" fmla="*/ 0 h 738256"/>
                <a:gd name="connsiteX5" fmla="*/ 41533 w 81229"/>
                <a:gd name="connsiteY5" fmla="*/ 0 h 738256"/>
                <a:gd name="connsiteX6" fmla="*/ 81229 w 81229"/>
                <a:gd name="connsiteY6" fmla="*/ 39697 h 738256"/>
                <a:gd name="connsiteX7" fmla="*/ 79393 w 81229"/>
                <a:gd name="connsiteY7" fmla="*/ 698560 h 738256"/>
                <a:gd name="connsiteX8" fmla="*/ 39697 w 81229"/>
                <a:gd name="connsiteY8" fmla="*/ 738257 h 73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229" h="738256">
                  <a:moveTo>
                    <a:pt x="39697" y="738257"/>
                  </a:moveTo>
                  <a:lnTo>
                    <a:pt x="39697" y="738257"/>
                  </a:lnTo>
                  <a:cubicBezTo>
                    <a:pt x="17773" y="738257"/>
                    <a:pt x="0" y="720482"/>
                    <a:pt x="0" y="698560"/>
                  </a:cubicBezTo>
                  <a:lnTo>
                    <a:pt x="1836" y="39697"/>
                  </a:lnTo>
                  <a:cubicBezTo>
                    <a:pt x="1836" y="17773"/>
                    <a:pt x="19609" y="0"/>
                    <a:pt x="41533" y="0"/>
                  </a:cubicBezTo>
                  <a:lnTo>
                    <a:pt x="41533" y="0"/>
                  </a:lnTo>
                  <a:cubicBezTo>
                    <a:pt x="63456" y="0"/>
                    <a:pt x="81229" y="17773"/>
                    <a:pt x="81229" y="39697"/>
                  </a:cubicBezTo>
                  <a:lnTo>
                    <a:pt x="79393" y="698560"/>
                  </a:lnTo>
                  <a:cubicBezTo>
                    <a:pt x="79393" y="720482"/>
                    <a:pt x="61621" y="738257"/>
                    <a:pt x="39697" y="73825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8" name="Picture Placeholder 81">
            <a:extLst>
              <a:ext uri="{FF2B5EF4-FFF2-40B4-BE49-F238E27FC236}">
                <a16:creationId xmlns:a16="http://schemas.microsoft.com/office/drawing/2014/main" id="{61F20BE2-9DC7-4A9D-9C57-291BB91D42A5}"/>
              </a:ext>
            </a:extLst>
          </p:cNvPr>
          <p:cNvGrpSpPr>
            <a:grpSpLocks noChangeAspect="1"/>
          </p:cNvGrpSpPr>
          <p:nvPr/>
        </p:nvGrpSpPr>
        <p:grpSpPr>
          <a:xfrm>
            <a:off x="2909449" y="4772304"/>
            <a:ext cx="696079" cy="840971"/>
            <a:chOff x="2909449" y="4772304"/>
            <a:chExt cx="696079" cy="840971"/>
          </a:xfrm>
        </p:grpSpPr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391939B3-E510-0D4E-AC01-F24B63624B87}"/>
                </a:ext>
              </a:extLst>
            </p:cNvPr>
            <p:cNvSpPr/>
            <p:nvPr/>
          </p:nvSpPr>
          <p:spPr>
            <a:xfrm>
              <a:off x="2909449" y="4772304"/>
              <a:ext cx="554412" cy="840971"/>
            </a:xfrm>
            <a:custGeom>
              <a:avLst/>
              <a:gdLst>
                <a:gd name="connsiteX0" fmla="*/ 514666 w 554412"/>
                <a:gd name="connsiteY0" fmla="*/ 840971 h 840971"/>
                <a:gd name="connsiteX1" fmla="*/ 39697 w 554412"/>
                <a:gd name="connsiteY1" fmla="*/ 840971 h 840971"/>
                <a:gd name="connsiteX2" fmla="*/ 0 w 554412"/>
                <a:gd name="connsiteY2" fmla="*/ 801275 h 840971"/>
                <a:gd name="connsiteX3" fmla="*/ 0 w 554412"/>
                <a:gd name="connsiteY3" fmla="*/ 39697 h 840971"/>
                <a:gd name="connsiteX4" fmla="*/ 39697 w 554412"/>
                <a:gd name="connsiteY4" fmla="*/ 0 h 840971"/>
                <a:gd name="connsiteX5" fmla="*/ 39697 w 554412"/>
                <a:gd name="connsiteY5" fmla="*/ 0 h 840971"/>
                <a:gd name="connsiteX6" fmla="*/ 514716 w 554412"/>
                <a:gd name="connsiteY6" fmla="*/ 794 h 840971"/>
                <a:gd name="connsiteX7" fmla="*/ 554413 w 554412"/>
                <a:gd name="connsiteY7" fmla="*/ 40490 h 840971"/>
                <a:gd name="connsiteX8" fmla="*/ 554413 w 554412"/>
                <a:gd name="connsiteY8" fmla="*/ 142908 h 840971"/>
                <a:gd name="connsiteX9" fmla="*/ 514716 w 554412"/>
                <a:gd name="connsiteY9" fmla="*/ 182604 h 840971"/>
                <a:gd name="connsiteX10" fmla="*/ 475019 w 554412"/>
                <a:gd name="connsiteY10" fmla="*/ 142908 h 840971"/>
                <a:gd name="connsiteX11" fmla="*/ 475019 w 554412"/>
                <a:gd name="connsiteY11" fmla="*/ 80137 h 840971"/>
                <a:gd name="connsiteX12" fmla="*/ 79443 w 554412"/>
                <a:gd name="connsiteY12" fmla="*/ 79443 h 840971"/>
                <a:gd name="connsiteX13" fmla="*/ 79443 w 554412"/>
                <a:gd name="connsiteY13" fmla="*/ 761578 h 840971"/>
                <a:gd name="connsiteX14" fmla="*/ 475019 w 554412"/>
                <a:gd name="connsiteY14" fmla="*/ 761578 h 840971"/>
                <a:gd name="connsiteX15" fmla="*/ 475019 w 554412"/>
                <a:gd name="connsiteY15" fmla="*/ 426242 h 840971"/>
                <a:gd name="connsiteX16" fmla="*/ 514716 w 554412"/>
                <a:gd name="connsiteY16" fmla="*/ 386545 h 840971"/>
                <a:gd name="connsiteX17" fmla="*/ 554413 w 554412"/>
                <a:gd name="connsiteY17" fmla="*/ 426242 h 840971"/>
                <a:gd name="connsiteX18" fmla="*/ 554413 w 554412"/>
                <a:gd name="connsiteY18" fmla="*/ 801275 h 840971"/>
                <a:gd name="connsiteX19" fmla="*/ 514716 w 554412"/>
                <a:gd name="connsiteY19" fmla="*/ 840971 h 840971"/>
                <a:gd name="connsiteX20" fmla="*/ 514666 w 554412"/>
                <a:gd name="connsiteY20" fmla="*/ 840971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4412" h="840971">
                  <a:moveTo>
                    <a:pt x="514666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794"/>
                  </a:lnTo>
                  <a:cubicBezTo>
                    <a:pt x="536638" y="794"/>
                    <a:pt x="554413" y="18567"/>
                    <a:pt x="554413" y="40490"/>
                  </a:cubicBezTo>
                  <a:lnTo>
                    <a:pt x="554413" y="142908"/>
                  </a:lnTo>
                  <a:cubicBezTo>
                    <a:pt x="554413" y="164831"/>
                    <a:pt x="536638" y="182604"/>
                    <a:pt x="514716" y="182604"/>
                  </a:cubicBezTo>
                  <a:cubicBezTo>
                    <a:pt x="492794" y="182604"/>
                    <a:pt x="475019" y="164831"/>
                    <a:pt x="475019" y="142908"/>
                  </a:cubicBezTo>
                  <a:lnTo>
                    <a:pt x="475019" y="80137"/>
                  </a:lnTo>
                  <a:lnTo>
                    <a:pt x="79443" y="79443"/>
                  </a:lnTo>
                  <a:lnTo>
                    <a:pt x="79443" y="761578"/>
                  </a:lnTo>
                  <a:lnTo>
                    <a:pt x="475019" y="761578"/>
                  </a:lnTo>
                  <a:lnTo>
                    <a:pt x="475019" y="426242"/>
                  </a:lnTo>
                  <a:cubicBezTo>
                    <a:pt x="475019" y="404318"/>
                    <a:pt x="492794" y="386545"/>
                    <a:pt x="514716" y="386545"/>
                  </a:cubicBezTo>
                  <a:cubicBezTo>
                    <a:pt x="536638" y="386545"/>
                    <a:pt x="554413" y="404318"/>
                    <a:pt x="554413" y="426242"/>
                  </a:cubicBezTo>
                  <a:lnTo>
                    <a:pt x="554413" y="801275"/>
                  </a:lnTo>
                  <a:cubicBezTo>
                    <a:pt x="554413" y="823197"/>
                    <a:pt x="536638" y="840971"/>
                    <a:pt x="514716" y="840971"/>
                  </a:cubicBezTo>
                  <a:cubicBezTo>
                    <a:pt x="514701" y="840971"/>
                    <a:pt x="514681" y="840971"/>
                    <a:pt x="514666" y="8409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51FDD2F4-F6FB-024C-8B81-B8587DF47189}"/>
                </a:ext>
              </a:extLst>
            </p:cNvPr>
            <p:cNvSpPr/>
            <p:nvPr/>
          </p:nvSpPr>
          <p:spPr>
            <a:xfrm>
              <a:off x="3142319" y="5438809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CFF8B78D-D711-E34C-9EAE-56AA1107EEB4}"/>
                </a:ext>
              </a:extLst>
            </p:cNvPr>
            <p:cNvSpPr/>
            <p:nvPr/>
          </p:nvSpPr>
          <p:spPr>
            <a:xfrm>
              <a:off x="3100241" y="4875515"/>
              <a:ext cx="505288" cy="457006"/>
            </a:xfrm>
            <a:custGeom>
              <a:avLst/>
              <a:gdLst>
                <a:gd name="connsiteX0" fmla="*/ 135862 w 505288"/>
                <a:gd name="connsiteY0" fmla="*/ 457007 h 457006"/>
                <a:gd name="connsiteX1" fmla="*/ 96165 w 505288"/>
                <a:gd name="connsiteY1" fmla="*/ 417310 h 457006"/>
                <a:gd name="connsiteX2" fmla="*/ 96165 w 505288"/>
                <a:gd name="connsiteY2" fmla="*/ 362727 h 457006"/>
                <a:gd name="connsiteX3" fmla="*/ 39697 w 505288"/>
                <a:gd name="connsiteY3" fmla="*/ 362727 h 457006"/>
                <a:gd name="connsiteX4" fmla="*/ 0 w 505288"/>
                <a:gd name="connsiteY4" fmla="*/ 323031 h 457006"/>
                <a:gd name="connsiteX5" fmla="*/ 0 w 505288"/>
                <a:gd name="connsiteY5" fmla="*/ 39697 h 457006"/>
                <a:gd name="connsiteX6" fmla="*/ 39697 w 505288"/>
                <a:gd name="connsiteY6" fmla="*/ 0 h 457006"/>
                <a:gd name="connsiteX7" fmla="*/ 465591 w 505288"/>
                <a:gd name="connsiteY7" fmla="*/ 0 h 457006"/>
                <a:gd name="connsiteX8" fmla="*/ 505288 w 505288"/>
                <a:gd name="connsiteY8" fmla="*/ 39697 h 457006"/>
                <a:gd name="connsiteX9" fmla="*/ 505288 w 505288"/>
                <a:gd name="connsiteY9" fmla="*/ 323031 h 457006"/>
                <a:gd name="connsiteX10" fmla="*/ 465591 w 505288"/>
                <a:gd name="connsiteY10" fmla="*/ 362727 h 457006"/>
                <a:gd name="connsiteX11" fmla="*/ 248650 w 505288"/>
                <a:gd name="connsiteY11" fmla="*/ 362727 h 457006"/>
                <a:gd name="connsiteX12" fmla="*/ 163550 w 505288"/>
                <a:gd name="connsiteY12" fmla="*/ 445693 h 457006"/>
                <a:gd name="connsiteX13" fmla="*/ 135862 w 505288"/>
                <a:gd name="connsiteY13" fmla="*/ 457007 h 457006"/>
                <a:gd name="connsiteX14" fmla="*/ 79393 w 505288"/>
                <a:gd name="connsiteY14" fmla="*/ 283334 h 457006"/>
                <a:gd name="connsiteX15" fmla="*/ 135862 w 505288"/>
                <a:gd name="connsiteY15" fmla="*/ 283334 h 457006"/>
                <a:gd name="connsiteX16" fmla="*/ 175558 w 505288"/>
                <a:gd name="connsiteY16" fmla="*/ 323031 h 457006"/>
                <a:gd name="connsiteX17" fmla="*/ 175558 w 505288"/>
                <a:gd name="connsiteY17" fmla="*/ 323031 h 457006"/>
                <a:gd name="connsiteX18" fmla="*/ 204785 w 505288"/>
                <a:gd name="connsiteY18" fmla="*/ 294499 h 457006"/>
                <a:gd name="connsiteX19" fmla="*/ 232523 w 505288"/>
                <a:gd name="connsiteY19" fmla="*/ 283235 h 457006"/>
                <a:gd name="connsiteX20" fmla="*/ 426044 w 505288"/>
                <a:gd name="connsiteY20" fmla="*/ 283235 h 457006"/>
                <a:gd name="connsiteX21" fmla="*/ 426044 w 505288"/>
                <a:gd name="connsiteY21" fmla="*/ 79393 h 457006"/>
                <a:gd name="connsiteX22" fmla="*/ 79393 w 505288"/>
                <a:gd name="connsiteY22" fmla="*/ 79393 h 45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5288" h="457006">
                  <a:moveTo>
                    <a:pt x="135862" y="457007"/>
                  </a:moveTo>
                  <a:cubicBezTo>
                    <a:pt x="113938" y="457007"/>
                    <a:pt x="96165" y="439232"/>
                    <a:pt x="96165" y="417310"/>
                  </a:cubicBezTo>
                  <a:lnTo>
                    <a:pt x="96165" y="362727"/>
                  </a:lnTo>
                  <a:lnTo>
                    <a:pt x="39697" y="362727"/>
                  </a:lnTo>
                  <a:cubicBezTo>
                    <a:pt x="17773" y="362727"/>
                    <a:pt x="0" y="344955"/>
                    <a:pt x="0" y="3230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5591" y="0"/>
                  </a:lnTo>
                  <a:cubicBezTo>
                    <a:pt x="487514" y="0"/>
                    <a:pt x="505288" y="17773"/>
                    <a:pt x="505288" y="39697"/>
                  </a:cubicBezTo>
                  <a:lnTo>
                    <a:pt x="505288" y="323031"/>
                  </a:lnTo>
                  <a:cubicBezTo>
                    <a:pt x="505288" y="344955"/>
                    <a:pt x="487514" y="362727"/>
                    <a:pt x="465591" y="362727"/>
                  </a:cubicBezTo>
                  <a:lnTo>
                    <a:pt x="248650" y="362727"/>
                  </a:lnTo>
                  <a:lnTo>
                    <a:pt x="163550" y="445693"/>
                  </a:lnTo>
                  <a:cubicBezTo>
                    <a:pt x="156149" y="452928"/>
                    <a:pt x="146213" y="456992"/>
                    <a:pt x="135862" y="457007"/>
                  </a:cubicBezTo>
                  <a:close/>
                  <a:moveTo>
                    <a:pt x="79393" y="283334"/>
                  </a:moveTo>
                  <a:lnTo>
                    <a:pt x="135862" y="283334"/>
                  </a:lnTo>
                  <a:cubicBezTo>
                    <a:pt x="157786" y="283334"/>
                    <a:pt x="175558" y="301107"/>
                    <a:pt x="175558" y="323031"/>
                  </a:cubicBezTo>
                  <a:lnTo>
                    <a:pt x="175558" y="323031"/>
                  </a:lnTo>
                  <a:lnTo>
                    <a:pt x="204785" y="294499"/>
                  </a:lnTo>
                  <a:cubicBezTo>
                    <a:pt x="212207" y="287268"/>
                    <a:pt x="222162" y="283225"/>
                    <a:pt x="232523" y="283235"/>
                  </a:cubicBezTo>
                  <a:lnTo>
                    <a:pt x="426044" y="283235"/>
                  </a:lnTo>
                  <a:lnTo>
                    <a:pt x="42604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2" name="Picture Placeholder 83">
            <a:extLst>
              <a:ext uri="{FF2B5EF4-FFF2-40B4-BE49-F238E27FC236}">
                <a16:creationId xmlns:a16="http://schemas.microsoft.com/office/drawing/2014/main" id="{110247B8-6C42-461B-BF8C-A1029FF44AC4}"/>
              </a:ext>
            </a:extLst>
          </p:cNvPr>
          <p:cNvGrpSpPr>
            <a:grpSpLocks noChangeAspect="1"/>
          </p:cNvGrpSpPr>
          <p:nvPr/>
        </p:nvGrpSpPr>
        <p:grpSpPr>
          <a:xfrm>
            <a:off x="4297816" y="4772304"/>
            <a:ext cx="554412" cy="840971"/>
            <a:chOff x="4297816" y="4772304"/>
            <a:chExt cx="554412" cy="840971"/>
          </a:xfrm>
        </p:grpSpPr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B422EA82-9BB2-4840-B338-AB0C07450D9D}"/>
                </a:ext>
              </a:extLst>
            </p:cNvPr>
            <p:cNvSpPr/>
            <p:nvPr/>
          </p:nvSpPr>
          <p:spPr>
            <a:xfrm>
              <a:off x="4297816" y="4772304"/>
              <a:ext cx="554412" cy="840971"/>
            </a:xfrm>
            <a:custGeom>
              <a:avLst/>
              <a:gdLst>
                <a:gd name="connsiteX0" fmla="*/ 514666 w 554412"/>
                <a:gd name="connsiteY0" fmla="*/ 840971 h 840971"/>
                <a:gd name="connsiteX1" fmla="*/ 39697 w 554412"/>
                <a:gd name="connsiteY1" fmla="*/ 840971 h 840971"/>
                <a:gd name="connsiteX2" fmla="*/ 0 w 554412"/>
                <a:gd name="connsiteY2" fmla="*/ 801275 h 840971"/>
                <a:gd name="connsiteX3" fmla="*/ 0 w 554412"/>
                <a:gd name="connsiteY3" fmla="*/ 39697 h 840971"/>
                <a:gd name="connsiteX4" fmla="*/ 39697 w 554412"/>
                <a:gd name="connsiteY4" fmla="*/ 0 h 840971"/>
                <a:gd name="connsiteX5" fmla="*/ 39697 w 554412"/>
                <a:gd name="connsiteY5" fmla="*/ 0 h 840971"/>
                <a:gd name="connsiteX6" fmla="*/ 514716 w 554412"/>
                <a:gd name="connsiteY6" fmla="*/ 794 h 840971"/>
                <a:gd name="connsiteX7" fmla="*/ 554413 w 554412"/>
                <a:gd name="connsiteY7" fmla="*/ 40490 h 840971"/>
                <a:gd name="connsiteX8" fmla="*/ 554413 w 554412"/>
                <a:gd name="connsiteY8" fmla="*/ 801275 h 840971"/>
                <a:gd name="connsiteX9" fmla="*/ 514716 w 554412"/>
                <a:gd name="connsiteY9" fmla="*/ 840971 h 840971"/>
                <a:gd name="connsiteX10" fmla="*/ 514666 w 554412"/>
                <a:gd name="connsiteY10" fmla="*/ 840971 h 840971"/>
                <a:gd name="connsiteX11" fmla="*/ 79393 w 554412"/>
                <a:gd name="connsiteY11" fmla="*/ 761578 h 840971"/>
                <a:gd name="connsiteX12" fmla="*/ 474970 w 554412"/>
                <a:gd name="connsiteY12" fmla="*/ 761578 h 840971"/>
                <a:gd name="connsiteX13" fmla="*/ 474970 w 554412"/>
                <a:gd name="connsiteY13" fmla="*/ 80137 h 840971"/>
                <a:gd name="connsiteX14" fmla="*/ 79393 w 554412"/>
                <a:gd name="connsiteY14" fmla="*/ 79443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4412" h="840971">
                  <a:moveTo>
                    <a:pt x="514666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794"/>
                  </a:lnTo>
                  <a:cubicBezTo>
                    <a:pt x="536638" y="794"/>
                    <a:pt x="554413" y="18567"/>
                    <a:pt x="554413" y="40490"/>
                  </a:cubicBezTo>
                  <a:lnTo>
                    <a:pt x="554413" y="801275"/>
                  </a:lnTo>
                  <a:cubicBezTo>
                    <a:pt x="554413" y="823197"/>
                    <a:pt x="536638" y="840971"/>
                    <a:pt x="514716" y="840971"/>
                  </a:cubicBezTo>
                  <a:cubicBezTo>
                    <a:pt x="514701" y="840971"/>
                    <a:pt x="514681" y="840971"/>
                    <a:pt x="514666" y="840971"/>
                  </a:cubicBezTo>
                  <a:close/>
                  <a:moveTo>
                    <a:pt x="79393" y="761578"/>
                  </a:moveTo>
                  <a:lnTo>
                    <a:pt x="474970" y="761578"/>
                  </a:lnTo>
                  <a:lnTo>
                    <a:pt x="474970" y="80137"/>
                  </a:lnTo>
                  <a:lnTo>
                    <a:pt x="79393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D64E4A30-0780-584B-BD15-E6FBC16C7E4B}"/>
                </a:ext>
              </a:extLst>
            </p:cNvPr>
            <p:cNvSpPr/>
            <p:nvPr/>
          </p:nvSpPr>
          <p:spPr>
            <a:xfrm>
              <a:off x="4530686" y="5438809"/>
              <a:ext cx="81030" cy="79393"/>
            </a:xfrm>
            <a:custGeom>
              <a:avLst/>
              <a:gdLst>
                <a:gd name="connsiteX0" fmla="*/ 41334 w 81030"/>
                <a:gd name="connsiteY0" fmla="*/ 79393 h 79393"/>
                <a:gd name="connsiteX1" fmla="*/ 39697 w 81030"/>
                <a:gd name="connsiteY1" fmla="*/ 79393 h 79393"/>
                <a:gd name="connsiteX2" fmla="*/ 0 w 81030"/>
                <a:gd name="connsiteY2" fmla="*/ 39697 h 79393"/>
                <a:gd name="connsiteX3" fmla="*/ 39697 w 81030"/>
                <a:gd name="connsiteY3" fmla="*/ 0 h 79393"/>
                <a:gd name="connsiteX4" fmla="*/ 41334 w 81030"/>
                <a:gd name="connsiteY4" fmla="*/ 0 h 79393"/>
                <a:gd name="connsiteX5" fmla="*/ 81031 w 81030"/>
                <a:gd name="connsiteY5" fmla="*/ 39697 h 79393"/>
                <a:gd name="connsiteX6" fmla="*/ 41334 w 8103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030" h="79393">
                  <a:moveTo>
                    <a:pt x="4133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334" y="0"/>
                  </a:lnTo>
                  <a:cubicBezTo>
                    <a:pt x="63258" y="0"/>
                    <a:pt x="81031" y="17774"/>
                    <a:pt x="81031" y="39697"/>
                  </a:cubicBezTo>
                  <a:cubicBezTo>
                    <a:pt x="81031" y="61619"/>
                    <a:pt x="63258" y="79393"/>
                    <a:pt x="4133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EA00F0CC-8BF9-6941-8881-C5D64FA35E2F}"/>
                </a:ext>
              </a:extLst>
            </p:cNvPr>
            <p:cNvSpPr/>
            <p:nvPr/>
          </p:nvSpPr>
          <p:spPr>
            <a:xfrm>
              <a:off x="4505776" y="4872736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20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6" name="Picture Placeholder 85">
            <a:extLst>
              <a:ext uri="{FF2B5EF4-FFF2-40B4-BE49-F238E27FC236}">
                <a16:creationId xmlns:a16="http://schemas.microsoft.com/office/drawing/2014/main" id="{C9E49AD9-3ECD-471C-BAEF-4CC4F5444172}"/>
              </a:ext>
            </a:extLst>
          </p:cNvPr>
          <p:cNvGrpSpPr>
            <a:grpSpLocks noChangeAspect="1"/>
          </p:cNvGrpSpPr>
          <p:nvPr/>
        </p:nvGrpSpPr>
        <p:grpSpPr>
          <a:xfrm>
            <a:off x="5484325" y="4772304"/>
            <a:ext cx="816360" cy="840971"/>
            <a:chOff x="5484325" y="4772304"/>
            <a:chExt cx="816360" cy="840971"/>
          </a:xfrm>
        </p:grpSpPr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AA900898-BF3B-594A-8872-A58CC1C145F4}"/>
                </a:ext>
              </a:extLst>
            </p:cNvPr>
            <p:cNvSpPr/>
            <p:nvPr/>
          </p:nvSpPr>
          <p:spPr>
            <a:xfrm>
              <a:off x="6157653" y="4933510"/>
              <a:ext cx="143031" cy="420249"/>
            </a:xfrm>
            <a:custGeom>
              <a:avLst/>
              <a:gdLst>
                <a:gd name="connsiteX0" fmla="*/ 39622 w 143031"/>
                <a:gd name="connsiteY0" fmla="*/ 420249 h 420249"/>
                <a:gd name="connsiteX1" fmla="*/ 0 w 143031"/>
                <a:gd name="connsiteY1" fmla="*/ 380478 h 420249"/>
                <a:gd name="connsiteX2" fmla="*/ 9403 w 143031"/>
                <a:gd name="connsiteY2" fmla="*/ 354899 h 420249"/>
                <a:gd name="connsiteX3" fmla="*/ 10842 w 143031"/>
                <a:gd name="connsiteY3" fmla="*/ 64816 h 420249"/>
                <a:gd name="connsiteX4" fmla="*/ 16464 w 143031"/>
                <a:gd name="connsiteY4" fmla="*/ 8959 h 420249"/>
                <a:gd name="connsiteX5" fmla="*/ 71925 w 143031"/>
                <a:gd name="connsiteY5" fmla="*/ 14104 h 420249"/>
                <a:gd name="connsiteX6" fmla="*/ 143032 w 143031"/>
                <a:gd name="connsiteY6" fmla="*/ 208964 h 420249"/>
                <a:gd name="connsiteX7" fmla="*/ 69792 w 143031"/>
                <a:gd name="connsiteY7" fmla="*/ 406206 h 420249"/>
                <a:gd name="connsiteX8" fmla="*/ 39622 w 143031"/>
                <a:gd name="connsiteY8" fmla="*/ 420249 h 42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031" h="420249">
                  <a:moveTo>
                    <a:pt x="39622" y="420249"/>
                  </a:moveTo>
                  <a:cubicBezTo>
                    <a:pt x="17700" y="420209"/>
                    <a:pt x="-40" y="402400"/>
                    <a:pt x="0" y="380478"/>
                  </a:cubicBezTo>
                  <a:cubicBezTo>
                    <a:pt x="20" y="371110"/>
                    <a:pt x="3349" y="362049"/>
                    <a:pt x="9403" y="354899"/>
                  </a:cubicBezTo>
                  <a:cubicBezTo>
                    <a:pt x="81180" y="271725"/>
                    <a:pt x="81790" y="148698"/>
                    <a:pt x="10842" y="64816"/>
                  </a:cubicBezTo>
                  <a:cubicBezTo>
                    <a:pt x="-3032" y="47839"/>
                    <a:pt x="-516" y="22831"/>
                    <a:pt x="16464" y="8959"/>
                  </a:cubicBezTo>
                  <a:cubicBezTo>
                    <a:pt x="33251" y="-4762"/>
                    <a:pt x="57947" y="-2471"/>
                    <a:pt x="71925" y="14104"/>
                  </a:cubicBezTo>
                  <a:cubicBezTo>
                    <a:pt x="117899" y="68620"/>
                    <a:pt x="143086" y="137651"/>
                    <a:pt x="143032" y="208964"/>
                  </a:cubicBezTo>
                  <a:cubicBezTo>
                    <a:pt x="142719" y="281306"/>
                    <a:pt x="116768" y="351192"/>
                    <a:pt x="69792" y="406206"/>
                  </a:cubicBezTo>
                  <a:cubicBezTo>
                    <a:pt x="62279" y="415079"/>
                    <a:pt x="51248" y="420214"/>
                    <a:pt x="39622" y="42024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19B49B40-9656-3A4D-A556-56BB3DEC0B3A}"/>
                </a:ext>
              </a:extLst>
            </p:cNvPr>
            <p:cNvSpPr/>
            <p:nvPr/>
          </p:nvSpPr>
          <p:spPr>
            <a:xfrm>
              <a:off x="6052854" y="4965493"/>
              <a:ext cx="131421" cy="358445"/>
            </a:xfrm>
            <a:custGeom>
              <a:avLst/>
              <a:gdLst>
                <a:gd name="connsiteX0" fmla="*/ 39672 w 131421"/>
                <a:gd name="connsiteY0" fmla="*/ 358444 h 358445"/>
                <a:gd name="connsiteX1" fmla="*/ 0 w 131421"/>
                <a:gd name="connsiteY1" fmla="*/ 318723 h 358445"/>
                <a:gd name="connsiteX2" fmla="*/ 9403 w 131421"/>
                <a:gd name="connsiteY2" fmla="*/ 293094 h 358445"/>
                <a:gd name="connsiteX3" fmla="*/ 10842 w 131421"/>
                <a:gd name="connsiteY3" fmla="*/ 66029 h 358445"/>
                <a:gd name="connsiteX4" fmla="*/ 14216 w 131421"/>
                <a:gd name="connsiteY4" fmla="*/ 9991 h 358445"/>
                <a:gd name="connsiteX5" fmla="*/ 70253 w 131421"/>
                <a:gd name="connsiteY5" fmla="*/ 13365 h 358445"/>
                <a:gd name="connsiteX6" fmla="*/ 71876 w 131421"/>
                <a:gd name="connsiteY6" fmla="*/ 15317 h 358445"/>
                <a:gd name="connsiteX7" fmla="*/ 131421 w 131421"/>
                <a:gd name="connsiteY7" fmla="*/ 179065 h 358445"/>
                <a:gd name="connsiteX8" fmla="*/ 70139 w 131421"/>
                <a:gd name="connsiteY8" fmla="*/ 344600 h 358445"/>
                <a:gd name="connsiteX9" fmla="*/ 39672 w 131421"/>
                <a:gd name="connsiteY9" fmla="*/ 358444 h 35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421" h="358445">
                  <a:moveTo>
                    <a:pt x="39672" y="358444"/>
                  </a:moveTo>
                  <a:cubicBezTo>
                    <a:pt x="17749" y="358429"/>
                    <a:pt x="-15" y="340645"/>
                    <a:pt x="0" y="318723"/>
                  </a:cubicBezTo>
                  <a:cubicBezTo>
                    <a:pt x="5" y="309334"/>
                    <a:pt x="3339" y="300254"/>
                    <a:pt x="9403" y="293094"/>
                  </a:cubicBezTo>
                  <a:cubicBezTo>
                    <a:pt x="65708" y="228077"/>
                    <a:pt x="66318" y="131754"/>
                    <a:pt x="10842" y="66029"/>
                  </a:cubicBezTo>
                  <a:cubicBezTo>
                    <a:pt x="-3702" y="49623"/>
                    <a:pt x="-2188" y="24535"/>
                    <a:pt x="14216" y="9991"/>
                  </a:cubicBezTo>
                  <a:cubicBezTo>
                    <a:pt x="30621" y="-4552"/>
                    <a:pt x="55709" y="-3041"/>
                    <a:pt x="70253" y="13365"/>
                  </a:cubicBezTo>
                  <a:cubicBezTo>
                    <a:pt x="70814" y="13998"/>
                    <a:pt x="71355" y="14649"/>
                    <a:pt x="71876" y="15317"/>
                  </a:cubicBezTo>
                  <a:cubicBezTo>
                    <a:pt x="110481" y="61131"/>
                    <a:pt x="131579" y="119155"/>
                    <a:pt x="131421" y="179065"/>
                  </a:cubicBezTo>
                  <a:cubicBezTo>
                    <a:pt x="131182" y="239749"/>
                    <a:pt x="109473" y="298388"/>
                    <a:pt x="70139" y="344600"/>
                  </a:cubicBezTo>
                  <a:cubicBezTo>
                    <a:pt x="62522" y="353477"/>
                    <a:pt x="51372" y="358543"/>
                    <a:pt x="39672" y="35844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10485FDD-F25E-254D-AD8E-0D92E0F53064}"/>
                </a:ext>
              </a:extLst>
            </p:cNvPr>
            <p:cNvSpPr/>
            <p:nvPr/>
          </p:nvSpPr>
          <p:spPr>
            <a:xfrm>
              <a:off x="5484325" y="4772304"/>
              <a:ext cx="554561" cy="840971"/>
            </a:xfrm>
            <a:custGeom>
              <a:avLst/>
              <a:gdLst>
                <a:gd name="connsiteX0" fmla="*/ 514865 w 554561"/>
                <a:gd name="connsiteY0" fmla="*/ 840971 h 840971"/>
                <a:gd name="connsiteX1" fmla="*/ 39697 w 554561"/>
                <a:gd name="connsiteY1" fmla="*/ 840971 h 840971"/>
                <a:gd name="connsiteX2" fmla="*/ 0 w 554561"/>
                <a:gd name="connsiteY2" fmla="*/ 801275 h 840971"/>
                <a:gd name="connsiteX3" fmla="*/ 0 w 554561"/>
                <a:gd name="connsiteY3" fmla="*/ 39697 h 840971"/>
                <a:gd name="connsiteX4" fmla="*/ 39697 w 554561"/>
                <a:gd name="connsiteY4" fmla="*/ 0 h 840971"/>
                <a:gd name="connsiteX5" fmla="*/ 39697 w 554561"/>
                <a:gd name="connsiteY5" fmla="*/ 0 h 840971"/>
                <a:gd name="connsiteX6" fmla="*/ 514865 w 554561"/>
                <a:gd name="connsiteY6" fmla="*/ 794 h 840971"/>
                <a:gd name="connsiteX7" fmla="*/ 554561 w 554561"/>
                <a:gd name="connsiteY7" fmla="*/ 40490 h 840971"/>
                <a:gd name="connsiteX8" fmla="*/ 554561 w 554561"/>
                <a:gd name="connsiteY8" fmla="*/ 801275 h 840971"/>
                <a:gd name="connsiteX9" fmla="*/ 514865 w 554561"/>
                <a:gd name="connsiteY9" fmla="*/ 840971 h 840971"/>
                <a:gd name="connsiteX10" fmla="*/ 79542 w 554561"/>
                <a:gd name="connsiteY10" fmla="*/ 761578 h 840971"/>
                <a:gd name="connsiteX11" fmla="*/ 475168 w 554561"/>
                <a:gd name="connsiteY11" fmla="*/ 761578 h 840971"/>
                <a:gd name="connsiteX12" fmla="*/ 475168 w 554561"/>
                <a:gd name="connsiteY12" fmla="*/ 80137 h 840971"/>
                <a:gd name="connsiteX13" fmla="*/ 79542 w 554561"/>
                <a:gd name="connsiteY13" fmla="*/ 79443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4561" h="840971">
                  <a:moveTo>
                    <a:pt x="514865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865" y="794"/>
                  </a:lnTo>
                  <a:cubicBezTo>
                    <a:pt x="536787" y="794"/>
                    <a:pt x="554561" y="18567"/>
                    <a:pt x="554561" y="40490"/>
                  </a:cubicBezTo>
                  <a:lnTo>
                    <a:pt x="554561" y="801275"/>
                  </a:lnTo>
                  <a:cubicBezTo>
                    <a:pt x="554561" y="823197"/>
                    <a:pt x="536787" y="840971"/>
                    <a:pt x="514865" y="840971"/>
                  </a:cubicBezTo>
                  <a:close/>
                  <a:moveTo>
                    <a:pt x="79542" y="761578"/>
                  </a:moveTo>
                  <a:lnTo>
                    <a:pt x="475168" y="761578"/>
                  </a:lnTo>
                  <a:lnTo>
                    <a:pt x="475168" y="80137"/>
                  </a:lnTo>
                  <a:lnTo>
                    <a:pt x="79542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386F3E77-6D91-9644-BDE1-947520178121}"/>
                </a:ext>
              </a:extLst>
            </p:cNvPr>
            <p:cNvSpPr/>
            <p:nvPr/>
          </p:nvSpPr>
          <p:spPr>
            <a:xfrm>
              <a:off x="5717245" y="5438809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251FFA1-6576-C84D-8411-CFE7D2C39286}"/>
                </a:ext>
              </a:extLst>
            </p:cNvPr>
            <p:cNvSpPr/>
            <p:nvPr/>
          </p:nvSpPr>
          <p:spPr>
            <a:xfrm>
              <a:off x="5692335" y="4872736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20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2" name="Picture Placeholder 93">
            <a:extLst>
              <a:ext uri="{FF2B5EF4-FFF2-40B4-BE49-F238E27FC236}">
                <a16:creationId xmlns:a16="http://schemas.microsoft.com/office/drawing/2014/main" id="{BBD15E98-E9A9-4C6A-9BB8-96261A74CDEE}"/>
              </a:ext>
            </a:extLst>
          </p:cNvPr>
          <p:cNvGrpSpPr>
            <a:grpSpLocks noChangeAspect="1"/>
          </p:cNvGrpSpPr>
          <p:nvPr/>
        </p:nvGrpSpPr>
        <p:grpSpPr>
          <a:xfrm>
            <a:off x="6798161" y="4826192"/>
            <a:ext cx="823704" cy="733195"/>
            <a:chOff x="6798161" y="4826192"/>
            <a:chExt cx="823704" cy="733195"/>
          </a:xfrm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7F375BF-4A45-ED41-A7C6-98529C111439}"/>
                </a:ext>
              </a:extLst>
            </p:cNvPr>
            <p:cNvSpPr/>
            <p:nvPr/>
          </p:nvSpPr>
          <p:spPr>
            <a:xfrm>
              <a:off x="6893730" y="4826192"/>
              <a:ext cx="637626" cy="547117"/>
            </a:xfrm>
            <a:custGeom>
              <a:avLst/>
              <a:gdLst>
                <a:gd name="connsiteX0" fmla="*/ 597930 w 637626"/>
                <a:gd name="connsiteY0" fmla="*/ 547118 h 547117"/>
                <a:gd name="connsiteX1" fmla="*/ 39697 w 637626"/>
                <a:gd name="connsiteY1" fmla="*/ 547118 h 547117"/>
                <a:gd name="connsiteX2" fmla="*/ 0 w 637626"/>
                <a:gd name="connsiteY2" fmla="*/ 507421 h 547117"/>
                <a:gd name="connsiteX3" fmla="*/ 0 w 637626"/>
                <a:gd name="connsiteY3" fmla="*/ 39697 h 547117"/>
                <a:gd name="connsiteX4" fmla="*/ 39697 w 637626"/>
                <a:gd name="connsiteY4" fmla="*/ 0 h 547117"/>
                <a:gd name="connsiteX5" fmla="*/ 597930 w 637626"/>
                <a:gd name="connsiteY5" fmla="*/ 0 h 547117"/>
                <a:gd name="connsiteX6" fmla="*/ 637627 w 637626"/>
                <a:gd name="connsiteY6" fmla="*/ 39697 h 547117"/>
                <a:gd name="connsiteX7" fmla="*/ 637627 w 637626"/>
                <a:gd name="connsiteY7" fmla="*/ 507421 h 547117"/>
                <a:gd name="connsiteX8" fmla="*/ 597930 w 637626"/>
                <a:gd name="connsiteY8" fmla="*/ 547118 h 547117"/>
                <a:gd name="connsiteX9" fmla="*/ 79393 w 637626"/>
                <a:gd name="connsiteY9" fmla="*/ 467725 h 547117"/>
                <a:gd name="connsiteX10" fmla="*/ 558233 w 637626"/>
                <a:gd name="connsiteY10" fmla="*/ 467725 h 547117"/>
                <a:gd name="connsiteX11" fmla="*/ 558233 w 637626"/>
                <a:gd name="connsiteY11" fmla="*/ 79393 h 547117"/>
                <a:gd name="connsiteX12" fmla="*/ 79393 w 637626"/>
                <a:gd name="connsiteY12" fmla="*/ 79393 h 54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7626" h="547117">
                  <a:moveTo>
                    <a:pt x="597930" y="547118"/>
                  </a:moveTo>
                  <a:lnTo>
                    <a:pt x="39697" y="547118"/>
                  </a:lnTo>
                  <a:cubicBezTo>
                    <a:pt x="17773" y="547118"/>
                    <a:pt x="0" y="529344"/>
                    <a:pt x="0" y="5074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7930" y="0"/>
                  </a:lnTo>
                  <a:cubicBezTo>
                    <a:pt x="619852" y="0"/>
                    <a:pt x="637627" y="17773"/>
                    <a:pt x="637627" y="39697"/>
                  </a:cubicBezTo>
                  <a:lnTo>
                    <a:pt x="637627" y="507421"/>
                  </a:lnTo>
                  <a:cubicBezTo>
                    <a:pt x="637627" y="529344"/>
                    <a:pt x="619852" y="547118"/>
                    <a:pt x="597930" y="547118"/>
                  </a:cubicBezTo>
                  <a:close/>
                  <a:moveTo>
                    <a:pt x="79393" y="467725"/>
                  </a:moveTo>
                  <a:lnTo>
                    <a:pt x="558233" y="467725"/>
                  </a:lnTo>
                  <a:lnTo>
                    <a:pt x="55823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D36E6D60-0555-8A4B-8325-1D1C9A35365B}"/>
                </a:ext>
              </a:extLst>
            </p:cNvPr>
            <p:cNvSpPr/>
            <p:nvPr/>
          </p:nvSpPr>
          <p:spPr>
            <a:xfrm>
              <a:off x="6798161" y="5479994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5" name="Picture Placeholder 89">
            <a:extLst>
              <a:ext uri="{FF2B5EF4-FFF2-40B4-BE49-F238E27FC236}">
                <a16:creationId xmlns:a16="http://schemas.microsoft.com/office/drawing/2014/main" id="{92165BE2-5335-41A5-874B-7F6C6D1C738E}"/>
              </a:ext>
            </a:extLst>
          </p:cNvPr>
          <p:cNvGrpSpPr>
            <a:grpSpLocks noChangeAspect="1"/>
          </p:cNvGrpSpPr>
          <p:nvPr/>
        </p:nvGrpSpPr>
        <p:grpSpPr>
          <a:xfrm>
            <a:off x="8178945" y="4775231"/>
            <a:ext cx="692191" cy="835116"/>
            <a:chOff x="8178945" y="4775231"/>
            <a:chExt cx="692191" cy="835116"/>
          </a:xfrm>
        </p:grpSpPr>
        <p:grpSp>
          <p:nvGrpSpPr>
            <p:cNvPr id="226" name="Picture Placeholder 89">
              <a:extLst>
                <a:ext uri="{FF2B5EF4-FFF2-40B4-BE49-F238E27FC236}">
                  <a16:creationId xmlns:a16="http://schemas.microsoft.com/office/drawing/2014/main" id="{92165BE2-5335-41A5-874B-7F6C6D1C738E}"/>
                </a:ext>
              </a:extLst>
            </p:cNvPr>
            <p:cNvGrpSpPr/>
            <p:nvPr/>
          </p:nvGrpSpPr>
          <p:grpSpPr>
            <a:xfrm>
              <a:off x="8182657" y="4775231"/>
              <a:ext cx="684766" cy="835116"/>
              <a:chOff x="8182657" y="4775231"/>
              <a:chExt cx="684766" cy="835116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24B64831-439D-0C44-BAE2-9C523A346560}"/>
                  </a:ext>
                </a:extLst>
              </p:cNvPr>
              <p:cNvSpPr/>
              <p:nvPr/>
            </p:nvSpPr>
            <p:spPr>
              <a:xfrm>
                <a:off x="8182657" y="4775231"/>
                <a:ext cx="684766" cy="835116"/>
              </a:xfrm>
              <a:custGeom>
                <a:avLst/>
                <a:gdLst>
                  <a:gd name="connsiteX0" fmla="*/ 645070 w 684766"/>
                  <a:gd name="connsiteY0" fmla="*/ 835116 h 835116"/>
                  <a:gd name="connsiteX1" fmla="*/ 39697 w 684766"/>
                  <a:gd name="connsiteY1" fmla="*/ 835116 h 835116"/>
                  <a:gd name="connsiteX2" fmla="*/ 0 w 684766"/>
                  <a:gd name="connsiteY2" fmla="*/ 795420 h 835116"/>
                  <a:gd name="connsiteX3" fmla="*/ 0 w 684766"/>
                  <a:gd name="connsiteY3" fmla="*/ 39697 h 835116"/>
                  <a:gd name="connsiteX4" fmla="*/ 39697 w 684766"/>
                  <a:gd name="connsiteY4" fmla="*/ 0 h 835116"/>
                  <a:gd name="connsiteX5" fmla="*/ 39697 w 684766"/>
                  <a:gd name="connsiteY5" fmla="*/ 0 h 835116"/>
                  <a:gd name="connsiteX6" fmla="*/ 645070 w 684766"/>
                  <a:gd name="connsiteY6" fmla="*/ 794 h 835116"/>
                  <a:gd name="connsiteX7" fmla="*/ 684766 w 684766"/>
                  <a:gd name="connsiteY7" fmla="*/ 40490 h 835116"/>
                  <a:gd name="connsiteX8" fmla="*/ 684766 w 684766"/>
                  <a:gd name="connsiteY8" fmla="*/ 795420 h 835116"/>
                  <a:gd name="connsiteX9" fmla="*/ 645070 w 684766"/>
                  <a:gd name="connsiteY9" fmla="*/ 835116 h 835116"/>
                  <a:gd name="connsiteX10" fmla="*/ 79393 w 684766"/>
                  <a:gd name="connsiteY10" fmla="*/ 755723 h 835116"/>
                  <a:gd name="connsiteX11" fmla="*/ 605373 w 684766"/>
                  <a:gd name="connsiteY11" fmla="*/ 755723 h 835116"/>
                  <a:gd name="connsiteX12" fmla="*/ 605373 w 684766"/>
                  <a:gd name="connsiteY12" fmla="*/ 80137 h 835116"/>
                  <a:gd name="connsiteX13" fmla="*/ 79393 w 684766"/>
                  <a:gd name="connsiteY13" fmla="*/ 79443 h 83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4766" h="835116">
                    <a:moveTo>
                      <a:pt x="645070" y="835116"/>
                    </a:moveTo>
                    <a:lnTo>
                      <a:pt x="39697" y="835116"/>
                    </a:lnTo>
                    <a:cubicBezTo>
                      <a:pt x="17773" y="835116"/>
                      <a:pt x="0" y="817342"/>
                      <a:pt x="0" y="795420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lnTo>
                      <a:pt x="645070" y="794"/>
                    </a:lnTo>
                    <a:cubicBezTo>
                      <a:pt x="666992" y="794"/>
                      <a:pt x="684766" y="18567"/>
                      <a:pt x="684766" y="40490"/>
                    </a:cubicBezTo>
                    <a:lnTo>
                      <a:pt x="684766" y="795420"/>
                    </a:lnTo>
                    <a:cubicBezTo>
                      <a:pt x="684766" y="817342"/>
                      <a:pt x="666992" y="835116"/>
                      <a:pt x="645070" y="835116"/>
                    </a:cubicBezTo>
                    <a:close/>
                    <a:moveTo>
                      <a:pt x="79393" y="755723"/>
                    </a:moveTo>
                    <a:lnTo>
                      <a:pt x="605373" y="755723"/>
                    </a:lnTo>
                    <a:lnTo>
                      <a:pt x="605373" y="80137"/>
                    </a:lnTo>
                    <a:lnTo>
                      <a:pt x="79393" y="7944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24D2B98B-9FD8-6E4D-A74A-4E4720755A25}"/>
                  </a:ext>
                </a:extLst>
              </p:cNvPr>
              <p:cNvSpPr/>
              <p:nvPr/>
            </p:nvSpPr>
            <p:spPr>
              <a:xfrm>
                <a:off x="8502562" y="5431564"/>
                <a:ext cx="80832" cy="79393"/>
              </a:xfrm>
              <a:custGeom>
                <a:avLst/>
                <a:gdLst>
                  <a:gd name="connsiteX0" fmla="*/ 41136 w 80832"/>
                  <a:gd name="connsiteY0" fmla="*/ 79393 h 79393"/>
                  <a:gd name="connsiteX1" fmla="*/ 39697 w 80832"/>
                  <a:gd name="connsiteY1" fmla="*/ 79393 h 79393"/>
                  <a:gd name="connsiteX2" fmla="*/ 0 w 80832"/>
                  <a:gd name="connsiteY2" fmla="*/ 39697 h 79393"/>
                  <a:gd name="connsiteX3" fmla="*/ 39697 w 80832"/>
                  <a:gd name="connsiteY3" fmla="*/ 0 h 79393"/>
                  <a:gd name="connsiteX4" fmla="*/ 41136 w 80832"/>
                  <a:gd name="connsiteY4" fmla="*/ 0 h 79393"/>
                  <a:gd name="connsiteX5" fmla="*/ 80832 w 80832"/>
                  <a:gd name="connsiteY5" fmla="*/ 39697 h 79393"/>
                  <a:gd name="connsiteX6" fmla="*/ 41136 w 8083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832" h="79393">
                    <a:moveTo>
                      <a:pt x="41136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41136" y="0"/>
                    </a:lnTo>
                    <a:cubicBezTo>
                      <a:pt x="63060" y="0"/>
                      <a:pt x="80832" y="17774"/>
                      <a:pt x="80832" y="39697"/>
                    </a:cubicBezTo>
                    <a:cubicBezTo>
                      <a:pt x="80832" y="61619"/>
                      <a:pt x="63060" y="79393"/>
                      <a:pt x="41136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05C2DCDE-FFE2-F44E-BAD4-1A45BD34AA64}"/>
                  </a:ext>
                </a:extLst>
              </p:cNvPr>
              <p:cNvSpPr/>
              <p:nvPr/>
            </p:nvSpPr>
            <p:spPr>
              <a:xfrm>
                <a:off x="8499485" y="4889756"/>
                <a:ext cx="130601" cy="79393"/>
              </a:xfrm>
              <a:custGeom>
                <a:avLst/>
                <a:gdLst>
                  <a:gd name="connsiteX0" fmla="*/ 90905 w 130601"/>
                  <a:gd name="connsiteY0" fmla="*/ 79393 h 79393"/>
                  <a:gd name="connsiteX1" fmla="*/ 39697 w 130601"/>
                  <a:gd name="connsiteY1" fmla="*/ 79393 h 79393"/>
                  <a:gd name="connsiteX2" fmla="*/ 0 w 130601"/>
                  <a:gd name="connsiteY2" fmla="*/ 39697 h 79393"/>
                  <a:gd name="connsiteX3" fmla="*/ 39697 w 130601"/>
                  <a:gd name="connsiteY3" fmla="*/ 0 h 79393"/>
                  <a:gd name="connsiteX4" fmla="*/ 90905 w 130601"/>
                  <a:gd name="connsiteY4" fmla="*/ 0 h 79393"/>
                  <a:gd name="connsiteX5" fmla="*/ 130602 w 130601"/>
                  <a:gd name="connsiteY5" fmla="*/ 39697 h 79393"/>
                  <a:gd name="connsiteX6" fmla="*/ 90905 w 13060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601" h="79393">
                    <a:moveTo>
                      <a:pt x="9090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90905" y="0"/>
                    </a:lnTo>
                    <a:cubicBezTo>
                      <a:pt x="112828" y="0"/>
                      <a:pt x="130602" y="17773"/>
                      <a:pt x="130602" y="39697"/>
                    </a:cubicBezTo>
                    <a:cubicBezTo>
                      <a:pt x="130602" y="61620"/>
                      <a:pt x="112828" y="79393"/>
                      <a:pt x="9090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C59E0C5-A588-714D-8AD1-7795DB4084C1}"/>
                  </a:ext>
                </a:extLst>
              </p:cNvPr>
              <p:cNvSpPr/>
              <p:nvPr/>
            </p:nvSpPr>
            <p:spPr>
              <a:xfrm>
                <a:off x="8396026" y="4890600"/>
                <a:ext cx="80832" cy="79393"/>
              </a:xfrm>
              <a:custGeom>
                <a:avLst/>
                <a:gdLst>
                  <a:gd name="connsiteX0" fmla="*/ 41185 w 80832"/>
                  <a:gd name="connsiteY0" fmla="*/ 79393 h 79393"/>
                  <a:gd name="connsiteX1" fmla="*/ 39697 w 80832"/>
                  <a:gd name="connsiteY1" fmla="*/ 79393 h 79393"/>
                  <a:gd name="connsiteX2" fmla="*/ 0 w 80832"/>
                  <a:gd name="connsiteY2" fmla="*/ 39697 h 79393"/>
                  <a:gd name="connsiteX3" fmla="*/ 39697 w 80832"/>
                  <a:gd name="connsiteY3" fmla="*/ 0 h 79393"/>
                  <a:gd name="connsiteX4" fmla="*/ 41136 w 80832"/>
                  <a:gd name="connsiteY4" fmla="*/ 0 h 79393"/>
                  <a:gd name="connsiteX5" fmla="*/ 80832 w 80832"/>
                  <a:gd name="connsiteY5" fmla="*/ 39697 h 79393"/>
                  <a:gd name="connsiteX6" fmla="*/ 41136 w 8083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832" h="79393">
                    <a:moveTo>
                      <a:pt x="4118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41136" y="0"/>
                    </a:lnTo>
                    <a:cubicBezTo>
                      <a:pt x="63060" y="0"/>
                      <a:pt x="80832" y="17773"/>
                      <a:pt x="80832" y="39697"/>
                    </a:cubicBezTo>
                    <a:cubicBezTo>
                      <a:pt x="80832" y="61620"/>
                      <a:pt x="63060" y="79393"/>
                      <a:pt x="41136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889C46A5-9148-4F47-8467-CD07315BBF03}"/>
                </a:ext>
              </a:extLst>
            </p:cNvPr>
            <p:cNvSpPr/>
            <p:nvPr/>
          </p:nvSpPr>
          <p:spPr>
            <a:xfrm>
              <a:off x="8178945" y="5320585"/>
              <a:ext cx="692191" cy="79398"/>
            </a:xfrm>
            <a:custGeom>
              <a:avLst/>
              <a:gdLst>
                <a:gd name="connsiteX0" fmla="*/ 648782 w 692191"/>
                <a:gd name="connsiteY0" fmla="*/ 79222 h 79398"/>
                <a:gd name="connsiteX1" fmla="*/ 43408 w 692191"/>
                <a:gd name="connsiteY1" fmla="*/ 79222 h 79398"/>
                <a:gd name="connsiteX2" fmla="*/ 176 w 692191"/>
                <a:gd name="connsiteY2" fmla="*/ 43411 h 79398"/>
                <a:gd name="connsiteX3" fmla="*/ 35990 w 692191"/>
                <a:gd name="connsiteY3" fmla="*/ 176 h 79398"/>
                <a:gd name="connsiteX4" fmla="*/ 43408 w 692191"/>
                <a:gd name="connsiteY4" fmla="*/ 176 h 79398"/>
                <a:gd name="connsiteX5" fmla="*/ 648782 w 692191"/>
                <a:gd name="connsiteY5" fmla="*/ 176 h 79398"/>
                <a:gd name="connsiteX6" fmla="*/ 692016 w 692191"/>
                <a:gd name="connsiteY6" fmla="*/ 35988 h 79398"/>
                <a:gd name="connsiteX7" fmla="*/ 656200 w 692191"/>
                <a:gd name="connsiteY7" fmla="*/ 79222 h 79398"/>
                <a:gd name="connsiteX8" fmla="*/ 648782 w 692191"/>
                <a:gd name="connsiteY8" fmla="*/ 79222 h 7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191" h="79398">
                  <a:moveTo>
                    <a:pt x="648782" y="79222"/>
                  </a:moveTo>
                  <a:lnTo>
                    <a:pt x="43408" y="79222"/>
                  </a:lnTo>
                  <a:cubicBezTo>
                    <a:pt x="21581" y="81272"/>
                    <a:pt x="2225" y="65234"/>
                    <a:pt x="176" y="43411"/>
                  </a:cubicBezTo>
                  <a:cubicBezTo>
                    <a:pt x="-1872" y="21583"/>
                    <a:pt x="14162" y="2226"/>
                    <a:pt x="35990" y="176"/>
                  </a:cubicBezTo>
                  <a:cubicBezTo>
                    <a:pt x="38457" y="-57"/>
                    <a:pt x="40941" y="-57"/>
                    <a:pt x="43408" y="176"/>
                  </a:cubicBezTo>
                  <a:lnTo>
                    <a:pt x="648782" y="176"/>
                  </a:lnTo>
                  <a:cubicBezTo>
                    <a:pt x="670610" y="-1873"/>
                    <a:pt x="689967" y="14165"/>
                    <a:pt x="692016" y="35988"/>
                  </a:cubicBezTo>
                  <a:cubicBezTo>
                    <a:pt x="694060" y="57816"/>
                    <a:pt x="678028" y="77173"/>
                    <a:pt x="656200" y="79222"/>
                  </a:cubicBezTo>
                  <a:cubicBezTo>
                    <a:pt x="653734" y="79455"/>
                    <a:pt x="651248" y="79455"/>
                    <a:pt x="648782" y="7922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32" name="Picture Placeholder 91">
            <a:extLst>
              <a:ext uri="{FF2B5EF4-FFF2-40B4-BE49-F238E27FC236}">
                <a16:creationId xmlns:a16="http://schemas.microsoft.com/office/drawing/2014/main" id="{ACAAD81A-468F-49D3-83B6-A9ADA8ED3457}"/>
              </a:ext>
            </a:extLst>
          </p:cNvPr>
          <p:cNvGrpSpPr>
            <a:grpSpLocks noChangeAspect="1"/>
          </p:cNvGrpSpPr>
          <p:nvPr/>
        </p:nvGrpSpPr>
        <p:grpSpPr>
          <a:xfrm>
            <a:off x="9427569" y="4820188"/>
            <a:ext cx="834918" cy="745203"/>
            <a:chOff x="9427569" y="4820188"/>
            <a:chExt cx="834918" cy="745203"/>
          </a:xfrm>
        </p:grpSpPr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8E81CB51-5166-AD41-BB66-C67227B5EEB3}"/>
                </a:ext>
              </a:extLst>
            </p:cNvPr>
            <p:cNvSpPr/>
            <p:nvPr/>
          </p:nvSpPr>
          <p:spPr>
            <a:xfrm>
              <a:off x="9427569" y="4820188"/>
              <a:ext cx="834918" cy="555205"/>
            </a:xfrm>
            <a:custGeom>
              <a:avLst/>
              <a:gdLst>
                <a:gd name="connsiteX0" fmla="*/ 795222 w 834918"/>
                <a:gd name="connsiteY0" fmla="*/ 555206 h 555205"/>
                <a:gd name="connsiteX1" fmla="*/ 39697 w 834918"/>
                <a:gd name="connsiteY1" fmla="*/ 555206 h 555205"/>
                <a:gd name="connsiteX2" fmla="*/ 0 w 834918"/>
                <a:gd name="connsiteY2" fmla="*/ 515509 h 555205"/>
                <a:gd name="connsiteX3" fmla="*/ 0 w 834918"/>
                <a:gd name="connsiteY3" fmla="*/ 39697 h 555205"/>
                <a:gd name="connsiteX4" fmla="*/ 39697 w 834918"/>
                <a:gd name="connsiteY4" fmla="*/ 0 h 555205"/>
                <a:gd name="connsiteX5" fmla="*/ 795222 w 834918"/>
                <a:gd name="connsiteY5" fmla="*/ 0 h 555205"/>
                <a:gd name="connsiteX6" fmla="*/ 834919 w 834918"/>
                <a:gd name="connsiteY6" fmla="*/ 39697 h 555205"/>
                <a:gd name="connsiteX7" fmla="*/ 834919 w 834918"/>
                <a:gd name="connsiteY7" fmla="*/ 515509 h 555205"/>
                <a:gd name="connsiteX8" fmla="*/ 795222 w 834918"/>
                <a:gd name="connsiteY8" fmla="*/ 555206 h 555205"/>
                <a:gd name="connsiteX9" fmla="*/ 79393 w 834918"/>
                <a:gd name="connsiteY9" fmla="*/ 475813 h 555205"/>
                <a:gd name="connsiteX10" fmla="*/ 755525 w 834918"/>
                <a:gd name="connsiteY10" fmla="*/ 475813 h 555205"/>
                <a:gd name="connsiteX11" fmla="*/ 755525 w 834918"/>
                <a:gd name="connsiteY11" fmla="*/ 79393 h 555205"/>
                <a:gd name="connsiteX12" fmla="*/ 79393 w 834918"/>
                <a:gd name="connsiteY12" fmla="*/ 79393 h 55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555205">
                  <a:moveTo>
                    <a:pt x="795222" y="555206"/>
                  </a:moveTo>
                  <a:lnTo>
                    <a:pt x="39697" y="555206"/>
                  </a:lnTo>
                  <a:cubicBezTo>
                    <a:pt x="17773" y="555206"/>
                    <a:pt x="0" y="537432"/>
                    <a:pt x="0" y="51550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515509"/>
                  </a:lnTo>
                  <a:cubicBezTo>
                    <a:pt x="834919" y="537432"/>
                    <a:pt x="817145" y="555206"/>
                    <a:pt x="795222" y="555206"/>
                  </a:cubicBezTo>
                  <a:close/>
                  <a:moveTo>
                    <a:pt x="79393" y="475813"/>
                  </a:moveTo>
                  <a:lnTo>
                    <a:pt x="755525" y="475813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75DE7482-C50A-0D40-A8EC-E16DB2D0B287}"/>
                </a:ext>
              </a:extLst>
            </p:cNvPr>
            <p:cNvSpPr/>
            <p:nvPr/>
          </p:nvSpPr>
          <p:spPr>
            <a:xfrm>
              <a:off x="9613994" y="5485998"/>
              <a:ext cx="460083" cy="79393"/>
            </a:xfrm>
            <a:custGeom>
              <a:avLst/>
              <a:gdLst>
                <a:gd name="connsiteX0" fmla="*/ 420387 w 460083"/>
                <a:gd name="connsiteY0" fmla="*/ 79393 h 79393"/>
                <a:gd name="connsiteX1" fmla="*/ 39697 w 460083"/>
                <a:gd name="connsiteY1" fmla="*/ 79393 h 79393"/>
                <a:gd name="connsiteX2" fmla="*/ 0 w 460083"/>
                <a:gd name="connsiteY2" fmla="*/ 39697 h 79393"/>
                <a:gd name="connsiteX3" fmla="*/ 39697 w 460083"/>
                <a:gd name="connsiteY3" fmla="*/ 0 h 79393"/>
                <a:gd name="connsiteX4" fmla="*/ 420387 w 460083"/>
                <a:gd name="connsiteY4" fmla="*/ 0 h 79393"/>
                <a:gd name="connsiteX5" fmla="*/ 460084 w 460083"/>
                <a:gd name="connsiteY5" fmla="*/ 39697 h 79393"/>
                <a:gd name="connsiteX6" fmla="*/ 420387 w 4600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083" h="79393">
                  <a:moveTo>
                    <a:pt x="42038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0387" y="0"/>
                  </a:lnTo>
                  <a:cubicBezTo>
                    <a:pt x="442309" y="0"/>
                    <a:pt x="460084" y="17774"/>
                    <a:pt x="460084" y="39697"/>
                  </a:cubicBezTo>
                  <a:cubicBezTo>
                    <a:pt x="460084" y="61619"/>
                    <a:pt x="442309" y="79393"/>
                    <a:pt x="42038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503414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D9E39BEE-F930-46FA-90D2-C6EA1D8943D1}"/>
              </a:ext>
            </a:extLst>
          </p:cNvPr>
          <p:cNvGrpSpPr>
            <a:grpSpLocks noChangeAspect="1"/>
          </p:cNvGrpSpPr>
          <p:nvPr/>
        </p:nvGrpSpPr>
        <p:grpSpPr>
          <a:xfrm>
            <a:off x="1681304" y="1417587"/>
            <a:ext cx="456510" cy="838589"/>
            <a:chOff x="1681304" y="1417587"/>
            <a:chExt cx="456510" cy="838589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F125FDD-F182-174A-B31F-75DC83A837F4}"/>
                </a:ext>
              </a:extLst>
            </p:cNvPr>
            <p:cNvSpPr/>
            <p:nvPr/>
          </p:nvSpPr>
          <p:spPr>
            <a:xfrm>
              <a:off x="1869862" y="1417587"/>
              <a:ext cx="267952" cy="272913"/>
            </a:xfrm>
            <a:custGeom>
              <a:avLst/>
              <a:gdLst>
                <a:gd name="connsiteX0" fmla="*/ 39697 w 267952"/>
                <a:gd name="connsiteY0" fmla="*/ 272914 h 272913"/>
                <a:gd name="connsiteX1" fmla="*/ 0 w 267952"/>
                <a:gd name="connsiteY1" fmla="*/ 233217 h 272913"/>
                <a:gd name="connsiteX2" fmla="*/ 0 w 267952"/>
                <a:gd name="connsiteY2" fmla="*/ 136457 h 272913"/>
                <a:gd name="connsiteX3" fmla="*/ 39697 w 267952"/>
                <a:gd name="connsiteY3" fmla="*/ 96760 h 272913"/>
                <a:gd name="connsiteX4" fmla="*/ 188559 w 267952"/>
                <a:gd name="connsiteY4" fmla="*/ 96760 h 272913"/>
                <a:gd name="connsiteX5" fmla="*/ 188559 w 267952"/>
                <a:gd name="connsiteY5" fmla="*/ 39697 h 272913"/>
                <a:gd name="connsiteX6" fmla="*/ 228255 w 267952"/>
                <a:gd name="connsiteY6" fmla="*/ 0 h 272913"/>
                <a:gd name="connsiteX7" fmla="*/ 267952 w 267952"/>
                <a:gd name="connsiteY7" fmla="*/ 39697 h 272913"/>
                <a:gd name="connsiteX8" fmla="*/ 267952 w 267952"/>
                <a:gd name="connsiteY8" fmla="*/ 136457 h 272913"/>
                <a:gd name="connsiteX9" fmla="*/ 228255 w 267952"/>
                <a:gd name="connsiteY9" fmla="*/ 176153 h 272913"/>
                <a:gd name="connsiteX10" fmla="*/ 79393 w 267952"/>
                <a:gd name="connsiteY10" fmla="*/ 176153 h 272913"/>
                <a:gd name="connsiteX11" fmla="*/ 79393 w 267952"/>
                <a:gd name="connsiteY11" fmla="*/ 233217 h 272913"/>
                <a:gd name="connsiteX12" fmla="*/ 39697 w 267952"/>
                <a:gd name="connsiteY12" fmla="*/ 272914 h 27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272913">
                  <a:moveTo>
                    <a:pt x="39697" y="272914"/>
                  </a:moveTo>
                  <a:cubicBezTo>
                    <a:pt x="17773" y="272914"/>
                    <a:pt x="0" y="255141"/>
                    <a:pt x="0" y="233217"/>
                  </a:cubicBezTo>
                  <a:lnTo>
                    <a:pt x="0" y="136457"/>
                  </a:lnTo>
                  <a:cubicBezTo>
                    <a:pt x="0" y="114533"/>
                    <a:pt x="17773" y="96760"/>
                    <a:pt x="39697" y="96760"/>
                  </a:cubicBezTo>
                  <a:lnTo>
                    <a:pt x="188559" y="96760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cubicBezTo>
                    <a:pt x="250178" y="0"/>
                    <a:pt x="267952" y="17773"/>
                    <a:pt x="267952" y="39697"/>
                  </a:cubicBezTo>
                  <a:lnTo>
                    <a:pt x="267952" y="136457"/>
                  </a:lnTo>
                  <a:cubicBezTo>
                    <a:pt x="267952" y="158381"/>
                    <a:pt x="250178" y="176153"/>
                    <a:pt x="228255" y="176153"/>
                  </a:cubicBezTo>
                  <a:lnTo>
                    <a:pt x="79393" y="176153"/>
                  </a:lnTo>
                  <a:lnTo>
                    <a:pt x="79393" y="233217"/>
                  </a:lnTo>
                  <a:cubicBezTo>
                    <a:pt x="79393" y="255141"/>
                    <a:pt x="61621" y="272914"/>
                    <a:pt x="39697" y="2729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CE17BEC-87E1-FB41-BD89-CBB32457EA35}"/>
                </a:ext>
              </a:extLst>
            </p:cNvPr>
            <p:cNvSpPr/>
            <p:nvPr/>
          </p:nvSpPr>
          <p:spPr>
            <a:xfrm>
              <a:off x="1681304" y="1611107"/>
              <a:ext cx="456510" cy="645068"/>
            </a:xfrm>
            <a:custGeom>
              <a:avLst/>
              <a:gdLst>
                <a:gd name="connsiteX0" fmla="*/ 354143 w 456510"/>
                <a:gd name="connsiteY0" fmla="*/ 645069 h 645068"/>
                <a:gd name="connsiteX1" fmla="*/ 102368 w 456510"/>
                <a:gd name="connsiteY1" fmla="*/ 645069 h 645068"/>
                <a:gd name="connsiteX2" fmla="*/ 0 w 456510"/>
                <a:gd name="connsiteY2" fmla="*/ 542801 h 645068"/>
                <a:gd name="connsiteX3" fmla="*/ 0 w 456510"/>
                <a:gd name="connsiteY3" fmla="*/ 102417 h 645068"/>
                <a:gd name="connsiteX4" fmla="*/ 102368 w 456510"/>
                <a:gd name="connsiteY4" fmla="*/ 0 h 645068"/>
                <a:gd name="connsiteX5" fmla="*/ 354143 w 456510"/>
                <a:gd name="connsiteY5" fmla="*/ 0 h 645068"/>
                <a:gd name="connsiteX6" fmla="*/ 456511 w 456510"/>
                <a:gd name="connsiteY6" fmla="*/ 102417 h 645068"/>
                <a:gd name="connsiteX7" fmla="*/ 456511 w 456510"/>
                <a:gd name="connsiteY7" fmla="*/ 542801 h 645068"/>
                <a:gd name="connsiteX8" fmla="*/ 354143 w 456510"/>
                <a:gd name="connsiteY8" fmla="*/ 645069 h 645068"/>
                <a:gd name="connsiteX9" fmla="*/ 102368 w 456510"/>
                <a:gd name="connsiteY9" fmla="*/ 79393 h 645068"/>
                <a:gd name="connsiteX10" fmla="*/ 79393 w 456510"/>
                <a:gd name="connsiteY10" fmla="*/ 102367 h 645068"/>
                <a:gd name="connsiteX11" fmla="*/ 79393 w 456510"/>
                <a:gd name="connsiteY11" fmla="*/ 542751 h 645068"/>
                <a:gd name="connsiteX12" fmla="*/ 102368 w 456510"/>
                <a:gd name="connsiteY12" fmla="*/ 565676 h 645068"/>
                <a:gd name="connsiteX13" fmla="*/ 354143 w 456510"/>
                <a:gd name="connsiteY13" fmla="*/ 565676 h 645068"/>
                <a:gd name="connsiteX14" fmla="*/ 377118 w 456510"/>
                <a:gd name="connsiteY14" fmla="*/ 542751 h 645068"/>
                <a:gd name="connsiteX15" fmla="*/ 377118 w 456510"/>
                <a:gd name="connsiteY15" fmla="*/ 102417 h 645068"/>
                <a:gd name="connsiteX16" fmla="*/ 354143 w 456510"/>
                <a:gd name="connsiteY16" fmla="*/ 79393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6510" h="645068">
                  <a:moveTo>
                    <a:pt x="354143" y="645069"/>
                  </a:moveTo>
                  <a:lnTo>
                    <a:pt x="102368" y="645069"/>
                  </a:lnTo>
                  <a:cubicBezTo>
                    <a:pt x="45893" y="645014"/>
                    <a:pt x="109" y="599274"/>
                    <a:pt x="0" y="542801"/>
                  </a:cubicBezTo>
                  <a:lnTo>
                    <a:pt x="0" y="102417"/>
                  </a:lnTo>
                  <a:cubicBezTo>
                    <a:pt x="27" y="45884"/>
                    <a:pt x="45835" y="55"/>
                    <a:pt x="102368" y="0"/>
                  </a:cubicBezTo>
                  <a:lnTo>
                    <a:pt x="354143" y="0"/>
                  </a:lnTo>
                  <a:cubicBezTo>
                    <a:pt x="410676" y="55"/>
                    <a:pt x="456481" y="45884"/>
                    <a:pt x="456511" y="102417"/>
                  </a:cubicBezTo>
                  <a:lnTo>
                    <a:pt x="456511" y="542801"/>
                  </a:lnTo>
                  <a:cubicBezTo>
                    <a:pt x="456402" y="599274"/>
                    <a:pt x="410617" y="645014"/>
                    <a:pt x="354143" y="645069"/>
                  </a:cubicBezTo>
                  <a:close/>
                  <a:moveTo>
                    <a:pt x="102368" y="79393"/>
                  </a:moveTo>
                  <a:cubicBezTo>
                    <a:pt x="89690" y="79420"/>
                    <a:pt x="79420" y="89690"/>
                    <a:pt x="79393" y="102367"/>
                  </a:cubicBezTo>
                  <a:lnTo>
                    <a:pt x="79393" y="542751"/>
                  </a:lnTo>
                  <a:cubicBezTo>
                    <a:pt x="79420" y="555419"/>
                    <a:pt x="89698" y="565676"/>
                    <a:pt x="102368" y="565676"/>
                  </a:cubicBezTo>
                  <a:lnTo>
                    <a:pt x="354143" y="565676"/>
                  </a:lnTo>
                  <a:cubicBezTo>
                    <a:pt x="366811" y="565676"/>
                    <a:pt x="377088" y="555419"/>
                    <a:pt x="377118" y="542751"/>
                  </a:cubicBezTo>
                  <a:lnTo>
                    <a:pt x="377118" y="102417"/>
                  </a:lnTo>
                  <a:cubicBezTo>
                    <a:pt x="377118" y="89721"/>
                    <a:pt x="366841" y="79420"/>
                    <a:pt x="3541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3723DADC-259F-CF45-9CAF-F0C5FFFB5805}"/>
                </a:ext>
              </a:extLst>
            </p:cNvPr>
            <p:cNvSpPr/>
            <p:nvPr/>
          </p:nvSpPr>
          <p:spPr>
            <a:xfrm>
              <a:off x="1869862" y="1742553"/>
              <a:ext cx="79740" cy="176203"/>
            </a:xfrm>
            <a:custGeom>
              <a:avLst/>
              <a:gdLst>
                <a:gd name="connsiteX0" fmla="*/ 39697 w 79740"/>
                <a:gd name="connsiteY0" fmla="*/ 176203 h 176203"/>
                <a:gd name="connsiteX1" fmla="*/ 39697 w 79740"/>
                <a:gd name="connsiteY1" fmla="*/ 176203 h 176203"/>
                <a:gd name="connsiteX2" fmla="*/ 0 w 79740"/>
                <a:gd name="connsiteY2" fmla="*/ 136507 h 176203"/>
                <a:gd name="connsiteX3" fmla="*/ 347 w 79740"/>
                <a:gd name="connsiteY3" fmla="*/ 39697 h 176203"/>
                <a:gd name="connsiteX4" fmla="*/ 40044 w 79740"/>
                <a:gd name="connsiteY4" fmla="*/ 0 h 176203"/>
                <a:gd name="connsiteX5" fmla="*/ 40044 w 79740"/>
                <a:gd name="connsiteY5" fmla="*/ 0 h 176203"/>
                <a:gd name="connsiteX6" fmla="*/ 79741 w 79740"/>
                <a:gd name="connsiteY6" fmla="*/ 39697 h 176203"/>
                <a:gd name="connsiteX7" fmla="*/ 79393 w 79740"/>
                <a:gd name="connsiteY7" fmla="*/ 136507 h 176203"/>
                <a:gd name="connsiteX8" fmla="*/ 39697 w 79740"/>
                <a:gd name="connsiteY8" fmla="*/ 176203 h 1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6203">
                  <a:moveTo>
                    <a:pt x="39697" y="176203"/>
                  </a:moveTo>
                  <a:lnTo>
                    <a:pt x="39697" y="176203"/>
                  </a:lnTo>
                  <a:cubicBezTo>
                    <a:pt x="17773" y="176203"/>
                    <a:pt x="0" y="158429"/>
                    <a:pt x="0" y="136507"/>
                  </a:cubicBezTo>
                  <a:lnTo>
                    <a:pt x="347" y="39697"/>
                  </a:lnTo>
                  <a:cubicBezTo>
                    <a:pt x="347" y="17773"/>
                    <a:pt x="18120" y="0"/>
                    <a:pt x="40044" y="0"/>
                  </a:cubicBezTo>
                  <a:lnTo>
                    <a:pt x="40044" y="0"/>
                  </a:lnTo>
                  <a:cubicBezTo>
                    <a:pt x="61968" y="0"/>
                    <a:pt x="79741" y="17773"/>
                    <a:pt x="79741" y="39697"/>
                  </a:cubicBezTo>
                  <a:lnTo>
                    <a:pt x="79393" y="136507"/>
                  </a:lnTo>
                  <a:cubicBezTo>
                    <a:pt x="79393" y="158429"/>
                    <a:pt x="61621" y="176203"/>
                    <a:pt x="39697" y="17620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35">
            <a:extLst>
              <a:ext uri="{FF2B5EF4-FFF2-40B4-BE49-F238E27FC236}">
                <a16:creationId xmlns:a16="http://schemas.microsoft.com/office/drawing/2014/main" id="{43184069-C29F-4F52-BD82-73AFB791746C}"/>
              </a:ext>
            </a:extLst>
          </p:cNvPr>
          <p:cNvGrpSpPr>
            <a:grpSpLocks noChangeAspect="1"/>
          </p:cNvGrpSpPr>
          <p:nvPr/>
        </p:nvGrpSpPr>
        <p:grpSpPr>
          <a:xfrm>
            <a:off x="2807772" y="1442397"/>
            <a:ext cx="838590" cy="788968"/>
            <a:chOff x="2807772" y="1442397"/>
            <a:chExt cx="838590" cy="788968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9F07993-F3F9-2F4D-92A2-2E5DA0DDE0FA}"/>
                </a:ext>
              </a:extLst>
            </p:cNvPr>
            <p:cNvSpPr/>
            <p:nvPr/>
          </p:nvSpPr>
          <p:spPr>
            <a:xfrm>
              <a:off x="3189851" y="1442397"/>
              <a:ext cx="267952" cy="362231"/>
            </a:xfrm>
            <a:custGeom>
              <a:avLst/>
              <a:gdLst>
                <a:gd name="connsiteX0" fmla="*/ 39697 w 267952"/>
                <a:gd name="connsiteY0" fmla="*/ 362231 h 362231"/>
                <a:gd name="connsiteX1" fmla="*/ 0 w 267952"/>
                <a:gd name="connsiteY1" fmla="*/ 322534 h 362231"/>
                <a:gd name="connsiteX2" fmla="*/ 0 w 267952"/>
                <a:gd name="connsiteY2" fmla="*/ 136606 h 362231"/>
                <a:gd name="connsiteX3" fmla="*/ 39697 w 267952"/>
                <a:gd name="connsiteY3" fmla="*/ 96909 h 362231"/>
                <a:gd name="connsiteX4" fmla="*/ 188559 w 267952"/>
                <a:gd name="connsiteY4" fmla="*/ 96909 h 362231"/>
                <a:gd name="connsiteX5" fmla="*/ 188559 w 267952"/>
                <a:gd name="connsiteY5" fmla="*/ 39697 h 362231"/>
                <a:gd name="connsiteX6" fmla="*/ 228255 w 267952"/>
                <a:gd name="connsiteY6" fmla="*/ 0 h 362231"/>
                <a:gd name="connsiteX7" fmla="*/ 267952 w 267952"/>
                <a:gd name="connsiteY7" fmla="*/ 39697 h 362231"/>
                <a:gd name="connsiteX8" fmla="*/ 267952 w 267952"/>
                <a:gd name="connsiteY8" fmla="*/ 136606 h 362231"/>
                <a:gd name="connsiteX9" fmla="*/ 228255 w 267952"/>
                <a:gd name="connsiteY9" fmla="*/ 176302 h 362231"/>
                <a:gd name="connsiteX10" fmla="*/ 79393 w 267952"/>
                <a:gd name="connsiteY10" fmla="*/ 176302 h 362231"/>
                <a:gd name="connsiteX11" fmla="*/ 79393 w 267952"/>
                <a:gd name="connsiteY11" fmla="*/ 322534 h 362231"/>
                <a:gd name="connsiteX12" fmla="*/ 39697 w 267952"/>
                <a:gd name="connsiteY12" fmla="*/ 362231 h 362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362231">
                  <a:moveTo>
                    <a:pt x="39697" y="362231"/>
                  </a:moveTo>
                  <a:cubicBezTo>
                    <a:pt x="17773" y="362231"/>
                    <a:pt x="0" y="344458"/>
                    <a:pt x="0" y="322534"/>
                  </a:cubicBezTo>
                  <a:lnTo>
                    <a:pt x="0" y="136606"/>
                  </a:lnTo>
                  <a:cubicBezTo>
                    <a:pt x="0" y="114682"/>
                    <a:pt x="17773" y="96909"/>
                    <a:pt x="39697" y="96909"/>
                  </a:cubicBezTo>
                  <a:lnTo>
                    <a:pt x="188559" y="96909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cubicBezTo>
                    <a:pt x="250178" y="0"/>
                    <a:pt x="267952" y="17773"/>
                    <a:pt x="267952" y="39697"/>
                  </a:cubicBezTo>
                  <a:lnTo>
                    <a:pt x="267952" y="136606"/>
                  </a:lnTo>
                  <a:cubicBezTo>
                    <a:pt x="267952" y="158530"/>
                    <a:pt x="250178" y="176302"/>
                    <a:pt x="228255" y="176302"/>
                  </a:cubicBezTo>
                  <a:lnTo>
                    <a:pt x="79393" y="176302"/>
                  </a:lnTo>
                  <a:lnTo>
                    <a:pt x="79393" y="322534"/>
                  </a:lnTo>
                  <a:cubicBezTo>
                    <a:pt x="79393" y="344458"/>
                    <a:pt x="61621" y="362231"/>
                    <a:pt x="39697" y="3622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F778945-9961-8340-886F-E4036913360F}"/>
                </a:ext>
              </a:extLst>
            </p:cNvPr>
            <p:cNvSpPr/>
            <p:nvPr/>
          </p:nvSpPr>
          <p:spPr>
            <a:xfrm>
              <a:off x="2807772" y="1730197"/>
              <a:ext cx="838590" cy="501168"/>
            </a:xfrm>
            <a:custGeom>
              <a:avLst/>
              <a:gdLst>
                <a:gd name="connsiteX0" fmla="*/ 798894 w 838590"/>
                <a:gd name="connsiteY0" fmla="*/ 501169 h 501168"/>
                <a:gd name="connsiteX1" fmla="*/ 39697 w 838590"/>
                <a:gd name="connsiteY1" fmla="*/ 501169 h 501168"/>
                <a:gd name="connsiteX2" fmla="*/ 0 w 838590"/>
                <a:gd name="connsiteY2" fmla="*/ 461472 h 501168"/>
                <a:gd name="connsiteX3" fmla="*/ 0 w 838590"/>
                <a:gd name="connsiteY3" fmla="*/ 39697 h 501168"/>
                <a:gd name="connsiteX4" fmla="*/ 39697 w 838590"/>
                <a:gd name="connsiteY4" fmla="*/ 0 h 501168"/>
                <a:gd name="connsiteX5" fmla="*/ 798894 w 838590"/>
                <a:gd name="connsiteY5" fmla="*/ 0 h 501168"/>
                <a:gd name="connsiteX6" fmla="*/ 838591 w 838590"/>
                <a:gd name="connsiteY6" fmla="*/ 39697 h 501168"/>
                <a:gd name="connsiteX7" fmla="*/ 838591 w 838590"/>
                <a:gd name="connsiteY7" fmla="*/ 461472 h 501168"/>
                <a:gd name="connsiteX8" fmla="*/ 798894 w 838590"/>
                <a:gd name="connsiteY8" fmla="*/ 501169 h 501168"/>
                <a:gd name="connsiteX9" fmla="*/ 79393 w 838590"/>
                <a:gd name="connsiteY9" fmla="*/ 421776 h 501168"/>
                <a:gd name="connsiteX10" fmla="*/ 759197 w 838590"/>
                <a:gd name="connsiteY10" fmla="*/ 421776 h 501168"/>
                <a:gd name="connsiteX11" fmla="*/ 759197 w 838590"/>
                <a:gd name="connsiteY11" fmla="*/ 79393 h 501168"/>
                <a:gd name="connsiteX12" fmla="*/ 79393 w 838590"/>
                <a:gd name="connsiteY12" fmla="*/ 79393 h 50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8590" h="501168">
                  <a:moveTo>
                    <a:pt x="798894" y="501169"/>
                  </a:moveTo>
                  <a:lnTo>
                    <a:pt x="39697" y="501169"/>
                  </a:lnTo>
                  <a:cubicBezTo>
                    <a:pt x="17773" y="501169"/>
                    <a:pt x="0" y="483395"/>
                    <a:pt x="0" y="4614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461472"/>
                  </a:lnTo>
                  <a:cubicBezTo>
                    <a:pt x="838591" y="483395"/>
                    <a:pt x="820816" y="501169"/>
                    <a:pt x="798894" y="501169"/>
                  </a:cubicBezTo>
                  <a:close/>
                  <a:moveTo>
                    <a:pt x="79393" y="421776"/>
                  </a:moveTo>
                  <a:lnTo>
                    <a:pt x="759197" y="421776"/>
                  </a:lnTo>
                  <a:lnTo>
                    <a:pt x="75919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B19D877-C28E-7B4F-9BBE-21C78AAD186A}"/>
                </a:ext>
              </a:extLst>
            </p:cNvPr>
            <p:cNvSpPr/>
            <p:nvPr/>
          </p:nvSpPr>
          <p:spPr>
            <a:xfrm>
              <a:off x="2948149" y="2048861"/>
              <a:ext cx="554313" cy="79740"/>
            </a:xfrm>
            <a:custGeom>
              <a:avLst/>
              <a:gdLst>
                <a:gd name="connsiteX0" fmla="*/ 514617 w 554313"/>
                <a:gd name="connsiteY0" fmla="*/ 79740 h 79740"/>
                <a:gd name="connsiteX1" fmla="*/ 514617 w 554313"/>
                <a:gd name="connsiteY1" fmla="*/ 79740 h 79740"/>
                <a:gd name="connsiteX2" fmla="*/ 39697 w 554313"/>
                <a:gd name="connsiteY2" fmla="*/ 79393 h 79740"/>
                <a:gd name="connsiteX3" fmla="*/ 0 w 554313"/>
                <a:gd name="connsiteY3" fmla="*/ 39697 h 79740"/>
                <a:gd name="connsiteX4" fmla="*/ 39697 w 554313"/>
                <a:gd name="connsiteY4" fmla="*/ 0 h 79740"/>
                <a:gd name="connsiteX5" fmla="*/ 39697 w 554313"/>
                <a:gd name="connsiteY5" fmla="*/ 0 h 79740"/>
                <a:gd name="connsiteX6" fmla="*/ 514617 w 554313"/>
                <a:gd name="connsiteY6" fmla="*/ 347 h 79740"/>
                <a:gd name="connsiteX7" fmla="*/ 554313 w 554313"/>
                <a:gd name="connsiteY7" fmla="*/ 40044 h 79740"/>
                <a:gd name="connsiteX8" fmla="*/ 514617 w 554313"/>
                <a:gd name="connsiteY8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313" h="79740">
                  <a:moveTo>
                    <a:pt x="514617" y="79740"/>
                  </a:moveTo>
                  <a:lnTo>
                    <a:pt x="514617" y="79740"/>
                  </a:ln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617" y="347"/>
                  </a:lnTo>
                  <a:cubicBezTo>
                    <a:pt x="536539" y="347"/>
                    <a:pt x="554313" y="18121"/>
                    <a:pt x="554313" y="40044"/>
                  </a:cubicBezTo>
                  <a:cubicBezTo>
                    <a:pt x="554313" y="61966"/>
                    <a:pt x="536539" y="79740"/>
                    <a:pt x="514617" y="797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B0552B2-0A30-DB40-8F9E-9899844D850B}"/>
                </a:ext>
              </a:extLst>
            </p:cNvPr>
            <p:cNvSpPr/>
            <p:nvPr/>
          </p:nvSpPr>
          <p:spPr>
            <a:xfrm>
              <a:off x="2960802" y="1942772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4"/>
                    <a:pt x="153824" y="39697"/>
                  </a:cubicBezTo>
                  <a:cubicBezTo>
                    <a:pt x="153824" y="61619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53B15309-29EA-FF43-B058-3444A8C8985D}"/>
                </a:ext>
              </a:extLst>
            </p:cNvPr>
            <p:cNvSpPr/>
            <p:nvPr/>
          </p:nvSpPr>
          <p:spPr>
            <a:xfrm>
              <a:off x="2960901" y="183504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ACC9CDD-C70F-044C-9CB3-31F262EC261E}"/>
                </a:ext>
              </a:extLst>
            </p:cNvPr>
            <p:cNvSpPr/>
            <p:nvPr/>
          </p:nvSpPr>
          <p:spPr>
            <a:xfrm>
              <a:off x="3149411" y="194356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4"/>
                    <a:pt x="153824" y="39697"/>
                  </a:cubicBezTo>
                  <a:cubicBezTo>
                    <a:pt x="153824" y="61619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237C4FCE-BD83-684E-A77E-E2EE901EE5C8}"/>
                </a:ext>
              </a:extLst>
            </p:cNvPr>
            <p:cNvSpPr/>
            <p:nvPr/>
          </p:nvSpPr>
          <p:spPr>
            <a:xfrm>
              <a:off x="3149510" y="1835790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7D56B75B-9912-6C48-B594-65813A8BFE84}"/>
                </a:ext>
              </a:extLst>
            </p:cNvPr>
            <p:cNvSpPr/>
            <p:nvPr/>
          </p:nvSpPr>
          <p:spPr>
            <a:xfrm>
              <a:off x="3342931" y="194356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4"/>
                    <a:pt x="153824" y="39697"/>
                  </a:cubicBezTo>
                  <a:cubicBezTo>
                    <a:pt x="153824" y="61619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3D0ECAD-C343-8D49-9850-8C3A8B698BF2}"/>
                </a:ext>
              </a:extLst>
            </p:cNvPr>
            <p:cNvSpPr/>
            <p:nvPr/>
          </p:nvSpPr>
          <p:spPr>
            <a:xfrm>
              <a:off x="3343031" y="1835790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3"/>
                    <a:pt x="153824" y="39697"/>
                  </a:cubicBezTo>
                  <a:cubicBezTo>
                    <a:pt x="153824" y="61620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" name="Picture Placeholder 37">
            <a:extLst>
              <a:ext uri="{FF2B5EF4-FFF2-40B4-BE49-F238E27FC236}">
                <a16:creationId xmlns:a16="http://schemas.microsoft.com/office/drawing/2014/main" id="{E778A4AC-9CEE-4385-9F49-C811B79E0382}"/>
              </a:ext>
            </a:extLst>
          </p:cNvPr>
          <p:cNvGrpSpPr>
            <a:grpSpLocks noChangeAspect="1"/>
          </p:cNvGrpSpPr>
          <p:nvPr/>
        </p:nvGrpSpPr>
        <p:grpSpPr>
          <a:xfrm>
            <a:off x="4127612" y="1451428"/>
            <a:ext cx="833876" cy="770906"/>
            <a:chOff x="4127612" y="1451428"/>
            <a:chExt cx="833876" cy="770906"/>
          </a:xfrm>
        </p:grpSpPr>
        <p:grpSp>
          <p:nvGrpSpPr>
            <p:cNvPr id="20" name="Picture Placeholder 37">
              <a:extLst>
                <a:ext uri="{FF2B5EF4-FFF2-40B4-BE49-F238E27FC236}">
                  <a16:creationId xmlns:a16="http://schemas.microsoft.com/office/drawing/2014/main" id="{E778A4AC-9CEE-4385-9F49-C811B79E0382}"/>
                </a:ext>
              </a:extLst>
            </p:cNvPr>
            <p:cNvGrpSpPr/>
            <p:nvPr/>
          </p:nvGrpSpPr>
          <p:grpSpPr>
            <a:xfrm>
              <a:off x="4127612" y="1451428"/>
              <a:ext cx="739646" cy="682631"/>
              <a:chOff x="4127612" y="1451428"/>
              <a:chExt cx="739646" cy="682631"/>
            </a:xfrm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8FC45C61-E0EB-C042-9E0F-28D77A345CC1}"/>
                  </a:ext>
                </a:extLst>
              </p:cNvPr>
              <p:cNvSpPr/>
              <p:nvPr/>
            </p:nvSpPr>
            <p:spPr>
              <a:xfrm>
                <a:off x="4221891" y="1451428"/>
                <a:ext cx="645367" cy="553617"/>
              </a:xfrm>
              <a:custGeom>
                <a:avLst/>
                <a:gdLst>
                  <a:gd name="connsiteX0" fmla="*/ 433785 w 645367"/>
                  <a:gd name="connsiteY0" fmla="*/ 553618 h 553617"/>
                  <a:gd name="connsiteX1" fmla="*/ 39697 w 645367"/>
                  <a:gd name="connsiteY1" fmla="*/ 553618 h 553617"/>
                  <a:gd name="connsiteX2" fmla="*/ 0 w 645367"/>
                  <a:gd name="connsiteY2" fmla="*/ 513921 h 553617"/>
                  <a:gd name="connsiteX3" fmla="*/ 0 w 645367"/>
                  <a:gd name="connsiteY3" fmla="*/ 39697 h 553617"/>
                  <a:gd name="connsiteX4" fmla="*/ 39697 w 645367"/>
                  <a:gd name="connsiteY4" fmla="*/ 0 h 553617"/>
                  <a:gd name="connsiteX5" fmla="*/ 605671 w 645367"/>
                  <a:gd name="connsiteY5" fmla="*/ 0 h 553617"/>
                  <a:gd name="connsiteX6" fmla="*/ 645367 w 645367"/>
                  <a:gd name="connsiteY6" fmla="*/ 39697 h 553617"/>
                  <a:gd name="connsiteX7" fmla="*/ 645367 w 645367"/>
                  <a:gd name="connsiteY7" fmla="*/ 264726 h 553617"/>
                  <a:gd name="connsiteX8" fmla="*/ 605671 w 645367"/>
                  <a:gd name="connsiteY8" fmla="*/ 304423 h 553617"/>
                  <a:gd name="connsiteX9" fmla="*/ 565974 w 645367"/>
                  <a:gd name="connsiteY9" fmla="*/ 264726 h 553617"/>
                  <a:gd name="connsiteX10" fmla="*/ 565974 w 645367"/>
                  <a:gd name="connsiteY10" fmla="*/ 79393 h 553617"/>
                  <a:gd name="connsiteX11" fmla="*/ 79393 w 645367"/>
                  <a:gd name="connsiteY11" fmla="*/ 79393 h 553617"/>
                  <a:gd name="connsiteX12" fmla="*/ 79393 w 645367"/>
                  <a:gd name="connsiteY12" fmla="*/ 474225 h 553617"/>
                  <a:gd name="connsiteX13" fmla="*/ 433785 w 645367"/>
                  <a:gd name="connsiteY13" fmla="*/ 474225 h 553617"/>
                  <a:gd name="connsiteX14" fmla="*/ 473481 w 645367"/>
                  <a:gd name="connsiteY14" fmla="*/ 513921 h 553617"/>
                  <a:gd name="connsiteX15" fmla="*/ 433785 w 645367"/>
                  <a:gd name="connsiteY15" fmla="*/ 553618 h 553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5367" h="553617">
                    <a:moveTo>
                      <a:pt x="433785" y="553618"/>
                    </a:moveTo>
                    <a:lnTo>
                      <a:pt x="39697" y="553618"/>
                    </a:lnTo>
                    <a:cubicBezTo>
                      <a:pt x="17773" y="553618"/>
                      <a:pt x="0" y="535844"/>
                      <a:pt x="0" y="5139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605671" y="0"/>
                    </a:lnTo>
                    <a:cubicBezTo>
                      <a:pt x="627593" y="0"/>
                      <a:pt x="645367" y="17773"/>
                      <a:pt x="645367" y="39697"/>
                    </a:cubicBezTo>
                    <a:lnTo>
                      <a:pt x="645367" y="264726"/>
                    </a:lnTo>
                    <a:cubicBezTo>
                      <a:pt x="645367" y="286650"/>
                      <a:pt x="627593" y="304423"/>
                      <a:pt x="605671" y="304423"/>
                    </a:cubicBezTo>
                    <a:cubicBezTo>
                      <a:pt x="583748" y="304423"/>
                      <a:pt x="565974" y="286650"/>
                      <a:pt x="565974" y="264726"/>
                    </a:cubicBezTo>
                    <a:lnTo>
                      <a:pt x="565974" y="79393"/>
                    </a:lnTo>
                    <a:lnTo>
                      <a:pt x="79393" y="79393"/>
                    </a:lnTo>
                    <a:lnTo>
                      <a:pt x="79393" y="474225"/>
                    </a:lnTo>
                    <a:lnTo>
                      <a:pt x="433785" y="474225"/>
                    </a:lnTo>
                    <a:cubicBezTo>
                      <a:pt x="455707" y="474225"/>
                      <a:pt x="473481" y="491999"/>
                      <a:pt x="473481" y="513921"/>
                    </a:cubicBezTo>
                    <a:cubicBezTo>
                      <a:pt x="473481" y="535844"/>
                      <a:pt x="455707" y="553618"/>
                      <a:pt x="433785" y="55361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DF99E08B-C395-2D40-921C-BF0346B3CEB0}"/>
                  </a:ext>
                </a:extLst>
              </p:cNvPr>
              <p:cNvSpPr/>
              <p:nvPr/>
            </p:nvSpPr>
            <p:spPr>
              <a:xfrm>
                <a:off x="4127612" y="2054667"/>
                <a:ext cx="565676" cy="79393"/>
              </a:xfrm>
              <a:custGeom>
                <a:avLst/>
                <a:gdLst>
                  <a:gd name="connsiteX0" fmla="*/ 525980 w 565676"/>
                  <a:gd name="connsiteY0" fmla="*/ 79393 h 79393"/>
                  <a:gd name="connsiteX1" fmla="*/ 39697 w 565676"/>
                  <a:gd name="connsiteY1" fmla="*/ 79393 h 79393"/>
                  <a:gd name="connsiteX2" fmla="*/ 0 w 565676"/>
                  <a:gd name="connsiteY2" fmla="*/ 39697 h 79393"/>
                  <a:gd name="connsiteX3" fmla="*/ 39697 w 565676"/>
                  <a:gd name="connsiteY3" fmla="*/ 0 h 79393"/>
                  <a:gd name="connsiteX4" fmla="*/ 525980 w 565676"/>
                  <a:gd name="connsiteY4" fmla="*/ 0 h 79393"/>
                  <a:gd name="connsiteX5" fmla="*/ 565677 w 565676"/>
                  <a:gd name="connsiteY5" fmla="*/ 39697 h 79393"/>
                  <a:gd name="connsiteX6" fmla="*/ 525980 w 565676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76" h="79393">
                    <a:moveTo>
                      <a:pt x="525980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525980" y="0"/>
                    </a:lnTo>
                    <a:cubicBezTo>
                      <a:pt x="547902" y="0"/>
                      <a:pt x="565677" y="17774"/>
                      <a:pt x="565677" y="39697"/>
                    </a:cubicBezTo>
                    <a:cubicBezTo>
                      <a:pt x="565677" y="61619"/>
                      <a:pt x="547902" y="79393"/>
                      <a:pt x="525980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AF239B69-7325-6148-B0CD-873D9F9EB09D}"/>
                </a:ext>
              </a:extLst>
            </p:cNvPr>
            <p:cNvSpPr/>
            <p:nvPr/>
          </p:nvSpPr>
          <p:spPr>
            <a:xfrm>
              <a:off x="4615979" y="1716204"/>
              <a:ext cx="345509" cy="506130"/>
            </a:xfrm>
            <a:custGeom>
              <a:avLst/>
              <a:gdLst>
                <a:gd name="connsiteX0" fmla="*/ 305862 w 345509"/>
                <a:gd name="connsiteY0" fmla="*/ 506131 h 506130"/>
                <a:gd name="connsiteX1" fmla="*/ 39697 w 345509"/>
                <a:gd name="connsiteY1" fmla="*/ 506131 h 506130"/>
                <a:gd name="connsiteX2" fmla="*/ 0 w 345509"/>
                <a:gd name="connsiteY2" fmla="*/ 466434 h 506130"/>
                <a:gd name="connsiteX3" fmla="*/ 0 w 345509"/>
                <a:gd name="connsiteY3" fmla="*/ 39697 h 506130"/>
                <a:gd name="connsiteX4" fmla="*/ 39697 w 345509"/>
                <a:gd name="connsiteY4" fmla="*/ 0 h 506130"/>
                <a:gd name="connsiteX5" fmla="*/ 39697 w 345509"/>
                <a:gd name="connsiteY5" fmla="*/ 0 h 506130"/>
                <a:gd name="connsiteX6" fmla="*/ 305813 w 345509"/>
                <a:gd name="connsiteY6" fmla="*/ 496 h 506130"/>
                <a:gd name="connsiteX7" fmla="*/ 345509 w 345509"/>
                <a:gd name="connsiteY7" fmla="*/ 40193 h 506130"/>
                <a:gd name="connsiteX8" fmla="*/ 345509 w 345509"/>
                <a:gd name="connsiteY8" fmla="*/ 466484 h 506130"/>
                <a:gd name="connsiteX9" fmla="*/ 305862 w 345509"/>
                <a:gd name="connsiteY9" fmla="*/ 506131 h 506130"/>
                <a:gd name="connsiteX10" fmla="*/ 79393 w 345509"/>
                <a:gd name="connsiteY10" fmla="*/ 426738 h 506130"/>
                <a:gd name="connsiteX11" fmla="*/ 266166 w 345509"/>
                <a:gd name="connsiteY11" fmla="*/ 426738 h 506130"/>
                <a:gd name="connsiteX12" fmla="*/ 266166 w 345509"/>
                <a:gd name="connsiteY12" fmla="*/ 79740 h 506130"/>
                <a:gd name="connsiteX13" fmla="*/ 79393 w 345509"/>
                <a:gd name="connsiteY13" fmla="*/ 79443 h 50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5509" h="506130">
                  <a:moveTo>
                    <a:pt x="305862" y="506131"/>
                  </a:moveTo>
                  <a:lnTo>
                    <a:pt x="39697" y="506131"/>
                  </a:lnTo>
                  <a:cubicBezTo>
                    <a:pt x="17774" y="506131"/>
                    <a:pt x="0" y="488357"/>
                    <a:pt x="0" y="46643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lnTo>
                    <a:pt x="305813" y="496"/>
                  </a:lnTo>
                  <a:cubicBezTo>
                    <a:pt x="327735" y="496"/>
                    <a:pt x="345509" y="18269"/>
                    <a:pt x="345509" y="40193"/>
                  </a:cubicBezTo>
                  <a:lnTo>
                    <a:pt x="345509" y="466484"/>
                  </a:lnTo>
                  <a:cubicBezTo>
                    <a:pt x="345480" y="488367"/>
                    <a:pt x="327745" y="506101"/>
                    <a:pt x="305862" y="506131"/>
                  </a:cubicBezTo>
                  <a:close/>
                  <a:moveTo>
                    <a:pt x="79393" y="426738"/>
                  </a:moveTo>
                  <a:lnTo>
                    <a:pt x="266166" y="426738"/>
                  </a:lnTo>
                  <a:lnTo>
                    <a:pt x="266166" y="79740"/>
                  </a:lnTo>
                  <a:lnTo>
                    <a:pt x="79393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0AF67375-368D-6643-8813-43477F1F2D36}"/>
                </a:ext>
              </a:extLst>
            </p:cNvPr>
            <p:cNvSpPr/>
            <p:nvPr/>
          </p:nvSpPr>
          <p:spPr>
            <a:xfrm>
              <a:off x="4746482" y="2049208"/>
              <a:ext cx="80286" cy="79393"/>
            </a:xfrm>
            <a:custGeom>
              <a:avLst/>
              <a:gdLst>
                <a:gd name="connsiteX0" fmla="*/ 40590 w 80286"/>
                <a:gd name="connsiteY0" fmla="*/ 79393 h 79393"/>
                <a:gd name="connsiteX1" fmla="*/ 39697 w 80286"/>
                <a:gd name="connsiteY1" fmla="*/ 79393 h 79393"/>
                <a:gd name="connsiteX2" fmla="*/ 0 w 80286"/>
                <a:gd name="connsiteY2" fmla="*/ 39697 h 79393"/>
                <a:gd name="connsiteX3" fmla="*/ 39697 w 80286"/>
                <a:gd name="connsiteY3" fmla="*/ 0 h 79393"/>
                <a:gd name="connsiteX4" fmla="*/ 40590 w 80286"/>
                <a:gd name="connsiteY4" fmla="*/ 0 h 79393"/>
                <a:gd name="connsiteX5" fmla="*/ 80286 w 80286"/>
                <a:gd name="connsiteY5" fmla="*/ 39697 h 79393"/>
                <a:gd name="connsiteX6" fmla="*/ 40590 w 8028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6" h="79393">
                  <a:moveTo>
                    <a:pt x="40590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40590" y="0"/>
                  </a:lnTo>
                  <a:cubicBezTo>
                    <a:pt x="62512" y="0"/>
                    <a:pt x="80286" y="17774"/>
                    <a:pt x="80286" y="39697"/>
                  </a:cubicBezTo>
                  <a:cubicBezTo>
                    <a:pt x="80286" y="61619"/>
                    <a:pt x="62512" y="79393"/>
                    <a:pt x="4059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39">
            <a:extLst>
              <a:ext uri="{FF2B5EF4-FFF2-40B4-BE49-F238E27FC236}">
                <a16:creationId xmlns:a16="http://schemas.microsoft.com/office/drawing/2014/main" id="{A301E825-CDA5-4A2E-85C0-E0D3894D8328}"/>
              </a:ext>
            </a:extLst>
          </p:cNvPr>
          <p:cNvGrpSpPr>
            <a:grpSpLocks noChangeAspect="1"/>
          </p:cNvGrpSpPr>
          <p:nvPr/>
        </p:nvGrpSpPr>
        <p:grpSpPr>
          <a:xfrm>
            <a:off x="5444624" y="1464280"/>
            <a:ext cx="834918" cy="745203"/>
            <a:chOff x="5444624" y="1464280"/>
            <a:chExt cx="834918" cy="74520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07AE1A2-0C8B-E244-B45F-61D425F42ED1}"/>
                </a:ext>
              </a:extLst>
            </p:cNvPr>
            <p:cNvSpPr/>
            <p:nvPr/>
          </p:nvSpPr>
          <p:spPr>
            <a:xfrm>
              <a:off x="5444624" y="1464280"/>
              <a:ext cx="834918" cy="589940"/>
            </a:xfrm>
            <a:custGeom>
              <a:avLst/>
              <a:gdLst>
                <a:gd name="connsiteX0" fmla="*/ 795222 w 834918"/>
                <a:gd name="connsiteY0" fmla="*/ 589940 h 589940"/>
                <a:gd name="connsiteX1" fmla="*/ 39697 w 834918"/>
                <a:gd name="connsiteY1" fmla="*/ 589940 h 589940"/>
                <a:gd name="connsiteX2" fmla="*/ 0 w 834918"/>
                <a:gd name="connsiteY2" fmla="*/ 550244 h 589940"/>
                <a:gd name="connsiteX3" fmla="*/ 0 w 834918"/>
                <a:gd name="connsiteY3" fmla="*/ 39697 h 589940"/>
                <a:gd name="connsiteX4" fmla="*/ 39697 w 834918"/>
                <a:gd name="connsiteY4" fmla="*/ 0 h 589940"/>
                <a:gd name="connsiteX5" fmla="*/ 795222 w 834918"/>
                <a:gd name="connsiteY5" fmla="*/ 0 h 589940"/>
                <a:gd name="connsiteX6" fmla="*/ 834919 w 834918"/>
                <a:gd name="connsiteY6" fmla="*/ 39697 h 589940"/>
                <a:gd name="connsiteX7" fmla="*/ 834919 w 834918"/>
                <a:gd name="connsiteY7" fmla="*/ 550244 h 589940"/>
                <a:gd name="connsiteX8" fmla="*/ 795222 w 834918"/>
                <a:gd name="connsiteY8" fmla="*/ 589940 h 589940"/>
                <a:gd name="connsiteX9" fmla="*/ 79393 w 834918"/>
                <a:gd name="connsiteY9" fmla="*/ 510547 h 589940"/>
                <a:gd name="connsiteX10" fmla="*/ 755525 w 834918"/>
                <a:gd name="connsiteY10" fmla="*/ 510547 h 589940"/>
                <a:gd name="connsiteX11" fmla="*/ 755525 w 834918"/>
                <a:gd name="connsiteY11" fmla="*/ 79393 h 589940"/>
                <a:gd name="connsiteX12" fmla="*/ 79393 w 834918"/>
                <a:gd name="connsiteY12" fmla="*/ 79393 h 58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589940">
                  <a:moveTo>
                    <a:pt x="795222" y="589940"/>
                  </a:moveTo>
                  <a:lnTo>
                    <a:pt x="39697" y="589940"/>
                  </a:lnTo>
                  <a:cubicBezTo>
                    <a:pt x="17773" y="589940"/>
                    <a:pt x="0" y="572166"/>
                    <a:pt x="0" y="5502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550244"/>
                  </a:lnTo>
                  <a:cubicBezTo>
                    <a:pt x="834919" y="572166"/>
                    <a:pt x="817145" y="589940"/>
                    <a:pt x="795222" y="589940"/>
                  </a:cubicBezTo>
                  <a:close/>
                  <a:moveTo>
                    <a:pt x="79393" y="510547"/>
                  </a:moveTo>
                  <a:lnTo>
                    <a:pt x="755525" y="510547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F35528E4-B41A-B645-A7E0-429E9222C37C}"/>
                </a:ext>
              </a:extLst>
            </p:cNvPr>
            <p:cNvSpPr/>
            <p:nvPr/>
          </p:nvSpPr>
          <p:spPr>
            <a:xfrm>
              <a:off x="5631049" y="2130090"/>
              <a:ext cx="460083" cy="79393"/>
            </a:xfrm>
            <a:custGeom>
              <a:avLst/>
              <a:gdLst>
                <a:gd name="connsiteX0" fmla="*/ 420387 w 460083"/>
                <a:gd name="connsiteY0" fmla="*/ 79393 h 79393"/>
                <a:gd name="connsiteX1" fmla="*/ 39697 w 460083"/>
                <a:gd name="connsiteY1" fmla="*/ 79393 h 79393"/>
                <a:gd name="connsiteX2" fmla="*/ 0 w 460083"/>
                <a:gd name="connsiteY2" fmla="*/ 39697 h 79393"/>
                <a:gd name="connsiteX3" fmla="*/ 39697 w 460083"/>
                <a:gd name="connsiteY3" fmla="*/ 0 h 79393"/>
                <a:gd name="connsiteX4" fmla="*/ 420387 w 460083"/>
                <a:gd name="connsiteY4" fmla="*/ 0 h 79393"/>
                <a:gd name="connsiteX5" fmla="*/ 460084 w 460083"/>
                <a:gd name="connsiteY5" fmla="*/ 39697 h 79393"/>
                <a:gd name="connsiteX6" fmla="*/ 420387 w 4600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083" h="79393">
                  <a:moveTo>
                    <a:pt x="42038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0387" y="0"/>
                  </a:lnTo>
                  <a:cubicBezTo>
                    <a:pt x="442309" y="0"/>
                    <a:pt x="460084" y="17774"/>
                    <a:pt x="460084" y="39697"/>
                  </a:cubicBezTo>
                  <a:cubicBezTo>
                    <a:pt x="460084" y="61619"/>
                    <a:pt x="442309" y="79393"/>
                    <a:pt x="42038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28" name="Picture Placeholder 39">
              <a:extLst>
                <a:ext uri="{FF2B5EF4-FFF2-40B4-BE49-F238E27FC236}">
                  <a16:creationId xmlns:a16="http://schemas.microsoft.com/office/drawing/2014/main" id="{A301E825-CDA5-4A2E-85C0-E0D3894D8328}"/>
                </a:ext>
              </a:extLst>
            </p:cNvPr>
            <p:cNvGrpSpPr/>
            <p:nvPr/>
          </p:nvGrpSpPr>
          <p:grpSpPr>
            <a:xfrm>
              <a:off x="5676184" y="1575976"/>
              <a:ext cx="368999" cy="370517"/>
              <a:chOff x="5676184" y="1575976"/>
              <a:chExt cx="368999" cy="370517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A987FA5C-7576-E442-AC82-46EC68DE5D86}"/>
                  </a:ext>
                </a:extLst>
              </p:cNvPr>
              <p:cNvSpPr/>
              <p:nvPr/>
            </p:nvSpPr>
            <p:spPr>
              <a:xfrm>
                <a:off x="5676184" y="1577514"/>
                <a:ext cx="368999" cy="368979"/>
              </a:xfrm>
              <a:custGeom>
                <a:avLst/>
                <a:gdLst>
                  <a:gd name="connsiteX0" fmla="*/ 184658 w 368999"/>
                  <a:gd name="connsiteY0" fmla="*/ 368979 h 368979"/>
                  <a:gd name="connsiteX1" fmla="*/ 175875 w 368999"/>
                  <a:gd name="connsiteY1" fmla="*/ 368979 h 368979"/>
                  <a:gd name="connsiteX2" fmla="*/ 218 w 368999"/>
                  <a:gd name="connsiteY2" fmla="*/ 193372 h 368979"/>
                  <a:gd name="connsiteX3" fmla="*/ 175612 w 368999"/>
                  <a:gd name="connsiteY3" fmla="*/ 214 h 368979"/>
                  <a:gd name="connsiteX4" fmla="*/ 184509 w 368999"/>
                  <a:gd name="connsiteY4" fmla="*/ 0 h 368979"/>
                  <a:gd name="connsiteX5" fmla="*/ 224206 w 368999"/>
                  <a:gd name="connsiteY5" fmla="*/ 39697 h 368979"/>
                  <a:gd name="connsiteX6" fmla="*/ 184509 w 368999"/>
                  <a:gd name="connsiteY6" fmla="*/ 79393 h 368979"/>
                  <a:gd name="connsiteX7" fmla="*/ 79437 w 368999"/>
                  <a:gd name="connsiteY7" fmla="*/ 184316 h 368979"/>
                  <a:gd name="connsiteX8" fmla="*/ 79561 w 368999"/>
                  <a:gd name="connsiteY8" fmla="*/ 189501 h 368979"/>
                  <a:gd name="connsiteX9" fmla="*/ 189554 w 368999"/>
                  <a:gd name="connsiteY9" fmla="*/ 289463 h 368979"/>
                  <a:gd name="connsiteX10" fmla="*/ 257104 w 368999"/>
                  <a:gd name="connsiteY10" fmla="*/ 260509 h 368979"/>
                  <a:gd name="connsiteX11" fmla="*/ 289606 w 368999"/>
                  <a:gd name="connsiteY11" fmla="*/ 184490 h 368979"/>
                  <a:gd name="connsiteX12" fmla="*/ 329303 w 368999"/>
                  <a:gd name="connsiteY12" fmla="*/ 144793 h 368979"/>
                  <a:gd name="connsiteX13" fmla="*/ 368999 w 368999"/>
                  <a:gd name="connsiteY13" fmla="*/ 184490 h 368979"/>
                  <a:gd name="connsiteX14" fmla="*/ 184658 w 368999"/>
                  <a:gd name="connsiteY14" fmla="*/ 368979 h 368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8999" h="368979">
                    <a:moveTo>
                      <a:pt x="184658" y="368979"/>
                    </a:moveTo>
                    <a:cubicBezTo>
                      <a:pt x="181731" y="368979"/>
                      <a:pt x="178803" y="368979"/>
                      <a:pt x="175875" y="368979"/>
                    </a:cubicBezTo>
                    <a:cubicBezTo>
                      <a:pt x="81027" y="363983"/>
                      <a:pt x="5239" y="288218"/>
                      <a:pt x="218" y="193372"/>
                    </a:cubicBezTo>
                    <a:cubicBezTo>
                      <a:pt x="-4688" y="91599"/>
                      <a:pt x="73839" y="5119"/>
                      <a:pt x="175612" y="214"/>
                    </a:cubicBezTo>
                    <a:cubicBezTo>
                      <a:pt x="178576" y="71"/>
                      <a:pt x="181542" y="0"/>
                      <a:pt x="184509" y="0"/>
                    </a:cubicBezTo>
                    <a:cubicBezTo>
                      <a:pt x="206433" y="0"/>
                      <a:pt x="224206" y="17773"/>
                      <a:pt x="224206" y="39697"/>
                    </a:cubicBezTo>
                    <a:cubicBezTo>
                      <a:pt x="224206" y="61620"/>
                      <a:pt x="206433" y="79393"/>
                      <a:pt x="184509" y="79393"/>
                    </a:cubicBezTo>
                    <a:cubicBezTo>
                      <a:pt x="126521" y="79352"/>
                      <a:pt x="79479" y="126327"/>
                      <a:pt x="79437" y="184316"/>
                    </a:cubicBezTo>
                    <a:cubicBezTo>
                      <a:pt x="79436" y="186045"/>
                      <a:pt x="79477" y="187774"/>
                      <a:pt x="79561" y="189501"/>
                    </a:cubicBezTo>
                    <a:cubicBezTo>
                      <a:pt x="82332" y="247479"/>
                      <a:pt x="131577" y="292233"/>
                      <a:pt x="189554" y="289463"/>
                    </a:cubicBezTo>
                    <a:cubicBezTo>
                      <a:pt x="214822" y="288256"/>
                      <a:pt x="238806" y="277975"/>
                      <a:pt x="257104" y="260509"/>
                    </a:cubicBezTo>
                    <a:cubicBezTo>
                      <a:pt x="277955" y="240735"/>
                      <a:pt x="289720" y="213227"/>
                      <a:pt x="289606" y="184490"/>
                    </a:cubicBezTo>
                    <a:cubicBezTo>
                      <a:pt x="289606" y="162566"/>
                      <a:pt x="307380" y="144793"/>
                      <a:pt x="329303" y="144793"/>
                    </a:cubicBezTo>
                    <a:cubicBezTo>
                      <a:pt x="351225" y="144793"/>
                      <a:pt x="368999" y="162566"/>
                      <a:pt x="368999" y="184490"/>
                    </a:cubicBezTo>
                    <a:cubicBezTo>
                      <a:pt x="369029" y="286334"/>
                      <a:pt x="286505" y="368925"/>
                      <a:pt x="184658" y="36897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89CF6B57-6DFA-634A-A4DA-2032E647AEC9}"/>
                  </a:ext>
                </a:extLst>
              </p:cNvPr>
              <p:cNvSpPr/>
              <p:nvPr/>
            </p:nvSpPr>
            <p:spPr>
              <a:xfrm>
                <a:off x="5820302" y="1575976"/>
                <a:ext cx="223739" cy="223690"/>
              </a:xfrm>
              <a:custGeom>
                <a:avLst/>
                <a:gdLst>
                  <a:gd name="connsiteX0" fmla="*/ 184043 w 223739"/>
                  <a:gd name="connsiteY0" fmla="*/ 223690 h 223690"/>
                  <a:gd name="connsiteX1" fmla="*/ 39697 w 223739"/>
                  <a:gd name="connsiteY1" fmla="*/ 223690 h 223690"/>
                  <a:gd name="connsiteX2" fmla="*/ 0 w 223739"/>
                  <a:gd name="connsiteY2" fmla="*/ 183994 h 223690"/>
                  <a:gd name="connsiteX3" fmla="*/ 0 w 223739"/>
                  <a:gd name="connsiteY3" fmla="*/ 39697 h 223690"/>
                  <a:gd name="connsiteX4" fmla="*/ 39697 w 223739"/>
                  <a:gd name="connsiteY4" fmla="*/ 0 h 223690"/>
                  <a:gd name="connsiteX5" fmla="*/ 223740 w 223739"/>
                  <a:gd name="connsiteY5" fmla="*/ 183994 h 223690"/>
                  <a:gd name="connsiteX6" fmla="*/ 184043 w 223739"/>
                  <a:gd name="connsiteY6" fmla="*/ 223690 h 223690"/>
                  <a:gd name="connsiteX7" fmla="*/ 79393 w 223739"/>
                  <a:gd name="connsiteY7" fmla="*/ 144297 h 223690"/>
                  <a:gd name="connsiteX8" fmla="*/ 136507 w 223739"/>
                  <a:gd name="connsiteY8" fmla="*/ 144297 h 223690"/>
                  <a:gd name="connsiteX9" fmla="*/ 79393 w 223739"/>
                  <a:gd name="connsiteY9" fmla="*/ 87233 h 22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3739" h="223690">
                    <a:moveTo>
                      <a:pt x="184043" y="223690"/>
                    </a:moveTo>
                    <a:lnTo>
                      <a:pt x="39697" y="223690"/>
                    </a:lnTo>
                    <a:cubicBezTo>
                      <a:pt x="17773" y="223690"/>
                      <a:pt x="0" y="205917"/>
                      <a:pt x="0" y="18399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141275" y="109"/>
                      <a:pt x="223601" y="82414"/>
                      <a:pt x="223740" y="183994"/>
                    </a:cubicBezTo>
                    <a:cubicBezTo>
                      <a:pt x="223740" y="205917"/>
                      <a:pt x="205966" y="223690"/>
                      <a:pt x="184043" y="223690"/>
                    </a:cubicBezTo>
                    <a:close/>
                    <a:moveTo>
                      <a:pt x="79393" y="144297"/>
                    </a:moveTo>
                    <a:lnTo>
                      <a:pt x="136507" y="144297"/>
                    </a:lnTo>
                    <a:cubicBezTo>
                      <a:pt x="125823" y="118433"/>
                      <a:pt x="105265" y="97896"/>
                      <a:pt x="79393" y="8723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31" name="Picture Placeholder 41">
            <a:extLst>
              <a:ext uri="{FF2B5EF4-FFF2-40B4-BE49-F238E27FC236}">
                <a16:creationId xmlns:a16="http://schemas.microsoft.com/office/drawing/2014/main" id="{FD878E27-1D8B-458E-BACC-C73766F535AF}"/>
              </a:ext>
            </a:extLst>
          </p:cNvPr>
          <p:cNvGrpSpPr>
            <a:grpSpLocks noChangeAspect="1"/>
          </p:cNvGrpSpPr>
          <p:nvPr/>
        </p:nvGrpSpPr>
        <p:grpSpPr>
          <a:xfrm>
            <a:off x="6857453" y="1415531"/>
            <a:ext cx="644275" cy="842729"/>
            <a:chOff x="6857453" y="1415531"/>
            <a:chExt cx="644275" cy="842729"/>
          </a:xfrm>
        </p:grpSpPr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6543853C-683D-0646-9124-55A80FE298B9}"/>
                </a:ext>
              </a:extLst>
            </p:cNvPr>
            <p:cNvSpPr/>
            <p:nvPr/>
          </p:nvSpPr>
          <p:spPr>
            <a:xfrm>
              <a:off x="6857453" y="1415531"/>
              <a:ext cx="644275" cy="842729"/>
            </a:xfrm>
            <a:custGeom>
              <a:avLst/>
              <a:gdLst>
                <a:gd name="connsiteX0" fmla="*/ 322138 w 644275"/>
                <a:gd name="connsiteY0" fmla="*/ 842730 h 842729"/>
                <a:gd name="connsiteX1" fmla="*/ 0 w 644275"/>
                <a:gd name="connsiteY1" fmla="*/ 520592 h 842729"/>
                <a:gd name="connsiteX2" fmla="*/ 148416 w 644275"/>
                <a:gd name="connsiteY2" fmla="*/ 198852 h 842729"/>
                <a:gd name="connsiteX3" fmla="*/ 292167 w 644275"/>
                <a:gd name="connsiteY3" fmla="*/ 13667 h 842729"/>
                <a:gd name="connsiteX4" fmla="*/ 348168 w 644275"/>
                <a:gd name="connsiteY4" fmla="*/ 9726 h 842729"/>
                <a:gd name="connsiteX5" fmla="*/ 352109 w 644275"/>
                <a:gd name="connsiteY5" fmla="*/ 13667 h 842729"/>
                <a:gd name="connsiteX6" fmla="*/ 496009 w 644275"/>
                <a:gd name="connsiteY6" fmla="*/ 198852 h 842729"/>
                <a:gd name="connsiteX7" fmla="*/ 644276 w 644275"/>
                <a:gd name="connsiteY7" fmla="*/ 520592 h 842729"/>
                <a:gd name="connsiteX8" fmla="*/ 322138 w 644275"/>
                <a:gd name="connsiteY8" fmla="*/ 842730 h 842729"/>
                <a:gd name="connsiteX9" fmla="*/ 322138 w 644275"/>
                <a:gd name="connsiteY9" fmla="*/ 101545 h 842729"/>
                <a:gd name="connsiteX10" fmla="*/ 212972 w 644275"/>
                <a:gd name="connsiteY10" fmla="*/ 244999 h 842729"/>
                <a:gd name="connsiteX11" fmla="*/ 79393 w 644275"/>
                <a:gd name="connsiteY11" fmla="*/ 520592 h 842729"/>
                <a:gd name="connsiteX12" fmla="*/ 322138 w 644275"/>
                <a:gd name="connsiteY12" fmla="*/ 763336 h 842729"/>
                <a:gd name="connsiteX13" fmla="*/ 564883 w 644275"/>
                <a:gd name="connsiteY13" fmla="*/ 520592 h 842729"/>
                <a:gd name="connsiteX14" fmla="*/ 431204 w 644275"/>
                <a:gd name="connsiteY14" fmla="*/ 244999 h 842729"/>
                <a:gd name="connsiteX15" fmla="*/ 322138 w 644275"/>
                <a:gd name="connsiteY15" fmla="*/ 101545 h 842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842729">
                  <a:moveTo>
                    <a:pt x="322138" y="842730"/>
                  </a:moveTo>
                  <a:cubicBezTo>
                    <a:pt x="144316" y="842511"/>
                    <a:pt x="219" y="698413"/>
                    <a:pt x="0" y="520592"/>
                  </a:cubicBezTo>
                  <a:cubicBezTo>
                    <a:pt x="0" y="447600"/>
                    <a:pt x="49968" y="339328"/>
                    <a:pt x="148416" y="198852"/>
                  </a:cubicBezTo>
                  <a:cubicBezTo>
                    <a:pt x="219373" y="97625"/>
                    <a:pt x="289239" y="16942"/>
                    <a:pt x="292167" y="13667"/>
                  </a:cubicBezTo>
                  <a:cubicBezTo>
                    <a:pt x="306543" y="-2885"/>
                    <a:pt x="331615" y="-4650"/>
                    <a:pt x="348168" y="9726"/>
                  </a:cubicBezTo>
                  <a:cubicBezTo>
                    <a:pt x="349572" y="10946"/>
                    <a:pt x="350889" y="12263"/>
                    <a:pt x="352109" y="13667"/>
                  </a:cubicBezTo>
                  <a:cubicBezTo>
                    <a:pt x="355036" y="17041"/>
                    <a:pt x="424902" y="97625"/>
                    <a:pt x="496009" y="198852"/>
                  </a:cubicBezTo>
                  <a:cubicBezTo>
                    <a:pt x="594308" y="339477"/>
                    <a:pt x="644276" y="447600"/>
                    <a:pt x="644276" y="520592"/>
                  </a:cubicBezTo>
                  <a:cubicBezTo>
                    <a:pt x="644057" y="698413"/>
                    <a:pt x="499959" y="842511"/>
                    <a:pt x="322138" y="842730"/>
                  </a:cubicBezTo>
                  <a:close/>
                  <a:moveTo>
                    <a:pt x="322138" y="101545"/>
                  </a:moveTo>
                  <a:cubicBezTo>
                    <a:pt x="295293" y="134345"/>
                    <a:pt x="253959" y="186546"/>
                    <a:pt x="212972" y="244999"/>
                  </a:cubicBezTo>
                  <a:cubicBezTo>
                    <a:pt x="96760" y="410980"/>
                    <a:pt x="79393" y="488934"/>
                    <a:pt x="79393" y="520592"/>
                  </a:cubicBezTo>
                  <a:cubicBezTo>
                    <a:pt x="79393" y="654657"/>
                    <a:pt x="188074" y="763336"/>
                    <a:pt x="322138" y="763336"/>
                  </a:cubicBezTo>
                  <a:cubicBezTo>
                    <a:pt x="456203" y="763336"/>
                    <a:pt x="564883" y="654657"/>
                    <a:pt x="564883" y="520592"/>
                  </a:cubicBezTo>
                  <a:cubicBezTo>
                    <a:pt x="564883" y="488934"/>
                    <a:pt x="547515" y="410980"/>
                    <a:pt x="431204" y="244999"/>
                  </a:cubicBezTo>
                  <a:cubicBezTo>
                    <a:pt x="390317" y="186546"/>
                    <a:pt x="348983" y="134345"/>
                    <a:pt x="322138" y="1015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55FE80D6-BB08-AC44-939C-9B0267A589F9}"/>
                </a:ext>
              </a:extLst>
            </p:cNvPr>
            <p:cNvSpPr/>
            <p:nvPr/>
          </p:nvSpPr>
          <p:spPr>
            <a:xfrm>
              <a:off x="7083941" y="1702355"/>
              <a:ext cx="215897" cy="359755"/>
            </a:xfrm>
            <a:custGeom>
              <a:avLst/>
              <a:gdLst>
                <a:gd name="connsiteX0" fmla="*/ 84337 w 215897"/>
                <a:gd name="connsiteY0" fmla="*/ 359755 h 359755"/>
                <a:gd name="connsiteX1" fmla="*/ 44677 w 215897"/>
                <a:gd name="connsiteY1" fmla="*/ 320024 h 359755"/>
                <a:gd name="connsiteX2" fmla="*/ 51091 w 215897"/>
                <a:gd name="connsiteY2" fmla="*/ 298424 h 359755"/>
                <a:gd name="connsiteX3" fmla="*/ 103937 w 215897"/>
                <a:gd name="connsiteY3" fmla="*/ 217046 h 359755"/>
                <a:gd name="connsiteX4" fmla="*/ 38983 w 215897"/>
                <a:gd name="connsiteY4" fmla="*/ 215855 h 359755"/>
                <a:gd name="connsiteX5" fmla="*/ 7 w 215897"/>
                <a:gd name="connsiteY5" fmla="*/ 175452 h 359755"/>
                <a:gd name="connsiteX6" fmla="*/ 6779 w 215897"/>
                <a:gd name="connsiteY6" fmla="*/ 153978 h 359755"/>
                <a:gd name="connsiteX7" fmla="*/ 98578 w 215897"/>
                <a:gd name="connsiteY7" fmla="*/ 17521 h 359755"/>
                <a:gd name="connsiteX8" fmla="*/ 153682 w 215897"/>
                <a:gd name="connsiteY8" fmla="*/ 6779 h 359755"/>
                <a:gd name="connsiteX9" fmla="*/ 164424 w 215897"/>
                <a:gd name="connsiteY9" fmla="*/ 61882 h 359755"/>
                <a:gd name="connsiteX10" fmla="*/ 113365 w 215897"/>
                <a:gd name="connsiteY10" fmla="*/ 137802 h 359755"/>
                <a:gd name="connsiteX11" fmla="*/ 176879 w 215897"/>
                <a:gd name="connsiteY11" fmla="*/ 138943 h 359755"/>
                <a:gd name="connsiteX12" fmla="*/ 215891 w 215897"/>
                <a:gd name="connsiteY12" fmla="*/ 179313 h 359755"/>
                <a:gd name="connsiteX13" fmla="*/ 209480 w 215897"/>
                <a:gd name="connsiteY13" fmla="*/ 200274 h 359755"/>
                <a:gd name="connsiteX14" fmla="*/ 117682 w 215897"/>
                <a:gd name="connsiteY14" fmla="*/ 341693 h 359755"/>
                <a:gd name="connsiteX15" fmla="*/ 84337 w 215897"/>
                <a:gd name="connsiteY15" fmla="*/ 359755 h 35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5897" h="359755">
                  <a:moveTo>
                    <a:pt x="84337" y="359755"/>
                  </a:moveTo>
                  <a:cubicBezTo>
                    <a:pt x="62413" y="359735"/>
                    <a:pt x="44657" y="341946"/>
                    <a:pt x="44677" y="320024"/>
                  </a:cubicBezTo>
                  <a:cubicBezTo>
                    <a:pt x="44684" y="312353"/>
                    <a:pt x="46912" y="304855"/>
                    <a:pt x="51091" y="298424"/>
                  </a:cubicBezTo>
                  <a:lnTo>
                    <a:pt x="103937" y="217046"/>
                  </a:lnTo>
                  <a:lnTo>
                    <a:pt x="38983" y="215855"/>
                  </a:lnTo>
                  <a:cubicBezTo>
                    <a:pt x="17063" y="215463"/>
                    <a:pt x="-387" y="197372"/>
                    <a:pt x="7" y="175452"/>
                  </a:cubicBezTo>
                  <a:cubicBezTo>
                    <a:pt x="144" y="167790"/>
                    <a:pt x="2497" y="160332"/>
                    <a:pt x="6779" y="153978"/>
                  </a:cubicBezTo>
                  <a:lnTo>
                    <a:pt x="98578" y="17521"/>
                  </a:lnTo>
                  <a:cubicBezTo>
                    <a:pt x="110828" y="-662"/>
                    <a:pt x="135498" y="-5471"/>
                    <a:pt x="153682" y="6779"/>
                  </a:cubicBezTo>
                  <a:cubicBezTo>
                    <a:pt x="171863" y="19028"/>
                    <a:pt x="176676" y="43699"/>
                    <a:pt x="164424" y="61882"/>
                  </a:cubicBezTo>
                  <a:lnTo>
                    <a:pt x="113365" y="137802"/>
                  </a:lnTo>
                  <a:lnTo>
                    <a:pt x="176879" y="138943"/>
                  </a:lnTo>
                  <a:cubicBezTo>
                    <a:pt x="198802" y="139318"/>
                    <a:pt x="216268" y="157392"/>
                    <a:pt x="215891" y="179313"/>
                  </a:cubicBezTo>
                  <a:cubicBezTo>
                    <a:pt x="215762" y="186763"/>
                    <a:pt x="213544" y="194027"/>
                    <a:pt x="209480" y="200274"/>
                  </a:cubicBezTo>
                  <a:lnTo>
                    <a:pt x="117682" y="341693"/>
                  </a:lnTo>
                  <a:cubicBezTo>
                    <a:pt x="110347" y="352977"/>
                    <a:pt x="97795" y="359775"/>
                    <a:pt x="84337" y="3597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5" name="Picture Placeholder 43">
            <a:extLst>
              <a:ext uri="{FF2B5EF4-FFF2-40B4-BE49-F238E27FC236}">
                <a16:creationId xmlns:a16="http://schemas.microsoft.com/office/drawing/2014/main" id="{20C7AAB6-B004-486C-B447-6C24916DF0D9}"/>
              </a:ext>
            </a:extLst>
          </p:cNvPr>
          <p:cNvGrpSpPr>
            <a:grpSpLocks noChangeAspect="1"/>
          </p:cNvGrpSpPr>
          <p:nvPr/>
        </p:nvGrpSpPr>
        <p:grpSpPr>
          <a:xfrm>
            <a:off x="8130005" y="1423740"/>
            <a:ext cx="734188" cy="826283"/>
            <a:chOff x="8130005" y="1423740"/>
            <a:chExt cx="734188" cy="826283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F8DD618-A3F5-7B49-9983-32DF641C4398}"/>
                </a:ext>
              </a:extLst>
            </p:cNvPr>
            <p:cNvSpPr/>
            <p:nvPr/>
          </p:nvSpPr>
          <p:spPr>
            <a:xfrm>
              <a:off x="8130302" y="1702031"/>
              <a:ext cx="733004" cy="172959"/>
            </a:xfrm>
            <a:custGeom>
              <a:avLst/>
              <a:gdLst>
                <a:gd name="connsiteX0" fmla="*/ 366499 w 733004"/>
                <a:gd name="connsiteY0" fmla="*/ 172960 h 172959"/>
                <a:gd name="connsiteX1" fmla="*/ 0 w 733004"/>
                <a:gd name="connsiteY1" fmla="*/ 41614 h 172959"/>
                <a:gd name="connsiteX2" fmla="*/ 39697 w 733004"/>
                <a:gd name="connsiteY2" fmla="*/ 1917 h 172959"/>
                <a:gd name="connsiteX3" fmla="*/ 79393 w 733004"/>
                <a:gd name="connsiteY3" fmla="*/ 41614 h 172959"/>
                <a:gd name="connsiteX4" fmla="*/ 366499 w 733004"/>
                <a:gd name="connsiteY4" fmla="*/ 93566 h 172959"/>
                <a:gd name="connsiteX5" fmla="*/ 653604 w 733004"/>
                <a:gd name="connsiteY5" fmla="*/ 38984 h 172959"/>
                <a:gd name="connsiteX6" fmla="*/ 694021 w 733004"/>
                <a:gd name="connsiteY6" fmla="*/ 7 h 172959"/>
                <a:gd name="connsiteX7" fmla="*/ 732998 w 733004"/>
                <a:gd name="connsiteY7" fmla="*/ 40423 h 172959"/>
                <a:gd name="connsiteX8" fmla="*/ 619317 w 733004"/>
                <a:gd name="connsiteY8" fmla="*/ 144180 h 172959"/>
                <a:gd name="connsiteX9" fmla="*/ 366499 w 733004"/>
                <a:gd name="connsiteY9" fmla="*/ 172960 h 17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004" h="172959">
                  <a:moveTo>
                    <a:pt x="366499" y="172960"/>
                  </a:moveTo>
                  <a:cubicBezTo>
                    <a:pt x="119884" y="172960"/>
                    <a:pt x="0" y="129988"/>
                    <a:pt x="0" y="41614"/>
                  </a:cubicBezTo>
                  <a:cubicBezTo>
                    <a:pt x="0" y="19690"/>
                    <a:pt x="17773" y="1917"/>
                    <a:pt x="39697" y="1917"/>
                  </a:cubicBezTo>
                  <a:cubicBezTo>
                    <a:pt x="61621" y="1917"/>
                    <a:pt x="79393" y="19690"/>
                    <a:pt x="79393" y="41614"/>
                  </a:cubicBezTo>
                  <a:cubicBezTo>
                    <a:pt x="79393" y="50148"/>
                    <a:pt x="129312" y="93566"/>
                    <a:pt x="366499" y="93566"/>
                  </a:cubicBezTo>
                  <a:cubicBezTo>
                    <a:pt x="578032" y="93566"/>
                    <a:pt x="646459" y="50744"/>
                    <a:pt x="653604" y="38984"/>
                  </a:cubicBezTo>
                  <a:cubicBezTo>
                    <a:pt x="654001" y="17060"/>
                    <a:pt x="672098" y="-391"/>
                    <a:pt x="694021" y="7"/>
                  </a:cubicBezTo>
                  <a:cubicBezTo>
                    <a:pt x="715943" y="404"/>
                    <a:pt x="733395" y="18499"/>
                    <a:pt x="732998" y="40423"/>
                  </a:cubicBezTo>
                  <a:cubicBezTo>
                    <a:pt x="732998" y="72130"/>
                    <a:pt x="713149" y="115797"/>
                    <a:pt x="619317" y="144180"/>
                  </a:cubicBezTo>
                  <a:cubicBezTo>
                    <a:pt x="556646" y="162936"/>
                    <a:pt x="469263" y="172960"/>
                    <a:pt x="366499" y="1729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AF9CCE68-4C7A-284D-97F2-F40336F6A633}"/>
                </a:ext>
              </a:extLst>
            </p:cNvPr>
            <p:cNvSpPr/>
            <p:nvPr/>
          </p:nvSpPr>
          <p:spPr>
            <a:xfrm>
              <a:off x="8130292" y="1890263"/>
              <a:ext cx="733011" cy="173285"/>
            </a:xfrm>
            <a:custGeom>
              <a:avLst/>
              <a:gdLst>
                <a:gd name="connsiteX0" fmla="*/ 371471 w 733011"/>
                <a:gd name="connsiteY0" fmla="*/ 173286 h 173285"/>
                <a:gd name="connsiteX1" fmla="*/ 116421 w 733011"/>
                <a:gd name="connsiteY1" fmla="*/ 144406 h 173285"/>
                <a:gd name="connsiteX2" fmla="*/ 10 w 733011"/>
                <a:gd name="connsiteY2" fmla="*/ 40600 h 173285"/>
                <a:gd name="connsiteX3" fmla="*/ 38814 w 733011"/>
                <a:gd name="connsiteY3" fmla="*/ 10 h 173285"/>
                <a:gd name="connsiteX4" fmla="*/ 79403 w 733011"/>
                <a:gd name="connsiteY4" fmla="*/ 38814 h 173285"/>
                <a:gd name="connsiteX5" fmla="*/ 371471 w 733011"/>
                <a:gd name="connsiteY5" fmla="*/ 93893 h 173285"/>
                <a:gd name="connsiteX6" fmla="*/ 584493 w 733011"/>
                <a:gd name="connsiteY6" fmla="*/ 72456 h 173285"/>
                <a:gd name="connsiteX7" fmla="*/ 653615 w 733011"/>
                <a:gd name="connsiteY7" fmla="*/ 39558 h 173285"/>
                <a:gd name="connsiteX8" fmla="*/ 693832 w 733011"/>
                <a:gd name="connsiteY8" fmla="*/ 382 h 173285"/>
                <a:gd name="connsiteX9" fmla="*/ 733008 w 733011"/>
                <a:gd name="connsiteY9" fmla="*/ 40600 h 173285"/>
                <a:gd name="connsiteX10" fmla="*/ 371471 w 733011"/>
                <a:gd name="connsiteY10" fmla="*/ 173286 h 17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011" h="173285">
                  <a:moveTo>
                    <a:pt x="371471" y="173286"/>
                  </a:moveTo>
                  <a:cubicBezTo>
                    <a:pt x="268508" y="173286"/>
                    <a:pt x="180332" y="163362"/>
                    <a:pt x="116421" y="144406"/>
                  </a:cubicBezTo>
                  <a:cubicBezTo>
                    <a:pt x="20206" y="116023"/>
                    <a:pt x="10" y="72308"/>
                    <a:pt x="10" y="40600"/>
                  </a:cubicBezTo>
                  <a:cubicBezTo>
                    <a:pt x="-483" y="18678"/>
                    <a:pt x="16890" y="503"/>
                    <a:pt x="38814" y="10"/>
                  </a:cubicBezTo>
                  <a:cubicBezTo>
                    <a:pt x="60738" y="-483"/>
                    <a:pt x="78910" y="16891"/>
                    <a:pt x="79403" y="38814"/>
                  </a:cubicBezTo>
                  <a:cubicBezTo>
                    <a:pt x="90122" y="56627"/>
                    <a:pt x="176114" y="93893"/>
                    <a:pt x="371471" y="93893"/>
                  </a:cubicBezTo>
                  <a:cubicBezTo>
                    <a:pt x="457613" y="93893"/>
                    <a:pt x="531250" y="86449"/>
                    <a:pt x="584493" y="72456"/>
                  </a:cubicBezTo>
                  <a:cubicBezTo>
                    <a:pt x="633568" y="59505"/>
                    <a:pt x="650836" y="44520"/>
                    <a:pt x="653615" y="39558"/>
                  </a:cubicBezTo>
                  <a:cubicBezTo>
                    <a:pt x="653903" y="17635"/>
                    <a:pt x="671910" y="95"/>
                    <a:pt x="693832" y="382"/>
                  </a:cubicBezTo>
                  <a:cubicBezTo>
                    <a:pt x="715755" y="670"/>
                    <a:pt x="733296" y="18678"/>
                    <a:pt x="733008" y="40600"/>
                  </a:cubicBezTo>
                  <a:cubicBezTo>
                    <a:pt x="733008" y="124906"/>
                    <a:pt x="601215" y="173286"/>
                    <a:pt x="371471" y="1732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D6353AC7-56BC-2D48-ACF9-4DCEF2F5A737}"/>
                </a:ext>
              </a:extLst>
            </p:cNvPr>
            <p:cNvSpPr/>
            <p:nvPr/>
          </p:nvSpPr>
          <p:spPr>
            <a:xfrm>
              <a:off x="8130005" y="1516828"/>
              <a:ext cx="734188" cy="733195"/>
            </a:xfrm>
            <a:custGeom>
              <a:avLst/>
              <a:gdLst>
                <a:gd name="connsiteX0" fmla="*/ 372652 w 734188"/>
                <a:gd name="connsiteY0" fmla="*/ 733195 h 733195"/>
                <a:gd name="connsiteX1" fmla="*/ 117601 w 734188"/>
                <a:gd name="connsiteY1" fmla="*/ 704316 h 733195"/>
                <a:gd name="connsiteX2" fmla="*/ 1191 w 734188"/>
                <a:gd name="connsiteY2" fmla="*/ 600410 h 733195"/>
                <a:gd name="connsiteX3" fmla="*/ 0 w 734188"/>
                <a:gd name="connsiteY3" fmla="*/ 39697 h 733195"/>
                <a:gd name="connsiteX4" fmla="*/ 39697 w 734188"/>
                <a:gd name="connsiteY4" fmla="*/ 0 h 733195"/>
                <a:gd name="connsiteX5" fmla="*/ 39697 w 734188"/>
                <a:gd name="connsiteY5" fmla="*/ 0 h 733195"/>
                <a:gd name="connsiteX6" fmla="*/ 79393 w 734188"/>
                <a:gd name="connsiteY6" fmla="*/ 39697 h 733195"/>
                <a:gd name="connsiteX7" fmla="*/ 80584 w 734188"/>
                <a:gd name="connsiteY7" fmla="*/ 598971 h 733195"/>
                <a:gd name="connsiteX8" fmla="*/ 372652 w 734188"/>
                <a:gd name="connsiteY8" fmla="*/ 654001 h 733195"/>
                <a:gd name="connsiteX9" fmla="*/ 585674 w 734188"/>
                <a:gd name="connsiteY9" fmla="*/ 632565 h 733195"/>
                <a:gd name="connsiteX10" fmla="*/ 654795 w 734188"/>
                <a:gd name="connsiteY10" fmla="*/ 599716 h 733195"/>
                <a:gd name="connsiteX11" fmla="*/ 653604 w 734188"/>
                <a:gd name="connsiteY11" fmla="*/ 39697 h 733195"/>
                <a:gd name="connsiteX12" fmla="*/ 693301 w 734188"/>
                <a:gd name="connsiteY12" fmla="*/ 0 h 733195"/>
                <a:gd name="connsiteX13" fmla="*/ 693301 w 734188"/>
                <a:gd name="connsiteY13" fmla="*/ 0 h 733195"/>
                <a:gd name="connsiteX14" fmla="*/ 732998 w 734188"/>
                <a:gd name="connsiteY14" fmla="*/ 39697 h 733195"/>
                <a:gd name="connsiteX15" fmla="*/ 734189 w 734188"/>
                <a:gd name="connsiteY15" fmla="*/ 600410 h 733195"/>
                <a:gd name="connsiteX16" fmla="*/ 372652 w 734188"/>
                <a:gd name="connsiteY16" fmla="*/ 733195 h 733195"/>
                <a:gd name="connsiteX17" fmla="*/ 80584 w 734188"/>
                <a:gd name="connsiteY17" fmla="*/ 600410 h 733195"/>
                <a:gd name="connsiteX18" fmla="*/ 80584 w 734188"/>
                <a:gd name="connsiteY18" fmla="*/ 600410 h 7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4188" h="733195">
                  <a:moveTo>
                    <a:pt x="372652" y="733195"/>
                  </a:moveTo>
                  <a:cubicBezTo>
                    <a:pt x="269689" y="733195"/>
                    <a:pt x="181463" y="723271"/>
                    <a:pt x="117601" y="704316"/>
                  </a:cubicBezTo>
                  <a:cubicBezTo>
                    <a:pt x="21387" y="675933"/>
                    <a:pt x="1191" y="632217"/>
                    <a:pt x="1191" y="600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584" y="598971"/>
                  </a:lnTo>
                  <a:cubicBezTo>
                    <a:pt x="91501" y="616835"/>
                    <a:pt x="177543" y="654001"/>
                    <a:pt x="372652" y="654001"/>
                  </a:cubicBezTo>
                  <a:cubicBezTo>
                    <a:pt x="458793" y="654001"/>
                    <a:pt x="532431" y="646558"/>
                    <a:pt x="585674" y="632565"/>
                  </a:cubicBezTo>
                  <a:cubicBezTo>
                    <a:pt x="634649" y="619663"/>
                    <a:pt x="651967" y="604678"/>
                    <a:pt x="654795" y="599716"/>
                  </a:cubicBezTo>
                  <a:lnTo>
                    <a:pt x="653604" y="39697"/>
                  </a:lnTo>
                  <a:cubicBezTo>
                    <a:pt x="653604" y="17773"/>
                    <a:pt x="671379" y="0"/>
                    <a:pt x="693301" y="0"/>
                  </a:cubicBezTo>
                  <a:lnTo>
                    <a:pt x="693301" y="0"/>
                  </a:lnTo>
                  <a:cubicBezTo>
                    <a:pt x="715224" y="0"/>
                    <a:pt x="732998" y="17773"/>
                    <a:pt x="732998" y="39697"/>
                  </a:cubicBezTo>
                  <a:lnTo>
                    <a:pt x="734189" y="600410"/>
                  </a:lnTo>
                  <a:cubicBezTo>
                    <a:pt x="734189" y="684765"/>
                    <a:pt x="602396" y="733195"/>
                    <a:pt x="372652" y="733195"/>
                  </a:cubicBezTo>
                  <a:close/>
                  <a:moveTo>
                    <a:pt x="80584" y="600410"/>
                  </a:moveTo>
                  <a:lnTo>
                    <a:pt x="80584" y="60041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D1E11A57-90E3-1348-BFD7-9CBDAA5CCB19}"/>
                </a:ext>
              </a:extLst>
            </p:cNvPr>
            <p:cNvSpPr/>
            <p:nvPr/>
          </p:nvSpPr>
          <p:spPr>
            <a:xfrm>
              <a:off x="8130005" y="1423740"/>
              <a:ext cx="733245" cy="265321"/>
            </a:xfrm>
            <a:custGeom>
              <a:avLst/>
              <a:gdLst>
                <a:gd name="connsiteX0" fmla="*/ 366499 w 733245"/>
                <a:gd name="connsiteY0" fmla="*/ 265322 h 265321"/>
                <a:gd name="connsiteX1" fmla="*/ 113681 w 733245"/>
                <a:gd name="connsiteY1" fmla="*/ 236393 h 265321"/>
                <a:gd name="connsiteX2" fmla="*/ 0 w 733245"/>
                <a:gd name="connsiteY2" fmla="*/ 132785 h 265321"/>
                <a:gd name="connsiteX3" fmla="*/ 113681 w 733245"/>
                <a:gd name="connsiteY3" fmla="*/ 29078 h 265321"/>
                <a:gd name="connsiteX4" fmla="*/ 366499 w 733245"/>
                <a:gd name="connsiteY4" fmla="*/ 0 h 265321"/>
                <a:gd name="connsiteX5" fmla="*/ 619565 w 733245"/>
                <a:gd name="connsiteY5" fmla="*/ 28929 h 265321"/>
                <a:gd name="connsiteX6" fmla="*/ 733246 w 733245"/>
                <a:gd name="connsiteY6" fmla="*/ 132636 h 265321"/>
                <a:gd name="connsiteX7" fmla="*/ 619565 w 733245"/>
                <a:gd name="connsiteY7" fmla="*/ 236393 h 265321"/>
                <a:gd name="connsiteX8" fmla="*/ 366499 w 733245"/>
                <a:gd name="connsiteY8" fmla="*/ 265322 h 265321"/>
                <a:gd name="connsiteX9" fmla="*/ 80435 w 733245"/>
                <a:gd name="connsiteY9" fmla="*/ 132785 h 265321"/>
                <a:gd name="connsiteX10" fmla="*/ 366499 w 733245"/>
                <a:gd name="connsiteY10" fmla="*/ 185929 h 265321"/>
                <a:gd name="connsiteX11" fmla="*/ 652414 w 733245"/>
                <a:gd name="connsiteY11" fmla="*/ 132785 h 265321"/>
                <a:gd name="connsiteX12" fmla="*/ 366350 w 733245"/>
                <a:gd name="connsiteY12" fmla="*/ 79542 h 265321"/>
                <a:gd name="connsiteX13" fmla="*/ 80435 w 733245"/>
                <a:gd name="connsiteY13" fmla="*/ 132785 h 265321"/>
                <a:gd name="connsiteX14" fmla="*/ 653952 w 733245"/>
                <a:gd name="connsiteY14" fmla="*/ 134869 h 265321"/>
                <a:gd name="connsiteX15" fmla="*/ 653952 w 733245"/>
                <a:gd name="connsiteY15" fmla="*/ 134869 h 26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3245" h="265321">
                  <a:moveTo>
                    <a:pt x="366499" y="265322"/>
                  </a:moveTo>
                  <a:cubicBezTo>
                    <a:pt x="263734" y="265322"/>
                    <a:pt x="176352" y="255398"/>
                    <a:pt x="113681" y="236393"/>
                  </a:cubicBezTo>
                  <a:cubicBezTo>
                    <a:pt x="19749" y="208010"/>
                    <a:pt x="0" y="164344"/>
                    <a:pt x="0" y="132785"/>
                  </a:cubicBezTo>
                  <a:cubicBezTo>
                    <a:pt x="0" y="101226"/>
                    <a:pt x="19848" y="57461"/>
                    <a:pt x="113681" y="29078"/>
                  </a:cubicBezTo>
                  <a:cubicBezTo>
                    <a:pt x="176352" y="10023"/>
                    <a:pt x="263734" y="0"/>
                    <a:pt x="366499" y="0"/>
                  </a:cubicBezTo>
                  <a:cubicBezTo>
                    <a:pt x="469263" y="0"/>
                    <a:pt x="556646" y="9924"/>
                    <a:pt x="619565" y="28929"/>
                  </a:cubicBezTo>
                  <a:cubicBezTo>
                    <a:pt x="713497" y="57312"/>
                    <a:pt x="733246" y="100978"/>
                    <a:pt x="733246" y="132636"/>
                  </a:cubicBezTo>
                  <a:cubicBezTo>
                    <a:pt x="733246" y="164294"/>
                    <a:pt x="713397" y="208010"/>
                    <a:pt x="619565" y="236393"/>
                  </a:cubicBezTo>
                  <a:cubicBezTo>
                    <a:pt x="556646" y="255298"/>
                    <a:pt x="469214" y="265322"/>
                    <a:pt x="366499" y="265322"/>
                  </a:cubicBezTo>
                  <a:close/>
                  <a:moveTo>
                    <a:pt x="80435" y="132785"/>
                  </a:moveTo>
                  <a:cubicBezTo>
                    <a:pt x="91699" y="146232"/>
                    <a:pt x="162806" y="185929"/>
                    <a:pt x="366499" y="185929"/>
                  </a:cubicBezTo>
                  <a:cubicBezTo>
                    <a:pt x="570192" y="185929"/>
                    <a:pt x="641199" y="146232"/>
                    <a:pt x="652414" y="132785"/>
                  </a:cubicBezTo>
                  <a:cubicBezTo>
                    <a:pt x="641050" y="119239"/>
                    <a:pt x="570043" y="79542"/>
                    <a:pt x="366350" y="79542"/>
                  </a:cubicBezTo>
                  <a:cubicBezTo>
                    <a:pt x="162657" y="79542"/>
                    <a:pt x="91699" y="119090"/>
                    <a:pt x="80435" y="132785"/>
                  </a:cubicBezTo>
                  <a:close/>
                  <a:moveTo>
                    <a:pt x="653952" y="134869"/>
                  </a:moveTo>
                  <a:lnTo>
                    <a:pt x="653952" y="13486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5" name="Picture Placeholder 45">
            <a:extLst>
              <a:ext uri="{FF2B5EF4-FFF2-40B4-BE49-F238E27FC236}">
                <a16:creationId xmlns:a16="http://schemas.microsoft.com/office/drawing/2014/main" id="{0DEBA384-A5EB-4AFD-9CF4-2707AB5ADE20}"/>
              </a:ext>
            </a:extLst>
          </p:cNvPr>
          <p:cNvGrpSpPr>
            <a:grpSpLocks noChangeAspect="1"/>
          </p:cNvGrpSpPr>
          <p:nvPr/>
        </p:nvGrpSpPr>
        <p:grpSpPr>
          <a:xfrm>
            <a:off x="9380425" y="1402701"/>
            <a:ext cx="868363" cy="868362"/>
            <a:chOff x="9380425" y="1402701"/>
            <a:chExt cx="868363" cy="868362"/>
          </a:xfrm>
        </p:grpSpPr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CFBC29A3-97AF-B847-B8AE-2C1FAC4895A0}"/>
                </a:ext>
              </a:extLst>
            </p:cNvPr>
            <p:cNvSpPr/>
            <p:nvPr/>
          </p:nvSpPr>
          <p:spPr>
            <a:xfrm>
              <a:off x="9397591" y="1903267"/>
              <a:ext cx="833549" cy="350329"/>
            </a:xfrm>
            <a:custGeom>
              <a:avLst/>
              <a:gdLst>
                <a:gd name="connsiteX0" fmla="*/ 416816 w 833549"/>
                <a:gd name="connsiteY0" fmla="*/ 350329 h 350329"/>
                <a:gd name="connsiteX1" fmla="*/ 398854 w 833549"/>
                <a:gd name="connsiteY1" fmla="*/ 346062 h 350329"/>
                <a:gd name="connsiteX2" fmla="*/ 21736 w 833549"/>
                <a:gd name="connsiteY2" fmla="*/ 155171 h 350329"/>
                <a:gd name="connsiteX3" fmla="*/ 4308 w 833549"/>
                <a:gd name="connsiteY3" fmla="*/ 101804 h 350329"/>
                <a:gd name="connsiteX4" fmla="*/ 21190 w 833549"/>
                <a:gd name="connsiteY4" fmla="*/ 84660 h 350329"/>
                <a:gd name="connsiteX5" fmla="*/ 162857 w 833549"/>
                <a:gd name="connsiteY5" fmla="*/ 10229 h 350329"/>
                <a:gd name="connsiteX6" fmla="*/ 216057 w 833549"/>
                <a:gd name="connsiteY6" fmla="*/ 28157 h 350329"/>
                <a:gd name="connsiteX7" fmla="*/ 199775 w 833549"/>
                <a:gd name="connsiteY7" fmla="*/ 80492 h 350329"/>
                <a:gd name="connsiteX8" fmla="*/ 126237 w 833549"/>
                <a:gd name="connsiteY8" fmla="*/ 119196 h 350329"/>
                <a:gd name="connsiteX9" fmla="*/ 416667 w 833549"/>
                <a:gd name="connsiteY9" fmla="*/ 266073 h 350329"/>
                <a:gd name="connsiteX10" fmla="*/ 706651 w 833549"/>
                <a:gd name="connsiteY10" fmla="*/ 117211 h 350329"/>
                <a:gd name="connsiteX11" fmla="*/ 624827 w 833549"/>
                <a:gd name="connsiteY11" fmla="*/ 75629 h 350329"/>
                <a:gd name="connsiteX12" fmla="*/ 605792 w 833549"/>
                <a:gd name="connsiteY12" fmla="*/ 22813 h 350329"/>
                <a:gd name="connsiteX13" fmla="*/ 658608 w 833549"/>
                <a:gd name="connsiteY13" fmla="*/ 3783 h 350329"/>
                <a:gd name="connsiteX14" fmla="*/ 660752 w 833549"/>
                <a:gd name="connsiteY14" fmla="*/ 4870 h 350329"/>
                <a:gd name="connsiteX15" fmla="*/ 811897 w 833549"/>
                <a:gd name="connsiteY15" fmla="*/ 81683 h 350329"/>
                <a:gd name="connsiteX16" fmla="*/ 829199 w 833549"/>
                <a:gd name="connsiteY16" fmla="*/ 135089 h 350329"/>
                <a:gd name="connsiteX17" fmla="*/ 811897 w 833549"/>
                <a:gd name="connsiteY17" fmla="*/ 152392 h 350329"/>
                <a:gd name="connsiteX18" fmla="*/ 434779 w 833549"/>
                <a:gd name="connsiteY18" fmla="*/ 345913 h 350329"/>
                <a:gd name="connsiteX19" fmla="*/ 416816 w 833549"/>
                <a:gd name="connsiteY19" fmla="*/ 350329 h 35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3549" h="350329">
                  <a:moveTo>
                    <a:pt x="416816" y="350329"/>
                  </a:moveTo>
                  <a:cubicBezTo>
                    <a:pt x="410579" y="350319"/>
                    <a:pt x="404429" y="348860"/>
                    <a:pt x="398854" y="346062"/>
                  </a:cubicBezTo>
                  <a:lnTo>
                    <a:pt x="21736" y="155171"/>
                  </a:lnTo>
                  <a:cubicBezTo>
                    <a:pt x="2187" y="145247"/>
                    <a:pt x="-5616" y="121354"/>
                    <a:pt x="4308" y="101804"/>
                  </a:cubicBezTo>
                  <a:cubicBezTo>
                    <a:pt x="8026" y="94480"/>
                    <a:pt x="13925" y="88491"/>
                    <a:pt x="21190" y="84660"/>
                  </a:cubicBezTo>
                  <a:lnTo>
                    <a:pt x="162857" y="10229"/>
                  </a:lnTo>
                  <a:cubicBezTo>
                    <a:pt x="182499" y="488"/>
                    <a:pt x="206317" y="8517"/>
                    <a:pt x="216057" y="28157"/>
                  </a:cubicBezTo>
                  <a:cubicBezTo>
                    <a:pt x="225475" y="47152"/>
                    <a:pt x="218306" y="70196"/>
                    <a:pt x="199775" y="80492"/>
                  </a:cubicBezTo>
                  <a:lnTo>
                    <a:pt x="126237" y="119196"/>
                  </a:lnTo>
                  <a:lnTo>
                    <a:pt x="416667" y="266073"/>
                  </a:lnTo>
                  <a:lnTo>
                    <a:pt x="706651" y="117211"/>
                  </a:lnTo>
                  <a:lnTo>
                    <a:pt x="624827" y="75629"/>
                  </a:lnTo>
                  <a:cubicBezTo>
                    <a:pt x="604988" y="66300"/>
                    <a:pt x="596463" y="42656"/>
                    <a:pt x="605792" y="22813"/>
                  </a:cubicBezTo>
                  <a:cubicBezTo>
                    <a:pt x="615121" y="2974"/>
                    <a:pt x="638770" y="-5547"/>
                    <a:pt x="658608" y="3783"/>
                  </a:cubicBezTo>
                  <a:cubicBezTo>
                    <a:pt x="659333" y="4121"/>
                    <a:pt x="660047" y="4488"/>
                    <a:pt x="660752" y="4870"/>
                  </a:cubicBezTo>
                  <a:lnTo>
                    <a:pt x="811897" y="81683"/>
                  </a:lnTo>
                  <a:cubicBezTo>
                    <a:pt x="831422" y="91652"/>
                    <a:pt x="839168" y="115564"/>
                    <a:pt x="829199" y="135089"/>
                  </a:cubicBezTo>
                  <a:cubicBezTo>
                    <a:pt x="825398" y="142533"/>
                    <a:pt x="819345" y="148591"/>
                    <a:pt x="811897" y="152392"/>
                  </a:cubicBezTo>
                  <a:lnTo>
                    <a:pt x="434779" y="345913"/>
                  </a:lnTo>
                  <a:cubicBezTo>
                    <a:pt x="429223" y="348781"/>
                    <a:pt x="423068" y="350294"/>
                    <a:pt x="416816" y="3503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0822C2F7-4BAF-FC49-A8D4-6C84CB4F7A53}"/>
                </a:ext>
              </a:extLst>
            </p:cNvPr>
            <p:cNvSpPr/>
            <p:nvPr/>
          </p:nvSpPr>
          <p:spPr>
            <a:xfrm>
              <a:off x="9398717" y="1720236"/>
              <a:ext cx="833790" cy="346687"/>
            </a:xfrm>
            <a:custGeom>
              <a:avLst/>
              <a:gdLst>
                <a:gd name="connsiteX0" fmla="*/ 416831 w 833790"/>
                <a:gd name="connsiteY0" fmla="*/ 346687 h 346687"/>
                <a:gd name="connsiteX1" fmla="*/ 398869 w 833790"/>
                <a:gd name="connsiteY1" fmla="*/ 342420 h 346687"/>
                <a:gd name="connsiteX2" fmla="*/ 21751 w 833790"/>
                <a:gd name="connsiteY2" fmla="*/ 151578 h 346687"/>
                <a:gd name="connsiteX3" fmla="*/ 4301 w 833790"/>
                <a:gd name="connsiteY3" fmla="*/ 98220 h 346687"/>
                <a:gd name="connsiteX4" fmla="*/ 21751 w 833790"/>
                <a:gd name="connsiteY4" fmla="*/ 80770 h 346687"/>
                <a:gd name="connsiteX5" fmla="*/ 162227 w 833790"/>
                <a:gd name="connsiteY5" fmla="*/ 9316 h 346687"/>
                <a:gd name="connsiteX6" fmla="*/ 215619 w 833790"/>
                <a:gd name="connsiteY6" fmla="*/ 26683 h 346687"/>
                <a:gd name="connsiteX7" fmla="*/ 198252 w 833790"/>
                <a:gd name="connsiteY7" fmla="*/ 80075 h 346687"/>
                <a:gd name="connsiteX8" fmla="*/ 127443 w 833790"/>
                <a:gd name="connsiteY8" fmla="*/ 116050 h 346687"/>
                <a:gd name="connsiteX9" fmla="*/ 416683 w 833790"/>
                <a:gd name="connsiteY9" fmla="*/ 262481 h 346687"/>
                <a:gd name="connsiteX10" fmla="*/ 704979 w 833790"/>
                <a:gd name="connsiteY10" fmla="*/ 114512 h 346687"/>
                <a:gd name="connsiteX11" fmla="*/ 624345 w 833790"/>
                <a:gd name="connsiteY11" fmla="*/ 75460 h 346687"/>
                <a:gd name="connsiteX12" fmla="*/ 605986 w 833790"/>
                <a:gd name="connsiteY12" fmla="*/ 22366 h 346687"/>
                <a:gd name="connsiteX13" fmla="*/ 659080 w 833790"/>
                <a:gd name="connsiteY13" fmla="*/ 4007 h 346687"/>
                <a:gd name="connsiteX14" fmla="*/ 811316 w 833790"/>
                <a:gd name="connsiteY14" fmla="*/ 77743 h 346687"/>
                <a:gd name="connsiteX15" fmla="*/ 829850 w 833790"/>
                <a:gd name="connsiteY15" fmla="*/ 130735 h 346687"/>
                <a:gd name="connsiteX16" fmla="*/ 812061 w 833790"/>
                <a:gd name="connsiteY16" fmla="*/ 148899 h 346687"/>
                <a:gd name="connsiteX17" fmla="*/ 434943 w 833790"/>
                <a:gd name="connsiteY17" fmla="*/ 342420 h 346687"/>
                <a:gd name="connsiteX18" fmla="*/ 416831 w 833790"/>
                <a:gd name="connsiteY18" fmla="*/ 346687 h 34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3790" h="346687">
                  <a:moveTo>
                    <a:pt x="416831" y="346687"/>
                  </a:moveTo>
                  <a:cubicBezTo>
                    <a:pt x="410592" y="346697"/>
                    <a:pt x="404438" y="345233"/>
                    <a:pt x="398869" y="342420"/>
                  </a:cubicBezTo>
                  <a:lnTo>
                    <a:pt x="21751" y="151578"/>
                  </a:lnTo>
                  <a:cubicBezTo>
                    <a:pt x="2198" y="141663"/>
                    <a:pt x="-5615" y="117773"/>
                    <a:pt x="4301" y="98220"/>
                  </a:cubicBezTo>
                  <a:cubicBezTo>
                    <a:pt x="8116" y="90697"/>
                    <a:pt x="14228" y="84585"/>
                    <a:pt x="21751" y="80770"/>
                  </a:cubicBezTo>
                  <a:lnTo>
                    <a:pt x="162227" y="9316"/>
                  </a:lnTo>
                  <a:cubicBezTo>
                    <a:pt x="181767" y="-632"/>
                    <a:pt x="205671" y="7144"/>
                    <a:pt x="215619" y="26683"/>
                  </a:cubicBezTo>
                  <a:cubicBezTo>
                    <a:pt x="225567" y="46223"/>
                    <a:pt x="217792" y="70127"/>
                    <a:pt x="198252" y="80075"/>
                  </a:cubicBezTo>
                  <a:lnTo>
                    <a:pt x="127443" y="116050"/>
                  </a:lnTo>
                  <a:lnTo>
                    <a:pt x="416683" y="262481"/>
                  </a:lnTo>
                  <a:lnTo>
                    <a:pt x="704979" y="114512"/>
                  </a:lnTo>
                  <a:lnTo>
                    <a:pt x="624345" y="75460"/>
                  </a:lnTo>
                  <a:cubicBezTo>
                    <a:pt x="604616" y="65869"/>
                    <a:pt x="596394" y="42097"/>
                    <a:pt x="605986" y="22366"/>
                  </a:cubicBezTo>
                  <a:cubicBezTo>
                    <a:pt x="615577" y="2635"/>
                    <a:pt x="639351" y="-5585"/>
                    <a:pt x="659080" y="4007"/>
                  </a:cubicBezTo>
                  <a:lnTo>
                    <a:pt x="811316" y="77743"/>
                  </a:lnTo>
                  <a:cubicBezTo>
                    <a:pt x="831065" y="87259"/>
                    <a:pt x="839362" y="110984"/>
                    <a:pt x="829850" y="130735"/>
                  </a:cubicBezTo>
                  <a:cubicBezTo>
                    <a:pt x="826069" y="138576"/>
                    <a:pt x="819821" y="144958"/>
                    <a:pt x="812061" y="148899"/>
                  </a:cubicBezTo>
                  <a:lnTo>
                    <a:pt x="434943" y="342420"/>
                  </a:lnTo>
                  <a:cubicBezTo>
                    <a:pt x="429329" y="345258"/>
                    <a:pt x="423121" y="346722"/>
                    <a:pt x="416831" y="34668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BDD64BE-A19E-FB48-BF56-6D8BB469F97C}"/>
                </a:ext>
              </a:extLst>
            </p:cNvPr>
            <p:cNvSpPr/>
            <p:nvPr/>
          </p:nvSpPr>
          <p:spPr>
            <a:xfrm>
              <a:off x="9396881" y="1420200"/>
              <a:ext cx="833639" cy="461439"/>
            </a:xfrm>
            <a:custGeom>
              <a:avLst/>
              <a:gdLst>
                <a:gd name="connsiteX0" fmla="*/ 416782 w 833639"/>
                <a:gd name="connsiteY0" fmla="*/ 461439 h 461439"/>
                <a:gd name="connsiteX1" fmla="*/ 398869 w 833639"/>
                <a:gd name="connsiteY1" fmla="*/ 457172 h 461439"/>
                <a:gd name="connsiteX2" fmla="*/ 21751 w 833639"/>
                <a:gd name="connsiteY2" fmla="*/ 266281 h 461439"/>
                <a:gd name="connsiteX3" fmla="*/ 4301 w 833639"/>
                <a:gd name="connsiteY3" fmla="*/ 212922 h 461439"/>
                <a:gd name="connsiteX4" fmla="*/ 21751 w 833639"/>
                <a:gd name="connsiteY4" fmla="*/ 195472 h 461439"/>
                <a:gd name="connsiteX5" fmla="*/ 398869 w 833639"/>
                <a:gd name="connsiteY5" fmla="*/ 4234 h 461439"/>
                <a:gd name="connsiteX6" fmla="*/ 434546 w 833639"/>
                <a:gd name="connsiteY6" fmla="*/ 4234 h 461439"/>
                <a:gd name="connsiteX7" fmla="*/ 811664 w 833639"/>
                <a:gd name="connsiteY7" fmla="*/ 192793 h 461439"/>
                <a:gd name="connsiteX8" fmla="*/ 829453 w 833639"/>
                <a:gd name="connsiteY8" fmla="*/ 246038 h 461439"/>
                <a:gd name="connsiteX9" fmla="*/ 812210 w 833639"/>
                <a:gd name="connsiteY9" fmla="*/ 263552 h 461439"/>
                <a:gd name="connsiteX10" fmla="*/ 435092 w 833639"/>
                <a:gd name="connsiteY10" fmla="*/ 457072 h 461439"/>
                <a:gd name="connsiteX11" fmla="*/ 416782 w 833639"/>
                <a:gd name="connsiteY11" fmla="*/ 461439 h 461439"/>
                <a:gd name="connsiteX12" fmla="*/ 127443 w 833639"/>
                <a:gd name="connsiteY12" fmla="*/ 230852 h 461439"/>
                <a:gd name="connsiteX13" fmla="*/ 416683 w 833639"/>
                <a:gd name="connsiteY13" fmla="*/ 377183 h 461439"/>
                <a:gd name="connsiteX14" fmla="*/ 706071 w 833639"/>
                <a:gd name="connsiteY14" fmla="*/ 228668 h 461439"/>
                <a:gd name="connsiteX15" fmla="*/ 416931 w 833639"/>
                <a:gd name="connsiteY15" fmla="*/ 84123 h 46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3639" h="461439">
                  <a:moveTo>
                    <a:pt x="416782" y="461439"/>
                  </a:moveTo>
                  <a:cubicBezTo>
                    <a:pt x="410561" y="461424"/>
                    <a:pt x="404428" y="459963"/>
                    <a:pt x="398869" y="457172"/>
                  </a:cubicBezTo>
                  <a:lnTo>
                    <a:pt x="21751" y="266281"/>
                  </a:lnTo>
                  <a:cubicBezTo>
                    <a:pt x="2198" y="256365"/>
                    <a:pt x="-5615" y="232476"/>
                    <a:pt x="4301" y="212922"/>
                  </a:cubicBezTo>
                  <a:cubicBezTo>
                    <a:pt x="8116" y="205399"/>
                    <a:pt x="14228" y="199287"/>
                    <a:pt x="21751" y="195472"/>
                  </a:cubicBezTo>
                  <a:lnTo>
                    <a:pt x="398869" y="4234"/>
                  </a:lnTo>
                  <a:cubicBezTo>
                    <a:pt x="410091" y="-1411"/>
                    <a:pt x="423323" y="-1411"/>
                    <a:pt x="434546" y="4234"/>
                  </a:cubicBezTo>
                  <a:lnTo>
                    <a:pt x="811664" y="192793"/>
                  </a:lnTo>
                  <a:cubicBezTo>
                    <a:pt x="831279" y="202583"/>
                    <a:pt x="839243" y="226422"/>
                    <a:pt x="829453" y="246038"/>
                  </a:cubicBezTo>
                  <a:cubicBezTo>
                    <a:pt x="825701" y="253554"/>
                    <a:pt x="819668" y="259685"/>
                    <a:pt x="812210" y="263552"/>
                  </a:cubicBezTo>
                  <a:lnTo>
                    <a:pt x="435092" y="457072"/>
                  </a:lnTo>
                  <a:cubicBezTo>
                    <a:pt x="429427" y="459975"/>
                    <a:pt x="423147" y="461472"/>
                    <a:pt x="416782" y="461439"/>
                  </a:cubicBezTo>
                  <a:close/>
                  <a:moveTo>
                    <a:pt x="127443" y="230852"/>
                  </a:moveTo>
                  <a:lnTo>
                    <a:pt x="416683" y="377183"/>
                  </a:lnTo>
                  <a:lnTo>
                    <a:pt x="706071" y="228668"/>
                  </a:lnTo>
                  <a:lnTo>
                    <a:pt x="416931" y="8412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3" name="Picture Placeholder 47">
            <a:extLst>
              <a:ext uri="{FF2B5EF4-FFF2-40B4-BE49-F238E27FC236}">
                <a16:creationId xmlns:a16="http://schemas.microsoft.com/office/drawing/2014/main" id="{7578A12F-A37B-4703-A3FD-4096D32DAD33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27" y="2632983"/>
            <a:ext cx="812467" cy="645068"/>
            <a:chOff x="1518327" y="2632983"/>
            <a:chExt cx="812467" cy="645068"/>
          </a:xfrm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68B973F1-D8B9-644F-B02E-1AEDD5E7D4AE}"/>
                </a:ext>
              </a:extLst>
            </p:cNvPr>
            <p:cNvSpPr/>
            <p:nvPr/>
          </p:nvSpPr>
          <p:spPr>
            <a:xfrm>
              <a:off x="1518327" y="2740970"/>
              <a:ext cx="810681" cy="425435"/>
            </a:xfrm>
            <a:custGeom>
              <a:avLst/>
              <a:gdLst>
                <a:gd name="connsiteX0" fmla="*/ 124299 w 810681"/>
                <a:gd name="connsiteY0" fmla="*/ 425435 h 425435"/>
                <a:gd name="connsiteX1" fmla="*/ 5210 w 810681"/>
                <a:gd name="connsiteY1" fmla="*/ 371647 h 425435"/>
                <a:gd name="connsiteX2" fmla="*/ 92939 w 810681"/>
                <a:gd name="connsiteY2" fmla="*/ 219708 h 425435"/>
                <a:gd name="connsiteX3" fmla="*/ 148415 w 810681"/>
                <a:gd name="connsiteY3" fmla="*/ 228739 h 425435"/>
                <a:gd name="connsiteX4" fmla="*/ 139384 w 810681"/>
                <a:gd name="connsiteY4" fmla="*/ 284215 h 425435"/>
                <a:gd name="connsiteX5" fmla="*/ 80683 w 810681"/>
                <a:gd name="connsiteY5" fmla="*/ 340981 h 425435"/>
                <a:gd name="connsiteX6" fmla="*/ 189848 w 810681"/>
                <a:gd name="connsiteY6" fmla="*/ 340435 h 425435"/>
                <a:gd name="connsiteX7" fmla="*/ 428326 w 810681"/>
                <a:gd name="connsiteY7" fmla="*/ 272405 h 425435"/>
                <a:gd name="connsiteX8" fmla="*/ 649287 w 810681"/>
                <a:gd name="connsiteY8" fmla="*/ 159766 h 425435"/>
                <a:gd name="connsiteX9" fmla="*/ 729524 w 810681"/>
                <a:gd name="connsiteY9" fmla="*/ 85683 h 425435"/>
                <a:gd name="connsiteX10" fmla="*/ 642588 w 810681"/>
                <a:gd name="connsiteY10" fmla="*/ 82953 h 425435"/>
                <a:gd name="connsiteX11" fmla="*/ 597929 w 810681"/>
                <a:gd name="connsiteY11" fmla="*/ 48666 h 425435"/>
                <a:gd name="connsiteX12" fmla="*/ 632217 w 810681"/>
                <a:gd name="connsiteY12" fmla="*/ 4007 h 425435"/>
                <a:gd name="connsiteX13" fmla="*/ 805890 w 810681"/>
                <a:gd name="connsiteY13" fmla="*/ 56754 h 425435"/>
                <a:gd name="connsiteX14" fmla="*/ 712404 w 810681"/>
                <a:gd name="connsiteY14" fmla="*/ 212315 h 425435"/>
                <a:gd name="connsiteX15" fmla="*/ 457652 w 810681"/>
                <a:gd name="connsiteY15" fmla="*/ 346291 h 425435"/>
                <a:gd name="connsiteX16" fmla="*/ 180073 w 810681"/>
                <a:gd name="connsiteY16" fmla="*/ 421912 h 425435"/>
                <a:gd name="connsiteX17" fmla="*/ 124299 w 810681"/>
                <a:gd name="connsiteY17" fmla="*/ 425435 h 4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0681" h="425435">
                  <a:moveTo>
                    <a:pt x="124299" y="425435"/>
                  </a:moveTo>
                  <a:cubicBezTo>
                    <a:pt x="59247" y="425435"/>
                    <a:pt x="19252" y="407423"/>
                    <a:pt x="5210" y="371647"/>
                  </a:cubicBezTo>
                  <a:cubicBezTo>
                    <a:pt x="-21983" y="302575"/>
                    <a:pt x="64755" y="240201"/>
                    <a:pt x="92939" y="219708"/>
                  </a:cubicBezTo>
                  <a:cubicBezTo>
                    <a:pt x="110752" y="206883"/>
                    <a:pt x="135590" y="210926"/>
                    <a:pt x="148415" y="228739"/>
                  </a:cubicBezTo>
                  <a:cubicBezTo>
                    <a:pt x="161241" y="246552"/>
                    <a:pt x="157197" y="271390"/>
                    <a:pt x="139384" y="284215"/>
                  </a:cubicBezTo>
                  <a:cubicBezTo>
                    <a:pt x="96164" y="315377"/>
                    <a:pt x="84057" y="333836"/>
                    <a:pt x="80683" y="340981"/>
                  </a:cubicBezTo>
                  <a:cubicBezTo>
                    <a:pt x="92195" y="345397"/>
                    <a:pt x="124399" y="350409"/>
                    <a:pt x="189848" y="340435"/>
                  </a:cubicBezTo>
                  <a:cubicBezTo>
                    <a:pt x="258871" y="329916"/>
                    <a:pt x="343673" y="305701"/>
                    <a:pt x="428326" y="272405"/>
                  </a:cubicBezTo>
                  <a:cubicBezTo>
                    <a:pt x="512979" y="239110"/>
                    <a:pt x="591578" y="199066"/>
                    <a:pt x="649287" y="159766"/>
                  </a:cubicBezTo>
                  <a:cubicBezTo>
                    <a:pt x="704217" y="122352"/>
                    <a:pt x="724264" y="96649"/>
                    <a:pt x="729524" y="85683"/>
                  </a:cubicBezTo>
                  <a:cubicBezTo>
                    <a:pt x="722031" y="82209"/>
                    <a:pt x="699255" y="75461"/>
                    <a:pt x="642588" y="82953"/>
                  </a:cubicBezTo>
                  <a:cubicBezTo>
                    <a:pt x="620790" y="85817"/>
                    <a:pt x="600793" y="70466"/>
                    <a:pt x="597929" y="48666"/>
                  </a:cubicBezTo>
                  <a:cubicBezTo>
                    <a:pt x="595066" y="26865"/>
                    <a:pt x="610419" y="6871"/>
                    <a:pt x="632217" y="4007"/>
                  </a:cubicBezTo>
                  <a:cubicBezTo>
                    <a:pt x="728531" y="-8746"/>
                    <a:pt x="786935" y="8969"/>
                    <a:pt x="805890" y="56754"/>
                  </a:cubicBezTo>
                  <a:cubicBezTo>
                    <a:pt x="823605" y="101760"/>
                    <a:pt x="792145" y="154110"/>
                    <a:pt x="712404" y="212315"/>
                  </a:cubicBezTo>
                  <a:cubicBezTo>
                    <a:pt x="648195" y="259206"/>
                    <a:pt x="557737" y="306594"/>
                    <a:pt x="457652" y="346291"/>
                  </a:cubicBezTo>
                  <a:cubicBezTo>
                    <a:pt x="357567" y="385987"/>
                    <a:pt x="259169" y="412484"/>
                    <a:pt x="180073" y="421912"/>
                  </a:cubicBezTo>
                  <a:cubicBezTo>
                    <a:pt x="161570" y="424210"/>
                    <a:pt x="142944" y="425386"/>
                    <a:pt x="124299" y="42543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D116251-7367-9D43-B733-B03A4D504B43}"/>
                </a:ext>
              </a:extLst>
            </p:cNvPr>
            <p:cNvSpPr/>
            <p:nvPr/>
          </p:nvSpPr>
          <p:spPr>
            <a:xfrm>
              <a:off x="1601392" y="2632983"/>
              <a:ext cx="645069" cy="645068"/>
            </a:xfrm>
            <a:custGeom>
              <a:avLst/>
              <a:gdLst>
                <a:gd name="connsiteX0" fmla="*/ 322535 w 645069"/>
                <a:gd name="connsiteY0" fmla="*/ 645069 h 645068"/>
                <a:gd name="connsiteX1" fmla="*/ 0 w 645069"/>
                <a:gd name="connsiteY1" fmla="*/ 322534 h 645068"/>
                <a:gd name="connsiteX2" fmla="*/ 322535 w 645069"/>
                <a:gd name="connsiteY2" fmla="*/ 0 h 645068"/>
                <a:gd name="connsiteX3" fmla="*/ 645070 w 645069"/>
                <a:gd name="connsiteY3" fmla="*/ 322534 h 645068"/>
                <a:gd name="connsiteX4" fmla="*/ 322535 w 645069"/>
                <a:gd name="connsiteY4" fmla="*/ 645069 h 645068"/>
                <a:gd name="connsiteX5" fmla="*/ 322535 w 645069"/>
                <a:gd name="connsiteY5" fmla="*/ 79393 h 645068"/>
                <a:gd name="connsiteX6" fmla="*/ 79393 w 645069"/>
                <a:gd name="connsiteY6" fmla="*/ 322534 h 645068"/>
                <a:gd name="connsiteX7" fmla="*/ 322535 w 645069"/>
                <a:gd name="connsiteY7" fmla="*/ 565676 h 645068"/>
                <a:gd name="connsiteX8" fmla="*/ 565677 w 645069"/>
                <a:gd name="connsiteY8" fmla="*/ 322534 h 645068"/>
                <a:gd name="connsiteX9" fmla="*/ 322535 w 645069"/>
                <a:gd name="connsiteY9" fmla="*/ 79393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69" h="645068">
                  <a:moveTo>
                    <a:pt x="322535" y="645069"/>
                  </a:moveTo>
                  <a:cubicBezTo>
                    <a:pt x="144404" y="645069"/>
                    <a:pt x="0" y="500668"/>
                    <a:pt x="0" y="322534"/>
                  </a:cubicBezTo>
                  <a:cubicBezTo>
                    <a:pt x="0" y="144404"/>
                    <a:pt x="144404" y="0"/>
                    <a:pt x="322535" y="0"/>
                  </a:cubicBezTo>
                  <a:cubicBezTo>
                    <a:pt x="500668" y="0"/>
                    <a:pt x="645070" y="144404"/>
                    <a:pt x="645070" y="322534"/>
                  </a:cubicBezTo>
                  <a:cubicBezTo>
                    <a:pt x="644876" y="500588"/>
                    <a:pt x="500589" y="644875"/>
                    <a:pt x="322535" y="645069"/>
                  </a:cubicBezTo>
                  <a:close/>
                  <a:moveTo>
                    <a:pt x="322535" y="79393"/>
                  </a:moveTo>
                  <a:cubicBezTo>
                    <a:pt x="188251" y="79393"/>
                    <a:pt x="79393" y="188251"/>
                    <a:pt x="79393" y="322534"/>
                  </a:cubicBezTo>
                  <a:cubicBezTo>
                    <a:pt x="79393" y="456818"/>
                    <a:pt x="188251" y="565676"/>
                    <a:pt x="322535" y="565676"/>
                  </a:cubicBezTo>
                  <a:cubicBezTo>
                    <a:pt x="456818" y="565676"/>
                    <a:pt x="565677" y="456818"/>
                    <a:pt x="565677" y="322534"/>
                  </a:cubicBezTo>
                  <a:cubicBezTo>
                    <a:pt x="565538" y="188308"/>
                    <a:pt x="456764" y="79530"/>
                    <a:pt x="32253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1CDB72C-7A30-194C-A6C3-47FF4883DE58}"/>
                </a:ext>
              </a:extLst>
            </p:cNvPr>
            <p:cNvSpPr/>
            <p:nvPr/>
          </p:nvSpPr>
          <p:spPr>
            <a:xfrm>
              <a:off x="1523143" y="2770491"/>
              <a:ext cx="807651" cy="393929"/>
            </a:xfrm>
            <a:custGeom>
              <a:avLst/>
              <a:gdLst>
                <a:gd name="connsiteX0" fmla="*/ 121716 w 807651"/>
                <a:gd name="connsiteY0" fmla="*/ 393930 h 393929"/>
                <a:gd name="connsiteX1" fmla="*/ 2627 w 807651"/>
                <a:gd name="connsiteY1" fmla="*/ 340141 h 393929"/>
                <a:gd name="connsiteX2" fmla="*/ 25535 w 807651"/>
                <a:gd name="connsiteY2" fmla="*/ 288888 h 393929"/>
                <a:gd name="connsiteX3" fmla="*/ 75123 w 807651"/>
                <a:gd name="connsiteY3" fmla="*/ 308036 h 393929"/>
                <a:gd name="connsiteX4" fmla="*/ 187117 w 807651"/>
                <a:gd name="connsiteY4" fmla="*/ 308880 h 393929"/>
                <a:gd name="connsiteX5" fmla="*/ 425594 w 807651"/>
                <a:gd name="connsiteY5" fmla="*/ 240800 h 393929"/>
                <a:gd name="connsiteX6" fmla="*/ 646505 w 807651"/>
                <a:gd name="connsiteY6" fmla="*/ 127963 h 393929"/>
                <a:gd name="connsiteX7" fmla="*/ 727883 w 807651"/>
                <a:gd name="connsiteY7" fmla="*/ 51100 h 393929"/>
                <a:gd name="connsiteX8" fmla="*/ 754515 w 807651"/>
                <a:gd name="connsiteY8" fmla="*/ 1679 h 393929"/>
                <a:gd name="connsiteX9" fmla="*/ 802860 w 807651"/>
                <a:gd name="connsiteY9" fmla="*/ 25198 h 393929"/>
                <a:gd name="connsiteX10" fmla="*/ 709375 w 807651"/>
                <a:gd name="connsiteY10" fmla="*/ 180809 h 393929"/>
                <a:gd name="connsiteX11" fmla="*/ 454622 w 807651"/>
                <a:gd name="connsiteY11" fmla="*/ 314487 h 393929"/>
                <a:gd name="connsiteX12" fmla="*/ 177044 w 807651"/>
                <a:gd name="connsiteY12" fmla="*/ 390159 h 393929"/>
                <a:gd name="connsiteX13" fmla="*/ 121716 w 807651"/>
                <a:gd name="connsiteY13" fmla="*/ 393930 h 393929"/>
                <a:gd name="connsiteX14" fmla="*/ 728975 w 807651"/>
                <a:gd name="connsiteY14" fmla="*/ 54475 h 393929"/>
                <a:gd name="connsiteX15" fmla="*/ 728975 w 807651"/>
                <a:gd name="connsiteY15" fmla="*/ 54475 h 393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7651" h="393929">
                  <a:moveTo>
                    <a:pt x="121716" y="393930"/>
                  </a:moveTo>
                  <a:cubicBezTo>
                    <a:pt x="56664" y="393930"/>
                    <a:pt x="16719" y="375917"/>
                    <a:pt x="2627" y="340141"/>
                  </a:cubicBezTo>
                  <a:cubicBezTo>
                    <a:pt x="-5200" y="319663"/>
                    <a:pt x="5056" y="296713"/>
                    <a:pt x="25535" y="288888"/>
                  </a:cubicBezTo>
                  <a:cubicBezTo>
                    <a:pt x="44529" y="281628"/>
                    <a:pt x="65937" y="289895"/>
                    <a:pt x="75123" y="308036"/>
                  </a:cubicBezTo>
                  <a:cubicBezTo>
                    <a:pt x="83062" y="312552"/>
                    <a:pt x="114819" y="319896"/>
                    <a:pt x="187117" y="308880"/>
                  </a:cubicBezTo>
                  <a:cubicBezTo>
                    <a:pt x="256089" y="298311"/>
                    <a:pt x="340941" y="274145"/>
                    <a:pt x="425594" y="240800"/>
                  </a:cubicBezTo>
                  <a:cubicBezTo>
                    <a:pt x="510247" y="207455"/>
                    <a:pt x="588797" y="167659"/>
                    <a:pt x="646505" y="127963"/>
                  </a:cubicBezTo>
                  <a:cubicBezTo>
                    <a:pt x="706944" y="86827"/>
                    <a:pt x="725204" y="59834"/>
                    <a:pt x="727883" y="51100"/>
                  </a:cubicBezTo>
                  <a:cubicBezTo>
                    <a:pt x="721592" y="30099"/>
                    <a:pt x="733510" y="7973"/>
                    <a:pt x="754515" y="1679"/>
                  </a:cubicBezTo>
                  <a:cubicBezTo>
                    <a:pt x="774294" y="-4249"/>
                    <a:pt x="795313" y="5977"/>
                    <a:pt x="802860" y="25198"/>
                  </a:cubicBezTo>
                  <a:cubicBezTo>
                    <a:pt x="820575" y="70254"/>
                    <a:pt x="789115" y="122604"/>
                    <a:pt x="709375" y="180809"/>
                  </a:cubicBezTo>
                  <a:cubicBezTo>
                    <a:pt x="645166" y="227651"/>
                    <a:pt x="554707" y="275088"/>
                    <a:pt x="454622" y="314487"/>
                  </a:cubicBezTo>
                  <a:cubicBezTo>
                    <a:pt x="354537" y="353886"/>
                    <a:pt x="256139" y="380731"/>
                    <a:pt x="177044" y="390159"/>
                  </a:cubicBezTo>
                  <a:cubicBezTo>
                    <a:pt x="158691" y="392496"/>
                    <a:pt x="140217" y="393756"/>
                    <a:pt x="121716" y="393930"/>
                  </a:cubicBezTo>
                  <a:close/>
                  <a:moveTo>
                    <a:pt x="728975" y="54475"/>
                  </a:moveTo>
                  <a:lnTo>
                    <a:pt x="728975" y="5447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9" name="Picture Placeholder 49">
            <a:extLst>
              <a:ext uri="{FF2B5EF4-FFF2-40B4-BE49-F238E27FC236}">
                <a16:creationId xmlns:a16="http://schemas.microsoft.com/office/drawing/2014/main" id="{A32EBA44-BCFE-41A0-AEF7-1C7C56E48770}"/>
              </a:ext>
            </a:extLst>
          </p:cNvPr>
          <p:cNvGrpSpPr>
            <a:grpSpLocks noChangeAspect="1"/>
          </p:cNvGrpSpPr>
          <p:nvPr/>
        </p:nvGrpSpPr>
        <p:grpSpPr>
          <a:xfrm>
            <a:off x="2825712" y="2586538"/>
            <a:ext cx="833132" cy="737908"/>
            <a:chOff x="2825712" y="2586538"/>
            <a:chExt cx="833132" cy="737908"/>
          </a:xfrm>
        </p:grpSpPr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C589997-86A6-AF4C-8FB5-CD27402E0324}"/>
                </a:ext>
              </a:extLst>
            </p:cNvPr>
            <p:cNvSpPr/>
            <p:nvPr/>
          </p:nvSpPr>
          <p:spPr>
            <a:xfrm>
              <a:off x="3111726" y="2586538"/>
              <a:ext cx="256539" cy="256538"/>
            </a:xfrm>
            <a:custGeom>
              <a:avLst/>
              <a:gdLst>
                <a:gd name="connsiteX0" fmla="*/ 128071 w 256539"/>
                <a:gd name="connsiteY0" fmla="*/ 256539 h 256538"/>
                <a:gd name="connsiteX1" fmla="*/ 0 w 256539"/>
                <a:gd name="connsiteY1" fmla="*/ 128071 h 256538"/>
                <a:gd name="connsiteX2" fmla="*/ 128468 w 256539"/>
                <a:gd name="connsiteY2" fmla="*/ 0 h 256538"/>
                <a:gd name="connsiteX3" fmla="*/ 256539 w 256539"/>
                <a:gd name="connsiteY3" fmla="*/ 128319 h 256538"/>
                <a:gd name="connsiteX4" fmla="*/ 128071 w 256539"/>
                <a:gd name="connsiteY4" fmla="*/ 256539 h 256538"/>
                <a:gd name="connsiteX5" fmla="*/ 128071 w 256539"/>
                <a:gd name="connsiteY5" fmla="*/ 79442 h 256538"/>
                <a:gd name="connsiteX6" fmla="*/ 79394 w 256539"/>
                <a:gd name="connsiteY6" fmla="*/ 128517 h 256538"/>
                <a:gd name="connsiteX7" fmla="*/ 128468 w 256539"/>
                <a:gd name="connsiteY7" fmla="*/ 177194 h 256538"/>
                <a:gd name="connsiteX8" fmla="*/ 177146 w 256539"/>
                <a:gd name="connsiteY8" fmla="*/ 128319 h 256538"/>
                <a:gd name="connsiteX9" fmla="*/ 128171 w 256539"/>
                <a:gd name="connsiteY9" fmla="*/ 79442 h 256538"/>
                <a:gd name="connsiteX10" fmla="*/ 128071 w 256539"/>
                <a:gd name="connsiteY10" fmla="*/ 79442 h 25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39" h="256538">
                  <a:moveTo>
                    <a:pt x="128071" y="256539"/>
                  </a:moveTo>
                  <a:cubicBezTo>
                    <a:pt x="57230" y="256429"/>
                    <a:pt x="-109" y="198912"/>
                    <a:pt x="0" y="128071"/>
                  </a:cubicBezTo>
                  <a:cubicBezTo>
                    <a:pt x="110" y="57230"/>
                    <a:pt x="57627" y="-110"/>
                    <a:pt x="128468" y="0"/>
                  </a:cubicBezTo>
                  <a:cubicBezTo>
                    <a:pt x="199252" y="109"/>
                    <a:pt x="256569" y="57536"/>
                    <a:pt x="256539" y="128319"/>
                  </a:cubicBezTo>
                  <a:cubicBezTo>
                    <a:pt x="256455" y="199195"/>
                    <a:pt x="198950" y="256594"/>
                    <a:pt x="128071" y="256539"/>
                  </a:cubicBezTo>
                  <a:close/>
                  <a:moveTo>
                    <a:pt x="128071" y="79442"/>
                  </a:moveTo>
                  <a:cubicBezTo>
                    <a:pt x="101078" y="79552"/>
                    <a:pt x="79284" y="101524"/>
                    <a:pt x="79394" y="128517"/>
                  </a:cubicBezTo>
                  <a:cubicBezTo>
                    <a:pt x="79503" y="155510"/>
                    <a:pt x="101475" y="177304"/>
                    <a:pt x="128468" y="177194"/>
                  </a:cubicBezTo>
                  <a:cubicBezTo>
                    <a:pt x="155384" y="177085"/>
                    <a:pt x="177146" y="155235"/>
                    <a:pt x="177146" y="128319"/>
                  </a:cubicBezTo>
                  <a:cubicBezTo>
                    <a:pt x="177119" y="101298"/>
                    <a:pt x="155192" y="79415"/>
                    <a:pt x="128171" y="79442"/>
                  </a:cubicBezTo>
                  <a:cubicBezTo>
                    <a:pt x="128138" y="79442"/>
                    <a:pt x="128105" y="79442"/>
                    <a:pt x="128071" y="794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FCAA7DD-8973-CA4F-A904-A519681D6532}"/>
                </a:ext>
              </a:extLst>
            </p:cNvPr>
            <p:cNvSpPr/>
            <p:nvPr/>
          </p:nvSpPr>
          <p:spPr>
            <a:xfrm>
              <a:off x="3024145" y="2820698"/>
              <a:ext cx="431700" cy="315091"/>
            </a:xfrm>
            <a:custGeom>
              <a:avLst/>
              <a:gdLst>
                <a:gd name="connsiteX0" fmla="*/ 392004 w 431700"/>
                <a:gd name="connsiteY0" fmla="*/ 315091 h 315091"/>
                <a:gd name="connsiteX1" fmla="*/ 352307 w 431700"/>
                <a:gd name="connsiteY1" fmla="*/ 275395 h 315091"/>
                <a:gd name="connsiteX2" fmla="*/ 352307 w 431700"/>
                <a:gd name="connsiteY2" fmla="*/ 215850 h 315091"/>
                <a:gd name="connsiteX3" fmla="*/ 215850 w 431700"/>
                <a:gd name="connsiteY3" fmla="*/ 79393 h 315091"/>
                <a:gd name="connsiteX4" fmla="*/ 79393 w 431700"/>
                <a:gd name="connsiteY4" fmla="*/ 215850 h 315091"/>
                <a:gd name="connsiteX5" fmla="*/ 79393 w 431700"/>
                <a:gd name="connsiteY5" fmla="*/ 275395 h 315091"/>
                <a:gd name="connsiteX6" fmla="*/ 39697 w 431700"/>
                <a:gd name="connsiteY6" fmla="*/ 315091 h 315091"/>
                <a:gd name="connsiteX7" fmla="*/ 0 w 431700"/>
                <a:gd name="connsiteY7" fmla="*/ 275395 h 315091"/>
                <a:gd name="connsiteX8" fmla="*/ 0 w 431700"/>
                <a:gd name="connsiteY8" fmla="*/ 215850 h 315091"/>
                <a:gd name="connsiteX9" fmla="*/ 215850 w 431700"/>
                <a:gd name="connsiteY9" fmla="*/ 0 h 315091"/>
                <a:gd name="connsiteX10" fmla="*/ 431700 w 431700"/>
                <a:gd name="connsiteY10" fmla="*/ 215850 h 315091"/>
                <a:gd name="connsiteX11" fmla="*/ 431700 w 431700"/>
                <a:gd name="connsiteY11" fmla="*/ 275395 h 315091"/>
                <a:gd name="connsiteX12" fmla="*/ 392004 w 431700"/>
                <a:gd name="connsiteY12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700" h="315091">
                  <a:moveTo>
                    <a:pt x="392004" y="315091"/>
                  </a:moveTo>
                  <a:cubicBezTo>
                    <a:pt x="370081" y="315091"/>
                    <a:pt x="352307" y="297317"/>
                    <a:pt x="352307" y="275395"/>
                  </a:cubicBezTo>
                  <a:lnTo>
                    <a:pt x="352307" y="215850"/>
                  </a:lnTo>
                  <a:cubicBezTo>
                    <a:pt x="352307" y="140487"/>
                    <a:pt x="291214" y="79393"/>
                    <a:pt x="215850" y="79393"/>
                  </a:cubicBezTo>
                  <a:cubicBezTo>
                    <a:pt x="140487" y="79393"/>
                    <a:pt x="79393" y="140487"/>
                    <a:pt x="79393" y="215850"/>
                  </a:cubicBezTo>
                  <a:lnTo>
                    <a:pt x="79393" y="275395"/>
                  </a:lnTo>
                  <a:cubicBezTo>
                    <a:pt x="79393" y="297317"/>
                    <a:pt x="61621" y="315091"/>
                    <a:pt x="39697" y="315091"/>
                  </a:cubicBezTo>
                  <a:cubicBezTo>
                    <a:pt x="17773" y="315091"/>
                    <a:pt x="0" y="297317"/>
                    <a:pt x="0" y="275395"/>
                  </a:cubicBezTo>
                  <a:lnTo>
                    <a:pt x="0" y="215850"/>
                  </a:lnTo>
                  <a:cubicBezTo>
                    <a:pt x="0" y="96639"/>
                    <a:pt x="96639" y="0"/>
                    <a:pt x="215850" y="0"/>
                  </a:cubicBezTo>
                  <a:cubicBezTo>
                    <a:pt x="335059" y="0"/>
                    <a:pt x="431700" y="96639"/>
                    <a:pt x="431700" y="215850"/>
                  </a:cubicBezTo>
                  <a:lnTo>
                    <a:pt x="431700" y="275395"/>
                  </a:lnTo>
                  <a:cubicBezTo>
                    <a:pt x="431700" y="297317"/>
                    <a:pt x="413926" y="315091"/>
                    <a:pt x="392004" y="3150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54CF8F1E-138A-4C45-85B8-8454279BE666}"/>
                </a:ext>
              </a:extLst>
            </p:cNvPr>
            <p:cNvSpPr/>
            <p:nvPr/>
          </p:nvSpPr>
          <p:spPr>
            <a:xfrm>
              <a:off x="2891013" y="2857318"/>
              <a:ext cx="221606" cy="221606"/>
            </a:xfrm>
            <a:custGeom>
              <a:avLst/>
              <a:gdLst>
                <a:gd name="connsiteX0" fmla="*/ 110853 w 221606"/>
                <a:gd name="connsiteY0" fmla="*/ 221606 h 221606"/>
                <a:gd name="connsiteX1" fmla="*/ 0 w 221606"/>
                <a:gd name="connsiteY1" fmla="*/ 110853 h 221606"/>
                <a:gd name="connsiteX2" fmla="*/ 110754 w 221606"/>
                <a:gd name="connsiteY2" fmla="*/ 0 h 221606"/>
                <a:gd name="connsiteX3" fmla="*/ 221606 w 221606"/>
                <a:gd name="connsiteY3" fmla="*/ 110753 h 221606"/>
                <a:gd name="connsiteX4" fmla="*/ 221606 w 221606"/>
                <a:gd name="connsiteY4" fmla="*/ 110853 h 221606"/>
                <a:gd name="connsiteX5" fmla="*/ 110853 w 221606"/>
                <a:gd name="connsiteY5" fmla="*/ 221606 h 221606"/>
                <a:gd name="connsiteX6" fmla="*/ 110853 w 221606"/>
                <a:gd name="connsiteY6" fmla="*/ 79443 h 221606"/>
                <a:gd name="connsiteX7" fmla="*/ 79393 w 221606"/>
                <a:gd name="connsiteY7" fmla="*/ 110803 h 221606"/>
                <a:gd name="connsiteX8" fmla="*/ 110754 w 221606"/>
                <a:gd name="connsiteY8" fmla="*/ 142263 h 221606"/>
                <a:gd name="connsiteX9" fmla="*/ 142213 w 221606"/>
                <a:gd name="connsiteY9" fmla="*/ 110902 h 221606"/>
                <a:gd name="connsiteX10" fmla="*/ 142213 w 221606"/>
                <a:gd name="connsiteY10" fmla="*/ 110853 h 221606"/>
                <a:gd name="connsiteX11" fmla="*/ 110853 w 221606"/>
                <a:gd name="connsiteY11" fmla="*/ 79443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0853" y="221606"/>
                  </a:moveTo>
                  <a:cubicBezTo>
                    <a:pt x="49658" y="221636"/>
                    <a:pt x="27" y="172050"/>
                    <a:pt x="0" y="110853"/>
                  </a:cubicBezTo>
                  <a:cubicBezTo>
                    <a:pt x="-27" y="49658"/>
                    <a:pt x="49559" y="27"/>
                    <a:pt x="110754" y="0"/>
                  </a:cubicBezTo>
                  <a:cubicBezTo>
                    <a:pt x="171948" y="-27"/>
                    <a:pt x="221579" y="49559"/>
                    <a:pt x="221606" y="110753"/>
                  </a:cubicBezTo>
                  <a:cubicBezTo>
                    <a:pt x="221606" y="110787"/>
                    <a:pt x="221606" y="110819"/>
                    <a:pt x="221606" y="110853"/>
                  </a:cubicBezTo>
                  <a:cubicBezTo>
                    <a:pt x="221552" y="171995"/>
                    <a:pt x="171997" y="221551"/>
                    <a:pt x="110853" y="221606"/>
                  </a:cubicBezTo>
                  <a:close/>
                  <a:moveTo>
                    <a:pt x="110853" y="79443"/>
                  </a:moveTo>
                  <a:cubicBezTo>
                    <a:pt x="93505" y="79415"/>
                    <a:pt x="79420" y="93456"/>
                    <a:pt x="79393" y="110803"/>
                  </a:cubicBezTo>
                  <a:cubicBezTo>
                    <a:pt x="79366" y="128150"/>
                    <a:pt x="93406" y="142235"/>
                    <a:pt x="110754" y="142263"/>
                  </a:cubicBezTo>
                  <a:cubicBezTo>
                    <a:pt x="128101" y="142290"/>
                    <a:pt x="142186" y="128249"/>
                    <a:pt x="142213" y="110902"/>
                  </a:cubicBezTo>
                  <a:cubicBezTo>
                    <a:pt x="142213" y="110886"/>
                    <a:pt x="142213" y="110869"/>
                    <a:pt x="142213" y="110853"/>
                  </a:cubicBezTo>
                  <a:cubicBezTo>
                    <a:pt x="142186" y="93536"/>
                    <a:pt x="128169" y="79497"/>
                    <a:pt x="110853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6B2015D1-0EAC-E141-A8BD-73B0A39CE094}"/>
                </a:ext>
              </a:extLst>
            </p:cNvPr>
            <p:cNvSpPr/>
            <p:nvPr/>
          </p:nvSpPr>
          <p:spPr>
            <a:xfrm>
              <a:off x="2825712" y="3055751"/>
              <a:ext cx="362231" cy="268696"/>
            </a:xfrm>
            <a:custGeom>
              <a:avLst/>
              <a:gdLst>
                <a:gd name="connsiteX0" fmla="*/ 322535 w 362231"/>
                <a:gd name="connsiteY0" fmla="*/ 268696 h 268696"/>
                <a:gd name="connsiteX1" fmla="*/ 282838 w 362231"/>
                <a:gd name="connsiteY1" fmla="*/ 229000 h 268696"/>
                <a:gd name="connsiteX2" fmla="*/ 282838 w 362231"/>
                <a:gd name="connsiteY2" fmla="*/ 181116 h 268696"/>
                <a:gd name="connsiteX3" fmla="*/ 181116 w 362231"/>
                <a:gd name="connsiteY3" fmla="*/ 79393 h 268696"/>
                <a:gd name="connsiteX4" fmla="*/ 79393 w 362231"/>
                <a:gd name="connsiteY4" fmla="*/ 181116 h 268696"/>
                <a:gd name="connsiteX5" fmla="*/ 79393 w 362231"/>
                <a:gd name="connsiteY5" fmla="*/ 229000 h 268696"/>
                <a:gd name="connsiteX6" fmla="*/ 39697 w 362231"/>
                <a:gd name="connsiteY6" fmla="*/ 268696 h 268696"/>
                <a:gd name="connsiteX7" fmla="*/ 0 w 362231"/>
                <a:gd name="connsiteY7" fmla="*/ 229000 h 268696"/>
                <a:gd name="connsiteX8" fmla="*/ 0 w 362231"/>
                <a:gd name="connsiteY8" fmla="*/ 181116 h 268696"/>
                <a:gd name="connsiteX9" fmla="*/ 181116 w 362231"/>
                <a:gd name="connsiteY9" fmla="*/ 0 h 268696"/>
                <a:gd name="connsiteX10" fmla="*/ 362231 w 362231"/>
                <a:gd name="connsiteY10" fmla="*/ 181116 h 268696"/>
                <a:gd name="connsiteX11" fmla="*/ 362231 w 362231"/>
                <a:gd name="connsiteY11" fmla="*/ 229000 h 268696"/>
                <a:gd name="connsiteX12" fmla="*/ 322535 w 362231"/>
                <a:gd name="connsiteY12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696">
                  <a:moveTo>
                    <a:pt x="322535" y="268696"/>
                  </a:moveTo>
                  <a:cubicBezTo>
                    <a:pt x="300611" y="268696"/>
                    <a:pt x="282838" y="250922"/>
                    <a:pt x="282838" y="229000"/>
                  </a:cubicBezTo>
                  <a:lnTo>
                    <a:pt x="282838" y="181116"/>
                  </a:lnTo>
                  <a:cubicBezTo>
                    <a:pt x="282838" y="124935"/>
                    <a:pt x="237295" y="79393"/>
                    <a:pt x="181116" y="79393"/>
                  </a:cubicBezTo>
                  <a:cubicBezTo>
                    <a:pt x="124936" y="79393"/>
                    <a:pt x="79393" y="124935"/>
                    <a:pt x="79393" y="181116"/>
                  </a:cubicBezTo>
                  <a:lnTo>
                    <a:pt x="79393" y="229000"/>
                  </a:lnTo>
                  <a:cubicBezTo>
                    <a:pt x="79393" y="250922"/>
                    <a:pt x="61621" y="268696"/>
                    <a:pt x="39697" y="268696"/>
                  </a:cubicBezTo>
                  <a:cubicBezTo>
                    <a:pt x="17773" y="268696"/>
                    <a:pt x="0" y="250922"/>
                    <a:pt x="0" y="229000"/>
                  </a:cubicBezTo>
                  <a:lnTo>
                    <a:pt x="0" y="181116"/>
                  </a:lnTo>
                  <a:cubicBezTo>
                    <a:pt x="0" y="81090"/>
                    <a:pt x="81088" y="0"/>
                    <a:pt x="181116" y="0"/>
                  </a:cubicBezTo>
                  <a:cubicBezTo>
                    <a:pt x="281143" y="0"/>
                    <a:pt x="362231" y="81090"/>
                    <a:pt x="362231" y="181116"/>
                  </a:cubicBezTo>
                  <a:lnTo>
                    <a:pt x="362231" y="229000"/>
                  </a:lnTo>
                  <a:cubicBezTo>
                    <a:pt x="362231" y="250922"/>
                    <a:pt x="344459" y="268696"/>
                    <a:pt x="322535" y="26869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F741C5CD-02E5-B945-85DC-3BEB6C4CF59E}"/>
                </a:ext>
              </a:extLst>
            </p:cNvPr>
            <p:cNvSpPr/>
            <p:nvPr/>
          </p:nvSpPr>
          <p:spPr>
            <a:xfrm>
              <a:off x="3366925" y="2857219"/>
              <a:ext cx="221606" cy="221606"/>
            </a:xfrm>
            <a:custGeom>
              <a:avLst/>
              <a:gdLst>
                <a:gd name="connsiteX0" fmla="*/ 111052 w 221606"/>
                <a:gd name="connsiteY0" fmla="*/ 221606 h 221606"/>
                <a:gd name="connsiteX1" fmla="*/ 0 w 221606"/>
                <a:gd name="connsiteY1" fmla="*/ 111051 h 221606"/>
                <a:gd name="connsiteX2" fmla="*/ 110555 w 221606"/>
                <a:gd name="connsiteY2" fmla="*/ 0 h 221606"/>
                <a:gd name="connsiteX3" fmla="*/ 221607 w 221606"/>
                <a:gd name="connsiteY3" fmla="*/ 110555 h 221606"/>
                <a:gd name="connsiteX4" fmla="*/ 221607 w 221606"/>
                <a:gd name="connsiteY4" fmla="*/ 110704 h 221606"/>
                <a:gd name="connsiteX5" fmla="*/ 111052 w 221606"/>
                <a:gd name="connsiteY5" fmla="*/ 221606 h 221606"/>
                <a:gd name="connsiteX6" fmla="*/ 111052 w 221606"/>
                <a:gd name="connsiteY6" fmla="*/ 79442 h 221606"/>
                <a:gd name="connsiteX7" fmla="*/ 79393 w 221606"/>
                <a:gd name="connsiteY7" fmla="*/ 110604 h 221606"/>
                <a:gd name="connsiteX8" fmla="*/ 110555 w 221606"/>
                <a:gd name="connsiteY8" fmla="*/ 142260 h 221606"/>
                <a:gd name="connsiteX9" fmla="*/ 142213 w 221606"/>
                <a:gd name="connsiteY9" fmla="*/ 111099 h 221606"/>
                <a:gd name="connsiteX10" fmla="*/ 142213 w 221606"/>
                <a:gd name="connsiteY10" fmla="*/ 110704 h 221606"/>
                <a:gd name="connsiteX11" fmla="*/ 111052 w 221606"/>
                <a:gd name="connsiteY11" fmla="*/ 79442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1052" y="221606"/>
                  </a:moveTo>
                  <a:cubicBezTo>
                    <a:pt x="49859" y="221745"/>
                    <a:pt x="139" y="172248"/>
                    <a:pt x="0" y="111051"/>
                  </a:cubicBezTo>
                  <a:cubicBezTo>
                    <a:pt x="-139" y="49857"/>
                    <a:pt x="49363" y="137"/>
                    <a:pt x="110555" y="0"/>
                  </a:cubicBezTo>
                  <a:cubicBezTo>
                    <a:pt x="171753" y="-137"/>
                    <a:pt x="221468" y="49360"/>
                    <a:pt x="221607" y="110555"/>
                  </a:cubicBezTo>
                  <a:cubicBezTo>
                    <a:pt x="221607" y="110604"/>
                    <a:pt x="221607" y="110654"/>
                    <a:pt x="221607" y="110704"/>
                  </a:cubicBezTo>
                  <a:cubicBezTo>
                    <a:pt x="221607" y="171816"/>
                    <a:pt x="172164" y="221412"/>
                    <a:pt x="111052" y="221606"/>
                  </a:cubicBezTo>
                  <a:close/>
                  <a:moveTo>
                    <a:pt x="111052" y="79442"/>
                  </a:moveTo>
                  <a:cubicBezTo>
                    <a:pt x="93704" y="79306"/>
                    <a:pt x="79532" y="93257"/>
                    <a:pt x="79393" y="110604"/>
                  </a:cubicBezTo>
                  <a:cubicBezTo>
                    <a:pt x="79260" y="127950"/>
                    <a:pt x="93208" y="142123"/>
                    <a:pt x="110555" y="142260"/>
                  </a:cubicBezTo>
                  <a:cubicBezTo>
                    <a:pt x="127903" y="142397"/>
                    <a:pt x="142074" y="128446"/>
                    <a:pt x="142213" y="111099"/>
                  </a:cubicBezTo>
                  <a:cubicBezTo>
                    <a:pt x="142213" y="110967"/>
                    <a:pt x="142213" y="110836"/>
                    <a:pt x="142213" y="110704"/>
                  </a:cubicBezTo>
                  <a:cubicBezTo>
                    <a:pt x="142134" y="93511"/>
                    <a:pt x="128245" y="79578"/>
                    <a:pt x="111052" y="794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30BE1695-C15F-A548-981A-2583E8C343BA}"/>
                </a:ext>
              </a:extLst>
            </p:cNvPr>
            <p:cNvSpPr/>
            <p:nvPr/>
          </p:nvSpPr>
          <p:spPr>
            <a:xfrm>
              <a:off x="3296613" y="3055602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2" y="268746"/>
                    <a:pt x="282838" y="250972"/>
                    <a:pt x="282838" y="229049"/>
                  </a:cubicBezTo>
                  <a:lnTo>
                    <a:pt x="282838" y="181116"/>
                  </a:lnTo>
                  <a:cubicBezTo>
                    <a:pt x="282838" y="124935"/>
                    <a:pt x="237296" y="79393"/>
                    <a:pt x="181116" y="79393"/>
                  </a:cubicBezTo>
                  <a:cubicBezTo>
                    <a:pt x="124935" y="79393"/>
                    <a:pt x="79393" y="124935"/>
                    <a:pt x="79393" y="181116"/>
                  </a:cubicBezTo>
                  <a:lnTo>
                    <a:pt x="79393" y="229049"/>
                  </a:lnTo>
                  <a:cubicBezTo>
                    <a:pt x="79393" y="250972"/>
                    <a:pt x="61619" y="268746"/>
                    <a:pt x="39697" y="268746"/>
                  </a:cubicBezTo>
                  <a:cubicBezTo>
                    <a:pt x="17774" y="268746"/>
                    <a:pt x="0" y="250972"/>
                    <a:pt x="0" y="229049"/>
                  </a:cubicBezTo>
                  <a:lnTo>
                    <a:pt x="0" y="181116"/>
                  </a:lnTo>
                  <a:cubicBezTo>
                    <a:pt x="0" y="81090"/>
                    <a:pt x="81090" y="0"/>
                    <a:pt x="181116" y="0"/>
                  </a:cubicBezTo>
                  <a:cubicBezTo>
                    <a:pt x="281141" y="0"/>
                    <a:pt x="362231" y="81090"/>
                    <a:pt x="362231" y="181116"/>
                  </a:cubicBezTo>
                  <a:lnTo>
                    <a:pt x="362231" y="229049"/>
                  </a:lnTo>
                  <a:cubicBezTo>
                    <a:pt x="362231" y="250972"/>
                    <a:pt x="344457" y="268746"/>
                    <a:pt x="322535" y="2687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3" name="Picture Placeholder 67">
            <a:extLst>
              <a:ext uri="{FF2B5EF4-FFF2-40B4-BE49-F238E27FC236}">
                <a16:creationId xmlns:a16="http://schemas.microsoft.com/office/drawing/2014/main" id="{7C076953-CCED-47C2-857A-C48E02957E50}"/>
              </a:ext>
            </a:extLst>
          </p:cNvPr>
          <p:cNvGrpSpPr>
            <a:grpSpLocks noChangeAspect="1"/>
          </p:cNvGrpSpPr>
          <p:nvPr/>
        </p:nvGrpSpPr>
        <p:grpSpPr>
          <a:xfrm>
            <a:off x="4143220" y="2544658"/>
            <a:ext cx="833132" cy="821668"/>
            <a:chOff x="4143220" y="2544658"/>
            <a:chExt cx="833132" cy="821668"/>
          </a:xfrm>
        </p:grpSpPr>
        <p:grpSp>
          <p:nvGrpSpPr>
            <p:cNvPr id="75" name="Picture Placeholder 67">
              <a:extLst>
                <a:ext uri="{FF2B5EF4-FFF2-40B4-BE49-F238E27FC236}">
                  <a16:creationId xmlns:a16="http://schemas.microsoft.com/office/drawing/2014/main" id="{7C076953-CCED-47C2-857A-C48E02957E50}"/>
                </a:ext>
              </a:extLst>
            </p:cNvPr>
            <p:cNvGrpSpPr/>
            <p:nvPr/>
          </p:nvGrpSpPr>
          <p:grpSpPr>
            <a:xfrm>
              <a:off x="4143220" y="2544658"/>
              <a:ext cx="833132" cy="821668"/>
              <a:chOff x="4143220" y="2544658"/>
              <a:chExt cx="833132" cy="821668"/>
            </a:xfrm>
            <a:solidFill>
              <a:srgbClr val="C42828"/>
            </a:solidFill>
          </p:grpSpPr>
          <p:grpSp>
            <p:nvGrpSpPr>
              <p:cNvPr id="77" name="Picture Placeholder 67">
                <a:extLst>
                  <a:ext uri="{FF2B5EF4-FFF2-40B4-BE49-F238E27FC236}">
                    <a16:creationId xmlns:a16="http://schemas.microsoft.com/office/drawing/2014/main" id="{7C076953-CCED-47C2-857A-C48E02957E50}"/>
                  </a:ext>
                </a:extLst>
              </p:cNvPr>
              <p:cNvGrpSpPr/>
              <p:nvPr/>
            </p:nvGrpSpPr>
            <p:grpSpPr>
              <a:xfrm>
                <a:off x="4144014" y="2544658"/>
                <a:ext cx="267058" cy="336626"/>
                <a:chOff x="4144014" y="2544658"/>
                <a:chExt cx="267058" cy="336626"/>
              </a:xfrm>
              <a:solidFill>
                <a:srgbClr val="C42828"/>
              </a:solidFill>
            </p:grpSpPr>
            <p:sp>
              <p:nvSpPr>
                <p:cNvPr id="79" name="Freeform 78">
                  <a:extLst>
                    <a:ext uri="{FF2B5EF4-FFF2-40B4-BE49-F238E27FC236}">
                      <a16:creationId xmlns:a16="http://schemas.microsoft.com/office/drawing/2014/main" id="{91E2D524-3CD8-6A4C-89D9-24111AD17E54}"/>
                    </a:ext>
                  </a:extLst>
                </p:cNvPr>
                <p:cNvSpPr/>
                <p:nvPr/>
              </p:nvSpPr>
              <p:spPr>
                <a:xfrm>
                  <a:off x="4180684" y="2544658"/>
                  <a:ext cx="190444" cy="190444"/>
                </a:xfrm>
                <a:custGeom>
                  <a:avLst/>
                  <a:gdLst>
                    <a:gd name="connsiteX0" fmla="*/ 95272 w 190444"/>
                    <a:gd name="connsiteY0" fmla="*/ 190444 h 190444"/>
                    <a:gd name="connsiteX1" fmla="*/ 0 w 190444"/>
                    <a:gd name="connsiteY1" fmla="*/ 95272 h 190444"/>
                    <a:gd name="connsiteX2" fmla="*/ 95173 w 190444"/>
                    <a:gd name="connsiteY2" fmla="*/ 0 h 190444"/>
                    <a:gd name="connsiteX3" fmla="*/ 190444 w 190444"/>
                    <a:gd name="connsiteY3" fmla="*/ 95172 h 190444"/>
                    <a:gd name="connsiteX4" fmla="*/ 190444 w 190444"/>
                    <a:gd name="connsiteY4" fmla="*/ 95272 h 190444"/>
                    <a:gd name="connsiteX5" fmla="*/ 95272 w 190444"/>
                    <a:gd name="connsiteY5" fmla="*/ 190444 h 190444"/>
                    <a:gd name="connsiteX6" fmla="*/ 95272 w 190444"/>
                    <a:gd name="connsiteY6" fmla="*/ 79443 h 190444"/>
                    <a:gd name="connsiteX7" fmla="*/ 79393 w 190444"/>
                    <a:gd name="connsiteY7" fmla="*/ 95222 h 190444"/>
                    <a:gd name="connsiteX8" fmla="*/ 95173 w 190444"/>
                    <a:gd name="connsiteY8" fmla="*/ 111101 h 190444"/>
                    <a:gd name="connsiteX9" fmla="*/ 111051 w 190444"/>
                    <a:gd name="connsiteY9" fmla="*/ 95321 h 190444"/>
                    <a:gd name="connsiteX10" fmla="*/ 111051 w 190444"/>
                    <a:gd name="connsiteY10" fmla="*/ 95272 h 190444"/>
                    <a:gd name="connsiteX11" fmla="*/ 95272 w 190444"/>
                    <a:gd name="connsiteY11" fmla="*/ 79443 h 190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0444" h="190444">
                      <a:moveTo>
                        <a:pt x="95272" y="190444"/>
                      </a:moveTo>
                      <a:cubicBezTo>
                        <a:pt x="42682" y="190471"/>
                        <a:pt x="27" y="147861"/>
                        <a:pt x="0" y="95272"/>
                      </a:cubicBezTo>
                      <a:cubicBezTo>
                        <a:pt x="-27" y="42682"/>
                        <a:pt x="42583" y="27"/>
                        <a:pt x="95173" y="0"/>
                      </a:cubicBezTo>
                      <a:cubicBezTo>
                        <a:pt x="147762" y="-27"/>
                        <a:pt x="190417" y="42583"/>
                        <a:pt x="190444" y="95172"/>
                      </a:cubicBezTo>
                      <a:cubicBezTo>
                        <a:pt x="190444" y="95206"/>
                        <a:pt x="190444" y="95238"/>
                        <a:pt x="190444" y="95272"/>
                      </a:cubicBezTo>
                      <a:cubicBezTo>
                        <a:pt x="190390" y="147812"/>
                        <a:pt x="147812" y="190390"/>
                        <a:pt x="95272" y="190444"/>
                      </a:cubicBezTo>
                      <a:close/>
                      <a:moveTo>
                        <a:pt x="95272" y="79443"/>
                      </a:moveTo>
                      <a:cubicBezTo>
                        <a:pt x="86530" y="79415"/>
                        <a:pt x="79420" y="86480"/>
                        <a:pt x="79393" y="95222"/>
                      </a:cubicBezTo>
                      <a:cubicBezTo>
                        <a:pt x="79366" y="103964"/>
                        <a:pt x="86430" y="111073"/>
                        <a:pt x="95173" y="111101"/>
                      </a:cubicBezTo>
                      <a:cubicBezTo>
                        <a:pt x="103915" y="111128"/>
                        <a:pt x="111024" y="104063"/>
                        <a:pt x="111051" y="95321"/>
                      </a:cubicBezTo>
                      <a:cubicBezTo>
                        <a:pt x="111051" y="95305"/>
                        <a:pt x="111051" y="95288"/>
                        <a:pt x="111051" y="95272"/>
                      </a:cubicBezTo>
                      <a:cubicBezTo>
                        <a:pt x="111051" y="86549"/>
                        <a:pt x="103995" y="79470"/>
                        <a:pt x="95272" y="79443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81" name="Freeform 80">
                  <a:extLst>
                    <a:ext uri="{FF2B5EF4-FFF2-40B4-BE49-F238E27FC236}">
                      <a16:creationId xmlns:a16="http://schemas.microsoft.com/office/drawing/2014/main" id="{3CBF3B3F-5C21-3047-8851-896E1AF19F61}"/>
                    </a:ext>
                  </a:extLst>
                </p:cNvPr>
                <p:cNvSpPr/>
                <p:nvPr/>
              </p:nvSpPr>
              <p:spPr>
                <a:xfrm>
                  <a:off x="4144014" y="2676302"/>
                  <a:ext cx="267058" cy="204983"/>
                </a:xfrm>
                <a:custGeom>
                  <a:avLst/>
                  <a:gdLst>
                    <a:gd name="connsiteX0" fmla="*/ 227362 w 267058"/>
                    <a:gd name="connsiteY0" fmla="*/ 204983 h 204983"/>
                    <a:gd name="connsiteX1" fmla="*/ 187666 w 267058"/>
                    <a:gd name="connsiteY1" fmla="*/ 165287 h 204983"/>
                    <a:gd name="connsiteX2" fmla="*/ 187666 w 267058"/>
                    <a:gd name="connsiteY2" fmla="*/ 133529 h 204983"/>
                    <a:gd name="connsiteX3" fmla="*/ 133529 w 267058"/>
                    <a:gd name="connsiteY3" fmla="*/ 79393 h 204983"/>
                    <a:gd name="connsiteX4" fmla="*/ 79393 w 267058"/>
                    <a:gd name="connsiteY4" fmla="*/ 133529 h 204983"/>
                    <a:gd name="connsiteX5" fmla="*/ 79393 w 267058"/>
                    <a:gd name="connsiteY5" fmla="*/ 165287 h 204983"/>
                    <a:gd name="connsiteX6" fmla="*/ 39697 w 267058"/>
                    <a:gd name="connsiteY6" fmla="*/ 204983 h 204983"/>
                    <a:gd name="connsiteX7" fmla="*/ 0 w 267058"/>
                    <a:gd name="connsiteY7" fmla="*/ 165287 h 204983"/>
                    <a:gd name="connsiteX8" fmla="*/ 0 w 267058"/>
                    <a:gd name="connsiteY8" fmla="*/ 133529 h 204983"/>
                    <a:gd name="connsiteX9" fmla="*/ 133529 w 267058"/>
                    <a:gd name="connsiteY9" fmla="*/ 0 h 204983"/>
                    <a:gd name="connsiteX10" fmla="*/ 267059 w 267058"/>
                    <a:gd name="connsiteY10" fmla="*/ 133529 h 204983"/>
                    <a:gd name="connsiteX11" fmla="*/ 267059 w 267058"/>
                    <a:gd name="connsiteY11" fmla="*/ 165287 h 204983"/>
                    <a:gd name="connsiteX12" fmla="*/ 227362 w 267058"/>
                    <a:gd name="connsiteY12" fmla="*/ 204983 h 204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58" h="204983">
                      <a:moveTo>
                        <a:pt x="227362" y="204983"/>
                      </a:moveTo>
                      <a:cubicBezTo>
                        <a:pt x="205438" y="204983"/>
                        <a:pt x="187666" y="187210"/>
                        <a:pt x="187666" y="165287"/>
                      </a:cubicBezTo>
                      <a:lnTo>
                        <a:pt x="187666" y="133529"/>
                      </a:lnTo>
                      <a:cubicBezTo>
                        <a:pt x="187666" y="103631"/>
                        <a:pt x="163428" y="79393"/>
                        <a:pt x="133529" y="79393"/>
                      </a:cubicBezTo>
                      <a:cubicBezTo>
                        <a:pt x="103631" y="79393"/>
                        <a:pt x="79393" y="103631"/>
                        <a:pt x="79393" y="133529"/>
                      </a:cubicBezTo>
                      <a:lnTo>
                        <a:pt x="79393" y="165287"/>
                      </a:lnTo>
                      <a:cubicBezTo>
                        <a:pt x="79393" y="187210"/>
                        <a:pt x="61621" y="204983"/>
                        <a:pt x="39697" y="204983"/>
                      </a:cubicBezTo>
                      <a:cubicBezTo>
                        <a:pt x="17773" y="204983"/>
                        <a:pt x="0" y="187210"/>
                        <a:pt x="0" y="165287"/>
                      </a:cubicBezTo>
                      <a:lnTo>
                        <a:pt x="0" y="133529"/>
                      </a:lnTo>
                      <a:cubicBezTo>
                        <a:pt x="0" y="59783"/>
                        <a:pt x="59783" y="0"/>
                        <a:pt x="133529" y="0"/>
                      </a:cubicBezTo>
                      <a:cubicBezTo>
                        <a:pt x="207276" y="0"/>
                        <a:pt x="267059" y="59783"/>
                        <a:pt x="267059" y="133529"/>
                      </a:cubicBezTo>
                      <a:lnTo>
                        <a:pt x="267059" y="165287"/>
                      </a:lnTo>
                      <a:cubicBezTo>
                        <a:pt x="267059" y="187210"/>
                        <a:pt x="249286" y="204983"/>
                        <a:pt x="227362" y="204983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grpSp>
            <p:nvGrpSpPr>
              <p:cNvPr id="83" name="Picture Placeholder 67">
                <a:extLst>
                  <a:ext uri="{FF2B5EF4-FFF2-40B4-BE49-F238E27FC236}">
                    <a16:creationId xmlns:a16="http://schemas.microsoft.com/office/drawing/2014/main" id="{7C076953-CCED-47C2-857A-C48E02957E50}"/>
                  </a:ext>
                </a:extLst>
              </p:cNvPr>
              <p:cNvGrpSpPr/>
              <p:nvPr/>
            </p:nvGrpSpPr>
            <p:grpSpPr>
              <a:xfrm>
                <a:off x="4143220" y="3028460"/>
                <a:ext cx="267058" cy="336428"/>
                <a:chOff x="4143220" y="3028460"/>
                <a:chExt cx="267058" cy="336428"/>
              </a:xfrm>
              <a:solidFill>
                <a:srgbClr val="C42828"/>
              </a:solidFill>
            </p:grpSpPr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C7FD08E2-D7AF-A048-BA9B-15B6E598A511}"/>
                    </a:ext>
                  </a:extLst>
                </p:cNvPr>
                <p:cNvSpPr/>
                <p:nvPr/>
              </p:nvSpPr>
              <p:spPr>
                <a:xfrm>
                  <a:off x="4179890" y="3028460"/>
                  <a:ext cx="190444" cy="190444"/>
                </a:xfrm>
                <a:custGeom>
                  <a:avLst/>
                  <a:gdLst>
                    <a:gd name="connsiteX0" fmla="*/ 95272 w 190444"/>
                    <a:gd name="connsiteY0" fmla="*/ 190444 h 190444"/>
                    <a:gd name="connsiteX1" fmla="*/ 0 w 190444"/>
                    <a:gd name="connsiteY1" fmla="*/ 95272 h 190444"/>
                    <a:gd name="connsiteX2" fmla="*/ 95173 w 190444"/>
                    <a:gd name="connsiteY2" fmla="*/ 0 h 190444"/>
                    <a:gd name="connsiteX3" fmla="*/ 190444 w 190444"/>
                    <a:gd name="connsiteY3" fmla="*/ 95172 h 190444"/>
                    <a:gd name="connsiteX4" fmla="*/ 190444 w 190444"/>
                    <a:gd name="connsiteY4" fmla="*/ 95222 h 190444"/>
                    <a:gd name="connsiteX5" fmla="*/ 95272 w 190444"/>
                    <a:gd name="connsiteY5" fmla="*/ 190444 h 190444"/>
                    <a:gd name="connsiteX6" fmla="*/ 95272 w 190444"/>
                    <a:gd name="connsiteY6" fmla="*/ 79443 h 190444"/>
                    <a:gd name="connsiteX7" fmla="*/ 79393 w 190444"/>
                    <a:gd name="connsiteY7" fmla="*/ 95222 h 190444"/>
                    <a:gd name="connsiteX8" fmla="*/ 95173 w 190444"/>
                    <a:gd name="connsiteY8" fmla="*/ 111101 h 190444"/>
                    <a:gd name="connsiteX9" fmla="*/ 111051 w 190444"/>
                    <a:gd name="connsiteY9" fmla="*/ 95321 h 190444"/>
                    <a:gd name="connsiteX10" fmla="*/ 111051 w 190444"/>
                    <a:gd name="connsiteY10" fmla="*/ 95222 h 190444"/>
                    <a:gd name="connsiteX11" fmla="*/ 95272 w 190444"/>
                    <a:gd name="connsiteY11" fmla="*/ 79443 h 190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0444" h="190444">
                      <a:moveTo>
                        <a:pt x="95272" y="190444"/>
                      </a:moveTo>
                      <a:cubicBezTo>
                        <a:pt x="42682" y="190474"/>
                        <a:pt x="27" y="147860"/>
                        <a:pt x="0" y="95272"/>
                      </a:cubicBezTo>
                      <a:cubicBezTo>
                        <a:pt x="-27" y="42684"/>
                        <a:pt x="42583" y="30"/>
                        <a:pt x="95173" y="0"/>
                      </a:cubicBezTo>
                      <a:cubicBezTo>
                        <a:pt x="147762" y="-30"/>
                        <a:pt x="190417" y="42584"/>
                        <a:pt x="190444" y="95172"/>
                      </a:cubicBezTo>
                      <a:cubicBezTo>
                        <a:pt x="190444" y="95187"/>
                        <a:pt x="190444" y="95207"/>
                        <a:pt x="190444" y="95222"/>
                      </a:cubicBezTo>
                      <a:cubicBezTo>
                        <a:pt x="190417" y="147780"/>
                        <a:pt x="147831" y="190390"/>
                        <a:pt x="95272" y="190444"/>
                      </a:cubicBezTo>
                      <a:close/>
                      <a:moveTo>
                        <a:pt x="95272" y="79443"/>
                      </a:moveTo>
                      <a:cubicBezTo>
                        <a:pt x="86530" y="79413"/>
                        <a:pt x="79420" y="86479"/>
                        <a:pt x="79393" y="95222"/>
                      </a:cubicBezTo>
                      <a:cubicBezTo>
                        <a:pt x="79366" y="103965"/>
                        <a:pt x="86431" y="111071"/>
                        <a:pt x="95173" y="111101"/>
                      </a:cubicBezTo>
                      <a:cubicBezTo>
                        <a:pt x="103915" y="111126"/>
                        <a:pt x="111024" y="104065"/>
                        <a:pt x="111051" y="95321"/>
                      </a:cubicBezTo>
                      <a:cubicBezTo>
                        <a:pt x="111051" y="95287"/>
                        <a:pt x="111051" y="95257"/>
                        <a:pt x="111051" y="95222"/>
                      </a:cubicBezTo>
                      <a:cubicBezTo>
                        <a:pt x="111051" y="86509"/>
                        <a:pt x="103987" y="79443"/>
                        <a:pt x="95272" y="79443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87" name="Freeform 86">
                  <a:extLst>
                    <a:ext uri="{FF2B5EF4-FFF2-40B4-BE49-F238E27FC236}">
                      <a16:creationId xmlns:a16="http://schemas.microsoft.com/office/drawing/2014/main" id="{12B11C38-5C44-884C-8406-758F6D49C165}"/>
                    </a:ext>
                  </a:extLst>
                </p:cNvPr>
                <p:cNvSpPr/>
                <p:nvPr/>
              </p:nvSpPr>
              <p:spPr>
                <a:xfrm>
                  <a:off x="4143220" y="3159855"/>
                  <a:ext cx="267058" cy="205032"/>
                </a:xfrm>
                <a:custGeom>
                  <a:avLst/>
                  <a:gdLst>
                    <a:gd name="connsiteX0" fmla="*/ 227362 w 267058"/>
                    <a:gd name="connsiteY0" fmla="*/ 205033 h 205032"/>
                    <a:gd name="connsiteX1" fmla="*/ 187666 w 267058"/>
                    <a:gd name="connsiteY1" fmla="*/ 165336 h 205032"/>
                    <a:gd name="connsiteX2" fmla="*/ 187666 w 267058"/>
                    <a:gd name="connsiteY2" fmla="*/ 133529 h 205032"/>
                    <a:gd name="connsiteX3" fmla="*/ 133529 w 267058"/>
                    <a:gd name="connsiteY3" fmla="*/ 79393 h 205032"/>
                    <a:gd name="connsiteX4" fmla="*/ 79393 w 267058"/>
                    <a:gd name="connsiteY4" fmla="*/ 133529 h 205032"/>
                    <a:gd name="connsiteX5" fmla="*/ 79393 w 267058"/>
                    <a:gd name="connsiteY5" fmla="*/ 165336 h 205032"/>
                    <a:gd name="connsiteX6" fmla="*/ 39697 w 267058"/>
                    <a:gd name="connsiteY6" fmla="*/ 205033 h 205032"/>
                    <a:gd name="connsiteX7" fmla="*/ 0 w 267058"/>
                    <a:gd name="connsiteY7" fmla="*/ 165336 h 205032"/>
                    <a:gd name="connsiteX8" fmla="*/ 0 w 267058"/>
                    <a:gd name="connsiteY8" fmla="*/ 133529 h 205032"/>
                    <a:gd name="connsiteX9" fmla="*/ 133529 w 267058"/>
                    <a:gd name="connsiteY9" fmla="*/ 0 h 205032"/>
                    <a:gd name="connsiteX10" fmla="*/ 267059 w 267058"/>
                    <a:gd name="connsiteY10" fmla="*/ 133529 h 205032"/>
                    <a:gd name="connsiteX11" fmla="*/ 267059 w 267058"/>
                    <a:gd name="connsiteY11" fmla="*/ 165336 h 205032"/>
                    <a:gd name="connsiteX12" fmla="*/ 227362 w 267058"/>
                    <a:gd name="connsiteY12" fmla="*/ 205033 h 205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58" h="205032">
                      <a:moveTo>
                        <a:pt x="227362" y="205033"/>
                      </a:moveTo>
                      <a:cubicBezTo>
                        <a:pt x="205438" y="205033"/>
                        <a:pt x="187666" y="187259"/>
                        <a:pt x="187666" y="165336"/>
                      </a:cubicBezTo>
                      <a:lnTo>
                        <a:pt x="187666" y="133529"/>
                      </a:lnTo>
                      <a:cubicBezTo>
                        <a:pt x="187666" y="103633"/>
                        <a:pt x="163428" y="79393"/>
                        <a:pt x="133529" y="79393"/>
                      </a:cubicBezTo>
                      <a:cubicBezTo>
                        <a:pt x="103631" y="79393"/>
                        <a:pt x="79393" y="103633"/>
                        <a:pt x="79393" y="133529"/>
                      </a:cubicBezTo>
                      <a:lnTo>
                        <a:pt x="79393" y="165336"/>
                      </a:lnTo>
                      <a:cubicBezTo>
                        <a:pt x="79393" y="187259"/>
                        <a:pt x="61621" y="205033"/>
                        <a:pt x="39697" y="205033"/>
                      </a:cubicBezTo>
                      <a:cubicBezTo>
                        <a:pt x="17773" y="205033"/>
                        <a:pt x="0" y="187259"/>
                        <a:pt x="0" y="165336"/>
                      </a:cubicBezTo>
                      <a:lnTo>
                        <a:pt x="0" y="133529"/>
                      </a:lnTo>
                      <a:cubicBezTo>
                        <a:pt x="0" y="59783"/>
                        <a:pt x="59783" y="0"/>
                        <a:pt x="133529" y="0"/>
                      </a:cubicBezTo>
                      <a:cubicBezTo>
                        <a:pt x="207276" y="0"/>
                        <a:pt x="267059" y="59783"/>
                        <a:pt x="267059" y="133529"/>
                      </a:cubicBezTo>
                      <a:lnTo>
                        <a:pt x="267059" y="165336"/>
                      </a:lnTo>
                      <a:cubicBezTo>
                        <a:pt x="267059" y="187259"/>
                        <a:pt x="249286" y="205033"/>
                        <a:pt x="227362" y="205033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grpSp>
            <p:nvGrpSpPr>
              <p:cNvPr id="89" name="Picture Placeholder 67">
                <a:extLst>
                  <a:ext uri="{FF2B5EF4-FFF2-40B4-BE49-F238E27FC236}">
                    <a16:creationId xmlns:a16="http://schemas.microsoft.com/office/drawing/2014/main" id="{7C076953-CCED-47C2-857A-C48E02957E50}"/>
                  </a:ext>
                </a:extLst>
              </p:cNvPr>
              <p:cNvGrpSpPr/>
              <p:nvPr/>
            </p:nvGrpSpPr>
            <p:grpSpPr>
              <a:xfrm>
                <a:off x="4708499" y="2545899"/>
                <a:ext cx="267852" cy="820428"/>
                <a:chOff x="4708499" y="2545899"/>
                <a:chExt cx="267852" cy="820428"/>
              </a:xfrm>
              <a:solidFill>
                <a:srgbClr val="C42828"/>
              </a:solidFill>
            </p:grpSpPr>
            <p:grpSp>
              <p:nvGrpSpPr>
                <p:cNvPr id="91" name="Picture Placeholder 67">
                  <a:extLst>
                    <a:ext uri="{FF2B5EF4-FFF2-40B4-BE49-F238E27FC236}">
                      <a16:creationId xmlns:a16="http://schemas.microsoft.com/office/drawing/2014/main" id="{7C076953-CCED-47C2-857A-C48E02957E50}"/>
                    </a:ext>
                  </a:extLst>
                </p:cNvPr>
                <p:cNvGrpSpPr/>
                <p:nvPr/>
              </p:nvGrpSpPr>
              <p:grpSpPr>
                <a:xfrm>
                  <a:off x="4709293" y="2545899"/>
                  <a:ext cx="267058" cy="336626"/>
                  <a:chOff x="4709293" y="2545899"/>
                  <a:chExt cx="267058" cy="336626"/>
                </a:xfrm>
                <a:solidFill>
                  <a:srgbClr val="C42828"/>
                </a:solidFill>
              </p:grpSpPr>
              <p:sp>
                <p:nvSpPr>
                  <p:cNvPr id="92" name="Freeform 91">
                    <a:extLst>
                      <a:ext uri="{FF2B5EF4-FFF2-40B4-BE49-F238E27FC236}">
                        <a16:creationId xmlns:a16="http://schemas.microsoft.com/office/drawing/2014/main" id="{1DE9B86D-58D4-CB42-9382-588BF411E8A6}"/>
                      </a:ext>
                    </a:extLst>
                  </p:cNvPr>
                  <p:cNvSpPr/>
                  <p:nvPr/>
                </p:nvSpPr>
                <p:spPr>
                  <a:xfrm>
                    <a:off x="4745963" y="2545899"/>
                    <a:ext cx="190444" cy="190444"/>
                  </a:xfrm>
                  <a:custGeom>
                    <a:avLst/>
                    <a:gdLst>
                      <a:gd name="connsiteX0" fmla="*/ 95272 w 190444"/>
                      <a:gd name="connsiteY0" fmla="*/ 190444 h 190444"/>
                      <a:gd name="connsiteX1" fmla="*/ 0 w 190444"/>
                      <a:gd name="connsiteY1" fmla="*/ 95272 h 190444"/>
                      <a:gd name="connsiteX2" fmla="*/ 95173 w 190444"/>
                      <a:gd name="connsiteY2" fmla="*/ 0 h 190444"/>
                      <a:gd name="connsiteX3" fmla="*/ 190444 w 190444"/>
                      <a:gd name="connsiteY3" fmla="*/ 95172 h 190444"/>
                      <a:gd name="connsiteX4" fmla="*/ 190444 w 190444"/>
                      <a:gd name="connsiteY4" fmla="*/ 95272 h 190444"/>
                      <a:gd name="connsiteX5" fmla="*/ 95272 w 190444"/>
                      <a:gd name="connsiteY5" fmla="*/ 190444 h 190444"/>
                      <a:gd name="connsiteX6" fmla="*/ 95272 w 190444"/>
                      <a:gd name="connsiteY6" fmla="*/ 79443 h 190444"/>
                      <a:gd name="connsiteX7" fmla="*/ 79393 w 190444"/>
                      <a:gd name="connsiteY7" fmla="*/ 95222 h 190444"/>
                      <a:gd name="connsiteX8" fmla="*/ 95173 w 190444"/>
                      <a:gd name="connsiteY8" fmla="*/ 111101 h 190444"/>
                      <a:gd name="connsiteX9" fmla="*/ 111051 w 190444"/>
                      <a:gd name="connsiteY9" fmla="*/ 95321 h 190444"/>
                      <a:gd name="connsiteX10" fmla="*/ 111051 w 190444"/>
                      <a:gd name="connsiteY10" fmla="*/ 95272 h 190444"/>
                      <a:gd name="connsiteX11" fmla="*/ 95272 w 190444"/>
                      <a:gd name="connsiteY11" fmla="*/ 79641 h 190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0444" h="190444">
                        <a:moveTo>
                          <a:pt x="95272" y="190444"/>
                        </a:moveTo>
                        <a:cubicBezTo>
                          <a:pt x="42684" y="190471"/>
                          <a:pt x="30" y="147861"/>
                          <a:pt x="0" y="95272"/>
                        </a:cubicBezTo>
                        <a:cubicBezTo>
                          <a:pt x="-30" y="42682"/>
                          <a:pt x="42585" y="27"/>
                          <a:pt x="95173" y="0"/>
                        </a:cubicBezTo>
                        <a:cubicBezTo>
                          <a:pt x="147761" y="-27"/>
                          <a:pt x="190415" y="42583"/>
                          <a:pt x="190444" y="95172"/>
                        </a:cubicBezTo>
                        <a:cubicBezTo>
                          <a:pt x="190444" y="95206"/>
                          <a:pt x="190444" y="95238"/>
                          <a:pt x="190444" y="95272"/>
                        </a:cubicBezTo>
                        <a:cubicBezTo>
                          <a:pt x="190360" y="147800"/>
                          <a:pt x="147800" y="190362"/>
                          <a:pt x="95272" y="190444"/>
                        </a:cubicBezTo>
                        <a:close/>
                        <a:moveTo>
                          <a:pt x="95272" y="79443"/>
                        </a:moveTo>
                        <a:cubicBezTo>
                          <a:pt x="86529" y="79415"/>
                          <a:pt x="79423" y="86480"/>
                          <a:pt x="79393" y="95222"/>
                        </a:cubicBezTo>
                        <a:cubicBezTo>
                          <a:pt x="79363" y="103964"/>
                          <a:pt x="86429" y="111073"/>
                          <a:pt x="95173" y="111101"/>
                        </a:cubicBezTo>
                        <a:cubicBezTo>
                          <a:pt x="103916" y="111128"/>
                          <a:pt x="111021" y="104063"/>
                          <a:pt x="111051" y="95321"/>
                        </a:cubicBezTo>
                        <a:cubicBezTo>
                          <a:pt x="111051" y="95305"/>
                          <a:pt x="111051" y="95288"/>
                          <a:pt x="111051" y="95272"/>
                        </a:cubicBezTo>
                        <a:cubicBezTo>
                          <a:pt x="110942" y="86626"/>
                          <a:pt x="103916" y="79667"/>
                          <a:pt x="95272" y="79641"/>
                        </a:cubicBezTo>
                        <a:close/>
                      </a:path>
                    </a:pathLst>
                  </a:custGeom>
                  <a:solidFill>
                    <a:srgbClr val="C42828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  <p:sp>
                <p:nvSpPr>
                  <p:cNvPr id="93" name="Freeform 92">
                    <a:extLst>
                      <a:ext uri="{FF2B5EF4-FFF2-40B4-BE49-F238E27FC236}">
                        <a16:creationId xmlns:a16="http://schemas.microsoft.com/office/drawing/2014/main" id="{C7849AE1-259A-DA47-9C5C-70BE2E122B1C}"/>
                      </a:ext>
                    </a:extLst>
                  </p:cNvPr>
                  <p:cNvSpPr/>
                  <p:nvPr/>
                </p:nvSpPr>
                <p:spPr>
                  <a:xfrm>
                    <a:off x="4709293" y="2677542"/>
                    <a:ext cx="267058" cy="204983"/>
                  </a:xfrm>
                  <a:custGeom>
                    <a:avLst/>
                    <a:gdLst>
                      <a:gd name="connsiteX0" fmla="*/ 227362 w 267058"/>
                      <a:gd name="connsiteY0" fmla="*/ 204983 h 204983"/>
                      <a:gd name="connsiteX1" fmla="*/ 187666 w 267058"/>
                      <a:gd name="connsiteY1" fmla="*/ 165287 h 204983"/>
                      <a:gd name="connsiteX2" fmla="*/ 187666 w 267058"/>
                      <a:gd name="connsiteY2" fmla="*/ 133529 h 204983"/>
                      <a:gd name="connsiteX3" fmla="*/ 133529 w 267058"/>
                      <a:gd name="connsiteY3" fmla="*/ 79393 h 204983"/>
                      <a:gd name="connsiteX4" fmla="*/ 79393 w 267058"/>
                      <a:gd name="connsiteY4" fmla="*/ 133529 h 204983"/>
                      <a:gd name="connsiteX5" fmla="*/ 79393 w 267058"/>
                      <a:gd name="connsiteY5" fmla="*/ 165287 h 204983"/>
                      <a:gd name="connsiteX6" fmla="*/ 39697 w 267058"/>
                      <a:gd name="connsiteY6" fmla="*/ 204983 h 204983"/>
                      <a:gd name="connsiteX7" fmla="*/ 0 w 267058"/>
                      <a:gd name="connsiteY7" fmla="*/ 165287 h 204983"/>
                      <a:gd name="connsiteX8" fmla="*/ 0 w 267058"/>
                      <a:gd name="connsiteY8" fmla="*/ 133529 h 204983"/>
                      <a:gd name="connsiteX9" fmla="*/ 133529 w 267058"/>
                      <a:gd name="connsiteY9" fmla="*/ 0 h 204983"/>
                      <a:gd name="connsiteX10" fmla="*/ 267059 w 267058"/>
                      <a:gd name="connsiteY10" fmla="*/ 133529 h 204983"/>
                      <a:gd name="connsiteX11" fmla="*/ 267059 w 267058"/>
                      <a:gd name="connsiteY11" fmla="*/ 165287 h 204983"/>
                      <a:gd name="connsiteX12" fmla="*/ 227362 w 267058"/>
                      <a:gd name="connsiteY12" fmla="*/ 204983 h 204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7058" h="204983">
                        <a:moveTo>
                          <a:pt x="227362" y="204983"/>
                        </a:moveTo>
                        <a:cubicBezTo>
                          <a:pt x="205440" y="204983"/>
                          <a:pt x="187666" y="187210"/>
                          <a:pt x="187666" y="165287"/>
                        </a:cubicBezTo>
                        <a:lnTo>
                          <a:pt x="187666" y="133529"/>
                        </a:lnTo>
                        <a:cubicBezTo>
                          <a:pt x="187666" y="103631"/>
                          <a:pt x="163426" y="79393"/>
                          <a:pt x="133529" y="79393"/>
                        </a:cubicBezTo>
                        <a:cubicBezTo>
                          <a:pt x="103633" y="79393"/>
                          <a:pt x="79393" y="103631"/>
                          <a:pt x="79393" y="133529"/>
                        </a:cubicBezTo>
                        <a:lnTo>
                          <a:pt x="79393" y="165287"/>
                        </a:lnTo>
                        <a:cubicBezTo>
                          <a:pt x="79393" y="187210"/>
                          <a:pt x="61619" y="204983"/>
                          <a:pt x="39697" y="204983"/>
                        </a:cubicBezTo>
                        <a:cubicBezTo>
                          <a:pt x="17774" y="204983"/>
                          <a:pt x="0" y="187210"/>
                          <a:pt x="0" y="165287"/>
                        </a:cubicBezTo>
                        <a:lnTo>
                          <a:pt x="0" y="133529"/>
                        </a:lnTo>
                        <a:cubicBezTo>
                          <a:pt x="0" y="59783"/>
                          <a:pt x="59783" y="0"/>
                          <a:pt x="133529" y="0"/>
                        </a:cubicBezTo>
                        <a:cubicBezTo>
                          <a:pt x="207276" y="0"/>
                          <a:pt x="267059" y="59783"/>
                          <a:pt x="267059" y="133529"/>
                        </a:cubicBezTo>
                        <a:lnTo>
                          <a:pt x="267059" y="165287"/>
                        </a:lnTo>
                        <a:cubicBezTo>
                          <a:pt x="267059" y="187210"/>
                          <a:pt x="249285" y="204983"/>
                          <a:pt x="227362" y="204983"/>
                        </a:cubicBezTo>
                        <a:close/>
                      </a:path>
                    </a:pathLst>
                  </a:custGeom>
                  <a:solidFill>
                    <a:srgbClr val="C42828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</p:grpSp>
            <p:grpSp>
              <p:nvGrpSpPr>
                <p:cNvPr id="94" name="Picture Placeholder 67">
                  <a:extLst>
                    <a:ext uri="{FF2B5EF4-FFF2-40B4-BE49-F238E27FC236}">
                      <a16:creationId xmlns:a16="http://schemas.microsoft.com/office/drawing/2014/main" id="{7C076953-CCED-47C2-857A-C48E02957E50}"/>
                    </a:ext>
                  </a:extLst>
                </p:cNvPr>
                <p:cNvGrpSpPr/>
                <p:nvPr/>
              </p:nvGrpSpPr>
              <p:grpSpPr>
                <a:xfrm>
                  <a:off x="4708499" y="3029700"/>
                  <a:ext cx="267058" cy="336626"/>
                  <a:chOff x="4708499" y="3029700"/>
                  <a:chExt cx="267058" cy="336626"/>
                </a:xfrm>
                <a:solidFill>
                  <a:srgbClr val="C42828"/>
                </a:solidFill>
              </p:grpSpPr>
              <p:sp>
                <p:nvSpPr>
                  <p:cNvPr id="95" name="Freeform 94">
                    <a:extLst>
                      <a:ext uri="{FF2B5EF4-FFF2-40B4-BE49-F238E27FC236}">
                        <a16:creationId xmlns:a16="http://schemas.microsoft.com/office/drawing/2014/main" id="{CAE602ED-4AFB-894B-B38F-8849BB9C6ACD}"/>
                      </a:ext>
                    </a:extLst>
                  </p:cNvPr>
                  <p:cNvSpPr/>
                  <p:nvPr/>
                </p:nvSpPr>
                <p:spPr>
                  <a:xfrm>
                    <a:off x="4745219" y="3029700"/>
                    <a:ext cx="190444" cy="190444"/>
                  </a:xfrm>
                  <a:custGeom>
                    <a:avLst/>
                    <a:gdLst>
                      <a:gd name="connsiteX0" fmla="*/ 95222 w 190444"/>
                      <a:gd name="connsiteY0" fmla="*/ 190444 h 190444"/>
                      <a:gd name="connsiteX1" fmla="*/ 0 w 190444"/>
                      <a:gd name="connsiteY1" fmla="*/ 95222 h 190444"/>
                      <a:gd name="connsiteX2" fmla="*/ 95222 w 190444"/>
                      <a:gd name="connsiteY2" fmla="*/ 0 h 190444"/>
                      <a:gd name="connsiteX3" fmla="*/ 190444 w 190444"/>
                      <a:gd name="connsiteY3" fmla="*/ 95222 h 190444"/>
                      <a:gd name="connsiteX4" fmla="*/ 95222 w 190444"/>
                      <a:gd name="connsiteY4" fmla="*/ 190444 h 190444"/>
                      <a:gd name="connsiteX5" fmla="*/ 95222 w 190444"/>
                      <a:gd name="connsiteY5" fmla="*/ 79443 h 190444"/>
                      <a:gd name="connsiteX6" fmla="*/ 79393 w 190444"/>
                      <a:gd name="connsiteY6" fmla="*/ 95272 h 190444"/>
                      <a:gd name="connsiteX7" fmla="*/ 95222 w 190444"/>
                      <a:gd name="connsiteY7" fmla="*/ 111101 h 190444"/>
                      <a:gd name="connsiteX8" fmla="*/ 111051 w 190444"/>
                      <a:gd name="connsiteY8" fmla="*/ 95272 h 190444"/>
                      <a:gd name="connsiteX9" fmla="*/ 111051 w 190444"/>
                      <a:gd name="connsiteY9" fmla="*/ 95222 h 190444"/>
                      <a:gd name="connsiteX10" fmla="*/ 95222 w 190444"/>
                      <a:gd name="connsiteY10" fmla="*/ 79443 h 190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444" h="190444">
                        <a:moveTo>
                          <a:pt x="95222" y="190444"/>
                        </a:moveTo>
                        <a:cubicBezTo>
                          <a:pt x="42634" y="190444"/>
                          <a:pt x="0" y="147810"/>
                          <a:pt x="0" y="95222"/>
                        </a:cubicBezTo>
                        <a:cubicBezTo>
                          <a:pt x="0" y="42634"/>
                          <a:pt x="42634" y="0"/>
                          <a:pt x="95222" y="0"/>
                        </a:cubicBezTo>
                        <a:cubicBezTo>
                          <a:pt x="147810" y="0"/>
                          <a:pt x="190444" y="42634"/>
                          <a:pt x="190444" y="95222"/>
                        </a:cubicBezTo>
                        <a:cubicBezTo>
                          <a:pt x="190415" y="147800"/>
                          <a:pt x="147800" y="190414"/>
                          <a:pt x="95222" y="190444"/>
                        </a:cubicBezTo>
                        <a:close/>
                        <a:moveTo>
                          <a:pt x="95222" y="79443"/>
                        </a:moveTo>
                        <a:cubicBezTo>
                          <a:pt x="86479" y="79443"/>
                          <a:pt x="79393" y="86529"/>
                          <a:pt x="79393" y="95272"/>
                        </a:cubicBezTo>
                        <a:cubicBezTo>
                          <a:pt x="79393" y="104015"/>
                          <a:pt x="86479" y="111101"/>
                          <a:pt x="95222" y="111101"/>
                        </a:cubicBezTo>
                        <a:cubicBezTo>
                          <a:pt x="103965" y="111101"/>
                          <a:pt x="111051" y="104015"/>
                          <a:pt x="111051" y="95272"/>
                        </a:cubicBezTo>
                        <a:cubicBezTo>
                          <a:pt x="111051" y="95257"/>
                          <a:pt x="111051" y="95237"/>
                          <a:pt x="111051" y="95222"/>
                        </a:cubicBezTo>
                        <a:cubicBezTo>
                          <a:pt x="111021" y="86499"/>
                          <a:pt x="103945" y="79443"/>
                          <a:pt x="95222" y="79443"/>
                        </a:cubicBezTo>
                        <a:close/>
                      </a:path>
                    </a:pathLst>
                  </a:custGeom>
                  <a:solidFill>
                    <a:srgbClr val="C42828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  <p:sp>
                <p:nvSpPr>
                  <p:cNvPr id="96" name="Freeform 95">
                    <a:extLst>
                      <a:ext uri="{FF2B5EF4-FFF2-40B4-BE49-F238E27FC236}">
                        <a16:creationId xmlns:a16="http://schemas.microsoft.com/office/drawing/2014/main" id="{C2CE335A-B186-FB4B-BE10-CA7C5BE913BA}"/>
                      </a:ext>
                    </a:extLst>
                  </p:cNvPr>
                  <p:cNvSpPr/>
                  <p:nvPr/>
                </p:nvSpPr>
                <p:spPr>
                  <a:xfrm>
                    <a:off x="4708499" y="3161294"/>
                    <a:ext cx="267058" cy="205032"/>
                  </a:xfrm>
                  <a:custGeom>
                    <a:avLst/>
                    <a:gdLst>
                      <a:gd name="connsiteX0" fmla="*/ 227362 w 267058"/>
                      <a:gd name="connsiteY0" fmla="*/ 205033 h 205032"/>
                      <a:gd name="connsiteX1" fmla="*/ 187666 w 267058"/>
                      <a:gd name="connsiteY1" fmla="*/ 165336 h 205032"/>
                      <a:gd name="connsiteX2" fmla="*/ 187666 w 267058"/>
                      <a:gd name="connsiteY2" fmla="*/ 133529 h 205032"/>
                      <a:gd name="connsiteX3" fmla="*/ 133529 w 267058"/>
                      <a:gd name="connsiteY3" fmla="*/ 79393 h 205032"/>
                      <a:gd name="connsiteX4" fmla="*/ 79393 w 267058"/>
                      <a:gd name="connsiteY4" fmla="*/ 133529 h 205032"/>
                      <a:gd name="connsiteX5" fmla="*/ 79393 w 267058"/>
                      <a:gd name="connsiteY5" fmla="*/ 165336 h 205032"/>
                      <a:gd name="connsiteX6" fmla="*/ 39697 w 267058"/>
                      <a:gd name="connsiteY6" fmla="*/ 205033 h 205032"/>
                      <a:gd name="connsiteX7" fmla="*/ 0 w 267058"/>
                      <a:gd name="connsiteY7" fmla="*/ 165336 h 205032"/>
                      <a:gd name="connsiteX8" fmla="*/ 0 w 267058"/>
                      <a:gd name="connsiteY8" fmla="*/ 133529 h 205032"/>
                      <a:gd name="connsiteX9" fmla="*/ 133529 w 267058"/>
                      <a:gd name="connsiteY9" fmla="*/ 0 h 205032"/>
                      <a:gd name="connsiteX10" fmla="*/ 267059 w 267058"/>
                      <a:gd name="connsiteY10" fmla="*/ 133529 h 205032"/>
                      <a:gd name="connsiteX11" fmla="*/ 267059 w 267058"/>
                      <a:gd name="connsiteY11" fmla="*/ 165336 h 205032"/>
                      <a:gd name="connsiteX12" fmla="*/ 227362 w 267058"/>
                      <a:gd name="connsiteY12" fmla="*/ 205033 h 20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7058" h="205032">
                        <a:moveTo>
                          <a:pt x="227362" y="205033"/>
                        </a:moveTo>
                        <a:cubicBezTo>
                          <a:pt x="205440" y="205033"/>
                          <a:pt x="187666" y="187259"/>
                          <a:pt x="187666" y="165336"/>
                        </a:cubicBezTo>
                        <a:lnTo>
                          <a:pt x="187666" y="133529"/>
                        </a:lnTo>
                        <a:cubicBezTo>
                          <a:pt x="187666" y="103633"/>
                          <a:pt x="163426" y="79393"/>
                          <a:pt x="133529" y="79393"/>
                        </a:cubicBezTo>
                        <a:cubicBezTo>
                          <a:pt x="103633" y="79393"/>
                          <a:pt x="79393" y="103633"/>
                          <a:pt x="79393" y="133529"/>
                        </a:cubicBezTo>
                        <a:lnTo>
                          <a:pt x="79393" y="165336"/>
                        </a:lnTo>
                        <a:cubicBezTo>
                          <a:pt x="79393" y="187259"/>
                          <a:pt x="61619" y="205033"/>
                          <a:pt x="39697" y="205033"/>
                        </a:cubicBezTo>
                        <a:cubicBezTo>
                          <a:pt x="17774" y="205033"/>
                          <a:pt x="0" y="187259"/>
                          <a:pt x="0" y="165336"/>
                        </a:cubicBezTo>
                        <a:lnTo>
                          <a:pt x="0" y="133529"/>
                        </a:lnTo>
                        <a:cubicBezTo>
                          <a:pt x="0" y="59783"/>
                          <a:pt x="59783" y="0"/>
                          <a:pt x="133529" y="0"/>
                        </a:cubicBezTo>
                        <a:cubicBezTo>
                          <a:pt x="207276" y="0"/>
                          <a:pt x="267059" y="59783"/>
                          <a:pt x="267059" y="133529"/>
                        </a:cubicBezTo>
                        <a:lnTo>
                          <a:pt x="267059" y="165336"/>
                        </a:lnTo>
                        <a:cubicBezTo>
                          <a:pt x="267059" y="187259"/>
                          <a:pt x="249285" y="205033"/>
                          <a:pt x="227362" y="205033"/>
                        </a:cubicBezTo>
                        <a:close/>
                      </a:path>
                    </a:pathLst>
                  </a:custGeom>
                  <a:solidFill>
                    <a:srgbClr val="C42828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</p:grpSp>
          </p:grpSp>
        </p:grp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B637397-5E11-7946-95D1-E6FAD331822D}"/>
                </a:ext>
              </a:extLst>
            </p:cNvPr>
            <p:cNvSpPr/>
            <p:nvPr/>
          </p:nvSpPr>
          <p:spPr>
            <a:xfrm>
              <a:off x="4234770" y="2858757"/>
              <a:ext cx="79393" cy="150896"/>
            </a:xfrm>
            <a:custGeom>
              <a:avLst/>
              <a:gdLst>
                <a:gd name="connsiteX0" fmla="*/ 39697 w 79393"/>
                <a:gd name="connsiteY0" fmla="*/ 150897 h 150896"/>
                <a:gd name="connsiteX1" fmla="*/ 0 w 79393"/>
                <a:gd name="connsiteY1" fmla="*/ 111200 h 150896"/>
                <a:gd name="connsiteX2" fmla="*/ 0 w 79393"/>
                <a:gd name="connsiteY2" fmla="*/ 39697 h 150896"/>
                <a:gd name="connsiteX3" fmla="*/ 39697 w 79393"/>
                <a:gd name="connsiteY3" fmla="*/ 0 h 150896"/>
                <a:gd name="connsiteX4" fmla="*/ 79393 w 79393"/>
                <a:gd name="connsiteY4" fmla="*/ 39697 h 150896"/>
                <a:gd name="connsiteX5" fmla="*/ 79393 w 79393"/>
                <a:gd name="connsiteY5" fmla="*/ 111200 h 150896"/>
                <a:gd name="connsiteX6" fmla="*/ 39697 w 79393"/>
                <a:gd name="connsiteY6" fmla="*/ 150897 h 15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0896">
                  <a:moveTo>
                    <a:pt x="39697" y="150897"/>
                  </a:moveTo>
                  <a:cubicBezTo>
                    <a:pt x="17773" y="150897"/>
                    <a:pt x="0" y="133124"/>
                    <a:pt x="0" y="1112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11200"/>
                  </a:lnTo>
                  <a:cubicBezTo>
                    <a:pt x="79393" y="133124"/>
                    <a:pt x="61621" y="150897"/>
                    <a:pt x="39697" y="1508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1D839E2-5C0B-9D4A-8B69-960D391E24FC}"/>
                </a:ext>
              </a:extLst>
            </p:cNvPr>
            <p:cNvSpPr/>
            <p:nvPr/>
          </p:nvSpPr>
          <p:spPr>
            <a:xfrm>
              <a:off x="4802878" y="2858211"/>
              <a:ext cx="79393" cy="151442"/>
            </a:xfrm>
            <a:custGeom>
              <a:avLst/>
              <a:gdLst>
                <a:gd name="connsiteX0" fmla="*/ 39697 w 79393"/>
                <a:gd name="connsiteY0" fmla="*/ 151442 h 151442"/>
                <a:gd name="connsiteX1" fmla="*/ 0 w 79393"/>
                <a:gd name="connsiteY1" fmla="*/ 111746 h 151442"/>
                <a:gd name="connsiteX2" fmla="*/ 0 w 79393"/>
                <a:gd name="connsiteY2" fmla="*/ 39697 h 151442"/>
                <a:gd name="connsiteX3" fmla="*/ 39697 w 79393"/>
                <a:gd name="connsiteY3" fmla="*/ 0 h 151442"/>
                <a:gd name="connsiteX4" fmla="*/ 79393 w 79393"/>
                <a:gd name="connsiteY4" fmla="*/ 39697 h 151442"/>
                <a:gd name="connsiteX5" fmla="*/ 79393 w 79393"/>
                <a:gd name="connsiteY5" fmla="*/ 111746 h 151442"/>
                <a:gd name="connsiteX6" fmla="*/ 39697 w 79393"/>
                <a:gd name="connsiteY6" fmla="*/ 151442 h 15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1442">
                  <a:moveTo>
                    <a:pt x="39697" y="151442"/>
                  </a:moveTo>
                  <a:cubicBezTo>
                    <a:pt x="17774" y="151442"/>
                    <a:pt x="0" y="133670"/>
                    <a:pt x="0" y="11174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11746"/>
                  </a:lnTo>
                  <a:cubicBezTo>
                    <a:pt x="79393" y="133670"/>
                    <a:pt x="61619" y="151442"/>
                    <a:pt x="39697" y="15144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93B9F9A-94C2-4B4B-89E2-F7BA8810927D}"/>
                </a:ext>
              </a:extLst>
            </p:cNvPr>
            <p:cNvSpPr/>
            <p:nvPr/>
          </p:nvSpPr>
          <p:spPr>
            <a:xfrm>
              <a:off x="4423329" y="2627773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FF000F1-A907-C348-A52A-306642E5A024}"/>
                </a:ext>
              </a:extLst>
            </p:cNvPr>
            <p:cNvSpPr/>
            <p:nvPr/>
          </p:nvSpPr>
          <p:spPr>
            <a:xfrm>
              <a:off x="4421394" y="3194937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1" name="Picture Placeholder 65">
            <a:extLst>
              <a:ext uri="{FF2B5EF4-FFF2-40B4-BE49-F238E27FC236}">
                <a16:creationId xmlns:a16="http://schemas.microsoft.com/office/drawing/2014/main" id="{2D0A16D9-77F8-4817-BD99-7293B5ACCBB9}"/>
              </a:ext>
            </a:extLst>
          </p:cNvPr>
          <p:cNvGrpSpPr>
            <a:grpSpLocks noChangeAspect="1"/>
          </p:cNvGrpSpPr>
          <p:nvPr/>
        </p:nvGrpSpPr>
        <p:grpSpPr>
          <a:xfrm>
            <a:off x="5495790" y="2533742"/>
            <a:ext cx="763037" cy="843551"/>
            <a:chOff x="5495790" y="2533742"/>
            <a:chExt cx="763037" cy="843551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3FE3EB-C83B-1B4E-8D8B-F2D6919CF6D9}"/>
                </a:ext>
              </a:extLst>
            </p:cNvPr>
            <p:cNvSpPr/>
            <p:nvPr/>
          </p:nvSpPr>
          <p:spPr>
            <a:xfrm>
              <a:off x="5567264" y="2533742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5 w 203048"/>
                <a:gd name="connsiteY2" fmla="*/ 0 h 203047"/>
                <a:gd name="connsiteX3" fmla="*/ 203048 w 203048"/>
                <a:gd name="connsiteY3" fmla="*/ 101524 h 203047"/>
                <a:gd name="connsiteX4" fmla="*/ 203048 w 203048"/>
                <a:gd name="connsiteY4" fmla="*/ 101722 h 203047"/>
                <a:gd name="connsiteX5" fmla="*/ 101524 w 203048"/>
                <a:gd name="connsiteY5" fmla="*/ 203048 h 203047"/>
                <a:gd name="connsiteX6" fmla="*/ 101524 w 203048"/>
                <a:gd name="connsiteY6" fmla="*/ 79393 h 203047"/>
                <a:gd name="connsiteX7" fmla="*/ 79394 w 203048"/>
                <a:gd name="connsiteY7" fmla="*/ 101525 h 203047"/>
                <a:gd name="connsiteX8" fmla="*/ 101526 w 203048"/>
                <a:gd name="connsiteY8" fmla="*/ 123655 h 203047"/>
                <a:gd name="connsiteX9" fmla="*/ 123655 w 203048"/>
                <a:gd name="connsiteY9" fmla="*/ 101722 h 203047"/>
                <a:gd name="connsiteX10" fmla="*/ 101724 w 203048"/>
                <a:gd name="connsiteY10" fmla="*/ 79394 h 203047"/>
                <a:gd name="connsiteX11" fmla="*/ 101524 w 203048"/>
                <a:gd name="connsiteY11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4" y="203048"/>
                    <a:pt x="0" y="157594"/>
                    <a:pt x="0" y="101524"/>
                  </a:cubicBezTo>
                  <a:cubicBezTo>
                    <a:pt x="0" y="45454"/>
                    <a:pt x="45454" y="0"/>
                    <a:pt x="101525" y="0"/>
                  </a:cubicBezTo>
                  <a:cubicBezTo>
                    <a:pt x="157594" y="0"/>
                    <a:pt x="203049" y="45454"/>
                    <a:pt x="203048" y="101524"/>
                  </a:cubicBezTo>
                  <a:cubicBezTo>
                    <a:pt x="203048" y="101590"/>
                    <a:pt x="203048" y="101656"/>
                    <a:pt x="203048" y="101722"/>
                  </a:cubicBezTo>
                  <a:cubicBezTo>
                    <a:pt x="202857" y="157681"/>
                    <a:pt x="157483" y="202966"/>
                    <a:pt x="101524" y="203048"/>
                  </a:cubicBezTo>
                  <a:close/>
                  <a:moveTo>
                    <a:pt x="101524" y="79393"/>
                  </a:moveTo>
                  <a:cubicBezTo>
                    <a:pt x="89301" y="79394"/>
                    <a:pt x="79394" y="89302"/>
                    <a:pt x="79394" y="101525"/>
                  </a:cubicBezTo>
                  <a:cubicBezTo>
                    <a:pt x="79395" y="113747"/>
                    <a:pt x="89303" y="123655"/>
                    <a:pt x="101526" y="123655"/>
                  </a:cubicBezTo>
                  <a:cubicBezTo>
                    <a:pt x="113671" y="123654"/>
                    <a:pt x="123546" y="113867"/>
                    <a:pt x="123655" y="101722"/>
                  </a:cubicBezTo>
                  <a:cubicBezTo>
                    <a:pt x="123765" y="89500"/>
                    <a:pt x="113946" y="79504"/>
                    <a:pt x="101724" y="79394"/>
                  </a:cubicBezTo>
                  <a:cubicBezTo>
                    <a:pt x="101657" y="79394"/>
                    <a:pt x="101591" y="79393"/>
                    <a:pt x="10152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047EA5FE-E6F0-BD44-BABE-9442578CC938}"/>
                </a:ext>
              </a:extLst>
            </p:cNvPr>
            <p:cNvSpPr/>
            <p:nvPr/>
          </p:nvSpPr>
          <p:spPr>
            <a:xfrm>
              <a:off x="5506131" y="2706025"/>
              <a:ext cx="325314" cy="244183"/>
            </a:xfrm>
            <a:custGeom>
              <a:avLst/>
              <a:gdLst>
                <a:gd name="connsiteX0" fmla="*/ 285617 w 325314"/>
                <a:gd name="connsiteY0" fmla="*/ 244183 h 244183"/>
                <a:gd name="connsiteX1" fmla="*/ 245920 w 325314"/>
                <a:gd name="connsiteY1" fmla="*/ 204487 h 244183"/>
                <a:gd name="connsiteX2" fmla="*/ 245920 w 325314"/>
                <a:gd name="connsiteY2" fmla="*/ 162657 h 244183"/>
                <a:gd name="connsiteX3" fmla="*/ 162657 w 325314"/>
                <a:gd name="connsiteY3" fmla="*/ 79393 h 244183"/>
                <a:gd name="connsiteX4" fmla="*/ 79393 w 325314"/>
                <a:gd name="connsiteY4" fmla="*/ 162657 h 244183"/>
                <a:gd name="connsiteX5" fmla="*/ 79393 w 325314"/>
                <a:gd name="connsiteY5" fmla="*/ 204288 h 244183"/>
                <a:gd name="connsiteX6" fmla="*/ 39697 w 325314"/>
                <a:gd name="connsiteY6" fmla="*/ 243985 h 244183"/>
                <a:gd name="connsiteX7" fmla="*/ 0 w 325314"/>
                <a:gd name="connsiteY7" fmla="*/ 204288 h 244183"/>
                <a:gd name="connsiteX8" fmla="*/ 0 w 325314"/>
                <a:gd name="connsiteY8" fmla="*/ 162657 h 244183"/>
                <a:gd name="connsiteX9" fmla="*/ 162657 w 325314"/>
                <a:gd name="connsiteY9" fmla="*/ 0 h 244183"/>
                <a:gd name="connsiteX10" fmla="*/ 325314 w 325314"/>
                <a:gd name="connsiteY10" fmla="*/ 162657 h 244183"/>
                <a:gd name="connsiteX11" fmla="*/ 325314 w 325314"/>
                <a:gd name="connsiteY11" fmla="*/ 204288 h 244183"/>
                <a:gd name="connsiteX12" fmla="*/ 285816 w 325314"/>
                <a:gd name="connsiteY12" fmla="*/ 244183 h 244183"/>
                <a:gd name="connsiteX13" fmla="*/ 285617 w 325314"/>
                <a:gd name="connsiteY13" fmla="*/ 244183 h 244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5314" h="244183">
                  <a:moveTo>
                    <a:pt x="285617" y="244183"/>
                  </a:moveTo>
                  <a:cubicBezTo>
                    <a:pt x="263693" y="244183"/>
                    <a:pt x="245920" y="226411"/>
                    <a:pt x="245920" y="204487"/>
                  </a:cubicBezTo>
                  <a:lnTo>
                    <a:pt x="245920" y="162657"/>
                  </a:lnTo>
                  <a:cubicBezTo>
                    <a:pt x="245920" y="116672"/>
                    <a:pt x="208642" y="79393"/>
                    <a:pt x="162657" y="79393"/>
                  </a:cubicBezTo>
                  <a:cubicBezTo>
                    <a:pt x="116672" y="79393"/>
                    <a:pt x="79393" y="116672"/>
                    <a:pt x="79393" y="162657"/>
                  </a:cubicBezTo>
                  <a:lnTo>
                    <a:pt x="79393" y="204288"/>
                  </a:lnTo>
                  <a:cubicBezTo>
                    <a:pt x="79393" y="226212"/>
                    <a:pt x="61621" y="243985"/>
                    <a:pt x="39697" y="243985"/>
                  </a:cubicBezTo>
                  <a:cubicBezTo>
                    <a:pt x="17773" y="243985"/>
                    <a:pt x="0" y="226212"/>
                    <a:pt x="0" y="204288"/>
                  </a:cubicBezTo>
                  <a:lnTo>
                    <a:pt x="0" y="162657"/>
                  </a:lnTo>
                  <a:cubicBezTo>
                    <a:pt x="0" y="72824"/>
                    <a:pt x="72824" y="0"/>
                    <a:pt x="162657" y="0"/>
                  </a:cubicBezTo>
                  <a:cubicBezTo>
                    <a:pt x="252490" y="0"/>
                    <a:pt x="325314" y="72824"/>
                    <a:pt x="325314" y="162657"/>
                  </a:cubicBezTo>
                  <a:lnTo>
                    <a:pt x="325314" y="204288"/>
                  </a:lnTo>
                  <a:cubicBezTo>
                    <a:pt x="325423" y="226212"/>
                    <a:pt x="307739" y="244073"/>
                    <a:pt x="285816" y="244183"/>
                  </a:cubicBezTo>
                  <a:cubicBezTo>
                    <a:pt x="285749" y="244183"/>
                    <a:pt x="285684" y="244183"/>
                    <a:pt x="285617" y="2441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FE0799D-1ED8-954D-8A8A-6178DCDB1296}"/>
                </a:ext>
              </a:extLst>
            </p:cNvPr>
            <p:cNvSpPr/>
            <p:nvPr/>
          </p:nvSpPr>
          <p:spPr>
            <a:xfrm>
              <a:off x="5994647" y="2953880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4 w 203048"/>
                <a:gd name="connsiteY2" fmla="*/ 0 h 203047"/>
                <a:gd name="connsiteX3" fmla="*/ 203048 w 203048"/>
                <a:gd name="connsiteY3" fmla="*/ 101524 h 203047"/>
                <a:gd name="connsiteX4" fmla="*/ 101524 w 203048"/>
                <a:gd name="connsiteY4" fmla="*/ 203048 h 203047"/>
                <a:gd name="connsiteX5" fmla="*/ 101524 w 203048"/>
                <a:gd name="connsiteY5" fmla="*/ 79393 h 203047"/>
                <a:gd name="connsiteX6" fmla="*/ 79393 w 203048"/>
                <a:gd name="connsiteY6" fmla="*/ 101524 h 203047"/>
                <a:gd name="connsiteX7" fmla="*/ 101524 w 203048"/>
                <a:gd name="connsiteY7" fmla="*/ 123655 h 203047"/>
                <a:gd name="connsiteX8" fmla="*/ 123655 w 203048"/>
                <a:gd name="connsiteY8" fmla="*/ 101524 h 203047"/>
                <a:gd name="connsiteX9" fmla="*/ 101524 w 203048"/>
                <a:gd name="connsiteY9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3" y="203048"/>
                    <a:pt x="0" y="157595"/>
                    <a:pt x="0" y="101524"/>
                  </a:cubicBezTo>
                  <a:cubicBezTo>
                    <a:pt x="0" y="45454"/>
                    <a:pt x="45453" y="0"/>
                    <a:pt x="101524" y="0"/>
                  </a:cubicBezTo>
                  <a:cubicBezTo>
                    <a:pt x="157595" y="0"/>
                    <a:pt x="203048" y="45454"/>
                    <a:pt x="203048" y="101524"/>
                  </a:cubicBezTo>
                  <a:cubicBezTo>
                    <a:pt x="202964" y="157561"/>
                    <a:pt x="157561" y="202963"/>
                    <a:pt x="101524" y="203048"/>
                  </a:cubicBezTo>
                  <a:close/>
                  <a:moveTo>
                    <a:pt x="101524" y="79393"/>
                  </a:moveTo>
                  <a:cubicBezTo>
                    <a:pt x="89302" y="79393"/>
                    <a:pt x="79393" y="89302"/>
                    <a:pt x="79393" y="101524"/>
                  </a:cubicBezTo>
                  <a:cubicBezTo>
                    <a:pt x="79393" y="113746"/>
                    <a:pt x="89302" y="123655"/>
                    <a:pt x="101524" y="123655"/>
                  </a:cubicBezTo>
                  <a:cubicBezTo>
                    <a:pt x="113746" y="123655"/>
                    <a:pt x="123655" y="113746"/>
                    <a:pt x="123655" y="101524"/>
                  </a:cubicBezTo>
                  <a:cubicBezTo>
                    <a:pt x="123655" y="89302"/>
                    <a:pt x="113746" y="79393"/>
                    <a:pt x="10152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E3477796-0ACD-8F43-9779-360D5D97401C}"/>
                </a:ext>
              </a:extLst>
            </p:cNvPr>
            <p:cNvSpPr/>
            <p:nvPr/>
          </p:nvSpPr>
          <p:spPr>
            <a:xfrm>
              <a:off x="5933514" y="3126362"/>
              <a:ext cx="325313" cy="244034"/>
            </a:xfrm>
            <a:custGeom>
              <a:avLst/>
              <a:gdLst>
                <a:gd name="connsiteX0" fmla="*/ 285617 w 325313"/>
                <a:gd name="connsiteY0" fmla="*/ 244035 h 244034"/>
                <a:gd name="connsiteX1" fmla="*/ 245920 w 325313"/>
                <a:gd name="connsiteY1" fmla="*/ 204338 h 244034"/>
                <a:gd name="connsiteX2" fmla="*/ 245920 w 325313"/>
                <a:gd name="connsiteY2" fmla="*/ 162657 h 244034"/>
                <a:gd name="connsiteX3" fmla="*/ 162657 w 325313"/>
                <a:gd name="connsiteY3" fmla="*/ 79393 h 244034"/>
                <a:gd name="connsiteX4" fmla="*/ 79393 w 325313"/>
                <a:gd name="connsiteY4" fmla="*/ 162657 h 244034"/>
                <a:gd name="connsiteX5" fmla="*/ 79393 w 325313"/>
                <a:gd name="connsiteY5" fmla="*/ 204338 h 244034"/>
                <a:gd name="connsiteX6" fmla="*/ 39697 w 325313"/>
                <a:gd name="connsiteY6" fmla="*/ 244035 h 244034"/>
                <a:gd name="connsiteX7" fmla="*/ 0 w 325313"/>
                <a:gd name="connsiteY7" fmla="*/ 204338 h 244034"/>
                <a:gd name="connsiteX8" fmla="*/ 0 w 325313"/>
                <a:gd name="connsiteY8" fmla="*/ 162657 h 244034"/>
                <a:gd name="connsiteX9" fmla="*/ 162657 w 325313"/>
                <a:gd name="connsiteY9" fmla="*/ 0 h 244034"/>
                <a:gd name="connsiteX10" fmla="*/ 325314 w 325313"/>
                <a:gd name="connsiteY10" fmla="*/ 162657 h 244034"/>
                <a:gd name="connsiteX11" fmla="*/ 325314 w 325313"/>
                <a:gd name="connsiteY11" fmla="*/ 204338 h 244034"/>
                <a:gd name="connsiteX12" fmla="*/ 285617 w 325313"/>
                <a:gd name="connsiteY12" fmla="*/ 244035 h 24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4034">
                  <a:moveTo>
                    <a:pt x="285617" y="244035"/>
                  </a:moveTo>
                  <a:cubicBezTo>
                    <a:pt x="263695" y="244035"/>
                    <a:pt x="245920" y="226260"/>
                    <a:pt x="245920" y="204338"/>
                  </a:cubicBezTo>
                  <a:lnTo>
                    <a:pt x="245920" y="162657"/>
                  </a:lnTo>
                  <a:cubicBezTo>
                    <a:pt x="245920" y="116673"/>
                    <a:pt x="208640" y="79393"/>
                    <a:pt x="162657" y="79393"/>
                  </a:cubicBezTo>
                  <a:cubicBezTo>
                    <a:pt x="116673" y="79393"/>
                    <a:pt x="79393" y="116673"/>
                    <a:pt x="79393" y="162657"/>
                  </a:cubicBezTo>
                  <a:lnTo>
                    <a:pt x="79393" y="204338"/>
                  </a:lnTo>
                  <a:cubicBezTo>
                    <a:pt x="79393" y="226260"/>
                    <a:pt x="61619" y="244035"/>
                    <a:pt x="39697" y="244035"/>
                  </a:cubicBezTo>
                  <a:cubicBezTo>
                    <a:pt x="17774" y="244035"/>
                    <a:pt x="0" y="226260"/>
                    <a:pt x="0" y="204338"/>
                  </a:cubicBezTo>
                  <a:lnTo>
                    <a:pt x="0" y="162657"/>
                  </a:lnTo>
                  <a:cubicBezTo>
                    <a:pt x="0" y="72823"/>
                    <a:pt x="72823" y="0"/>
                    <a:pt x="162657" y="0"/>
                  </a:cubicBezTo>
                  <a:cubicBezTo>
                    <a:pt x="252490" y="0"/>
                    <a:pt x="325314" y="72823"/>
                    <a:pt x="325314" y="162657"/>
                  </a:cubicBezTo>
                  <a:lnTo>
                    <a:pt x="325314" y="204338"/>
                  </a:lnTo>
                  <a:cubicBezTo>
                    <a:pt x="325314" y="226260"/>
                    <a:pt x="307539" y="244035"/>
                    <a:pt x="285617" y="24403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06" name="Picture Placeholder 65">
              <a:extLst>
                <a:ext uri="{FF2B5EF4-FFF2-40B4-BE49-F238E27FC236}">
                  <a16:creationId xmlns:a16="http://schemas.microsoft.com/office/drawing/2014/main" id="{2D0A16D9-77F8-4817-BD99-7293B5ACCBB9}"/>
                </a:ext>
              </a:extLst>
            </p:cNvPr>
            <p:cNvGrpSpPr/>
            <p:nvPr/>
          </p:nvGrpSpPr>
          <p:grpSpPr>
            <a:xfrm>
              <a:off x="5495790" y="2552495"/>
              <a:ext cx="748067" cy="824798"/>
              <a:chOff x="5495790" y="2552495"/>
              <a:chExt cx="748067" cy="824798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95C4620F-D23B-8F4D-8773-4B6FC17CFFA3}"/>
                  </a:ext>
                </a:extLst>
              </p:cNvPr>
              <p:cNvSpPr/>
              <p:nvPr/>
            </p:nvSpPr>
            <p:spPr>
              <a:xfrm>
                <a:off x="5495790" y="3029562"/>
                <a:ext cx="336222" cy="303518"/>
              </a:xfrm>
              <a:custGeom>
                <a:avLst/>
                <a:gdLst>
                  <a:gd name="connsiteX0" fmla="*/ 229813 w 336222"/>
                  <a:gd name="connsiteY0" fmla="*/ 303519 h 303518"/>
                  <a:gd name="connsiteX1" fmla="*/ 9050 w 336222"/>
                  <a:gd name="connsiteY1" fmla="*/ 142401 h 303518"/>
                  <a:gd name="connsiteX2" fmla="*/ 4485 w 336222"/>
                  <a:gd name="connsiteY2" fmla="*/ 31995 h 303518"/>
                  <a:gd name="connsiteX3" fmla="*/ 51136 w 336222"/>
                  <a:gd name="connsiteY3" fmla="*/ 763 h 303518"/>
                  <a:gd name="connsiteX4" fmla="*/ 82638 w 336222"/>
                  <a:gd name="connsiteY4" fmla="*/ 45888 h 303518"/>
                  <a:gd name="connsiteX5" fmla="*/ 84772 w 336222"/>
                  <a:gd name="connsiteY5" fmla="*/ 118483 h 303518"/>
                  <a:gd name="connsiteX6" fmla="*/ 271594 w 336222"/>
                  <a:gd name="connsiteY6" fmla="*/ 218122 h 303518"/>
                  <a:gd name="connsiteX7" fmla="*/ 287621 w 336222"/>
                  <a:gd name="connsiteY7" fmla="*/ 214599 h 303518"/>
                  <a:gd name="connsiteX8" fmla="*/ 335204 w 336222"/>
                  <a:gd name="connsiteY8" fmla="*/ 244391 h 303518"/>
                  <a:gd name="connsiteX9" fmla="*/ 305413 w 336222"/>
                  <a:gd name="connsiteY9" fmla="*/ 291972 h 303518"/>
                  <a:gd name="connsiteX10" fmla="*/ 303550 w 336222"/>
                  <a:gd name="connsiteY10" fmla="*/ 292354 h 303518"/>
                  <a:gd name="connsiteX11" fmla="*/ 292980 w 336222"/>
                  <a:gd name="connsiteY11" fmla="*/ 294587 h 303518"/>
                  <a:gd name="connsiteX12" fmla="*/ 229813 w 336222"/>
                  <a:gd name="connsiteY12" fmla="*/ 303519 h 30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22" h="303518">
                    <a:moveTo>
                      <a:pt x="229813" y="303519"/>
                    </a:moveTo>
                    <a:cubicBezTo>
                      <a:pt x="129067" y="303385"/>
                      <a:pt x="39899" y="238307"/>
                      <a:pt x="9050" y="142401"/>
                    </a:cubicBezTo>
                    <a:cubicBezTo>
                      <a:pt x="-1221" y="109800"/>
                      <a:pt x="-2759" y="72683"/>
                      <a:pt x="4485" y="31995"/>
                    </a:cubicBezTo>
                    <a:cubicBezTo>
                      <a:pt x="8743" y="10489"/>
                      <a:pt x="29629" y="-3494"/>
                      <a:pt x="51136" y="763"/>
                    </a:cubicBezTo>
                    <a:cubicBezTo>
                      <a:pt x="72051" y="4907"/>
                      <a:pt x="85960" y="24829"/>
                      <a:pt x="82638" y="45888"/>
                    </a:cubicBezTo>
                    <a:cubicBezTo>
                      <a:pt x="77676" y="74222"/>
                      <a:pt x="78321" y="97990"/>
                      <a:pt x="84772" y="118483"/>
                    </a:cubicBezTo>
                    <a:cubicBezTo>
                      <a:pt x="109908" y="196710"/>
                      <a:pt x="192629" y="240828"/>
                      <a:pt x="271594" y="218122"/>
                    </a:cubicBezTo>
                    <a:cubicBezTo>
                      <a:pt x="273082" y="217675"/>
                      <a:pt x="274472" y="217278"/>
                      <a:pt x="287621" y="214599"/>
                    </a:cubicBezTo>
                    <a:cubicBezTo>
                      <a:pt x="308988" y="209686"/>
                      <a:pt x="330291" y="223024"/>
                      <a:pt x="335204" y="244391"/>
                    </a:cubicBezTo>
                    <a:cubicBezTo>
                      <a:pt x="340118" y="265758"/>
                      <a:pt x="326779" y="287060"/>
                      <a:pt x="305413" y="291972"/>
                    </a:cubicBezTo>
                    <a:cubicBezTo>
                      <a:pt x="304795" y="292116"/>
                      <a:pt x="304174" y="292240"/>
                      <a:pt x="303550" y="292354"/>
                    </a:cubicBezTo>
                    <a:cubicBezTo>
                      <a:pt x="303550" y="292354"/>
                      <a:pt x="295958" y="293892"/>
                      <a:pt x="292980" y="294587"/>
                    </a:cubicBezTo>
                    <a:cubicBezTo>
                      <a:pt x="272448" y="300512"/>
                      <a:pt x="251184" y="303519"/>
                      <a:pt x="229813" y="30351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34725E5B-AD76-6D49-866C-92004241634D}"/>
                  </a:ext>
                </a:extLst>
              </p:cNvPr>
              <p:cNvSpPr/>
              <p:nvPr/>
            </p:nvSpPr>
            <p:spPr>
              <a:xfrm>
                <a:off x="5723543" y="3193131"/>
                <a:ext cx="150498" cy="116033"/>
              </a:xfrm>
              <a:custGeom>
                <a:avLst/>
                <a:gdLst>
                  <a:gd name="connsiteX0" fmla="*/ 110780 w 150498"/>
                  <a:gd name="connsiteY0" fmla="*/ 116033 h 116033"/>
                  <a:gd name="connsiteX1" fmla="*/ 92619 w 150498"/>
                  <a:gd name="connsiteY1" fmla="*/ 111617 h 116033"/>
                  <a:gd name="connsiteX2" fmla="*/ 20966 w 150498"/>
                  <a:gd name="connsiteY2" fmla="*/ 74699 h 116033"/>
                  <a:gd name="connsiteX3" fmla="*/ 4708 w 150498"/>
                  <a:gd name="connsiteY3" fmla="*/ 20965 h 116033"/>
                  <a:gd name="connsiteX4" fmla="*/ 57338 w 150498"/>
                  <a:gd name="connsiteY4" fmla="*/ 4138 h 116033"/>
                  <a:gd name="connsiteX5" fmla="*/ 128991 w 150498"/>
                  <a:gd name="connsiteY5" fmla="*/ 41056 h 116033"/>
                  <a:gd name="connsiteX6" fmla="*/ 146075 w 150498"/>
                  <a:gd name="connsiteY6" fmla="*/ 94532 h 116033"/>
                  <a:gd name="connsiteX7" fmla="*/ 110780 w 150498"/>
                  <a:gd name="connsiteY7" fmla="*/ 116033 h 116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0498" h="116033">
                    <a:moveTo>
                      <a:pt x="110780" y="116033"/>
                    </a:moveTo>
                    <a:cubicBezTo>
                      <a:pt x="104458" y="116053"/>
                      <a:pt x="98226" y="114539"/>
                      <a:pt x="92619" y="111617"/>
                    </a:cubicBezTo>
                    <a:lnTo>
                      <a:pt x="20966" y="74699"/>
                    </a:lnTo>
                    <a:cubicBezTo>
                      <a:pt x="1638" y="64348"/>
                      <a:pt x="-5640" y="40292"/>
                      <a:pt x="4708" y="20965"/>
                    </a:cubicBezTo>
                    <a:cubicBezTo>
                      <a:pt x="14829" y="2064"/>
                      <a:pt x="38130" y="-5384"/>
                      <a:pt x="57338" y="4138"/>
                    </a:cubicBezTo>
                    <a:lnTo>
                      <a:pt x="128991" y="41056"/>
                    </a:lnTo>
                    <a:cubicBezTo>
                      <a:pt x="148475" y="51104"/>
                      <a:pt x="156124" y="75046"/>
                      <a:pt x="146075" y="94532"/>
                    </a:cubicBezTo>
                    <a:cubicBezTo>
                      <a:pt x="139262" y="107741"/>
                      <a:pt x="125642" y="116038"/>
                      <a:pt x="110780" y="1160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DF21BC62-BFB8-2747-A7D0-D84619DC1456}"/>
                  </a:ext>
                </a:extLst>
              </p:cNvPr>
              <p:cNvSpPr/>
              <p:nvPr/>
            </p:nvSpPr>
            <p:spPr>
              <a:xfrm>
                <a:off x="5759313" y="3228800"/>
                <a:ext cx="115213" cy="148493"/>
              </a:xfrm>
              <a:custGeom>
                <a:avLst/>
                <a:gdLst>
                  <a:gd name="connsiteX0" fmla="*/ 39680 w 115213"/>
                  <a:gd name="connsiteY0" fmla="*/ 148494 h 148493"/>
                  <a:gd name="connsiteX1" fmla="*/ 0 w 115213"/>
                  <a:gd name="connsiteY1" fmla="*/ 108782 h 148493"/>
                  <a:gd name="connsiteX2" fmla="*/ 4449 w 115213"/>
                  <a:gd name="connsiteY2" fmla="*/ 90537 h 148493"/>
                  <a:gd name="connsiteX3" fmla="*/ 39779 w 115213"/>
                  <a:gd name="connsiteY3" fmla="*/ 22407 h 148493"/>
                  <a:gd name="connsiteX4" fmla="*/ 92807 w 115213"/>
                  <a:gd name="connsiteY4" fmla="*/ 3978 h 148493"/>
                  <a:gd name="connsiteX5" fmla="*/ 111237 w 115213"/>
                  <a:gd name="connsiteY5" fmla="*/ 57008 h 148493"/>
                  <a:gd name="connsiteX6" fmla="*/ 110240 w 115213"/>
                  <a:gd name="connsiteY6" fmla="*/ 58928 h 148493"/>
                  <a:gd name="connsiteX7" fmla="*/ 74910 w 115213"/>
                  <a:gd name="connsiteY7" fmla="*/ 127057 h 148493"/>
                  <a:gd name="connsiteX8" fmla="*/ 39680 w 115213"/>
                  <a:gd name="connsiteY8" fmla="*/ 148494 h 1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213" h="148493">
                    <a:moveTo>
                      <a:pt x="39680" y="148494"/>
                    </a:moveTo>
                    <a:cubicBezTo>
                      <a:pt x="17756" y="148484"/>
                      <a:pt x="-9" y="130705"/>
                      <a:pt x="0" y="108782"/>
                    </a:cubicBezTo>
                    <a:cubicBezTo>
                      <a:pt x="2" y="102431"/>
                      <a:pt x="1528" y="96174"/>
                      <a:pt x="4449" y="90537"/>
                    </a:cubicBezTo>
                    <a:lnTo>
                      <a:pt x="39779" y="22407"/>
                    </a:lnTo>
                    <a:cubicBezTo>
                      <a:pt x="49333" y="2673"/>
                      <a:pt x="73074" y="-5579"/>
                      <a:pt x="92807" y="3978"/>
                    </a:cubicBezTo>
                    <a:cubicBezTo>
                      <a:pt x="112540" y="13530"/>
                      <a:pt x="120791" y="37274"/>
                      <a:pt x="111237" y="57008"/>
                    </a:cubicBezTo>
                    <a:cubicBezTo>
                      <a:pt x="110922" y="57658"/>
                      <a:pt x="110590" y="58298"/>
                      <a:pt x="110240" y="58928"/>
                    </a:cubicBezTo>
                    <a:lnTo>
                      <a:pt x="74910" y="127057"/>
                    </a:lnTo>
                    <a:cubicBezTo>
                      <a:pt x="68091" y="140222"/>
                      <a:pt x="54505" y="148489"/>
                      <a:pt x="39680" y="14849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0C16B153-7258-7C4A-9AAE-94BDD865231C}"/>
                  </a:ext>
                </a:extLst>
              </p:cNvPr>
              <p:cNvSpPr/>
              <p:nvPr/>
            </p:nvSpPr>
            <p:spPr>
              <a:xfrm>
                <a:off x="5875955" y="2592700"/>
                <a:ext cx="367902" cy="293752"/>
              </a:xfrm>
              <a:custGeom>
                <a:avLst/>
                <a:gdLst>
                  <a:gd name="connsiteX0" fmla="*/ 326752 w 367902"/>
                  <a:gd name="connsiteY0" fmla="*/ 293696 h 293752"/>
                  <a:gd name="connsiteX1" fmla="*/ 322584 w 367902"/>
                  <a:gd name="connsiteY1" fmla="*/ 293696 h 293752"/>
                  <a:gd name="connsiteX2" fmla="*/ 287204 w 367902"/>
                  <a:gd name="connsiteY2" fmla="*/ 250129 h 293752"/>
                  <a:gd name="connsiteX3" fmla="*/ 280356 w 367902"/>
                  <a:gd name="connsiteY3" fmla="*/ 177286 h 293752"/>
                  <a:gd name="connsiteX4" fmla="*/ 93137 w 367902"/>
                  <a:gd name="connsiteY4" fmla="*/ 85339 h 293752"/>
                  <a:gd name="connsiteX5" fmla="*/ 54284 w 367902"/>
                  <a:gd name="connsiteY5" fmla="*/ 98687 h 293752"/>
                  <a:gd name="connsiteX6" fmla="*/ 2778 w 367902"/>
                  <a:gd name="connsiteY6" fmla="*/ 76308 h 293752"/>
                  <a:gd name="connsiteX7" fmla="*/ 25157 w 367902"/>
                  <a:gd name="connsiteY7" fmla="*/ 24802 h 293752"/>
                  <a:gd name="connsiteX8" fmla="*/ 70609 w 367902"/>
                  <a:gd name="connsiteY8" fmla="*/ 9221 h 293752"/>
                  <a:gd name="connsiteX9" fmla="*/ 354242 w 367902"/>
                  <a:gd name="connsiteY9" fmla="*/ 148159 h 293752"/>
                  <a:gd name="connsiteX10" fmla="*/ 366151 w 367902"/>
                  <a:gd name="connsiteY10" fmla="*/ 258217 h 293752"/>
                  <a:gd name="connsiteX11" fmla="*/ 326752 w 367902"/>
                  <a:gd name="connsiteY11" fmla="*/ 293696 h 29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7902" h="293752">
                    <a:moveTo>
                      <a:pt x="326752" y="293696"/>
                    </a:moveTo>
                    <a:cubicBezTo>
                      <a:pt x="325362" y="293771"/>
                      <a:pt x="323973" y="293771"/>
                      <a:pt x="322584" y="293696"/>
                    </a:cubicBezTo>
                    <a:cubicBezTo>
                      <a:pt x="300785" y="291429"/>
                      <a:pt x="284951" y="271928"/>
                      <a:pt x="287204" y="250129"/>
                    </a:cubicBezTo>
                    <a:cubicBezTo>
                      <a:pt x="290231" y="220357"/>
                      <a:pt x="287998" y="196737"/>
                      <a:pt x="280356" y="177286"/>
                    </a:cubicBezTo>
                    <a:cubicBezTo>
                      <a:pt x="250822" y="103109"/>
                      <a:pt x="169896" y="63365"/>
                      <a:pt x="93137" y="85339"/>
                    </a:cubicBezTo>
                    <a:cubicBezTo>
                      <a:pt x="88473" y="86728"/>
                      <a:pt x="58750" y="96950"/>
                      <a:pt x="54284" y="98687"/>
                    </a:cubicBezTo>
                    <a:cubicBezTo>
                      <a:pt x="33881" y="106730"/>
                      <a:pt x="10821" y="96711"/>
                      <a:pt x="2778" y="76308"/>
                    </a:cubicBezTo>
                    <a:cubicBezTo>
                      <a:pt x="-5266" y="55905"/>
                      <a:pt x="4754" y="32845"/>
                      <a:pt x="25157" y="24802"/>
                    </a:cubicBezTo>
                    <a:cubicBezTo>
                      <a:pt x="31607" y="22271"/>
                      <a:pt x="63911" y="11206"/>
                      <a:pt x="70609" y="9221"/>
                    </a:cubicBezTo>
                    <a:cubicBezTo>
                      <a:pt x="186806" y="-24221"/>
                      <a:pt x="309439" y="35850"/>
                      <a:pt x="354242" y="148159"/>
                    </a:cubicBezTo>
                    <a:cubicBezTo>
                      <a:pt x="366647" y="179718"/>
                      <a:pt x="370567" y="215742"/>
                      <a:pt x="366151" y="258217"/>
                    </a:cubicBezTo>
                    <a:cubicBezTo>
                      <a:pt x="363997" y="278366"/>
                      <a:pt x="347017" y="293659"/>
                      <a:pt x="326752" y="29369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C42686C-0BFB-6440-AF6B-68BF8867D69E}"/>
                  </a:ext>
                </a:extLst>
              </p:cNvPr>
              <p:cNvSpPr/>
              <p:nvPr/>
            </p:nvSpPr>
            <p:spPr>
              <a:xfrm>
                <a:off x="5850906" y="2552495"/>
                <a:ext cx="111565" cy="152785"/>
              </a:xfrm>
              <a:custGeom>
                <a:avLst/>
                <a:gdLst>
                  <a:gd name="connsiteX0" fmla="*/ 39736 w 111565"/>
                  <a:gd name="connsiteY0" fmla="*/ 152785 h 152785"/>
                  <a:gd name="connsiteX1" fmla="*/ 0 w 111565"/>
                  <a:gd name="connsiteY1" fmla="*/ 113128 h 152785"/>
                  <a:gd name="connsiteX2" fmla="*/ 3314 w 111565"/>
                  <a:gd name="connsiteY2" fmla="*/ 97210 h 152785"/>
                  <a:gd name="connsiteX3" fmla="*/ 35220 w 111565"/>
                  <a:gd name="connsiteY3" fmla="*/ 23970 h 152785"/>
                  <a:gd name="connsiteX4" fmla="*/ 87595 w 111565"/>
                  <a:gd name="connsiteY4" fmla="*/ 3303 h 152785"/>
                  <a:gd name="connsiteX5" fmla="*/ 108262 w 111565"/>
                  <a:gd name="connsiteY5" fmla="*/ 55677 h 152785"/>
                  <a:gd name="connsiteX6" fmla="*/ 76108 w 111565"/>
                  <a:gd name="connsiteY6" fmla="*/ 128918 h 152785"/>
                  <a:gd name="connsiteX7" fmla="*/ 39736 w 111565"/>
                  <a:gd name="connsiteY7" fmla="*/ 152785 h 15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565" h="152785">
                    <a:moveTo>
                      <a:pt x="39736" y="152785"/>
                    </a:moveTo>
                    <a:cubicBezTo>
                      <a:pt x="17812" y="152807"/>
                      <a:pt x="22" y="135052"/>
                      <a:pt x="0" y="113128"/>
                    </a:cubicBezTo>
                    <a:cubicBezTo>
                      <a:pt x="-5" y="107650"/>
                      <a:pt x="1123" y="102231"/>
                      <a:pt x="3314" y="97210"/>
                    </a:cubicBezTo>
                    <a:lnTo>
                      <a:pt x="35220" y="23970"/>
                    </a:lnTo>
                    <a:cubicBezTo>
                      <a:pt x="43976" y="3800"/>
                      <a:pt x="67425" y="-5453"/>
                      <a:pt x="87595" y="3303"/>
                    </a:cubicBezTo>
                    <a:cubicBezTo>
                      <a:pt x="107766" y="12059"/>
                      <a:pt x="117020" y="35508"/>
                      <a:pt x="108262" y="55677"/>
                    </a:cubicBezTo>
                    <a:lnTo>
                      <a:pt x="76108" y="128918"/>
                    </a:lnTo>
                    <a:cubicBezTo>
                      <a:pt x="69810" y="143400"/>
                      <a:pt x="55528" y="152772"/>
                      <a:pt x="39736" y="15278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B53BB3C-F8BA-3745-B383-935E340CC92A}"/>
                  </a:ext>
                </a:extLst>
              </p:cNvPr>
              <p:cNvSpPr/>
              <p:nvPr/>
            </p:nvSpPr>
            <p:spPr>
              <a:xfrm>
                <a:off x="5850957" y="2625849"/>
                <a:ext cx="152720" cy="111337"/>
              </a:xfrm>
              <a:custGeom>
                <a:avLst/>
                <a:gdLst>
                  <a:gd name="connsiteX0" fmla="*/ 112876 w 152720"/>
                  <a:gd name="connsiteY0" fmla="*/ 111337 h 111337"/>
                  <a:gd name="connsiteX1" fmla="*/ 97047 w 152720"/>
                  <a:gd name="connsiteY1" fmla="*/ 108013 h 111337"/>
                  <a:gd name="connsiteX2" fmla="*/ 23856 w 152720"/>
                  <a:gd name="connsiteY2" fmla="*/ 76106 h 111337"/>
                  <a:gd name="connsiteX3" fmla="*/ 3313 w 152720"/>
                  <a:gd name="connsiteY3" fmla="*/ 23856 h 111337"/>
                  <a:gd name="connsiteX4" fmla="*/ 55564 w 152720"/>
                  <a:gd name="connsiteY4" fmla="*/ 3313 h 111337"/>
                  <a:gd name="connsiteX5" fmla="*/ 128804 w 152720"/>
                  <a:gd name="connsiteY5" fmla="*/ 35219 h 111337"/>
                  <a:gd name="connsiteX6" fmla="*/ 149436 w 152720"/>
                  <a:gd name="connsiteY6" fmla="*/ 87429 h 111337"/>
                  <a:gd name="connsiteX7" fmla="*/ 112925 w 152720"/>
                  <a:gd name="connsiteY7" fmla="*/ 111337 h 111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720" h="111337">
                    <a:moveTo>
                      <a:pt x="112876" y="111337"/>
                    </a:moveTo>
                    <a:cubicBezTo>
                      <a:pt x="107427" y="111327"/>
                      <a:pt x="102038" y="110195"/>
                      <a:pt x="97047" y="108013"/>
                    </a:cubicBezTo>
                    <a:lnTo>
                      <a:pt x="23856" y="76106"/>
                    </a:lnTo>
                    <a:cubicBezTo>
                      <a:pt x="3755" y="67351"/>
                      <a:pt x="-5443" y="43957"/>
                      <a:pt x="3313" y="23856"/>
                    </a:cubicBezTo>
                    <a:cubicBezTo>
                      <a:pt x="12068" y="3755"/>
                      <a:pt x="35462" y="-5443"/>
                      <a:pt x="55564" y="3313"/>
                    </a:cubicBezTo>
                    <a:lnTo>
                      <a:pt x="128804" y="35219"/>
                    </a:lnTo>
                    <a:cubicBezTo>
                      <a:pt x="148920" y="43939"/>
                      <a:pt x="158154" y="67314"/>
                      <a:pt x="149436" y="87429"/>
                    </a:cubicBezTo>
                    <a:cubicBezTo>
                      <a:pt x="143134" y="101974"/>
                      <a:pt x="128779" y="111373"/>
                      <a:pt x="112925" y="11133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13" name="Picture Placeholder 51">
            <a:extLst>
              <a:ext uri="{FF2B5EF4-FFF2-40B4-BE49-F238E27FC236}">
                <a16:creationId xmlns:a16="http://schemas.microsoft.com/office/drawing/2014/main" id="{3E3CCE0C-F76A-4C98-81F0-D4FF7EAD461C}"/>
              </a:ext>
            </a:extLst>
          </p:cNvPr>
          <p:cNvGrpSpPr>
            <a:grpSpLocks noChangeAspect="1"/>
          </p:cNvGrpSpPr>
          <p:nvPr/>
        </p:nvGrpSpPr>
        <p:grpSpPr>
          <a:xfrm>
            <a:off x="6813268" y="2537166"/>
            <a:ext cx="763037" cy="836654"/>
            <a:chOff x="6813268" y="2537166"/>
            <a:chExt cx="763037" cy="836654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C760039-F327-534C-8947-A0A9572AD55B}"/>
                </a:ext>
              </a:extLst>
            </p:cNvPr>
            <p:cNvSpPr/>
            <p:nvPr/>
          </p:nvSpPr>
          <p:spPr>
            <a:xfrm>
              <a:off x="7301884" y="2537166"/>
              <a:ext cx="203048" cy="203047"/>
            </a:xfrm>
            <a:custGeom>
              <a:avLst/>
              <a:gdLst>
                <a:gd name="connsiteX0" fmla="*/ 101425 w 203048"/>
                <a:gd name="connsiteY0" fmla="*/ 203048 h 203047"/>
                <a:gd name="connsiteX1" fmla="*/ 0 w 203048"/>
                <a:gd name="connsiteY1" fmla="*/ 101425 h 203047"/>
                <a:gd name="connsiteX2" fmla="*/ 101623 w 203048"/>
                <a:gd name="connsiteY2" fmla="*/ 0 h 203047"/>
                <a:gd name="connsiteX3" fmla="*/ 203048 w 203048"/>
                <a:gd name="connsiteY3" fmla="*/ 101524 h 203047"/>
                <a:gd name="connsiteX4" fmla="*/ 101425 w 203048"/>
                <a:gd name="connsiteY4" fmla="*/ 203048 h 203047"/>
                <a:gd name="connsiteX5" fmla="*/ 101425 w 203048"/>
                <a:gd name="connsiteY5" fmla="*/ 79443 h 203047"/>
                <a:gd name="connsiteX6" fmla="*/ 79393 w 203048"/>
                <a:gd name="connsiteY6" fmla="*/ 101673 h 203047"/>
                <a:gd name="connsiteX7" fmla="*/ 101623 w 203048"/>
                <a:gd name="connsiteY7" fmla="*/ 123704 h 203047"/>
                <a:gd name="connsiteX8" fmla="*/ 123655 w 203048"/>
                <a:gd name="connsiteY8" fmla="*/ 101524 h 203047"/>
                <a:gd name="connsiteX9" fmla="*/ 101474 w 203048"/>
                <a:gd name="connsiteY9" fmla="*/ 79443 h 203047"/>
                <a:gd name="connsiteX10" fmla="*/ 101425 w 203048"/>
                <a:gd name="connsiteY10" fmla="*/ 7944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048" h="203047">
                  <a:moveTo>
                    <a:pt x="101425" y="203048"/>
                  </a:moveTo>
                  <a:cubicBezTo>
                    <a:pt x="45353" y="202993"/>
                    <a:pt x="-55" y="157495"/>
                    <a:pt x="0" y="101425"/>
                  </a:cubicBezTo>
                  <a:cubicBezTo>
                    <a:pt x="55" y="45355"/>
                    <a:pt x="45552" y="-55"/>
                    <a:pt x="101623" y="0"/>
                  </a:cubicBezTo>
                  <a:cubicBezTo>
                    <a:pt x="157655" y="55"/>
                    <a:pt x="203048" y="45493"/>
                    <a:pt x="203048" y="101524"/>
                  </a:cubicBezTo>
                  <a:cubicBezTo>
                    <a:pt x="202964" y="157599"/>
                    <a:pt x="157501" y="203021"/>
                    <a:pt x="101425" y="203048"/>
                  </a:cubicBezTo>
                  <a:close/>
                  <a:moveTo>
                    <a:pt x="101425" y="79443"/>
                  </a:moveTo>
                  <a:cubicBezTo>
                    <a:pt x="89203" y="79498"/>
                    <a:pt x="79339" y="89450"/>
                    <a:pt x="79393" y="101673"/>
                  </a:cubicBezTo>
                  <a:cubicBezTo>
                    <a:pt x="79448" y="113895"/>
                    <a:pt x="89402" y="123759"/>
                    <a:pt x="101623" y="123704"/>
                  </a:cubicBezTo>
                  <a:cubicBezTo>
                    <a:pt x="113825" y="123649"/>
                    <a:pt x="123680" y="113727"/>
                    <a:pt x="123655" y="101524"/>
                  </a:cubicBezTo>
                  <a:cubicBezTo>
                    <a:pt x="123630" y="89301"/>
                    <a:pt x="113696" y="79415"/>
                    <a:pt x="101474" y="79443"/>
                  </a:cubicBezTo>
                  <a:cubicBezTo>
                    <a:pt x="101460" y="79443"/>
                    <a:pt x="101440" y="79443"/>
                    <a:pt x="101425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CBC56ED-6D55-4041-8683-162A5D7B615D}"/>
                </a:ext>
              </a:extLst>
            </p:cNvPr>
            <p:cNvSpPr/>
            <p:nvPr/>
          </p:nvSpPr>
          <p:spPr>
            <a:xfrm>
              <a:off x="7240652" y="2709697"/>
              <a:ext cx="325313" cy="243984"/>
            </a:xfrm>
            <a:custGeom>
              <a:avLst/>
              <a:gdLst>
                <a:gd name="connsiteX0" fmla="*/ 285617 w 325313"/>
                <a:gd name="connsiteY0" fmla="*/ 243985 h 243984"/>
                <a:gd name="connsiteX1" fmla="*/ 245920 w 325313"/>
                <a:gd name="connsiteY1" fmla="*/ 204288 h 243984"/>
                <a:gd name="connsiteX2" fmla="*/ 245920 w 325313"/>
                <a:gd name="connsiteY2" fmla="*/ 162657 h 243984"/>
                <a:gd name="connsiteX3" fmla="*/ 162657 w 325313"/>
                <a:gd name="connsiteY3" fmla="*/ 79393 h 243984"/>
                <a:gd name="connsiteX4" fmla="*/ 79393 w 325313"/>
                <a:gd name="connsiteY4" fmla="*/ 162657 h 243984"/>
                <a:gd name="connsiteX5" fmla="*/ 79393 w 325313"/>
                <a:gd name="connsiteY5" fmla="*/ 204288 h 243984"/>
                <a:gd name="connsiteX6" fmla="*/ 39697 w 325313"/>
                <a:gd name="connsiteY6" fmla="*/ 243985 h 243984"/>
                <a:gd name="connsiteX7" fmla="*/ 0 w 325313"/>
                <a:gd name="connsiteY7" fmla="*/ 204288 h 243984"/>
                <a:gd name="connsiteX8" fmla="*/ 0 w 325313"/>
                <a:gd name="connsiteY8" fmla="*/ 162657 h 243984"/>
                <a:gd name="connsiteX9" fmla="*/ 162657 w 325313"/>
                <a:gd name="connsiteY9" fmla="*/ 0 h 243984"/>
                <a:gd name="connsiteX10" fmla="*/ 325314 w 325313"/>
                <a:gd name="connsiteY10" fmla="*/ 162657 h 243984"/>
                <a:gd name="connsiteX11" fmla="*/ 325314 w 325313"/>
                <a:gd name="connsiteY11" fmla="*/ 204288 h 243984"/>
                <a:gd name="connsiteX12" fmla="*/ 285617 w 325313"/>
                <a:gd name="connsiteY12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3984">
                  <a:moveTo>
                    <a:pt x="285617" y="243985"/>
                  </a:moveTo>
                  <a:cubicBezTo>
                    <a:pt x="263695" y="243985"/>
                    <a:pt x="245920" y="226212"/>
                    <a:pt x="245920" y="204288"/>
                  </a:cubicBezTo>
                  <a:lnTo>
                    <a:pt x="245920" y="162657"/>
                  </a:lnTo>
                  <a:cubicBezTo>
                    <a:pt x="245920" y="116672"/>
                    <a:pt x="208640" y="79393"/>
                    <a:pt x="162657" y="79393"/>
                  </a:cubicBezTo>
                  <a:cubicBezTo>
                    <a:pt x="116673" y="79393"/>
                    <a:pt x="79393" y="116672"/>
                    <a:pt x="79393" y="162657"/>
                  </a:cubicBezTo>
                  <a:lnTo>
                    <a:pt x="79393" y="204288"/>
                  </a:lnTo>
                  <a:cubicBezTo>
                    <a:pt x="79393" y="226212"/>
                    <a:pt x="61619" y="243985"/>
                    <a:pt x="39697" y="243985"/>
                  </a:cubicBezTo>
                  <a:cubicBezTo>
                    <a:pt x="17774" y="243985"/>
                    <a:pt x="0" y="226212"/>
                    <a:pt x="0" y="204288"/>
                  </a:cubicBezTo>
                  <a:lnTo>
                    <a:pt x="0" y="162657"/>
                  </a:lnTo>
                  <a:cubicBezTo>
                    <a:pt x="0" y="72824"/>
                    <a:pt x="72823" y="0"/>
                    <a:pt x="162657" y="0"/>
                  </a:cubicBezTo>
                  <a:cubicBezTo>
                    <a:pt x="252490" y="0"/>
                    <a:pt x="325314" y="72824"/>
                    <a:pt x="325314" y="162657"/>
                  </a:cubicBezTo>
                  <a:lnTo>
                    <a:pt x="325314" y="204288"/>
                  </a:lnTo>
                  <a:cubicBezTo>
                    <a:pt x="325314" y="226212"/>
                    <a:pt x="307539" y="243985"/>
                    <a:pt x="285617" y="2439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9DCC66D-B287-1E43-B4A3-76F3AEA60558}"/>
                </a:ext>
              </a:extLst>
            </p:cNvPr>
            <p:cNvSpPr/>
            <p:nvPr/>
          </p:nvSpPr>
          <p:spPr>
            <a:xfrm>
              <a:off x="6874401" y="2957304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4 w 203048"/>
                <a:gd name="connsiteY2" fmla="*/ 0 h 203047"/>
                <a:gd name="connsiteX3" fmla="*/ 203048 w 203048"/>
                <a:gd name="connsiteY3" fmla="*/ 101524 h 203047"/>
                <a:gd name="connsiteX4" fmla="*/ 203048 w 203048"/>
                <a:gd name="connsiteY4" fmla="*/ 101574 h 203047"/>
                <a:gd name="connsiteX5" fmla="*/ 101524 w 203048"/>
                <a:gd name="connsiteY5" fmla="*/ 203048 h 203047"/>
                <a:gd name="connsiteX6" fmla="*/ 101524 w 203048"/>
                <a:gd name="connsiteY6" fmla="*/ 79443 h 203047"/>
                <a:gd name="connsiteX7" fmla="*/ 79393 w 203048"/>
                <a:gd name="connsiteY7" fmla="*/ 101574 h 203047"/>
                <a:gd name="connsiteX8" fmla="*/ 101524 w 203048"/>
                <a:gd name="connsiteY8" fmla="*/ 123704 h 203047"/>
                <a:gd name="connsiteX9" fmla="*/ 123655 w 203048"/>
                <a:gd name="connsiteY9" fmla="*/ 101574 h 203047"/>
                <a:gd name="connsiteX10" fmla="*/ 101524 w 203048"/>
                <a:gd name="connsiteY10" fmla="*/ 7944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4" y="203048"/>
                    <a:pt x="0" y="157595"/>
                    <a:pt x="0" y="101524"/>
                  </a:cubicBezTo>
                  <a:cubicBezTo>
                    <a:pt x="0" y="45454"/>
                    <a:pt x="45454" y="0"/>
                    <a:pt x="101524" y="0"/>
                  </a:cubicBezTo>
                  <a:cubicBezTo>
                    <a:pt x="157594" y="0"/>
                    <a:pt x="203048" y="45454"/>
                    <a:pt x="203048" y="101524"/>
                  </a:cubicBezTo>
                  <a:cubicBezTo>
                    <a:pt x="203048" y="101539"/>
                    <a:pt x="203048" y="101559"/>
                    <a:pt x="203048" y="101574"/>
                  </a:cubicBezTo>
                  <a:cubicBezTo>
                    <a:pt x="202966" y="157600"/>
                    <a:pt x="157552" y="202993"/>
                    <a:pt x="101524" y="203048"/>
                  </a:cubicBezTo>
                  <a:close/>
                  <a:moveTo>
                    <a:pt x="101524" y="79443"/>
                  </a:moveTo>
                  <a:cubicBezTo>
                    <a:pt x="89301" y="79443"/>
                    <a:pt x="79393" y="89352"/>
                    <a:pt x="79393" y="101574"/>
                  </a:cubicBezTo>
                  <a:cubicBezTo>
                    <a:pt x="79393" y="113795"/>
                    <a:pt x="89301" y="123704"/>
                    <a:pt x="101524" y="123704"/>
                  </a:cubicBezTo>
                  <a:cubicBezTo>
                    <a:pt x="113747" y="123704"/>
                    <a:pt x="123655" y="113795"/>
                    <a:pt x="123655" y="101574"/>
                  </a:cubicBezTo>
                  <a:cubicBezTo>
                    <a:pt x="123655" y="89352"/>
                    <a:pt x="113747" y="79443"/>
                    <a:pt x="10152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9436F673-722D-A446-97F9-12EFDE35DBC3}"/>
                </a:ext>
              </a:extLst>
            </p:cNvPr>
            <p:cNvSpPr/>
            <p:nvPr/>
          </p:nvSpPr>
          <p:spPr>
            <a:xfrm>
              <a:off x="6813268" y="3129835"/>
              <a:ext cx="325313" cy="243984"/>
            </a:xfrm>
            <a:custGeom>
              <a:avLst/>
              <a:gdLst>
                <a:gd name="connsiteX0" fmla="*/ 285617 w 325313"/>
                <a:gd name="connsiteY0" fmla="*/ 243985 h 243984"/>
                <a:gd name="connsiteX1" fmla="*/ 245920 w 325313"/>
                <a:gd name="connsiteY1" fmla="*/ 204288 h 243984"/>
                <a:gd name="connsiteX2" fmla="*/ 245920 w 325313"/>
                <a:gd name="connsiteY2" fmla="*/ 162657 h 243984"/>
                <a:gd name="connsiteX3" fmla="*/ 162657 w 325313"/>
                <a:gd name="connsiteY3" fmla="*/ 79393 h 243984"/>
                <a:gd name="connsiteX4" fmla="*/ 79393 w 325313"/>
                <a:gd name="connsiteY4" fmla="*/ 162657 h 243984"/>
                <a:gd name="connsiteX5" fmla="*/ 79393 w 325313"/>
                <a:gd name="connsiteY5" fmla="*/ 204288 h 243984"/>
                <a:gd name="connsiteX6" fmla="*/ 39697 w 325313"/>
                <a:gd name="connsiteY6" fmla="*/ 243985 h 243984"/>
                <a:gd name="connsiteX7" fmla="*/ 0 w 325313"/>
                <a:gd name="connsiteY7" fmla="*/ 204288 h 243984"/>
                <a:gd name="connsiteX8" fmla="*/ 0 w 325313"/>
                <a:gd name="connsiteY8" fmla="*/ 162657 h 243984"/>
                <a:gd name="connsiteX9" fmla="*/ 162657 w 325313"/>
                <a:gd name="connsiteY9" fmla="*/ 0 h 243984"/>
                <a:gd name="connsiteX10" fmla="*/ 325314 w 325313"/>
                <a:gd name="connsiteY10" fmla="*/ 162657 h 243984"/>
                <a:gd name="connsiteX11" fmla="*/ 325314 w 325313"/>
                <a:gd name="connsiteY11" fmla="*/ 204288 h 243984"/>
                <a:gd name="connsiteX12" fmla="*/ 285617 w 325313"/>
                <a:gd name="connsiteY12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3984">
                  <a:moveTo>
                    <a:pt x="285617" y="243985"/>
                  </a:moveTo>
                  <a:cubicBezTo>
                    <a:pt x="263693" y="243985"/>
                    <a:pt x="245920" y="226211"/>
                    <a:pt x="245920" y="204288"/>
                  </a:cubicBezTo>
                  <a:lnTo>
                    <a:pt x="245920" y="162657"/>
                  </a:lnTo>
                  <a:cubicBezTo>
                    <a:pt x="245920" y="116673"/>
                    <a:pt x="208642" y="79393"/>
                    <a:pt x="162657" y="79393"/>
                  </a:cubicBezTo>
                  <a:cubicBezTo>
                    <a:pt x="116672" y="79393"/>
                    <a:pt x="79393" y="116673"/>
                    <a:pt x="79393" y="162657"/>
                  </a:cubicBezTo>
                  <a:lnTo>
                    <a:pt x="79393" y="204288"/>
                  </a:lnTo>
                  <a:cubicBezTo>
                    <a:pt x="79393" y="226211"/>
                    <a:pt x="61621" y="243985"/>
                    <a:pt x="39697" y="243985"/>
                  </a:cubicBezTo>
                  <a:cubicBezTo>
                    <a:pt x="17773" y="243985"/>
                    <a:pt x="0" y="226211"/>
                    <a:pt x="0" y="204288"/>
                  </a:cubicBezTo>
                  <a:lnTo>
                    <a:pt x="0" y="162657"/>
                  </a:lnTo>
                  <a:cubicBezTo>
                    <a:pt x="0" y="72823"/>
                    <a:pt x="72824" y="0"/>
                    <a:pt x="162657" y="0"/>
                  </a:cubicBezTo>
                  <a:cubicBezTo>
                    <a:pt x="252490" y="0"/>
                    <a:pt x="325314" y="72823"/>
                    <a:pt x="325314" y="162657"/>
                  </a:cubicBezTo>
                  <a:lnTo>
                    <a:pt x="325314" y="204288"/>
                  </a:lnTo>
                  <a:cubicBezTo>
                    <a:pt x="325314" y="226211"/>
                    <a:pt x="307541" y="243985"/>
                    <a:pt x="285617" y="2439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F319956-8DC4-474D-81D8-BE01E4E9E841}"/>
                </a:ext>
              </a:extLst>
            </p:cNvPr>
            <p:cNvSpPr/>
            <p:nvPr/>
          </p:nvSpPr>
          <p:spPr>
            <a:xfrm>
              <a:off x="7363364" y="2790479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4" y="129460"/>
                    <a:pt x="0" y="111688"/>
                    <a:pt x="0" y="8976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89764"/>
                  </a:lnTo>
                  <a:cubicBezTo>
                    <a:pt x="79393" y="111688"/>
                    <a:pt x="61619" y="129460"/>
                    <a:pt x="39697" y="129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19" name="Picture Placeholder 51">
              <a:extLst>
                <a:ext uri="{FF2B5EF4-FFF2-40B4-BE49-F238E27FC236}">
                  <a16:creationId xmlns:a16="http://schemas.microsoft.com/office/drawing/2014/main" id="{3E3CCE0C-F76A-4C98-81F0-D4FF7EAD461C}"/>
                </a:ext>
              </a:extLst>
            </p:cNvPr>
            <p:cNvGrpSpPr/>
            <p:nvPr/>
          </p:nvGrpSpPr>
          <p:grpSpPr>
            <a:xfrm>
              <a:off x="6828338" y="2596022"/>
              <a:ext cx="747968" cy="740532"/>
              <a:chOff x="6828338" y="2596022"/>
              <a:chExt cx="747968" cy="740532"/>
            </a:xfrm>
          </p:grpSpPr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607948A3-8623-E54F-B5B0-9C47DB8559B9}"/>
                  </a:ext>
                </a:extLst>
              </p:cNvPr>
              <p:cNvSpPr/>
              <p:nvPr/>
            </p:nvSpPr>
            <p:spPr>
              <a:xfrm>
                <a:off x="7241003" y="3031512"/>
                <a:ext cx="335302" cy="305042"/>
              </a:xfrm>
              <a:custGeom>
                <a:avLst/>
                <a:gdLst>
                  <a:gd name="connsiteX0" fmla="*/ 105440 w 335302"/>
                  <a:gd name="connsiteY0" fmla="*/ 305042 h 305042"/>
                  <a:gd name="connsiteX1" fmla="*/ 42322 w 335302"/>
                  <a:gd name="connsiteY1" fmla="*/ 296061 h 305042"/>
                  <a:gd name="connsiteX2" fmla="*/ 31753 w 335302"/>
                  <a:gd name="connsiteY2" fmla="*/ 293878 h 305042"/>
                  <a:gd name="connsiteX3" fmla="*/ 815 w 335302"/>
                  <a:gd name="connsiteY3" fmla="*/ 247011 h 305042"/>
                  <a:gd name="connsiteX4" fmla="*/ 47681 w 335302"/>
                  <a:gd name="connsiteY4" fmla="*/ 216073 h 305042"/>
                  <a:gd name="connsiteX5" fmla="*/ 63659 w 335302"/>
                  <a:gd name="connsiteY5" fmla="*/ 219596 h 305042"/>
                  <a:gd name="connsiteX6" fmla="*/ 250531 w 335302"/>
                  <a:gd name="connsiteY6" fmla="*/ 120007 h 305042"/>
                  <a:gd name="connsiteX7" fmla="*/ 252665 w 335302"/>
                  <a:gd name="connsiteY7" fmla="*/ 47412 h 305042"/>
                  <a:gd name="connsiteX8" fmla="*/ 283896 w 335302"/>
                  <a:gd name="connsiteY8" fmla="*/ 763 h 305042"/>
                  <a:gd name="connsiteX9" fmla="*/ 330545 w 335302"/>
                  <a:gd name="connsiteY9" fmla="*/ 31995 h 305042"/>
                  <a:gd name="connsiteX10" fmla="*/ 330817 w 335302"/>
                  <a:gd name="connsiteY10" fmla="*/ 33518 h 305042"/>
                  <a:gd name="connsiteX11" fmla="*/ 326252 w 335302"/>
                  <a:gd name="connsiteY11" fmla="*/ 143924 h 305042"/>
                  <a:gd name="connsiteX12" fmla="*/ 105440 w 335302"/>
                  <a:gd name="connsiteY12" fmla="*/ 305042 h 305042"/>
                  <a:gd name="connsiteX13" fmla="*/ 42868 w 335302"/>
                  <a:gd name="connsiteY13" fmla="*/ 296210 h 305042"/>
                  <a:gd name="connsiteX14" fmla="*/ 42868 w 335302"/>
                  <a:gd name="connsiteY14" fmla="*/ 296210 h 30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302" h="305042">
                    <a:moveTo>
                      <a:pt x="105440" y="305042"/>
                    </a:moveTo>
                    <a:cubicBezTo>
                      <a:pt x="84083" y="305052"/>
                      <a:pt x="62831" y="302026"/>
                      <a:pt x="42322" y="296061"/>
                    </a:cubicBezTo>
                    <a:lnTo>
                      <a:pt x="31753" y="293878"/>
                    </a:lnTo>
                    <a:cubicBezTo>
                      <a:pt x="10268" y="289481"/>
                      <a:pt x="-3584" y="268497"/>
                      <a:pt x="815" y="247011"/>
                    </a:cubicBezTo>
                    <a:cubicBezTo>
                      <a:pt x="5213" y="225525"/>
                      <a:pt x="26196" y="211676"/>
                      <a:pt x="47681" y="216073"/>
                    </a:cubicBezTo>
                    <a:cubicBezTo>
                      <a:pt x="60881" y="218802"/>
                      <a:pt x="62220" y="219199"/>
                      <a:pt x="63659" y="219596"/>
                    </a:cubicBezTo>
                    <a:cubicBezTo>
                      <a:pt x="142631" y="242362"/>
                      <a:pt x="225398" y="198254"/>
                      <a:pt x="250531" y="120007"/>
                    </a:cubicBezTo>
                    <a:cubicBezTo>
                      <a:pt x="256982" y="99464"/>
                      <a:pt x="257726" y="75745"/>
                      <a:pt x="252665" y="47412"/>
                    </a:cubicBezTo>
                    <a:cubicBezTo>
                      <a:pt x="248407" y="25906"/>
                      <a:pt x="262390" y="5021"/>
                      <a:pt x="283896" y="763"/>
                    </a:cubicBezTo>
                    <a:cubicBezTo>
                      <a:pt x="305402" y="-3494"/>
                      <a:pt x="326287" y="10484"/>
                      <a:pt x="330545" y="31995"/>
                    </a:cubicBezTo>
                    <a:cubicBezTo>
                      <a:pt x="330649" y="32501"/>
                      <a:pt x="330738" y="33007"/>
                      <a:pt x="330817" y="33518"/>
                    </a:cubicBezTo>
                    <a:cubicBezTo>
                      <a:pt x="338062" y="74157"/>
                      <a:pt x="336524" y="111323"/>
                      <a:pt x="326252" y="143924"/>
                    </a:cubicBezTo>
                    <a:cubicBezTo>
                      <a:pt x="295373" y="239831"/>
                      <a:pt x="206195" y="304899"/>
                      <a:pt x="105440" y="305042"/>
                    </a:cubicBezTo>
                    <a:close/>
                    <a:moveTo>
                      <a:pt x="42868" y="296210"/>
                    </a:moveTo>
                    <a:lnTo>
                      <a:pt x="42868" y="296210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4264B51A-2F0C-AA43-8602-7C4B744C95AE}"/>
                  </a:ext>
                </a:extLst>
              </p:cNvPr>
              <p:cNvSpPr/>
              <p:nvPr/>
            </p:nvSpPr>
            <p:spPr>
              <a:xfrm>
                <a:off x="6828338" y="2596022"/>
                <a:ext cx="368064" cy="293847"/>
              </a:xfrm>
              <a:custGeom>
                <a:avLst/>
                <a:gdLst>
                  <a:gd name="connsiteX0" fmla="*/ 41052 w 368064"/>
                  <a:gd name="connsiteY0" fmla="*/ 293847 h 293847"/>
                  <a:gd name="connsiteX1" fmla="*/ 1752 w 368064"/>
                  <a:gd name="connsiteY1" fmla="*/ 258220 h 293847"/>
                  <a:gd name="connsiteX2" fmla="*/ 13661 w 368064"/>
                  <a:gd name="connsiteY2" fmla="*/ 148161 h 293847"/>
                  <a:gd name="connsiteX3" fmla="*/ 297343 w 368064"/>
                  <a:gd name="connsiteY3" fmla="*/ 9223 h 293847"/>
                  <a:gd name="connsiteX4" fmla="*/ 342746 w 368064"/>
                  <a:gd name="connsiteY4" fmla="*/ 24754 h 293847"/>
                  <a:gd name="connsiteX5" fmla="*/ 365298 w 368064"/>
                  <a:gd name="connsiteY5" fmla="*/ 76434 h 293847"/>
                  <a:gd name="connsiteX6" fmla="*/ 313618 w 368064"/>
                  <a:gd name="connsiteY6" fmla="*/ 98987 h 293847"/>
                  <a:gd name="connsiteX7" fmla="*/ 313618 w 368064"/>
                  <a:gd name="connsiteY7" fmla="*/ 98987 h 293847"/>
                  <a:gd name="connsiteX8" fmla="*/ 274666 w 368064"/>
                  <a:gd name="connsiteY8" fmla="*/ 85490 h 293847"/>
                  <a:gd name="connsiteX9" fmla="*/ 87447 w 368064"/>
                  <a:gd name="connsiteY9" fmla="*/ 177239 h 293847"/>
                  <a:gd name="connsiteX10" fmla="*/ 80599 w 368064"/>
                  <a:gd name="connsiteY10" fmla="*/ 250082 h 293847"/>
                  <a:gd name="connsiteX11" fmla="*/ 45220 w 368064"/>
                  <a:gd name="connsiteY11" fmla="*/ 293649 h 293847"/>
                  <a:gd name="connsiteX12" fmla="*/ 41052 w 368064"/>
                  <a:gd name="connsiteY12" fmla="*/ 293847 h 29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8064" h="293847">
                    <a:moveTo>
                      <a:pt x="41052" y="293847"/>
                    </a:moveTo>
                    <a:cubicBezTo>
                      <a:pt x="20775" y="293751"/>
                      <a:pt x="3830" y="278390"/>
                      <a:pt x="1752" y="258220"/>
                    </a:cubicBezTo>
                    <a:cubicBezTo>
                      <a:pt x="-2664" y="215695"/>
                      <a:pt x="1256" y="179720"/>
                      <a:pt x="13661" y="148161"/>
                    </a:cubicBezTo>
                    <a:cubicBezTo>
                      <a:pt x="58483" y="35845"/>
                      <a:pt x="181130" y="-24224"/>
                      <a:pt x="297343" y="9223"/>
                    </a:cubicBezTo>
                    <a:cubicBezTo>
                      <a:pt x="304041" y="11158"/>
                      <a:pt x="336245" y="22224"/>
                      <a:pt x="342746" y="24754"/>
                    </a:cubicBezTo>
                    <a:cubicBezTo>
                      <a:pt x="363244" y="32798"/>
                      <a:pt x="373342" y="55936"/>
                      <a:pt x="365298" y="76434"/>
                    </a:cubicBezTo>
                    <a:cubicBezTo>
                      <a:pt x="357255" y="96933"/>
                      <a:pt x="334117" y="107031"/>
                      <a:pt x="313618" y="98987"/>
                    </a:cubicBezTo>
                    <a:lnTo>
                      <a:pt x="313618" y="98987"/>
                    </a:lnTo>
                    <a:cubicBezTo>
                      <a:pt x="309401" y="97101"/>
                      <a:pt x="279628" y="86880"/>
                      <a:pt x="274666" y="85490"/>
                    </a:cubicBezTo>
                    <a:cubicBezTo>
                      <a:pt x="197959" y="63468"/>
                      <a:pt x="117040" y="103123"/>
                      <a:pt x="87447" y="177239"/>
                    </a:cubicBezTo>
                    <a:cubicBezTo>
                      <a:pt x="79805" y="196690"/>
                      <a:pt x="77523" y="220508"/>
                      <a:pt x="80599" y="250082"/>
                    </a:cubicBezTo>
                    <a:cubicBezTo>
                      <a:pt x="82854" y="271880"/>
                      <a:pt x="67017" y="291382"/>
                      <a:pt x="45220" y="293649"/>
                    </a:cubicBezTo>
                    <a:cubicBezTo>
                      <a:pt x="43830" y="293748"/>
                      <a:pt x="42441" y="293847"/>
                      <a:pt x="41052" y="29384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C07792F-3284-F548-B422-20840F96D16A}"/>
                </a:ext>
              </a:extLst>
            </p:cNvPr>
            <p:cNvSpPr/>
            <p:nvPr/>
          </p:nvSpPr>
          <p:spPr>
            <a:xfrm>
              <a:off x="6937816" y="3207839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3" y="129460"/>
                    <a:pt x="0" y="111686"/>
                    <a:pt x="0" y="8976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9764"/>
                  </a:lnTo>
                  <a:cubicBezTo>
                    <a:pt x="79393" y="111686"/>
                    <a:pt x="61621" y="129460"/>
                    <a:pt x="39697" y="129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5">
            <a:extLst>
              <a:ext uri="{FF2B5EF4-FFF2-40B4-BE49-F238E27FC236}">
                <a16:creationId xmlns:a16="http://schemas.microsoft.com/office/drawing/2014/main" id="{43C48082-1DC5-4C7C-A773-9A8DAAEF4A36}"/>
              </a:ext>
            </a:extLst>
          </p:cNvPr>
          <p:cNvGrpSpPr>
            <a:grpSpLocks noChangeAspect="1"/>
          </p:cNvGrpSpPr>
          <p:nvPr/>
        </p:nvGrpSpPr>
        <p:grpSpPr>
          <a:xfrm>
            <a:off x="8189527" y="2555178"/>
            <a:ext cx="645565" cy="800629"/>
            <a:chOff x="8189527" y="2555178"/>
            <a:chExt cx="645565" cy="80062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67EC1D3-7609-6544-83EB-A852FC19285F}"/>
                </a:ext>
              </a:extLst>
            </p:cNvPr>
            <p:cNvSpPr/>
            <p:nvPr/>
          </p:nvSpPr>
          <p:spPr>
            <a:xfrm>
              <a:off x="8330301" y="2555178"/>
              <a:ext cx="364017" cy="364017"/>
            </a:xfrm>
            <a:custGeom>
              <a:avLst/>
              <a:gdLst>
                <a:gd name="connsiteX0" fmla="*/ 182009 w 364017"/>
                <a:gd name="connsiteY0" fmla="*/ 364017 h 364017"/>
                <a:gd name="connsiteX1" fmla="*/ 0 w 364017"/>
                <a:gd name="connsiteY1" fmla="*/ 182009 h 364017"/>
                <a:gd name="connsiteX2" fmla="*/ 182009 w 364017"/>
                <a:gd name="connsiteY2" fmla="*/ 0 h 364017"/>
                <a:gd name="connsiteX3" fmla="*/ 364018 w 364017"/>
                <a:gd name="connsiteY3" fmla="*/ 182009 h 364017"/>
                <a:gd name="connsiteX4" fmla="*/ 364018 w 364017"/>
                <a:gd name="connsiteY4" fmla="*/ 182058 h 364017"/>
                <a:gd name="connsiteX5" fmla="*/ 182009 w 364017"/>
                <a:gd name="connsiteY5" fmla="*/ 364017 h 364017"/>
                <a:gd name="connsiteX6" fmla="*/ 182009 w 364017"/>
                <a:gd name="connsiteY6" fmla="*/ 79443 h 364017"/>
                <a:gd name="connsiteX7" fmla="*/ 79393 w 364017"/>
                <a:gd name="connsiteY7" fmla="*/ 182058 h 364017"/>
                <a:gd name="connsiteX8" fmla="*/ 182009 w 364017"/>
                <a:gd name="connsiteY8" fmla="*/ 284674 h 364017"/>
                <a:gd name="connsiteX9" fmla="*/ 284625 w 364017"/>
                <a:gd name="connsiteY9" fmla="*/ 182058 h 364017"/>
                <a:gd name="connsiteX10" fmla="*/ 182009 w 364017"/>
                <a:gd name="connsiteY10" fmla="*/ 79443 h 36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4017" h="364017">
                  <a:moveTo>
                    <a:pt x="182009" y="364017"/>
                  </a:moveTo>
                  <a:cubicBezTo>
                    <a:pt x="81488" y="364017"/>
                    <a:pt x="0" y="282529"/>
                    <a:pt x="0" y="182009"/>
                  </a:cubicBezTo>
                  <a:cubicBezTo>
                    <a:pt x="0" y="81488"/>
                    <a:pt x="81488" y="0"/>
                    <a:pt x="182009" y="0"/>
                  </a:cubicBezTo>
                  <a:cubicBezTo>
                    <a:pt x="282531" y="0"/>
                    <a:pt x="364018" y="81488"/>
                    <a:pt x="364018" y="182009"/>
                  </a:cubicBezTo>
                  <a:cubicBezTo>
                    <a:pt x="364018" y="182025"/>
                    <a:pt x="364018" y="182042"/>
                    <a:pt x="364018" y="182058"/>
                  </a:cubicBezTo>
                  <a:cubicBezTo>
                    <a:pt x="363879" y="282514"/>
                    <a:pt x="282466" y="363908"/>
                    <a:pt x="182009" y="364017"/>
                  </a:cubicBezTo>
                  <a:close/>
                  <a:moveTo>
                    <a:pt x="182009" y="79443"/>
                  </a:moveTo>
                  <a:cubicBezTo>
                    <a:pt x="125336" y="79443"/>
                    <a:pt x="79393" y="125386"/>
                    <a:pt x="79393" y="182058"/>
                  </a:cubicBezTo>
                  <a:cubicBezTo>
                    <a:pt x="79393" y="238731"/>
                    <a:pt x="125336" y="284674"/>
                    <a:pt x="182009" y="284674"/>
                  </a:cubicBezTo>
                  <a:cubicBezTo>
                    <a:pt x="238682" y="284674"/>
                    <a:pt x="284625" y="238731"/>
                    <a:pt x="284625" y="182058"/>
                  </a:cubicBezTo>
                  <a:cubicBezTo>
                    <a:pt x="284540" y="125419"/>
                    <a:pt x="238648" y="79525"/>
                    <a:pt x="182009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E1A506D9-675F-CE4E-98DA-776AEAFBFB1D}"/>
                </a:ext>
              </a:extLst>
            </p:cNvPr>
            <p:cNvSpPr/>
            <p:nvPr/>
          </p:nvSpPr>
          <p:spPr>
            <a:xfrm>
              <a:off x="8189527" y="2897461"/>
              <a:ext cx="645565" cy="458346"/>
            </a:xfrm>
            <a:custGeom>
              <a:avLst/>
              <a:gdLst>
                <a:gd name="connsiteX0" fmla="*/ 605869 w 645565"/>
                <a:gd name="connsiteY0" fmla="*/ 458346 h 458346"/>
                <a:gd name="connsiteX1" fmla="*/ 566173 w 645565"/>
                <a:gd name="connsiteY1" fmla="*/ 418650 h 458346"/>
                <a:gd name="connsiteX2" fmla="*/ 566173 w 645565"/>
                <a:gd name="connsiteY2" fmla="*/ 322783 h 458346"/>
                <a:gd name="connsiteX3" fmla="*/ 322783 w 645565"/>
                <a:gd name="connsiteY3" fmla="*/ 79393 h 458346"/>
                <a:gd name="connsiteX4" fmla="*/ 79393 w 645565"/>
                <a:gd name="connsiteY4" fmla="*/ 322783 h 458346"/>
                <a:gd name="connsiteX5" fmla="*/ 79393 w 645565"/>
                <a:gd name="connsiteY5" fmla="*/ 418650 h 458346"/>
                <a:gd name="connsiteX6" fmla="*/ 39697 w 645565"/>
                <a:gd name="connsiteY6" fmla="*/ 458346 h 458346"/>
                <a:gd name="connsiteX7" fmla="*/ 0 w 645565"/>
                <a:gd name="connsiteY7" fmla="*/ 418650 h 458346"/>
                <a:gd name="connsiteX8" fmla="*/ 0 w 645565"/>
                <a:gd name="connsiteY8" fmla="*/ 322783 h 458346"/>
                <a:gd name="connsiteX9" fmla="*/ 322783 w 645565"/>
                <a:gd name="connsiteY9" fmla="*/ 0 h 458346"/>
                <a:gd name="connsiteX10" fmla="*/ 645566 w 645565"/>
                <a:gd name="connsiteY10" fmla="*/ 322783 h 458346"/>
                <a:gd name="connsiteX11" fmla="*/ 645566 w 645565"/>
                <a:gd name="connsiteY11" fmla="*/ 418650 h 458346"/>
                <a:gd name="connsiteX12" fmla="*/ 605869 w 645565"/>
                <a:gd name="connsiteY12" fmla="*/ 458346 h 458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565" h="458346">
                  <a:moveTo>
                    <a:pt x="605869" y="458346"/>
                  </a:moveTo>
                  <a:cubicBezTo>
                    <a:pt x="583947" y="458346"/>
                    <a:pt x="566173" y="440572"/>
                    <a:pt x="566173" y="418650"/>
                  </a:cubicBezTo>
                  <a:lnTo>
                    <a:pt x="566173" y="322783"/>
                  </a:lnTo>
                  <a:cubicBezTo>
                    <a:pt x="566173" y="188360"/>
                    <a:pt x="457206" y="79393"/>
                    <a:pt x="322783" y="79393"/>
                  </a:cubicBezTo>
                  <a:cubicBezTo>
                    <a:pt x="188362" y="79393"/>
                    <a:pt x="79393" y="188360"/>
                    <a:pt x="79393" y="322783"/>
                  </a:cubicBezTo>
                  <a:lnTo>
                    <a:pt x="79393" y="418650"/>
                  </a:lnTo>
                  <a:cubicBezTo>
                    <a:pt x="79393" y="440572"/>
                    <a:pt x="61621" y="458346"/>
                    <a:pt x="39697" y="458346"/>
                  </a:cubicBezTo>
                  <a:cubicBezTo>
                    <a:pt x="17773" y="458346"/>
                    <a:pt x="0" y="440572"/>
                    <a:pt x="0" y="418650"/>
                  </a:cubicBezTo>
                  <a:lnTo>
                    <a:pt x="0" y="322783"/>
                  </a:lnTo>
                  <a:cubicBezTo>
                    <a:pt x="0" y="144515"/>
                    <a:pt x="144515" y="0"/>
                    <a:pt x="322783" y="0"/>
                  </a:cubicBezTo>
                  <a:cubicBezTo>
                    <a:pt x="501050" y="0"/>
                    <a:pt x="645566" y="144515"/>
                    <a:pt x="645566" y="322783"/>
                  </a:cubicBezTo>
                  <a:lnTo>
                    <a:pt x="645566" y="418650"/>
                  </a:lnTo>
                  <a:cubicBezTo>
                    <a:pt x="645566" y="440572"/>
                    <a:pt x="627792" y="458346"/>
                    <a:pt x="605869" y="4583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57">
            <a:extLst>
              <a:ext uri="{FF2B5EF4-FFF2-40B4-BE49-F238E27FC236}">
                <a16:creationId xmlns:a16="http://schemas.microsoft.com/office/drawing/2014/main" id="{F57BB272-7506-43FE-8F3F-227F79F56752}"/>
              </a:ext>
            </a:extLst>
          </p:cNvPr>
          <p:cNvGrpSpPr>
            <a:grpSpLocks noChangeAspect="1"/>
          </p:cNvGrpSpPr>
          <p:nvPr/>
        </p:nvGrpSpPr>
        <p:grpSpPr>
          <a:xfrm>
            <a:off x="9485788" y="2536223"/>
            <a:ext cx="688037" cy="838291"/>
            <a:chOff x="9485788" y="2536223"/>
            <a:chExt cx="688037" cy="838291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DA9885E3-5D3F-C942-BC5A-6DED1D64209F}"/>
                </a:ext>
              </a:extLst>
            </p:cNvPr>
            <p:cNvSpPr/>
            <p:nvPr/>
          </p:nvSpPr>
          <p:spPr>
            <a:xfrm>
              <a:off x="9485788" y="2560896"/>
              <a:ext cx="688037" cy="813618"/>
            </a:xfrm>
            <a:custGeom>
              <a:avLst/>
              <a:gdLst>
                <a:gd name="connsiteX0" fmla="*/ 453294 w 688037"/>
                <a:gd name="connsiteY0" fmla="*/ 813619 h 813618"/>
                <a:gd name="connsiteX1" fmla="*/ 452798 w 688037"/>
                <a:gd name="connsiteY1" fmla="*/ 813619 h 813618"/>
                <a:gd name="connsiteX2" fmla="*/ 382337 w 688037"/>
                <a:gd name="connsiteY2" fmla="*/ 782258 h 813618"/>
                <a:gd name="connsiteX3" fmla="*/ 356435 w 688037"/>
                <a:gd name="connsiteY3" fmla="*/ 726237 h 813618"/>
                <a:gd name="connsiteX4" fmla="*/ 356435 w 688037"/>
                <a:gd name="connsiteY4" fmla="*/ 500115 h 813618"/>
                <a:gd name="connsiteX5" fmla="*/ 347056 w 688037"/>
                <a:gd name="connsiteY5" fmla="*/ 490985 h 813618"/>
                <a:gd name="connsiteX6" fmla="*/ 339464 w 688037"/>
                <a:gd name="connsiteY6" fmla="*/ 497336 h 813618"/>
                <a:gd name="connsiteX7" fmla="*/ 339464 w 688037"/>
                <a:gd name="connsiteY7" fmla="*/ 499371 h 813618"/>
                <a:gd name="connsiteX8" fmla="*/ 339464 w 688037"/>
                <a:gd name="connsiteY8" fmla="*/ 727130 h 813618"/>
                <a:gd name="connsiteX9" fmla="*/ 339464 w 688037"/>
                <a:gd name="connsiteY9" fmla="*/ 729660 h 813618"/>
                <a:gd name="connsiteX10" fmla="*/ 243150 w 688037"/>
                <a:gd name="connsiteY10" fmla="*/ 813619 h 813618"/>
                <a:gd name="connsiteX11" fmla="*/ 242605 w 688037"/>
                <a:gd name="connsiteY11" fmla="*/ 813619 h 813618"/>
                <a:gd name="connsiteX12" fmla="*/ 180678 w 688037"/>
                <a:gd name="connsiteY12" fmla="*/ 786823 h 813618"/>
                <a:gd name="connsiteX13" fmla="*/ 153783 w 688037"/>
                <a:gd name="connsiteY13" fmla="*/ 726237 h 813618"/>
                <a:gd name="connsiteX14" fmla="*/ 153783 w 688037"/>
                <a:gd name="connsiteY14" fmla="*/ 349715 h 813618"/>
                <a:gd name="connsiteX15" fmla="*/ 152146 w 688037"/>
                <a:gd name="connsiteY15" fmla="*/ 343264 h 813618"/>
                <a:gd name="connsiteX16" fmla="*/ 8246 w 688037"/>
                <a:gd name="connsiteY16" fmla="*/ 127166 h 813618"/>
                <a:gd name="connsiteX17" fmla="*/ 6856 w 688037"/>
                <a:gd name="connsiteY17" fmla="*/ 124883 h 813618"/>
                <a:gd name="connsiteX18" fmla="*/ 3135 w 688037"/>
                <a:gd name="connsiteY18" fmla="*/ 75858 h 813618"/>
                <a:gd name="connsiteX19" fmla="*/ 52110 w 688037"/>
                <a:gd name="connsiteY19" fmla="*/ 12989 h 813618"/>
                <a:gd name="connsiteX20" fmla="*/ 112747 w 688037"/>
                <a:gd name="connsiteY20" fmla="*/ 3412 h 813618"/>
                <a:gd name="connsiteX21" fmla="*/ 177254 w 688037"/>
                <a:gd name="connsiteY21" fmla="*/ 46532 h 813618"/>
                <a:gd name="connsiteX22" fmla="*/ 278828 w 688037"/>
                <a:gd name="connsiteY22" fmla="*/ 197082 h 813618"/>
                <a:gd name="connsiteX23" fmla="*/ 345965 w 688037"/>
                <a:gd name="connsiteY23" fmla="*/ 225415 h 813618"/>
                <a:gd name="connsiteX24" fmla="*/ 417220 w 688037"/>
                <a:gd name="connsiteY24" fmla="*/ 203185 h 813618"/>
                <a:gd name="connsiteX25" fmla="*/ 512194 w 688037"/>
                <a:gd name="connsiteY25" fmla="*/ 48914 h 813618"/>
                <a:gd name="connsiteX26" fmla="*/ 638578 w 688037"/>
                <a:gd name="connsiteY26" fmla="*/ 12294 h 813618"/>
                <a:gd name="connsiteX27" fmla="*/ 685073 w 688037"/>
                <a:gd name="connsiteY27" fmla="*/ 68564 h 813618"/>
                <a:gd name="connsiteX28" fmla="*/ 679267 w 688037"/>
                <a:gd name="connsiteY28" fmla="*/ 124784 h 813618"/>
                <a:gd name="connsiteX29" fmla="*/ 678572 w 688037"/>
                <a:gd name="connsiteY29" fmla="*/ 125926 h 813618"/>
                <a:gd name="connsiteX30" fmla="*/ 543902 w 688037"/>
                <a:gd name="connsiteY30" fmla="*/ 343016 h 813618"/>
                <a:gd name="connsiteX31" fmla="*/ 542165 w 688037"/>
                <a:gd name="connsiteY31" fmla="*/ 349764 h 813618"/>
                <a:gd name="connsiteX32" fmla="*/ 542165 w 688037"/>
                <a:gd name="connsiteY32" fmla="*/ 727130 h 813618"/>
                <a:gd name="connsiteX33" fmla="*/ 542165 w 688037"/>
                <a:gd name="connsiteY33" fmla="*/ 727973 h 813618"/>
                <a:gd name="connsiteX34" fmla="*/ 453294 w 688037"/>
                <a:gd name="connsiteY34" fmla="*/ 813619 h 813618"/>
                <a:gd name="connsiteX35" fmla="*/ 435828 w 688037"/>
                <a:gd name="connsiteY35" fmla="*/ 723259 h 813618"/>
                <a:gd name="connsiteX36" fmla="*/ 452798 w 688037"/>
                <a:gd name="connsiteY36" fmla="*/ 734226 h 813618"/>
                <a:gd name="connsiteX37" fmla="*/ 452798 w 688037"/>
                <a:gd name="connsiteY37" fmla="*/ 734226 h 813618"/>
                <a:gd name="connsiteX38" fmla="*/ 462722 w 688037"/>
                <a:gd name="connsiteY38" fmla="*/ 725889 h 813618"/>
                <a:gd name="connsiteX39" fmla="*/ 462722 w 688037"/>
                <a:gd name="connsiteY39" fmla="*/ 349764 h 813618"/>
                <a:gd name="connsiteX40" fmla="*/ 475177 w 688037"/>
                <a:gd name="connsiteY40" fmla="*/ 303121 h 813618"/>
                <a:gd name="connsiteX41" fmla="*/ 475921 w 688037"/>
                <a:gd name="connsiteY41" fmla="*/ 301930 h 813618"/>
                <a:gd name="connsiteX42" fmla="*/ 608111 w 688037"/>
                <a:gd name="connsiteY42" fmla="*/ 88809 h 813618"/>
                <a:gd name="connsiteX43" fmla="*/ 599378 w 688037"/>
                <a:gd name="connsiteY43" fmla="*/ 81366 h 813618"/>
                <a:gd name="connsiteX44" fmla="*/ 580671 w 688037"/>
                <a:gd name="connsiteY44" fmla="*/ 89057 h 813618"/>
                <a:gd name="connsiteX45" fmla="*/ 580026 w 688037"/>
                <a:gd name="connsiteY45" fmla="*/ 90099 h 813618"/>
                <a:gd name="connsiteX46" fmla="*/ 482620 w 688037"/>
                <a:gd name="connsiteY46" fmla="*/ 248241 h 813618"/>
                <a:gd name="connsiteX47" fmla="*/ 345965 w 688037"/>
                <a:gd name="connsiteY47" fmla="*/ 304808 h 813618"/>
                <a:gd name="connsiteX48" fmla="*/ 215363 w 688037"/>
                <a:gd name="connsiteY48" fmla="*/ 244817 h 813618"/>
                <a:gd name="connsiteX49" fmla="*/ 213775 w 688037"/>
                <a:gd name="connsiteY49" fmla="*/ 242633 h 813618"/>
                <a:gd name="connsiteX50" fmla="*/ 111060 w 688037"/>
                <a:gd name="connsiteY50" fmla="*/ 90050 h 813618"/>
                <a:gd name="connsiteX51" fmla="*/ 110365 w 688037"/>
                <a:gd name="connsiteY51" fmla="*/ 89008 h 813618"/>
                <a:gd name="connsiteX52" fmla="*/ 93842 w 688037"/>
                <a:gd name="connsiteY52" fmla="*/ 80572 h 813618"/>
                <a:gd name="connsiteX53" fmla="*/ 92403 w 688037"/>
                <a:gd name="connsiteY53" fmla="*/ 81416 h 813618"/>
                <a:gd name="connsiteX54" fmla="*/ 81188 w 688037"/>
                <a:gd name="connsiteY54" fmla="*/ 93126 h 813618"/>
                <a:gd name="connsiteX55" fmla="*/ 219531 w 688037"/>
                <a:gd name="connsiteY55" fmla="*/ 300690 h 813618"/>
                <a:gd name="connsiteX56" fmla="*/ 220920 w 688037"/>
                <a:gd name="connsiteY56" fmla="*/ 302923 h 813618"/>
                <a:gd name="connsiteX57" fmla="*/ 233524 w 688037"/>
                <a:gd name="connsiteY57" fmla="*/ 349764 h 813618"/>
                <a:gd name="connsiteX58" fmla="*/ 233524 w 688037"/>
                <a:gd name="connsiteY58" fmla="*/ 725592 h 813618"/>
                <a:gd name="connsiteX59" fmla="*/ 243001 w 688037"/>
                <a:gd name="connsiteY59" fmla="*/ 734226 h 813618"/>
                <a:gd name="connsiteX60" fmla="*/ 243547 w 688037"/>
                <a:gd name="connsiteY60" fmla="*/ 734226 h 813618"/>
                <a:gd name="connsiteX61" fmla="*/ 260468 w 688037"/>
                <a:gd name="connsiteY61" fmla="*/ 722813 h 813618"/>
                <a:gd name="connsiteX62" fmla="*/ 260468 w 688037"/>
                <a:gd name="connsiteY62" fmla="*/ 500214 h 813618"/>
                <a:gd name="connsiteX63" fmla="*/ 283690 w 688037"/>
                <a:gd name="connsiteY63" fmla="*/ 440670 h 813618"/>
                <a:gd name="connsiteX64" fmla="*/ 348197 w 688037"/>
                <a:gd name="connsiteY64" fmla="*/ 410897 h 813618"/>
                <a:gd name="connsiteX65" fmla="*/ 436076 w 688037"/>
                <a:gd name="connsiteY65" fmla="*/ 498428 h 813618"/>
                <a:gd name="connsiteX66" fmla="*/ 436076 w 688037"/>
                <a:gd name="connsiteY66" fmla="*/ 723110 h 813618"/>
                <a:gd name="connsiteX67" fmla="*/ 109522 w 688037"/>
                <a:gd name="connsiteY67" fmla="*/ 87718 h 813618"/>
                <a:gd name="connsiteX68" fmla="*/ 109522 w 688037"/>
                <a:gd name="connsiteY68" fmla="*/ 87718 h 813618"/>
                <a:gd name="connsiteX69" fmla="*/ 73050 w 688037"/>
                <a:gd name="connsiteY69" fmla="*/ 46781 h 813618"/>
                <a:gd name="connsiteX70" fmla="*/ 73050 w 688037"/>
                <a:gd name="connsiteY70" fmla="*/ 46781 h 81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88037" h="813618">
                  <a:moveTo>
                    <a:pt x="453294" y="813619"/>
                  </a:moveTo>
                  <a:lnTo>
                    <a:pt x="452798" y="813619"/>
                  </a:lnTo>
                  <a:cubicBezTo>
                    <a:pt x="428831" y="813619"/>
                    <a:pt x="401887" y="801610"/>
                    <a:pt x="382337" y="782258"/>
                  </a:cubicBezTo>
                  <a:cubicBezTo>
                    <a:pt x="366565" y="767794"/>
                    <a:pt x="357237" y="747623"/>
                    <a:pt x="356435" y="726237"/>
                  </a:cubicBezTo>
                  <a:lnTo>
                    <a:pt x="356435" y="500115"/>
                  </a:lnTo>
                  <a:cubicBezTo>
                    <a:pt x="354244" y="496240"/>
                    <a:pt x="350990" y="493069"/>
                    <a:pt x="347056" y="490985"/>
                  </a:cubicBezTo>
                  <a:cubicBezTo>
                    <a:pt x="343915" y="492240"/>
                    <a:pt x="341256" y="494468"/>
                    <a:pt x="339464" y="497336"/>
                  </a:cubicBezTo>
                  <a:cubicBezTo>
                    <a:pt x="339464" y="498031"/>
                    <a:pt x="339464" y="498627"/>
                    <a:pt x="339464" y="499371"/>
                  </a:cubicBezTo>
                  <a:lnTo>
                    <a:pt x="339464" y="727130"/>
                  </a:lnTo>
                  <a:cubicBezTo>
                    <a:pt x="339464" y="727973"/>
                    <a:pt x="339464" y="728817"/>
                    <a:pt x="339464" y="729660"/>
                  </a:cubicBezTo>
                  <a:cubicBezTo>
                    <a:pt x="336636" y="772979"/>
                    <a:pt x="289843" y="813619"/>
                    <a:pt x="243150" y="813619"/>
                  </a:cubicBezTo>
                  <a:lnTo>
                    <a:pt x="242605" y="813619"/>
                  </a:lnTo>
                  <a:cubicBezTo>
                    <a:pt x="219253" y="813127"/>
                    <a:pt x="197022" y="803511"/>
                    <a:pt x="180678" y="786823"/>
                  </a:cubicBezTo>
                  <a:cubicBezTo>
                    <a:pt x="164081" y="770960"/>
                    <a:pt x="154416" y="749186"/>
                    <a:pt x="153783" y="726237"/>
                  </a:cubicBezTo>
                  <a:lnTo>
                    <a:pt x="153783" y="349715"/>
                  </a:lnTo>
                  <a:cubicBezTo>
                    <a:pt x="153731" y="347468"/>
                    <a:pt x="153172" y="345263"/>
                    <a:pt x="152146" y="343264"/>
                  </a:cubicBezTo>
                  <a:lnTo>
                    <a:pt x="8246" y="127166"/>
                  </a:lnTo>
                  <a:cubicBezTo>
                    <a:pt x="7750" y="126422"/>
                    <a:pt x="7303" y="125677"/>
                    <a:pt x="6856" y="124883"/>
                  </a:cubicBezTo>
                  <a:cubicBezTo>
                    <a:pt x="-835" y="111436"/>
                    <a:pt x="-2026" y="94416"/>
                    <a:pt x="3135" y="75858"/>
                  </a:cubicBezTo>
                  <a:cubicBezTo>
                    <a:pt x="10814" y="49407"/>
                    <a:pt x="28342" y="26906"/>
                    <a:pt x="52110" y="12989"/>
                  </a:cubicBezTo>
                  <a:cubicBezTo>
                    <a:pt x="70181" y="1687"/>
                    <a:pt x="92074" y="-1770"/>
                    <a:pt x="112747" y="3412"/>
                  </a:cubicBezTo>
                  <a:cubicBezTo>
                    <a:pt x="139096" y="9317"/>
                    <a:pt x="165395" y="26932"/>
                    <a:pt x="177254" y="46532"/>
                  </a:cubicBezTo>
                  <a:lnTo>
                    <a:pt x="278828" y="197082"/>
                  </a:lnTo>
                  <a:cubicBezTo>
                    <a:pt x="301355" y="225415"/>
                    <a:pt x="324032" y="225415"/>
                    <a:pt x="345965" y="225415"/>
                  </a:cubicBezTo>
                  <a:cubicBezTo>
                    <a:pt x="380699" y="225415"/>
                    <a:pt x="406353" y="217327"/>
                    <a:pt x="417220" y="203185"/>
                  </a:cubicBezTo>
                  <a:cubicBezTo>
                    <a:pt x="424564" y="191326"/>
                    <a:pt x="481380" y="98981"/>
                    <a:pt x="512194" y="48914"/>
                  </a:cubicBezTo>
                  <a:cubicBezTo>
                    <a:pt x="532042" y="14825"/>
                    <a:pt x="584194" y="-18768"/>
                    <a:pt x="638578" y="12294"/>
                  </a:cubicBezTo>
                  <a:cubicBezTo>
                    <a:pt x="668847" y="29314"/>
                    <a:pt x="680607" y="52288"/>
                    <a:pt x="685073" y="68564"/>
                  </a:cubicBezTo>
                  <a:cubicBezTo>
                    <a:pt x="690501" y="87348"/>
                    <a:pt x="688422" y="107507"/>
                    <a:pt x="679267" y="124784"/>
                  </a:cubicBezTo>
                  <a:cubicBezTo>
                    <a:pt x="679009" y="125146"/>
                    <a:pt x="678776" y="125528"/>
                    <a:pt x="678572" y="125926"/>
                  </a:cubicBezTo>
                  <a:lnTo>
                    <a:pt x="543902" y="343016"/>
                  </a:lnTo>
                  <a:cubicBezTo>
                    <a:pt x="542780" y="345089"/>
                    <a:pt x="542180" y="347406"/>
                    <a:pt x="542165" y="349764"/>
                  </a:cubicBezTo>
                  <a:lnTo>
                    <a:pt x="542165" y="727130"/>
                  </a:lnTo>
                  <a:lnTo>
                    <a:pt x="542165" y="727973"/>
                  </a:lnTo>
                  <a:cubicBezTo>
                    <a:pt x="541321" y="773724"/>
                    <a:pt x="499789" y="813619"/>
                    <a:pt x="453294" y="813619"/>
                  </a:cubicBezTo>
                  <a:close/>
                  <a:moveTo>
                    <a:pt x="435828" y="723259"/>
                  </a:moveTo>
                  <a:cubicBezTo>
                    <a:pt x="440145" y="728658"/>
                    <a:pt x="446099" y="732509"/>
                    <a:pt x="452798" y="734226"/>
                  </a:cubicBezTo>
                  <a:lnTo>
                    <a:pt x="452798" y="734226"/>
                  </a:lnTo>
                  <a:cubicBezTo>
                    <a:pt x="457259" y="733213"/>
                    <a:pt x="460956" y="730112"/>
                    <a:pt x="462722" y="725889"/>
                  </a:cubicBezTo>
                  <a:lnTo>
                    <a:pt x="462722" y="349764"/>
                  </a:lnTo>
                  <a:cubicBezTo>
                    <a:pt x="462757" y="333399"/>
                    <a:pt x="467049" y="317324"/>
                    <a:pt x="475177" y="303121"/>
                  </a:cubicBezTo>
                  <a:lnTo>
                    <a:pt x="475921" y="301930"/>
                  </a:lnTo>
                  <a:lnTo>
                    <a:pt x="608111" y="88809"/>
                  </a:lnTo>
                  <a:cubicBezTo>
                    <a:pt x="605898" y="85611"/>
                    <a:pt x="602886" y="83046"/>
                    <a:pt x="599378" y="81366"/>
                  </a:cubicBezTo>
                  <a:cubicBezTo>
                    <a:pt x="588858" y="75412"/>
                    <a:pt x="580720" y="88908"/>
                    <a:pt x="580671" y="89057"/>
                  </a:cubicBezTo>
                  <a:lnTo>
                    <a:pt x="580026" y="90099"/>
                  </a:lnTo>
                  <a:cubicBezTo>
                    <a:pt x="483513" y="247000"/>
                    <a:pt x="483513" y="247000"/>
                    <a:pt x="482620" y="248241"/>
                  </a:cubicBezTo>
                  <a:cubicBezTo>
                    <a:pt x="449225" y="295033"/>
                    <a:pt x="389879" y="304808"/>
                    <a:pt x="345965" y="304808"/>
                  </a:cubicBezTo>
                  <a:cubicBezTo>
                    <a:pt x="318723" y="304808"/>
                    <a:pt x="262006" y="304808"/>
                    <a:pt x="215363" y="244817"/>
                  </a:cubicBezTo>
                  <a:cubicBezTo>
                    <a:pt x="214817" y="244122"/>
                    <a:pt x="214271" y="243378"/>
                    <a:pt x="213775" y="242633"/>
                  </a:cubicBezTo>
                  <a:lnTo>
                    <a:pt x="111060" y="90050"/>
                  </a:lnTo>
                  <a:lnTo>
                    <a:pt x="110365" y="89008"/>
                  </a:lnTo>
                  <a:cubicBezTo>
                    <a:pt x="105713" y="84766"/>
                    <a:pt x="100006" y="81852"/>
                    <a:pt x="93842" y="80572"/>
                  </a:cubicBezTo>
                  <a:lnTo>
                    <a:pt x="92403" y="81416"/>
                  </a:lnTo>
                  <a:cubicBezTo>
                    <a:pt x="87611" y="84153"/>
                    <a:pt x="83715" y="88220"/>
                    <a:pt x="81188" y="93126"/>
                  </a:cubicBezTo>
                  <a:lnTo>
                    <a:pt x="219531" y="300690"/>
                  </a:lnTo>
                  <a:cubicBezTo>
                    <a:pt x="220027" y="301384"/>
                    <a:pt x="220474" y="302178"/>
                    <a:pt x="220920" y="302923"/>
                  </a:cubicBezTo>
                  <a:cubicBezTo>
                    <a:pt x="229135" y="317170"/>
                    <a:pt x="233480" y="333319"/>
                    <a:pt x="233524" y="349764"/>
                  </a:cubicBezTo>
                  <a:lnTo>
                    <a:pt x="233524" y="725592"/>
                  </a:lnTo>
                  <a:cubicBezTo>
                    <a:pt x="235383" y="729636"/>
                    <a:pt x="238803" y="732752"/>
                    <a:pt x="243001" y="734226"/>
                  </a:cubicBezTo>
                  <a:lnTo>
                    <a:pt x="243547" y="734226"/>
                  </a:lnTo>
                  <a:cubicBezTo>
                    <a:pt x="250458" y="732767"/>
                    <a:pt x="256527" y="728673"/>
                    <a:pt x="260468" y="722813"/>
                  </a:cubicBezTo>
                  <a:lnTo>
                    <a:pt x="260468" y="500214"/>
                  </a:lnTo>
                  <a:cubicBezTo>
                    <a:pt x="259822" y="478039"/>
                    <a:pt x="268202" y="456552"/>
                    <a:pt x="283690" y="440670"/>
                  </a:cubicBezTo>
                  <a:cubicBezTo>
                    <a:pt x="300398" y="422590"/>
                    <a:pt x="323599" y="411882"/>
                    <a:pt x="348197" y="410897"/>
                  </a:cubicBezTo>
                  <a:cubicBezTo>
                    <a:pt x="387249" y="410897"/>
                    <a:pt x="435083" y="449949"/>
                    <a:pt x="436076" y="498428"/>
                  </a:cubicBezTo>
                  <a:lnTo>
                    <a:pt x="436076" y="723110"/>
                  </a:lnTo>
                  <a:close/>
                  <a:moveTo>
                    <a:pt x="109522" y="87718"/>
                  </a:moveTo>
                  <a:lnTo>
                    <a:pt x="109522" y="87718"/>
                  </a:lnTo>
                  <a:close/>
                  <a:moveTo>
                    <a:pt x="73050" y="46781"/>
                  </a:moveTo>
                  <a:lnTo>
                    <a:pt x="73050" y="4678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D5A846AF-2228-744E-9601-88722C385567}"/>
                </a:ext>
              </a:extLst>
            </p:cNvPr>
            <p:cNvSpPr/>
            <p:nvPr/>
          </p:nvSpPr>
          <p:spPr>
            <a:xfrm>
              <a:off x="9723132" y="2536223"/>
              <a:ext cx="218331" cy="218331"/>
            </a:xfrm>
            <a:custGeom>
              <a:avLst/>
              <a:gdLst>
                <a:gd name="connsiteX0" fmla="*/ 109166 w 218331"/>
                <a:gd name="connsiteY0" fmla="*/ 218331 h 218331"/>
                <a:gd name="connsiteX1" fmla="*/ 0 w 218331"/>
                <a:gd name="connsiteY1" fmla="*/ 109166 h 218331"/>
                <a:gd name="connsiteX2" fmla="*/ 109166 w 218331"/>
                <a:gd name="connsiteY2" fmla="*/ 0 h 218331"/>
                <a:gd name="connsiteX3" fmla="*/ 218331 w 218331"/>
                <a:gd name="connsiteY3" fmla="*/ 109166 h 218331"/>
                <a:gd name="connsiteX4" fmla="*/ 109166 w 218331"/>
                <a:gd name="connsiteY4" fmla="*/ 218331 h 218331"/>
                <a:gd name="connsiteX5" fmla="*/ 109166 w 218331"/>
                <a:gd name="connsiteY5" fmla="*/ 79393 h 218331"/>
                <a:gd name="connsiteX6" fmla="*/ 79393 w 218331"/>
                <a:gd name="connsiteY6" fmla="*/ 109166 h 218331"/>
                <a:gd name="connsiteX7" fmla="*/ 109166 w 218331"/>
                <a:gd name="connsiteY7" fmla="*/ 138938 h 218331"/>
                <a:gd name="connsiteX8" fmla="*/ 138938 w 218331"/>
                <a:gd name="connsiteY8" fmla="*/ 109166 h 218331"/>
                <a:gd name="connsiteX9" fmla="*/ 109166 w 218331"/>
                <a:gd name="connsiteY9" fmla="*/ 79691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331" h="218331">
                  <a:moveTo>
                    <a:pt x="109166" y="218331"/>
                  </a:moveTo>
                  <a:cubicBezTo>
                    <a:pt x="48875" y="218331"/>
                    <a:pt x="0" y="169456"/>
                    <a:pt x="0" y="109166"/>
                  </a:cubicBezTo>
                  <a:cubicBezTo>
                    <a:pt x="0" y="48875"/>
                    <a:pt x="48875" y="0"/>
                    <a:pt x="109166" y="0"/>
                  </a:cubicBezTo>
                  <a:cubicBezTo>
                    <a:pt x="169455" y="0"/>
                    <a:pt x="218331" y="48875"/>
                    <a:pt x="218331" y="109166"/>
                  </a:cubicBezTo>
                  <a:cubicBezTo>
                    <a:pt x="218331" y="169456"/>
                    <a:pt x="169455" y="218331"/>
                    <a:pt x="109166" y="218331"/>
                  </a:cubicBezTo>
                  <a:close/>
                  <a:moveTo>
                    <a:pt x="109166" y="79393"/>
                  </a:moveTo>
                  <a:cubicBezTo>
                    <a:pt x="92723" y="79393"/>
                    <a:pt x="79393" y="92723"/>
                    <a:pt x="79393" y="109166"/>
                  </a:cubicBezTo>
                  <a:cubicBezTo>
                    <a:pt x="79393" y="125608"/>
                    <a:pt x="92723" y="138938"/>
                    <a:pt x="109166" y="138938"/>
                  </a:cubicBezTo>
                  <a:cubicBezTo>
                    <a:pt x="125608" y="138938"/>
                    <a:pt x="138938" y="125608"/>
                    <a:pt x="138938" y="109166"/>
                  </a:cubicBezTo>
                  <a:cubicBezTo>
                    <a:pt x="138775" y="92839"/>
                    <a:pt x="125493" y="79690"/>
                    <a:pt x="109166" y="796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9" name="Picture Placeholder 59">
            <a:extLst>
              <a:ext uri="{FF2B5EF4-FFF2-40B4-BE49-F238E27FC236}">
                <a16:creationId xmlns:a16="http://schemas.microsoft.com/office/drawing/2014/main" id="{6E2B85D8-B4C7-457E-8CFE-5D5A5477780D}"/>
              </a:ext>
            </a:extLst>
          </p:cNvPr>
          <p:cNvGrpSpPr>
            <a:grpSpLocks noChangeAspect="1"/>
          </p:cNvGrpSpPr>
          <p:nvPr/>
        </p:nvGrpSpPr>
        <p:grpSpPr>
          <a:xfrm>
            <a:off x="1691156" y="3651733"/>
            <a:ext cx="467228" cy="844841"/>
            <a:chOff x="1691156" y="3651733"/>
            <a:chExt cx="467228" cy="844841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FEB08551-BF44-994C-8996-C517C26A472F}"/>
                </a:ext>
              </a:extLst>
            </p:cNvPr>
            <p:cNvSpPr/>
            <p:nvPr/>
          </p:nvSpPr>
          <p:spPr>
            <a:xfrm>
              <a:off x="1799825" y="3651733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090 w 238179"/>
                <a:gd name="connsiteY9" fmla="*/ 79393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1"/>
                    <a:pt x="0" y="119090"/>
                  </a:cubicBezTo>
                  <a:cubicBezTo>
                    <a:pt x="0" y="53318"/>
                    <a:pt x="53318" y="0"/>
                    <a:pt x="119090" y="0"/>
                  </a:cubicBezTo>
                  <a:cubicBezTo>
                    <a:pt x="184861" y="0"/>
                    <a:pt x="238180" y="53318"/>
                    <a:pt x="238180" y="119090"/>
                  </a:cubicBezTo>
                  <a:cubicBezTo>
                    <a:pt x="238180" y="184861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6"/>
                    <a:pt x="79393" y="119090"/>
                  </a:cubicBezTo>
                  <a:cubicBezTo>
                    <a:pt x="79393" y="141014"/>
                    <a:pt x="97166" y="158786"/>
                    <a:pt x="119090" y="158786"/>
                  </a:cubicBezTo>
                  <a:cubicBezTo>
                    <a:pt x="141014" y="158786"/>
                    <a:pt x="158786" y="141014"/>
                    <a:pt x="158786" y="119090"/>
                  </a:cubicBezTo>
                  <a:cubicBezTo>
                    <a:pt x="158786" y="97166"/>
                    <a:pt x="141014" y="79393"/>
                    <a:pt x="11909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04D292D0-3B32-CE43-8340-AFB214CE51FD}"/>
                </a:ext>
              </a:extLst>
            </p:cNvPr>
            <p:cNvSpPr/>
            <p:nvPr/>
          </p:nvSpPr>
          <p:spPr>
            <a:xfrm>
              <a:off x="1691156" y="3867334"/>
              <a:ext cx="467228" cy="391528"/>
            </a:xfrm>
            <a:custGeom>
              <a:avLst/>
              <a:gdLst>
                <a:gd name="connsiteX0" fmla="*/ 359254 w 467228"/>
                <a:gd name="connsiteY0" fmla="*/ 391408 h 391528"/>
                <a:gd name="connsiteX1" fmla="*/ 285964 w 467228"/>
                <a:gd name="connsiteY1" fmla="*/ 318118 h 391528"/>
                <a:gd name="connsiteX2" fmla="*/ 285964 w 467228"/>
                <a:gd name="connsiteY2" fmla="*/ 173623 h 391528"/>
                <a:gd name="connsiteX3" fmla="*/ 325661 w 467228"/>
                <a:gd name="connsiteY3" fmla="*/ 133926 h 391528"/>
                <a:gd name="connsiteX4" fmla="*/ 365358 w 467228"/>
                <a:gd name="connsiteY4" fmla="*/ 173623 h 391528"/>
                <a:gd name="connsiteX5" fmla="*/ 365358 w 467228"/>
                <a:gd name="connsiteY5" fmla="*/ 312015 h 391528"/>
                <a:gd name="connsiteX6" fmla="*/ 387836 w 467228"/>
                <a:gd name="connsiteY6" fmla="*/ 312015 h 391528"/>
                <a:gd name="connsiteX7" fmla="*/ 387836 w 467228"/>
                <a:gd name="connsiteY7" fmla="*/ 79393 h 391528"/>
                <a:gd name="connsiteX8" fmla="*/ 79393 w 467228"/>
                <a:gd name="connsiteY8" fmla="*/ 79393 h 391528"/>
                <a:gd name="connsiteX9" fmla="*/ 79393 w 467228"/>
                <a:gd name="connsiteY9" fmla="*/ 308541 h 391528"/>
                <a:gd name="connsiteX10" fmla="*/ 87779 w 467228"/>
                <a:gd name="connsiteY10" fmla="*/ 311965 h 391528"/>
                <a:gd name="connsiteX11" fmla="*/ 96909 w 467228"/>
                <a:gd name="connsiteY11" fmla="*/ 311965 h 391528"/>
                <a:gd name="connsiteX12" fmla="*/ 96909 w 467228"/>
                <a:gd name="connsiteY12" fmla="*/ 173623 h 391528"/>
                <a:gd name="connsiteX13" fmla="*/ 136606 w 467228"/>
                <a:gd name="connsiteY13" fmla="*/ 133926 h 391528"/>
                <a:gd name="connsiteX14" fmla="*/ 176303 w 467228"/>
                <a:gd name="connsiteY14" fmla="*/ 173623 h 391528"/>
                <a:gd name="connsiteX15" fmla="*/ 176303 w 467228"/>
                <a:gd name="connsiteY15" fmla="*/ 318118 h 391528"/>
                <a:gd name="connsiteX16" fmla="*/ 103013 w 467228"/>
                <a:gd name="connsiteY16" fmla="*/ 391408 h 391528"/>
                <a:gd name="connsiteX17" fmla="*/ 78202 w 467228"/>
                <a:gd name="connsiteY17" fmla="*/ 390713 h 391528"/>
                <a:gd name="connsiteX18" fmla="*/ 33544 w 467228"/>
                <a:gd name="connsiteY18" fmla="*/ 373396 h 391528"/>
                <a:gd name="connsiteX19" fmla="*/ 0 w 467228"/>
                <a:gd name="connsiteY19" fmla="*/ 318118 h 391528"/>
                <a:gd name="connsiteX20" fmla="*/ 0 w 467228"/>
                <a:gd name="connsiteY20" fmla="*/ 66541 h 391528"/>
                <a:gd name="connsiteX21" fmla="*/ 66541 w 467228"/>
                <a:gd name="connsiteY21" fmla="*/ 0 h 391528"/>
                <a:gd name="connsiteX22" fmla="*/ 400688 w 467228"/>
                <a:gd name="connsiteY22" fmla="*/ 0 h 391528"/>
                <a:gd name="connsiteX23" fmla="*/ 467229 w 467228"/>
                <a:gd name="connsiteY23" fmla="*/ 66541 h 391528"/>
                <a:gd name="connsiteX24" fmla="*/ 467229 w 467228"/>
                <a:gd name="connsiteY24" fmla="*/ 318118 h 391528"/>
                <a:gd name="connsiteX25" fmla="*/ 398951 w 467228"/>
                <a:gd name="connsiteY25" fmla="*/ 391210 h 391528"/>
                <a:gd name="connsiteX26" fmla="*/ 359254 w 467228"/>
                <a:gd name="connsiteY26" fmla="*/ 391408 h 39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7228" h="391528">
                  <a:moveTo>
                    <a:pt x="359254" y="391408"/>
                  </a:moveTo>
                  <a:cubicBezTo>
                    <a:pt x="318798" y="391353"/>
                    <a:pt x="286019" y="358574"/>
                    <a:pt x="285964" y="318118"/>
                  </a:cubicBezTo>
                  <a:lnTo>
                    <a:pt x="285964" y="173623"/>
                  </a:lnTo>
                  <a:cubicBezTo>
                    <a:pt x="285964" y="151699"/>
                    <a:pt x="303739" y="133926"/>
                    <a:pt x="325661" y="133926"/>
                  </a:cubicBezTo>
                  <a:cubicBezTo>
                    <a:pt x="347583" y="133926"/>
                    <a:pt x="365358" y="151699"/>
                    <a:pt x="365358" y="173623"/>
                  </a:cubicBezTo>
                  <a:lnTo>
                    <a:pt x="365358" y="312015"/>
                  </a:lnTo>
                  <a:lnTo>
                    <a:pt x="387836" y="312015"/>
                  </a:lnTo>
                  <a:lnTo>
                    <a:pt x="387836" y="79393"/>
                  </a:lnTo>
                  <a:lnTo>
                    <a:pt x="79393" y="79393"/>
                  </a:lnTo>
                  <a:lnTo>
                    <a:pt x="79393" y="308541"/>
                  </a:lnTo>
                  <a:cubicBezTo>
                    <a:pt x="82034" y="310030"/>
                    <a:pt x="84851" y="311181"/>
                    <a:pt x="87779" y="311965"/>
                  </a:cubicBezTo>
                  <a:lnTo>
                    <a:pt x="96909" y="311965"/>
                  </a:lnTo>
                  <a:lnTo>
                    <a:pt x="96909" y="173623"/>
                  </a:lnTo>
                  <a:cubicBezTo>
                    <a:pt x="96909" y="151699"/>
                    <a:pt x="114682" y="133926"/>
                    <a:pt x="136606" y="133926"/>
                  </a:cubicBezTo>
                  <a:cubicBezTo>
                    <a:pt x="158530" y="133926"/>
                    <a:pt x="176303" y="151699"/>
                    <a:pt x="176303" y="173623"/>
                  </a:cubicBezTo>
                  <a:lnTo>
                    <a:pt x="176303" y="318118"/>
                  </a:lnTo>
                  <a:cubicBezTo>
                    <a:pt x="176248" y="358574"/>
                    <a:pt x="143467" y="391353"/>
                    <a:pt x="103013" y="391408"/>
                  </a:cubicBezTo>
                  <a:cubicBezTo>
                    <a:pt x="94736" y="391696"/>
                    <a:pt x="86450" y="391468"/>
                    <a:pt x="78202" y="390713"/>
                  </a:cubicBezTo>
                  <a:cubicBezTo>
                    <a:pt x="62249" y="388198"/>
                    <a:pt x="47021" y="382293"/>
                    <a:pt x="33544" y="373396"/>
                  </a:cubicBezTo>
                  <a:cubicBezTo>
                    <a:pt x="11909" y="359055"/>
                    <a:pt x="0" y="339406"/>
                    <a:pt x="0" y="318118"/>
                  </a:cubicBezTo>
                  <a:lnTo>
                    <a:pt x="0" y="66541"/>
                  </a:lnTo>
                  <a:cubicBezTo>
                    <a:pt x="27" y="29803"/>
                    <a:pt x="29803" y="27"/>
                    <a:pt x="66541" y="0"/>
                  </a:cubicBezTo>
                  <a:lnTo>
                    <a:pt x="400688" y="0"/>
                  </a:lnTo>
                  <a:cubicBezTo>
                    <a:pt x="437427" y="27"/>
                    <a:pt x="467199" y="29803"/>
                    <a:pt x="467229" y="66541"/>
                  </a:cubicBezTo>
                  <a:lnTo>
                    <a:pt x="467229" y="318118"/>
                  </a:lnTo>
                  <a:cubicBezTo>
                    <a:pt x="467140" y="356609"/>
                    <a:pt x="437347" y="388505"/>
                    <a:pt x="398951" y="391210"/>
                  </a:cubicBezTo>
                  <a:cubicBezTo>
                    <a:pt x="397710" y="391309"/>
                    <a:pt x="396569" y="391408"/>
                    <a:pt x="359254" y="3914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67843E0-DB6A-C349-87A2-8026EE87C4E3}"/>
                </a:ext>
              </a:extLst>
            </p:cNvPr>
            <p:cNvSpPr/>
            <p:nvPr/>
          </p:nvSpPr>
          <p:spPr>
            <a:xfrm>
              <a:off x="1788313" y="4145756"/>
              <a:ext cx="173672" cy="350818"/>
            </a:xfrm>
            <a:custGeom>
              <a:avLst/>
              <a:gdLst>
                <a:gd name="connsiteX0" fmla="*/ 86687 w 173672"/>
                <a:gd name="connsiteY0" fmla="*/ 350818 h 350818"/>
                <a:gd name="connsiteX1" fmla="*/ 0 w 173672"/>
                <a:gd name="connsiteY1" fmla="*/ 263833 h 350818"/>
                <a:gd name="connsiteX2" fmla="*/ 0 w 173672"/>
                <a:gd name="connsiteY2" fmla="*/ 39697 h 350818"/>
                <a:gd name="connsiteX3" fmla="*/ 39697 w 173672"/>
                <a:gd name="connsiteY3" fmla="*/ 0 h 350818"/>
                <a:gd name="connsiteX4" fmla="*/ 79393 w 173672"/>
                <a:gd name="connsiteY4" fmla="*/ 39697 h 350818"/>
                <a:gd name="connsiteX5" fmla="*/ 79393 w 173672"/>
                <a:gd name="connsiteY5" fmla="*/ 263833 h 350818"/>
                <a:gd name="connsiteX6" fmla="*/ 85340 w 173672"/>
                <a:gd name="connsiteY6" fmla="*/ 272775 h 350818"/>
                <a:gd name="connsiteX7" fmla="*/ 94279 w 173672"/>
                <a:gd name="connsiteY7" fmla="*/ 266825 h 350818"/>
                <a:gd name="connsiteX8" fmla="*/ 94279 w 173672"/>
                <a:gd name="connsiteY8" fmla="*/ 263833 h 350818"/>
                <a:gd name="connsiteX9" fmla="*/ 94279 w 173672"/>
                <a:gd name="connsiteY9" fmla="*/ 39697 h 350818"/>
                <a:gd name="connsiteX10" fmla="*/ 133976 w 173672"/>
                <a:gd name="connsiteY10" fmla="*/ 0 h 350818"/>
                <a:gd name="connsiteX11" fmla="*/ 173673 w 173672"/>
                <a:gd name="connsiteY11" fmla="*/ 39697 h 350818"/>
                <a:gd name="connsiteX12" fmla="*/ 173673 w 173672"/>
                <a:gd name="connsiteY12" fmla="*/ 263833 h 350818"/>
                <a:gd name="connsiteX13" fmla="*/ 86687 w 173672"/>
                <a:gd name="connsiteY13" fmla="*/ 350818 h 3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672" h="350818">
                  <a:moveTo>
                    <a:pt x="86687" y="350818"/>
                  </a:moveTo>
                  <a:cubicBezTo>
                    <a:pt x="38775" y="350625"/>
                    <a:pt x="27" y="311747"/>
                    <a:pt x="0" y="26383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3833"/>
                  </a:lnTo>
                  <a:cubicBezTo>
                    <a:pt x="78567" y="267942"/>
                    <a:pt x="81230" y="271946"/>
                    <a:pt x="85340" y="272775"/>
                  </a:cubicBezTo>
                  <a:cubicBezTo>
                    <a:pt x="89451" y="273599"/>
                    <a:pt x="93453" y="270934"/>
                    <a:pt x="94279" y="266825"/>
                  </a:cubicBezTo>
                  <a:cubicBezTo>
                    <a:pt x="94478" y="265838"/>
                    <a:pt x="94478" y="264821"/>
                    <a:pt x="94279" y="263833"/>
                  </a:cubicBezTo>
                  <a:lnTo>
                    <a:pt x="94279" y="39697"/>
                  </a:lnTo>
                  <a:cubicBezTo>
                    <a:pt x="94279" y="17774"/>
                    <a:pt x="112052" y="0"/>
                    <a:pt x="133976" y="0"/>
                  </a:cubicBezTo>
                  <a:cubicBezTo>
                    <a:pt x="155900" y="0"/>
                    <a:pt x="173673" y="17774"/>
                    <a:pt x="173673" y="39697"/>
                  </a:cubicBezTo>
                  <a:lnTo>
                    <a:pt x="173673" y="263833"/>
                  </a:lnTo>
                  <a:cubicBezTo>
                    <a:pt x="173645" y="311861"/>
                    <a:pt x="134717" y="350788"/>
                    <a:pt x="86687" y="3508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B565DF50-2A71-C140-AC0B-2F40FF6FA3D4}"/>
                </a:ext>
              </a:extLst>
            </p:cNvPr>
            <p:cNvSpPr/>
            <p:nvPr/>
          </p:nvSpPr>
          <p:spPr>
            <a:xfrm>
              <a:off x="1882592" y="4145756"/>
              <a:ext cx="173672" cy="350818"/>
            </a:xfrm>
            <a:custGeom>
              <a:avLst/>
              <a:gdLst>
                <a:gd name="connsiteX0" fmla="*/ 86936 w 173672"/>
                <a:gd name="connsiteY0" fmla="*/ 350818 h 350818"/>
                <a:gd name="connsiteX1" fmla="*/ 0 w 173672"/>
                <a:gd name="connsiteY1" fmla="*/ 263833 h 350818"/>
                <a:gd name="connsiteX2" fmla="*/ 0 w 173672"/>
                <a:gd name="connsiteY2" fmla="*/ 39697 h 350818"/>
                <a:gd name="connsiteX3" fmla="*/ 39697 w 173672"/>
                <a:gd name="connsiteY3" fmla="*/ 0 h 350818"/>
                <a:gd name="connsiteX4" fmla="*/ 79393 w 173672"/>
                <a:gd name="connsiteY4" fmla="*/ 39697 h 350818"/>
                <a:gd name="connsiteX5" fmla="*/ 79393 w 173672"/>
                <a:gd name="connsiteY5" fmla="*/ 263833 h 350818"/>
                <a:gd name="connsiteX6" fmla="*/ 85340 w 173672"/>
                <a:gd name="connsiteY6" fmla="*/ 272775 h 350818"/>
                <a:gd name="connsiteX7" fmla="*/ 94279 w 173672"/>
                <a:gd name="connsiteY7" fmla="*/ 266825 h 350818"/>
                <a:gd name="connsiteX8" fmla="*/ 94279 w 173672"/>
                <a:gd name="connsiteY8" fmla="*/ 263833 h 350818"/>
                <a:gd name="connsiteX9" fmla="*/ 94279 w 173672"/>
                <a:gd name="connsiteY9" fmla="*/ 39697 h 350818"/>
                <a:gd name="connsiteX10" fmla="*/ 133976 w 173672"/>
                <a:gd name="connsiteY10" fmla="*/ 0 h 350818"/>
                <a:gd name="connsiteX11" fmla="*/ 173673 w 173672"/>
                <a:gd name="connsiteY11" fmla="*/ 39697 h 350818"/>
                <a:gd name="connsiteX12" fmla="*/ 173673 w 173672"/>
                <a:gd name="connsiteY12" fmla="*/ 263833 h 350818"/>
                <a:gd name="connsiteX13" fmla="*/ 86936 w 173672"/>
                <a:gd name="connsiteY13" fmla="*/ 350818 h 3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672" h="350818">
                  <a:moveTo>
                    <a:pt x="86936" y="350818"/>
                  </a:moveTo>
                  <a:cubicBezTo>
                    <a:pt x="38925" y="350764"/>
                    <a:pt x="27" y="311841"/>
                    <a:pt x="0" y="26383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3833"/>
                  </a:lnTo>
                  <a:cubicBezTo>
                    <a:pt x="78567" y="267942"/>
                    <a:pt x="81230" y="271946"/>
                    <a:pt x="85340" y="272775"/>
                  </a:cubicBezTo>
                  <a:cubicBezTo>
                    <a:pt x="89451" y="273599"/>
                    <a:pt x="93453" y="270934"/>
                    <a:pt x="94279" y="266825"/>
                  </a:cubicBezTo>
                  <a:cubicBezTo>
                    <a:pt x="94478" y="265838"/>
                    <a:pt x="94478" y="264821"/>
                    <a:pt x="94279" y="263833"/>
                  </a:cubicBezTo>
                  <a:lnTo>
                    <a:pt x="94279" y="39697"/>
                  </a:lnTo>
                  <a:cubicBezTo>
                    <a:pt x="94279" y="17774"/>
                    <a:pt x="112054" y="0"/>
                    <a:pt x="133976" y="0"/>
                  </a:cubicBezTo>
                  <a:cubicBezTo>
                    <a:pt x="155898" y="0"/>
                    <a:pt x="173673" y="17774"/>
                    <a:pt x="173673" y="39697"/>
                  </a:cubicBezTo>
                  <a:lnTo>
                    <a:pt x="173673" y="263833"/>
                  </a:lnTo>
                  <a:cubicBezTo>
                    <a:pt x="173648" y="311767"/>
                    <a:pt x="134869" y="350655"/>
                    <a:pt x="86936" y="3508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4" name="Picture Placeholder 61">
            <a:extLst>
              <a:ext uri="{FF2B5EF4-FFF2-40B4-BE49-F238E27FC236}">
                <a16:creationId xmlns:a16="http://schemas.microsoft.com/office/drawing/2014/main" id="{BC3DC8C2-CEBD-4BA2-86D1-4B26A7254E94}"/>
              </a:ext>
            </a:extLst>
          </p:cNvPr>
          <p:cNvGrpSpPr>
            <a:grpSpLocks noChangeAspect="1"/>
          </p:cNvGrpSpPr>
          <p:nvPr/>
        </p:nvGrpSpPr>
        <p:grpSpPr>
          <a:xfrm>
            <a:off x="2825712" y="3705174"/>
            <a:ext cx="833132" cy="737908"/>
            <a:chOff x="2825712" y="3705174"/>
            <a:chExt cx="833132" cy="737908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CBB8E22F-1892-8749-89D3-F3DDEC5AF98C}"/>
                </a:ext>
              </a:extLst>
            </p:cNvPr>
            <p:cNvSpPr/>
            <p:nvPr/>
          </p:nvSpPr>
          <p:spPr>
            <a:xfrm>
              <a:off x="3111726" y="3705174"/>
              <a:ext cx="256539" cy="256538"/>
            </a:xfrm>
            <a:custGeom>
              <a:avLst/>
              <a:gdLst>
                <a:gd name="connsiteX0" fmla="*/ 128071 w 256539"/>
                <a:gd name="connsiteY0" fmla="*/ 256539 h 256538"/>
                <a:gd name="connsiteX1" fmla="*/ 0 w 256539"/>
                <a:gd name="connsiteY1" fmla="*/ 128071 h 256538"/>
                <a:gd name="connsiteX2" fmla="*/ 128468 w 256539"/>
                <a:gd name="connsiteY2" fmla="*/ 0 h 256538"/>
                <a:gd name="connsiteX3" fmla="*/ 256539 w 256539"/>
                <a:gd name="connsiteY3" fmla="*/ 128319 h 256538"/>
                <a:gd name="connsiteX4" fmla="*/ 128071 w 256539"/>
                <a:gd name="connsiteY4" fmla="*/ 256539 h 256538"/>
                <a:gd name="connsiteX5" fmla="*/ 128071 w 256539"/>
                <a:gd name="connsiteY5" fmla="*/ 79442 h 256538"/>
                <a:gd name="connsiteX6" fmla="*/ 79394 w 256539"/>
                <a:gd name="connsiteY6" fmla="*/ 128517 h 256538"/>
                <a:gd name="connsiteX7" fmla="*/ 128468 w 256539"/>
                <a:gd name="connsiteY7" fmla="*/ 177194 h 256538"/>
                <a:gd name="connsiteX8" fmla="*/ 177146 w 256539"/>
                <a:gd name="connsiteY8" fmla="*/ 128319 h 256538"/>
                <a:gd name="connsiteX9" fmla="*/ 128171 w 256539"/>
                <a:gd name="connsiteY9" fmla="*/ 79442 h 256538"/>
                <a:gd name="connsiteX10" fmla="*/ 128071 w 256539"/>
                <a:gd name="connsiteY10" fmla="*/ 79442 h 25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39" h="256538">
                  <a:moveTo>
                    <a:pt x="128071" y="256539"/>
                  </a:moveTo>
                  <a:cubicBezTo>
                    <a:pt x="57230" y="256429"/>
                    <a:pt x="-109" y="198912"/>
                    <a:pt x="0" y="128071"/>
                  </a:cubicBezTo>
                  <a:cubicBezTo>
                    <a:pt x="110" y="57230"/>
                    <a:pt x="57627" y="-110"/>
                    <a:pt x="128468" y="0"/>
                  </a:cubicBezTo>
                  <a:cubicBezTo>
                    <a:pt x="199252" y="109"/>
                    <a:pt x="256569" y="57536"/>
                    <a:pt x="256539" y="128319"/>
                  </a:cubicBezTo>
                  <a:cubicBezTo>
                    <a:pt x="256455" y="199195"/>
                    <a:pt x="198950" y="256594"/>
                    <a:pt x="128071" y="256539"/>
                  </a:cubicBezTo>
                  <a:close/>
                  <a:moveTo>
                    <a:pt x="128071" y="79442"/>
                  </a:moveTo>
                  <a:cubicBezTo>
                    <a:pt x="101078" y="79552"/>
                    <a:pt x="79284" y="101524"/>
                    <a:pt x="79394" y="128517"/>
                  </a:cubicBezTo>
                  <a:cubicBezTo>
                    <a:pt x="79503" y="155510"/>
                    <a:pt x="101475" y="177304"/>
                    <a:pt x="128468" y="177194"/>
                  </a:cubicBezTo>
                  <a:cubicBezTo>
                    <a:pt x="155384" y="177085"/>
                    <a:pt x="177146" y="155235"/>
                    <a:pt x="177146" y="128319"/>
                  </a:cubicBezTo>
                  <a:cubicBezTo>
                    <a:pt x="177119" y="101298"/>
                    <a:pt x="155192" y="79415"/>
                    <a:pt x="128171" y="79442"/>
                  </a:cubicBezTo>
                  <a:cubicBezTo>
                    <a:pt x="128138" y="79442"/>
                    <a:pt x="128105" y="79442"/>
                    <a:pt x="128071" y="794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EE85CC29-12F5-6B40-B36C-674D6553A17C}"/>
                </a:ext>
              </a:extLst>
            </p:cNvPr>
            <p:cNvSpPr/>
            <p:nvPr/>
          </p:nvSpPr>
          <p:spPr>
            <a:xfrm>
              <a:off x="3024145" y="3939334"/>
              <a:ext cx="431700" cy="315091"/>
            </a:xfrm>
            <a:custGeom>
              <a:avLst/>
              <a:gdLst>
                <a:gd name="connsiteX0" fmla="*/ 392004 w 431700"/>
                <a:gd name="connsiteY0" fmla="*/ 315091 h 315091"/>
                <a:gd name="connsiteX1" fmla="*/ 352307 w 431700"/>
                <a:gd name="connsiteY1" fmla="*/ 275395 h 315091"/>
                <a:gd name="connsiteX2" fmla="*/ 352307 w 431700"/>
                <a:gd name="connsiteY2" fmla="*/ 215850 h 315091"/>
                <a:gd name="connsiteX3" fmla="*/ 215850 w 431700"/>
                <a:gd name="connsiteY3" fmla="*/ 79393 h 315091"/>
                <a:gd name="connsiteX4" fmla="*/ 79393 w 431700"/>
                <a:gd name="connsiteY4" fmla="*/ 215850 h 315091"/>
                <a:gd name="connsiteX5" fmla="*/ 79393 w 431700"/>
                <a:gd name="connsiteY5" fmla="*/ 275395 h 315091"/>
                <a:gd name="connsiteX6" fmla="*/ 39697 w 431700"/>
                <a:gd name="connsiteY6" fmla="*/ 315091 h 315091"/>
                <a:gd name="connsiteX7" fmla="*/ 0 w 431700"/>
                <a:gd name="connsiteY7" fmla="*/ 275395 h 315091"/>
                <a:gd name="connsiteX8" fmla="*/ 0 w 431700"/>
                <a:gd name="connsiteY8" fmla="*/ 215850 h 315091"/>
                <a:gd name="connsiteX9" fmla="*/ 215850 w 431700"/>
                <a:gd name="connsiteY9" fmla="*/ 0 h 315091"/>
                <a:gd name="connsiteX10" fmla="*/ 431700 w 431700"/>
                <a:gd name="connsiteY10" fmla="*/ 215850 h 315091"/>
                <a:gd name="connsiteX11" fmla="*/ 431700 w 431700"/>
                <a:gd name="connsiteY11" fmla="*/ 275395 h 315091"/>
                <a:gd name="connsiteX12" fmla="*/ 392004 w 431700"/>
                <a:gd name="connsiteY12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700" h="315091">
                  <a:moveTo>
                    <a:pt x="392004" y="315091"/>
                  </a:moveTo>
                  <a:cubicBezTo>
                    <a:pt x="370081" y="315091"/>
                    <a:pt x="352307" y="297317"/>
                    <a:pt x="352307" y="275395"/>
                  </a:cubicBezTo>
                  <a:lnTo>
                    <a:pt x="352307" y="215850"/>
                  </a:lnTo>
                  <a:cubicBezTo>
                    <a:pt x="352307" y="140487"/>
                    <a:pt x="291214" y="79393"/>
                    <a:pt x="215850" y="79393"/>
                  </a:cubicBezTo>
                  <a:cubicBezTo>
                    <a:pt x="140487" y="79393"/>
                    <a:pt x="79393" y="140487"/>
                    <a:pt x="79393" y="215850"/>
                  </a:cubicBezTo>
                  <a:lnTo>
                    <a:pt x="79393" y="275395"/>
                  </a:lnTo>
                  <a:cubicBezTo>
                    <a:pt x="79393" y="297317"/>
                    <a:pt x="61621" y="315091"/>
                    <a:pt x="39697" y="315091"/>
                  </a:cubicBezTo>
                  <a:cubicBezTo>
                    <a:pt x="17773" y="315091"/>
                    <a:pt x="0" y="297317"/>
                    <a:pt x="0" y="275395"/>
                  </a:cubicBezTo>
                  <a:lnTo>
                    <a:pt x="0" y="215850"/>
                  </a:lnTo>
                  <a:cubicBezTo>
                    <a:pt x="0" y="96639"/>
                    <a:pt x="96639" y="0"/>
                    <a:pt x="215850" y="0"/>
                  </a:cubicBezTo>
                  <a:cubicBezTo>
                    <a:pt x="335059" y="0"/>
                    <a:pt x="431700" y="96639"/>
                    <a:pt x="431700" y="215850"/>
                  </a:cubicBezTo>
                  <a:lnTo>
                    <a:pt x="431700" y="275395"/>
                  </a:lnTo>
                  <a:cubicBezTo>
                    <a:pt x="431700" y="297317"/>
                    <a:pt x="413926" y="315091"/>
                    <a:pt x="392004" y="3150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03B4A13-23E2-1940-BB3C-F84183183024}"/>
                </a:ext>
              </a:extLst>
            </p:cNvPr>
            <p:cNvSpPr/>
            <p:nvPr/>
          </p:nvSpPr>
          <p:spPr>
            <a:xfrm>
              <a:off x="2891013" y="3975954"/>
              <a:ext cx="221606" cy="221606"/>
            </a:xfrm>
            <a:custGeom>
              <a:avLst/>
              <a:gdLst>
                <a:gd name="connsiteX0" fmla="*/ 110853 w 221606"/>
                <a:gd name="connsiteY0" fmla="*/ 221606 h 221606"/>
                <a:gd name="connsiteX1" fmla="*/ 0 w 221606"/>
                <a:gd name="connsiteY1" fmla="*/ 110853 h 221606"/>
                <a:gd name="connsiteX2" fmla="*/ 110754 w 221606"/>
                <a:gd name="connsiteY2" fmla="*/ 0 h 221606"/>
                <a:gd name="connsiteX3" fmla="*/ 221606 w 221606"/>
                <a:gd name="connsiteY3" fmla="*/ 110753 h 221606"/>
                <a:gd name="connsiteX4" fmla="*/ 221606 w 221606"/>
                <a:gd name="connsiteY4" fmla="*/ 110853 h 221606"/>
                <a:gd name="connsiteX5" fmla="*/ 110853 w 221606"/>
                <a:gd name="connsiteY5" fmla="*/ 221606 h 221606"/>
                <a:gd name="connsiteX6" fmla="*/ 110853 w 221606"/>
                <a:gd name="connsiteY6" fmla="*/ 79443 h 221606"/>
                <a:gd name="connsiteX7" fmla="*/ 79393 w 221606"/>
                <a:gd name="connsiteY7" fmla="*/ 110803 h 221606"/>
                <a:gd name="connsiteX8" fmla="*/ 110754 w 221606"/>
                <a:gd name="connsiteY8" fmla="*/ 142263 h 221606"/>
                <a:gd name="connsiteX9" fmla="*/ 142213 w 221606"/>
                <a:gd name="connsiteY9" fmla="*/ 110902 h 221606"/>
                <a:gd name="connsiteX10" fmla="*/ 142213 w 221606"/>
                <a:gd name="connsiteY10" fmla="*/ 110853 h 221606"/>
                <a:gd name="connsiteX11" fmla="*/ 110853 w 221606"/>
                <a:gd name="connsiteY11" fmla="*/ 79443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0853" y="221606"/>
                  </a:moveTo>
                  <a:cubicBezTo>
                    <a:pt x="49658" y="221636"/>
                    <a:pt x="27" y="172050"/>
                    <a:pt x="0" y="110853"/>
                  </a:cubicBezTo>
                  <a:cubicBezTo>
                    <a:pt x="-27" y="49658"/>
                    <a:pt x="49559" y="27"/>
                    <a:pt x="110754" y="0"/>
                  </a:cubicBezTo>
                  <a:cubicBezTo>
                    <a:pt x="171948" y="-27"/>
                    <a:pt x="221579" y="49559"/>
                    <a:pt x="221606" y="110753"/>
                  </a:cubicBezTo>
                  <a:cubicBezTo>
                    <a:pt x="221606" y="110787"/>
                    <a:pt x="221606" y="110819"/>
                    <a:pt x="221606" y="110853"/>
                  </a:cubicBezTo>
                  <a:cubicBezTo>
                    <a:pt x="221552" y="171995"/>
                    <a:pt x="171997" y="221551"/>
                    <a:pt x="110853" y="221606"/>
                  </a:cubicBezTo>
                  <a:close/>
                  <a:moveTo>
                    <a:pt x="110853" y="79443"/>
                  </a:moveTo>
                  <a:cubicBezTo>
                    <a:pt x="93505" y="79415"/>
                    <a:pt x="79420" y="93456"/>
                    <a:pt x="79393" y="110803"/>
                  </a:cubicBezTo>
                  <a:cubicBezTo>
                    <a:pt x="79366" y="128150"/>
                    <a:pt x="93406" y="142235"/>
                    <a:pt x="110754" y="142263"/>
                  </a:cubicBezTo>
                  <a:cubicBezTo>
                    <a:pt x="128101" y="142290"/>
                    <a:pt x="142186" y="128249"/>
                    <a:pt x="142213" y="110902"/>
                  </a:cubicBezTo>
                  <a:cubicBezTo>
                    <a:pt x="142213" y="110886"/>
                    <a:pt x="142213" y="110869"/>
                    <a:pt x="142213" y="110853"/>
                  </a:cubicBezTo>
                  <a:cubicBezTo>
                    <a:pt x="142186" y="93536"/>
                    <a:pt x="128169" y="79497"/>
                    <a:pt x="110853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14EDDDE6-2AD8-994F-A9F8-0A011BAAF41B}"/>
                </a:ext>
              </a:extLst>
            </p:cNvPr>
            <p:cNvSpPr/>
            <p:nvPr/>
          </p:nvSpPr>
          <p:spPr>
            <a:xfrm>
              <a:off x="2825712" y="4174387"/>
              <a:ext cx="362231" cy="268696"/>
            </a:xfrm>
            <a:custGeom>
              <a:avLst/>
              <a:gdLst>
                <a:gd name="connsiteX0" fmla="*/ 322535 w 362231"/>
                <a:gd name="connsiteY0" fmla="*/ 268696 h 268696"/>
                <a:gd name="connsiteX1" fmla="*/ 282838 w 362231"/>
                <a:gd name="connsiteY1" fmla="*/ 229000 h 268696"/>
                <a:gd name="connsiteX2" fmla="*/ 282838 w 362231"/>
                <a:gd name="connsiteY2" fmla="*/ 181116 h 268696"/>
                <a:gd name="connsiteX3" fmla="*/ 181116 w 362231"/>
                <a:gd name="connsiteY3" fmla="*/ 79393 h 268696"/>
                <a:gd name="connsiteX4" fmla="*/ 79393 w 362231"/>
                <a:gd name="connsiteY4" fmla="*/ 181116 h 268696"/>
                <a:gd name="connsiteX5" fmla="*/ 79393 w 362231"/>
                <a:gd name="connsiteY5" fmla="*/ 229000 h 268696"/>
                <a:gd name="connsiteX6" fmla="*/ 39697 w 362231"/>
                <a:gd name="connsiteY6" fmla="*/ 268696 h 268696"/>
                <a:gd name="connsiteX7" fmla="*/ 0 w 362231"/>
                <a:gd name="connsiteY7" fmla="*/ 229000 h 268696"/>
                <a:gd name="connsiteX8" fmla="*/ 0 w 362231"/>
                <a:gd name="connsiteY8" fmla="*/ 181116 h 268696"/>
                <a:gd name="connsiteX9" fmla="*/ 181116 w 362231"/>
                <a:gd name="connsiteY9" fmla="*/ 0 h 268696"/>
                <a:gd name="connsiteX10" fmla="*/ 362231 w 362231"/>
                <a:gd name="connsiteY10" fmla="*/ 181116 h 268696"/>
                <a:gd name="connsiteX11" fmla="*/ 362231 w 362231"/>
                <a:gd name="connsiteY11" fmla="*/ 229000 h 268696"/>
                <a:gd name="connsiteX12" fmla="*/ 322535 w 362231"/>
                <a:gd name="connsiteY12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696">
                  <a:moveTo>
                    <a:pt x="322535" y="268696"/>
                  </a:moveTo>
                  <a:cubicBezTo>
                    <a:pt x="300611" y="268696"/>
                    <a:pt x="282838" y="250922"/>
                    <a:pt x="282838" y="229000"/>
                  </a:cubicBezTo>
                  <a:lnTo>
                    <a:pt x="282838" y="181116"/>
                  </a:lnTo>
                  <a:cubicBezTo>
                    <a:pt x="282838" y="124935"/>
                    <a:pt x="237295" y="79393"/>
                    <a:pt x="181116" y="79393"/>
                  </a:cubicBezTo>
                  <a:cubicBezTo>
                    <a:pt x="124936" y="79393"/>
                    <a:pt x="79393" y="124935"/>
                    <a:pt x="79393" y="181116"/>
                  </a:cubicBezTo>
                  <a:lnTo>
                    <a:pt x="79393" y="229000"/>
                  </a:lnTo>
                  <a:cubicBezTo>
                    <a:pt x="79393" y="250922"/>
                    <a:pt x="61621" y="268696"/>
                    <a:pt x="39697" y="268696"/>
                  </a:cubicBezTo>
                  <a:cubicBezTo>
                    <a:pt x="17773" y="268696"/>
                    <a:pt x="0" y="250922"/>
                    <a:pt x="0" y="229000"/>
                  </a:cubicBezTo>
                  <a:lnTo>
                    <a:pt x="0" y="181116"/>
                  </a:lnTo>
                  <a:cubicBezTo>
                    <a:pt x="0" y="81090"/>
                    <a:pt x="81088" y="0"/>
                    <a:pt x="181116" y="0"/>
                  </a:cubicBezTo>
                  <a:cubicBezTo>
                    <a:pt x="281143" y="0"/>
                    <a:pt x="362231" y="81090"/>
                    <a:pt x="362231" y="181116"/>
                  </a:cubicBezTo>
                  <a:lnTo>
                    <a:pt x="362231" y="229000"/>
                  </a:lnTo>
                  <a:cubicBezTo>
                    <a:pt x="362231" y="250922"/>
                    <a:pt x="344459" y="268696"/>
                    <a:pt x="322535" y="26869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C6B56ACD-5E2D-604A-BFA6-F2A8B0AAA8A2}"/>
                </a:ext>
              </a:extLst>
            </p:cNvPr>
            <p:cNvSpPr/>
            <p:nvPr/>
          </p:nvSpPr>
          <p:spPr>
            <a:xfrm>
              <a:off x="3366925" y="3975855"/>
              <a:ext cx="221606" cy="221606"/>
            </a:xfrm>
            <a:custGeom>
              <a:avLst/>
              <a:gdLst>
                <a:gd name="connsiteX0" fmla="*/ 111052 w 221606"/>
                <a:gd name="connsiteY0" fmla="*/ 221606 h 221606"/>
                <a:gd name="connsiteX1" fmla="*/ 0 w 221606"/>
                <a:gd name="connsiteY1" fmla="*/ 111051 h 221606"/>
                <a:gd name="connsiteX2" fmla="*/ 110555 w 221606"/>
                <a:gd name="connsiteY2" fmla="*/ 0 h 221606"/>
                <a:gd name="connsiteX3" fmla="*/ 221607 w 221606"/>
                <a:gd name="connsiteY3" fmla="*/ 110555 h 221606"/>
                <a:gd name="connsiteX4" fmla="*/ 221607 w 221606"/>
                <a:gd name="connsiteY4" fmla="*/ 110704 h 221606"/>
                <a:gd name="connsiteX5" fmla="*/ 111052 w 221606"/>
                <a:gd name="connsiteY5" fmla="*/ 221606 h 221606"/>
                <a:gd name="connsiteX6" fmla="*/ 111052 w 221606"/>
                <a:gd name="connsiteY6" fmla="*/ 79442 h 221606"/>
                <a:gd name="connsiteX7" fmla="*/ 79393 w 221606"/>
                <a:gd name="connsiteY7" fmla="*/ 110604 h 221606"/>
                <a:gd name="connsiteX8" fmla="*/ 110555 w 221606"/>
                <a:gd name="connsiteY8" fmla="*/ 142260 h 221606"/>
                <a:gd name="connsiteX9" fmla="*/ 142213 w 221606"/>
                <a:gd name="connsiteY9" fmla="*/ 111099 h 221606"/>
                <a:gd name="connsiteX10" fmla="*/ 142213 w 221606"/>
                <a:gd name="connsiteY10" fmla="*/ 110704 h 221606"/>
                <a:gd name="connsiteX11" fmla="*/ 111052 w 221606"/>
                <a:gd name="connsiteY11" fmla="*/ 79442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1052" y="221606"/>
                  </a:moveTo>
                  <a:cubicBezTo>
                    <a:pt x="49859" y="221745"/>
                    <a:pt x="139" y="172248"/>
                    <a:pt x="0" y="111051"/>
                  </a:cubicBezTo>
                  <a:cubicBezTo>
                    <a:pt x="-139" y="49857"/>
                    <a:pt x="49363" y="137"/>
                    <a:pt x="110555" y="0"/>
                  </a:cubicBezTo>
                  <a:cubicBezTo>
                    <a:pt x="171753" y="-137"/>
                    <a:pt x="221468" y="49360"/>
                    <a:pt x="221607" y="110555"/>
                  </a:cubicBezTo>
                  <a:cubicBezTo>
                    <a:pt x="221607" y="110604"/>
                    <a:pt x="221607" y="110654"/>
                    <a:pt x="221607" y="110704"/>
                  </a:cubicBezTo>
                  <a:cubicBezTo>
                    <a:pt x="221607" y="171816"/>
                    <a:pt x="172164" y="221412"/>
                    <a:pt x="111052" y="221606"/>
                  </a:cubicBezTo>
                  <a:close/>
                  <a:moveTo>
                    <a:pt x="111052" y="79442"/>
                  </a:moveTo>
                  <a:cubicBezTo>
                    <a:pt x="93704" y="79306"/>
                    <a:pt x="79532" y="93257"/>
                    <a:pt x="79393" y="110604"/>
                  </a:cubicBezTo>
                  <a:cubicBezTo>
                    <a:pt x="79260" y="127950"/>
                    <a:pt x="93208" y="142123"/>
                    <a:pt x="110555" y="142260"/>
                  </a:cubicBezTo>
                  <a:cubicBezTo>
                    <a:pt x="127903" y="142397"/>
                    <a:pt x="142074" y="128446"/>
                    <a:pt x="142213" y="111099"/>
                  </a:cubicBezTo>
                  <a:cubicBezTo>
                    <a:pt x="142213" y="110967"/>
                    <a:pt x="142213" y="110836"/>
                    <a:pt x="142213" y="110704"/>
                  </a:cubicBezTo>
                  <a:cubicBezTo>
                    <a:pt x="142134" y="93511"/>
                    <a:pt x="128245" y="79578"/>
                    <a:pt x="111052" y="794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4A5E760-0A5B-1742-B7B2-190E207999A1}"/>
                </a:ext>
              </a:extLst>
            </p:cNvPr>
            <p:cNvSpPr/>
            <p:nvPr/>
          </p:nvSpPr>
          <p:spPr>
            <a:xfrm>
              <a:off x="3296613" y="4174238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2" y="268746"/>
                    <a:pt x="282838" y="250972"/>
                    <a:pt x="282838" y="229049"/>
                  </a:cubicBezTo>
                  <a:lnTo>
                    <a:pt x="282838" y="181116"/>
                  </a:lnTo>
                  <a:cubicBezTo>
                    <a:pt x="282838" y="124935"/>
                    <a:pt x="237296" y="79393"/>
                    <a:pt x="181116" y="79393"/>
                  </a:cubicBezTo>
                  <a:cubicBezTo>
                    <a:pt x="124935" y="79393"/>
                    <a:pt x="79393" y="124935"/>
                    <a:pt x="79393" y="181116"/>
                  </a:cubicBezTo>
                  <a:lnTo>
                    <a:pt x="79393" y="229049"/>
                  </a:lnTo>
                  <a:cubicBezTo>
                    <a:pt x="79393" y="250972"/>
                    <a:pt x="61619" y="268746"/>
                    <a:pt x="39697" y="268746"/>
                  </a:cubicBezTo>
                  <a:cubicBezTo>
                    <a:pt x="17774" y="268746"/>
                    <a:pt x="0" y="250972"/>
                    <a:pt x="0" y="229049"/>
                  </a:cubicBezTo>
                  <a:lnTo>
                    <a:pt x="0" y="181116"/>
                  </a:lnTo>
                  <a:cubicBezTo>
                    <a:pt x="0" y="81090"/>
                    <a:pt x="81090" y="0"/>
                    <a:pt x="181116" y="0"/>
                  </a:cubicBezTo>
                  <a:cubicBezTo>
                    <a:pt x="281141" y="0"/>
                    <a:pt x="362231" y="81090"/>
                    <a:pt x="362231" y="181116"/>
                  </a:cubicBezTo>
                  <a:lnTo>
                    <a:pt x="362231" y="229049"/>
                  </a:lnTo>
                  <a:cubicBezTo>
                    <a:pt x="362231" y="250972"/>
                    <a:pt x="344457" y="268746"/>
                    <a:pt x="322535" y="2687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6DE54A76-0F12-FC4B-87CE-6832E087485A}"/>
                </a:ext>
              </a:extLst>
            </p:cNvPr>
            <p:cNvSpPr/>
            <p:nvPr/>
          </p:nvSpPr>
          <p:spPr>
            <a:xfrm>
              <a:off x="3205062" y="4043389"/>
              <a:ext cx="79393" cy="213815"/>
            </a:xfrm>
            <a:custGeom>
              <a:avLst/>
              <a:gdLst>
                <a:gd name="connsiteX0" fmla="*/ 39697 w 79393"/>
                <a:gd name="connsiteY0" fmla="*/ 213816 h 213815"/>
                <a:gd name="connsiteX1" fmla="*/ 0 w 79393"/>
                <a:gd name="connsiteY1" fmla="*/ 174119 h 213815"/>
                <a:gd name="connsiteX2" fmla="*/ 0 w 79393"/>
                <a:gd name="connsiteY2" fmla="*/ 39697 h 213815"/>
                <a:gd name="connsiteX3" fmla="*/ 39697 w 79393"/>
                <a:gd name="connsiteY3" fmla="*/ 0 h 213815"/>
                <a:gd name="connsiteX4" fmla="*/ 79393 w 79393"/>
                <a:gd name="connsiteY4" fmla="*/ 39697 h 213815"/>
                <a:gd name="connsiteX5" fmla="*/ 79393 w 79393"/>
                <a:gd name="connsiteY5" fmla="*/ 174119 h 213815"/>
                <a:gd name="connsiteX6" fmla="*/ 39697 w 79393"/>
                <a:gd name="connsiteY6" fmla="*/ 213816 h 21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3815">
                  <a:moveTo>
                    <a:pt x="39697" y="213816"/>
                  </a:moveTo>
                  <a:cubicBezTo>
                    <a:pt x="17773" y="213816"/>
                    <a:pt x="0" y="196041"/>
                    <a:pt x="0" y="17411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4119"/>
                  </a:lnTo>
                  <a:cubicBezTo>
                    <a:pt x="79393" y="196041"/>
                    <a:pt x="61621" y="213816"/>
                    <a:pt x="39697" y="21381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AA7837F5-F2A6-B34C-BE17-163C0E97EEF8}"/>
                </a:ext>
              </a:extLst>
            </p:cNvPr>
            <p:cNvSpPr/>
            <p:nvPr/>
          </p:nvSpPr>
          <p:spPr>
            <a:xfrm>
              <a:off x="3440761" y="4290003"/>
              <a:ext cx="79393" cy="129013"/>
            </a:xfrm>
            <a:custGeom>
              <a:avLst/>
              <a:gdLst>
                <a:gd name="connsiteX0" fmla="*/ 39697 w 79393"/>
                <a:gd name="connsiteY0" fmla="*/ 129014 h 129013"/>
                <a:gd name="connsiteX1" fmla="*/ 0 w 79393"/>
                <a:gd name="connsiteY1" fmla="*/ 89317 h 129013"/>
                <a:gd name="connsiteX2" fmla="*/ 0 w 79393"/>
                <a:gd name="connsiteY2" fmla="*/ 39697 h 129013"/>
                <a:gd name="connsiteX3" fmla="*/ 39697 w 79393"/>
                <a:gd name="connsiteY3" fmla="*/ 0 h 129013"/>
                <a:gd name="connsiteX4" fmla="*/ 79393 w 79393"/>
                <a:gd name="connsiteY4" fmla="*/ 39697 h 129013"/>
                <a:gd name="connsiteX5" fmla="*/ 79393 w 79393"/>
                <a:gd name="connsiteY5" fmla="*/ 89317 h 129013"/>
                <a:gd name="connsiteX6" fmla="*/ 39697 w 79393"/>
                <a:gd name="connsiteY6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013">
                  <a:moveTo>
                    <a:pt x="39697" y="129014"/>
                  </a:moveTo>
                  <a:cubicBezTo>
                    <a:pt x="17774" y="129014"/>
                    <a:pt x="0" y="111240"/>
                    <a:pt x="0" y="89317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89317"/>
                  </a:lnTo>
                  <a:cubicBezTo>
                    <a:pt x="79393" y="111240"/>
                    <a:pt x="61619" y="129014"/>
                    <a:pt x="39697" y="1290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6B33FBA-3BF3-DE42-9E1E-E6317AA73E83}"/>
                </a:ext>
              </a:extLst>
            </p:cNvPr>
            <p:cNvSpPr/>
            <p:nvPr/>
          </p:nvSpPr>
          <p:spPr>
            <a:xfrm>
              <a:off x="2967329" y="4287721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3" y="129460"/>
                    <a:pt x="0" y="111686"/>
                    <a:pt x="0" y="8976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9764"/>
                  </a:lnTo>
                  <a:cubicBezTo>
                    <a:pt x="79393" y="111686"/>
                    <a:pt x="61621" y="129460"/>
                    <a:pt x="39697" y="129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63">
            <a:extLst>
              <a:ext uri="{FF2B5EF4-FFF2-40B4-BE49-F238E27FC236}">
                <a16:creationId xmlns:a16="http://schemas.microsoft.com/office/drawing/2014/main" id="{3D1CF6B4-8B4A-4EC1-BA6B-E53AD859D587}"/>
              </a:ext>
            </a:extLst>
          </p:cNvPr>
          <p:cNvGrpSpPr>
            <a:grpSpLocks noChangeAspect="1"/>
          </p:cNvGrpSpPr>
          <p:nvPr/>
        </p:nvGrpSpPr>
        <p:grpSpPr>
          <a:xfrm>
            <a:off x="4142972" y="3657340"/>
            <a:ext cx="833628" cy="833627"/>
            <a:chOff x="4142972" y="3657340"/>
            <a:chExt cx="833628" cy="833627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865C52DD-CFCB-3240-91F1-DD056E273CD7}"/>
                </a:ext>
              </a:extLst>
            </p:cNvPr>
            <p:cNvSpPr/>
            <p:nvPr/>
          </p:nvSpPr>
          <p:spPr>
            <a:xfrm>
              <a:off x="4403679" y="3704976"/>
              <a:ext cx="316381" cy="316381"/>
            </a:xfrm>
            <a:custGeom>
              <a:avLst/>
              <a:gdLst>
                <a:gd name="connsiteX0" fmla="*/ 158191 w 316381"/>
                <a:gd name="connsiteY0" fmla="*/ 316382 h 316381"/>
                <a:gd name="connsiteX1" fmla="*/ 0 w 316381"/>
                <a:gd name="connsiteY1" fmla="*/ 158191 h 316381"/>
                <a:gd name="connsiteX2" fmla="*/ 158191 w 316381"/>
                <a:gd name="connsiteY2" fmla="*/ 0 h 316381"/>
                <a:gd name="connsiteX3" fmla="*/ 316382 w 316381"/>
                <a:gd name="connsiteY3" fmla="*/ 158191 h 316381"/>
                <a:gd name="connsiteX4" fmla="*/ 316382 w 316381"/>
                <a:gd name="connsiteY4" fmla="*/ 158290 h 316381"/>
                <a:gd name="connsiteX5" fmla="*/ 158191 w 316381"/>
                <a:gd name="connsiteY5" fmla="*/ 316382 h 316381"/>
                <a:gd name="connsiteX6" fmla="*/ 158191 w 316381"/>
                <a:gd name="connsiteY6" fmla="*/ 79443 h 316381"/>
                <a:gd name="connsiteX7" fmla="*/ 79393 w 316381"/>
                <a:gd name="connsiteY7" fmla="*/ 158240 h 316381"/>
                <a:gd name="connsiteX8" fmla="*/ 158191 w 316381"/>
                <a:gd name="connsiteY8" fmla="*/ 237038 h 316381"/>
                <a:gd name="connsiteX9" fmla="*/ 236989 w 316381"/>
                <a:gd name="connsiteY9" fmla="*/ 158290 h 316381"/>
                <a:gd name="connsiteX10" fmla="*/ 158191 w 316381"/>
                <a:gd name="connsiteY10" fmla="*/ 79443 h 31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381" h="316381">
                  <a:moveTo>
                    <a:pt x="158191" y="316382"/>
                  </a:moveTo>
                  <a:cubicBezTo>
                    <a:pt x="70825" y="316382"/>
                    <a:pt x="0" y="245557"/>
                    <a:pt x="0" y="158191"/>
                  </a:cubicBezTo>
                  <a:cubicBezTo>
                    <a:pt x="0" y="70825"/>
                    <a:pt x="70825" y="0"/>
                    <a:pt x="158191" y="0"/>
                  </a:cubicBezTo>
                  <a:cubicBezTo>
                    <a:pt x="245558" y="0"/>
                    <a:pt x="316382" y="70825"/>
                    <a:pt x="316382" y="158191"/>
                  </a:cubicBezTo>
                  <a:cubicBezTo>
                    <a:pt x="316382" y="158224"/>
                    <a:pt x="316382" y="158257"/>
                    <a:pt x="316382" y="158290"/>
                  </a:cubicBezTo>
                  <a:cubicBezTo>
                    <a:pt x="316243" y="245584"/>
                    <a:pt x="245484" y="316300"/>
                    <a:pt x="158191" y="316382"/>
                  </a:cubicBezTo>
                  <a:close/>
                  <a:moveTo>
                    <a:pt x="158191" y="79443"/>
                  </a:moveTo>
                  <a:cubicBezTo>
                    <a:pt x="114672" y="79443"/>
                    <a:pt x="79393" y="114722"/>
                    <a:pt x="79393" y="158240"/>
                  </a:cubicBezTo>
                  <a:cubicBezTo>
                    <a:pt x="79393" y="201759"/>
                    <a:pt x="114672" y="237038"/>
                    <a:pt x="158191" y="237038"/>
                  </a:cubicBezTo>
                  <a:cubicBezTo>
                    <a:pt x="201690" y="237038"/>
                    <a:pt x="236959" y="201789"/>
                    <a:pt x="236989" y="158290"/>
                  </a:cubicBezTo>
                  <a:cubicBezTo>
                    <a:pt x="236989" y="114763"/>
                    <a:pt x="201718" y="79470"/>
                    <a:pt x="158191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CDEA8FB-1E5B-3445-8437-B247C356FB13}"/>
                </a:ext>
              </a:extLst>
            </p:cNvPr>
            <p:cNvSpPr/>
            <p:nvPr/>
          </p:nvSpPr>
          <p:spPr>
            <a:xfrm>
              <a:off x="4286425" y="3989798"/>
              <a:ext cx="550790" cy="395030"/>
            </a:xfrm>
            <a:custGeom>
              <a:avLst/>
              <a:gdLst>
                <a:gd name="connsiteX0" fmla="*/ 511094 w 550790"/>
                <a:gd name="connsiteY0" fmla="*/ 395030 h 395030"/>
                <a:gd name="connsiteX1" fmla="*/ 471397 w 550790"/>
                <a:gd name="connsiteY1" fmla="*/ 355334 h 395030"/>
                <a:gd name="connsiteX2" fmla="*/ 471397 w 550790"/>
                <a:gd name="connsiteY2" fmla="*/ 275395 h 395030"/>
                <a:gd name="connsiteX3" fmla="*/ 275395 w 550790"/>
                <a:gd name="connsiteY3" fmla="*/ 79393 h 395030"/>
                <a:gd name="connsiteX4" fmla="*/ 79393 w 550790"/>
                <a:gd name="connsiteY4" fmla="*/ 275395 h 395030"/>
                <a:gd name="connsiteX5" fmla="*/ 79393 w 550790"/>
                <a:gd name="connsiteY5" fmla="*/ 355234 h 395030"/>
                <a:gd name="connsiteX6" fmla="*/ 39697 w 550790"/>
                <a:gd name="connsiteY6" fmla="*/ 394931 h 395030"/>
                <a:gd name="connsiteX7" fmla="*/ 0 w 550790"/>
                <a:gd name="connsiteY7" fmla="*/ 355234 h 395030"/>
                <a:gd name="connsiteX8" fmla="*/ 0 w 550790"/>
                <a:gd name="connsiteY8" fmla="*/ 275395 h 395030"/>
                <a:gd name="connsiteX9" fmla="*/ 275395 w 550790"/>
                <a:gd name="connsiteY9" fmla="*/ 0 h 395030"/>
                <a:gd name="connsiteX10" fmla="*/ 550790 w 550790"/>
                <a:gd name="connsiteY10" fmla="*/ 275395 h 395030"/>
                <a:gd name="connsiteX11" fmla="*/ 550790 w 550790"/>
                <a:gd name="connsiteY11" fmla="*/ 355234 h 395030"/>
                <a:gd name="connsiteX12" fmla="*/ 511193 w 550790"/>
                <a:gd name="connsiteY12" fmla="*/ 395030 h 395030"/>
                <a:gd name="connsiteX13" fmla="*/ 511094 w 550790"/>
                <a:gd name="connsiteY13" fmla="*/ 395030 h 39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790" h="395030">
                  <a:moveTo>
                    <a:pt x="511094" y="395030"/>
                  </a:moveTo>
                  <a:cubicBezTo>
                    <a:pt x="489171" y="395030"/>
                    <a:pt x="471397" y="377256"/>
                    <a:pt x="471397" y="355334"/>
                  </a:cubicBezTo>
                  <a:lnTo>
                    <a:pt x="471397" y="275395"/>
                  </a:lnTo>
                  <a:cubicBezTo>
                    <a:pt x="471397" y="167147"/>
                    <a:pt x="383643" y="79393"/>
                    <a:pt x="275395" y="79393"/>
                  </a:cubicBezTo>
                  <a:cubicBezTo>
                    <a:pt x="167147" y="79393"/>
                    <a:pt x="79393" y="167147"/>
                    <a:pt x="79393" y="275395"/>
                  </a:cubicBezTo>
                  <a:lnTo>
                    <a:pt x="79393" y="355234"/>
                  </a:lnTo>
                  <a:cubicBezTo>
                    <a:pt x="79393" y="377157"/>
                    <a:pt x="61621" y="394931"/>
                    <a:pt x="39697" y="394931"/>
                  </a:cubicBezTo>
                  <a:cubicBezTo>
                    <a:pt x="17773" y="394931"/>
                    <a:pt x="0" y="377157"/>
                    <a:pt x="0" y="355234"/>
                  </a:cubicBezTo>
                  <a:lnTo>
                    <a:pt x="0" y="275395"/>
                  </a:lnTo>
                  <a:cubicBezTo>
                    <a:pt x="0" y="123298"/>
                    <a:pt x="123299" y="0"/>
                    <a:pt x="275395" y="0"/>
                  </a:cubicBezTo>
                  <a:cubicBezTo>
                    <a:pt x="427493" y="0"/>
                    <a:pt x="550790" y="123298"/>
                    <a:pt x="550790" y="275395"/>
                  </a:cubicBezTo>
                  <a:lnTo>
                    <a:pt x="550790" y="355234"/>
                  </a:lnTo>
                  <a:cubicBezTo>
                    <a:pt x="550845" y="377157"/>
                    <a:pt x="533115" y="394976"/>
                    <a:pt x="511193" y="395030"/>
                  </a:cubicBezTo>
                  <a:cubicBezTo>
                    <a:pt x="511158" y="395030"/>
                    <a:pt x="511128" y="395030"/>
                    <a:pt x="511094" y="3950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A52C48F9-D8D7-8346-84C9-E02E85990142}"/>
                </a:ext>
              </a:extLst>
            </p:cNvPr>
            <p:cNvSpPr/>
            <p:nvPr/>
          </p:nvSpPr>
          <p:spPr>
            <a:xfrm>
              <a:off x="4142972" y="431729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900" y="94279"/>
                    <a:pt x="173673" y="112053"/>
                    <a:pt x="173673" y="133976"/>
                  </a:cubicBezTo>
                  <a:cubicBezTo>
                    <a:pt x="173673" y="155898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8C314B92-CCCD-AA4F-8B58-261D73414678}"/>
                </a:ext>
              </a:extLst>
            </p:cNvPr>
            <p:cNvSpPr/>
            <p:nvPr/>
          </p:nvSpPr>
          <p:spPr>
            <a:xfrm>
              <a:off x="4802928" y="431729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cubicBezTo>
                    <a:pt x="0" y="112053"/>
                    <a:pt x="17774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4"/>
                    <a:pt x="112054" y="0"/>
                    <a:pt x="133976" y="0"/>
                  </a:cubicBezTo>
                  <a:cubicBezTo>
                    <a:pt x="155898" y="0"/>
                    <a:pt x="173673" y="17774"/>
                    <a:pt x="173673" y="39697"/>
                  </a:cubicBezTo>
                  <a:lnTo>
                    <a:pt x="173673" y="133976"/>
                  </a:lnTo>
                  <a:cubicBezTo>
                    <a:pt x="173673" y="155898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4318040E-5866-EF47-8BDF-9AC249D5EB21}"/>
                </a:ext>
              </a:extLst>
            </p:cNvPr>
            <p:cNvSpPr/>
            <p:nvPr/>
          </p:nvSpPr>
          <p:spPr>
            <a:xfrm>
              <a:off x="4142972" y="3657340"/>
              <a:ext cx="173672" cy="173672"/>
            </a:xfrm>
            <a:custGeom>
              <a:avLst/>
              <a:gdLst>
                <a:gd name="connsiteX0" fmla="*/ 39697 w 173672"/>
                <a:gd name="connsiteY0" fmla="*/ 173672 h 173672"/>
                <a:gd name="connsiteX1" fmla="*/ 0 w 173672"/>
                <a:gd name="connsiteY1" fmla="*/ 133976 h 173672"/>
                <a:gd name="connsiteX2" fmla="*/ 0 w 173672"/>
                <a:gd name="connsiteY2" fmla="*/ 39697 h 173672"/>
                <a:gd name="connsiteX3" fmla="*/ 39697 w 173672"/>
                <a:gd name="connsiteY3" fmla="*/ 0 h 173672"/>
                <a:gd name="connsiteX4" fmla="*/ 133976 w 173672"/>
                <a:gd name="connsiteY4" fmla="*/ 0 h 173672"/>
                <a:gd name="connsiteX5" fmla="*/ 173673 w 173672"/>
                <a:gd name="connsiteY5" fmla="*/ 39697 h 173672"/>
                <a:gd name="connsiteX6" fmla="*/ 133976 w 173672"/>
                <a:gd name="connsiteY6" fmla="*/ 79393 h 173672"/>
                <a:gd name="connsiteX7" fmla="*/ 79393 w 173672"/>
                <a:gd name="connsiteY7" fmla="*/ 79393 h 173672"/>
                <a:gd name="connsiteX8" fmla="*/ 79393 w 173672"/>
                <a:gd name="connsiteY8" fmla="*/ 133976 h 173672"/>
                <a:gd name="connsiteX9" fmla="*/ 39697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lnTo>
                    <a:pt x="79393" y="79393"/>
                  </a:lnTo>
                  <a:lnTo>
                    <a:pt x="79393" y="133976"/>
                  </a:lnTo>
                  <a:cubicBezTo>
                    <a:pt x="79393" y="155900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E9D02A23-63A1-A64C-8282-0F17AF45B84B}"/>
                </a:ext>
              </a:extLst>
            </p:cNvPr>
            <p:cNvSpPr/>
            <p:nvPr/>
          </p:nvSpPr>
          <p:spPr>
            <a:xfrm>
              <a:off x="4802928" y="3657340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4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976" y="0"/>
                  </a:lnTo>
                  <a:cubicBezTo>
                    <a:pt x="155898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1" name="Picture Placeholder 69">
            <a:extLst>
              <a:ext uri="{FF2B5EF4-FFF2-40B4-BE49-F238E27FC236}">
                <a16:creationId xmlns:a16="http://schemas.microsoft.com/office/drawing/2014/main" id="{3B3681E6-2335-49F0-BCED-AB16D2908A26}"/>
              </a:ext>
            </a:extLst>
          </p:cNvPr>
          <p:cNvGrpSpPr>
            <a:grpSpLocks noChangeAspect="1"/>
          </p:cNvGrpSpPr>
          <p:nvPr/>
        </p:nvGrpSpPr>
        <p:grpSpPr>
          <a:xfrm>
            <a:off x="5554511" y="3673814"/>
            <a:ext cx="645565" cy="800629"/>
            <a:chOff x="5554511" y="3673814"/>
            <a:chExt cx="645565" cy="800629"/>
          </a:xfrm>
        </p:grpSpPr>
        <p:grpSp>
          <p:nvGrpSpPr>
            <p:cNvPr id="152" name="Picture Placeholder 69">
              <a:extLst>
                <a:ext uri="{FF2B5EF4-FFF2-40B4-BE49-F238E27FC236}">
                  <a16:creationId xmlns:a16="http://schemas.microsoft.com/office/drawing/2014/main" id="{3B3681E6-2335-49F0-BCED-AB16D2908A26}"/>
                </a:ext>
              </a:extLst>
            </p:cNvPr>
            <p:cNvGrpSpPr/>
            <p:nvPr/>
          </p:nvGrpSpPr>
          <p:grpSpPr>
            <a:xfrm>
              <a:off x="5554511" y="3673814"/>
              <a:ext cx="645565" cy="800629"/>
              <a:chOff x="5554511" y="3673814"/>
              <a:chExt cx="645565" cy="80062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7D79F73F-4BF8-634E-B5A9-7BFAFB650AFB}"/>
                  </a:ext>
                </a:extLst>
              </p:cNvPr>
              <p:cNvSpPr/>
              <p:nvPr/>
            </p:nvSpPr>
            <p:spPr>
              <a:xfrm>
                <a:off x="5695285" y="3673814"/>
                <a:ext cx="364017" cy="364017"/>
              </a:xfrm>
              <a:custGeom>
                <a:avLst/>
                <a:gdLst>
                  <a:gd name="connsiteX0" fmla="*/ 182009 w 364017"/>
                  <a:gd name="connsiteY0" fmla="*/ 364017 h 364017"/>
                  <a:gd name="connsiteX1" fmla="*/ 0 w 364017"/>
                  <a:gd name="connsiteY1" fmla="*/ 182009 h 364017"/>
                  <a:gd name="connsiteX2" fmla="*/ 182009 w 364017"/>
                  <a:gd name="connsiteY2" fmla="*/ 0 h 364017"/>
                  <a:gd name="connsiteX3" fmla="*/ 364018 w 364017"/>
                  <a:gd name="connsiteY3" fmla="*/ 182009 h 364017"/>
                  <a:gd name="connsiteX4" fmla="*/ 364018 w 364017"/>
                  <a:gd name="connsiteY4" fmla="*/ 182058 h 364017"/>
                  <a:gd name="connsiteX5" fmla="*/ 182009 w 364017"/>
                  <a:gd name="connsiteY5" fmla="*/ 364017 h 364017"/>
                  <a:gd name="connsiteX6" fmla="*/ 182009 w 364017"/>
                  <a:gd name="connsiteY6" fmla="*/ 79443 h 364017"/>
                  <a:gd name="connsiteX7" fmla="*/ 79393 w 364017"/>
                  <a:gd name="connsiteY7" fmla="*/ 182058 h 364017"/>
                  <a:gd name="connsiteX8" fmla="*/ 182009 w 364017"/>
                  <a:gd name="connsiteY8" fmla="*/ 284674 h 364017"/>
                  <a:gd name="connsiteX9" fmla="*/ 284625 w 364017"/>
                  <a:gd name="connsiteY9" fmla="*/ 182058 h 364017"/>
                  <a:gd name="connsiteX10" fmla="*/ 182009 w 364017"/>
                  <a:gd name="connsiteY10" fmla="*/ 79443 h 36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4017" h="364017">
                    <a:moveTo>
                      <a:pt x="182009" y="364017"/>
                    </a:moveTo>
                    <a:cubicBezTo>
                      <a:pt x="81488" y="364017"/>
                      <a:pt x="0" y="282529"/>
                      <a:pt x="0" y="182009"/>
                    </a:cubicBezTo>
                    <a:cubicBezTo>
                      <a:pt x="0" y="81488"/>
                      <a:pt x="81488" y="0"/>
                      <a:pt x="182009" y="0"/>
                    </a:cubicBezTo>
                    <a:cubicBezTo>
                      <a:pt x="282531" y="0"/>
                      <a:pt x="364018" y="81488"/>
                      <a:pt x="364018" y="182009"/>
                    </a:cubicBezTo>
                    <a:cubicBezTo>
                      <a:pt x="364018" y="182025"/>
                      <a:pt x="364018" y="182042"/>
                      <a:pt x="364018" y="182058"/>
                    </a:cubicBezTo>
                    <a:cubicBezTo>
                      <a:pt x="363879" y="282514"/>
                      <a:pt x="282466" y="363908"/>
                      <a:pt x="182009" y="364017"/>
                    </a:cubicBezTo>
                    <a:close/>
                    <a:moveTo>
                      <a:pt x="182009" y="79443"/>
                    </a:moveTo>
                    <a:cubicBezTo>
                      <a:pt x="125336" y="79443"/>
                      <a:pt x="79393" y="125386"/>
                      <a:pt x="79393" y="182058"/>
                    </a:cubicBezTo>
                    <a:cubicBezTo>
                      <a:pt x="79393" y="238731"/>
                      <a:pt x="125336" y="284674"/>
                      <a:pt x="182009" y="284674"/>
                    </a:cubicBezTo>
                    <a:cubicBezTo>
                      <a:pt x="238682" y="284674"/>
                      <a:pt x="284625" y="238731"/>
                      <a:pt x="284625" y="182058"/>
                    </a:cubicBezTo>
                    <a:cubicBezTo>
                      <a:pt x="284540" y="125419"/>
                      <a:pt x="238648" y="79525"/>
                      <a:pt x="182009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272B3F41-8396-9041-A5AE-792494F82C0D}"/>
                  </a:ext>
                </a:extLst>
              </p:cNvPr>
              <p:cNvSpPr/>
              <p:nvPr/>
            </p:nvSpPr>
            <p:spPr>
              <a:xfrm>
                <a:off x="5554511" y="4016097"/>
                <a:ext cx="645565" cy="458346"/>
              </a:xfrm>
              <a:custGeom>
                <a:avLst/>
                <a:gdLst>
                  <a:gd name="connsiteX0" fmla="*/ 605869 w 645565"/>
                  <a:gd name="connsiteY0" fmla="*/ 458346 h 458346"/>
                  <a:gd name="connsiteX1" fmla="*/ 566173 w 645565"/>
                  <a:gd name="connsiteY1" fmla="*/ 418650 h 458346"/>
                  <a:gd name="connsiteX2" fmla="*/ 566173 w 645565"/>
                  <a:gd name="connsiteY2" fmla="*/ 322783 h 458346"/>
                  <a:gd name="connsiteX3" fmla="*/ 322783 w 645565"/>
                  <a:gd name="connsiteY3" fmla="*/ 79393 h 458346"/>
                  <a:gd name="connsiteX4" fmla="*/ 79393 w 645565"/>
                  <a:gd name="connsiteY4" fmla="*/ 322783 h 458346"/>
                  <a:gd name="connsiteX5" fmla="*/ 79393 w 645565"/>
                  <a:gd name="connsiteY5" fmla="*/ 418650 h 458346"/>
                  <a:gd name="connsiteX6" fmla="*/ 39697 w 645565"/>
                  <a:gd name="connsiteY6" fmla="*/ 458346 h 458346"/>
                  <a:gd name="connsiteX7" fmla="*/ 0 w 645565"/>
                  <a:gd name="connsiteY7" fmla="*/ 418650 h 458346"/>
                  <a:gd name="connsiteX8" fmla="*/ 0 w 645565"/>
                  <a:gd name="connsiteY8" fmla="*/ 322783 h 458346"/>
                  <a:gd name="connsiteX9" fmla="*/ 322783 w 645565"/>
                  <a:gd name="connsiteY9" fmla="*/ 0 h 458346"/>
                  <a:gd name="connsiteX10" fmla="*/ 645566 w 645565"/>
                  <a:gd name="connsiteY10" fmla="*/ 322783 h 458346"/>
                  <a:gd name="connsiteX11" fmla="*/ 645566 w 645565"/>
                  <a:gd name="connsiteY11" fmla="*/ 418650 h 458346"/>
                  <a:gd name="connsiteX12" fmla="*/ 605869 w 645565"/>
                  <a:gd name="connsiteY12" fmla="*/ 458346 h 45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565" h="458346">
                    <a:moveTo>
                      <a:pt x="605869" y="458346"/>
                    </a:moveTo>
                    <a:cubicBezTo>
                      <a:pt x="583947" y="458346"/>
                      <a:pt x="566173" y="440572"/>
                      <a:pt x="566173" y="418650"/>
                    </a:cubicBezTo>
                    <a:lnTo>
                      <a:pt x="566173" y="322783"/>
                    </a:lnTo>
                    <a:cubicBezTo>
                      <a:pt x="566173" y="188360"/>
                      <a:pt x="457206" y="79393"/>
                      <a:pt x="322783" y="79393"/>
                    </a:cubicBezTo>
                    <a:cubicBezTo>
                      <a:pt x="188362" y="79393"/>
                      <a:pt x="79393" y="188360"/>
                      <a:pt x="79393" y="322783"/>
                    </a:cubicBezTo>
                    <a:lnTo>
                      <a:pt x="79393" y="418650"/>
                    </a:lnTo>
                    <a:cubicBezTo>
                      <a:pt x="79393" y="440572"/>
                      <a:pt x="61621" y="458346"/>
                      <a:pt x="39697" y="458346"/>
                    </a:cubicBezTo>
                    <a:cubicBezTo>
                      <a:pt x="17773" y="458346"/>
                      <a:pt x="0" y="440572"/>
                      <a:pt x="0" y="418650"/>
                    </a:cubicBezTo>
                    <a:lnTo>
                      <a:pt x="0" y="322783"/>
                    </a:lnTo>
                    <a:cubicBezTo>
                      <a:pt x="0" y="144515"/>
                      <a:pt x="144515" y="0"/>
                      <a:pt x="322783" y="0"/>
                    </a:cubicBezTo>
                    <a:cubicBezTo>
                      <a:pt x="501050" y="0"/>
                      <a:pt x="645566" y="144515"/>
                      <a:pt x="645566" y="322783"/>
                    </a:cubicBezTo>
                    <a:lnTo>
                      <a:pt x="645566" y="418650"/>
                    </a:lnTo>
                    <a:cubicBezTo>
                      <a:pt x="645566" y="440572"/>
                      <a:pt x="627792" y="458346"/>
                      <a:pt x="605869" y="45834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BB66F00B-830D-1846-8127-EBB70E12822F}"/>
                </a:ext>
              </a:extLst>
            </p:cNvPr>
            <p:cNvSpPr/>
            <p:nvPr/>
          </p:nvSpPr>
          <p:spPr>
            <a:xfrm>
              <a:off x="5842609" y="4166448"/>
              <a:ext cx="79393" cy="260855"/>
            </a:xfrm>
            <a:custGeom>
              <a:avLst/>
              <a:gdLst>
                <a:gd name="connsiteX0" fmla="*/ 39697 w 79393"/>
                <a:gd name="connsiteY0" fmla="*/ 260856 h 260855"/>
                <a:gd name="connsiteX1" fmla="*/ 0 w 79393"/>
                <a:gd name="connsiteY1" fmla="*/ 221159 h 260855"/>
                <a:gd name="connsiteX2" fmla="*/ 0 w 79393"/>
                <a:gd name="connsiteY2" fmla="*/ 39697 h 260855"/>
                <a:gd name="connsiteX3" fmla="*/ 39697 w 79393"/>
                <a:gd name="connsiteY3" fmla="*/ 0 h 260855"/>
                <a:gd name="connsiteX4" fmla="*/ 79393 w 79393"/>
                <a:gd name="connsiteY4" fmla="*/ 39697 h 260855"/>
                <a:gd name="connsiteX5" fmla="*/ 79393 w 79393"/>
                <a:gd name="connsiteY5" fmla="*/ 221159 h 260855"/>
                <a:gd name="connsiteX6" fmla="*/ 39697 w 79393"/>
                <a:gd name="connsiteY6" fmla="*/ 260856 h 26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855">
                  <a:moveTo>
                    <a:pt x="39697" y="260856"/>
                  </a:moveTo>
                  <a:cubicBezTo>
                    <a:pt x="17773" y="260856"/>
                    <a:pt x="0" y="243082"/>
                    <a:pt x="0" y="22115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1159"/>
                  </a:lnTo>
                  <a:cubicBezTo>
                    <a:pt x="79393" y="243082"/>
                    <a:pt x="61621" y="260856"/>
                    <a:pt x="39697" y="26085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4EDD0AE0-9E9B-9948-896F-C6B3EDED3B49}"/>
                </a:ext>
              </a:extLst>
            </p:cNvPr>
            <p:cNvSpPr/>
            <p:nvPr/>
          </p:nvSpPr>
          <p:spPr>
            <a:xfrm>
              <a:off x="5751902" y="4248669"/>
              <a:ext cx="260856" cy="79393"/>
            </a:xfrm>
            <a:custGeom>
              <a:avLst/>
              <a:gdLst>
                <a:gd name="connsiteX0" fmla="*/ 221160 w 260856"/>
                <a:gd name="connsiteY0" fmla="*/ 79393 h 79393"/>
                <a:gd name="connsiteX1" fmla="*/ 39697 w 260856"/>
                <a:gd name="connsiteY1" fmla="*/ 79393 h 79393"/>
                <a:gd name="connsiteX2" fmla="*/ 0 w 260856"/>
                <a:gd name="connsiteY2" fmla="*/ 39697 h 79393"/>
                <a:gd name="connsiteX3" fmla="*/ 39697 w 260856"/>
                <a:gd name="connsiteY3" fmla="*/ 0 h 79393"/>
                <a:gd name="connsiteX4" fmla="*/ 221160 w 260856"/>
                <a:gd name="connsiteY4" fmla="*/ 0 h 79393"/>
                <a:gd name="connsiteX5" fmla="*/ 260856 w 260856"/>
                <a:gd name="connsiteY5" fmla="*/ 39697 h 79393"/>
                <a:gd name="connsiteX6" fmla="*/ 221160 w 26085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856" h="79393">
                  <a:moveTo>
                    <a:pt x="22116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1160" y="0"/>
                  </a:lnTo>
                  <a:cubicBezTo>
                    <a:pt x="243082" y="0"/>
                    <a:pt x="260856" y="17774"/>
                    <a:pt x="260856" y="39697"/>
                  </a:cubicBezTo>
                  <a:cubicBezTo>
                    <a:pt x="260856" y="61619"/>
                    <a:pt x="243082" y="79393"/>
                    <a:pt x="22116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7" name="Picture Placeholder 87">
            <a:extLst>
              <a:ext uri="{FF2B5EF4-FFF2-40B4-BE49-F238E27FC236}">
                <a16:creationId xmlns:a16="http://schemas.microsoft.com/office/drawing/2014/main" id="{BE1F2A95-8958-4703-AD85-7904A7CAA5D7}"/>
              </a:ext>
            </a:extLst>
          </p:cNvPr>
          <p:cNvGrpSpPr>
            <a:grpSpLocks noChangeAspect="1"/>
          </p:cNvGrpSpPr>
          <p:nvPr/>
        </p:nvGrpSpPr>
        <p:grpSpPr>
          <a:xfrm>
            <a:off x="6964066" y="3677188"/>
            <a:ext cx="461472" cy="793930"/>
            <a:chOff x="6964066" y="3677188"/>
            <a:chExt cx="461472" cy="793930"/>
          </a:xfrm>
        </p:grpSpPr>
        <p:grpSp>
          <p:nvGrpSpPr>
            <p:cNvPr id="158" name="Picture Placeholder 87">
              <a:extLst>
                <a:ext uri="{FF2B5EF4-FFF2-40B4-BE49-F238E27FC236}">
                  <a16:creationId xmlns:a16="http://schemas.microsoft.com/office/drawing/2014/main" id="{BE1F2A95-8958-4703-AD85-7904A7CAA5D7}"/>
                </a:ext>
              </a:extLst>
            </p:cNvPr>
            <p:cNvGrpSpPr/>
            <p:nvPr/>
          </p:nvGrpSpPr>
          <p:grpSpPr>
            <a:xfrm>
              <a:off x="6964066" y="3677188"/>
              <a:ext cx="461472" cy="793930"/>
              <a:chOff x="6964066" y="3677188"/>
              <a:chExt cx="461472" cy="793930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CE1BC3FA-56C6-B64E-80D7-548CE2D0E3AB}"/>
                  </a:ext>
                </a:extLst>
              </p:cNvPr>
              <p:cNvSpPr/>
              <p:nvPr/>
            </p:nvSpPr>
            <p:spPr>
              <a:xfrm>
                <a:off x="6964066" y="3832654"/>
                <a:ext cx="461472" cy="638465"/>
              </a:xfrm>
              <a:custGeom>
                <a:avLst/>
                <a:gdLst>
                  <a:gd name="connsiteX0" fmla="*/ 421776 w 461472"/>
                  <a:gd name="connsiteY0" fmla="*/ 638465 h 638465"/>
                  <a:gd name="connsiteX1" fmla="*/ 39697 w 461472"/>
                  <a:gd name="connsiteY1" fmla="*/ 638465 h 638465"/>
                  <a:gd name="connsiteX2" fmla="*/ 0 w 461472"/>
                  <a:gd name="connsiteY2" fmla="*/ 598769 h 638465"/>
                  <a:gd name="connsiteX3" fmla="*/ 0 w 461472"/>
                  <a:gd name="connsiteY3" fmla="*/ 209246 h 638465"/>
                  <a:gd name="connsiteX4" fmla="*/ 115666 w 461472"/>
                  <a:gd name="connsiteY4" fmla="*/ 6198 h 638465"/>
                  <a:gd name="connsiteX5" fmla="*/ 169380 w 461472"/>
                  <a:gd name="connsiteY5" fmla="*/ 22598 h 638465"/>
                  <a:gd name="connsiteX6" fmla="*/ 152981 w 461472"/>
                  <a:gd name="connsiteY6" fmla="*/ 76312 h 638465"/>
                  <a:gd name="connsiteX7" fmla="*/ 79393 w 461472"/>
                  <a:gd name="connsiteY7" fmla="*/ 209246 h 638465"/>
                  <a:gd name="connsiteX8" fmla="*/ 79393 w 461472"/>
                  <a:gd name="connsiteY8" fmla="*/ 559072 h 638465"/>
                  <a:gd name="connsiteX9" fmla="*/ 382080 w 461472"/>
                  <a:gd name="connsiteY9" fmla="*/ 559072 h 638465"/>
                  <a:gd name="connsiteX10" fmla="*/ 382080 w 461472"/>
                  <a:gd name="connsiteY10" fmla="*/ 209246 h 638465"/>
                  <a:gd name="connsiteX11" fmla="*/ 306855 w 461472"/>
                  <a:gd name="connsiteY11" fmla="*/ 75270 h 638465"/>
                  <a:gd name="connsiteX12" fmla="*/ 288923 w 461472"/>
                  <a:gd name="connsiteY12" fmla="*/ 22071 h 638465"/>
                  <a:gd name="connsiteX13" fmla="*/ 342120 w 461472"/>
                  <a:gd name="connsiteY13" fmla="*/ 4141 h 638465"/>
                  <a:gd name="connsiteX14" fmla="*/ 343227 w 461472"/>
                  <a:gd name="connsiteY14" fmla="*/ 4710 h 638465"/>
                  <a:gd name="connsiteX15" fmla="*/ 461473 w 461472"/>
                  <a:gd name="connsiteY15" fmla="*/ 209246 h 638465"/>
                  <a:gd name="connsiteX16" fmla="*/ 461473 w 461472"/>
                  <a:gd name="connsiteY16" fmla="*/ 598769 h 638465"/>
                  <a:gd name="connsiteX17" fmla="*/ 421776 w 461472"/>
                  <a:gd name="connsiteY17" fmla="*/ 638465 h 6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61472" h="638465">
                    <a:moveTo>
                      <a:pt x="421776" y="638465"/>
                    </a:moveTo>
                    <a:lnTo>
                      <a:pt x="39697" y="638465"/>
                    </a:lnTo>
                    <a:cubicBezTo>
                      <a:pt x="17773" y="638465"/>
                      <a:pt x="0" y="620691"/>
                      <a:pt x="0" y="598769"/>
                    </a:cubicBezTo>
                    <a:lnTo>
                      <a:pt x="0" y="209246"/>
                    </a:lnTo>
                    <a:cubicBezTo>
                      <a:pt x="0" y="119333"/>
                      <a:pt x="42178" y="45498"/>
                      <a:pt x="115666" y="6198"/>
                    </a:cubicBezTo>
                    <a:cubicBezTo>
                      <a:pt x="135027" y="-4106"/>
                      <a:pt x="159076" y="3236"/>
                      <a:pt x="169380" y="22598"/>
                    </a:cubicBezTo>
                    <a:cubicBezTo>
                      <a:pt x="179685" y="41959"/>
                      <a:pt x="172342" y="66008"/>
                      <a:pt x="152981" y="76312"/>
                    </a:cubicBezTo>
                    <a:cubicBezTo>
                      <a:pt x="105494" y="101569"/>
                      <a:pt x="79393" y="148808"/>
                      <a:pt x="79393" y="209246"/>
                    </a:cubicBezTo>
                    <a:lnTo>
                      <a:pt x="79393" y="559072"/>
                    </a:lnTo>
                    <a:lnTo>
                      <a:pt x="382080" y="559072"/>
                    </a:lnTo>
                    <a:lnTo>
                      <a:pt x="382080" y="209246"/>
                    </a:lnTo>
                    <a:cubicBezTo>
                      <a:pt x="382080" y="147965"/>
                      <a:pt x="355384" y="100428"/>
                      <a:pt x="306855" y="75270"/>
                    </a:cubicBezTo>
                    <a:cubicBezTo>
                      <a:pt x="287213" y="65531"/>
                      <a:pt x="279185" y="41713"/>
                      <a:pt x="288923" y="22071"/>
                    </a:cubicBezTo>
                    <a:cubicBezTo>
                      <a:pt x="298662" y="2430"/>
                      <a:pt x="322480" y="-5599"/>
                      <a:pt x="342120" y="4141"/>
                    </a:cubicBezTo>
                    <a:cubicBezTo>
                      <a:pt x="342492" y="4325"/>
                      <a:pt x="342860" y="4514"/>
                      <a:pt x="343227" y="4710"/>
                    </a:cubicBezTo>
                    <a:cubicBezTo>
                      <a:pt x="418352" y="43612"/>
                      <a:pt x="461473" y="118143"/>
                      <a:pt x="461473" y="209246"/>
                    </a:cubicBezTo>
                    <a:lnTo>
                      <a:pt x="461473" y="598769"/>
                    </a:lnTo>
                    <a:cubicBezTo>
                      <a:pt x="461473" y="620691"/>
                      <a:pt x="443699" y="638465"/>
                      <a:pt x="421776" y="63846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7CCB8E38-325E-1E47-B060-E532BE4AED62}"/>
                  </a:ext>
                </a:extLst>
              </p:cNvPr>
              <p:cNvSpPr/>
              <p:nvPr/>
            </p:nvSpPr>
            <p:spPr>
              <a:xfrm>
                <a:off x="7063307" y="3677188"/>
                <a:ext cx="262989" cy="233217"/>
              </a:xfrm>
              <a:custGeom>
                <a:avLst/>
                <a:gdLst>
                  <a:gd name="connsiteX0" fmla="*/ 223293 w 262989"/>
                  <a:gd name="connsiteY0" fmla="*/ 233217 h 233217"/>
                  <a:gd name="connsiteX1" fmla="*/ 183597 w 262989"/>
                  <a:gd name="connsiteY1" fmla="*/ 193521 h 233217"/>
                  <a:gd name="connsiteX2" fmla="*/ 183597 w 262989"/>
                  <a:gd name="connsiteY2" fmla="*/ 79393 h 233217"/>
                  <a:gd name="connsiteX3" fmla="*/ 79393 w 262989"/>
                  <a:gd name="connsiteY3" fmla="*/ 79393 h 233217"/>
                  <a:gd name="connsiteX4" fmla="*/ 79393 w 262989"/>
                  <a:gd name="connsiteY4" fmla="*/ 193521 h 233217"/>
                  <a:gd name="connsiteX5" fmla="*/ 39697 w 262989"/>
                  <a:gd name="connsiteY5" fmla="*/ 233217 h 233217"/>
                  <a:gd name="connsiteX6" fmla="*/ 0 w 262989"/>
                  <a:gd name="connsiteY6" fmla="*/ 193521 h 233217"/>
                  <a:gd name="connsiteX7" fmla="*/ 0 w 262989"/>
                  <a:gd name="connsiteY7" fmla="*/ 39697 h 233217"/>
                  <a:gd name="connsiteX8" fmla="*/ 39697 w 262989"/>
                  <a:gd name="connsiteY8" fmla="*/ 0 h 233217"/>
                  <a:gd name="connsiteX9" fmla="*/ 223293 w 262989"/>
                  <a:gd name="connsiteY9" fmla="*/ 0 h 233217"/>
                  <a:gd name="connsiteX10" fmla="*/ 262990 w 262989"/>
                  <a:gd name="connsiteY10" fmla="*/ 39697 h 233217"/>
                  <a:gd name="connsiteX11" fmla="*/ 262990 w 262989"/>
                  <a:gd name="connsiteY11" fmla="*/ 193521 h 233217"/>
                  <a:gd name="connsiteX12" fmla="*/ 223293 w 262989"/>
                  <a:gd name="connsiteY12" fmla="*/ 233217 h 23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989" h="233217">
                    <a:moveTo>
                      <a:pt x="223293" y="233217"/>
                    </a:moveTo>
                    <a:cubicBezTo>
                      <a:pt x="201371" y="233217"/>
                      <a:pt x="183597" y="215445"/>
                      <a:pt x="183597" y="193521"/>
                    </a:cubicBezTo>
                    <a:lnTo>
                      <a:pt x="183597" y="79393"/>
                    </a:lnTo>
                    <a:lnTo>
                      <a:pt x="79393" y="79393"/>
                    </a:lnTo>
                    <a:lnTo>
                      <a:pt x="79393" y="193521"/>
                    </a:lnTo>
                    <a:cubicBezTo>
                      <a:pt x="79393" y="215445"/>
                      <a:pt x="61621" y="233217"/>
                      <a:pt x="39697" y="233217"/>
                    </a:cubicBezTo>
                    <a:cubicBezTo>
                      <a:pt x="17773" y="233217"/>
                      <a:pt x="0" y="215445"/>
                      <a:pt x="0" y="1935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23293" y="0"/>
                    </a:lnTo>
                    <a:cubicBezTo>
                      <a:pt x="245216" y="0"/>
                      <a:pt x="262990" y="17773"/>
                      <a:pt x="262990" y="39697"/>
                    </a:cubicBezTo>
                    <a:lnTo>
                      <a:pt x="262990" y="193521"/>
                    </a:lnTo>
                    <a:cubicBezTo>
                      <a:pt x="262990" y="215445"/>
                      <a:pt x="245216" y="233217"/>
                      <a:pt x="223293" y="23321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39309EC2-3D67-3E47-9B82-BB31819E936C}"/>
                  </a:ext>
                </a:extLst>
              </p:cNvPr>
              <p:cNvSpPr/>
              <p:nvPr/>
            </p:nvSpPr>
            <p:spPr>
              <a:xfrm>
                <a:off x="7014034" y="3677188"/>
                <a:ext cx="357269" cy="79393"/>
              </a:xfrm>
              <a:custGeom>
                <a:avLst/>
                <a:gdLst>
                  <a:gd name="connsiteX0" fmla="*/ 317573 w 357269"/>
                  <a:gd name="connsiteY0" fmla="*/ 79393 h 79393"/>
                  <a:gd name="connsiteX1" fmla="*/ 39697 w 357269"/>
                  <a:gd name="connsiteY1" fmla="*/ 79393 h 79393"/>
                  <a:gd name="connsiteX2" fmla="*/ 0 w 357269"/>
                  <a:gd name="connsiteY2" fmla="*/ 39697 h 79393"/>
                  <a:gd name="connsiteX3" fmla="*/ 39697 w 357269"/>
                  <a:gd name="connsiteY3" fmla="*/ 0 h 79393"/>
                  <a:gd name="connsiteX4" fmla="*/ 317573 w 357269"/>
                  <a:gd name="connsiteY4" fmla="*/ 0 h 79393"/>
                  <a:gd name="connsiteX5" fmla="*/ 357269 w 357269"/>
                  <a:gd name="connsiteY5" fmla="*/ 39697 h 79393"/>
                  <a:gd name="connsiteX6" fmla="*/ 317573 w 35726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7269" h="79393">
                    <a:moveTo>
                      <a:pt x="31757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17573" y="0"/>
                    </a:lnTo>
                    <a:cubicBezTo>
                      <a:pt x="339495" y="0"/>
                      <a:pt x="357269" y="17773"/>
                      <a:pt x="357269" y="39697"/>
                    </a:cubicBezTo>
                    <a:cubicBezTo>
                      <a:pt x="357269" y="61620"/>
                      <a:pt x="339495" y="79393"/>
                      <a:pt x="317573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93DEB8FF-E3E2-784B-A309-8F2FCA055F02}"/>
                </a:ext>
              </a:extLst>
            </p:cNvPr>
            <p:cNvSpPr/>
            <p:nvPr/>
          </p:nvSpPr>
          <p:spPr>
            <a:xfrm>
              <a:off x="7065788" y="4105464"/>
              <a:ext cx="262989" cy="79393"/>
            </a:xfrm>
            <a:custGeom>
              <a:avLst/>
              <a:gdLst>
                <a:gd name="connsiteX0" fmla="*/ 223293 w 262989"/>
                <a:gd name="connsiteY0" fmla="*/ 79393 h 79393"/>
                <a:gd name="connsiteX1" fmla="*/ 39697 w 262989"/>
                <a:gd name="connsiteY1" fmla="*/ 79393 h 79393"/>
                <a:gd name="connsiteX2" fmla="*/ 0 w 262989"/>
                <a:gd name="connsiteY2" fmla="*/ 39697 h 79393"/>
                <a:gd name="connsiteX3" fmla="*/ 39697 w 262989"/>
                <a:gd name="connsiteY3" fmla="*/ 0 h 79393"/>
                <a:gd name="connsiteX4" fmla="*/ 223293 w 262989"/>
                <a:gd name="connsiteY4" fmla="*/ 0 h 79393"/>
                <a:gd name="connsiteX5" fmla="*/ 262990 w 262989"/>
                <a:gd name="connsiteY5" fmla="*/ 39697 h 79393"/>
                <a:gd name="connsiteX6" fmla="*/ 223293 w 2629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989" h="79393">
                  <a:moveTo>
                    <a:pt x="22329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3293" y="0"/>
                  </a:lnTo>
                  <a:cubicBezTo>
                    <a:pt x="245216" y="0"/>
                    <a:pt x="262990" y="17773"/>
                    <a:pt x="262990" y="39697"/>
                  </a:cubicBezTo>
                  <a:cubicBezTo>
                    <a:pt x="262990" y="61619"/>
                    <a:pt x="245216" y="79393"/>
                    <a:pt x="22329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851F398A-CA02-304F-9041-CBDEDAC616FB}"/>
                </a:ext>
              </a:extLst>
            </p:cNvPr>
            <p:cNvSpPr/>
            <p:nvPr/>
          </p:nvSpPr>
          <p:spPr>
            <a:xfrm>
              <a:off x="7155105" y="4013368"/>
              <a:ext cx="79393" cy="271028"/>
            </a:xfrm>
            <a:custGeom>
              <a:avLst/>
              <a:gdLst>
                <a:gd name="connsiteX0" fmla="*/ 39697 w 79393"/>
                <a:gd name="connsiteY0" fmla="*/ 271028 h 271028"/>
                <a:gd name="connsiteX1" fmla="*/ 0 w 79393"/>
                <a:gd name="connsiteY1" fmla="*/ 231332 h 271028"/>
                <a:gd name="connsiteX2" fmla="*/ 0 w 79393"/>
                <a:gd name="connsiteY2" fmla="*/ 39697 h 271028"/>
                <a:gd name="connsiteX3" fmla="*/ 39697 w 79393"/>
                <a:gd name="connsiteY3" fmla="*/ 0 h 271028"/>
                <a:gd name="connsiteX4" fmla="*/ 79393 w 79393"/>
                <a:gd name="connsiteY4" fmla="*/ 39697 h 271028"/>
                <a:gd name="connsiteX5" fmla="*/ 79393 w 79393"/>
                <a:gd name="connsiteY5" fmla="*/ 231332 h 271028"/>
                <a:gd name="connsiteX6" fmla="*/ 39697 w 79393"/>
                <a:gd name="connsiteY6" fmla="*/ 271028 h 27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1028">
                  <a:moveTo>
                    <a:pt x="39697" y="271028"/>
                  </a:moveTo>
                  <a:cubicBezTo>
                    <a:pt x="17773" y="271028"/>
                    <a:pt x="0" y="253254"/>
                    <a:pt x="0" y="23133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31332"/>
                  </a:lnTo>
                  <a:cubicBezTo>
                    <a:pt x="79393" y="253254"/>
                    <a:pt x="61621" y="271028"/>
                    <a:pt x="39697" y="2710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4" name="Picture Placeholder 71">
            <a:extLst>
              <a:ext uri="{FF2B5EF4-FFF2-40B4-BE49-F238E27FC236}">
                <a16:creationId xmlns:a16="http://schemas.microsoft.com/office/drawing/2014/main" id="{84516537-FB5C-4970-94FD-28C18881E13F}"/>
              </a:ext>
            </a:extLst>
          </p:cNvPr>
          <p:cNvGrpSpPr>
            <a:grpSpLocks noChangeAspect="1"/>
          </p:cNvGrpSpPr>
          <p:nvPr/>
        </p:nvGrpSpPr>
        <p:grpSpPr>
          <a:xfrm>
            <a:off x="8095089" y="3656894"/>
            <a:ext cx="834442" cy="834477"/>
            <a:chOff x="8095089" y="3656894"/>
            <a:chExt cx="834442" cy="834477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032C7AB9-23EB-E442-9584-B8EBF9560144}"/>
                </a:ext>
              </a:extLst>
            </p:cNvPr>
            <p:cNvSpPr/>
            <p:nvPr/>
          </p:nvSpPr>
          <p:spPr>
            <a:xfrm>
              <a:off x="8206507" y="4037269"/>
              <a:ext cx="341561" cy="341605"/>
            </a:xfrm>
            <a:custGeom>
              <a:avLst/>
              <a:gdLst>
                <a:gd name="connsiteX0" fmla="*/ 301833 w 341561"/>
                <a:gd name="connsiteY0" fmla="*/ 341605 h 341605"/>
                <a:gd name="connsiteX1" fmla="*/ 273549 w 341561"/>
                <a:gd name="connsiteY1" fmla="*/ 329944 h 341605"/>
                <a:gd name="connsiteX2" fmla="*/ 10560 w 341561"/>
                <a:gd name="connsiteY2" fmla="*/ 66657 h 341605"/>
                <a:gd name="connsiteX3" fmla="*/ 12737 w 341561"/>
                <a:gd name="connsiteY3" fmla="*/ 10559 h 341605"/>
                <a:gd name="connsiteX4" fmla="*/ 66631 w 341561"/>
                <a:gd name="connsiteY4" fmla="*/ 10536 h 341605"/>
                <a:gd name="connsiteX5" fmla="*/ 329919 w 341561"/>
                <a:gd name="connsiteY5" fmla="*/ 273823 h 341605"/>
                <a:gd name="connsiteX6" fmla="*/ 329950 w 341561"/>
                <a:gd name="connsiteY6" fmla="*/ 329964 h 341605"/>
                <a:gd name="connsiteX7" fmla="*/ 301833 w 341561"/>
                <a:gd name="connsiteY7" fmla="*/ 341605 h 34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561" h="341605">
                  <a:moveTo>
                    <a:pt x="301833" y="341605"/>
                  </a:moveTo>
                  <a:cubicBezTo>
                    <a:pt x="291226" y="341654"/>
                    <a:pt x="281041" y="337451"/>
                    <a:pt x="273549" y="329944"/>
                  </a:cubicBezTo>
                  <a:lnTo>
                    <a:pt x="10560" y="66657"/>
                  </a:lnTo>
                  <a:cubicBezTo>
                    <a:pt x="-4330" y="50565"/>
                    <a:pt x="-3355" y="25449"/>
                    <a:pt x="12737" y="10559"/>
                  </a:cubicBezTo>
                  <a:cubicBezTo>
                    <a:pt x="27943" y="-3511"/>
                    <a:pt x="51412" y="-3521"/>
                    <a:pt x="66631" y="10536"/>
                  </a:cubicBezTo>
                  <a:lnTo>
                    <a:pt x="329919" y="273823"/>
                  </a:lnTo>
                  <a:cubicBezTo>
                    <a:pt x="345430" y="289314"/>
                    <a:pt x="345444" y="314452"/>
                    <a:pt x="329950" y="329964"/>
                  </a:cubicBezTo>
                  <a:cubicBezTo>
                    <a:pt x="322496" y="337422"/>
                    <a:pt x="312380" y="341615"/>
                    <a:pt x="301833" y="34160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C7F03C8C-6E20-EF4B-8658-5F2B7A7B54E3}"/>
                </a:ext>
              </a:extLst>
            </p:cNvPr>
            <p:cNvSpPr/>
            <p:nvPr/>
          </p:nvSpPr>
          <p:spPr>
            <a:xfrm>
              <a:off x="8497061" y="3750736"/>
              <a:ext cx="342727" cy="342621"/>
            </a:xfrm>
            <a:custGeom>
              <a:avLst/>
              <a:gdLst>
                <a:gd name="connsiteX0" fmla="*/ 302999 w 342727"/>
                <a:gd name="connsiteY0" fmla="*/ 342621 h 342621"/>
                <a:gd name="connsiteX1" fmla="*/ 274914 w 342727"/>
                <a:gd name="connsiteY1" fmla="*/ 330861 h 342621"/>
                <a:gd name="connsiteX2" fmla="*/ 11676 w 342727"/>
                <a:gd name="connsiteY2" fmla="*/ 67871 h 342621"/>
                <a:gd name="connsiteX3" fmla="*/ 11601 w 342727"/>
                <a:gd name="connsiteY3" fmla="*/ 11676 h 342621"/>
                <a:gd name="connsiteX4" fmla="*/ 67797 w 342727"/>
                <a:gd name="connsiteY4" fmla="*/ 11601 h 342621"/>
                <a:gd name="connsiteX5" fmla="*/ 331085 w 342727"/>
                <a:gd name="connsiteY5" fmla="*/ 274839 h 342621"/>
                <a:gd name="connsiteX6" fmla="*/ 331114 w 342727"/>
                <a:gd name="connsiteY6" fmla="*/ 330979 h 342621"/>
                <a:gd name="connsiteX7" fmla="*/ 302999 w 342727"/>
                <a:gd name="connsiteY7" fmla="*/ 342621 h 3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27" h="342621">
                  <a:moveTo>
                    <a:pt x="302999" y="342621"/>
                  </a:moveTo>
                  <a:cubicBezTo>
                    <a:pt x="292445" y="342590"/>
                    <a:pt x="282342" y="338358"/>
                    <a:pt x="274914" y="330861"/>
                  </a:cubicBezTo>
                  <a:lnTo>
                    <a:pt x="11676" y="67871"/>
                  </a:lnTo>
                  <a:cubicBezTo>
                    <a:pt x="-3863" y="52374"/>
                    <a:pt x="-3896" y="27215"/>
                    <a:pt x="11601" y="11676"/>
                  </a:cubicBezTo>
                  <a:cubicBezTo>
                    <a:pt x="27099" y="-3863"/>
                    <a:pt x="52258" y="-3896"/>
                    <a:pt x="67797" y="11601"/>
                  </a:cubicBezTo>
                  <a:lnTo>
                    <a:pt x="331085" y="274839"/>
                  </a:lnTo>
                  <a:cubicBezTo>
                    <a:pt x="346596" y="290333"/>
                    <a:pt x="346611" y="315468"/>
                    <a:pt x="331114" y="330979"/>
                  </a:cubicBezTo>
                  <a:cubicBezTo>
                    <a:pt x="323661" y="338440"/>
                    <a:pt x="313544" y="342629"/>
                    <a:pt x="302999" y="3426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6C25DA73-2C11-8C43-9E91-B636D2E3D0D1}"/>
                </a:ext>
              </a:extLst>
            </p:cNvPr>
            <p:cNvSpPr/>
            <p:nvPr/>
          </p:nvSpPr>
          <p:spPr>
            <a:xfrm>
              <a:off x="8095089" y="3656894"/>
              <a:ext cx="834442" cy="834477"/>
            </a:xfrm>
            <a:custGeom>
              <a:avLst/>
              <a:gdLst>
                <a:gd name="connsiteX0" fmla="*/ 223055 w 834442"/>
                <a:gd name="connsiteY0" fmla="*/ 834470 h 834477"/>
                <a:gd name="connsiteX1" fmla="*/ 64517 w 834442"/>
                <a:gd name="connsiteY1" fmla="*/ 769963 h 834477"/>
                <a:gd name="connsiteX2" fmla="*/ 74044 w 834442"/>
                <a:gd name="connsiteY2" fmla="*/ 435420 h 834477"/>
                <a:gd name="connsiteX3" fmla="*/ 435382 w 834442"/>
                <a:gd name="connsiteY3" fmla="*/ 74082 h 834477"/>
                <a:gd name="connsiteX4" fmla="*/ 769925 w 834442"/>
                <a:gd name="connsiteY4" fmla="*/ 64555 h 834477"/>
                <a:gd name="connsiteX5" fmla="*/ 760398 w 834442"/>
                <a:gd name="connsiteY5" fmla="*/ 399098 h 834477"/>
                <a:gd name="connsiteX6" fmla="*/ 399060 w 834442"/>
                <a:gd name="connsiteY6" fmla="*/ 760436 h 834477"/>
                <a:gd name="connsiteX7" fmla="*/ 223055 w 834442"/>
                <a:gd name="connsiteY7" fmla="*/ 834470 h 834477"/>
                <a:gd name="connsiteX8" fmla="*/ 611387 w 834442"/>
                <a:gd name="connsiteY8" fmla="*/ 79342 h 834477"/>
                <a:gd name="connsiteX9" fmla="*/ 491503 w 834442"/>
                <a:gd name="connsiteY9" fmla="*/ 130203 h 834477"/>
                <a:gd name="connsiteX10" fmla="*/ 130165 w 834442"/>
                <a:gd name="connsiteY10" fmla="*/ 491541 h 834477"/>
                <a:gd name="connsiteX11" fmla="*/ 120638 w 834442"/>
                <a:gd name="connsiteY11" fmla="*/ 713842 h 834477"/>
                <a:gd name="connsiteX12" fmla="*/ 342939 w 834442"/>
                <a:gd name="connsiteY12" fmla="*/ 704315 h 834477"/>
                <a:gd name="connsiteX13" fmla="*/ 704277 w 834442"/>
                <a:gd name="connsiteY13" fmla="*/ 342977 h 834477"/>
                <a:gd name="connsiteX14" fmla="*/ 713804 w 834442"/>
                <a:gd name="connsiteY14" fmla="*/ 120676 h 834477"/>
                <a:gd name="connsiteX15" fmla="*/ 611387 w 834442"/>
                <a:gd name="connsiteY15" fmla="*/ 79342 h 83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4442" h="834477">
                  <a:moveTo>
                    <a:pt x="223055" y="834470"/>
                  </a:moveTo>
                  <a:cubicBezTo>
                    <a:pt x="163722" y="834966"/>
                    <a:pt x="106648" y="811744"/>
                    <a:pt x="64517" y="769963"/>
                  </a:cubicBezTo>
                  <a:cubicBezTo>
                    <a:pt x="-25098" y="680348"/>
                    <a:pt x="-20831" y="530245"/>
                    <a:pt x="74044" y="435420"/>
                  </a:cubicBezTo>
                  <a:lnTo>
                    <a:pt x="435382" y="74082"/>
                  </a:lnTo>
                  <a:cubicBezTo>
                    <a:pt x="530257" y="-20792"/>
                    <a:pt x="680310" y="-25159"/>
                    <a:pt x="769925" y="64555"/>
                  </a:cubicBezTo>
                  <a:cubicBezTo>
                    <a:pt x="859540" y="154269"/>
                    <a:pt x="855273" y="304273"/>
                    <a:pt x="760398" y="399098"/>
                  </a:cubicBezTo>
                  <a:lnTo>
                    <a:pt x="399060" y="760436"/>
                  </a:lnTo>
                  <a:cubicBezTo>
                    <a:pt x="352542" y="807496"/>
                    <a:pt x="289224" y="834128"/>
                    <a:pt x="223055" y="834470"/>
                  </a:cubicBezTo>
                  <a:close/>
                  <a:moveTo>
                    <a:pt x="611387" y="79342"/>
                  </a:moveTo>
                  <a:cubicBezTo>
                    <a:pt x="566267" y="79755"/>
                    <a:pt x="523156" y="98046"/>
                    <a:pt x="491503" y="130203"/>
                  </a:cubicBezTo>
                  <a:lnTo>
                    <a:pt x="130165" y="491541"/>
                  </a:lnTo>
                  <a:cubicBezTo>
                    <a:pt x="66254" y="555453"/>
                    <a:pt x="61986" y="655290"/>
                    <a:pt x="120638" y="713842"/>
                  </a:cubicBezTo>
                  <a:cubicBezTo>
                    <a:pt x="179290" y="772394"/>
                    <a:pt x="279027" y="768425"/>
                    <a:pt x="342939" y="704315"/>
                  </a:cubicBezTo>
                  <a:lnTo>
                    <a:pt x="704277" y="342977"/>
                  </a:lnTo>
                  <a:cubicBezTo>
                    <a:pt x="768189" y="279066"/>
                    <a:pt x="772456" y="179229"/>
                    <a:pt x="713804" y="120676"/>
                  </a:cubicBezTo>
                  <a:cubicBezTo>
                    <a:pt x="686543" y="93791"/>
                    <a:pt x="649674" y="78911"/>
                    <a:pt x="611387" y="793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4A29E017-7945-2246-B13D-68317FD8730D}"/>
                </a:ext>
              </a:extLst>
            </p:cNvPr>
            <p:cNvSpPr/>
            <p:nvPr/>
          </p:nvSpPr>
          <p:spPr>
            <a:xfrm>
              <a:off x="8483381" y="3875224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89185A7-1981-6C4A-B177-988E597EA01E}"/>
                </a:ext>
              </a:extLst>
            </p:cNvPr>
            <p:cNvSpPr/>
            <p:nvPr/>
          </p:nvSpPr>
          <p:spPr>
            <a:xfrm>
              <a:off x="8577661" y="3979428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4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19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77D5F978-3425-2742-A5EB-F97431829F4A}"/>
                </a:ext>
              </a:extLst>
            </p:cNvPr>
            <p:cNvSpPr/>
            <p:nvPr/>
          </p:nvSpPr>
          <p:spPr>
            <a:xfrm>
              <a:off x="8483381" y="4078669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6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6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FFC1E545-679E-484E-B135-635B3DC21FE0}"/>
                </a:ext>
              </a:extLst>
            </p:cNvPr>
            <p:cNvSpPr/>
            <p:nvPr/>
          </p:nvSpPr>
          <p:spPr>
            <a:xfrm>
              <a:off x="8389102" y="3974466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2" name="Picture Placeholder 73">
            <a:extLst>
              <a:ext uri="{FF2B5EF4-FFF2-40B4-BE49-F238E27FC236}">
                <a16:creationId xmlns:a16="http://schemas.microsoft.com/office/drawing/2014/main" id="{D0FE9622-AE4D-4A2C-A74E-647DDF3281E7}"/>
              </a:ext>
            </a:extLst>
          </p:cNvPr>
          <p:cNvGrpSpPr>
            <a:grpSpLocks noChangeAspect="1"/>
          </p:cNvGrpSpPr>
          <p:nvPr/>
        </p:nvGrpSpPr>
        <p:grpSpPr>
          <a:xfrm>
            <a:off x="9507034" y="3673814"/>
            <a:ext cx="645565" cy="800629"/>
            <a:chOff x="9507034" y="3673814"/>
            <a:chExt cx="645565" cy="800629"/>
          </a:xfrm>
        </p:grpSpPr>
        <p:grpSp>
          <p:nvGrpSpPr>
            <p:cNvPr id="173" name="Picture Placeholder 73">
              <a:extLst>
                <a:ext uri="{FF2B5EF4-FFF2-40B4-BE49-F238E27FC236}">
                  <a16:creationId xmlns:a16="http://schemas.microsoft.com/office/drawing/2014/main" id="{D0FE9622-AE4D-4A2C-A74E-647DDF3281E7}"/>
                </a:ext>
              </a:extLst>
            </p:cNvPr>
            <p:cNvGrpSpPr/>
            <p:nvPr/>
          </p:nvGrpSpPr>
          <p:grpSpPr>
            <a:xfrm>
              <a:off x="9507034" y="3673814"/>
              <a:ext cx="645565" cy="800629"/>
              <a:chOff x="9507034" y="3673814"/>
              <a:chExt cx="645565" cy="800629"/>
            </a:xfrm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D330D59F-6C9E-614B-9A87-3F24249A828A}"/>
                  </a:ext>
                </a:extLst>
              </p:cNvPr>
              <p:cNvSpPr/>
              <p:nvPr/>
            </p:nvSpPr>
            <p:spPr>
              <a:xfrm>
                <a:off x="9647808" y="3673814"/>
                <a:ext cx="364017" cy="364017"/>
              </a:xfrm>
              <a:custGeom>
                <a:avLst/>
                <a:gdLst>
                  <a:gd name="connsiteX0" fmla="*/ 182009 w 364017"/>
                  <a:gd name="connsiteY0" fmla="*/ 364017 h 364017"/>
                  <a:gd name="connsiteX1" fmla="*/ 0 w 364017"/>
                  <a:gd name="connsiteY1" fmla="*/ 182009 h 364017"/>
                  <a:gd name="connsiteX2" fmla="*/ 182009 w 364017"/>
                  <a:gd name="connsiteY2" fmla="*/ 0 h 364017"/>
                  <a:gd name="connsiteX3" fmla="*/ 364018 w 364017"/>
                  <a:gd name="connsiteY3" fmla="*/ 182009 h 364017"/>
                  <a:gd name="connsiteX4" fmla="*/ 364018 w 364017"/>
                  <a:gd name="connsiteY4" fmla="*/ 182058 h 364017"/>
                  <a:gd name="connsiteX5" fmla="*/ 182009 w 364017"/>
                  <a:gd name="connsiteY5" fmla="*/ 364017 h 364017"/>
                  <a:gd name="connsiteX6" fmla="*/ 182009 w 364017"/>
                  <a:gd name="connsiteY6" fmla="*/ 79443 h 364017"/>
                  <a:gd name="connsiteX7" fmla="*/ 79393 w 364017"/>
                  <a:gd name="connsiteY7" fmla="*/ 182058 h 364017"/>
                  <a:gd name="connsiteX8" fmla="*/ 182009 w 364017"/>
                  <a:gd name="connsiteY8" fmla="*/ 284674 h 364017"/>
                  <a:gd name="connsiteX9" fmla="*/ 284625 w 364017"/>
                  <a:gd name="connsiteY9" fmla="*/ 182058 h 364017"/>
                  <a:gd name="connsiteX10" fmla="*/ 182009 w 364017"/>
                  <a:gd name="connsiteY10" fmla="*/ 79443 h 36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4017" h="364017">
                    <a:moveTo>
                      <a:pt x="182009" y="364017"/>
                    </a:moveTo>
                    <a:cubicBezTo>
                      <a:pt x="81488" y="364017"/>
                      <a:pt x="0" y="282529"/>
                      <a:pt x="0" y="182009"/>
                    </a:cubicBezTo>
                    <a:cubicBezTo>
                      <a:pt x="0" y="81488"/>
                      <a:pt x="81488" y="0"/>
                      <a:pt x="182009" y="0"/>
                    </a:cubicBezTo>
                    <a:cubicBezTo>
                      <a:pt x="282531" y="0"/>
                      <a:pt x="364018" y="81488"/>
                      <a:pt x="364018" y="182009"/>
                    </a:cubicBezTo>
                    <a:cubicBezTo>
                      <a:pt x="364018" y="182025"/>
                      <a:pt x="364018" y="182042"/>
                      <a:pt x="364018" y="182058"/>
                    </a:cubicBezTo>
                    <a:cubicBezTo>
                      <a:pt x="363879" y="282514"/>
                      <a:pt x="282466" y="363908"/>
                      <a:pt x="182009" y="364017"/>
                    </a:cubicBezTo>
                    <a:close/>
                    <a:moveTo>
                      <a:pt x="182009" y="79443"/>
                    </a:moveTo>
                    <a:cubicBezTo>
                      <a:pt x="125336" y="79443"/>
                      <a:pt x="79393" y="125386"/>
                      <a:pt x="79393" y="182058"/>
                    </a:cubicBezTo>
                    <a:cubicBezTo>
                      <a:pt x="79393" y="238731"/>
                      <a:pt x="125336" y="284674"/>
                      <a:pt x="182009" y="284674"/>
                    </a:cubicBezTo>
                    <a:cubicBezTo>
                      <a:pt x="238682" y="284674"/>
                      <a:pt x="284625" y="238731"/>
                      <a:pt x="284625" y="182058"/>
                    </a:cubicBezTo>
                    <a:cubicBezTo>
                      <a:pt x="284540" y="125419"/>
                      <a:pt x="238648" y="79525"/>
                      <a:pt x="182009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9AA06614-C799-4142-AC3D-A35A5C7CC2F6}"/>
                  </a:ext>
                </a:extLst>
              </p:cNvPr>
              <p:cNvSpPr/>
              <p:nvPr/>
            </p:nvSpPr>
            <p:spPr>
              <a:xfrm>
                <a:off x="9507034" y="4016097"/>
                <a:ext cx="645565" cy="458346"/>
              </a:xfrm>
              <a:custGeom>
                <a:avLst/>
                <a:gdLst>
                  <a:gd name="connsiteX0" fmla="*/ 605869 w 645565"/>
                  <a:gd name="connsiteY0" fmla="*/ 458346 h 458346"/>
                  <a:gd name="connsiteX1" fmla="*/ 566173 w 645565"/>
                  <a:gd name="connsiteY1" fmla="*/ 418650 h 458346"/>
                  <a:gd name="connsiteX2" fmla="*/ 566173 w 645565"/>
                  <a:gd name="connsiteY2" fmla="*/ 322783 h 458346"/>
                  <a:gd name="connsiteX3" fmla="*/ 322783 w 645565"/>
                  <a:gd name="connsiteY3" fmla="*/ 79393 h 458346"/>
                  <a:gd name="connsiteX4" fmla="*/ 79393 w 645565"/>
                  <a:gd name="connsiteY4" fmla="*/ 322783 h 458346"/>
                  <a:gd name="connsiteX5" fmla="*/ 79393 w 645565"/>
                  <a:gd name="connsiteY5" fmla="*/ 418650 h 458346"/>
                  <a:gd name="connsiteX6" fmla="*/ 39697 w 645565"/>
                  <a:gd name="connsiteY6" fmla="*/ 458346 h 458346"/>
                  <a:gd name="connsiteX7" fmla="*/ 0 w 645565"/>
                  <a:gd name="connsiteY7" fmla="*/ 418650 h 458346"/>
                  <a:gd name="connsiteX8" fmla="*/ 0 w 645565"/>
                  <a:gd name="connsiteY8" fmla="*/ 322783 h 458346"/>
                  <a:gd name="connsiteX9" fmla="*/ 322783 w 645565"/>
                  <a:gd name="connsiteY9" fmla="*/ 0 h 458346"/>
                  <a:gd name="connsiteX10" fmla="*/ 645566 w 645565"/>
                  <a:gd name="connsiteY10" fmla="*/ 322783 h 458346"/>
                  <a:gd name="connsiteX11" fmla="*/ 645566 w 645565"/>
                  <a:gd name="connsiteY11" fmla="*/ 418650 h 458346"/>
                  <a:gd name="connsiteX12" fmla="*/ 605869 w 645565"/>
                  <a:gd name="connsiteY12" fmla="*/ 458346 h 45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565" h="458346">
                    <a:moveTo>
                      <a:pt x="605869" y="458346"/>
                    </a:moveTo>
                    <a:cubicBezTo>
                      <a:pt x="583947" y="458346"/>
                      <a:pt x="566173" y="440572"/>
                      <a:pt x="566173" y="418650"/>
                    </a:cubicBezTo>
                    <a:lnTo>
                      <a:pt x="566173" y="322783"/>
                    </a:lnTo>
                    <a:cubicBezTo>
                      <a:pt x="566173" y="188360"/>
                      <a:pt x="457206" y="79393"/>
                      <a:pt x="322783" y="79393"/>
                    </a:cubicBezTo>
                    <a:cubicBezTo>
                      <a:pt x="188362" y="79393"/>
                      <a:pt x="79393" y="188360"/>
                      <a:pt x="79393" y="322783"/>
                    </a:cubicBezTo>
                    <a:lnTo>
                      <a:pt x="79393" y="418650"/>
                    </a:lnTo>
                    <a:cubicBezTo>
                      <a:pt x="79393" y="440572"/>
                      <a:pt x="61621" y="458346"/>
                      <a:pt x="39697" y="458346"/>
                    </a:cubicBezTo>
                    <a:cubicBezTo>
                      <a:pt x="17773" y="458346"/>
                      <a:pt x="0" y="440572"/>
                      <a:pt x="0" y="418650"/>
                    </a:cubicBezTo>
                    <a:lnTo>
                      <a:pt x="0" y="322783"/>
                    </a:lnTo>
                    <a:cubicBezTo>
                      <a:pt x="0" y="144515"/>
                      <a:pt x="144515" y="0"/>
                      <a:pt x="322783" y="0"/>
                    </a:cubicBezTo>
                    <a:cubicBezTo>
                      <a:pt x="501050" y="0"/>
                      <a:pt x="645566" y="144515"/>
                      <a:pt x="645566" y="322783"/>
                    </a:cubicBezTo>
                    <a:lnTo>
                      <a:pt x="645566" y="418650"/>
                    </a:lnTo>
                    <a:cubicBezTo>
                      <a:pt x="645566" y="440572"/>
                      <a:pt x="627792" y="458346"/>
                      <a:pt x="605869" y="45834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DFB4241-7D4F-5B4F-B377-AC59310CD822}"/>
                </a:ext>
              </a:extLst>
            </p:cNvPr>
            <p:cNvSpPr/>
            <p:nvPr/>
          </p:nvSpPr>
          <p:spPr>
            <a:xfrm>
              <a:off x="9690929" y="4037434"/>
              <a:ext cx="79393" cy="250931"/>
            </a:xfrm>
            <a:custGeom>
              <a:avLst/>
              <a:gdLst>
                <a:gd name="connsiteX0" fmla="*/ 39697 w 79393"/>
                <a:gd name="connsiteY0" fmla="*/ 250932 h 250931"/>
                <a:gd name="connsiteX1" fmla="*/ 0 w 79393"/>
                <a:gd name="connsiteY1" fmla="*/ 211235 h 250931"/>
                <a:gd name="connsiteX2" fmla="*/ 0 w 79393"/>
                <a:gd name="connsiteY2" fmla="*/ 39697 h 250931"/>
                <a:gd name="connsiteX3" fmla="*/ 39697 w 79393"/>
                <a:gd name="connsiteY3" fmla="*/ 0 h 250931"/>
                <a:gd name="connsiteX4" fmla="*/ 79393 w 79393"/>
                <a:gd name="connsiteY4" fmla="*/ 39697 h 250931"/>
                <a:gd name="connsiteX5" fmla="*/ 79393 w 79393"/>
                <a:gd name="connsiteY5" fmla="*/ 211235 h 250931"/>
                <a:gd name="connsiteX6" fmla="*/ 39697 w 79393"/>
                <a:gd name="connsiteY6" fmla="*/ 250932 h 250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931">
                  <a:moveTo>
                    <a:pt x="39697" y="250932"/>
                  </a:moveTo>
                  <a:cubicBezTo>
                    <a:pt x="17773" y="250932"/>
                    <a:pt x="0" y="233158"/>
                    <a:pt x="0" y="2112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1235"/>
                  </a:lnTo>
                  <a:cubicBezTo>
                    <a:pt x="79393" y="233158"/>
                    <a:pt x="61621" y="250932"/>
                    <a:pt x="39697" y="2509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70F55634-65E1-B940-B4FB-55FEF0160BD5}"/>
                </a:ext>
              </a:extLst>
            </p:cNvPr>
            <p:cNvSpPr/>
            <p:nvPr/>
          </p:nvSpPr>
          <p:spPr>
            <a:xfrm>
              <a:off x="9879984" y="4054156"/>
              <a:ext cx="79393" cy="250733"/>
            </a:xfrm>
            <a:custGeom>
              <a:avLst/>
              <a:gdLst>
                <a:gd name="connsiteX0" fmla="*/ 39697 w 79393"/>
                <a:gd name="connsiteY0" fmla="*/ 250733 h 250733"/>
                <a:gd name="connsiteX1" fmla="*/ 0 w 79393"/>
                <a:gd name="connsiteY1" fmla="*/ 211037 h 250733"/>
                <a:gd name="connsiteX2" fmla="*/ 0 w 79393"/>
                <a:gd name="connsiteY2" fmla="*/ 39697 h 250733"/>
                <a:gd name="connsiteX3" fmla="*/ 39697 w 79393"/>
                <a:gd name="connsiteY3" fmla="*/ 0 h 250733"/>
                <a:gd name="connsiteX4" fmla="*/ 79393 w 79393"/>
                <a:gd name="connsiteY4" fmla="*/ 39697 h 250733"/>
                <a:gd name="connsiteX5" fmla="*/ 79393 w 79393"/>
                <a:gd name="connsiteY5" fmla="*/ 211037 h 250733"/>
                <a:gd name="connsiteX6" fmla="*/ 39697 w 79393"/>
                <a:gd name="connsiteY6" fmla="*/ 250733 h 25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733">
                  <a:moveTo>
                    <a:pt x="39697" y="250733"/>
                  </a:moveTo>
                  <a:cubicBezTo>
                    <a:pt x="17774" y="250733"/>
                    <a:pt x="0" y="232959"/>
                    <a:pt x="0" y="21103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11037"/>
                  </a:lnTo>
                  <a:cubicBezTo>
                    <a:pt x="79393" y="232959"/>
                    <a:pt x="61619" y="250733"/>
                    <a:pt x="39697" y="2507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9AEE25-607A-F344-B77C-3D9F4EE7515F}"/>
                </a:ext>
              </a:extLst>
            </p:cNvPr>
            <p:cNvSpPr/>
            <p:nvPr/>
          </p:nvSpPr>
          <p:spPr>
            <a:xfrm>
              <a:off x="9632575" y="4247627"/>
              <a:ext cx="189253" cy="189253"/>
            </a:xfrm>
            <a:custGeom>
              <a:avLst/>
              <a:gdLst>
                <a:gd name="connsiteX0" fmla="*/ 94627 w 189253"/>
                <a:gd name="connsiteY0" fmla="*/ 189253 h 189253"/>
                <a:gd name="connsiteX1" fmla="*/ 0 w 189253"/>
                <a:gd name="connsiteY1" fmla="*/ 94627 h 189253"/>
                <a:gd name="connsiteX2" fmla="*/ 94627 w 189253"/>
                <a:gd name="connsiteY2" fmla="*/ 0 h 189253"/>
                <a:gd name="connsiteX3" fmla="*/ 189254 w 189253"/>
                <a:gd name="connsiteY3" fmla="*/ 94627 h 189253"/>
                <a:gd name="connsiteX4" fmla="*/ 189254 w 189253"/>
                <a:gd name="connsiteY4" fmla="*/ 94676 h 189253"/>
                <a:gd name="connsiteX5" fmla="*/ 94627 w 189253"/>
                <a:gd name="connsiteY5" fmla="*/ 189253 h 189253"/>
                <a:gd name="connsiteX6" fmla="*/ 94627 w 189253"/>
                <a:gd name="connsiteY6" fmla="*/ 79443 h 189253"/>
                <a:gd name="connsiteX7" fmla="*/ 79393 w 189253"/>
                <a:gd name="connsiteY7" fmla="*/ 94676 h 189253"/>
                <a:gd name="connsiteX8" fmla="*/ 94627 w 189253"/>
                <a:gd name="connsiteY8" fmla="*/ 109910 h 189253"/>
                <a:gd name="connsiteX9" fmla="*/ 109860 w 189253"/>
                <a:gd name="connsiteY9" fmla="*/ 94676 h 189253"/>
                <a:gd name="connsiteX10" fmla="*/ 94627 w 189253"/>
                <a:gd name="connsiteY10" fmla="*/ 79443 h 189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253" h="189253">
                  <a:moveTo>
                    <a:pt x="94627" y="189253"/>
                  </a:moveTo>
                  <a:cubicBezTo>
                    <a:pt x="42366" y="189253"/>
                    <a:pt x="0" y="146887"/>
                    <a:pt x="0" y="94627"/>
                  </a:cubicBezTo>
                  <a:cubicBezTo>
                    <a:pt x="0" y="42366"/>
                    <a:pt x="42366" y="0"/>
                    <a:pt x="94627" y="0"/>
                  </a:cubicBezTo>
                  <a:cubicBezTo>
                    <a:pt x="146888" y="0"/>
                    <a:pt x="189254" y="42366"/>
                    <a:pt x="189254" y="94627"/>
                  </a:cubicBezTo>
                  <a:cubicBezTo>
                    <a:pt x="189254" y="94642"/>
                    <a:pt x="189254" y="94661"/>
                    <a:pt x="189254" y="94676"/>
                  </a:cubicBezTo>
                  <a:cubicBezTo>
                    <a:pt x="189199" y="146907"/>
                    <a:pt x="146857" y="189224"/>
                    <a:pt x="94627" y="189253"/>
                  </a:cubicBezTo>
                  <a:close/>
                  <a:moveTo>
                    <a:pt x="94627" y="79443"/>
                  </a:moveTo>
                  <a:cubicBezTo>
                    <a:pt x="86214" y="79443"/>
                    <a:pt x="79393" y="86261"/>
                    <a:pt x="79393" y="94676"/>
                  </a:cubicBezTo>
                  <a:cubicBezTo>
                    <a:pt x="79393" y="103092"/>
                    <a:pt x="86214" y="109910"/>
                    <a:pt x="94627" y="109910"/>
                  </a:cubicBezTo>
                  <a:cubicBezTo>
                    <a:pt x="103040" y="109910"/>
                    <a:pt x="109860" y="103092"/>
                    <a:pt x="109860" y="94676"/>
                  </a:cubicBezTo>
                  <a:cubicBezTo>
                    <a:pt x="109860" y="86261"/>
                    <a:pt x="103040" y="79443"/>
                    <a:pt x="94627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1FDD9579-1596-FD42-B03E-6D290B12CD2B}"/>
                </a:ext>
              </a:extLst>
            </p:cNvPr>
            <p:cNvSpPr/>
            <p:nvPr/>
          </p:nvSpPr>
          <p:spPr>
            <a:xfrm>
              <a:off x="9836913" y="4247088"/>
              <a:ext cx="171340" cy="224774"/>
            </a:xfrm>
            <a:custGeom>
              <a:avLst/>
              <a:gdLst>
                <a:gd name="connsiteX0" fmla="*/ 131545 w 171340"/>
                <a:gd name="connsiteY0" fmla="*/ 224775 h 224774"/>
                <a:gd name="connsiteX1" fmla="*/ 91848 w 171340"/>
                <a:gd name="connsiteY1" fmla="*/ 185078 h 224774"/>
                <a:gd name="connsiteX2" fmla="*/ 91848 w 171340"/>
                <a:gd name="connsiteY2" fmla="*/ 84299 h 224774"/>
                <a:gd name="connsiteX3" fmla="*/ 84196 w 171340"/>
                <a:gd name="connsiteY3" fmla="*/ 79590 h 224774"/>
                <a:gd name="connsiteX4" fmla="*/ 79393 w 171340"/>
                <a:gd name="connsiteY4" fmla="*/ 84795 h 224774"/>
                <a:gd name="connsiteX5" fmla="*/ 79393 w 171340"/>
                <a:gd name="connsiteY5" fmla="*/ 185078 h 224774"/>
                <a:gd name="connsiteX6" fmla="*/ 39697 w 171340"/>
                <a:gd name="connsiteY6" fmla="*/ 224775 h 224774"/>
                <a:gd name="connsiteX7" fmla="*/ 0 w 171340"/>
                <a:gd name="connsiteY7" fmla="*/ 185078 h 224774"/>
                <a:gd name="connsiteX8" fmla="*/ 0 w 171340"/>
                <a:gd name="connsiteY8" fmla="*/ 80527 h 224774"/>
                <a:gd name="connsiteX9" fmla="*/ 90801 w 171340"/>
                <a:gd name="connsiteY9" fmla="*/ 162 h 224774"/>
                <a:gd name="connsiteX10" fmla="*/ 170894 w 171340"/>
                <a:gd name="connsiteY10" fmla="*/ 77104 h 224774"/>
                <a:gd name="connsiteX11" fmla="*/ 171340 w 171340"/>
                <a:gd name="connsiteY11" fmla="*/ 185078 h 224774"/>
                <a:gd name="connsiteX12" fmla="*/ 131644 w 171340"/>
                <a:gd name="connsiteY12" fmla="*/ 224775 h 224774"/>
                <a:gd name="connsiteX13" fmla="*/ 131545 w 171340"/>
                <a:gd name="connsiteY13" fmla="*/ 224775 h 22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340" h="224774">
                  <a:moveTo>
                    <a:pt x="131545" y="224775"/>
                  </a:moveTo>
                  <a:cubicBezTo>
                    <a:pt x="109622" y="224775"/>
                    <a:pt x="91848" y="207001"/>
                    <a:pt x="91848" y="185078"/>
                  </a:cubicBezTo>
                  <a:cubicBezTo>
                    <a:pt x="91848" y="177734"/>
                    <a:pt x="91848" y="98738"/>
                    <a:pt x="91848" y="84299"/>
                  </a:cubicBezTo>
                  <a:cubicBezTo>
                    <a:pt x="91034" y="80885"/>
                    <a:pt x="87610" y="78781"/>
                    <a:pt x="84196" y="79590"/>
                  </a:cubicBezTo>
                  <a:cubicBezTo>
                    <a:pt x="81691" y="80190"/>
                    <a:pt x="79790" y="82244"/>
                    <a:pt x="79393" y="84795"/>
                  </a:cubicBezTo>
                  <a:cubicBezTo>
                    <a:pt x="79393" y="96853"/>
                    <a:pt x="79393" y="181109"/>
                    <a:pt x="79393" y="185078"/>
                  </a:cubicBezTo>
                  <a:cubicBezTo>
                    <a:pt x="79393" y="207001"/>
                    <a:pt x="61619" y="224775"/>
                    <a:pt x="39697" y="224775"/>
                  </a:cubicBezTo>
                  <a:cubicBezTo>
                    <a:pt x="17773" y="224775"/>
                    <a:pt x="0" y="207001"/>
                    <a:pt x="0" y="185078"/>
                  </a:cubicBezTo>
                  <a:cubicBezTo>
                    <a:pt x="0" y="83257"/>
                    <a:pt x="0" y="81421"/>
                    <a:pt x="0" y="80527"/>
                  </a:cubicBezTo>
                  <a:cubicBezTo>
                    <a:pt x="2881" y="33259"/>
                    <a:pt x="43536" y="-2721"/>
                    <a:pt x="90801" y="162"/>
                  </a:cubicBezTo>
                  <a:cubicBezTo>
                    <a:pt x="132750" y="2717"/>
                    <a:pt x="166661" y="35293"/>
                    <a:pt x="170894" y="77104"/>
                  </a:cubicBezTo>
                  <a:cubicBezTo>
                    <a:pt x="170894" y="78741"/>
                    <a:pt x="171340" y="81371"/>
                    <a:pt x="171340" y="185078"/>
                  </a:cubicBezTo>
                  <a:cubicBezTo>
                    <a:pt x="171340" y="207001"/>
                    <a:pt x="153566" y="224775"/>
                    <a:pt x="131644" y="224775"/>
                  </a:cubicBezTo>
                  <a:cubicBezTo>
                    <a:pt x="131609" y="224775"/>
                    <a:pt x="131579" y="224775"/>
                    <a:pt x="131545" y="22477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0" name="Picture Placeholder 75">
            <a:extLst>
              <a:ext uri="{FF2B5EF4-FFF2-40B4-BE49-F238E27FC236}">
                <a16:creationId xmlns:a16="http://schemas.microsoft.com/office/drawing/2014/main" id="{D5E4A679-A2D7-4187-862F-E7EB48EBE38A}"/>
              </a:ext>
            </a:extLst>
          </p:cNvPr>
          <p:cNvGrpSpPr>
            <a:grpSpLocks noChangeAspect="1"/>
          </p:cNvGrpSpPr>
          <p:nvPr/>
        </p:nvGrpSpPr>
        <p:grpSpPr>
          <a:xfrm>
            <a:off x="1595297" y="4823562"/>
            <a:ext cx="689548" cy="738355"/>
            <a:chOff x="1595297" y="4823562"/>
            <a:chExt cx="689548" cy="738355"/>
          </a:xfrm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3C4A1952-AA32-E640-BBC3-9C2399651921}"/>
                </a:ext>
              </a:extLst>
            </p:cNvPr>
            <p:cNvSpPr/>
            <p:nvPr/>
          </p:nvSpPr>
          <p:spPr>
            <a:xfrm>
              <a:off x="1750430" y="5125256"/>
              <a:ext cx="455568" cy="436662"/>
            </a:xfrm>
            <a:custGeom>
              <a:avLst/>
              <a:gdLst>
                <a:gd name="connsiteX0" fmla="*/ 230240 w 455568"/>
                <a:gd name="connsiteY0" fmla="*/ 436662 h 436662"/>
                <a:gd name="connsiteX1" fmla="*/ 0 w 455568"/>
                <a:gd name="connsiteY1" fmla="*/ 129014 h 436662"/>
                <a:gd name="connsiteX2" fmla="*/ 0 w 455568"/>
                <a:gd name="connsiteY2" fmla="*/ 39697 h 436662"/>
                <a:gd name="connsiteX3" fmla="*/ 39697 w 455568"/>
                <a:gd name="connsiteY3" fmla="*/ 0 h 436662"/>
                <a:gd name="connsiteX4" fmla="*/ 79393 w 455568"/>
                <a:gd name="connsiteY4" fmla="*/ 39697 h 436662"/>
                <a:gd name="connsiteX5" fmla="*/ 79393 w 455568"/>
                <a:gd name="connsiteY5" fmla="*/ 128170 h 436662"/>
                <a:gd name="connsiteX6" fmla="*/ 120281 w 455568"/>
                <a:gd name="connsiteY6" fmla="*/ 302537 h 436662"/>
                <a:gd name="connsiteX7" fmla="*/ 230240 w 455568"/>
                <a:gd name="connsiteY7" fmla="*/ 357120 h 436662"/>
                <a:gd name="connsiteX8" fmla="*/ 337024 w 455568"/>
                <a:gd name="connsiteY8" fmla="*/ 300453 h 436662"/>
                <a:gd name="connsiteX9" fmla="*/ 376175 w 455568"/>
                <a:gd name="connsiteY9" fmla="*/ 121372 h 436662"/>
                <a:gd name="connsiteX10" fmla="*/ 415871 w 455568"/>
                <a:gd name="connsiteY10" fmla="*/ 81676 h 436662"/>
                <a:gd name="connsiteX11" fmla="*/ 415871 w 455568"/>
                <a:gd name="connsiteY11" fmla="*/ 81676 h 436662"/>
                <a:gd name="connsiteX12" fmla="*/ 455568 w 455568"/>
                <a:gd name="connsiteY12" fmla="*/ 121372 h 436662"/>
                <a:gd name="connsiteX13" fmla="*/ 230240 w 455568"/>
                <a:gd name="connsiteY13" fmla="*/ 436662 h 43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5568" h="436662">
                  <a:moveTo>
                    <a:pt x="230240" y="436662"/>
                  </a:moveTo>
                  <a:cubicBezTo>
                    <a:pt x="145885" y="436662"/>
                    <a:pt x="3771" y="39666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8170"/>
                  </a:lnTo>
                  <a:cubicBezTo>
                    <a:pt x="80485" y="205082"/>
                    <a:pt x="94279" y="263784"/>
                    <a:pt x="120281" y="302537"/>
                  </a:cubicBezTo>
                  <a:cubicBezTo>
                    <a:pt x="145091" y="339356"/>
                    <a:pt x="180917" y="357120"/>
                    <a:pt x="230240" y="357120"/>
                  </a:cubicBezTo>
                  <a:cubicBezTo>
                    <a:pt x="277827" y="357120"/>
                    <a:pt x="312760" y="338612"/>
                    <a:pt x="337024" y="300453"/>
                  </a:cubicBezTo>
                  <a:cubicBezTo>
                    <a:pt x="362628" y="260360"/>
                    <a:pt x="376175" y="198384"/>
                    <a:pt x="376175" y="121372"/>
                  </a:cubicBezTo>
                  <a:cubicBezTo>
                    <a:pt x="376175" y="99448"/>
                    <a:pt x="393949" y="81676"/>
                    <a:pt x="415871" y="81676"/>
                  </a:cubicBezTo>
                  <a:lnTo>
                    <a:pt x="415871" y="81676"/>
                  </a:lnTo>
                  <a:cubicBezTo>
                    <a:pt x="437794" y="81676"/>
                    <a:pt x="455568" y="99448"/>
                    <a:pt x="455568" y="121372"/>
                  </a:cubicBezTo>
                  <a:cubicBezTo>
                    <a:pt x="455518" y="321790"/>
                    <a:pt x="373396" y="436662"/>
                    <a:pt x="230240" y="4366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BF51944A-2FA4-F34E-B853-F767FED9F90F}"/>
                </a:ext>
              </a:extLst>
            </p:cNvPr>
            <p:cNvSpPr/>
            <p:nvPr/>
          </p:nvSpPr>
          <p:spPr>
            <a:xfrm>
              <a:off x="1595297" y="4823562"/>
              <a:ext cx="389409" cy="379300"/>
            </a:xfrm>
            <a:custGeom>
              <a:avLst/>
              <a:gdLst>
                <a:gd name="connsiteX0" fmla="*/ 194680 w 389409"/>
                <a:gd name="connsiteY0" fmla="*/ 379301 h 379300"/>
                <a:gd name="connsiteX1" fmla="*/ 63781 w 389409"/>
                <a:gd name="connsiteY1" fmla="*/ 328191 h 379300"/>
                <a:gd name="connsiteX2" fmla="*/ 68 w 389409"/>
                <a:gd name="connsiteY2" fmla="*/ 119090 h 379300"/>
                <a:gd name="connsiteX3" fmla="*/ 68 w 389409"/>
                <a:gd name="connsiteY3" fmla="*/ 39697 h 379300"/>
                <a:gd name="connsiteX4" fmla="*/ 39765 w 389409"/>
                <a:gd name="connsiteY4" fmla="*/ 0 h 379300"/>
                <a:gd name="connsiteX5" fmla="*/ 111070 w 389409"/>
                <a:gd name="connsiteY5" fmla="*/ 0 h 379300"/>
                <a:gd name="connsiteX6" fmla="*/ 150766 w 389409"/>
                <a:gd name="connsiteY6" fmla="*/ 39697 h 379300"/>
                <a:gd name="connsiteX7" fmla="*/ 111070 w 389409"/>
                <a:gd name="connsiteY7" fmla="*/ 79393 h 379300"/>
                <a:gd name="connsiteX8" fmla="*/ 79461 w 389409"/>
                <a:gd name="connsiteY8" fmla="*/ 79393 h 379300"/>
                <a:gd name="connsiteX9" fmla="*/ 79461 w 389409"/>
                <a:gd name="connsiteY9" fmla="*/ 119884 h 379300"/>
                <a:gd name="connsiteX10" fmla="*/ 120349 w 389409"/>
                <a:gd name="connsiteY10" fmla="*/ 272368 h 379300"/>
                <a:gd name="connsiteX11" fmla="*/ 194780 w 389409"/>
                <a:gd name="connsiteY11" fmla="*/ 299808 h 379300"/>
                <a:gd name="connsiteX12" fmla="*/ 271196 w 389409"/>
                <a:gd name="connsiteY12" fmla="*/ 273559 h 379300"/>
                <a:gd name="connsiteX13" fmla="*/ 310049 w 389409"/>
                <a:gd name="connsiteY13" fmla="*/ 119735 h 379300"/>
                <a:gd name="connsiteX14" fmla="*/ 310049 w 389409"/>
                <a:gd name="connsiteY14" fmla="*/ 79492 h 379300"/>
                <a:gd name="connsiteX15" fmla="*/ 282658 w 389409"/>
                <a:gd name="connsiteY15" fmla="*/ 79492 h 379300"/>
                <a:gd name="connsiteX16" fmla="*/ 242961 w 389409"/>
                <a:gd name="connsiteY16" fmla="*/ 39796 h 379300"/>
                <a:gd name="connsiteX17" fmla="*/ 282658 w 389409"/>
                <a:gd name="connsiteY17" fmla="*/ 99 h 379300"/>
                <a:gd name="connsiteX18" fmla="*/ 349646 w 389409"/>
                <a:gd name="connsiteY18" fmla="*/ 99 h 379300"/>
                <a:gd name="connsiteX19" fmla="*/ 389343 w 389409"/>
                <a:gd name="connsiteY19" fmla="*/ 39796 h 379300"/>
                <a:gd name="connsiteX20" fmla="*/ 389343 w 389409"/>
                <a:gd name="connsiteY20" fmla="*/ 119189 h 379300"/>
                <a:gd name="connsiteX21" fmla="*/ 327664 w 389409"/>
                <a:gd name="connsiteY21" fmla="*/ 329481 h 379300"/>
                <a:gd name="connsiteX22" fmla="*/ 194680 w 389409"/>
                <a:gd name="connsiteY22" fmla="*/ 379301 h 37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9409" h="379300">
                  <a:moveTo>
                    <a:pt x="194680" y="379301"/>
                  </a:moveTo>
                  <a:cubicBezTo>
                    <a:pt x="141983" y="379301"/>
                    <a:pt x="96680" y="361636"/>
                    <a:pt x="63781" y="328191"/>
                  </a:cubicBezTo>
                  <a:cubicBezTo>
                    <a:pt x="20065" y="283533"/>
                    <a:pt x="-1371" y="213468"/>
                    <a:pt x="68" y="119090"/>
                  </a:cubicBezTo>
                  <a:lnTo>
                    <a:pt x="68" y="39697"/>
                  </a:lnTo>
                  <a:cubicBezTo>
                    <a:pt x="68" y="17773"/>
                    <a:pt x="17841" y="0"/>
                    <a:pt x="39765" y="0"/>
                  </a:cubicBezTo>
                  <a:lnTo>
                    <a:pt x="111070" y="0"/>
                  </a:lnTo>
                  <a:cubicBezTo>
                    <a:pt x="132993" y="0"/>
                    <a:pt x="150766" y="17773"/>
                    <a:pt x="150766" y="39697"/>
                  </a:cubicBezTo>
                  <a:cubicBezTo>
                    <a:pt x="150766" y="61620"/>
                    <a:pt x="132993" y="79393"/>
                    <a:pt x="111070" y="79393"/>
                  </a:cubicBezTo>
                  <a:lnTo>
                    <a:pt x="79461" y="79393"/>
                  </a:lnTo>
                  <a:lnTo>
                    <a:pt x="79461" y="119884"/>
                  </a:lnTo>
                  <a:cubicBezTo>
                    <a:pt x="78320" y="191337"/>
                    <a:pt x="92462" y="243935"/>
                    <a:pt x="120349" y="272368"/>
                  </a:cubicBezTo>
                  <a:cubicBezTo>
                    <a:pt x="138510" y="290827"/>
                    <a:pt x="162824" y="299808"/>
                    <a:pt x="194780" y="299808"/>
                  </a:cubicBezTo>
                  <a:cubicBezTo>
                    <a:pt x="228820" y="299808"/>
                    <a:pt x="253779" y="291224"/>
                    <a:pt x="271196" y="273559"/>
                  </a:cubicBezTo>
                  <a:cubicBezTo>
                    <a:pt x="298040" y="246317"/>
                    <a:pt x="310892" y="194612"/>
                    <a:pt x="310049" y="119735"/>
                  </a:cubicBezTo>
                  <a:lnTo>
                    <a:pt x="310049" y="79492"/>
                  </a:lnTo>
                  <a:lnTo>
                    <a:pt x="282658" y="79492"/>
                  </a:lnTo>
                  <a:cubicBezTo>
                    <a:pt x="260734" y="79492"/>
                    <a:pt x="242961" y="61720"/>
                    <a:pt x="242961" y="39796"/>
                  </a:cubicBezTo>
                  <a:cubicBezTo>
                    <a:pt x="242961" y="17872"/>
                    <a:pt x="260734" y="99"/>
                    <a:pt x="282658" y="99"/>
                  </a:cubicBezTo>
                  <a:lnTo>
                    <a:pt x="349646" y="99"/>
                  </a:lnTo>
                  <a:cubicBezTo>
                    <a:pt x="371570" y="99"/>
                    <a:pt x="389343" y="17872"/>
                    <a:pt x="389343" y="39796"/>
                  </a:cubicBezTo>
                  <a:lnTo>
                    <a:pt x="389343" y="119189"/>
                  </a:lnTo>
                  <a:cubicBezTo>
                    <a:pt x="390732" y="217190"/>
                    <a:pt x="370536" y="285964"/>
                    <a:pt x="327664" y="329481"/>
                  </a:cubicBezTo>
                  <a:cubicBezTo>
                    <a:pt x="295014" y="362479"/>
                    <a:pt x="250305" y="379301"/>
                    <a:pt x="194680" y="3793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B1EE8C41-1EF9-7447-89DF-D8DBBF1FC3DA}"/>
                </a:ext>
              </a:extLst>
            </p:cNvPr>
            <p:cNvSpPr/>
            <p:nvPr/>
          </p:nvSpPr>
          <p:spPr>
            <a:xfrm>
              <a:off x="2054803" y="5045168"/>
              <a:ext cx="230041" cy="230041"/>
            </a:xfrm>
            <a:custGeom>
              <a:avLst/>
              <a:gdLst>
                <a:gd name="connsiteX0" fmla="*/ 114823 w 230041"/>
                <a:gd name="connsiteY0" fmla="*/ 230041 h 230041"/>
                <a:gd name="connsiteX1" fmla="*/ 0 w 230041"/>
                <a:gd name="connsiteY1" fmla="*/ 114822 h 230041"/>
                <a:gd name="connsiteX2" fmla="*/ 115220 w 230041"/>
                <a:gd name="connsiteY2" fmla="*/ 0 h 230041"/>
                <a:gd name="connsiteX3" fmla="*/ 230042 w 230041"/>
                <a:gd name="connsiteY3" fmla="*/ 115020 h 230041"/>
                <a:gd name="connsiteX4" fmla="*/ 114823 w 230041"/>
                <a:gd name="connsiteY4" fmla="*/ 230041 h 230041"/>
                <a:gd name="connsiteX5" fmla="*/ 114823 w 230041"/>
                <a:gd name="connsiteY5" fmla="*/ 79393 h 230041"/>
                <a:gd name="connsiteX6" fmla="*/ 79393 w 230041"/>
                <a:gd name="connsiteY6" fmla="*/ 115218 h 230041"/>
                <a:gd name="connsiteX7" fmla="*/ 115220 w 230041"/>
                <a:gd name="connsiteY7" fmla="*/ 150647 h 230041"/>
                <a:gd name="connsiteX8" fmla="*/ 150649 w 230041"/>
                <a:gd name="connsiteY8" fmla="*/ 115020 h 230041"/>
                <a:gd name="connsiteX9" fmla="*/ 114922 w 230041"/>
                <a:gd name="connsiteY9" fmla="*/ 79392 h 230041"/>
                <a:gd name="connsiteX10" fmla="*/ 114823 w 230041"/>
                <a:gd name="connsiteY10" fmla="*/ 79393 h 23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041" h="230041">
                  <a:moveTo>
                    <a:pt x="114823" y="230041"/>
                  </a:moveTo>
                  <a:cubicBezTo>
                    <a:pt x="51298" y="229932"/>
                    <a:pt x="-109" y="178346"/>
                    <a:pt x="0" y="114822"/>
                  </a:cubicBezTo>
                  <a:cubicBezTo>
                    <a:pt x="109" y="51298"/>
                    <a:pt x="51695" y="-109"/>
                    <a:pt x="115220" y="0"/>
                  </a:cubicBezTo>
                  <a:cubicBezTo>
                    <a:pt x="178665" y="109"/>
                    <a:pt x="230042" y="51574"/>
                    <a:pt x="230042" y="115020"/>
                  </a:cubicBezTo>
                  <a:cubicBezTo>
                    <a:pt x="229958" y="178588"/>
                    <a:pt x="178392" y="230071"/>
                    <a:pt x="114823" y="230041"/>
                  </a:cubicBezTo>
                  <a:close/>
                  <a:moveTo>
                    <a:pt x="114823" y="79393"/>
                  </a:moveTo>
                  <a:cubicBezTo>
                    <a:pt x="95148" y="79502"/>
                    <a:pt x="79284" y="95542"/>
                    <a:pt x="79393" y="115218"/>
                  </a:cubicBezTo>
                  <a:cubicBezTo>
                    <a:pt x="79503" y="134895"/>
                    <a:pt x="95545" y="150757"/>
                    <a:pt x="115220" y="150647"/>
                  </a:cubicBezTo>
                  <a:cubicBezTo>
                    <a:pt x="134820" y="150538"/>
                    <a:pt x="150649" y="134619"/>
                    <a:pt x="150649" y="115020"/>
                  </a:cubicBezTo>
                  <a:cubicBezTo>
                    <a:pt x="150624" y="95317"/>
                    <a:pt x="134626" y="79365"/>
                    <a:pt x="114922" y="79392"/>
                  </a:cubicBezTo>
                  <a:cubicBezTo>
                    <a:pt x="114887" y="79392"/>
                    <a:pt x="114857" y="79393"/>
                    <a:pt x="11482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4" name="Picture Placeholder 77">
            <a:extLst>
              <a:ext uri="{FF2B5EF4-FFF2-40B4-BE49-F238E27FC236}">
                <a16:creationId xmlns:a16="http://schemas.microsoft.com/office/drawing/2014/main" id="{799ABD0B-4AC4-4506-BC0D-44584C828EA2}"/>
              </a:ext>
            </a:extLst>
          </p:cNvPr>
          <p:cNvGrpSpPr>
            <a:grpSpLocks noChangeAspect="1"/>
          </p:cNvGrpSpPr>
          <p:nvPr/>
        </p:nvGrpSpPr>
        <p:grpSpPr>
          <a:xfrm>
            <a:off x="2823308" y="4758609"/>
            <a:ext cx="868363" cy="868362"/>
            <a:chOff x="2823308" y="4758609"/>
            <a:chExt cx="868363" cy="868362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877E9480-166C-674F-8DE1-C5C29C419229}"/>
                </a:ext>
              </a:extLst>
            </p:cNvPr>
            <p:cNvSpPr/>
            <p:nvPr/>
          </p:nvSpPr>
          <p:spPr>
            <a:xfrm>
              <a:off x="2889005" y="5059646"/>
              <a:ext cx="95023" cy="273569"/>
            </a:xfrm>
            <a:custGeom>
              <a:avLst/>
              <a:gdLst>
                <a:gd name="connsiteX0" fmla="*/ 55328 w 95023"/>
                <a:gd name="connsiteY0" fmla="*/ 273520 h 273569"/>
                <a:gd name="connsiteX1" fmla="*/ 17567 w 95023"/>
                <a:gd name="connsiteY1" fmla="*/ 246030 h 273569"/>
                <a:gd name="connsiteX2" fmla="*/ 15582 w 95023"/>
                <a:gd name="connsiteY2" fmla="*/ 28195 h 273569"/>
                <a:gd name="connsiteX3" fmla="*/ 65128 w 95023"/>
                <a:gd name="connsiteY3" fmla="*/ 1723 h 273569"/>
                <a:gd name="connsiteX4" fmla="*/ 91601 w 95023"/>
                <a:gd name="connsiteY4" fmla="*/ 51269 h 273569"/>
                <a:gd name="connsiteX5" fmla="*/ 93089 w 95023"/>
                <a:gd name="connsiteY5" fmla="*/ 221667 h 273569"/>
                <a:gd name="connsiteX6" fmla="*/ 67523 w 95023"/>
                <a:gd name="connsiteY6" fmla="*/ 271645 h 273569"/>
                <a:gd name="connsiteX7" fmla="*/ 55328 w 95023"/>
                <a:gd name="connsiteY7" fmla="*/ 273570 h 27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023" h="273569">
                  <a:moveTo>
                    <a:pt x="55328" y="273520"/>
                  </a:moveTo>
                  <a:cubicBezTo>
                    <a:pt x="38111" y="273515"/>
                    <a:pt x="22861" y="262415"/>
                    <a:pt x="17567" y="246030"/>
                  </a:cubicBezTo>
                  <a:cubicBezTo>
                    <a:pt x="-5158" y="175298"/>
                    <a:pt x="-5851" y="99330"/>
                    <a:pt x="15582" y="28195"/>
                  </a:cubicBezTo>
                  <a:cubicBezTo>
                    <a:pt x="21953" y="7203"/>
                    <a:pt x="44136" y="-4649"/>
                    <a:pt x="65128" y="1723"/>
                  </a:cubicBezTo>
                  <a:cubicBezTo>
                    <a:pt x="86120" y="8095"/>
                    <a:pt x="97972" y="30277"/>
                    <a:pt x="91601" y="51269"/>
                  </a:cubicBezTo>
                  <a:cubicBezTo>
                    <a:pt x="74832" y="106909"/>
                    <a:pt x="75351" y="166329"/>
                    <a:pt x="93089" y="221667"/>
                  </a:cubicBezTo>
                  <a:cubicBezTo>
                    <a:pt x="99831" y="242527"/>
                    <a:pt x="88384" y="264906"/>
                    <a:pt x="67523" y="271645"/>
                  </a:cubicBezTo>
                  <a:cubicBezTo>
                    <a:pt x="63583" y="272920"/>
                    <a:pt x="59468" y="273570"/>
                    <a:pt x="55328" y="27357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E485BD8F-D7F9-9343-ACFF-4E8FA52AB275}"/>
                </a:ext>
              </a:extLst>
            </p:cNvPr>
            <p:cNvSpPr/>
            <p:nvPr/>
          </p:nvSpPr>
          <p:spPr>
            <a:xfrm>
              <a:off x="2982638" y="5381856"/>
              <a:ext cx="233807" cy="166714"/>
            </a:xfrm>
            <a:custGeom>
              <a:avLst/>
              <a:gdLst>
                <a:gd name="connsiteX0" fmla="*/ 194068 w 233807"/>
                <a:gd name="connsiteY0" fmla="*/ 166714 h 166714"/>
                <a:gd name="connsiteX1" fmla="*/ 184739 w 233807"/>
                <a:gd name="connsiteY1" fmla="*/ 165622 h 166714"/>
                <a:gd name="connsiteX2" fmla="*/ 10720 w 233807"/>
                <a:gd name="connsiteY2" fmla="*/ 66828 h 166714"/>
                <a:gd name="connsiteX3" fmla="*/ 12564 w 233807"/>
                <a:gd name="connsiteY3" fmla="*/ 10717 h 166714"/>
                <a:gd name="connsiteX4" fmla="*/ 67337 w 233807"/>
                <a:gd name="connsiteY4" fmla="*/ 11203 h 166714"/>
                <a:gd name="connsiteX5" fmla="*/ 203347 w 233807"/>
                <a:gd name="connsiteY5" fmla="*/ 88413 h 166714"/>
                <a:gd name="connsiteX6" fmla="*/ 232707 w 233807"/>
                <a:gd name="connsiteY6" fmla="*/ 136262 h 166714"/>
                <a:gd name="connsiteX7" fmla="*/ 194068 w 233807"/>
                <a:gd name="connsiteY7" fmla="*/ 166714 h 16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07" h="166714">
                  <a:moveTo>
                    <a:pt x="194068" y="166714"/>
                  </a:moveTo>
                  <a:cubicBezTo>
                    <a:pt x="190927" y="166714"/>
                    <a:pt x="187796" y="166347"/>
                    <a:pt x="184739" y="165622"/>
                  </a:cubicBezTo>
                  <a:cubicBezTo>
                    <a:pt x="118624" y="149640"/>
                    <a:pt x="58327" y="115411"/>
                    <a:pt x="10720" y="66828"/>
                  </a:cubicBezTo>
                  <a:cubicBezTo>
                    <a:pt x="-4265" y="50825"/>
                    <a:pt x="-3439" y="25702"/>
                    <a:pt x="12564" y="10717"/>
                  </a:cubicBezTo>
                  <a:cubicBezTo>
                    <a:pt x="28027" y="-3758"/>
                    <a:pt x="52133" y="-3544"/>
                    <a:pt x="67337" y="11203"/>
                  </a:cubicBezTo>
                  <a:cubicBezTo>
                    <a:pt x="104535" y="49187"/>
                    <a:pt x="151666" y="75943"/>
                    <a:pt x="203347" y="88413"/>
                  </a:cubicBezTo>
                  <a:cubicBezTo>
                    <a:pt x="224668" y="93519"/>
                    <a:pt x="237813" y="114940"/>
                    <a:pt x="232707" y="136262"/>
                  </a:cubicBezTo>
                  <a:cubicBezTo>
                    <a:pt x="228427" y="154130"/>
                    <a:pt x="212443" y="166729"/>
                    <a:pt x="194068" y="1667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6032127B-AAF5-B84A-A21A-4C9B1E3FEFC7}"/>
                </a:ext>
              </a:extLst>
            </p:cNvPr>
            <p:cNvSpPr/>
            <p:nvPr/>
          </p:nvSpPr>
          <p:spPr>
            <a:xfrm>
              <a:off x="3293535" y="5375846"/>
              <a:ext cx="235547" cy="171740"/>
            </a:xfrm>
            <a:custGeom>
              <a:avLst/>
              <a:gdLst>
                <a:gd name="connsiteX0" fmla="*/ 39775 w 235547"/>
                <a:gd name="connsiteY0" fmla="*/ 171732 h 171740"/>
                <a:gd name="connsiteX1" fmla="*/ 0 w 235547"/>
                <a:gd name="connsiteY1" fmla="*/ 132115 h 171740"/>
                <a:gd name="connsiteX2" fmla="*/ 29850 w 235547"/>
                <a:gd name="connsiteY2" fmla="*/ 93579 h 171740"/>
                <a:gd name="connsiteX3" fmla="*/ 166804 w 235547"/>
                <a:gd name="connsiteY3" fmla="*/ 12499 h 171740"/>
                <a:gd name="connsiteX4" fmla="*/ 223049 w 235547"/>
                <a:gd name="connsiteY4" fmla="*/ 10837 h 171740"/>
                <a:gd name="connsiteX5" fmla="*/ 224711 w 235547"/>
                <a:gd name="connsiteY5" fmla="*/ 67082 h 171740"/>
                <a:gd name="connsiteX6" fmla="*/ 49451 w 235547"/>
                <a:gd name="connsiteY6" fmla="*/ 170739 h 171740"/>
                <a:gd name="connsiteX7" fmla="*/ 39775 w 235547"/>
                <a:gd name="connsiteY7" fmla="*/ 171732 h 17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47" h="171740">
                  <a:moveTo>
                    <a:pt x="39775" y="171732"/>
                  </a:moveTo>
                  <a:cubicBezTo>
                    <a:pt x="17851" y="171776"/>
                    <a:pt x="43" y="154037"/>
                    <a:pt x="0" y="132115"/>
                  </a:cubicBezTo>
                  <a:cubicBezTo>
                    <a:pt x="-36" y="113953"/>
                    <a:pt x="12257" y="98085"/>
                    <a:pt x="29850" y="93579"/>
                  </a:cubicBezTo>
                  <a:cubicBezTo>
                    <a:pt x="82305" y="80182"/>
                    <a:pt x="129826" y="52047"/>
                    <a:pt x="166804" y="12499"/>
                  </a:cubicBezTo>
                  <a:cubicBezTo>
                    <a:pt x="181878" y="-3494"/>
                    <a:pt x="207056" y="-4238"/>
                    <a:pt x="223049" y="10837"/>
                  </a:cubicBezTo>
                  <a:cubicBezTo>
                    <a:pt x="239042" y="25911"/>
                    <a:pt x="239786" y="51089"/>
                    <a:pt x="224711" y="67082"/>
                  </a:cubicBezTo>
                  <a:cubicBezTo>
                    <a:pt x="177373" y="117640"/>
                    <a:pt x="116558" y="153605"/>
                    <a:pt x="49451" y="170739"/>
                  </a:cubicBezTo>
                  <a:cubicBezTo>
                    <a:pt x="46280" y="171464"/>
                    <a:pt x="43030" y="171801"/>
                    <a:pt x="39775" y="1717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F46D2F66-0903-CE46-BE51-79D8F2041901}"/>
                </a:ext>
              </a:extLst>
            </p:cNvPr>
            <p:cNvSpPr/>
            <p:nvPr/>
          </p:nvSpPr>
          <p:spPr>
            <a:xfrm>
              <a:off x="3522964" y="5064789"/>
              <a:ext cx="94028" cy="264953"/>
            </a:xfrm>
            <a:custGeom>
              <a:avLst/>
              <a:gdLst>
                <a:gd name="connsiteX0" fmla="*/ 39693 w 94028"/>
                <a:gd name="connsiteY0" fmla="*/ 264953 h 264953"/>
                <a:gd name="connsiteX1" fmla="*/ 27883 w 94028"/>
                <a:gd name="connsiteY1" fmla="*/ 263167 h 264953"/>
                <a:gd name="connsiteX2" fmla="*/ 1782 w 94028"/>
                <a:gd name="connsiteY2" fmla="*/ 213546 h 264953"/>
                <a:gd name="connsiteX3" fmla="*/ 3866 w 94028"/>
                <a:gd name="connsiteY3" fmla="*/ 51088 h 264953"/>
                <a:gd name="connsiteX4" fmla="*/ 30518 w 94028"/>
                <a:gd name="connsiteY4" fmla="*/ 1677 h 264953"/>
                <a:gd name="connsiteX5" fmla="*/ 79925 w 94028"/>
                <a:gd name="connsiteY5" fmla="*/ 28326 h 264953"/>
                <a:gd name="connsiteX6" fmla="*/ 80233 w 94028"/>
                <a:gd name="connsiteY6" fmla="*/ 29404 h 264953"/>
                <a:gd name="connsiteX7" fmla="*/ 77652 w 94028"/>
                <a:gd name="connsiteY7" fmla="*/ 237066 h 264953"/>
                <a:gd name="connsiteX8" fmla="*/ 39693 w 94028"/>
                <a:gd name="connsiteY8" fmla="*/ 264953 h 26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028" h="264953">
                  <a:moveTo>
                    <a:pt x="39693" y="264953"/>
                  </a:moveTo>
                  <a:cubicBezTo>
                    <a:pt x="35688" y="264943"/>
                    <a:pt x="31709" y="264343"/>
                    <a:pt x="27883" y="263167"/>
                  </a:cubicBezTo>
                  <a:cubicBezTo>
                    <a:pt x="6993" y="256647"/>
                    <a:pt x="-4683" y="234451"/>
                    <a:pt x="1782" y="213546"/>
                  </a:cubicBezTo>
                  <a:cubicBezTo>
                    <a:pt x="18157" y="160732"/>
                    <a:pt x="18882" y="104305"/>
                    <a:pt x="3866" y="51088"/>
                  </a:cubicBezTo>
                  <a:cubicBezTo>
                    <a:pt x="-2420" y="30085"/>
                    <a:pt x="9513" y="7963"/>
                    <a:pt x="30518" y="1677"/>
                  </a:cubicBezTo>
                  <a:cubicBezTo>
                    <a:pt x="51517" y="-4609"/>
                    <a:pt x="73643" y="7323"/>
                    <a:pt x="79925" y="28326"/>
                  </a:cubicBezTo>
                  <a:cubicBezTo>
                    <a:pt x="80034" y="28684"/>
                    <a:pt x="80134" y="29043"/>
                    <a:pt x="80233" y="29404"/>
                  </a:cubicBezTo>
                  <a:cubicBezTo>
                    <a:pt x="99466" y="97418"/>
                    <a:pt x="98573" y="169551"/>
                    <a:pt x="77652" y="237066"/>
                  </a:cubicBezTo>
                  <a:cubicBezTo>
                    <a:pt x="72477" y="253675"/>
                    <a:pt x="57090" y="264978"/>
                    <a:pt x="39693" y="26495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6C621AC3-ADE9-594C-A66C-D0219B63BFCB}"/>
                </a:ext>
              </a:extLst>
            </p:cNvPr>
            <p:cNvSpPr/>
            <p:nvPr/>
          </p:nvSpPr>
          <p:spPr>
            <a:xfrm>
              <a:off x="3285675" y="4837977"/>
              <a:ext cx="250632" cy="181289"/>
            </a:xfrm>
            <a:custGeom>
              <a:avLst/>
              <a:gdLst>
                <a:gd name="connsiteX0" fmla="*/ 210936 w 250632"/>
                <a:gd name="connsiteY0" fmla="*/ 181289 h 181289"/>
                <a:gd name="connsiteX1" fmla="*/ 181164 w 250632"/>
                <a:gd name="connsiteY1" fmla="*/ 167842 h 181289"/>
                <a:gd name="connsiteX2" fmla="*/ 31409 w 250632"/>
                <a:gd name="connsiteY2" fmla="*/ 78525 h 181289"/>
                <a:gd name="connsiteX3" fmla="*/ 885 w 250632"/>
                <a:gd name="connsiteY3" fmla="*/ 31408 h 181289"/>
                <a:gd name="connsiteX4" fmla="*/ 48002 w 250632"/>
                <a:gd name="connsiteY4" fmla="*/ 885 h 181289"/>
                <a:gd name="connsiteX5" fmla="*/ 49222 w 250632"/>
                <a:gd name="connsiteY5" fmla="*/ 1166 h 181289"/>
                <a:gd name="connsiteX6" fmla="*/ 240758 w 250632"/>
                <a:gd name="connsiteY6" fmla="*/ 115393 h 181289"/>
                <a:gd name="connsiteX7" fmla="*/ 237136 w 250632"/>
                <a:gd name="connsiteY7" fmla="*/ 171415 h 181289"/>
                <a:gd name="connsiteX8" fmla="*/ 210986 w 250632"/>
                <a:gd name="connsiteY8" fmla="*/ 181289 h 18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632" h="181289">
                  <a:moveTo>
                    <a:pt x="210936" y="181289"/>
                  </a:moveTo>
                  <a:cubicBezTo>
                    <a:pt x="199543" y="181287"/>
                    <a:pt x="188696" y="176390"/>
                    <a:pt x="181164" y="167842"/>
                  </a:cubicBezTo>
                  <a:cubicBezTo>
                    <a:pt x="141909" y="123026"/>
                    <a:pt x="89495" y="91764"/>
                    <a:pt x="31409" y="78525"/>
                  </a:cubicBezTo>
                  <a:cubicBezTo>
                    <a:pt x="9969" y="73943"/>
                    <a:pt x="-3697" y="52848"/>
                    <a:pt x="885" y="31408"/>
                  </a:cubicBezTo>
                  <a:cubicBezTo>
                    <a:pt x="5467" y="9969"/>
                    <a:pt x="26561" y="-3697"/>
                    <a:pt x="48002" y="885"/>
                  </a:cubicBezTo>
                  <a:cubicBezTo>
                    <a:pt x="48409" y="972"/>
                    <a:pt x="48815" y="1066"/>
                    <a:pt x="49222" y="1166"/>
                  </a:cubicBezTo>
                  <a:cubicBezTo>
                    <a:pt x="123510" y="18104"/>
                    <a:pt x="190547" y="58083"/>
                    <a:pt x="240758" y="115393"/>
                  </a:cubicBezTo>
                  <a:cubicBezTo>
                    <a:pt x="255228" y="131864"/>
                    <a:pt x="253605" y="156946"/>
                    <a:pt x="237136" y="171415"/>
                  </a:cubicBezTo>
                  <a:cubicBezTo>
                    <a:pt x="229906" y="177768"/>
                    <a:pt x="220612" y="181277"/>
                    <a:pt x="210986" y="1812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A050AB87-3A58-6840-87A5-0F9549A59426}"/>
                </a:ext>
              </a:extLst>
            </p:cNvPr>
            <p:cNvSpPr/>
            <p:nvPr/>
          </p:nvSpPr>
          <p:spPr>
            <a:xfrm>
              <a:off x="2979820" y="4838487"/>
              <a:ext cx="237115" cy="169763"/>
            </a:xfrm>
            <a:custGeom>
              <a:avLst/>
              <a:gdLst>
                <a:gd name="connsiteX0" fmla="*/ 39688 w 237115"/>
                <a:gd name="connsiteY0" fmla="*/ 169764 h 169763"/>
                <a:gd name="connsiteX1" fmla="*/ 0 w 237115"/>
                <a:gd name="connsiteY1" fmla="*/ 130059 h 169763"/>
                <a:gd name="connsiteX2" fmla="*/ 11107 w 237115"/>
                <a:gd name="connsiteY2" fmla="*/ 102527 h 169763"/>
                <a:gd name="connsiteX3" fmla="*/ 188153 w 237115"/>
                <a:gd name="connsiteY3" fmla="*/ 1103 h 169763"/>
                <a:gd name="connsiteX4" fmla="*/ 236013 w 237115"/>
                <a:gd name="connsiteY4" fmla="*/ 30453 h 169763"/>
                <a:gd name="connsiteX5" fmla="*/ 206662 w 237115"/>
                <a:gd name="connsiteY5" fmla="*/ 78313 h 169763"/>
                <a:gd name="connsiteX6" fmla="*/ 68270 w 237115"/>
                <a:gd name="connsiteY6" fmla="*/ 157706 h 169763"/>
                <a:gd name="connsiteX7" fmla="*/ 39688 w 237115"/>
                <a:gd name="connsiteY7" fmla="*/ 169764 h 16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115" h="169763">
                  <a:moveTo>
                    <a:pt x="39688" y="169764"/>
                  </a:moveTo>
                  <a:cubicBezTo>
                    <a:pt x="17764" y="169759"/>
                    <a:pt x="-4" y="151982"/>
                    <a:pt x="0" y="130059"/>
                  </a:cubicBezTo>
                  <a:cubicBezTo>
                    <a:pt x="2" y="119791"/>
                    <a:pt x="3983" y="109922"/>
                    <a:pt x="11107" y="102527"/>
                  </a:cubicBezTo>
                  <a:cubicBezTo>
                    <a:pt x="59214" y="52490"/>
                    <a:pt x="120656" y="17292"/>
                    <a:pt x="188153" y="1103"/>
                  </a:cubicBezTo>
                  <a:cubicBezTo>
                    <a:pt x="209474" y="-4008"/>
                    <a:pt x="230902" y="9132"/>
                    <a:pt x="236013" y="30453"/>
                  </a:cubicBezTo>
                  <a:cubicBezTo>
                    <a:pt x="241124" y="51774"/>
                    <a:pt x="227983" y="73202"/>
                    <a:pt x="206662" y="78313"/>
                  </a:cubicBezTo>
                  <a:cubicBezTo>
                    <a:pt x="153888" y="90998"/>
                    <a:pt x="105858" y="118551"/>
                    <a:pt x="68270" y="157706"/>
                  </a:cubicBezTo>
                  <a:cubicBezTo>
                    <a:pt x="60773" y="165435"/>
                    <a:pt x="50456" y="169787"/>
                    <a:pt x="39688" y="16976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42DAC199-D8A5-4444-9658-123C4FD943D5}"/>
                </a:ext>
              </a:extLst>
            </p:cNvPr>
            <p:cNvSpPr/>
            <p:nvPr/>
          </p:nvSpPr>
          <p:spPr>
            <a:xfrm>
              <a:off x="3148323" y="5405662"/>
              <a:ext cx="216644" cy="216643"/>
            </a:xfrm>
            <a:custGeom>
              <a:avLst/>
              <a:gdLst>
                <a:gd name="connsiteX0" fmla="*/ 108322 w 216644"/>
                <a:gd name="connsiteY0" fmla="*/ 216644 h 216643"/>
                <a:gd name="connsiteX1" fmla="*/ 0 w 216644"/>
                <a:gd name="connsiteY1" fmla="*/ 108322 h 216643"/>
                <a:gd name="connsiteX2" fmla="*/ 108322 w 216644"/>
                <a:gd name="connsiteY2" fmla="*/ 0 h 216643"/>
                <a:gd name="connsiteX3" fmla="*/ 216644 w 216644"/>
                <a:gd name="connsiteY3" fmla="*/ 108322 h 216643"/>
                <a:gd name="connsiteX4" fmla="*/ 216644 w 216644"/>
                <a:gd name="connsiteY4" fmla="*/ 108372 h 216643"/>
                <a:gd name="connsiteX5" fmla="*/ 108322 w 216644"/>
                <a:gd name="connsiteY5" fmla="*/ 216644 h 216643"/>
                <a:gd name="connsiteX6" fmla="*/ 108322 w 216644"/>
                <a:gd name="connsiteY6" fmla="*/ 79443 h 216643"/>
                <a:gd name="connsiteX7" fmla="*/ 79393 w 216644"/>
                <a:gd name="connsiteY7" fmla="*/ 108372 h 216643"/>
                <a:gd name="connsiteX8" fmla="*/ 108322 w 216644"/>
                <a:gd name="connsiteY8" fmla="*/ 137301 h 216643"/>
                <a:gd name="connsiteX9" fmla="*/ 137251 w 216644"/>
                <a:gd name="connsiteY9" fmla="*/ 108372 h 216643"/>
                <a:gd name="connsiteX10" fmla="*/ 108322 w 216644"/>
                <a:gd name="connsiteY10" fmla="*/ 79443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644" h="216643">
                  <a:moveTo>
                    <a:pt x="108322" y="216644"/>
                  </a:moveTo>
                  <a:cubicBezTo>
                    <a:pt x="48497" y="216644"/>
                    <a:pt x="0" y="168145"/>
                    <a:pt x="0" y="108322"/>
                  </a:cubicBezTo>
                  <a:cubicBezTo>
                    <a:pt x="0" y="48499"/>
                    <a:pt x="48497" y="0"/>
                    <a:pt x="108322" y="0"/>
                  </a:cubicBezTo>
                  <a:cubicBezTo>
                    <a:pt x="168147" y="0"/>
                    <a:pt x="216644" y="48499"/>
                    <a:pt x="216644" y="108322"/>
                  </a:cubicBezTo>
                  <a:cubicBezTo>
                    <a:pt x="216644" y="108337"/>
                    <a:pt x="216644" y="108357"/>
                    <a:pt x="216644" y="108372"/>
                  </a:cubicBezTo>
                  <a:cubicBezTo>
                    <a:pt x="216560" y="168155"/>
                    <a:pt x="168105" y="216589"/>
                    <a:pt x="108322" y="216644"/>
                  </a:cubicBezTo>
                  <a:close/>
                  <a:moveTo>
                    <a:pt x="108322" y="79443"/>
                  </a:moveTo>
                  <a:cubicBezTo>
                    <a:pt x="92345" y="79443"/>
                    <a:pt x="79393" y="92394"/>
                    <a:pt x="79393" y="108372"/>
                  </a:cubicBezTo>
                  <a:cubicBezTo>
                    <a:pt x="79393" y="124350"/>
                    <a:pt x="92345" y="137301"/>
                    <a:pt x="108322" y="137301"/>
                  </a:cubicBezTo>
                  <a:cubicBezTo>
                    <a:pt x="124299" y="137301"/>
                    <a:pt x="137251" y="124350"/>
                    <a:pt x="137251" y="108372"/>
                  </a:cubicBezTo>
                  <a:cubicBezTo>
                    <a:pt x="137251" y="92394"/>
                    <a:pt x="124299" y="79443"/>
                    <a:pt x="108322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0A0D812A-2F7E-7B41-A079-DB70ABBBDA30}"/>
                </a:ext>
              </a:extLst>
            </p:cNvPr>
            <p:cNvSpPr/>
            <p:nvPr/>
          </p:nvSpPr>
          <p:spPr>
            <a:xfrm>
              <a:off x="3143212" y="4763223"/>
              <a:ext cx="216644" cy="216643"/>
            </a:xfrm>
            <a:custGeom>
              <a:avLst/>
              <a:gdLst>
                <a:gd name="connsiteX0" fmla="*/ 108322 w 216644"/>
                <a:gd name="connsiteY0" fmla="*/ 216644 h 216643"/>
                <a:gd name="connsiteX1" fmla="*/ 0 w 216644"/>
                <a:gd name="connsiteY1" fmla="*/ 108322 h 216643"/>
                <a:gd name="connsiteX2" fmla="*/ 108322 w 216644"/>
                <a:gd name="connsiteY2" fmla="*/ 0 h 216643"/>
                <a:gd name="connsiteX3" fmla="*/ 216644 w 216644"/>
                <a:gd name="connsiteY3" fmla="*/ 108322 h 216643"/>
                <a:gd name="connsiteX4" fmla="*/ 108322 w 216644"/>
                <a:gd name="connsiteY4" fmla="*/ 216644 h 216643"/>
                <a:gd name="connsiteX5" fmla="*/ 108322 w 216644"/>
                <a:gd name="connsiteY5" fmla="*/ 79443 h 216643"/>
                <a:gd name="connsiteX6" fmla="*/ 79393 w 216644"/>
                <a:gd name="connsiteY6" fmla="*/ 108372 h 216643"/>
                <a:gd name="connsiteX7" fmla="*/ 108322 w 216644"/>
                <a:gd name="connsiteY7" fmla="*/ 137300 h 216643"/>
                <a:gd name="connsiteX8" fmla="*/ 137251 w 216644"/>
                <a:gd name="connsiteY8" fmla="*/ 108372 h 216643"/>
                <a:gd name="connsiteX9" fmla="*/ 137251 w 216644"/>
                <a:gd name="connsiteY9" fmla="*/ 108322 h 216643"/>
                <a:gd name="connsiteX10" fmla="*/ 108322 w 216644"/>
                <a:gd name="connsiteY10" fmla="*/ 79443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644" h="216643">
                  <a:moveTo>
                    <a:pt x="108322" y="216644"/>
                  </a:moveTo>
                  <a:cubicBezTo>
                    <a:pt x="48497" y="216644"/>
                    <a:pt x="0" y="168147"/>
                    <a:pt x="0" y="108322"/>
                  </a:cubicBezTo>
                  <a:cubicBezTo>
                    <a:pt x="0" y="48497"/>
                    <a:pt x="48497" y="0"/>
                    <a:pt x="108322" y="0"/>
                  </a:cubicBezTo>
                  <a:cubicBezTo>
                    <a:pt x="168147" y="0"/>
                    <a:pt x="216644" y="48497"/>
                    <a:pt x="216644" y="108322"/>
                  </a:cubicBezTo>
                  <a:cubicBezTo>
                    <a:pt x="216590" y="168124"/>
                    <a:pt x="168124" y="216589"/>
                    <a:pt x="108322" y="216644"/>
                  </a:cubicBezTo>
                  <a:close/>
                  <a:moveTo>
                    <a:pt x="108322" y="79443"/>
                  </a:moveTo>
                  <a:cubicBezTo>
                    <a:pt x="92345" y="79443"/>
                    <a:pt x="79393" y="92395"/>
                    <a:pt x="79393" y="108372"/>
                  </a:cubicBezTo>
                  <a:cubicBezTo>
                    <a:pt x="79393" y="124348"/>
                    <a:pt x="92345" y="137300"/>
                    <a:pt x="108322" y="137300"/>
                  </a:cubicBezTo>
                  <a:cubicBezTo>
                    <a:pt x="124299" y="137300"/>
                    <a:pt x="137251" y="124348"/>
                    <a:pt x="137251" y="108372"/>
                  </a:cubicBezTo>
                  <a:cubicBezTo>
                    <a:pt x="137251" y="108355"/>
                    <a:pt x="137251" y="108338"/>
                    <a:pt x="137251" y="108322"/>
                  </a:cubicBezTo>
                  <a:cubicBezTo>
                    <a:pt x="137224" y="92364"/>
                    <a:pt x="124280" y="79443"/>
                    <a:pt x="108322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CAF33DAC-83FA-DC47-9BE2-591D273353B4}"/>
                </a:ext>
              </a:extLst>
            </p:cNvPr>
            <p:cNvSpPr/>
            <p:nvPr/>
          </p:nvSpPr>
          <p:spPr>
            <a:xfrm>
              <a:off x="3434437" y="4922158"/>
              <a:ext cx="216644" cy="216643"/>
            </a:xfrm>
            <a:custGeom>
              <a:avLst/>
              <a:gdLst>
                <a:gd name="connsiteX0" fmla="*/ 108372 w 216644"/>
                <a:gd name="connsiteY0" fmla="*/ 216644 h 216643"/>
                <a:gd name="connsiteX1" fmla="*/ 0 w 216644"/>
                <a:gd name="connsiteY1" fmla="*/ 108372 h 216643"/>
                <a:gd name="connsiteX2" fmla="*/ 108272 w 216644"/>
                <a:gd name="connsiteY2" fmla="*/ 0 h 216643"/>
                <a:gd name="connsiteX3" fmla="*/ 216644 w 216644"/>
                <a:gd name="connsiteY3" fmla="*/ 108272 h 216643"/>
                <a:gd name="connsiteX4" fmla="*/ 216644 w 216644"/>
                <a:gd name="connsiteY4" fmla="*/ 108322 h 216643"/>
                <a:gd name="connsiteX5" fmla="*/ 108372 w 216644"/>
                <a:gd name="connsiteY5" fmla="*/ 216644 h 216643"/>
                <a:gd name="connsiteX6" fmla="*/ 108372 w 216644"/>
                <a:gd name="connsiteY6" fmla="*/ 79592 h 216643"/>
                <a:gd name="connsiteX7" fmla="*/ 79393 w 216644"/>
                <a:gd name="connsiteY7" fmla="*/ 108471 h 216643"/>
                <a:gd name="connsiteX8" fmla="*/ 108272 w 216644"/>
                <a:gd name="connsiteY8" fmla="*/ 137449 h 216643"/>
                <a:gd name="connsiteX9" fmla="*/ 137251 w 216644"/>
                <a:gd name="connsiteY9" fmla="*/ 108570 h 216643"/>
                <a:gd name="connsiteX10" fmla="*/ 137251 w 216644"/>
                <a:gd name="connsiteY10" fmla="*/ 108471 h 216643"/>
                <a:gd name="connsiteX11" fmla="*/ 108372 w 216644"/>
                <a:gd name="connsiteY11" fmla="*/ 79592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44" h="216643">
                  <a:moveTo>
                    <a:pt x="108372" y="216644"/>
                  </a:moveTo>
                  <a:cubicBezTo>
                    <a:pt x="48549" y="216671"/>
                    <a:pt x="30" y="168196"/>
                    <a:pt x="0" y="108372"/>
                  </a:cubicBezTo>
                  <a:cubicBezTo>
                    <a:pt x="-30" y="48547"/>
                    <a:pt x="48450" y="27"/>
                    <a:pt x="108272" y="0"/>
                  </a:cubicBezTo>
                  <a:cubicBezTo>
                    <a:pt x="168095" y="-27"/>
                    <a:pt x="216614" y="48448"/>
                    <a:pt x="216644" y="108272"/>
                  </a:cubicBezTo>
                  <a:cubicBezTo>
                    <a:pt x="216644" y="108289"/>
                    <a:pt x="216644" y="108306"/>
                    <a:pt x="216644" y="108322"/>
                  </a:cubicBezTo>
                  <a:cubicBezTo>
                    <a:pt x="216590" y="168104"/>
                    <a:pt x="168155" y="216562"/>
                    <a:pt x="108372" y="216644"/>
                  </a:cubicBezTo>
                  <a:close/>
                  <a:moveTo>
                    <a:pt x="108372" y="79592"/>
                  </a:moveTo>
                  <a:cubicBezTo>
                    <a:pt x="92394" y="79564"/>
                    <a:pt x="79423" y="92494"/>
                    <a:pt x="79393" y="108471"/>
                  </a:cubicBezTo>
                  <a:cubicBezTo>
                    <a:pt x="79363" y="124448"/>
                    <a:pt x="92295" y="137422"/>
                    <a:pt x="108272" y="137449"/>
                  </a:cubicBezTo>
                  <a:cubicBezTo>
                    <a:pt x="124250" y="137477"/>
                    <a:pt x="137221" y="124547"/>
                    <a:pt x="137251" y="108570"/>
                  </a:cubicBezTo>
                  <a:cubicBezTo>
                    <a:pt x="137251" y="108537"/>
                    <a:pt x="137251" y="108504"/>
                    <a:pt x="137251" y="108471"/>
                  </a:cubicBezTo>
                  <a:cubicBezTo>
                    <a:pt x="137221" y="92533"/>
                    <a:pt x="124310" y="79619"/>
                    <a:pt x="108372" y="795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726AE287-35AD-6B47-B2F0-65ED3ACADC23}"/>
                </a:ext>
              </a:extLst>
            </p:cNvPr>
            <p:cNvSpPr/>
            <p:nvPr/>
          </p:nvSpPr>
          <p:spPr>
            <a:xfrm>
              <a:off x="2864055" y="4921166"/>
              <a:ext cx="216544" cy="216545"/>
            </a:xfrm>
            <a:custGeom>
              <a:avLst/>
              <a:gdLst>
                <a:gd name="connsiteX0" fmla="*/ 108114 w 216544"/>
                <a:gd name="connsiteY0" fmla="*/ 216545 h 216545"/>
                <a:gd name="connsiteX1" fmla="*/ 0 w 216544"/>
                <a:gd name="connsiteY1" fmla="*/ 108115 h 216545"/>
                <a:gd name="connsiteX2" fmla="*/ 108431 w 216544"/>
                <a:gd name="connsiteY2" fmla="*/ 0 h 216545"/>
                <a:gd name="connsiteX3" fmla="*/ 216545 w 216544"/>
                <a:gd name="connsiteY3" fmla="*/ 108431 h 216545"/>
                <a:gd name="connsiteX4" fmla="*/ 184878 w 216544"/>
                <a:gd name="connsiteY4" fmla="*/ 184788 h 216545"/>
                <a:gd name="connsiteX5" fmla="*/ 184878 w 216544"/>
                <a:gd name="connsiteY5" fmla="*/ 184788 h 216545"/>
                <a:gd name="connsiteX6" fmla="*/ 108114 w 216544"/>
                <a:gd name="connsiteY6" fmla="*/ 216545 h 216545"/>
                <a:gd name="connsiteX7" fmla="*/ 108114 w 216544"/>
                <a:gd name="connsiteY7" fmla="*/ 79393 h 216545"/>
                <a:gd name="connsiteX8" fmla="*/ 79235 w 216544"/>
                <a:gd name="connsiteY8" fmla="*/ 108272 h 216545"/>
                <a:gd name="connsiteX9" fmla="*/ 108114 w 216544"/>
                <a:gd name="connsiteY9" fmla="*/ 137152 h 216545"/>
                <a:gd name="connsiteX10" fmla="*/ 128558 w 216544"/>
                <a:gd name="connsiteY10" fmla="*/ 128716 h 216545"/>
                <a:gd name="connsiteX11" fmla="*/ 128558 w 216544"/>
                <a:gd name="connsiteY11" fmla="*/ 128716 h 216545"/>
                <a:gd name="connsiteX12" fmla="*/ 128604 w 216544"/>
                <a:gd name="connsiteY12" fmla="*/ 87875 h 216545"/>
                <a:gd name="connsiteX13" fmla="*/ 108114 w 216544"/>
                <a:gd name="connsiteY13" fmla="*/ 79393 h 216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6544" h="216545">
                  <a:moveTo>
                    <a:pt x="108114" y="216545"/>
                  </a:moveTo>
                  <a:cubicBezTo>
                    <a:pt x="48317" y="216457"/>
                    <a:pt x="-87" y="167912"/>
                    <a:pt x="0" y="108115"/>
                  </a:cubicBezTo>
                  <a:cubicBezTo>
                    <a:pt x="87" y="48317"/>
                    <a:pt x="48633" y="-87"/>
                    <a:pt x="108431" y="0"/>
                  </a:cubicBezTo>
                  <a:cubicBezTo>
                    <a:pt x="168227" y="87"/>
                    <a:pt x="216632" y="48633"/>
                    <a:pt x="216545" y="108431"/>
                  </a:cubicBezTo>
                  <a:cubicBezTo>
                    <a:pt x="216503" y="137069"/>
                    <a:pt x="205117" y="164525"/>
                    <a:pt x="184878" y="184788"/>
                  </a:cubicBezTo>
                  <a:lnTo>
                    <a:pt x="184878" y="184788"/>
                  </a:lnTo>
                  <a:cubicBezTo>
                    <a:pt x="164574" y="205224"/>
                    <a:pt x="136922" y="216664"/>
                    <a:pt x="108114" y="216545"/>
                  </a:cubicBezTo>
                  <a:close/>
                  <a:moveTo>
                    <a:pt x="108114" y="79393"/>
                  </a:moveTo>
                  <a:cubicBezTo>
                    <a:pt x="92165" y="79393"/>
                    <a:pt x="79235" y="92323"/>
                    <a:pt x="79235" y="108272"/>
                  </a:cubicBezTo>
                  <a:cubicBezTo>
                    <a:pt x="79235" y="124222"/>
                    <a:pt x="92165" y="137152"/>
                    <a:pt x="108114" y="137152"/>
                  </a:cubicBezTo>
                  <a:cubicBezTo>
                    <a:pt x="115783" y="137186"/>
                    <a:pt x="123146" y="134148"/>
                    <a:pt x="128558" y="128716"/>
                  </a:cubicBezTo>
                  <a:lnTo>
                    <a:pt x="128558" y="128716"/>
                  </a:lnTo>
                  <a:cubicBezTo>
                    <a:pt x="139849" y="117451"/>
                    <a:pt x="139870" y="99166"/>
                    <a:pt x="128604" y="87875"/>
                  </a:cubicBezTo>
                  <a:cubicBezTo>
                    <a:pt x="123175" y="82433"/>
                    <a:pt x="115801" y="79381"/>
                    <a:pt x="10811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58C90500-2A83-AA41-BCC6-F0EFEB73C7B3}"/>
                </a:ext>
              </a:extLst>
            </p:cNvPr>
            <p:cNvSpPr/>
            <p:nvPr/>
          </p:nvSpPr>
          <p:spPr>
            <a:xfrm>
              <a:off x="2866090" y="5253624"/>
              <a:ext cx="216545" cy="216544"/>
            </a:xfrm>
            <a:custGeom>
              <a:avLst/>
              <a:gdLst>
                <a:gd name="connsiteX0" fmla="*/ 108313 w 216545"/>
                <a:gd name="connsiteY0" fmla="*/ 216545 h 216544"/>
                <a:gd name="connsiteX1" fmla="*/ 0 w 216545"/>
                <a:gd name="connsiteY1" fmla="*/ 108312 h 216544"/>
                <a:gd name="connsiteX2" fmla="*/ 108232 w 216545"/>
                <a:gd name="connsiteY2" fmla="*/ 0 h 216544"/>
                <a:gd name="connsiteX3" fmla="*/ 216545 w 216545"/>
                <a:gd name="connsiteY3" fmla="*/ 108233 h 216544"/>
                <a:gd name="connsiteX4" fmla="*/ 184878 w 216545"/>
                <a:gd name="connsiteY4" fmla="*/ 184787 h 216544"/>
                <a:gd name="connsiteX5" fmla="*/ 108313 w 216545"/>
                <a:gd name="connsiteY5" fmla="*/ 216545 h 216544"/>
                <a:gd name="connsiteX6" fmla="*/ 108313 w 216545"/>
                <a:gd name="connsiteY6" fmla="*/ 79393 h 216544"/>
                <a:gd name="connsiteX7" fmla="*/ 79480 w 216545"/>
                <a:gd name="connsiteY7" fmla="*/ 108317 h 216544"/>
                <a:gd name="connsiteX8" fmla="*/ 108405 w 216545"/>
                <a:gd name="connsiteY8" fmla="*/ 137152 h 216544"/>
                <a:gd name="connsiteX9" fmla="*/ 128757 w 216545"/>
                <a:gd name="connsiteY9" fmla="*/ 128716 h 216544"/>
                <a:gd name="connsiteX10" fmla="*/ 128757 w 216545"/>
                <a:gd name="connsiteY10" fmla="*/ 128716 h 216544"/>
                <a:gd name="connsiteX11" fmla="*/ 128634 w 216545"/>
                <a:gd name="connsiteY11" fmla="*/ 87804 h 216544"/>
                <a:gd name="connsiteX12" fmla="*/ 108313 w 216545"/>
                <a:gd name="connsiteY12" fmla="*/ 79393 h 21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45" h="216544">
                  <a:moveTo>
                    <a:pt x="108313" y="216545"/>
                  </a:moveTo>
                  <a:cubicBezTo>
                    <a:pt x="48515" y="216565"/>
                    <a:pt x="22" y="168110"/>
                    <a:pt x="0" y="108312"/>
                  </a:cubicBezTo>
                  <a:cubicBezTo>
                    <a:pt x="-22" y="48514"/>
                    <a:pt x="48435" y="22"/>
                    <a:pt x="108232" y="0"/>
                  </a:cubicBezTo>
                  <a:cubicBezTo>
                    <a:pt x="168029" y="-22"/>
                    <a:pt x="216523" y="48435"/>
                    <a:pt x="216545" y="108233"/>
                  </a:cubicBezTo>
                  <a:cubicBezTo>
                    <a:pt x="216556" y="136938"/>
                    <a:pt x="205165" y="164478"/>
                    <a:pt x="184878" y="184787"/>
                  </a:cubicBezTo>
                  <a:cubicBezTo>
                    <a:pt x="164591" y="205127"/>
                    <a:pt x="137041" y="216555"/>
                    <a:pt x="108313" y="216545"/>
                  </a:cubicBezTo>
                  <a:close/>
                  <a:moveTo>
                    <a:pt x="108313" y="79393"/>
                  </a:moveTo>
                  <a:cubicBezTo>
                    <a:pt x="92363" y="79418"/>
                    <a:pt x="79454" y="92369"/>
                    <a:pt x="79480" y="108317"/>
                  </a:cubicBezTo>
                  <a:cubicBezTo>
                    <a:pt x="79505" y="124270"/>
                    <a:pt x="92456" y="137176"/>
                    <a:pt x="108405" y="137152"/>
                  </a:cubicBezTo>
                  <a:cubicBezTo>
                    <a:pt x="116037" y="137142"/>
                    <a:pt x="123354" y="134105"/>
                    <a:pt x="128757" y="128716"/>
                  </a:cubicBezTo>
                  <a:lnTo>
                    <a:pt x="128757" y="128716"/>
                  </a:lnTo>
                  <a:cubicBezTo>
                    <a:pt x="140020" y="117383"/>
                    <a:pt x="139965" y="99068"/>
                    <a:pt x="128634" y="87804"/>
                  </a:cubicBezTo>
                  <a:cubicBezTo>
                    <a:pt x="123231" y="82435"/>
                    <a:pt x="115930" y="79413"/>
                    <a:pt x="10831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8D348957-AA07-A040-954A-66B6D6727933}"/>
                </a:ext>
              </a:extLst>
            </p:cNvPr>
            <p:cNvSpPr/>
            <p:nvPr/>
          </p:nvSpPr>
          <p:spPr>
            <a:xfrm>
              <a:off x="3428730" y="5253773"/>
              <a:ext cx="216544" cy="216544"/>
            </a:xfrm>
            <a:custGeom>
              <a:avLst/>
              <a:gdLst>
                <a:gd name="connsiteX0" fmla="*/ 108272 w 216544"/>
                <a:gd name="connsiteY0" fmla="*/ 216545 h 216544"/>
                <a:gd name="connsiteX1" fmla="*/ 0 w 216544"/>
                <a:gd name="connsiteY1" fmla="*/ 108272 h 216544"/>
                <a:gd name="connsiteX2" fmla="*/ 108272 w 216544"/>
                <a:gd name="connsiteY2" fmla="*/ 0 h 216544"/>
                <a:gd name="connsiteX3" fmla="*/ 216545 w 216544"/>
                <a:gd name="connsiteY3" fmla="*/ 108272 h 216544"/>
                <a:gd name="connsiteX4" fmla="*/ 108272 w 216544"/>
                <a:gd name="connsiteY4" fmla="*/ 216545 h 216544"/>
                <a:gd name="connsiteX5" fmla="*/ 108272 w 216544"/>
                <a:gd name="connsiteY5" fmla="*/ 79393 h 216544"/>
                <a:gd name="connsiteX6" fmla="*/ 79393 w 216544"/>
                <a:gd name="connsiteY6" fmla="*/ 108272 h 216544"/>
                <a:gd name="connsiteX7" fmla="*/ 108272 w 216544"/>
                <a:gd name="connsiteY7" fmla="*/ 137152 h 216544"/>
                <a:gd name="connsiteX8" fmla="*/ 137152 w 216544"/>
                <a:gd name="connsiteY8" fmla="*/ 108272 h 216544"/>
                <a:gd name="connsiteX9" fmla="*/ 108272 w 216544"/>
                <a:gd name="connsiteY9" fmla="*/ 79393 h 21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544" h="216544">
                  <a:moveTo>
                    <a:pt x="108272" y="216545"/>
                  </a:moveTo>
                  <a:cubicBezTo>
                    <a:pt x="48475" y="216545"/>
                    <a:pt x="0" y="168070"/>
                    <a:pt x="0" y="108272"/>
                  </a:cubicBezTo>
                  <a:cubicBezTo>
                    <a:pt x="0" y="48474"/>
                    <a:pt x="48475" y="0"/>
                    <a:pt x="108272" y="0"/>
                  </a:cubicBezTo>
                  <a:cubicBezTo>
                    <a:pt x="168070" y="0"/>
                    <a:pt x="216545" y="48474"/>
                    <a:pt x="216545" y="108272"/>
                  </a:cubicBezTo>
                  <a:cubicBezTo>
                    <a:pt x="216461" y="168036"/>
                    <a:pt x="168036" y="216460"/>
                    <a:pt x="108272" y="216545"/>
                  </a:cubicBezTo>
                  <a:close/>
                  <a:moveTo>
                    <a:pt x="108272" y="79393"/>
                  </a:moveTo>
                  <a:cubicBezTo>
                    <a:pt x="92324" y="79393"/>
                    <a:pt x="79393" y="92324"/>
                    <a:pt x="79393" y="108272"/>
                  </a:cubicBezTo>
                  <a:cubicBezTo>
                    <a:pt x="79393" y="124220"/>
                    <a:pt x="92324" y="137152"/>
                    <a:pt x="108272" y="137152"/>
                  </a:cubicBezTo>
                  <a:cubicBezTo>
                    <a:pt x="124221" y="137152"/>
                    <a:pt x="137152" y="124220"/>
                    <a:pt x="137152" y="108272"/>
                  </a:cubicBezTo>
                  <a:cubicBezTo>
                    <a:pt x="137127" y="92334"/>
                    <a:pt x="124211" y="79423"/>
                    <a:pt x="10827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7" name="Picture Placeholder 89">
            <a:extLst>
              <a:ext uri="{FF2B5EF4-FFF2-40B4-BE49-F238E27FC236}">
                <a16:creationId xmlns:a16="http://schemas.microsoft.com/office/drawing/2014/main" id="{14205CF7-3DB5-43E6-A84C-F8865346000D}"/>
              </a:ext>
            </a:extLst>
          </p:cNvPr>
          <p:cNvGrpSpPr>
            <a:grpSpLocks noChangeAspect="1"/>
          </p:cNvGrpSpPr>
          <p:nvPr/>
        </p:nvGrpSpPr>
        <p:grpSpPr>
          <a:xfrm>
            <a:off x="4157538" y="4818997"/>
            <a:ext cx="834918" cy="747585"/>
            <a:chOff x="4157538" y="4818997"/>
            <a:chExt cx="834918" cy="747585"/>
          </a:xfrm>
        </p:grpSpPr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B1B36E7B-48D6-EA45-8D50-0FA9805DC0D2}"/>
                </a:ext>
              </a:extLst>
            </p:cNvPr>
            <p:cNvSpPr/>
            <p:nvPr/>
          </p:nvSpPr>
          <p:spPr>
            <a:xfrm>
              <a:off x="4271368" y="4819195"/>
              <a:ext cx="228255" cy="165633"/>
            </a:xfrm>
            <a:custGeom>
              <a:avLst/>
              <a:gdLst>
                <a:gd name="connsiteX0" fmla="*/ 39697 w 228255"/>
                <a:gd name="connsiteY0" fmla="*/ 165634 h 165633"/>
                <a:gd name="connsiteX1" fmla="*/ 0 w 228255"/>
                <a:gd name="connsiteY1" fmla="*/ 125937 h 165633"/>
                <a:gd name="connsiteX2" fmla="*/ 0 w 228255"/>
                <a:gd name="connsiteY2" fmla="*/ 39697 h 165633"/>
                <a:gd name="connsiteX3" fmla="*/ 39697 w 228255"/>
                <a:gd name="connsiteY3" fmla="*/ 0 h 165633"/>
                <a:gd name="connsiteX4" fmla="*/ 188559 w 228255"/>
                <a:gd name="connsiteY4" fmla="*/ 0 h 165633"/>
                <a:gd name="connsiteX5" fmla="*/ 228255 w 228255"/>
                <a:gd name="connsiteY5" fmla="*/ 39697 h 165633"/>
                <a:gd name="connsiteX6" fmla="*/ 228255 w 228255"/>
                <a:gd name="connsiteY6" fmla="*/ 124052 h 165633"/>
                <a:gd name="connsiteX7" fmla="*/ 188559 w 228255"/>
                <a:gd name="connsiteY7" fmla="*/ 163748 h 165633"/>
                <a:gd name="connsiteX8" fmla="*/ 148862 w 228255"/>
                <a:gd name="connsiteY8" fmla="*/ 124052 h 165633"/>
                <a:gd name="connsiteX9" fmla="*/ 148862 w 228255"/>
                <a:gd name="connsiteY9" fmla="*/ 79393 h 165633"/>
                <a:gd name="connsiteX10" fmla="*/ 79393 w 228255"/>
                <a:gd name="connsiteY10" fmla="*/ 79393 h 165633"/>
                <a:gd name="connsiteX11" fmla="*/ 79393 w 228255"/>
                <a:gd name="connsiteY11" fmla="*/ 125937 h 165633"/>
                <a:gd name="connsiteX12" fmla="*/ 39697 w 228255"/>
                <a:gd name="connsiteY12" fmla="*/ 165634 h 16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255" h="165633">
                  <a:moveTo>
                    <a:pt x="39697" y="165634"/>
                  </a:moveTo>
                  <a:cubicBezTo>
                    <a:pt x="17773" y="165634"/>
                    <a:pt x="0" y="147861"/>
                    <a:pt x="0" y="12593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88559" y="0"/>
                  </a:lnTo>
                  <a:cubicBezTo>
                    <a:pt x="210483" y="0"/>
                    <a:pt x="228255" y="17773"/>
                    <a:pt x="228255" y="39697"/>
                  </a:cubicBezTo>
                  <a:lnTo>
                    <a:pt x="228255" y="124052"/>
                  </a:lnTo>
                  <a:cubicBezTo>
                    <a:pt x="228255" y="145976"/>
                    <a:pt x="210483" y="163748"/>
                    <a:pt x="188559" y="163748"/>
                  </a:cubicBezTo>
                  <a:cubicBezTo>
                    <a:pt x="166635" y="163748"/>
                    <a:pt x="148862" y="145976"/>
                    <a:pt x="148862" y="124052"/>
                  </a:cubicBezTo>
                  <a:lnTo>
                    <a:pt x="148862" y="79393"/>
                  </a:lnTo>
                  <a:lnTo>
                    <a:pt x="79393" y="79393"/>
                  </a:lnTo>
                  <a:lnTo>
                    <a:pt x="79393" y="125937"/>
                  </a:lnTo>
                  <a:cubicBezTo>
                    <a:pt x="79393" y="147861"/>
                    <a:pt x="61621" y="165634"/>
                    <a:pt x="39697" y="1656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F890EDDC-6976-4E44-AD5A-098CDDC43BA8}"/>
                </a:ext>
              </a:extLst>
            </p:cNvPr>
            <p:cNvSpPr/>
            <p:nvPr/>
          </p:nvSpPr>
          <p:spPr>
            <a:xfrm>
              <a:off x="4650669" y="4818997"/>
              <a:ext cx="228255" cy="165633"/>
            </a:xfrm>
            <a:custGeom>
              <a:avLst/>
              <a:gdLst>
                <a:gd name="connsiteX0" fmla="*/ 39697 w 228255"/>
                <a:gd name="connsiteY0" fmla="*/ 165634 h 165633"/>
                <a:gd name="connsiteX1" fmla="*/ 0 w 228255"/>
                <a:gd name="connsiteY1" fmla="*/ 125937 h 165633"/>
                <a:gd name="connsiteX2" fmla="*/ 0 w 228255"/>
                <a:gd name="connsiteY2" fmla="*/ 39697 h 165633"/>
                <a:gd name="connsiteX3" fmla="*/ 39697 w 228255"/>
                <a:gd name="connsiteY3" fmla="*/ 0 h 165633"/>
                <a:gd name="connsiteX4" fmla="*/ 188559 w 228255"/>
                <a:gd name="connsiteY4" fmla="*/ 0 h 165633"/>
                <a:gd name="connsiteX5" fmla="*/ 228255 w 228255"/>
                <a:gd name="connsiteY5" fmla="*/ 39697 h 165633"/>
                <a:gd name="connsiteX6" fmla="*/ 228255 w 228255"/>
                <a:gd name="connsiteY6" fmla="*/ 124052 h 165633"/>
                <a:gd name="connsiteX7" fmla="*/ 188559 w 228255"/>
                <a:gd name="connsiteY7" fmla="*/ 163748 h 165633"/>
                <a:gd name="connsiteX8" fmla="*/ 148862 w 228255"/>
                <a:gd name="connsiteY8" fmla="*/ 124052 h 165633"/>
                <a:gd name="connsiteX9" fmla="*/ 148862 w 228255"/>
                <a:gd name="connsiteY9" fmla="*/ 79393 h 165633"/>
                <a:gd name="connsiteX10" fmla="*/ 79393 w 228255"/>
                <a:gd name="connsiteY10" fmla="*/ 79393 h 165633"/>
                <a:gd name="connsiteX11" fmla="*/ 79393 w 228255"/>
                <a:gd name="connsiteY11" fmla="*/ 125937 h 165633"/>
                <a:gd name="connsiteX12" fmla="*/ 39697 w 228255"/>
                <a:gd name="connsiteY12" fmla="*/ 165634 h 16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255" h="165633">
                  <a:moveTo>
                    <a:pt x="39697" y="165634"/>
                  </a:moveTo>
                  <a:cubicBezTo>
                    <a:pt x="17774" y="165634"/>
                    <a:pt x="0" y="147861"/>
                    <a:pt x="0" y="12593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188559" y="0"/>
                  </a:lnTo>
                  <a:cubicBezTo>
                    <a:pt x="210481" y="0"/>
                    <a:pt x="228255" y="17773"/>
                    <a:pt x="228255" y="39697"/>
                  </a:cubicBezTo>
                  <a:lnTo>
                    <a:pt x="228255" y="124052"/>
                  </a:lnTo>
                  <a:cubicBezTo>
                    <a:pt x="228255" y="145976"/>
                    <a:pt x="210481" y="163748"/>
                    <a:pt x="188559" y="163748"/>
                  </a:cubicBezTo>
                  <a:cubicBezTo>
                    <a:pt x="166636" y="163748"/>
                    <a:pt x="148862" y="145976"/>
                    <a:pt x="148862" y="124052"/>
                  </a:cubicBezTo>
                  <a:lnTo>
                    <a:pt x="148862" y="79393"/>
                  </a:lnTo>
                  <a:lnTo>
                    <a:pt x="79393" y="79393"/>
                  </a:lnTo>
                  <a:lnTo>
                    <a:pt x="79393" y="125937"/>
                  </a:lnTo>
                  <a:cubicBezTo>
                    <a:pt x="79393" y="147861"/>
                    <a:pt x="61619" y="165634"/>
                    <a:pt x="39697" y="1656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2AE51778-8FCA-784B-9AFB-34584DA555CC}"/>
                </a:ext>
              </a:extLst>
            </p:cNvPr>
            <p:cNvSpPr/>
            <p:nvPr/>
          </p:nvSpPr>
          <p:spPr>
            <a:xfrm>
              <a:off x="4157538" y="4917395"/>
              <a:ext cx="834918" cy="649187"/>
            </a:xfrm>
            <a:custGeom>
              <a:avLst/>
              <a:gdLst>
                <a:gd name="connsiteX0" fmla="*/ 795222 w 834918"/>
                <a:gd name="connsiteY0" fmla="*/ 649187 h 649187"/>
                <a:gd name="connsiteX1" fmla="*/ 39697 w 834918"/>
                <a:gd name="connsiteY1" fmla="*/ 649187 h 649187"/>
                <a:gd name="connsiteX2" fmla="*/ 0 w 834918"/>
                <a:gd name="connsiteY2" fmla="*/ 609491 h 649187"/>
                <a:gd name="connsiteX3" fmla="*/ 0 w 834918"/>
                <a:gd name="connsiteY3" fmla="*/ 39697 h 649187"/>
                <a:gd name="connsiteX4" fmla="*/ 39697 w 834918"/>
                <a:gd name="connsiteY4" fmla="*/ 0 h 649187"/>
                <a:gd name="connsiteX5" fmla="*/ 795222 w 834918"/>
                <a:gd name="connsiteY5" fmla="*/ 0 h 649187"/>
                <a:gd name="connsiteX6" fmla="*/ 834919 w 834918"/>
                <a:gd name="connsiteY6" fmla="*/ 39697 h 649187"/>
                <a:gd name="connsiteX7" fmla="*/ 834919 w 834918"/>
                <a:gd name="connsiteY7" fmla="*/ 609491 h 649187"/>
                <a:gd name="connsiteX8" fmla="*/ 795222 w 834918"/>
                <a:gd name="connsiteY8" fmla="*/ 649187 h 649187"/>
                <a:gd name="connsiteX9" fmla="*/ 79393 w 834918"/>
                <a:gd name="connsiteY9" fmla="*/ 569794 h 649187"/>
                <a:gd name="connsiteX10" fmla="*/ 755525 w 834918"/>
                <a:gd name="connsiteY10" fmla="*/ 569794 h 649187"/>
                <a:gd name="connsiteX11" fmla="*/ 755525 w 834918"/>
                <a:gd name="connsiteY11" fmla="*/ 79393 h 649187"/>
                <a:gd name="connsiteX12" fmla="*/ 79393 w 834918"/>
                <a:gd name="connsiteY12" fmla="*/ 79393 h 64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649187">
                  <a:moveTo>
                    <a:pt x="795222" y="649187"/>
                  </a:moveTo>
                  <a:lnTo>
                    <a:pt x="39697" y="649187"/>
                  </a:lnTo>
                  <a:cubicBezTo>
                    <a:pt x="17773" y="649187"/>
                    <a:pt x="0" y="631413"/>
                    <a:pt x="0" y="60949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609491"/>
                  </a:lnTo>
                  <a:cubicBezTo>
                    <a:pt x="834919" y="631413"/>
                    <a:pt x="817145" y="649187"/>
                    <a:pt x="795222" y="649187"/>
                  </a:cubicBezTo>
                  <a:close/>
                  <a:moveTo>
                    <a:pt x="79393" y="569794"/>
                  </a:moveTo>
                  <a:lnTo>
                    <a:pt x="755525" y="569794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4E6B26B4-5E98-7C42-8656-EB63F6E7095A}"/>
                </a:ext>
              </a:extLst>
            </p:cNvPr>
            <p:cNvSpPr/>
            <p:nvPr/>
          </p:nvSpPr>
          <p:spPr>
            <a:xfrm>
              <a:off x="4391996" y="5122080"/>
              <a:ext cx="79393" cy="243141"/>
            </a:xfrm>
            <a:custGeom>
              <a:avLst/>
              <a:gdLst>
                <a:gd name="connsiteX0" fmla="*/ 39697 w 79393"/>
                <a:gd name="connsiteY0" fmla="*/ 243141 h 243141"/>
                <a:gd name="connsiteX1" fmla="*/ 0 w 79393"/>
                <a:gd name="connsiteY1" fmla="*/ 203445 h 243141"/>
                <a:gd name="connsiteX2" fmla="*/ 0 w 79393"/>
                <a:gd name="connsiteY2" fmla="*/ 39697 h 243141"/>
                <a:gd name="connsiteX3" fmla="*/ 39697 w 79393"/>
                <a:gd name="connsiteY3" fmla="*/ 0 h 243141"/>
                <a:gd name="connsiteX4" fmla="*/ 79393 w 79393"/>
                <a:gd name="connsiteY4" fmla="*/ 39697 h 243141"/>
                <a:gd name="connsiteX5" fmla="*/ 79393 w 79393"/>
                <a:gd name="connsiteY5" fmla="*/ 203445 h 243141"/>
                <a:gd name="connsiteX6" fmla="*/ 39697 w 79393"/>
                <a:gd name="connsiteY6" fmla="*/ 243141 h 24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3141">
                  <a:moveTo>
                    <a:pt x="39697" y="243141"/>
                  </a:moveTo>
                  <a:cubicBezTo>
                    <a:pt x="17773" y="243141"/>
                    <a:pt x="0" y="225367"/>
                    <a:pt x="0" y="2034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3445"/>
                  </a:lnTo>
                  <a:cubicBezTo>
                    <a:pt x="79393" y="225367"/>
                    <a:pt x="61621" y="243141"/>
                    <a:pt x="39697" y="2431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6B4DC29D-E219-4349-8FD5-09CEA2352EDD}"/>
                </a:ext>
              </a:extLst>
            </p:cNvPr>
            <p:cNvSpPr/>
            <p:nvPr/>
          </p:nvSpPr>
          <p:spPr>
            <a:xfrm>
              <a:off x="4312603" y="5201473"/>
              <a:ext cx="238179" cy="79393"/>
            </a:xfrm>
            <a:custGeom>
              <a:avLst/>
              <a:gdLst>
                <a:gd name="connsiteX0" fmla="*/ 198483 w 238179"/>
                <a:gd name="connsiteY0" fmla="*/ 79393 h 79393"/>
                <a:gd name="connsiteX1" fmla="*/ 39697 w 238179"/>
                <a:gd name="connsiteY1" fmla="*/ 79393 h 79393"/>
                <a:gd name="connsiteX2" fmla="*/ 0 w 238179"/>
                <a:gd name="connsiteY2" fmla="*/ 39697 h 79393"/>
                <a:gd name="connsiteX3" fmla="*/ 39697 w 238179"/>
                <a:gd name="connsiteY3" fmla="*/ 0 h 79393"/>
                <a:gd name="connsiteX4" fmla="*/ 198483 w 238179"/>
                <a:gd name="connsiteY4" fmla="*/ 0 h 79393"/>
                <a:gd name="connsiteX5" fmla="*/ 238180 w 238179"/>
                <a:gd name="connsiteY5" fmla="*/ 39697 h 79393"/>
                <a:gd name="connsiteX6" fmla="*/ 198483 w 23817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179" h="79393">
                  <a:moveTo>
                    <a:pt x="19848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8483" y="0"/>
                  </a:lnTo>
                  <a:cubicBezTo>
                    <a:pt x="220407" y="0"/>
                    <a:pt x="238180" y="17773"/>
                    <a:pt x="238180" y="39697"/>
                  </a:cubicBezTo>
                  <a:cubicBezTo>
                    <a:pt x="238180" y="61619"/>
                    <a:pt x="220407" y="79393"/>
                    <a:pt x="19848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9559A0F1-6B1E-214C-8D70-4148D2135D74}"/>
                </a:ext>
              </a:extLst>
            </p:cNvPr>
            <p:cNvSpPr/>
            <p:nvPr/>
          </p:nvSpPr>
          <p:spPr>
            <a:xfrm>
              <a:off x="4613949" y="5197255"/>
              <a:ext cx="211086" cy="79393"/>
            </a:xfrm>
            <a:custGeom>
              <a:avLst/>
              <a:gdLst>
                <a:gd name="connsiteX0" fmla="*/ 171390 w 211086"/>
                <a:gd name="connsiteY0" fmla="*/ 79393 h 79393"/>
                <a:gd name="connsiteX1" fmla="*/ 39697 w 211086"/>
                <a:gd name="connsiteY1" fmla="*/ 79393 h 79393"/>
                <a:gd name="connsiteX2" fmla="*/ 0 w 211086"/>
                <a:gd name="connsiteY2" fmla="*/ 39697 h 79393"/>
                <a:gd name="connsiteX3" fmla="*/ 39697 w 211086"/>
                <a:gd name="connsiteY3" fmla="*/ 0 h 79393"/>
                <a:gd name="connsiteX4" fmla="*/ 171390 w 211086"/>
                <a:gd name="connsiteY4" fmla="*/ 0 h 79393"/>
                <a:gd name="connsiteX5" fmla="*/ 211087 w 211086"/>
                <a:gd name="connsiteY5" fmla="*/ 39697 h 79393"/>
                <a:gd name="connsiteX6" fmla="*/ 171390 w 21108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086" h="79393">
                  <a:moveTo>
                    <a:pt x="17139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1390" y="0"/>
                  </a:lnTo>
                  <a:cubicBezTo>
                    <a:pt x="193312" y="0"/>
                    <a:pt x="211087" y="17773"/>
                    <a:pt x="211087" y="39697"/>
                  </a:cubicBezTo>
                  <a:cubicBezTo>
                    <a:pt x="211087" y="61619"/>
                    <a:pt x="193312" y="79393"/>
                    <a:pt x="17139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4" name="Picture Placeholder 79">
            <a:extLst>
              <a:ext uri="{FF2B5EF4-FFF2-40B4-BE49-F238E27FC236}">
                <a16:creationId xmlns:a16="http://schemas.microsoft.com/office/drawing/2014/main" id="{12F5E585-9BB9-49E7-8028-4E12FADA0F3F}"/>
              </a:ext>
            </a:extLst>
          </p:cNvPr>
          <p:cNvGrpSpPr>
            <a:grpSpLocks noChangeAspect="1"/>
          </p:cNvGrpSpPr>
          <p:nvPr/>
        </p:nvGrpSpPr>
        <p:grpSpPr>
          <a:xfrm>
            <a:off x="5522185" y="4775976"/>
            <a:ext cx="740639" cy="833627"/>
            <a:chOff x="5522185" y="4775976"/>
            <a:chExt cx="740639" cy="833627"/>
          </a:xfrm>
        </p:grpSpPr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7DC53F61-DA59-0146-8792-7548FB6BD15F}"/>
                </a:ext>
              </a:extLst>
            </p:cNvPr>
            <p:cNvSpPr/>
            <p:nvPr/>
          </p:nvSpPr>
          <p:spPr>
            <a:xfrm>
              <a:off x="5522185" y="4775976"/>
              <a:ext cx="740639" cy="833627"/>
            </a:xfrm>
            <a:custGeom>
              <a:avLst/>
              <a:gdLst>
                <a:gd name="connsiteX0" fmla="*/ 700943 w 740639"/>
                <a:gd name="connsiteY0" fmla="*/ 833628 h 833627"/>
                <a:gd name="connsiteX1" fmla="*/ 39697 w 740639"/>
                <a:gd name="connsiteY1" fmla="*/ 833628 h 833627"/>
                <a:gd name="connsiteX2" fmla="*/ 0 w 740639"/>
                <a:gd name="connsiteY2" fmla="*/ 793931 h 833627"/>
                <a:gd name="connsiteX3" fmla="*/ 0 w 740639"/>
                <a:gd name="connsiteY3" fmla="*/ 39697 h 833627"/>
                <a:gd name="connsiteX4" fmla="*/ 39697 w 740639"/>
                <a:gd name="connsiteY4" fmla="*/ 0 h 833627"/>
                <a:gd name="connsiteX5" fmla="*/ 700943 w 740639"/>
                <a:gd name="connsiteY5" fmla="*/ 0 h 833627"/>
                <a:gd name="connsiteX6" fmla="*/ 740639 w 740639"/>
                <a:gd name="connsiteY6" fmla="*/ 39697 h 833627"/>
                <a:gd name="connsiteX7" fmla="*/ 740639 w 740639"/>
                <a:gd name="connsiteY7" fmla="*/ 793931 h 833627"/>
                <a:gd name="connsiteX8" fmla="*/ 700943 w 740639"/>
                <a:gd name="connsiteY8" fmla="*/ 833628 h 833627"/>
                <a:gd name="connsiteX9" fmla="*/ 79393 w 740639"/>
                <a:gd name="connsiteY9" fmla="*/ 754234 h 833627"/>
                <a:gd name="connsiteX10" fmla="*/ 661246 w 740639"/>
                <a:gd name="connsiteY10" fmla="*/ 754234 h 833627"/>
                <a:gd name="connsiteX11" fmla="*/ 661246 w 740639"/>
                <a:gd name="connsiteY11" fmla="*/ 79393 h 833627"/>
                <a:gd name="connsiteX12" fmla="*/ 79393 w 740639"/>
                <a:gd name="connsiteY12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0639" h="833627">
                  <a:moveTo>
                    <a:pt x="700943" y="833628"/>
                  </a:moveTo>
                  <a:lnTo>
                    <a:pt x="39697" y="833628"/>
                  </a:lnTo>
                  <a:cubicBezTo>
                    <a:pt x="17773" y="833628"/>
                    <a:pt x="0" y="815853"/>
                    <a:pt x="0" y="7939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0943" y="0"/>
                  </a:lnTo>
                  <a:cubicBezTo>
                    <a:pt x="722865" y="0"/>
                    <a:pt x="740639" y="17773"/>
                    <a:pt x="740639" y="39697"/>
                  </a:cubicBezTo>
                  <a:lnTo>
                    <a:pt x="740639" y="793931"/>
                  </a:lnTo>
                  <a:cubicBezTo>
                    <a:pt x="740639" y="815853"/>
                    <a:pt x="722865" y="833628"/>
                    <a:pt x="700943" y="833628"/>
                  </a:cubicBezTo>
                  <a:close/>
                  <a:moveTo>
                    <a:pt x="79393" y="754234"/>
                  </a:moveTo>
                  <a:lnTo>
                    <a:pt x="661246" y="754234"/>
                  </a:lnTo>
                  <a:lnTo>
                    <a:pt x="66124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B1442816-D11D-2248-BAF3-3FFCFB151C7D}"/>
                </a:ext>
              </a:extLst>
            </p:cNvPr>
            <p:cNvSpPr/>
            <p:nvPr/>
          </p:nvSpPr>
          <p:spPr>
            <a:xfrm>
              <a:off x="5632343" y="5115431"/>
              <a:ext cx="161565" cy="166576"/>
            </a:xfrm>
            <a:custGeom>
              <a:avLst/>
              <a:gdLst>
                <a:gd name="connsiteX0" fmla="*/ 121869 w 161565"/>
                <a:gd name="connsiteY0" fmla="*/ 166577 h 166576"/>
                <a:gd name="connsiteX1" fmla="*/ 39697 w 161565"/>
                <a:gd name="connsiteY1" fmla="*/ 166577 h 166576"/>
                <a:gd name="connsiteX2" fmla="*/ 0 w 161565"/>
                <a:gd name="connsiteY2" fmla="*/ 126880 h 166576"/>
                <a:gd name="connsiteX3" fmla="*/ 0 w 161565"/>
                <a:gd name="connsiteY3" fmla="*/ 39697 h 166576"/>
                <a:gd name="connsiteX4" fmla="*/ 39697 w 161565"/>
                <a:gd name="connsiteY4" fmla="*/ 0 h 166576"/>
                <a:gd name="connsiteX5" fmla="*/ 79393 w 161565"/>
                <a:gd name="connsiteY5" fmla="*/ 39697 h 166576"/>
                <a:gd name="connsiteX6" fmla="*/ 79393 w 161565"/>
                <a:gd name="connsiteY6" fmla="*/ 87184 h 166576"/>
                <a:gd name="connsiteX7" fmla="*/ 121869 w 161565"/>
                <a:gd name="connsiteY7" fmla="*/ 87184 h 166576"/>
                <a:gd name="connsiteX8" fmla="*/ 161565 w 161565"/>
                <a:gd name="connsiteY8" fmla="*/ 126880 h 166576"/>
                <a:gd name="connsiteX9" fmla="*/ 121869 w 161565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565" h="166576">
                  <a:moveTo>
                    <a:pt x="121869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7184"/>
                  </a:lnTo>
                  <a:lnTo>
                    <a:pt x="121869" y="87184"/>
                  </a:lnTo>
                  <a:cubicBezTo>
                    <a:pt x="143792" y="87184"/>
                    <a:pt x="161565" y="104956"/>
                    <a:pt x="161565" y="126880"/>
                  </a:cubicBezTo>
                  <a:cubicBezTo>
                    <a:pt x="161565" y="148803"/>
                    <a:pt x="143792" y="166577"/>
                    <a:pt x="121869" y="1665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B70EB83A-3121-7446-90B3-594655F773C7}"/>
                </a:ext>
              </a:extLst>
            </p:cNvPr>
            <p:cNvSpPr/>
            <p:nvPr/>
          </p:nvSpPr>
          <p:spPr>
            <a:xfrm>
              <a:off x="5632443" y="5301310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80" y="87184"/>
                    <a:pt x="156653" y="104958"/>
                    <a:pt x="156653" y="126880"/>
                  </a:cubicBezTo>
                  <a:cubicBezTo>
                    <a:pt x="156653" y="148803"/>
                    <a:pt x="138880" y="166577"/>
                    <a:pt x="116956" y="1665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084E203E-21A4-6048-B87D-86C9C1FE3F25}"/>
                </a:ext>
              </a:extLst>
            </p:cNvPr>
            <p:cNvSpPr/>
            <p:nvPr/>
          </p:nvSpPr>
          <p:spPr>
            <a:xfrm>
              <a:off x="5820952" y="5114091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79" y="87184"/>
                    <a:pt x="156653" y="104956"/>
                    <a:pt x="156653" y="126880"/>
                  </a:cubicBezTo>
                  <a:cubicBezTo>
                    <a:pt x="156653" y="148803"/>
                    <a:pt x="138879" y="166577"/>
                    <a:pt x="116956" y="1665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059A89F0-021F-5944-98C7-CF26DAC3297E}"/>
                </a:ext>
              </a:extLst>
            </p:cNvPr>
            <p:cNvSpPr/>
            <p:nvPr/>
          </p:nvSpPr>
          <p:spPr>
            <a:xfrm>
              <a:off x="5821101" y="5299970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79" y="87184"/>
                    <a:pt x="156653" y="104958"/>
                    <a:pt x="156653" y="126880"/>
                  </a:cubicBezTo>
                  <a:cubicBezTo>
                    <a:pt x="156653" y="148803"/>
                    <a:pt x="138879" y="166577"/>
                    <a:pt x="116956" y="1665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66911EC3-DAB1-3D4B-8AE3-FD3D4111210B}"/>
                </a:ext>
              </a:extLst>
            </p:cNvPr>
            <p:cNvSpPr/>
            <p:nvPr/>
          </p:nvSpPr>
          <p:spPr>
            <a:xfrm>
              <a:off x="6011595" y="5103472"/>
              <a:ext cx="151690" cy="365059"/>
            </a:xfrm>
            <a:custGeom>
              <a:avLst/>
              <a:gdLst>
                <a:gd name="connsiteX0" fmla="*/ 111994 w 151690"/>
                <a:gd name="connsiteY0" fmla="*/ 365059 h 365059"/>
                <a:gd name="connsiteX1" fmla="*/ 39697 w 151690"/>
                <a:gd name="connsiteY1" fmla="*/ 365059 h 365059"/>
                <a:gd name="connsiteX2" fmla="*/ 0 w 151690"/>
                <a:gd name="connsiteY2" fmla="*/ 325363 h 365059"/>
                <a:gd name="connsiteX3" fmla="*/ 0 w 151690"/>
                <a:gd name="connsiteY3" fmla="*/ 39697 h 365059"/>
                <a:gd name="connsiteX4" fmla="*/ 39697 w 151690"/>
                <a:gd name="connsiteY4" fmla="*/ 0 h 365059"/>
                <a:gd name="connsiteX5" fmla="*/ 79393 w 151690"/>
                <a:gd name="connsiteY5" fmla="*/ 39697 h 365059"/>
                <a:gd name="connsiteX6" fmla="*/ 79393 w 151690"/>
                <a:gd name="connsiteY6" fmla="*/ 285666 h 365059"/>
                <a:gd name="connsiteX7" fmla="*/ 111994 w 151690"/>
                <a:gd name="connsiteY7" fmla="*/ 285666 h 365059"/>
                <a:gd name="connsiteX8" fmla="*/ 151691 w 151690"/>
                <a:gd name="connsiteY8" fmla="*/ 325363 h 365059"/>
                <a:gd name="connsiteX9" fmla="*/ 111994 w 151690"/>
                <a:gd name="connsiteY9" fmla="*/ 365059 h 36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690" h="365059">
                  <a:moveTo>
                    <a:pt x="111994" y="365059"/>
                  </a:moveTo>
                  <a:lnTo>
                    <a:pt x="39697" y="365059"/>
                  </a:lnTo>
                  <a:cubicBezTo>
                    <a:pt x="17774" y="365059"/>
                    <a:pt x="0" y="347285"/>
                    <a:pt x="0" y="32536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85666"/>
                  </a:lnTo>
                  <a:lnTo>
                    <a:pt x="111994" y="285666"/>
                  </a:lnTo>
                  <a:cubicBezTo>
                    <a:pt x="133917" y="285666"/>
                    <a:pt x="151691" y="303440"/>
                    <a:pt x="151691" y="325363"/>
                  </a:cubicBezTo>
                  <a:cubicBezTo>
                    <a:pt x="151691" y="347285"/>
                    <a:pt x="133917" y="365059"/>
                    <a:pt x="111994" y="3650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67F3794A-0163-534F-A30E-C010A4A258BD}"/>
                </a:ext>
              </a:extLst>
            </p:cNvPr>
            <p:cNvSpPr/>
            <p:nvPr/>
          </p:nvSpPr>
          <p:spPr>
            <a:xfrm>
              <a:off x="5617110" y="4918486"/>
              <a:ext cx="550790" cy="79393"/>
            </a:xfrm>
            <a:custGeom>
              <a:avLst/>
              <a:gdLst>
                <a:gd name="connsiteX0" fmla="*/ 511094 w 550790"/>
                <a:gd name="connsiteY0" fmla="*/ 79393 h 79393"/>
                <a:gd name="connsiteX1" fmla="*/ 39697 w 550790"/>
                <a:gd name="connsiteY1" fmla="*/ 79393 h 79393"/>
                <a:gd name="connsiteX2" fmla="*/ 0 w 550790"/>
                <a:gd name="connsiteY2" fmla="*/ 39697 h 79393"/>
                <a:gd name="connsiteX3" fmla="*/ 39697 w 550790"/>
                <a:gd name="connsiteY3" fmla="*/ 0 h 79393"/>
                <a:gd name="connsiteX4" fmla="*/ 511094 w 550790"/>
                <a:gd name="connsiteY4" fmla="*/ 0 h 79393"/>
                <a:gd name="connsiteX5" fmla="*/ 550790 w 550790"/>
                <a:gd name="connsiteY5" fmla="*/ 39697 h 79393"/>
                <a:gd name="connsiteX6" fmla="*/ 511094 w 5507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790" h="79393">
                  <a:moveTo>
                    <a:pt x="51109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11094" y="0"/>
                  </a:lnTo>
                  <a:cubicBezTo>
                    <a:pt x="533016" y="0"/>
                    <a:pt x="550790" y="17773"/>
                    <a:pt x="550790" y="39697"/>
                  </a:cubicBezTo>
                  <a:cubicBezTo>
                    <a:pt x="550790" y="61620"/>
                    <a:pt x="533016" y="79393"/>
                    <a:pt x="51109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2" name="Picture Placeholder 81">
            <a:extLst>
              <a:ext uri="{FF2B5EF4-FFF2-40B4-BE49-F238E27FC236}">
                <a16:creationId xmlns:a16="http://schemas.microsoft.com/office/drawing/2014/main" id="{B6B7DD76-D5D0-468F-83C8-1609B85F7772}"/>
              </a:ext>
            </a:extLst>
          </p:cNvPr>
          <p:cNvGrpSpPr>
            <a:grpSpLocks noChangeAspect="1"/>
          </p:cNvGrpSpPr>
          <p:nvPr/>
        </p:nvGrpSpPr>
        <p:grpSpPr>
          <a:xfrm>
            <a:off x="6797317" y="4780094"/>
            <a:ext cx="825391" cy="825390"/>
            <a:chOff x="6797317" y="4780094"/>
            <a:chExt cx="825391" cy="825390"/>
          </a:xfrm>
        </p:grpSpPr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19C7079B-94C6-524E-8699-BA2BA79D018D}"/>
                </a:ext>
              </a:extLst>
            </p:cNvPr>
            <p:cNvSpPr/>
            <p:nvPr/>
          </p:nvSpPr>
          <p:spPr>
            <a:xfrm>
              <a:off x="6797317" y="4780094"/>
              <a:ext cx="79393" cy="825390"/>
            </a:xfrm>
            <a:custGeom>
              <a:avLst/>
              <a:gdLst>
                <a:gd name="connsiteX0" fmla="*/ 39697 w 79393"/>
                <a:gd name="connsiteY0" fmla="*/ 825391 h 825390"/>
                <a:gd name="connsiteX1" fmla="*/ 0 w 79393"/>
                <a:gd name="connsiteY1" fmla="*/ 785694 h 825390"/>
                <a:gd name="connsiteX2" fmla="*/ 0 w 79393"/>
                <a:gd name="connsiteY2" fmla="*/ 39697 h 825390"/>
                <a:gd name="connsiteX3" fmla="*/ 39697 w 79393"/>
                <a:gd name="connsiteY3" fmla="*/ 0 h 825390"/>
                <a:gd name="connsiteX4" fmla="*/ 79393 w 79393"/>
                <a:gd name="connsiteY4" fmla="*/ 39697 h 825390"/>
                <a:gd name="connsiteX5" fmla="*/ 79393 w 79393"/>
                <a:gd name="connsiteY5" fmla="*/ 785694 h 825390"/>
                <a:gd name="connsiteX6" fmla="*/ 39697 w 79393"/>
                <a:gd name="connsiteY6" fmla="*/ 825391 h 825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5390">
                  <a:moveTo>
                    <a:pt x="39697" y="825391"/>
                  </a:moveTo>
                  <a:cubicBezTo>
                    <a:pt x="17773" y="825391"/>
                    <a:pt x="0" y="807616"/>
                    <a:pt x="0" y="7856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5694"/>
                  </a:lnTo>
                  <a:cubicBezTo>
                    <a:pt x="79393" y="807616"/>
                    <a:pt x="61621" y="825391"/>
                    <a:pt x="39697" y="8253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E7D6C7FA-3A1F-4D4A-9904-6A745E590B0C}"/>
                </a:ext>
              </a:extLst>
            </p:cNvPr>
            <p:cNvSpPr/>
            <p:nvPr/>
          </p:nvSpPr>
          <p:spPr>
            <a:xfrm>
              <a:off x="6797317" y="5526092"/>
              <a:ext cx="825391" cy="79393"/>
            </a:xfrm>
            <a:custGeom>
              <a:avLst/>
              <a:gdLst>
                <a:gd name="connsiteX0" fmla="*/ 785695 w 825391"/>
                <a:gd name="connsiteY0" fmla="*/ 79393 h 79393"/>
                <a:gd name="connsiteX1" fmla="*/ 39697 w 825391"/>
                <a:gd name="connsiteY1" fmla="*/ 79393 h 79393"/>
                <a:gd name="connsiteX2" fmla="*/ 0 w 825391"/>
                <a:gd name="connsiteY2" fmla="*/ 39697 h 79393"/>
                <a:gd name="connsiteX3" fmla="*/ 39697 w 825391"/>
                <a:gd name="connsiteY3" fmla="*/ 0 h 79393"/>
                <a:gd name="connsiteX4" fmla="*/ 785695 w 825391"/>
                <a:gd name="connsiteY4" fmla="*/ 0 h 79393"/>
                <a:gd name="connsiteX5" fmla="*/ 825391 w 825391"/>
                <a:gd name="connsiteY5" fmla="*/ 39697 h 79393"/>
                <a:gd name="connsiteX6" fmla="*/ 785695 w 82539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391" h="79393">
                  <a:moveTo>
                    <a:pt x="78569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5695" y="0"/>
                  </a:lnTo>
                  <a:cubicBezTo>
                    <a:pt x="807617" y="0"/>
                    <a:pt x="825391" y="17774"/>
                    <a:pt x="825391" y="39697"/>
                  </a:cubicBezTo>
                  <a:cubicBezTo>
                    <a:pt x="825391" y="61619"/>
                    <a:pt x="807617" y="79393"/>
                    <a:pt x="78569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A47D92F3-4D6C-204E-813D-B5D851127341}"/>
                </a:ext>
              </a:extLst>
            </p:cNvPr>
            <p:cNvSpPr/>
            <p:nvPr/>
          </p:nvSpPr>
          <p:spPr>
            <a:xfrm>
              <a:off x="6983594" y="5059459"/>
              <a:ext cx="79393" cy="359104"/>
            </a:xfrm>
            <a:custGeom>
              <a:avLst/>
              <a:gdLst>
                <a:gd name="connsiteX0" fmla="*/ 39697 w 79393"/>
                <a:gd name="connsiteY0" fmla="*/ 359105 h 359104"/>
                <a:gd name="connsiteX1" fmla="*/ 0 w 79393"/>
                <a:gd name="connsiteY1" fmla="*/ 319408 h 359104"/>
                <a:gd name="connsiteX2" fmla="*/ 0 w 79393"/>
                <a:gd name="connsiteY2" fmla="*/ 39697 h 359104"/>
                <a:gd name="connsiteX3" fmla="*/ 39697 w 79393"/>
                <a:gd name="connsiteY3" fmla="*/ 0 h 359104"/>
                <a:gd name="connsiteX4" fmla="*/ 79393 w 79393"/>
                <a:gd name="connsiteY4" fmla="*/ 39697 h 359104"/>
                <a:gd name="connsiteX5" fmla="*/ 79393 w 79393"/>
                <a:gd name="connsiteY5" fmla="*/ 319408 h 359104"/>
                <a:gd name="connsiteX6" fmla="*/ 39697 w 79393"/>
                <a:gd name="connsiteY6" fmla="*/ 359105 h 35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9104">
                  <a:moveTo>
                    <a:pt x="39697" y="359105"/>
                  </a:moveTo>
                  <a:cubicBezTo>
                    <a:pt x="17773" y="359105"/>
                    <a:pt x="0" y="341331"/>
                    <a:pt x="0" y="319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9408"/>
                  </a:lnTo>
                  <a:cubicBezTo>
                    <a:pt x="79393" y="341331"/>
                    <a:pt x="61621" y="359105"/>
                    <a:pt x="39697" y="35910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59EE8FD7-BD6C-0744-AB32-F0D6CB190449}"/>
                </a:ext>
              </a:extLst>
            </p:cNvPr>
            <p:cNvSpPr/>
            <p:nvPr/>
          </p:nvSpPr>
          <p:spPr>
            <a:xfrm>
              <a:off x="7170316" y="4873232"/>
              <a:ext cx="79393" cy="545331"/>
            </a:xfrm>
            <a:custGeom>
              <a:avLst/>
              <a:gdLst>
                <a:gd name="connsiteX0" fmla="*/ 39697 w 79393"/>
                <a:gd name="connsiteY0" fmla="*/ 545331 h 545331"/>
                <a:gd name="connsiteX1" fmla="*/ 0 w 79393"/>
                <a:gd name="connsiteY1" fmla="*/ 505635 h 545331"/>
                <a:gd name="connsiteX2" fmla="*/ 0 w 79393"/>
                <a:gd name="connsiteY2" fmla="*/ 39697 h 545331"/>
                <a:gd name="connsiteX3" fmla="*/ 39697 w 79393"/>
                <a:gd name="connsiteY3" fmla="*/ 0 h 545331"/>
                <a:gd name="connsiteX4" fmla="*/ 79393 w 79393"/>
                <a:gd name="connsiteY4" fmla="*/ 39697 h 545331"/>
                <a:gd name="connsiteX5" fmla="*/ 79393 w 79393"/>
                <a:gd name="connsiteY5" fmla="*/ 505635 h 545331"/>
                <a:gd name="connsiteX6" fmla="*/ 39697 w 79393"/>
                <a:gd name="connsiteY6" fmla="*/ 545331 h 54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45331">
                  <a:moveTo>
                    <a:pt x="39697" y="545331"/>
                  </a:moveTo>
                  <a:cubicBezTo>
                    <a:pt x="17773" y="545331"/>
                    <a:pt x="0" y="527557"/>
                    <a:pt x="0" y="5056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05635"/>
                  </a:lnTo>
                  <a:cubicBezTo>
                    <a:pt x="79393" y="527557"/>
                    <a:pt x="61621" y="545331"/>
                    <a:pt x="39697" y="5453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8F91F0EB-61AF-4A46-8BB5-FEAE628F9042}"/>
                </a:ext>
              </a:extLst>
            </p:cNvPr>
            <p:cNvSpPr/>
            <p:nvPr/>
          </p:nvSpPr>
          <p:spPr>
            <a:xfrm>
              <a:off x="7356394" y="5153093"/>
              <a:ext cx="79393" cy="265470"/>
            </a:xfrm>
            <a:custGeom>
              <a:avLst/>
              <a:gdLst>
                <a:gd name="connsiteX0" fmla="*/ 39697 w 79393"/>
                <a:gd name="connsiteY0" fmla="*/ 265471 h 265470"/>
                <a:gd name="connsiteX1" fmla="*/ 0 w 79393"/>
                <a:gd name="connsiteY1" fmla="*/ 225774 h 265470"/>
                <a:gd name="connsiteX2" fmla="*/ 0 w 79393"/>
                <a:gd name="connsiteY2" fmla="*/ 39697 h 265470"/>
                <a:gd name="connsiteX3" fmla="*/ 39697 w 79393"/>
                <a:gd name="connsiteY3" fmla="*/ 0 h 265470"/>
                <a:gd name="connsiteX4" fmla="*/ 79393 w 79393"/>
                <a:gd name="connsiteY4" fmla="*/ 39697 h 265470"/>
                <a:gd name="connsiteX5" fmla="*/ 79393 w 79393"/>
                <a:gd name="connsiteY5" fmla="*/ 225774 h 265470"/>
                <a:gd name="connsiteX6" fmla="*/ 39697 w 79393"/>
                <a:gd name="connsiteY6" fmla="*/ 265471 h 26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470">
                  <a:moveTo>
                    <a:pt x="39697" y="265471"/>
                  </a:moveTo>
                  <a:cubicBezTo>
                    <a:pt x="17774" y="265471"/>
                    <a:pt x="0" y="247697"/>
                    <a:pt x="0" y="22577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5774"/>
                  </a:lnTo>
                  <a:cubicBezTo>
                    <a:pt x="79393" y="247697"/>
                    <a:pt x="61619" y="265471"/>
                    <a:pt x="39697" y="2654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8" name="Picture Placeholder 83">
            <a:extLst>
              <a:ext uri="{FF2B5EF4-FFF2-40B4-BE49-F238E27FC236}">
                <a16:creationId xmlns:a16="http://schemas.microsoft.com/office/drawing/2014/main" id="{2DA4740B-48C5-4C06-9638-68698BA65B98}"/>
              </a:ext>
            </a:extLst>
          </p:cNvPr>
          <p:cNvGrpSpPr>
            <a:grpSpLocks noChangeAspect="1"/>
          </p:cNvGrpSpPr>
          <p:nvPr/>
        </p:nvGrpSpPr>
        <p:grpSpPr>
          <a:xfrm>
            <a:off x="8109367" y="4774636"/>
            <a:ext cx="836308" cy="836307"/>
            <a:chOff x="8109367" y="4774636"/>
            <a:chExt cx="836308" cy="836307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95BB94CF-5D65-4B4B-BB49-D259953EDD4B}"/>
                </a:ext>
              </a:extLst>
            </p:cNvPr>
            <p:cNvSpPr/>
            <p:nvPr/>
          </p:nvSpPr>
          <p:spPr>
            <a:xfrm>
              <a:off x="8109367" y="4774636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92D12DEE-E67D-FF4D-AFF8-886CD822E1F6}"/>
                </a:ext>
              </a:extLst>
            </p:cNvPr>
            <p:cNvSpPr/>
            <p:nvPr/>
          </p:nvSpPr>
          <p:spPr>
            <a:xfrm>
              <a:off x="8109367" y="5531550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F73FA01-9576-CC4B-ADB8-0523A03792C7}"/>
                </a:ext>
              </a:extLst>
            </p:cNvPr>
            <p:cNvSpPr/>
            <p:nvPr/>
          </p:nvSpPr>
          <p:spPr>
            <a:xfrm>
              <a:off x="8491844" y="5058119"/>
              <a:ext cx="79393" cy="363322"/>
            </a:xfrm>
            <a:custGeom>
              <a:avLst/>
              <a:gdLst>
                <a:gd name="connsiteX0" fmla="*/ 39697 w 79393"/>
                <a:gd name="connsiteY0" fmla="*/ 363323 h 363322"/>
                <a:gd name="connsiteX1" fmla="*/ 0 w 79393"/>
                <a:gd name="connsiteY1" fmla="*/ 323626 h 363322"/>
                <a:gd name="connsiteX2" fmla="*/ 0 w 79393"/>
                <a:gd name="connsiteY2" fmla="*/ 39697 h 363322"/>
                <a:gd name="connsiteX3" fmla="*/ 39697 w 79393"/>
                <a:gd name="connsiteY3" fmla="*/ 0 h 363322"/>
                <a:gd name="connsiteX4" fmla="*/ 79393 w 79393"/>
                <a:gd name="connsiteY4" fmla="*/ 39697 h 363322"/>
                <a:gd name="connsiteX5" fmla="*/ 79393 w 79393"/>
                <a:gd name="connsiteY5" fmla="*/ 323626 h 363322"/>
                <a:gd name="connsiteX6" fmla="*/ 39697 w 79393"/>
                <a:gd name="connsiteY6" fmla="*/ 363323 h 36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22">
                  <a:moveTo>
                    <a:pt x="39697" y="363323"/>
                  </a:moveTo>
                  <a:cubicBezTo>
                    <a:pt x="17773" y="363323"/>
                    <a:pt x="0" y="345549"/>
                    <a:pt x="0" y="3236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393" y="345549"/>
                    <a:pt x="61621" y="363323"/>
                    <a:pt x="39697" y="3633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ADDDE3FB-B25D-4E42-8EE8-3F2CB13C0665}"/>
                </a:ext>
              </a:extLst>
            </p:cNvPr>
            <p:cNvSpPr/>
            <p:nvPr/>
          </p:nvSpPr>
          <p:spPr>
            <a:xfrm>
              <a:off x="8676383" y="4869114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4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19" y="552328"/>
                    <a:pt x="39697" y="5523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A71DC30D-6904-C843-86ED-3FD786E6E60B}"/>
                </a:ext>
              </a:extLst>
            </p:cNvPr>
            <p:cNvSpPr/>
            <p:nvPr/>
          </p:nvSpPr>
          <p:spPr>
            <a:xfrm>
              <a:off x="8299663" y="5153093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3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21" y="268349"/>
                    <a:pt x="39697" y="2683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9171D7F-AD9D-4E4C-8BF5-DC3CC7D288FD}"/>
                </a:ext>
              </a:extLst>
            </p:cNvPr>
            <p:cNvSpPr/>
            <p:nvPr/>
          </p:nvSpPr>
          <p:spPr>
            <a:xfrm>
              <a:off x="8295116" y="4786858"/>
              <a:ext cx="263995" cy="264066"/>
            </a:xfrm>
            <a:custGeom>
              <a:avLst/>
              <a:gdLst>
                <a:gd name="connsiteX0" fmla="*/ 39579 w 263995"/>
                <a:gd name="connsiteY0" fmla="*/ 264066 h 264066"/>
                <a:gd name="connsiteX1" fmla="*/ 0 w 263995"/>
                <a:gd name="connsiteY1" fmla="*/ 224253 h 264066"/>
                <a:gd name="connsiteX2" fmla="*/ 11593 w 263995"/>
                <a:gd name="connsiteY2" fmla="*/ 196334 h 264066"/>
                <a:gd name="connsiteX3" fmla="*/ 197671 w 263995"/>
                <a:gd name="connsiteY3" fmla="*/ 10256 h 264066"/>
                <a:gd name="connsiteX4" fmla="*/ 253740 w 263995"/>
                <a:gd name="connsiteY4" fmla="*/ 13068 h 264066"/>
                <a:gd name="connsiteX5" fmla="*/ 253693 w 263995"/>
                <a:gd name="connsiteY5" fmla="*/ 66377 h 264066"/>
                <a:gd name="connsiteX6" fmla="*/ 67615 w 263995"/>
                <a:gd name="connsiteY6" fmla="*/ 252455 h 264066"/>
                <a:gd name="connsiteX7" fmla="*/ 39579 w 263995"/>
                <a:gd name="connsiteY7" fmla="*/ 264066 h 26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95" h="264066">
                  <a:moveTo>
                    <a:pt x="39579" y="264066"/>
                  </a:moveTo>
                  <a:cubicBezTo>
                    <a:pt x="17655" y="264001"/>
                    <a:pt x="-65" y="246176"/>
                    <a:pt x="0" y="224253"/>
                  </a:cubicBezTo>
                  <a:cubicBezTo>
                    <a:pt x="31" y="213782"/>
                    <a:pt x="4198" y="203747"/>
                    <a:pt x="11593" y="196334"/>
                  </a:cubicBezTo>
                  <a:lnTo>
                    <a:pt x="197671" y="10256"/>
                  </a:lnTo>
                  <a:cubicBezTo>
                    <a:pt x="213931" y="-4450"/>
                    <a:pt x="239033" y="-3191"/>
                    <a:pt x="253740" y="13068"/>
                  </a:cubicBezTo>
                  <a:cubicBezTo>
                    <a:pt x="267433" y="28207"/>
                    <a:pt x="267412" y="51263"/>
                    <a:pt x="253693" y="66377"/>
                  </a:cubicBezTo>
                  <a:lnTo>
                    <a:pt x="67615" y="252455"/>
                  </a:lnTo>
                  <a:cubicBezTo>
                    <a:pt x="60176" y="259886"/>
                    <a:pt x="50093" y="264061"/>
                    <a:pt x="39579" y="26406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F674C0A1-5B8E-5349-91E5-AEC46A88D65B}"/>
                </a:ext>
              </a:extLst>
            </p:cNvPr>
            <p:cNvSpPr/>
            <p:nvPr/>
          </p:nvSpPr>
          <p:spPr>
            <a:xfrm>
              <a:off x="8390717" y="478396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2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6" name="Picture Placeholder 85">
            <a:extLst>
              <a:ext uri="{FF2B5EF4-FFF2-40B4-BE49-F238E27FC236}">
                <a16:creationId xmlns:a16="http://schemas.microsoft.com/office/drawing/2014/main" id="{B63C0600-FBE0-4241-9851-5B5950900506}"/>
              </a:ext>
            </a:extLst>
          </p:cNvPr>
          <p:cNvGrpSpPr>
            <a:grpSpLocks noChangeAspect="1"/>
          </p:cNvGrpSpPr>
          <p:nvPr/>
        </p:nvGrpSpPr>
        <p:grpSpPr>
          <a:xfrm>
            <a:off x="9426874" y="4775331"/>
            <a:ext cx="836308" cy="836307"/>
            <a:chOff x="9426874" y="4775331"/>
            <a:chExt cx="836308" cy="836307"/>
          </a:xfrm>
        </p:grpSpPr>
        <p:grpSp>
          <p:nvGrpSpPr>
            <p:cNvPr id="227" name="Picture Placeholder 85">
              <a:extLst>
                <a:ext uri="{FF2B5EF4-FFF2-40B4-BE49-F238E27FC236}">
                  <a16:creationId xmlns:a16="http://schemas.microsoft.com/office/drawing/2014/main" id="{B63C0600-FBE0-4241-9851-5B5950900506}"/>
                </a:ext>
              </a:extLst>
            </p:cNvPr>
            <p:cNvGrpSpPr/>
            <p:nvPr/>
          </p:nvGrpSpPr>
          <p:grpSpPr>
            <a:xfrm>
              <a:off x="9426874" y="4775331"/>
              <a:ext cx="836308" cy="836307"/>
              <a:chOff x="9426874" y="4775331"/>
              <a:chExt cx="836308" cy="836307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83F7D43-45F8-8143-B183-C73D05A8D7ED}"/>
                  </a:ext>
                </a:extLst>
              </p:cNvPr>
              <p:cNvSpPr/>
              <p:nvPr/>
            </p:nvSpPr>
            <p:spPr>
              <a:xfrm>
                <a:off x="9426874" y="4775331"/>
                <a:ext cx="79393" cy="836307"/>
              </a:xfrm>
              <a:custGeom>
                <a:avLst/>
                <a:gdLst>
                  <a:gd name="connsiteX0" fmla="*/ 39697 w 79393"/>
                  <a:gd name="connsiteY0" fmla="*/ 836307 h 836307"/>
                  <a:gd name="connsiteX1" fmla="*/ 0 w 79393"/>
                  <a:gd name="connsiteY1" fmla="*/ 796611 h 836307"/>
                  <a:gd name="connsiteX2" fmla="*/ 0 w 79393"/>
                  <a:gd name="connsiteY2" fmla="*/ 39697 h 836307"/>
                  <a:gd name="connsiteX3" fmla="*/ 39697 w 79393"/>
                  <a:gd name="connsiteY3" fmla="*/ 0 h 836307"/>
                  <a:gd name="connsiteX4" fmla="*/ 79393 w 79393"/>
                  <a:gd name="connsiteY4" fmla="*/ 39697 h 836307"/>
                  <a:gd name="connsiteX5" fmla="*/ 79393 w 79393"/>
                  <a:gd name="connsiteY5" fmla="*/ 796611 h 836307"/>
                  <a:gd name="connsiteX6" fmla="*/ 39697 w 79393"/>
                  <a:gd name="connsiteY6" fmla="*/ 836307 h 83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836307">
                    <a:moveTo>
                      <a:pt x="39697" y="836307"/>
                    </a:moveTo>
                    <a:cubicBezTo>
                      <a:pt x="17773" y="836307"/>
                      <a:pt x="0" y="818533"/>
                      <a:pt x="0" y="79661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796611"/>
                    </a:lnTo>
                    <a:cubicBezTo>
                      <a:pt x="79393" y="818533"/>
                      <a:pt x="61621" y="836307"/>
                      <a:pt x="39697" y="83630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F35029A7-6D16-6246-8AE1-463CE55F73C9}"/>
                  </a:ext>
                </a:extLst>
              </p:cNvPr>
              <p:cNvSpPr/>
              <p:nvPr/>
            </p:nvSpPr>
            <p:spPr>
              <a:xfrm>
                <a:off x="9426874" y="5532245"/>
                <a:ext cx="836308" cy="79393"/>
              </a:xfrm>
              <a:custGeom>
                <a:avLst/>
                <a:gdLst>
                  <a:gd name="connsiteX0" fmla="*/ 796611 w 836308"/>
                  <a:gd name="connsiteY0" fmla="*/ 79393 h 79393"/>
                  <a:gd name="connsiteX1" fmla="*/ 39697 w 836308"/>
                  <a:gd name="connsiteY1" fmla="*/ 79393 h 79393"/>
                  <a:gd name="connsiteX2" fmla="*/ 0 w 836308"/>
                  <a:gd name="connsiteY2" fmla="*/ 39697 h 79393"/>
                  <a:gd name="connsiteX3" fmla="*/ 39697 w 836308"/>
                  <a:gd name="connsiteY3" fmla="*/ 0 h 79393"/>
                  <a:gd name="connsiteX4" fmla="*/ 796611 w 836308"/>
                  <a:gd name="connsiteY4" fmla="*/ 0 h 79393"/>
                  <a:gd name="connsiteX5" fmla="*/ 836308 w 836308"/>
                  <a:gd name="connsiteY5" fmla="*/ 39697 h 79393"/>
                  <a:gd name="connsiteX6" fmla="*/ 796611 w 836308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6308" h="79393">
                    <a:moveTo>
                      <a:pt x="796611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796611" y="0"/>
                    </a:lnTo>
                    <a:cubicBezTo>
                      <a:pt x="818534" y="0"/>
                      <a:pt x="836308" y="17774"/>
                      <a:pt x="836308" y="39697"/>
                    </a:cubicBezTo>
                    <a:cubicBezTo>
                      <a:pt x="836308" y="61619"/>
                      <a:pt x="818534" y="79393"/>
                      <a:pt x="796611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1D0CFF49-305C-184A-B7C7-98DE566A7FDD}"/>
                  </a:ext>
                </a:extLst>
              </p:cNvPr>
              <p:cNvSpPr/>
              <p:nvPr/>
            </p:nvSpPr>
            <p:spPr>
              <a:xfrm>
                <a:off x="9809351" y="5058764"/>
                <a:ext cx="79393" cy="363372"/>
              </a:xfrm>
              <a:custGeom>
                <a:avLst/>
                <a:gdLst>
                  <a:gd name="connsiteX0" fmla="*/ 39697 w 79393"/>
                  <a:gd name="connsiteY0" fmla="*/ 363372 h 363372"/>
                  <a:gd name="connsiteX1" fmla="*/ 0 w 79393"/>
                  <a:gd name="connsiteY1" fmla="*/ 323676 h 363372"/>
                  <a:gd name="connsiteX2" fmla="*/ 0 w 79393"/>
                  <a:gd name="connsiteY2" fmla="*/ 39697 h 363372"/>
                  <a:gd name="connsiteX3" fmla="*/ 39697 w 79393"/>
                  <a:gd name="connsiteY3" fmla="*/ 0 h 363372"/>
                  <a:gd name="connsiteX4" fmla="*/ 79393 w 79393"/>
                  <a:gd name="connsiteY4" fmla="*/ 39697 h 363372"/>
                  <a:gd name="connsiteX5" fmla="*/ 79393 w 79393"/>
                  <a:gd name="connsiteY5" fmla="*/ 323676 h 363372"/>
                  <a:gd name="connsiteX6" fmla="*/ 39697 w 79393"/>
                  <a:gd name="connsiteY6" fmla="*/ 363372 h 36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3372">
                    <a:moveTo>
                      <a:pt x="39697" y="363372"/>
                    </a:moveTo>
                    <a:cubicBezTo>
                      <a:pt x="17773" y="363372"/>
                      <a:pt x="0" y="345598"/>
                      <a:pt x="0" y="32367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23676"/>
                    </a:lnTo>
                    <a:cubicBezTo>
                      <a:pt x="79393" y="345598"/>
                      <a:pt x="61621" y="363372"/>
                      <a:pt x="39697" y="36337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DFE50474-52DF-C34B-B32D-6106CDEF6BB1}"/>
                  </a:ext>
                </a:extLst>
              </p:cNvPr>
              <p:cNvSpPr/>
              <p:nvPr/>
            </p:nvSpPr>
            <p:spPr>
              <a:xfrm>
                <a:off x="9616773" y="4869808"/>
                <a:ext cx="79393" cy="552327"/>
              </a:xfrm>
              <a:custGeom>
                <a:avLst/>
                <a:gdLst>
                  <a:gd name="connsiteX0" fmla="*/ 39697 w 79393"/>
                  <a:gd name="connsiteY0" fmla="*/ 552328 h 552327"/>
                  <a:gd name="connsiteX1" fmla="*/ 0 w 79393"/>
                  <a:gd name="connsiteY1" fmla="*/ 512631 h 552327"/>
                  <a:gd name="connsiteX2" fmla="*/ 0 w 79393"/>
                  <a:gd name="connsiteY2" fmla="*/ 39697 h 552327"/>
                  <a:gd name="connsiteX3" fmla="*/ 39697 w 79393"/>
                  <a:gd name="connsiteY3" fmla="*/ 0 h 552327"/>
                  <a:gd name="connsiteX4" fmla="*/ 79393 w 79393"/>
                  <a:gd name="connsiteY4" fmla="*/ 39697 h 552327"/>
                  <a:gd name="connsiteX5" fmla="*/ 79393 w 79393"/>
                  <a:gd name="connsiteY5" fmla="*/ 512631 h 552327"/>
                  <a:gd name="connsiteX6" fmla="*/ 39697 w 79393"/>
                  <a:gd name="connsiteY6" fmla="*/ 552328 h 55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552327">
                    <a:moveTo>
                      <a:pt x="39697" y="552328"/>
                    </a:moveTo>
                    <a:cubicBezTo>
                      <a:pt x="17773" y="552328"/>
                      <a:pt x="0" y="534554"/>
                      <a:pt x="0" y="51263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12631"/>
                    </a:lnTo>
                    <a:cubicBezTo>
                      <a:pt x="79393" y="534554"/>
                      <a:pt x="61621" y="552328"/>
                      <a:pt x="39697" y="55232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1C05270E-52EF-8047-B8D1-8DE7091027C9}"/>
                  </a:ext>
                </a:extLst>
              </p:cNvPr>
              <p:cNvSpPr/>
              <p:nvPr/>
            </p:nvSpPr>
            <p:spPr>
              <a:xfrm>
                <a:off x="9994287" y="5153788"/>
                <a:ext cx="79393" cy="268348"/>
              </a:xfrm>
              <a:custGeom>
                <a:avLst/>
                <a:gdLst>
                  <a:gd name="connsiteX0" fmla="*/ 39697 w 79393"/>
                  <a:gd name="connsiteY0" fmla="*/ 268349 h 268348"/>
                  <a:gd name="connsiteX1" fmla="*/ 0 w 79393"/>
                  <a:gd name="connsiteY1" fmla="*/ 228652 h 268348"/>
                  <a:gd name="connsiteX2" fmla="*/ 0 w 79393"/>
                  <a:gd name="connsiteY2" fmla="*/ 39697 h 268348"/>
                  <a:gd name="connsiteX3" fmla="*/ 39697 w 79393"/>
                  <a:gd name="connsiteY3" fmla="*/ 0 h 268348"/>
                  <a:gd name="connsiteX4" fmla="*/ 79393 w 79393"/>
                  <a:gd name="connsiteY4" fmla="*/ 39697 h 268348"/>
                  <a:gd name="connsiteX5" fmla="*/ 79393 w 79393"/>
                  <a:gd name="connsiteY5" fmla="*/ 228652 h 268348"/>
                  <a:gd name="connsiteX6" fmla="*/ 39697 w 79393"/>
                  <a:gd name="connsiteY6" fmla="*/ 268349 h 268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8348">
                    <a:moveTo>
                      <a:pt x="39697" y="268349"/>
                    </a:moveTo>
                    <a:cubicBezTo>
                      <a:pt x="17774" y="268349"/>
                      <a:pt x="0" y="250575"/>
                      <a:pt x="0" y="22865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28652"/>
                    </a:lnTo>
                    <a:cubicBezTo>
                      <a:pt x="79393" y="250575"/>
                      <a:pt x="61619" y="268349"/>
                      <a:pt x="39697" y="26834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D4424C11-5DBF-7A46-B77E-F713413B7352}"/>
                </a:ext>
              </a:extLst>
            </p:cNvPr>
            <p:cNvSpPr/>
            <p:nvPr/>
          </p:nvSpPr>
          <p:spPr>
            <a:xfrm>
              <a:off x="9805136" y="4775550"/>
              <a:ext cx="263763" cy="263861"/>
            </a:xfrm>
            <a:custGeom>
              <a:avLst/>
              <a:gdLst>
                <a:gd name="connsiteX0" fmla="*/ 224035 w 263763"/>
                <a:gd name="connsiteY0" fmla="*/ 263862 h 263861"/>
                <a:gd name="connsiteX1" fmla="*/ 196198 w 263763"/>
                <a:gd name="connsiteY1" fmla="*/ 252251 h 263861"/>
                <a:gd name="connsiteX2" fmla="*/ 10120 w 263763"/>
                <a:gd name="connsiteY2" fmla="*/ 66173 h 263861"/>
                <a:gd name="connsiteX3" fmla="*/ 13221 w 263763"/>
                <a:gd name="connsiteY3" fmla="*/ 10119 h 263861"/>
                <a:gd name="connsiteX4" fmla="*/ 66042 w 263763"/>
                <a:gd name="connsiteY4" fmla="*/ 10002 h 263861"/>
                <a:gd name="connsiteX5" fmla="*/ 252120 w 263763"/>
                <a:gd name="connsiteY5" fmla="*/ 196080 h 263861"/>
                <a:gd name="connsiteX6" fmla="*/ 252150 w 263763"/>
                <a:gd name="connsiteY6" fmla="*/ 252219 h 263861"/>
                <a:gd name="connsiteX7" fmla="*/ 224035 w 263763"/>
                <a:gd name="connsiteY7" fmla="*/ 263862 h 26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763" h="263861">
                  <a:moveTo>
                    <a:pt x="224035" y="263862"/>
                  </a:moveTo>
                  <a:cubicBezTo>
                    <a:pt x="213590" y="263805"/>
                    <a:pt x="203586" y="259633"/>
                    <a:pt x="196198" y="252251"/>
                  </a:cubicBezTo>
                  <a:lnTo>
                    <a:pt x="10120" y="66173"/>
                  </a:lnTo>
                  <a:cubicBezTo>
                    <a:pt x="-4503" y="49838"/>
                    <a:pt x="-3115" y="24742"/>
                    <a:pt x="13221" y="10119"/>
                  </a:cubicBezTo>
                  <a:cubicBezTo>
                    <a:pt x="28243" y="-3328"/>
                    <a:pt x="50961" y="-3379"/>
                    <a:pt x="66042" y="10002"/>
                  </a:cubicBezTo>
                  <a:lnTo>
                    <a:pt x="252120" y="196080"/>
                  </a:lnTo>
                  <a:cubicBezTo>
                    <a:pt x="267632" y="211574"/>
                    <a:pt x="267647" y="236708"/>
                    <a:pt x="252150" y="252219"/>
                  </a:cubicBezTo>
                  <a:cubicBezTo>
                    <a:pt x="244697" y="259681"/>
                    <a:pt x="234579" y="263870"/>
                    <a:pt x="224035" y="2638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AB6E0A66-05E8-AF42-9A0E-2318C3FC7CD5}"/>
                </a:ext>
              </a:extLst>
            </p:cNvPr>
            <p:cNvSpPr/>
            <p:nvPr/>
          </p:nvSpPr>
          <p:spPr>
            <a:xfrm>
              <a:off x="9896683" y="4869660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900"/>
                    <a:pt x="0" y="133976"/>
                  </a:cubicBezTo>
                  <a:cubicBezTo>
                    <a:pt x="0" y="112052"/>
                    <a:pt x="17774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3"/>
                    <a:pt x="112054" y="0"/>
                    <a:pt x="133976" y="0"/>
                  </a:cubicBezTo>
                  <a:cubicBezTo>
                    <a:pt x="155898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22542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734F78CE-2AC3-4DCE-B5C1-B09C72C3B1F4}"/>
              </a:ext>
            </a:extLst>
          </p:cNvPr>
          <p:cNvGrpSpPr>
            <a:grpSpLocks noChangeAspect="1"/>
          </p:cNvGrpSpPr>
          <p:nvPr/>
        </p:nvGrpSpPr>
        <p:grpSpPr>
          <a:xfrm>
            <a:off x="1491405" y="1417190"/>
            <a:ext cx="836308" cy="839383"/>
            <a:chOff x="1491405" y="1417190"/>
            <a:chExt cx="836308" cy="83938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99312E0-BF2D-8743-AC07-9D91D3734365}"/>
                </a:ext>
              </a:extLst>
            </p:cNvPr>
            <p:cNvSpPr/>
            <p:nvPr/>
          </p:nvSpPr>
          <p:spPr>
            <a:xfrm>
              <a:off x="1491405" y="1420266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8DD4F91-33E4-C84B-92CF-0D8D2BE380D5}"/>
                </a:ext>
              </a:extLst>
            </p:cNvPr>
            <p:cNvSpPr/>
            <p:nvPr/>
          </p:nvSpPr>
          <p:spPr>
            <a:xfrm>
              <a:off x="1491405" y="2177180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A899420-33C8-5D4F-A8B5-083A58729992}"/>
                </a:ext>
              </a:extLst>
            </p:cNvPr>
            <p:cNvSpPr/>
            <p:nvPr/>
          </p:nvSpPr>
          <p:spPr>
            <a:xfrm>
              <a:off x="1873882" y="1703700"/>
              <a:ext cx="79393" cy="363372"/>
            </a:xfrm>
            <a:custGeom>
              <a:avLst/>
              <a:gdLst>
                <a:gd name="connsiteX0" fmla="*/ 39697 w 79393"/>
                <a:gd name="connsiteY0" fmla="*/ 363372 h 363372"/>
                <a:gd name="connsiteX1" fmla="*/ 0 w 79393"/>
                <a:gd name="connsiteY1" fmla="*/ 323676 h 363372"/>
                <a:gd name="connsiteX2" fmla="*/ 0 w 79393"/>
                <a:gd name="connsiteY2" fmla="*/ 39697 h 363372"/>
                <a:gd name="connsiteX3" fmla="*/ 39697 w 79393"/>
                <a:gd name="connsiteY3" fmla="*/ 0 h 363372"/>
                <a:gd name="connsiteX4" fmla="*/ 79393 w 79393"/>
                <a:gd name="connsiteY4" fmla="*/ 39697 h 363372"/>
                <a:gd name="connsiteX5" fmla="*/ 79393 w 79393"/>
                <a:gd name="connsiteY5" fmla="*/ 323676 h 363372"/>
                <a:gd name="connsiteX6" fmla="*/ 39697 w 79393"/>
                <a:gd name="connsiteY6" fmla="*/ 363372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72">
                  <a:moveTo>
                    <a:pt x="39697" y="363372"/>
                  </a:moveTo>
                  <a:cubicBezTo>
                    <a:pt x="17773" y="363372"/>
                    <a:pt x="0" y="345598"/>
                    <a:pt x="0" y="3236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76"/>
                  </a:lnTo>
                  <a:cubicBezTo>
                    <a:pt x="79393" y="345598"/>
                    <a:pt x="61621" y="363372"/>
                    <a:pt x="39697" y="3633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96CC242-E63A-334B-B035-54AC0B6CE91B}"/>
                </a:ext>
              </a:extLst>
            </p:cNvPr>
            <p:cNvSpPr/>
            <p:nvPr/>
          </p:nvSpPr>
          <p:spPr>
            <a:xfrm>
              <a:off x="2058421" y="1514744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4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19" y="552328"/>
                    <a:pt x="39697" y="5523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E4BA26C4-BA1E-CA48-8FD4-2A171539140F}"/>
                </a:ext>
              </a:extLst>
            </p:cNvPr>
            <p:cNvSpPr/>
            <p:nvPr/>
          </p:nvSpPr>
          <p:spPr>
            <a:xfrm>
              <a:off x="1681701" y="1798723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3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21" y="268349"/>
                    <a:pt x="39697" y="2683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56A51B71-45A6-1146-8896-A47C05254A2E}"/>
                </a:ext>
              </a:extLst>
            </p:cNvPr>
            <p:cNvSpPr/>
            <p:nvPr/>
          </p:nvSpPr>
          <p:spPr>
            <a:xfrm>
              <a:off x="1678128" y="1417190"/>
              <a:ext cx="79393" cy="306506"/>
            </a:xfrm>
            <a:custGeom>
              <a:avLst/>
              <a:gdLst>
                <a:gd name="connsiteX0" fmla="*/ 39697 w 79393"/>
                <a:gd name="connsiteY0" fmla="*/ 306507 h 306506"/>
                <a:gd name="connsiteX1" fmla="*/ 0 w 79393"/>
                <a:gd name="connsiteY1" fmla="*/ 266810 h 306506"/>
                <a:gd name="connsiteX2" fmla="*/ 0 w 79393"/>
                <a:gd name="connsiteY2" fmla="*/ 39697 h 306506"/>
                <a:gd name="connsiteX3" fmla="*/ 39697 w 79393"/>
                <a:gd name="connsiteY3" fmla="*/ 0 h 306506"/>
                <a:gd name="connsiteX4" fmla="*/ 79393 w 79393"/>
                <a:gd name="connsiteY4" fmla="*/ 39697 h 306506"/>
                <a:gd name="connsiteX5" fmla="*/ 79393 w 79393"/>
                <a:gd name="connsiteY5" fmla="*/ 266810 h 306506"/>
                <a:gd name="connsiteX6" fmla="*/ 39697 w 79393"/>
                <a:gd name="connsiteY6" fmla="*/ 306507 h 30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6506">
                  <a:moveTo>
                    <a:pt x="39697" y="306507"/>
                  </a:moveTo>
                  <a:cubicBezTo>
                    <a:pt x="17773" y="306507"/>
                    <a:pt x="0" y="288734"/>
                    <a:pt x="0" y="2668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66810"/>
                  </a:lnTo>
                  <a:cubicBezTo>
                    <a:pt x="79393" y="288734"/>
                    <a:pt x="61621" y="306507"/>
                    <a:pt x="39697" y="3065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ED18884-BEC9-9E41-B754-1D6056334D60}"/>
                </a:ext>
              </a:extLst>
            </p:cNvPr>
            <p:cNvSpPr/>
            <p:nvPr/>
          </p:nvSpPr>
          <p:spPr>
            <a:xfrm>
              <a:off x="1608150" y="1575196"/>
              <a:ext cx="215776" cy="147558"/>
            </a:xfrm>
            <a:custGeom>
              <a:avLst/>
              <a:gdLst>
                <a:gd name="connsiteX0" fmla="*/ 107888 w 215776"/>
                <a:gd name="connsiteY0" fmla="*/ 147558 h 147558"/>
                <a:gd name="connsiteX1" fmla="*/ 79803 w 215776"/>
                <a:gd name="connsiteY1" fmla="*/ 135947 h 147558"/>
                <a:gd name="connsiteX2" fmla="*/ 9689 w 215776"/>
                <a:gd name="connsiteY2" fmla="*/ 65684 h 147558"/>
                <a:gd name="connsiteX3" fmla="*/ 13710 w 215776"/>
                <a:gd name="connsiteY3" fmla="*/ 9689 h 147558"/>
                <a:gd name="connsiteX4" fmla="*/ 65711 w 215776"/>
                <a:gd name="connsiteY4" fmla="*/ 9712 h 147558"/>
                <a:gd name="connsiteX5" fmla="*/ 107740 w 215776"/>
                <a:gd name="connsiteY5" fmla="*/ 51741 h 147558"/>
                <a:gd name="connsiteX6" fmla="*/ 150066 w 215776"/>
                <a:gd name="connsiteY6" fmla="*/ 9712 h 147558"/>
                <a:gd name="connsiteX7" fmla="*/ 206065 w 215776"/>
                <a:gd name="connsiteY7" fmla="*/ 13684 h 147558"/>
                <a:gd name="connsiteX8" fmla="*/ 206088 w 215776"/>
                <a:gd name="connsiteY8" fmla="*/ 65684 h 147558"/>
                <a:gd name="connsiteX9" fmla="*/ 135974 w 215776"/>
                <a:gd name="connsiteY9" fmla="*/ 135947 h 147558"/>
                <a:gd name="connsiteX10" fmla="*/ 107888 w 215776"/>
                <a:gd name="connsiteY10" fmla="*/ 147558 h 14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776" h="147558">
                  <a:moveTo>
                    <a:pt x="107888" y="147558"/>
                  </a:moveTo>
                  <a:cubicBezTo>
                    <a:pt x="97357" y="147567"/>
                    <a:pt x="87254" y="143390"/>
                    <a:pt x="79803" y="135947"/>
                  </a:cubicBezTo>
                  <a:lnTo>
                    <a:pt x="9689" y="65684"/>
                  </a:lnTo>
                  <a:cubicBezTo>
                    <a:pt x="-4663" y="49111"/>
                    <a:pt x="-2863" y="24041"/>
                    <a:pt x="13710" y="9689"/>
                  </a:cubicBezTo>
                  <a:cubicBezTo>
                    <a:pt x="28637" y="-3238"/>
                    <a:pt x="50795" y="-3228"/>
                    <a:pt x="65711" y="9712"/>
                  </a:cubicBezTo>
                  <a:lnTo>
                    <a:pt x="107740" y="51741"/>
                  </a:lnTo>
                  <a:lnTo>
                    <a:pt x="150066" y="9712"/>
                  </a:lnTo>
                  <a:cubicBezTo>
                    <a:pt x="166626" y="-4655"/>
                    <a:pt x="191698" y="-2877"/>
                    <a:pt x="206065" y="13684"/>
                  </a:cubicBezTo>
                  <a:cubicBezTo>
                    <a:pt x="219005" y="28599"/>
                    <a:pt x="219014" y="50757"/>
                    <a:pt x="206088" y="65684"/>
                  </a:cubicBezTo>
                  <a:lnTo>
                    <a:pt x="135974" y="135947"/>
                  </a:lnTo>
                  <a:cubicBezTo>
                    <a:pt x="128523" y="143390"/>
                    <a:pt x="118420" y="147567"/>
                    <a:pt x="107888" y="1475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" name="Picture Placeholder 35">
            <a:extLst>
              <a:ext uri="{FF2B5EF4-FFF2-40B4-BE49-F238E27FC236}">
                <a16:creationId xmlns:a16="http://schemas.microsoft.com/office/drawing/2014/main" id="{FEEBA79F-107E-412F-9260-D6D8D606B25A}"/>
              </a:ext>
            </a:extLst>
          </p:cNvPr>
          <p:cNvGrpSpPr>
            <a:grpSpLocks noChangeAspect="1"/>
          </p:cNvGrpSpPr>
          <p:nvPr/>
        </p:nvGrpSpPr>
        <p:grpSpPr>
          <a:xfrm>
            <a:off x="2808913" y="1418728"/>
            <a:ext cx="836308" cy="836307"/>
            <a:chOff x="2808913" y="1418728"/>
            <a:chExt cx="836308" cy="836307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BE4C4C3-D48E-DD41-99F3-2B434673FDE4}"/>
                </a:ext>
              </a:extLst>
            </p:cNvPr>
            <p:cNvSpPr/>
            <p:nvPr/>
          </p:nvSpPr>
          <p:spPr>
            <a:xfrm>
              <a:off x="2808913" y="1418728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E91C6A5B-D2DB-584F-B9C0-8FE67358965E}"/>
                </a:ext>
              </a:extLst>
            </p:cNvPr>
            <p:cNvSpPr/>
            <p:nvPr/>
          </p:nvSpPr>
          <p:spPr>
            <a:xfrm>
              <a:off x="2808913" y="2175642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7D10914-80A0-E248-94B4-271F7A2D34A2}"/>
                </a:ext>
              </a:extLst>
            </p:cNvPr>
            <p:cNvSpPr/>
            <p:nvPr/>
          </p:nvSpPr>
          <p:spPr>
            <a:xfrm>
              <a:off x="3191390" y="1702211"/>
              <a:ext cx="79393" cy="363322"/>
            </a:xfrm>
            <a:custGeom>
              <a:avLst/>
              <a:gdLst>
                <a:gd name="connsiteX0" fmla="*/ 39697 w 79393"/>
                <a:gd name="connsiteY0" fmla="*/ 363323 h 363322"/>
                <a:gd name="connsiteX1" fmla="*/ 0 w 79393"/>
                <a:gd name="connsiteY1" fmla="*/ 323626 h 363322"/>
                <a:gd name="connsiteX2" fmla="*/ 0 w 79393"/>
                <a:gd name="connsiteY2" fmla="*/ 39697 h 363322"/>
                <a:gd name="connsiteX3" fmla="*/ 39697 w 79393"/>
                <a:gd name="connsiteY3" fmla="*/ 0 h 363322"/>
                <a:gd name="connsiteX4" fmla="*/ 79393 w 79393"/>
                <a:gd name="connsiteY4" fmla="*/ 39697 h 363322"/>
                <a:gd name="connsiteX5" fmla="*/ 79393 w 79393"/>
                <a:gd name="connsiteY5" fmla="*/ 323626 h 363322"/>
                <a:gd name="connsiteX6" fmla="*/ 39697 w 79393"/>
                <a:gd name="connsiteY6" fmla="*/ 363323 h 36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22">
                  <a:moveTo>
                    <a:pt x="39697" y="363323"/>
                  </a:moveTo>
                  <a:cubicBezTo>
                    <a:pt x="17773" y="363323"/>
                    <a:pt x="0" y="345549"/>
                    <a:pt x="0" y="3236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393" y="345549"/>
                    <a:pt x="61621" y="363323"/>
                    <a:pt x="39697" y="3633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F848233-637D-EB44-A775-7E55C4B45442}"/>
                </a:ext>
              </a:extLst>
            </p:cNvPr>
            <p:cNvSpPr/>
            <p:nvPr/>
          </p:nvSpPr>
          <p:spPr>
            <a:xfrm>
              <a:off x="2998812" y="1513206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3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21" y="552328"/>
                    <a:pt x="39697" y="5523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F3EB2009-7307-6E48-B240-1E4A8611494A}"/>
                </a:ext>
              </a:extLst>
            </p:cNvPr>
            <p:cNvSpPr/>
            <p:nvPr/>
          </p:nvSpPr>
          <p:spPr>
            <a:xfrm>
              <a:off x="3376326" y="1797185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4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19" y="268349"/>
                    <a:pt x="39697" y="2683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6889CD3-621D-EA4E-92EF-61AAB4F65269}"/>
                </a:ext>
              </a:extLst>
            </p:cNvPr>
            <p:cNvSpPr/>
            <p:nvPr/>
          </p:nvSpPr>
          <p:spPr>
            <a:xfrm>
              <a:off x="3372952" y="1423541"/>
              <a:ext cx="79393" cy="306655"/>
            </a:xfrm>
            <a:custGeom>
              <a:avLst/>
              <a:gdLst>
                <a:gd name="connsiteX0" fmla="*/ 39697 w 79393"/>
                <a:gd name="connsiteY0" fmla="*/ 306656 h 306655"/>
                <a:gd name="connsiteX1" fmla="*/ 0 w 79393"/>
                <a:gd name="connsiteY1" fmla="*/ 266959 h 306655"/>
                <a:gd name="connsiteX2" fmla="*/ 0 w 79393"/>
                <a:gd name="connsiteY2" fmla="*/ 39697 h 306655"/>
                <a:gd name="connsiteX3" fmla="*/ 39697 w 79393"/>
                <a:gd name="connsiteY3" fmla="*/ 0 h 306655"/>
                <a:gd name="connsiteX4" fmla="*/ 79393 w 79393"/>
                <a:gd name="connsiteY4" fmla="*/ 39697 h 306655"/>
                <a:gd name="connsiteX5" fmla="*/ 79393 w 79393"/>
                <a:gd name="connsiteY5" fmla="*/ 266959 h 306655"/>
                <a:gd name="connsiteX6" fmla="*/ 39697 w 79393"/>
                <a:gd name="connsiteY6" fmla="*/ 306656 h 30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6655">
                  <a:moveTo>
                    <a:pt x="39697" y="306656"/>
                  </a:moveTo>
                  <a:cubicBezTo>
                    <a:pt x="17774" y="306656"/>
                    <a:pt x="0" y="288883"/>
                    <a:pt x="0" y="266959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66959"/>
                  </a:lnTo>
                  <a:cubicBezTo>
                    <a:pt x="79393" y="288883"/>
                    <a:pt x="61619" y="306656"/>
                    <a:pt x="39697" y="30665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F231A627-5757-CC4D-910B-534DA29FC642}"/>
                </a:ext>
              </a:extLst>
            </p:cNvPr>
            <p:cNvSpPr/>
            <p:nvPr/>
          </p:nvSpPr>
          <p:spPr>
            <a:xfrm>
              <a:off x="3299927" y="1578496"/>
              <a:ext cx="221415" cy="150608"/>
            </a:xfrm>
            <a:custGeom>
              <a:avLst/>
              <a:gdLst>
                <a:gd name="connsiteX0" fmla="*/ 110886 w 221415"/>
                <a:gd name="connsiteY0" fmla="*/ 150609 h 150608"/>
                <a:gd name="connsiteX1" fmla="*/ 82850 w 221415"/>
                <a:gd name="connsiteY1" fmla="*/ 138948 h 150608"/>
                <a:gd name="connsiteX2" fmla="*/ 12736 w 221415"/>
                <a:gd name="connsiteY2" fmla="*/ 68834 h 150608"/>
                <a:gd name="connsiteX3" fmla="*/ 10558 w 221415"/>
                <a:gd name="connsiteY3" fmla="*/ 12737 h 150608"/>
                <a:gd name="connsiteX4" fmla="*/ 66654 w 221415"/>
                <a:gd name="connsiteY4" fmla="*/ 10560 h 150608"/>
                <a:gd name="connsiteX5" fmla="*/ 68857 w 221415"/>
                <a:gd name="connsiteY5" fmla="*/ 12763 h 150608"/>
                <a:gd name="connsiteX6" fmla="*/ 110886 w 221415"/>
                <a:gd name="connsiteY6" fmla="*/ 54791 h 150608"/>
                <a:gd name="connsiteX7" fmla="*/ 152915 w 221415"/>
                <a:gd name="connsiteY7" fmla="*/ 12763 h 150608"/>
                <a:gd name="connsiteX8" fmla="*/ 209036 w 221415"/>
                <a:gd name="connsiteY8" fmla="*/ 11277 h 150608"/>
                <a:gd name="connsiteX9" fmla="*/ 210519 w 221415"/>
                <a:gd name="connsiteY9" fmla="*/ 67397 h 150608"/>
                <a:gd name="connsiteX10" fmla="*/ 209085 w 221415"/>
                <a:gd name="connsiteY10" fmla="*/ 68834 h 150608"/>
                <a:gd name="connsiteX11" fmla="*/ 138971 w 221415"/>
                <a:gd name="connsiteY11" fmla="*/ 138948 h 150608"/>
                <a:gd name="connsiteX12" fmla="*/ 110886 w 221415"/>
                <a:gd name="connsiteY12" fmla="*/ 150609 h 15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15" h="150608">
                  <a:moveTo>
                    <a:pt x="110886" y="150609"/>
                  </a:moveTo>
                  <a:cubicBezTo>
                    <a:pt x="100366" y="150591"/>
                    <a:pt x="90278" y="146397"/>
                    <a:pt x="82850" y="138948"/>
                  </a:cubicBezTo>
                  <a:lnTo>
                    <a:pt x="12736" y="68834"/>
                  </a:lnTo>
                  <a:cubicBezTo>
                    <a:pt x="-3356" y="53944"/>
                    <a:pt x="-4329" y="28829"/>
                    <a:pt x="10558" y="12737"/>
                  </a:cubicBezTo>
                  <a:cubicBezTo>
                    <a:pt x="25449" y="-3355"/>
                    <a:pt x="50562" y="-4330"/>
                    <a:pt x="66654" y="10560"/>
                  </a:cubicBezTo>
                  <a:cubicBezTo>
                    <a:pt x="67418" y="11265"/>
                    <a:pt x="68152" y="12000"/>
                    <a:pt x="68857" y="12763"/>
                  </a:cubicBezTo>
                  <a:lnTo>
                    <a:pt x="110886" y="54791"/>
                  </a:lnTo>
                  <a:lnTo>
                    <a:pt x="152915" y="12763"/>
                  </a:lnTo>
                  <a:cubicBezTo>
                    <a:pt x="167999" y="-3145"/>
                    <a:pt x="193127" y="-3810"/>
                    <a:pt x="209036" y="11277"/>
                  </a:cubicBezTo>
                  <a:cubicBezTo>
                    <a:pt x="224944" y="26363"/>
                    <a:pt x="225609" y="51489"/>
                    <a:pt x="210519" y="67397"/>
                  </a:cubicBezTo>
                  <a:cubicBezTo>
                    <a:pt x="210053" y="67888"/>
                    <a:pt x="209577" y="68367"/>
                    <a:pt x="209085" y="68834"/>
                  </a:cubicBezTo>
                  <a:lnTo>
                    <a:pt x="138971" y="138948"/>
                  </a:lnTo>
                  <a:cubicBezTo>
                    <a:pt x="131528" y="146409"/>
                    <a:pt x="121425" y="150604"/>
                    <a:pt x="110886" y="15060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" name="Picture Placeholder 37">
            <a:extLst>
              <a:ext uri="{FF2B5EF4-FFF2-40B4-BE49-F238E27FC236}">
                <a16:creationId xmlns:a16="http://schemas.microsoft.com/office/drawing/2014/main" id="{4B78225D-2282-4EE7-AF72-084EC2655B09}"/>
              </a:ext>
            </a:extLst>
          </p:cNvPr>
          <p:cNvGrpSpPr>
            <a:grpSpLocks noChangeAspect="1"/>
          </p:cNvGrpSpPr>
          <p:nvPr/>
        </p:nvGrpSpPr>
        <p:grpSpPr>
          <a:xfrm>
            <a:off x="4122479" y="1414786"/>
            <a:ext cx="846628" cy="846627"/>
            <a:chOff x="4122479" y="1414786"/>
            <a:chExt cx="846628" cy="846627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E18D6EF2-E7D3-564A-B6C4-6CD29A9FABDE}"/>
                </a:ext>
              </a:extLst>
            </p:cNvPr>
            <p:cNvSpPr/>
            <p:nvPr/>
          </p:nvSpPr>
          <p:spPr>
            <a:xfrm>
              <a:off x="4122479" y="1414786"/>
              <a:ext cx="81250" cy="846627"/>
            </a:xfrm>
            <a:custGeom>
              <a:avLst/>
              <a:gdLst>
                <a:gd name="connsiteX0" fmla="*/ 40625 w 81250"/>
                <a:gd name="connsiteY0" fmla="*/ 846628 h 846627"/>
                <a:gd name="connsiteX1" fmla="*/ 0 w 81250"/>
                <a:gd name="connsiteY1" fmla="*/ 806002 h 846627"/>
                <a:gd name="connsiteX2" fmla="*/ 0 w 81250"/>
                <a:gd name="connsiteY2" fmla="*/ 40625 h 846627"/>
                <a:gd name="connsiteX3" fmla="*/ 40625 w 81250"/>
                <a:gd name="connsiteY3" fmla="*/ 0 h 846627"/>
                <a:gd name="connsiteX4" fmla="*/ 81250 w 81250"/>
                <a:gd name="connsiteY4" fmla="*/ 40625 h 846627"/>
                <a:gd name="connsiteX5" fmla="*/ 81250 w 81250"/>
                <a:gd name="connsiteY5" fmla="*/ 806002 h 846627"/>
                <a:gd name="connsiteX6" fmla="*/ 40625 w 81250"/>
                <a:gd name="connsiteY6" fmla="*/ 846628 h 84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0" h="846627">
                  <a:moveTo>
                    <a:pt x="40625" y="846628"/>
                  </a:moveTo>
                  <a:cubicBezTo>
                    <a:pt x="18188" y="846628"/>
                    <a:pt x="0" y="828438"/>
                    <a:pt x="0" y="806002"/>
                  </a:cubicBezTo>
                  <a:lnTo>
                    <a:pt x="0" y="40625"/>
                  </a:lnTo>
                  <a:cubicBezTo>
                    <a:pt x="0" y="18188"/>
                    <a:pt x="18188" y="0"/>
                    <a:pt x="40625" y="0"/>
                  </a:cubicBezTo>
                  <a:cubicBezTo>
                    <a:pt x="63062" y="0"/>
                    <a:pt x="81250" y="18188"/>
                    <a:pt x="81250" y="40625"/>
                  </a:cubicBezTo>
                  <a:lnTo>
                    <a:pt x="81250" y="806002"/>
                  </a:lnTo>
                  <a:cubicBezTo>
                    <a:pt x="81250" y="828438"/>
                    <a:pt x="63062" y="846628"/>
                    <a:pt x="40625" y="846628"/>
                  </a:cubicBezTo>
                  <a:close/>
                </a:path>
              </a:pathLst>
            </a:custGeom>
            <a:solidFill>
              <a:srgbClr val="EF463C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32E5E28-2357-F443-8496-1E849FBB5F98}"/>
                </a:ext>
              </a:extLst>
            </p:cNvPr>
            <p:cNvSpPr/>
            <p:nvPr/>
          </p:nvSpPr>
          <p:spPr>
            <a:xfrm>
              <a:off x="4122479" y="2180164"/>
              <a:ext cx="846628" cy="81250"/>
            </a:xfrm>
            <a:custGeom>
              <a:avLst/>
              <a:gdLst>
                <a:gd name="connsiteX0" fmla="*/ 806003 w 846628"/>
                <a:gd name="connsiteY0" fmla="*/ 81250 h 81250"/>
                <a:gd name="connsiteX1" fmla="*/ 40625 w 846628"/>
                <a:gd name="connsiteY1" fmla="*/ 81250 h 81250"/>
                <a:gd name="connsiteX2" fmla="*/ 0 w 846628"/>
                <a:gd name="connsiteY2" fmla="*/ 40625 h 81250"/>
                <a:gd name="connsiteX3" fmla="*/ 40625 w 846628"/>
                <a:gd name="connsiteY3" fmla="*/ 0 h 81250"/>
                <a:gd name="connsiteX4" fmla="*/ 806003 w 846628"/>
                <a:gd name="connsiteY4" fmla="*/ 0 h 81250"/>
                <a:gd name="connsiteX5" fmla="*/ 846629 w 846628"/>
                <a:gd name="connsiteY5" fmla="*/ 40625 h 81250"/>
                <a:gd name="connsiteX6" fmla="*/ 806003 w 846628"/>
                <a:gd name="connsiteY6" fmla="*/ 81250 h 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6628" h="81250">
                  <a:moveTo>
                    <a:pt x="806003" y="81250"/>
                  </a:moveTo>
                  <a:lnTo>
                    <a:pt x="40625" y="81250"/>
                  </a:lnTo>
                  <a:cubicBezTo>
                    <a:pt x="18188" y="81250"/>
                    <a:pt x="0" y="63060"/>
                    <a:pt x="0" y="40625"/>
                  </a:cubicBezTo>
                  <a:cubicBezTo>
                    <a:pt x="0" y="18190"/>
                    <a:pt x="18188" y="0"/>
                    <a:pt x="40625" y="0"/>
                  </a:cubicBezTo>
                  <a:lnTo>
                    <a:pt x="806003" y="0"/>
                  </a:lnTo>
                  <a:cubicBezTo>
                    <a:pt x="828439" y="0"/>
                    <a:pt x="846629" y="18190"/>
                    <a:pt x="846629" y="40625"/>
                  </a:cubicBezTo>
                  <a:cubicBezTo>
                    <a:pt x="846629" y="63060"/>
                    <a:pt x="828439" y="81250"/>
                    <a:pt x="806003" y="81250"/>
                  </a:cubicBezTo>
                  <a:close/>
                </a:path>
              </a:pathLst>
            </a:custGeom>
            <a:solidFill>
              <a:srgbClr val="C42828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9BCA5D1-1981-3946-BB56-F8A660F0437F}"/>
                </a:ext>
              </a:extLst>
            </p:cNvPr>
            <p:cNvSpPr/>
            <p:nvPr/>
          </p:nvSpPr>
          <p:spPr>
            <a:xfrm>
              <a:off x="4314073" y="1605847"/>
              <a:ext cx="655016" cy="463968"/>
            </a:xfrm>
            <a:custGeom>
              <a:avLst/>
              <a:gdLst>
                <a:gd name="connsiteX0" fmla="*/ 614410 w 655016"/>
                <a:gd name="connsiteY0" fmla="*/ 463969 h 463968"/>
                <a:gd name="connsiteX1" fmla="*/ 585667 w 655016"/>
                <a:gd name="connsiteY1" fmla="*/ 452035 h 463968"/>
                <a:gd name="connsiteX2" fmla="*/ 423167 w 655016"/>
                <a:gd name="connsiteY2" fmla="*/ 289535 h 463968"/>
                <a:gd name="connsiteX3" fmla="*/ 356338 w 655016"/>
                <a:gd name="connsiteY3" fmla="*/ 356363 h 463968"/>
                <a:gd name="connsiteX4" fmla="*/ 298904 w 655016"/>
                <a:gd name="connsiteY4" fmla="*/ 356363 h 463968"/>
                <a:gd name="connsiteX5" fmla="*/ 11887 w 655016"/>
                <a:gd name="connsiteY5" fmla="*/ 69347 h 463968"/>
                <a:gd name="connsiteX6" fmla="*/ 11913 w 655016"/>
                <a:gd name="connsiteY6" fmla="*/ 11887 h 463968"/>
                <a:gd name="connsiteX7" fmla="*/ 69372 w 655016"/>
                <a:gd name="connsiteY7" fmla="*/ 11913 h 463968"/>
                <a:gd name="connsiteX8" fmla="*/ 327748 w 655016"/>
                <a:gd name="connsiteY8" fmla="*/ 270339 h 463968"/>
                <a:gd name="connsiteX9" fmla="*/ 394577 w 655016"/>
                <a:gd name="connsiteY9" fmla="*/ 203511 h 463968"/>
                <a:gd name="connsiteX10" fmla="*/ 452010 w 655016"/>
                <a:gd name="connsiteY10" fmla="*/ 203511 h 463968"/>
                <a:gd name="connsiteX11" fmla="*/ 643101 w 655016"/>
                <a:gd name="connsiteY11" fmla="*/ 394602 h 463968"/>
                <a:gd name="connsiteX12" fmla="*/ 643132 w 655016"/>
                <a:gd name="connsiteY12" fmla="*/ 452056 h 463968"/>
                <a:gd name="connsiteX13" fmla="*/ 614410 w 655016"/>
                <a:gd name="connsiteY13" fmla="*/ 463969 h 46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016" h="463968">
                  <a:moveTo>
                    <a:pt x="614410" y="463969"/>
                  </a:moveTo>
                  <a:cubicBezTo>
                    <a:pt x="603624" y="463964"/>
                    <a:pt x="593284" y="459673"/>
                    <a:pt x="585667" y="452035"/>
                  </a:cubicBezTo>
                  <a:lnTo>
                    <a:pt x="423167" y="289535"/>
                  </a:lnTo>
                  <a:lnTo>
                    <a:pt x="356338" y="356363"/>
                  </a:lnTo>
                  <a:cubicBezTo>
                    <a:pt x="340474" y="372217"/>
                    <a:pt x="314768" y="372217"/>
                    <a:pt x="298904" y="356363"/>
                  </a:cubicBezTo>
                  <a:lnTo>
                    <a:pt x="11887" y="69347"/>
                  </a:lnTo>
                  <a:cubicBezTo>
                    <a:pt x="-3973" y="53473"/>
                    <a:pt x="-3961" y="27748"/>
                    <a:pt x="11913" y="11887"/>
                  </a:cubicBezTo>
                  <a:cubicBezTo>
                    <a:pt x="27787" y="-3973"/>
                    <a:pt x="53512" y="-3961"/>
                    <a:pt x="69372" y="11913"/>
                  </a:cubicBezTo>
                  <a:lnTo>
                    <a:pt x="327748" y="270339"/>
                  </a:lnTo>
                  <a:lnTo>
                    <a:pt x="394577" y="203511"/>
                  </a:lnTo>
                  <a:cubicBezTo>
                    <a:pt x="410441" y="187659"/>
                    <a:pt x="436146" y="187659"/>
                    <a:pt x="452010" y="203511"/>
                  </a:cubicBezTo>
                  <a:lnTo>
                    <a:pt x="643101" y="394602"/>
                  </a:lnTo>
                  <a:cubicBezTo>
                    <a:pt x="658975" y="410456"/>
                    <a:pt x="658991" y="436181"/>
                    <a:pt x="643132" y="452056"/>
                  </a:cubicBezTo>
                  <a:cubicBezTo>
                    <a:pt x="635519" y="459678"/>
                    <a:pt x="625185" y="463964"/>
                    <a:pt x="614410" y="463969"/>
                  </a:cubicBezTo>
                  <a:close/>
                </a:path>
              </a:pathLst>
            </a:custGeom>
            <a:solidFill>
              <a:srgbClr val="C42828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39">
            <a:extLst>
              <a:ext uri="{FF2B5EF4-FFF2-40B4-BE49-F238E27FC236}">
                <a16:creationId xmlns:a16="http://schemas.microsoft.com/office/drawing/2014/main" id="{980CE38A-DE6B-4A8F-BBAC-55A09E086EDC}"/>
              </a:ext>
            </a:extLst>
          </p:cNvPr>
          <p:cNvGrpSpPr>
            <a:grpSpLocks noChangeAspect="1"/>
          </p:cNvGrpSpPr>
          <p:nvPr/>
        </p:nvGrpSpPr>
        <p:grpSpPr>
          <a:xfrm>
            <a:off x="5439987" y="1414786"/>
            <a:ext cx="847338" cy="846627"/>
            <a:chOff x="5439987" y="1414786"/>
            <a:chExt cx="847338" cy="846627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11FF968-D8D3-DA44-9A04-991EAD676B40}"/>
                </a:ext>
              </a:extLst>
            </p:cNvPr>
            <p:cNvSpPr/>
            <p:nvPr/>
          </p:nvSpPr>
          <p:spPr>
            <a:xfrm>
              <a:off x="5439987" y="1414786"/>
              <a:ext cx="81250" cy="846627"/>
            </a:xfrm>
            <a:custGeom>
              <a:avLst/>
              <a:gdLst>
                <a:gd name="connsiteX0" fmla="*/ 40625 w 81250"/>
                <a:gd name="connsiteY0" fmla="*/ 846628 h 846627"/>
                <a:gd name="connsiteX1" fmla="*/ 0 w 81250"/>
                <a:gd name="connsiteY1" fmla="*/ 806002 h 846627"/>
                <a:gd name="connsiteX2" fmla="*/ 0 w 81250"/>
                <a:gd name="connsiteY2" fmla="*/ 40625 h 846627"/>
                <a:gd name="connsiteX3" fmla="*/ 40625 w 81250"/>
                <a:gd name="connsiteY3" fmla="*/ 0 h 846627"/>
                <a:gd name="connsiteX4" fmla="*/ 81250 w 81250"/>
                <a:gd name="connsiteY4" fmla="*/ 40625 h 846627"/>
                <a:gd name="connsiteX5" fmla="*/ 81250 w 81250"/>
                <a:gd name="connsiteY5" fmla="*/ 806002 h 846627"/>
                <a:gd name="connsiteX6" fmla="*/ 40625 w 81250"/>
                <a:gd name="connsiteY6" fmla="*/ 846628 h 84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0" h="846627">
                  <a:moveTo>
                    <a:pt x="40625" y="846628"/>
                  </a:moveTo>
                  <a:cubicBezTo>
                    <a:pt x="18188" y="846628"/>
                    <a:pt x="0" y="828438"/>
                    <a:pt x="0" y="806002"/>
                  </a:cubicBezTo>
                  <a:lnTo>
                    <a:pt x="0" y="40625"/>
                  </a:lnTo>
                  <a:cubicBezTo>
                    <a:pt x="0" y="18188"/>
                    <a:pt x="18188" y="0"/>
                    <a:pt x="40625" y="0"/>
                  </a:cubicBezTo>
                  <a:cubicBezTo>
                    <a:pt x="63062" y="0"/>
                    <a:pt x="81250" y="18188"/>
                    <a:pt x="81250" y="40625"/>
                  </a:cubicBezTo>
                  <a:lnTo>
                    <a:pt x="81250" y="806002"/>
                  </a:lnTo>
                  <a:cubicBezTo>
                    <a:pt x="81250" y="828438"/>
                    <a:pt x="63062" y="846628"/>
                    <a:pt x="40625" y="846628"/>
                  </a:cubicBezTo>
                  <a:close/>
                </a:path>
              </a:pathLst>
            </a:custGeom>
            <a:solidFill>
              <a:srgbClr val="EF463C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8D1F0A42-C4E6-7647-B9FF-15ABACC88426}"/>
                </a:ext>
              </a:extLst>
            </p:cNvPr>
            <p:cNvSpPr/>
            <p:nvPr/>
          </p:nvSpPr>
          <p:spPr>
            <a:xfrm>
              <a:off x="5439987" y="2180164"/>
              <a:ext cx="846628" cy="81250"/>
            </a:xfrm>
            <a:custGeom>
              <a:avLst/>
              <a:gdLst>
                <a:gd name="connsiteX0" fmla="*/ 806003 w 846628"/>
                <a:gd name="connsiteY0" fmla="*/ 81250 h 81250"/>
                <a:gd name="connsiteX1" fmla="*/ 40625 w 846628"/>
                <a:gd name="connsiteY1" fmla="*/ 81250 h 81250"/>
                <a:gd name="connsiteX2" fmla="*/ 0 w 846628"/>
                <a:gd name="connsiteY2" fmla="*/ 40625 h 81250"/>
                <a:gd name="connsiteX3" fmla="*/ 40625 w 846628"/>
                <a:gd name="connsiteY3" fmla="*/ 0 h 81250"/>
                <a:gd name="connsiteX4" fmla="*/ 806003 w 846628"/>
                <a:gd name="connsiteY4" fmla="*/ 0 h 81250"/>
                <a:gd name="connsiteX5" fmla="*/ 846629 w 846628"/>
                <a:gd name="connsiteY5" fmla="*/ 40625 h 81250"/>
                <a:gd name="connsiteX6" fmla="*/ 806003 w 846628"/>
                <a:gd name="connsiteY6" fmla="*/ 81250 h 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6628" h="81250">
                  <a:moveTo>
                    <a:pt x="806003" y="81250"/>
                  </a:moveTo>
                  <a:lnTo>
                    <a:pt x="40625" y="81250"/>
                  </a:lnTo>
                  <a:cubicBezTo>
                    <a:pt x="18188" y="81250"/>
                    <a:pt x="0" y="63060"/>
                    <a:pt x="0" y="40625"/>
                  </a:cubicBezTo>
                  <a:cubicBezTo>
                    <a:pt x="0" y="18190"/>
                    <a:pt x="18188" y="0"/>
                    <a:pt x="40625" y="0"/>
                  </a:cubicBezTo>
                  <a:lnTo>
                    <a:pt x="806003" y="0"/>
                  </a:lnTo>
                  <a:cubicBezTo>
                    <a:pt x="828439" y="0"/>
                    <a:pt x="846629" y="18190"/>
                    <a:pt x="846629" y="40625"/>
                  </a:cubicBezTo>
                  <a:cubicBezTo>
                    <a:pt x="846629" y="63060"/>
                    <a:pt x="828439" y="81250"/>
                    <a:pt x="806003" y="81250"/>
                  </a:cubicBezTo>
                  <a:close/>
                </a:path>
              </a:pathLst>
            </a:custGeom>
            <a:solidFill>
              <a:srgbClr val="C42828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A6CDE067-04A4-5A49-8BD1-E2A8B8D786FF}"/>
                </a:ext>
              </a:extLst>
            </p:cNvPr>
            <p:cNvSpPr/>
            <p:nvPr/>
          </p:nvSpPr>
          <p:spPr>
            <a:xfrm>
              <a:off x="5631554" y="1605116"/>
              <a:ext cx="655772" cy="464699"/>
            </a:xfrm>
            <a:custGeom>
              <a:avLst/>
              <a:gdLst>
                <a:gd name="connsiteX0" fmla="*/ 40657 w 655772"/>
                <a:gd name="connsiteY0" fmla="*/ 464700 h 464699"/>
                <a:gd name="connsiteX1" fmla="*/ 0 w 655772"/>
                <a:gd name="connsiteY1" fmla="*/ 424105 h 464699"/>
                <a:gd name="connsiteX2" fmla="*/ 11915 w 655772"/>
                <a:gd name="connsiteY2" fmla="*/ 395332 h 464699"/>
                <a:gd name="connsiteX3" fmla="*/ 203006 w 655772"/>
                <a:gd name="connsiteY3" fmla="*/ 204242 h 464699"/>
                <a:gd name="connsiteX4" fmla="*/ 260439 w 655772"/>
                <a:gd name="connsiteY4" fmla="*/ 204242 h 464699"/>
                <a:gd name="connsiteX5" fmla="*/ 327268 w 655772"/>
                <a:gd name="connsiteY5" fmla="*/ 271070 h 464699"/>
                <a:gd name="connsiteX6" fmla="*/ 585695 w 655772"/>
                <a:gd name="connsiteY6" fmla="*/ 12644 h 464699"/>
                <a:gd name="connsiteX7" fmla="*/ 643128 w 655772"/>
                <a:gd name="connsiteY7" fmla="*/ 11173 h 464699"/>
                <a:gd name="connsiteX8" fmla="*/ 644601 w 655772"/>
                <a:gd name="connsiteY8" fmla="*/ 68606 h 464699"/>
                <a:gd name="connsiteX9" fmla="*/ 643128 w 655772"/>
                <a:gd name="connsiteY9" fmla="*/ 70078 h 464699"/>
                <a:gd name="connsiteX10" fmla="*/ 356010 w 655772"/>
                <a:gd name="connsiteY10" fmla="*/ 357246 h 464699"/>
                <a:gd name="connsiteX11" fmla="*/ 298576 w 655772"/>
                <a:gd name="connsiteY11" fmla="*/ 357246 h 464699"/>
                <a:gd name="connsiteX12" fmla="*/ 231748 w 655772"/>
                <a:gd name="connsiteY12" fmla="*/ 290418 h 464699"/>
                <a:gd name="connsiteX13" fmla="*/ 69247 w 655772"/>
                <a:gd name="connsiteY13" fmla="*/ 452919 h 464699"/>
                <a:gd name="connsiteX14" fmla="*/ 40657 w 655772"/>
                <a:gd name="connsiteY14" fmla="*/ 464700 h 464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5772" h="464699">
                  <a:moveTo>
                    <a:pt x="40657" y="464700"/>
                  </a:moveTo>
                  <a:cubicBezTo>
                    <a:pt x="18220" y="464715"/>
                    <a:pt x="18" y="446546"/>
                    <a:pt x="0" y="424105"/>
                  </a:cubicBezTo>
                  <a:cubicBezTo>
                    <a:pt x="-9" y="413314"/>
                    <a:pt x="4278" y="402960"/>
                    <a:pt x="11915" y="395332"/>
                  </a:cubicBezTo>
                  <a:lnTo>
                    <a:pt x="203006" y="204242"/>
                  </a:lnTo>
                  <a:cubicBezTo>
                    <a:pt x="218869" y="188390"/>
                    <a:pt x="244576" y="188390"/>
                    <a:pt x="260439" y="204242"/>
                  </a:cubicBezTo>
                  <a:lnTo>
                    <a:pt x="327268" y="271070"/>
                  </a:lnTo>
                  <a:lnTo>
                    <a:pt x="585695" y="12644"/>
                  </a:lnTo>
                  <a:cubicBezTo>
                    <a:pt x="601147" y="-3622"/>
                    <a:pt x="626863" y="-4281"/>
                    <a:pt x="643128" y="11173"/>
                  </a:cubicBezTo>
                  <a:cubicBezTo>
                    <a:pt x="659394" y="26626"/>
                    <a:pt x="660054" y="52341"/>
                    <a:pt x="644601" y="68606"/>
                  </a:cubicBezTo>
                  <a:cubicBezTo>
                    <a:pt x="644124" y="69110"/>
                    <a:pt x="643631" y="69600"/>
                    <a:pt x="643128" y="70078"/>
                  </a:cubicBezTo>
                  <a:lnTo>
                    <a:pt x="356010" y="357246"/>
                  </a:lnTo>
                  <a:cubicBezTo>
                    <a:pt x="340146" y="373100"/>
                    <a:pt x="314440" y="373100"/>
                    <a:pt x="298576" y="357246"/>
                  </a:cubicBezTo>
                  <a:lnTo>
                    <a:pt x="231748" y="290418"/>
                  </a:lnTo>
                  <a:lnTo>
                    <a:pt x="69247" y="452919"/>
                  </a:lnTo>
                  <a:cubicBezTo>
                    <a:pt x="61643" y="460460"/>
                    <a:pt x="51368" y="464695"/>
                    <a:pt x="40657" y="464700"/>
                  </a:cubicBezTo>
                  <a:close/>
                </a:path>
              </a:pathLst>
            </a:custGeom>
            <a:solidFill>
              <a:srgbClr val="C42828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41">
            <a:extLst>
              <a:ext uri="{FF2B5EF4-FFF2-40B4-BE49-F238E27FC236}">
                <a16:creationId xmlns:a16="http://schemas.microsoft.com/office/drawing/2014/main" id="{15250BFA-D4B8-48EA-81F4-9F747085B9F6}"/>
              </a:ext>
            </a:extLst>
          </p:cNvPr>
          <p:cNvGrpSpPr>
            <a:grpSpLocks noChangeAspect="1"/>
          </p:cNvGrpSpPr>
          <p:nvPr/>
        </p:nvGrpSpPr>
        <p:grpSpPr>
          <a:xfrm>
            <a:off x="6762529" y="1419820"/>
            <a:ext cx="834124" cy="834123"/>
            <a:chOff x="6762529" y="1419820"/>
            <a:chExt cx="834124" cy="834123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C14D34E9-E986-2C4E-8549-16DC11A4C9A3}"/>
                </a:ext>
              </a:extLst>
            </p:cNvPr>
            <p:cNvSpPr/>
            <p:nvPr/>
          </p:nvSpPr>
          <p:spPr>
            <a:xfrm>
              <a:off x="7214798" y="1698770"/>
              <a:ext cx="193828" cy="217504"/>
            </a:xfrm>
            <a:custGeom>
              <a:avLst/>
              <a:gdLst>
                <a:gd name="connsiteX0" fmla="*/ 39670 w 193828"/>
                <a:gd name="connsiteY0" fmla="*/ 217504 h 217504"/>
                <a:gd name="connsiteX1" fmla="*/ 0 w 193828"/>
                <a:gd name="connsiteY1" fmla="*/ 177782 h 217504"/>
                <a:gd name="connsiteX2" fmla="*/ 9154 w 193828"/>
                <a:gd name="connsiteY2" fmla="*/ 152452 h 217504"/>
                <a:gd name="connsiteX3" fmla="*/ 122587 w 193828"/>
                <a:gd name="connsiteY3" fmla="*/ 15598 h 217504"/>
                <a:gd name="connsiteX4" fmla="*/ 178231 w 193828"/>
                <a:gd name="connsiteY4" fmla="*/ 8156 h 217504"/>
                <a:gd name="connsiteX5" fmla="*/ 185674 w 193828"/>
                <a:gd name="connsiteY5" fmla="*/ 63800 h 217504"/>
                <a:gd name="connsiteX6" fmla="*/ 183719 w 193828"/>
                <a:gd name="connsiteY6" fmla="*/ 66161 h 217504"/>
                <a:gd name="connsiteX7" fmla="*/ 70286 w 193828"/>
                <a:gd name="connsiteY7" fmla="*/ 203114 h 217504"/>
                <a:gd name="connsiteX8" fmla="*/ 39670 w 193828"/>
                <a:gd name="connsiteY8" fmla="*/ 217504 h 217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828" h="217504">
                  <a:moveTo>
                    <a:pt x="39670" y="217504"/>
                  </a:moveTo>
                  <a:cubicBezTo>
                    <a:pt x="17746" y="217490"/>
                    <a:pt x="-14" y="199705"/>
                    <a:pt x="0" y="177782"/>
                  </a:cubicBezTo>
                  <a:cubicBezTo>
                    <a:pt x="6" y="168529"/>
                    <a:pt x="3244" y="159570"/>
                    <a:pt x="9154" y="152452"/>
                  </a:cubicBezTo>
                  <a:lnTo>
                    <a:pt x="122587" y="15598"/>
                  </a:lnTo>
                  <a:cubicBezTo>
                    <a:pt x="135895" y="-1823"/>
                    <a:pt x="160809" y="-5155"/>
                    <a:pt x="178231" y="8156"/>
                  </a:cubicBezTo>
                  <a:cubicBezTo>
                    <a:pt x="195653" y="21466"/>
                    <a:pt x="198983" y="46379"/>
                    <a:pt x="185674" y="63800"/>
                  </a:cubicBezTo>
                  <a:cubicBezTo>
                    <a:pt x="185054" y="64612"/>
                    <a:pt x="184399" y="65400"/>
                    <a:pt x="183719" y="66161"/>
                  </a:cubicBezTo>
                  <a:lnTo>
                    <a:pt x="70286" y="203114"/>
                  </a:lnTo>
                  <a:cubicBezTo>
                    <a:pt x="62739" y="212235"/>
                    <a:pt x="51510" y="217514"/>
                    <a:pt x="39670" y="2175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E3F19EC5-8D55-6D46-8DEC-7762A66CA3BF}"/>
                </a:ext>
              </a:extLst>
            </p:cNvPr>
            <p:cNvSpPr/>
            <p:nvPr/>
          </p:nvSpPr>
          <p:spPr>
            <a:xfrm>
              <a:off x="7040454" y="1828992"/>
              <a:ext cx="277876" cy="178634"/>
            </a:xfrm>
            <a:custGeom>
              <a:avLst/>
              <a:gdLst>
                <a:gd name="connsiteX0" fmla="*/ 238180 w 277876"/>
                <a:gd name="connsiteY0" fmla="*/ 178634 h 178634"/>
                <a:gd name="connsiteX1" fmla="*/ 198483 w 277876"/>
                <a:gd name="connsiteY1" fmla="*/ 138938 h 178634"/>
                <a:gd name="connsiteX2" fmla="*/ 138938 w 277876"/>
                <a:gd name="connsiteY2" fmla="*/ 79393 h 178634"/>
                <a:gd name="connsiteX3" fmla="*/ 79393 w 277876"/>
                <a:gd name="connsiteY3" fmla="*/ 138938 h 178634"/>
                <a:gd name="connsiteX4" fmla="*/ 39697 w 277876"/>
                <a:gd name="connsiteY4" fmla="*/ 178634 h 178634"/>
                <a:gd name="connsiteX5" fmla="*/ 0 w 277876"/>
                <a:gd name="connsiteY5" fmla="*/ 138938 h 178634"/>
                <a:gd name="connsiteX6" fmla="*/ 138938 w 277876"/>
                <a:gd name="connsiteY6" fmla="*/ 0 h 178634"/>
                <a:gd name="connsiteX7" fmla="*/ 277876 w 277876"/>
                <a:gd name="connsiteY7" fmla="*/ 138938 h 178634"/>
                <a:gd name="connsiteX8" fmla="*/ 238180 w 277876"/>
                <a:gd name="connsiteY8" fmla="*/ 17863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7876" h="178634">
                  <a:moveTo>
                    <a:pt x="238180" y="178634"/>
                  </a:moveTo>
                  <a:cubicBezTo>
                    <a:pt x="216257" y="178634"/>
                    <a:pt x="198483" y="160860"/>
                    <a:pt x="198483" y="138938"/>
                  </a:cubicBezTo>
                  <a:cubicBezTo>
                    <a:pt x="198483" y="106054"/>
                    <a:pt x="171824" y="79393"/>
                    <a:pt x="138938" y="79393"/>
                  </a:cubicBezTo>
                  <a:cubicBezTo>
                    <a:pt x="106052" y="79393"/>
                    <a:pt x="79393" y="106054"/>
                    <a:pt x="79393" y="138938"/>
                  </a:cubicBezTo>
                  <a:cubicBezTo>
                    <a:pt x="79393" y="160860"/>
                    <a:pt x="61621" y="178634"/>
                    <a:pt x="39697" y="178634"/>
                  </a:cubicBezTo>
                  <a:cubicBezTo>
                    <a:pt x="17773" y="178634"/>
                    <a:pt x="0" y="160860"/>
                    <a:pt x="0" y="138938"/>
                  </a:cubicBezTo>
                  <a:cubicBezTo>
                    <a:pt x="0" y="62204"/>
                    <a:pt x="62205" y="0"/>
                    <a:pt x="138938" y="0"/>
                  </a:cubicBezTo>
                  <a:cubicBezTo>
                    <a:pt x="215672" y="0"/>
                    <a:pt x="277876" y="62204"/>
                    <a:pt x="277876" y="138938"/>
                  </a:cubicBezTo>
                  <a:cubicBezTo>
                    <a:pt x="277876" y="160860"/>
                    <a:pt x="260102" y="178634"/>
                    <a:pt x="238180" y="1786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DDC0DA71-8AA6-E745-8E99-C0BCBD58860D}"/>
                </a:ext>
              </a:extLst>
            </p:cNvPr>
            <p:cNvSpPr/>
            <p:nvPr/>
          </p:nvSpPr>
          <p:spPr>
            <a:xfrm>
              <a:off x="6823959" y="1928233"/>
              <a:ext cx="717664" cy="80881"/>
            </a:xfrm>
            <a:custGeom>
              <a:avLst/>
              <a:gdLst>
                <a:gd name="connsiteX0" fmla="*/ 39697 w 717664"/>
                <a:gd name="connsiteY0" fmla="*/ 80882 h 80881"/>
                <a:gd name="connsiteX1" fmla="*/ 0 w 717664"/>
                <a:gd name="connsiteY1" fmla="*/ 41185 h 80881"/>
                <a:gd name="connsiteX2" fmla="*/ 39697 w 717664"/>
                <a:gd name="connsiteY2" fmla="*/ 1489 h 80881"/>
                <a:gd name="connsiteX3" fmla="*/ 677968 w 717664"/>
                <a:gd name="connsiteY3" fmla="*/ 0 h 80881"/>
                <a:gd name="connsiteX4" fmla="*/ 677968 w 717664"/>
                <a:gd name="connsiteY4" fmla="*/ 0 h 80881"/>
                <a:gd name="connsiteX5" fmla="*/ 717665 w 717664"/>
                <a:gd name="connsiteY5" fmla="*/ 39697 h 80881"/>
                <a:gd name="connsiteX6" fmla="*/ 677968 w 717664"/>
                <a:gd name="connsiteY6" fmla="*/ 79393 h 80881"/>
                <a:gd name="connsiteX7" fmla="*/ 39746 w 717664"/>
                <a:gd name="connsiteY7" fmla="*/ 80882 h 8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7664" h="80881">
                  <a:moveTo>
                    <a:pt x="39697" y="80882"/>
                  </a:moveTo>
                  <a:cubicBezTo>
                    <a:pt x="17773" y="80882"/>
                    <a:pt x="0" y="63108"/>
                    <a:pt x="0" y="41185"/>
                  </a:cubicBezTo>
                  <a:cubicBezTo>
                    <a:pt x="0" y="19263"/>
                    <a:pt x="17773" y="1489"/>
                    <a:pt x="39697" y="1489"/>
                  </a:cubicBezTo>
                  <a:lnTo>
                    <a:pt x="677968" y="0"/>
                  </a:lnTo>
                  <a:lnTo>
                    <a:pt x="677968" y="0"/>
                  </a:lnTo>
                  <a:cubicBezTo>
                    <a:pt x="699891" y="0"/>
                    <a:pt x="717665" y="17774"/>
                    <a:pt x="717665" y="39697"/>
                  </a:cubicBezTo>
                  <a:cubicBezTo>
                    <a:pt x="717665" y="61619"/>
                    <a:pt x="699891" y="79393"/>
                    <a:pt x="677968" y="79393"/>
                  </a:cubicBezTo>
                  <a:lnTo>
                    <a:pt x="39746" y="80882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93ECDF6D-3A09-CA45-8853-796C4D46CA4E}"/>
                </a:ext>
              </a:extLst>
            </p:cNvPr>
            <p:cNvSpPr/>
            <p:nvPr/>
          </p:nvSpPr>
          <p:spPr>
            <a:xfrm>
              <a:off x="6874543" y="1528881"/>
              <a:ext cx="126196" cy="126438"/>
            </a:xfrm>
            <a:custGeom>
              <a:avLst/>
              <a:gdLst>
                <a:gd name="connsiteX0" fmla="*/ 86518 w 126196"/>
                <a:gd name="connsiteY0" fmla="*/ 126438 h 126438"/>
                <a:gd name="connsiteX1" fmla="*/ 58334 w 126196"/>
                <a:gd name="connsiteY1" fmla="*/ 114728 h 126438"/>
                <a:gd name="connsiteX2" fmla="*/ 11542 w 126196"/>
                <a:gd name="connsiteY2" fmla="*/ 67687 h 126438"/>
                <a:gd name="connsiteX3" fmla="*/ 11715 w 126196"/>
                <a:gd name="connsiteY3" fmla="*/ 11542 h 126438"/>
                <a:gd name="connsiteX4" fmla="*/ 67861 w 126196"/>
                <a:gd name="connsiteY4" fmla="*/ 11715 h 126438"/>
                <a:gd name="connsiteX5" fmla="*/ 114653 w 126196"/>
                <a:gd name="connsiteY5" fmla="*/ 58756 h 126438"/>
                <a:gd name="connsiteX6" fmla="*/ 114486 w 126196"/>
                <a:gd name="connsiteY6" fmla="*/ 114895 h 126438"/>
                <a:gd name="connsiteX7" fmla="*/ 86518 w 126196"/>
                <a:gd name="connsiteY7" fmla="*/ 126438 h 12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96" h="126438">
                  <a:moveTo>
                    <a:pt x="86518" y="126438"/>
                  </a:moveTo>
                  <a:cubicBezTo>
                    <a:pt x="75938" y="126447"/>
                    <a:pt x="65793" y="122231"/>
                    <a:pt x="58334" y="114728"/>
                  </a:cubicBezTo>
                  <a:lnTo>
                    <a:pt x="11542" y="67687"/>
                  </a:lnTo>
                  <a:cubicBezTo>
                    <a:pt x="-3915" y="52135"/>
                    <a:pt x="-3837" y="26998"/>
                    <a:pt x="11715" y="11542"/>
                  </a:cubicBezTo>
                  <a:cubicBezTo>
                    <a:pt x="27267" y="-3915"/>
                    <a:pt x="52405" y="-3837"/>
                    <a:pt x="67861" y="11715"/>
                  </a:cubicBezTo>
                  <a:lnTo>
                    <a:pt x="114653" y="58756"/>
                  </a:lnTo>
                  <a:cubicBezTo>
                    <a:pt x="130110" y="74304"/>
                    <a:pt x="130035" y="99439"/>
                    <a:pt x="114486" y="114895"/>
                  </a:cubicBezTo>
                  <a:cubicBezTo>
                    <a:pt x="107053" y="122284"/>
                    <a:pt x="96999" y="126433"/>
                    <a:pt x="86518" y="1264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BA7EAEC-3D7B-8F4F-B852-B9B41650E90A}"/>
                </a:ext>
              </a:extLst>
            </p:cNvPr>
            <p:cNvSpPr/>
            <p:nvPr/>
          </p:nvSpPr>
          <p:spPr>
            <a:xfrm>
              <a:off x="7139696" y="1424782"/>
              <a:ext cx="79393" cy="156106"/>
            </a:xfrm>
            <a:custGeom>
              <a:avLst/>
              <a:gdLst>
                <a:gd name="connsiteX0" fmla="*/ 39697 w 79393"/>
                <a:gd name="connsiteY0" fmla="*/ 156107 h 156106"/>
                <a:gd name="connsiteX1" fmla="*/ 39697 w 79393"/>
                <a:gd name="connsiteY1" fmla="*/ 156107 h 156106"/>
                <a:gd name="connsiteX2" fmla="*/ 0 w 79393"/>
                <a:gd name="connsiteY2" fmla="*/ 116410 h 156106"/>
                <a:gd name="connsiteX3" fmla="*/ 0 w 79393"/>
                <a:gd name="connsiteY3" fmla="*/ 39697 h 156106"/>
                <a:gd name="connsiteX4" fmla="*/ 39697 w 79393"/>
                <a:gd name="connsiteY4" fmla="*/ 0 h 156106"/>
                <a:gd name="connsiteX5" fmla="*/ 39697 w 79393"/>
                <a:gd name="connsiteY5" fmla="*/ 0 h 156106"/>
                <a:gd name="connsiteX6" fmla="*/ 79393 w 79393"/>
                <a:gd name="connsiteY6" fmla="*/ 39697 h 156106"/>
                <a:gd name="connsiteX7" fmla="*/ 79393 w 79393"/>
                <a:gd name="connsiteY7" fmla="*/ 116460 h 156106"/>
                <a:gd name="connsiteX8" fmla="*/ 39697 w 79393"/>
                <a:gd name="connsiteY8" fmla="*/ 156107 h 15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156106">
                  <a:moveTo>
                    <a:pt x="39697" y="156107"/>
                  </a:moveTo>
                  <a:lnTo>
                    <a:pt x="39697" y="156107"/>
                  </a:lnTo>
                  <a:cubicBezTo>
                    <a:pt x="17773" y="156107"/>
                    <a:pt x="0" y="138334"/>
                    <a:pt x="0" y="116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116460"/>
                  </a:lnTo>
                  <a:cubicBezTo>
                    <a:pt x="79366" y="138364"/>
                    <a:pt x="61601" y="156107"/>
                    <a:pt x="39697" y="1561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0456358-C79A-6147-A78D-54525440363E}"/>
                </a:ext>
              </a:extLst>
            </p:cNvPr>
            <p:cNvSpPr/>
            <p:nvPr/>
          </p:nvSpPr>
          <p:spPr>
            <a:xfrm>
              <a:off x="7357997" y="1528881"/>
              <a:ext cx="126641" cy="126438"/>
            </a:xfrm>
            <a:custGeom>
              <a:avLst/>
              <a:gdLst>
                <a:gd name="connsiteX0" fmla="*/ 39726 w 126641"/>
                <a:gd name="connsiteY0" fmla="*/ 126438 h 126438"/>
                <a:gd name="connsiteX1" fmla="*/ 0 w 126641"/>
                <a:gd name="connsiteY1" fmla="*/ 86773 h 126438"/>
                <a:gd name="connsiteX2" fmla="*/ 11691 w 126641"/>
                <a:gd name="connsiteY2" fmla="*/ 58607 h 126438"/>
                <a:gd name="connsiteX3" fmla="*/ 58930 w 126641"/>
                <a:gd name="connsiteY3" fmla="*/ 11566 h 126438"/>
                <a:gd name="connsiteX4" fmla="*/ 115075 w 126641"/>
                <a:gd name="connsiteY4" fmla="*/ 11690 h 126438"/>
                <a:gd name="connsiteX5" fmla="*/ 114951 w 126641"/>
                <a:gd name="connsiteY5" fmla="*/ 67836 h 126438"/>
                <a:gd name="connsiteX6" fmla="*/ 67713 w 126641"/>
                <a:gd name="connsiteY6" fmla="*/ 114877 h 126438"/>
                <a:gd name="connsiteX7" fmla="*/ 39726 w 126641"/>
                <a:gd name="connsiteY7" fmla="*/ 126438 h 12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641" h="126438">
                  <a:moveTo>
                    <a:pt x="39726" y="126438"/>
                  </a:moveTo>
                  <a:cubicBezTo>
                    <a:pt x="17804" y="126456"/>
                    <a:pt x="15" y="108697"/>
                    <a:pt x="0" y="86773"/>
                  </a:cubicBezTo>
                  <a:cubicBezTo>
                    <a:pt x="-10" y="76202"/>
                    <a:pt x="4198" y="66064"/>
                    <a:pt x="11691" y="58607"/>
                  </a:cubicBezTo>
                  <a:lnTo>
                    <a:pt x="58930" y="11566"/>
                  </a:lnTo>
                  <a:cubicBezTo>
                    <a:pt x="74466" y="-3903"/>
                    <a:pt x="99604" y="-3848"/>
                    <a:pt x="115075" y="11690"/>
                  </a:cubicBezTo>
                  <a:cubicBezTo>
                    <a:pt x="130547" y="27229"/>
                    <a:pt x="130488" y="52366"/>
                    <a:pt x="114951" y="67836"/>
                  </a:cubicBezTo>
                  <a:lnTo>
                    <a:pt x="67713" y="114877"/>
                  </a:lnTo>
                  <a:cubicBezTo>
                    <a:pt x="60279" y="122277"/>
                    <a:pt x="50216" y="126433"/>
                    <a:pt x="39726" y="1264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36F13D4-7B6E-044F-80BA-9128135C70EA}"/>
                </a:ext>
              </a:extLst>
            </p:cNvPr>
            <p:cNvSpPr/>
            <p:nvPr/>
          </p:nvSpPr>
          <p:spPr>
            <a:xfrm>
              <a:off x="6762529" y="1419820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1" name="Picture Placeholder 43">
            <a:extLst>
              <a:ext uri="{FF2B5EF4-FFF2-40B4-BE49-F238E27FC236}">
                <a16:creationId xmlns:a16="http://schemas.microsoft.com/office/drawing/2014/main" id="{0FD34741-5D89-46D5-BA5E-F89A538365A4}"/>
              </a:ext>
            </a:extLst>
          </p:cNvPr>
          <p:cNvGrpSpPr>
            <a:grpSpLocks noChangeAspect="1"/>
          </p:cNvGrpSpPr>
          <p:nvPr/>
        </p:nvGrpSpPr>
        <p:grpSpPr>
          <a:xfrm>
            <a:off x="8082617" y="1422946"/>
            <a:ext cx="828815" cy="827871"/>
            <a:chOff x="8082617" y="1422946"/>
            <a:chExt cx="828815" cy="827871"/>
          </a:xfrm>
        </p:grpSpPr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F47D4980-0D6D-BD4E-AEC8-11CE05BE6E98}"/>
                </a:ext>
              </a:extLst>
            </p:cNvPr>
            <p:cNvSpPr/>
            <p:nvPr/>
          </p:nvSpPr>
          <p:spPr>
            <a:xfrm>
              <a:off x="8529662" y="1552744"/>
              <a:ext cx="243163" cy="248112"/>
            </a:xfrm>
            <a:custGeom>
              <a:avLst/>
              <a:gdLst>
                <a:gd name="connsiteX0" fmla="*/ 39685 w 243163"/>
                <a:gd name="connsiteY0" fmla="*/ 248113 h 248112"/>
                <a:gd name="connsiteX1" fmla="*/ 0 w 243163"/>
                <a:gd name="connsiteY1" fmla="*/ 208404 h 248112"/>
                <a:gd name="connsiteX2" fmla="*/ 11202 w 243163"/>
                <a:gd name="connsiteY2" fmla="*/ 180777 h 248112"/>
                <a:gd name="connsiteX3" fmla="*/ 174951 w 243163"/>
                <a:gd name="connsiteY3" fmla="*/ 12067 h 248112"/>
                <a:gd name="connsiteX4" fmla="*/ 231097 w 243163"/>
                <a:gd name="connsiteY4" fmla="*/ 11199 h 248112"/>
                <a:gd name="connsiteX5" fmla="*/ 231965 w 243163"/>
                <a:gd name="connsiteY5" fmla="*/ 67345 h 248112"/>
                <a:gd name="connsiteX6" fmla="*/ 68217 w 243163"/>
                <a:gd name="connsiteY6" fmla="*/ 236055 h 248112"/>
                <a:gd name="connsiteX7" fmla="*/ 39685 w 243163"/>
                <a:gd name="connsiteY7" fmla="*/ 248113 h 24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163" h="248112">
                  <a:moveTo>
                    <a:pt x="39685" y="248113"/>
                  </a:moveTo>
                  <a:cubicBezTo>
                    <a:pt x="17761" y="248106"/>
                    <a:pt x="-6" y="230328"/>
                    <a:pt x="0" y="208404"/>
                  </a:cubicBezTo>
                  <a:cubicBezTo>
                    <a:pt x="3" y="198090"/>
                    <a:pt x="4021" y="188181"/>
                    <a:pt x="11202" y="180777"/>
                  </a:cubicBezTo>
                  <a:lnTo>
                    <a:pt x="174951" y="12067"/>
                  </a:lnTo>
                  <a:cubicBezTo>
                    <a:pt x="190214" y="-3677"/>
                    <a:pt x="215352" y="-4066"/>
                    <a:pt x="231097" y="11199"/>
                  </a:cubicBezTo>
                  <a:cubicBezTo>
                    <a:pt x="246841" y="26463"/>
                    <a:pt x="247228" y="51600"/>
                    <a:pt x="231965" y="67345"/>
                  </a:cubicBezTo>
                  <a:lnTo>
                    <a:pt x="68217" y="236055"/>
                  </a:lnTo>
                  <a:cubicBezTo>
                    <a:pt x="60729" y="243772"/>
                    <a:pt x="50437" y="248123"/>
                    <a:pt x="39685" y="24811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7C815F56-111A-054E-B509-059C6A1FF30B}"/>
                </a:ext>
              </a:extLst>
            </p:cNvPr>
            <p:cNvSpPr/>
            <p:nvPr/>
          </p:nvSpPr>
          <p:spPr>
            <a:xfrm>
              <a:off x="8237709" y="1632900"/>
              <a:ext cx="172854" cy="167957"/>
            </a:xfrm>
            <a:custGeom>
              <a:avLst/>
              <a:gdLst>
                <a:gd name="connsiteX0" fmla="*/ 133155 w 172854"/>
                <a:gd name="connsiteY0" fmla="*/ 167957 h 167957"/>
                <a:gd name="connsiteX1" fmla="*/ 105863 w 172854"/>
                <a:gd name="connsiteY1" fmla="*/ 157041 h 167957"/>
                <a:gd name="connsiteX2" fmla="*/ 11584 w 172854"/>
                <a:gd name="connsiteY2" fmla="*/ 67723 h 167957"/>
                <a:gd name="connsiteX3" fmla="*/ 11670 w 172854"/>
                <a:gd name="connsiteY3" fmla="*/ 11584 h 167957"/>
                <a:gd name="connsiteX4" fmla="*/ 66167 w 172854"/>
                <a:gd name="connsiteY4" fmla="*/ 10114 h 167957"/>
                <a:gd name="connsiteX5" fmla="*/ 160446 w 172854"/>
                <a:gd name="connsiteY5" fmla="*/ 99431 h 167957"/>
                <a:gd name="connsiteX6" fmla="*/ 161987 w 172854"/>
                <a:gd name="connsiteY6" fmla="*/ 155549 h 167957"/>
                <a:gd name="connsiteX7" fmla="*/ 133105 w 172854"/>
                <a:gd name="connsiteY7" fmla="*/ 167957 h 16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54" h="167957">
                  <a:moveTo>
                    <a:pt x="133155" y="167957"/>
                  </a:moveTo>
                  <a:cubicBezTo>
                    <a:pt x="122996" y="167944"/>
                    <a:pt x="113229" y="164038"/>
                    <a:pt x="105863" y="157041"/>
                  </a:cubicBezTo>
                  <a:lnTo>
                    <a:pt x="11584" y="67723"/>
                  </a:lnTo>
                  <a:cubicBezTo>
                    <a:pt x="-3895" y="52197"/>
                    <a:pt x="-3856" y="27063"/>
                    <a:pt x="11670" y="11584"/>
                  </a:cubicBezTo>
                  <a:cubicBezTo>
                    <a:pt x="26574" y="-3274"/>
                    <a:pt x="50483" y="-3919"/>
                    <a:pt x="66167" y="10114"/>
                  </a:cubicBezTo>
                  <a:lnTo>
                    <a:pt x="160446" y="99431"/>
                  </a:lnTo>
                  <a:cubicBezTo>
                    <a:pt x="176369" y="114502"/>
                    <a:pt x="177058" y="139627"/>
                    <a:pt x="161987" y="155549"/>
                  </a:cubicBezTo>
                  <a:cubicBezTo>
                    <a:pt x="154477" y="163483"/>
                    <a:pt x="144030" y="167972"/>
                    <a:pt x="133105" y="1679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6EF1A26-9548-B84B-A95E-FD0EB8EBEC64}"/>
                </a:ext>
              </a:extLst>
            </p:cNvPr>
            <p:cNvSpPr/>
            <p:nvPr/>
          </p:nvSpPr>
          <p:spPr>
            <a:xfrm>
              <a:off x="8529725" y="1929944"/>
              <a:ext cx="164277" cy="158861"/>
            </a:xfrm>
            <a:custGeom>
              <a:avLst/>
              <a:gdLst>
                <a:gd name="connsiteX0" fmla="*/ 124374 w 164277"/>
                <a:gd name="connsiteY0" fmla="*/ 158862 h 158861"/>
                <a:gd name="connsiteX1" fmla="*/ 97182 w 164277"/>
                <a:gd name="connsiteY1" fmla="*/ 148094 h 158861"/>
                <a:gd name="connsiteX2" fmla="*/ 12479 w 164277"/>
                <a:gd name="connsiteY2" fmla="*/ 68701 h 158861"/>
                <a:gd name="connsiteX3" fmla="*/ 10842 w 164277"/>
                <a:gd name="connsiteY3" fmla="*/ 12480 h 158861"/>
                <a:gd name="connsiteX4" fmla="*/ 67062 w 164277"/>
                <a:gd name="connsiteY4" fmla="*/ 10843 h 158861"/>
                <a:gd name="connsiteX5" fmla="*/ 151765 w 164277"/>
                <a:gd name="connsiteY5" fmla="*/ 90236 h 158861"/>
                <a:gd name="connsiteX6" fmla="*/ 153511 w 164277"/>
                <a:gd name="connsiteY6" fmla="*/ 146347 h 158861"/>
                <a:gd name="connsiteX7" fmla="*/ 124622 w 164277"/>
                <a:gd name="connsiteY7" fmla="*/ 158862 h 158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4277" h="158861">
                  <a:moveTo>
                    <a:pt x="124374" y="158862"/>
                  </a:moveTo>
                  <a:cubicBezTo>
                    <a:pt x="114271" y="158862"/>
                    <a:pt x="104546" y="155011"/>
                    <a:pt x="97182" y="148094"/>
                  </a:cubicBezTo>
                  <a:lnTo>
                    <a:pt x="12479" y="68701"/>
                  </a:lnTo>
                  <a:cubicBezTo>
                    <a:pt x="-3498" y="53626"/>
                    <a:pt x="-4231" y="28458"/>
                    <a:pt x="10842" y="12480"/>
                  </a:cubicBezTo>
                  <a:cubicBezTo>
                    <a:pt x="25915" y="-3497"/>
                    <a:pt x="51084" y="-4232"/>
                    <a:pt x="67062" y="10843"/>
                  </a:cubicBezTo>
                  <a:lnTo>
                    <a:pt x="151765" y="90236"/>
                  </a:lnTo>
                  <a:cubicBezTo>
                    <a:pt x="167743" y="105251"/>
                    <a:pt x="168522" y="130369"/>
                    <a:pt x="153511" y="146347"/>
                  </a:cubicBezTo>
                  <a:cubicBezTo>
                    <a:pt x="146019" y="154321"/>
                    <a:pt x="135564" y="158852"/>
                    <a:pt x="124622" y="1588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F0AA785E-D4C5-844C-A453-3B277F5F4720}"/>
                </a:ext>
              </a:extLst>
            </p:cNvPr>
            <p:cNvSpPr/>
            <p:nvPr/>
          </p:nvSpPr>
          <p:spPr>
            <a:xfrm>
              <a:off x="8184499" y="1924310"/>
              <a:ext cx="211754" cy="216150"/>
            </a:xfrm>
            <a:custGeom>
              <a:avLst/>
              <a:gdLst>
                <a:gd name="connsiteX0" fmla="*/ 39637 w 211754"/>
                <a:gd name="connsiteY0" fmla="*/ 216151 h 216150"/>
                <a:gd name="connsiteX1" fmla="*/ 0 w 211754"/>
                <a:gd name="connsiteY1" fmla="*/ 176395 h 216150"/>
                <a:gd name="connsiteX2" fmla="*/ 11154 w 211754"/>
                <a:gd name="connsiteY2" fmla="*/ 148865 h 216150"/>
                <a:gd name="connsiteX3" fmla="*/ 142997 w 211754"/>
                <a:gd name="connsiteY3" fmla="*/ 12656 h 216150"/>
                <a:gd name="connsiteX4" fmla="*/ 199100 w 211754"/>
                <a:gd name="connsiteY4" fmla="*/ 10637 h 216150"/>
                <a:gd name="connsiteX5" fmla="*/ 201119 w 211754"/>
                <a:gd name="connsiteY5" fmla="*/ 66738 h 216150"/>
                <a:gd name="connsiteX6" fmla="*/ 200011 w 211754"/>
                <a:gd name="connsiteY6" fmla="*/ 67884 h 216150"/>
                <a:gd name="connsiteX7" fmla="*/ 68169 w 211754"/>
                <a:gd name="connsiteY7" fmla="*/ 204093 h 216150"/>
                <a:gd name="connsiteX8" fmla="*/ 39637 w 211754"/>
                <a:gd name="connsiteY8" fmla="*/ 216151 h 2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1754" h="216150">
                  <a:moveTo>
                    <a:pt x="39637" y="216151"/>
                  </a:moveTo>
                  <a:cubicBezTo>
                    <a:pt x="17713" y="216116"/>
                    <a:pt x="-33" y="198317"/>
                    <a:pt x="0" y="176395"/>
                  </a:cubicBezTo>
                  <a:cubicBezTo>
                    <a:pt x="15" y="166118"/>
                    <a:pt x="4014" y="156253"/>
                    <a:pt x="11154" y="148865"/>
                  </a:cubicBezTo>
                  <a:lnTo>
                    <a:pt x="142997" y="12656"/>
                  </a:lnTo>
                  <a:cubicBezTo>
                    <a:pt x="157931" y="-3396"/>
                    <a:pt x="183049" y="-4299"/>
                    <a:pt x="199100" y="10637"/>
                  </a:cubicBezTo>
                  <a:cubicBezTo>
                    <a:pt x="215150" y="25572"/>
                    <a:pt x="216054" y="50690"/>
                    <a:pt x="201119" y="66738"/>
                  </a:cubicBezTo>
                  <a:cubicBezTo>
                    <a:pt x="200757" y="67130"/>
                    <a:pt x="200388" y="67512"/>
                    <a:pt x="200011" y="67884"/>
                  </a:cubicBezTo>
                  <a:lnTo>
                    <a:pt x="68169" y="204093"/>
                  </a:lnTo>
                  <a:cubicBezTo>
                    <a:pt x="60683" y="211809"/>
                    <a:pt x="50387" y="216161"/>
                    <a:pt x="39637" y="2161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8846C9DD-F395-CA40-8296-0E057A93E9D0}"/>
                </a:ext>
              </a:extLst>
            </p:cNvPr>
            <p:cNvSpPr/>
            <p:nvPr/>
          </p:nvSpPr>
          <p:spPr>
            <a:xfrm>
              <a:off x="8132684" y="1530375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4 w 195108"/>
                <a:gd name="connsiteY2" fmla="*/ 0 h 195108"/>
                <a:gd name="connsiteX3" fmla="*/ 195109 w 195108"/>
                <a:gd name="connsiteY3" fmla="*/ 97554 h 195108"/>
                <a:gd name="connsiteX4" fmla="*/ 97554 w 195108"/>
                <a:gd name="connsiteY4" fmla="*/ 195109 h 195108"/>
                <a:gd name="connsiteX5" fmla="*/ 97554 w 195108"/>
                <a:gd name="connsiteY5" fmla="*/ 79443 h 195108"/>
                <a:gd name="connsiteX6" fmla="*/ 79393 w 195108"/>
                <a:gd name="connsiteY6" fmla="*/ 97604 h 195108"/>
                <a:gd name="connsiteX7" fmla="*/ 97554 w 195108"/>
                <a:gd name="connsiteY7" fmla="*/ 115765 h 195108"/>
                <a:gd name="connsiteX8" fmla="*/ 115716 w 195108"/>
                <a:gd name="connsiteY8" fmla="*/ 97604 h 195108"/>
                <a:gd name="connsiteX9" fmla="*/ 115716 w 195108"/>
                <a:gd name="connsiteY9" fmla="*/ 97554 h 195108"/>
                <a:gd name="connsiteX10" fmla="*/ 97554 w 195108"/>
                <a:gd name="connsiteY10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7" y="195109"/>
                    <a:pt x="0" y="151432"/>
                    <a:pt x="0" y="97554"/>
                  </a:cubicBezTo>
                  <a:cubicBezTo>
                    <a:pt x="0" y="43677"/>
                    <a:pt x="43677" y="0"/>
                    <a:pt x="97554" y="0"/>
                  </a:cubicBezTo>
                  <a:cubicBezTo>
                    <a:pt x="151432" y="0"/>
                    <a:pt x="195109" y="43677"/>
                    <a:pt x="195109" y="97554"/>
                  </a:cubicBezTo>
                  <a:cubicBezTo>
                    <a:pt x="195081" y="151421"/>
                    <a:pt x="151421" y="195081"/>
                    <a:pt x="97554" y="195109"/>
                  </a:cubicBezTo>
                  <a:close/>
                  <a:moveTo>
                    <a:pt x="97554" y="79443"/>
                  </a:moveTo>
                  <a:cubicBezTo>
                    <a:pt x="87524" y="79443"/>
                    <a:pt x="79393" y="87574"/>
                    <a:pt x="79393" y="97604"/>
                  </a:cubicBezTo>
                  <a:cubicBezTo>
                    <a:pt x="79393" y="107634"/>
                    <a:pt x="87525" y="115765"/>
                    <a:pt x="97554" y="115765"/>
                  </a:cubicBezTo>
                  <a:cubicBezTo>
                    <a:pt x="107585" y="115765"/>
                    <a:pt x="115716" y="107634"/>
                    <a:pt x="115716" y="97604"/>
                  </a:cubicBezTo>
                  <a:cubicBezTo>
                    <a:pt x="115716" y="97588"/>
                    <a:pt x="115716" y="97571"/>
                    <a:pt x="115716" y="97554"/>
                  </a:cubicBezTo>
                  <a:cubicBezTo>
                    <a:pt x="115688" y="87543"/>
                    <a:pt x="107565" y="79443"/>
                    <a:pt x="9755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C3F0D85B-49BE-AA40-8A3E-8635F0179650}"/>
                </a:ext>
              </a:extLst>
            </p:cNvPr>
            <p:cNvSpPr/>
            <p:nvPr/>
          </p:nvSpPr>
          <p:spPr>
            <a:xfrm>
              <a:off x="8281596" y="1685687"/>
              <a:ext cx="364712" cy="364712"/>
            </a:xfrm>
            <a:custGeom>
              <a:avLst/>
              <a:gdLst>
                <a:gd name="connsiteX0" fmla="*/ 182356 w 364712"/>
                <a:gd name="connsiteY0" fmla="*/ 364712 h 364712"/>
                <a:gd name="connsiteX1" fmla="*/ 0 w 364712"/>
                <a:gd name="connsiteY1" fmla="*/ 182356 h 364712"/>
                <a:gd name="connsiteX2" fmla="*/ 182356 w 364712"/>
                <a:gd name="connsiteY2" fmla="*/ 0 h 364712"/>
                <a:gd name="connsiteX3" fmla="*/ 364712 w 364712"/>
                <a:gd name="connsiteY3" fmla="*/ 182356 h 364712"/>
                <a:gd name="connsiteX4" fmla="*/ 182356 w 364712"/>
                <a:gd name="connsiteY4" fmla="*/ 364712 h 364712"/>
                <a:gd name="connsiteX5" fmla="*/ 182356 w 364712"/>
                <a:gd name="connsiteY5" fmla="*/ 79393 h 364712"/>
                <a:gd name="connsiteX6" fmla="*/ 79393 w 364712"/>
                <a:gd name="connsiteY6" fmla="*/ 182356 h 364712"/>
                <a:gd name="connsiteX7" fmla="*/ 182356 w 364712"/>
                <a:gd name="connsiteY7" fmla="*/ 285319 h 364712"/>
                <a:gd name="connsiteX8" fmla="*/ 285319 w 364712"/>
                <a:gd name="connsiteY8" fmla="*/ 182356 h 364712"/>
                <a:gd name="connsiteX9" fmla="*/ 182356 w 364712"/>
                <a:gd name="connsiteY9" fmla="*/ 79244 h 36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712" h="364712">
                  <a:moveTo>
                    <a:pt x="182356" y="364712"/>
                  </a:moveTo>
                  <a:cubicBezTo>
                    <a:pt x="81643" y="364712"/>
                    <a:pt x="0" y="283066"/>
                    <a:pt x="0" y="182356"/>
                  </a:cubicBezTo>
                  <a:cubicBezTo>
                    <a:pt x="0" y="81643"/>
                    <a:pt x="81643" y="0"/>
                    <a:pt x="182356" y="0"/>
                  </a:cubicBezTo>
                  <a:cubicBezTo>
                    <a:pt x="283066" y="0"/>
                    <a:pt x="364712" y="81643"/>
                    <a:pt x="364712" y="182356"/>
                  </a:cubicBezTo>
                  <a:cubicBezTo>
                    <a:pt x="364603" y="283022"/>
                    <a:pt x="283022" y="364603"/>
                    <a:pt x="182356" y="364712"/>
                  </a:cubicBezTo>
                  <a:close/>
                  <a:moveTo>
                    <a:pt x="182356" y="79393"/>
                  </a:moveTo>
                  <a:cubicBezTo>
                    <a:pt x="125491" y="79393"/>
                    <a:pt x="79393" y="125491"/>
                    <a:pt x="79393" y="182356"/>
                  </a:cubicBezTo>
                  <a:cubicBezTo>
                    <a:pt x="79393" y="239221"/>
                    <a:pt x="125491" y="285319"/>
                    <a:pt x="182356" y="285319"/>
                  </a:cubicBezTo>
                  <a:cubicBezTo>
                    <a:pt x="239221" y="285319"/>
                    <a:pt x="285319" y="239221"/>
                    <a:pt x="285319" y="182356"/>
                  </a:cubicBezTo>
                  <a:cubicBezTo>
                    <a:pt x="285349" y="125455"/>
                    <a:pt x="239256" y="79299"/>
                    <a:pt x="182356" y="7924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93767B5-BA41-3442-979D-0C7A3F988BA8}"/>
                </a:ext>
              </a:extLst>
            </p:cNvPr>
            <p:cNvSpPr/>
            <p:nvPr/>
          </p:nvSpPr>
          <p:spPr>
            <a:xfrm>
              <a:off x="8674543" y="1422946"/>
              <a:ext cx="236889" cy="236889"/>
            </a:xfrm>
            <a:custGeom>
              <a:avLst/>
              <a:gdLst>
                <a:gd name="connsiteX0" fmla="*/ 118544 w 236889"/>
                <a:gd name="connsiteY0" fmla="*/ 236889 h 236889"/>
                <a:gd name="connsiteX1" fmla="*/ 0 w 236889"/>
                <a:gd name="connsiteY1" fmla="*/ 118544 h 236889"/>
                <a:gd name="connsiteX2" fmla="*/ 118346 w 236889"/>
                <a:gd name="connsiteY2" fmla="*/ 0 h 236889"/>
                <a:gd name="connsiteX3" fmla="*/ 236889 w 236889"/>
                <a:gd name="connsiteY3" fmla="*/ 118346 h 236889"/>
                <a:gd name="connsiteX4" fmla="*/ 236889 w 236889"/>
                <a:gd name="connsiteY4" fmla="*/ 118693 h 236889"/>
                <a:gd name="connsiteX5" fmla="*/ 118544 w 236889"/>
                <a:gd name="connsiteY5" fmla="*/ 236889 h 236889"/>
                <a:gd name="connsiteX6" fmla="*/ 118544 w 236889"/>
                <a:gd name="connsiteY6" fmla="*/ 79393 h 236889"/>
                <a:gd name="connsiteX7" fmla="*/ 79393 w 236889"/>
                <a:gd name="connsiteY7" fmla="*/ 118346 h 236889"/>
                <a:gd name="connsiteX8" fmla="*/ 118346 w 236889"/>
                <a:gd name="connsiteY8" fmla="*/ 157496 h 236889"/>
                <a:gd name="connsiteX9" fmla="*/ 157496 w 236889"/>
                <a:gd name="connsiteY9" fmla="*/ 118693 h 236889"/>
                <a:gd name="connsiteX10" fmla="*/ 118594 w 236889"/>
                <a:gd name="connsiteY10" fmla="*/ 79393 h 236889"/>
                <a:gd name="connsiteX11" fmla="*/ 118544 w 236889"/>
                <a:gd name="connsiteY11" fmla="*/ 79393 h 23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889" h="236889">
                  <a:moveTo>
                    <a:pt x="118544" y="236889"/>
                  </a:moveTo>
                  <a:cubicBezTo>
                    <a:pt x="53129" y="236944"/>
                    <a:pt x="55" y="183959"/>
                    <a:pt x="0" y="118544"/>
                  </a:cubicBezTo>
                  <a:cubicBezTo>
                    <a:pt x="-55" y="53128"/>
                    <a:pt x="52930" y="55"/>
                    <a:pt x="118346" y="0"/>
                  </a:cubicBezTo>
                  <a:cubicBezTo>
                    <a:pt x="183761" y="-55"/>
                    <a:pt x="236835" y="52930"/>
                    <a:pt x="236889" y="118346"/>
                  </a:cubicBezTo>
                  <a:cubicBezTo>
                    <a:pt x="236889" y="118461"/>
                    <a:pt x="236889" y="118577"/>
                    <a:pt x="236889" y="118693"/>
                  </a:cubicBezTo>
                  <a:cubicBezTo>
                    <a:pt x="236671" y="183938"/>
                    <a:pt x="183790" y="236753"/>
                    <a:pt x="118544" y="236889"/>
                  </a:cubicBezTo>
                  <a:close/>
                  <a:moveTo>
                    <a:pt x="118544" y="79393"/>
                  </a:moveTo>
                  <a:cubicBezTo>
                    <a:pt x="96979" y="79338"/>
                    <a:pt x="79448" y="96779"/>
                    <a:pt x="79393" y="118346"/>
                  </a:cubicBezTo>
                  <a:cubicBezTo>
                    <a:pt x="79339" y="139913"/>
                    <a:pt x="96780" y="157441"/>
                    <a:pt x="118346" y="157496"/>
                  </a:cubicBezTo>
                  <a:cubicBezTo>
                    <a:pt x="139856" y="157550"/>
                    <a:pt x="157357" y="140201"/>
                    <a:pt x="157496" y="118693"/>
                  </a:cubicBezTo>
                  <a:cubicBezTo>
                    <a:pt x="157605" y="97098"/>
                    <a:pt x="140189" y="79503"/>
                    <a:pt x="118594" y="79393"/>
                  </a:cubicBezTo>
                  <a:cubicBezTo>
                    <a:pt x="118579" y="79393"/>
                    <a:pt x="118559" y="79393"/>
                    <a:pt x="11854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5E931722-2F9A-9049-99B0-49B9DF5EEF83}"/>
                </a:ext>
              </a:extLst>
            </p:cNvPr>
            <p:cNvSpPr/>
            <p:nvPr/>
          </p:nvSpPr>
          <p:spPr>
            <a:xfrm>
              <a:off x="8082617" y="2055709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3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8"/>
                    <a:pt x="27" y="151482"/>
                    <a:pt x="0" y="97604"/>
                  </a:cubicBezTo>
                  <a:cubicBezTo>
                    <a:pt x="-27" y="43726"/>
                    <a:pt x="43627" y="30"/>
                    <a:pt x="97505" y="0"/>
                  </a:cubicBezTo>
                  <a:cubicBezTo>
                    <a:pt x="151382" y="-30"/>
                    <a:pt x="195081" y="43626"/>
                    <a:pt x="195109" y="97505"/>
                  </a:cubicBezTo>
                  <a:cubicBezTo>
                    <a:pt x="195109" y="97539"/>
                    <a:pt x="195109" y="97569"/>
                    <a:pt x="195109" y="97604"/>
                  </a:cubicBezTo>
                  <a:cubicBezTo>
                    <a:pt x="195054" y="151432"/>
                    <a:pt x="151432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4" y="79413"/>
                    <a:pt x="79420" y="87526"/>
                    <a:pt x="79393" y="97554"/>
                  </a:cubicBezTo>
                  <a:cubicBezTo>
                    <a:pt x="79366" y="107583"/>
                    <a:pt x="87474" y="115735"/>
                    <a:pt x="97505" y="115765"/>
                  </a:cubicBezTo>
                  <a:cubicBezTo>
                    <a:pt x="107535" y="115795"/>
                    <a:pt x="115688" y="107682"/>
                    <a:pt x="115716" y="97653"/>
                  </a:cubicBezTo>
                  <a:cubicBezTo>
                    <a:pt x="115716" y="97639"/>
                    <a:pt x="115716" y="97619"/>
                    <a:pt x="115716" y="97604"/>
                  </a:cubicBezTo>
                  <a:cubicBezTo>
                    <a:pt x="115716" y="87595"/>
                    <a:pt x="107615" y="79472"/>
                    <a:pt x="9760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017D27DB-4399-774E-94A2-90EB6CCFE151}"/>
                </a:ext>
              </a:extLst>
            </p:cNvPr>
            <p:cNvSpPr/>
            <p:nvPr/>
          </p:nvSpPr>
          <p:spPr>
            <a:xfrm>
              <a:off x="8603635" y="2001126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4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8"/>
                    <a:pt x="30" y="151482"/>
                    <a:pt x="0" y="97604"/>
                  </a:cubicBezTo>
                  <a:cubicBezTo>
                    <a:pt x="-30" y="43726"/>
                    <a:pt x="43627" y="30"/>
                    <a:pt x="97505" y="0"/>
                  </a:cubicBezTo>
                  <a:cubicBezTo>
                    <a:pt x="151383" y="-30"/>
                    <a:pt x="195079" y="43627"/>
                    <a:pt x="195109" y="97505"/>
                  </a:cubicBezTo>
                  <a:cubicBezTo>
                    <a:pt x="195109" y="97539"/>
                    <a:pt x="195109" y="97569"/>
                    <a:pt x="195109" y="97604"/>
                  </a:cubicBezTo>
                  <a:cubicBezTo>
                    <a:pt x="195054" y="151432"/>
                    <a:pt x="151433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6" y="79413"/>
                    <a:pt x="79423" y="87526"/>
                    <a:pt x="79393" y="97554"/>
                  </a:cubicBezTo>
                  <a:cubicBezTo>
                    <a:pt x="79363" y="107583"/>
                    <a:pt x="87476" y="115735"/>
                    <a:pt x="97505" y="115765"/>
                  </a:cubicBezTo>
                  <a:cubicBezTo>
                    <a:pt x="107533" y="115795"/>
                    <a:pt x="115686" y="107682"/>
                    <a:pt x="115716" y="97654"/>
                  </a:cubicBezTo>
                  <a:cubicBezTo>
                    <a:pt x="115716" y="97639"/>
                    <a:pt x="115716" y="97619"/>
                    <a:pt x="115716" y="97604"/>
                  </a:cubicBezTo>
                  <a:cubicBezTo>
                    <a:pt x="115716" y="87595"/>
                    <a:pt x="107613" y="79473"/>
                    <a:pt x="9760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1" name="Picture Placeholder 45">
            <a:extLst>
              <a:ext uri="{FF2B5EF4-FFF2-40B4-BE49-F238E27FC236}">
                <a16:creationId xmlns:a16="http://schemas.microsoft.com/office/drawing/2014/main" id="{609B3E9D-9476-4676-986A-92A321A4CEA0}"/>
              </a:ext>
            </a:extLst>
          </p:cNvPr>
          <p:cNvGrpSpPr>
            <a:grpSpLocks noChangeAspect="1"/>
          </p:cNvGrpSpPr>
          <p:nvPr/>
        </p:nvGrpSpPr>
        <p:grpSpPr>
          <a:xfrm>
            <a:off x="9394373" y="1460509"/>
            <a:ext cx="840628" cy="752745"/>
            <a:chOff x="9394373" y="1460509"/>
            <a:chExt cx="840628" cy="752745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49B79EB-6F33-E74F-800A-F48DFD213AE2}"/>
                </a:ext>
              </a:extLst>
            </p:cNvPr>
            <p:cNvSpPr/>
            <p:nvPr/>
          </p:nvSpPr>
          <p:spPr>
            <a:xfrm>
              <a:off x="9394373" y="1460509"/>
              <a:ext cx="835878" cy="183596"/>
            </a:xfrm>
            <a:custGeom>
              <a:avLst/>
              <a:gdLst>
                <a:gd name="connsiteX0" fmla="*/ 694735 w 835878"/>
                <a:gd name="connsiteY0" fmla="*/ 183597 h 183596"/>
                <a:gd name="connsiteX1" fmla="*/ 577978 w 835878"/>
                <a:gd name="connsiteY1" fmla="*/ 105494 h 183596"/>
                <a:gd name="connsiteX2" fmla="*/ 555797 w 835878"/>
                <a:gd name="connsiteY2" fmla="*/ 79393 h 183596"/>
                <a:gd name="connsiteX3" fmla="*/ 523047 w 835878"/>
                <a:gd name="connsiteY3" fmla="*/ 110803 h 183596"/>
                <a:gd name="connsiteX4" fmla="*/ 416859 w 835878"/>
                <a:gd name="connsiteY4" fmla="*/ 183597 h 183596"/>
                <a:gd name="connsiteX5" fmla="*/ 295784 w 835878"/>
                <a:gd name="connsiteY5" fmla="*/ 110108 h 183596"/>
                <a:gd name="connsiteX6" fmla="*/ 270230 w 835878"/>
                <a:gd name="connsiteY6" fmla="*/ 85298 h 183596"/>
                <a:gd name="connsiteX7" fmla="*/ 247305 w 835878"/>
                <a:gd name="connsiteY7" fmla="*/ 107627 h 183596"/>
                <a:gd name="connsiteX8" fmla="*/ 126330 w 835878"/>
                <a:gd name="connsiteY8" fmla="*/ 179577 h 183596"/>
                <a:gd name="connsiteX9" fmla="*/ 10862 w 835878"/>
                <a:gd name="connsiteY9" fmla="*/ 122315 h 183596"/>
                <a:gd name="connsiteX10" fmla="*/ 12425 w 835878"/>
                <a:gd name="connsiteY10" fmla="*/ 66169 h 183596"/>
                <a:gd name="connsiteX11" fmla="*/ 68571 w 835878"/>
                <a:gd name="connsiteY11" fmla="*/ 67732 h 183596"/>
                <a:gd name="connsiteX12" fmla="*/ 126578 w 835878"/>
                <a:gd name="connsiteY12" fmla="*/ 99986 h 183596"/>
                <a:gd name="connsiteX13" fmla="*/ 180764 w 835878"/>
                <a:gd name="connsiteY13" fmla="*/ 64507 h 183596"/>
                <a:gd name="connsiteX14" fmla="*/ 270478 w 835878"/>
                <a:gd name="connsiteY14" fmla="*/ 5706 h 183596"/>
                <a:gd name="connsiteX15" fmla="*/ 362227 w 835878"/>
                <a:gd name="connsiteY15" fmla="*/ 66641 h 183596"/>
                <a:gd name="connsiteX16" fmla="*/ 416809 w 835878"/>
                <a:gd name="connsiteY16" fmla="*/ 104203 h 183596"/>
                <a:gd name="connsiteX17" fmla="*/ 454769 w 835878"/>
                <a:gd name="connsiteY17" fmla="*/ 70213 h 183596"/>
                <a:gd name="connsiteX18" fmla="*/ 555748 w 835878"/>
                <a:gd name="connsiteY18" fmla="*/ 0 h 183596"/>
                <a:gd name="connsiteX19" fmla="*/ 646454 w 835878"/>
                <a:gd name="connsiteY19" fmla="*/ 65400 h 183596"/>
                <a:gd name="connsiteX20" fmla="*/ 694686 w 835878"/>
                <a:gd name="connsiteY20" fmla="*/ 104203 h 183596"/>
                <a:gd name="connsiteX21" fmla="*/ 763807 w 835878"/>
                <a:gd name="connsiteY21" fmla="*/ 72148 h 183596"/>
                <a:gd name="connsiteX22" fmla="*/ 819149 w 835878"/>
                <a:gd name="connsiteY22" fmla="*/ 62715 h 183596"/>
                <a:gd name="connsiteX23" fmla="*/ 835063 w 835878"/>
                <a:gd name="connsiteY23" fmla="*/ 87035 h 183596"/>
                <a:gd name="connsiteX24" fmla="*/ 825784 w 835878"/>
                <a:gd name="connsiteY24" fmla="*/ 121769 h 183596"/>
                <a:gd name="connsiteX25" fmla="*/ 694735 w 835878"/>
                <a:gd name="connsiteY25" fmla="*/ 183597 h 183596"/>
                <a:gd name="connsiteX26" fmla="*/ 757307 w 835878"/>
                <a:gd name="connsiteY26" fmla="*/ 102963 h 183596"/>
                <a:gd name="connsiteX27" fmla="*/ 757307 w 835878"/>
                <a:gd name="connsiteY27" fmla="*/ 102963 h 183596"/>
                <a:gd name="connsiteX28" fmla="*/ 757307 w 835878"/>
                <a:gd name="connsiteY28" fmla="*/ 102963 h 183596"/>
                <a:gd name="connsiteX29" fmla="*/ 757307 w 835878"/>
                <a:gd name="connsiteY29" fmla="*/ 102963 h 183596"/>
                <a:gd name="connsiteX30" fmla="*/ 757307 w 835878"/>
                <a:gd name="connsiteY30" fmla="*/ 102963 h 183596"/>
                <a:gd name="connsiteX31" fmla="*/ 757307 w 835878"/>
                <a:gd name="connsiteY31" fmla="*/ 102963 h 183596"/>
                <a:gd name="connsiteX32" fmla="*/ 757307 w 835878"/>
                <a:gd name="connsiteY32" fmla="*/ 102963 h 183596"/>
                <a:gd name="connsiteX33" fmla="*/ 757307 w 835878"/>
                <a:gd name="connsiteY33" fmla="*/ 102963 h 183596"/>
                <a:gd name="connsiteX34" fmla="*/ 762269 w 835878"/>
                <a:gd name="connsiteY34" fmla="*/ 74977 h 183596"/>
                <a:gd name="connsiteX35" fmla="*/ 761326 w 835878"/>
                <a:gd name="connsiteY35" fmla="*/ 76714 h 183596"/>
                <a:gd name="connsiteX36" fmla="*/ 762120 w 835878"/>
                <a:gd name="connsiteY36" fmla="*/ 74778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35878" h="183596">
                  <a:moveTo>
                    <a:pt x="694735" y="183597"/>
                  </a:moveTo>
                  <a:cubicBezTo>
                    <a:pt x="623728" y="183597"/>
                    <a:pt x="595097" y="134720"/>
                    <a:pt x="577978" y="105494"/>
                  </a:cubicBezTo>
                  <a:cubicBezTo>
                    <a:pt x="564679" y="82817"/>
                    <a:pt x="561156" y="79393"/>
                    <a:pt x="555797" y="79393"/>
                  </a:cubicBezTo>
                  <a:cubicBezTo>
                    <a:pt x="543739" y="79393"/>
                    <a:pt x="539125" y="83760"/>
                    <a:pt x="523047" y="110803"/>
                  </a:cubicBezTo>
                  <a:cubicBezTo>
                    <a:pt x="505829" y="139781"/>
                    <a:pt x="479778" y="183597"/>
                    <a:pt x="416859" y="183597"/>
                  </a:cubicBezTo>
                  <a:cubicBezTo>
                    <a:pt x="343867" y="183597"/>
                    <a:pt x="314938" y="139335"/>
                    <a:pt x="295784" y="110108"/>
                  </a:cubicBezTo>
                  <a:cubicBezTo>
                    <a:pt x="280898" y="87332"/>
                    <a:pt x="277871" y="85298"/>
                    <a:pt x="270230" y="85298"/>
                  </a:cubicBezTo>
                  <a:cubicBezTo>
                    <a:pt x="263630" y="85298"/>
                    <a:pt x="261645" y="85298"/>
                    <a:pt x="247305" y="107627"/>
                  </a:cubicBezTo>
                  <a:cubicBezTo>
                    <a:pt x="229987" y="134522"/>
                    <a:pt x="201058" y="179577"/>
                    <a:pt x="126330" y="179577"/>
                  </a:cubicBezTo>
                  <a:cubicBezTo>
                    <a:pt x="66090" y="179478"/>
                    <a:pt x="16072" y="128170"/>
                    <a:pt x="10862" y="122315"/>
                  </a:cubicBezTo>
                  <a:cubicBezTo>
                    <a:pt x="-4210" y="106379"/>
                    <a:pt x="-3511" y="81242"/>
                    <a:pt x="12425" y="66169"/>
                  </a:cubicBezTo>
                  <a:cubicBezTo>
                    <a:pt x="28361" y="51096"/>
                    <a:pt x="53498" y="51797"/>
                    <a:pt x="68571" y="67732"/>
                  </a:cubicBezTo>
                  <a:cubicBezTo>
                    <a:pt x="78495" y="78252"/>
                    <a:pt x="106084" y="99986"/>
                    <a:pt x="126578" y="99986"/>
                  </a:cubicBezTo>
                  <a:cubicBezTo>
                    <a:pt x="157938" y="99986"/>
                    <a:pt x="165580" y="88126"/>
                    <a:pt x="180764" y="64507"/>
                  </a:cubicBezTo>
                  <a:cubicBezTo>
                    <a:pt x="195948" y="40887"/>
                    <a:pt x="218575" y="5706"/>
                    <a:pt x="270478" y="5706"/>
                  </a:cubicBezTo>
                  <a:cubicBezTo>
                    <a:pt x="322381" y="5706"/>
                    <a:pt x="346398" y="42426"/>
                    <a:pt x="362227" y="66641"/>
                  </a:cubicBezTo>
                  <a:cubicBezTo>
                    <a:pt x="379247" y="92691"/>
                    <a:pt x="388029" y="104203"/>
                    <a:pt x="416809" y="104203"/>
                  </a:cubicBezTo>
                  <a:cubicBezTo>
                    <a:pt x="432837" y="104203"/>
                    <a:pt x="438692" y="97306"/>
                    <a:pt x="454769" y="70213"/>
                  </a:cubicBezTo>
                  <a:cubicBezTo>
                    <a:pt x="471442" y="42227"/>
                    <a:pt x="496550" y="0"/>
                    <a:pt x="555748" y="0"/>
                  </a:cubicBezTo>
                  <a:cubicBezTo>
                    <a:pt x="608147" y="0"/>
                    <a:pt x="631221" y="39349"/>
                    <a:pt x="646454" y="65400"/>
                  </a:cubicBezTo>
                  <a:cubicBezTo>
                    <a:pt x="663623" y="94726"/>
                    <a:pt x="671265" y="104203"/>
                    <a:pt x="694686" y="104203"/>
                  </a:cubicBezTo>
                  <a:cubicBezTo>
                    <a:pt x="732497" y="104203"/>
                    <a:pt x="759689" y="76565"/>
                    <a:pt x="763807" y="72148"/>
                  </a:cubicBezTo>
                  <a:cubicBezTo>
                    <a:pt x="776485" y="54262"/>
                    <a:pt x="801261" y="50038"/>
                    <a:pt x="819149" y="62715"/>
                  </a:cubicBezTo>
                  <a:cubicBezTo>
                    <a:pt x="827337" y="68519"/>
                    <a:pt x="833023" y="77208"/>
                    <a:pt x="835063" y="87035"/>
                  </a:cubicBezTo>
                  <a:cubicBezTo>
                    <a:pt x="837593" y="99427"/>
                    <a:pt x="834160" y="112289"/>
                    <a:pt x="825784" y="121769"/>
                  </a:cubicBezTo>
                  <a:cubicBezTo>
                    <a:pt x="823749" y="124349"/>
                    <a:pt x="774426" y="183597"/>
                    <a:pt x="694735" y="183597"/>
                  </a:cubicBez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62269" y="74977"/>
                  </a:moveTo>
                  <a:cubicBezTo>
                    <a:pt x="761971" y="75523"/>
                    <a:pt x="761624" y="76069"/>
                    <a:pt x="761326" y="76714"/>
                  </a:cubicBezTo>
                  <a:cubicBezTo>
                    <a:pt x="761555" y="76055"/>
                    <a:pt x="761822" y="75409"/>
                    <a:pt x="762120" y="747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956A5343-F2D1-5D4F-A81C-D0F48213FB16}"/>
                </a:ext>
              </a:extLst>
            </p:cNvPr>
            <p:cNvSpPr/>
            <p:nvPr/>
          </p:nvSpPr>
          <p:spPr>
            <a:xfrm>
              <a:off x="9398845" y="1646090"/>
              <a:ext cx="836156" cy="183596"/>
            </a:xfrm>
            <a:custGeom>
              <a:avLst/>
              <a:gdLst>
                <a:gd name="connsiteX0" fmla="*/ 695026 w 836156"/>
                <a:gd name="connsiteY0" fmla="*/ 183597 h 183596"/>
                <a:gd name="connsiteX1" fmla="*/ 578269 w 836156"/>
                <a:gd name="connsiteY1" fmla="*/ 105494 h 183596"/>
                <a:gd name="connsiteX2" fmla="*/ 556088 w 836156"/>
                <a:gd name="connsiteY2" fmla="*/ 79393 h 183596"/>
                <a:gd name="connsiteX3" fmla="*/ 523338 w 836156"/>
                <a:gd name="connsiteY3" fmla="*/ 110803 h 183596"/>
                <a:gd name="connsiteX4" fmla="*/ 417150 w 836156"/>
                <a:gd name="connsiteY4" fmla="*/ 183597 h 183596"/>
                <a:gd name="connsiteX5" fmla="*/ 296075 w 836156"/>
                <a:gd name="connsiteY5" fmla="*/ 110108 h 183596"/>
                <a:gd name="connsiteX6" fmla="*/ 270521 w 836156"/>
                <a:gd name="connsiteY6" fmla="*/ 85298 h 183596"/>
                <a:gd name="connsiteX7" fmla="*/ 247546 w 836156"/>
                <a:gd name="connsiteY7" fmla="*/ 107627 h 183596"/>
                <a:gd name="connsiteX8" fmla="*/ 126621 w 836156"/>
                <a:gd name="connsiteY8" fmla="*/ 179577 h 183596"/>
                <a:gd name="connsiteX9" fmla="*/ 10855 w 836156"/>
                <a:gd name="connsiteY9" fmla="*/ 122315 h 183596"/>
                <a:gd name="connsiteX10" fmla="*/ 12443 w 836156"/>
                <a:gd name="connsiteY10" fmla="*/ 66144 h 183596"/>
                <a:gd name="connsiteX11" fmla="*/ 68614 w 836156"/>
                <a:gd name="connsiteY11" fmla="*/ 67732 h 183596"/>
                <a:gd name="connsiteX12" fmla="*/ 126621 w 836156"/>
                <a:gd name="connsiteY12" fmla="*/ 99986 h 183596"/>
                <a:gd name="connsiteX13" fmla="*/ 180757 w 836156"/>
                <a:gd name="connsiteY13" fmla="*/ 64507 h 183596"/>
                <a:gd name="connsiteX14" fmla="*/ 270521 w 836156"/>
                <a:gd name="connsiteY14" fmla="*/ 5706 h 183596"/>
                <a:gd name="connsiteX15" fmla="*/ 362518 w 836156"/>
                <a:gd name="connsiteY15" fmla="*/ 66641 h 183596"/>
                <a:gd name="connsiteX16" fmla="*/ 417100 w 836156"/>
                <a:gd name="connsiteY16" fmla="*/ 104203 h 183596"/>
                <a:gd name="connsiteX17" fmla="*/ 455060 w 836156"/>
                <a:gd name="connsiteY17" fmla="*/ 70213 h 183596"/>
                <a:gd name="connsiteX18" fmla="*/ 556038 w 836156"/>
                <a:gd name="connsiteY18" fmla="*/ 0 h 183596"/>
                <a:gd name="connsiteX19" fmla="*/ 646745 w 836156"/>
                <a:gd name="connsiteY19" fmla="*/ 65400 h 183596"/>
                <a:gd name="connsiteX20" fmla="*/ 694977 w 836156"/>
                <a:gd name="connsiteY20" fmla="*/ 104203 h 183596"/>
                <a:gd name="connsiteX21" fmla="*/ 764049 w 836156"/>
                <a:gd name="connsiteY21" fmla="*/ 72148 h 183596"/>
                <a:gd name="connsiteX22" fmla="*/ 819376 w 836156"/>
                <a:gd name="connsiteY22" fmla="*/ 62622 h 183596"/>
                <a:gd name="connsiteX23" fmla="*/ 835354 w 836156"/>
                <a:gd name="connsiteY23" fmla="*/ 87035 h 183596"/>
                <a:gd name="connsiteX24" fmla="*/ 826025 w 836156"/>
                <a:gd name="connsiteY24" fmla="*/ 121769 h 183596"/>
                <a:gd name="connsiteX25" fmla="*/ 695026 w 836156"/>
                <a:gd name="connsiteY25" fmla="*/ 183597 h 183596"/>
                <a:gd name="connsiteX26" fmla="*/ 757548 w 836156"/>
                <a:gd name="connsiteY26" fmla="*/ 102913 h 183596"/>
                <a:gd name="connsiteX27" fmla="*/ 757548 w 836156"/>
                <a:gd name="connsiteY27" fmla="*/ 102913 h 183596"/>
                <a:gd name="connsiteX28" fmla="*/ 757548 w 836156"/>
                <a:gd name="connsiteY28" fmla="*/ 102913 h 183596"/>
                <a:gd name="connsiteX29" fmla="*/ 757548 w 836156"/>
                <a:gd name="connsiteY29" fmla="*/ 102913 h 183596"/>
                <a:gd name="connsiteX30" fmla="*/ 762510 w 836156"/>
                <a:gd name="connsiteY30" fmla="*/ 74927 h 183596"/>
                <a:gd name="connsiteX31" fmla="*/ 761617 w 836156"/>
                <a:gd name="connsiteY31" fmla="*/ 76565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156" h="183596">
                  <a:moveTo>
                    <a:pt x="695026" y="183597"/>
                  </a:moveTo>
                  <a:cubicBezTo>
                    <a:pt x="623969" y="183597"/>
                    <a:pt x="595338" y="134720"/>
                    <a:pt x="578269" y="105494"/>
                  </a:cubicBezTo>
                  <a:cubicBezTo>
                    <a:pt x="564970" y="82817"/>
                    <a:pt x="561398" y="79393"/>
                    <a:pt x="556088" y="79393"/>
                  </a:cubicBezTo>
                  <a:cubicBezTo>
                    <a:pt x="544030" y="79393"/>
                    <a:pt x="539416" y="83809"/>
                    <a:pt x="523338" y="110803"/>
                  </a:cubicBezTo>
                  <a:cubicBezTo>
                    <a:pt x="506120" y="139781"/>
                    <a:pt x="480069" y="183597"/>
                    <a:pt x="417150" y="183597"/>
                  </a:cubicBezTo>
                  <a:cubicBezTo>
                    <a:pt x="344158" y="183597"/>
                    <a:pt x="315229" y="139335"/>
                    <a:pt x="296075" y="110108"/>
                  </a:cubicBezTo>
                  <a:cubicBezTo>
                    <a:pt x="281189" y="87332"/>
                    <a:pt x="278113" y="85298"/>
                    <a:pt x="270521" y="85298"/>
                  </a:cubicBezTo>
                  <a:cubicBezTo>
                    <a:pt x="263921" y="85298"/>
                    <a:pt x="261936" y="85298"/>
                    <a:pt x="247546" y="107627"/>
                  </a:cubicBezTo>
                  <a:cubicBezTo>
                    <a:pt x="230278" y="134522"/>
                    <a:pt x="201300" y="179577"/>
                    <a:pt x="126621" y="179577"/>
                  </a:cubicBezTo>
                  <a:cubicBezTo>
                    <a:pt x="66381" y="179478"/>
                    <a:pt x="16314" y="128170"/>
                    <a:pt x="10855" y="122315"/>
                  </a:cubicBezTo>
                  <a:cubicBezTo>
                    <a:pt x="-4217" y="106365"/>
                    <a:pt x="-3506" y="81217"/>
                    <a:pt x="12443" y="66144"/>
                  </a:cubicBezTo>
                  <a:cubicBezTo>
                    <a:pt x="28393" y="51072"/>
                    <a:pt x="53541" y="51783"/>
                    <a:pt x="68614" y="67732"/>
                  </a:cubicBezTo>
                  <a:cubicBezTo>
                    <a:pt x="78538" y="78252"/>
                    <a:pt x="106127" y="99986"/>
                    <a:pt x="126621" y="99986"/>
                  </a:cubicBezTo>
                  <a:cubicBezTo>
                    <a:pt x="157981" y="99986"/>
                    <a:pt x="165573" y="88126"/>
                    <a:pt x="180757" y="64507"/>
                  </a:cubicBezTo>
                  <a:cubicBezTo>
                    <a:pt x="195941" y="40887"/>
                    <a:pt x="218568" y="5706"/>
                    <a:pt x="270521" y="5706"/>
                  </a:cubicBezTo>
                  <a:cubicBezTo>
                    <a:pt x="322474" y="5706"/>
                    <a:pt x="346639" y="42426"/>
                    <a:pt x="362518" y="66641"/>
                  </a:cubicBezTo>
                  <a:cubicBezTo>
                    <a:pt x="379537" y="92691"/>
                    <a:pt x="388271" y="104203"/>
                    <a:pt x="417100" y="104203"/>
                  </a:cubicBezTo>
                  <a:cubicBezTo>
                    <a:pt x="433128" y="104203"/>
                    <a:pt x="438934" y="97306"/>
                    <a:pt x="455060" y="70213"/>
                  </a:cubicBezTo>
                  <a:cubicBezTo>
                    <a:pt x="471683" y="42277"/>
                    <a:pt x="496841" y="0"/>
                    <a:pt x="556038" y="0"/>
                  </a:cubicBezTo>
                  <a:cubicBezTo>
                    <a:pt x="608438" y="0"/>
                    <a:pt x="631462" y="39349"/>
                    <a:pt x="646745" y="65400"/>
                  </a:cubicBezTo>
                  <a:cubicBezTo>
                    <a:pt x="663914" y="94726"/>
                    <a:pt x="671556" y="104203"/>
                    <a:pt x="694977" y="104203"/>
                  </a:cubicBezTo>
                  <a:cubicBezTo>
                    <a:pt x="732738" y="104203"/>
                    <a:pt x="759930" y="76614"/>
                    <a:pt x="764049" y="72148"/>
                  </a:cubicBezTo>
                  <a:cubicBezTo>
                    <a:pt x="776697" y="54240"/>
                    <a:pt x="801468" y="49975"/>
                    <a:pt x="819376" y="62622"/>
                  </a:cubicBezTo>
                  <a:cubicBezTo>
                    <a:pt x="827608" y="68436"/>
                    <a:pt x="833319" y="77164"/>
                    <a:pt x="835354" y="87035"/>
                  </a:cubicBezTo>
                  <a:cubicBezTo>
                    <a:pt x="837864" y="99435"/>
                    <a:pt x="834411" y="112294"/>
                    <a:pt x="826025" y="121769"/>
                  </a:cubicBezTo>
                  <a:cubicBezTo>
                    <a:pt x="823991" y="124399"/>
                    <a:pt x="774618" y="183597"/>
                    <a:pt x="695026" y="183597"/>
                  </a:cubicBezTo>
                  <a:close/>
                  <a:moveTo>
                    <a:pt x="757548" y="102913"/>
                  </a:moveTo>
                  <a:lnTo>
                    <a:pt x="757548" y="102913"/>
                  </a:lnTo>
                  <a:close/>
                  <a:moveTo>
                    <a:pt x="757548" y="102913"/>
                  </a:moveTo>
                  <a:lnTo>
                    <a:pt x="757548" y="102913"/>
                  </a:lnTo>
                  <a:close/>
                  <a:moveTo>
                    <a:pt x="762510" y="74927"/>
                  </a:moveTo>
                  <a:lnTo>
                    <a:pt x="761617" y="7656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333B6E3-4139-8440-8E78-8A96B5188E36}"/>
                </a:ext>
              </a:extLst>
            </p:cNvPr>
            <p:cNvSpPr/>
            <p:nvPr/>
          </p:nvSpPr>
          <p:spPr>
            <a:xfrm>
              <a:off x="9398839" y="1834549"/>
              <a:ext cx="836163" cy="183695"/>
            </a:xfrm>
            <a:custGeom>
              <a:avLst/>
              <a:gdLst>
                <a:gd name="connsiteX0" fmla="*/ 695033 w 836163"/>
                <a:gd name="connsiteY0" fmla="*/ 183696 h 183695"/>
                <a:gd name="connsiteX1" fmla="*/ 578275 w 836163"/>
                <a:gd name="connsiteY1" fmla="*/ 105593 h 183695"/>
                <a:gd name="connsiteX2" fmla="*/ 556095 w 836163"/>
                <a:gd name="connsiteY2" fmla="*/ 79492 h 183695"/>
                <a:gd name="connsiteX3" fmla="*/ 523345 w 836163"/>
                <a:gd name="connsiteY3" fmla="*/ 110902 h 183695"/>
                <a:gd name="connsiteX4" fmla="*/ 417157 w 836163"/>
                <a:gd name="connsiteY4" fmla="*/ 183696 h 183695"/>
                <a:gd name="connsiteX5" fmla="*/ 296082 w 836163"/>
                <a:gd name="connsiteY5" fmla="*/ 110208 h 183695"/>
                <a:gd name="connsiteX6" fmla="*/ 270528 w 836163"/>
                <a:gd name="connsiteY6" fmla="*/ 85397 h 183695"/>
                <a:gd name="connsiteX7" fmla="*/ 247553 w 836163"/>
                <a:gd name="connsiteY7" fmla="*/ 107727 h 183695"/>
                <a:gd name="connsiteX8" fmla="*/ 126627 w 836163"/>
                <a:gd name="connsiteY8" fmla="*/ 179677 h 183695"/>
                <a:gd name="connsiteX9" fmla="*/ 10862 w 836163"/>
                <a:gd name="connsiteY9" fmla="*/ 122414 h 183695"/>
                <a:gd name="connsiteX10" fmla="*/ 12425 w 836163"/>
                <a:gd name="connsiteY10" fmla="*/ 66268 h 183695"/>
                <a:gd name="connsiteX11" fmla="*/ 68571 w 836163"/>
                <a:gd name="connsiteY11" fmla="*/ 67831 h 183695"/>
                <a:gd name="connsiteX12" fmla="*/ 126627 w 836163"/>
                <a:gd name="connsiteY12" fmla="*/ 100085 h 183695"/>
                <a:gd name="connsiteX13" fmla="*/ 180764 w 836163"/>
                <a:gd name="connsiteY13" fmla="*/ 64606 h 183695"/>
                <a:gd name="connsiteX14" fmla="*/ 270528 w 836163"/>
                <a:gd name="connsiteY14" fmla="*/ 5806 h 183695"/>
                <a:gd name="connsiteX15" fmla="*/ 362524 w 836163"/>
                <a:gd name="connsiteY15" fmla="*/ 66641 h 183695"/>
                <a:gd name="connsiteX16" fmla="*/ 417107 w 836163"/>
                <a:gd name="connsiteY16" fmla="*/ 104203 h 183695"/>
                <a:gd name="connsiteX17" fmla="*/ 455067 w 836163"/>
                <a:gd name="connsiteY17" fmla="*/ 70213 h 183695"/>
                <a:gd name="connsiteX18" fmla="*/ 556045 w 836163"/>
                <a:gd name="connsiteY18" fmla="*/ 0 h 183695"/>
                <a:gd name="connsiteX19" fmla="*/ 646752 w 836163"/>
                <a:gd name="connsiteY19" fmla="*/ 65400 h 183695"/>
                <a:gd name="connsiteX20" fmla="*/ 694983 w 836163"/>
                <a:gd name="connsiteY20" fmla="*/ 104203 h 183695"/>
                <a:gd name="connsiteX21" fmla="*/ 764055 w 836163"/>
                <a:gd name="connsiteY21" fmla="*/ 72148 h 183695"/>
                <a:gd name="connsiteX22" fmla="*/ 819383 w 836163"/>
                <a:gd name="connsiteY22" fmla="*/ 62622 h 183695"/>
                <a:gd name="connsiteX23" fmla="*/ 835360 w 836163"/>
                <a:gd name="connsiteY23" fmla="*/ 87035 h 183695"/>
                <a:gd name="connsiteX24" fmla="*/ 826032 w 836163"/>
                <a:gd name="connsiteY24" fmla="*/ 121769 h 183695"/>
                <a:gd name="connsiteX25" fmla="*/ 695033 w 836163"/>
                <a:gd name="connsiteY25" fmla="*/ 183696 h 183695"/>
                <a:gd name="connsiteX26" fmla="*/ 757555 w 836163"/>
                <a:gd name="connsiteY26" fmla="*/ 103013 h 183695"/>
                <a:gd name="connsiteX27" fmla="*/ 757555 w 836163"/>
                <a:gd name="connsiteY27" fmla="*/ 103013 h 183695"/>
                <a:gd name="connsiteX28" fmla="*/ 757555 w 836163"/>
                <a:gd name="connsiteY28" fmla="*/ 103013 h 183695"/>
                <a:gd name="connsiteX29" fmla="*/ 757555 w 836163"/>
                <a:gd name="connsiteY29" fmla="*/ 103013 h 183695"/>
                <a:gd name="connsiteX30" fmla="*/ 762517 w 836163"/>
                <a:gd name="connsiteY30" fmla="*/ 75076 h 183695"/>
                <a:gd name="connsiteX31" fmla="*/ 761624 w 836163"/>
                <a:gd name="connsiteY31" fmla="*/ 76714 h 18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163" h="183695">
                  <a:moveTo>
                    <a:pt x="695033" y="183696"/>
                  </a:moveTo>
                  <a:cubicBezTo>
                    <a:pt x="623976" y="183696"/>
                    <a:pt x="595345" y="134819"/>
                    <a:pt x="578275" y="105593"/>
                  </a:cubicBezTo>
                  <a:cubicBezTo>
                    <a:pt x="564977" y="82916"/>
                    <a:pt x="561404" y="79492"/>
                    <a:pt x="556095" y="79492"/>
                  </a:cubicBezTo>
                  <a:cubicBezTo>
                    <a:pt x="544037" y="79492"/>
                    <a:pt x="539422" y="83909"/>
                    <a:pt x="523345" y="110902"/>
                  </a:cubicBezTo>
                  <a:cubicBezTo>
                    <a:pt x="506127" y="139881"/>
                    <a:pt x="480076" y="183696"/>
                    <a:pt x="417157" y="183696"/>
                  </a:cubicBezTo>
                  <a:cubicBezTo>
                    <a:pt x="344165" y="183696"/>
                    <a:pt x="315236" y="139434"/>
                    <a:pt x="296082" y="110208"/>
                  </a:cubicBezTo>
                  <a:cubicBezTo>
                    <a:pt x="281196" y="87432"/>
                    <a:pt x="278119" y="85397"/>
                    <a:pt x="270528" y="85397"/>
                  </a:cubicBezTo>
                  <a:cubicBezTo>
                    <a:pt x="263928" y="85397"/>
                    <a:pt x="261943" y="85397"/>
                    <a:pt x="247553" y="107727"/>
                  </a:cubicBezTo>
                  <a:cubicBezTo>
                    <a:pt x="230285" y="134621"/>
                    <a:pt x="201307" y="179677"/>
                    <a:pt x="126627" y="179677"/>
                  </a:cubicBezTo>
                  <a:cubicBezTo>
                    <a:pt x="66388" y="179577"/>
                    <a:pt x="16320" y="128269"/>
                    <a:pt x="10862" y="122414"/>
                  </a:cubicBezTo>
                  <a:cubicBezTo>
                    <a:pt x="-4210" y="106476"/>
                    <a:pt x="-3511" y="81343"/>
                    <a:pt x="12425" y="66268"/>
                  </a:cubicBezTo>
                  <a:cubicBezTo>
                    <a:pt x="28361" y="51196"/>
                    <a:pt x="53498" y="51896"/>
                    <a:pt x="68571" y="67831"/>
                  </a:cubicBezTo>
                  <a:cubicBezTo>
                    <a:pt x="78495" y="78351"/>
                    <a:pt x="106134" y="100085"/>
                    <a:pt x="126627" y="100085"/>
                  </a:cubicBezTo>
                  <a:cubicBezTo>
                    <a:pt x="157988" y="100085"/>
                    <a:pt x="165580" y="88226"/>
                    <a:pt x="180764" y="64606"/>
                  </a:cubicBezTo>
                  <a:cubicBezTo>
                    <a:pt x="195948" y="40987"/>
                    <a:pt x="218575" y="5806"/>
                    <a:pt x="270528" y="5806"/>
                  </a:cubicBezTo>
                  <a:cubicBezTo>
                    <a:pt x="322480" y="5806"/>
                    <a:pt x="346646" y="42426"/>
                    <a:pt x="362524" y="66641"/>
                  </a:cubicBezTo>
                  <a:cubicBezTo>
                    <a:pt x="379544" y="92691"/>
                    <a:pt x="388278" y="104203"/>
                    <a:pt x="417107" y="104203"/>
                  </a:cubicBezTo>
                  <a:cubicBezTo>
                    <a:pt x="433135" y="104203"/>
                    <a:pt x="438940" y="97306"/>
                    <a:pt x="455067" y="70213"/>
                  </a:cubicBezTo>
                  <a:cubicBezTo>
                    <a:pt x="471690" y="42277"/>
                    <a:pt x="496848" y="0"/>
                    <a:pt x="556045" y="0"/>
                  </a:cubicBezTo>
                  <a:cubicBezTo>
                    <a:pt x="608445" y="0"/>
                    <a:pt x="631469" y="39349"/>
                    <a:pt x="646752" y="65400"/>
                  </a:cubicBezTo>
                  <a:cubicBezTo>
                    <a:pt x="663921" y="94726"/>
                    <a:pt x="671562" y="104203"/>
                    <a:pt x="694983" y="104203"/>
                  </a:cubicBezTo>
                  <a:cubicBezTo>
                    <a:pt x="732745" y="104203"/>
                    <a:pt x="759937" y="76614"/>
                    <a:pt x="764055" y="72148"/>
                  </a:cubicBezTo>
                  <a:cubicBezTo>
                    <a:pt x="776704" y="54240"/>
                    <a:pt x="801474" y="49975"/>
                    <a:pt x="819383" y="62622"/>
                  </a:cubicBezTo>
                  <a:cubicBezTo>
                    <a:pt x="827615" y="68437"/>
                    <a:pt x="833326" y="77165"/>
                    <a:pt x="835360" y="87035"/>
                  </a:cubicBezTo>
                  <a:cubicBezTo>
                    <a:pt x="837871" y="99435"/>
                    <a:pt x="834418" y="112297"/>
                    <a:pt x="826032" y="121769"/>
                  </a:cubicBezTo>
                  <a:cubicBezTo>
                    <a:pt x="823997" y="124498"/>
                    <a:pt x="774625" y="183696"/>
                    <a:pt x="695033" y="183696"/>
                  </a:cubicBezTo>
                  <a:close/>
                  <a:moveTo>
                    <a:pt x="757555" y="103013"/>
                  </a:moveTo>
                  <a:lnTo>
                    <a:pt x="757555" y="103013"/>
                  </a:lnTo>
                  <a:close/>
                  <a:moveTo>
                    <a:pt x="757555" y="103013"/>
                  </a:moveTo>
                  <a:lnTo>
                    <a:pt x="757555" y="103013"/>
                  </a:lnTo>
                  <a:close/>
                  <a:moveTo>
                    <a:pt x="762517" y="75076"/>
                  </a:moveTo>
                  <a:lnTo>
                    <a:pt x="761624" y="7671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F742DF0-170F-9446-8D78-74687C8005F6}"/>
                </a:ext>
              </a:extLst>
            </p:cNvPr>
            <p:cNvSpPr/>
            <p:nvPr/>
          </p:nvSpPr>
          <p:spPr>
            <a:xfrm>
              <a:off x="9397456" y="2029658"/>
              <a:ext cx="836407" cy="183596"/>
            </a:xfrm>
            <a:custGeom>
              <a:avLst/>
              <a:gdLst>
                <a:gd name="connsiteX0" fmla="*/ 695026 w 836407"/>
                <a:gd name="connsiteY0" fmla="*/ 183597 h 183596"/>
                <a:gd name="connsiteX1" fmla="*/ 578269 w 836407"/>
                <a:gd name="connsiteY1" fmla="*/ 105543 h 183596"/>
                <a:gd name="connsiteX2" fmla="*/ 556088 w 836407"/>
                <a:gd name="connsiteY2" fmla="*/ 79393 h 183596"/>
                <a:gd name="connsiteX3" fmla="*/ 523338 w 836407"/>
                <a:gd name="connsiteY3" fmla="*/ 110853 h 183596"/>
                <a:gd name="connsiteX4" fmla="*/ 417150 w 836407"/>
                <a:gd name="connsiteY4" fmla="*/ 183597 h 183596"/>
                <a:gd name="connsiteX5" fmla="*/ 296075 w 836407"/>
                <a:gd name="connsiteY5" fmla="*/ 110158 h 183596"/>
                <a:gd name="connsiteX6" fmla="*/ 270521 w 836407"/>
                <a:gd name="connsiteY6" fmla="*/ 85348 h 183596"/>
                <a:gd name="connsiteX7" fmla="*/ 247546 w 836407"/>
                <a:gd name="connsiteY7" fmla="*/ 107677 h 183596"/>
                <a:gd name="connsiteX8" fmla="*/ 126621 w 836407"/>
                <a:gd name="connsiteY8" fmla="*/ 179627 h 183596"/>
                <a:gd name="connsiteX9" fmla="*/ 10855 w 836407"/>
                <a:gd name="connsiteY9" fmla="*/ 122464 h 183596"/>
                <a:gd name="connsiteX10" fmla="*/ 12443 w 836407"/>
                <a:gd name="connsiteY10" fmla="*/ 66293 h 183596"/>
                <a:gd name="connsiteX11" fmla="*/ 68614 w 836407"/>
                <a:gd name="connsiteY11" fmla="*/ 67881 h 183596"/>
                <a:gd name="connsiteX12" fmla="*/ 126621 w 836407"/>
                <a:gd name="connsiteY12" fmla="*/ 100135 h 183596"/>
                <a:gd name="connsiteX13" fmla="*/ 180806 w 836407"/>
                <a:gd name="connsiteY13" fmla="*/ 64656 h 183596"/>
                <a:gd name="connsiteX14" fmla="*/ 270769 w 836407"/>
                <a:gd name="connsiteY14" fmla="*/ 5855 h 183596"/>
                <a:gd name="connsiteX15" fmla="*/ 362766 w 836407"/>
                <a:gd name="connsiteY15" fmla="*/ 66690 h 183596"/>
                <a:gd name="connsiteX16" fmla="*/ 417349 w 836407"/>
                <a:gd name="connsiteY16" fmla="*/ 104203 h 183596"/>
                <a:gd name="connsiteX17" fmla="*/ 455308 w 836407"/>
                <a:gd name="connsiteY17" fmla="*/ 70263 h 183596"/>
                <a:gd name="connsiteX18" fmla="*/ 556287 w 836407"/>
                <a:gd name="connsiteY18" fmla="*/ 0 h 183596"/>
                <a:gd name="connsiteX19" fmla="*/ 646993 w 836407"/>
                <a:gd name="connsiteY19" fmla="*/ 65450 h 183596"/>
                <a:gd name="connsiteX20" fmla="*/ 695225 w 836407"/>
                <a:gd name="connsiteY20" fmla="*/ 104203 h 183596"/>
                <a:gd name="connsiteX21" fmla="*/ 764297 w 836407"/>
                <a:gd name="connsiteY21" fmla="*/ 72198 h 183596"/>
                <a:gd name="connsiteX22" fmla="*/ 819624 w 836407"/>
                <a:gd name="connsiteY22" fmla="*/ 62671 h 183596"/>
                <a:gd name="connsiteX23" fmla="*/ 835602 w 836407"/>
                <a:gd name="connsiteY23" fmla="*/ 87084 h 183596"/>
                <a:gd name="connsiteX24" fmla="*/ 826372 w 836407"/>
                <a:gd name="connsiteY24" fmla="*/ 121819 h 183596"/>
                <a:gd name="connsiteX25" fmla="*/ 695026 w 836407"/>
                <a:gd name="connsiteY25" fmla="*/ 183597 h 183596"/>
                <a:gd name="connsiteX26" fmla="*/ 757598 w 836407"/>
                <a:gd name="connsiteY26" fmla="*/ 103062 h 183596"/>
                <a:gd name="connsiteX27" fmla="*/ 757598 w 836407"/>
                <a:gd name="connsiteY27" fmla="*/ 103062 h 183596"/>
                <a:gd name="connsiteX28" fmla="*/ 757598 w 836407"/>
                <a:gd name="connsiteY28" fmla="*/ 103062 h 183596"/>
                <a:gd name="connsiteX29" fmla="*/ 757598 w 836407"/>
                <a:gd name="connsiteY29" fmla="*/ 103062 h 183596"/>
                <a:gd name="connsiteX30" fmla="*/ 762560 w 836407"/>
                <a:gd name="connsiteY30" fmla="*/ 74878 h 183596"/>
                <a:gd name="connsiteX31" fmla="*/ 761518 w 836407"/>
                <a:gd name="connsiteY31" fmla="*/ 76763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407" h="183596">
                  <a:moveTo>
                    <a:pt x="695026" y="183597"/>
                  </a:moveTo>
                  <a:cubicBezTo>
                    <a:pt x="623969" y="183597"/>
                    <a:pt x="595388" y="134770"/>
                    <a:pt x="578269" y="105543"/>
                  </a:cubicBezTo>
                  <a:cubicBezTo>
                    <a:pt x="564970" y="82867"/>
                    <a:pt x="561398" y="79393"/>
                    <a:pt x="556088" y="79393"/>
                  </a:cubicBezTo>
                  <a:cubicBezTo>
                    <a:pt x="544030" y="79393"/>
                    <a:pt x="539416" y="83809"/>
                    <a:pt x="523338" y="110853"/>
                  </a:cubicBezTo>
                  <a:cubicBezTo>
                    <a:pt x="506120" y="139831"/>
                    <a:pt x="480069" y="183597"/>
                    <a:pt x="417150" y="183597"/>
                  </a:cubicBezTo>
                  <a:cubicBezTo>
                    <a:pt x="344158" y="183597"/>
                    <a:pt x="315229" y="139385"/>
                    <a:pt x="296075" y="110158"/>
                  </a:cubicBezTo>
                  <a:cubicBezTo>
                    <a:pt x="281189" y="87382"/>
                    <a:pt x="278162" y="85348"/>
                    <a:pt x="270521" y="85348"/>
                  </a:cubicBezTo>
                  <a:cubicBezTo>
                    <a:pt x="263921" y="85348"/>
                    <a:pt x="261936" y="85348"/>
                    <a:pt x="247546" y="107677"/>
                  </a:cubicBezTo>
                  <a:cubicBezTo>
                    <a:pt x="230278" y="134571"/>
                    <a:pt x="201300" y="179627"/>
                    <a:pt x="126621" y="179627"/>
                  </a:cubicBezTo>
                  <a:cubicBezTo>
                    <a:pt x="66381" y="179627"/>
                    <a:pt x="16363" y="128319"/>
                    <a:pt x="10855" y="122464"/>
                  </a:cubicBezTo>
                  <a:cubicBezTo>
                    <a:pt x="-4217" y="106516"/>
                    <a:pt x="-3506" y="81368"/>
                    <a:pt x="12443" y="66293"/>
                  </a:cubicBezTo>
                  <a:cubicBezTo>
                    <a:pt x="28393" y="51218"/>
                    <a:pt x="53541" y="51933"/>
                    <a:pt x="68614" y="67881"/>
                  </a:cubicBezTo>
                  <a:cubicBezTo>
                    <a:pt x="78538" y="78401"/>
                    <a:pt x="106127" y="100135"/>
                    <a:pt x="126621" y="100135"/>
                  </a:cubicBezTo>
                  <a:cubicBezTo>
                    <a:pt x="157981" y="100135"/>
                    <a:pt x="165622" y="88275"/>
                    <a:pt x="180806" y="64656"/>
                  </a:cubicBezTo>
                  <a:cubicBezTo>
                    <a:pt x="195990" y="41036"/>
                    <a:pt x="218568" y="5855"/>
                    <a:pt x="270769" y="5855"/>
                  </a:cubicBezTo>
                  <a:cubicBezTo>
                    <a:pt x="322970" y="5855"/>
                    <a:pt x="346887" y="42475"/>
                    <a:pt x="362766" y="66690"/>
                  </a:cubicBezTo>
                  <a:cubicBezTo>
                    <a:pt x="379786" y="92691"/>
                    <a:pt x="388519" y="104203"/>
                    <a:pt x="417349" y="104203"/>
                  </a:cubicBezTo>
                  <a:cubicBezTo>
                    <a:pt x="433376" y="104203"/>
                    <a:pt x="439182" y="97356"/>
                    <a:pt x="455308" y="70263"/>
                  </a:cubicBezTo>
                  <a:cubicBezTo>
                    <a:pt x="471931" y="42277"/>
                    <a:pt x="497089" y="0"/>
                    <a:pt x="556287" y="0"/>
                  </a:cubicBezTo>
                  <a:cubicBezTo>
                    <a:pt x="608686" y="0"/>
                    <a:pt x="631710" y="39399"/>
                    <a:pt x="646993" y="65450"/>
                  </a:cubicBezTo>
                  <a:cubicBezTo>
                    <a:pt x="664162" y="94726"/>
                    <a:pt x="671804" y="104203"/>
                    <a:pt x="695225" y="104203"/>
                  </a:cubicBezTo>
                  <a:cubicBezTo>
                    <a:pt x="732986" y="104203"/>
                    <a:pt x="760178" y="76614"/>
                    <a:pt x="764297" y="72198"/>
                  </a:cubicBezTo>
                  <a:cubicBezTo>
                    <a:pt x="776945" y="54290"/>
                    <a:pt x="801716" y="50023"/>
                    <a:pt x="819624" y="62671"/>
                  </a:cubicBezTo>
                  <a:cubicBezTo>
                    <a:pt x="827856" y="68486"/>
                    <a:pt x="833567" y="77215"/>
                    <a:pt x="835602" y="87084"/>
                  </a:cubicBezTo>
                  <a:cubicBezTo>
                    <a:pt x="838108" y="99470"/>
                    <a:pt x="834694" y="112311"/>
                    <a:pt x="826372" y="121819"/>
                  </a:cubicBezTo>
                  <a:cubicBezTo>
                    <a:pt x="824090" y="124349"/>
                    <a:pt x="774816" y="183597"/>
                    <a:pt x="695026" y="183597"/>
                  </a:cubicBezTo>
                  <a:close/>
                  <a:moveTo>
                    <a:pt x="757598" y="103062"/>
                  </a:moveTo>
                  <a:lnTo>
                    <a:pt x="757598" y="103062"/>
                  </a:lnTo>
                  <a:close/>
                  <a:moveTo>
                    <a:pt x="757598" y="103062"/>
                  </a:moveTo>
                  <a:lnTo>
                    <a:pt x="757598" y="103062"/>
                  </a:lnTo>
                  <a:close/>
                  <a:moveTo>
                    <a:pt x="762560" y="74878"/>
                  </a:moveTo>
                  <a:lnTo>
                    <a:pt x="761518" y="7676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1" name="Picture Placeholder 47">
            <a:extLst>
              <a:ext uri="{FF2B5EF4-FFF2-40B4-BE49-F238E27FC236}">
                <a16:creationId xmlns:a16="http://schemas.microsoft.com/office/drawing/2014/main" id="{D9D0DB28-02DF-4C50-A385-158F2CA3FB05}"/>
              </a:ext>
            </a:extLst>
          </p:cNvPr>
          <p:cNvGrpSpPr>
            <a:grpSpLocks noChangeAspect="1"/>
          </p:cNvGrpSpPr>
          <p:nvPr/>
        </p:nvGrpSpPr>
        <p:grpSpPr>
          <a:xfrm>
            <a:off x="1559438" y="2538952"/>
            <a:ext cx="730859" cy="833081"/>
            <a:chOff x="1559438" y="2538952"/>
            <a:chExt cx="730859" cy="833081"/>
          </a:xfrm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7332BC77-5635-EB4F-B984-E1856E9292C6}"/>
                </a:ext>
              </a:extLst>
            </p:cNvPr>
            <p:cNvSpPr/>
            <p:nvPr/>
          </p:nvSpPr>
          <p:spPr>
            <a:xfrm>
              <a:off x="1785236" y="3199850"/>
              <a:ext cx="277876" cy="172183"/>
            </a:xfrm>
            <a:custGeom>
              <a:avLst/>
              <a:gdLst>
                <a:gd name="connsiteX0" fmla="*/ 138938 w 277876"/>
                <a:gd name="connsiteY0" fmla="*/ 172184 h 172183"/>
                <a:gd name="connsiteX1" fmla="*/ 0 w 277876"/>
                <a:gd name="connsiteY1" fmla="*/ 39697 h 172183"/>
                <a:gd name="connsiteX2" fmla="*/ 39697 w 277876"/>
                <a:gd name="connsiteY2" fmla="*/ 0 h 172183"/>
                <a:gd name="connsiteX3" fmla="*/ 79393 w 277876"/>
                <a:gd name="connsiteY3" fmla="*/ 39697 h 172183"/>
                <a:gd name="connsiteX4" fmla="*/ 138938 w 277876"/>
                <a:gd name="connsiteY4" fmla="*/ 92791 h 172183"/>
                <a:gd name="connsiteX5" fmla="*/ 198483 w 277876"/>
                <a:gd name="connsiteY5" fmla="*/ 39697 h 172183"/>
                <a:gd name="connsiteX6" fmla="*/ 238180 w 277876"/>
                <a:gd name="connsiteY6" fmla="*/ 0 h 172183"/>
                <a:gd name="connsiteX7" fmla="*/ 277876 w 277876"/>
                <a:gd name="connsiteY7" fmla="*/ 39697 h 172183"/>
                <a:gd name="connsiteX8" fmla="*/ 138938 w 277876"/>
                <a:gd name="connsiteY8" fmla="*/ 172184 h 17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7876" h="172183">
                  <a:moveTo>
                    <a:pt x="138938" y="172184"/>
                  </a:moveTo>
                  <a:cubicBezTo>
                    <a:pt x="62324" y="172184"/>
                    <a:pt x="0" y="11263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cubicBezTo>
                    <a:pt x="79393" y="68973"/>
                    <a:pt x="106089" y="92791"/>
                    <a:pt x="138938" y="92791"/>
                  </a:cubicBezTo>
                  <a:cubicBezTo>
                    <a:pt x="171787" y="92791"/>
                    <a:pt x="198483" y="68973"/>
                    <a:pt x="198483" y="39697"/>
                  </a:cubicBezTo>
                  <a:cubicBezTo>
                    <a:pt x="198483" y="17774"/>
                    <a:pt x="216257" y="0"/>
                    <a:pt x="238180" y="0"/>
                  </a:cubicBezTo>
                  <a:cubicBezTo>
                    <a:pt x="260102" y="0"/>
                    <a:pt x="277876" y="17774"/>
                    <a:pt x="277876" y="39697"/>
                  </a:cubicBezTo>
                  <a:cubicBezTo>
                    <a:pt x="277876" y="112738"/>
                    <a:pt x="215553" y="172184"/>
                    <a:pt x="138938" y="17218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DD61945-EB65-0D4D-A76C-9FD36C66A83C}"/>
                </a:ext>
              </a:extLst>
            </p:cNvPr>
            <p:cNvSpPr/>
            <p:nvPr/>
          </p:nvSpPr>
          <p:spPr>
            <a:xfrm>
              <a:off x="1559438" y="2538952"/>
              <a:ext cx="730859" cy="735328"/>
            </a:xfrm>
            <a:custGeom>
              <a:avLst/>
              <a:gdLst>
                <a:gd name="connsiteX0" fmla="*/ 691142 w 730859"/>
                <a:gd name="connsiteY0" fmla="*/ 735329 h 735328"/>
                <a:gd name="connsiteX1" fmla="*/ 691142 w 730859"/>
                <a:gd name="connsiteY1" fmla="*/ 735329 h 735328"/>
                <a:gd name="connsiteX2" fmla="*/ 39274 w 730859"/>
                <a:gd name="connsiteY2" fmla="*/ 731161 h 735328"/>
                <a:gd name="connsiteX3" fmla="*/ 2 w 730859"/>
                <a:gd name="connsiteY3" fmla="*/ 691043 h 735328"/>
                <a:gd name="connsiteX4" fmla="*/ 5582 w 730859"/>
                <a:gd name="connsiteY4" fmla="*/ 671169 h 735328"/>
                <a:gd name="connsiteX5" fmla="*/ 93956 w 730859"/>
                <a:gd name="connsiteY5" fmla="*/ 323825 h 735328"/>
                <a:gd name="connsiteX6" fmla="*/ 90483 w 730859"/>
                <a:gd name="connsiteY6" fmla="*/ 279513 h 735328"/>
                <a:gd name="connsiteX7" fmla="*/ 369996 w 730859"/>
                <a:gd name="connsiteY7" fmla="*/ 0 h 735328"/>
                <a:gd name="connsiteX8" fmla="*/ 649510 w 730859"/>
                <a:gd name="connsiteY8" fmla="*/ 279513 h 735328"/>
                <a:gd name="connsiteX9" fmla="*/ 646384 w 730859"/>
                <a:gd name="connsiteY9" fmla="*/ 321741 h 735328"/>
                <a:gd name="connsiteX10" fmla="*/ 726273 w 730859"/>
                <a:gd name="connsiteY10" fmla="*/ 677074 h 735328"/>
                <a:gd name="connsiteX11" fmla="*/ 709665 w 730859"/>
                <a:gd name="connsiteY11" fmla="*/ 730699 h 735328"/>
                <a:gd name="connsiteX12" fmla="*/ 691142 w 730859"/>
                <a:gd name="connsiteY12" fmla="*/ 735279 h 735328"/>
                <a:gd name="connsiteX13" fmla="*/ 106510 w 730859"/>
                <a:gd name="connsiteY13" fmla="*/ 652264 h 735328"/>
                <a:gd name="connsiteX14" fmla="*/ 627230 w 730859"/>
                <a:gd name="connsiteY14" fmla="*/ 655638 h 735328"/>
                <a:gd name="connsiteX15" fmla="*/ 567239 w 730859"/>
                <a:gd name="connsiteY15" fmla="*/ 313255 h 735328"/>
                <a:gd name="connsiteX16" fmla="*/ 569918 w 730859"/>
                <a:gd name="connsiteY16" fmla="*/ 279464 h 735328"/>
                <a:gd name="connsiteX17" fmla="*/ 369798 w 730859"/>
                <a:gd name="connsiteY17" fmla="*/ 79343 h 735328"/>
                <a:gd name="connsiteX18" fmla="*/ 169677 w 730859"/>
                <a:gd name="connsiteY18" fmla="*/ 279464 h 735328"/>
                <a:gd name="connsiteX19" fmla="*/ 172655 w 730859"/>
                <a:gd name="connsiteY19" fmla="*/ 314694 h 735328"/>
                <a:gd name="connsiteX20" fmla="*/ 106510 w 730859"/>
                <a:gd name="connsiteY20" fmla="*/ 652264 h 735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0859" h="735328">
                  <a:moveTo>
                    <a:pt x="691142" y="735329"/>
                  </a:moveTo>
                  <a:lnTo>
                    <a:pt x="691142" y="735329"/>
                  </a:lnTo>
                  <a:lnTo>
                    <a:pt x="39274" y="731161"/>
                  </a:lnTo>
                  <a:cubicBezTo>
                    <a:pt x="17352" y="730928"/>
                    <a:pt x="-231" y="712965"/>
                    <a:pt x="2" y="691043"/>
                  </a:cubicBezTo>
                  <a:cubicBezTo>
                    <a:pt x="77" y="684041"/>
                    <a:pt x="2002" y="677188"/>
                    <a:pt x="5582" y="671169"/>
                  </a:cubicBezTo>
                  <a:cubicBezTo>
                    <a:pt x="113159" y="490054"/>
                    <a:pt x="101598" y="390068"/>
                    <a:pt x="93956" y="323825"/>
                  </a:cubicBezTo>
                  <a:cubicBezTo>
                    <a:pt x="91973" y="309130"/>
                    <a:pt x="90813" y="294337"/>
                    <a:pt x="90483" y="279513"/>
                  </a:cubicBezTo>
                  <a:cubicBezTo>
                    <a:pt x="90483" y="125142"/>
                    <a:pt x="215625" y="0"/>
                    <a:pt x="369996" y="0"/>
                  </a:cubicBezTo>
                  <a:cubicBezTo>
                    <a:pt x="524367" y="0"/>
                    <a:pt x="649510" y="125142"/>
                    <a:pt x="649510" y="279513"/>
                  </a:cubicBezTo>
                  <a:cubicBezTo>
                    <a:pt x="649217" y="293634"/>
                    <a:pt x="648170" y="307730"/>
                    <a:pt x="646384" y="321741"/>
                  </a:cubicBezTo>
                  <a:cubicBezTo>
                    <a:pt x="638990" y="389274"/>
                    <a:pt x="628124" y="491096"/>
                    <a:pt x="726273" y="677074"/>
                  </a:cubicBezTo>
                  <a:cubicBezTo>
                    <a:pt x="736495" y="696471"/>
                    <a:pt x="729057" y="720477"/>
                    <a:pt x="709665" y="730699"/>
                  </a:cubicBezTo>
                  <a:cubicBezTo>
                    <a:pt x="703954" y="733711"/>
                    <a:pt x="697598" y="735279"/>
                    <a:pt x="691142" y="735279"/>
                  </a:cubicBezTo>
                  <a:close/>
                  <a:moveTo>
                    <a:pt x="106510" y="652264"/>
                  </a:moveTo>
                  <a:lnTo>
                    <a:pt x="627230" y="655638"/>
                  </a:lnTo>
                  <a:cubicBezTo>
                    <a:pt x="549127" y="483554"/>
                    <a:pt x="560292" y="378705"/>
                    <a:pt x="567239" y="313255"/>
                  </a:cubicBezTo>
                  <a:cubicBezTo>
                    <a:pt x="568678" y="299858"/>
                    <a:pt x="569918" y="288445"/>
                    <a:pt x="569918" y="279464"/>
                  </a:cubicBezTo>
                  <a:cubicBezTo>
                    <a:pt x="569918" y="168941"/>
                    <a:pt x="480323" y="79343"/>
                    <a:pt x="369798" y="79343"/>
                  </a:cubicBezTo>
                  <a:cubicBezTo>
                    <a:pt x="259275" y="79343"/>
                    <a:pt x="169677" y="168941"/>
                    <a:pt x="169677" y="279464"/>
                  </a:cubicBezTo>
                  <a:cubicBezTo>
                    <a:pt x="170061" y="291251"/>
                    <a:pt x="171054" y="303010"/>
                    <a:pt x="172655" y="314694"/>
                  </a:cubicBezTo>
                  <a:cubicBezTo>
                    <a:pt x="180098" y="379598"/>
                    <a:pt x="192106" y="483554"/>
                    <a:pt x="106510" y="6522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7" name="Picture Placeholder 49">
            <a:extLst>
              <a:ext uri="{FF2B5EF4-FFF2-40B4-BE49-F238E27FC236}">
                <a16:creationId xmlns:a16="http://schemas.microsoft.com/office/drawing/2014/main" id="{C2344E24-C51D-4E21-BAF8-4EFACBD2043E}"/>
              </a:ext>
            </a:extLst>
          </p:cNvPr>
          <p:cNvGrpSpPr>
            <a:grpSpLocks noChangeAspect="1"/>
          </p:cNvGrpSpPr>
          <p:nvPr/>
        </p:nvGrpSpPr>
        <p:grpSpPr>
          <a:xfrm>
            <a:off x="2847785" y="2539001"/>
            <a:ext cx="788989" cy="833032"/>
            <a:chOff x="2847785" y="2539001"/>
            <a:chExt cx="788989" cy="833032"/>
          </a:xfrm>
        </p:grpSpPr>
        <p:grpSp>
          <p:nvGrpSpPr>
            <p:cNvPr id="79" name="Picture Placeholder 49">
              <a:extLst>
                <a:ext uri="{FF2B5EF4-FFF2-40B4-BE49-F238E27FC236}">
                  <a16:creationId xmlns:a16="http://schemas.microsoft.com/office/drawing/2014/main" id="{C2344E24-C51D-4E21-BAF8-4EFACBD2043E}"/>
                </a:ext>
              </a:extLst>
            </p:cNvPr>
            <p:cNvGrpSpPr/>
            <p:nvPr/>
          </p:nvGrpSpPr>
          <p:grpSpPr>
            <a:xfrm>
              <a:off x="2856702" y="2539001"/>
              <a:ext cx="730908" cy="833032"/>
              <a:chOff x="2856702" y="2539001"/>
              <a:chExt cx="730908" cy="833032"/>
            </a:xfrm>
          </p:grpSpPr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8B6EFC57-881E-6747-8E92-52D5311918F7}"/>
                  </a:ext>
                </a:extLst>
              </p:cNvPr>
              <p:cNvSpPr/>
              <p:nvPr/>
            </p:nvSpPr>
            <p:spPr>
              <a:xfrm>
                <a:off x="3082698" y="3199850"/>
                <a:ext cx="277876" cy="172183"/>
              </a:xfrm>
              <a:custGeom>
                <a:avLst/>
                <a:gdLst>
                  <a:gd name="connsiteX0" fmla="*/ 138938 w 277876"/>
                  <a:gd name="connsiteY0" fmla="*/ 172184 h 172183"/>
                  <a:gd name="connsiteX1" fmla="*/ 0 w 277876"/>
                  <a:gd name="connsiteY1" fmla="*/ 39697 h 172183"/>
                  <a:gd name="connsiteX2" fmla="*/ 39697 w 277876"/>
                  <a:gd name="connsiteY2" fmla="*/ 0 h 172183"/>
                  <a:gd name="connsiteX3" fmla="*/ 79393 w 277876"/>
                  <a:gd name="connsiteY3" fmla="*/ 39697 h 172183"/>
                  <a:gd name="connsiteX4" fmla="*/ 138938 w 277876"/>
                  <a:gd name="connsiteY4" fmla="*/ 92791 h 172183"/>
                  <a:gd name="connsiteX5" fmla="*/ 198483 w 277876"/>
                  <a:gd name="connsiteY5" fmla="*/ 39697 h 172183"/>
                  <a:gd name="connsiteX6" fmla="*/ 238180 w 277876"/>
                  <a:gd name="connsiteY6" fmla="*/ 0 h 172183"/>
                  <a:gd name="connsiteX7" fmla="*/ 277876 w 277876"/>
                  <a:gd name="connsiteY7" fmla="*/ 39697 h 172183"/>
                  <a:gd name="connsiteX8" fmla="*/ 138938 w 277876"/>
                  <a:gd name="connsiteY8" fmla="*/ 172184 h 172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7876" h="172183">
                    <a:moveTo>
                      <a:pt x="138938" y="172184"/>
                    </a:moveTo>
                    <a:cubicBezTo>
                      <a:pt x="62324" y="172184"/>
                      <a:pt x="0" y="11263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cubicBezTo>
                      <a:pt x="79393" y="68973"/>
                      <a:pt x="106089" y="92791"/>
                      <a:pt x="138938" y="92791"/>
                    </a:cubicBezTo>
                    <a:cubicBezTo>
                      <a:pt x="171787" y="92791"/>
                      <a:pt x="198483" y="68973"/>
                      <a:pt x="198483" y="39697"/>
                    </a:cubicBezTo>
                    <a:cubicBezTo>
                      <a:pt x="198483" y="17774"/>
                      <a:pt x="216256" y="0"/>
                      <a:pt x="238180" y="0"/>
                    </a:cubicBezTo>
                    <a:cubicBezTo>
                      <a:pt x="260102" y="0"/>
                      <a:pt x="277876" y="17774"/>
                      <a:pt x="277876" y="39697"/>
                    </a:cubicBezTo>
                    <a:cubicBezTo>
                      <a:pt x="277876" y="112738"/>
                      <a:pt x="215503" y="172184"/>
                      <a:pt x="138938" y="17218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39E33255-6500-B54B-B702-33C4DC8F7092}"/>
                  </a:ext>
                </a:extLst>
              </p:cNvPr>
              <p:cNvSpPr/>
              <p:nvPr/>
            </p:nvSpPr>
            <p:spPr>
              <a:xfrm>
                <a:off x="2856702" y="2539001"/>
                <a:ext cx="730908" cy="730317"/>
              </a:xfrm>
              <a:custGeom>
                <a:avLst/>
                <a:gdLst>
                  <a:gd name="connsiteX0" fmla="*/ 691290 w 730908"/>
                  <a:gd name="connsiteY0" fmla="*/ 730317 h 730317"/>
                  <a:gd name="connsiteX1" fmla="*/ 691042 w 730908"/>
                  <a:gd name="connsiteY1" fmla="*/ 730317 h 730317"/>
                  <a:gd name="connsiteX2" fmla="*/ 39422 w 730908"/>
                  <a:gd name="connsiteY2" fmla="*/ 726149 h 730317"/>
                  <a:gd name="connsiteX3" fmla="*/ 1 w 730908"/>
                  <a:gd name="connsiteY3" fmla="*/ 686180 h 730317"/>
                  <a:gd name="connsiteX4" fmla="*/ 5581 w 730908"/>
                  <a:gd name="connsiteY4" fmla="*/ 666158 h 730317"/>
                  <a:gd name="connsiteX5" fmla="*/ 94005 w 730908"/>
                  <a:gd name="connsiteY5" fmla="*/ 323775 h 730317"/>
                  <a:gd name="connsiteX6" fmla="*/ 90333 w 730908"/>
                  <a:gd name="connsiteY6" fmla="*/ 279513 h 730317"/>
                  <a:gd name="connsiteX7" fmla="*/ 369847 w 730908"/>
                  <a:gd name="connsiteY7" fmla="*/ 0 h 730317"/>
                  <a:gd name="connsiteX8" fmla="*/ 649360 w 730908"/>
                  <a:gd name="connsiteY8" fmla="*/ 279513 h 730317"/>
                  <a:gd name="connsiteX9" fmla="*/ 646234 w 730908"/>
                  <a:gd name="connsiteY9" fmla="*/ 321641 h 730317"/>
                  <a:gd name="connsiteX10" fmla="*/ 726322 w 730908"/>
                  <a:gd name="connsiteY10" fmla="*/ 672112 h 730317"/>
                  <a:gd name="connsiteX11" fmla="*/ 709714 w 730908"/>
                  <a:gd name="connsiteY11" fmla="*/ 725737 h 730317"/>
                  <a:gd name="connsiteX12" fmla="*/ 691190 w 730908"/>
                  <a:gd name="connsiteY12" fmla="*/ 730317 h 730317"/>
                  <a:gd name="connsiteX13" fmla="*/ 106708 w 730908"/>
                  <a:gd name="connsiteY13" fmla="*/ 647252 h 730317"/>
                  <a:gd name="connsiteX14" fmla="*/ 627378 w 730908"/>
                  <a:gd name="connsiteY14" fmla="*/ 650626 h 730317"/>
                  <a:gd name="connsiteX15" fmla="*/ 567387 w 730908"/>
                  <a:gd name="connsiteY15" fmla="*/ 313206 h 730317"/>
                  <a:gd name="connsiteX16" fmla="*/ 570066 w 730908"/>
                  <a:gd name="connsiteY16" fmla="*/ 279613 h 730317"/>
                  <a:gd name="connsiteX17" fmla="*/ 369946 w 730908"/>
                  <a:gd name="connsiteY17" fmla="*/ 79492 h 730317"/>
                  <a:gd name="connsiteX18" fmla="*/ 169825 w 730908"/>
                  <a:gd name="connsiteY18" fmla="*/ 279613 h 730317"/>
                  <a:gd name="connsiteX19" fmla="*/ 172852 w 730908"/>
                  <a:gd name="connsiteY19" fmla="*/ 314347 h 730317"/>
                  <a:gd name="connsiteX20" fmla="*/ 106708 w 730908"/>
                  <a:gd name="connsiteY20" fmla="*/ 647252 h 73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30908" h="730317">
                    <a:moveTo>
                      <a:pt x="691290" y="730317"/>
                    </a:moveTo>
                    <a:lnTo>
                      <a:pt x="691042" y="730317"/>
                    </a:lnTo>
                    <a:lnTo>
                      <a:pt x="39422" y="726149"/>
                    </a:lnTo>
                    <a:cubicBezTo>
                      <a:pt x="17499" y="725995"/>
                      <a:pt x="-151" y="708102"/>
                      <a:pt x="1" y="686180"/>
                    </a:cubicBezTo>
                    <a:cubicBezTo>
                      <a:pt x="50" y="679129"/>
                      <a:pt x="1976" y="672216"/>
                      <a:pt x="5581" y="666158"/>
                    </a:cubicBezTo>
                    <a:cubicBezTo>
                      <a:pt x="112960" y="485340"/>
                      <a:pt x="101547" y="388282"/>
                      <a:pt x="94005" y="323775"/>
                    </a:cubicBezTo>
                    <a:cubicBezTo>
                      <a:pt x="91927" y="309105"/>
                      <a:pt x="90701" y="294326"/>
                      <a:pt x="90333" y="279513"/>
                    </a:cubicBezTo>
                    <a:cubicBezTo>
                      <a:pt x="90333" y="125142"/>
                      <a:pt x="215475" y="0"/>
                      <a:pt x="369847" y="0"/>
                    </a:cubicBezTo>
                    <a:cubicBezTo>
                      <a:pt x="524217" y="0"/>
                      <a:pt x="649360" y="125142"/>
                      <a:pt x="649360" y="279513"/>
                    </a:cubicBezTo>
                    <a:cubicBezTo>
                      <a:pt x="649072" y="293602"/>
                      <a:pt x="648030" y="307665"/>
                      <a:pt x="646234" y="321641"/>
                    </a:cubicBezTo>
                    <a:cubicBezTo>
                      <a:pt x="639089" y="387240"/>
                      <a:pt x="628371" y="486382"/>
                      <a:pt x="726322" y="672112"/>
                    </a:cubicBezTo>
                    <a:cubicBezTo>
                      <a:pt x="736544" y="691509"/>
                      <a:pt x="729106" y="715515"/>
                      <a:pt x="709714" y="725737"/>
                    </a:cubicBezTo>
                    <a:cubicBezTo>
                      <a:pt x="704003" y="728749"/>
                      <a:pt x="697646" y="730317"/>
                      <a:pt x="691190" y="730317"/>
                    </a:cubicBezTo>
                    <a:close/>
                    <a:moveTo>
                      <a:pt x="106708" y="647252"/>
                    </a:moveTo>
                    <a:lnTo>
                      <a:pt x="627378" y="650626"/>
                    </a:lnTo>
                    <a:cubicBezTo>
                      <a:pt x="549374" y="479237"/>
                      <a:pt x="560489" y="376869"/>
                      <a:pt x="567387" y="313206"/>
                    </a:cubicBezTo>
                    <a:cubicBezTo>
                      <a:pt x="568826" y="299957"/>
                      <a:pt x="570066" y="288395"/>
                      <a:pt x="570066" y="279613"/>
                    </a:cubicBezTo>
                    <a:cubicBezTo>
                      <a:pt x="570066" y="169089"/>
                      <a:pt x="480471" y="79492"/>
                      <a:pt x="369946" y="79492"/>
                    </a:cubicBezTo>
                    <a:cubicBezTo>
                      <a:pt x="259423" y="79492"/>
                      <a:pt x="169825" y="169089"/>
                      <a:pt x="169825" y="279613"/>
                    </a:cubicBezTo>
                    <a:cubicBezTo>
                      <a:pt x="170207" y="291237"/>
                      <a:pt x="171218" y="302832"/>
                      <a:pt x="172852" y="314347"/>
                    </a:cubicBezTo>
                    <a:cubicBezTo>
                      <a:pt x="180246" y="377762"/>
                      <a:pt x="192204" y="479286"/>
                      <a:pt x="106708" y="6472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F0D82AE-FE0C-1841-A8F4-EFC06239D6C0}"/>
                </a:ext>
              </a:extLst>
            </p:cNvPr>
            <p:cNvSpPr/>
            <p:nvPr/>
          </p:nvSpPr>
          <p:spPr>
            <a:xfrm>
              <a:off x="2847785" y="2579583"/>
              <a:ext cx="788989" cy="744318"/>
            </a:xfrm>
            <a:custGeom>
              <a:avLst/>
              <a:gdLst>
                <a:gd name="connsiteX0" fmla="*/ 749282 w 788989"/>
                <a:gd name="connsiteY0" fmla="*/ 744319 h 744318"/>
                <a:gd name="connsiteX1" fmla="*/ 722139 w 788989"/>
                <a:gd name="connsiteY1" fmla="*/ 733601 h 744318"/>
                <a:gd name="connsiteX2" fmla="*/ 12562 w 788989"/>
                <a:gd name="connsiteY2" fmla="*/ 68683 h 744318"/>
                <a:gd name="connsiteX3" fmla="*/ 10726 w 788989"/>
                <a:gd name="connsiteY3" fmla="*/ 12562 h 744318"/>
                <a:gd name="connsiteX4" fmla="*/ 66847 w 788989"/>
                <a:gd name="connsiteY4" fmla="*/ 10726 h 744318"/>
                <a:gd name="connsiteX5" fmla="*/ 776424 w 788989"/>
                <a:gd name="connsiteY5" fmla="*/ 675644 h 744318"/>
                <a:gd name="connsiteX6" fmla="*/ 778270 w 788989"/>
                <a:gd name="connsiteY6" fmla="*/ 731755 h 744318"/>
                <a:gd name="connsiteX7" fmla="*/ 749282 w 788989"/>
                <a:gd name="connsiteY7" fmla="*/ 744319 h 7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8989" h="744318">
                  <a:moveTo>
                    <a:pt x="749282" y="744319"/>
                  </a:moveTo>
                  <a:cubicBezTo>
                    <a:pt x="739204" y="744324"/>
                    <a:pt x="729498" y="740488"/>
                    <a:pt x="722139" y="733601"/>
                  </a:cubicBezTo>
                  <a:lnTo>
                    <a:pt x="12562" y="68683"/>
                  </a:lnTo>
                  <a:cubicBezTo>
                    <a:pt x="-3442" y="53693"/>
                    <a:pt x="-4264" y="28566"/>
                    <a:pt x="10726" y="12562"/>
                  </a:cubicBezTo>
                  <a:cubicBezTo>
                    <a:pt x="25717" y="-3442"/>
                    <a:pt x="50843" y="-4264"/>
                    <a:pt x="66847" y="10726"/>
                  </a:cubicBezTo>
                  <a:lnTo>
                    <a:pt x="776424" y="675644"/>
                  </a:lnTo>
                  <a:cubicBezTo>
                    <a:pt x="792427" y="690629"/>
                    <a:pt x="793255" y="715747"/>
                    <a:pt x="778270" y="731755"/>
                  </a:cubicBezTo>
                  <a:cubicBezTo>
                    <a:pt x="770762" y="739773"/>
                    <a:pt x="760268" y="744324"/>
                    <a:pt x="749282" y="74431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7" name="Picture Placeholder 51">
            <a:extLst>
              <a:ext uri="{FF2B5EF4-FFF2-40B4-BE49-F238E27FC236}">
                <a16:creationId xmlns:a16="http://schemas.microsoft.com/office/drawing/2014/main" id="{969F628F-58AC-416B-B4FD-C220DEC75D3D}"/>
              </a:ext>
            </a:extLst>
          </p:cNvPr>
          <p:cNvGrpSpPr>
            <a:grpSpLocks noChangeAspect="1"/>
          </p:cNvGrpSpPr>
          <p:nvPr/>
        </p:nvGrpSpPr>
        <p:grpSpPr>
          <a:xfrm>
            <a:off x="4144113" y="2542276"/>
            <a:ext cx="831345" cy="826482"/>
            <a:chOff x="4144113" y="2542276"/>
            <a:chExt cx="831345" cy="826482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F28E895-E618-7446-9B25-30DCFF9C9E13}"/>
                </a:ext>
              </a:extLst>
            </p:cNvPr>
            <p:cNvSpPr/>
            <p:nvPr/>
          </p:nvSpPr>
          <p:spPr>
            <a:xfrm>
              <a:off x="4146396" y="3011787"/>
              <a:ext cx="356971" cy="356971"/>
            </a:xfrm>
            <a:custGeom>
              <a:avLst/>
              <a:gdLst>
                <a:gd name="connsiteX0" fmla="*/ 317275 w 356971"/>
                <a:gd name="connsiteY0" fmla="*/ 356971 h 356971"/>
                <a:gd name="connsiteX1" fmla="*/ 39697 w 356971"/>
                <a:gd name="connsiteY1" fmla="*/ 356971 h 356971"/>
                <a:gd name="connsiteX2" fmla="*/ 0 w 356971"/>
                <a:gd name="connsiteY2" fmla="*/ 317275 h 356971"/>
                <a:gd name="connsiteX3" fmla="*/ 0 w 356971"/>
                <a:gd name="connsiteY3" fmla="*/ 39697 h 356971"/>
                <a:gd name="connsiteX4" fmla="*/ 39697 w 356971"/>
                <a:gd name="connsiteY4" fmla="*/ 0 h 356971"/>
                <a:gd name="connsiteX5" fmla="*/ 317275 w 356971"/>
                <a:gd name="connsiteY5" fmla="*/ 0 h 356971"/>
                <a:gd name="connsiteX6" fmla="*/ 356972 w 356971"/>
                <a:gd name="connsiteY6" fmla="*/ 39697 h 356971"/>
                <a:gd name="connsiteX7" fmla="*/ 356972 w 356971"/>
                <a:gd name="connsiteY7" fmla="*/ 317275 h 356971"/>
                <a:gd name="connsiteX8" fmla="*/ 317275 w 356971"/>
                <a:gd name="connsiteY8" fmla="*/ 356971 h 356971"/>
                <a:gd name="connsiteX9" fmla="*/ 79393 w 356971"/>
                <a:gd name="connsiteY9" fmla="*/ 277578 h 356971"/>
                <a:gd name="connsiteX10" fmla="*/ 277578 w 356971"/>
                <a:gd name="connsiteY10" fmla="*/ 277578 h 356971"/>
                <a:gd name="connsiteX11" fmla="*/ 277578 w 356971"/>
                <a:gd name="connsiteY11" fmla="*/ 79393 h 356971"/>
                <a:gd name="connsiteX12" fmla="*/ 79393 w 356971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6971" h="356971">
                  <a:moveTo>
                    <a:pt x="317275" y="356971"/>
                  </a:moveTo>
                  <a:lnTo>
                    <a:pt x="39697" y="356971"/>
                  </a:lnTo>
                  <a:cubicBezTo>
                    <a:pt x="17773" y="356971"/>
                    <a:pt x="0" y="339197"/>
                    <a:pt x="0" y="31727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17275" y="0"/>
                  </a:lnTo>
                  <a:cubicBezTo>
                    <a:pt x="339199" y="0"/>
                    <a:pt x="356972" y="17774"/>
                    <a:pt x="356972" y="39697"/>
                  </a:cubicBezTo>
                  <a:lnTo>
                    <a:pt x="356972" y="317275"/>
                  </a:lnTo>
                  <a:cubicBezTo>
                    <a:pt x="356972" y="339197"/>
                    <a:pt x="339199" y="356971"/>
                    <a:pt x="317275" y="356971"/>
                  </a:cubicBezTo>
                  <a:close/>
                  <a:moveTo>
                    <a:pt x="79393" y="277578"/>
                  </a:moveTo>
                  <a:lnTo>
                    <a:pt x="277578" y="277578"/>
                  </a:lnTo>
                  <a:lnTo>
                    <a:pt x="2775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A432984C-3EE0-8F4E-BD59-7C39E524F8A9}"/>
                </a:ext>
              </a:extLst>
            </p:cNvPr>
            <p:cNvSpPr/>
            <p:nvPr/>
          </p:nvSpPr>
          <p:spPr>
            <a:xfrm>
              <a:off x="4144113" y="2542276"/>
              <a:ext cx="357269" cy="356972"/>
            </a:xfrm>
            <a:custGeom>
              <a:avLst/>
              <a:gdLst>
                <a:gd name="connsiteX0" fmla="*/ 317325 w 357269"/>
                <a:gd name="connsiteY0" fmla="*/ 356971 h 356972"/>
                <a:gd name="connsiteX1" fmla="*/ 39697 w 357269"/>
                <a:gd name="connsiteY1" fmla="*/ 356971 h 356972"/>
                <a:gd name="connsiteX2" fmla="*/ 0 w 357269"/>
                <a:gd name="connsiteY2" fmla="*/ 317275 h 356972"/>
                <a:gd name="connsiteX3" fmla="*/ 0 w 357269"/>
                <a:gd name="connsiteY3" fmla="*/ 39697 h 356972"/>
                <a:gd name="connsiteX4" fmla="*/ 39697 w 357269"/>
                <a:gd name="connsiteY4" fmla="*/ 0 h 356972"/>
                <a:gd name="connsiteX5" fmla="*/ 317573 w 357269"/>
                <a:gd name="connsiteY5" fmla="*/ 0 h 356972"/>
                <a:gd name="connsiteX6" fmla="*/ 357269 w 357269"/>
                <a:gd name="connsiteY6" fmla="*/ 39697 h 356972"/>
                <a:gd name="connsiteX7" fmla="*/ 357269 w 357269"/>
                <a:gd name="connsiteY7" fmla="*/ 317275 h 356972"/>
                <a:gd name="connsiteX8" fmla="*/ 317574 w 357269"/>
                <a:gd name="connsiteY8" fmla="*/ 356972 h 356972"/>
                <a:gd name="connsiteX9" fmla="*/ 317325 w 357269"/>
                <a:gd name="connsiteY9" fmla="*/ 356971 h 356972"/>
                <a:gd name="connsiteX10" fmla="*/ 79393 w 357269"/>
                <a:gd name="connsiteY10" fmla="*/ 277578 h 356972"/>
                <a:gd name="connsiteX11" fmla="*/ 277876 w 357269"/>
                <a:gd name="connsiteY11" fmla="*/ 277578 h 356972"/>
                <a:gd name="connsiteX12" fmla="*/ 277876 w 357269"/>
                <a:gd name="connsiteY12" fmla="*/ 79393 h 356972"/>
                <a:gd name="connsiteX13" fmla="*/ 79393 w 357269"/>
                <a:gd name="connsiteY13" fmla="*/ 79393 h 35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7269" h="356972">
                  <a:moveTo>
                    <a:pt x="317325" y="356971"/>
                  </a:moveTo>
                  <a:lnTo>
                    <a:pt x="39697" y="356971"/>
                  </a:lnTo>
                  <a:cubicBezTo>
                    <a:pt x="17773" y="356971"/>
                    <a:pt x="0" y="339199"/>
                    <a:pt x="0" y="317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7573" y="0"/>
                  </a:lnTo>
                  <a:cubicBezTo>
                    <a:pt x="339497" y="0"/>
                    <a:pt x="357269" y="17773"/>
                    <a:pt x="357269" y="39697"/>
                  </a:cubicBezTo>
                  <a:lnTo>
                    <a:pt x="357269" y="317275"/>
                  </a:lnTo>
                  <a:cubicBezTo>
                    <a:pt x="357270" y="339199"/>
                    <a:pt x="339497" y="356972"/>
                    <a:pt x="317574" y="356972"/>
                  </a:cubicBezTo>
                  <a:cubicBezTo>
                    <a:pt x="317490" y="356972"/>
                    <a:pt x="317408" y="356972"/>
                    <a:pt x="317325" y="356971"/>
                  </a:cubicBezTo>
                  <a:close/>
                  <a:moveTo>
                    <a:pt x="79393" y="277578"/>
                  </a:moveTo>
                  <a:lnTo>
                    <a:pt x="277876" y="277578"/>
                  </a:lnTo>
                  <a:lnTo>
                    <a:pt x="2778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B903343A-1D2E-2643-A5FE-E0E6DC8E9A66}"/>
                </a:ext>
              </a:extLst>
            </p:cNvPr>
            <p:cNvSpPr/>
            <p:nvPr/>
          </p:nvSpPr>
          <p:spPr>
            <a:xfrm>
              <a:off x="4618190" y="3011787"/>
              <a:ext cx="357269" cy="356971"/>
            </a:xfrm>
            <a:custGeom>
              <a:avLst/>
              <a:gdLst>
                <a:gd name="connsiteX0" fmla="*/ 317573 w 357269"/>
                <a:gd name="connsiteY0" fmla="*/ 356971 h 356971"/>
                <a:gd name="connsiteX1" fmla="*/ 39697 w 357269"/>
                <a:gd name="connsiteY1" fmla="*/ 356971 h 356971"/>
                <a:gd name="connsiteX2" fmla="*/ 0 w 357269"/>
                <a:gd name="connsiteY2" fmla="*/ 317275 h 356971"/>
                <a:gd name="connsiteX3" fmla="*/ 0 w 357269"/>
                <a:gd name="connsiteY3" fmla="*/ 39697 h 356971"/>
                <a:gd name="connsiteX4" fmla="*/ 39697 w 357269"/>
                <a:gd name="connsiteY4" fmla="*/ 0 h 356971"/>
                <a:gd name="connsiteX5" fmla="*/ 317573 w 357269"/>
                <a:gd name="connsiteY5" fmla="*/ 0 h 356971"/>
                <a:gd name="connsiteX6" fmla="*/ 357269 w 357269"/>
                <a:gd name="connsiteY6" fmla="*/ 39697 h 356971"/>
                <a:gd name="connsiteX7" fmla="*/ 357269 w 357269"/>
                <a:gd name="connsiteY7" fmla="*/ 317275 h 356971"/>
                <a:gd name="connsiteX8" fmla="*/ 317573 w 357269"/>
                <a:gd name="connsiteY8" fmla="*/ 356971 h 356971"/>
                <a:gd name="connsiteX9" fmla="*/ 79393 w 357269"/>
                <a:gd name="connsiteY9" fmla="*/ 277578 h 356971"/>
                <a:gd name="connsiteX10" fmla="*/ 277876 w 357269"/>
                <a:gd name="connsiteY10" fmla="*/ 277578 h 356971"/>
                <a:gd name="connsiteX11" fmla="*/ 277876 w 357269"/>
                <a:gd name="connsiteY11" fmla="*/ 79393 h 356971"/>
                <a:gd name="connsiteX12" fmla="*/ 79393 w 357269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7269" h="356971">
                  <a:moveTo>
                    <a:pt x="317573" y="356971"/>
                  </a:moveTo>
                  <a:lnTo>
                    <a:pt x="39697" y="356971"/>
                  </a:lnTo>
                  <a:cubicBezTo>
                    <a:pt x="17774" y="356971"/>
                    <a:pt x="0" y="339197"/>
                    <a:pt x="0" y="317275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lnTo>
                    <a:pt x="317573" y="0"/>
                  </a:lnTo>
                  <a:cubicBezTo>
                    <a:pt x="339495" y="0"/>
                    <a:pt x="357269" y="17774"/>
                    <a:pt x="357269" y="39697"/>
                  </a:cubicBezTo>
                  <a:lnTo>
                    <a:pt x="357269" y="317275"/>
                  </a:lnTo>
                  <a:cubicBezTo>
                    <a:pt x="357269" y="339197"/>
                    <a:pt x="339495" y="356971"/>
                    <a:pt x="317573" y="356971"/>
                  </a:cubicBezTo>
                  <a:close/>
                  <a:moveTo>
                    <a:pt x="79393" y="277578"/>
                  </a:moveTo>
                  <a:lnTo>
                    <a:pt x="277876" y="277578"/>
                  </a:lnTo>
                  <a:lnTo>
                    <a:pt x="2778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A300BDA5-EB30-7047-9398-CDF11D7154E6}"/>
                </a:ext>
              </a:extLst>
            </p:cNvPr>
            <p:cNvSpPr/>
            <p:nvPr/>
          </p:nvSpPr>
          <p:spPr>
            <a:xfrm>
              <a:off x="4616205" y="2542425"/>
              <a:ext cx="356971" cy="356971"/>
            </a:xfrm>
            <a:custGeom>
              <a:avLst/>
              <a:gdLst>
                <a:gd name="connsiteX0" fmla="*/ 317275 w 356971"/>
                <a:gd name="connsiteY0" fmla="*/ 356971 h 356971"/>
                <a:gd name="connsiteX1" fmla="*/ 39697 w 356971"/>
                <a:gd name="connsiteY1" fmla="*/ 356971 h 356971"/>
                <a:gd name="connsiteX2" fmla="*/ 0 w 356971"/>
                <a:gd name="connsiteY2" fmla="*/ 317275 h 356971"/>
                <a:gd name="connsiteX3" fmla="*/ 0 w 356971"/>
                <a:gd name="connsiteY3" fmla="*/ 39697 h 356971"/>
                <a:gd name="connsiteX4" fmla="*/ 39697 w 356971"/>
                <a:gd name="connsiteY4" fmla="*/ 0 h 356971"/>
                <a:gd name="connsiteX5" fmla="*/ 317275 w 356971"/>
                <a:gd name="connsiteY5" fmla="*/ 0 h 356971"/>
                <a:gd name="connsiteX6" fmla="*/ 356972 w 356971"/>
                <a:gd name="connsiteY6" fmla="*/ 39697 h 356971"/>
                <a:gd name="connsiteX7" fmla="*/ 356972 w 356971"/>
                <a:gd name="connsiteY7" fmla="*/ 317275 h 356971"/>
                <a:gd name="connsiteX8" fmla="*/ 317275 w 356971"/>
                <a:gd name="connsiteY8" fmla="*/ 356971 h 356971"/>
                <a:gd name="connsiteX9" fmla="*/ 79393 w 356971"/>
                <a:gd name="connsiteY9" fmla="*/ 277578 h 356971"/>
                <a:gd name="connsiteX10" fmla="*/ 277578 w 356971"/>
                <a:gd name="connsiteY10" fmla="*/ 277578 h 356971"/>
                <a:gd name="connsiteX11" fmla="*/ 277578 w 356971"/>
                <a:gd name="connsiteY11" fmla="*/ 79393 h 356971"/>
                <a:gd name="connsiteX12" fmla="*/ 79393 w 356971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6971" h="356971">
                  <a:moveTo>
                    <a:pt x="317275" y="356971"/>
                  </a:moveTo>
                  <a:lnTo>
                    <a:pt x="39697" y="356971"/>
                  </a:lnTo>
                  <a:cubicBezTo>
                    <a:pt x="17774" y="356971"/>
                    <a:pt x="0" y="339199"/>
                    <a:pt x="0" y="317275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17275" y="0"/>
                  </a:lnTo>
                  <a:cubicBezTo>
                    <a:pt x="339197" y="0"/>
                    <a:pt x="356972" y="17773"/>
                    <a:pt x="356972" y="39697"/>
                  </a:cubicBezTo>
                  <a:lnTo>
                    <a:pt x="356972" y="317275"/>
                  </a:lnTo>
                  <a:cubicBezTo>
                    <a:pt x="356972" y="339199"/>
                    <a:pt x="339197" y="356971"/>
                    <a:pt x="317275" y="356971"/>
                  </a:cubicBezTo>
                  <a:close/>
                  <a:moveTo>
                    <a:pt x="79393" y="277578"/>
                  </a:moveTo>
                  <a:lnTo>
                    <a:pt x="277578" y="277578"/>
                  </a:lnTo>
                  <a:lnTo>
                    <a:pt x="2775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3" name="Picture Placeholder 53">
            <a:extLst>
              <a:ext uri="{FF2B5EF4-FFF2-40B4-BE49-F238E27FC236}">
                <a16:creationId xmlns:a16="http://schemas.microsoft.com/office/drawing/2014/main" id="{4068A9F3-F9A7-498E-B0D2-488836B26968}"/>
              </a:ext>
            </a:extLst>
          </p:cNvPr>
          <p:cNvGrpSpPr>
            <a:grpSpLocks noChangeAspect="1"/>
          </p:cNvGrpSpPr>
          <p:nvPr/>
        </p:nvGrpSpPr>
        <p:grpSpPr>
          <a:xfrm>
            <a:off x="5464350" y="2544956"/>
            <a:ext cx="825887" cy="821123"/>
            <a:chOff x="5464350" y="2544956"/>
            <a:chExt cx="825887" cy="821123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F3B5293-BEE9-424D-BB02-E6B89CEAEE39}"/>
                </a:ext>
              </a:extLst>
            </p:cNvPr>
            <p:cNvSpPr/>
            <p:nvPr/>
          </p:nvSpPr>
          <p:spPr>
            <a:xfrm>
              <a:off x="5464350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B055A1A-2367-4F4D-8F7D-DCCA6A8EE4A4}"/>
                </a:ext>
              </a:extLst>
            </p:cNvPr>
            <p:cNvSpPr/>
            <p:nvPr/>
          </p:nvSpPr>
          <p:spPr>
            <a:xfrm>
              <a:off x="5464549" y="2822484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8D9BBF0-6DAF-3C45-8C6C-0AFF6A20F2C9}"/>
                </a:ext>
              </a:extLst>
            </p:cNvPr>
            <p:cNvSpPr/>
            <p:nvPr/>
          </p:nvSpPr>
          <p:spPr>
            <a:xfrm>
              <a:off x="5464350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ACF856B-AA5C-FA4A-BE3E-8294A0D17A6B}"/>
                </a:ext>
              </a:extLst>
            </p:cNvPr>
            <p:cNvSpPr/>
            <p:nvPr/>
          </p:nvSpPr>
          <p:spPr>
            <a:xfrm>
              <a:off x="5746643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7B0EF4D-C865-0249-8364-3EDA55F3B986}"/>
                </a:ext>
              </a:extLst>
            </p:cNvPr>
            <p:cNvSpPr/>
            <p:nvPr/>
          </p:nvSpPr>
          <p:spPr>
            <a:xfrm>
              <a:off x="5746841" y="2822484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F20E870-D9F0-0140-A60D-2996FDCBD28B}"/>
                </a:ext>
              </a:extLst>
            </p:cNvPr>
            <p:cNvSpPr/>
            <p:nvPr/>
          </p:nvSpPr>
          <p:spPr>
            <a:xfrm>
              <a:off x="5746643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D167DD0-9ED6-594D-9D9E-E0027B3C22DA}"/>
                </a:ext>
              </a:extLst>
            </p:cNvPr>
            <p:cNvSpPr/>
            <p:nvPr/>
          </p:nvSpPr>
          <p:spPr>
            <a:xfrm>
              <a:off x="6029133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4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C73EB87-6F44-AF44-A4D0-A541A8CCFC62}"/>
                </a:ext>
              </a:extLst>
            </p:cNvPr>
            <p:cNvSpPr/>
            <p:nvPr/>
          </p:nvSpPr>
          <p:spPr>
            <a:xfrm>
              <a:off x="6024370" y="2822484"/>
              <a:ext cx="261054" cy="261104"/>
            </a:xfrm>
            <a:custGeom>
              <a:avLst/>
              <a:gdLst>
                <a:gd name="connsiteX0" fmla="*/ 221358 w 261054"/>
                <a:gd name="connsiteY0" fmla="*/ 261104 h 261104"/>
                <a:gd name="connsiteX1" fmla="*/ 39697 w 261054"/>
                <a:gd name="connsiteY1" fmla="*/ 261104 h 261104"/>
                <a:gd name="connsiteX2" fmla="*/ 0 w 261054"/>
                <a:gd name="connsiteY2" fmla="*/ 221408 h 261104"/>
                <a:gd name="connsiteX3" fmla="*/ 0 w 261054"/>
                <a:gd name="connsiteY3" fmla="*/ 39697 h 261104"/>
                <a:gd name="connsiteX4" fmla="*/ 39697 w 261054"/>
                <a:gd name="connsiteY4" fmla="*/ 0 h 261104"/>
                <a:gd name="connsiteX5" fmla="*/ 221358 w 261054"/>
                <a:gd name="connsiteY5" fmla="*/ 0 h 261104"/>
                <a:gd name="connsiteX6" fmla="*/ 261055 w 261054"/>
                <a:gd name="connsiteY6" fmla="*/ 39697 h 261104"/>
                <a:gd name="connsiteX7" fmla="*/ 261055 w 261054"/>
                <a:gd name="connsiteY7" fmla="*/ 221408 h 261104"/>
                <a:gd name="connsiteX8" fmla="*/ 221358 w 261054"/>
                <a:gd name="connsiteY8" fmla="*/ 261104 h 261104"/>
                <a:gd name="connsiteX9" fmla="*/ 79393 w 261054"/>
                <a:gd name="connsiteY9" fmla="*/ 181711 h 261104"/>
                <a:gd name="connsiteX10" fmla="*/ 181662 w 261054"/>
                <a:gd name="connsiteY10" fmla="*/ 181711 h 261104"/>
                <a:gd name="connsiteX11" fmla="*/ 181662 w 261054"/>
                <a:gd name="connsiteY11" fmla="*/ 79393 h 261104"/>
                <a:gd name="connsiteX12" fmla="*/ 79393 w 26105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054" h="261104">
                  <a:moveTo>
                    <a:pt x="221358" y="261104"/>
                  </a:moveTo>
                  <a:lnTo>
                    <a:pt x="39697" y="261104"/>
                  </a:lnTo>
                  <a:cubicBezTo>
                    <a:pt x="17774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21358" y="0"/>
                  </a:lnTo>
                  <a:cubicBezTo>
                    <a:pt x="243281" y="0"/>
                    <a:pt x="261055" y="17773"/>
                    <a:pt x="261055" y="39697"/>
                  </a:cubicBezTo>
                  <a:lnTo>
                    <a:pt x="261055" y="221408"/>
                  </a:lnTo>
                  <a:cubicBezTo>
                    <a:pt x="261055" y="243330"/>
                    <a:pt x="243281" y="261104"/>
                    <a:pt x="221358" y="261104"/>
                  </a:cubicBezTo>
                  <a:close/>
                  <a:moveTo>
                    <a:pt x="79393" y="181711"/>
                  </a:moveTo>
                  <a:lnTo>
                    <a:pt x="181662" y="181711"/>
                  </a:lnTo>
                  <a:lnTo>
                    <a:pt x="181662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5711E65-6D00-7F4C-9636-DE596B67C735}"/>
                </a:ext>
              </a:extLst>
            </p:cNvPr>
            <p:cNvSpPr/>
            <p:nvPr/>
          </p:nvSpPr>
          <p:spPr>
            <a:xfrm>
              <a:off x="6029133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4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5">
            <a:extLst>
              <a:ext uri="{FF2B5EF4-FFF2-40B4-BE49-F238E27FC236}">
                <a16:creationId xmlns:a16="http://schemas.microsoft.com/office/drawing/2014/main" id="{C55035EF-0C95-4756-9FA6-28E59DA3FBC5}"/>
              </a:ext>
            </a:extLst>
          </p:cNvPr>
          <p:cNvGrpSpPr>
            <a:grpSpLocks noChangeAspect="1"/>
          </p:cNvGrpSpPr>
          <p:nvPr/>
        </p:nvGrpSpPr>
        <p:grpSpPr>
          <a:xfrm>
            <a:off x="6787664" y="2545700"/>
            <a:ext cx="814276" cy="819634"/>
            <a:chOff x="6787664" y="2545700"/>
            <a:chExt cx="814276" cy="819634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49A98A34-7C7E-674F-8998-73604AF778B8}"/>
                </a:ext>
              </a:extLst>
            </p:cNvPr>
            <p:cNvSpPr/>
            <p:nvPr/>
          </p:nvSpPr>
          <p:spPr>
            <a:xfrm>
              <a:off x="6787813" y="2830473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lnTo>
                    <a:pt x="253066" y="213369"/>
                  </a:lnTo>
                  <a:cubicBezTo>
                    <a:pt x="253066" y="235291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D27AD55-4C54-5E4C-9D36-CC59729FF606}"/>
                </a:ext>
              </a:extLst>
            </p:cNvPr>
            <p:cNvSpPr/>
            <p:nvPr/>
          </p:nvSpPr>
          <p:spPr>
            <a:xfrm>
              <a:off x="7100076" y="2830473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3"/>
                    <a:pt x="501170" y="39697"/>
                  </a:cubicBezTo>
                  <a:lnTo>
                    <a:pt x="501170" y="213369"/>
                  </a:lnTo>
                  <a:cubicBezTo>
                    <a:pt x="501170" y="235291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9D3F7EA4-E0CD-5041-B177-686A737D3382}"/>
                </a:ext>
              </a:extLst>
            </p:cNvPr>
            <p:cNvSpPr/>
            <p:nvPr/>
          </p:nvSpPr>
          <p:spPr>
            <a:xfrm>
              <a:off x="6788458" y="2545700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3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lnTo>
                    <a:pt x="253066" y="213369"/>
                  </a:lnTo>
                  <a:cubicBezTo>
                    <a:pt x="253066" y="235293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53A5871F-9707-9841-BA7C-73229BD598AC}"/>
                </a:ext>
              </a:extLst>
            </p:cNvPr>
            <p:cNvSpPr/>
            <p:nvPr/>
          </p:nvSpPr>
          <p:spPr>
            <a:xfrm>
              <a:off x="7100771" y="2545700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3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3"/>
                    <a:pt x="501170" y="39697"/>
                  </a:cubicBezTo>
                  <a:lnTo>
                    <a:pt x="501170" y="213369"/>
                  </a:lnTo>
                  <a:cubicBezTo>
                    <a:pt x="501170" y="235293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29F1D316-57A9-1D42-8BDC-3ACE19E66E01}"/>
                </a:ext>
              </a:extLst>
            </p:cNvPr>
            <p:cNvSpPr/>
            <p:nvPr/>
          </p:nvSpPr>
          <p:spPr>
            <a:xfrm>
              <a:off x="6787664" y="3112269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4"/>
                    <a:pt x="253066" y="39697"/>
                  </a:cubicBezTo>
                  <a:lnTo>
                    <a:pt x="253066" y="213369"/>
                  </a:lnTo>
                  <a:cubicBezTo>
                    <a:pt x="253066" y="235291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00A06272-5017-134F-93A2-EC8DB9B7D3E2}"/>
                </a:ext>
              </a:extLst>
            </p:cNvPr>
            <p:cNvSpPr/>
            <p:nvPr/>
          </p:nvSpPr>
          <p:spPr>
            <a:xfrm>
              <a:off x="7099977" y="3112269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4"/>
                    <a:pt x="501170" y="39697"/>
                  </a:cubicBezTo>
                  <a:lnTo>
                    <a:pt x="501170" y="213369"/>
                  </a:lnTo>
                  <a:cubicBezTo>
                    <a:pt x="501170" y="235291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0" name="Picture Placeholder 57">
            <a:extLst>
              <a:ext uri="{FF2B5EF4-FFF2-40B4-BE49-F238E27FC236}">
                <a16:creationId xmlns:a16="http://schemas.microsoft.com/office/drawing/2014/main" id="{F0D9B4CC-A38E-4C4C-BB6E-A1DE6DD32A4D}"/>
              </a:ext>
            </a:extLst>
          </p:cNvPr>
          <p:cNvGrpSpPr>
            <a:grpSpLocks noChangeAspect="1"/>
          </p:cNvGrpSpPr>
          <p:nvPr/>
        </p:nvGrpSpPr>
        <p:grpSpPr>
          <a:xfrm>
            <a:off x="8091811" y="2535280"/>
            <a:ext cx="840838" cy="840427"/>
            <a:chOff x="8091811" y="2535280"/>
            <a:chExt cx="840838" cy="840427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9C7A9E1E-E241-D04E-AFE5-8E824193ABEB}"/>
                </a:ext>
              </a:extLst>
            </p:cNvPr>
            <p:cNvSpPr/>
            <p:nvPr/>
          </p:nvSpPr>
          <p:spPr>
            <a:xfrm>
              <a:off x="8337657" y="2838909"/>
              <a:ext cx="218203" cy="536798"/>
            </a:xfrm>
            <a:custGeom>
              <a:avLst/>
              <a:gdLst>
                <a:gd name="connsiteX0" fmla="*/ 115307 w 218203"/>
                <a:gd name="connsiteY0" fmla="*/ 536797 h 536798"/>
                <a:gd name="connsiteX1" fmla="*/ 56854 w 218203"/>
                <a:gd name="connsiteY1" fmla="*/ 520571 h 536798"/>
                <a:gd name="connsiteX2" fmla="*/ 137 w 218203"/>
                <a:gd name="connsiteY2" fmla="*/ 400687 h 536798"/>
                <a:gd name="connsiteX3" fmla="*/ 41322 w 218203"/>
                <a:gd name="connsiteY3" fmla="*/ 362479 h 536798"/>
                <a:gd name="connsiteX4" fmla="*/ 79530 w 218203"/>
                <a:gd name="connsiteY4" fmla="*/ 403664 h 536798"/>
                <a:gd name="connsiteX5" fmla="*/ 98237 w 218203"/>
                <a:gd name="connsiteY5" fmla="*/ 452739 h 536798"/>
                <a:gd name="connsiteX6" fmla="*/ 129796 w 218203"/>
                <a:gd name="connsiteY6" fmla="*/ 453930 h 536798"/>
                <a:gd name="connsiteX7" fmla="*/ 138877 w 218203"/>
                <a:gd name="connsiteY7" fmla="*/ 436910 h 536798"/>
                <a:gd name="connsiteX8" fmla="*/ 137438 w 218203"/>
                <a:gd name="connsiteY8" fmla="*/ 39697 h 536798"/>
                <a:gd name="connsiteX9" fmla="*/ 177134 w 218203"/>
                <a:gd name="connsiteY9" fmla="*/ 0 h 536798"/>
                <a:gd name="connsiteX10" fmla="*/ 177134 w 218203"/>
                <a:gd name="connsiteY10" fmla="*/ 0 h 536798"/>
                <a:gd name="connsiteX11" fmla="*/ 216831 w 218203"/>
                <a:gd name="connsiteY11" fmla="*/ 39697 h 536798"/>
                <a:gd name="connsiteX12" fmla="*/ 218171 w 218203"/>
                <a:gd name="connsiteY12" fmla="*/ 436662 h 536798"/>
                <a:gd name="connsiteX13" fmla="*/ 168550 w 218203"/>
                <a:gd name="connsiteY13" fmla="*/ 523151 h 536798"/>
                <a:gd name="connsiteX14" fmla="*/ 115307 w 218203"/>
                <a:gd name="connsiteY14" fmla="*/ 536797 h 53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8203" h="536798">
                  <a:moveTo>
                    <a:pt x="115307" y="536797"/>
                  </a:moveTo>
                  <a:cubicBezTo>
                    <a:pt x="94704" y="536846"/>
                    <a:pt x="74483" y="531234"/>
                    <a:pt x="56854" y="520571"/>
                  </a:cubicBezTo>
                  <a:cubicBezTo>
                    <a:pt x="18794" y="497398"/>
                    <a:pt x="-1897" y="453682"/>
                    <a:pt x="137" y="400687"/>
                  </a:cubicBezTo>
                  <a:cubicBezTo>
                    <a:pt x="959" y="378765"/>
                    <a:pt x="19398" y="361655"/>
                    <a:pt x="41322" y="362479"/>
                  </a:cubicBezTo>
                  <a:cubicBezTo>
                    <a:pt x="63246" y="363303"/>
                    <a:pt x="80352" y="381742"/>
                    <a:pt x="79530" y="403664"/>
                  </a:cubicBezTo>
                  <a:cubicBezTo>
                    <a:pt x="78637" y="427433"/>
                    <a:pt x="85286" y="444849"/>
                    <a:pt x="98237" y="452739"/>
                  </a:cubicBezTo>
                  <a:cubicBezTo>
                    <a:pt x="107847" y="458555"/>
                    <a:pt x="119776" y="459006"/>
                    <a:pt x="129796" y="453930"/>
                  </a:cubicBezTo>
                  <a:cubicBezTo>
                    <a:pt x="135956" y="450586"/>
                    <a:pt x="139528" y="443892"/>
                    <a:pt x="138877" y="436910"/>
                  </a:cubicBezTo>
                  <a:lnTo>
                    <a:pt x="137438" y="39697"/>
                  </a:lnTo>
                  <a:cubicBezTo>
                    <a:pt x="137438" y="17773"/>
                    <a:pt x="155210" y="0"/>
                    <a:pt x="177134" y="0"/>
                  </a:cubicBezTo>
                  <a:lnTo>
                    <a:pt x="177134" y="0"/>
                  </a:lnTo>
                  <a:cubicBezTo>
                    <a:pt x="199058" y="0"/>
                    <a:pt x="216831" y="17773"/>
                    <a:pt x="216831" y="39697"/>
                  </a:cubicBezTo>
                  <a:lnTo>
                    <a:pt x="218171" y="436662"/>
                  </a:lnTo>
                  <a:cubicBezTo>
                    <a:pt x="219104" y="472503"/>
                    <a:pt x="199961" y="505868"/>
                    <a:pt x="168550" y="523151"/>
                  </a:cubicBezTo>
                  <a:cubicBezTo>
                    <a:pt x="152270" y="532202"/>
                    <a:pt x="133932" y="536901"/>
                    <a:pt x="115307" y="5367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77B293E-EA09-024B-BD07-9228FF1741CA}"/>
                </a:ext>
              </a:extLst>
            </p:cNvPr>
            <p:cNvSpPr/>
            <p:nvPr/>
          </p:nvSpPr>
          <p:spPr>
            <a:xfrm>
              <a:off x="8091811" y="2535280"/>
              <a:ext cx="840838" cy="460876"/>
            </a:xfrm>
            <a:custGeom>
              <a:avLst/>
              <a:gdLst>
                <a:gd name="connsiteX0" fmla="*/ 801139 w 840838"/>
                <a:gd name="connsiteY0" fmla="*/ 460728 h 460876"/>
                <a:gd name="connsiteX1" fmla="*/ 780795 w 840838"/>
                <a:gd name="connsiteY1" fmla="*/ 455121 h 460876"/>
                <a:gd name="connsiteX2" fmla="*/ 663144 w 840838"/>
                <a:gd name="connsiteY2" fmla="*/ 384957 h 460876"/>
                <a:gd name="connsiteX3" fmla="*/ 607817 w 840838"/>
                <a:gd name="connsiteY3" fmla="*/ 434280 h 460876"/>
                <a:gd name="connsiteX4" fmla="*/ 522668 w 840838"/>
                <a:gd name="connsiteY4" fmla="*/ 442071 h 460876"/>
                <a:gd name="connsiteX5" fmla="*/ 422980 w 840838"/>
                <a:gd name="connsiteY5" fmla="*/ 380442 h 460876"/>
                <a:gd name="connsiteX6" fmla="*/ 328700 w 840838"/>
                <a:gd name="connsiteY6" fmla="*/ 440284 h 460876"/>
                <a:gd name="connsiteX7" fmla="*/ 245883 w 840838"/>
                <a:gd name="connsiteY7" fmla="*/ 435322 h 460876"/>
                <a:gd name="connsiteX8" fmla="*/ 182319 w 840838"/>
                <a:gd name="connsiteY8" fmla="*/ 384312 h 460876"/>
                <a:gd name="connsiteX9" fmla="*/ 108632 w 840838"/>
                <a:gd name="connsiteY9" fmla="*/ 426440 h 460876"/>
                <a:gd name="connsiteX10" fmla="*/ 73550 w 840838"/>
                <a:gd name="connsiteY10" fmla="*/ 445891 h 460876"/>
                <a:gd name="connsiteX11" fmla="*/ 19861 w 840838"/>
                <a:gd name="connsiteY11" fmla="*/ 453335 h 460876"/>
                <a:gd name="connsiteX12" fmla="*/ 13 w 840838"/>
                <a:gd name="connsiteY12" fmla="*/ 417955 h 460876"/>
                <a:gd name="connsiteX13" fmla="*/ 148428 w 840838"/>
                <a:gd name="connsiteY13" fmla="*/ 91401 h 460876"/>
                <a:gd name="connsiteX14" fmla="*/ 423228 w 840838"/>
                <a:gd name="connsiteY14" fmla="*/ 0 h 460876"/>
                <a:gd name="connsiteX15" fmla="*/ 727403 w 840838"/>
                <a:gd name="connsiteY15" fmla="*/ 121323 h 460876"/>
                <a:gd name="connsiteX16" fmla="*/ 840836 w 840838"/>
                <a:gd name="connsiteY16" fmla="*/ 421180 h 460876"/>
                <a:gd name="connsiteX17" fmla="*/ 801139 w 840838"/>
                <a:gd name="connsiteY17" fmla="*/ 460877 h 460876"/>
                <a:gd name="connsiteX18" fmla="*/ 656693 w 840838"/>
                <a:gd name="connsiteY18" fmla="*/ 381335 h 460876"/>
                <a:gd name="connsiteX19" fmla="*/ 656693 w 840838"/>
                <a:gd name="connsiteY19" fmla="*/ 381335 h 460876"/>
                <a:gd name="connsiteX20" fmla="*/ 460295 w 840838"/>
                <a:gd name="connsiteY20" fmla="*/ 310576 h 460876"/>
                <a:gd name="connsiteX21" fmla="*/ 559189 w 840838"/>
                <a:gd name="connsiteY21" fmla="*/ 371560 h 460876"/>
                <a:gd name="connsiteX22" fmla="*/ 614665 w 840838"/>
                <a:gd name="connsiteY22" fmla="*/ 321939 h 460876"/>
                <a:gd name="connsiteX23" fmla="*/ 697779 w 840838"/>
                <a:gd name="connsiteY23" fmla="*/ 313305 h 460876"/>
                <a:gd name="connsiteX24" fmla="*/ 755786 w 840838"/>
                <a:gd name="connsiteY24" fmla="*/ 348039 h 460876"/>
                <a:gd name="connsiteX25" fmla="*/ 671133 w 840838"/>
                <a:gd name="connsiteY25" fmla="*/ 177692 h 460876"/>
                <a:gd name="connsiteX26" fmla="*/ 423029 w 840838"/>
                <a:gd name="connsiteY26" fmla="*/ 79691 h 460876"/>
                <a:gd name="connsiteX27" fmla="*/ 197652 w 840838"/>
                <a:gd name="connsiteY27" fmla="*/ 153824 h 460876"/>
                <a:gd name="connsiteX28" fmla="*/ 86849 w 840838"/>
                <a:gd name="connsiteY28" fmla="*/ 347593 h 460876"/>
                <a:gd name="connsiteX29" fmla="*/ 147485 w 840838"/>
                <a:gd name="connsiteY29" fmla="*/ 312858 h 460876"/>
                <a:gd name="connsiteX30" fmla="*/ 227921 w 840838"/>
                <a:gd name="connsiteY30" fmla="*/ 319359 h 460876"/>
                <a:gd name="connsiteX31" fmla="*/ 291187 w 840838"/>
                <a:gd name="connsiteY31" fmla="*/ 370021 h 460876"/>
                <a:gd name="connsiteX32" fmla="*/ 384276 w 840838"/>
                <a:gd name="connsiteY32" fmla="*/ 310874 h 460876"/>
                <a:gd name="connsiteX33" fmla="*/ 460295 w 840838"/>
                <a:gd name="connsiteY33" fmla="*/ 310328 h 46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840838" h="460876">
                  <a:moveTo>
                    <a:pt x="801139" y="460728"/>
                  </a:moveTo>
                  <a:cubicBezTo>
                    <a:pt x="793974" y="460749"/>
                    <a:pt x="786938" y="458810"/>
                    <a:pt x="780795" y="455121"/>
                  </a:cubicBezTo>
                  <a:lnTo>
                    <a:pt x="663144" y="384957"/>
                  </a:lnTo>
                  <a:lnTo>
                    <a:pt x="607817" y="434280"/>
                  </a:lnTo>
                  <a:cubicBezTo>
                    <a:pt x="584585" y="456106"/>
                    <a:pt x="549478" y="459318"/>
                    <a:pt x="522668" y="442071"/>
                  </a:cubicBezTo>
                  <a:lnTo>
                    <a:pt x="422980" y="380442"/>
                  </a:lnTo>
                  <a:lnTo>
                    <a:pt x="328700" y="440284"/>
                  </a:lnTo>
                  <a:cubicBezTo>
                    <a:pt x="303088" y="457325"/>
                    <a:pt x="269278" y="455299"/>
                    <a:pt x="245883" y="435322"/>
                  </a:cubicBezTo>
                  <a:lnTo>
                    <a:pt x="182319" y="384312"/>
                  </a:lnTo>
                  <a:cubicBezTo>
                    <a:pt x="161131" y="396916"/>
                    <a:pt x="131111" y="414085"/>
                    <a:pt x="108632" y="426440"/>
                  </a:cubicBezTo>
                  <a:lnTo>
                    <a:pt x="73550" y="445891"/>
                  </a:lnTo>
                  <a:cubicBezTo>
                    <a:pt x="53007" y="457453"/>
                    <a:pt x="39411" y="464698"/>
                    <a:pt x="19861" y="453335"/>
                  </a:cubicBezTo>
                  <a:cubicBezTo>
                    <a:pt x="7263" y="446068"/>
                    <a:pt x="-352" y="432493"/>
                    <a:pt x="13" y="417955"/>
                  </a:cubicBezTo>
                  <a:cubicBezTo>
                    <a:pt x="4032" y="278422"/>
                    <a:pt x="55290" y="165485"/>
                    <a:pt x="148428" y="91401"/>
                  </a:cubicBezTo>
                  <a:cubicBezTo>
                    <a:pt x="248364" y="11859"/>
                    <a:pt x="363435" y="0"/>
                    <a:pt x="423228" y="0"/>
                  </a:cubicBezTo>
                  <a:cubicBezTo>
                    <a:pt x="537901" y="0"/>
                    <a:pt x="651483" y="45353"/>
                    <a:pt x="727403" y="121323"/>
                  </a:cubicBezTo>
                  <a:cubicBezTo>
                    <a:pt x="801834" y="196151"/>
                    <a:pt x="841233" y="299957"/>
                    <a:pt x="840836" y="421180"/>
                  </a:cubicBezTo>
                  <a:cubicBezTo>
                    <a:pt x="840836" y="443104"/>
                    <a:pt x="823062" y="460877"/>
                    <a:pt x="801139" y="460877"/>
                  </a:cubicBezTo>
                  <a:close/>
                  <a:moveTo>
                    <a:pt x="656693" y="381335"/>
                  </a:moveTo>
                  <a:lnTo>
                    <a:pt x="656693" y="381335"/>
                  </a:lnTo>
                  <a:close/>
                  <a:moveTo>
                    <a:pt x="460295" y="310576"/>
                  </a:moveTo>
                  <a:lnTo>
                    <a:pt x="559189" y="371560"/>
                  </a:lnTo>
                  <a:lnTo>
                    <a:pt x="614665" y="321939"/>
                  </a:lnTo>
                  <a:cubicBezTo>
                    <a:pt x="637232" y="300598"/>
                    <a:pt x="671312" y="297057"/>
                    <a:pt x="697779" y="313305"/>
                  </a:cubicBezTo>
                  <a:lnTo>
                    <a:pt x="755786" y="348039"/>
                  </a:lnTo>
                  <a:cubicBezTo>
                    <a:pt x="744423" y="279910"/>
                    <a:pt x="716090" y="222797"/>
                    <a:pt x="671133" y="177692"/>
                  </a:cubicBezTo>
                  <a:cubicBezTo>
                    <a:pt x="609951" y="116311"/>
                    <a:pt x="517309" y="79691"/>
                    <a:pt x="423029" y="79691"/>
                  </a:cubicBezTo>
                  <a:cubicBezTo>
                    <a:pt x="339021" y="79691"/>
                    <a:pt x="256849" y="106684"/>
                    <a:pt x="197652" y="153824"/>
                  </a:cubicBezTo>
                  <a:cubicBezTo>
                    <a:pt x="138454" y="200964"/>
                    <a:pt x="101785" y="265471"/>
                    <a:pt x="86849" y="347593"/>
                  </a:cubicBezTo>
                  <a:cubicBezTo>
                    <a:pt x="109129" y="335088"/>
                    <a:pt x="132202" y="321889"/>
                    <a:pt x="147485" y="312858"/>
                  </a:cubicBezTo>
                  <a:cubicBezTo>
                    <a:pt x="172888" y="297430"/>
                    <a:pt x="205325" y="300052"/>
                    <a:pt x="227921" y="319359"/>
                  </a:cubicBezTo>
                  <a:lnTo>
                    <a:pt x="291187" y="370021"/>
                  </a:lnTo>
                  <a:lnTo>
                    <a:pt x="384276" y="310874"/>
                  </a:lnTo>
                  <a:cubicBezTo>
                    <a:pt x="407207" y="295444"/>
                    <a:pt x="437144" y="295229"/>
                    <a:pt x="460295" y="3103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3" name="Picture Placeholder 59">
            <a:extLst>
              <a:ext uri="{FF2B5EF4-FFF2-40B4-BE49-F238E27FC236}">
                <a16:creationId xmlns:a16="http://schemas.microsoft.com/office/drawing/2014/main" id="{CA8F0D1C-756E-48D3-8C1A-469F89D0256D}"/>
              </a:ext>
            </a:extLst>
          </p:cNvPr>
          <p:cNvGrpSpPr>
            <a:grpSpLocks noChangeAspect="1"/>
          </p:cNvGrpSpPr>
          <p:nvPr/>
        </p:nvGrpSpPr>
        <p:grpSpPr>
          <a:xfrm>
            <a:off x="9604021" y="2538654"/>
            <a:ext cx="451611" cy="833726"/>
            <a:chOff x="9604021" y="2538654"/>
            <a:chExt cx="451611" cy="83372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A2AE2519-4F3E-5E4A-A308-0C69743FF50F}"/>
                </a:ext>
              </a:extLst>
            </p:cNvPr>
            <p:cNvSpPr/>
            <p:nvPr/>
          </p:nvSpPr>
          <p:spPr>
            <a:xfrm>
              <a:off x="9720602" y="2682753"/>
              <a:ext cx="213369" cy="79393"/>
            </a:xfrm>
            <a:custGeom>
              <a:avLst/>
              <a:gdLst>
                <a:gd name="connsiteX0" fmla="*/ 173673 w 213369"/>
                <a:gd name="connsiteY0" fmla="*/ 79393 h 79393"/>
                <a:gd name="connsiteX1" fmla="*/ 39697 w 213369"/>
                <a:gd name="connsiteY1" fmla="*/ 79393 h 79393"/>
                <a:gd name="connsiteX2" fmla="*/ 0 w 213369"/>
                <a:gd name="connsiteY2" fmla="*/ 39697 h 79393"/>
                <a:gd name="connsiteX3" fmla="*/ 39697 w 213369"/>
                <a:gd name="connsiteY3" fmla="*/ 0 h 79393"/>
                <a:gd name="connsiteX4" fmla="*/ 173673 w 213369"/>
                <a:gd name="connsiteY4" fmla="*/ 0 h 79393"/>
                <a:gd name="connsiteX5" fmla="*/ 213369 w 213369"/>
                <a:gd name="connsiteY5" fmla="*/ 39697 h 79393"/>
                <a:gd name="connsiteX6" fmla="*/ 173673 w 2133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369" h="79393">
                  <a:moveTo>
                    <a:pt x="1736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3673" y="0"/>
                  </a:lnTo>
                  <a:cubicBezTo>
                    <a:pt x="195595" y="0"/>
                    <a:pt x="213369" y="17773"/>
                    <a:pt x="213369" y="39697"/>
                  </a:cubicBezTo>
                  <a:cubicBezTo>
                    <a:pt x="213369" y="61620"/>
                    <a:pt x="195595" y="79393"/>
                    <a:pt x="17367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830C500-8960-AD4B-9628-DBAD4BB9EFB0}"/>
                </a:ext>
              </a:extLst>
            </p:cNvPr>
            <p:cNvSpPr/>
            <p:nvPr/>
          </p:nvSpPr>
          <p:spPr>
            <a:xfrm>
              <a:off x="9645580" y="2861245"/>
              <a:ext cx="342743" cy="228451"/>
            </a:xfrm>
            <a:custGeom>
              <a:avLst/>
              <a:gdLst>
                <a:gd name="connsiteX0" fmla="*/ 40336 w 342743"/>
                <a:gd name="connsiteY0" fmla="*/ 228447 h 228451"/>
                <a:gd name="connsiteX1" fmla="*/ 5 w 342743"/>
                <a:gd name="connsiteY1" fmla="*/ 189395 h 228451"/>
                <a:gd name="connsiteX2" fmla="*/ 20488 w 342743"/>
                <a:gd name="connsiteY2" fmla="*/ 154016 h 228451"/>
                <a:gd name="connsiteX3" fmla="*/ 283478 w 342743"/>
                <a:gd name="connsiteY3" fmla="*/ 5154 h 228451"/>
                <a:gd name="connsiteX4" fmla="*/ 337589 w 342743"/>
                <a:gd name="connsiteY4" fmla="*/ 20164 h 228451"/>
                <a:gd name="connsiteX5" fmla="*/ 322579 w 342743"/>
                <a:gd name="connsiteY5" fmla="*/ 74275 h 228451"/>
                <a:gd name="connsiteX6" fmla="*/ 59589 w 342743"/>
                <a:gd name="connsiteY6" fmla="*/ 223137 h 228451"/>
                <a:gd name="connsiteX7" fmla="*/ 40336 w 342743"/>
                <a:gd name="connsiteY7" fmla="*/ 228447 h 22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43" h="228451">
                  <a:moveTo>
                    <a:pt x="40336" y="228447"/>
                  </a:moveTo>
                  <a:cubicBezTo>
                    <a:pt x="18415" y="228799"/>
                    <a:pt x="358" y="211318"/>
                    <a:pt x="5" y="189395"/>
                  </a:cubicBezTo>
                  <a:cubicBezTo>
                    <a:pt x="-231" y="174722"/>
                    <a:pt x="7646" y="161116"/>
                    <a:pt x="20488" y="154016"/>
                  </a:cubicBezTo>
                  <a:lnTo>
                    <a:pt x="283478" y="5154"/>
                  </a:lnTo>
                  <a:cubicBezTo>
                    <a:pt x="302567" y="-5644"/>
                    <a:pt x="326792" y="1076"/>
                    <a:pt x="337589" y="20164"/>
                  </a:cubicBezTo>
                  <a:cubicBezTo>
                    <a:pt x="348387" y="39251"/>
                    <a:pt x="341668" y="63478"/>
                    <a:pt x="322579" y="74275"/>
                  </a:cubicBezTo>
                  <a:lnTo>
                    <a:pt x="59589" y="223137"/>
                  </a:lnTo>
                  <a:cubicBezTo>
                    <a:pt x="53729" y="226516"/>
                    <a:pt x="47102" y="228347"/>
                    <a:pt x="40336" y="2284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D4BE5CF-21FB-894D-9AF7-ED1DEBED63A2}"/>
                </a:ext>
              </a:extLst>
            </p:cNvPr>
            <p:cNvSpPr/>
            <p:nvPr/>
          </p:nvSpPr>
          <p:spPr>
            <a:xfrm>
              <a:off x="9621325" y="2965604"/>
              <a:ext cx="392100" cy="253101"/>
            </a:xfrm>
            <a:custGeom>
              <a:avLst/>
              <a:gdLst>
                <a:gd name="connsiteX0" fmla="*/ 39781 w 392100"/>
                <a:gd name="connsiteY0" fmla="*/ 253102 h 253101"/>
                <a:gd name="connsiteX1" fmla="*/ 0 w 392100"/>
                <a:gd name="connsiteY1" fmla="*/ 213489 h 253101"/>
                <a:gd name="connsiteX2" fmla="*/ 20479 w 392100"/>
                <a:gd name="connsiteY2" fmla="*/ 178671 h 253101"/>
                <a:gd name="connsiteX3" fmla="*/ 333089 w 392100"/>
                <a:gd name="connsiteY3" fmla="*/ 4998 h 253101"/>
                <a:gd name="connsiteX4" fmla="*/ 387101 w 392100"/>
                <a:gd name="connsiteY4" fmla="*/ 20455 h 253101"/>
                <a:gd name="connsiteX5" fmla="*/ 371645 w 392100"/>
                <a:gd name="connsiteY5" fmla="*/ 74467 h 253101"/>
                <a:gd name="connsiteX6" fmla="*/ 59034 w 392100"/>
                <a:gd name="connsiteY6" fmla="*/ 248139 h 253101"/>
                <a:gd name="connsiteX7" fmla="*/ 39781 w 392100"/>
                <a:gd name="connsiteY7" fmla="*/ 253102 h 25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100" h="253101">
                  <a:moveTo>
                    <a:pt x="39781" y="253102"/>
                  </a:moveTo>
                  <a:cubicBezTo>
                    <a:pt x="17857" y="253146"/>
                    <a:pt x="47" y="235412"/>
                    <a:pt x="0" y="213489"/>
                  </a:cubicBezTo>
                  <a:cubicBezTo>
                    <a:pt x="-31" y="199020"/>
                    <a:pt x="7816" y="185677"/>
                    <a:pt x="20479" y="178671"/>
                  </a:cubicBezTo>
                  <a:lnTo>
                    <a:pt x="333089" y="4998"/>
                  </a:lnTo>
                  <a:cubicBezTo>
                    <a:pt x="352273" y="-5648"/>
                    <a:pt x="376453" y="1272"/>
                    <a:pt x="387101" y="20455"/>
                  </a:cubicBezTo>
                  <a:cubicBezTo>
                    <a:pt x="397750" y="39638"/>
                    <a:pt x="390828" y="63819"/>
                    <a:pt x="371645" y="74467"/>
                  </a:cubicBezTo>
                  <a:lnTo>
                    <a:pt x="59034" y="248139"/>
                  </a:lnTo>
                  <a:cubicBezTo>
                    <a:pt x="53141" y="251400"/>
                    <a:pt x="46516" y="253107"/>
                    <a:pt x="39781" y="2531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B00E6AB-6D3F-4A45-94B9-B42BCA64C954}"/>
                </a:ext>
              </a:extLst>
            </p:cNvPr>
            <p:cNvSpPr/>
            <p:nvPr/>
          </p:nvSpPr>
          <p:spPr>
            <a:xfrm>
              <a:off x="9604021" y="2538654"/>
              <a:ext cx="451611" cy="833726"/>
            </a:xfrm>
            <a:custGeom>
              <a:avLst/>
              <a:gdLst>
                <a:gd name="connsiteX0" fmla="*/ 222670 w 451611"/>
                <a:gd name="connsiteY0" fmla="*/ 833727 h 833726"/>
                <a:gd name="connsiteX1" fmla="*/ 197860 w 451611"/>
                <a:gd name="connsiteY1" fmla="*/ 824994 h 833726"/>
                <a:gd name="connsiteX2" fmla="*/ 14908 w 451611"/>
                <a:gd name="connsiteY2" fmla="*/ 678513 h 833726"/>
                <a:gd name="connsiteX3" fmla="*/ 965 w 451611"/>
                <a:gd name="connsiteY3" fmla="*/ 638817 h 833726"/>
                <a:gd name="connsiteX4" fmla="*/ 103531 w 451611"/>
                <a:gd name="connsiteY4" fmla="*/ 182306 h 833726"/>
                <a:gd name="connsiteX5" fmla="*/ 47956 w 451611"/>
                <a:gd name="connsiteY5" fmla="*/ 55674 h 833726"/>
                <a:gd name="connsiteX6" fmla="*/ 68316 w 451611"/>
                <a:gd name="connsiteY6" fmla="*/ 3358 h 833726"/>
                <a:gd name="connsiteX7" fmla="*/ 84377 w 451611"/>
                <a:gd name="connsiteY7" fmla="*/ 0 h 833726"/>
                <a:gd name="connsiteX8" fmla="*/ 84377 w 451611"/>
                <a:gd name="connsiteY8" fmla="*/ 0 h 833726"/>
                <a:gd name="connsiteX9" fmla="*/ 367215 w 451611"/>
                <a:gd name="connsiteY9" fmla="*/ 844 h 833726"/>
                <a:gd name="connsiteX10" fmla="*/ 406778 w 451611"/>
                <a:gd name="connsiteY10" fmla="*/ 40672 h 833726"/>
                <a:gd name="connsiteX11" fmla="*/ 403637 w 451611"/>
                <a:gd name="connsiteY11" fmla="*/ 56022 h 833726"/>
                <a:gd name="connsiteX12" fmla="*/ 350444 w 451611"/>
                <a:gd name="connsiteY12" fmla="*/ 181959 h 833726"/>
                <a:gd name="connsiteX13" fmla="*/ 450727 w 451611"/>
                <a:gd name="connsiteY13" fmla="*/ 639015 h 833726"/>
                <a:gd name="connsiteX14" fmla="*/ 436238 w 451611"/>
                <a:gd name="connsiteY14" fmla="*/ 678712 h 833726"/>
                <a:gd name="connsiteX15" fmla="*/ 246935 w 451611"/>
                <a:gd name="connsiteY15" fmla="*/ 825391 h 833726"/>
                <a:gd name="connsiteX16" fmla="*/ 222670 w 451611"/>
                <a:gd name="connsiteY16" fmla="*/ 833727 h 833726"/>
                <a:gd name="connsiteX17" fmla="*/ 83732 w 451611"/>
                <a:gd name="connsiteY17" fmla="*/ 632019 h 833726"/>
                <a:gd name="connsiteX18" fmla="*/ 223315 w 451611"/>
                <a:gd name="connsiteY18" fmla="*/ 743516 h 833726"/>
                <a:gd name="connsiteX19" fmla="*/ 368059 w 451611"/>
                <a:gd name="connsiteY19" fmla="*/ 631473 h 833726"/>
                <a:gd name="connsiteX20" fmla="*/ 270157 w 451611"/>
                <a:gd name="connsiteY20" fmla="*/ 186623 h 833726"/>
                <a:gd name="connsiteX21" fmla="*/ 272390 w 451611"/>
                <a:gd name="connsiteY21" fmla="*/ 162607 h 833726"/>
                <a:gd name="connsiteX22" fmla="*/ 307671 w 451611"/>
                <a:gd name="connsiteY22" fmla="*/ 80088 h 833726"/>
                <a:gd name="connsiteX23" fmla="*/ 145411 w 451611"/>
                <a:gd name="connsiteY23" fmla="*/ 79592 h 833726"/>
                <a:gd name="connsiteX24" fmla="*/ 181683 w 451611"/>
                <a:gd name="connsiteY24" fmla="*/ 162160 h 833726"/>
                <a:gd name="connsiteX25" fmla="*/ 184065 w 451611"/>
                <a:gd name="connsiteY25" fmla="*/ 186971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51611" h="833726">
                  <a:moveTo>
                    <a:pt x="222670" y="833727"/>
                  </a:moveTo>
                  <a:cubicBezTo>
                    <a:pt x="213648" y="833722"/>
                    <a:pt x="204897" y="830640"/>
                    <a:pt x="197860" y="824994"/>
                  </a:cubicBezTo>
                  <a:lnTo>
                    <a:pt x="14908" y="678513"/>
                  </a:lnTo>
                  <a:cubicBezTo>
                    <a:pt x="3054" y="669036"/>
                    <a:pt x="-2359" y="653629"/>
                    <a:pt x="965" y="638817"/>
                  </a:cubicBezTo>
                  <a:lnTo>
                    <a:pt x="103531" y="182306"/>
                  </a:lnTo>
                  <a:lnTo>
                    <a:pt x="47956" y="55674"/>
                  </a:lnTo>
                  <a:cubicBezTo>
                    <a:pt x="39131" y="35605"/>
                    <a:pt x="48247" y="12182"/>
                    <a:pt x="68316" y="3358"/>
                  </a:cubicBezTo>
                  <a:cubicBezTo>
                    <a:pt x="73378" y="1132"/>
                    <a:pt x="78848" y="-11"/>
                    <a:pt x="84377" y="0"/>
                  </a:cubicBezTo>
                  <a:lnTo>
                    <a:pt x="84377" y="0"/>
                  </a:lnTo>
                  <a:lnTo>
                    <a:pt x="367215" y="844"/>
                  </a:lnTo>
                  <a:cubicBezTo>
                    <a:pt x="389138" y="916"/>
                    <a:pt x="406853" y="18748"/>
                    <a:pt x="406778" y="40672"/>
                  </a:cubicBezTo>
                  <a:cubicBezTo>
                    <a:pt x="406763" y="45946"/>
                    <a:pt x="405696" y="51164"/>
                    <a:pt x="403637" y="56022"/>
                  </a:cubicBezTo>
                  <a:lnTo>
                    <a:pt x="350444" y="181959"/>
                  </a:lnTo>
                  <a:lnTo>
                    <a:pt x="450727" y="639015"/>
                  </a:lnTo>
                  <a:cubicBezTo>
                    <a:pt x="453928" y="653931"/>
                    <a:pt x="448296" y="669363"/>
                    <a:pt x="436238" y="678712"/>
                  </a:cubicBezTo>
                  <a:lnTo>
                    <a:pt x="246935" y="825391"/>
                  </a:lnTo>
                  <a:cubicBezTo>
                    <a:pt x="239992" y="830779"/>
                    <a:pt x="231458" y="833712"/>
                    <a:pt x="222670" y="833727"/>
                  </a:cubicBezTo>
                  <a:close/>
                  <a:moveTo>
                    <a:pt x="83732" y="632019"/>
                  </a:moveTo>
                  <a:lnTo>
                    <a:pt x="223315" y="743516"/>
                  </a:lnTo>
                  <a:lnTo>
                    <a:pt x="368059" y="631473"/>
                  </a:lnTo>
                  <a:lnTo>
                    <a:pt x="270157" y="186623"/>
                  </a:lnTo>
                  <a:cubicBezTo>
                    <a:pt x="268428" y="178578"/>
                    <a:pt x="269208" y="170196"/>
                    <a:pt x="272390" y="162607"/>
                  </a:cubicBezTo>
                  <a:lnTo>
                    <a:pt x="307671" y="80088"/>
                  </a:lnTo>
                  <a:lnTo>
                    <a:pt x="145411" y="79592"/>
                  </a:lnTo>
                  <a:lnTo>
                    <a:pt x="181683" y="162160"/>
                  </a:lnTo>
                  <a:cubicBezTo>
                    <a:pt x="185096" y="169967"/>
                    <a:pt x="185931" y="178658"/>
                    <a:pt x="184065" y="1869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8" name="Picture Placeholder 61">
            <a:extLst>
              <a:ext uri="{FF2B5EF4-FFF2-40B4-BE49-F238E27FC236}">
                <a16:creationId xmlns:a16="http://schemas.microsoft.com/office/drawing/2014/main" id="{C35863E4-57C9-467D-A2FC-5B10BE51DCF6}"/>
              </a:ext>
            </a:extLst>
          </p:cNvPr>
          <p:cNvGrpSpPr>
            <a:grpSpLocks noChangeAspect="1"/>
          </p:cNvGrpSpPr>
          <p:nvPr/>
        </p:nvGrpSpPr>
        <p:grpSpPr>
          <a:xfrm>
            <a:off x="1507853" y="3674451"/>
            <a:ext cx="833802" cy="800786"/>
            <a:chOff x="1507853" y="3674451"/>
            <a:chExt cx="833802" cy="800786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9EDFF212-15BD-CC40-BDDC-061644CC48F1}"/>
                </a:ext>
              </a:extLst>
            </p:cNvPr>
            <p:cNvSpPr/>
            <p:nvPr/>
          </p:nvSpPr>
          <p:spPr>
            <a:xfrm>
              <a:off x="1507853" y="3678968"/>
              <a:ext cx="833802" cy="796269"/>
            </a:xfrm>
            <a:custGeom>
              <a:avLst/>
              <a:gdLst>
                <a:gd name="connsiteX0" fmla="*/ 655146 w 833802"/>
                <a:gd name="connsiteY0" fmla="*/ 796270 h 796269"/>
                <a:gd name="connsiteX1" fmla="*/ 183749 w 833802"/>
                <a:gd name="connsiteY1" fmla="*/ 796270 h 796269"/>
                <a:gd name="connsiteX2" fmla="*/ 144053 w 833802"/>
                <a:gd name="connsiteY2" fmla="*/ 756573 h 796269"/>
                <a:gd name="connsiteX3" fmla="*/ 144747 w 833802"/>
                <a:gd name="connsiteY3" fmla="*/ 343084 h 796269"/>
                <a:gd name="connsiteX4" fmla="*/ 110608 w 833802"/>
                <a:gd name="connsiteY4" fmla="*/ 359757 h 796269"/>
                <a:gd name="connsiteX5" fmla="*/ 57508 w 833802"/>
                <a:gd name="connsiteY5" fmla="*/ 341536 h 796269"/>
                <a:gd name="connsiteX6" fmla="*/ 54984 w 833802"/>
                <a:gd name="connsiteY6" fmla="*/ 334946 h 796269"/>
                <a:gd name="connsiteX7" fmla="*/ 1492 w 833802"/>
                <a:gd name="connsiteY7" fmla="*/ 144601 h 796269"/>
                <a:gd name="connsiteX8" fmla="*/ 24764 w 833802"/>
                <a:gd name="connsiteY8" fmla="*/ 97065 h 796269"/>
                <a:gd name="connsiteX9" fmla="*/ 255650 w 833802"/>
                <a:gd name="connsiteY9" fmla="*/ 3182 h 796269"/>
                <a:gd name="connsiteX10" fmla="*/ 306475 w 833802"/>
                <a:gd name="connsiteY10" fmla="*/ 27024 h 796269"/>
                <a:gd name="connsiteX11" fmla="*/ 285422 w 833802"/>
                <a:gd name="connsiteY11" fmla="*/ 76720 h 796269"/>
                <a:gd name="connsiteX12" fmla="*/ 87535 w 833802"/>
                <a:gd name="connsiteY12" fmla="*/ 157304 h 796269"/>
                <a:gd name="connsiteX13" fmla="*/ 118498 w 833802"/>
                <a:gd name="connsiteY13" fmla="*/ 267313 h 796269"/>
                <a:gd name="connsiteX14" fmla="*/ 167126 w 833802"/>
                <a:gd name="connsiteY14" fmla="*/ 243545 h 796269"/>
                <a:gd name="connsiteX15" fmla="*/ 220215 w 833802"/>
                <a:gd name="connsiteY15" fmla="*/ 261800 h 796269"/>
                <a:gd name="connsiteX16" fmla="*/ 224240 w 833802"/>
                <a:gd name="connsiteY16" fmla="*/ 279272 h 796269"/>
                <a:gd name="connsiteX17" fmla="*/ 223396 w 833802"/>
                <a:gd name="connsiteY17" fmla="*/ 716877 h 796269"/>
                <a:gd name="connsiteX18" fmla="*/ 615400 w 833802"/>
                <a:gd name="connsiteY18" fmla="*/ 716877 h 796269"/>
                <a:gd name="connsiteX19" fmla="*/ 614606 w 833802"/>
                <a:gd name="connsiteY19" fmla="*/ 279272 h 796269"/>
                <a:gd name="connsiteX20" fmla="*/ 654333 w 833802"/>
                <a:gd name="connsiteY20" fmla="*/ 239606 h 796269"/>
                <a:gd name="connsiteX21" fmla="*/ 669189 w 833802"/>
                <a:gd name="connsiteY21" fmla="*/ 242503 h 796269"/>
                <a:gd name="connsiteX22" fmla="*/ 722234 w 833802"/>
                <a:gd name="connsiteY22" fmla="*/ 264336 h 796269"/>
                <a:gd name="connsiteX23" fmla="*/ 747739 w 833802"/>
                <a:gd name="connsiteY23" fmla="*/ 154525 h 796269"/>
                <a:gd name="connsiteX24" fmla="*/ 548809 w 833802"/>
                <a:gd name="connsiteY24" fmla="*/ 77067 h 796269"/>
                <a:gd name="connsiteX25" fmla="*/ 524867 w 833802"/>
                <a:gd name="connsiteY25" fmla="*/ 26290 h 796269"/>
                <a:gd name="connsiteX26" fmla="*/ 575644 w 833802"/>
                <a:gd name="connsiteY26" fmla="*/ 2347 h 796269"/>
                <a:gd name="connsiteX27" fmla="*/ 577540 w 833802"/>
                <a:gd name="connsiteY27" fmla="*/ 3083 h 796269"/>
                <a:gd name="connsiteX28" fmla="*/ 808475 w 833802"/>
                <a:gd name="connsiteY28" fmla="*/ 92748 h 796269"/>
                <a:gd name="connsiteX29" fmla="*/ 832789 w 833802"/>
                <a:gd name="connsiteY29" fmla="*/ 138647 h 796269"/>
                <a:gd name="connsiteX30" fmla="*/ 789321 w 833802"/>
                <a:gd name="connsiteY30" fmla="*/ 327801 h 796269"/>
                <a:gd name="connsiteX31" fmla="*/ 741735 w 833802"/>
                <a:gd name="connsiteY31" fmla="*/ 357583 h 796269"/>
                <a:gd name="connsiteX32" fmla="*/ 735482 w 833802"/>
                <a:gd name="connsiteY32" fmla="*/ 355588 h 796269"/>
                <a:gd name="connsiteX33" fmla="*/ 694099 w 833802"/>
                <a:gd name="connsiteY33" fmla="*/ 338519 h 796269"/>
                <a:gd name="connsiteX34" fmla="*/ 694843 w 833802"/>
                <a:gd name="connsiteY34" fmla="*/ 756524 h 796269"/>
                <a:gd name="connsiteX35" fmla="*/ 655146 w 833802"/>
                <a:gd name="connsiteY35" fmla="*/ 796220 h 79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3802" h="796269">
                  <a:moveTo>
                    <a:pt x="655146" y="796270"/>
                  </a:moveTo>
                  <a:lnTo>
                    <a:pt x="183749" y="796270"/>
                  </a:lnTo>
                  <a:cubicBezTo>
                    <a:pt x="161825" y="796270"/>
                    <a:pt x="144053" y="778496"/>
                    <a:pt x="144053" y="756573"/>
                  </a:cubicBezTo>
                  <a:lnTo>
                    <a:pt x="144747" y="343084"/>
                  </a:lnTo>
                  <a:lnTo>
                    <a:pt x="110608" y="359757"/>
                  </a:lnTo>
                  <a:cubicBezTo>
                    <a:pt x="90913" y="369388"/>
                    <a:pt x="67140" y="361231"/>
                    <a:pt x="57508" y="341536"/>
                  </a:cubicBezTo>
                  <a:cubicBezTo>
                    <a:pt x="56473" y="339419"/>
                    <a:pt x="55628" y="337213"/>
                    <a:pt x="54984" y="334946"/>
                  </a:cubicBezTo>
                  <a:lnTo>
                    <a:pt x="1492" y="144601"/>
                  </a:lnTo>
                  <a:cubicBezTo>
                    <a:pt x="-3987" y="125142"/>
                    <a:pt x="6034" y="104672"/>
                    <a:pt x="24764" y="97065"/>
                  </a:cubicBezTo>
                  <a:lnTo>
                    <a:pt x="255650" y="3182"/>
                  </a:lnTo>
                  <a:cubicBezTo>
                    <a:pt x="276269" y="-4269"/>
                    <a:pt x="299024" y="6405"/>
                    <a:pt x="306475" y="27024"/>
                  </a:cubicBezTo>
                  <a:cubicBezTo>
                    <a:pt x="313530" y="46546"/>
                    <a:pt x="304354" y="68207"/>
                    <a:pt x="285422" y="76720"/>
                  </a:cubicBezTo>
                  <a:lnTo>
                    <a:pt x="87535" y="157304"/>
                  </a:lnTo>
                  <a:lnTo>
                    <a:pt x="118498" y="267313"/>
                  </a:lnTo>
                  <a:lnTo>
                    <a:pt x="167126" y="243545"/>
                  </a:lnTo>
                  <a:cubicBezTo>
                    <a:pt x="186827" y="233926"/>
                    <a:pt x="210596" y="242099"/>
                    <a:pt x="220215" y="261800"/>
                  </a:cubicBezTo>
                  <a:cubicBezTo>
                    <a:pt x="222871" y="267241"/>
                    <a:pt x="224248" y="273217"/>
                    <a:pt x="224240" y="279272"/>
                  </a:cubicBezTo>
                  <a:lnTo>
                    <a:pt x="223396" y="716877"/>
                  </a:lnTo>
                  <a:lnTo>
                    <a:pt x="615400" y="716877"/>
                  </a:lnTo>
                  <a:lnTo>
                    <a:pt x="614606" y="279272"/>
                  </a:lnTo>
                  <a:cubicBezTo>
                    <a:pt x="614621" y="257348"/>
                    <a:pt x="632410" y="239589"/>
                    <a:pt x="654333" y="239606"/>
                  </a:cubicBezTo>
                  <a:cubicBezTo>
                    <a:pt x="659424" y="239610"/>
                    <a:pt x="664470" y="240593"/>
                    <a:pt x="669189" y="242503"/>
                  </a:cubicBezTo>
                  <a:lnTo>
                    <a:pt x="722234" y="264336"/>
                  </a:lnTo>
                  <a:lnTo>
                    <a:pt x="747739" y="154525"/>
                  </a:lnTo>
                  <a:lnTo>
                    <a:pt x="548809" y="77067"/>
                  </a:lnTo>
                  <a:cubicBezTo>
                    <a:pt x="528177" y="69657"/>
                    <a:pt x="517459" y="46923"/>
                    <a:pt x="524867" y="26290"/>
                  </a:cubicBezTo>
                  <a:cubicBezTo>
                    <a:pt x="532276" y="5656"/>
                    <a:pt x="555012" y="-5063"/>
                    <a:pt x="575644" y="2347"/>
                  </a:cubicBezTo>
                  <a:cubicBezTo>
                    <a:pt x="576284" y="2576"/>
                    <a:pt x="576914" y="2822"/>
                    <a:pt x="577540" y="3083"/>
                  </a:cubicBezTo>
                  <a:lnTo>
                    <a:pt x="808475" y="92748"/>
                  </a:lnTo>
                  <a:cubicBezTo>
                    <a:pt x="826854" y="99886"/>
                    <a:pt x="837205" y="119432"/>
                    <a:pt x="832789" y="138647"/>
                  </a:cubicBezTo>
                  <a:lnTo>
                    <a:pt x="789321" y="327801"/>
                  </a:lnTo>
                  <a:cubicBezTo>
                    <a:pt x="784404" y="349166"/>
                    <a:pt x="763096" y="362500"/>
                    <a:pt x="741735" y="357583"/>
                  </a:cubicBezTo>
                  <a:cubicBezTo>
                    <a:pt x="739596" y="357092"/>
                    <a:pt x="737507" y="356425"/>
                    <a:pt x="735482" y="355588"/>
                  </a:cubicBezTo>
                  <a:lnTo>
                    <a:pt x="694099" y="338519"/>
                  </a:lnTo>
                  <a:lnTo>
                    <a:pt x="694843" y="756524"/>
                  </a:lnTo>
                  <a:cubicBezTo>
                    <a:pt x="694843" y="778446"/>
                    <a:pt x="677069" y="796220"/>
                    <a:pt x="655146" y="7962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4D190E6B-A364-F841-BE76-DBA3305EBCDD}"/>
                </a:ext>
              </a:extLst>
            </p:cNvPr>
            <p:cNvSpPr/>
            <p:nvPr/>
          </p:nvSpPr>
          <p:spPr>
            <a:xfrm>
              <a:off x="1736840" y="3674451"/>
              <a:ext cx="373000" cy="170951"/>
            </a:xfrm>
            <a:custGeom>
              <a:avLst/>
              <a:gdLst>
                <a:gd name="connsiteX0" fmla="*/ 181281 w 373000"/>
                <a:gd name="connsiteY0" fmla="*/ 170951 h 170951"/>
                <a:gd name="connsiteX1" fmla="*/ 3589 w 373000"/>
                <a:gd name="connsiteY1" fmla="*/ 58263 h 170951"/>
                <a:gd name="connsiteX2" fmla="*/ 23239 w 373000"/>
                <a:gd name="connsiteY2" fmla="*/ 5665 h 170951"/>
                <a:gd name="connsiteX3" fmla="*/ 75837 w 373000"/>
                <a:gd name="connsiteY3" fmla="*/ 25315 h 170951"/>
                <a:gd name="connsiteX4" fmla="*/ 185002 w 373000"/>
                <a:gd name="connsiteY4" fmla="*/ 91509 h 170951"/>
                <a:gd name="connsiteX5" fmla="*/ 296699 w 373000"/>
                <a:gd name="connsiteY5" fmla="*/ 24322 h 170951"/>
                <a:gd name="connsiteX6" fmla="*/ 348676 w 373000"/>
                <a:gd name="connsiteY6" fmla="*/ 3113 h 170951"/>
                <a:gd name="connsiteX7" fmla="*/ 369889 w 373000"/>
                <a:gd name="connsiteY7" fmla="*/ 55091 h 170951"/>
                <a:gd name="connsiteX8" fmla="*/ 367954 w 373000"/>
                <a:gd name="connsiteY8" fmla="*/ 59057 h 170951"/>
                <a:gd name="connsiteX9" fmla="*/ 187086 w 373000"/>
                <a:gd name="connsiteY9" fmla="*/ 170654 h 17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000" h="170951">
                  <a:moveTo>
                    <a:pt x="181281" y="170951"/>
                  </a:moveTo>
                  <a:cubicBezTo>
                    <a:pt x="56435" y="170951"/>
                    <a:pt x="5723" y="62927"/>
                    <a:pt x="3589" y="58263"/>
                  </a:cubicBezTo>
                  <a:cubicBezTo>
                    <a:pt x="-5510" y="38312"/>
                    <a:pt x="3288" y="14763"/>
                    <a:pt x="23239" y="5665"/>
                  </a:cubicBezTo>
                  <a:cubicBezTo>
                    <a:pt x="43189" y="-3433"/>
                    <a:pt x="66738" y="5364"/>
                    <a:pt x="75837" y="25315"/>
                  </a:cubicBezTo>
                  <a:cubicBezTo>
                    <a:pt x="77028" y="27845"/>
                    <a:pt x="109132" y="93593"/>
                    <a:pt x="185002" y="91509"/>
                  </a:cubicBezTo>
                  <a:cubicBezTo>
                    <a:pt x="231476" y="90371"/>
                    <a:pt x="273913" y="64844"/>
                    <a:pt x="296699" y="24322"/>
                  </a:cubicBezTo>
                  <a:cubicBezTo>
                    <a:pt x="305194" y="4112"/>
                    <a:pt x="328466" y="-5384"/>
                    <a:pt x="348676" y="3113"/>
                  </a:cubicBezTo>
                  <a:cubicBezTo>
                    <a:pt x="368887" y="11609"/>
                    <a:pt x="378384" y="34881"/>
                    <a:pt x="369889" y="55091"/>
                  </a:cubicBezTo>
                  <a:cubicBezTo>
                    <a:pt x="369319" y="56448"/>
                    <a:pt x="368673" y="57772"/>
                    <a:pt x="367954" y="59057"/>
                  </a:cubicBezTo>
                  <a:cubicBezTo>
                    <a:pt x="365820" y="63473"/>
                    <a:pt x="314016" y="167379"/>
                    <a:pt x="187086" y="17065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63">
            <a:extLst>
              <a:ext uri="{FF2B5EF4-FFF2-40B4-BE49-F238E27FC236}">
                <a16:creationId xmlns:a16="http://schemas.microsoft.com/office/drawing/2014/main" id="{6DB0E3AD-7E09-4176-B976-219EF1B8BCBE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3639973"/>
            <a:ext cx="868363" cy="868362"/>
            <a:chOff x="2808097" y="3639973"/>
            <a:chExt cx="868363" cy="86836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96348F10-34E6-FC4D-9466-17FB1AB7B759}"/>
                </a:ext>
              </a:extLst>
            </p:cNvPr>
            <p:cNvSpPr/>
            <p:nvPr/>
          </p:nvSpPr>
          <p:spPr>
            <a:xfrm>
              <a:off x="2824427" y="3985349"/>
              <a:ext cx="829852" cy="407022"/>
            </a:xfrm>
            <a:custGeom>
              <a:avLst/>
              <a:gdLst>
                <a:gd name="connsiteX0" fmla="*/ 39691 w 829852"/>
                <a:gd name="connsiteY0" fmla="*/ 407022 h 407022"/>
                <a:gd name="connsiteX1" fmla="*/ 0 w 829852"/>
                <a:gd name="connsiteY1" fmla="*/ 367321 h 407022"/>
                <a:gd name="connsiteX2" fmla="*/ 13839 w 829852"/>
                <a:gd name="connsiteY2" fmla="*/ 337206 h 407022"/>
                <a:gd name="connsiteX3" fmla="*/ 395919 w 829852"/>
                <a:gd name="connsiteY3" fmla="*/ 9709 h 407022"/>
                <a:gd name="connsiteX4" fmla="*/ 451917 w 829852"/>
                <a:gd name="connsiteY4" fmla="*/ 13687 h 407022"/>
                <a:gd name="connsiteX5" fmla="*/ 447939 w 829852"/>
                <a:gd name="connsiteY5" fmla="*/ 69685 h 407022"/>
                <a:gd name="connsiteX6" fmla="*/ 447574 w 829852"/>
                <a:gd name="connsiteY6" fmla="*/ 69998 h 407022"/>
                <a:gd name="connsiteX7" fmla="*/ 147418 w 829852"/>
                <a:gd name="connsiteY7" fmla="*/ 327381 h 407022"/>
                <a:gd name="connsiteX8" fmla="*/ 790155 w 829852"/>
                <a:gd name="connsiteY8" fmla="*/ 325793 h 407022"/>
                <a:gd name="connsiteX9" fmla="*/ 790155 w 829852"/>
                <a:gd name="connsiteY9" fmla="*/ 325793 h 407022"/>
                <a:gd name="connsiteX10" fmla="*/ 829852 w 829852"/>
                <a:gd name="connsiteY10" fmla="*/ 365490 h 407022"/>
                <a:gd name="connsiteX11" fmla="*/ 790155 w 829852"/>
                <a:gd name="connsiteY11" fmla="*/ 405186 h 407022"/>
                <a:gd name="connsiteX12" fmla="*/ 39691 w 829852"/>
                <a:gd name="connsiteY12" fmla="*/ 407022 h 40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9852" h="407022">
                  <a:moveTo>
                    <a:pt x="39691" y="407022"/>
                  </a:moveTo>
                  <a:cubicBezTo>
                    <a:pt x="17768" y="407017"/>
                    <a:pt x="-3" y="389243"/>
                    <a:pt x="0" y="367321"/>
                  </a:cubicBezTo>
                  <a:cubicBezTo>
                    <a:pt x="1" y="355744"/>
                    <a:pt x="5056" y="344748"/>
                    <a:pt x="13839" y="337206"/>
                  </a:cubicBezTo>
                  <a:lnTo>
                    <a:pt x="395919" y="9709"/>
                  </a:lnTo>
                  <a:cubicBezTo>
                    <a:pt x="412481" y="-4656"/>
                    <a:pt x="437552" y="-2875"/>
                    <a:pt x="451917" y="13687"/>
                  </a:cubicBezTo>
                  <a:cubicBezTo>
                    <a:pt x="466282" y="30249"/>
                    <a:pt x="464501" y="55320"/>
                    <a:pt x="447939" y="69685"/>
                  </a:cubicBezTo>
                  <a:cubicBezTo>
                    <a:pt x="447818" y="69790"/>
                    <a:pt x="447696" y="69895"/>
                    <a:pt x="447574" y="69998"/>
                  </a:cubicBezTo>
                  <a:lnTo>
                    <a:pt x="147418" y="327381"/>
                  </a:lnTo>
                  <a:lnTo>
                    <a:pt x="790155" y="325793"/>
                  </a:lnTo>
                  <a:lnTo>
                    <a:pt x="790155" y="325793"/>
                  </a:lnTo>
                  <a:cubicBezTo>
                    <a:pt x="812078" y="325793"/>
                    <a:pt x="829852" y="343567"/>
                    <a:pt x="829852" y="365490"/>
                  </a:cubicBezTo>
                  <a:cubicBezTo>
                    <a:pt x="829852" y="387412"/>
                    <a:pt x="812078" y="405186"/>
                    <a:pt x="790155" y="405186"/>
                  </a:cubicBezTo>
                  <a:lnTo>
                    <a:pt x="39691" y="407022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5343C03-5C9E-5D40-AF8B-B133637855B7}"/>
                </a:ext>
              </a:extLst>
            </p:cNvPr>
            <p:cNvSpPr/>
            <p:nvPr/>
          </p:nvSpPr>
          <p:spPr>
            <a:xfrm>
              <a:off x="3129887" y="3755978"/>
              <a:ext cx="530028" cy="633267"/>
            </a:xfrm>
            <a:custGeom>
              <a:avLst/>
              <a:gdLst>
                <a:gd name="connsiteX0" fmla="*/ 490551 w 530028"/>
                <a:gd name="connsiteY0" fmla="*/ 633267 h 633267"/>
                <a:gd name="connsiteX1" fmla="*/ 464599 w 530028"/>
                <a:gd name="connsiteY1" fmla="*/ 623591 h 633267"/>
                <a:gd name="connsiteX2" fmla="*/ 90607 w 530028"/>
                <a:gd name="connsiteY2" fmla="*/ 300412 h 633267"/>
                <a:gd name="connsiteX3" fmla="*/ 76863 w 530028"/>
                <a:gd name="connsiteY3" fmla="*/ 270639 h 633267"/>
                <a:gd name="connsiteX4" fmla="*/ 76416 w 530028"/>
                <a:gd name="connsiteY4" fmla="*/ 201170 h 633267"/>
                <a:gd name="connsiteX5" fmla="*/ 76416 w 530028"/>
                <a:gd name="connsiteY5" fmla="*/ 198441 h 633267"/>
                <a:gd name="connsiteX6" fmla="*/ 76912 w 530028"/>
                <a:gd name="connsiteY6" fmla="*/ 190998 h 633267"/>
                <a:gd name="connsiteX7" fmla="*/ 116609 w 530028"/>
                <a:gd name="connsiteY7" fmla="*/ 153782 h 633267"/>
                <a:gd name="connsiteX8" fmla="*/ 153824 w 530028"/>
                <a:gd name="connsiteY8" fmla="*/ 116567 h 633267"/>
                <a:gd name="connsiteX9" fmla="*/ 116609 w 530028"/>
                <a:gd name="connsiteY9" fmla="*/ 79351 h 633267"/>
                <a:gd name="connsiteX10" fmla="*/ 79393 w 530028"/>
                <a:gd name="connsiteY10" fmla="*/ 116567 h 633267"/>
                <a:gd name="connsiteX11" fmla="*/ 39697 w 530028"/>
                <a:gd name="connsiteY11" fmla="*/ 156263 h 633267"/>
                <a:gd name="connsiteX12" fmla="*/ 0 w 530028"/>
                <a:gd name="connsiteY12" fmla="*/ 116567 h 633267"/>
                <a:gd name="connsiteX13" fmla="*/ 116650 w 530028"/>
                <a:gd name="connsiteY13" fmla="*/ 0 h 633267"/>
                <a:gd name="connsiteX14" fmla="*/ 233217 w 530028"/>
                <a:gd name="connsiteY14" fmla="*/ 116650 h 633267"/>
                <a:gd name="connsiteX15" fmla="*/ 155958 w 530028"/>
                <a:gd name="connsiteY15" fmla="*/ 226378 h 633267"/>
                <a:gd name="connsiteX16" fmla="*/ 155958 w 530028"/>
                <a:gd name="connsiteY16" fmla="*/ 252180 h 633267"/>
                <a:gd name="connsiteX17" fmla="*/ 516304 w 530028"/>
                <a:gd name="connsiteY17" fmla="*/ 563550 h 633267"/>
                <a:gd name="connsiteX18" fmla="*/ 520353 w 530028"/>
                <a:gd name="connsiteY18" fmla="*/ 619542 h 633267"/>
                <a:gd name="connsiteX19" fmla="*/ 490551 w 530028"/>
                <a:gd name="connsiteY19" fmla="*/ 633267 h 63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0028" h="633267">
                  <a:moveTo>
                    <a:pt x="490551" y="633267"/>
                  </a:moveTo>
                  <a:cubicBezTo>
                    <a:pt x="481019" y="633262"/>
                    <a:pt x="471809" y="629828"/>
                    <a:pt x="464599" y="623591"/>
                  </a:cubicBezTo>
                  <a:lnTo>
                    <a:pt x="90607" y="300412"/>
                  </a:lnTo>
                  <a:cubicBezTo>
                    <a:pt x="81949" y="292932"/>
                    <a:pt x="76939" y="282080"/>
                    <a:pt x="76863" y="270639"/>
                  </a:cubicBezTo>
                  <a:lnTo>
                    <a:pt x="76416" y="201170"/>
                  </a:lnTo>
                  <a:cubicBezTo>
                    <a:pt x="76416" y="200277"/>
                    <a:pt x="76416" y="199334"/>
                    <a:pt x="76416" y="198441"/>
                  </a:cubicBezTo>
                  <a:lnTo>
                    <a:pt x="76912" y="190998"/>
                  </a:lnTo>
                  <a:cubicBezTo>
                    <a:pt x="78224" y="170049"/>
                    <a:pt x="95618" y="153741"/>
                    <a:pt x="116609" y="153782"/>
                  </a:cubicBezTo>
                  <a:cubicBezTo>
                    <a:pt x="137162" y="153782"/>
                    <a:pt x="153824" y="137120"/>
                    <a:pt x="153824" y="116567"/>
                  </a:cubicBezTo>
                  <a:cubicBezTo>
                    <a:pt x="153824" y="96014"/>
                    <a:pt x="137162" y="79351"/>
                    <a:pt x="116609" y="79351"/>
                  </a:cubicBezTo>
                  <a:cubicBezTo>
                    <a:pt x="96055" y="79351"/>
                    <a:pt x="79393" y="96014"/>
                    <a:pt x="79393" y="116567"/>
                  </a:cubicBezTo>
                  <a:cubicBezTo>
                    <a:pt x="79393" y="138491"/>
                    <a:pt x="61621" y="156263"/>
                    <a:pt x="39697" y="156263"/>
                  </a:cubicBezTo>
                  <a:cubicBezTo>
                    <a:pt x="17773" y="156263"/>
                    <a:pt x="0" y="138491"/>
                    <a:pt x="0" y="116567"/>
                  </a:cubicBezTo>
                  <a:cubicBezTo>
                    <a:pt x="23" y="52166"/>
                    <a:pt x="52249" y="-23"/>
                    <a:pt x="116650" y="0"/>
                  </a:cubicBezTo>
                  <a:cubicBezTo>
                    <a:pt x="181051" y="23"/>
                    <a:pt x="233242" y="52249"/>
                    <a:pt x="233217" y="116650"/>
                  </a:cubicBezTo>
                  <a:cubicBezTo>
                    <a:pt x="233198" y="165865"/>
                    <a:pt x="202284" y="209770"/>
                    <a:pt x="155958" y="226378"/>
                  </a:cubicBezTo>
                  <a:lnTo>
                    <a:pt x="155958" y="252180"/>
                  </a:lnTo>
                  <a:lnTo>
                    <a:pt x="516304" y="563550"/>
                  </a:lnTo>
                  <a:cubicBezTo>
                    <a:pt x="532882" y="577895"/>
                    <a:pt x="534698" y="602964"/>
                    <a:pt x="520353" y="619542"/>
                  </a:cubicBezTo>
                  <a:cubicBezTo>
                    <a:pt x="512860" y="628201"/>
                    <a:pt x="501998" y="633203"/>
                    <a:pt x="490551" y="6332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4" name="Picture Placeholder 65">
            <a:extLst>
              <a:ext uri="{FF2B5EF4-FFF2-40B4-BE49-F238E27FC236}">
                <a16:creationId xmlns:a16="http://schemas.microsoft.com/office/drawing/2014/main" id="{938FC565-F4DD-4D29-BB9F-D3DCA59ECEC3}"/>
              </a:ext>
            </a:extLst>
          </p:cNvPr>
          <p:cNvGrpSpPr>
            <a:grpSpLocks noChangeAspect="1"/>
          </p:cNvGrpSpPr>
          <p:nvPr/>
        </p:nvGrpSpPr>
        <p:grpSpPr>
          <a:xfrm>
            <a:off x="4206826" y="3653172"/>
            <a:ext cx="706040" cy="841963"/>
            <a:chOff x="4206826" y="3653172"/>
            <a:chExt cx="706040" cy="841963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59293944-E267-AC4F-AE88-642C6017EEC9}"/>
                </a:ext>
              </a:extLst>
            </p:cNvPr>
            <p:cNvSpPr/>
            <p:nvPr/>
          </p:nvSpPr>
          <p:spPr>
            <a:xfrm>
              <a:off x="4515028" y="3848925"/>
              <a:ext cx="79393" cy="221407"/>
            </a:xfrm>
            <a:custGeom>
              <a:avLst/>
              <a:gdLst>
                <a:gd name="connsiteX0" fmla="*/ 39697 w 79393"/>
                <a:gd name="connsiteY0" fmla="*/ 221408 h 221407"/>
                <a:gd name="connsiteX1" fmla="*/ 0 w 79393"/>
                <a:gd name="connsiteY1" fmla="*/ 181711 h 221407"/>
                <a:gd name="connsiteX2" fmla="*/ 0 w 79393"/>
                <a:gd name="connsiteY2" fmla="*/ 39697 h 221407"/>
                <a:gd name="connsiteX3" fmla="*/ 39697 w 79393"/>
                <a:gd name="connsiteY3" fmla="*/ 0 h 221407"/>
                <a:gd name="connsiteX4" fmla="*/ 79393 w 79393"/>
                <a:gd name="connsiteY4" fmla="*/ 39697 h 221407"/>
                <a:gd name="connsiteX5" fmla="*/ 79393 w 79393"/>
                <a:gd name="connsiteY5" fmla="*/ 181711 h 221407"/>
                <a:gd name="connsiteX6" fmla="*/ 39697 w 79393"/>
                <a:gd name="connsiteY6" fmla="*/ 221408 h 221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407">
                  <a:moveTo>
                    <a:pt x="39697" y="221408"/>
                  </a:moveTo>
                  <a:cubicBezTo>
                    <a:pt x="17773" y="221408"/>
                    <a:pt x="0" y="203635"/>
                    <a:pt x="0" y="1817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1711"/>
                  </a:lnTo>
                  <a:cubicBezTo>
                    <a:pt x="79393" y="203635"/>
                    <a:pt x="61621" y="221408"/>
                    <a:pt x="39697" y="2214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CCF4C95D-94D1-E548-9630-93BC735CF619}"/>
                </a:ext>
              </a:extLst>
            </p:cNvPr>
            <p:cNvSpPr/>
            <p:nvPr/>
          </p:nvSpPr>
          <p:spPr>
            <a:xfrm>
              <a:off x="4517608" y="4195029"/>
              <a:ext cx="79393" cy="300105"/>
            </a:xfrm>
            <a:custGeom>
              <a:avLst/>
              <a:gdLst>
                <a:gd name="connsiteX0" fmla="*/ 39697 w 79393"/>
                <a:gd name="connsiteY0" fmla="*/ 300106 h 300105"/>
                <a:gd name="connsiteX1" fmla="*/ 0 w 79393"/>
                <a:gd name="connsiteY1" fmla="*/ 260409 h 300105"/>
                <a:gd name="connsiteX2" fmla="*/ 0 w 79393"/>
                <a:gd name="connsiteY2" fmla="*/ 39697 h 300105"/>
                <a:gd name="connsiteX3" fmla="*/ 39697 w 79393"/>
                <a:gd name="connsiteY3" fmla="*/ 0 h 300105"/>
                <a:gd name="connsiteX4" fmla="*/ 79393 w 79393"/>
                <a:gd name="connsiteY4" fmla="*/ 39697 h 300105"/>
                <a:gd name="connsiteX5" fmla="*/ 79393 w 79393"/>
                <a:gd name="connsiteY5" fmla="*/ 260409 h 300105"/>
                <a:gd name="connsiteX6" fmla="*/ 39697 w 79393"/>
                <a:gd name="connsiteY6" fmla="*/ 300106 h 30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0105">
                  <a:moveTo>
                    <a:pt x="39697" y="300106"/>
                  </a:moveTo>
                  <a:cubicBezTo>
                    <a:pt x="17773" y="300106"/>
                    <a:pt x="0" y="282332"/>
                    <a:pt x="0" y="26040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0409"/>
                  </a:lnTo>
                  <a:cubicBezTo>
                    <a:pt x="79393" y="282332"/>
                    <a:pt x="61621" y="300106"/>
                    <a:pt x="39697" y="3001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6DAE6FF-144C-3B41-9D2A-8425FEDA5A8B}"/>
                </a:ext>
              </a:extLst>
            </p:cNvPr>
            <p:cNvSpPr/>
            <p:nvPr/>
          </p:nvSpPr>
          <p:spPr>
            <a:xfrm>
              <a:off x="4326915" y="3653172"/>
              <a:ext cx="585951" cy="275146"/>
            </a:xfrm>
            <a:custGeom>
              <a:avLst/>
              <a:gdLst>
                <a:gd name="connsiteX0" fmla="*/ 415575 w 585951"/>
                <a:gd name="connsiteY0" fmla="*/ 275147 h 275146"/>
                <a:gd name="connsiteX1" fmla="*/ 415575 w 585951"/>
                <a:gd name="connsiteY1" fmla="*/ 275147 h 275146"/>
                <a:gd name="connsiteX2" fmla="*/ 40889 w 585951"/>
                <a:gd name="connsiteY2" fmla="*/ 272715 h 275146"/>
                <a:gd name="connsiteX3" fmla="*/ 1440 w 585951"/>
                <a:gd name="connsiteY3" fmla="*/ 233366 h 275146"/>
                <a:gd name="connsiteX4" fmla="*/ 1 w 585951"/>
                <a:gd name="connsiteY4" fmla="*/ 40540 h 275146"/>
                <a:gd name="connsiteX5" fmla="*/ 39399 w 585951"/>
                <a:gd name="connsiteY5" fmla="*/ 547 h 275146"/>
                <a:gd name="connsiteX6" fmla="*/ 39698 w 585951"/>
                <a:gd name="connsiteY6" fmla="*/ 546 h 275146"/>
                <a:gd name="connsiteX7" fmla="*/ 418800 w 585951"/>
                <a:gd name="connsiteY7" fmla="*/ 0 h 275146"/>
                <a:gd name="connsiteX8" fmla="*/ 418800 w 585951"/>
                <a:gd name="connsiteY8" fmla="*/ 0 h 275146"/>
                <a:gd name="connsiteX9" fmla="*/ 442370 w 585951"/>
                <a:gd name="connsiteY9" fmla="*/ 7790 h 275146"/>
                <a:gd name="connsiteX10" fmla="*/ 569895 w 585951"/>
                <a:gd name="connsiteY10" fmla="*/ 102070 h 275146"/>
                <a:gd name="connsiteX11" fmla="*/ 578142 w 585951"/>
                <a:gd name="connsiteY11" fmla="*/ 157600 h 275146"/>
                <a:gd name="connsiteX12" fmla="*/ 570441 w 585951"/>
                <a:gd name="connsiteY12" fmla="*/ 165435 h 275146"/>
                <a:gd name="connsiteX13" fmla="*/ 439939 w 585951"/>
                <a:gd name="connsiteY13" fmla="*/ 266810 h 275146"/>
                <a:gd name="connsiteX14" fmla="*/ 415575 w 585951"/>
                <a:gd name="connsiteY14" fmla="*/ 275147 h 275146"/>
                <a:gd name="connsiteX15" fmla="*/ 80288 w 585951"/>
                <a:gd name="connsiteY15" fmla="*/ 193620 h 275146"/>
                <a:gd name="connsiteX16" fmla="*/ 402078 w 585951"/>
                <a:gd name="connsiteY16" fmla="*/ 195654 h 275146"/>
                <a:gd name="connsiteX17" fmla="*/ 480380 w 585951"/>
                <a:gd name="connsiteY17" fmla="*/ 134819 h 275146"/>
                <a:gd name="connsiteX18" fmla="*/ 405452 w 585951"/>
                <a:gd name="connsiteY18" fmla="*/ 79393 h 275146"/>
                <a:gd name="connsiteX19" fmla="*/ 79444 w 585951"/>
                <a:gd name="connsiteY19" fmla="*/ 79889 h 27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5951" h="275146">
                  <a:moveTo>
                    <a:pt x="415575" y="275147"/>
                  </a:moveTo>
                  <a:lnTo>
                    <a:pt x="415575" y="275147"/>
                  </a:lnTo>
                  <a:lnTo>
                    <a:pt x="40889" y="272715"/>
                  </a:lnTo>
                  <a:cubicBezTo>
                    <a:pt x="19196" y="272580"/>
                    <a:pt x="1630" y="255058"/>
                    <a:pt x="1440" y="233366"/>
                  </a:cubicBezTo>
                  <a:lnTo>
                    <a:pt x="1" y="40540"/>
                  </a:lnTo>
                  <a:cubicBezTo>
                    <a:pt x="-163" y="18617"/>
                    <a:pt x="17476" y="711"/>
                    <a:pt x="39399" y="547"/>
                  </a:cubicBezTo>
                  <a:cubicBezTo>
                    <a:pt x="39498" y="546"/>
                    <a:pt x="39598" y="546"/>
                    <a:pt x="39698" y="546"/>
                  </a:cubicBezTo>
                  <a:lnTo>
                    <a:pt x="418800" y="0"/>
                  </a:lnTo>
                  <a:lnTo>
                    <a:pt x="418800" y="0"/>
                  </a:lnTo>
                  <a:cubicBezTo>
                    <a:pt x="427285" y="10"/>
                    <a:pt x="435547" y="2741"/>
                    <a:pt x="442370" y="7790"/>
                  </a:cubicBezTo>
                  <a:lnTo>
                    <a:pt x="569895" y="102070"/>
                  </a:lnTo>
                  <a:cubicBezTo>
                    <a:pt x="587506" y="115126"/>
                    <a:pt x="591198" y="139988"/>
                    <a:pt x="578142" y="157600"/>
                  </a:cubicBezTo>
                  <a:cubicBezTo>
                    <a:pt x="575949" y="160556"/>
                    <a:pt x="573359" y="163193"/>
                    <a:pt x="570441" y="165435"/>
                  </a:cubicBezTo>
                  <a:lnTo>
                    <a:pt x="439939" y="266810"/>
                  </a:lnTo>
                  <a:cubicBezTo>
                    <a:pt x="432982" y="272239"/>
                    <a:pt x="424402" y="275175"/>
                    <a:pt x="415575" y="275147"/>
                  </a:cubicBezTo>
                  <a:close/>
                  <a:moveTo>
                    <a:pt x="80288" y="193620"/>
                  </a:moveTo>
                  <a:lnTo>
                    <a:pt x="402078" y="195654"/>
                  </a:lnTo>
                  <a:lnTo>
                    <a:pt x="480380" y="134819"/>
                  </a:lnTo>
                  <a:lnTo>
                    <a:pt x="405452" y="79393"/>
                  </a:lnTo>
                  <a:lnTo>
                    <a:pt x="79444" y="79889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39B79555-68FD-B24F-A2F0-702327646EE1}"/>
                </a:ext>
              </a:extLst>
            </p:cNvPr>
            <p:cNvSpPr/>
            <p:nvPr/>
          </p:nvSpPr>
          <p:spPr>
            <a:xfrm>
              <a:off x="4206826" y="3989451"/>
              <a:ext cx="586077" cy="275196"/>
            </a:xfrm>
            <a:custGeom>
              <a:avLst/>
              <a:gdLst>
                <a:gd name="connsiteX0" fmla="*/ 170206 w 586077"/>
                <a:gd name="connsiteY0" fmla="*/ 275196 h 275196"/>
                <a:gd name="connsiteX1" fmla="*/ 145843 w 586077"/>
                <a:gd name="connsiteY1" fmla="*/ 266860 h 275196"/>
                <a:gd name="connsiteX2" fmla="*/ 15390 w 586077"/>
                <a:gd name="connsiteY2" fmla="*/ 165435 h 275196"/>
                <a:gd name="connsiteX3" fmla="*/ 8315 w 586077"/>
                <a:gd name="connsiteY3" fmla="*/ 109744 h 275196"/>
                <a:gd name="connsiteX4" fmla="*/ 16184 w 586077"/>
                <a:gd name="connsiteY4" fmla="*/ 102070 h 275196"/>
                <a:gd name="connsiteX5" fmla="*/ 143709 w 586077"/>
                <a:gd name="connsiteY5" fmla="*/ 7790 h 275196"/>
                <a:gd name="connsiteX6" fmla="*/ 167279 w 586077"/>
                <a:gd name="connsiteY6" fmla="*/ 0 h 275196"/>
                <a:gd name="connsiteX7" fmla="*/ 167279 w 586077"/>
                <a:gd name="connsiteY7" fmla="*/ 0 h 275196"/>
                <a:gd name="connsiteX8" fmla="*/ 546381 w 586077"/>
                <a:gd name="connsiteY8" fmla="*/ 546 h 275196"/>
                <a:gd name="connsiteX9" fmla="*/ 586078 w 586077"/>
                <a:gd name="connsiteY9" fmla="*/ 40241 h 275196"/>
                <a:gd name="connsiteX10" fmla="*/ 586078 w 586077"/>
                <a:gd name="connsiteY10" fmla="*/ 40540 h 275196"/>
                <a:gd name="connsiteX11" fmla="*/ 584639 w 586077"/>
                <a:gd name="connsiteY11" fmla="*/ 233366 h 275196"/>
                <a:gd name="connsiteX12" fmla="*/ 544942 w 586077"/>
                <a:gd name="connsiteY12" fmla="*/ 272765 h 275196"/>
                <a:gd name="connsiteX13" fmla="*/ 170256 w 586077"/>
                <a:gd name="connsiteY13" fmla="*/ 275147 h 275196"/>
                <a:gd name="connsiteX14" fmla="*/ 105451 w 586077"/>
                <a:gd name="connsiteY14" fmla="*/ 134869 h 275196"/>
                <a:gd name="connsiteX15" fmla="*/ 183753 w 586077"/>
                <a:gd name="connsiteY15" fmla="*/ 195704 h 275196"/>
                <a:gd name="connsiteX16" fmla="*/ 505543 w 586077"/>
                <a:gd name="connsiteY16" fmla="*/ 193670 h 275196"/>
                <a:gd name="connsiteX17" fmla="*/ 506387 w 586077"/>
                <a:gd name="connsiteY17" fmla="*/ 79939 h 275196"/>
                <a:gd name="connsiteX18" fmla="*/ 180379 w 586077"/>
                <a:gd name="connsiteY18" fmla="*/ 79443 h 27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6077" h="275196">
                  <a:moveTo>
                    <a:pt x="170206" y="275196"/>
                  </a:moveTo>
                  <a:cubicBezTo>
                    <a:pt x="161384" y="275201"/>
                    <a:pt x="152812" y="272269"/>
                    <a:pt x="145843" y="266860"/>
                  </a:cubicBezTo>
                  <a:lnTo>
                    <a:pt x="15390" y="165435"/>
                  </a:lnTo>
                  <a:cubicBezTo>
                    <a:pt x="-1943" y="152008"/>
                    <a:pt x="-5110" y="127076"/>
                    <a:pt x="8315" y="109744"/>
                  </a:cubicBezTo>
                  <a:cubicBezTo>
                    <a:pt x="10570" y="106833"/>
                    <a:pt x="13218" y="104251"/>
                    <a:pt x="16184" y="102070"/>
                  </a:cubicBezTo>
                  <a:lnTo>
                    <a:pt x="143709" y="7790"/>
                  </a:lnTo>
                  <a:cubicBezTo>
                    <a:pt x="150531" y="2741"/>
                    <a:pt x="158791" y="10"/>
                    <a:pt x="167279" y="0"/>
                  </a:cubicBezTo>
                  <a:lnTo>
                    <a:pt x="167279" y="0"/>
                  </a:lnTo>
                  <a:lnTo>
                    <a:pt x="546381" y="546"/>
                  </a:lnTo>
                  <a:cubicBezTo>
                    <a:pt x="568304" y="545"/>
                    <a:pt x="586078" y="18317"/>
                    <a:pt x="586078" y="40241"/>
                  </a:cubicBezTo>
                  <a:cubicBezTo>
                    <a:pt x="586078" y="40341"/>
                    <a:pt x="586078" y="40440"/>
                    <a:pt x="586078" y="40540"/>
                  </a:cubicBezTo>
                  <a:lnTo>
                    <a:pt x="584639" y="233366"/>
                  </a:lnTo>
                  <a:cubicBezTo>
                    <a:pt x="584475" y="255174"/>
                    <a:pt x="566751" y="272765"/>
                    <a:pt x="544942" y="272765"/>
                  </a:cubicBezTo>
                  <a:lnTo>
                    <a:pt x="170256" y="275147"/>
                  </a:lnTo>
                  <a:close/>
                  <a:moveTo>
                    <a:pt x="105451" y="134869"/>
                  </a:moveTo>
                  <a:lnTo>
                    <a:pt x="183753" y="195704"/>
                  </a:lnTo>
                  <a:lnTo>
                    <a:pt x="505543" y="193670"/>
                  </a:lnTo>
                  <a:lnTo>
                    <a:pt x="506387" y="79939"/>
                  </a:lnTo>
                  <a:lnTo>
                    <a:pt x="180379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9" name="Picture Placeholder 67">
            <a:extLst>
              <a:ext uri="{FF2B5EF4-FFF2-40B4-BE49-F238E27FC236}">
                <a16:creationId xmlns:a16="http://schemas.microsoft.com/office/drawing/2014/main" id="{DEE2B77E-19EA-4D13-BC6B-36A35AD48B52}"/>
              </a:ext>
            </a:extLst>
          </p:cNvPr>
          <p:cNvGrpSpPr>
            <a:grpSpLocks noChangeAspect="1"/>
          </p:cNvGrpSpPr>
          <p:nvPr/>
        </p:nvGrpSpPr>
        <p:grpSpPr>
          <a:xfrm>
            <a:off x="5506425" y="3657687"/>
            <a:ext cx="741594" cy="832932"/>
            <a:chOff x="5506425" y="3657687"/>
            <a:chExt cx="741594" cy="832932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343BACB7-4119-9446-87D0-9DBC48696D68}"/>
                </a:ext>
              </a:extLst>
            </p:cNvPr>
            <p:cNvSpPr/>
            <p:nvPr/>
          </p:nvSpPr>
          <p:spPr>
            <a:xfrm>
              <a:off x="5506425" y="3657687"/>
              <a:ext cx="741594" cy="832932"/>
            </a:xfrm>
            <a:custGeom>
              <a:avLst/>
              <a:gdLst>
                <a:gd name="connsiteX0" fmla="*/ 701889 w 741594"/>
                <a:gd name="connsiteY0" fmla="*/ 832933 h 832932"/>
                <a:gd name="connsiteX1" fmla="*/ 676582 w 741594"/>
                <a:gd name="connsiteY1" fmla="*/ 823803 h 832932"/>
                <a:gd name="connsiteX2" fmla="*/ 597189 w 741594"/>
                <a:gd name="connsiteY2" fmla="*/ 758204 h 832932"/>
                <a:gd name="connsiteX3" fmla="*/ 543053 w 741594"/>
                <a:gd name="connsiteY3" fmla="*/ 806485 h 832932"/>
                <a:gd name="connsiteX4" fmla="*/ 457209 w 741594"/>
                <a:gd name="connsiteY4" fmla="*/ 813829 h 832932"/>
                <a:gd name="connsiteX5" fmla="*/ 456018 w 741594"/>
                <a:gd name="connsiteY5" fmla="*/ 812985 h 832932"/>
                <a:gd name="connsiteX6" fmla="*/ 373449 w 741594"/>
                <a:gd name="connsiteY6" fmla="*/ 753441 h 832932"/>
                <a:gd name="connsiteX7" fmla="*/ 307801 w 741594"/>
                <a:gd name="connsiteY7" fmla="*/ 809512 h 832932"/>
                <a:gd name="connsiteX8" fmla="*/ 304575 w 741594"/>
                <a:gd name="connsiteY8" fmla="*/ 811993 h 832932"/>
                <a:gd name="connsiteX9" fmla="*/ 222255 w 741594"/>
                <a:gd name="connsiteY9" fmla="*/ 808619 h 832932"/>
                <a:gd name="connsiteX10" fmla="*/ 147972 w 741594"/>
                <a:gd name="connsiteY10" fmla="*/ 756368 h 832932"/>
                <a:gd name="connsiteX11" fmla="*/ 67984 w 741594"/>
                <a:gd name="connsiteY11" fmla="*/ 819287 h 832932"/>
                <a:gd name="connsiteX12" fmla="*/ 23325 w 741594"/>
                <a:gd name="connsiteY12" fmla="*/ 827326 h 832932"/>
                <a:gd name="connsiteX13" fmla="*/ 3 w 741594"/>
                <a:gd name="connsiteY13" fmla="*/ 790656 h 832932"/>
                <a:gd name="connsiteX14" fmla="*/ 450 w 741594"/>
                <a:gd name="connsiteY14" fmla="*/ 625171 h 832932"/>
                <a:gd name="connsiteX15" fmla="*/ 103165 w 741594"/>
                <a:gd name="connsiteY15" fmla="*/ 87134 h 832932"/>
                <a:gd name="connsiteX16" fmla="*/ 373598 w 741594"/>
                <a:gd name="connsiteY16" fmla="*/ 0 h 832932"/>
                <a:gd name="connsiteX17" fmla="*/ 693949 w 741594"/>
                <a:gd name="connsiteY17" fmla="*/ 172134 h 832932"/>
                <a:gd name="connsiteX18" fmla="*/ 739600 w 741594"/>
                <a:gd name="connsiteY18" fmla="*/ 614056 h 832932"/>
                <a:gd name="connsiteX19" fmla="*/ 741585 w 741594"/>
                <a:gd name="connsiteY19" fmla="*/ 792343 h 832932"/>
                <a:gd name="connsiteX20" fmla="*/ 719157 w 741594"/>
                <a:gd name="connsiteY20" fmla="*/ 828963 h 832932"/>
                <a:gd name="connsiteX21" fmla="*/ 701889 w 741594"/>
                <a:gd name="connsiteY21" fmla="*/ 832933 h 832932"/>
                <a:gd name="connsiteX22" fmla="*/ 373052 w 741594"/>
                <a:gd name="connsiteY22" fmla="*/ 671318 h 832932"/>
                <a:gd name="connsiteX23" fmla="*/ 411359 w 741594"/>
                <a:gd name="connsiteY23" fmla="*/ 682930 h 832932"/>
                <a:gd name="connsiteX24" fmla="*/ 412550 w 741594"/>
                <a:gd name="connsiteY24" fmla="*/ 683773 h 832932"/>
                <a:gd name="connsiteX25" fmla="*/ 495069 w 741594"/>
                <a:gd name="connsiteY25" fmla="*/ 743318 h 832932"/>
                <a:gd name="connsiteX26" fmla="*/ 550148 w 741594"/>
                <a:gd name="connsiteY26" fmla="*/ 694193 h 832932"/>
                <a:gd name="connsiteX27" fmla="*/ 633263 w 741594"/>
                <a:gd name="connsiteY27" fmla="*/ 685510 h 832932"/>
                <a:gd name="connsiteX28" fmla="*/ 637878 w 741594"/>
                <a:gd name="connsiteY28" fmla="*/ 688785 h 832932"/>
                <a:gd name="connsiteX29" fmla="*/ 660852 w 741594"/>
                <a:gd name="connsiteY29" fmla="*/ 707839 h 832932"/>
                <a:gd name="connsiteX30" fmla="*/ 660207 w 741594"/>
                <a:gd name="connsiteY30" fmla="*/ 614651 h 832932"/>
                <a:gd name="connsiteX31" fmla="*/ 620759 w 741594"/>
                <a:gd name="connsiteY31" fmla="*/ 203147 h 832932"/>
                <a:gd name="connsiteX32" fmla="*/ 373598 w 741594"/>
                <a:gd name="connsiteY32" fmla="*/ 79592 h 832932"/>
                <a:gd name="connsiteX33" fmla="*/ 159534 w 741594"/>
                <a:gd name="connsiteY33" fmla="*/ 143453 h 832932"/>
                <a:gd name="connsiteX34" fmla="*/ 80141 w 741594"/>
                <a:gd name="connsiteY34" fmla="*/ 625221 h 832932"/>
                <a:gd name="connsiteX35" fmla="*/ 80141 w 741594"/>
                <a:gd name="connsiteY35" fmla="*/ 707244 h 832932"/>
                <a:gd name="connsiteX36" fmla="*/ 112791 w 741594"/>
                <a:gd name="connsiteY36" fmla="*/ 685014 h 832932"/>
                <a:gd name="connsiteX37" fmla="*/ 192184 w 741594"/>
                <a:gd name="connsiteY37" fmla="*/ 690521 h 832932"/>
                <a:gd name="connsiteX38" fmla="*/ 265077 w 741594"/>
                <a:gd name="connsiteY38" fmla="*/ 741482 h 832932"/>
                <a:gd name="connsiteX39" fmla="*/ 330726 w 741594"/>
                <a:gd name="connsiteY39" fmla="*/ 685758 h 832932"/>
                <a:gd name="connsiteX40" fmla="*/ 333951 w 741594"/>
                <a:gd name="connsiteY40" fmla="*/ 683326 h 832932"/>
                <a:gd name="connsiteX41" fmla="*/ 373052 w 741594"/>
                <a:gd name="connsiteY41" fmla="*/ 671318 h 83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741594" h="832932">
                  <a:moveTo>
                    <a:pt x="701889" y="832933"/>
                  </a:moveTo>
                  <a:cubicBezTo>
                    <a:pt x="692649" y="832928"/>
                    <a:pt x="683698" y="829698"/>
                    <a:pt x="676582" y="823803"/>
                  </a:cubicBezTo>
                  <a:lnTo>
                    <a:pt x="597189" y="758204"/>
                  </a:lnTo>
                  <a:lnTo>
                    <a:pt x="543053" y="806485"/>
                  </a:lnTo>
                  <a:cubicBezTo>
                    <a:pt x="519597" y="828527"/>
                    <a:pt x="484069" y="831563"/>
                    <a:pt x="457209" y="813829"/>
                  </a:cubicBezTo>
                  <a:lnTo>
                    <a:pt x="456018" y="812985"/>
                  </a:lnTo>
                  <a:lnTo>
                    <a:pt x="373449" y="753441"/>
                  </a:lnTo>
                  <a:lnTo>
                    <a:pt x="307801" y="809512"/>
                  </a:lnTo>
                  <a:cubicBezTo>
                    <a:pt x="306759" y="810405"/>
                    <a:pt x="305667" y="811199"/>
                    <a:pt x="304575" y="811993"/>
                  </a:cubicBezTo>
                  <a:cubicBezTo>
                    <a:pt x="279428" y="829266"/>
                    <a:pt x="245904" y="827891"/>
                    <a:pt x="222255" y="808619"/>
                  </a:cubicBezTo>
                  <a:lnTo>
                    <a:pt x="147972" y="756368"/>
                  </a:lnTo>
                  <a:cubicBezTo>
                    <a:pt x="119942" y="775542"/>
                    <a:pt x="93220" y="796561"/>
                    <a:pt x="67984" y="819287"/>
                  </a:cubicBezTo>
                  <a:cubicBezTo>
                    <a:pt x="49574" y="835513"/>
                    <a:pt x="32157" y="831295"/>
                    <a:pt x="23325" y="827326"/>
                  </a:cubicBezTo>
                  <a:cubicBezTo>
                    <a:pt x="8957" y="820820"/>
                    <a:pt x="-198" y="806425"/>
                    <a:pt x="3" y="790656"/>
                  </a:cubicBezTo>
                  <a:cubicBezTo>
                    <a:pt x="748" y="732600"/>
                    <a:pt x="599" y="677967"/>
                    <a:pt x="450" y="625171"/>
                  </a:cubicBezTo>
                  <a:cubicBezTo>
                    <a:pt x="-294" y="373396"/>
                    <a:pt x="-840" y="191437"/>
                    <a:pt x="103165" y="87134"/>
                  </a:cubicBezTo>
                  <a:cubicBezTo>
                    <a:pt x="161816" y="28532"/>
                    <a:pt x="250191" y="0"/>
                    <a:pt x="373598" y="0"/>
                  </a:cubicBezTo>
                  <a:cubicBezTo>
                    <a:pt x="542705" y="0"/>
                    <a:pt x="644477" y="54583"/>
                    <a:pt x="693949" y="172134"/>
                  </a:cubicBezTo>
                  <a:cubicBezTo>
                    <a:pt x="737913" y="276586"/>
                    <a:pt x="738608" y="425497"/>
                    <a:pt x="739600" y="614056"/>
                  </a:cubicBezTo>
                  <a:cubicBezTo>
                    <a:pt x="739898" y="670723"/>
                    <a:pt x="740196" y="729275"/>
                    <a:pt x="741585" y="792343"/>
                  </a:cubicBezTo>
                  <a:cubicBezTo>
                    <a:pt x="741928" y="807889"/>
                    <a:pt x="733160" y="822205"/>
                    <a:pt x="719157" y="828963"/>
                  </a:cubicBezTo>
                  <a:cubicBezTo>
                    <a:pt x="713783" y="831588"/>
                    <a:pt x="707873" y="832948"/>
                    <a:pt x="701889" y="832933"/>
                  </a:cubicBezTo>
                  <a:close/>
                  <a:moveTo>
                    <a:pt x="373052" y="671318"/>
                  </a:moveTo>
                  <a:cubicBezTo>
                    <a:pt x="386687" y="671328"/>
                    <a:pt x="400015" y="675367"/>
                    <a:pt x="411359" y="682930"/>
                  </a:cubicBezTo>
                  <a:lnTo>
                    <a:pt x="412550" y="683773"/>
                  </a:lnTo>
                  <a:lnTo>
                    <a:pt x="495069" y="743318"/>
                  </a:lnTo>
                  <a:lnTo>
                    <a:pt x="550148" y="694193"/>
                  </a:lnTo>
                  <a:cubicBezTo>
                    <a:pt x="572711" y="672852"/>
                    <a:pt x="606781" y="669294"/>
                    <a:pt x="633263" y="685510"/>
                  </a:cubicBezTo>
                  <a:cubicBezTo>
                    <a:pt x="634866" y="686512"/>
                    <a:pt x="636404" y="687604"/>
                    <a:pt x="637878" y="688785"/>
                  </a:cubicBezTo>
                  <a:lnTo>
                    <a:pt x="660852" y="707839"/>
                  </a:lnTo>
                  <a:cubicBezTo>
                    <a:pt x="660505" y="675933"/>
                    <a:pt x="660356" y="645019"/>
                    <a:pt x="660207" y="614651"/>
                  </a:cubicBezTo>
                  <a:cubicBezTo>
                    <a:pt x="659314" y="434925"/>
                    <a:pt x="658619" y="293010"/>
                    <a:pt x="620759" y="203147"/>
                  </a:cubicBezTo>
                  <a:cubicBezTo>
                    <a:pt x="595055" y="142064"/>
                    <a:pt x="545583" y="79592"/>
                    <a:pt x="373598" y="79592"/>
                  </a:cubicBezTo>
                  <a:cubicBezTo>
                    <a:pt x="270982" y="79592"/>
                    <a:pt x="202952" y="99886"/>
                    <a:pt x="159534" y="143453"/>
                  </a:cubicBezTo>
                  <a:cubicBezTo>
                    <a:pt x="78801" y="224434"/>
                    <a:pt x="79297" y="392549"/>
                    <a:pt x="80141" y="625221"/>
                  </a:cubicBezTo>
                  <a:cubicBezTo>
                    <a:pt x="80141" y="652016"/>
                    <a:pt x="80141" y="679258"/>
                    <a:pt x="80141" y="707244"/>
                  </a:cubicBezTo>
                  <a:cubicBezTo>
                    <a:pt x="91405" y="698907"/>
                    <a:pt x="102520" y="691216"/>
                    <a:pt x="112791" y="685014"/>
                  </a:cubicBezTo>
                  <a:cubicBezTo>
                    <a:pt x="137731" y="669765"/>
                    <a:pt x="169589" y="671978"/>
                    <a:pt x="192184" y="690521"/>
                  </a:cubicBezTo>
                  <a:lnTo>
                    <a:pt x="265077" y="741482"/>
                  </a:lnTo>
                  <a:lnTo>
                    <a:pt x="330726" y="685758"/>
                  </a:lnTo>
                  <a:cubicBezTo>
                    <a:pt x="331768" y="684914"/>
                    <a:pt x="332859" y="684071"/>
                    <a:pt x="333951" y="683326"/>
                  </a:cubicBezTo>
                  <a:cubicBezTo>
                    <a:pt x="345472" y="675467"/>
                    <a:pt x="359105" y="671279"/>
                    <a:pt x="373052" y="6713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5EAEAA66-C350-B548-8BFE-5B7458078C91}"/>
                </a:ext>
              </a:extLst>
            </p:cNvPr>
            <p:cNvSpPr/>
            <p:nvPr/>
          </p:nvSpPr>
          <p:spPr>
            <a:xfrm>
              <a:off x="5739447" y="3892169"/>
              <a:ext cx="79442" cy="79418"/>
            </a:xfrm>
            <a:custGeom>
              <a:avLst/>
              <a:gdLst>
                <a:gd name="connsiteX0" fmla="*/ 39697 w 79442"/>
                <a:gd name="connsiteY0" fmla="*/ 79418 h 79418"/>
                <a:gd name="connsiteX1" fmla="*/ 31956 w 79442"/>
                <a:gd name="connsiteY1" fmla="*/ 78674 h 79418"/>
                <a:gd name="connsiteX2" fmla="*/ 24513 w 79442"/>
                <a:gd name="connsiteY2" fmla="*/ 76392 h 79418"/>
                <a:gd name="connsiteX3" fmla="*/ 17665 w 79442"/>
                <a:gd name="connsiteY3" fmla="*/ 72720 h 79418"/>
                <a:gd name="connsiteX4" fmla="*/ 11661 w 79442"/>
                <a:gd name="connsiteY4" fmla="*/ 67758 h 79418"/>
                <a:gd name="connsiteX5" fmla="*/ 6699 w 79442"/>
                <a:gd name="connsiteY5" fmla="*/ 61704 h 79418"/>
                <a:gd name="connsiteX6" fmla="*/ 3027 w 79442"/>
                <a:gd name="connsiteY6" fmla="*/ 54856 h 79418"/>
                <a:gd name="connsiteX7" fmla="*/ 794 w 79442"/>
                <a:gd name="connsiteY7" fmla="*/ 47463 h 79418"/>
                <a:gd name="connsiteX8" fmla="*/ 0 w 79442"/>
                <a:gd name="connsiteY8" fmla="*/ 39672 h 79418"/>
                <a:gd name="connsiteX9" fmla="*/ 794 w 79442"/>
                <a:gd name="connsiteY9" fmla="*/ 31931 h 79418"/>
                <a:gd name="connsiteX10" fmla="*/ 3027 w 79442"/>
                <a:gd name="connsiteY10" fmla="*/ 24488 h 79418"/>
                <a:gd name="connsiteX11" fmla="*/ 6699 w 79442"/>
                <a:gd name="connsiteY11" fmla="*/ 17641 h 79418"/>
                <a:gd name="connsiteX12" fmla="*/ 17665 w 79442"/>
                <a:gd name="connsiteY12" fmla="*/ 6674 h 79418"/>
                <a:gd name="connsiteX13" fmla="*/ 24513 w 79442"/>
                <a:gd name="connsiteY13" fmla="*/ 3052 h 79418"/>
                <a:gd name="connsiteX14" fmla="*/ 31956 w 79442"/>
                <a:gd name="connsiteY14" fmla="*/ 770 h 79418"/>
                <a:gd name="connsiteX15" fmla="*/ 54881 w 79442"/>
                <a:gd name="connsiteY15" fmla="*/ 3052 h 79418"/>
                <a:gd name="connsiteX16" fmla="*/ 61728 w 79442"/>
                <a:gd name="connsiteY16" fmla="*/ 6674 h 79418"/>
                <a:gd name="connsiteX17" fmla="*/ 67782 w 79442"/>
                <a:gd name="connsiteY17" fmla="*/ 11637 h 79418"/>
                <a:gd name="connsiteX18" fmla="*/ 72744 w 79442"/>
                <a:gd name="connsiteY18" fmla="*/ 17641 h 79418"/>
                <a:gd name="connsiteX19" fmla="*/ 76416 w 79442"/>
                <a:gd name="connsiteY19" fmla="*/ 24488 h 79418"/>
                <a:gd name="connsiteX20" fmla="*/ 78699 w 79442"/>
                <a:gd name="connsiteY20" fmla="*/ 31931 h 79418"/>
                <a:gd name="connsiteX21" fmla="*/ 79443 w 79442"/>
                <a:gd name="connsiteY21" fmla="*/ 39672 h 79418"/>
                <a:gd name="connsiteX22" fmla="*/ 78699 w 79442"/>
                <a:gd name="connsiteY22" fmla="*/ 47463 h 79418"/>
                <a:gd name="connsiteX23" fmla="*/ 76416 w 79442"/>
                <a:gd name="connsiteY23" fmla="*/ 54856 h 79418"/>
                <a:gd name="connsiteX24" fmla="*/ 72744 w 79442"/>
                <a:gd name="connsiteY24" fmla="*/ 61704 h 79418"/>
                <a:gd name="connsiteX25" fmla="*/ 61778 w 79442"/>
                <a:gd name="connsiteY25" fmla="*/ 72670 h 79418"/>
                <a:gd name="connsiteX26" fmla="*/ 54930 w 79442"/>
                <a:gd name="connsiteY26" fmla="*/ 76342 h 79418"/>
                <a:gd name="connsiteX27" fmla="*/ 47487 w 79442"/>
                <a:gd name="connsiteY27" fmla="*/ 78624 h 79418"/>
                <a:gd name="connsiteX28" fmla="*/ 39697 w 79442"/>
                <a:gd name="connsiteY28" fmla="*/ 79418 h 79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442" h="79418">
                  <a:moveTo>
                    <a:pt x="39697" y="79418"/>
                  </a:moveTo>
                  <a:cubicBezTo>
                    <a:pt x="37099" y="79419"/>
                    <a:pt x="34506" y="79170"/>
                    <a:pt x="31956" y="78674"/>
                  </a:cubicBezTo>
                  <a:cubicBezTo>
                    <a:pt x="29413" y="78133"/>
                    <a:pt x="26922" y="77369"/>
                    <a:pt x="24513" y="76392"/>
                  </a:cubicBezTo>
                  <a:cubicBezTo>
                    <a:pt x="22116" y="75395"/>
                    <a:pt x="19822" y="74165"/>
                    <a:pt x="17665" y="72720"/>
                  </a:cubicBezTo>
                  <a:cubicBezTo>
                    <a:pt x="15490" y="71288"/>
                    <a:pt x="13477" y="69624"/>
                    <a:pt x="11661" y="67758"/>
                  </a:cubicBezTo>
                  <a:cubicBezTo>
                    <a:pt x="9808" y="65912"/>
                    <a:pt x="8145" y="63884"/>
                    <a:pt x="6699" y="61704"/>
                  </a:cubicBezTo>
                  <a:cubicBezTo>
                    <a:pt x="5243" y="59554"/>
                    <a:pt x="4012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260" y="44900"/>
                    <a:pt x="-6" y="42290"/>
                    <a:pt x="0" y="39672"/>
                  </a:cubicBezTo>
                  <a:cubicBezTo>
                    <a:pt x="-6" y="37071"/>
                    <a:pt x="260" y="34477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9627" y="13324"/>
                    <a:pt x="13348" y="9603"/>
                    <a:pt x="17665" y="6674"/>
                  </a:cubicBezTo>
                  <a:cubicBezTo>
                    <a:pt x="19823" y="5244"/>
                    <a:pt x="22117" y="4031"/>
                    <a:pt x="24513" y="3052"/>
                  </a:cubicBezTo>
                  <a:cubicBezTo>
                    <a:pt x="26914" y="2052"/>
                    <a:pt x="29407" y="1288"/>
                    <a:pt x="31956" y="770"/>
                  </a:cubicBezTo>
                  <a:cubicBezTo>
                    <a:pt x="39654" y="-777"/>
                    <a:pt x="47639" y="18"/>
                    <a:pt x="54881" y="3052"/>
                  </a:cubicBezTo>
                  <a:cubicBezTo>
                    <a:pt x="57277" y="4031"/>
                    <a:pt x="59571" y="5244"/>
                    <a:pt x="61728" y="6674"/>
                  </a:cubicBezTo>
                  <a:cubicBezTo>
                    <a:pt x="63908" y="8120"/>
                    <a:pt x="65936" y="9783"/>
                    <a:pt x="67782" y="11637"/>
                  </a:cubicBezTo>
                  <a:cubicBezTo>
                    <a:pt x="69648" y="13453"/>
                    <a:pt x="71312" y="15466"/>
                    <a:pt x="72744" y="17641"/>
                  </a:cubicBezTo>
                  <a:cubicBezTo>
                    <a:pt x="74180" y="19803"/>
                    <a:pt x="75410" y="22096"/>
                    <a:pt x="76416" y="24488"/>
                  </a:cubicBezTo>
                  <a:cubicBezTo>
                    <a:pt x="77394" y="26898"/>
                    <a:pt x="78157" y="29388"/>
                    <a:pt x="78699" y="31931"/>
                  </a:cubicBezTo>
                  <a:cubicBezTo>
                    <a:pt x="79192" y="34482"/>
                    <a:pt x="79441" y="37074"/>
                    <a:pt x="79443" y="39672"/>
                  </a:cubicBezTo>
                  <a:cubicBezTo>
                    <a:pt x="79441" y="42287"/>
                    <a:pt x="79192" y="44895"/>
                    <a:pt x="78699" y="47463"/>
                  </a:cubicBezTo>
                  <a:cubicBezTo>
                    <a:pt x="78164" y="49991"/>
                    <a:pt x="77401" y="52466"/>
                    <a:pt x="76416" y="54856"/>
                  </a:cubicBezTo>
                  <a:cubicBezTo>
                    <a:pt x="75431" y="57259"/>
                    <a:pt x="74200" y="59554"/>
                    <a:pt x="72744" y="61704"/>
                  </a:cubicBezTo>
                  <a:cubicBezTo>
                    <a:pt x="69889" y="66080"/>
                    <a:pt x="66154" y="69815"/>
                    <a:pt x="61778" y="72670"/>
                  </a:cubicBezTo>
                  <a:cubicBezTo>
                    <a:pt x="59621" y="74115"/>
                    <a:pt x="57327" y="75345"/>
                    <a:pt x="54930" y="76342"/>
                  </a:cubicBezTo>
                  <a:cubicBezTo>
                    <a:pt x="52523" y="77326"/>
                    <a:pt x="50032" y="78090"/>
                    <a:pt x="47487" y="78624"/>
                  </a:cubicBezTo>
                  <a:cubicBezTo>
                    <a:pt x="44922" y="79140"/>
                    <a:pt x="42313" y="79406"/>
                    <a:pt x="39697" y="794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3D6D5D66-49DA-9644-9A81-9419B5B8AC77}"/>
                </a:ext>
              </a:extLst>
            </p:cNvPr>
            <p:cNvSpPr/>
            <p:nvPr/>
          </p:nvSpPr>
          <p:spPr>
            <a:xfrm>
              <a:off x="5928254" y="3893315"/>
              <a:ext cx="79492" cy="79139"/>
            </a:xfrm>
            <a:custGeom>
              <a:avLst/>
              <a:gdLst>
                <a:gd name="connsiteX0" fmla="*/ 39697 w 79492"/>
                <a:gd name="connsiteY0" fmla="*/ 79116 h 79139"/>
                <a:gd name="connsiteX1" fmla="*/ 31956 w 79492"/>
                <a:gd name="connsiteY1" fmla="*/ 78372 h 79139"/>
                <a:gd name="connsiteX2" fmla="*/ 24513 w 79492"/>
                <a:gd name="connsiteY2" fmla="*/ 76089 h 79139"/>
                <a:gd name="connsiteX3" fmla="*/ 17665 w 79492"/>
                <a:gd name="connsiteY3" fmla="*/ 72467 h 79139"/>
                <a:gd name="connsiteX4" fmla="*/ 11611 w 79492"/>
                <a:gd name="connsiteY4" fmla="*/ 67505 h 79139"/>
                <a:gd name="connsiteX5" fmla="*/ 0 w 79492"/>
                <a:gd name="connsiteY5" fmla="*/ 39420 h 79139"/>
                <a:gd name="connsiteX6" fmla="*/ 794 w 79492"/>
                <a:gd name="connsiteY6" fmla="*/ 31679 h 79139"/>
                <a:gd name="connsiteX7" fmla="*/ 3027 w 79492"/>
                <a:gd name="connsiteY7" fmla="*/ 24533 h 79139"/>
                <a:gd name="connsiteX8" fmla="*/ 6699 w 79492"/>
                <a:gd name="connsiteY8" fmla="*/ 17636 h 79139"/>
                <a:gd name="connsiteX9" fmla="*/ 11661 w 79492"/>
                <a:gd name="connsiteY9" fmla="*/ 11632 h 79139"/>
                <a:gd name="connsiteX10" fmla="*/ 47487 w 79492"/>
                <a:gd name="connsiteY10" fmla="*/ 765 h 79139"/>
                <a:gd name="connsiteX11" fmla="*/ 54930 w 79492"/>
                <a:gd name="connsiteY11" fmla="*/ 3048 h 79139"/>
                <a:gd name="connsiteX12" fmla="*/ 61778 w 79492"/>
                <a:gd name="connsiteY12" fmla="*/ 6670 h 79139"/>
                <a:gd name="connsiteX13" fmla="*/ 67832 w 79492"/>
                <a:gd name="connsiteY13" fmla="*/ 11632 h 79139"/>
                <a:gd name="connsiteX14" fmla="*/ 72794 w 79492"/>
                <a:gd name="connsiteY14" fmla="*/ 17636 h 79139"/>
                <a:gd name="connsiteX15" fmla="*/ 76466 w 79492"/>
                <a:gd name="connsiteY15" fmla="*/ 24533 h 79139"/>
                <a:gd name="connsiteX16" fmla="*/ 78699 w 79492"/>
                <a:gd name="connsiteY16" fmla="*/ 31927 h 79139"/>
                <a:gd name="connsiteX17" fmla="*/ 79493 w 79492"/>
                <a:gd name="connsiteY17" fmla="*/ 39668 h 79139"/>
                <a:gd name="connsiteX18" fmla="*/ 67881 w 79492"/>
                <a:gd name="connsiteY18" fmla="*/ 67753 h 79139"/>
                <a:gd name="connsiteX19" fmla="*/ 61828 w 79492"/>
                <a:gd name="connsiteY19" fmla="*/ 72715 h 79139"/>
                <a:gd name="connsiteX20" fmla="*/ 47537 w 79492"/>
                <a:gd name="connsiteY20" fmla="*/ 78620 h 79139"/>
                <a:gd name="connsiteX21" fmla="*/ 39697 w 79492"/>
                <a:gd name="connsiteY21" fmla="*/ 79116 h 79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92" h="79139">
                  <a:moveTo>
                    <a:pt x="39697" y="79116"/>
                  </a:moveTo>
                  <a:cubicBezTo>
                    <a:pt x="37097" y="79117"/>
                    <a:pt x="34506" y="78867"/>
                    <a:pt x="31956" y="78372"/>
                  </a:cubicBezTo>
                  <a:cubicBezTo>
                    <a:pt x="29410" y="77837"/>
                    <a:pt x="26919" y="77073"/>
                    <a:pt x="24513" y="76089"/>
                  </a:cubicBezTo>
                  <a:cubicBezTo>
                    <a:pt x="22116" y="75111"/>
                    <a:pt x="19824" y="73897"/>
                    <a:pt x="17665" y="72467"/>
                  </a:cubicBezTo>
                  <a:cubicBezTo>
                    <a:pt x="15487" y="71021"/>
                    <a:pt x="13457" y="69358"/>
                    <a:pt x="11611" y="67505"/>
                  </a:cubicBezTo>
                  <a:cubicBezTo>
                    <a:pt x="4192" y="60038"/>
                    <a:pt x="19" y="49946"/>
                    <a:pt x="0" y="39420"/>
                  </a:cubicBezTo>
                  <a:cubicBezTo>
                    <a:pt x="-6" y="36818"/>
                    <a:pt x="260" y="34224"/>
                    <a:pt x="794" y="31679"/>
                  </a:cubicBezTo>
                  <a:cubicBezTo>
                    <a:pt x="1304" y="29230"/>
                    <a:pt x="2052" y="26837"/>
                    <a:pt x="3027" y="24533"/>
                  </a:cubicBezTo>
                  <a:cubicBezTo>
                    <a:pt x="4021" y="22119"/>
                    <a:pt x="5251" y="19809"/>
                    <a:pt x="6699" y="17636"/>
                  </a:cubicBezTo>
                  <a:cubicBezTo>
                    <a:pt x="8156" y="15480"/>
                    <a:pt x="9818" y="13469"/>
                    <a:pt x="11661" y="11632"/>
                  </a:cubicBezTo>
                  <a:cubicBezTo>
                    <a:pt x="21039" y="2252"/>
                    <a:pt x="34482" y="-1825"/>
                    <a:pt x="47487" y="765"/>
                  </a:cubicBezTo>
                  <a:cubicBezTo>
                    <a:pt x="50038" y="1276"/>
                    <a:pt x="52534" y="2041"/>
                    <a:pt x="54930" y="3048"/>
                  </a:cubicBezTo>
                  <a:cubicBezTo>
                    <a:pt x="57317" y="4046"/>
                    <a:pt x="59610" y="5259"/>
                    <a:pt x="61778" y="6670"/>
                  </a:cubicBezTo>
                  <a:cubicBezTo>
                    <a:pt x="63956" y="8116"/>
                    <a:pt x="65986" y="9778"/>
                    <a:pt x="67832" y="11632"/>
                  </a:cubicBezTo>
                  <a:cubicBezTo>
                    <a:pt x="69673" y="13469"/>
                    <a:pt x="71335" y="15480"/>
                    <a:pt x="72794" y="17636"/>
                  </a:cubicBezTo>
                  <a:cubicBezTo>
                    <a:pt x="74243" y="19809"/>
                    <a:pt x="75473" y="22119"/>
                    <a:pt x="76466" y="24533"/>
                  </a:cubicBezTo>
                  <a:cubicBezTo>
                    <a:pt x="77458" y="26917"/>
                    <a:pt x="78202" y="29394"/>
                    <a:pt x="78699" y="31927"/>
                  </a:cubicBezTo>
                  <a:cubicBezTo>
                    <a:pt x="79235" y="34472"/>
                    <a:pt x="79498" y="37066"/>
                    <a:pt x="79493" y="39668"/>
                  </a:cubicBezTo>
                  <a:cubicBezTo>
                    <a:pt x="79473" y="50194"/>
                    <a:pt x="75300" y="60286"/>
                    <a:pt x="67881" y="67753"/>
                  </a:cubicBezTo>
                  <a:cubicBezTo>
                    <a:pt x="66035" y="69606"/>
                    <a:pt x="64006" y="71269"/>
                    <a:pt x="61828" y="72715"/>
                  </a:cubicBezTo>
                  <a:cubicBezTo>
                    <a:pt x="57481" y="75569"/>
                    <a:pt x="52633" y="77572"/>
                    <a:pt x="47537" y="78620"/>
                  </a:cubicBezTo>
                  <a:cubicBezTo>
                    <a:pt x="44947" y="79039"/>
                    <a:pt x="42322" y="79205"/>
                    <a:pt x="39697" y="7911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3" name="Picture Placeholder 69">
            <a:extLst>
              <a:ext uri="{FF2B5EF4-FFF2-40B4-BE49-F238E27FC236}">
                <a16:creationId xmlns:a16="http://schemas.microsoft.com/office/drawing/2014/main" id="{773EA45B-D9AB-435F-A23D-E13478A08B7C}"/>
              </a:ext>
            </a:extLst>
          </p:cNvPr>
          <p:cNvGrpSpPr>
            <a:grpSpLocks noChangeAspect="1"/>
          </p:cNvGrpSpPr>
          <p:nvPr/>
        </p:nvGrpSpPr>
        <p:grpSpPr>
          <a:xfrm>
            <a:off x="6863534" y="3723881"/>
            <a:ext cx="662536" cy="700842"/>
            <a:chOff x="6863534" y="3723881"/>
            <a:chExt cx="662536" cy="700842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4AD5F02C-FD02-2849-A575-351C7A4AA188}"/>
                </a:ext>
              </a:extLst>
            </p:cNvPr>
            <p:cNvSpPr/>
            <p:nvPr/>
          </p:nvSpPr>
          <p:spPr>
            <a:xfrm>
              <a:off x="6863534" y="4344934"/>
              <a:ext cx="662536" cy="79393"/>
            </a:xfrm>
            <a:custGeom>
              <a:avLst/>
              <a:gdLst>
                <a:gd name="connsiteX0" fmla="*/ 622840 w 662536"/>
                <a:gd name="connsiteY0" fmla="*/ 79393 h 79393"/>
                <a:gd name="connsiteX1" fmla="*/ 39697 w 662536"/>
                <a:gd name="connsiteY1" fmla="*/ 79393 h 79393"/>
                <a:gd name="connsiteX2" fmla="*/ 0 w 662536"/>
                <a:gd name="connsiteY2" fmla="*/ 39697 h 79393"/>
                <a:gd name="connsiteX3" fmla="*/ 39697 w 662536"/>
                <a:gd name="connsiteY3" fmla="*/ 0 h 79393"/>
                <a:gd name="connsiteX4" fmla="*/ 622840 w 662536"/>
                <a:gd name="connsiteY4" fmla="*/ 0 h 79393"/>
                <a:gd name="connsiteX5" fmla="*/ 662536 w 662536"/>
                <a:gd name="connsiteY5" fmla="*/ 39697 h 79393"/>
                <a:gd name="connsiteX6" fmla="*/ 622840 w 66253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536" h="79393">
                  <a:moveTo>
                    <a:pt x="62284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622840" y="0"/>
                  </a:lnTo>
                  <a:cubicBezTo>
                    <a:pt x="644762" y="0"/>
                    <a:pt x="662536" y="17774"/>
                    <a:pt x="662536" y="39697"/>
                  </a:cubicBezTo>
                  <a:cubicBezTo>
                    <a:pt x="662536" y="61619"/>
                    <a:pt x="644762" y="79393"/>
                    <a:pt x="62284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D5AC13A-01EB-8D4E-B9DD-8ED6A2452D4E}"/>
                </a:ext>
              </a:extLst>
            </p:cNvPr>
            <p:cNvSpPr/>
            <p:nvPr/>
          </p:nvSpPr>
          <p:spPr>
            <a:xfrm>
              <a:off x="6921045" y="3873934"/>
              <a:ext cx="545862" cy="550789"/>
            </a:xfrm>
            <a:custGeom>
              <a:avLst/>
              <a:gdLst>
                <a:gd name="connsiteX0" fmla="*/ 506131 w 545862"/>
                <a:gd name="connsiteY0" fmla="*/ 550591 h 550789"/>
                <a:gd name="connsiteX1" fmla="*/ 506131 w 545862"/>
                <a:gd name="connsiteY1" fmla="*/ 550591 h 550789"/>
                <a:gd name="connsiteX2" fmla="*/ 39696 w 545862"/>
                <a:gd name="connsiteY2" fmla="*/ 550591 h 550789"/>
                <a:gd name="connsiteX3" fmla="*/ 0 w 545862"/>
                <a:gd name="connsiteY3" fmla="*/ 510895 h 550789"/>
                <a:gd name="connsiteX4" fmla="*/ 495 w 545862"/>
                <a:gd name="connsiteY4" fmla="*/ 504642 h 550789"/>
                <a:gd name="connsiteX5" fmla="*/ 74926 w 545862"/>
                <a:gd name="connsiteY5" fmla="*/ 37414 h 550789"/>
                <a:gd name="connsiteX6" fmla="*/ 113631 w 545862"/>
                <a:gd name="connsiteY6" fmla="*/ 3970 h 550789"/>
                <a:gd name="connsiteX7" fmla="*/ 436165 w 545862"/>
                <a:gd name="connsiteY7" fmla="*/ 0 h 550789"/>
                <a:gd name="connsiteX8" fmla="*/ 436662 w 545862"/>
                <a:gd name="connsiteY8" fmla="*/ 0 h 550789"/>
                <a:gd name="connsiteX9" fmla="*/ 475961 w 545862"/>
                <a:gd name="connsiteY9" fmla="*/ 33891 h 550789"/>
                <a:gd name="connsiteX10" fmla="*/ 545430 w 545862"/>
                <a:gd name="connsiteY10" fmla="*/ 505287 h 550789"/>
                <a:gd name="connsiteX11" fmla="*/ 511966 w 545862"/>
                <a:gd name="connsiteY11" fmla="*/ 550363 h 550789"/>
                <a:gd name="connsiteX12" fmla="*/ 506131 w 545862"/>
                <a:gd name="connsiteY12" fmla="*/ 550790 h 550789"/>
                <a:gd name="connsiteX13" fmla="*/ 86240 w 545862"/>
                <a:gd name="connsiteY13" fmla="*/ 471198 h 550789"/>
                <a:gd name="connsiteX14" fmla="*/ 460182 w 545862"/>
                <a:gd name="connsiteY14" fmla="*/ 471198 h 550789"/>
                <a:gd name="connsiteX15" fmla="*/ 402473 w 545862"/>
                <a:gd name="connsiteY15" fmla="*/ 79592 h 550789"/>
                <a:gd name="connsiteX16" fmla="*/ 148067 w 545862"/>
                <a:gd name="connsiteY16" fmla="*/ 82718 h 55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5862" h="550789">
                  <a:moveTo>
                    <a:pt x="506131" y="550591"/>
                  </a:moveTo>
                  <a:lnTo>
                    <a:pt x="506131" y="550591"/>
                  </a:lnTo>
                  <a:lnTo>
                    <a:pt x="39696" y="550591"/>
                  </a:lnTo>
                  <a:cubicBezTo>
                    <a:pt x="17772" y="550591"/>
                    <a:pt x="0" y="532817"/>
                    <a:pt x="0" y="510895"/>
                  </a:cubicBezTo>
                  <a:cubicBezTo>
                    <a:pt x="0" y="508801"/>
                    <a:pt x="165" y="506712"/>
                    <a:pt x="495" y="504642"/>
                  </a:cubicBezTo>
                  <a:lnTo>
                    <a:pt x="74926" y="37414"/>
                  </a:lnTo>
                  <a:cubicBezTo>
                    <a:pt x="77968" y="18332"/>
                    <a:pt x="94309" y="4212"/>
                    <a:pt x="113631" y="3970"/>
                  </a:cubicBezTo>
                  <a:lnTo>
                    <a:pt x="436165" y="0"/>
                  </a:lnTo>
                  <a:lnTo>
                    <a:pt x="436662" y="0"/>
                  </a:lnTo>
                  <a:cubicBezTo>
                    <a:pt x="456356" y="-15"/>
                    <a:pt x="473083" y="14410"/>
                    <a:pt x="475961" y="33891"/>
                  </a:cubicBezTo>
                  <a:lnTo>
                    <a:pt x="545430" y="505287"/>
                  </a:lnTo>
                  <a:cubicBezTo>
                    <a:pt x="548636" y="526977"/>
                    <a:pt x="533655" y="547157"/>
                    <a:pt x="511966" y="550363"/>
                  </a:cubicBezTo>
                  <a:cubicBezTo>
                    <a:pt x="510036" y="550651"/>
                    <a:pt x="508086" y="550790"/>
                    <a:pt x="506131" y="550790"/>
                  </a:cubicBezTo>
                  <a:close/>
                  <a:moveTo>
                    <a:pt x="86240" y="471198"/>
                  </a:moveTo>
                  <a:lnTo>
                    <a:pt x="460182" y="471198"/>
                  </a:lnTo>
                  <a:lnTo>
                    <a:pt x="402473" y="79592"/>
                  </a:lnTo>
                  <a:lnTo>
                    <a:pt x="148067" y="8271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61FCC4B9-0A5B-8D4D-97D8-865B7BE60828}"/>
                </a:ext>
              </a:extLst>
            </p:cNvPr>
            <p:cNvSpPr/>
            <p:nvPr/>
          </p:nvSpPr>
          <p:spPr>
            <a:xfrm>
              <a:off x="6886012" y="3723881"/>
              <a:ext cx="610335" cy="233217"/>
            </a:xfrm>
            <a:custGeom>
              <a:avLst/>
              <a:gdLst>
                <a:gd name="connsiteX0" fmla="*/ 39697 w 610335"/>
                <a:gd name="connsiteY0" fmla="*/ 233217 h 233217"/>
                <a:gd name="connsiteX1" fmla="*/ 0 w 610335"/>
                <a:gd name="connsiteY1" fmla="*/ 193521 h 233217"/>
                <a:gd name="connsiteX2" fmla="*/ 0 w 610335"/>
                <a:gd name="connsiteY2" fmla="*/ 39697 h 233217"/>
                <a:gd name="connsiteX3" fmla="*/ 39697 w 610335"/>
                <a:gd name="connsiteY3" fmla="*/ 0 h 233217"/>
                <a:gd name="connsiteX4" fmla="*/ 79393 w 610335"/>
                <a:gd name="connsiteY4" fmla="*/ 39697 h 233217"/>
                <a:gd name="connsiteX5" fmla="*/ 79393 w 610335"/>
                <a:gd name="connsiteY5" fmla="*/ 153824 h 233217"/>
                <a:gd name="connsiteX6" fmla="*/ 530942 w 610335"/>
                <a:gd name="connsiteY6" fmla="*/ 150301 h 233217"/>
                <a:gd name="connsiteX7" fmla="*/ 530942 w 610335"/>
                <a:gd name="connsiteY7" fmla="*/ 40490 h 233217"/>
                <a:gd name="connsiteX8" fmla="*/ 570639 w 610335"/>
                <a:gd name="connsiteY8" fmla="*/ 794 h 233217"/>
                <a:gd name="connsiteX9" fmla="*/ 610335 w 610335"/>
                <a:gd name="connsiteY9" fmla="*/ 40490 h 233217"/>
                <a:gd name="connsiteX10" fmla="*/ 610335 w 610335"/>
                <a:gd name="connsiteY10" fmla="*/ 189353 h 233217"/>
                <a:gd name="connsiteX11" fmla="*/ 570936 w 610335"/>
                <a:gd name="connsiteY11" fmla="*/ 229049 h 233217"/>
                <a:gd name="connsiteX12" fmla="*/ 39994 w 610335"/>
                <a:gd name="connsiteY12" fmla="*/ 233217 h 23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0335" h="233217">
                  <a:moveTo>
                    <a:pt x="39697" y="233217"/>
                  </a:moveTo>
                  <a:cubicBezTo>
                    <a:pt x="17773" y="233217"/>
                    <a:pt x="0" y="215445"/>
                    <a:pt x="0" y="1935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53824"/>
                  </a:lnTo>
                  <a:lnTo>
                    <a:pt x="530942" y="150301"/>
                  </a:lnTo>
                  <a:lnTo>
                    <a:pt x="530942" y="40490"/>
                  </a:lnTo>
                  <a:cubicBezTo>
                    <a:pt x="530942" y="18567"/>
                    <a:pt x="548716" y="794"/>
                    <a:pt x="570639" y="794"/>
                  </a:cubicBezTo>
                  <a:cubicBezTo>
                    <a:pt x="592561" y="794"/>
                    <a:pt x="610335" y="18567"/>
                    <a:pt x="610335" y="40490"/>
                  </a:cubicBezTo>
                  <a:lnTo>
                    <a:pt x="610335" y="189353"/>
                  </a:lnTo>
                  <a:cubicBezTo>
                    <a:pt x="610335" y="211161"/>
                    <a:pt x="592745" y="228885"/>
                    <a:pt x="570936" y="229049"/>
                  </a:cubicBezTo>
                  <a:lnTo>
                    <a:pt x="39994" y="23321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83B51AB3-E407-0F44-891F-E992E2CE428D}"/>
                </a:ext>
              </a:extLst>
            </p:cNvPr>
            <p:cNvSpPr/>
            <p:nvPr/>
          </p:nvSpPr>
          <p:spPr>
            <a:xfrm>
              <a:off x="7057849" y="3726759"/>
              <a:ext cx="79393" cy="199078"/>
            </a:xfrm>
            <a:custGeom>
              <a:avLst/>
              <a:gdLst>
                <a:gd name="connsiteX0" fmla="*/ 39697 w 79393"/>
                <a:gd name="connsiteY0" fmla="*/ 199078 h 199078"/>
                <a:gd name="connsiteX1" fmla="*/ 0 w 79393"/>
                <a:gd name="connsiteY1" fmla="*/ 159382 h 199078"/>
                <a:gd name="connsiteX2" fmla="*/ 0 w 79393"/>
                <a:gd name="connsiteY2" fmla="*/ 39697 h 199078"/>
                <a:gd name="connsiteX3" fmla="*/ 39697 w 79393"/>
                <a:gd name="connsiteY3" fmla="*/ 0 h 199078"/>
                <a:gd name="connsiteX4" fmla="*/ 79393 w 79393"/>
                <a:gd name="connsiteY4" fmla="*/ 39697 h 199078"/>
                <a:gd name="connsiteX5" fmla="*/ 79393 w 79393"/>
                <a:gd name="connsiteY5" fmla="*/ 159382 h 199078"/>
                <a:gd name="connsiteX6" fmla="*/ 39697 w 79393"/>
                <a:gd name="connsiteY6" fmla="*/ 199078 h 199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078">
                  <a:moveTo>
                    <a:pt x="39697" y="199078"/>
                  </a:moveTo>
                  <a:cubicBezTo>
                    <a:pt x="17773" y="199078"/>
                    <a:pt x="0" y="181306"/>
                    <a:pt x="0" y="1593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59382"/>
                  </a:lnTo>
                  <a:cubicBezTo>
                    <a:pt x="79393" y="181306"/>
                    <a:pt x="61621" y="199078"/>
                    <a:pt x="39697" y="19907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B3000F13-C68B-6744-B93A-25F835691FC1}"/>
                </a:ext>
              </a:extLst>
            </p:cNvPr>
            <p:cNvSpPr/>
            <p:nvPr/>
          </p:nvSpPr>
          <p:spPr>
            <a:xfrm>
              <a:off x="7244919" y="3725221"/>
              <a:ext cx="79393" cy="199078"/>
            </a:xfrm>
            <a:custGeom>
              <a:avLst/>
              <a:gdLst>
                <a:gd name="connsiteX0" fmla="*/ 39697 w 79393"/>
                <a:gd name="connsiteY0" fmla="*/ 199078 h 199078"/>
                <a:gd name="connsiteX1" fmla="*/ 0 w 79393"/>
                <a:gd name="connsiteY1" fmla="*/ 159382 h 199078"/>
                <a:gd name="connsiteX2" fmla="*/ 0 w 79393"/>
                <a:gd name="connsiteY2" fmla="*/ 39697 h 199078"/>
                <a:gd name="connsiteX3" fmla="*/ 39697 w 79393"/>
                <a:gd name="connsiteY3" fmla="*/ 0 h 199078"/>
                <a:gd name="connsiteX4" fmla="*/ 79393 w 79393"/>
                <a:gd name="connsiteY4" fmla="*/ 39697 h 199078"/>
                <a:gd name="connsiteX5" fmla="*/ 79393 w 79393"/>
                <a:gd name="connsiteY5" fmla="*/ 159382 h 199078"/>
                <a:gd name="connsiteX6" fmla="*/ 39697 w 79393"/>
                <a:gd name="connsiteY6" fmla="*/ 199078 h 199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078">
                  <a:moveTo>
                    <a:pt x="39697" y="199078"/>
                  </a:moveTo>
                  <a:cubicBezTo>
                    <a:pt x="17774" y="199078"/>
                    <a:pt x="0" y="181306"/>
                    <a:pt x="0" y="15938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9382"/>
                  </a:lnTo>
                  <a:cubicBezTo>
                    <a:pt x="79393" y="181306"/>
                    <a:pt x="61619" y="199078"/>
                    <a:pt x="39697" y="19907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71">
            <a:extLst>
              <a:ext uri="{FF2B5EF4-FFF2-40B4-BE49-F238E27FC236}">
                <a16:creationId xmlns:a16="http://schemas.microsoft.com/office/drawing/2014/main" id="{BD9BD180-895C-4544-A982-FEE7FB6084D3}"/>
              </a:ext>
            </a:extLst>
          </p:cNvPr>
          <p:cNvGrpSpPr>
            <a:grpSpLocks noChangeAspect="1"/>
          </p:cNvGrpSpPr>
          <p:nvPr/>
        </p:nvGrpSpPr>
        <p:grpSpPr>
          <a:xfrm>
            <a:off x="8095496" y="3655099"/>
            <a:ext cx="833628" cy="838349"/>
            <a:chOff x="8095496" y="3655099"/>
            <a:chExt cx="833628" cy="838349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8AF6C85-2A0E-5D4B-A364-69F51D623745}"/>
                </a:ext>
              </a:extLst>
            </p:cNvPr>
            <p:cNvSpPr/>
            <p:nvPr/>
          </p:nvSpPr>
          <p:spPr>
            <a:xfrm>
              <a:off x="8564412" y="4280079"/>
              <a:ext cx="79393" cy="210639"/>
            </a:xfrm>
            <a:custGeom>
              <a:avLst/>
              <a:gdLst>
                <a:gd name="connsiteX0" fmla="*/ 39697 w 79393"/>
                <a:gd name="connsiteY0" fmla="*/ 210640 h 210639"/>
                <a:gd name="connsiteX1" fmla="*/ 0 w 79393"/>
                <a:gd name="connsiteY1" fmla="*/ 170943 h 210639"/>
                <a:gd name="connsiteX2" fmla="*/ 0 w 79393"/>
                <a:gd name="connsiteY2" fmla="*/ 39697 h 210639"/>
                <a:gd name="connsiteX3" fmla="*/ 39697 w 79393"/>
                <a:gd name="connsiteY3" fmla="*/ 0 h 210639"/>
                <a:gd name="connsiteX4" fmla="*/ 79393 w 79393"/>
                <a:gd name="connsiteY4" fmla="*/ 39697 h 210639"/>
                <a:gd name="connsiteX5" fmla="*/ 79393 w 79393"/>
                <a:gd name="connsiteY5" fmla="*/ 171043 h 210639"/>
                <a:gd name="connsiteX6" fmla="*/ 39697 w 79393"/>
                <a:gd name="connsiteY6" fmla="*/ 210640 h 21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39">
                  <a:moveTo>
                    <a:pt x="39697" y="210640"/>
                  </a:moveTo>
                  <a:cubicBezTo>
                    <a:pt x="17774" y="210640"/>
                    <a:pt x="0" y="192866"/>
                    <a:pt x="0" y="17094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71043"/>
                  </a:lnTo>
                  <a:cubicBezTo>
                    <a:pt x="79339" y="192925"/>
                    <a:pt x="61579" y="210640"/>
                    <a:pt x="39697" y="2106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82210F64-B803-7340-85C5-7AFFD8BF45A8}"/>
                </a:ext>
              </a:extLst>
            </p:cNvPr>
            <p:cNvSpPr/>
            <p:nvPr/>
          </p:nvSpPr>
          <p:spPr>
            <a:xfrm>
              <a:off x="8370876" y="3655099"/>
              <a:ext cx="458238" cy="312618"/>
            </a:xfrm>
            <a:custGeom>
              <a:avLst/>
              <a:gdLst>
                <a:gd name="connsiteX0" fmla="*/ 418467 w 458238"/>
                <a:gd name="connsiteY0" fmla="*/ 312618 h 312618"/>
                <a:gd name="connsiteX1" fmla="*/ 314809 w 458238"/>
                <a:gd name="connsiteY1" fmla="*/ 312618 h 312618"/>
                <a:gd name="connsiteX2" fmla="*/ 275112 w 458238"/>
                <a:gd name="connsiteY2" fmla="*/ 272922 h 312618"/>
                <a:gd name="connsiteX3" fmla="*/ 314809 w 458238"/>
                <a:gd name="connsiteY3" fmla="*/ 233225 h 312618"/>
                <a:gd name="connsiteX4" fmla="*/ 336493 w 458238"/>
                <a:gd name="connsiteY4" fmla="*/ 233225 h 312618"/>
                <a:gd name="connsiteX5" fmla="*/ 233232 w 458238"/>
                <a:gd name="connsiteY5" fmla="*/ 102723 h 312618"/>
                <a:gd name="connsiteX6" fmla="*/ 124513 w 458238"/>
                <a:gd name="connsiteY6" fmla="*/ 233225 h 312618"/>
                <a:gd name="connsiteX7" fmla="*/ 149324 w 458238"/>
                <a:gd name="connsiteY7" fmla="*/ 233225 h 312618"/>
                <a:gd name="connsiteX8" fmla="*/ 189020 w 458238"/>
                <a:gd name="connsiteY8" fmla="*/ 272922 h 312618"/>
                <a:gd name="connsiteX9" fmla="*/ 149324 w 458238"/>
                <a:gd name="connsiteY9" fmla="*/ 312618 h 312618"/>
                <a:gd name="connsiteX10" fmla="*/ 39711 w 458238"/>
                <a:gd name="connsiteY10" fmla="*/ 312618 h 312618"/>
                <a:gd name="connsiteX11" fmla="*/ 0 w 458238"/>
                <a:gd name="connsiteY11" fmla="*/ 272937 h 312618"/>
                <a:gd name="connsiteX12" fmla="*/ 9195 w 458238"/>
                <a:gd name="connsiteY12" fmla="*/ 247516 h 312618"/>
                <a:gd name="connsiteX13" fmla="*/ 203460 w 458238"/>
                <a:gd name="connsiteY13" fmla="*/ 14299 h 312618"/>
                <a:gd name="connsiteX14" fmla="*/ 234473 w 458238"/>
                <a:gd name="connsiteY14" fmla="*/ 8 h 312618"/>
                <a:gd name="connsiteX15" fmla="*/ 265139 w 458238"/>
                <a:gd name="connsiteY15" fmla="*/ 14894 h 312618"/>
                <a:gd name="connsiteX16" fmla="*/ 449529 w 458238"/>
                <a:gd name="connsiteY16" fmla="*/ 248111 h 312618"/>
                <a:gd name="connsiteX17" fmla="*/ 443351 w 458238"/>
                <a:gd name="connsiteY17" fmla="*/ 303910 h 312618"/>
                <a:gd name="connsiteX18" fmla="*/ 418367 w 458238"/>
                <a:gd name="connsiteY18" fmla="*/ 312618 h 31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8238" h="312618">
                  <a:moveTo>
                    <a:pt x="418467" y="312618"/>
                  </a:moveTo>
                  <a:lnTo>
                    <a:pt x="314809" y="312618"/>
                  </a:lnTo>
                  <a:cubicBezTo>
                    <a:pt x="292886" y="312618"/>
                    <a:pt x="275112" y="294846"/>
                    <a:pt x="275112" y="272922"/>
                  </a:cubicBezTo>
                  <a:cubicBezTo>
                    <a:pt x="275112" y="250998"/>
                    <a:pt x="292886" y="233225"/>
                    <a:pt x="314809" y="233225"/>
                  </a:cubicBezTo>
                  <a:lnTo>
                    <a:pt x="336493" y="233225"/>
                  </a:lnTo>
                  <a:lnTo>
                    <a:pt x="233232" y="102723"/>
                  </a:lnTo>
                  <a:lnTo>
                    <a:pt x="124513" y="233225"/>
                  </a:lnTo>
                  <a:lnTo>
                    <a:pt x="149324" y="233225"/>
                  </a:lnTo>
                  <a:cubicBezTo>
                    <a:pt x="171248" y="233225"/>
                    <a:pt x="189020" y="250998"/>
                    <a:pt x="189020" y="272922"/>
                  </a:cubicBezTo>
                  <a:cubicBezTo>
                    <a:pt x="189020" y="294846"/>
                    <a:pt x="171248" y="312618"/>
                    <a:pt x="149324" y="312618"/>
                  </a:cubicBezTo>
                  <a:lnTo>
                    <a:pt x="39711" y="312618"/>
                  </a:lnTo>
                  <a:cubicBezTo>
                    <a:pt x="17788" y="312627"/>
                    <a:pt x="8" y="294860"/>
                    <a:pt x="0" y="272937"/>
                  </a:cubicBezTo>
                  <a:cubicBezTo>
                    <a:pt x="-3" y="263648"/>
                    <a:pt x="3250" y="254653"/>
                    <a:pt x="9195" y="247516"/>
                  </a:cubicBezTo>
                  <a:lnTo>
                    <a:pt x="203460" y="14299"/>
                  </a:lnTo>
                  <a:cubicBezTo>
                    <a:pt x="211062" y="5034"/>
                    <a:pt x="222489" y="-233"/>
                    <a:pt x="234473" y="8"/>
                  </a:cubicBezTo>
                  <a:cubicBezTo>
                    <a:pt x="246412" y="105"/>
                    <a:pt x="257676" y="5572"/>
                    <a:pt x="265139" y="14894"/>
                  </a:cubicBezTo>
                  <a:lnTo>
                    <a:pt x="449529" y="248111"/>
                  </a:lnTo>
                  <a:cubicBezTo>
                    <a:pt x="463229" y="265226"/>
                    <a:pt x="460466" y="290207"/>
                    <a:pt x="443351" y="303910"/>
                  </a:cubicBezTo>
                  <a:cubicBezTo>
                    <a:pt x="436266" y="309584"/>
                    <a:pt x="427448" y="312658"/>
                    <a:pt x="418367" y="3126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42" name="Picture Placeholder 71">
              <a:extLst>
                <a:ext uri="{FF2B5EF4-FFF2-40B4-BE49-F238E27FC236}">
                  <a16:creationId xmlns:a16="http://schemas.microsoft.com/office/drawing/2014/main" id="{BD9BD180-895C-4544-A982-FEE7FB6084D3}"/>
                </a:ext>
              </a:extLst>
            </p:cNvPr>
            <p:cNvGrpSpPr/>
            <p:nvPr/>
          </p:nvGrpSpPr>
          <p:grpSpPr>
            <a:xfrm>
              <a:off x="8322925" y="3888218"/>
              <a:ext cx="557198" cy="270935"/>
              <a:chOff x="8322925" y="3888218"/>
              <a:chExt cx="557198" cy="270935"/>
            </a:xfrm>
            <a:solidFill>
              <a:srgbClr val="C42828"/>
            </a:solidFill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79DC817B-7EDD-EF41-99BB-932A4F65EA61}"/>
                  </a:ext>
                </a:extLst>
              </p:cNvPr>
              <p:cNvSpPr/>
              <p:nvPr/>
            </p:nvSpPr>
            <p:spPr>
              <a:xfrm>
                <a:off x="8322925" y="3888218"/>
                <a:ext cx="238192" cy="270935"/>
              </a:xfrm>
              <a:custGeom>
                <a:avLst/>
                <a:gdLst>
                  <a:gd name="connsiteX0" fmla="*/ 157131 w 238192"/>
                  <a:gd name="connsiteY0" fmla="*/ 270935 h 270935"/>
                  <a:gd name="connsiteX1" fmla="*/ 39679 w 238192"/>
                  <a:gd name="connsiteY1" fmla="*/ 270935 h 270935"/>
                  <a:gd name="connsiteX2" fmla="*/ 0 w 238192"/>
                  <a:gd name="connsiteY2" fmla="*/ 231221 h 270935"/>
                  <a:gd name="connsiteX3" fmla="*/ 9112 w 238192"/>
                  <a:gd name="connsiteY3" fmla="*/ 205932 h 270935"/>
                  <a:gd name="connsiteX4" fmla="*/ 167899 w 238192"/>
                  <a:gd name="connsiteY4" fmla="*/ 14396 h 270935"/>
                  <a:gd name="connsiteX5" fmla="*/ 223797 w 238192"/>
                  <a:gd name="connsiteY5" fmla="*/ 9112 h 270935"/>
                  <a:gd name="connsiteX6" fmla="*/ 229081 w 238192"/>
                  <a:gd name="connsiteY6" fmla="*/ 65010 h 270935"/>
                  <a:gd name="connsiteX7" fmla="*/ 124084 w 238192"/>
                  <a:gd name="connsiteY7" fmla="*/ 191542 h 270935"/>
                  <a:gd name="connsiteX8" fmla="*/ 157131 w 238192"/>
                  <a:gd name="connsiteY8" fmla="*/ 191542 h 270935"/>
                  <a:gd name="connsiteX9" fmla="*/ 196828 w 238192"/>
                  <a:gd name="connsiteY9" fmla="*/ 231239 h 270935"/>
                  <a:gd name="connsiteX10" fmla="*/ 157131 w 238192"/>
                  <a:gd name="connsiteY10" fmla="*/ 270935 h 270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8192" h="270935">
                    <a:moveTo>
                      <a:pt x="157131" y="270935"/>
                    </a:moveTo>
                    <a:lnTo>
                      <a:pt x="39679" y="270935"/>
                    </a:lnTo>
                    <a:cubicBezTo>
                      <a:pt x="17755" y="270925"/>
                      <a:pt x="-10" y="253146"/>
                      <a:pt x="0" y="231221"/>
                    </a:cubicBezTo>
                    <a:cubicBezTo>
                      <a:pt x="4" y="221988"/>
                      <a:pt x="3226" y="213045"/>
                      <a:pt x="9112" y="205932"/>
                    </a:cubicBezTo>
                    <a:lnTo>
                      <a:pt x="167899" y="14396"/>
                    </a:lnTo>
                    <a:cubicBezTo>
                      <a:pt x="181875" y="-2498"/>
                      <a:pt x="206902" y="-4865"/>
                      <a:pt x="223797" y="9112"/>
                    </a:cubicBezTo>
                    <a:cubicBezTo>
                      <a:pt x="240691" y="23089"/>
                      <a:pt x="243058" y="48115"/>
                      <a:pt x="229081" y="65010"/>
                    </a:cubicBezTo>
                    <a:lnTo>
                      <a:pt x="124084" y="191542"/>
                    </a:lnTo>
                    <a:lnTo>
                      <a:pt x="157131" y="191542"/>
                    </a:lnTo>
                    <a:cubicBezTo>
                      <a:pt x="179055" y="191542"/>
                      <a:pt x="196828" y="209315"/>
                      <a:pt x="196828" y="231239"/>
                    </a:cubicBezTo>
                    <a:cubicBezTo>
                      <a:pt x="196828" y="253161"/>
                      <a:pt x="179055" y="270935"/>
                      <a:pt x="157131" y="27093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2DA3F0D-0B42-F540-B3EE-F33AB51263DC}"/>
                  </a:ext>
                </a:extLst>
              </p:cNvPr>
              <p:cNvSpPr/>
              <p:nvPr/>
            </p:nvSpPr>
            <p:spPr>
              <a:xfrm>
                <a:off x="8645542" y="3888274"/>
                <a:ext cx="234582" cy="270880"/>
              </a:xfrm>
              <a:custGeom>
                <a:avLst/>
                <a:gdLst>
                  <a:gd name="connsiteX0" fmla="*/ 195009 w 234582"/>
                  <a:gd name="connsiteY0" fmla="*/ 270880 h 270880"/>
                  <a:gd name="connsiteX1" fmla="*/ 91500 w 234582"/>
                  <a:gd name="connsiteY1" fmla="*/ 270880 h 270880"/>
                  <a:gd name="connsiteX2" fmla="*/ 51804 w 234582"/>
                  <a:gd name="connsiteY2" fmla="*/ 231183 h 270880"/>
                  <a:gd name="connsiteX3" fmla="*/ 91500 w 234582"/>
                  <a:gd name="connsiteY3" fmla="*/ 191487 h 270880"/>
                  <a:gd name="connsiteX4" fmla="*/ 111696 w 234582"/>
                  <a:gd name="connsiteY4" fmla="*/ 191487 h 270880"/>
                  <a:gd name="connsiteX5" fmla="*/ 8882 w 234582"/>
                  <a:gd name="connsiteY5" fmla="*/ 64756 h 270880"/>
                  <a:gd name="connsiteX6" fmla="*/ 14687 w 234582"/>
                  <a:gd name="connsiteY6" fmla="*/ 8883 h 270880"/>
                  <a:gd name="connsiteX7" fmla="*/ 70560 w 234582"/>
                  <a:gd name="connsiteY7" fmla="*/ 14688 h 270880"/>
                  <a:gd name="connsiteX8" fmla="*/ 225873 w 234582"/>
                  <a:gd name="connsiteY8" fmla="*/ 206125 h 270880"/>
                  <a:gd name="connsiteX9" fmla="*/ 219695 w 234582"/>
                  <a:gd name="connsiteY9" fmla="*/ 261923 h 270880"/>
                  <a:gd name="connsiteX10" fmla="*/ 195009 w 234582"/>
                  <a:gd name="connsiteY10" fmla="*/ 270632 h 27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582" h="270880">
                    <a:moveTo>
                      <a:pt x="195009" y="270880"/>
                    </a:moveTo>
                    <a:lnTo>
                      <a:pt x="91500" y="270880"/>
                    </a:lnTo>
                    <a:cubicBezTo>
                      <a:pt x="69578" y="270880"/>
                      <a:pt x="51804" y="253106"/>
                      <a:pt x="51804" y="231183"/>
                    </a:cubicBezTo>
                    <a:cubicBezTo>
                      <a:pt x="51804" y="209260"/>
                      <a:pt x="69578" y="191487"/>
                      <a:pt x="91500" y="191487"/>
                    </a:cubicBezTo>
                    <a:lnTo>
                      <a:pt x="111696" y="191487"/>
                    </a:lnTo>
                    <a:lnTo>
                      <a:pt x="8882" y="64756"/>
                    </a:lnTo>
                    <a:cubicBezTo>
                      <a:pt x="-4943" y="47724"/>
                      <a:pt x="-2343" y="22709"/>
                      <a:pt x="14687" y="8883"/>
                    </a:cubicBezTo>
                    <a:cubicBezTo>
                      <a:pt x="31717" y="-4943"/>
                      <a:pt x="56736" y="-2343"/>
                      <a:pt x="70560" y="14688"/>
                    </a:cubicBezTo>
                    <a:lnTo>
                      <a:pt x="225873" y="206125"/>
                    </a:lnTo>
                    <a:cubicBezTo>
                      <a:pt x="239573" y="223239"/>
                      <a:pt x="236810" y="248223"/>
                      <a:pt x="219695" y="261923"/>
                    </a:cubicBezTo>
                    <a:cubicBezTo>
                      <a:pt x="212689" y="267536"/>
                      <a:pt x="203985" y="270602"/>
                      <a:pt x="195009" y="27063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CBA6AAD3-DF50-6C45-B918-367A039507DD}"/>
                </a:ext>
              </a:extLst>
            </p:cNvPr>
            <p:cNvSpPr/>
            <p:nvPr/>
          </p:nvSpPr>
          <p:spPr>
            <a:xfrm>
              <a:off x="8278472" y="4080280"/>
              <a:ext cx="646360" cy="267432"/>
            </a:xfrm>
            <a:custGeom>
              <a:avLst/>
              <a:gdLst>
                <a:gd name="connsiteX0" fmla="*/ 606738 w 646360"/>
                <a:gd name="connsiteY0" fmla="*/ 267432 h 267432"/>
                <a:gd name="connsiteX1" fmla="*/ 39474 w 646360"/>
                <a:gd name="connsiteY1" fmla="*/ 267432 h 267432"/>
                <a:gd name="connsiteX2" fmla="*/ 1 w 646360"/>
                <a:gd name="connsiteY2" fmla="*/ 227513 h 267432"/>
                <a:gd name="connsiteX3" fmla="*/ 9702 w 646360"/>
                <a:gd name="connsiteY3" fmla="*/ 201735 h 267432"/>
                <a:gd name="connsiteX4" fmla="*/ 171812 w 646360"/>
                <a:gd name="connsiteY4" fmla="*/ 14665 h 267432"/>
                <a:gd name="connsiteX5" fmla="*/ 227800 w 646360"/>
                <a:gd name="connsiteY5" fmla="*/ 10535 h 267432"/>
                <a:gd name="connsiteX6" fmla="*/ 231930 w 646360"/>
                <a:gd name="connsiteY6" fmla="*/ 66523 h 267432"/>
                <a:gd name="connsiteX7" fmla="*/ 231804 w 646360"/>
                <a:gd name="connsiteY7" fmla="*/ 66667 h 267432"/>
                <a:gd name="connsiteX8" fmla="*/ 126459 w 646360"/>
                <a:gd name="connsiteY8" fmla="*/ 188039 h 267432"/>
                <a:gd name="connsiteX9" fmla="*/ 523673 w 646360"/>
                <a:gd name="connsiteY9" fmla="*/ 188039 h 267432"/>
                <a:gd name="connsiteX10" fmla="*/ 423985 w 646360"/>
                <a:gd name="connsiteY10" fmla="*/ 64633 h 267432"/>
                <a:gd name="connsiteX11" fmla="*/ 429940 w 646360"/>
                <a:gd name="connsiteY11" fmla="*/ 8809 h 267432"/>
                <a:gd name="connsiteX12" fmla="*/ 485763 w 646360"/>
                <a:gd name="connsiteY12" fmla="*/ 14764 h 267432"/>
                <a:gd name="connsiteX13" fmla="*/ 637652 w 646360"/>
                <a:gd name="connsiteY13" fmla="*/ 202777 h 267432"/>
                <a:gd name="connsiteX14" fmla="*/ 631474 w 646360"/>
                <a:gd name="connsiteY14" fmla="*/ 258575 h 267432"/>
                <a:gd name="connsiteX15" fmla="*/ 606738 w 646360"/>
                <a:gd name="connsiteY15" fmla="*/ 267284 h 26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6360" h="267432">
                  <a:moveTo>
                    <a:pt x="606738" y="267432"/>
                  </a:moveTo>
                  <a:lnTo>
                    <a:pt x="39474" y="267432"/>
                  </a:lnTo>
                  <a:cubicBezTo>
                    <a:pt x="17551" y="267308"/>
                    <a:pt x="-122" y="249435"/>
                    <a:pt x="1" y="227513"/>
                  </a:cubicBezTo>
                  <a:cubicBezTo>
                    <a:pt x="54" y="218040"/>
                    <a:pt x="3495" y="208895"/>
                    <a:pt x="9702" y="201735"/>
                  </a:cubicBezTo>
                  <a:lnTo>
                    <a:pt x="171812" y="14665"/>
                  </a:lnTo>
                  <a:cubicBezTo>
                    <a:pt x="186133" y="-1936"/>
                    <a:pt x="211199" y="-3785"/>
                    <a:pt x="227800" y="10535"/>
                  </a:cubicBezTo>
                  <a:cubicBezTo>
                    <a:pt x="244401" y="24855"/>
                    <a:pt x="246250" y="49921"/>
                    <a:pt x="231930" y="66523"/>
                  </a:cubicBezTo>
                  <a:cubicBezTo>
                    <a:pt x="231888" y="66573"/>
                    <a:pt x="231846" y="66618"/>
                    <a:pt x="231804" y="66667"/>
                  </a:cubicBezTo>
                  <a:lnTo>
                    <a:pt x="126459" y="188039"/>
                  </a:lnTo>
                  <a:lnTo>
                    <a:pt x="523673" y="188039"/>
                  </a:lnTo>
                  <a:lnTo>
                    <a:pt x="423985" y="64633"/>
                  </a:lnTo>
                  <a:cubicBezTo>
                    <a:pt x="410215" y="47573"/>
                    <a:pt x="412880" y="22580"/>
                    <a:pt x="429940" y="8809"/>
                  </a:cubicBezTo>
                  <a:cubicBezTo>
                    <a:pt x="446999" y="-4961"/>
                    <a:pt x="471993" y="-2296"/>
                    <a:pt x="485763" y="14764"/>
                  </a:cubicBezTo>
                  <a:lnTo>
                    <a:pt x="637652" y="202777"/>
                  </a:lnTo>
                  <a:cubicBezTo>
                    <a:pt x="651352" y="219891"/>
                    <a:pt x="648588" y="244875"/>
                    <a:pt x="631474" y="258575"/>
                  </a:cubicBezTo>
                  <a:cubicBezTo>
                    <a:pt x="624453" y="264197"/>
                    <a:pt x="615735" y="267269"/>
                    <a:pt x="606738" y="2672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41C43962-AB2C-584A-A390-80C38E8A328D}"/>
                </a:ext>
              </a:extLst>
            </p:cNvPr>
            <p:cNvSpPr/>
            <p:nvPr/>
          </p:nvSpPr>
          <p:spPr>
            <a:xfrm>
              <a:off x="8095496" y="4270155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4"/>
                    <a:pt x="173673" y="39697"/>
                  </a:cubicBezTo>
                  <a:cubicBezTo>
                    <a:pt x="173673" y="61619"/>
                    <a:pt x="155900" y="79393"/>
                    <a:pt x="13397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519EA7DE-10CC-CB49-93C3-E246991C9393}"/>
                </a:ext>
              </a:extLst>
            </p:cNvPr>
            <p:cNvSpPr/>
            <p:nvPr/>
          </p:nvSpPr>
          <p:spPr>
            <a:xfrm>
              <a:off x="8145117" y="4270155"/>
              <a:ext cx="79393" cy="216892"/>
            </a:xfrm>
            <a:custGeom>
              <a:avLst/>
              <a:gdLst>
                <a:gd name="connsiteX0" fmla="*/ 39697 w 79393"/>
                <a:gd name="connsiteY0" fmla="*/ 216892 h 216892"/>
                <a:gd name="connsiteX1" fmla="*/ 0 w 79393"/>
                <a:gd name="connsiteY1" fmla="*/ 177196 h 216892"/>
                <a:gd name="connsiteX2" fmla="*/ 0 w 79393"/>
                <a:gd name="connsiteY2" fmla="*/ 39697 h 216892"/>
                <a:gd name="connsiteX3" fmla="*/ 39697 w 79393"/>
                <a:gd name="connsiteY3" fmla="*/ 0 h 216892"/>
                <a:gd name="connsiteX4" fmla="*/ 79393 w 79393"/>
                <a:gd name="connsiteY4" fmla="*/ 39697 h 216892"/>
                <a:gd name="connsiteX5" fmla="*/ 79393 w 79393"/>
                <a:gd name="connsiteY5" fmla="*/ 177444 h 216892"/>
                <a:gd name="connsiteX6" fmla="*/ 39697 w 79393"/>
                <a:gd name="connsiteY6" fmla="*/ 216892 h 216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6892">
                  <a:moveTo>
                    <a:pt x="39697" y="216892"/>
                  </a:moveTo>
                  <a:cubicBezTo>
                    <a:pt x="17773" y="216892"/>
                    <a:pt x="0" y="199118"/>
                    <a:pt x="0" y="17719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77444"/>
                  </a:lnTo>
                  <a:cubicBezTo>
                    <a:pt x="79257" y="199272"/>
                    <a:pt x="61524" y="216892"/>
                    <a:pt x="39697" y="2168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505C46B5-C59D-8F43-8426-73B5D5C0E691}"/>
                </a:ext>
              </a:extLst>
            </p:cNvPr>
            <p:cNvSpPr/>
            <p:nvPr/>
          </p:nvSpPr>
          <p:spPr>
            <a:xfrm>
              <a:off x="8095496" y="4414055"/>
              <a:ext cx="833628" cy="79393"/>
            </a:xfrm>
            <a:custGeom>
              <a:avLst/>
              <a:gdLst>
                <a:gd name="connsiteX0" fmla="*/ 793932 w 833628"/>
                <a:gd name="connsiteY0" fmla="*/ 79393 h 79393"/>
                <a:gd name="connsiteX1" fmla="*/ 39697 w 833628"/>
                <a:gd name="connsiteY1" fmla="*/ 79393 h 79393"/>
                <a:gd name="connsiteX2" fmla="*/ 0 w 833628"/>
                <a:gd name="connsiteY2" fmla="*/ 39697 h 79393"/>
                <a:gd name="connsiteX3" fmla="*/ 39697 w 833628"/>
                <a:gd name="connsiteY3" fmla="*/ 0 h 79393"/>
                <a:gd name="connsiteX4" fmla="*/ 793932 w 833628"/>
                <a:gd name="connsiteY4" fmla="*/ 0 h 79393"/>
                <a:gd name="connsiteX5" fmla="*/ 833629 w 833628"/>
                <a:gd name="connsiteY5" fmla="*/ 39697 h 79393"/>
                <a:gd name="connsiteX6" fmla="*/ 793932 w 8336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3628" h="79393">
                  <a:moveTo>
                    <a:pt x="79393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3932" y="0"/>
                  </a:lnTo>
                  <a:cubicBezTo>
                    <a:pt x="815854" y="0"/>
                    <a:pt x="833629" y="17774"/>
                    <a:pt x="833629" y="39697"/>
                  </a:cubicBezTo>
                  <a:cubicBezTo>
                    <a:pt x="833629" y="61619"/>
                    <a:pt x="815854" y="79393"/>
                    <a:pt x="79393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73">
            <a:extLst>
              <a:ext uri="{FF2B5EF4-FFF2-40B4-BE49-F238E27FC236}">
                <a16:creationId xmlns:a16="http://schemas.microsoft.com/office/drawing/2014/main" id="{9CCFA56D-80C0-4D2D-A5A8-CE7A37D3A8F0}"/>
              </a:ext>
            </a:extLst>
          </p:cNvPr>
          <p:cNvGrpSpPr>
            <a:grpSpLocks noChangeAspect="1"/>
          </p:cNvGrpSpPr>
          <p:nvPr/>
        </p:nvGrpSpPr>
        <p:grpSpPr>
          <a:xfrm>
            <a:off x="9506463" y="3653866"/>
            <a:ext cx="646608" cy="840574"/>
            <a:chOff x="9506463" y="3653866"/>
            <a:chExt cx="646608" cy="840574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EAED01DB-F0D3-6245-AD92-60CEED362F71}"/>
                </a:ext>
              </a:extLst>
            </p:cNvPr>
            <p:cNvSpPr/>
            <p:nvPr/>
          </p:nvSpPr>
          <p:spPr>
            <a:xfrm>
              <a:off x="9792850" y="4278740"/>
              <a:ext cx="79393" cy="215701"/>
            </a:xfrm>
            <a:custGeom>
              <a:avLst/>
              <a:gdLst>
                <a:gd name="connsiteX0" fmla="*/ 39697 w 79393"/>
                <a:gd name="connsiteY0" fmla="*/ 215701 h 215701"/>
                <a:gd name="connsiteX1" fmla="*/ 0 w 79393"/>
                <a:gd name="connsiteY1" fmla="*/ 176005 h 215701"/>
                <a:gd name="connsiteX2" fmla="*/ 0 w 79393"/>
                <a:gd name="connsiteY2" fmla="*/ 39697 h 215701"/>
                <a:gd name="connsiteX3" fmla="*/ 39697 w 79393"/>
                <a:gd name="connsiteY3" fmla="*/ 0 h 215701"/>
                <a:gd name="connsiteX4" fmla="*/ 79393 w 79393"/>
                <a:gd name="connsiteY4" fmla="*/ 39697 h 215701"/>
                <a:gd name="connsiteX5" fmla="*/ 79393 w 79393"/>
                <a:gd name="connsiteY5" fmla="*/ 176005 h 215701"/>
                <a:gd name="connsiteX6" fmla="*/ 39697 w 79393"/>
                <a:gd name="connsiteY6" fmla="*/ 215701 h 21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5701">
                  <a:moveTo>
                    <a:pt x="39697" y="215701"/>
                  </a:moveTo>
                  <a:cubicBezTo>
                    <a:pt x="17773" y="215701"/>
                    <a:pt x="0" y="197927"/>
                    <a:pt x="0" y="17600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76005"/>
                  </a:lnTo>
                  <a:cubicBezTo>
                    <a:pt x="79393" y="197927"/>
                    <a:pt x="61621" y="215701"/>
                    <a:pt x="39697" y="2157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95DEFB70-3234-1946-A6DC-17C9D25A368E}"/>
                </a:ext>
              </a:extLst>
            </p:cNvPr>
            <p:cNvSpPr/>
            <p:nvPr/>
          </p:nvSpPr>
          <p:spPr>
            <a:xfrm>
              <a:off x="9599066" y="3653866"/>
              <a:ext cx="458387" cy="312611"/>
            </a:xfrm>
            <a:custGeom>
              <a:avLst/>
              <a:gdLst>
                <a:gd name="connsiteX0" fmla="*/ 418516 w 458387"/>
                <a:gd name="connsiteY0" fmla="*/ 312611 h 312611"/>
                <a:gd name="connsiteX1" fmla="*/ 314858 w 458387"/>
                <a:gd name="connsiteY1" fmla="*/ 312611 h 312611"/>
                <a:gd name="connsiteX2" fmla="*/ 275162 w 458387"/>
                <a:gd name="connsiteY2" fmla="*/ 272914 h 312611"/>
                <a:gd name="connsiteX3" fmla="*/ 314858 w 458387"/>
                <a:gd name="connsiteY3" fmla="*/ 233218 h 312611"/>
                <a:gd name="connsiteX4" fmla="*/ 336543 w 458387"/>
                <a:gd name="connsiteY4" fmla="*/ 233218 h 312611"/>
                <a:gd name="connsiteX5" fmla="*/ 233232 w 458387"/>
                <a:gd name="connsiteY5" fmla="*/ 102715 h 312611"/>
                <a:gd name="connsiteX6" fmla="*/ 124563 w 458387"/>
                <a:gd name="connsiteY6" fmla="*/ 233218 h 312611"/>
                <a:gd name="connsiteX7" fmla="*/ 149373 w 458387"/>
                <a:gd name="connsiteY7" fmla="*/ 233218 h 312611"/>
                <a:gd name="connsiteX8" fmla="*/ 189070 w 458387"/>
                <a:gd name="connsiteY8" fmla="*/ 272914 h 312611"/>
                <a:gd name="connsiteX9" fmla="*/ 149373 w 458387"/>
                <a:gd name="connsiteY9" fmla="*/ 312611 h 312611"/>
                <a:gd name="connsiteX10" fmla="*/ 39711 w 458387"/>
                <a:gd name="connsiteY10" fmla="*/ 312611 h 312611"/>
                <a:gd name="connsiteX11" fmla="*/ 0 w 458387"/>
                <a:gd name="connsiteY11" fmla="*/ 272929 h 312611"/>
                <a:gd name="connsiteX12" fmla="*/ 9195 w 458387"/>
                <a:gd name="connsiteY12" fmla="*/ 247508 h 312611"/>
                <a:gd name="connsiteX13" fmla="*/ 203460 w 458387"/>
                <a:gd name="connsiteY13" fmla="*/ 14291 h 312611"/>
                <a:gd name="connsiteX14" fmla="*/ 234126 w 458387"/>
                <a:gd name="connsiteY14" fmla="*/ 0 h 312611"/>
                <a:gd name="connsiteX15" fmla="*/ 234622 w 458387"/>
                <a:gd name="connsiteY15" fmla="*/ 0 h 312611"/>
                <a:gd name="connsiteX16" fmla="*/ 265238 w 458387"/>
                <a:gd name="connsiteY16" fmla="*/ 14887 h 312611"/>
                <a:gd name="connsiteX17" fmla="*/ 449678 w 458387"/>
                <a:gd name="connsiteY17" fmla="*/ 248104 h 312611"/>
                <a:gd name="connsiteX18" fmla="*/ 443500 w 458387"/>
                <a:gd name="connsiteY18" fmla="*/ 303902 h 312611"/>
                <a:gd name="connsiteX19" fmla="*/ 418516 w 458387"/>
                <a:gd name="connsiteY19" fmla="*/ 312611 h 312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8387" h="312611">
                  <a:moveTo>
                    <a:pt x="418516" y="312611"/>
                  </a:moveTo>
                  <a:lnTo>
                    <a:pt x="314858" y="312611"/>
                  </a:lnTo>
                  <a:cubicBezTo>
                    <a:pt x="292936" y="312611"/>
                    <a:pt x="275162" y="294838"/>
                    <a:pt x="275162" y="272914"/>
                  </a:cubicBezTo>
                  <a:cubicBezTo>
                    <a:pt x="275162" y="250990"/>
                    <a:pt x="292936" y="233218"/>
                    <a:pt x="314858" y="233218"/>
                  </a:cubicBezTo>
                  <a:lnTo>
                    <a:pt x="336543" y="233218"/>
                  </a:lnTo>
                  <a:lnTo>
                    <a:pt x="233232" y="102715"/>
                  </a:lnTo>
                  <a:lnTo>
                    <a:pt x="124563" y="233218"/>
                  </a:lnTo>
                  <a:lnTo>
                    <a:pt x="149373" y="233218"/>
                  </a:lnTo>
                  <a:cubicBezTo>
                    <a:pt x="171297" y="233218"/>
                    <a:pt x="189070" y="250990"/>
                    <a:pt x="189070" y="272914"/>
                  </a:cubicBezTo>
                  <a:cubicBezTo>
                    <a:pt x="189070" y="294838"/>
                    <a:pt x="171297" y="312611"/>
                    <a:pt x="149373" y="312611"/>
                  </a:cubicBezTo>
                  <a:lnTo>
                    <a:pt x="39711" y="312611"/>
                  </a:lnTo>
                  <a:cubicBezTo>
                    <a:pt x="17788" y="312619"/>
                    <a:pt x="8" y="294853"/>
                    <a:pt x="0" y="272929"/>
                  </a:cubicBezTo>
                  <a:cubicBezTo>
                    <a:pt x="-3" y="263641"/>
                    <a:pt x="3250" y="254645"/>
                    <a:pt x="9195" y="247508"/>
                  </a:cubicBezTo>
                  <a:lnTo>
                    <a:pt x="203460" y="14291"/>
                  </a:lnTo>
                  <a:cubicBezTo>
                    <a:pt x="211039" y="5192"/>
                    <a:pt x="222284" y="-48"/>
                    <a:pt x="234126" y="0"/>
                  </a:cubicBezTo>
                  <a:lnTo>
                    <a:pt x="234622" y="0"/>
                  </a:lnTo>
                  <a:cubicBezTo>
                    <a:pt x="246545" y="113"/>
                    <a:pt x="257786" y="5578"/>
                    <a:pt x="265238" y="14887"/>
                  </a:cubicBezTo>
                  <a:lnTo>
                    <a:pt x="449678" y="248104"/>
                  </a:lnTo>
                  <a:cubicBezTo>
                    <a:pt x="463378" y="265218"/>
                    <a:pt x="460615" y="290199"/>
                    <a:pt x="443500" y="303902"/>
                  </a:cubicBezTo>
                  <a:cubicBezTo>
                    <a:pt x="436414" y="309577"/>
                    <a:pt x="427597" y="312650"/>
                    <a:pt x="418516" y="3126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52" name="Picture Placeholder 73">
              <a:extLst>
                <a:ext uri="{FF2B5EF4-FFF2-40B4-BE49-F238E27FC236}">
                  <a16:creationId xmlns:a16="http://schemas.microsoft.com/office/drawing/2014/main" id="{9CCFA56D-80C0-4D2D-A5A8-CE7A37D3A8F0}"/>
                </a:ext>
              </a:extLst>
            </p:cNvPr>
            <p:cNvGrpSpPr/>
            <p:nvPr/>
          </p:nvGrpSpPr>
          <p:grpSpPr>
            <a:xfrm>
              <a:off x="9551165" y="3886978"/>
              <a:ext cx="557149" cy="270935"/>
              <a:chOff x="9551165" y="3886978"/>
              <a:chExt cx="557149" cy="270935"/>
            </a:xfrm>
            <a:solidFill>
              <a:srgbClr val="C42828"/>
            </a:solidFill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E6D4A1BB-FD03-3E48-B2BC-BE7AAE7C2192}"/>
                  </a:ext>
                </a:extLst>
              </p:cNvPr>
              <p:cNvSpPr/>
              <p:nvPr/>
            </p:nvSpPr>
            <p:spPr>
              <a:xfrm>
                <a:off x="9551165" y="3886978"/>
                <a:ext cx="237944" cy="270935"/>
              </a:xfrm>
              <a:custGeom>
                <a:avLst/>
                <a:gdLst>
                  <a:gd name="connsiteX0" fmla="*/ 157081 w 237944"/>
                  <a:gd name="connsiteY0" fmla="*/ 270935 h 270935"/>
                  <a:gd name="connsiteX1" fmla="*/ 39679 w 237944"/>
                  <a:gd name="connsiteY1" fmla="*/ 270935 h 270935"/>
                  <a:gd name="connsiteX2" fmla="*/ 0 w 237944"/>
                  <a:gd name="connsiteY2" fmla="*/ 231221 h 270935"/>
                  <a:gd name="connsiteX3" fmla="*/ 9112 w 237944"/>
                  <a:gd name="connsiteY3" fmla="*/ 205932 h 270935"/>
                  <a:gd name="connsiteX4" fmla="*/ 167651 w 237944"/>
                  <a:gd name="connsiteY4" fmla="*/ 14396 h 270935"/>
                  <a:gd name="connsiteX5" fmla="*/ 223548 w 237944"/>
                  <a:gd name="connsiteY5" fmla="*/ 9112 h 270935"/>
                  <a:gd name="connsiteX6" fmla="*/ 228833 w 237944"/>
                  <a:gd name="connsiteY6" fmla="*/ 65010 h 270935"/>
                  <a:gd name="connsiteX7" fmla="*/ 124084 w 237944"/>
                  <a:gd name="connsiteY7" fmla="*/ 191542 h 270935"/>
                  <a:gd name="connsiteX8" fmla="*/ 157081 w 237944"/>
                  <a:gd name="connsiteY8" fmla="*/ 191542 h 270935"/>
                  <a:gd name="connsiteX9" fmla="*/ 196778 w 237944"/>
                  <a:gd name="connsiteY9" fmla="*/ 231239 h 270935"/>
                  <a:gd name="connsiteX10" fmla="*/ 157081 w 237944"/>
                  <a:gd name="connsiteY10" fmla="*/ 270935 h 270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7944" h="270935">
                    <a:moveTo>
                      <a:pt x="157081" y="270935"/>
                    </a:moveTo>
                    <a:lnTo>
                      <a:pt x="39679" y="270935"/>
                    </a:lnTo>
                    <a:cubicBezTo>
                      <a:pt x="17755" y="270925"/>
                      <a:pt x="-10" y="253146"/>
                      <a:pt x="0" y="231221"/>
                    </a:cubicBezTo>
                    <a:cubicBezTo>
                      <a:pt x="4" y="221988"/>
                      <a:pt x="3226" y="213045"/>
                      <a:pt x="9112" y="205932"/>
                    </a:cubicBezTo>
                    <a:lnTo>
                      <a:pt x="167651" y="14396"/>
                    </a:lnTo>
                    <a:cubicBezTo>
                      <a:pt x="181627" y="-2498"/>
                      <a:pt x="206654" y="-4865"/>
                      <a:pt x="223548" y="9112"/>
                    </a:cubicBezTo>
                    <a:cubicBezTo>
                      <a:pt x="240443" y="23089"/>
                      <a:pt x="242809" y="48115"/>
                      <a:pt x="228833" y="65010"/>
                    </a:cubicBezTo>
                    <a:lnTo>
                      <a:pt x="124084" y="191542"/>
                    </a:lnTo>
                    <a:lnTo>
                      <a:pt x="157081" y="191542"/>
                    </a:lnTo>
                    <a:cubicBezTo>
                      <a:pt x="179005" y="191542"/>
                      <a:pt x="196778" y="209315"/>
                      <a:pt x="196778" y="231239"/>
                    </a:cubicBezTo>
                    <a:cubicBezTo>
                      <a:pt x="196778" y="253161"/>
                      <a:pt x="179005" y="270935"/>
                      <a:pt x="157081" y="27093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43E7C509-C18E-AF49-A8E8-ADA4A06D436D}"/>
                  </a:ext>
                </a:extLst>
              </p:cNvPr>
              <p:cNvSpPr/>
              <p:nvPr/>
            </p:nvSpPr>
            <p:spPr>
              <a:xfrm>
                <a:off x="9873796" y="3887074"/>
                <a:ext cx="234517" cy="270839"/>
              </a:xfrm>
              <a:custGeom>
                <a:avLst/>
                <a:gdLst>
                  <a:gd name="connsiteX0" fmla="*/ 194995 w 234517"/>
                  <a:gd name="connsiteY0" fmla="*/ 270840 h 270839"/>
                  <a:gd name="connsiteX1" fmla="*/ 91486 w 234517"/>
                  <a:gd name="connsiteY1" fmla="*/ 270840 h 270839"/>
                  <a:gd name="connsiteX2" fmla="*/ 51789 w 234517"/>
                  <a:gd name="connsiteY2" fmla="*/ 231143 h 270839"/>
                  <a:gd name="connsiteX3" fmla="*/ 91486 w 234517"/>
                  <a:gd name="connsiteY3" fmla="*/ 191447 h 270839"/>
                  <a:gd name="connsiteX4" fmla="*/ 111681 w 234517"/>
                  <a:gd name="connsiteY4" fmla="*/ 191447 h 270839"/>
                  <a:gd name="connsiteX5" fmla="*/ 8867 w 234517"/>
                  <a:gd name="connsiteY5" fmla="*/ 64715 h 270839"/>
                  <a:gd name="connsiteX6" fmla="*/ 14698 w 234517"/>
                  <a:gd name="connsiteY6" fmla="*/ 8867 h 270839"/>
                  <a:gd name="connsiteX7" fmla="*/ 70546 w 234517"/>
                  <a:gd name="connsiteY7" fmla="*/ 14698 h 270839"/>
                  <a:gd name="connsiteX8" fmla="*/ 225809 w 234517"/>
                  <a:gd name="connsiteY8" fmla="*/ 206134 h 270839"/>
                  <a:gd name="connsiteX9" fmla="*/ 219631 w 234517"/>
                  <a:gd name="connsiteY9" fmla="*/ 261933 h 270839"/>
                  <a:gd name="connsiteX10" fmla="*/ 194995 w 234517"/>
                  <a:gd name="connsiteY10" fmla="*/ 270641 h 27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517" h="270839">
                    <a:moveTo>
                      <a:pt x="194995" y="270840"/>
                    </a:moveTo>
                    <a:lnTo>
                      <a:pt x="91486" y="270840"/>
                    </a:lnTo>
                    <a:cubicBezTo>
                      <a:pt x="69563" y="270840"/>
                      <a:pt x="51789" y="253066"/>
                      <a:pt x="51789" y="231143"/>
                    </a:cubicBezTo>
                    <a:cubicBezTo>
                      <a:pt x="51789" y="209219"/>
                      <a:pt x="69563" y="191447"/>
                      <a:pt x="91486" y="191447"/>
                    </a:cubicBezTo>
                    <a:lnTo>
                      <a:pt x="111681" y="191447"/>
                    </a:lnTo>
                    <a:lnTo>
                      <a:pt x="8867" y="64715"/>
                    </a:lnTo>
                    <a:cubicBezTo>
                      <a:pt x="-4945" y="47684"/>
                      <a:pt x="-2334" y="22679"/>
                      <a:pt x="14698" y="8867"/>
                    </a:cubicBezTo>
                    <a:cubicBezTo>
                      <a:pt x="31727" y="-4945"/>
                      <a:pt x="56731" y="-2335"/>
                      <a:pt x="70546" y="14698"/>
                    </a:cubicBezTo>
                    <a:lnTo>
                      <a:pt x="225809" y="206134"/>
                    </a:lnTo>
                    <a:cubicBezTo>
                      <a:pt x="239509" y="223248"/>
                      <a:pt x="236745" y="248230"/>
                      <a:pt x="219631" y="261933"/>
                    </a:cubicBezTo>
                    <a:cubicBezTo>
                      <a:pt x="212640" y="267535"/>
                      <a:pt x="203956" y="270602"/>
                      <a:pt x="194995" y="27064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993BA980-76A2-AC44-8137-29BF1A1440FC}"/>
                </a:ext>
              </a:extLst>
            </p:cNvPr>
            <p:cNvSpPr/>
            <p:nvPr/>
          </p:nvSpPr>
          <p:spPr>
            <a:xfrm>
              <a:off x="9506463" y="4079039"/>
              <a:ext cx="646608" cy="267432"/>
            </a:xfrm>
            <a:custGeom>
              <a:avLst/>
              <a:gdLst>
                <a:gd name="connsiteX0" fmla="*/ 606986 w 646608"/>
                <a:gd name="connsiteY0" fmla="*/ 267432 h 267432"/>
                <a:gd name="connsiteX1" fmla="*/ 39721 w 646608"/>
                <a:gd name="connsiteY1" fmla="*/ 267432 h 267432"/>
                <a:gd name="connsiteX2" fmla="*/ 0 w 646608"/>
                <a:gd name="connsiteY2" fmla="*/ 227761 h 267432"/>
                <a:gd name="connsiteX3" fmla="*/ 9701 w 646608"/>
                <a:gd name="connsiteY3" fmla="*/ 201735 h 267432"/>
                <a:gd name="connsiteX4" fmla="*/ 172010 w 646608"/>
                <a:gd name="connsiteY4" fmla="*/ 14665 h 267432"/>
                <a:gd name="connsiteX5" fmla="*/ 227998 w 646608"/>
                <a:gd name="connsiteY5" fmla="*/ 10535 h 267432"/>
                <a:gd name="connsiteX6" fmla="*/ 232128 w 646608"/>
                <a:gd name="connsiteY6" fmla="*/ 66523 h 267432"/>
                <a:gd name="connsiteX7" fmla="*/ 232002 w 646608"/>
                <a:gd name="connsiteY7" fmla="*/ 66667 h 267432"/>
                <a:gd name="connsiteX8" fmla="*/ 126707 w 646608"/>
                <a:gd name="connsiteY8" fmla="*/ 188039 h 267432"/>
                <a:gd name="connsiteX9" fmla="*/ 523921 w 646608"/>
                <a:gd name="connsiteY9" fmla="*/ 188039 h 267432"/>
                <a:gd name="connsiteX10" fmla="*/ 424233 w 646608"/>
                <a:gd name="connsiteY10" fmla="*/ 64633 h 267432"/>
                <a:gd name="connsiteX11" fmla="*/ 430187 w 646608"/>
                <a:gd name="connsiteY11" fmla="*/ 8809 h 267432"/>
                <a:gd name="connsiteX12" fmla="*/ 486010 w 646608"/>
                <a:gd name="connsiteY12" fmla="*/ 14764 h 267432"/>
                <a:gd name="connsiteX13" fmla="*/ 637900 w 646608"/>
                <a:gd name="connsiteY13" fmla="*/ 202777 h 267432"/>
                <a:gd name="connsiteX14" fmla="*/ 631722 w 646608"/>
                <a:gd name="connsiteY14" fmla="*/ 258575 h 267432"/>
                <a:gd name="connsiteX15" fmla="*/ 606986 w 646608"/>
                <a:gd name="connsiteY15" fmla="*/ 267284 h 26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6608" h="267432">
                  <a:moveTo>
                    <a:pt x="606986" y="267432"/>
                  </a:moveTo>
                  <a:lnTo>
                    <a:pt x="39721" y="267432"/>
                  </a:lnTo>
                  <a:cubicBezTo>
                    <a:pt x="17797" y="267447"/>
                    <a:pt x="14" y="249683"/>
                    <a:pt x="0" y="227761"/>
                  </a:cubicBezTo>
                  <a:cubicBezTo>
                    <a:pt x="-6" y="218199"/>
                    <a:pt x="3439" y="208959"/>
                    <a:pt x="9701" y="201735"/>
                  </a:cubicBezTo>
                  <a:lnTo>
                    <a:pt x="172010" y="14665"/>
                  </a:lnTo>
                  <a:cubicBezTo>
                    <a:pt x="186330" y="-1936"/>
                    <a:pt x="211397" y="-3785"/>
                    <a:pt x="227998" y="10535"/>
                  </a:cubicBezTo>
                  <a:cubicBezTo>
                    <a:pt x="244599" y="24855"/>
                    <a:pt x="246448" y="49921"/>
                    <a:pt x="232128" y="66523"/>
                  </a:cubicBezTo>
                  <a:cubicBezTo>
                    <a:pt x="232086" y="66573"/>
                    <a:pt x="232044" y="66618"/>
                    <a:pt x="232002" y="66667"/>
                  </a:cubicBezTo>
                  <a:lnTo>
                    <a:pt x="126707" y="188039"/>
                  </a:lnTo>
                  <a:lnTo>
                    <a:pt x="523921" y="188039"/>
                  </a:lnTo>
                  <a:lnTo>
                    <a:pt x="424233" y="64633"/>
                  </a:lnTo>
                  <a:cubicBezTo>
                    <a:pt x="410463" y="47573"/>
                    <a:pt x="413127" y="22580"/>
                    <a:pt x="430187" y="8809"/>
                  </a:cubicBezTo>
                  <a:cubicBezTo>
                    <a:pt x="447247" y="-4961"/>
                    <a:pt x="472241" y="-2296"/>
                    <a:pt x="486010" y="14764"/>
                  </a:cubicBezTo>
                  <a:lnTo>
                    <a:pt x="637900" y="202777"/>
                  </a:lnTo>
                  <a:cubicBezTo>
                    <a:pt x="651600" y="219891"/>
                    <a:pt x="648836" y="244875"/>
                    <a:pt x="631722" y="258575"/>
                  </a:cubicBezTo>
                  <a:cubicBezTo>
                    <a:pt x="624700" y="264197"/>
                    <a:pt x="615982" y="267269"/>
                    <a:pt x="606986" y="2672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6" name="Picture Placeholder 75">
            <a:extLst>
              <a:ext uri="{FF2B5EF4-FFF2-40B4-BE49-F238E27FC236}">
                <a16:creationId xmlns:a16="http://schemas.microsoft.com/office/drawing/2014/main" id="{9EA46575-19E1-43CA-A27D-0BA01F0F4855}"/>
              </a:ext>
            </a:extLst>
          </p:cNvPr>
          <p:cNvGrpSpPr>
            <a:grpSpLocks noChangeAspect="1"/>
          </p:cNvGrpSpPr>
          <p:nvPr/>
        </p:nvGrpSpPr>
        <p:grpSpPr>
          <a:xfrm>
            <a:off x="1524556" y="4775033"/>
            <a:ext cx="830849" cy="835562"/>
            <a:chOff x="1524556" y="4775033"/>
            <a:chExt cx="830849" cy="83556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6509338C-320C-7D48-BE99-A5E499868FA8}"/>
                </a:ext>
              </a:extLst>
            </p:cNvPr>
            <p:cNvSpPr/>
            <p:nvPr/>
          </p:nvSpPr>
          <p:spPr>
            <a:xfrm>
              <a:off x="1524556" y="5097567"/>
              <a:ext cx="266264" cy="513028"/>
            </a:xfrm>
            <a:custGeom>
              <a:avLst/>
              <a:gdLst>
                <a:gd name="connsiteX0" fmla="*/ 226568 w 266264"/>
                <a:gd name="connsiteY0" fmla="*/ 512979 h 513028"/>
                <a:gd name="connsiteX1" fmla="*/ 39697 w 266264"/>
                <a:gd name="connsiteY1" fmla="*/ 512979 h 513028"/>
                <a:gd name="connsiteX2" fmla="*/ 0 w 266264"/>
                <a:gd name="connsiteY2" fmla="*/ 473282 h 513028"/>
                <a:gd name="connsiteX3" fmla="*/ 0 w 266264"/>
                <a:gd name="connsiteY3" fmla="*/ 39697 h 513028"/>
                <a:gd name="connsiteX4" fmla="*/ 39697 w 266264"/>
                <a:gd name="connsiteY4" fmla="*/ 0 h 513028"/>
                <a:gd name="connsiteX5" fmla="*/ 224782 w 266264"/>
                <a:gd name="connsiteY5" fmla="*/ 0 h 513028"/>
                <a:gd name="connsiteX6" fmla="*/ 264479 w 266264"/>
                <a:gd name="connsiteY6" fmla="*/ 39697 h 513028"/>
                <a:gd name="connsiteX7" fmla="*/ 266265 w 266264"/>
                <a:gd name="connsiteY7" fmla="*/ 473332 h 513028"/>
                <a:gd name="connsiteX8" fmla="*/ 226568 w 266264"/>
                <a:gd name="connsiteY8" fmla="*/ 513028 h 513028"/>
                <a:gd name="connsiteX9" fmla="*/ 79393 w 266264"/>
                <a:gd name="connsiteY9" fmla="*/ 433586 h 513028"/>
                <a:gd name="connsiteX10" fmla="*/ 186673 w 266264"/>
                <a:gd name="connsiteY10" fmla="*/ 433586 h 513028"/>
                <a:gd name="connsiteX11" fmla="*/ 185284 w 266264"/>
                <a:gd name="connsiteY11" fmla="*/ 79393 h 513028"/>
                <a:gd name="connsiteX12" fmla="*/ 79393 w 266264"/>
                <a:gd name="connsiteY12" fmla="*/ 79393 h 51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264" h="513028">
                  <a:moveTo>
                    <a:pt x="226568" y="512979"/>
                  </a:moveTo>
                  <a:lnTo>
                    <a:pt x="39697" y="512979"/>
                  </a:lnTo>
                  <a:cubicBezTo>
                    <a:pt x="17773" y="512979"/>
                    <a:pt x="0" y="495205"/>
                    <a:pt x="0" y="4732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4782" y="0"/>
                  </a:lnTo>
                  <a:cubicBezTo>
                    <a:pt x="246706" y="0"/>
                    <a:pt x="264479" y="17773"/>
                    <a:pt x="264479" y="39697"/>
                  </a:cubicBezTo>
                  <a:lnTo>
                    <a:pt x="266265" y="473332"/>
                  </a:lnTo>
                  <a:cubicBezTo>
                    <a:pt x="266265" y="495254"/>
                    <a:pt x="248492" y="513028"/>
                    <a:pt x="226568" y="513028"/>
                  </a:cubicBezTo>
                  <a:close/>
                  <a:moveTo>
                    <a:pt x="79393" y="433586"/>
                  </a:moveTo>
                  <a:lnTo>
                    <a:pt x="186673" y="433586"/>
                  </a:lnTo>
                  <a:lnTo>
                    <a:pt x="18528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A90C3E86-53E5-2145-AF0E-191624B8A843}"/>
                </a:ext>
              </a:extLst>
            </p:cNvPr>
            <p:cNvSpPr/>
            <p:nvPr/>
          </p:nvSpPr>
          <p:spPr>
            <a:xfrm>
              <a:off x="2079217" y="5001551"/>
              <a:ext cx="276189" cy="607307"/>
            </a:xfrm>
            <a:custGeom>
              <a:avLst/>
              <a:gdLst>
                <a:gd name="connsiteX0" fmla="*/ 236492 w 276189"/>
                <a:gd name="connsiteY0" fmla="*/ 607308 h 607307"/>
                <a:gd name="connsiteX1" fmla="*/ 39697 w 276189"/>
                <a:gd name="connsiteY1" fmla="*/ 607308 h 607307"/>
                <a:gd name="connsiteX2" fmla="*/ 0 w 276189"/>
                <a:gd name="connsiteY2" fmla="*/ 567611 h 607307"/>
                <a:gd name="connsiteX3" fmla="*/ 0 w 276189"/>
                <a:gd name="connsiteY3" fmla="*/ 567264 h 607307"/>
                <a:gd name="connsiteX4" fmla="*/ 4962 w 276189"/>
                <a:gd name="connsiteY4" fmla="*/ 39349 h 607307"/>
                <a:gd name="connsiteX5" fmla="*/ 44659 w 276189"/>
                <a:gd name="connsiteY5" fmla="*/ 0 h 607307"/>
                <a:gd name="connsiteX6" fmla="*/ 234756 w 276189"/>
                <a:gd name="connsiteY6" fmla="*/ 0 h 607307"/>
                <a:gd name="connsiteX7" fmla="*/ 274452 w 276189"/>
                <a:gd name="connsiteY7" fmla="*/ 39697 h 607307"/>
                <a:gd name="connsiteX8" fmla="*/ 276189 w 276189"/>
                <a:gd name="connsiteY8" fmla="*/ 567561 h 607307"/>
                <a:gd name="connsiteX9" fmla="*/ 236492 w 276189"/>
                <a:gd name="connsiteY9" fmla="*/ 607258 h 607307"/>
                <a:gd name="connsiteX10" fmla="*/ 79790 w 276189"/>
                <a:gd name="connsiteY10" fmla="*/ 527915 h 607307"/>
                <a:gd name="connsiteX11" fmla="*/ 196647 w 276189"/>
                <a:gd name="connsiteY11" fmla="*/ 527915 h 607307"/>
                <a:gd name="connsiteX12" fmla="*/ 195158 w 276189"/>
                <a:gd name="connsiteY12" fmla="*/ 79592 h 607307"/>
                <a:gd name="connsiteX13" fmla="*/ 84008 w 276189"/>
                <a:gd name="connsiteY13" fmla="*/ 79592 h 60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6189" h="607307">
                  <a:moveTo>
                    <a:pt x="236492" y="607308"/>
                  </a:moveTo>
                  <a:lnTo>
                    <a:pt x="39697" y="607308"/>
                  </a:lnTo>
                  <a:cubicBezTo>
                    <a:pt x="17774" y="607308"/>
                    <a:pt x="0" y="589538"/>
                    <a:pt x="0" y="567611"/>
                  </a:cubicBezTo>
                  <a:cubicBezTo>
                    <a:pt x="0" y="567497"/>
                    <a:pt x="0" y="567378"/>
                    <a:pt x="0" y="567264"/>
                  </a:cubicBezTo>
                  <a:lnTo>
                    <a:pt x="4962" y="39349"/>
                  </a:lnTo>
                  <a:cubicBezTo>
                    <a:pt x="5151" y="17561"/>
                    <a:pt x="22870" y="-1"/>
                    <a:pt x="44659" y="0"/>
                  </a:cubicBezTo>
                  <a:lnTo>
                    <a:pt x="234756" y="0"/>
                  </a:lnTo>
                  <a:cubicBezTo>
                    <a:pt x="256678" y="0"/>
                    <a:pt x="274452" y="17773"/>
                    <a:pt x="274452" y="39697"/>
                  </a:cubicBezTo>
                  <a:lnTo>
                    <a:pt x="276189" y="567561"/>
                  </a:lnTo>
                  <a:cubicBezTo>
                    <a:pt x="276189" y="589484"/>
                    <a:pt x="258415" y="607258"/>
                    <a:pt x="236492" y="607258"/>
                  </a:cubicBezTo>
                  <a:close/>
                  <a:moveTo>
                    <a:pt x="79790" y="527915"/>
                  </a:moveTo>
                  <a:lnTo>
                    <a:pt x="196647" y="527915"/>
                  </a:lnTo>
                  <a:lnTo>
                    <a:pt x="195158" y="79592"/>
                  </a:lnTo>
                  <a:lnTo>
                    <a:pt x="84008" y="79592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9329A324-0DA3-F141-99AB-341382395BE5}"/>
                </a:ext>
              </a:extLst>
            </p:cNvPr>
            <p:cNvSpPr/>
            <p:nvPr/>
          </p:nvSpPr>
          <p:spPr>
            <a:xfrm>
              <a:off x="1709642" y="4869511"/>
              <a:ext cx="451548" cy="739348"/>
            </a:xfrm>
            <a:custGeom>
              <a:avLst/>
              <a:gdLst>
                <a:gd name="connsiteX0" fmla="*/ 410264 w 451548"/>
                <a:gd name="connsiteY0" fmla="*/ 739348 h 739348"/>
                <a:gd name="connsiteX1" fmla="*/ 39697 w 451548"/>
                <a:gd name="connsiteY1" fmla="*/ 739348 h 739348"/>
                <a:gd name="connsiteX2" fmla="*/ 0 w 451548"/>
                <a:gd name="connsiteY2" fmla="*/ 699652 h 739348"/>
                <a:gd name="connsiteX3" fmla="*/ 0 w 451548"/>
                <a:gd name="connsiteY3" fmla="*/ 39697 h 739348"/>
                <a:gd name="connsiteX4" fmla="*/ 39697 w 451548"/>
                <a:gd name="connsiteY4" fmla="*/ 0 h 739348"/>
                <a:gd name="connsiteX5" fmla="*/ 411852 w 451548"/>
                <a:gd name="connsiteY5" fmla="*/ 0 h 739348"/>
                <a:gd name="connsiteX6" fmla="*/ 451549 w 451548"/>
                <a:gd name="connsiteY6" fmla="*/ 39697 h 739348"/>
                <a:gd name="connsiteX7" fmla="*/ 449961 w 451548"/>
                <a:gd name="connsiteY7" fmla="*/ 699652 h 739348"/>
                <a:gd name="connsiteX8" fmla="*/ 410264 w 451548"/>
                <a:gd name="connsiteY8" fmla="*/ 739348 h 739348"/>
                <a:gd name="connsiteX9" fmla="*/ 79393 w 451548"/>
                <a:gd name="connsiteY9" fmla="*/ 659955 h 739348"/>
                <a:gd name="connsiteX10" fmla="*/ 370667 w 451548"/>
                <a:gd name="connsiteY10" fmla="*/ 659955 h 739348"/>
                <a:gd name="connsiteX11" fmla="*/ 372056 w 451548"/>
                <a:gd name="connsiteY11" fmla="*/ 79393 h 739348"/>
                <a:gd name="connsiteX12" fmla="*/ 79294 w 451548"/>
                <a:gd name="connsiteY12" fmla="*/ 79393 h 73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1548" h="739348">
                  <a:moveTo>
                    <a:pt x="410264" y="739348"/>
                  </a:moveTo>
                  <a:lnTo>
                    <a:pt x="39697" y="739348"/>
                  </a:lnTo>
                  <a:cubicBezTo>
                    <a:pt x="17773" y="739348"/>
                    <a:pt x="0" y="721574"/>
                    <a:pt x="0" y="699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1852" y="0"/>
                  </a:lnTo>
                  <a:cubicBezTo>
                    <a:pt x="433775" y="0"/>
                    <a:pt x="451549" y="17773"/>
                    <a:pt x="451549" y="39697"/>
                  </a:cubicBezTo>
                  <a:lnTo>
                    <a:pt x="449961" y="699652"/>
                  </a:lnTo>
                  <a:cubicBezTo>
                    <a:pt x="449961" y="721574"/>
                    <a:pt x="432187" y="739348"/>
                    <a:pt x="410264" y="739348"/>
                  </a:cubicBezTo>
                  <a:close/>
                  <a:moveTo>
                    <a:pt x="79393" y="659955"/>
                  </a:moveTo>
                  <a:lnTo>
                    <a:pt x="370667" y="659955"/>
                  </a:lnTo>
                  <a:lnTo>
                    <a:pt x="372056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32A59DF0-0A87-F542-A7BB-801CB1F21D51}"/>
                </a:ext>
              </a:extLst>
            </p:cNvPr>
            <p:cNvSpPr/>
            <p:nvPr/>
          </p:nvSpPr>
          <p:spPr>
            <a:xfrm>
              <a:off x="1798959" y="4775033"/>
              <a:ext cx="272914" cy="79393"/>
            </a:xfrm>
            <a:custGeom>
              <a:avLst/>
              <a:gdLst>
                <a:gd name="connsiteX0" fmla="*/ 233217 w 272914"/>
                <a:gd name="connsiteY0" fmla="*/ 79393 h 79393"/>
                <a:gd name="connsiteX1" fmla="*/ 39697 w 272914"/>
                <a:gd name="connsiteY1" fmla="*/ 79393 h 79393"/>
                <a:gd name="connsiteX2" fmla="*/ 0 w 272914"/>
                <a:gd name="connsiteY2" fmla="*/ 39697 h 79393"/>
                <a:gd name="connsiteX3" fmla="*/ 39697 w 272914"/>
                <a:gd name="connsiteY3" fmla="*/ 0 h 79393"/>
                <a:gd name="connsiteX4" fmla="*/ 233217 w 272914"/>
                <a:gd name="connsiteY4" fmla="*/ 0 h 79393"/>
                <a:gd name="connsiteX5" fmla="*/ 272914 w 272914"/>
                <a:gd name="connsiteY5" fmla="*/ 39697 h 79393"/>
                <a:gd name="connsiteX6" fmla="*/ 233217 w 27291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914" h="79393">
                  <a:moveTo>
                    <a:pt x="23321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3217" y="0"/>
                  </a:lnTo>
                  <a:cubicBezTo>
                    <a:pt x="255140" y="0"/>
                    <a:pt x="272914" y="17773"/>
                    <a:pt x="272914" y="39697"/>
                  </a:cubicBezTo>
                  <a:cubicBezTo>
                    <a:pt x="272914" y="61620"/>
                    <a:pt x="255140" y="79393"/>
                    <a:pt x="23321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34536D25-EACB-A249-9991-D7571073C1E8}"/>
                </a:ext>
              </a:extLst>
            </p:cNvPr>
            <p:cNvSpPr/>
            <p:nvPr/>
          </p:nvSpPr>
          <p:spPr>
            <a:xfrm>
              <a:off x="1615459" y="5246429"/>
              <a:ext cx="79298" cy="81675"/>
            </a:xfrm>
            <a:custGeom>
              <a:avLst/>
              <a:gdLst>
                <a:gd name="connsiteX0" fmla="*/ 39699 w 79298"/>
                <a:gd name="connsiteY0" fmla="*/ 81676 h 81675"/>
                <a:gd name="connsiteX1" fmla="*/ 2 w 79298"/>
                <a:gd name="connsiteY1" fmla="*/ 42376 h 81675"/>
                <a:gd name="connsiteX2" fmla="*/ 2 w 79298"/>
                <a:gd name="connsiteY2" fmla="*/ 40094 h 81675"/>
                <a:gd name="connsiteX3" fmla="*/ 39202 w 79298"/>
                <a:gd name="connsiteY3" fmla="*/ 0 h 81675"/>
                <a:gd name="connsiteX4" fmla="*/ 39599 w 79298"/>
                <a:gd name="connsiteY4" fmla="*/ 0 h 81675"/>
                <a:gd name="connsiteX5" fmla="*/ 79296 w 79298"/>
                <a:gd name="connsiteY5" fmla="*/ 39250 h 81675"/>
                <a:gd name="connsiteX6" fmla="*/ 79296 w 79298"/>
                <a:gd name="connsiteY6" fmla="*/ 41533 h 81675"/>
                <a:gd name="connsiteX7" fmla="*/ 40050 w 79298"/>
                <a:gd name="connsiteY7" fmla="*/ 81676 h 81675"/>
                <a:gd name="connsiteX8" fmla="*/ 39996 w 79298"/>
                <a:gd name="connsiteY8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98" h="81675">
                  <a:moveTo>
                    <a:pt x="39699" y="81676"/>
                  </a:moveTo>
                  <a:cubicBezTo>
                    <a:pt x="17929" y="81676"/>
                    <a:pt x="220" y="64145"/>
                    <a:pt x="2" y="42376"/>
                  </a:cubicBezTo>
                  <a:lnTo>
                    <a:pt x="2" y="40094"/>
                  </a:lnTo>
                  <a:cubicBezTo>
                    <a:pt x="-219" y="18206"/>
                    <a:pt x="17317" y="272"/>
                    <a:pt x="39202" y="0"/>
                  </a:cubicBezTo>
                  <a:lnTo>
                    <a:pt x="39599" y="0"/>
                  </a:lnTo>
                  <a:cubicBezTo>
                    <a:pt x="61350" y="-1"/>
                    <a:pt x="79051" y="17501"/>
                    <a:pt x="79296" y="39250"/>
                  </a:cubicBezTo>
                  <a:lnTo>
                    <a:pt x="79296" y="41533"/>
                  </a:lnTo>
                  <a:cubicBezTo>
                    <a:pt x="79544" y="63455"/>
                    <a:pt x="61973" y="81428"/>
                    <a:pt x="40050" y="81676"/>
                  </a:cubicBezTo>
                  <a:cubicBezTo>
                    <a:pt x="40033" y="81676"/>
                    <a:pt x="40014" y="81676"/>
                    <a:pt x="39996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8B4C8CB4-8E17-CF41-9192-76D67C43CA32}"/>
                </a:ext>
              </a:extLst>
            </p:cNvPr>
            <p:cNvSpPr/>
            <p:nvPr/>
          </p:nvSpPr>
          <p:spPr>
            <a:xfrm>
              <a:off x="1616452" y="5390379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3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50 h 81675"/>
                <a:gd name="connsiteX6" fmla="*/ 79395 w 79397"/>
                <a:gd name="connsiteY6" fmla="*/ 41582 h 81675"/>
                <a:gd name="connsiteX7" fmla="*/ 40145 w 79397"/>
                <a:gd name="connsiteY7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6"/>
                    <a:pt x="247" y="64174"/>
                    <a:pt x="2" y="42426"/>
                  </a:cubicBezTo>
                  <a:lnTo>
                    <a:pt x="2" y="40093"/>
                  </a:lnTo>
                  <a:cubicBezTo>
                    <a:pt x="-218" y="18186"/>
                    <a:pt x="17347" y="243"/>
                    <a:pt x="39252" y="0"/>
                  </a:cubicBezTo>
                  <a:lnTo>
                    <a:pt x="39699" y="0"/>
                  </a:lnTo>
                  <a:cubicBezTo>
                    <a:pt x="61449" y="0"/>
                    <a:pt x="79151" y="17501"/>
                    <a:pt x="79395" y="39250"/>
                  </a:cubicBezTo>
                  <a:lnTo>
                    <a:pt x="79395" y="41582"/>
                  </a:lnTo>
                  <a:cubicBezTo>
                    <a:pt x="79616" y="63490"/>
                    <a:pt x="62050" y="81433"/>
                    <a:pt x="40145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983C4FCD-22FA-804A-A5CB-D5D8AC82CD87}"/>
                </a:ext>
              </a:extLst>
            </p:cNvPr>
            <p:cNvSpPr/>
            <p:nvPr/>
          </p:nvSpPr>
          <p:spPr>
            <a:xfrm>
              <a:off x="2180640" y="5108931"/>
              <a:ext cx="79397" cy="81824"/>
            </a:xfrm>
            <a:custGeom>
              <a:avLst/>
              <a:gdLst>
                <a:gd name="connsiteX0" fmla="*/ 39699 w 79397"/>
                <a:gd name="connsiteY0" fmla="*/ 81676 h 81824"/>
                <a:gd name="connsiteX1" fmla="*/ 2 w 79397"/>
                <a:gd name="connsiteY1" fmla="*/ 42376 h 81824"/>
                <a:gd name="connsiteX2" fmla="*/ 2 w 79397"/>
                <a:gd name="connsiteY2" fmla="*/ 40094 h 81824"/>
                <a:gd name="connsiteX3" fmla="*/ 39252 w 79397"/>
                <a:gd name="connsiteY3" fmla="*/ 0 h 81824"/>
                <a:gd name="connsiteX4" fmla="*/ 39699 w 79397"/>
                <a:gd name="connsiteY4" fmla="*/ 0 h 81824"/>
                <a:gd name="connsiteX5" fmla="*/ 79395 w 79397"/>
                <a:gd name="connsiteY5" fmla="*/ 39250 h 81824"/>
                <a:gd name="connsiteX6" fmla="*/ 79395 w 79397"/>
                <a:gd name="connsiteY6" fmla="*/ 41681 h 81824"/>
                <a:gd name="connsiteX7" fmla="*/ 40150 w 79397"/>
                <a:gd name="connsiteY7" fmla="*/ 81825 h 81824"/>
                <a:gd name="connsiteX8" fmla="*/ 40145 w 79397"/>
                <a:gd name="connsiteY8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7" h="81824">
                  <a:moveTo>
                    <a:pt x="39699" y="81676"/>
                  </a:moveTo>
                  <a:cubicBezTo>
                    <a:pt x="17930" y="81677"/>
                    <a:pt x="220" y="64145"/>
                    <a:pt x="2" y="42376"/>
                  </a:cubicBezTo>
                  <a:lnTo>
                    <a:pt x="2" y="40094"/>
                  </a:lnTo>
                  <a:cubicBezTo>
                    <a:pt x="-216" y="18188"/>
                    <a:pt x="17349" y="245"/>
                    <a:pt x="39252" y="0"/>
                  </a:cubicBezTo>
                  <a:lnTo>
                    <a:pt x="39699" y="0"/>
                  </a:lnTo>
                  <a:cubicBezTo>
                    <a:pt x="61447" y="-1"/>
                    <a:pt x="79152" y="17501"/>
                    <a:pt x="79395" y="39250"/>
                  </a:cubicBezTo>
                  <a:lnTo>
                    <a:pt x="79395" y="41681"/>
                  </a:lnTo>
                  <a:cubicBezTo>
                    <a:pt x="79643" y="63604"/>
                    <a:pt x="62073" y="81576"/>
                    <a:pt x="40150" y="81825"/>
                  </a:cubicBezTo>
                  <a:cubicBezTo>
                    <a:pt x="40150" y="81825"/>
                    <a:pt x="40145" y="81825"/>
                    <a:pt x="40145" y="818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80E3A85C-07C5-1F4A-9607-E609F137BADE}"/>
                </a:ext>
              </a:extLst>
            </p:cNvPr>
            <p:cNvSpPr/>
            <p:nvPr/>
          </p:nvSpPr>
          <p:spPr>
            <a:xfrm>
              <a:off x="2181483" y="5247918"/>
              <a:ext cx="79446" cy="81725"/>
            </a:xfrm>
            <a:custGeom>
              <a:avLst/>
              <a:gdLst>
                <a:gd name="connsiteX0" fmla="*/ 39699 w 79446"/>
                <a:gd name="connsiteY0" fmla="*/ 81676 h 81725"/>
                <a:gd name="connsiteX1" fmla="*/ 2 w 79446"/>
                <a:gd name="connsiteY1" fmla="*/ 42426 h 81725"/>
                <a:gd name="connsiteX2" fmla="*/ 2 w 79446"/>
                <a:gd name="connsiteY2" fmla="*/ 40094 h 81725"/>
                <a:gd name="connsiteX3" fmla="*/ 39297 w 79446"/>
                <a:gd name="connsiteY3" fmla="*/ 0 h 81725"/>
                <a:gd name="connsiteX4" fmla="*/ 39302 w 79446"/>
                <a:gd name="connsiteY4" fmla="*/ 0 h 81725"/>
                <a:gd name="connsiteX5" fmla="*/ 39748 w 79446"/>
                <a:gd name="connsiteY5" fmla="*/ 0 h 81725"/>
                <a:gd name="connsiteX6" fmla="*/ 79445 w 79446"/>
                <a:gd name="connsiteY6" fmla="*/ 39250 h 81725"/>
                <a:gd name="connsiteX7" fmla="*/ 79445 w 79446"/>
                <a:gd name="connsiteY7" fmla="*/ 41632 h 81725"/>
                <a:gd name="connsiteX8" fmla="*/ 40150 w 79446"/>
                <a:gd name="connsiteY8" fmla="*/ 81725 h 81725"/>
                <a:gd name="connsiteX9" fmla="*/ 40145 w 79446"/>
                <a:gd name="connsiteY9" fmla="*/ 81725 h 8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6" h="81725">
                  <a:moveTo>
                    <a:pt x="39699" y="81676"/>
                  </a:moveTo>
                  <a:cubicBezTo>
                    <a:pt x="17950" y="81676"/>
                    <a:pt x="245" y="64174"/>
                    <a:pt x="2" y="42426"/>
                  </a:cubicBezTo>
                  <a:lnTo>
                    <a:pt x="2" y="40094"/>
                  </a:lnTo>
                  <a:cubicBezTo>
                    <a:pt x="-216" y="18171"/>
                    <a:pt x="17374" y="220"/>
                    <a:pt x="39297" y="0"/>
                  </a:cubicBezTo>
                  <a:cubicBezTo>
                    <a:pt x="39297" y="0"/>
                    <a:pt x="39302" y="0"/>
                    <a:pt x="39302" y="0"/>
                  </a:cubicBezTo>
                  <a:lnTo>
                    <a:pt x="39748" y="0"/>
                  </a:lnTo>
                  <a:cubicBezTo>
                    <a:pt x="61497" y="-1"/>
                    <a:pt x="79202" y="17501"/>
                    <a:pt x="79445" y="39250"/>
                  </a:cubicBezTo>
                  <a:lnTo>
                    <a:pt x="79445" y="41632"/>
                  </a:lnTo>
                  <a:cubicBezTo>
                    <a:pt x="79663" y="63554"/>
                    <a:pt x="62073" y="81507"/>
                    <a:pt x="40150" y="81725"/>
                  </a:cubicBezTo>
                  <a:cubicBezTo>
                    <a:pt x="40150" y="81725"/>
                    <a:pt x="40145" y="81725"/>
                    <a:pt x="40145" y="817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21F26FC4-7926-FF4F-B1CA-B8650939255A}"/>
                </a:ext>
              </a:extLst>
            </p:cNvPr>
            <p:cNvSpPr/>
            <p:nvPr/>
          </p:nvSpPr>
          <p:spPr>
            <a:xfrm>
              <a:off x="2180986" y="5391768"/>
              <a:ext cx="79399" cy="81824"/>
            </a:xfrm>
            <a:custGeom>
              <a:avLst/>
              <a:gdLst>
                <a:gd name="connsiteX0" fmla="*/ 39700 w 79399"/>
                <a:gd name="connsiteY0" fmla="*/ 81676 h 81824"/>
                <a:gd name="connsiteX1" fmla="*/ 3 w 79399"/>
                <a:gd name="connsiteY1" fmla="*/ 42475 h 81824"/>
                <a:gd name="connsiteX2" fmla="*/ 3 w 79399"/>
                <a:gd name="connsiteY2" fmla="*/ 40193 h 81824"/>
                <a:gd name="connsiteX3" fmla="*/ 39199 w 79399"/>
                <a:gd name="connsiteY3" fmla="*/ 0 h 81824"/>
                <a:gd name="connsiteX4" fmla="*/ 39204 w 79399"/>
                <a:gd name="connsiteY4" fmla="*/ 0 h 81824"/>
                <a:gd name="connsiteX5" fmla="*/ 39700 w 79399"/>
                <a:gd name="connsiteY5" fmla="*/ 0 h 81824"/>
                <a:gd name="connsiteX6" fmla="*/ 79396 w 79399"/>
                <a:gd name="connsiteY6" fmla="*/ 39250 h 81824"/>
                <a:gd name="connsiteX7" fmla="*/ 79396 w 79399"/>
                <a:gd name="connsiteY7" fmla="*/ 41681 h 81824"/>
                <a:gd name="connsiteX8" fmla="*/ 40151 w 79399"/>
                <a:gd name="connsiteY8" fmla="*/ 81825 h 81824"/>
                <a:gd name="connsiteX9" fmla="*/ 40146 w 79399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9" h="81824">
                  <a:moveTo>
                    <a:pt x="39700" y="81676"/>
                  </a:moveTo>
                  <a:cubicBezTo>
                    <a:pt x="17966" y="81676"/>
                    <a:pt x="276" y="64204"/>
                    <a:pt x="3" y="42475"/>
                  </a:cubicBezTo>
                  <a:lnTo>
                    <a:pt x="3" y="40193"/>
                  </a:lnTo>
                  <a:cubicBezTo>
                    <a:pt x="-275" y="18270"/>
                    <a:pt x="17276" y="278"/>
                    <a:pt x="39199" y="0"/>
                  </a:cubicBezTo>
                  <a:cubicBezTo>
                    <a:pt x="39199" y="0"/>
                    <a:pt x="39204" y="0"/>
                    <a:pt x="39204" y="0"/>
                  </a:cubicBezTo>
                  <a:lnTo>
                    <a:pt x="39700" y="0"/>
                  </a:lnTo>
                  <a:cubicBezTo>
                    <a:pt x="61449" y="0"/>
                    <a:pt x="79153" y="17501"/>
                    <a:pt x="79396" y="39250"/>
                  </a:cubicBezTo>
                  <a:lnTo>
                    <a:pt x="79396" y="41681"/>
                  </a:lnTo>
                  <a:cubicBezTo>
                    <a:pt x="79644" y="63604"/>
                    <a:pt x="62074" y="81576"/>
                    <a:pt x="40151" y="81825"/>
                  </a:cubicBezTo>
                  <a:cubicBezTo>
                    <a:pt x="40151" y="81825"/>
                    <a:pt x="40146" y="81825"/>
                    <a:pt x="40146" y="818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38FF57E3-0B77-CF4C-BDD8-5E67271BA0EE}"/>
                </a:ext>
              </a:extLst>
            </p:cNvPr>
            <p:cNvSpPr/>
            <p:nvPr/>
          </p:nvSpPr>
          <p:spPr>
            <a:xfrm>
              <a:off x="1952384" y="4967512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4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00 h 81675"/>
                <a:gd name="connsiteX6" fmla="*/ 79395 w 79397"/>
                <a:gd name="connsiteY6" fmla="*/ 41533 h 81675"/>
                <a:gd name="connsiteX7" fmla="*/ 40145 w 79397"/>
                <a:gd name="connsiteY7" fmla="*/ 8162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7"/>
                    <a:pt x="247" y="64175"/>
                    <a:pt x="2" y="42426"/>
                  </a:cubicBezTo>
                  <a:lnTo>
                    <a:pt x="2" y="40094"/>
                  </a:lnTo>
                  <a:cubicBezTo>
                    <a:pt x="-218" y="18188"/>
                    <a:pt x="17347" y="245"/>
                    <a:pt x="39252" y="0"/>
                  </a:cubicBezTo>
                  <a:lnTo>
                    <a:pt x="39699" y="0"/>
                  </a:lnTo>
                  <a:cubicBezTo>
                    <a:pt x="61433" y="-1"/>
                    <a:pt x="79122" y="17470"/>
                    <a:pt x="79395" y="39200"/>
                  </a:cubicBezTo>
                  <a:lnTo>
                    <a:pt x="79395" y="41533"/>
                  </a:lnTo>
                  <a:cubicBezTo>
                    <a:pt x="79614" y="63438"/>
                    <a:pt x="62048" y="81381"/>
                    <a:pt x="40145" y="816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3E2F329-8BBD-144D-A73C-F77040459510}"/>
                </a:ext>
              </a:extLst>
            </p:cNvPr>
            <p:cNvSpPr/>
            <p:nvPr/>
          </p:nvSpPr>
          <p:spPr>
            <a:xfrm>
              <a:off x="1953227" y="5106499"/>
              <a:ext cx="79447" cy="81675"/>
            </a:xfrm>
            <a:custGeom>
              <a:avLst/>
              <a:gdLst>
                <a:gd name="connsiteX0" fmla="*/ 39699 w 79447"/>
                <a:gd name="connsiteY0" fmla="*/ 81676 h 81675"/>
                <a:gd name="connsiteX1" fmla="*/ 3 w 79447"/>
                <a:gd name="connsiteY1" fmla="*/ 42426 h 81675"/>
                <a:gd name="connsiteX2" fmla="*/ 3 w 79447"/>
                <a:gd name="connsiteY2" fmla="*/ 40143 h 81675"/>
                <a:gd name="connsiteX3" fmla="*/ 39248 w 79447"/>
                <a:gd name="connsiteY3" fmla="*/ 0 h 81675"/>
                <a:gd name="connsiteX4" fmla="*/ 39302 w 79447"/>
                <a:gd name="connsiteY4" fmla="*/ 0 h 81675"/>
                <a:gd name="connsiteX5" fmla="*/ 39749 w 79447"/>
                <a:gd name="connsiteY5" fmla="*/ 0 h 81675"/>
                <a:gd name="connsiteX6" fmla="*/ 79445 w 79447"/>
                <a:gd name="connsiteY6" fmla="*/ 39300 h 81675"/>
                <a:gd name="connsiteX7" fmla="*/ 79445 w 79447"/>
                <a:gd name="connsiteY7" fmla="*/ 41582 h 81675"/>
                <a:gd name="connsiteX8" fmla="*/ 40150 w 79447"/>
                <a:gd name="connsiteY8" fmla="*/ 81676 h 81675"/>
                <a:gd name="connsiteX9" fmla="*/ 40146 w 794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75">
                  <a:moveTo>
                    <a:pt x="39699" y="81676"/>
                  </a:moveTo>
                  <a:cubicBezTo>
                    <a:pt x="17948" y="81677"/>
                    <a:pt x="247" y="64175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17" y="-1"/>
                    <a:pt x="79227" y="17531"/>
                    <a:pt x="79445" y="39300"/>
                  </a:cubicBezTo>
                  <a:lnTo>
                    <a:pt x="79445" y="41582"/>
                  </a:lnTo>
                  <a:cubicBezTo>
                    <a:pt x="79664" y="63505"/>
                    <a:pt x="62073" y="81455"/>
                    <a:pt x="40150" y="81676"/>
                  </a:cubicBezTo>
                  <a:cubicBezTo>
                    <a:pt x="40148" y="81676"/>
                    <a:pt x="40147" y="81676"/>
                    <a:pt x="40146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5CDDA352-5739-DE4D-B6FC-F8757F62316E}"/>
                </a:ext>
              </a:extLst>
            </p:cNvPr>
            <p:cNvSpPr/>
            <p:nvPr/>
          </p:nvSpPr>
          <p:spPr>
            <a:xfrm>
              <a:off x="1952731" y="5250399"/>
              <a:ext cx="79547" cy="81675"/>
            </a:xfrm>
            <a:custGeom>
              <a:avLst/>
              <a:gdLst>
                <a:gd name="connsiteX0" fmla="*/ 39699 w 79547"/>
                <a:gd name="connsiteY0" fmla="*/ 81676 h 81675"/>
                <a:gd name="connsiteX1" fmla="*/ 3 w 79547"/>
                <a:gd name="connsiteY1" fmla="*/ 42426 h 81675"/>
                <a:gd name="connsiteX2" fmla="*/ 3 w 79547"/>
                <a:gd name="connsiteY2" fmla="*/ 40143 h 81675"/>
                <a:gd name="connsiteX3" fmla="*/ 39249 w 79547"/>
                <a:gd name="connsiteY3" fmla="*/ 1 h 81675"/>
                <a:gd name="connsiteX4" fmla="*/ 39352 w 79547"/>
                <a:gd name="connsiteY4" fmla="*/ 0 h 81675"/>
                <a:gd name="connsiteX5" fmla="*/ 39848 w 79547"/>
                <a:gd name="connsiteY5" fmla="*/ 0 h 81675"/>
                <a:gd name="connsiteX6" fmla="*/ 79545 w 79547"/>
                <a:gd name="connsiteY6" fmla="*/ 39200 h 81675"/>
                <a:gd name="connsiteX7" fmla="*/ 79545 w 79547"/>
                <a:gd name="connsiteY7" fmla="*/ 41483 h 81675"/>
                <a:gd name="connsiteX8" fmla="*/ 40350 w 79547"/>
                <a:gd name="connsiteY8" fmla="*/ 81676 h 81675"/>
                <a:gd name="connsiteX9" fmla="*/ 40295 w 795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47" h="81675">
                  <a:moveTo>
                    <a:pt x="39699" y="81676"/>
                  </a:moveTo>
                  <a:cubicBezTo>
                    <a:pt x="17948" y="81676"/>
                    <a:pt x="247" y="64174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9"/>
                    <a:pt x="39249" y="1"/>
                  </a:cubicBezTo>
                  <a:cubicBezTo>
                    <a:pt x="39283" y="0"/>
                    <a:pt x="39318" y="0"/>
                    <a:pt x="39352" y="0"/>
                  </a:cubicBezTo>
                  <a:lnTo>
                    <a:pt x="39848" y="0"/>
                  </a:lnTo>
                  <a:cubicBezTo>
                    <a:pt x="61582" y="-1"/>
                    <a:pt x="79272" y="17471"/>
                    <a:pt x="79545" y="39200"/>
                  </a:cubicBezTo>
                  <a:lnTo>
                    <a:pt x="79545" y="41483"/>
                  </a:lnTo>
                  <a:cubicBezTo>
                    <a:pt x="79823" y="63405"/>
                    <a:pt x="62272" y="81398"/>
                    <a:pt x="40350" y="81676"/>
                  </a:cubicBezTo>
                  <a:cubicBezTo>
                    <a:pt x="40331" y="81676"/>
                    <a:pt x="40313" y="81676"/>
                    <a:pt x="40295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CA0560B1-0F92-D343-B105-0CF46B0F0FD3}"/>
                </a:ext>
              </a:extLst>
            </p:cNvPr>
            <p:cNvSpPr/>
            <p:nvPr/>
          </p:nvSpPr>
          <p:spPr>
            <a:xfrm>
              <a:off x="1843219" y="4967512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4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00 h 81675"/>
                <a:gd name="connsiteX6" fmla="*/ 79395 w 79397"/>
                <a:gd name="connsiteY6" fmla="*/ 41533 h 81675"/>
                <a:gd name="connsiteX7" fmla="*/ 40145 w 79397"/>
                <a:gd name="connsiteY7" fmla="*/ 8162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7"/>
                    <a:pt x="247" y="64175"/>
                    <a:pt x="2" y="42426"/>
                  </a:cubicBezTo>
                  <a:lnTo>
                    <a:pt x="2" y="40094"/>
                  </a:lnTo>
                  <a:cubicBezTo>
                    <a:pt x="-218" y="18188"/>
                    <a:pt x="17347" y="245"/>
                    <a:pt x="39252" y="0"/>
                  </a:cubicBezTo>
                  <a:lnTo>
                    <a:pt x="39699" y="0"/>
                  </a:lnTo>
                  <a:cubicBezTo>
                    <a:pt x="61430" y="-1"/>
                    <a:pt x="79124" y="17470"/>
                    <a:pt x="79395" y="39200"/>
                  </a:cubicBezTo>
                  <a:lnTo>
                    <a:pt x="79395" y="41533"/>
                  </a:lnTo>
                  <a:cubicBezTo>
                    <a:pt x="79616" y="63438"/>
                    <a:pt x="62050" y="81381"/>
                    <a:pt x="40145" y="816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9C4BCB37-2F1A-E946-B160-76D6D88A6EB1}"/>
                </a:ext>
              </a:extLst>
            </p:cNvPr>
            <p:cNvSpPr/>
            <p:nvPr/>
          </p:nvSpPr>
          <p:spPr>
            <a:xfrm>
              <a:off x="1844062" y="5106499"/>
              <a:ext cx="79447" cy="81675"/>
            </a:xfrm>
            <a:custGeom>
              <a:avLst/>
              <a:gdLst>
                <a:gd name="connsiteX0" fmla="*/ 39699 w 79447"/>
                <a:gd name="connsiteY0" fmla="*/ 81676 h 81675"/>
                <a:gd name="connsiteX1" fmla="*/ 3 w 79447"/>
                <a:gd name="connsiteY1" fmla="*/ 42426 h 81675"/>
                <a:gd name="connsiteX2" fmla="*/ 3 w 79447"/>
                <a:gd name="connsiteY2" fmla="*/ 40143 h 81675"/>
                <a:gd name="connsiteX3" fmla="*/ 39248 w 79447"/>
                <a:gd name="connsiteY3" fmla="*/ 0 h 81675"/>
                <a:gd name="connsiteX4" fmla="*/ 39302 w 79447"/>
                <a:gd name="connsiteY4" fmla="*/ 0 h 81675"/>
                <a:gd name="connsiteX5" fmla="*/ 39749 w 79447"/>
                <a:gd name="connsiteY5" fmla="*/ 0 h 81675"/>
                <a:gd name="connsiteX6" fmla="*/ 79445 w 79447"/>
                <a:gd name="connsiteY6" fmla="*/ 39300 h 81675"/>
                <a:gd name="connsiteX7" fmla="*/ 79445 w 79447"/>
                <a:gd name="connsiteY7" fmla="*/ 41582 h 81675"/>
                <a:gd name="connsiteX8" fmla="*/ 40150 w 79447"/>
                <a:gd name="connsiteY8" fmla="*/ 81676 h 81675"/>
                <a:gd name="connsiteX9" fmla="*/ 40146 w 794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75">
                  <a:moveTo>
                    <a:pt x="39699" y="81676"/>
                  </a:moveTo>
                  <a:cubicBezTo>
                    <a:pt x="17948" y="81677"/>
                    <a:pt x="247" y="64175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18" y="-1"/>
                    <a:pt x="79228" y="17531"/>
                    <a:pt x="79445" y="39300"/>
                  </a:cubicBezTo>
                  <a:lnTo>
                    <a:pt x="79445" y="41582"/>
                  </a:lnTo>
                  <a:cubicBezTo>
                    <a:pt x="79666" y="63505"/>
                    <a:pt x="62073" y="81455"/>
                    <a:pt x="40150" y="81676"/>
                  </a:cubicBezTo>
                  <a:cubicBezTo>
                    <a:pt x="40148" y="81676"/>
                    <a:pt x="40147" y="81676"/>
                    <a:pt x="40146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B941A5BC-071C-944C-9B4C-F7ED50DF5CD2}"/>
                </a:ext>
              </a:extLst>
            </p:cNvPr>
            <p:cNvSpPr/>
            <p:nvPr/>
          </p:nvSpPr>
          <p:spPr>
            <a:xfrm>
              <a:off x="1843565" y="5250399"/>
              <a:ext cx="79547" cy="81675"/>
            </a:xfrm>
            <a:custGeom>
              <a:avLst/>
              <a:gdLst>
                <a:gd name="connsiteX0" fmla="*/ 39699 w 79547"/>
                <a:gd name="connsiteY0" fmla="*/ 81676 h 81675"/>
                <a:gd name="connsiteX1" fmla="*/ 3 w 79547"/>
                <a:gd name="connsiteY1" fmla="*/ 42426 h 81675"/>
                <a:gd name="connsiteX2" fmla="*/ 3 w 79547"/>
                <a:gd name="connsiteY2" fmla="*/ 40143 h 81675"/>
                <a:gd name="connsiteX3" fmla="*/ 39249 w 79547"/>
                <a:gd name="connsiteY3" fmla="*/ 1 h 81675"/>
                <a:gd name="connsiteX4" fmla="*/ 39352 w 79547"/>
                <a:gd name="connsiteY4" fmla="*/ 0 h 81675"/>
                <a:gd name="connsiteX5" fmla="*/ 39848 w 79547"/>
                <a:gd name="connsiteY5" fmla="*/ 0 h 81675"/>
                <a:gd name="connsiteX6" fmla="*/ 79545 w 79547"/>
                <a:gd name="connsiteY6" fmla="*/ 39200 h 81675"/>
                <a:gd name="connsiteX7" fmla="*/ 79545 w 79547"/>
                <a:gd name="connsiteY7" fmla="*/ 41483 h 81675"/>
                <a:gd name="connsiteX8" fmla="*/ 40350 w 79547"/>
                <a:gd name="connsiteY8" fmla="*/ 81676 h 81675"/>
                <a:gd name="connsiteX9" fmla="*/ 40295 w 795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47" h="81675">
                  <a:moveTo>
                    <a:pt x="39699" y="81676"/>
                  </a:moveTo>
                  <a:cubicBezTo>
                    <a:pt x="17948" y="81676"/>
                    <a:pt x="247" y="64174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9"/>
                    <a:pt x="39249" y="1"/>
                  </a:cubicBezTo>
                  <a:cubicBezTo>
                    <a:pt x="39283" y="0"/>
                    <a:pt x="39318" y="0"/>
                    <a:pt x="39352" y="0"/>
                  </a:cubicBezTo>
                  <a:lnTo>
                    <a:pt x="39848" y="0"/>
                  </a:lnTo>
                  <a:cubicBezTo>
                    <a:pt x="61579" y="-1"/>
                    <a:pt x="79273" y="17471"/>
                    <a:pt x="79545" y="39200"/>
                  </a:cubicBezTo>
                  <a:lnTo>
                    <a:pt x="79545" y="41483"/>
                  </a:lnTo>
                  <a:cubicBezTo>
                    <a:pt x="79820" y="63405"/>
                    <a:pt x="62272" y="81398"/>
                    <a:pt x="40350" y="81676"/>
                  </a:cubicBezTo>
                  <a:cubicBezTo>
                    <a:pt x="40331" y="81676"/>
                    <a:pt x="40313" y="81676"/>
                    <a:pt x="40295" y="816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C8020984-4E2E-2E43-A116-6C3DD928E8E5}"/>
                </a:ext>
              </a:extLst>
            </p:cNvPr>
            <p:cNvSpPr/>
            <p:nvPr/>
          </p:nvSpPr>
          <p:spPr>
            <a:xfrm>
              <a:off x="1955211" y="5386806"/>
              <a:ext cx="79398" cy="81824"/>
            </a:xfrm>
            <a:custGeom>
              <a:avLst/>
              <a:gdLst>
                <a:gd name="connsiteX0" fmla="*/ 39700 w 79398"/>
                <a:gd name="connsiteY0" fmla="*/ 81676 h 81824"/>
                <a:gd name="connsiteX1" fmla="*/ 3 w 79398"/>
                <a:gd name="connsiteY1" fmla="*/ 42475 h 81824"/>
                <a:gd name="connsiteX2" fmla="*/ 3 w 79398"/>
                <a:gd name="connsiteY2" fmla="*/ 40193 h 81824"/>
                <a:gd name="connsiteX3" fmla="*/ 39198 w 79398"/>
                <a:gd name="connsiteY3" fmla="*/ 0 h 81824"/>
                <a:gd name="connsiteX4" fmla="*/ 39204 w 79398"/>
                <a:gd name="connsiteY4" fmla="*/ 0 h 81824"/>
                <a:gd name="connsiteX5" fmla="*/ 39700 w 79398"/>
                <a:gd name="connsiteY5" fmla="*/ 0 h 81824"/>
                <a:gd name="connsiteX6" fmla="*/ 79396 w 79398"/>
                <a:gd name="connsiteY6" fmla="*/ 39250 h 81824"/>
                <a:gd name="connsiteX7" fmla="*/ 79396 w 79398"/>
                <a:gd name="connsiteY7" fmla="*/ 41681 h 81824"/>
                <a:gd name="connsiteX8" fmla="*/ 40151 w 79398"/>
                <a:gd name="connsiteY8" fmla="*/ 81825 h 81824"/>
                <a:gd name="connsiteX9" fmla="*/ 40146 w 79398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8" h="81824">
                  <a:moveTo>
                    <a:pt x="39700" y="81676"/>
                  </a:moveTo>
                  <a:cubicBezTo>
                    <a:pt x="17968" y="81676"/>
                    <a:pt x="275" y="64204"/>
                    <a:pt x="3" y="42475"/>
                  </a:cubicBezTo>
                  <a:lnTo>
                    <a:pt x="3" y="40193"/>
                  </a:lnTo>
                  <a:cubicBezTo>
                    <a:pt x="-273" y="18270"/>
                    <a:pt x="17275" y="278"/>
                    <a:pt x="39198" y="0"/>
                  </a:cubicBezTo>
                  <a:cubicBezTo>
                    <a:pt x="39200" y="0"/>
                    <a:pt x="39202" y="0"/>
                    <a:pt x="39204" y="0"/>
                  </a:cubicBezTo>
                  <a:lnTo>
                    <a:pt x="39700" y="0"/>
                  </a:lnTo>
                  <a:cubicBezTo>
                    <a:pt x="61449" y="0"/>
                    <a:pt x="79153" y="17501"/>
                    <a:pt x="79396" y="39250"/>
                  </a:cubicBezTo>
                  <a:lnTo>
                    <a:pt x="79396" y="41681"/>
                  </a:lnTo>
                  <a:cubicBezTo>
                    <a:pt x="79645" y="63604"/>
                    <a:pt x="62074" y="81576"/>
                    <a:pt x="40151" y="81825"/>
                  </a:cubicBezTo>
                  <a:cubicBezTo>
                    <a:pt x="40150" y="81825"/>
                    <a:pt x="40148" y="81825"/>
                    <a:pt x="40146" y="818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A64DE5B5-35A3-F04B-B189-1A7E591E1FEB}"/>
                </a:ext>
              </a:extLst>
            </p:cNvPr>
            <p:cNvSpPr/>
            <p:nvPr/>
          </p:nvSpPr>
          <p:spPr>
            <a:xfrm>
              <a:off x="1846046" y="5386806"/>
              <a:ext cx="79398" cy="81824"/>
            </a:xfrm>
            <a:custGeom>
              <a:avLst/>
              <a:gdLst>
                <a:gd name="connsiteX0" fmla="*/ 39700 w 79398"/>
                <a:gd name="connsiteY0" fmla="*/ 81676 h 81824"/>
                <a:gd name="connsiteX1" fmla="*/ 3 w 79398"/>
                <a:gd name="connsiteY1" fmla="*/ 42475 h 81824"/>
                <a:gd name="connsiteX2" fmla="*/ 3 w 79398"/>
                <a:gd name="connsiteY2" fmla="*/ 40193 h 81824"/>
                <a:gd name="connsiteX3" fmla="*/ 39198 w 79398"/>
                <a:gd name="connsiteY3" fmla="*/ 0 h 81824"/>
                <a:gd name="connsiteX4" fmla="*/ 39204 w 79398"/>
                <a:gd name="connsiteY4" fmla="*/ 0 h 81824"/>
                <a:gd name="connsiteX5" fmla="*/ 39700 w 79398"/>
                <a:gd name="connsiteY5" fmla="*/ 0 h 81824"/>
                <a:gd name="connsiteX6" fmla="*/ 79396 w 79398"/>
                <a:gd name="connsiteY6" fmla="*/ 39250 h 81824"/>
                <a:gd name="connsiteX7" fmla="*/ 79396 w 79398"/>
                <a:gd name="connsiteY7" fmla="*/ 41681 h 81824"/>
                <a:gd name="connsiteX8" fmla="*/ 40151 w 79398"/>
                <a:gd name="connsiteY8" fmla="*/ 81825 h 81824"/>
                <a:gd name="connsiteX9" fmla="*/ 40146 w 79398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8" h="81824">
                  <a:moveTo>
                    <a:pt x="39700" y="81676"/>
                  </a:moveTo>
                  <a:cubicBezTo>
                    <a:pt x="17968" y="81676"/>
                    <a:pt x="275" y="64204"/>
                    <a:pt x="3" y="42475"/>
                  </a:cubicBezTo>
                  <a:lnTo>
                    <a:pt x="3" y="40193"/>
                  </a:lnTo>
                  <a:cubicBezTo>
                    <a:pt x="-273" y="18270"/>
                    <a:pt x="17275" y="278"/>
                    <a:pt x="39198" y="0"/>
                  </a:cubicBezTo>
                  <a:cubicBezTo>
                    <a:pt x="39200" y="0"/>
                    <a:pt x="39202" y="0"/>
                    <a:pt x="39204" y="0"/>
                  </a:cubicBezTo>
                  <a:lnTo>
                    <a:pt x="39700" y="0"/>
                  </a:lnTo>
                  <a:cubicBezTo>
                    <a:pt x="61451" y="0"/>
                    <a:pt x="79152" y="17501"/>
                    <a:pt x="79396" y="39250"/>
                  </a:cubicBezTo>
                  <a:lnTo>
                    <a:pt x="79396" y="41681"/>
                  </a:lnTo>
                  <a:cubicBezTo>
                    <a:pt x="79645" y="63604"/>
                    <a:pt x="62074" y="81576"/>
                    <a:pt x="40151" y="81825"/>
                  </a:cubicBezTo>
                  <a:cubicBezTo>
                    <a:pt x="40150" y="81825"/>
                    <a:pt x="40148" y="81825"/>
                    <a:pt x="40146" y="818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4" name="Picture Placeholder 77">
            <a:extLst>
              <a:ext uri="{FF2B5EF4-FFF2-40B4-BE49-F238E27FC236}">
                <a16:creationId xmlns:a16="http://schemas.microsoft.com/office/drawing/2014/main" id="{99F508CF-4F32-4811-B79E-165F7CDBDAA7}"/>
              </a:ext>
            </a:extLst>
          </p:cNvPr>
          <p:cNvGrpSpPr>
            <a:grpSpLocks noChangeAspect="1"/>
          </p:cNvGrpSpPr>
          <p:nvPr/>
        </p:nvGrpSpPr>
        <p:grpSpPr>
          <a:xfrm>
            <a:off x="2862508" y="4775331"/>
            <a:ext cx="791139" cy="834917"/>
            <a:chOff x="2862508" y="4775331"/>
            <a:chExt cx="791139" cy="834917"/>
          </a:xfrm>
        </p:grpSpPr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48055CCF-B321-D942-957F-A26D17A144B0}"/>
                </a:ext>
              </a:extLst>
            </p:cNvPr>
            <p:cNvSpPr/>
            <p:nvPr/>
          </p:nvSpPr>
          <p:spPr>
            <a:xfrm>
              <a:off x="2862508" y="5153738"/>
              <a:ext cx="788423" cy="456510"/>
            </a:xfrm>
            <a:custGeom>
              <a:avLst/>
              <a:gdLst>
                <a:gd name="connsiteX0" fmla="*/ 748727 w 788423"/>
                <a:gd name="connsiteY0" fmla="*/ 456510 h 456510"/>
                <a:gd name="connsiteX1" fmla="*/ 39697 w 788423"/>
                <a:gd name="connsiteY1" fmla="*/ 456510 h 456510"/>
                <a:gd name="connsiteX2" fmla="*/ 0 w 788423"/>
                <a:gd name="connsiteY2" fmla="*/ 416814 h 456510"/>
                <a:gd name="connsiteX3" fmla="*/ 0 w 788423"/>
                <a:gd name="connsiteY3" fmla="*/ 39697 h 456510"/>
                <a:gd name="connsiteX4" fmla="*/ 39697 w 788423"/>
                <a:gd name="connsiteY4" fmla="*/ 0 h 456510"/>
                <a:gd name="connsiteX5" fmla="*/ 79393 w 788423"/>
                <a:gd name="connsiteY5" fmla="*/ 39697 h 456510"/>
                <a:gd name="connsiteX6" fmla="*/ 79393 w 788423"/>
                <a:gd name="connsiteY6" fmla="*/ 377117 h 456510"/>
                <a:gd name="connsiteX7" fmla="*/ 709031 w 788423"/>
                <a:gd name="connsiteY7" fmla="*/ 377117 h 456510"/>
                <a:gd name="connsiteX8" fmla="*/ 709031 w 788423"/>
                <a:gd name="connsiteY8" fmla="*/ 39697 h 456510"/>
                <a:gd name="connsiteX9" fmla="*/ 748727 w 788423"/>
                <a:gd name="connsiteY9" fmla="*/ 0 h 456510"/>
                <a:gd name="connsiteX10" fmla="*/ 788424 w 788423"/>
                <a:gd name="connsiteY10" fmla="*/ 39697 h 456510"/>
                <a:gd name="connsiteX11" fmla="*/ 788424 w 788423"/>
                <a:gd name="connsiteY11" fmla="*/ 416814 h 456510"/>
                <a:gd name="connsiteX12" fmla="*/ 748727 w 788423"/>
                <a:gd name="connsiteY12" fmla="*/ 456510 h 45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423" h="456510">
                  <a:moveTo>
                    <a:pt x="748727" y="456510"/>
                  </a:moveTo>
                  <a:lnTo>
                    <a:pt x="39697" y="456510"/>
                  </a:lnTo>
                  <a:cubicBezTo>
                    <a:pt x="17773" y="456510"/>
                    <a:pt x="0" y="438736"/>
                    <a:pt x="0" y="4168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77117"/>
                  </a:lnTo>
                  <a:lnTo>
                    <a:pt x="709031" y="377117"/>
                  </a:lnTo>
                  <a:lnTo>
                    <a:pt x="709031" y="39697"/>
                  </a:lnTo>
                  <a:cubicBezTo>
                    <a:pt x="709031" y="17773"/>
                    <a:pt x="726805" y="0"/>
                    <a:pt x="748727" y="0"/>
                  </a:cubicBezTo>
                  <a:cubicBezTo>
                    <a:pt x="770650" y="0"/>
                    <a:pt x="788424" y="17773"/>
                    <a:pt x="788424" y="39697"/>
                  </a:cubicBezTo>
                  <a:lnTo>
                    <a:pt x="788424" y="416814"/>
                  </a:lnTo>
                  <a:cubicBezTo>
                    <a:pt x="788424" y="438736"/>
                    <a:pt x="770650" y="456510"/>
                    <a:pt x="748727" y="4565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357EF8ED-C327-CC4F-938A-DE053AD71B2D}"/>
                </a:ext>
              </a:extLst>
            </p:cNvPr>
            <p:cNvSpPr/>
            <p:nvPr/>
          </p:nvSpPr>
          <p:spPr>
            <a:xfrm>
              <a:off x="2864074" y="4775331"/>
              <a:ext cx="789572" cy="457886"/>
            </a:xfrm>
            <a:custGeom>
              <a:avLst/>
              <a:gdLst>
                <a:gd name="connsiteX0" fmla="*/ 39668 w 789572"/>
                <a:gd name="connsiteY0" fmla="*/ 456510 h 457886"/>
                <a:gd name="connsiteX1" fmla="*/ 0 w 789572"/>
                <a:gd name="connsiteY1" fmla="*/ 416786 h 457886"/>
                <a:gd name="connsiteX2" fmla="*/ 10591 w 789572"/>
                <a:gd name="connsiteY2" fmla="*/ 389820 h 457886"/>
                <a:gd name="connsiteX3" fmla="*/ 360417 w 789572"/>
                <a:gd name="connsiteY3" fmla="*/ 12703 h 457886"/>
                <a:gd name="connsiteX4" fmla="*/ 389296 w 789572"/>
                <a:gd name="connsiteY4" fmla="*/ 0 h 457886"/>
                <a:gd name="connsiteX5" fmla="*/ 389296 w 789572"/>
                <a:gd name="connsiteY5" fmla="*/ 0 h 457886"/>
                <a:gd name="connsiteX6" fmla="*/ 418026 w 789572"/>
                <a:gd name="connsiteY6" fmla="*/ 12306 h 457886"/>
                <a:gd name="connsiteX7" fmla="*/ 777231 w 789572"/>
                <a:gd name="connsiteY7" fmla="*/ 389423 h 457886"/>
                <a:gd name="connsiteX8" fmla="*/ 778640 w 789572"/>
                <a:gd name="connsiteY8" fmla="*/ 445545 h 457886"/>
                <a:gd name="connsiteX9" fmla="*/ 722519 w 789572"/>
                <a:gd name="connsiteY9" fmla="*/ 446956 h 457886"/>
                <a:gd name="connsiteX10" fmla="*/ 719721 w 789572"/>
                <a:gd name="connsiteY10" fmla="*/ 444006 h 457886"/>
                <a:gd name="connsiteX11" fmla="*/ 389892 w 789572"/>
                <a:gd name="connsiteY11" fmla="*/ 97654 h 457886"/>
                <a:gd name="connsiteX12" fmla="*/ 68796 w 789572"/>
                <a:gd name="connsiteY12" fmla="*/ 443807 h 457886"/>
                <a:gd name="connsiteX13" fmla="*/ 39668 w 789572"/>
                <a:gd name="connsiteY13" fmla="*/ 456510 h 45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9572" h="457886">
                  <a:moveTo>
                    <a:pt x="39668" y="456510"/>
                  </a:moveTo>
                  <a:cubicBezTo>
                    <a:pt x="17744" y="456495"/>
                    <a:pt x="-16" y="438709"/>
                    <a:pt x="0" y="416786"/>
                  </a:cubicBezTo>
                  <a:cubicBezTo>
                    <a:pt x="7" y="406784"/>
                    <a:pt x="3789" y="397154"/>
                    <a:pt x="10591" y="389820"/>
                  </a:cubicBezTo>
                  <a:lnTo>
                    <a:pt x="360417" y="12703"/>
                  </a:lnTo>
                  <a:cubicBezTo>
                    <a:pt x="367875" y="4661"/>
                    <a:pt x="378328" y="63"/>
                    <a:pt x="389296" y="0"/>
                  </a:cubicBezTo>
                  <a:lnTo>
                    <a:pt x="389296" y="0"/>
                  </a:lnTo>
                  <a:cubicBezTo>
                    <a:pt x="400153" y="1"/>
                    <a:pt x="410535" y="4448"/>
                    <a:pt x="418026" y="12306"/>
                  </a:cubicBezTo>
                  <a:lnTo>
                    <a:pt x="777231" y="389423"/>
                  </a:lnTo>
                  <a:cubicBezTo>
                    <a:pt x="793120" y="404531"/>
                    <a:pt x="793750" y="429658"/>
                    <a:pt x="778640" y="445545"/>
                  </a:cubicBezTo>
                  <a:cubicBezTo>
                    <a:pt x="763536" y="461432"/>
                    <a:pt x="738408" y="462064"/>
                    <a:pt x="722519" y="446956"/>
                  </a:cubicBezTo>
                  <a:cubicBezTo>
                    <a:pt x="721537" y="446021"/>
                    <a:pt x="720604" y="445037"/>
                    <a:pt x="719721" y="444006"/>
                  </a:cubicBezTo>
                  <a:lnTo>
                    <a:pt x="389892" y="97654"/>
                  </a:lnTo>
                  <a:lnTo>
                    <a:pt x="68796" y="443807"/>
                  </a:lnTo>
                  <a:cubicBezTo>
                    <a:pt x="61279" y="451912"/>
                    <a:pt x="50723" y="456516"/>
                    <a:pt x="39668" y="4565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7" name="Picture Placeholder 79">
            <a:extLst>
              <a:ext uri="{FF2B5EF4-FFF2-40B4-BE49-F238E27FC236}">
                <a16:creationId xmlns:a16="http://schemas.microsoft.com/office/drawing/2014/main" id="{ABC43E6B-21B9-4D09-BD8B-F24C5325D99A}"/>
              </a:ext>
            </a:extLst>
          </p:cNvPr>
          <p:cNvGrpSpPr>
            <a:grpSpLocks noChangeAspect="1"/>
          </p:cNvGrpSpPr>
          <p:nvPr/>
        </p:nvGrpSpPr>
        <p:grpSpPr>
          <a:xfrm>
            <a:off x="4157339" y="4775344"/>
            <a:ext cx="835303" cy="834904"/>
            <a:chOff x="4157339" y="4775344"/>
            <a:chExt cx="835303" cy="834904"/>
          </a:xfrm>
        </p:grpSpPr>
        <p:grpSp>
          <p:nvGrpSpPr>
            <p:cNvPr id="178" name="Picture Placeholder 79">
              <a:extLst>
                <a:ext uri="{FF2B5EF4-FFF2-40B4-BE49-F238E27FC236}">
                  <a16:creationId xmlns:a16="http://schemas.microsoft.com/office/drawing/2014/main" id="{ABC43E6B-21B9-4D09-BD8B-F24C5325D99A}"/>
                </a:ext>
              </a:extLst>
            </p:cNvPr>
            <p:cNvGrpSpPr/>
            <p:nvPr/>
          </p:nvGrpSpPr>
          <p:grpSpPr>
            <a:xfrm>
              <a:off x="4157339" y="4775344"/>
              <a:ext cx="835303" cy="834904"/>
              <a:chOff x="4157339" y="4775344"/>
              <a:chExt cx="835303" cy="834904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1BF80E14-0081-534B-AF23-4744AAC855B7}"/>
                  </a:ext>
                </a:extLst>
              </p:cNvPr>
              <p:cNvSpPr/>
              <p:nvPr/>
            </p:nvSpPr>
            <p:spPr>
              <a:xfrm>
                <a:off x="4157339" y="5153738"/>
                <a:ext cx="833628" cy="456510"/>
              </a:xfrm>
              <a:custGeom>
                <a:avLst/>
                <a:gdLst>
                  <a:gd name="connsiteX0" fmla="*/ 793932 w 833628"/>
                  <a:gd name="connsiteY0" fmla="*/ 456510 h 456510"/>
                  <a:gd name="connsiteX1" fmla="*/ 39697 w 833628"/>
                  <a:gd name="connsiteY1" fmla="*/ 456510 h 456510"/>
                  <a:gd name="connsiteX2" fmla="*/ 0 w 833628"/>
                  <a:gd name="connsiteY2" fmla="*/ 416814 h 456510"/>
                  <a:gd name="connsiteX3" fmla="*/ 0 w 833628"/>
                  <a:gd name="connsiteY3" fmla="*/ 39697 h 456510"/>
                  <a:gd name="connsiteX4" fmla="*/ 39697 w 833628"/>
                  <a:gd name="connsiteY4" fmla="*/ 0 h 456510"/>
                  <a:gd name="connsiteX5" fmla="*/ 79393 w 833628"/>
                  <a:gd name="connsiteY5" fmla="*/ 39697 h 456510"/>
                  <a:gd name="connsiteX6" fmla="*/ 79393 w 833628"/>
                  <a:gd name="connsiteY6" fmla="*/ 377117 h 456510"/>
                  <a:gd name="connsiteX7" fmla="*/ 754235 w 833628"/>
                  <a:gd name="connsiteY7" fmla="*/ 377117 h 456510"/>
                  <a:gd name="connsiteX8" fmla="*/ 754235 w 833628"/>
                  <a:gd name="connsiteY8" fmla="*/ 39697 h 456510"/>
                  <a:gd name="connsiteX9" fmla="*/ 793932 w 833628"/>
                  <a:gd name="connsiteY9" fmla="*/ 0 h 456510"/>
                  <a:gd name="connsiteX10" fmla="*/ 833629 w 833628"/>
                  <a:gd name="connsiteY10" fmla="*/ 39697 h 456510"/>
                  <a:gd name="connsiteX11" fmla="*/ 833629 w 833628"/>
                  <a:gd name="connsiteY11" fmla="*/ 416814 h 456510"/>
                  <a:gd name="connsiteX12" fmla="*/ 793932 w 833628"/>
                  <a:gd name="connsiteY12" fmla="*/ 456510 h 45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3628" h="456510">
                    <a:moveTo>
                      <a:pt x="793932" y="456510"/>
                    </a:moveTo>
                    <a:lnTo>
                      <a:pt x="39697" y="456510"/>
                    </a:lnTo>
                    <a:cubicBezTo>
                      <a:pt x="17773" y="456510"/>
                      <a:pt x="0" y="438736"/>
                      <a:pt x="0" y="4168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77117"/>
                    </a:lnTo>
                    <a:lnTo>
                      <a:pt x="754235" y="377117"/>
                    </a:lnTo>
                    <a:lnTo>
                      <a:pt x="754235" y="39697"/>
                    </a:lnTo>
                    <a:cubicBezTo>
                      <a:pt x="754235" y="17773"/>
                      <a:pt x="772009" y="0"/>
                      <a:pt x="793932" y="0"/>
                    </a:cubicBezTo>
                    <a:cubicBezTo>
                      <a:pt x="815854" y="0"/>
                      <a:pt x="833629" y="17773"/>
                      <a:pt x="833629" y="39697"/>
                    </a:cubicBezTo>
                    <a:lnTo>
                      <a:pt x="833629" y="416814"/>
                    </a:lnTo>
                    <a:cubicBezTo>
                      <a:pt x="833629" y="438736"/>
                      <a:pt x="815854" y="456510"/>
                      <a:pt x="793932" y="45651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0B346430-D2BC-944E-A21E-55091E4498B7}"/>
                  </a:ext>
                </a:extLst>
              </p:cNvPr>
              <p:cNvSpPr/>
              <p:nvPr/>
            </p:nvSpPr>
            <p:spPr>
              <a:xfrm>
                <a:off x="4158949" y="4775344"/>
                <a:ext cx="833693" cy="456698"/>
              </a:xfrm>
              <a:custGeom>
                <a:avLst/>
                <a:gdLst>
                  <a:gd name="connsiteX0" fmla="*/ 794009 w 833693"/>
                  <a:gd name="connsiteY0" fmla="*/ 456497 h 456698"/>
                  <a:gd name="connsiteX1" fmla="*/ 766321 w 833693"/>
                  <a:gd name="connsiteY1" fmla="*/ 445233 h 456698"/>
                  <a:gd name="connsiteX2" fmla="*/ 407712 w 833693"/>
                  <a:gd name="connsiteY2" fmla="*/ 95804 h 456698"/>
                  <a:gd name="connsiteX3" fmla="*/ 68206 w 833693"/>
                  <a:gd name="connsiteY3" fmla="*/ 444737 h 456698"/>
                  <a:gd name="connsiteX4" fmla="*/ 11961 w 833693"/>
                  <a:gd name="connsiteY4" fmla="*/ 445357 h 456698"/>
                  <a:gd name="connsiteX5" fmla="*/ 11341 w 833693"/>
                  <a:gd name="connsiteY5" fmla="*/ 389112 h 456698"/>
                  <a:gd name="connsiteX6" fmla="*/ 378535 w 833693"/>
                  <a:gd name="connsiteY6" fmla="*/ 11995 h 456698"/>
                  <a:gd name="connsiteX7" fmla="*/ 434656 w 833693"/>
                  <a:gd name="connsiteY7" fmla="*/ 11250 h 456698"/>
                  <a:gd name="connsiteX8" fmla="*/ 821697 w 833693"/>
                  <a:gd name="connsiteY8" fmla="*/ 388368 h 456698"/>
                  <a:gd name="connsiteX9" fmla="*/ 822427 w 833693"/>
                  <a:gd name="connsiteY9" fmla="*/ 444503 h 456698"/>
                  <a:gd name="connsiteX10" fmla="*/ 794009 w 833693"/>
                  <a:gd name="connsiteY10" fmla="*/ 456497 h 45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693" h="456698">
                    <a:moveTo>
                      <a:pt x="794009" y="456497"/>
                    </a:moveTo>
                    <a:cubicBezTo>
                      <a:pt x="783663" y="456493"/>
                      <a:pt x="773729" y="452452"/>
                      <a:pt x="766321" y="445233"/>
                    </a:cubicBezTo>
                    <a:lnTo>
                      <a:pt x="407712" y="95804"/>
                    </a:lnTo>
                    <a:lnTo>
                      <a:pt x="68206" y="444737"/>
                    </a:lnTo>
                    <a:cubicBezTo>
                      <a:pt x="52846" y="460440"/>
                      <a:pt x="27664" y="460718"/>
                      <a:pt x="11961" y="445357"/>
                    </a:cubicBezTo>
                    <a:cubicBezTo>
                      <a:pt x="-3742" y="429996"/>
                      <a:pt x="-4019" y="404815"/>
                      <a:pt x="11341" y="389112"/>
                    </a:cubicBezTo>
                    <a:lnTo>
                      <a:pt x="378535" y="11995"/>
                    </a:lnTo>
                    <a:cubicBezTo>
                      <a:pt x="393829" y="-3703"/>
                      <a:pt x="418951" y="-4036"/>
                      <a:pt x="434656" y="11250"/>
                    </a:cubicBezTo>
                    <a:lnTo>
                      <a:pt x="821697" y="388368"/>
                    </a:lnTo>
                    <a:cubicBezTo>
                      <a:pt x="837402" y="403667"/>
                      <a:pt x="837730" y="428800"/>
                      <a:pt x="822427" y="444503"/>
                    </a:cubicBezTo>
                    <a:cubicBezTo>
                      <a:pt x="814959" y="452168"/>
                      <a:pt x="804712" y="456493"/>
                      <a:pt x="794009" y="45649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467DC7F6-6C34-264C-AFC1-7BD1E76A991F}"/>
                </a:ext>
              </a:extLst>
            </p:cNvPr>
            <p:cNvSpPr/>
            <p:nvPr/>
          </p:nvSpPr>
          <p:spPr>
            <a:xfrm>
              <a:off x="4290292" y="5066257"/>
              <a:ext cx="461354" cy="400240"/>
            </a:xfrm>
            <a:custGeom>
              <a:avLst/>
              <a:gdLst>
                <a:gd name="connsiteX0" fmla="*/ 421658 w 461354"/>
                <a:gd name="connsiteY0" fmla="*/ 400240 h 400240"/>
                <a:gd name="connsiteX1" fmla="*/ 161745 w 461354"/>
                <a:gd name="connsiteY1" fmla="*/ 400240 h 400240"/>
                <a:gd name="connsiteX2" fmla="*/ 44292 w 461354"/>
                <a:gd name="connsiteY2" fmla="*/ 350620 h 400240"/>
                <a:gd name="connsiteX3" fmla="*/ 80 w 461354"/>
                <a:gd name="connsiteY3" fmla="*/ 237336 h 400240"/>
                <a:gd name="connsiteX4" fmla="*/ 48709 w 461354"/>
                <a:gd name="connsiteY4" fmla="*/ 137697 h 400240"/>
                <a:gd name="connsiteX5" fmla="*/ 119418 w 461354"/>
                <a:gd name="connsiteY5" fmla="*/ 101474 h 400240"/>
                <a:gd name="connsiteX6" fmla="*/ 277262 w 461354"/>
                <a:gd name="connsiteY6" fmla="*/ 0 h 400240"/>
                <a:gd name="connsiteX7" fmla="*/ 316958 w 461354"/>
                <a:gd name="connsiteY7" fmla="*/ 39697 h 400240"/>
                <a:gd name="connsiteX8" fmla="*/ 277262 w 461354"/>
                <a:gd name="connsiteY8" fmla="*/ 79393 h 400240"/>
                <a:gd name="connsiteX9" fmla="*/ 184173 w 461354"/>
                <a:gd name="connsiteY9" fmla="*/ 152633 h 400240"/>
                <a:gd name="connsiteX10" fmla="*/ 144625 w 461354"/>
                <a:gd name="connsiteY10" fmla="*/ 178634 h 400240"/>
                <a:gd name="connsiteX11" fmla="*/ 102497 w 461354"/>
                <a:gd name="connsiteY11" fmla="*/ 195902 h 400240"/>
                <a:gd name="connsiteX12" fmla="*/ 79424 w 461354"/>
                <a:gd name="connsiteY12" fmla="*/ 239668 h 400240"/>
                <a:gd name="connsiteX13" fmla="*/ 101307 w 461354"/>
                <a:gd name="connsiteY13" fmla="*/ 295144 h 400240"/>
                <a:gd name="connsiteX14" fmla="*/ 161745 w 461354"/>
                <a:gd name="connsiteY14" fmla="*/ 320748 h 400240"/>
                <a:gd name="connsiteX15" fmla="*/ 421658 w 461354"/>
                <a:gd name="connsiteY15" fmla="*/ 320748 h 400240"/>
                <a:gd name="connsiteX16" fmla="*/ 461355 w 461354"/>
                <a:gd name="connsiteY16" fmla="*/ 360445 h 400240"/>
                <a:gd name="connsiteX17" fmla="*/ 421658 w 461354"/>
                <a:gd name="connsiteY17" fmla="*/ 400141 h 40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1354" h="400240">
                  <a:moveTo>
                    <a:pt x="421658" y="400240"/>
                  </a:moveTo>
                  <a:lnTo>
                    <a:pt x="161745" y="400240"/>
                  </a:lnTo>
                  <a:cubicBezTo>
                    <a:pt x="117515" y="400166"/>
                    <a:pt x="75180" y="382278"/>
                    <a:pt x="44292" y="350620"/>
                  </a:cubicBezTo>
                  <a:cubicBezTo>
                    <a:pt x="14696" y="320485"/>
                    <a:pt x="-1279" y="279553"/>
                    <a:pt x="80" y="237336"/>
                  </a:cubicBezTo>
                  <a:cubicBezTo>
                    <a:pt x="1172" y="201956"/>
                    <a:pt x="19383" y="164691"/>
                    <a:pt x="48709" y="137697"/>
                  </a:cubicBezTo>
                  <a:cubicBezTo>
                    <a:pt x="68371" y="119169"/>
                    <a:pt x="92893" y="106607"/>
                    <a:pt x="119418" y="101474"/>
                  </a:cubicBezTo>
                  <a:cubicBezTo>
                    <a:pt x="151076" y="35677"/>
                    <a:pt x="206254" y="0"/>
                    <a:pt x="277262" y="0"/>
                  </a:cubicBezTo>
                  <a:cubicBezTo>
                    <a:pt x="299186" y="0"/>
                    <a:pt x="316958" y="17773"/>
                    <a:pt x="316958" y="39697"/>
                  </a:cubicBezTo>
                  <a:cubicBezTo>
                    <a:pt x="316958" y="61620"/>
                    <a:pt x="299186" y="79393"/>
                    <a:pt x="277262" y="79393"/>
                  </a:cubicBezTo>
                  <a:cubicBezTo>
                    <a:pt x="231710" y="79393"/>
                    <a:pt x="202086" y="102665"/>
                    <a:pt x="184173" y="152633"/>
                  </a:cubicBezTo>
                  <a:cubicBezTo>
                    <a:pt x="178164" y="169071"/>
                    <a:pt x="162098" y="179633"/>
                    <a:pt x="144625" y="178634"/>
                  </a:cubicBezTo>
                  <a:cubicBezTo>
                    <a:pt x="125224" y="177493"/>
                    <a:pt x="109891" y="189055"/>
                    <a:pt x="102497" y="195902"/>
                  </a:cubicBezTo>
                  <a:cubicBezTo>
                    <a:pt x="88901" y="208407"/>
                    <a:pt x="79870" y="225675"/>
                    <a:pt x="79424" y="239668"/>
                  </a:cubicBezTo>
                  <a:cubicBezTo>
                    <a:pt x="78828" y="260375"/>
                    <a:pt x="86736" y="280421"/>
                    <a:pt x="101307" y="295144"/>
                  </a:cubicBezTo>
                  <a:cubicBezTo>
                    <a:pt x="117170" y="311489"/>
                    <a:pt x="138968" y="320723"/>
                    <a:pt x="161745" y="320748"/>
                  </a:cubicBezTo>
                  <a:lnTo>
                    <a:pt x="421658" y="320748"/>
                  </a:lnTo>
                  <a:cubicBezTo>
                    <a:pt x="443580" y="320748"/>
                    <a:pt x="461355" y="338522"/>
                    <a:pt x="461355" y="360445"/>
                  </a:cubicBezTo>
                  <a:cubicBezTo>
                    <a:pt x="461355" y="382367"/>
                    <a:pt x="443580" y="400141"/>
                    <a:pt x="421658" y="40014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3B482CAF-6464-0244-BD38-981D0223032C}"/>
                </a:ext>
              </a:extLst>
            </p:cNvPr>
            <p:cNvSpPr/>
            <p:nvPr/>
          </p:nvSpPr>
          <p:spPr>
            <a:xfrm>
              <a:off x="4527163" y="5065709"/>
              <a:ext cx="314578" cy="400396"/>
            </a:xfrm>
            <a:custGeom>
              <a:avLst/>
              <a:gdLst>
                <a:gd name="connsiteX0" fmla="*/ 184291 w 314578"/>
                <a:gd name="connsiteY0" fmla="*/ 400391 h 400396"/>
                <a:gd name="connsiteX1" fmla="*/ 144595 w 314578"/>
                <a:gd name="connsiteY1" fmla="*/ 360694 h 400396"/>
                <a:gd name="connsiteX2" fmla="*/ 184291 w 314578"/>
                <a:gd name="connsiteY2" fmla="*/ 320998 h 400396"/>
                <a:gd name="connsiteX3" fmla="*/ 234805 w 314578"/>
                <a:gd name="connsiteY3" fmla="*/ 272270 h 400396"/>
                <a:gd name="connsiteX4" fmla="*/ 186078 w 314578"/>
                <a:gd name="connsiteY4" fmla="*/ 221756 h 400396"/>
                <a:gd name="connsiteX5" fmla="*/ 147771 w 314578"/>
                <a:gd name="connsiteY5" fmla="*/ 183598 h 400396"/>
                <a:gd name="connsiteX6" fmla="*/ 39697 w 314578"/>
                <a:gd name="connsiteY6" fmla="*/ 79395 h 400396"/>
                <a:gd name="connsiteX7" fmla="*/ 0 w 314578"/>
                <a:gd name="connsiteY7" fmla="*/ 39698 h 400396"/>
                <a:gd name="connsiteX8" fmla="*/ 39697 w 314578"/>
                <a:gd name="connsiteY8" fmla="*/ 2 h 400396"/>
                <a:gd name="connsiteX9" fmla="*/ 223293 w 314578"/>
                <a:gd name="connsiteY9" fmla="*/ 148020 h 400396"/>
                <a:gd name="connsiteX10" fmla="*/ 308894 w 314578"/>
                <a:gd name="connsiteY10" fmla="*/ 309148 h 400396"/>
                <a:gd name="connsiteX11" fmla="*/ 184291 w 314578"/>
                <a:gd name="connsiteY11" fmla="*/ 400391 h 40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4578" h="400396">
                  <a:moveTo>
                    <a:pt x="184291" y="400391"/>
                  </a:moveTo>
                  <a:cubicBezTo>
                    <a:pt x="162369" y="400391"/>
                    <a:pt x="144595" y="382617"/>
                    <a:pt x="144595" y="360694"/>
                  </a:cubicBezTo>
                  <a:cubicBezTo>
                    <a:pt x="144595" y="338772"/>
                    <a:pt x="162369" y="320998"/>
                    <a:pt x="184291" y="320998"/>
                  </a:cubicBezTo>
                  <a:cubicBezTo>
                    <a:pt x="211697" y="321489"/>
                    <a:pt x="234314" y="299676"/>
                    <a:pt x="234805" y="272270"/>
                  </a:cubicBezTo>
                  <a:cubicBezTo>
                    <a:pt x="235297" y="244865"/>
                    <a:pt x="213483" y="222248"/>
                    <a:pt x="186078" y="221756"/>
                  </a:cubicBezTo>
                  <a:cubicBezTo>
                    <a:pt x="165282" y="221042"/>
                    <a:pt x="148565" y="204394"/>
                    <a:pt x="147771" y="183598"/>
                  </a:cubicBezTo>
                  <a:cubicBezTo>
                    <a:pt x="145816" y="125370"/>
                    <a:pt x="97957" y="79228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28225" y="-362"/>
                    <a:pt x="204869" y="61429"/>
                    <a:pt x="223293" y="148020"/>
                  </a:cubicBezTo>
                  <a:cubicBezTo>
                    <a:pt x="291423" y="168877"/>
                    <a:pt x="329750" y="241014"/>
                    <a:pt x="308894" y="309148"/>
                  </a:cubicBezTo>
                  <a:cubicBezTo>
                    <a:pt x="292157" y="363806"/>
                    <a:pt x="241455" y="400942"/>
                    <a:pt x="184291" y="4003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3" name="Picture Placeholder 81">
            <a:extLst>
              <a:ext uri="{FF2B5EF4-FFF2-40B4-BE49-F238E27FC236}">
                <a16:creationId xmlns:a16="http://schemas.microsoft.com/office/drawing/2014/main" id="{E32D80D5-D53B-40E8-AC07-BB5BCEEB0526}"/>
              </a:ext>
            </a:extLst>
          </p:cNvPr>
          <p:cNvGrpSpPr>
            <a:grpSpLocks noChangeAspect="1"/>
          </p:cNvGrpSpPr>
          <p:nvPr/>
        </p:nvGrpSpPr>
        <p:grpSpPr>
          <a:xfrm>
            <a:off x="5474351" y="5009193"/>
            <a:ext cx="836308" cy="367193"/>
            <a:chOff x="5474351" y="5009193"/>
            <a:chExt cx="836308" cy="367193"/>
          </a:xfrm>
        </p:grpSpPr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5D988990-3981-7A40-BE01-21C89790A950}"/>
                </a:ext>
              </a:extLst>
            </p:cNvPr>
            <p:cNvSpPr/>
            <p:nvPr/>
          </p:nvSpPr>
          <p:spPr>
            <a:xfrm>
              <a:off x="5474351" y="5155177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3"/>
                    <a:pt x="836308" y="39697"/>
                  </a:cubicBezTo>
                  <a:cubicBezTo>
                    <a:pt x="836308" y="61620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980E9F20-8775-5842-A5CB-66D7DC3E8B0A}"/>
                </a:ext>
              </a:extLst>
            </p:cNvPr>
            <p:cNvSpPr/>
            <p:nvPr/>
          </p:nvSpPr>
          <p:spPr>
            <a:xfrm>
              <a:off x="5656806" y="5009193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3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21" y="367193"/>
                    <a:pt x="39697" y="3671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1DE18F1-98E4-C448-BFE6-C96060F7D894}"/>
                </a:ext>
              </a:extLst>
            </p:cNvPr>
            <p:cNvSpPr/>
            <p:nvPr/>
          </p:nvSpPr>
          <p:spPr>
            <a:xfrm>
              <a:off x="6038886" y="5009193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4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19" y="367193"/>
                    <a:pt x="39697" y="3671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8874B140-BCD5-2948-8442-7CB8400AC7CC}"/>
                </a:ext>
              </a:extLst>
            </p:cNvPr>
            <p:cNvSpPr/>
            <p:nvPr/>
          </p:nvSpPr>
          <p:spPr>
            <a:xfrm>
              <a:off x="5532755" y="5063776"/>
              <a:ext cx="79393" cy="262989"/>
            </a:xfrm>
            <a:custGeom>
              <a:avLst/>
              <a:gdLst>
                <a:gd name="connsiteX0" fmla="*/ 39697 w 79393"/>
                <a:gd name="connsiteY0" fmla="*/ 262990 h 262989"/>
                <a:gd name="connsiteX1" fmla="*/ 0 w 79393"/>
                <a:gd name="connsiteY1" fmla="*/ 223293 h 262989"/>
                <a:gd name="connsiteX2" fmla="*/ 0 w 79393"/>
                <a:gd name="connsiteY2" fmla="*/ 39697 h 262989"/>
                <a:gd name="connsiteX3" fmla="*/ 39697 w 79393"/>
                <a:gd name="connsiteY3" fmla="*/ 0 h 262989"/>
                <a:gd name="connsiteX4" fmla="*/ 79393 w 79393"/>
                <a:gd name="connsiteY4" fmla="*/ 39697 h 262989"/>
                <a:gd name="connsiteX5" fmla="*/ 79393 w 79393"/>
                <a:gd name="connsiteY5" fmla="*/ 223293 h 262989"/>
                <a:gd name="connsiteX6" fmla="*/ 39697 w 79393"/>
                <a:gd name="connsiteY6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2989">
                  <a:moveTo>
                    <a:pt x="39697" y="262990"/>
                  </a:moveTo>
                  <a:cubicBezTo>
                    <a:pt x="17773" y="262990"/>
                    <a:pt x="0" y="245216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3293"/>
                  </a:lnTo>
                  <a:cubicBezTo>
                    <a:pt x="79393" y="245216"/>
                    <a:pt x="61621" y="262990"/>
                    <a:pt x="39697" y="2629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E71BBF53-725C-4D45-8223-FABBFC393FC0}"/>
                </a:ext>
              </a:extLst>
            </p:cNvPr>
            <p:cNvSpPr/>
            <p:nvPr/>
          </p:nvSpPr>
          <p:spPr>
            <a:xfrm>
              <a:off x="6172862" y="5061295"/>
              <a:ext cx="79393" cy="262989"/>
            </a:xfrm>
            <a:custGeom>
              <a:avLst/>
              <a:gdLst>
                <a:gd name="connsiteX0" fmla="*/ 39697 w 79393"/>
                <a:gd name="connsiteY0" fmla="*/ 262990 h 262989"/>
                <a:gd name="connsiteX1" fmla="*/ 0 w 79393"/>
                <a:gd name="connsiteY1" fmla="*/ 223293 h 262989"/>
                <a:gd name="connsiteX2" fmla="*/ 0 w 79393"/>
                <a:gd name="connsiteY2" fmla="*/ 39697 h 262989"/>
                <a:gd name="connsiteX3" fmla="*/ 39697 w 79393"/>
                <a:gd name="connsiteY3" fmla="*/ 0 h 262989"/>
                <a:gd name="connsiteX4" fmla="*/ 79393 w 79393"/>
                <a:gd name="connsiteY4" fmla="*/ 39697 h 262989"/>
                <a:gd name="connsiteX5" fmla="*/ 79393 w 79393"/>
                <a:gd name="connsiteY5" fmla="*/ 223293 h 262989"/>
                <a:gd name="connsiteX6" fmla="*/ 39697 w 79393"/>
                <a:gd name="connsiteY6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2989">
                  <a:moveTo>
                    <a:pt x="39697" y="262990"/>
                  </a:moveTo>
                  <a:cubicBezTo>
                    <a:pt x="17774" y="262990"/>
                    <a:pt x="0" y="245216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3293"/>
                  </a:lnTo>
                  <a:cubicBezTo>
                    <a:pt x="79393" y="245216"/>
                    <a:pt x="61619" y="262990"/>
                    <a:pt x="39697" y="2629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9" name="Picture Placeholder 87">
            <a:extLst>
              <a:ext uri="{FF2B5EF4-FFF2-40B4-BE49-F238E27FC236}">
                <a16:creationId xmlns:a16="http://schemas.microsoft.com/office/drawing/2014/main" id="{33E6152C-516B-410F-A077-291AB562B54C}"/>
              </a:ext>
            </a:extLst>
          </p:cNvPr>
          <p:cNvGrpSpPr>
            <a:grpSpLocks noChangeAspect="1"/>
          </p:cNvGrpSpPr>
          <p:nvPr/>
        </p:nvGrpSpPr>
        <p:grpSpPr>
          <a:xfrm>
            <a:off x="6859839" y="4820634"/>
            <a:ext cx="700347" cy="744111"/>
            <a:chOff x="6859839" y="4820634"/>
            <a:chExt cx="700347" cy="744111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7B4364E2-697C-DC4C-9BCC-428D1A7058E7}"/>
                </a:ext>
              </a:extLst>
            </p:cNvPr>
            <p:cNvSpPr/>
            <p:nvPr/>
          </p:nvSpPr>
          <p:spPr>
            <a:xfrm>
              <a:off x="6859839" y="4890302"/>
              <a:ext cx="200964" cy="322534"/>
            </a:xfrm>
            <a:custGeom>
              <a:avLst/>
              <a:gdLst>
                <a:gd name="connsiteX0" fmla="*/ 161267 w 200964"/>
                <a:gd name="connsiteY0" fmla="*/ 322534 h 322534"/>
                <a:gd name="connsiteX1" fmla="*/ 0 w 200964"/>
                <a:gd name="connsiteY1" fmla="*/ 161267 h 322534"/>
                <a:gd name="connsiteX2" fmla="*/ 161267 w 200964"/>
                <a:gd name="connsiteY2" fmla="*/ 0 h 322534"/>
                <a:gd name="connsiteX3" fmla="*/ 200964 w 200964"/>
                <a:gd name="connsiteY3" fmla="*/ 39697 h 322534"/>
                <a:gd name="connsiteX4" fmla="*/ 161267 w 200964"/>
                <a:gd name="connsiteY4" fmla="*/ 79393 h 322534"/>
                <a:gd name="connsiteX5" fmla="*/ 79393 w 200964"/>
                <a:gd name="connsiteY5" fmla="*/ 161267 h 322534"/>
                <a:gd name="connsiteX6" fmla="*/ 161267 w 200964"/>
                <a:gd name="connsiteY6" fmla="*/ 243141 h 322534"/>
                <a:gd name="connsiteX7" fmla="*/ 200964 w 200964"/>
                <a:gd name="connsiteY7" fmla="*/ 282838 h 322534"/>
                <a:gd name="connsiteX8" fmla="*/ 161267 w 200964"/>
                <a:gd name="connsiteY8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64" h="322534">
                  <a:moveTo>
                    <a:pt x="161267" y="322534"/>
                  </a:moveTo>
                  <a:cubicBezTo>
                    <a:pt x="72202" y="322534"/>
                    <a:pt x="0" y="250333"/>
                    <a:pt x="0" y="161267"/>
                  </a:cubicBezTo>
                  <a:cubicBezTo>
                    <a:pt x="0" y="72202"/>
                    <a:pt x="72202" y="0"/>
                    <a:pt x="161267" y="0"/>
                  </a:cubicBezTo>
                  <a:cubicBezTo>
                    <a:pt x="183191" y="0"/>
                    <a:pt x="200964" y="17773"/>
                    <a:pt x="200964" y="39697"/>
                  </a:cubicBezTo>
                  <a:cubicBezTo>
                    <a:pt x="200964" y="61620"/>
                    <a:pt x="183191" y="79393"/>
                    <a:pt x="161267" y="79393"/>
                  </a:cubicBezTo>
                  <a:cubicBezTo>
                    <a:pt x="116050" y="79393"/>
                    <a:pt x="79393" y="116049"/>
                    <a:pt x="79393" y="161267"/>
                  </a:cubicBezTo>
                  <a:cubicBezTo>
                    <a:pt x="79393" y="206485"/>
                    <a:pt x="116050" y="243141"/>
                    <a:pt x="161267" y="243141"/>
                  </a:cubicBezTo>
                  <a:cubicBezTo>
                    <a:pt x="183191" y="243141"/>
                    <a:pt x="200964" y="260914"/>
                    <a:pt x="200964" y="282838"/>
                  </a:cubicBezTo>
                  <a:cubicBezTo>
                    <a:pt x="200964" y="304762"/>
                    <a:pt x="183191" y="322534"/>
                    <a:pt x="161267" y="3225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92C8B07B-49F0-8845-82D8-EF054CB4FD01}"/>
                </a:ext>
              </a:extLst>
            </p:cNvPr>
            <p:cNvSpPr/>
            <p:nvPr/>
          </p:nvSpPr>
          <p:spPr>
            <a:xfrm>
              <a:off x="7359223" y="4889756"/>
              <a:ext cx="200964" cy="322534"/>
            </a:xfrm>
            <a:custGeom>
              <a:avLst/>
              <a:gdLst>
                <a:gd name="connsiteX0" fmla="*/ 39697 w 200964"/>
                <a:gd name="connsiteY0" fmla="*/ 322534 h 322534"/>
                <a:gd name="connsiteX1" fmla="*/ 0 w 200964"/>
                <a:gd name="connsiteY1" fmla="*/ 282838 h 322534"/>
                <a:gd name="connsiteX2" fmla="*/ 39697 w 200964"/>
                <a:gd name="connsiteY2" fmla="*/ 243141 h 322534"/>
                <a:gd name="connsiteX3" fmla="*/ 121571 w 200964"/>
                <a:gd name="connsiteY3" fmla="*/ 161267 h 322534"/>
                <a:gd name="connsiteX4" fmla="*/ 49621 w 200964"/>
                <a:gd name="connsiteY4" fmla="*/ 79393 h 322534"/>
                <a:gd name="connsiteX5" fmla="*/ 9924 w 200964"/>
                <a:gd name="connsiteY5" fmla="*/ 39697 h 322534"/>
                <a:gd name="connsiteX6" fmla="*/ 49621 w 200964"/>
                <a:gd name="connsiteY6" fmla="*/ 0 h 322534"/>
                <a:gd name="connsiteX7" fmla="*/ 200964 w 200964"/>
                <a:gd name="connsiteY7" fmla="*/ 161267 h 322534"/>
                <a:gd name="connsiteX8" fmla="*/ 39697 w 200964"/>
                <a:gd name="connsiteY8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64" h="322534">
                  <a:moveTo>
                    <a:pt x="39697" y="322534"/>
                  </a:moveTo>
                  <a:cubicBezTo>
                    <a:pt x="17774" y="322534"/>
                    <a:pt x="0" y="304762"/>
                    <a:pt x="0" y="282838"/>
                  </a:cubicBezTo>
                  <a:cubicBezTo>
                    <a:pt x="0" y="260914"/>
                    <a:pt x="17774" y="243141"/>
                    <a:pt x="39697" y="243141"/>
                  </a:cubicBezTo>
                  <a:cubicBezTo>
                    <a:pt x="84891" y="243087"/>
                    <a:pt x="121516" y="206462"/>
                    <a:pt x="121571" y="161267"/>
                  </a:cubicBezTo>
                  <a:cubicBezTo>
                    <a:pt x="121571" y="121571"/>
                    <a:pt x="99043" y="79393"/>
                    <a:pt x="49621" y="79393"/>
                  </a:cubicBezTo>
                  <a:cubicBezTo>
                    <a:pt x="27698" y="79393"/>
                    <a:pt x="9924" y="61620"/>
                    <a:pt x="9924" y="39697"/>
                  </a:cubicBezTo>
                  <a:cubicBezTo>
                    <a:pt x="9924" y="17773"/>
                    <a:pt x="27698" y="0"/>
                    <a:pt x="49621" y="0"/>
                  </a:cubicBezTo>
                  <a:cubicBezTo>
                    <a:pt x="135862" y="0"/>
                    <a:pt x="200964" y="69469"/>
                    <a:pt x="200964" y="161267"/>
                  </a:cubicBezTo>
                  <a:cubicBezTo>
                    <a:pt x="200855" y="250287"/>
                    <a:pt x="128716" y="322425"/>
                    <a:pt x="39697" y="3225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EBD67C1E-540A-1848-84BC-5F814F60D125}"/>
                </a:ext>
              </a:extLst>
            </p:cNvPr>
            <p:cNvSpPr/>
            <p:nvPr/>
          </p:nvSpPr>
          <p:spPr>
            <a:xfrm>
              <a:off x="7172301" y="5309398"/>
              <a:ext cx="79393" cy="253065"/>
            </a:xfrm>
            <a:custGeom>
              <a:avLst/>
              <a:gdLst>
                <a:gd name="connsiteX0" fmla="*/ 39697 w 79393"/>
                <a:gd name="connsiteY0" fmla="*/ 253066 h 253065"/>
                <a:gd name="connsiteX1" fmla="*/ 0 w 79393"/>
                <a:gd name="connsiteY1" fmla="*/ 213369 h 253065"/>
                <a:gd name="connsiteX2" fmla="*/ 0 w 79393"/>
                <a:gd name="connsiteY2" fmla="*/ 39697 h 253065"/>
                <a:gd name="connsiteX3" fmla="*/ 39697 w 79393"/>
                <a:gd name="connsiteY3" fmla="*/ 0 h 253065"/>
                <a:gd name="connsiteX4" fmla="*/ 79393 w 79393"/>
                <a:gd name="connsiteY4" fmla="*/ 39697 h 253065"/>
                <a:gd name="connsiteX5" fmla="*/ 79393 w 79393"/>
                <a:gd name="connsiteY5" fmla="*/ 213369 h 253065"/>
                <a:gd name="connsiteX6" fmla="*/ 39697 w 79393"/>
                <a:gd name="connsiteY6" fmla="*/ 253066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3065">
                  <a:moveTo>
                    <a:pt x="39697" y="253066"/>
                  </a:move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13369"/>
                  </a:lnTo>
                  <a:cubicBezTo>
                    <a:pt x="79393" y="235291"/>
                    <a:pt x="61621" y="253066"/>
                    <a:pt x="39697" y="25306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2597AD59-5AAC-A74E-BD71-7138D39E956F}"/>
                </a:ext>
              </a:extLst>
            </p:cNvPr>
            <p:cNvSpPr/>
            <p:nvPr/>
          </p:nvSpPr>
          <p:spPr>
            <a:xfrm>
              <a:off x="7030882" y="5485353"/>
              <a:ext cx="362231" cy="79393"/>
            </a:xfrm>
            <a:custGeom>
              <a:avLst/>
              <a:gdLst>
                <a:gd name="connsiteX0" fmla="*/ 322535 w 362231"/>
                <a:gd name="connsiteY0" fmla="*/ 79393 h 79393"/>
                <a:gd name="connsiteX1" fmla="*/ 39697 w 362231"/>
                <a:gd name="connsiteY1" fmla="*/ 79393 h 79393"/>
                <a:gd name="connsiteX2" fmla="*/ 0 w 362231"/>
                <a:gd name="connsiteY2" fmla="*/ 39697 h 79393"/>
                <a:gd name="connsiteX3" fmla="*/ 39697 w 362231"/>
                <a:gd name="connsiteY3" fmla="*/ 0 h 79393"/>
                <a:gd name="connsiteX4" fmla="*/ 322535 w 362231"/>
                <a:gd name="connsiteY4" fmla="*/ 0 h 79393"/>
                <a:gd name="connsiteX5" fmla="*/ 362231 w 362231"/>
                <a:gd name="connsiteY5" fmla="*/ 39697 h 79393"/>
                <a:gd name="connsiteX6" fmla="*/ 322535 w 3622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231" h="79393">
                  <a:moveTo>
                    <a:pt x="32253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22535" y="0"/>
                  </a:lnTo>
                  <a:cubicBezTo>
                    <a:pt x="344457" y="0"/>
                    <a:pt x="362231" y="17774"/>
                    <a:pt x="362231" y="39697"/>
                  </a:cubicBezTo>
                  <a:cubicBezTo>
                    <a:pt x="362231" y="61619"/>
                    <a:pt x="344457" y="79393"/>
                    <a:pt x="32253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46A1F704-7393-DF4E-9507-A2EEA4BC5284}"/>
                </a:ext>
              </a:extLst>
            </p:cNvPr>
            <p:cNvSpPr/>
            <p:nvPr/>
          </p:nvSpPr>
          <p:spPr>
            <a:xfrm>
              <a:off x="6984060" y="4820634"/>
              <a:ext cx="456689" cy="561805"/>
            </a:xfrm>
            <a:custGeom>
              <a:avLst/>
              <a:gdLst>
                <a:gd name="connsiteX0" fmla="*/ 231907 w 456689"/>
                <a:gd name="connsiteY0" fmla="*/ 561805 h 561805"/>
                <a:gd name="connsiteX1" fmla="*/ 2014 w 456689"/>
                <a:gd name="connsiteY1" fmla="*/ 317027 h 561805"/>
                <a:gd name="connsiteX2" fmla="*/ 79 w 456689"/>
                <a:gd name="connsiteY2" fmla="*/ 61381 h 561805"/>
                <a:gd name="connsiteX3" fmla="*/ 11393 w 456689"/>
                <a:gd name="connsiteY3" fmla="*/ 11760 h 561805"/>
                <a:gd name="connsiteX4" fmla="*/ 39577 w 456689"/>
                <a:gd name="connsiteY4" fmla="*/ 0 h 561805"/>
                <a:gd name="connsiteX5" fmla="*/ 416695 w 456689"/>
                <a:gd name="connsiteY5" fmla="*/ 0 h 561805"/>
                <a:gd name="connsiteX6" fmla="*/ 456391 w 456689"/>
                <a:gd name="connsiteY6" fmla="*/ 39697 h 561805"/>
                <a:gd name="connsiteX7" fmla="*/ 456689 w 456689"/>
                <a:gd name="connsiteY7" fmla="*/ 317027 h 561805"/>
                <a:gd name="connsiteX8" fmla="*/ 231907 w 456689"/>
                <a:gd name="connsiteY8" fmla="*/ 561805 h 561805"/>
                <a:gd name="connsiteX9" fmla="*/ 79571 w 456689"/>
                <a:gd name="connsiteY9" fmla="*/ 79592 h 561805"/>
                <a:gd name="connsiteX10" fmla="*/ 81308 w 456689"/>
                <a:gd name="connsiteY10" fmla="*/ 317027 h 561805"/>
                <a:gd name="connsiteX11" fmla="*/ 231808 w 456689"/>
                <a:gd name="connsiteY11" fmla="*/ 482412 h 561805"/>
                <a:gd name="connsiteX12" fmla="*/ 377346 w 456689"/>
                <a:gd name="connsiteY12" fmla="*/ 317027 h 561805"/>
                <a:gd name="connsiteX13" fmla="*/ 376949 w 456689"/>
                <a:gd name="connsiteY13" fmla="*/ 79592 h 56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689" h="561805">
                  <a:moveTo>
                    <a:pt x="231907" y="561805"/>
                  </a:moveTo>
                  <a:cubicBezTo>
                    <a:pt x="120459" y="561805"/>
                    <a:pt x="2014" y="476011"/>
                    <a:pt x="2014" y="317027"/>
                  </a:cubicBezTo>
                  <a:cubicBezTo>
                    <a:pt x="2014" y="266314"/>
                    <a:pt x="625" y="117452"/>
                    <a:pt x="79" y="61381"/>
                  </a:cubicBezTo>
                  <a:cubicBezTo>
                    <a:pt x="-219" y="30219"/>
                    <a:pt x="-268" y="23719"/>
                    <a:pt x="11393" y="11760"/>
                  </a:cubicBezTo>
                  <a:cubicBezTo>
                    <a:pt x="18843" y="4239"/>
                    <a:pt x="28990" y="5"/>
                    <a:pt x="39577" y="0"/>
                  </a:cubicBezTo>
                  <a:lnTo>
                    <a:pt x="416695" y="0"/>
                  </a:lnTo>
                  <a:cubicBezTo>
                    <a:pt x="438617" y="0"/>
                    <a:pt x="456391" y="17773"/>
                    <a:pt x="456391" y="39697"/>
                  </a:cubicBezTo>
                  <a:cubicBezTo>
                    <a:pt x="456391" y="39697"/>
                    <a:pt x="456689" y="250584"/>
                    <a:pt x="456689" y="317027"/>
                  </a:cubicBezTo>
                  <a:cubicBezTo>
                    <a:pt x="456689" y="476011"/>
                    <a:pt x="340974" y="561805"/>
                    <a:pt x="231907" y="561805"/>
                  </a:cubicBezTo>
                  <a:close/>
                  <a:moveTo>
                    <a:pt x="79571" y="79592"/>
                  </a:moveTo>
                  <a:cubicBezTo>
                    <a:pt x="80167" y="144992"/>
                    <a:pt x="81308" y="270929"/>
                    <a:pt x="81308" y="317027"/>
                  </a:cubicBezTo>
                  <a:cubicBezTo>
                    <a:pt x="81308" y="425597"/>
                    <a:pt x="157029" y="482412"/>
                    <a:pt x="231808" y="482412"/>
                  </a:cubicBezTo>
                  <a:cubicBezTo>
                    <a:pt x="326087" y="482412"/>
                    <a:pt x="377346" y="397214"/>
                    <a:pt x="377346" y="317027"/>
                  </a:cubicBezTo>
                  <a:cubicBezTo>
                    <a:pt x="377346" y="268845"/>
                    <a:pt x="377346" y="143900"/>
                    <a:pt x="376949" y="795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5" name="Picture Placeholder 83">
            <a:extLst>
              <a:ext uri="{FF2B5EF4-FFF2-40B4-BE49-F238E27FC236}">
                <a16:creationId xmlns:a16="http://schemas.microsoft.com/office/drawing/2014/main" id="{169CDACD-5F9E-4217-A890-E5EB62CCDA1A}"/>
              </a:ext>
            </a:extLst>
          </p:cNvPr>
          <p:cNvGrpSpPr>
            <a:grpSpLocks noChangeAspect="1"/>
          </p:cNvGrpSpPr>
          <p:nvPr/>
        </p:nvGrpSpPr>
        <p:grpSpPr>
          <a:xfrm>
            <a:off x="8108226" y="5008300"/>
            <a:ext cx="838590" cy="368929"/>
            <a:chOff x="8108226" y="5008300"/>
            <a:chExt cx="838590" cy="368929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03A33684-B5C7-9B42-8E32-99246C6EDF91}"/>
                </a:ext>
              </a:extLst>
            </p:cNvPr>
            <p:cNvSpPr/>
            <p:nvPr/>
          </p:nvSpPr>
          <p:spPr>
            <a:xfrm>
              <a:off x="8201959" y="5158899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6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6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2CBE36BD-5A5A-604A-B490-32053E5C787E}"/>
                </a:ext>
              </a:extLst>
            </p:cNvPr>
            <p:cNvSpPr/>
            <p:nvPr/>
          </p:nvSpPr>
          <p:spPr>
            <a:xfrm>
              <a:off x="8296239" y="5158899"/>
              <a:ext cx="79393" cy="218331"/>
            </a:xfrm>
            <a:custGeom>
              <a:avLst/>
              <a:gdLst>
                <a:gd name="connsiteX0" fmla="*/ 39697 w 79393"/>
                <a:gd name="connsiteY0" fmla="*/ 218331 h 218331"/>
                <a:gd name="connsiteX1" fmla="*/ 0 w 79393"/>
                <a:gd name="connsiteY1" fmla="*/ 178634 h 218331"/>
                <a:gd name="connsiteX2" fmla="*/ 0 w 79393"/>
                <a:gd name="connsiteY2" fmla="*/ 39697 h 218331"/>
                <a:gd name="connsiteX3" fmla="*/ 39697 w 79393"/>
                <a:gd name="connsiteY3" fmla="*/ 0 h 218331"/>
                <a:gd name="connsiteX4" fmla="*/ 79393 w 79393"/>
                <a:gd name="connsiteY4" fmla="*/ 39697 h 218331"/>
                <a:gd name="connsiteX5" fmla="*/ 79393 w 79393"/>
                <a:gd name="connsiteY5" fmla="*/ 178634 h 218331"/>
                <a:gd name="connsiteX6" fmla="*/ 39697 w 79393"/>
                <a:gd name="connsiteY6" fmla="*/ 218331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8331">
                  <a:moveTo>
                    <a:pt x="39697" y="218331"/>
                  </a:moveTo>
                  <a:cubicBezTo>
                    <a:pt x="17773" y="218331"/>
                    <a:pt x="0" y="200557"/>
                    <a:pt x="0" y="17863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8634"/>
                  </a:lnTo>
                  <a:cubicBezTo>
                    <a:pt x="79393" y="200557"/>
                    <a:pt x="61621" y="218331"/>
                    <a:pt x="39697" y="2183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1BB2F348-4640-FF47-A25B-0ED838219AEF}"/>
                </a:ext>
              </a:extLst>
            </p:cNvPr>
            <p:cNvSpPr/>
            <p:nvPr/>
          </p:nvSpPr>
          <p:spPr>
            <a:xfrm>
              <a:off x="8108226" y="5156616"/>
              <a:ext cx="79393" cy="213368"/>
            </a:xfrm>
            <a:custGeom>
              <a:avLst/>
              <a:gdLst>
                <a:gd name="connsiteX0" fmla="*/ 39697 w 79393"/>
                <a:gd name="connsiteY0" fmla="*/ 213369 h 213368"/>
                <a:gd name="connsiteX1" fmla="*/ 0 w 79393"/>
                <a:gd name="connsiteY1" fmla="*/ 173672 h 213368"/>
                <a:gd name="connsiteX2" fmla="*/ 0 w 79393"/>
                <a:gd name="connsiteY2" fmla="*/ 39697 h 213368"/>
                <a:gd name="connsiteX3" fmla="*/ 39697 w 79393"/>
                <a:gd name="connsiteY3" fmla="*/ 0 h 213368"/>
                <a:gd name="connsiteX4" fmla="*/ 79393 w 79393"/>
                <a:gd name="connsiteY4" fmla="*/ 39697 h 213368"/>
                <a:gd name="connsiteX5" fmla="*/ 79393 w 79393"/>
                <a:gd name="connsiteY5" fmla="*/ 173672 h 213368"/>
                <a:gd name="connsiteX6" fmla="*/ 39697 w 79393"/>
                <a:gd name="connsiteY6" fmla="*/ 213369 h 21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3368">
                  <a:moveTo>
                    <a:pt x="39697" y="213369"/>
                  </a:moveTo>
                  <a:cubicBezTo>
                    <a:pt x="17773" y="213369"/>
                    <a:pt x="0" y="195595"/>
                    <a:pt x="0" y="1736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3672"/>
                  </a:lnTo>
                  <a:cubicBezTo>
                    <a:pt x="79393" y="195595"/>
                    <a:pt x="61621" y="213369"/>
                    <a:pt x="39697" y="213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E026B702-34F8-2740-8A5E-771D8433545F}"/>
                </a:ext>
              </a:extLst>
            </p:cNvPr>
            <p:cNvSpPr/>
            <p:nvPr/>
          </p:nvSpPr>
          <p:spPr>
            <a:xfrm>
              <a:off x="8109020" y="5156021"/>
              <a:ext cx="548507" cy="79393"/>
            </a:xfrm>
            <a:custGeom>
              <a:avLst/>
              <a:gdLst>
                <a:gd name="connsiteX0" fmla="*/ 508811 w 548507"/>
                <a:gd name="connsiteY0" fmla="*/ 79393 h 79393"/>
                <a:gd name="connsiteX1" fmla="*/ 39697 w 548507"/>
                <a:gd name="connsiteY1" fmla="*/ 79393 h 79393"/>
                <a:gd name="connsiteX2" fmla="*/ 0 w 548507"/>
                <a:gd name="connsiteY2" fmla="*/ 39697 h 79393"/>
                <a:gd name="connsiteX3" fmla="*/ 39697 w 548507"/>
                <a:gd name="connsiteY3" fmla="*/ 0 h 79393"/>
                <a:gd name="connsiteX4" fmla="*/ 508811 w 548507"/>
                <a:gd name="connsiteY4" fmla="*/ 0 h 79393"/>
                <a:gd name="connsiteX5" fmla="*/ 548508 w 548507"/>
                <a:gd name="connsiteY5" fmla="*/ 39697 h 79393"/>
                <a:gd name="connsiteX6" fmla="*/ 508811 w 54850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507" h="79393">
                  <a:moveTo>
                    <a:pt x="50881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8811" y="0"/>
                  </a:lnTo>
                  <a:cubicBezTo>
                    <a:pt x="530734" y="0"/>
                    <a:pt x="548508" y="17773"/>
                    <a:pt x="548508" y="39697"/>
                  </a:cubicBezTo>
                  <a:cubicBezTo>
                    <a:pt x="548508" y="61620"/>
                    <a:pt x="530734" y="79393"/>
                    <a:pt x="50881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10D1834F-1CA9-2343-9717-5606E186EA06}"/>
                </a:ext>
              </a:extLst>
            </p:cNvPr>
            <p:cNvSpPr/>
            <p:nvPr/>
          </p:nvSpPr>
          <p:spPr>
            <a:xfrm>
              <a:off x="8578432" y="5008300"/>
              <a:ext cx="368384" cy="368384"/>
            </a:xfrm>
            <a:custGeom>
              <a:avLst/>
              <a:gdLst>
                <a:gd name="connsiteX0" fmla="*/ 184341 w 368384"/>
                <a:gd name="connsiteY0" fmla="*/ 368384 h 368384"/>
                <a:gd name="connsiteX1" fmla="*/ 0 w 368384"/>
                <a:gd name="connsiteY1" fmla="*/ 184341 h 368384"/>
                <a:gd name="connsiteX2" fmla="*/ 184043 w 368384"/>
                <a:gd name="connsiteY2" fmla="*/ 0 h 368384"/>
                <a:gd name="connsiteX3" fmla="*/ 368384 w 368384"/>
                <a:gd name="connsiteY3" fmla="*/ 184043 h 368384"/>
                <a:gd name="connsiteX4" fmla="*/ 368384 w 368384"/>
                <a:gd name="connsiteY4" fmla="*/ 184242 h 368384"/>
                <a:gd name="connsiteX5" fmla="*/ 184341 w 368384"/>
                <a:gd name="connsiteY5" fmla="*/ 368384 h 368384"/>
                <a:gd name="connsiteX6" fmla="*/ 184341 w 368384"/>
                <a:gd name="connsiteY6" fmla="*/ 79443 h 368384"/>
                <a:gd name="connsiteX7" fmla="*/ 79393 w 368384"/>
                <a:gd name="connsiteY7" fmla="*/ 184093 h 368384"/>
                <a:gd name="connsiteX8" fmla="*/ 184043 w 368384"/>
                <a:gd name="connsiteY8" fmla="*/ 289041 h 368384"/>
                <a:gd name="connsiteX9" fmla="*/ 288991 w 368384"/>
                <a:gd name="connsiteY9" fmla="*/ 184391 h 368384"/>
                <a:gd name="connsiteX10" fmla="*/ 288991 w 368384"/>
                <a:gd name="connsiteY10" fmla="*/ 184242 h 368384"/>
                <a:gd name="connsiteX11" fmla="*/ 184341 w 368384"/>
                <a:gd name="connsiteY11" fmla="*/ 79443 h 36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8384" h="368384">
                  <a:moveTo>
                    <a:pt x="184341" y="368384"/>
                  </a:moveTo>
                  <a:cubicBezTo>
                    <a:pt x="82614" y="368468"/>
                    <a:pt x="82" y="286068"/>
                    <a:pt x="0" y="184341"/>
                  </a:cubicBezTo>
                  <a:cubicBezTo>
                    <a:pt x="-82" y="82615"/>
                    <a:pt x="82316" y="82"/>
                    <a:pt x="184043" y="0"/>
                  </a:cubicBezTo>
                  <a:cubicBezTo>
                    <a:pt x="285771" y="-82"/>
                    <a:pt x="368300" y="82317"/>
                    <a:pt x="368384" y="184043"/>
                  </a:cubicBezTo>
                  <a:cubicBezTo>
                    <a:pt x="368384" y="184109"/>
                    <a:pt x="368384" y="184176"/>
                    <a:pt x="368384" y="184242"/>
                  </a:cubicBezTo>
                  <a:cubicBezTo>
                    <a:pt x="368275" y="285855"/>
                    <a:pt x="285954" y="368220"/>
                    <a:pt x="184341" y="368384"/>
                  </a:cubicBezTo>
                  <a:close/>
                  <a:moveTo>
                    <a:pt x="184341" y="79443"/>
                  </a:moveTo>
                  <a:cubicBezTo>
                    <a:pt x="126463" y="79360"/>
                    <a:pt x="79478" y="126214"/>
                    <a:pt x="79393" y="184093"/>
                  </a:cubicBezTo>
                  <a:cubicBezTo>
                    <a:pt x="79309" y="241971"/>
                    <a:pt x="126166" y="288956"/>
                    <a:pt x="184043" y="289041"/>
                  </a:cubicBezTo>
                  <a:cubicBezTo>
                    <a:pt x="241921" y="289125"/>
                    <a:pt x="288907" y="242269"/>
                    <a:pt x="288991" y="184391"/>
                  </a:cubicBezTo>
                  <a:cubicBezTo>
                    <a:pt x="288991" y="184341"/>
                    <a:pt x="288991" y="184291"/>
                    <a:pt x="288991" y="184242"/>
                  </a:cubicBezTo>
                  <a:cubicBezTo>
                    <a:pt x="288937" y="126444"/>
                    <a:pt x="242139" y="79580"/>
                    <a:pt x="184341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1" name="Picture Placeholder 85">
            <a:extLst>
              <a:ext uri="{FF2B5EF4-FFF2-40B4-BE49-F238E27FC236}">
                <a16:creationId xmlns:a16="http://schemas.microsoft.com/office/drawing/2014/main" id="{85100BA7-95E2-43DA-8D80-B578AEC6FAAD}"/>
              </a:ext>
            </a:extLst>
          </p:cNvPr>
          <p:cNvGrpSpPr>
            <a:grpSpLocks noChangeAspect="1"/>
          </p:cNvGrpSpPr>
          <p:nvPr/>
        </p:nvGrpSpPr>
        <p:grpSpPr>
          <a:xfrm>
            <a:off x="9428397" y="4770695"/>
            <a:ext cx="832594" cy="845557"/>
            <a:chOff x="9428397" y="4770695"/>
            <a:chExt cx="832594" cy="845557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D66B401D-2097-C649-A922-EF783F718C5C}"/>
                </a:ext>
              </a:extLst>
            </p:cNvPr>
            <p:cNvSpPr/>
            <p:nvPr/>
          </p:nvSpPr>
          <p:spPr>
            <a:xfrm>
              <a:off x="9959051" y="4770695"/>
              <a:ext cx="301940" cy="489926"/>
            </a:xfrm>
            <a:custGeom>
              <a:avLst/>
              <a:gdLst>
                <a:gd name="connsiteX0" fmla="*/ 39553 w 301940"/>
                <a:gd name="connsiteY0" fmla="*/ 489926 h 489926"/>
                <a:gd name="connsiteX1" fmla="*/ 0 w 301940"/>
                <a:gd name="connsiteY1" fmla="*/ 450086 h 489926"/>
                <a:gd name="connsiteX2" fmla="*/ 4818 w 301940"/>
                <a:gd name="connsiteY2" fmla="*/ 431275 h 489926"/>
                <a:gd name="connsiteX3" fmla="*/ 228112 w 301940"/>
                <a:gd name="connsiteY3" fmla="*/ 19423 h 489926"/>
                <a:gd name="connsiteX4" fmla="*/ 282516 w 301940"/>
                <a:gd name="connsiteY4" fmla="*/ 5577 h 489926"/>
                <a:gd name="connsiteX5" fmla="*/ 297779 w 301940"/>
                <a:gd name="connsiteY5" fmla="*/ 57383 h 489926"/>
                <a:gd name="connsiteX6" fmla="*/ 74486 w 301940"/>
                <a:gd name="connsiteY6" fmla="*/ 469235 h 489926"/>
                <a:gd name="connsiteX7" fmla="*/ 39553 w 301940"/>
                <a:gd name="connsiteY7" fmla="*/ 489926 h 48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0" h="489926">
                  <a:moveTo>
                    <a:pt x="39553" y="489926"/>
                  </a:moveTo>
                  <a:cubicBezTo>
                    <a:pt x="17631" y="489847"/>
                    <a:pt x="-79" y="472010"/>
                    <a:pt x="0" y="450086"/>
                  </a:cubicBezTo>
                  <a:cubicBezTo>
                    <a:pt x="25" y="443514"/>
                    <a:pt x="1677" y="437050"/>
                    <a:pt x="4818" y="431275"/>
                  </a:cubicBezTo>
                  <a:lnTo>
                    <a:pt x="228112" y="19423"/>
                  </a:lnTo>
                  <a:cubicBezTo>
                    <a:pt x="239311" y="576"/>
                    <a:pt x="263670" y="-5623"/>
                    <a:pt x="282516" y="5577"/>
                  </a:cubicBezTo>
                  <a:cubicBezTo>
                    <a:pt x="300380" y="16191"/>
                    <a:pt x="307034" y="38781"/>
                    <a:pt x="297779" y="57383"/>
                  </a:cubicBezTo>
                  <a:lnTo>
                    <a:pt x="74486" y="469235"/>
                  </a:lnTo>
                  <a:cubicBezTo>
                    <a:pt x="67514" y="482015"/>
                    <a:pt x="54112" y="489956"/>
                    <a:pt x="39553" y="4899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10A677A4-2ED3-9146-8DF2-F795E96BDE7C}"/>
                </a:ext>
              </a:extLst>
            </p:cNvPr>
            <p:cNvSpPr/>
            <p:nvPr/>
          </p:nvSpPr>
          <p:spPr>
            <a:xfrm>
              <a:off x="9428397" y="4771693"/>
              <a:ext cx="307282" cy="483965"/>
            </a:xfrm>
            <a:custGeom>
              <a:avLst/>
              <a:gdLst>
                <a:gd name="connsiteX0" fmla="*/ 267570 w 307282"/>
                <a:gd name="connsiteY0" fmla="*/ 483966 h 483965"/>
                <a:gd name="connsiteX1" fmla="*/ 232836 w 307282"/>
                <a:gd name="connsiteY1" fmla="*/ 463720 h 483965"/>
                <a:gd name="connsiteX2" fmla="*/ 5126 w 307282"/>
                <a:gd name="connsiteY2" fmla="*/ 59212 h 483965"/>
                <a:gd name="connsiteX3" fmla="*/ 20211 w 307282"/>
                <a:gd name="connsiteY3" fmla="*/ 5126 h 483965"/>
                <a:gd name="connsiteX4" fmla="*/ 74297 w 307282"/>
                <a:gd name="connsiteY4" fmla="*/ 20211 h 483965"/>
                <a:gd name="connsiteX5" fmla="*/ 302156 w 307282"/>
                <a:gd name="connsiteY5" fmla="*/ 424768 h 483965"/>
                <a:gd name="connsiteX6" fmla="*/ 287081 w 307282"/>
                <a:gd name="connsiteY6" fmla="*/ 478846 h 483965"/>
                <a:gd name="connsiteX7" fmla="*/ 267421 w 307282"/>
                <a:gd name="connsiteY7" fmla="*/ 483966 h 483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82" h="483965">
                  <a:moveTo>
                    <a:pt x="267570" y="483966"/>
                  </a:moveTo>
                  <a:cubicBezTo>
                    <a:pt x="253178" y="484010"/>
                    <a:pt x="239888" y="476266"/>
                    <a:pt x="232836" y="463720"/>
                  </a:cubicBezTo>
                  <a:lnTo>
                    <a:pt x="5126" y="59212"/>
                  </a:lnTo>
                  <a:cubicBezTo>
                    <a:pt x="-5644" y="40112"/>
                    <a:pt x="1110" y="15896"/>
                    <a:pt x="20211" y="5126"/>
                  </a:cubicBezTo>
                  <a:cubicBezTo>
                    <a:pt x="39312" y="-5644"/>
                    <a:pt x="63527" y="1109"/>
                    <a:pt x="74297" y="20211"/>
                  </a:cubicBezTo>
                  <a:lnTo>
                    <a:pt x="302156" y="424768"/>
                  </a:lnTo>
                  <a:cubicBezTo>
                    <a:pt x="312926" y="443864"/>
                    <a:pt x="306177" y="468076"/>
                    <a:pt x="287081" y="478846"/>
                  </a:cubicBezTo>
                  <a:cubicBezTo>
                    <a:pt x="281083" y="482228"/>
                    <a:pt x="274308" y="483995"/>
                    <a:pt x="267421" y="48396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D09CC0D9-9C50-3A4D-836C-2561B40DD878}"/>
                </a:ext>
              </a:extLst>
            </p:cNvPr>
            <p:cNvSpPr/>
            <p:nvPr/>
          </p:nvSpPr>
          <p:spPr>
            <a:xfrm>
              <a:off x="9601440" y="5124114"/>
              <a:ext cx="492138" cy="492137"/>
            </a:xfrm>
            <a:custGeom>
              <a:avLst/>
              <a:gdLst>
                <a:gd name="connsiteX0" fmla="*/ 246069 w 492138"/>
                <a:gd name="connsiteY0" fmla="*/ 492138 h 492137"/>
                <a:gd name="connsiteX1" fmla="*/ 0 w 492138"/>
                <a:gd name="connsiteY1" fmla="*/ 246069 h 492137"/>
                <a:gd name="connsiteX2" fmla="*/ 246069 w 492138"/>
                <a:gd name="connsiteY2" fmla="*/ 0 h 492137"/>
                <a:gd name="connsiteX3" fmla="*/ 492139 w 492138"/>
                <a:gd name="connsiteY3" fmla="*/ 246069 h 492137"/>
                <a:gd name="connsiteX4" fmla="*/ 246069 w 492138"/>
                <a:gd name="connsiteY4" fmla="*/ 492138 h 492137"/>
                <a:gd name="connsiteX5" fmla="*/ 246069 w 492138"/>
                <a:gd name="connsiteY5" fmla="*/ 79393 h 492137"/>
                <a:gd name="connsiteX6" fmla="*/ 79393 w 492138"/>
                <a:gd name="connsiteY6" fmla="*/ 246069 h 492137"/>
                <a:gd name="connsiteX7" fmla="*/ 246069 w 492138"/>
                <a:gd name="connsiteY7" fmla="*/ 412745 h 492137"/>
                <a:gd name="connsiteX8" fmla="*/ 412745 w 492138"/>
                <a:gd name="connsiteY8" fmla="*/ 246069 h 492137"/>
                <a:gd name="connsiteX9" fmla="*/ 246069 w 492138"/>
                <a:gd name="connsiteY9" fmla="*/ 79393 h 49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138" h="492137">
                  <a:moveTo>
                    <a:pt x="246069" y="492138"/>
                  </a:moveTo>
                  <a:cubicBezTo>
                    <a:pt x="110169" y="492138"/>
                    <a:pt x="0" y="381970"/>
                    <a:pt x="0" y="246069"/>
                  </a:cubicBezTo>
                  <a:cubicBezTo>
                    <a:pt x="0" y="110169"/>
                    <a:pt x="110169" y="0"/>
                    <a:pt x="246069" y="0"/>
                  </a:cubicBezTo>
                  <a:cubicBezTo>
                    <a:pt x="381971" y="0"/>
                    <a:pt x="492139" y="110169"/>
                    <a:pt x="492139" y="246069"/>
                  </a:cubicBezTo>
                  <a:cubicBezTo>
                    <a:pt x="492000" y="381911"/>
                    <a:pt x="381911" y="491999"/>
                    <a:pt x="246069" y="492138"/>
                  </a:cubicBezTo>
                  <a:close/>
                  <a:moveTo>
                    <a:pt x="246069" y="79393"/>
                  </a:moveTo>
                  <a:cubicBezTo>
                    <a:pt x="154017" y="79393"/>
                    <a:pt x="79393" y="154018"/>
                    <a:pt x="79393" y="246069"/>
                  </a:cubicBezTo>
                  <a:cubicBezTo>
                    <a:pt x="79393" y="338120"/>
                    <a:pt x="154017" y="412745"/>
                    <a:pt x="246069" y="412745"/>
                  </a:cubicBezTo>
                  <a:cubicBezTo>
                    <a:pt x="338121" y="412745"/>
                    <a:pt x="412745" y="338120"/>
                    <a:pt x="412745" y="246069"/>
                  </a:cubicBezTo>
                  <a:cubicBezTo>
                    <a:pt x="412661" y="154052"/>
                    <a:pt x="338086" y="79475"/>
                    <a:pt x="24606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E9EB29AB-F98E-2848-9FDF-07672768684D}"/>
                </a:ext>
              </a:extLst>
            </p:cNvPr>
            <p:cNvSpPr/>
            <p:nvPr/>
          </p:nvSpPr>
          <p:spPr>
            <a:xfrm>
              <a:off x="9772829" y="5259825"/>
              <a:ext cx="121621" cy="220813"/>
            </a:xfrm>
            <a:custGeom>
              <a:avLst/>
              <a:gdLst>
                <a:gd name="connsiteX0" fmla="*/ 81925 w 121621"/>
                <a:gd name="connsiteY0" fmla="*/ 220814 h 220813"/>
                <a:gd name="connsiteX1" fmla="*/ 42228 w 121621"/>
                <a:gd name="connsiteY1" fmla="*/ 181117 h 220813"/>
                <a:gd name="connsiteX2" fmla="*/ 42228 w 121621"/>
                <a:gd name="connsiteY2" fmla="*/ 99194 h 220813"/>
                <a:gd name="connsiteX3" fmla="*/ 81 w 121621"/>
                <a:gd name="connsiteY3" fmla="*/ 62107 h 220813"/>
                <a:gd name="connsiteX4" fmla="*/ 22876 w 121621"/>
                <a:gd name="connsiteY4" fmla="*/ 23621 h 220813"/>
                <a:gd name="connsiteX5" fmla="*/ 65054 w 121621"/>
                <a:gd name="connsiteY5" fmla="*/ 3773 h 220813"/>
                <a:gd name="connsiteX6" fmla="*/ 117858 w 121621"/>
                <a:gd name="connsiteY6" fmla="*/ 22837 h 220813"/>
                <a:gd name="connsiteX7" fmla="*/ 121621 w 121621"/>
                <a:gd name="connsiteY7" fmla="*/ 39649 h 220813"/>
                <a:gd name="connsiteX8" fmla="*/ 121621 w 121621"/>
                <a:gd name="connsiteY8" fmla="*/ 181068 h 220813"/>
                <a:gd name="connsiteX9" fmla="*/ 81974 w 121621"/>
                <a:gd name="connsiteY9" fmla="*/ 220814 h 220813"/>
                <a:gd name="connsiteX10" fmla="*/ 81925 w 121621"/>
                <a:gd name="connsiteY10" fmla="*/ 220814 h 22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621" h="220813">
                  <a:moveTo>
                    <a:pt x="81925" y="220814"/>
                  </a:moveTo>
                  <a:cubicBezTo>
                    <a:pt x="60001" y="220814"/>
                    <a:pt x="42228" y="203040"/>
                    <a:pt x="42228" y="181117"/>
                  </a:cubicBezTo>
                  <a:lnTo>
                    <a:pt x="42228" y="99194"/>
                  </a:lnTo>
                  <a:cubicBezTo>
                    <a:pt x="20349" y="100593"/>
                    <a:pt x="1479" y="83990"/>
                    <a:pt x="81" y="62107"/>
                  </a:cubicBezTo>
                  <a:cubicBezTo>
                    <a:pt x="-960" y="45812"/>
                    <a:pt x="8085" y="30538"/>
                    <a:pt x="22876" y="23621"/>
                  </a:cubicBezTo>
                  <a:lnTo>
                    <a:pt x="65054" y="3773"/>
                  </a:lnTo>
                  <a:cubicBezTo>
                    <a:pt x="84899" y="-5545"/>
                    <a:pt x="108540" y="2989"/>
                    <a:pt x="117858" y="22837"/>
                  </a:cubicBezTo>
                  <a:cubicBezTo>
                    <a:pt x="120328" y="28097"/>
                    <a:pt x="121613" y="33838"/>
                    <a:pt x="121621" y="39649"/>
                  </a:cubicBezTo>
                  <a:lnTo>
                    <a:pt x="121621" y="181068"/>
                  </a:lnTo>
                  <a:cubicBezTo>
                    <a:pt x="121649" y="202990"/>
                    <a:pt x="103898" y="220784"/>
                    <a:pt x="81974" y="220814"/>
                  </a:cubicBezTo>
                  <a:cubicBezTo>
                    <a:pt x="81958" y="220814"/>
                    <a:pt x="81941" y="220814"/>
                    <a:pt x="81925" y="2208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465785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E063AEE5-3E15-4EF4-A31F-7D661773279B}"/>
              </a:ext>
            </a:extLst>
          </p:cNvPr>
          <p:cNvGrpSpPr>
            <a:grpSpLocks noChangeAspect="1"/>
          </p:cNvGrpSpPr>
          <p:nvPr/>
        </p:nvGrpSpPr>
        <p:grpSpPr>
          <a:xfrm>
            <a:off x="1493787" y="1425030"/>
            <a:ext cx="831544" cy="823706"/>
            <a:chOff x="1493787" y="1425030"/>
            <a:chExt cx="831544" cy="823706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8B1C8C5-DF03-6746-85EF-D8AAC9F3CFCD}"/>
                </a:ext>
              </a:extLst>
            </p:cNvPr>
            <p:cNvSpPr/>
            <p:nvPr/>
          </p:nvSpPr>
          <p:spPr>
            <a:xfrm>
              <a:off x="1581987" y="1539678"/>
              <a:ext cx="655638" cy="709059"/>
            </a:xfrm>
            <a:custGeom>
              <a:avLst/>
              <a:gdLst>
                <a:gd name="connsiteX0" fmla="*/ 565801 w 655638"/>
                <a:gd name="connsiteY0" fmla="*/ 709056 h 709059"/>
                <a:gd name="connsiteX1" fmla="*/ 89442 w 655638"/>
                <a:gd name="connsiteY1" fmla="*/ 709056 h 709059"/>
                <a:gd name="connsiteX2" fmla="*/ 49746 w 655638"/>
                <a:gd name="connsiteY2" fmla="*/ 672485 h 709059"/>
                <a:gd name="connsiteX3" fmla="*/ 125 w 655638"/>
                <a:gd name="connsiteY3" fmla="*/ 42948 h 709059"/>
                <a:gd name="connsiteX4" fmla="*/ 36695 w 655638"/>
                <a:gd name="connsiteY4" fmla="*/ 125 h 709059"/>
                <a:gd name="connsiteX5" fmla="*/ 79518 w 655638"/>
                <a:gd name="connsiteY5" fmla="*/ 36695 h 709059"/>
                <a:gd name="connsiteX6" fmla="*/ 126261 w 655638"/>
                <a:gd name="connsiteY6" fmla="*/ 629663 h 709059"/>
                <a:gd name="connsiteX7" fmla="*/ 529380 w 655638"/>
                <a:gd name="connsiteY7" fmla="*/ 629663 h 709059"/>
                <a:gd name="connsiteX8" fmla="*/ 576122 w 655638"/>
                <a:gd name="connsiteY8" fmla="*/ 37539 h 709059"/>
                <a:gd name="connsiteX9" fmla="*/ 618920 w 655638"/>
                <a:gd name="connsiteY9" fmla="*/ 944 h 709059"/>
                <a:gd name="connsiteX10" fmla="*/ 655516 w 655638"/>
                <a:gd name="connsiteY10" fmla="*/ 43741 h 709059"/>
                <a:gd name="connsiteX11" fmla="*/ 605895 w 655638"/>
                <a:gd name="connsiteY11" fmla="*/ 672485 h 709059"/>
                <a:gd name="connsiteX12" fmla="*/ 565801 w 655638"/>
                <a:gd name="connsiteY12" fmla="*/ 709056 h 70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5638" h="709059">
                  <a:moveTo>
                    <a:pt x="565801" y="709056"/>
                  </a:moveTo>
                  <a:lnTo>
                    <a:pt x="89442" y="709056"/>
                  </a:lnTo>
                  <a:cubicBezTo>
                    <a:pt x="68683" y="709120"/>
                    <a:pt x="51380" y="693182"/>
                    <a:pt x="49746" y="672485"/>
                  </a:cubicBezTo>
                  <a:lnTo>
                    <a:pt x="125" y="42948"/>
                  </a:lnTo>
                  <a:cubicBezTo>
                    <a:pt x="-1601" y="21024"/>
                    <a:pt x="14771" y="1851"/>
                    <a:pt x="36695" y="125"/>
                  </a:cubicBezTo>
                  <a:cubicBezTo>
                    <a:pt x="58619" y="-1601"/>
                    <a:pt x="77792" y="14771"/>
                    <a:pt x="79518" y="36695"/>
                  </a:cubicBezTo>
                  <a:lnTo>
                    <a:pt x="126261" y="629663"/>
                  </a:lnTo>
                  <a:lnTo>
                    <a:pt x="529380" y="629663"/>
                  </a:lnTo>
                  <a:lnTo>
                    <a:pt x="576122" y="37539"/>
                  </a:lnTo>
                  <a:cubicBezTo>
                    <a:pt x="577834" y="15615"/>
                    <a:pt x="596998" y="-769"/>
                    <a:pt x="618920" y="944"/>
                  </a:cubicBezTo>
                  <a:cubicBezTo>
                    <a:pt x="640843" y="2657"/>
                    <a:pt x="657228" y="21818"/>
                    <a:pt x="655516" y="43741"/>
                  </a:cubicBezTo>
                  <a:lnTo>
                    <a:pt x="605895" y="672485"/>
                  </a:lnTo>
                  <a:cubicBezTo>
                    <a:pt x="604248" y="693331"/>
                    <a:pt x="586712" y="709329"/>
                    <a:pt x="565801" y="70905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648DEFFA-F067-0C45-9635-833D33D6815A}"/>
                </a:ext>
              </a:extLst>
            </p:cNvPr>
            <p:cNvSpPr/>
            <p:nvPr/>
          </p:nvSpPr>
          <p:spPr>
            <a:xfrm>
              <a:off x="1777667" y="1701020"/>
              <a:ext cx="79393" cy="358807"/>
            </a:xfrm>
            <a:custGeom>
              <a:avLst/>
              <a:gdLst>
                <a:gd name="connsiteX0" fmla="*/ 39697 w 79393"/>
                <a:gd name="connsiteY0" fmla="*/ 358807 h 358807"/>
                <a:gd name="connsiteX1" fmla="*/ 0 w 79393"/>
                <a:gd name="connsiteY1" fmla="*/ 319111 h 358807"/>
                <a:gd name="connsiteX2" fmla="*/ 0 w 79393"/>
                <a:gd name="connsiteY2" fmla="*/ 39697 h 358807"/>
                <a:gd name="connsiteX3" fmla="*/ 39697 w 79393"/>
                <a:gd name="connsiteY3" fmla="*/ 0 h 358807"/>
                <a:gd name="connsiteX4" fmla="*/ 79393 w 79393"/>
                <a:gd name="connsiteY4" fmla="*/ 39697 h 358807"/>
                <a:gd name="connsiteX5" fmla="*/ 79393 w 79393"/>
                <a:gd name="connsiteY5" fmla="*/ 319111 h 358807"/>
                <a:gd name="connsiteX6" fmla="*/ 39697 w 79393"/>
                <a:gd name="connsiteY6" fmla="*/ 358807 h 35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8807">
                  <a:moveTo>
                    <a:pt x="39697" y="358807"/>
                  </a:moveTo>
                  <a:cubicBezTo>
                    <a:pt x="17773" y="358807"/>
                    <a:pt x="0" y="341033"/>
                    <a:pt x="0" y="3191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9111"/>
                  </a:lnTo>
                  <a:cubicBezTo>
                    <a:pt x="79393" y="341033"/>
                    <a:pt x="61621" y="358807"/>
                    <a:pt x="39697" y="3588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B83EB46B-4D09-3046-9931-7AB281E20790}"/>
                </a:ext>
              </a:extLst>
            </p:cNvPr>
            <p:cNvSpPr/>
            <p:nvPr/>
          </p:nvSpPr>
          <p:spPr>
            <a:xfrm>
              <a:off x="1961661" y="1701764"/>
              <a:ext cx="79393" cy="358807"/>
            </a:xfrm>
            <a:custGeom>
              <a:avLst/>
              <a:gdLst>
                <a:gd name="connsiteX0" fmla="*/ 39697 w 79393"/>
                <a:gd name="connsiteY0" fmla="*/ 358807 h 358807"/>
                <a:gd name="connsiteX1" fmla="*/ 0 w 79393"/>
                <a:gd name="connsiteY1" fmla="*/ 319111 h 358807"/>
                <a:gd name="connsiteX2" fmla="*/ 0 w 79393"/>
                <a:gd name="connsiteY2" fmla="*/ 39697 h 358807"/>
                <a:gd name="connsiteX3" fmla="*/ 39697 w 79393"/>
                <a:gd name="connsiteY3" fmla="*/ 0 h 358807"/>
                <a:gd name="connsiteX4" fmla="*/ 79393 w 79393"/>
                <a:gd name="connsiteY4" fmla="*/ 39697 h 358807"/>
                <a:gd name="connsiteX5" fmla="*/ 79393 w 79393"/>
                <a:gd name="connsiteY5" fmla="*/ 319111 h 358807"/>
                <a:gd name="connsiteX6" fmla="*/ 39697 w 79393"/>
                <a:gd name="connsiteY6" fmla="*/ 358807 h 35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8807">
                  <a:moveTo>
                    <a:pt x="39697" y="358807"/>
                  </a:moveTo>
                  <a:cubicBezTo>
                    <a:pt x="17774" y="358807"/>
                    <a:pt x="0" y="341033"/>
                    <a:pt x="0" y="31911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19111"/>
                  </a:lnTo>
                  <a:cubicBezTo>
                    <a:pt x="79393" y="341033"/>
                    <a:pt x="61619" y="358807"/>
                    <a:pt x="39697" y="3588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21A2176-BDB8-4E41-880C-29D4E477023E}"/>
                </a:ext>
              </a:extLst>
            </p:cNvPr>
            <p:cNvSpPr/>
            <p:nvPr/>
          </p:nvSpPr>
          <p:spPr>
            <a:xfrm>
              <a:off x="1493787" y="1531168"/>
              <a:ext cx="831544" cy="79393"/>
            </a:xfrm>
            <a:custGeom>
              <a:avLst/>
              <a:gdLst>
                <a:gd name="connsiteX0" fmla="*/ 791848 w 831544"/>
                <a:gd name="connsiteY0" fmla="*/ 79393 h 79393"/>
                <a:gd name="connsiteX1" fmla="*/ 39697 w 831544"/>
                <a:gd name="connsiteY1" fmla="*/ 79393 h 79393"/>
                <a:gd name="connsiteX2" fmla="*/ 0 w 831544"/>
                <a:gd name="connsiteY2" fmla="*/ 39697 h 79393"/>
                <a:gd name="connsiteX3" fmla="*/ 39697 w 831544"/>
                <a:gd name="connsiteY3" fmla="*/ 0 h 79393"/>
                <a:gd name="connsiteX4" fmla="*/ 791848 w 831544"/>
                <a:gd name="connsiteY4" fmla="*/ 0 h 79393"/>
                <a:gd name="connsiteX5" fmla="*/ 831544 w 831544"/>
                <a:gd name="connsiteY5" fmla="*/ 39697 h 79393"/>
                <a:gd name="connsiteX6" fmla="*/ 791848 w 8315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1544" h="79393">
                  <a:moveTo>
                    <a:pt x="7918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1848" y="0"/>
                  </a:lnTo>
                  <a:cubicBezTo>
                    <a:pt x="813770" y="0"/>
                    <a:pt x="831544" y="17773"/>
                    <a:pt x="831544" y="39697"/>
                  </a:cubicBezTo>
                  <a:cubicBezTo>
                    <a:pt x="831544" y="61620"/>
                    <a:pt x="813770" y="79393"/>
                    <a:pt x="79184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9B4B851-C02A-FE4C-9D56-C83BFBE1BF04}"/>
                </a:ext>
              </a:extLst>
            </p:cNvPr>
            <p:cNvSpPr/>
            <p:nvPr/>
          </p:nvSpPr>
          <p:spPr>
            <a:xfrm>
              <a:off x="1826097" y="1425030"/>
              <a:ext cx="166924" cy="79393"/>
            </a:xfrm>
            <a:custGeom>
              <a:avLst/>
              <a:gdLst>
                <a:gd name="connsiteX0" fmla="*/ 127228 w 166924"/>
                <a:gd name="connsiteY0" fmla="*/ 79393 h 79393"/>
                <a:gd name="connsiteX1" fmla="*/ 39697 w 166924"/>
                <a:gd name="connsiteY1" fmla="*/ 79393 h 79393"/>
                <a:gd name="connsiteX2" fmla="*/ 0 w 166924"/>
                <a:gd name="connsiteY2" fmla="*/ 39697 h 79393"/>
                <a:gd name="connsiteX3" fmla="*/ 39697 w 166924"/>
                <a:gd name="connsiteY3" fmla="*/ 0 h 79393"/>
                <a:gd name="connsiteX4" fmla="*/ 127228 w 166924"/>
                <a:gd name="connsiteY4" fmla="*/ 0 h 79393"/>
                <a:gd name="connsiteX5" fmla="*/ 166924 w 166924"/>
                <a:gd name="connsiteY5" fmla="*/ 39697 h 79393"/>
                <a:gd name="connsiteX6" fmla="*/ 127228 w 1669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24" h="79393">
                  <a:moveTo>
                    <a:pt x="1272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7228" y="0"/>
                  </a:lnTo>
                  <a:cubicBezTo>
                    <a:pt x="149150" y="0"/>
                    <a:pt x="166924" y="17773"/>
                    <a:pt x="166924" y="39697"/>
                  </a:cubicBezTo>
                  <a:cubicBezTo>
                    <a:pt x="166924" y="61620"/>
                    <a:pt x="149150" y="79393"/>
                    <a:pt x="1272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" name="Picture Placeholder 35">
            <a:extLst>
              <a:ext uri="{FF2B5EF4-FFF2-40B4-BE49-F238E27FC236}">
                <a16:creationId xmlns:a16="http://schemas.microsoft.com/office/drawing/2014/main" id="{289F7B12-BDE5-41DA-A92F-9AE236B8A634}"/>
              </a:ext>
            </a:extLst>
          </p:cNvPr>
          <p:cNvGrpSpPr>
            <a:grpSpLocks noChangeAspect="1"/>
          </p:cNvGrpSpPr>
          <p:nvPr/>
        </p:nvGrpSpPr>
        <p:grpSpPr>
          <a:xfrm>
            <a:off x="2812341" y="1417984"/>
            <a:ext cx="829456" cy="837795"/>
            <a:chOff x="2812341" y="1417984"/>
            <a:chExt cx="829456" cy="837795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49E4E07B-89E0-C746-8838-37862140AA0E}"/>
                </a:ext>
              </a:extLst>
            </p:cNvPr>
            <p:cNvSpPr/>
            <p:nvPr/>
          </p:nvSpPr>
          <p:spPr>
            <a:xfrm>
              <a:off x="3562404" y="1994477"/>
              <a:ext cx="79393" cy="256737"/>
            </a:xfrm>
            <a:custGeom>
              <a:avLst/>
              <a:gdLst>
                <a:gd name="connsiteX0" fmla="*/ 39697 w 79393"/>
                <a:gd name="connsiteY0" fmla="*/ 256737 h 256737"/>
                <a:gd name="connsiteX1" fmla="*/ 0 w 79393"/>
                <a:gd name="connsiteY1" fmla="*/ 217041 h 256737"/>
                <a:gd name="connsiteX2" fmla="*/ 0 w 79393"/>
                <a:gd name="connsiteY2" fmla="*/ 39697 h 256737"/>
                <a:gd name="connsiteX3" fmla="*/ 39697 w 79393"/>
                <a:gd name="connsiteY3" fmla="*/ 0 h 256737"/>
                <a:gd name="connsiteX4" fmla="*/ 79393 w 79393"/>
                <a:gd name="connsiteY4" fmla="*/ 39697 h 256737"/>
                <a:gd name="connsiteX5" fmla="*/ 79393 w 79393"/>
                <a:gd name="connsiteY5" fmla="*/ 217041 h 256737"/>
                <a:gd name="connsiteX6" fmla="*/ 39697 w 79393"/>
                <a:gd name="connsiteY6" fmla="*/ 256737 h 25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6737">
                  <a:moveTo>
                    <a:pt x="39697" y="256737"/>
                  </a:moveTo>
                  <a:cubicBezTo>
                    <a:pt x="17774" y="256737"/>
                    <a:pt x="0" y="238963"/>
                    <a:pt x="0" y="217041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217041"/>
                  </a:lnTo>
                  <a:cubicBezTo>
                    <a:pt x="79393" y="238963"/>
                    <a:pt x="61619" y="256737"/>
                    <a:pt x="39697" y="2567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C8EF0BE-8B9D-B94D-ABDC-82B344097F06}"/>
                </a:ext>
              </a:extLst>
            </p:cNvPr>
            <p:cNvSpPr/>
            <p:nvPr/>
          </p:nvSpPr>
          <p:spPr>
            <a:xfrm>
              <a:off x="2812341" y="1987825"/>
              <a:ext cx="242325" cy="258873"/>
            </a:xfrm>
            <a:custGeom>
              <a:avLst/>
              <a:gdLst>
                <a:gd name="connsiteX0" fmla="*/ 39693 w 242325"/>
                <a:gd name="connsiteY0" fmla="*/ 258874 h 258873"/>
                <a:gd name="connsiteX1" fmla="*/ 0 w 242325"/>
                <a:gd name="connsiteY1" fmla="*/ 219172 h 258873"/>
                <a:gd name="connsiteX2" fmla="*/ 10317 w 242325"/>
                <a:gd name="connsiteY2" fmla="*/ 192481 h 258873"/>
                <a:gd name="connsiteX3" fmla="*/ 173024 w 242325"/>
                <a:gd name="connsiteY3" fmla="*/ 13251 h 258873"/>
                <a:gd name="connsiteX4" fmla="*/ 229074 w 242325"/>
                <a:gd name="connsiteY4" fmla="*/ 10090 h 258873"/>
                <a:gd name="connsiteX5" fmla="*/ 232233 w 242325"/>
                <a:gd name="connsiteY5" fmla="*/ 66142 h 258873"/>
                <a:gd name="connsiteX6" fmla="*/ 231824 w 242325"/>
                <a:gd name="connsiteY6" fmla="*/ 66593 h 258873"/>
                <a:gd name="connsiteX7" fmla="*/ 69118 w 242325"/>
                <a:gd name="connsiteY7" fmla="*/ 245873 h 258873"/>
                <a:gd name="connsiteX8" fmla="*/ 39693 w 242325"/>
                <a:gd name="connsiteY8" fmla="*/ 258874 h 25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325" h="258873">
                  <a:moveTo>
                    <a:pt x="39693" y="258874"/>
                  </a:moveTo>
                  <a:cubicBezTo>
                    <a:pt x="17769" y="258874"/>
                    <a:pt x="-2" y="241095"/>
                    <a:pt x="0" y="219172"/>
                  </a:cubicBezTo>
                  <a:cubicBezTo>
                    <a:pt x="1" y="209303"/>
                    <a:pt x="3679" y="199785"/>
                    <a:pt x="10317" y="192481"/>
                  </a:cubicBezTo>
                  <a:lnTo>
                    <a:pt x="173024" y="13251"/>
                  </a:lnTo>
                  <a:cubicBezTo>
                    <a:pt x="187630" y="-3099"/>
                    <a:pt x="212724" y="-4513"/>
                    <a:pt x="229074" y="10090"/>
                  </a:cubicBezTo>
                  <a:cubicBezTo>
                    <a:pt x="245424" y="24699"/>
                    <a:pt x="246838" y="49792"/>
                    <a:pt x="232233" y="66142"/>
                  </a:cubicBezTo>
                  <a:cubicBezTo>
                    <a:pt x="232098" y="66296"/>
                    <a:pt x="231962" y="66445"/>
                    <a:pt x="231824" y="66593"/>
                  </a:cubicBezTo>
                  <a:lnTo>
                    <a:pt x="69118" y="245873"/>
                  </a:lnTo>
                  <a:cubicBezTo>
                    <a:pt x="61583" y="254165"/>
                    <a:pt x="50896" y="258889"/>
                    <a:pt x="39693" y="2588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8CF2268-008A-5C4F-919E-50B307A27073}"/>
                </a:ext>
              </a:extLst>
            </p:cNvPr>
            <p:cNvSpPr/>
            <p:nvPr/>
          </p:nvSpPr>
          <p:spPr>
            <a:xfrm>
              <a:off x="2886470" y="1561884"/>
              <a:ext cx="549698" cy="549697"/>
            </a:xfrm>
            <a:custGeom>
              <a:avLst/>
              <a:gdLst>
                <a:gd name="connsiteX0" fmla="*/ 274849 w 549698"/>
                <a:gd name="connsiteY0" fmla="*/ 549698 h 549697"/>
                <a:gd name="connsiteX1" fmla="*/ 0 w 549698"/>
                <a:gd name="connsiteY1" fmla="*/ 274849 h 549697"/>
                <a:gd name="connsiteX2" fmla="*/ 274849 w 549698"/>
                <a:gd name="connsiteY2" fmla="*/ 0 h 549697"/>
                <a:gd name="connsiteX3" fmla="*/ 549699 w 549698"/>
                <a:gd name="connsiteY3" fmla="*/ 274849 h 549697"/>
                <a:gd name="connsiteX4" fmla="*/ 274849 w 549698"/>
                <a:gd name="connsiteY4" fmla="*/ 549698 h 549697"/>
                <a:gd name="connsiteX5" fmla="*/ 274849 w 549698"/>
                <a:gd name="connsiteY5" fmla="*/ 79443 h 549697"/>
                <a:gd name="connsiteX6" fmla="*/ 79393 w 549698"/>
                <a:gd name="connsiteY6" fmla="*/ 274899 h 549697"/>
                <a:gd name="connsiteX7" fmla="*/ 274849 w 549698"/>
                <a:gd name="connsiteY7" fmla="*/ 470355 h 549697"/>
                <a:gd name="connsiteX8" fmla="*/ 470305 w 549698"/>
                <a:gd name="connsiteY8" fmla="*/ 274899 h 549697"/>
                <a:gd name="connsiteX9" fmla="*/ 470305 w 549698"/>
                <a:gd name="connsiteY9" fmla="*/ 274849 h 549697"/>
                <a:gd name="connsiteX10" fmla="*/ 274849 w 549698"/>
                <a:gd name="connsiteY10" fmla="*/ 79443 h 54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9698" h="549697">
                  <a:moveTo>
                    <a:pt x="274849" y="549698"/>
                  </a:moveTo>
                  <a:cubicBezTo>
                    <a:pt x="123054" y="549698"/>
                    <a:pt x="0" y="426644"/>
                    <a:pt x="0" y="274849"/>
                  </a:cubicBezTo>
                  <a:cubicBezTo>
                    <a:pt x="0" y="123054"/>
                    <a:pt x="123054" y="0"/>
                    <a:pt x="274849" y="0"/>
                  </a:cubicBezTo>
                  <a:cubicBezTo>
                    <a:pt x="426644" y="0"/>
                    <a:pt x="549699" y="123054"/>
                    <a:pt x="549699" y="274849"/>
                  </a:cubicBezTo>
                  <a:cubicBezTo>
                    <a:pt x="549535" y="426574"/>
                    <a:pt x="426575" y="549534"/>
                    <a:pt x="274849" y="549698"/>
                  </a:cubicBezTo>
                  <a:close/>
                  <a:moveTo>
                    <a:pt x="274849" y="79443"/>
                  </a:moveTo>
                  <a:cubicBezTo>
                    <a:pt x="166902" y="79443"/>
                    <a:pt x="79393" y="166951"/>
                    <a:pt x="79393" y="274899"/>
                  </a:cubicBezTo>
                  <a:cubicBezTo>
                    <a:pt x="79393" y="382843"/>
                    <a:pt x="166902" y="470355"/>
                    <a:pt x="274849" y="470355"/>
                  </a:cubicBezTo>
                  <a:cubicBezTo>
                    <a:pt x="382797" y="470355"/>
                    <a:pt x="470305" y="382843"/>
                    <a:pt x="470305" y="274899"/>
                  </a:cubicBezTo>
                  <a:cubicBezTo>
                    <a:pt x="470305" y="274882"/>
                    <a:pt x="470305" y="274865"/>
                    <a:pt x="470305" y="274849"/>
                  </a:cubicBezTo>
                  <a:cubicBezTo>
                    <a:pt x="470196" y="166955"/>
                    <a:pt x="382743" y="79525"/>
                    <a:pt x="274849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3AD6057-2B46-D04C-B425-9BA5396B8DF6}"/>
                </a:ext>
              </a:extLst>
            </p:cNvPr>
            <p:cNvSpPr/>
            <p:nvPr/>
          </p:nvSpPr>
          <p:spPr>
            <a:xfrm>
              <a:off x="3562007" y="1632246"/>
              <a:ext cx="79393" cy="327496"/>
            </a:xfrm>
            <a:custGeom>
              <a:avLst/>
              <a:gdLst>
                <a:gd name="connsiteX0" fmla="*/ 39697 w 79393"/>
                <a:gd name="connsiteY0" fmla="*/ 327497 h 327496"/>
                <a:gd name="connsiteX1" fmla="*/ 0 w 79393"/>
                <a:gd name="connsiteY1" fmla="*/ 287800 h 327496"/>
                <a:gd name="connsiteX2" fmla="*/ 0 w 79393"/>
                <a:gd name="connsiteY2" fmla="*/ 39697 h 327496"/>
                <a:gd name="connsiteX3" fmla="*/ 39697 w 79393"/>
                <a:gd name="connsiteY3" fmla="*/ 0 h 327496"/>
                <a:gd name="connsiteX4" fmla="*/ 39697 w 79393"/>
                <a:gd name="connsiteY4" fmla="*/ 0 h 327496"/>
                <a:gd name="connsiteX5" fmla="*/ 79393 w 79393"/>
                <a:gd name="connsiteY5" fmla="*/ 39697 h 327496"/>
                <a:gd name="connsiteX6" fmla="*/ 79393 w 79393"/>
                <a:gd name="connsiteY6" fmla="*/ 287800 h 327496"/>
                <a:gd name="connsiteX7" fmla="*/ 39697 w 79393"/>
                <a:gd name="connsiteY7" fmla="*/ 327497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327496">
                  <a:moveTo>
                    <a:pt x="39697" y="327497"/>
                  </a:moveTo>
                  <a:cubicBezTo>
                    <a:pt x="17774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79393" y="287800"/>
                  </a:lnTo>
                  <a:cubicBezTo>
                    <a:pt x="79393" y="309722"/>
                    <a:pt x="61619" y="327497"/>
                    <a:pt x="39697" y="3274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15040B0-3884-EA4A-8619-C60DF75C1E27}"/>
                </a:ext>
              </a:extLst>
            </p:cNvPr>
            <p:cNvSpPr/>
            <p:nvPr/>
          </p:nvSpPr>
          <p:spPr>
            <a:xfrm>
              <a:off x="3455819" y="1820804"/>
              <a:ext cx="79393" cy="434974"/>
            </a:xfrm>
            <a:custGeom>
              <a:avLst/>
              <a:gdLst>
                <a:gd name="connsiteX0" fmla="*/ 39697 w 79393"/>
                <a:gd name="connsiteY0" fmla="*/ 434975 h 434974"/>
                <a:gd name="connsiteX1" fmla="*/ 0 w 79393"/>
                <a:gd name="connsiteY1" fmla="*/ 395278 h 434974"/>
                <a:gd name="connsiteX2" fmla="*/ 0 w 79393"/>
                <a:gd name="connsiteY2" fmla="*/ 39697 h 434974"/>
                <a:gd name="connsiteX3" fmla="*/ 39697 w 79393"/>
                <a:gd name="connsiteY3" fmla="*/ 0 h 434974"/>
                <a:gd name="connsiteX4" fmla="*/ 79393 w 79393"/>
                <a:gd name="connsiteY4" fmla="*/ 39697 h 434974"/>
                <a:gd name="connsiteX5" fmla="*/ 79393 w 79393"/>
                <a:gd name="connsiteY5" fmla="*/ 395278 h 434974"/>
                <a:gd name="connsiteX6" fmla="*/ 39697 w 79393"/>
                <a:gd name="connsiteY6" fmla="*/ 434975 h 4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34974">
                  <a:moveTo>
                    <a:pt x="39697" y="434975"/>
                  </a:moveTo>
                  <a:cubicBezTo>
                    <a:pt x="17774" y="434975"/>
                    <a:pt x="0" y="417201"/>
                    <a:pt x="0" y="39527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95278"/>
                  </a:lnTo>
                  <a:cubicBezTo>
                    <a:pt x="79393" y="417201"/>
                    <a:pt x="61619" y="434975"/>
                    <a:pt x="39697" y="4349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BE7550E8-5168-1C4B-9598-61E938E9D383}"/>
                </a:ext>
              </a:extLst>
            </p:cNvPr>
            <p:cNvSpPr/>
            <p:nvPr/>
          </p:nvSpPr>
          <p:spPr>
            <a:xfrm>
              <a:off x="3452444" y="1418033"/>
              <a:ext cx="79393" cy="363074"/>
            </a:xfrm>
            <a:custGeom>
              <a:avLst/>
              <a:gdLst>
                <a:gd name="connsiteX0" fmla="*/ 39697 w 79393"/>
                <a:gd name="connsiteY0" fmla="*/ 363075 h 363074"/>
                <a:gd name="connsiteX1" fmla="*/ 0 w 79393"/>
                <a:gd name="connsiteY1" fmla="*/ 323378 h 363074"/>
                <a:gd name="connsiteX2" fmla="*/ 0 w 79393"/>
                <a:gd name="connsiteY2" fmla="*/ 39697 h 363074"/>
                <a:gd name="connsiteX3" fmla="*/ 39697 w 79393"/>
                <a:gd name="connsiteY3" fmla="*/ 0 h 363074"/>
                <a:gd name="connsiteX4" fmla="*/ 79393 w 79393"/>
                <a:gd name="connsiteY4" fmla="*/ 39697 h 363074"/>
                <a:gd name="connsiteX5" fmla="*/ 79393 w 79393"/>
                <a:gd name="connsiteY5" fmla="*/ 323378 h 363074"/>
                <a:gd name="connsiteX6" fmla="*/ 39697 w 79393"/>
                <a:gd name="connsiteY6" fmla="*/ 363075 h 363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074">
                  <a:moveTo>
                    <a:pt x="39697" y="363075"/>
                  </a:moveTo>
                  <a:cubicBezTo>
                    <a:pt x="17774" y="363075"/>
                    <a:pt x="0" y="345302"/>
                    <a:pt x="0" y="32337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23378"/>
                  </a:lnTo>
                  <a:cubicBezTo>
                    <a:pt x="79393" y="345302"/>
                    <a:pt x="61619" y="363075"/>
                    <a:pt x="39697" y="3630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5C5EAD25-D536-A34E-9C1F-CCBD13007D0F}"/>
                </a:ext>
              </a:extLst>
            </p:cNvPr>
            <p:cNvSpPr/>
            <p:nvPr/>
          </p:nvSpPr>
          <p:spPr>
            <a:xfrm>
              <a:off x="3335439" y="1417984"/>
              <a:ext cx="79393" cy="194413"/>
            </a:xfrm>
            <a:custGeom>
              <a:avLst/>
              <a:gdLst>
                <a:gd name="connsiteX0" fmla="*/ 39697 w 79393"/>
                <a:gd name="connsiteY0" fmla="*/ 194414 h 194413"/>
                <a:gd name="connsiteX1" fmla="*/ 0 w 79393"/>
                <a:gd name="connsiteY1" fmla="*/ 154717 h 194413"/>
                <a:gd name="connsiteX2" fmla="*/ 0 w 79393"/>
                <a:gd name="connsiteY2" fmla="*/ 39697 h 194413"/>
                <a:gd name="connsiteX3" fmla="*/ 39697 w 79393"/>
                <a:gd name="connsiteY3" fmla="*/ 0 h 194413"/>
                <a:gd name="connsiteX4" fmla="*/ 79393 w 79393"/>
                <a:gd name="connsiteY4" fmla="*/ 39697 h 194413"/>
                <a:gd name="connsiteX5" fmla="*/ 79393 w 79393"/>
                <a:gd name="connsiteY5" fmla="*/ 154717 h 194413"/>
                <a:gd name="connsiteX6" fmla="*/ 39697 w 79393"/>
                <a:gd name="connsiteY6" fmla="*/ 194414 h 19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4413">
                  <a:moveTo>
                    <a:pt x="39697" y="194414"/>
                  </a:moveTo>
                  <a:cubicBezTo>
                    <a:pt x="17774" y="194414"/>
                    <a:pt x="0" y="176641"/>
                    <a:pt x="0" y="15471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4717"/>
                  </a:lnTo>
                  <a:cubicBezTo>
                    <a:pt x="79393" y="176641"/>
                    <a:pt x="61619" y="194414"/>
                    <a:pt x="39697" y="1944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88B69786-FB29-DA43-AEB1-6D700BEC592F}"/>
                </a:ext>
              </a:extLst>
            </p:cNvPr>
            <p:cNvSpPr/>
            <p:nvPr/>
          </p:nvSpPr>
          <p:spPr>
            <a:xfrm>
              <a:off x="3183987" y="1719801"/>
              <a:ext cx="121679" cy="220837"/>
            </a:xfrm>
            <a:custGeom>
              <a:avLst/>
              <a:gdLst>
                <a:gd name="connsiteX0" fmla="*/ 81982 w 121679"/>
                <a:gd name="connsiteY0" fmla="*/ 220837 h 220837"/>
                <a:gd name="connsiteX1" fmla="*/ 42286 w 121679"/>
                <a:gd name="connsiteY1" fmla="*/ 181141 h 220837"/>
                <a:gd name="connsiteX2" fmla="*/ 42286 w 121679"/>
                <a:gd name="connsiteY2" fmla="*/ 99217 h 220837"/>
                <a:gd name="connsiteX3" fmla="*/ 85 w 121679"/>
                <a:gd name="connsiteY3" fmla="*/ 62193 h 220837"/>
                <a:gd name="connsiteX4" fmla="*/ 22884 w 121679"/>
                <a:gd name="connsiteY4" fmla="*/ 23645 h 220837"/>
                <a:gd name="connsiteX5" fmla="*/ 65062 w 121679"/>
                <a:gd name="connsiteY5" fmla="*/ 3796 h 220837"/>
                <a:gd name="connsiteX6" fmla="*/ 117893 w 121679"/>
                <a:gd name="connsiteY6" fmla="*/ 22785 h 220837"/>
                <a:gd name="connsiteX7" fmla="*/ 121679 w 121679"/>
                <a:gd name="connsiteY7" fmla="*/ 39722 h 220837"/>
                <a:gd name="connsiteX8" fmla="*/ 121679 w 121679"/>
                <a:gd name="connsiteY8" fmla="*/ 181141 h 220837"/>
                <a:gd name="connsiteX9" fmla="*/ 81982 w 121679"/>
                <a:gd name="connsiteY9" fmla="*/ 220837 h 2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679" h="220837">
                  <a:moveTo>
                    <a:pt x="81982" y="220837"/>
                  </a:moveTo>
                  <a:cubicBezTo>
                    <a:pt x="60059" y="220837"/>
                    <a:pt x="42286" y="203063"/>
                    <a:pt x="42286" y="181141"/>
                  </a:cubicBezTo>
                  <a:lnTo>
                    <a:pt x="42286" y="99217"/>
                  </a:lnTo>
                  <a:cubicBezTo>
                    <a:pt x="20409" y="100646"/>
                    <a:pt x="1515" y="84071"/>
                    <a:pt x="85" y="62193"/>
                  </a:cubicBezTo>
                  <a:cubicBezTo>
                    <a:pt x="-981" y="45874"/>
                    <a:pt x="8069" y="30571"/>
                    <a:pt x="22884" y="23645"/>
                  </a:cubicBezTo>
                  <a:lnTo>
                    <a:pt x="65062" y="3796"/>
                  </a:lnTo>
                  <a:cubicBezTo>
                    <a:pt x="84894" y="-5549"/>
                    <a:pt x="108549" y="2953"/>
                    <a:pt x="117893" y="22785"/>
                  </a:cubicBezTo>
                  <a:cubicBezTo>
                    <a:pt x="120389" y="28082"/>
                    <a:pt x="121679" y="33866"/>
                    <a:pt x="121679" y="39722"/>
                  </a:cubicBezTo>
                  <a:lnTo>
                    <a:pt x="121679" y="181141"/>
                  </a:lnTo>
                  <a:cubicBezTo>
                    <a:pt x="121679" y="203063"/>
                    <a:pt x="103906" y="220837"/>
                    <a:pt x="81982" y="2208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8960FE3-647D-7E45-A427-A64566191C70}"/>
                </a:ext>
              </a:extLst>
            </p:cNvPr>
            <p:cNvSpPr/>
            <p:nvPr/>
          </p:nvSpPr>
          <p:spPr>
            <a:xfrm>
              <a:off x="3004071" y="1725682"/>
              <a:ext cx="183001" cy="216495"/>
            </a:xfrm>
            <a:custGeom>
              <a:avLst/>
              <a:gdLst>
                <a:gd name="connsiteX0" fmla="*/ 91501 w 183001"/>
                <a:gd name="connsiteY0" fmla="*/ 216495 h 216495"/>
                <a:gd name="connsiteX1" fmla="*/ 0 w 183001"/>
                <a:gd name="connsiteY1" fmla="*/ 108272 h 216495"/>
                <a:gd name="connsiteX2" fmla="*/ 91501 w 183001"/>
                <a:gd name="connsiteY2" fmla="*/ 0 h 216495"/>
                <a:gd name="connsiteX3" fmla="*/ 183001 w 183001"/>
                <a:gd name="connsiteY3" fmla="*/ 108272 h 216495"/>
                <a:gd name="connsiteX4" fmla="*/ 91501 w 183001"/>
                <a:gd name="connsiteY4" fmla="*/ 216495 h 216495"/>
                <a:gd name="connsiteX5" fmla="*/ 91501 w 183001"/>
                <a:gd name="connsiteY5" fmla="*/ 79393 h 216495"/>
                <a:gd name="connsiteX6" fmla="*/ 79393 w 183001"/>
                <a:gd name="connsiteY6" fmla="*/ 108272 h 216495"/>
                <a:gd name="connsiteX7" fmla="*/ 91501 w 183001"/>
                <a:gd name="connsiteY7" fmla="*/ 137102 h 216495"/>
                <a:gd name="connsiteX8" fmla="*/ 103608 w 183001"/>
                <a:gd name="connsiteY8" fmla="*/ 108272 h 216495"/>
                <a:gd name="connsiteX9" fmla="*/ 91501 w 183001"/>
                <a:gd name="connsiteY9" fmla="*/ 79393 h 21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01" h="216495">
                  <a:moveTo>
                    <a:pt x="91501" y="216495"/>
                  </a:moveTo>
                  <a:cubicBezTo>
                    <a:pt x="40193" y="216495"/>
                    <a:pt x="0" y="168958"/>
                    <a:pt x="0" y="108272"/>
                  </a:cubicBezTo>
                  <a:cubicBezTo>
                    <a:pt x="0" y="47586"/>
                    <a:pt x="40342" y="0"/>
                    <a:pt x="91501" y="0"/>
                  </a:cubicBezTo>
                  <a:cubicBezTo>
                    <a:pt x="142660" y="0"/>
                    <a:pt x="183001" y="47537"/>
                    <a:pt x="183001" y="108272"/>
                  </a:cubicBezTo>
                  <a:cubicBezTo>
                    <a:pt x="183001" y="169008"/>
                    <a:pt x="142957" y="216495"/>
                    <a:pt x="91501" y="216495"/>
                  </a:cubicBezTo>
                  <a:close/>
                  <a:moveTo>
                    <a:pt x="91501" y="79393"/>
                  </a:moveTo>
                  <a:cubicBezTo>
                    <a:pt x="89020" y="79691"/>
                    <a:pt x="79393" y="89317"/>
                    <a:pt x="79393" y="108272"/>
                  </a:cubicBezTo>
                  <a:cubicBezTo>
                    <a:pt x="79393" y="127227"/>
                    <a:pt x="89020" y="136804"/>
                    <a:pt x="91501" y="137102"/>
                  </a:cubicBezTo>
                  <a:cubicBezTo>
                    <a:pt x="93982" y="137400"/>
                    <a:pt x="103608" y="127178"/>
                    <a:pt x="103608" y="108272"/>
                  </a:cubicBezTo>
                  <a:cubicBezTo>
                    <a:pt x="103608" y="89367"/>
                    <a:pt x="94131" y="79691"/>
                    <a:pt x="915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7E0A6BF5-BFD6-4545-946F-C9609617B1E3}"/>
                </a:ext>
              </a:extLst>
            </p:cNvPr>
            <p:cNvSpPr/>
            <p:nvPr/>
          </p:nvSpPr>
          <p:spPr>
            <a:xfrm>
              <a:off x="3560667" y="1424385"/>
              <a:ext cx="79393" cy="173126"/>
            </a:xfrm>
            <a:custGeom>
              <a:avLst/>
              <a:gdLst>
                <a:gd name="connsiteX0" fmla="*/ 39697 w 79393"/>
                <a:gd name="connsiteY0" fmla="*/ 173127 h 173126"/>
                <a:gd name="connsiteX1" fmla="*/ 0 w 79393"/>
                <a:gd name="connsiteY1" fmla="*/ 133430 h 173126"/>
                <a:gd name="connsiteX2" fmla="*/ 0 w 79393"/>
                <a:gd name="connsiteY2" fmla="*/ 39697 h 173126"/>
                <a:gd name="connsiteX3" fmla="*/ 39697 w 79393"/>
                <a:gd name="connsiteY3" fmla="*/ 0 h 173126"/>
                <a:gd name="connsiteX4" fmla="*/ 79393 w 79393"/>
                <a:gd name="connsiteY4" fmla="*/ 39697 h 173126"/>
                <a:gd name="connsiteX5" fmla="*/ 79393 w 79393"/>
                <a:gd name="connsiteY5" fmla="*/ 133430 h 173126"/>
                <a:gd name="connsiteX6" fmla="*/ 39697 w 79393"/>
                <a:gd name="connsiteY6" fmla="*/ 173127 h 173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126">
                  <a:moveTo>
                    <a:pt x="39697" y="173127"/>
                  </a:moveTo>
                  <a:cubicBezTo>
                    <a:pt x="17774" y="173127"/>
                    <a:pt x="0" y="155354"/>
                    <a:pt x="0" y="13343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33430"/>
                  </a:lnTo>
                  <a:cubicBezTo>
                    <a:pt x="79393" y="155354"/>
                    <a:pt x="61619" y="173127"/>
                    <a:pt x="39697" y="1731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E28725B-B2EC-3243-BFD9-C758513BA6E6}"/>
                </a:ext>
              </a:extLst>
            </p:cNvPr>
            <p:cNvSpPr/>
            <p:nvPr/>
          </p:nvSpPr>
          <p:spPr>
            <a:xfrm>
              <a:off x="3222452" y="1422152"/>
              <a:ext cx="79393" cy="129956"/>
            </a:xfrm>
            <a:custGeom>
              <a:avLst/>
              <a:gdLst>
                <a:gd name="connsiteX0" fmla="*/ 39697 w 79393"/>
                <a:gd name="connsiteY0" fmla="*/ 129957 h 129956"/>
                <a:gd name="connsiteX1" fmla="*/ 0 w 79393"/>
                <a:gd name="connsiteY1" fmla="*/ 90260 h 129956"/>
                <a:gd name="connsiteX2" fmla="*/ 0 w 79393"/>
                <a:gd name="connsiteY2" fmla="*/ 39697 h 129956"/>
                <a:gd name="connsiteX3" fmla="*/ 39697 w 79393"/>
                <a:gd name="connsiteY3" fmla="*/ 0 h 129956"/>
                <a:gd name="connsiteX4" fmla="*/ 79393 w 79393"/>
                <a:gd name="connsiteY4" fmla="*/ 39697 h 129956"/>
                <a:gd name="connsiteX5" fmla="*/ 79393 w 79393"/>
                <a:gd name="connsiteY5" fmla="*/ 90260 h 129956"/>
                <a:gd name="connsiteX6" fmla="*/ 39697 w 79393"/>
                <a:gd name="connsiteY6" fmla="*/ 129957 h 129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956">
                  <a:moveTo>
                    <a:pt x="39697" y="129957"/>
                  </a:moveTo>
                  <a:cubicBezTo>
                    <a:pt x="17773" y="129957"/>
                    <a:pt x="0" y="112184"/>
                    <a:pt x="0" y="9026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90260"/>
                  </a:lnTo>
                  <a:cubicBezTo>
                    <a:pt x="79393" y="112184"/>
                    <a:pt x="61621" y="129957"/>
                    <a:pt x="39697" y="1299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4" name="Picture Placeholder 37">
            <a:extLst>
              <a:ext uri="{FF2B5EF4-FFF2-40B4-BE49-F238E27FC236}">
                <a16:creationId xmlns:a16="http://schemas.microsoft.com/office/drawing/2014/main" id="{D264CC0C-42BB-49D0-8D59-EA3E0411476A}"/>
              </a:ext>
            </a:extLst>
          </p:cNvPr>
          <p:cNvGrpSpPr>
            <a:grpSpLocks noChangeAspect="1"/>
          </p:cNvGrpSpPr>
          <p:nvPr/>
        </p:nvGrpSpPr>
        <p:grpSpPr>
          <a:xfrm>
            <a:off x="4127419" y="1444430"/>
            <a:ext cx="834537" cy="784851"/>
            <a:chOff x="4127419" y="1444430"/>
            <a:chExt cx="834537" cy="784851"/>
          </a:xfrm>
        </p:grpSpPr>
        <p:grpSp>
          <p:nvGrpSpPr>
            <p:cNvPr id="25" name="Picture Placeholder 37">
              <a:extLst>
                <a:ext uri="{FF2B5EF4-FFF2-40B4-BE49-F238E27FC236}">
                  <a16:creationId xmlns:a16="http://schemas.microsoft.com/office/drawing/2014/main" id="{D264CC0C-42BB-49D0-8D59-EA3E0411476A}"/>
                </a:ext>
              </a:extLst>
            </p:cNvPr>
            <p:cNvGrpSpPr/>
            <p:nvPr/>
          </p:nvGrpSpPr>
          <p:grpSpPr>
            <a:xfrm>
              <a:off x="4127419" y="1444430"/>
              <a:ext cx="834537" cy="784851"/>
              <a:chOff x="4127419" y="1444430"/>
              <a:chExt cx="834537" cy="784851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2FDFB830-BC9D-6149-A587-6552BB38FA3A}"/>
                  </a:ext>
                </a:extLst>
              </p:cNvPr>
              <p:cNvSpPr/>
              <p:nvPr/>
            </p:nvSpPr>
            <p:spPr>
              <a:xfrm>
                <a:off x="4401518" y="1866009"/>
                <a:ext cx="79393" cy="362230"/>
              </a:xfrm>
              <a:custGeom>
                <a:avLst/>
                <a:gdLst>
                  <a:gd name="connsiteX0" fmla="*/ 39697 w 79393"/>
                  <a:gd name="connsiteY0" fmla="*/ 362231 h 362230"/>
                  <a:gd name="connsiteX1" fmla="*/ 0 w 79393"/>
                  <a:gd name="connsiteY1" fmla="*/ 322534 h 362230"/>
                  <a:gd name="connsiteX2" fmla="*/ 0 w 79393"/>
                  <a:gd name="connsiteY2" fmla="*/ 39697 h 362230"/>
                  <a:gd name="connsiteX3" fmla="*/ 39697 w 79393"/>
                  <a:gd name="connsiteY3" fmla="*/ 0 h 362230"/>
                  <a:gd name="connsiteX4" fmla="*/ 79393 w 79393"/>
                  <a:gd name="connsiteY4" fmla="*/ 39697 h 362230"/>
                  <a:gd name="connsiteX5" fmla="*/ 79393 w 79393"/>
                  <a:gd name="connsiteY5" fmla="*/ 322534 h 362230"/>
                  <a:gd name="connsiteX6" fmla="*/ 39697 w 79393"/>
                  <a:gd name="connsiteY6" fmla="*/ 362231 h 36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2230">
                    <a:moveTo>
                      <a:pt x="39697" y="362231"/>
                    </a:moveTo>
                    <a:cubicBezTo>
                      <a:pt x="17773" y="362231"/>
                      <a:pt x="0" y="344457"/>
                      <a:pt x="0" y="32253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22534"/>
                    </a:lnTo>
                    <a:cubicBezTo>
                      <a:pt x="79393" y="344457"/>
                      <a:pt x="61621" y="362231"/>
                      <a:pt x="39697" y="36223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F0326BE3-2A28-D440-B74F-8E2B0B08C36D}"/>
                  </a:ext>
                </a:extLst>
              </p:cNvPr>
              <p:cNvSpPr/>
              <p:nvPr/>
            </p:nvSpPr>
            <p:spPr>
              <a:xfrm>
                <a:off x="4653046" y="1867001"/>
                <a:ext cx="79393" cy="362231"/>
              </a:xfrm>
              <a:custGeom>
                <a:avLst/>
                <a:gdLst>
                  <a:gd name="connsiteX0" fmla="*/ 39697 w 79393"/>
                  <a:gd name="connsiteY0" fmla="*/ 362231 h 362231"/>
                  <a:gd name="connsiteX1" fmla="*/ 0 w 79393"/>
                  <a:gd name="connsiteY1" fmla="*/ 322535 h 362231"/>
                  <a:gd name="connsiteX2" fmla="*/ 0 w 79393"/>
                  <a:gd name="connsiteY2" fmla="*/ 39697 h 362231"/>
                  <a:gd name="connsiteX3" fmla="*/ 39697 w 79393"/>
                  <a:gd name="connsiteY3" fmla="*/ 0 h 362231"/>
                  <a:gd name="connsiteX4" fmla="*/ 79393 w 79393"/>
                  <a:gd name="connsiteY4" fmla="*/ 39697 h 362231"/>
                  <a:gd name="connsiteX5" fmla="*/ 79393 w 79393"/>
                  <a:gd name="connsiteY5" fmla="*/ 322535 h 362231"/>
                  <a:gd name="connsiteX6" fmla="*/ 39697 w 79393"/>
                  <a:gd name="connsiteY6" fmla="*/ 362231 h 362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2231">
                    <a:moveTo>
                      <a:pt x="39697" y="362231"/>
                    </a:moveTo>
                    <a:cubicBezTo>
                      <a:pt x="17774" y="362231"/>
                      <a:pt x="0" y="344457"/>
                      <a:pt x="0" y="32253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322535"/>
                    </a:lnTo>
                    <a:cubicBezTo>
                      <a:pt x="79393" y="344457"/>
                      <a:pt x="61619" y="362231"/>
                      <a:pt x="39697" y="36223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9B12BA9E-76F0-D946-85BC-846088FD1874}"/>
                  </a:ext>
                </a:extLst>
              </p:cNvPr>
              <p:cNvSpPr/>
              <p:nvPr/>
            </p:nvSpPr>
            <p:spPr>
              <a:xfrm>
                <a:off x="4127419" y="1444430"/>
                <a:ext cx="833722" cy="784851"/>
              </a:xfrm>
              <a:custGeom>
                <a:avLst/>
                <a:gdLst>
                  <a:gd name="connsiteX0" fmla="*/ 794026 w 833722"/>
                  <a:gd name="connsiteY0" fmla="*/ 784852 h 784851"/>
                  <a:gd name="connsiteX1" fmla="*/ 39791 w 833722"/>
                  <a:gd name="connsiteY1" fmla="*/ 784852 h 784851"/>
                  <a:gd name="connsiteX2" fmla="*/ 0 w 833722"/>
                  <a:gd name="connsiteY2" fmla="*/ 745249 h 784851"/>
                  <a:gd name="connsiteX3" fmla="*/ 94 w 833722"/>
                  <a:gd name="connsiteY3" fmla="*/ 742426 h 784851"/>
                  <a:gd name="connsiteX4" fmla="*/ 49367 w 833722"/>
                  <a:gd name="connsiteY4" fmla="*/ 37663 h 784851"/>
                  <a:gd name="connsiteX5" fmla="*/ 88766 w 833722"/>
                  <a:gd name="connsiteY5" fmla="*/ 746 h 784851"/>
                  <a:gd name="connsiteX6" fmla="*/ 231376 w 833722"/>
                  <a:gd name="connsiteY6" fmla="*/ 1 h 784851"/>
                  <a:gd name="connsiteX7" fmla="*/ 231376 w 833722"/>
                  <a:gd name="connsiteY7" fmla="*/ 1 h 784851"/>
                  <a:gd name="connsiteX8" fmla="*/ 270775 w 833722"/>
                  <a:gd name="connsiteY8" fmla="*/ 32701 h 784851"/>
                  <a:gd name="connsiteX9" fmla="*/ 347886 w 833722"/>
                  <a:gd name="connsiteY9" fmla="*/ 454477 h 784851"/>
                  <a:gd name="connsiteX10" fmla="*/ 315980 w 833722"/>
                  <a:gd name="connsiteY10" fmla="*/ 500674 h 784851"/>
                  <a:gd name="connsiteX11" fmla="*/ 269783 w 833722"/>
                  <a:gd name="connsiteY11" fmla="*/ 468768 h 784851"/>
                  <a:gd name="connsiteX12" fmla="*/ 198527 w 833722"/>
                  <a:gd name="connsiteY12" fmla="*/ 79593 h 784851"/>
                  <a:gd name="connsiteX13" fmla="*/ 126031 w 833722"/>
                  <a:gd name="connsiteY13" fmla="*/ 79990 h 784851"/>
                  <a:gd name="connsiteX14" fmla="*/ 82216 w 833722"/>
                  <a:gd name="connsiteY14" fmla="*/ 705459 h 784851"/>
                  <a:gd name="connsiteX15" fmla="*/ 754329 w 833722"/>
                  <a:gd name="connsiteY15" fmla="*/ 705459 h 784851"/>
                  <a:gd name="connsiteX16" fmla="*/ 754329 w 833722"/>
                  <a:gd name="connsiteY16" fmla="*/ 263835 h 784851"/>
                  <a:gd name="connsiteX17" fmla="*/ 794026 w 833722"/>
                  <a:gd name="connsiteY17" fmla="*/ 224138 h 784851"/>
                  <a:gd name="connsiteX18" fmla="*/ 833722 w 833722"/>
                  <a:gd name="connsiteY18" fmla="*/ 263835 h 784851"/>
                  <a:gd name="connsiteX19" fmla="*/ 833722 w 833722"/>
                  <a:gd name="connsiteY19" fmla="*/ 745155 h 784851"/>
                  <a:gd name="connsiteX20" fmla="*/ 794026 w 833722"/>
                  <a:gd name="connsiteY20" fmla="*/ 784852 h 78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33722" h="784851">
                    <a:moveTo>
                      <a:pt x="794026" y="784852"/>
                    </a:moveTo>
                    <a:lnTo>
                      <a:pt x="39791" y="784852"/>
                    </a:lnTo>
                    <a:cubicBezTo>
                      <a:pt x="17867" y="784901"/>
                      <a:pt x="52" y="767172"/>
                      <a:pt x="0" y="745249"/>
                    </a:cubicBezTo>
                    <a:cubicBezTo>
                      <a:pt x="-2" y="744307"/>
                      <a:pt x="29" y="743364"/>
                      <a:pt x="94" y="742426"/>
                    </a:cubicBezTo>
                    <a:lnTo>
                      <a:pt x="49367" y="37663"/>
                    </a:lnTo>
                    <a:cubicBezTo>
                      <a:pt x="50821" y="16946"/>
                      <a:pt x="67998" y="850"/>
                      <a:pt x="88766" y="746"/>
                    </a:cubicBezTo>
                    <a:lnTo>
                      <a:pt x="231376" y="1"/>
                    </a:lnTo>
                    <a:lnTo>
                      <a:pt x="231376" y="1"/>
                    </a:lnTo>
                    <a:cubicBezTo>
                      <a:pt x="250723" y="-156"/>
                      <a:pt x="267366" y="13656"/>
                      <a:pt x="270775" y="32701"/>
                    </a:cubicBezTo>
                    <a:lnTo>
                      <a:pt x="347886" y="454477"/>
                    </a:lnTo>
                    <a:cubicBezTo>
                      <a:pt x="351832" y="476042"/>
                      <a:pt x="337547" y="496729"/>
                      <a:pt x="315980" y="500674"/>
                    </a:cubicBezTo>
                    <a:cubicBezTo>
                      <a:pt x="294412" y="504619"/>
                      <a:pt x="273729" y="490333"/>
                      <a:pt x="269783" y="468768"/>
                    </a:cubicBezTo>
                    <a:lnTo>
                      <a:pt x="198527" y="79593"/>
                    </a:lnTo>
                    <a:lnTo>
                      <a:pt x="126031" y="79990"/>
                    </a:lnTo>
                    <a:lnTo>
                      <a:pt x="82216" y="705459"/>
                    </a:lnTo>
                    <a:lnTo>
                      <a:pt x="754329" y="705459"/>
                    </a:lnTo>
                    <a:lnTo>
                      <a:pt x="754329" y="263835"/>
                    </a:lnTo>
                    <a:cubicBezTo>
                      <a:pt x="754329" y="241911"/>
                      <a:pt x="772103" y="224138"/>
                      <a:pt x="794026" y="224138"/>
                    </a:cubicBezTo>
                    <a:cubicBezTo>
                      <a:pt x="815948" y="224138"/>
                      <a:pt x="833722" y="241911"/>
                      <a:pt x="833722" y="263835"/>
                    </a:cubicBezTo>
                    <a:lnTo>
                      <a:pt x="833722" y="745155"/>
                    </a:lnTo>
                    <a:cubicBezTo>
                      <a:pt x="833722" y="767078"/>
                      <a:pt x="815948" y="784852"/>
                      <a:pt x="794026" y="7848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7EBAED84-1D1D-E749-82F0-6EC63E09CBD1}"/>
                  </a:ext>
                </a:extLst>
              </p:cNvPr>
              <p:cNvSpPr/>
              <p:nvPr/>
            </p:nvSpPr>
            <p:spPr>
              <a:xfrm>
                <a:off x="4411452" y="1667575"/>
                <a:ext cx="550503" cy="278273"/>
              </a:xfrm>
              <a:custGeom>
                <a:avLst/>
                <a:gdLst>
                  <a:gd name="connsiteX0" fmla="*/ 281787 w 550503"/>
                  <a:gd name="connsiteY0" fmla="*/ 278273 h 278273"/>
                  <a:gd name="connsiteX1" fmla="*/ 242090 w 550503"/>
                  <a:gd name="connsiteY1" fmla="*/ 238577 h 278273"/>
                  <a:gd name="connsiteX2" fmla="*/ 242090 w 550503"/>
                  <a:gd name="connsiteY2" fmla="*/ 127426 h 278273"/>
                  <a:gd name="connsiteX3" fmla="*/ 64547 w 550503"/>
                  <a:gd name="connsiteY3" fmla="*/ 268845 h 278273"/>
                  <a:gd name="connsiteX4" fmla="*/ 8699 w 550503"/>
                  <a:gd name="connsiteY4" fmla="*/ 262618 h 278273"/>
                  <a:gd name="connsiteX5" fmla="*/ 14926 w 550503"/>
                  <a:gd name="connsiteY5" fmla="*/ 206770 h 278273"/>
                  <a:gd name="connsiteX6" fmla="*/ 257026 w 550503"/>
                  <a:gd name="connsiteY6" fmla="*/ 13994 h 278273"/>
                  <a:gd name="connsiteX7" fmla="*/ 312824 w 550503"/>
                  <a:gd name="connsiteY7" fmla="*/ 20171 h 278273"/>
                  <a:gd name="connsiteX8" fmla="*/ 321533 w 550503"/>
                  <a:gd name="connsiteY8" fmla="*/ 45056 h 278273"/>
                  <a:gd name="connsiteX9" fmla="*/ 321533 w 550503"/>
                  <a:gd name="connsiteY9" fmla="*/ 151542 h 278273"/>
                  <a:gd name="connsiteX10" fmla="*/ 484438 w 550503"/>
                  <a:gd name="connsiteY10" fmla="*/ 10024 h 278273"/>
                  <a:gd name="connsiteX11" fmla="*/ 540479 w 550503"/>
                  <a:gd name="connsiteY11" fmla="*/ 13328 h 278273"/>
                  <a:gd name="connsiteX12" fmla="*/ 537175 w 550503"/>
                  <a:gd name="connsiteY12" fmla="*/ 69370 h 278273"/>
                  <a:gd name="connsiteX13" fmla="*/ 536490 w 550503"/>
                  <a:gd name="connsiteY13" fmla="*/ 69966 h 278273"/>
                  <a:gd name="connsiteX14" fmla="*/ 307788 w 550503"/>
                  <a:gd name="connsiteY14" fmla="*/ 268448 h 278273"/>
                  <a:gd name="connsiteX15" fmla="*/ 281787 w 550503"/>
                  <a:gd name="connsiteY15" fmla="*/ 278273 h 27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0503" h="278273">
                    <a:moveTo>
                      <a:pt x="281787" y="278273"/>
                    </a:moveTo>
                    <a:cubicBezTo>
                      <a:pt x="259864" y="278273"/>
                      <a:pt x="242090" y="260499"/>
                      <a:pt x="242090" y="238577"/>
                    </a:cubicBezTo>
                    <a:lnTo>
                      <a:pt x="242090" y="127426"/>
                    </a:lnTo>
                    <a:lnTo>
                      <a:pt x="64547" y="268845"/>
                    </a:lnTo>
                    <a:cubicBezTo>
                      <a:pt x="47406" y="282546"/>
                      <a:pt x="22401" y="279762"/>
                      <a:pt x="8699" y="262618"/>
                    </a:cubicBezTo>
                    <a:cubicBezTo>
                      <a:pt x="-5003" y="245474"/>
                      <a:pt x="-2215" y="220472"/>
                      <a:pt x="14926" y="206770"/>
                    </a:cubicBezTo>
                    <a:lnTo>
                      <a:pt x="257026" y="13994"/>
                    </a:lnTo>
                    <a:cubicBezTo>
                      <a:pt x="274140" y="291"/>
                      <a:pt x="299124" y="3057"/>
                      <a:pt x="312824" y="20171"/>
                    </a:cubicBezTo>
                    <a:cubicBezTo>
                      <a:pt x="318476" y="27232"/>
                      <a:pt x="321548" y="36011"/>
                      <a:pt x="321533" y="45056"/>
                    </a:cubicBezTo>
                    <a:lnTo>
                      <a:pt x="321533" y="151542"/>
                    </a:lnTo>
                    <a:lnTo>
                      <a:pt x="484438" y="10024"/>
                    </a:lnTo>
                    <a:cubicBezTo>
                      <a:pt x="500828" y="-4539"/>
                      <a:pt x="525916" y="-3060"/>
                      <a:pt x="540479" y="13328"/>
                    </a:cubicBezTo>
                    <a:cubicBezTo>
                      <a:pt x="555043" y="29716"/>
                      <a:pt x="553565" y="54807"/>
                      <a:pt x="537175" y="69370"/>
                    </a:cubicBezTo>
                    <a:cubicBezTo>
                      <a:pt x="536951" y="69571"/>
                      <a:pt x="536723" y="69770"/>
                      <a:pt x="536490" y="69966"/>
                    </a:cubicBezTo>
                    <a:lnTo>
                      <a:pt x="307788" y="268448"/>
                    </a:lnTo>
                    <a:cubicBezTo>
                      <a:pt x="300588" y="274750"/>
                      <a:pt x="291354" y="278239"/>
                      <a:pt x="281787" y="27827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2253D14C-E45A-674F-8B48-0549E100DFE7}"/>
                </a:ext>
              </a:extLst>
            </p:cNvPr>
            <p:cNvSpPr/>
            <p:nvPr/>
          </p:nvSpPr>
          <p:spPr>
            <a:xfrm>
              <a:off x="4527208" y="1939249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3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21" y="119090"/>
                    <a:pt x="39697" y="1190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7C883B3-EB98-774B-A678-8934B229934E}"/>
                </a:ext>
              </a:extLst>
            </p:cNvPr>
            <p:cNvSpPr/>
            <p:nvPr/>
          </p:nvSpPr>
          <p:spPr>
            <a:xfrm>
              <a:off x="4770349" y="1934287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4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19" y="119090"/>
                    <a:pt x="39697" y="1190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39">
            <a:extLst>
              <a:ext uri="{FF2B5EF4-FFF2-40B4-BE49-F238E27FC236}">
                <a16:creationId xmlns:a16="http://schemas.microsoft.com/office/drawing/2014/main" id="{44AF3606-4EB6-4B62-8450-9C170D85E3F7}"/>
              </a:ext>
            </a:extLst>
          </p:cNvPr>
          <p:cNvGrpSpPr>
            <a:grpSpLocks noChangeAspect="1"/>
          </p:cNvGrpSpPr>
          <p:nvPr/>
        </p:nvGrpSpPr>
        <p:grpSpPr>
          <a:xfrm>
            <a:off x="5470079" y="1438948"/>
            <a:ext cx="783833" cy="795891"/>
            <a:chOff x="5470079" y="1438948"/>
            <a:chExt cx="783833" cy="795891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B39E5B20-84DC-D949-9EE9-E35D96707CFD}"/>
                </a:ext>
              </a:extLst>
            </p:cNvPr>
            <p:cNvSpPr/>
            <p:nvPr/>
          </p:nvSpPr>
          <p:spPr>
            <a:xfrm>
              <a:off x="5470079" y="1491075"/>
              <a:ext cx="740639" cy="743764"/>
            </a:xfrm>
            <a:custGeom>
              <a:avLst/>
              <a:gdLst>
                <a:gd name="connsiteX0" fmla="*/ 700943 w 740639"/>
                <a:gd name="connsiteY0" fmla="*/ 743764 h 743764"/>
                <a:gd name="connsiteX1" fmla="*/ 39697 w 740639"/>
                <a:gd name="connsiteY1" fmla="*/ 743764 h 743764"/>
                <a:gd name="connsiteX2" fmla="*/ 0 w 740639"/>
                <a:gd name="connsiteY2" fmla="*/ 704068 h 743764"/>
                <a:gd name="connsiteX3" fmla="*/ 0 w 740639"/>
                <a:gd name="connsiteY3" fmla="*/ 39697 h 743764"/>
                <a:gd name="connsiteX4" fmla="*/ 39697 w 740639"/>
                <a:gd name="connsiteY4" fmla="*/ 0 h 743764"/>
                <a:gd name="connsiteX5" fmla="*/ 458992 w 740639"/>
                <a:gd name="connsiteY5" fmla="*/ 0 h 743764"/>
                <a:gd name="connsiteX6" fmla="*/ 498688 w 740639"/>
                <a:gd name="connsiteY6" fmla="*/ 39697 h 743764"/>
                <a:gd name="connsiteX7" fmla="*/ 458992 w 740639"/>
                <a:gd name="connsiteY7" fmla="*/ 79393 h 743764"/>
                <a:gd name="connsiteX8" fmla="*/ 79393 w 740639"/>
                <a:gd name="connsiteY8" fmla="*/ 79393 h 743764"/>
                <a:gd name="connsiteX9" fmla="*/ 79393 w 740639"/>
                <a:gd name="connsiteY9" fmla="*/ 664371 h 743764"/>
                <a:gd name="connsiteX10" fmla="*/ 661246 w 740639"/>
                <a:gd name="connsiteY10" fmla="*/ 664371 h 743764"/>
                <a:gd name="connsiteX11" fmla="*/ 661246 w 740639"/>
                <a:gd name="connsiteY11" fmla="*/ 279861 h 743764"/>
                <a:gd name="connsiteX12" fmla="*/ 700943 w 740639"/>
                <a:gd name="connsiteY12" fmla="*/ 240164 h 743764"/>
                <a:gd name="connsiteX13" fmla="*/ 740639 w 740639"/>
                <a:gd name="connsiteY13" fmla="*/ 279861 h 743764"/>
                <a:gd name="connsiteX14" fmla="*/ 740639 w 740639"/>
                <a:gd name="connsiteY14" fmla="*/ 704068 h 743764"/>
                <a:gd name="connsiteX15" fmla="*/ 700943 w 740639"/>
                <a:gd name="connsiteY15" fmla="*/ 743764 h 74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0639" h="743764">
                  <a:moveTo>
                    <a:pt x="700943" y="743764"/>
                  </a:moveTo>
                  <a:lnTo>
                    <a:pt x="39697" y="743764"/>
                  </a:lnTo>
                  <a:cubicBezTo>
                    <a:pt x="17773" y="743764"/>
                    <a:pt x="0" y="725990"/>
                    <a:pt x="0" y="70406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58992" y="0"/>
                  </a:lnTo>
                  <a:cubicBezTo>
                    <a:pt x="480914" y="0"/>
                    <a:pt x="498688" y="17773"/>
                    <a:pt x="498688" y="39697"/>
                  </a:cubicBezTo>
                  <a:cubicBezTo>
                    <a:pt x="498688" y="61620"/>
                    <a:pt x="480914" y="79393"/>
                    <a:pt x="458992" y="79393"/>
                  </a:cubicBezTo>
                  <a:lnTo>
                    <a:pt x="79393" y="79393"/>
                  </a:lnTo>
                  <a:lnTo>
                    <a:pt x="79393" y="664371"/>
                  </a:lnTo>
                  <a:lnTo>
                    <a:pt x="661246" y="664371"/>
                  </a:lnTo>
                  <a:lnTo>
                    <a:pt x="661246" y="279861"/>
                  </a:lnTo>
                  <a:cubicBezTo>
                    <a:pt x="661246" y="257937"/>
                    <a:pt x="679020" y="240164"/>
                    <a:pt x="700943" y="240164"/>
                  </a:cubicBezTo>
                  <a:cubicBezTo>
                    <a:pt x="722865" y="240164"/>
                    <a:pt x="740639" y="257937"/>
                    <a:pt x="740639" y="279861"/>
                  </a:cubicBezTo>
                  <a:lnTo>
                    <a:pt x="740639" y="704068"/>
                  </a:lnTo>
                  <a:cubicBezTo>
                    <a:pt x="740639" y="725990"/>
                    <a:pt x="722865" y="743764"/>
                    <a:pt x="700943" y="7437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7D0A908-F72B-8C47-BCDD-655745470A34}"/>
                </a:ext>
              </a:extLst>
            </p:cNvPr>
            <p:cNvSpPr/>
            <p:nvPr/>
          </p:nvSpPr>
          <p:spPr>
            <a:xfrm>
              <a:off x="5656198" y="1438948"/>
              <a:ext cx="597714" cy="604901"/>
            </a:xfrm>
            <a:custGeom>
              <a:avLst/>
              <a:gdLst>
                <a:gd name="connsiteX0" fmla="*/ 39655 w 597714"/>
                <a:gd name="connsiteY0" fmla="*/ 604901 h 604901"/>
                <a:gd name="connsiteX1" fmla="*/ 0 w 597714"/>
                <a:gd name="connsiteY1" fmla="*/ 565165 h 604901"/>
                <a:gd name="connsiteX2" fmla="*/ 2241 w 597714"/>
                <a:gd name="connsiteY2" fmla="*/ 552055 h 604901"/>
                <a:gd name="connsiteX3" fmla="*/ 38613 w 597714"/>
                <a:gd name="connsiteY3" fmla="*/ 448596 h 604901"/>
                <a:gd name="connsiteX4" fmla="*/ 47297 w 597714"/>
                <a:gd name="connsiteY4" fmla="*/ 434355 h 604901"/>
                <a:gd name="connsiteX5" fmla="*/ 449920 w 597714"/>
                <a:gd name="connsiteY5" fmla="*/ 12281 h 604901"/>
                <a:gd name="connsiteX6" fmla="*/ 504106 w 597714"/>
                <a:gd name="connsiteY6" fmla="*/ 9254 h 604901"/>
                <a:gd name="connsiteX7" fmla="*/ 583499 w 597714"/>
                <a:gd name="connsiteY7" fmla="*/ 75796 h 604901"/>
                <a:gd name="connsiteX8" fmla="*/ 588456 w 597714"/>
                <a:gd name="connsiteY8" fmla="*/ 131716 h 604901"/>
                <a:gd name="connsiteX9" fmla="*/ 586675 w 597714"/>
                <a:gd name="connsiteY9" fmla="*/ 133703 h 604901"/>
                <a:gd name="connsiteX10" fmla="*/ 176956 w 597714"/>
                <a:gd name="connsiteY10" fmla="*/ 561483 h 604901"/>
                <a:gd name="connsiteX11" fmla="*/ 159241 w 597714"/>
                <a:gd name="connsiteY11" fmla="*/ 572201 h 604901"/>
                <a:gd name="connsiteX12" fmla="*/ 50622 w 597714"/>
                <a:gd name="connsiteY12" fmla="*/ 603363 h 604901"/>
                <a:gd name="connsiteX13" fmla="*/ 39655 w 597714"/>
                <a:gd name="connsiteY13" fmla="*/ 604901 h 604901"/>
                <a:gd name="connsiteX14" fmla="*/ 110663 w 597714"/>
                <a:gd name="connsiteY14" fmla="*/ 482983 h 604901"/>
                <a:gd name="connsiteX15" fmla="*/ 102624 w 597714"/>
                <a:gd name="connsiteY15" fmla="*/ 505858 h 604901"/>
                <a:gd name="connsiteX16" fmla="*/ 127038 w 597714"/>
                <a:gd name="connsiteY16" fmla="*/ 498862 h 604901"/>
                <a:gd name="connsiteX17" fmla="*/ 500186 w 597714"/>
                <a:gd name="connsiteY17" fmla="*/ 109439 h 604901"/>
                <a:gd name="connsiteX18" fmla="*/ 481677 w 597714"/>
                <a:gd name="connsiteY18" fmla="*/ 94007 h 60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7714" h="604901">
                  <a:moveTo>
                    <a:pt x="39655" y="604901"/>
                  </a:moveTo>
                  <a:cubicBezTo>
                    <a:pt x="17731" y="604876"/>
                    <a:pt x="-23" y="587087"/>
                    <a:pt x="0" y="565165"/>
                  </a:cubicBezTo>
                  <a:cubicBezTo>
                    <a:pt x="5" y="560699"/>
                    <a:pt x="763" y="556268"/>
                    <a:pt x="2241" y="552055"/>
                  </a:cubicBezTo>
                  <a:lnTo>
                    <a:pt x="38613" y="448596"/>
                  </a:lnTo>
                  <a:cubicBezTo>
                    <a:pt x="40467" y="443288"/>
                    <a:pt x="43427" y="438433"/>
                    <a:pt x="47297" y="434355"/>
                  </a:cubicBezTo>
                  <a:lnTo>
                    <a:pt x="449920" y="12281"/>
                  </a:lnTo>
                  <a:cubicBezTo>
                    <a:pt x="464364" y="-2844"/>
                    <a:pt x="488068" y="-4168"/>
                    <a:pt x="504106" y="9254"/>
                  </a:cubicBezTo>
                  <a:lnTo>
                    <a:pt x="583499" y="75796"/>
                  </a:lnTo>
                  <a:cubicBezTo>
                    <a:pt x="600310" y="89869"/>
                    <a:pt x="602528" y="114905"/>
                    <a:pt x="588456" y="131716"/>
                  </a:cubicBezTo>
                  <a:cubicBezTo>
                    <a:pt x="587885" y="132398"/>
                    <a:pt x="587290" y="133061"/>
                    <a:pt x="586675" y="133703"/>
                  </a:cubicBezTo>
                  <a:lnTo>
                    <a:pt x="176956" y="561483"/>
                  </a:lnTo>
                  <a:cubicBezTo>
                    <a:pt x="172121" y="566584"/>
                    <a:pt x="166002" y="570286"/>
                    <a:pt x="159241" y="572201"/>
                  </a:cubicBezTo>
                  <a:lnTo>
                    <a:pt x="50622" y="603363"/>
                  </a:lnTo>
                  <a:cubicBezTo>
                    <a:pt x="47056" y="604385"/>
                    <a:pt x="43365" y="604901"/>
                    <a:pt x="39655" y="604901"/>
                  </a:cubicBezTo>
                  <a:close/>
                  <a:moveTo>
                    <a:pt x="110663" y="482983"/>
                  </a:moveTo>
                  <a:lnTo>
                    <a:pt x="102624" y="505858"/>
                  </a:lnTo>
                  <a:lnTo>
                    <a:pt x="127038" y="498862"/>
                  </a:lnTo>
                  <a:lnTo>
                    <a:pt x="500186" y="109439"/>
                  </a:lnTo>
                  <a:lnTo>
                    <a:pt x="481677" y="9400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7" name="Picture Placeholder 41">
            <a:extLst>
              <a:ext uri="{FF2B5EF4-FFF2-40B4-BE49-F238E27FC236}">
                <a16:creationId xmlns:a16="http://schemas.microsoft.com/office/drawing/2014/main" id="{525034F9-024D-4ABD-A2F2-CF6B15F64A84}"/>
              </a:ext>
            </a:extLst>
          </p:cNvPr>
          <p:cNvGrpSpPr>
            <a:grpSpLocks noChangeAspect="1"/>
          </p:cNvGrpSpPr>
          <p:nvPr/>
        </p:nvGrpSpPr>
        <p:grpSpPr>
          <a:xfrm>
            <a:off x="6745410" y="1402701"/>
            <a:ext cx="868363" cy="868362"/>
            <a:chOff x="6745410" y="1402701"/>
            <a:chExt cx="868363" cy="868362"/>
          </a:xfrm>
        </p:grpSpPr>
        <p:grpSp>
          <p:nvGrpSpPr>
            <p:cNvPr id="39" name="Picture Placeholder 41">
              <a:extLst>
                <a:ext uri="{FF2B5EF4-FFF2-40B4-BE49-F238E27FC236}">
                  <a16:creationId xmlns:a16="http://schemas.microsoft.com/office/drawing/2014/main" id="{525034F9-024D-4ABD-A2F2-CF6B15F64A84}"/>
                </a:ext>
              </a:extLst>
            </p:cNvPr>
            <p:cNvGrpSpPr/>
            <p:nvPr/>
          </p:nvGrpSpPr>
          <p:grpSpPr>
            <a:xfrm>
              <a:off x="6788083" y="1469639"/>
              <a:ext cx="782876" cy="645068"/>
              <a:chOff x="6788083" y="1469639"/>
              <a:chExt cx="782876" cy="645068"/>
            </a:xfrm>
            <a:solidFill>
              <a:srgbClr val="C42828"/>
            </a:solidFill>
          </p:grpSpPr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EA75EC5B-92CE-EC4B-8910-BD65A48BDC8B}"/>
                  </a:ext>
                </a:extLst>
              </p:cNvPr>
              <p:cNvSpPr/>
              <p:nvPr/>
            </p:nvSpPr>
            <p:spPr>
              <a:xfrm>
                <a:off x="6788083" y="1469639"/>
                <a:ext cx="782876" cy="596043"/>
              </a:xfrm>
              <a:custGeom>
                <a:avLst/>
                <a:gdLst>
                  <a:gd name="connsiteX0" fmla="*/ 132735 w 782876"/>
                  <a:gd name="connsiteY0" fmla="*/ 596044 h 596043"/>
                  <a:gd name="connsiteX1" fmla="*/ 93037 w 782876"/>
                  <a:gd name="connsiteY1" fmla="*/ 556347 h 596043"/>
                  <a:gd name="connsiteX2" fmla="*/ 93039 w 782876"/>
                  <a:gd name="connsiteY2" fmla="*/ 556000 h 596043"/>
                  <a:gd name="connsiteX3" fmla="*/ 97207 w 782876"/>
                  <a:gd name="connsiteY3" fmla="*/ 79641 h 596043"/>
                  <a:gd name="connsiteX4" fmla="*/ 39697 w 782876"/>
                  <a:gd name="connsiteY4" fmla="*/ 79393 h 596043"/>
                  <a:gd name="connsiteX5" fmla="*/ 0 w 782876"/>
                  <a:gd name="connsiteY5" fmla="*/ 39697 h 596043"/>
                  <a:gd name="connsiteX6" fmla="*/ 39697 w 782876"/>
                  <a:gd name="connsiteY6" fmla="*/ 0 h 596043"/>
                  <a:gd name="connsiteX7" fmla="*/ 39945 w 782876"/>
                  <a:gd name="connsiteY7" fmla="*/ 0 h 596043"/>
                  <a:gd name="connsiteX8" fmla="*/ 137251 w 782876"/>
                  <a:gd name="connsiteY8" fmla="*/ 546 h 596043"/>
                  <a:gd name="connsiteX9" fmla="*/ 176700 w 782876"/>
                  <a:gd name="connsiteY9" fmla="*/ 40488 h 596043"/>
                  <a:gd name="connsiteX10" fmla="*/ 176699 w 782876"/>
                  <a:gd name="connsiteY10" fmla="*/ 40590 h 596043"/>
                  <a:gd name="connsiteX11" fmla="*/ 172581 w 782876"/>
                  <a:gd name="connsiteY11" fmla="*/ 508959 h 596043"/>
                  <a:gd name="connsiteX12" fmla="*/ 619168 w 782876"/>
                  <a:gd name="connsiteY12" fmla="*/ 430013 h 596043"/>
                  <a:gd name="connsiteX13" fmla="*/ 688339 w 782876"/>
                  <a:gd name="connsiteY13" fmla="*/ 214064 h 596043"/>
                  <a:gd name="connsiteX14" fmla="*/ 573864 w 782876"/>
                  <a:gd name="connsiteY14" fmla="*/ 214510 h 596043"/>
                  <a:gd name="connsiteX15" fmla="*/ 573864 w 782876"/>
                  <a:gd name="connsiteY15" fmla="*/ 214510 h 596043"/>
                  <a:gd name="connsiteX16" fmla="*/ 534167 w 782876"/>
                  <a:gd name="connsiteY16" fmla="*/ 174814 h 596043"/>
                  <a:gd name="connsiteX17" fmla="*/ 573864 w 782876"/>
                  <a:gd name="connsiteY17" fmla="*/ 135117 h 596043"/>
                  <a:gd name="connsiteX18" fmla="*/ 742971 w 782876"/>
                  <a:gd name="connsiteY18" fmla="*/ 134472 h 596043"/>
                  <a:gd name="connsiteX19" fmla="*/ 742971 w 782876"/>
                  <a:gd name="connsiteY19" fmla="*/ 134472 h 596043"/>
                  <a:gd name="connsiteX20" fmla="*/ 782876 w 782876"/>
                  <a:gd name="connsiteY20" fmla="*/ 173961 h 596043"/>
                  <a:gd name="connsiteX21" fmla="*/ 781031 w 782876"/>
                  <a:gd name="connsiteY21" fmla="*/ 186127 h 596043"/>
                  <a:gd name="connsiteX22" fmla="*/ 687892 w 782876"/>
                  <a:gd name="connsiteY22" fmla="*/ 476904 h 596043"/>
                  <a:gd name="connsiteX23" fmla="*/ 656979 w 782876"/>
                  <a:gd name="connsiteY23" fmla="*/ 503848 h 596043"/>
                  <a:gd name="connsiteX24" fmla="*/ 139633 w 782876"/>
                  <a:gd name="connsiteY24" fmla="*/ 595448 h 596043"/>
                  <a:gd name="connsiteX25" fmla="*/ 132735 w 782876"/>
                  <a:gd name="connsiteY25" fmla="*/ 596044 h 596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82876" h="596043">
                    <a:moveTo>
                      <a:pt x="132735" y="596044"/>
                    </a:moveTo>
                    <a:cubicBezTo>
                      <a:pt x="110812" y="596044"/>
                      <a:pt x="93038" y="578275"/>
                      <a:pt x="93037" y="556347"/>
                    </a:cubicBezTo>
                    <a:cubicBezTo>
                      <a:pt x="93037" y="556233"/>
                      <a:pt x="93038" y="556114"/>
                      <a:pt x="93039" y="556000"/>
                    </a:cubicBezTo>
                    <a:lnTo>
                      <a:pt x="97207" y="7964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46"/>
                    </a:lnTo>
                    <a:cubicBezTo>
                      <a:pt x="159174" y="682"/>
                      <a:pt x="176836" y="18565"/>
                      <a:pt x="176700" y="40488"/>
                    </a:cubicBezTo>
                    <a:cubicBezTo>
                      <a:pt x="176700" y="40522"/>
                      <a:pt x="176700" y="40556"/>
                      <a:pt x="176699" y="40590"/>
                    </a:cubicBezTo>
                    <a:lnTo>
                      <a:pt x="172581" y="508959"/>
                    </a:lnTo>
                    <a:lnTo>
                      <a:pt x="619168" y="430013"/>
                    </a:lnTo>
                    <a:lnTo>
                      <a:pt x="688339" y="214064"/>
                    </a:lnTo>
                    <a:lnTo>
                      <a:pt x="573864" y="214510"/>
                    </a:lnTo>
                    <a:lnTo>
                      <a:pt x="573864" y="214510"/>
                    </a:lnTo>
                    <a:cubicBezTo>
                      <a:pt x="551941" y="214510"/>
                      <a:pt x="534167" y="196738"/>
                      <a:pt x="534167" y="174814"/>
                    </a:cubicBezTo>
                    <a:cubicBezTo>
                      <a:pt x="534167" y="152890"/>
                      <a:pt x="551941" y="135117"/>
                      <a:pt x="573864" y="135117"/>
                    </a:cubicBezTo>
                    <a:lnTo>
                      <a:pt x="742971" y="134472"/>
                    </a:lnTo>
                    <a:lnTo>
                      <a:pt x="742971" y="134472"/>
                    </a:lnTo>
                    <a:cubicBezTo>
                      <a:pt x="764894" y="134358"/>
                      <a:pt x="782762" y="152038"/>
                      <a:pt x="782876" y="173961"/>
                    </a:cubicBezTo>
                    <a:cubicBezTo>
                      <a:pt x="782896" y="178088"/>
                      <a:pt x="782276" y="182192"/>
                      <a:pt x="781031" y="186127"/>
                    </a:cubicBezTo>
                    <a:lnTo>
                      <a:pt x="687892" y="476904"/>
                    </a:lnTo>
                    <a:cubicBezTo>
                      <a:pt x="683382" y="490927"/>
                      <a:pt x="671483" y="501298"/>
                      <a:pt x="656979" y="503848"/>
                    </a:cubicBezTo>
                    <a:lnTo>
                      <a:pt x="139633" y="595448"/>
                    </a:lnTo>
                    <a:cubicBezTo>
                      <a:pt x="137355" y="595845"/>
                      <a:pt x="135047" y="596044"/>
                      <a:pt x="132735" y="59604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6B5B06A1-02B0-BC42-AFDC-1BB08271D9F3}"/>
                  </a:ext>
                </a:extLst>
              </p:cNvPr>
              <p:cNvSpPr/>
              <p:nvPr/>
            </p:nvSpPr>
            <p:spPr>
              <a:xfrm>
                <a:off x="6892188" y="1606393"/>
                <a:ext cx="212227" cy="80087"/>
              </a:xfrm>
              <a:custGeom>
                <a:avLst/>
                <a:gdLst>
                  <a:gd name="connsiteX0" fmla="*/ 39697 w 212227"/>
                  <a:gd name="connsiteY0" fmla="*/ 80088 h 80087"/>
                  <a:gd name="connsiteX1" fmla="*/ 0 w 212227"/>
                  <a:gd name="connsiteY1" fmla="*/ 40391 h 80087"/>
                  <a:gd name="connsiteX2" fmla="*/ 39697 w 212227"/>
                  <a:gd name="connsiteY2" fmla="*/ 695 h 80087"/>
                  <a:gd name="connsiteX3" fmla="*/ 172531 w 212227"/>
                  <a:gd name="connsiteY3" fmla="*/ 0 h 80087"/>
                  <a:gd name="connsiteX4" fmla="*/ 172531 w 212227"/>
                  <a:gd name="connsiteY4" fmla="*/ 0 h 80087"/>
                  <a:gd name="connsiteX5" fmla="*/ 212228 w 212227"/>
                  <a:gd name="connsiteY5" fmla="*/ 39697 h 80087"/>
                  <a:gd name="connsiteX6" fmla="*/ 172531 w 212227"/>
                  <a:gd name="connsiteY6" fmla="*/ 79393 h 80087"/>
                  <a:gd name="connsiteX7" fmla="*/ 39697 w 212227"/>
                  <a:gd name="connsiteY7" fmla="*/ 80088 h 80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227" h="80087">
                    <a:moveTo>
                      <a:pt x="39697" y="80088"/>
                    </a:moveTo>
                    <a:cubicBezTo>
                      <a:pt x="17773" y="80088"/>
                      <a:pt x="0" y="62315"/>
                      <a:pt x="0" y="40391"/>
                    </a:cubicBezTo>
                    <a:cubicBezTo>
                      <a:pt x="0" y="18467"/>
                      <a:pt x="17773" y="695"/>
                      <a:pt x="39697" y="695"/>
                    </a:cubicBezTo>
                    <a:lnTo>
                      <a:pt x="172531" y="0"/>
                    </a:lnTo>
                    <a:lnTo>
                      <a:pt x="172531" y="0"/>
                    </a:lnTo>
                    <a:cubicBezTo>
                      <a:pt x="194455" y="0"/>
                      <a:pt x="212228" y="17773"/>
                      <a:pt x="212228" y="39697"/>
                    </a:cubicBezTo>
                    <a:cubicBezTo>
                      <a:pt x="212228" y="61620"/>
                      <a:pt x="194455" y="79393"/>
                      <a:pt x="172531" y="79393"/>
                    </a:cubicBezTo>
                    <a:lnTo>
                      <a:pt x="39697" y="80088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9942B20C-D5A8-D64E-807B-DE80B48FDA8D}"/>
                  </a:ext>
                </a:extLst>
              </p:cNvPr>
              <p:cNvSpPr/>
              <p:nvPr/>
            </p:nvSpPr>
            <p:spPr>
              <a:xfrm>
                <a:off x="6881122" y="1957410"/>
                <a:ext cx="651520" cy="157297"/>
              </a:xfrm>
              <a:custGeom>
                <a:avLst/>
                <a:gdLst>
                  <a:gd name="connsiteX0" fmla="*/ 611824 w 651520"/>
                  <a:gd name="connsiteY0" fmla="*/ 157298 h 157297"/>
                  <a:gd name="connsiteX1" fmla="*/ 39697 w 651520"/>
                  <a:gd name="connsiteY1" fmla="*/ 157298 h 157297"/>
                  <a:gd name="connsiteX2" fmla="*/ 0 w 651520"/>
                  <a:gd name="connsiteY2" fmla="*/ 117601 h 157297"/>
                  <a:gd name="connsiteX3" fmla="*/ 0 w 651520"/>
                  <a:gd name="connsiteY3" fmla="*/ 39697 h 157297"/>
                  <a:gd name="connsiteX4" fmla="*/ 39697 w 651520"/>
                  <a:gd name="connsiteY4" fmla="*/ 0 h 157297"/>
                  <a:gd name="connsiteX5" fmla="*/ 79393 w 651520"/>
                  <a:gd name="connsiteY5" fmla="*/ 39697 h 157297"/>
                  <a:gd name="connsiteX6" fmla="*/ 79393 w 651520"/>
                  <a:gd name="connsiteY6" fmla="*/ 77904 h 157297"/>
                  <a:gd name="connsiteX7" fmla="*/ 611824 w 651520"/>
                  <a:gd name="connsiteY7" fmla="*/ 77904 h 157297"/>
                  <a:gd name="connsiteX8" fmla="*/ 651520 w 651520"/>
                  <a:gd name="connsiteY8" fmla="*/ 117601 h 157297"/>
                  <a:gd name="connsiteX9" fmla="*/ 611824 w 651520"/>
                  <a:gd name="connsiteY9" fmla="*/ 157298 h 15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1520" h="157297">
                    <a:moveTo>
                      <a:pt x="611824" y="157298"/>
                    </a:moveTo>
                    <a:lnTo>
                      <a:pt x="39697" y="157298"/>
                    </a:lnTo>
                    <a:cubicBezTo>
                      <a:pt x="17773" y="157298"/>
                      <a:pt x="0" y="139523"/>
                      <a:pt x="0" y="117601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77904"/>
                    </a:lnTo>
                    <a:lnTo>
                      <a:pt x="611824" y="77904"/>
                    </a:lnTo>
                    <a:cubicBezTo>
                      <a:pt x="633746" y="77904"/>
                      <a:pt x="651520" y="95679"/>
                      <a:pt x="651520" y="117601"/>
                    </a:cubicBezTo>
                    <a:cubicBezTo>
                      <a:pt x="651520" y="139523"/>
                      <a:pt x="633746" y="157298"/>
                      <a:pt x="611824" y="15729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0CC4A934-216E-7D45-9217-637825A01094}"/>
                </a:ext>
              </a:extLst>
            </p:cNvPr>
            <p:cNvSpPr/>
            <p:nvPr/>
          </p:nvSpPr>
          <p:spPr>
            <a:xfrm>
              <a:off x="7448585" y="2129008"/>
              <a:ext cx="79393" cy="79433"/>
            </a:xfrm>
            <a:custGeom>
              <a:avLst/>
              <a:gdLst>
                <a:gd name="connsiteX0" fmla="*/ 39746 w 79393"/>
                <a:gd name="connsiteY0" fmla="*/ 79434 h 79433"/>
                <a:gd name="connsiteX1" fmla="*/ 31956 w 79393"/>
                <a:gd name="connsiteY1" fmla="*/ 78640 h 79433"/>
                <a:gd name="connsiteX2" fmla="*/ 24513 w 79393"/>
                <a:gd name="connsiteY2" fmla="*/ 76357 h 79433"/>
                <a:gd name="connsiteX3" fmla="*/ 11661 w 79393"/>
                <a:gd name="connsiteY3" fmla="*/ 67773 h 79433"/>
                <a:gd name="connsiteX4" fmla="*/ 6699 w 79393"/>
                <a:gd name="connsiteY4" fmla="*/ 61769 h 79433"/>
                <a:gd name="connsiteX5" fmla="*/ 3076 w 79393"/>
                <a:gd name="connsiteY5" fmla="*/ 54921 h 79433"/>
                <a:gd name="connsiteX6" fmla="*/ 794 w 79393"/>
                <a:gd name="connsiteY6" fmla="*/ 47478 h 79433"/>
                <a:gd name="connsiteX7" fmla="*/ 0 w 79393"/>
                <a:gd name="connsiteY7" fmla="*/ 39737 h 79433"/>
                <a:gd name="connsiteX8" fmla="*/ 794 w 79393"/>
                <a:gd name="connsiteY8" fmla="*/ 31947 h 79433"/>
                <a:gd name="connsiteX9" fmla="*/ 3076 w 79393"/>
                <a:gd name="connsiteY9" fmla="*/ 24553 h 79433"/>
                <a:gd name="connsiteX10" fmla="*/ 6699 w 79393"/>
                <a:gd name="connsiteY10" fmla="*/ 17705 h 79433"/>
                <a:gd name="connsiteX11" fmla="*/ 11661 w 79393"/>
                <a:gd name="connsiteY11" fmla="*/ 11652 h 79433"/>
                <a:gd name="connsiteX12" fmla="*/ 17665 w 79393"/>
                <a:gd name="connsiteY12" fmla="*/ 6690 h 79433"/>
                <a:gd name="connsiteX13" fmla="*/ 24513 w 79393"/>
                <a:gd name="connsiteY13" fmla="*/ 3018 h 79433"/>
                <a:gd name="connsiteX14" fmla="*/ 31956 w 79393"/>
                <a:gd name="connsiteY14" fmla="*/ 735 h 79433"/>
                <a:gd name="connsiteX15" fmla="*/ 67782 w 79393"/>
                <a:gd name="connsiteY15" fmla="*/ 11602 h 79433"/>
                <a:gd name="connsiteX16" fmla="*/ 72744 w 79393"/>
                <a:gd name="connsiteY16" fmla="*/ 17656 h 79433"/>
                <a:gd name="connsiteX17" fmla="*/ 76366 w 79393"/>
                <a:gd name="connsiteY17" fmla="*/ 24503 h 79433"/>
                <a:gd name="connsiteX18" fmla="*/ 78649 w 79393"/>
                <a:gd name="connsiteY18" fmla="*/ 31897 h 79433"/>
                <a:gd name="connsiteX19" fmla="*/ 79393 w 79393"/>
                <a:gd name="connsiteY19" fmla="*/ 39687 h 79433"/>
                <a:gd name="connsiteX20" fmla="*/ 78649 w 79393"/>
                <a:gd name="connsiteY20" fmla="*/ 47428 h 79433"/>
                <a:gd name="connsiteX21" fmla="*/ 76366 w 79393"/>
                <a:gd name="connsiteY21" fmla="*/ 54871 h 79433"/>
                <a:gd name="connsiteX22" fmla="*/ 72744 w 79393"/>
                <a:gd name="connsiteY22" fmla="*/ 61719 h 79433"/>
                <a:gd name="connsiteX23" fmla="*/ 61728 w 79393"/>
                <a:gd name="connsiteY23" fmla="*/ 72685 h 79433"/>
                <a:gd name="connsiteX24" fmla="*/ 54881 w 79393"/>
                <a:gd name="connsiteY24" fmla="*/ 76307 h 79433"/>
                <a:gd name="connsiteX25" fmla="*/ 47487 w 79393"/>
                <a:gd name="connsiteY25" fmla="*/ 78590 h 79433"/>
                <a:gd name="connsiteX26" fmla="*/ 39746 w 79393"/>
                <a:gd name="connsiteY26" fmla="*/ 79434 h 7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393" h="79433">
                  <a:moveTo>
                    <a:pt x="39746" y="79434"/>
                  </a:moveTo>
                  <a:cubicBezTo>
                    <a:pt x="37131" y="79419"/>
                    <a:pt x="34521" y="79151"/>
                    <a:pt x="31956" y="78640"/>
                  </a:cubicBezTo>
                  <a:cubicBezTo>
                    <a:pt x="29405" y="78124"/>
                    <a:pt x="26914" y="77354"/>
                    <a:pt x="24513" y="76357"/>
                  </a:cubicBezTo>
                  <a:cubicBezTo>
                    <a:pt x="19689" y="74402"/>
                    <a:pt x="15313" y="71484"/>
                    <a:pt x="11661" y="67773"/>
                  </a:cubicBezTo>
                  <a:cubicBezTo>
                    <a:pt x="9795" y="65957"/>
                    <a:pt x="8133" y="63942"/>
                    <a:pt x="6699" y="61769"/>
                  </a:cubicBezTo>
                  <a:cubicBezTo>
                    <a:pt x="5280" y="59605"/>
                    <a:pt x="4064" y="57313"/>
                    <a:pt x="3076" y="54921"/>
                  </a:cubicBezTo>
                  <a:cubicBezTo>
                    <a:pt x="2079" y="52519"/>
                    <a:pt x="1315" y="50028"/>
                    <a:pt x="794" y="47478"/>
                  </a:cubicBezTo>
                  <a:cubicBezTo>
                    <a:pt x="283" y="44927"/>
                    <a:pt x="20" y="42337"/>
                    <a:pt x="0" y="39737"/>
                  </a:cubicBezTo>
                  <a:cubicBezTo>
                    <a:pt x="20" y="37122"/>
                    <a:pt x="283" y="34512"/>
                    <a:pt x="794" y="31947"/>
                  </a:cubicBezTo>
                  <a:cubicBezTo>
                    <a:pt x="1305" y="29411"/>
                    <a:pt x="2069" y="26935"/>
                    <a:pt x="3076" y="24553"/>
                  </a:cubicBezTo>
                  <a:cubicBezTo>
                    <a:pt x="4044" y="22151"/>
                    <a:pt x="5260" y="19859"/>
                    <a:pt x="6699" y="17705"/>
                  </a:cubicBezTo>
                  <a:cubicBezTo>
                    <a:pt x="8143" y="15527"/>
                    <a:pt x="9805" y="13498"/>
                    <a:pt x="11661" y="11652"/>
                  </a:cubicBezTo>
                  <a:cubicBezTo>
                    <a:pt x="13497" y="9811"/>
                    <a:pt x="15506" y="8149"/>
                    <a:pt x="17665" y="6690"/>
                  </a:cubicBezTo>
                  <a:cubicBezTo>
                    <a:pt x="19828" y="5256"/>
                    <a:pt x="22121" y="4025"/>
                    <a:pt x="24513" y="3018"/>
                  </a:cubicBezTo>
                  <a:cubicBezTo>
                    <a:pt x="26924" y="2040"/>
                    <a:pt x="29410" y="1276"/>
                    <a:pt x="31956" y="735"/>
                  </a:cubicBezTo>
                  <a:cubicBezTo>
                    <a:pt x="44961" y="-1791"/>
                    <a:pt x="58374" y="2278"/>
                    <a:pt x="67782" y="11602"/>
                  </a:cubicBezTo>
                  <a:cubicBezTo>
                    <a:pt x="69623" y="13463"/>
                    <a:pt x="71285" y="15487"/>
                    <a:pt x="72744" y="17656"/>
                  </a:cubicBezTo>
                  <a:cubicBezTo>
                    <a:pt x="74163" y="19819"/>
                    <a:pt x="75379" y="22112"/>
                    <a:pt x="76366" y="24503"/>
                  </a:cubicBezTo>
                  <a:cubicBezTo>
                    <a:pt x="77374" y="26885"/>
                    <a:pt x="78138" y="29361"/>
                    <a:pt x="78649" y="31897"/>
                  </a:cubicBezTo>
                  <a:cubicBezTo>
                    <a:pt x="79140" y="34462"/>
                    <a:pt x="79393" y="37072"/>
                    <a:pt x="79393" y="39687"/>
                  </a:cubicBezTo>
                  <a:cubicBezTo>
                    <a:pt x="79393" y="42288"/>
                    <a:pt x="79140" y="44878"/>
                    <a:pt x="78649" y="47428"/>
                  </a:cubicBezTo>
                  <a:cubicBezTo>
                    <a:pt x="78133" y="49979"/>
                    <a:pt x="77364" y="52470"/>
                    <a:pt x="76366" y="54871"/>
                  </a:cubicBezTo>
                  <a:cubicBezTo>
                    <a:pt x="75359" y="57253"/>
                    <a:pt x="74143" y="59546"/>
                    <a:pt x="72744" y="61719"/>
                  </a:cubicBezTo>
                  <a:cubicBezTo>
                    <a:pt x="69816" y="66051"/>
                    <a:pt x="66075" y="69777"/>
                    <a:pt x="61728" y="72685"/>
                  </a:cubicBezTo>
                  <a:cubicBezTo>
                    <a:pt x="59575" y="74124"/>
                    <a:pt x="57282" y="75340"/>
                    <a:pt x="54881" y="76307"/>
                  </a:cubicBezTo>
                  <a:cubicBezTo>
                    <a:pt x="52499" y="77315"/>
                    <a:pt x="50023" y="78079"/>
                    <a:pt x="47487" y="78590"/>
                  </a:cubicBezTo>
                  <a:cubicBezTo>
                    <a:pt x="44941" y="79116"/>
                    <a:pt x="42346" y="79399"/>
                    <a:pt x="39746" y="794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6C3BF49B-0EBD-904B-A056-F42D9894ACE5}"/>
                </a:ext>
              </a:extLst>
            </p:cNvPr>
            <p:cNvSpPr/>
            <p:nvPr/>
          </p:nvSpPr>
          <p:spPr>
            <a:xfrm>
              <a:off x="6885390" y="2128516"/>
              <a:ext cx="79343" cy="79429"/>
            </a:xfrm>
            <a:custGeom>
              <a:avLst/>
              <a:gdLst>
                <a:gd name="connsiteX0" fmla="*/ 39697 w 79343"/>
                <a:gd name="connsiteY0" fmla="*/ 79429 h 79429"/>
                <a:gd name="connsiteX1" fmla="*/ 11611 w 79343"/>
                <a:gd name="connsiteY1" fmla="*/ 67818 h 79429"/>
                <a:gd name="connsiteX2" fmla="*/ 6649 w 79343"/>
                <a:gd name="connsiteY2" fmla="*/ 61764 h 79429"/>
                <a:gd name="connsiteX3" fmla="*/ 3027 w 79343"/>
                <a:gd name="connsiteY3" fmla="*/ 54917 h 79429"/>
                <a:gd name="connsiteX4" fmla="*/ 744 w 79343"/>
                <a:gd name="connsiteY4" fmla="*/ 47474 h 79429"/>
                <a:gd name="connsiteX5" fmla="*/ 0 w 79343"/>
                <a:gd name="connsiteY5" fmla="*/ 39733 h 79429"/>
                <a:gd name="connsiteX6" fmla="*/ 744 w 79343"/>
                <a:gd name="connsiteY6" fmla="*/ 31942 h 79429"/>
                <a:gd name="connsiteX7" fmla="*/ 3027 w 79343"/>
                <a:gd name="connsiteY7" fmla="*/ 24549 h 79429"/>
                <a:gd name="connsiteX8" fmla="*/ 6649 w 79343"/>
                <a:gd name="connsiteY8" fmla="*/ 17701 h 79429"/>
                <a:gd name="connsiteX9" fmla="*/ 11611 w 79343"/>
                <a:gd name="connsiteY9" fmla="*/ 11648 h 79429"/>
                <a:gd name="connsiteX10" fmla="*/ 17615 w 79343"/>
                <a:gd name="connsiteY10" fmla="*/ 6685 h 79429"/>
                <a:gd name="connsiteX11" fmla="*/ 24463 w 79343"/>
                <a:gd name="connsiteY11" fmla="*/ 3014 h 79429"/>
                <a:gd name="connsiteX12" fmla="*/ 31906 w 79343"/>
                <a:gd name="connsiteY12" fmla="*/ 731 h 79429"/>
                <a:gd name="connsiteX13" fmla="*/ 67732 w 79343"/>
                <a:gd name="connsiteY13" fmla="*/ 11598 h 79429"/>
                <a:gd name="connsiteX14" fmla="*/ 72694 w 79343"/>
                <a:gd name="connsiteY14" fmla="*/ 17652 h 79429"/>
                <a:gd name="connsiteX15" fmla="*/ 76317 w 79343"/>
                <a:gd name="connsiteY15" fmla="*/ 24499 h 79429"/>
                <a:gd name="connsiteX16" fmla="*/ 78599 w 79343"/>
                <a:gd name="connsiteY16" fmla="*/ 31893 h 79429"/>
                <a:gd name="connsiteX17" fmla="*/ 79344 w 79343"/>
                <a:gd name="connsiteY17" fmla="*/ 39683 h 79429"/>
                <a:gd name="connsiteX18" fmla="*/ 67732 w 79343"/>
                <a:gd name="connsiteY18" fmla="*/ 67769 h 79429"/>
                <a:gd name="connsiteX19" fmla="*/ 61728 w 79343"/>
                <a:gd name="connsiteY19" fmla="*/ 72731 h 79429"/>
                <a:gd name="connsiteX20" fmla="*/ 54831 w 79343"/>
                <a:gd name="connsiteY20" fmla="*/ 76353 h 79429"/>
                <a:gd name="connsiteX21" fmla="*/ 47437 w 79343"/>
                <a:gd name="connsiteY21" fmla="*/ 78635 h 79429"/>
                <a:gd name="connsiteX22" fmla="*/ 39697 w 79343"/>
                <a:gd name="connsiteY22" fmla="*/ 79429 h 7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343" h="79429">
                  <a:moveTo>
                    <a:pt x="39697" y="79429"/>
                  </a:moveTo>
                  <a:cubicBezTo>
                    <a:pt x="29175" y="79390"/>
                    <a:pt x="19090" y="75222"/>
                    <a:pt x="11611" y="67818"/>
                  </a:cubicBezTo>
                  <a:cubicBezTo>
                    <a:pt x="9757" y="65972"/>
                    <a:pt x="8095" y="63943"/>
                    <a:pt x="6649" y="61764"/>
                  </a:cubicBezTo>
                  <a:cubicBezTo>
                    <a:pt x="5229" y="59601"/>
                    <a:pt x="4016" y="57309"/>
                    <a:pt x="3027" y="54917"/>
                  </a:cubicBezTo>
                  <a:cubicBezTo>
                    <a:pt x="2049" y="52505"/>
                    <a:pt x="1286" y="50019"/>
                    <a:pt x="744" y="47474"/>
                  </a:cubicBezTo>
                  <a:cubicBezTo>
                    <a:pt x="251" y="44923"/>
                    <a:pt x="1" y="42333"/>
                    <a:pt x="0" y="39733"/>
                  </a:cubicBezTo>
                  <a:cubicBezTo>
                    <a:pt x="2" y="37118"/>
                    <a:pt x="251" y="34508"/>
                    <a:pt x="744" y="31942"/>
                  </a:cubicBezTo>
                  <a:cubicBezTo>
                    <a:pt x="1255" y="29407"/>
                    <a:pt x="2021" y="26931"/>
                    <a:pt x="3027" y="24549"/>
                  </a:cubicBezTo>
                  <a:cubicBezTo>
                    <a:pt x="3995" y="22147"/>
                    <a:pt x="5209" y="19855"/>
                    <a:pt x="6649" y="17701"/>
                  </a:cubicBezTo>
                  <a:cubicBezTo>
                    <a:pt x="8095" y="15523"/>
                    <a:pt x="9757" y="13493"/>
                    <a:pt x="11611" y="11648"/>
                  </a:cubicBezTo>
                  <a:cubicBezTo>
                    <a:pt x="13438" y="9792"/>
                    <a:pt x="15450" y="8129"/>
                    <a:pt x="17615" y="6685"/>
                  </a:cubicBezTo>
                  <a:cubicBezTo>
                    <a:pt x="19778" y="5251"/>
                    <a:pt x="22070" y="4021"/>
                    <a:pt x="24463" y="3014"/>
                  </a:cubicBezTo>
                  <a:cubicBezTo>
                    <a:pt x="26873" y="2036"/>
                    <a:pt x="29363" y="1272"/>
                    <a:pt x="31906" y="731"/>
                  </a:cubicBezTo>
                  <a:cubicBezTo>
                    <a:pt x="44910" y="-1785"/>
                    <a:pt x="58318" y="2279"/>
                    <a:pt x="67732" y="11598"/>
                  </a:cubicBezTo>
                  <a:cubicBezTo>
                    <a:pt x="69572" y="13459"/>
                    <a:pt x="71233" y="15483"/>
                    <a:pt x="72694" y="17652"/>
                  </a:cubicBezTo>
                  <a:cubicBezTo>
                    <a:pt x="74116" y="19815"/>
                    <a:pt x="75329" y="22108"/>
                    <a:pt x="76317" y="24499"/>
                  </a:cubicBezTo>
                  <a:cubicBezTo>
                    <a:pt x="77323" y="26881"/>
                    <a:pt x="78088" y="29357"/>
                    <a:pt x="78599" y="31893"/>
                  </a:cubicBezTo>
                  <a:cubicBezTo>
                    <a:pt x="79092" y="34458"/>
                    <a:pt x="79342" y="37068"/>
                    <a:pt x="79344" y="39683"/>
                  </a:cubicBezTo>
                  <a:cubicBezTo>
                    <a:pt x="79314" y="50208"/>
                    <a:pt x="75143" y="60296"/>
                    <a:pt x="67732" y="67769"/>
                  </a:cubicBezTo>
                  <a:cubicBezTo>
                    <a:pt x="65881" y="69595"/>
                    <a:pt x="63872" y="71257"/>
                    <a:pt x="61728" y="72731"/>
                  </a:cubicBezTo>
                  <a:cubicBezTo>
                    <a:pt x="59553" y="74160"/>
                    <a:pt x="57243" y="75375"/>
                    <a:pt x="54831" y="76353"/>
                  </a:cubicBezTo>
                  <a:cubicBezTo>
                    <a:pt x="52449" y="77360"/>
                    <a:pt x="49972" y="78124"/>
                    <a:pt x="47437" y="78635"/>
                  </a:cubicBezTo>
                  <a:cubicBezTo>
                    <a:pt x="44888" y="79147"/>
                    <a:pt x="42296" y="79410"/>
                    <a:pt x="39697" y="79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6489BFC9-4C38-4C4E-B9B3-766535210FD1}"/>
                </a:ext>
              </a:extLst>
            </p:cNvPr>
            <p:cNvSpPr/>
            <p:nvPr/>
          </p:nvSpPr>
          <p:spPr>
            <a:xfrm>
              <a:off x="7168228" y="1465322"/>
              <a:ext cx="79393" cy="417309"/>
            </a:xfrm>
            <a:custGeom>
              <a:avLst/>
              <a:gdLst>
                <a:gd name="connsiteX0" fmla="*/ 39697 w 79393"/>
                <a:gd name="connsiteY0" fmla="*/ 417310 h 417309"/>
                <a:gd name="connsiteX1" fmla="*/ 0 w 79393"/>
                <a:gd name="connsiteY1" fmla="*/ 377613 h 417309"/>
                <a:gd name="connsiteX2" fmla="*/ 0 w 79393"/>
                <a:gd name="connsiteY2" fmla="*/ 39697 h 417309"/>
                <a:gd name="connsiteX3" fmla="*/ 39697 w 79393"/>
                <a:gd name="connsiteY3" fmla="*/ 0 h 417309"/>
                <a:gd name="connsiteX4" fmla="*/ 79393 w 79393"/>
                <a:gd name="connsiteY4" fmla="*/ 39697 h 417309"/>
                <a:gd name="connsiteX5" fmla="*/ 79393 w 79393"/>
                <a:gd name="connsiteY5" fmla="*/ 377613 h 417309"/>
                <a:gd name="connsiteX6" fmla="*/ 39697 w 79393"/>
                <a:gd name="connsiteY6" fmla="*/ 417310 h 41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17309">
                  <a:moveTo>
                    <a:pt x="39697" y="417310"/>
                  </a:moveTo>
                  <a:cubicBezTo>
                    <a:pt x="17773" y="417310"/>
                    <a:pt x="0" y="399537"/>
                    <a:pt x="0" y="3776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77613"/>
                  </a:lnTo>
                  <a:cubicBezTo>
                    <a:pt x="79393" y="399537"/>
                    <a:pt x="61621" y="417310"/>
                    <a:pt x="39697" y="4173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769DF260-2BA4-1149-9ED4-B0AF0F4D6B9E}"/>
                </a:ext>
              </a:extLst>
            </p:cNvPr>
            <p:cNvSpPr/>
            <p:nvPr/>
          </p:nvSpPr>
          <p:spPr>
            <a:xfrm>
              <a:off x="7078782" y="1714842"/>
              <a:ext cx="253861" cy="166598"/>
            </a:xfrm>
            <a:custGeom>
              <a:avLst/>
              <a:gdLst>
                <a:gd name="connsiteX0" fmla="*/ 126910 w 253861"/>
                <a:gd name="connsiteY0" fmla="*/ 166599 h 166598"/>
                <a:gd name="connsiteX1" fmla="*/ 98824 w 253861"/>
                <a:gd name="connsiteY1" fmla="*/ 154987 h 166598"/>
                <a:gd name="connsiteX2" fmla="*/ 11641 w 253861"/>
                <a:gd name="connsiteY2" fmla="*/ 67804 h 166598"/>
                <a:gd name="connsiteX3" fmla="*/ 11616 w 253861"/>
                <a:gd name="connsiteY3" fmla="*/ 11658 h 166598"/>
                <a:gd name="connsiteX4" fmla="*/ 67762 w 253861"/>
                <a:gd name="connsiteY4" fmla="*/ 11633 h 166598"/>
                <a:gd name="connsiteX5" fmla="*/ 126910 w 253861"/>
                <a:gd name="connsiteY5" fmla="*/ 70781 h 166598"/>
                <a:gd name="connsiteX6" fmla="*/ 186058 w 253861"/>
                <a:gd name="connsiteY6" fmla="*/ 11633 h 166598"/>
                <a:gd name="connsiteX7" fmla="*/ 242228 w 253861"/>
                <a:gd name="connsiteY7" fmla="*/ 11633 h 166598"/>
                <a:gd name="connsiteX8" fmla="*/ 242228 w 253861"/>
                <a:gd name="connsiteY8" fmla="*/ 67804 h 166598"/>
                <a:gd name="connsiteX9" fmla="*/ 154995 w 253861"/>
                <a:gd name="connsiteY9" fmla="*/ 154987 h 166598"/>
                <a:gd name="connsiteX10" fmla="*/ 126910 w 253861"/>
                <a:gd name="connsiteY10" fmla="*/ 166599 h 16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861" h="166598">
                  <a:moveTo>
                    <a:pt x="126910" y="166599"/>
                  </a:moveTo>
                  <a:cubicBezTo>
                    <a:pt x="116378" y="166607"/>
                    <a:pt x="106275" y="162430"/>
                    <a:pt x="98824" y="154987"/>
                  </a:cubicBezTo>
                  <a:lnTo>
                    <a:pt x="11641" y="67804"/>
                  </a:lnTo>
                  <a:cubicBezTo>
                    <a:pt x="-3870" y="52306"/>
                    <a:pt x="-3882" y="27169"/>
                    <a:pt x="11616" y="11658"/>
                  </a:cubicBezTo>
                  <a:cubicBezTo>
                    <a:pt x="27113" y="-3853"/>
                    <a:pt x="52251" y="-3864"/>
                    <a:pt x="67762" y="11633"/>
                  </a:cubicBezTo>
                  <a:lnTo>
                    <a:pt x="126910" y="70781"/>
                  </a:lnTo>
                  <a:lnTo>
                    <a:pt x="186058" y="11633"/>
                  </a:lnTo>
                  <a:cubicBezTo>
                    <a:pt x="201569" y="-3878"/>
                    <a:pt x="226717" y="-3878"/>
                    <a:pt x="242228" y="11633"/>
                  </a:cubicBezTo>
                  <a:cubicBezTo>
                    <a:pt x="257740" y="27144"/>
                    <a:pt x="257740" y="52293"/>
                    <a:pt x="242228" y="67804"/>
                  </a:cubicBezTo>
                  <a:lnTo>
                    <a:pt x="154995" y="154987"/>
                  </a:lnTo>
                  <a:cubicBezTo>
                    <a:pt x="147544" y="162430"/>
                    <a:pt x="137441" y="166607"/>
                    <a:pt x="126910" y="1665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5" name="Picture Placeholder 43">
            <a:extLst>
              <a:ext uri="{FF2B5EF4-FFF2-40B4-BE49-F238E27FC236}">
                <a16:creationId xmlns:a16="http://schemas.microsoft.com/office/drawing/2014/main" id="{58578CD2-38CA-44A6-B95E-9BDCE04281BE}"/>
              </a:ext>
            </a:extLst>
          </p:cNvPr>
          <p:cNvGrpSpPr>
            <a:grpSpLocks noChangeAspect="1"/>
          </p:cNvGrpSpPr>
          <p:nvPr/>
        </p:nvGrpSpPr>
        <p:grpSpPr>
          <a:xfrm>
            <a:off x="8062918" y="1402701"/>
            <a:ext cx="868363" cy="868362"/>
            <a:chOff x="8062918" y="1402701"/>
            <a:chExt cx="868363" cy="868362"/>
          </a:xfrm>
        </p:grpSpPr>
        <p:grpSp>
          <p:nvGrpSpPr>
            <p:cNvPr id="57" name="Picture Placeholder 43">
              <a:extLst>
                <a:ext uri="{FF2B5EF4-FFF2-40B4-BE49-F238E27FC236}">
                  <a16:creationId xmlns:a16="http://schemas.microsoft.com/office/drawing/2014/main" id="{58578CD2-38CA-44A6-B95E-9BDCE04281BE}"/>
                </a:ext>
              </a:extLst>
            </p:cNvPr>
            <p:cNvGrpSpPr/>
            <p:nvPr/>
          </p:nvGrpSpPr>
          <p:grpSpPr>
            <a:xfrm>
              <a:off x="8105591" y="1467455"/>
              <a:ext cx="782925" cy="645068"/>
              <a:chOff x="8105591" y="1467455"/>
              <a:chExt cx="782925" cy="645068"/>
            </a:xfrm>
            <a:solidFill>
              <a:srgbClr val="C42828"/>
            </a:solidFill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71E1AC1D-461E-1647-A901-E94CA5E44B62}"/>
                  </a:ext>
                </a:extLst>
              </p:cNvPr>
              <p:cNvSpPr/>
              <p:nvPr/>
            </p:nvSpPr>
            <p:spPr>
              <a:xfrm>
                <a:off x="8105591" y="1467455"/>
                <a:ext cx="782925" cy="596093"/>
              </a:xfrm>
              <a:custGeom>
                <a:avLst/>
                <a:gdLst>
                  <a:gd name="connsiteX0" fmla="*/ 132735 w 782925"/>
                  <a:gd name="connsiteY0" fmla="*/ 596093 h 596093"/>
                  <a:gd name="connsiteX1" fmla="*/ 93037 w 782925"/>
                  <a:gd name="connsiteY1" fmla="*/ 556397 h 596093"/>
                  <a:gd name="connsiteX2" fmla="*/ 93039 w 782925"/>
                  <a:gd name="connsiteY2" fmla="*/ 556049 h 596093"/>
                  <a:gd name="connsiteX3" fmla="*/ 97207 w 782925"/>
                  <a:gd name="connsiteY3" fmla="*/ 79691 h 596093"/>
                  <a:gd name="connsiteX4" fmla="*/ 39697 w 782925"/>
                  <a:gd name="connsiteY4" fmla="*/ 79393 h 596093"/>
                  <a:gd name="connsiteX5" fmla="*/ 0 w 782925"/>
                  <a:gd name="connsiteY5" fmla="*/ 39697 h 596093"/>
                  <a:gd name="connsiteX6" fmla="*/ 39697 w 782925"/>
                  <a:gd name="connsiteY6" fmla="*/ 0 h 596093"/>
                  <a:gd name="connsiteX7" fmla="*/ 39945 w 782925"/>
                  <a:gd name="connsiteY7" fmla="*/ 0 h 596093"/>
                  <a:gd name="connsiteX8" fmla="*/ 137251 w 782925"/>
                  <a:gd name="connsiteY8" fmla="*/ 595 h 596093"/>
                  <a:gd name="connsiteX9" fmla="*/ 176700 w 782925"/>
                  <a:gd name="connsiteY9" fmla="*/ 40538 h 596093"/>
                  <a:gd name="connsiteX10" fmla="*/ 176699 w 782925"/>
                  <a:gd name="connsiteY10" fmla="*/ 40639 h 596093"/>
                  <a:gd name="connsiteX11" fmla="*/ 175856 w 782925"/>
                  <a:gd name="connsiteY11" fmla="*/ 137300 h 596093"/>
                  <a:gd name="connsiteX12" fmla="*/ 742624 w 782925"/>
                  <a:gd name="connsiteY12" fmla="*/ 134472 h 596093"/>
                  <a:gd name="connsiteX13" fmla="*/ 742624 w 782925"/>
                  <a:gd name="connsiteY13" fmla="*/ 134472 h 596093"/>
                  <a:gd name="connsiteX14" fmla="*/ 782921 w 782925"/>
                  <a:gd name="connsiteY14" fmla="*/ 173561 h 596093"/>
                  <a:gd name="connsiteX15" fmla="*/ 781031 w 782925"/>
                  <a:gd name="connsiteY15" fmla="*/ 186276 h 596093"/>
                  <a:gd name="connsiteX16" fmla="*/ 687892 w 782925"/>
                  <a:gd name="connsiteY16" fmla="*/ 477053 h 596093"/>
                  <a:gd name="connsiteX17" fmla="*/ 656979 w 782925"/>
                  <a:gd name="connsiteY17" fmla="*/ 504047 h 596093"/>
                  <a:gd name="connsiteX18" fmla="*/ 139633 w 782925"/>
                  <a:gd name="connsiteY18" fmla="*/ 595498 h 596093"/>
                  <a:gd name="connsiteX19" fmla="*/ 132735 w 782925"/>
                  <a:gd name="connsiteY19" fmla="*/ 596093 h 596093"/>
                  <a:gd name="connsiteX20" fmla="*/ 175657 w 782925"/>
                  <a:gd name="connsiteY20" fmla="*/ 216694 h 596093"/>
                  <a:gd name="connsiteX21" fmla="*/ 173077 w 782925"/>
                  <a:gd name="connsiteY21" fmla="*/ 509009 h 596093"/>
                  <a:gd name="connsiteX22" fmla="*/ 619664 w 782925"/>
                  <a:gd name="connsiteY22" fmla="*/ 430063 h 596093"/>
                  <a:gd name="connsiteX23" fmla="*/ 688835 w 782925"/>
                  <a:gd name="connsiteY23" fmla="*/ 214163 h 59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2925" h="596093">
                    <a:moveTo>
                      <a:pt x="132735" y="596093"/>
                    </a:moveTo>
                    <a:cubicBezTo>
                      <a:pt x="110812" y="596093"/>
                      <a:pt x="93038" y="578324"/>
                      <a:pt x="93037" y="556397"/>
                    </a:cubicBezTo>
                    <a:cubicBezTo>
                      <a:pt x="93037" y="556283"/>
                      <a:pt x="93038" y="556164"/>
                      <a:pt x="93039" y="556049"/>
                    </a:cubicBezTo>
                    <a:lnTo>
                      <a:pt x="97207" y="7969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95"/>
                    </a:lnTo>
                    <a:cubicBezTo>
                      <a:pt x="159174" y="731"/>
                      <a:pt x="176836" y="18614"/>
                      <a:pt x="176700" y="40538"/>
                    </a:cubicBezTo>
                    <a:cubicBezTo>
                      <a:pt x="176700" y="40572"/>
                      <a:pt x="176700" y="40606"/>
                      <a:pt x="176699" y="40639"/>
                    </a:cubicBezTo>
                    <a:lnTo>
                      <a:pt x="175856" y="137300"/>
                    </a:lnTo>
                    <a:lnTo>
                      <a:pt x="742624" y="134472"/>
                    </a:lnTo>
                    <a:lnTo>
                      <a:pt x="742624" y="134472"/>
                    </a:lnTo>
                    <a:cubicBezTo>
                      <a:pt x="764546" y="134139"/>
                      <a:pt x="782584" y="151640"/>
                      <a:pt x="782921" y="173561"/>
                    </a:cubicBezTo>
                    <a:cubicBezTo>
                      <a:pt x="782986" y="177874"/>
                      <a:pt x="782345" y="182168"/>
                      <a:pt x="781031" y="186276"/>
                    </a:cubicBezTo>
                    <a:lnTo>
                      <a:pt x="687892" y="477053"/>
                    </a:lnTo>
                    <a:cubicBezTo>
                      <a:pt x="683397" y="491091"/>
                      <a:pt x="671498" y="501487"/>
                      <a:pt x="656979" y="504047"/>
                    </a:cubicBezTo>
                    <a:lnTo>
                      <a:pt x="139633" y="595498"/>
                    </a:lnTo>
                    <a:cubicBezTo>
                      <a:pt x="137355" y="595895"/>
                      <a:pt x="135047" y="596093"/>
                      <a:pt x="132735" y="596093"/>
                    </a:cubicBezTo>
                    <a:close/>
                    <a:moveTo>
                      <a:pt x="175657" y="216694"/>
                    </a:moveTo>
                    <a:lnTo>
                      <a:pt x="173077" y="509009"/>
                    </a:lnTo>
                    <a:lnTo>
                      <a:pt x="619664" y="430063"/>
                    </a:lnTo>
                    <a:lnTo>
                      <a:pt x="688835" y="21416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05006449-CD3E-814F-9FD6-309790018A46}"/>
                  </a:ext>
                </a:extLst>
              </p:cNvPr>
              <p:cNvSpPr/>
              <p:nvPr/>
            </p:nvSpPr>
            <p:spPr>
              <a:xfrm>
                <a:off x="8198630" y="1969319"/>
                <a:ext cx="650031" cy="143205"/>
              </a:xfrm>
              <a:custGeom>
                <a:avLst/>
                <a:gdLst>
                  <a:gd name="connsiteX0" fmla="*/ 610335 w 650031"/>
                  <a:gd name="connsiteY0" fmla="*/ 143205 h 143205"/>
                  <a:gd name="connsiteX1" fmla="*/ 39697 w 650031"/>
                  <a:gd name="connsiteY1" fmla="*/ 143205 h 143205"/>
                  <a:gd name="connsiteX2" fmla="*/ 0 w 650031"/>
                  <a:gd name="connsiteY2" fmla="*/ 103509 h 143205"/>
                  <a:gd name="connsiteX3" fmla="*/ 0 w 650031"/>
                  <a:gd name="connsiteY3" fmla="*/ 39697 h 143205"/>
                  <a:gd name="connsiteX4" fmla="*/ 39697 w 650031"/>
                  <a:gd name="connsiteY4" fmla="*/ 0 h 143205"/>
                  <a:gd name="connsiteX5" fmla="*/ 79393 w 650031"/>
                  <a:gd name="connsiteY5" fmla="*/ 39697 h 143205"/>
                  <a:gd name="connsiteX6" fmla="*/ 79393 w 650031"/>
                  <a:gd name="connsiteY6" fmla="*/ 63812 h 143205"/>
                  <a:gd name="connsiteX7" fmla="*/ 610335 w 650031"/>
                  <a:gd name="connsiteY7" fmla="*/ 63812 h 143205"/>
                  <a:gd name="connsiteX8" fmla="*/ 650032 w 650031"/>
                  <a:gd name="connsiteY8" fmla="*/ 103509 h 143205"/>
                  <a:gd name="connsiteX9" fmla="*/ 610335 w 650031"/>
                  <a:gd name="connsiteY9" fmla="*/ 143205 h 14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0031" h="143205">
                    <a:moveTo>
                      <a:pt x="610335" y="143205"/>
                    </a:moveTo>
                    <a:lnTo>
                      <a:pt x="39697" y="143205"/>
                    </a:lnTo>
                    <a:cubicBezTo>
                      <a:pt x="17773" y="143205"/>
                      <a:pt x="0" y="125431"/>
                      <a:pt x="0" y="103509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63812"/>
                    </a:lnTo>
                    <a:lnTo>
                      <a:pt x="610335" y="63812"/>
                    </a:lnTo>
                    <a:cubicBezTo>
                      <a:pt x="632258" y="63812"/>
                      <a:pt x="650032" y="81586"/>
                      <a:pt x="650032" y="103509"/>
                    </a:cubicBezTo>
                    <a:cubicBezTo>
                      <a:pt x="650032" y="125431"/>
                      <a:pt x="632258" y="143205"/>
                      <a:pt x="610335" y="14320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ECC8930-4D3F-0241-B703-89A7B13BC311}"/>
                </a:ext>
              </a:extLst>
            </p:cNvPr>
            <p:cNvSpPr/>
            <p:nvPr/>
          </p:nvSpPr>
          <p:spPr>
            <a:xfrm>
              <a:off x="8766094" y="2126879"/>
              <a:ext cx="79391" cy="79379"/>
            </a:xfrm>
            <a:custGeom>
              <a:avLst/>
              <a:gdLst>
                <a:gd name="connsiteX0" fmla="*/ 39695 w 79391"/>
                <a:gd name="connsiteY0" fmla="*/ 79379 h 79379"/>
                <a:gd name="connsiteX1" fmla="*/ 31955 w 79391"/>
                <a:gd name="connsiteY1" fmla="*/ 78635 h 79379"/>
                <a:gd name="connsiteX2" fmla="*/ 24561 w 79391"/>
                <a:gd name="connsiteY2" fmla="*/ 76352 h 79379"/>
                <a:gd name="connsiteX3" fmla="*/ 17664 w 79391"/>
                <a:gd name="connsiteY3" fmla="*/ 72730 h 79379"/>
                <a:gd name="connsiteX4" fmla="*/ 6698 w 79391"/>
                <a:gd name="connsiteY4" fmla="*/ 61764 h 79379"/>
                <a:gd name="connsiteX5" fmla="*/ 3075 w 79391"/>
                <a:gd name="connsiteY5" fmla="*/ 54866 h 79379"/>
                <a:gd name="connsiteX6" fmla="*/ 793 w 79391"/>
                <a:gd name="connsiteY6" fmla="*/ 47473 h 79379"/>
                <a:gd name="connsiteX7" fmla="*/ 793 w 79391"/>
                <a:gd name="connsiteY7" fmla="*/ 31942 h 79379"/>
                <a:gd name="connsiteX8" fmla="*/ 3075 w 79391"/>
                <a:gd name="connsiteY8" fmla="*/ 24548 h 79379"/>
                <a:gd name="connsiteX9" fmla="*/ 6698 w 79391"/>
                <a:gd name="connsiteY9" fmla="*/ 17651 h 79379"/>
                <a:gd name="connsiteX10" fmla="*/ 11660 w 79391"/>
                <a:gd name="connsiteY10" fmla="*/ 11647 h 79379"/>
                <a:gd name="connsiteX11" fmla="*/ 17664 w 79391"/>
                <a:gd name="connsiteY11" fmla="*/ 6685 h 79379"/>
                <a:gd name="connsiteX12" fmla="*/ 24511 w 79391"/>
                <a:gd name="connsiteY12" fmla="*/ 3062 h 79379"/>
                <a:gd name="connsiteX13" fmla="*/ 31955 w 79391"/>
                <a:gd name="connsiteY13" fmla="*/ 780 h 79379"/>
                <a:gd name="connsiteX14" fmla="*/ 54879 w 79391"/>
                <a:gd name="connsiteY14" fmla="*/ 3062 h 79379"/>
                <a:gd name="connsiteX15" fmla="*/ 61777 w 79391"/>
                <a:gd name="connsiteY15" fmla="*/ 6685 h 79379"/>
                <a:gd name="connsiteX16" fmla="*/ 67781 w 79391"/>
                <a:gd name="connsiteY16" fmla="*/ 11647 h 79379"/>
                <a:gd name="connsiteX17" fmla="*/ 72743 w 79391"/>
                <a:gd name="connsiteY17" fmla="*/ 17651 h 79379"/>
                <a:gd name="connsiteX18" fmla="*/ 76365 w 79391"/>
                <a:gd name="connsiteY18" fmla="*/ 24548 h 79379"/>
                <a:gd name="connsiteX19" fmla="*/ 78648 w 79391"/>
                <a:gd name="connsiteY19" fmla="*/ 31942 h 79379"/>
                <a:gd name="connsiteX20" fmla="*/ 79392 w 79391"/>
                <a:gd name="connsiteY20" fmla="*/ 39732 h 79379"/>
                <a:gd name="connsiteX21" fmla="*/ 67781 w 79391"/>
                <a:gd name="connsiteY21" fmla="*/ 67768 h 79379"/>
                <a:gd name="connsiteX22" fmla="*/ 61727 w 79391"/>
                <a:gd name="connsiteY22" fmla="*/ 72730 h 79379"/>
                <a:gd name="connsiteX23" fmla="*/ 54879 w 79391"/>
                <a:gd name="connsiteY23" fmla="*/ 76352 h 79379"/>
                <a:gd name="connsiteX24" fmla="*/ 47486 w 79391"/>
                <a:gd name="connsiteY24" fmla="*/ 78635 h 79379"/>
                <a:gd name="connsiteX25" fmla="*/ 39695 w 79391"/>
                <a:gd name="connsiteY25" fmla="*/ 79379 h 79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391" h="79379">
                  <a:moveTo>
                    <a:pt x="39695" y="79379"/>
                  </a:moveTo>
                  <a:cubicBezTo>
                    <a:pt x="37095" y="79379"/>
                    <a:pt x="34505" y="79126"/>
                    <a:pt x="31955" y="78635"/>
                  </a:cubicBezTo>
                  <a:cubicBezTo>
                    <a:pt x="29424" y="78099"/>
                    <a:pt x="26953" y="77335"/>
                    <a:pt x="24561" y="76352"/>
                  </a:cubicBezTo>
                  <a:cubicBezTo>
                    <a:pt x="22159" y="75355"/>
                    <a:pt x="19852" y="74139"/>
                    <a:pt x="17664" y="72730"/>
                  </a:cubicBezTo>
                  <a:cubicBezTo>
                    <a:pt x="13347" y="69802"/>
                    <a:pt x="9625" y="66081"/>
                    <a:pt x="6698" y="61764"/>
                  </a:cubicBezTo>
                  <a:cubicBezTo>
                    <a:pt x="5269" y="59590"/>
                    <a:pt x="4053" y="57278"/>
                    <a:pt x="3075" y="54866"/>
                  </a:cubicBezTo>
                  <a:cubicBezTo>
                    <a:pt x="2068" y="52485"/>
                    <a:pt x="1304" y="50009"/>
                    <a:pt x="793" y="47473"/>
                  </a:cubicBezTo>
                  <a:cubicBezTo>
                    <a:pt x="-264" y="42352"/>
                    <a:pt x="-264" y="37063"/>
                    <a:pt x="793" y="31942"/>
                  </a:cubicBezTo>
                  <a:cubicBezTo>
                    <a:pt x="1304" y="29406"/>
                    <a:pt x="2068" y="26930"/>
                    <a:pt x="3075" y="24548"/>
                  </a:cubicBezTo>
                  <a:cubicBezTo>
                    <a:pt x="4053" y="22137"/>
                    <a:pt x="5269" y="19824"/>
                    <a:pt x="6698" y="17651"/>
                  </a:cubicBezTo>
                  <a:cubicBezTo>
                    <a:pt x="8147" y="15487"/>
                    <a:pt x="9809" y="13473"/>
                    <a:pt x="11660" y="11647"/>
                  </a:cubicBezTo>
                  <a:cubicBezTo>
                    <a:pt x="13501" y="9806"/>
                    <a:pt x="15510" y="8144"/>
                    <a:pt x="17664" y="6685"/>
                  </a:cubicBezTo>
                  <a:cubicBezTo>
                    <a:pt x="19837" y="5285"/>
                    <a:pt x="22130" y="4070"/>
                    <a:pt x="24511" y="3062"/>
                  </a:cubicBezTo>
                  <a:cubicBezTo>
                    <a:pt x="26913" y="2065"/>
                    <a:pt x="29404" y="1296"/>
                    <a:pt x="31955" y="780"/>
                  </a:cubicBezTo>
                  <a:cubicBezTo>
                    <a:pt x="39651" y="-783"/>
                    <a:pt x="47640" y="16"/>
                    <a:pt x="54879" y="3062"/>
                  </a:cubicBezTo>
                  <a:cubicBezTo>
                    <a:pt x="57281" y="4060"/>
                    <a:pt x="59588" y="5271"/>
                    <a:pt x="61777" y="6685"/>
                  </a:cubicBezTo>
                  <a:cubicBezTo>
                    <a:pt x="63930" y="8144"/>
                    <a:pt x="65940" y="9806"/>
                    <a:pt x="67781" y="11647"/>
                  </a:cubicBezTo>
                  <a:cubicBezTo>
                    <a:pt x="69607" y="13498"/>
                    <a:pt x="71269" y="15507"/>
                    <a:pt x="72743" y="17651"/>
                  </a:cubicBezTo>
                  <a:cubicBezTo>
                    <a:pt x="74157" y="19839"/>
                    <a:pt x="75368" y="22147"/>
                    <a:pt x="76365" y="24548"/>
                  </a:cubicBezTo>
                  <a:cubicBezTo>
                    <a:pt x="77348" y="26940"/>
                    <a:pt x="78112" y="29411"/>
                    <a:pt x="78648" y="31942"/>
                  </a:cubicBezTo>
                  <a:cubicBezTo>
                    <a:pt x="79144" y="34507"/>
                    <a:pt x="79392" y="37117"/>
                    <a:pt x="79392" y="39732"/>
                  </a:cubicBezTo>
                  <a:cubicBezTo>
                    <a:pt x="79387" y="50247"/>
                    <a:pt x="75209" y="60330"/>
                    <a:pt x="67781" y="67768"/>
                  </a:cubicBezTo>
                  <a:cubicBezTo>
                    <a:pt x="65935" y="69624"/>
                    <a:pt x="63905" y="71286"/>
                    <a:pt x="61727" y="72730"/>
                  </a:cubicBezTo>
                  <a:cubicBezTo>
                    <a:pt x="59564" y="74149"/>
                    <a:pt x="57271" y="75365"/>
                    <a:pt x="54879" y="76352"/>
                  </a:cubicBezTo>
                  <a:cubicBezTo>
                    <a:pt x="52488" y="77335"/>
                    <a:pt x="50016" y="78099"/>
                    <a:pt x="47486" y="78635"/>
                  </a:cubicBezTo>
                  <a:cubicBezTo>
                    <a:pt x="44920" y="79131"/>
                    <a:pt x="42310" y="79379"/>
                    <a:pt x="39695" y="793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40DB187-2485-5944-B49D-2D483CFDAACB}"/>
                </a:ext>
              </a:extLst>
            </p:cNvPr>
            <p:cNvSpPr/>
            <p:nvPr/>
          </p:nvSpPr>
          <p:spPr>
            <a:xfrm>
              <a:off x="8202848" y="2126381"/>
              <a:ext cx="79443" cy="79430"/>
            </a:xfrm>
            <a:custGeom>
              <a:avLst/>
              <a:gdLst>
                <a:gd name="connsiteX0" fmla="*/ 39697 w 79443"/>
                <a:gd name="connsiteY0" fmla="*/ 79430 h 79430"/>
                <a:gd name="connsiteX1" fmla="*/ 11661 w 79443"/>
                <a:gd name="connsiteY1" fmla="*/ 67769 h 79430"/>
                <a:gd name="connsiteX2" fmla="*/ 3077 w 79443"/>
                <a:gd name="connsiteY2" fmla="*/ 54918 h 79430"/>
                <a:gd name="connsiteX3" fmla="*/ 794 w 79443"/>
                <a:gd name="connsiteY3" fmla="*/ 47475 h 79430"/>
                <a:gd name="connsiteX4" fmla="*/ 794 w 79443"/>
                <a:gd name="connsiteY4" fmla="*/ 31943 h 79430"/>
                <a:gd name="connsiteX5" fmla="*/ 3077 w 79443"/>
                <a:gd name="connsiteY5" fmla="*/ 24550 h 79430"/>
                <a:gd name="connsiteX6" fmla="*/ 6699 w 79443"/>
                <a:gd name="connsiteY6" fmla="*/ 17653 h 79430"/>
                <a:gd name="connsiteX7" fmla="*/ 11661 w 79443"/>
                <a:gd name="connsiteY7" fmla="*/ 11648 h 79430"/>
                <a:gd name="connsiteX8" fmla="*/ 17665 w 79443"/>
                <a:gd name="connsiteY8" fmla="*/ 6686 h 79430"/>
                <a:gd name="connsiteX9" fmla="*/ 24513 w 79443"/>
                <a:gd name="connsiteY9" fmla="*/ 3064 h 79430"/>
                <a:gd name="connsiteX10" fmla="*/ 31956 w 79443"/>
                <a:gd name="connsiteY10" fmla="*/ 782 h 79430"/>
                <a:gd name="connsiteX11" fmla="*/ 47487 w 79443"/>
                <a:gd name="connsiteY11" fmla="*/ 782 h 79430"/>
                <a:gd name="connsiteX12" fmla="*/ 54930 w 79443"/>
                <a:gd name="connsiteY12" fmla="*/ 3064 h 79430"/>
                <a:gd name="connsiteX13" fmla="*/ 67782 w 79443"/>
                <a:gd name="connsiteY13" fmla="*/ 11648 h 79430"/>
                <a:gd name="connsiteX14" fmla="*/ 72744 w 79443"/>
                <a:gd name="connsiteY14" fmla="*/ 17653 h 79430"/>
                <a:gd name="connsiteX15" fmla="*/ 76367 w 79443"/>
                <a:gd name="connsiteY15" fmla="*/ 24550 h 79430"/>
                <a:gd name="connsiteX16" fmla="*/ 78649 w 79443"/>
                <a:gd name="connsiteY16" fmla="*/ 31943 h 79430"/>
                <a:gd name="connsiteX17" fmla="*/ 78649 w 79443"/>
                <a:gd name="connsiteY17" fmla="*/ 47475 h 79430"/>
                <a:gd name="connsiteX18" fmla="*/ 76367 w 79443"/>
                <a:gd name="connsiteY18" fmla="*/ 54918 h 79430"/>
                <a:gd name="connsiteX19" fmla="*/ 72744 w 79443"/>
                <a:gd name="connsiteY19" fmla="*/ 61765 h 79430"/>
                <a:gd name="connsiteX20" fmla="*/ 67782 w 79443"/>
                <a:gd name="connsiteY20" fmla="*/ 67769 h 79430"/>
                <a:gd name="connsiteX21" fmla="*/ 39697 w 79443"/>
                <a:gd name="connsiteY21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430">
                  <a:moveTo>
                    <a:pt x="39697" y="79430"/>
                  </a:moveTo>
                  <a:cubicBezTo>
                    <a:pt x="29181" y="79386"/>
                    <a:pt x="19107" y="75198"/>
                    <a:pt x="11661" y="67769"/>
                  </a:cubicBezTo>
                  <a:cubicBezTo>
                    <a:pt x="7952" y="64117"/>
                    <a:pt x="5030" y="59741"/>
                    <a:pt x="3077" y="54918"/>
                  </a:cubicBezTo>
                  <a:cubicBezTo>
                    <a:pt x="2077" y="52516"/>
                    <a:pt x="1313" y="50025"/>
                    <a:pt x="794" y="47475"/>
                  </a:cubicBezTo>
                  <a:cubicBezTo>
                    <a:pt x="-265" y="42354"/>
                    <a:pt x="-265" y="37064"/>
                    <a:pt x="794" y="31943"/>
                  </a:cubicBezTo>
                  <a:cubicBezTo>
                    <a:pt x="1305" y="29408"/>
                    <a:pt x="2070" y="26932"/>
                    <a:pt x="3077" y="24550"/>
                  </a:cubicBezTo>
                  <a:cubicBezTo>
                    <a:pt x="4055" y="22138"/>
                    <a:pt x="5268" y="19826"/>
                    <a:pt x="6699" y="17653"/>
                  </a:cubicBezTo>
                  <a:cubicBezTo>
                    <a:pt x="8158" y="15499"/>
                    <a:pt x="9820" y="13489"/>
                    <a:pt x="11661" y="11648"/>
                  </a:cubicBezTo>
                  <a:cubicBezTo>
                    <a:pt x="13489" y="9798"/>
                    <a:pt x="15501" y="8135"/>
                    <a:pt x="17665" y="6686"/>
                  </a:cubicBezTo>
                  <a:cubicBezTo>
                    <a:pt x="19829" y="5267"/>
                    <a:pt x="22122" y="4052"/>
                    <a:pt x="24513" y="3064"/>
                  </a:cubicBezTo>
                  <a:cubicBezTo>
                    <a:pt x="26915" y="2067"/>
                    <a:pt x="29407" y="1298"/>
                    <a:pt x="31956" y="782"/>
                  </a:cubicBezTo>
                  <a:cubicBezTo>
                    <a:pt x="37081" y="-261"/>
                    <a:pt x="42362" y="-261"/>
                    <a:pt x="47487" y="782"/>
                  </a:cubicBezTo>
                  <a:cubicBezTo>
                    <a:pt x="50036" y="1298"/>
                    <a:pt x="52529" y="2067"/>
                    <a:pt x="54930" y="3064"/>
                  </a:cubicBezTo>
                  <a:cubicBezTo>
                    <a:pt x="59756" y="5019"/>
                    <a:pt x="64130" y="7937"/>
                    <a:pt x="67782" y="11648"/>
                  </a:cubicBezTo>
                  <a:cubicBezTo>
                    <a:pt x="69609" y="13499"/>
                    <a:pt x="71270" y="15509"/>
                    <a:pt x="72744" y="17653"/>
                  </a:cubicBezTo>
                  <a:cubicBezTo>
                    <a:pt x="74156" y="19841"/>
                    <a:pt x="75368" y="22148"/>
                    <a:pt x="76367" y="24550"/>
                  </a:cubicBezTo>
                  <a:cubicBezTo>
                    <a:pt x="77373" y="26932"/>
                    <a:pt x="78138" y="29408"/>
                    <a:pt x="78649" y="31943"/>
                  </a:cubicBezTo>
                  <a:cubicBezTo>
                    <a:pt x="79708" y="37064"/>
                    <a:pt x="79708" y="42354"/>
                    <a:pt x="78649" y="47475"/>
                  </a:cubicBezTo>
                  <a:cubicBezTo>
                    <a:pt x="78131" y="50025"/>
                    <a:pt x="77366" y="52516"/>
                    <a:pt x="76367" y="54918"/>
                  </a:cubicBezTo>
                  <a:cubicBezTo>
                    <a:pt x="75357" y="57300"/>
                    <a:pt x="74146" y="59592"/>
                    <a:pt x="72744" y="61765"/>
                  </a:cubicBezTo>
                  <a:cubicBezTo>
                    <a:pt x="71270" y="63909"/>
                    <a:pt x="69609" y="65919"/>
                    <a:pt x="67782" y="67769"/>
                  </a:cubicBezTo>
                  <a:cubicBezTo>
                    <a:pt x="60321" y="75203"/>
                    <a:pt x="50229" y="79391"/>
                    <a:pt x="39697" y="794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7" name="Picture Placeholder 45">
            <a:extLst>
              <a:ext uri="{FF2B5EF4-FFF2-40B4-BE49-F238E27FC236}">
                <a16:creationId xmlns:a16="http://schemas.microsoft.com/office/drawing/2014/main" id="{082952E7-C90A-4399-ABF3-6EFF6C9E962B}"/>
              </a:ext>
            </a:extLst>
          </p:cNvPr>
          <p:cNvGrpSpPr>
            <a:grpSpLocks noChangeAspect="1"/>
          </p:cNvGrpSpPr>
          <p:nvPr/>
        </p:nvGrpSpPr>
        <p:grpSpPr>
          <a:xfrm>
            <a:off x="9380425" y="1402701"/>
            <a:ext cx="868363" cy="868362"/>
            <a:chOff x="9380425" y="1402701"/>
            <a:chExt cx="868363" cy="868362"/>
          </a:xfrm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6C44D51-5152-314E-8004-3E36150D71A2}"/>
                </a:ext>
              </a:extLst>
            </p:cNvPr>
            <p:cNvSpPr/>
            <p:nvPr/>
          </p:nvSpPr>
          <p:spPr>
            <a:xfrm>
              <a:off x="9565386" y="1440671"/>
              <a:ext cx="595295" cy="270025"/>
            </a:xfrm>
            <a:custGeom>
              <a:avLst/>
              <a:gdLst>
                <a:gd name="connsiteX0" fmla="*/ 39672 w 595295"/>
                <a:gd name="connsiteY0" fmla="*/ 270025 h 270025"/>
                <a:gd name="connsiteX1" fmla="*/ 0 w 595295"/>
                <a:gd name="connsiteY1" fmla="*/ 230304 h 270025"/>
                <a:gd name="connsiteX2" fmla="*/ 8014 w 595295"/>
                <a:gd name="connsiteY2" fmla="*/ 206412 h 270025"/>
                <a:gd name="connsiteX3" fmla="*/ 151914 w 595295"/>
                <a:gd name="connsiteY3" fmla="*/ 15769 h 270025"/>
                <a:gd name="connsiteX4" fmla="*/ 207517 w 595295"/>
                <a:gd name="connsiteY4" fmla="*/ 8026 h 270025"/>
                <a:gd name="connsiteX5" fmla="*/ 210218 w 595295"/>
                <a:gd name="connsiteY5" fmla="*/ 10261 h 270025"/>
                <a:gd name="connsiteX6" fmla="*/ 336999 w 595295"/>
                <a:gd name="connsiteY6" fmla="*/ 124984 h 270025"/>
                <a:gd name="connsiteX7" fmla="*/ 395601 w 595295"/>
                <a:gd name="connsiteY7" fmla="*/ 74172 h 270025"/>
                <a:gd name="connsiteX8" fmla="*/ 447902 w 595295"/>
                <a:gd name="connsiteY8" fmla="*/ 74470 h 270025"/>
                <a:gd name="connsiteX9" fmla="*/ 581878 w 595295"/>
                <a:gd name="connsiteY9" fmla="*/ 193560 h 270025"/>
                <a:gd name="connsiteX10" fmla="*/ 585326 w 595295"/>
                <a:gd name="connsiteY10" fmla="*/ 249656 h 270025"/>
                <a:gd name="connsiteX11" fmla="*/ 529230 w 595295"/>
                <a:gd name="connsiteY11" fmla="*/ 253105 h 270025"/>
                <a:gd name="connsiteX12" fmla="*/ 421454 w 595295"/>
                <a:gd name="connsiteY12" fmla="*/ 156940 h 270025"/>
                <a:gd name="connsiteX13" fmla="*/ 396296 w 595295"/>
                <a:gd name="connsiteY13" fmla="*/ 178674 h 270025"/>
                <a:gd name="connsiteX14" fmla="*/ 408354 w 595295"/>
                <a:gd name="connsiteY14" fmla="*/ 189590 h 270025"/>
                <a:gd name="connsiteX15" fmla="*/ 409912 w 595295"/>
                <a:gd name="connsiteY15" fmla="*/ 245708 h 270025"/>
                <a:gd name="connsiteX16" fmla="*/ 355557 w 595295"/>
                <a:gd name="connsiteY16" fmla="*/ 248837 h 270025"/>
                <a:gd name="connsiteX17" fmla="*/ 309509 w 595295"/>
                <a:gd name="connsiteY17" fmla="*/ 208446 h 270025"/>
                <a:gd name="connsiteX18" fmla="*/ 303257 w 595295"/>
                <a:gd name="connsiteY18" fmla="*/ 201549 h 270025"/>
                <a:gd name="connsiteX19" fmla="*/ 189129 w 595295"/>
                <a:gd name="connsiteY19" fmla="*/ 98238 h 270025"/>
                <a:gd name="connsiteX20" fmla="*/ 71379 w 595295"/>
                <a:gd name="connsiteY20" fmla="*/ 254246 h 270025"/>
                <a:gd name="connsiteX21" fmla="*/ 39672 w 595295"/>
                <a:gd name="connsiteY21" fmla="*/ 270025 h 27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5295" h="270025">
                  <a:moveTo>
                    <a:pt x="39672" y="270025"/>
                  </a:moveTo>
                  <a:cubicBezTo>
                    <a:pt x="17748" y="270012"/>
                    <a:pt x="-14" y="252228"/>
                    <a:pt x="0" y="230304"/>
                  </a:cubicBezTo>
                  <a:cubicBezTo>
                    <a:pt x="5" y="221681"/>
                    <a:pt x="2818" y="213294"/>
                    <a:pt x="8014" y="206412"/>
                  </a:cubicBezTo>
                  <a:lnTo>
                    <a:pt x="151914" y="15769"/>
                  </a:lnTo>
                  <a:cubicBezTo>
                    <a:pt x="165130" y="-1724"/>
                    <a:pt x="190024" y="-5190"/>
                    <a:pt x="207517" y="8026"/>
                  </a:cubicBezTo>
                  <a:cubicBezTo>
                    <a:pt x="208450" y="8731"/>
                    <a:pt x="209351" y="9477"/>
                    <a:pt x="210218" y="10261"/>
                  </a:cubicBezTo>
                  <a:lnTo>
                    <a:pt x="336999" y="124984"/>
                  </a:lnTo>
                  <a:lnTo>
                    <a:pt x="395601" y="74172"/>
                  </a:lnTo>
                  <a:cubicBezTo>
                    <a:pt x="410646" y="61150"/>
                    <a:pt x="433006" y="61277"/>
                    <a:pt x="447902" y="74470"/>
                  </a:cubicBezTo>
                  <a:lnTo>
                    <a:pt x="581878" y="193560"/>
                  </a:lnTo>
                  <a:cubicBezTo>
                    <a:pt x="598322" y="208098"/>
                    <a:pt x="599865" y="233213"/>
                    <a:pt x="585326" y="249656"/>
                  </a:cubicBezTo>
                  <a:cubicBezTo>
                    <a:pt x="570787" y="266099"/>
                    <a:pt x="545674" y="267643"/>
                    <a:pt x="529230" y="253105"/>
                  </a:cubicBezTo>
                  <a:lnTo>
                    <a:pt x="421454" y="156940"/>
                  </a:lnTo>
                  <a:lnTo>
                    <a:pt x="396296" y="178674"/>
                  </a:lnTo>
                  <a:lnTo>
                    <a:pt x="408354" y="189590"/>
                  </a:lnTo>
                  <a:cubicBezTo>
                    <a:pt x="424282" y="204656"/>
                    <a:pt x="424977" y="229781"/>
                    <a:pt x="409912" y="245708"/>
                  </a:cubicBezTo>
                  <a:cubicBezTo>
                    <a:pt x="395477" y="260968"/>
                    <a:pt x="371649" y="262340"/>
                    <a:pt x="355557" y="248837"/>
                  </a:cubicBezTo>
                  <a:lnTo>
                    <a:pt x="309509" y="208446"/>
                  </a:lnTo>
                  <a:cubicBezTo>
                    <a:pt x="307146" y="206416"/>
                    <a:pt x="305047" y="204099"/>
                    <a:pt x="303257" y="201549"/>
                  </a:cubicBezTo>
                  <a:lnTo>
                    <a:pt x="189129" y="98238"/>
                  </a:lnTo>
                  <a:lnTo>
                    <a:pt x="71379" y="254246"/>
                  </a:lnTo>
                  <a:cubicBezTo>
                    <a:pt x="63872" y="264190"/>
                    <a:pt x="52132" y="270033"/>
                    <a:pt x="39672" y="2700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71" name="Picture Placeholder 45">
              <a:extLst>
                <a:ext uri="{FF2B5EF4-FFF2-40B4-BE49-F238E27FC236}">
                  <a16:creationId xmlns:a16="http://schemas.microsoft.com/office/drawing/2014/main" id="{082952E7-C90A-4399-ABF3-6EFF6C9E962B}"/>
                </a:ext>
              </a:extLst>
            </p:cNvPr>
            <p:cNvGrpSpPr/>
            <p:nvPr/>
          </p:nvGrpSpPr>
          <p:grpSpPr>
            <a:xfrm>
              <a:off x="9423098" y="1494300"/>
              <a:ext cx="782925" cy="645068"/>
              <a:chOff x="9423098" y="1494300"/>
              <a:chExt cx="782925" cy="645068"/>
            </a:xfrm>
            <a:solidFill>
              <a:srgbClr val="C42828"/>
            </a:solidFill>
          </p:grpSpPr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FEE12A50-6085-5843-872E-CE332A0FC7BE}"/>
                  </a:ext>
                </a:extLst>
              </p:cNvPr>
              <p:cNvSpPr/>
              <p:nvPr/>
            </p:nvSpPr>
            <p:spPr>
              <a:xfrm>
                <a:off x="9423098" y="1494300"/>
                <a:ext cx="782925" cy="596093"/>
              </a:xfrm>
              <a:custGeom>
                <a:avLst/>
                <a:gdLst>
                  <a:gd name="connsiteX0" fmla="*/ 132735 w 782925"/>
                  <a:gd name="connsiteY0" fmla="*/ 596093 h 596093"/>
                  <a:gd name="connsiteX1" fmla="*/ 93037 w 782925"/>
                  <a:gd name="connsiteY1" fmla="*/ 556397 h 596093"/>
                  <a:gd name="connsiteX2" fmla="*/ 93039 w 782925"/>
                  <a:gd name="connsiteY2" fmla="*/ 556049 h 596093"/>
                  <a:gd name="connsiteX3" fmla="*/ 97207 w 782925"/>
                  <a:gd name="connsiteY3" fmla="*/ 79691 h 596093"/>
                  <a:gd name="connsiteX4" fmla="*/ 39697 w 782925"/>
                  <a:gd name="connsiteY4" fmla="*/ 79393 h 596093"/>
                  <a:gd name="connsiteX5" fmla="*/ 0 w 782925"/>
                  <a:gd name="connsiteY5" fmla="*/ 39697 h 596093"/>
                  <a:gd name="connsiteX6" fmla="*/ 39697 w 782925"/>
                  <a:gd name="connsiteY6" fmla="*/ 0 h 596093"/>
                  <a:gd name="connsiteX7" fmla="*/ 39945 w 782925"/>
                  <a:gd name="connsiteY7" fmla="*/ 0 h 596093"/>
                  <a:gd name="connsiteX8" fmla="*/ 137251 w 782925"/>
                  <a:gd name="connsiteY8" fmla="*/ 595 h 596093"/>
                  <a:gd name="connsiteX9" fmla="*/ 176700 w 782925"/>
                  <a:gd name="connsiteY9" fmla="*/ 40538 h 596093"/>
                  <a:gd name="connsiteX10" fmla="*/ 176699 w 782925"/>
                  <a:gd name="connsiteY10" fmla="*/ 40639 h 596093"/>
                  <a:gd name="connsiteX11" fmla="*/ 175856 w 782925"/>
                  <a:gd name="connsiteY11" fmla="*/ 137300 h 596093"/>
                  <a:gd name="connsiteX12" fmla="*/ 742624 w 782925"/>
                  <a:gd name="connsiteY12" fmla="*/ 134472 h 596093"/>
                  <a:gd name="connsiteX13" fmla="*/ 742624 w 782925"/>
                  <a:gd name="connsiteY13" fmla="*/ 134472 h 596093"/>
                  <a:gd name="connsiteX14" fmla="*/ 782921 w 782925"/>
                  <a:gd name="connsiteY14" fmla="*/ 173561 h 596093"/>
                  <a:gd name="connsiteX15" fmla="*/ 781031 w 782925"/>
                  <a:gd name="connsiteY15" fmla="*/ 186276 h 596093"/>
                  <a:gd name="connsiteX16" fmla="*/ 687744 w 782925"/>
                  <a:gd name="connsiteY16" fmla="*/ 477053 h 596093"/>
                  <a:gd name="connsiteX17" fmla="*/ 656979 w 782925"/>
                  <a:gd name="connsiteY17" fmla="*/ 503848 h 596093"/>
                  <a:gd name="connsiteX18" fmla="*/ 139633 w 782925"/>
                  <a:gd name="connsiteY18" fmla="*/ 595498 h 596093"/>
                  <a:gd name="connsiteX19" fmla="*/ 132735 w 782925"/>
                  <a:gd name="connsiteY19" fmla="*/ 596093 h 596093"/>
                  <a:gd name="connsiteX20" fmla="*/ 175657 w 782925"/>
                  <a:gd name="connsiteY20" fmla="*/ 216694 h 596093"/>
                  <a:gd name="connsiteX21" fmla="*/ 172829 w 782925"/>
                  <a:gd name="connsiteY21" fmla="*/ 508811 h 596093"/>
                  <a:gd name="connsiteX22" fmla="*/ 619416 w 782925"/>
                  <a:gd name="connsiteY22" fmla="*/ 429814 h 596093"/>
                  <a:gd name="connsiteX23" fmla="*/ 688587 w 782925"/>
                  <a:gd name="connsiteY23" fmla="*/ 213964 h 59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2925" h="596093">
                    <a:moveTo>
                      <a:pt x="132735" y="596093"/>
                    </a:moveTo>
                    <a:cubicBezTo>
                      <a:pt x="110812" y="596093"/>
                      <a:pt x="93038" y="578324"/>
                      <a:pt x="93037" y="556397"/>
                    </a:cubicBezTo>
                    <a:cubicBezTo>
                      <a:pt x="93037" y="556283"/>
                      <a:pt x="93038" y="556164"/>
                      <a:pt x="93039" y="556049"/>
                    </a:cubicBezTo>
                    <a:lnTo>
                      <a:pt x="97207" y="7969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95"/>
                    </a:lnTo>
                    <a:cubicBezTo>
                      <a:pt x="159174" y="731"/>
                      <a:pt x="176836" y="18614"/>
                      <a:pt x="176700" y="40538"/>
                    </a:cubicBezTo>
                    <a:cubicBezTo>
                      <a:pt x="176700" y="40572"/>
                      <a:pt x="176700" y="40606"/>
                      <a:pt x="176699" y="40639"/>
                    </a:cubicBezTo>
                    <a:lnTo>
                      <a:pt x="175856" y="137300"/>
                    </a:lnTo>
                    <a:lnTo>
                      <a:pt x="742624" y="134472"/>
                    </a:lnTo>
                    <a:lnTo>
                      <a:pt x="742624" y="134472"/>
                    </a:lnTo>
                    <a:cubicBezTo>
                      <a:pt x="764546" y="134139"/>
                      <a:pt x="782584" y="151640"/>
                      <a:pt x="782921" y="173561"/>
                    </a:cubicBezTo>
                    <a:cubicBezTo>
                      <a:pt x="782986" y="177874"/>
                      <a:pt x="782345" y="182168"/>
                      <a:pt x="781031" y="186276"/>
                    </a:cubicBezTo>
                    <a:lnTo>
                      <a:pt x="687744" y="477053"/>
                    </a:lnTo>
                    <a:cubicBezTo>
                      <a:pt x="683213" y="490977"/>
                      <a:pt x="671389" y="501273"/>
                      <a:pt x="656979" y="503848"/>
                    </a:cubicBezTo>
                    <a:lnTo>
                      <a:pt x="139633" y="595498"/>
                    </a:lnTo>
                    <a:cubicBezTo>
                      <a:pt x="137355" y="595895"/>
                      <a:pt x="135047" y="596093"/>
                      <a:pt x="132735" y="596093"/>
                    </a:cubicBezTo>
                    <a:close/>
                    <a:moveTo>
                      <a:pt x="175657" y="216694"/>
                    </a:moveTo>
                    <a:lnTo>
                      <a:pt x="172829" y="508811"/>
                    </a:lnTo>
                    <a:lnTo>
                      <a:pt x="619416" y="429814"/>
                    </a:lnTo>
                    <a:lnTo>
                      <a:pt x="688587" y="213964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345BE21D-9DCA-C440-BA28-470FD8FB3072}"/>
                  </a:ext>
                </a:extLst>
              </p:cNvPr>
              <p:cNvSpPr/>
              <p:nvPr/>
            </p:nvSpPr>
            <p:spPr>
              <a:xfrm>
                <a:off x="9516137" y="1972247"/>
                <a:ext cx="651520" cy="167122"/>
              </a:xfrm>
              <a:custGeom>
                <a:avLst/>
                <a:gdLst>
                  <a:gd name="connsiteX0" fmla="*/ 611824 w 651520"/>
                  <a:gd name="connsiteY0" fmla="*/ 167123 h 167122"/>
                  <a:gd name="connsiteX1" fmla="*/ 39697 w 651520"/>
                  <a:gd name="connsiteY1" fmla="*/ 167123 h 167122"/>
                  <a:gd name="connsiteX2" fmla="*/ 0 w 651520"/>
                  <a:gd name="connsiteY2" fmla="*/ 127426 h 167122"/>
                  <a:gd name="connsiteX3" fmla="*/ 0 w 651520"/>
                  <a:gd name="connsiteY3" fmla="*/ 39697 h 167122"/>
                  <a:gd name="connsiteX4" fmla="*/ 39697 w 651520"/>
                  <a:gd name="connsiteY4" fmla="*/ 0 h 167122"/>
                  <a:gd name="connsiteX5" fmla="*/ 79393 w 651520"/>
                  <a:gd name="connsiteY5" fmla="*/ 39697 h 167122"/>
                  <a:gd name="connsiteX6" fmla="*/ 79393 w 651520"/>
                  <a:gd name="connsiteY6" fmla="*/ 87729 h 167122"/>
                  <a:gd name="connsiteX7" fmla="*/ 611824 w 651520"/>
                  <a:gd name="connsiteY7" fmla="*/ 87729 h 167122"/>
                  <a:gd name="connsiteX8" fmla="*/ 651520 w 651520"/>
                  <a:gd name="connsiteY8" fmla="*/ 127426 h 167122"/>
                  <a:gd name="connsiteX9" fmla="*/ 611824 w 651520"/>
                  <a:gd name="connsiteY9" fmla="*/ 167123 h 167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1520" h="167122">
                    <a:moveTo>
                      <a:pt x="611824" y="167123"/>
                    </a:moveTo>
                    <a:lnTo>
                      <a:pt x="39697" y="167123"/>
                    </a:lnTo>
                    <a:cubicBezTo>
                      <a:pt x="17773" y="167123"/>
                      <a:pt x="0" y="149348"/>
                      <a:pt x="0" y="127426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87729"/>
                    </a:lnTo>
                    <a:lnTo>
                      <a:pt x="611824" y="87729"/>
                    </a:lnTo>
                    <a:cubicBezTo>
                      <a:pt x="633746" y="87729"/>
                      <a:pt x="651520" y="105504"/>
                      <a:pt x="651520" y="127426"/>
                    </a:cubicBezTo>
                    <a:cubicBezTo>
                      <a:pt x="651520" y="149348"/>
                      <a:pt x="633746" y="167123"/>
                      <a:pt x="611824" y="16712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9FBAC0B-B1AA-804B-B32A-BF907DD6804B}"/>
                </a:ext>
              </a:extLst>
            </p:cNvPr>
            <p:cNvSpPr/>
            <p:nvPr/>
          </p:nvSpPr>
          <p:spPr>
            <a:xfrm>
              <a:off x="10083601" y="2153672"/>
              <a:ext cx="79391" cy="79430"/>
            </a:xfrm>
            <a:custGeom>
              <a:avLst/>
              <a:gdLst>
                <a:gd name="connsiteX0" fmla="*/ 39695 w 79391"/>
                <a:gd name="connsiteY0" fmla="*/ 79430 h 79430"/>
                <a:gd name="connsiteX1" fmla="*/ 31955 w 79391"/>
                <a:gd name="connsiteY1" fmla="*/ 78636 h 79430"/>
                <a:gd name="connsiteX2" fmla="*/ 24511 w 79391"/>
                <a:gd name="connsiteY2" fmla="*/ 76404 h 79430"/>
                <a:gd name="connsiteX3" fmla="*/ 17664 w 79391"/>
                <a:gd name="connsiteY3" fmla="*/ 72732 h 79430"/>
                <a:gd name="connsiteX4" fmla="*/ 11660 w 79391"/>
                <a:gd name="connsiteY4" fmla="*/ 67769 h 79430"/>
                <a:gd name="connsiteX5" fmla="*/ 6698 w 79391"/>
                <a:gd name="connsiteY5" fmla="*/ 61716 h 79430"/>
                <a:gd name="connsiteX6" fmla="*/ 3075 w 79391"/>
                <a:gd name="connsiteY6" fmla="*/ 54868 h 79430"/>
                <a:gd name="connsiteX7" fmla="*/ 793 w 79391"/>
                <a:gd name="connsiteY7" fmla="*/ 47425 h 79430"/>
                <a:gd name="connsiteX8" fmla="*/ 793 w 79391"/>
                <a:gd name="connsiteY8" fmla="*/ 31943 h 79430"/>
                <a:gd name="connsiteX9" fmla="*/ 6698 w 79391"/>
                <a:gd name="connsiteY9" fmla="*/ 17653 h 79430"/>
                <a:gd name="connsiteX10" fmla="*/ 11660 w 79391"/>
                <a:gd name="connsiteY10" fmla="*/ 11648 h 79430"/>
                <a:gd name="connsiteX11" fmla="*/ 17664 w 79391"/>
                <a:gd name="connsiteY11" fmla="*/ 6686 h 79430"/>
                <a:gd name="connsiteX12" fmla="*/ 24511 w 79391"/>
                <a:gd name="connsiteY12" fmla="*/ 3014 h 79430"/>
                <a:gd name="connsiteX13" fmla="*/ 31955 w 79391"/>
                <a:gd name="connsiteY13" fmla="*/ 782 h 79430"/>
                <a:gd name="connsiteX14" fmla="*/ 47486 w 79391"/>
                <a:gd name="connsiteY14" fmla="*/ 782 h 79430"/>
                <a:gd name="connsiteX15" fmla="*/ 54879 w 79391"/>
                <a:gd name="connsiteY15" fmla="*/ 3014 h 79430"/>
                <a:gd name="connsiteX16" fmla="*/ 61777 w 79391"/>
                <a:gd name="connsiteY16" fmla="*/ 6686 h 79430"/>
                <a:gd name="connsiteX17" fmla="*/ 67781 w 79391"/>
                <a:gd name="connsiteY17" fmla="*/ 11648 h 79430"/>
                <a:gd name="connsiteX18" fmla="*/ 72743 w 79391"/>
                <a:gd name="connsiteY18" fmla="*/ 17653 h 79430"/>
                <a:gd name="connsiteX19" fmla="*/ 76365 w 79391"/>
                <a:gd name="connsiteY19" fmla="*/ 24500 h 79430"/>
                <a:gd name="connsiteX20" fmla="*/ 78648 w 79391"/>
                <a:gd name="connsiteY20" fmla="*/ 31943 h 79430"/>
                <a:gd name="connsiteX21" fmla="*/ 78648 w 79391"/>
                <a:gd name="connsiteY21" fmla="*/ 47425 h 79430"/>
                <a:gd name="connsiteX22" fmla="*/ 76365 w 79391"/>
                <a:gd name="connsiteY22" fmla="*/ 54868 h 79430"/>
                <a:gd name="connsiteX23" fmla="*/ 72743 w 79391"/>
                <a:gd name="connsiteY23" fmla="*/ 61716 h 79430"/>
                <a:gd name="connsiteX24" fmla="*/ 67781 w 79391"/>
                <a:gd name="connsiteY24" fmla="*/ 67769 h 79430"/>
                <a:gd name="connsiteX25" fmla="*/ 61727 w 79391"/>
                <a:gd name="connsiteY25" fmla="*/ 72732 h 79430"/>
                <a:gd name="connsiteX26" fmla="*/ 54879 w 79391"/>
                <a:gd name="connsiteY26" fmla="*/ 76404 h 79430"/>
                <a:gd name="connsiteX27" fmla="*/ 47486 w 79391"/>
                <a:gd name="connsiteY27" fmla="*/ 78636 h 79430"/>
                <a:gd name="connsiteX28" fmla="*/ 39695 w 79391"/>
                <a:gd name="connsiteY28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391" h="79430">
                  <a:moveTo>
                    <a:pt x="39695" y="79430"/>
                  </a:moveTo>
                  <a:cubicBezTo>
                    <a:pt x="37095" y="79435"/>
                    <a:pt x="34500" y="79172"/>
                    <a:pt x="31955" y="78636"/>
                  </a:cubicBezTo>
                  <a:cubicBezTo>
                    <a:pt x="29409" y="78135"/>
                    <a:pt x="26913" y="77386"/>
                    <a:pt x="24511" y="76404"/>
                  </a:cubicBezTo>
                  <a:cubicBezTo>
                    <a:pt x="22120" y="75396"/>
                    <a:pt x="19827" y="74166"/>
                    <a:pt x="17664" y="72732"/>
                  </a:cubicBezTo>
                  <a:cubicBezTo>
                    <a:pt x="15500" y="71288"/>
                    <a:pt x="13486" y="69625"/>
                    <a:pt x="11660" y="67769"/>
                  </a:cubicBezTo>
                  <a:cubicBezTo>
                    <a:pt x="9804" y="65924"/>
                    <a:pt x="8142" y="63894"/>
                    <a:pt x="6698" y="61716"/>
                  </a:cubicBezTo>
                  <a:cubicBezTo>
                    <a:pt x="5269" y="59557"/>
                    <a:pt x="4053" y="57265"/>
                    <a:pt x="3075" y="54868"/>
                  </a:cubicBezTo>
                  <a:cubicBezTo>
                    <a:pt x="2063" y="52471"/>
                    <a:pt x="1299" y="49976"/>
                    <a:pt x="793" y="47425"/>
                  </a:cubicBezTo>
                  <a:cubicBezTo>
                    <a:pt x="-264" y="42319"/>
                    <a:pt x="-264" y="37049"/>
                    <a:pt x="793" y="31943"/>
                  </a:cubicBezTo>
                  <a:cubicBezTo>
                    <a:pt x="1840" y="26847"/>
                    <a:pt x="3844" y="21999"/>
                    <a:pt x="6698" y="17653"/>
                  </a:cubicBezTo>
                  <a:cubicBezTo>
                    <a:pt x="8132" y="15479"/>
                    <a:pt x="9794" y="13465"/>
                    <a:pt x="11660" y="11648"/>
                  </a:cubicBezTo>
                  <a:cubicBezTo>
                    <a:pt x="13486" y="9798"/>
                    <a:pt x="15500" y="8135"/>
                    <a:pt x="17664" y="6686"/>
                  </a:cubicBezTo>
                  <a:cubicBezTo>
                    <a:pt x="19827" y="5252"/>
                    <a:pt x="22120" y="4022"/>
                    <a:pt x="24511" y="3014"/>
                  </a:cubicBezTo>
                  <a:cubicBezTo>
                    <a:pt x="26913" y="2032"/>
                    <a:pt x="29409" y="1283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21" y="1278"/>
                    <a:pt x="52497" y="2022"/>
                    <a:pt x="54879" y="3014"/>
                  </a:cubicBezTo>
                  <a:cubicBezTo>
                    <a:pt x="57296" y="4007"/>
                    <a:pt x="59603" y="5237"/>
                    <a:pt x="61777" y="6686"/>
                  </a:cubicBezTo>
                  <a:cubicBezTo>
                    <a:pt x="63930" y="8145"/>
                    <a:pt x="65940" y="9808"/>
                    <a:pt x="67781" y="11648"/>
                  </a:cubicBezTo>
                  <a:cubicBezTo>
                    <a:pt x="69632" y="13480"/>
                    <a:pt x="71294" y="15489"/>
                    <a:pt x="72743" y="17653"/>
                  </a:cubicBezTo>
                  <a:cubicBezTo>
                    <a:pt x="74152" y="19821"/>
                    <a:pt x="75368" y="22113"/>
                    <a:pt x="76365" y="24500"/>
                  </a:cubicBezTo>
                  <a:cubicBezTo>
                    <a:pt x="77372" y="26897"/>
                    <a:pt x="78137" y="29393"/>
                    <a:pt x="78648" y="31943"/>
                  </a:cubicBezTo>
                  <a:cubicBezTo>
                    <a:pt x="79640" y="37054"/>
                    <a:pt x="79640" y="42314"/>
                    <a:pt x="78648" y="47425"/>
                  </a:cubicBezTo>
                  <a:cubicBezTo>
                    <a:pt x="78141" y="49976"/>
                    <a:pt x="77377" y="52471"/>
                    <a:pt x="76365" y="54868"/>
                  </a:cubicBezTo>
                  <a:cubicBezTo>
                    <a:pt x="75368" y="57255"/>
                    <a:pt x="74152" y="59547"/>
                    <a:pt x="72743" y="61716"/>
                  </a:cubicBezTo>
                  <a:cubicBezTo>
                    <a:pt x="71284" y="63884"/>
                    <a:pt x="69622" y="65909"/>
                    <a:pt x="67781" y="67769"/>
                  </a:cubicBezTo>
                  <a:cubicBezTo>
                    <a:pt x="65935" y="69625"/>
                    <a:pt x="63910" y="71288"/>
                    <a:pt x="61727" y="72732"/>
                  </a:cubicBezTo>
                  <a:cubicBezTo>
                    <a:pt x="59578" y="74185"/>
                    <a:pt x="57281" y="75416"/>
                    <a:pt x="54879" y="76404"/>
                  </a:cubicBezTo>
                  <a:cubicBezTo>
                    <a:pt x="52497" y="77396"/>
                    <a:pt x="50021" y="78140"/>
                    <a:pt x="47486" y="78636"/>
                  </a:cubicBezTo>
                  <a:cubicBezTo>
                    <a:pt x="44925" y="79172"/>
                    <a:pt x="42315" y="79440"/>
                    <a:pt x="39695" y="794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94D11A9-E4A9-2B4B-B3E4-E037B81C0961}"/>
                </a:ext>
              </a:extLst>
            </p:cNvPr>
            <p:cNvSpPr/>
            <p:nvPr/>
          </p:nvSpPr>
          <p:spPr>
            <a:xfrm>
              <a:off x="9520404" y="2153176"/>
              <a:ext cx="79344" cy="79430"/>
            </a:xfrm>
            <a:custGeom>
              <a:avLst/>
              <a:gdLst>
                <a:gd name="connsiteX0" fmla="*/ 39697 w 79344"/>
                <a:gd name="connsiteY0" fmla="*/ 79430 h 79430"/>
                <a:gd name="connsiteX1" fmla="*/ 31907 w 79344"/>
                <a:gd name="connsiteY1" fmla="*/ 78686 h 79430"/>
                <a:gd name="connsiteX2" fmla="*/ 24513 w 79344"/>
                <a:gd name="connsiteY2" fmla="*/ 76403 h 79430"/>
                <a:gd name="connsiteX3" fmla="*/ 17616 w 79344"/>
                <a:gd name="connsiteY3" fmla="*/ 72731 h 79430"/>
                <a:gd name="connsiteX4" fmla="*/ 11612 w 79344"/>
                <a:gd name="connsiteY4" fmla="*/ 67769 h 79430"/>
                <a:gd name="connsiteX5" fmla="*/ 0 w 79344"/>
                <a:gd name="connsiteY5" fmla="*/ 39684 h 79430"/>
                <a:gd name="connsiteX6" fmla="*/ 3027 w 79344"/>
                <a:gd name="connsiteY6" fmla="*/ 24500 h 79430"/>
                <a:gd name="connsiteX7" fmla="*/ 6650 w 79344"/>
                <a:gd name="connsiteY7" fmla="*/ 17653 h 79430"/>
                <a:gd name="connsiteX8" fmla="*/ 11612 w 79344"/>
                <a:gd name="connsiteY8" fmla="*/ 11648 h 79430"/>
                <a:gd name="connsiteX9" fmla="*/ 17616 w 79344"/>
                <a:gd name="connsiteY9" fmla="*/ 6686 h 79430"/>
                <a:gd name="connsiteX10" fmla="*/ 24463 w 79344"/>
                <a:gd name="connsiteY10" fmla="*/ 3014 h 79430"/>
                <a:gd name="connsiteX11" fmla="*/ 31907 w 79344"/>
                <a:gd name="connsiteY11" fmla="*/ 781 h 79430"/>
                <a:gd name="connsiteX12" fmla="*/ 47438 w 79344"/>
                <a:gd name="connsiteY12" fmla="*/ 781 h 79430"/>
                <a:gd name="connsiteX13" fmla="*/ 54881 w 79344"/>
                <a:gd name="connsiteY13" fmla="*/ 3014 h 79430"/>
                <a:gd name="connsiteX14" fmla="*/ 61729 w 79344"/>
                <a:gd name="connsiteY14" fmla="*/ 6686 h 79430"/>
                <a:gd name="connsiteX15" fmla="*/ 67733 w 79344"/>
                <a:gd name="connsiteY15" fmla="*/ 11648 h 79430"/>
                <a:gd name="connsiteX16" fmla="*/ 72695 w 79344"/>
                <a:gd name="connsiteY16" fmla="*/ 17653 h 79430"/>
                <a:gd name="connsiteX17" fmla="*/ 76317 w 79344"/>
                <a:gd name="connsiteY17" fmla="*/ 24500 h 79430"/>
                <a:gd name="connsiteX18" fmla="*/ 78600 w 79344"/>
                <a:gd name="connsiteY18" fmla="*/ 31943 h 79430"/>
                <a:gd name="connsiteX19" fmla="*/ 79344 w 79344"/>
                <a:gd name="connsiteY19" fmla="*/ 39684 h 79430"/>
                <a:gd name="connsiteX20" fmla="*/ 67733 w 79344"/>
                <a:gd name="connsiteY20" fmla="*/ 67769 h 79430"/>
                <a:gd name="connsiteX21" fmla="*/ 61729 w 79344"/>
                <a:gd name="connsiteY21" fmla="*/ 72731 h 79430"/>
                <a:gd name="connsiteX22" fmla="*/ 54831 w 79344"/>
                <a:gd name="connsiteY22" fmla="*/ 76403 h 79430"/>
                <a:gd name="connsiteX23" fmla="*/ 47438 w 79344"/>
                <a:gd name="connsiteY23" fmla="*/ 78686 h 79430"/>
                <a:gd name="connsiteX24" fmla="*/ 39697 w 79344"/>
                <a:gd name="connsiteY24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44" h="79430">
                  <a:moveTo>
                    <a:pt x="39697" y="79430"/>
                  </a:moveTo>
                  <a:cubicBezTo>
                    <a:pt x="37083" y="79430"/>
                    <a:pt x="34474" y="79182"/>
                    <a:pt x="31907" y="78686"/>
                  </a:cubicBezTo>
                  <a:cubicBezTo>
                    <a:pt x="29378" y="78150"/>
                    <a:pt x="26903" y="77386"/>
                    <a:pt x="24513" y="76403"/>
                  </a:cubicBezTo>
                  <a:cubicBezTo>
                    <a:pt x="22099" y="75411"/>
                    <a:pt x="19789" y="74180"/>
                    <a:pt x="17616" y="72731"/>
                  </a:cubicBezTo>
                  <a:cubicBezTo>
                    <a:pt x="15450" y="71288"/>
                    <a:pt x="13439" y="69625"/>
                    <a:pt x="11612" y="67769"/>
                  </a:cubicBezTo>
                  <a:cubicBezTo>
                    <a:pt x="4192" y="60302"/>
                    <a:pt x="19" y="50209"/>
                    <a:pt x="0" y="39684"/>
                  </a:cubicBezTo>
                  <a:cubicBezTo>
                    <a:pt x="-25" y="34469"/>
                    <a:pt x="1005" y="29303"/>
                    <a:pt x="3027" y="24500"/>
                  </a:cubicBezTo>
                  <a:cubicBezTo>
                    <a:pt x="4037" y="22118"/>
                    <a:pt x="5248" y="19826"/>
                    <a:pt x="6650" y="17653"/>
                  </a:cubicBezTo>
                  <a:cubicBezTo>
                    <a:pt x="8083" y="15479"/>
                    <a:pt x="9747" y="13465"/>
                    <a:pt x="11612" y="11648"/>
                  </a:cubicBezTo>
                  <a:cubicBezTo>
                    <a:pt x="13440" y="9798"/>
                    <a:pt x="15452" y="8135"/>
                    <a:pt x="17616" y="6686"/>
                  </a:cubicBezTo>
                  <a:cubicBezTo>
                    <a:pt x="19778" y="5252"/>
                    <a:pt x="22071" y="4022"/>
                    <a:pt x="24463" y="3014"/>
                  </a:cubicBezTo>
                  <a:cubicBezTo>
                    <a:pt x="26866" y="2032"/>
                    <a:pt x="29359" y="1283"/>
                    <a:pt x="31907" y="781"/>
                  </a:cubicBezTo>
                  <a:cubicBezTo>
                    <a:pt x="37031" y="-260"/>
                    <a:pt x="42313" y="-260"/>
                    <a:pt x="47438" y="781"/>
                  </a:cubicBezTo>
                  <a:cubicBezTo>
                    <a:pt x="49985" y="1283"/>
                    <a:pt x="52478" y="2032"/>
                    <a:pt x="54881" y="3014"/>
                  </a:cubicBezTo>
                  <a:cubicBezTo>
                    <a:pt x="57274" y="4022"/>
                    <a:pt x="59566" y="5252"/>
                    <a:pt x="61729" y="6686"/>
                  </a:cubicBezTo>
                  <a:cubicBezTo>
                    <a:pt x="63883" y="8145"/>
                    <a:pt x="65894" y="9807"/>
                    <a:pt x="67733" y="11648"/>
                  </a:cubicBezTo>
                  <a:cubicBezTo>
                    <a:pt x="69583" y="13479"/>
                    <a:pt x="71245" y="15489"/>
                    <a:pt x="72695" y="17653"/>
                  </a:cubicBezTo>
                  <a:cubicBezTo>
                    <a:pt x="74096" y="19826"/>
                    <a:pt x="75308" y="22118"/>
                    <a:pt x="76317" y="24500"/>
                  </a:cubicBezTo>
                  <a:cubicBezTo>
                    <a:pt x="77295" y="26912"/>
                    <a:pt x="78058" y="29398"/>
                    <a:pt x="78600" y="31943"/>
                  </a:cubicBezTo>
                  <a:cubicBezTo>
                    <a:pt x="79095" y="34494"/>
                    <a:pt x="79345" y="37084"/>
                    <a:pt x="79344" y="39684"/>
                  </a:cubicBezTo>
                  <a:cubicBezTo>
                    <a:pt x="79325" y="50209"/>
                    <a:pt x="75153" y="60302"/>
                    <a:pt x="67733" y="67769"/>
                  </a:cubicBezTo>
                  <a:cubicBezTo>
                    <a:pt x="65895" y="69610"/>
                    <a:pt x="63885" y="71273"/>
                    <a:pt x="61729" y="72731"/>
                  </a:cubicBezTo>
                  <a:cubicBezTo>
                    <a:pt x="59556" y="74180"/>
                    <a:pt x="57245" y="75411"/>
                    <a:pt x="54831" y="76403"/>
                  </a:cubicBezTo>
                  <a:cubicBezTo>
                    <a:pt x="52442" y="77386"/>
                    <a:pt x="49967" y="78150"/>
                    <a:pt x="47438" y="78686"/>
                  </a:cubicBezTo>
                  <a:cubicBezTo>
                    <a:pt x="44887" y="79177"/>
                    <a:pt x="42295" y="79430"/>
                    <a:pt x="39697" y="794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1" name="Picture Placeholder 47">
            <a:extLst>
              <a:ext uri="{FF2B5EF4-FFF2-40B4-BE49-F238E27FC236}">
                <a16:creationId xmlns:a16="http://schemas.microsoft.com/office/drawing/2014/main" id="{53354767-CD3F-443C-8691-122BE6DB41B3}"/>
              </a:ext>
            </a:extLst>
          </p:cNvPr>
          <p:cNvGrpSpPr>
            <a:grpSpLocks noChangeAspect="1"/>
          </p:cNvGrpSpPr>
          <p:nvPr/>
        </p:nvGrpSpPr>
        <p:grpSpPr>
          <a:xfrm>
            <a:off x="1490589" y="2521337"/>
            <a:ext cx="868363" cy="868362"/>
            <a:chOff x="1490589" y="2521337"/>
            <a:chExt cx="868363" cy="86836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258F0C8-6364-0F4B-BD5A-554346A64E26}"/>
                </a:ext>
              </a:extLst>
            </p:cNvPr>
            <p:cNvSpPr/>
            <p:nvPr/>
          </p:nvSpPr>
          <p:spPr>
            <a:xfrm>
              <a:off x="1569131" y="2845310"/>
              <a:ext cx="719419" cy="458941"/>
            </a:xfrm>
            <a:custGeom>
              <a:avLst/>
              <a:gdLst>
                <a:gd name="connsiteX0" fmla="*/ 595456 w 719419"/>
                <a:gd name="connsiteY0" fmla="*/ 458942 h 458941"/>
                <a:gd name="connsiteX1" fmla="*/ 119097 w 719419"/>
                <a:gd name="connsiteY1" fmla="*/ 458942 h 458941"/>
                <a:gd name="connsiteX2" fmla="*/ 80244 w 719419"/>
                <a:gd name="connsiteY2" fmla="*/ 427383 h 458941"/>
                <a:gd name="connsiteX3" fmla="*/ 851 w 719419"/>
                <a:gd name="connsiteY3" fmla="*/ 47834 h 458941"/>
                <a:gd name="connsiteX4" fmla="*/ 31567 w 719419"/>
                <a:gd name="connsiteY4" fmla="*/ 843 h 458941"/>
                <a:gd name="connsiteX5" fmla="*/ 39704 w 719419"/>
                <a:gd name="connsiteY5" fmla="*/ 0 h 458941"/>
                <a:gd name="connsiteX6" fmla="*/ 39704 w 719419"/>
                <a:gd name="connsiteY6" fmla="*/ 0 h 458941"/>
                <a:gd name="connsiteX7" fmla="*/ 679812 w 719419"/>
                <a:gd name="connsiteY7" fmla="*/ 844 h 458941"/>
                <a:gd name="connsiteX8" fmla="*/ 719419 w 719419"/>
                <a:gd name="connsiteY8" fmla="*/ 40632 h 458941"/>
                <a:gd name="connsiteX9" fmla="*/ 718466 w 719419"/>
                <a:gd name="connsiteY9" fmla="*/ 49174 h 458941"/>
                <a:gd name="connsiteX10" fmla="*/ 634111 w 719419"/>
                <a:gd name="connsiteY10" fmla="*/ 427879 h 458941"/>
                <a:gd name="connsiteX11" fmla="*/ 595456 w 719419"/>
                <a:gd name="connsiteY11" fmla="*/ 458942 h 458941"/>
                <a:gd name="connsiteX12" fmla="*/ 151202 w 719419"/>
                <a:gd name="connsiteY12" fmla="*/ 379549 h 458941"/>
                <a:gd name="connsiteX13" fmla="*/ 563600 w 719419"/>
                <a:gd name="connsiteY13" fmla="*/ 379549 h 458941"/>
                <a:gd name="connsiteX14" fmla="*/ 630290 w 719419"/>
                <a:gd name="connsiteY14" fmla="*/ 80187 h 458941"/>
                <a:gd name="connsiteX15" fmla="*/ 88432 w 719419"/>
                <a:gd name="connsiteY15" fmla="*/ 79443 h 45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9419" h="458941">
                  <a:moveTo>
                    <a:pt x="595456" y="458942"/>
                  </a:moveTo>
                  <a:lnTo>
                    <a:pt x="119097" y="458942"/>
                  </a:lnTo>
                  <a:cubicBezTo>
                    <a:pt x="100310" y="458942"/>
                    <a:pt x="84096" y="445772"/>
                    <a:pt x="80244" y="427383"/>
                  </a:cubicBezTo>
                  <a:lnTo>
                    <a:pt x="851" y="47834"/>
                  </a:lnTo>
                  <a:cubicBezTo>
                    <a:pt x="-3643" y="26376"/>
                    <a:pt x="10109" y="5338"/>
                    <a:pt x="31567" y="843"/>
                  </a:cubicBezTo>
                  <a:cubicBezTo>
                    <a:pt x="34243" y="282"/>
                    <a:pt x="36970" y="0"/>
                    <a:pt x="39704" y="0"/>
                  </a:cubicBezTo>
                  <a:lnTo>
                    <a:pt x="39704" y="0"/>
                  </a:lnTo>
                  <a:lnTo>
                    <a:pt x="679812" y="844"/>
                  </a:lnTo>
                  <a:cubicBezTo>
                    <a:pt x="701734" y="894"/>
                    <a:pt x="719469" y="18708"/>
                    <a:pt x="719419" y="40632"/>
                  </a:cubicBezTo>
                  <a:cubicBezTo>
                    <a:pt x="719409" y="43505"/>
                    <a:pt x="719091" y="46370"/>
                    <a:pt x="718466" y="49174"/>
                  </a:cubicBezTo>
                  <a:lnTo>
                    <a:pt x="634111" y="427879"/>
                  </a:lnTo>
                  <a:cubicBezTo>
                    <a:pt x="630072" y="445996"/>
                    <a:pt x="614020" y="458897"/>
                    <a:pt x="595456" y="458942"/>
                  </a:cubicBezTo>
                  <a:close/>
                  <a:moveTo>
                    <a:pt x="151202" y="379549"/>
                  </a:moveTo>
                  <a:lnTo>
                    <a:pt x="563600" y="379549"/>
                  </a:lnTo>
                  <a:lnTo>
                    <a:pt x="630290" y="80187"/>
                  </a:lnTo>
                  <a:lnTo>
                    <a:pt x="88432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7AC55F6-D556-6346-9659-2939F9F62E44}"/>
                </a:ext>
              </a:extLst>
            </p:cNvPr>
            <p:cNvSpPr/>
            <p:nvPr/>
          </p:nvSpPr>
          <p:spPr>
            <a:xfrm>
              <a:off x="1754720" y="2946884"/>
              <a:ext cx="79393" cy="260855"/>
            </a:xfrm>
            <a:custGeom>
              <a:avLst/>
              <a:gdLst>
                <a:gd name="connsiteX0" fmla="*/ 39697 w 79393"/>
                <a:gd name="connsiteY0" fmla="*/ 260856 h 260855"/>
                <a:gd name="connsiteX1" fmla="*/ 0 w 79393"/>
                <a:gd name="connsiteY1" fmla="*/ 221159 h 260855"/>
                <a:gd name="connsiteX2" fmla="*/ 0 w 79393"/>
                <a:gd name="connsiteY2" fmla="*/ 39697 h 260855"/>
                <a:gd name="connsiteX3" fmla="*/ 39697 w 79393"/>
                <a:gd name="connsiteY3" fmla="*/ 0 h 260855"/>
                <a:gd name="connsiteX4" fmla="*/ 79393 w 79393"/>
                <a:gd name="connsiteY4" fmla="*/ 39697 h 260855"/>
                <a:gd name="connsiteX5" fmla="*/ 79393 w 79393"/>
                <a:gd name="connsiteY5" fmla="*/ 221159 h 260855"/>
                <a:gd name="connsiteX6" fmla="*/ 39697 w 79393"/>
                <a:gd name="connsiteY6" fmla="*/ 260856 h 26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855">
                  <a:moveTo>
                    <a:pt x="39697" y="260856"/>
                  </a:moveTo>
                  <a:cubicBezTo>
                    <a:pt x="17773" y="260856"/>
                    <a:pt x="0" y="243082"/>
                    <a:pt x="0" y="2211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1159"/>
                  </a:lnTo>
                  <a:cubicBezTo>
                    <a:pt x="79393" y="243082"/>
                    <a:pt x="61621" y="260856"/>
                    <a:pt x="39697" y="26085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4093718-BBFC-AA48-9E11-C4C5D273911A}"/>
                </a:ext>
              </a:extLst>
            </p:cNvPr>
            <p:cNvSpPr/>
            <p:nvPr/>
          </p:nvSpPr>
          <p:spPr>
            <a:xfrm>
              <a:off x="2037856" y="2942318"/>
              <a:ext cx="79393" cy="265768"/>
            </a:xfrm>
            <a:custGeom>
              <a:avLst/>
              <a:gdLst>
                <a:gd name="connsiteX0" fmla="*/ 39697 w 79393"/>
                <a:gd name="connsiteY0" fmla="*/ 265768 h 265768"/>
                <a:gd name="connsiteX1" fmla="*/ 0 w 79393"/>
                <a:gd name="connsiteY1" fmla="*/ 226072 h 265768"/>
                <a:gd name="connsiteX2" fmla="*/ 0 w 79393"/>
                <a:gd name="connsiteY2" fmla="*/ 39697 h 265768"/>
                <a:gd name="connsiteX3" fmla="*/ 39697 w 79393"/>
                <a:gd name="connsiteY3" fmla="*/ 0 h 265768"/>
                <a:gd name="connsiteX4" fmla="*/ 79393 w 79393"/>
                <a:gd name="connsiteY4" fmla="*/ 39697 h 265768"/>
                <a:gd name="connsiteX5" fmla="*/ 79393 w 79393"/>
                <a:gd name="connsiteY5" fmla="*/ 226072 h 265768"/>
                <a:gd name="connsiteX6" fmla="*/ 39697 w 79393"/>
                <a:gd name="connsiteY6" fmla="*/ 265768 h 2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768">
                  <a:moveTo>
                    <a:pt x="39697" y="265768"/>
                  </a:moveTo>
                  <a:cubicBezTo>
                    <a:pt x="17774" y="265768"/>
                    <a:pt x="0" y="247994"/>
                    <a:pt x="0" y="22607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6072"/>
                  </a:lnTo>
                  <a:cubicBezTo>
                    <a:pt x="79393" y="247994"/>
                    <a:pt x="61619" y="265768"/>
                    <a:pt x="39697" y="2657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0803AF2D-5117-AA40-A8BA-9BAC452DF3BF}"/>
                </a:ext>
              </a:extLst>
            </p:cNvPr>
            <p:cNvSpPr/>
            <p:nvPr/>
          </p:nvSpPr>
          <p:spPr>
            <a:xfrm>
              <a:off x="1657362" y="2609415"/>
              <a:ext cx="219075" cy="297771"/>
            </a:xfrm>
            <a:custGeom>
              <a:avLst/>
              <a:gdLst>
                <a:gd name="connsiteX0" fmla="*/ 39648 w 219075"/>
                <a:gd name="connsiteY0" fmla="*/ 297772 h 297771"/>
                <a:gd name="connsiteX1" fmla="*/ 0 w 219075"/>
                <a:gd name="connsiteY1" fmla="*/ 258027 h 297771"/>
                <a:gd name="connsiteX2" fmla="*/ 6254 w 219075"/>
                <a:gd name="connsiteY2" fmla="*/ 236689 h 297771"/>
                <a:gd name="connsiteX3" fmla="*/ 145837 w 219075"/>
                <a:gd name="connsiteY3" fmla="*/ 18358 h 297771"/>
                <a:gd name="connsiteX4" fmla="*/ 200717 w 219075"/>
                <a:gd name="connsiteY4" fmla="*/ 6250 h 297771"/>
                <a:gd name="connsiteX5" fmla="*/ 212825 w 219075"/>
                <a:gd name="connsiteY5" fmla="*/ 61131 h 297771"/>
                <a:gd name="connsiteX6" fmla="*/ 73142 w 219075"/>
                <a:gd name="connsiteY6" fmla="*/ 279462 h 297771"/>
                <a:gd name="connsiteX7" fmla="*/ 39648 w 219075"/>
                <a:gd name="connsiteY7" fmla="*/ 297772 h 297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075" h="297771">
                  <a:moveTo>
                    <a:pt x="39648" y="297772"/>
                  </a:moveTo>
                  <a:cubicBezTo>
                    <a:pt x="17725" y="297745"/>
                    <a:pt x="-26" y="279951"/>
                    <a:pt x="0" y="258027"/>
                  </a:cubicBezTo>
                  <a:cubicBezTo>
                    <a:pt x="9" y="250464"/>
                    <a:pt x="2179" y="243061"/>
                    <a:pt x="6254" y="236689"/>
                  </a:cubicBezTo>
                  <a:lnTo>
                    <a:pt x="145837" y="18358"/>
                  </a:lnTo>
                  <a:cubicBezTo>
                    <a:pt x="157648" y="-140"/>
                    <a:pt x="182219" y="-5561"/>
                    <a:pt x="200717" y="6250"/>
                  </a:cubicBezTo>
                  <a:cubicBezTo>
                    <a:pt x="219216" y="18062"/>
                    <a:pt x="224636" y="42633"/>
                    <a:pt x="212825" y="61131"/>
                  </a:cubicBezTo>
                  <a:lnTo>
                    <a:pt x="73142" y="279462"/>
                  </a:lnTo>
                  <a:cubicBezTo>
                    <a:pt x="65837" y="290885"/>
                    <a:pt x="53207" y="297789"/>
                    <a:pt x="39648" y="2977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06F4226C-D564-734B-83BD-BD51A5A401C6}"/>
                </a:ext>
              </a:extLst>
            </p:cNvPr>
            <p:cNvSpPr/>
            <p:nvPr/>
          </p:nvSpPr>
          <p:spPr>
            <a:xfrm>
              <a:off x="1993043" y="2606777"/>
              <a:ext cx="219086" cy="297730"/>
            </a:xfrm>
            <a:custGeom>
              <a:avLst/>
              <a:gdLst>
                <a:gd name="connsiteX0" fmla="*/ 179433 w 219086"/>
                <a:gd name="connsiteY0" fmla="*/ 297730 h 297730"/>
                <a:gd name="connsiteX1" fmla="*/ 145939 w 219086"/>
                <a:gd name="connsiteY1" fmla="*/ 279420 h 297730"/>
                <a:gd name="connsiteX2" fmla="*/ 6257 w 219086"/>
                <a:gd name="connsiteY2" fmla="*/ 61089 h 297730"/>
                <a:gd name="connsiteX3" fmla="*/ 18315 w 219086"/>
                <a:gd name="connsiteY3" fmla="*/ 6258 h 297730"/>
                <a:gd name="connsiteX4" fmla="*/ 73146 w 219086"/>
                <a:gd name="connsiteY4" fmla="*/ 18316 h 297730"/>
                <a:gd name="connsiteX5" fmla="*/ 212828 w 219086"/>
                <a:gd name="connsiteY5" fmla="*/ 236647 h 297730"/>
                <a:gd name="connsiteX6" fmla="*/ 200770 w 219086"/>
                <a:gd name="connsiteY6" fmla="*/ 291476 h 297730"/>
                <a:gd name="connsiteX7" fmla="*/ 179433 w 219086"/>
                <a:gd name="connsiteY7" fmla="*/ 297730 h 29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086" h="297730">
                  <a:moveTo>
                    <a:pt x="179433" y="297730"/>
                  </a:moveTo>
                  <a:cubicBezTo>
                    <a:pt x="165872" y="297747"/>
                    <a:pt x="153244" y="290843"/>
                    <a:pt x="145939" y="279420"/>
                  </a:cubicBezTo>
                  <a:lnTo>
                    <a:pt x="6257" y="61089"/>
                  </a:lnTo>
                  <a:cubicBezTo>
                    <a:pt x="-5553" y="42618"/>
                    <a:pt x="-154" y="18069"/>
                    <a:pt x="18315" y="6258"/>
                  </a:cubicBezTo>
                  <a:cubicBezTo>
                    <a:pt x="36784" y="-5553"/>
                    <a:pt x="61336" y="-155"/>
                    <a:pt x="73146" y="18316"/>
                  </a:cubicBezTo>
                  <a:lnTo>
                    <a:pt x="212828" y="236647"/>
                  </a:lnTo>
                  <a:cubicBezTo>
                    <a:pt x="224638" y="255117"/>
                    <a:pt x="219244" y="279665"/>
                    <a:pt x="200770" y="291476"/>
                  </a:cubicBezTo>
                  <a:cubicBezTo>
                    <a:pt x="194399" y="295551"/>
                    <a:pt x="186996" y="297721"/>
                    <a:pt x="179433" y="2977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2153D67-DC79-FF41-A157-B5C550F446F3}"/>
                </a:ext>
              </a:extLst>
            </p:cNvPr>
            <p:cNvSpPr/>
            <p:nvPr/>
          </p:nvSpPr>
          <p:spPr>
            <a:xfrm>
              <a:off x="1508998" y="2845310"/>
              <a:ext cx="831544" cy="79393"/>
            </a:xfrm>
            <a:custGeom>
              <a:avLst/>
              <a:gdLst>
                <a:gd name="connsiteX0" fmla="*/ 791848 w 831544"/>
                <a:gd name="connsiteY0" fmla="*/ 79393 h 79393"/>
                <a:gd name="connsiteX1" fmla="*/ 39697 w 831544"/>
                <a:gd name="connsiteY1" fmla="*/ 79393 h 79393"/>
                <a:gd name="connsiteX2" fmla="*/ 0 w 831544"/>
                <a:gd name="connsiteY2" fmla="*/ 39697 h 79393"/>
                <a:gd name="connsiteX3" fmla="*/ 39697 w 831544"/>
                <a:gd name="connsiteY3" fmla="*/ 0 h 79393"/>
                <a:gd name="connsiteX4" fmla="*/ 791848 w 831544"/>
                <a:gd name="connsiteY4" fmla="*/ 0 h 79393"/>
                <a:gd name="connsiteX5" fmla="*/ 831544 w 831544"/>
                <a:gd name="connsiteY5" fmla="*/ 39697 h 79393"/>
                <a:gd name="connsiteX6" fmla="*/ 791848 w 8315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1544" h="79393">
                  <a:moveTo>
                    <a:pt x="7918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1848" y="0"/>
                  </a:lnTo>
                  <a:cubicBezTo>
                    <a:pt x="813770" y="0"/>
                    <a:pt x="831544" y="17773"/>
                    <a:pt x="831544" y="39697"/>
                  </a:cubicBezTo>
                  <a:cubicBezTo>
                    <a:pt x="831544" y="61620"/>
                    <a:pt x="813770" y="79393"/>
                    <a:pt x="79184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3EBE012-31E3-364C-A485-3140FEE15232}"/>
                </a:ext>
              </a:extLst>
            </p:cNvPr>
            <p:cNvSpPr/>
            <p:nvPr/>
          </p:nvSpPr>
          <p:spPr>
            <a:xfrm>
              <a:off x="1896933" y="2943112"/>
              <a:ext cx="79393" cy="260607"/>
            </a:xfrm>
            <a:custGeom>
              <a:avLst/>
              <a:gdLst>
                <a:gd name="connsiteX0" fmla="*/ 39697 w 79393"/>
                <a:gd name="connsiteY0" fmla="*/ 260608 h 260607"/>
                <a:gd name="connsiteX1" fmla="*/ 0 w 79393"/>
                <a:gd name="connsiteY1" fmla="*/ 220911 h 260607"/>
                <a:gd name="connsiteX2" fmla="*/ 0 w 79393"/>
                <a:gd name="connsiteY2" fmla="*/ 39697 h 260607"/>
                <a:gd name="connsiteX3" fmla="*/ 39697 w 79393"/>
                <a:gd name="connsiteY3" fmla="*/ 0 h 260607"/>
                <a:gd name="connsiteX4" fmla="*/ 79393 w 79393"/>
                <a:gd name="connsiteY4" fmla="*/ 39697 h 260607"/>
                <a:gd name="connsiteX5" fmla="*/ 79393 w 79393"/>
                <a:gd name="connsiteY5" fmla="*/ 221110 h 260607"/>
                <a:gd name="connsiteX6" fmla="*/ 39697 w 79393"/>
                <a:gd name="connsiteY6" fmla="*/ 260608 h 26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607">
                  <a:moveTo>
                    <a:pt x="39697" y="260608"/>
                  </a:moveTo>
                  <a:cubicBezTo>
                    <a:pt x="17773" y="260608"/>
                    <a:pt x="0" y="242834"/>
                    <a:pt x="0" y="2209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1110"/>
                  </a:lnTo>
                  <a:cubicBezTo>
                    <a:pt x="79284" y="242958"/>
                    <a:pt x="61543" y="260608"/>
                    <a:pt x="39697" y="2606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2" name="Picture Placeholder 49">
            <a:extLst>
              <a:ext uri="{FF2B5EF4-FFF2-40B4-BE49-F238E27FC236}">
                <a16:creationId xmlns:a16="http://schemas.microsoft.com/office/drawing/2014/main" id="{068E8552-B594-49B5-B1AA-862A3D3FE8B9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2521337"/>
            <a:ext cx="868363" cy="868362"/>
            <a:chOff x="2808097" y="2521337"/>
            <a:chExt cx="868363" cy="868362"/>
          </a:xfrm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4ABB102-B1F9-DA45-A6BB-D50FD3D1A085}"/>
                </a:ext>
              </a:extLst>
            </p:cNvPr>
            <p:cNvSpPr/>
            <p:nvPr/>
          </p:nvSpPr>
          <p:spPr>
            <a:xfrm>
              <a:off x="3019530" y="2908032"/>
              <a:ext cx="447281" cy="463654"/>
            </a:xfrm>
            <a:custGeom>
              <a:avLst/>
              <a:gdLst>
                <a:gd name="connsiteX0" fmla="*/ 40391 w 447281"/>
                <a:gd name="connsiteY0" fmla="*/ 463654 h 463654"/>
                <a:gd name="connsiteX1" fmla="*/ 695 w 447281"/>
                <a:gd name="connsiteY1" fmla="*/ 423958 h 463654"/>
                <a:gd name="connsiteX2" fmla="*/ 0 w 447281"/>
                <a:gd name="connsiteY2" fmla="*/ 192825 h 463654"/>
                <a:gd name="connsiteX3" fmla="*/ 36670 w 447281"/>
                <a:gd name="connsiteY3" fmla="*/ 121321 h 463654"/>
                <a:gd name="connsiteX4" fmla="*/ 194811 w 447281"/>
                <a:gd name="connsiteY4" fmla="*/ 7491 h 463654"/>
                <a:gd name="connsiteX5" fmla="*/ 240809 w 447281"/>
                <a:gd name="connsiteY5" fmla="*/ 7194 h 463654"/>
                <a:gd name="connsiteX6" fmla="*/ 408825 w 447281"/>
                <a:gd name="connsiteY6" fmla="*/ 125142 h 463654"/>
                <a:gd name="connsiteX7" fmla="*/ 447281 w 447281"/>
                <a:gd name="connsiteY7" fmla="*/ 198829 h 463654"/>
                <a:gd name="connsiteX8" fmla="*/ 447281 w 447281"/>
                <a:gd name="connsiteY8" fmla="*/ 423065 h 463654"/>
                <a:gd name="connsiteX9" fmla="*/ 407585 w 447281"/>
                <a:gd name="connsiteY9" fmla="*/ 462761 h 463654"/>
                <a:gd name="connsiteX10" fmla="*/ 40391 w 447281"/>
                <a:gd name="connsiteY10" fmla="*/ 463555 h 463654"/>
                <a:gd name="connsiteX11" fmla="*/ 218282 w 447281"/>
                <a:gd name="connsiteY11" fmla="*/ 88423 h 463654"/>
                <a:gd name="connsiteX12" fmla="*/ 82916 w 447281"/>
                <a:gd name="connsiteY12" fmla="*/ 185779 h 463654"/>
                <a:gd name="connsiteX13" fmla="*/ 79393 w 447281"/>
                <a:gd name="connsiteY13" fmla="*/ 192725 h 463654"/>
                <a:gd name="connsiteX14" fmla="*/ 79989 w 447281"/>
                <a:gd name="connsiteY14" fmla="*/ 384162 h 463654"/>
                <a:gd name="connsiteX15" fmla="*/ 368037 w 447281"/>
                <a:gd name="connsiteY15" fmla="*/ 383517 h 463654"/>
                <a:gd name="connsiteX16" fmla="*/ 368037 w 447281"/>
                <a:gd name="connsiteY16" fmla="*/ 198928 h 463654"/>
                <a:gd name="connsiteX17" fmla="*/ 363472 w 447281"/>
                <a:gd name="connsiteY17" fmla="*/ 190145 h 46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7281" h="463654">
                  <a:moveTo>
                    <a:pt x="40391" y="463654"/>
                  </a:moveTo>
                  <a:cubicBezTo>
                    <a:pt x="18467" y="463654"/>
                    <a:pt x="695" y="445880"/>
                    <a:pt x="695" y="423958"/>
                  </a:cubicBezTo>
                  <a:lnTo>
                    <a:pt x="0" y="192825"/>
                  </a:lnTo>
                  <a:cubicBezTo>
                    <a:pt x="13" y="164481"/>
                    <a:pt x="13659" y="137870"/>
                    <a:pt x="36670" y="121321"/>
                  </a:cubicBezTo>
                  <a:lnTo>
                    <a:pt x="194811" y="7491"/>
                  </a:lnTo>
                  <a:cubicBezTo>
                    <a:pt x="208518" y="-2387"/>
                    <a:pt x="226976" y="-2506"/>
                    <a:pt x="240809" y="7194"/>
                  </a:cubicBezTo>
                  <a:lnTo>
                    <a:pt x="408825" y="125142"/>
                  </a:lnTo>
                  <a:cubicBezTo>
                    <a:pt x="432871" y="141983"/>
                    <a:pt x="447217" y="169473"/>
                    <a:pt x="447281" y="198829"/>
                  </a:cubicBezTo>
                  <a:lnTo>
                    <a:pt x="447281" y="423065"/>
                  </a:lnTo>
                  <a:cubicBezTo>
                    <a:pt x="447281" y="444987"/>
                    <a:pt x="429507" y="462761"/>
                    <a:pt x="407585" y="462761"/>
                  </a:cubicBezTo>
                  <a:lnTo>
                    <a:pt x="40391" y="463555"/>
                  </a:lnTo>
                  <a:close/>
                  <a:moveTo>
                    <a:pt x="218282" y="88423"/>
                  </a:moveTo>
                  <a:lnTo>
                    <a:pt x="82916" y="185779"/>
                  </a:lnTo>
                  <a:cubicBezTo>
                    <a:pt x="80711" y="187406"/>
                    <a:pt x="79405" y="189981"/>
                    <a:pt x="79393" y="192725"/>
                  </a:cubicBezTo>
                  <a:lnTo>
                    <a:pt x="79989" y="384162"/>
                  </a:lnTo>
                  <a:lnTo>
                    <a:pt x="368037" y="383517"/>
                  </a:lnTo>
                  <a:lnTo>
                    <a:pt x="368037" y="198928"/>
                  </a:lnTo>
                  <a:cubicBezTo>
                    <a:pt x="368032" y="195435"/>
                    <a:pt x="366330" y="192160"/>
                    <a:pt x="363472" y="1901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B7D1072-76DA-DB4F-9792-86815DA555A0}"/>
                </a:ext>
              </a:extLst>
            </p:cNvPr>
            <p:cNvSpPr/>
            <p:nvPr/>
          </p:nvSpPr>
          <p:spPr>
            <a:xfrm>
              <a:off x="2970654" y="3291698"/>
              <a:ext cx="544786" cy="81229"/>
            </a:xfrm>
            <a:custGeom>
              <a:avLst/>
              <a:gdLst>
                <a:gd name="connsiteX0" fmla="*/ 39697 w 544786"/>
                <a:gd name="connsiteY0" fmla="*/ 81229 h 81229"/>
                <a:gd name="connsiteX1" fmla="*/ 0 w 544786"/>
                <a:gd name="connsiteY1" fmla="*/ 41532 h 81229"/>
                <a:gd name="connsiteX2" fmla="*/ 39697 w 544786"/>
                <a:gd name="connsiteY2" fmla="*/ 1836 h 81229"/>
                <a:gd name="connsiteX3" fmla="*/ 505090 w 544786"/>
                <a:gd name="connsiteY3" fmla="*/ 0 h 81229"/>
                <a:gd name="connsiteX4" fmla="*/ 505090 w 544786"/>
                <a:gd name="connsiteY4" fmla="*/ 0 h 81229"/>
                <a:gd name="connsiteX5" fmla="*/ 544786 w 544786"/>
                <a:gd name="connsiteY5" fmla="*/ 39697 h 81229"/>
                <a:gd name="connsiteX6" fmla="*/ 505090 w 544786"/>
                <a:gd name="connsiteY6" fmla="*/ 79393 h 81229"/>
                <a:gd name="connsiteX7" fmla="*/ 39647 w 544786"/>
                <a:gd name="connsiteY7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4786" h="81229">
                  <a:moveTo>
                    <a:pt x="39697" y="81229"/>
                  </a:moveTo>
                  <a:cubicBezTo>
                    <a:pt x="17773" y="81229"/>
                    <a:pt x="0" y="63455"/>
                    <a:pt x="0" y="41532"/>
                  </a:cubicBezTo>
                  <a:cubicBezTo>
                    <a:pt x="0" y="19610"/>
                    <a:pt x="17773" y="1836"/>
                    <a:pt x="39697" y="1836"/>
                  </a:cubicBezTo>
                  <a:lnTo>
                    <a:pt x="505090" y="0"/>
                  </a:lnTo>
                  <a:lnTo>
                    <a:pt x="505090" y="0"/>
                  </a:lnTo>
                  <a:cubicBezTo>
                    <a:pt x="527012" y="0"/>
                    <a:pt x="544786" y="17774"/>
                    <a:pt x="544786" y="39697"/>
                  </a:cubicBezTo>
                  <a:cubicBezTo>
                    <a:pt x="544786" y="61619"/>
                    <a:pt x="527012" y="79393"/>
                    <a:pt x="505090" y="79393"/>
                  </a:cubicBezTo>
                  <a:lnTo>
                    <a:pt x="39647" y="8122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9786BC3-5FB4-C34E-BF39-37AA10E0C17E}"/>
                </a:ext>
              </a:extLst>
            </p:cNvPr>
            <p:cNvSpPr/>
            <p:nvPr/>
          </p:nvSpPr>
          <p:spPr>
            <a:xfrm>
              <a:off x="3017744" y="2539200"/>
              <a:ext cx="447330" cy="453880"/>
            </a:xfrm>
            <a:custGeom>
              <a:avLst/>
              <a:gdLst>
                <a:gd name="connsiteX0" fmla="*/ 218182 w 447330"/>
                <a:gd name="connsiteY0" fmla="*/ 453880 h 453880"/>
                <a:gd name="connsiteX1" fmla="*/ 195010 w 447330"/>
                <a:gd name="connsiteY1" fmla="*/ 446388 h 453880"/>
                <a:gd name="connsiteX2" fmla="*/ 34735 w 447330"/>
                <a:gd name="connsiteY2" fmla="*/ 331069 h 453880"/>
                <a:gd name="connsiteX3" fmla="*/ 0 w 447330"/>
                <a:gd name="connsiteY3" fmla="*/ 263387 h 453880"/>
                <a:gd name="connsiteX4" fmla="*/ 744 w 447330"/>
                <a:gd name="connsiteY4" fmla="*/ 39697 h 453880"/>
                <a:gd name="connsiteX5" fmla="*/ 40441 w 447330"/>
                <a:gd name="connsiteY5" fmla="*/ 0 h 453880"/>
                <a:gd name="connsiteX6" fmla="*/ 40441 w 447330"/>
                <a:gd name="connsiteY6" fmla="*/ 0 h 453880"/>
                <a:gd name="connsiteX7" fmla="*/ 407634 w 447330"/>
                <a:gd name="connsiteY7" fmla="*/ 794 h 453880"/>
                <a:gd name="connsiteX8" fmla="*/ 447331 w 447330"/>
                <a:gd name="connsiteY8" fmla="*/ 40490 h 453880"/>
                <a:gd name="connsiteX9" fmla="*/ 447331 w 447330"/>
                <a:gd name="connsiteY9" fmla="*/ 258276 h 453880"/>
                <a:gd name="connsiteX10" fmla="*/ 411803 w 447330"/>
                <a:gd name="connsiteY10" fmla="*/ 326554 h 453880"/>
                <a:gd name="connsiteX11" fmla="*/ 241008 w 447330"/>
                <a:gd name="connsiteY11" fmla="*/ 446685 h 453880"/>
                <a:gd name="connsiteX12" fmla="*/ 218182 w 447330"/>
                <a:gd name="connsiteY12" fmla="*/ 453880 h 453880"/>
                <a:gd name="connsiteX13" fmla="*/ 80187 w 447330"/>
                <a:gd name="connsiteY13" fmla="*/ 79641 h 453880"/>
                <a:gd name="connsiteX14" fmla="*/ 79592 w 447330"/>
                <a:gd name="connsiteY14" fmla="*/ 263635 h 453880"/>
                <a:gd name="connsiteX15" fmla="*/ 81130 w 447330"/>
                <a:gd name="connsiteY15" fmla="*/ 266662 h 453880"/>
                <a:gd name="connsiteX16" fmla="*/ 218480 w 447330"/>
                <a:gd name="connsiteY16" fmla="*/ 365456 h 453880"/>
                <a:gd name="connsiteX17" fmla="*/ 366400 w 447330"/>
                <a:gd name="connsiteY17" fmla="*/ 261749 h 453880"/>
                <a:gd name="connsiteX18" fmla="*/ 368136 w 447330"/>
                <a:gd name="connsiteY18" fmla="*/ 258425 h 453880"/>
                <a:gd name="connsiteX19" fmla="*/ 368136 w 447330"/>
                <a:gd name="connsiteY19" fmla="*/ 80286 h 45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7330" h="453880">
                  <a:moveTo>
                    <a:pt x="218182" y="453880"/>
                  </a:moveTo>
                  <a:cubicBezTo>
                    <a:pt x="209864" y="453872"/>
                    <a:pt x="201758" y="451252"/>
                    <a:pt x="195010" y="446388"/>
                  </a:cubicBezTo>
                  <a:lnTo>
                    <a:pt x="34735" y="331069"/>
                  </a:lnTo>
                  <a:cubicBezTo>
                    <a:pt x="12937" y="315414"/>
                    <a:pt x="9" y="290223"/>
                    <a:pt x="0" y="263387"/>
                  </a:cubicBezTo>
                  <a:lnTo>
                    <a:pt x="744" y="39697"/>
                  </a:lnTo>
                  <a:cubicBezTo>
                    <a:pt x="744" y="17773"/>
                    <a:pt x="18517" y="0"/>
                    <a:pt x="40441" y="0"/>
                  </a:cubicBezTo>
                  <a:lnTo>
                    <a:pt x="40441" y="0"/>
                  </a:lnTo>
                  <a:lnTo>
                    <a:pt x="407634" y="794"/>
                  </a:lnTo>
                  <a:cubicBezTo>
                    <a:pt x="429557" y="794"/>
                    <a:pt x="447331" y="18567"/>
                    <a:pt x="447331" y="40490"/>
                  </a:cubicBezTo>
                  <a:lnTo>
                    <a:pt x="447331" y="258276"/>
                  </a:lnTo>
                  <a:cubicBezTo>
                    <a:pt x="447271" y="285453"/>
                    <a:pt x="434028" y="310911"/>
                    <a:pt x="411803" y="326554"/>
                  </a:cubicBezTo>
                  <a:lnTo>
                    <a:pt x="241008" y="446685"/>
                  </a:lnTo>
                  <a:cubicBezTo>
                    <a:pt x="234312" y="451357"/>
                    <a:pt x="226347" y="453868"/>
                    <a:pt x="218182" y="453880"/>
                  </a:cubicBezTo>
                  <a:close/>
                  <a:moveTo>
                    <a:pt x="80187" y="79641"/>
                  </a:moveTo>
                  <a:lnTo>
                    <a:pt x="79592" y="263635"/>
                  </a:lnTo>
                  <a:cubicBezTo>
                    <a:pt x="79604" y="264829"/>
                    <a:pt x="80172" y="265949"/>
                    <a:pt x="81130" y="266662"/>
                  </a:cubicBezTo>
                  <a:lnTo>
                    <a:pt x="218480" y="365456"/>
                  </a:lnTo>
                  <a:lnTo>
                    <a:pt x="366400" y="261749"/>
                  </a:lnTo>
                  <a:cubicBezTo>
                    <a:pt x="367491" y="260995"/>
                    <a:pt x="368141" y="259751"/>
                    <a:pt x="368136" y="258425"/>
                  </a:cubicBezTo>
                  <a:lnTo>
                    <a:pt x="368136" y="8028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354E2BD-EEF5-544B-B7CA-6F59AED01EDA}"/>
                </a:ext>
              </a:extLst>
            </p:cNvPr>
            <p:cNvSpPr/>
            <p:nvPr/>
          </p:nvSpPr>
          <p:spPr>
            <a:xfrm>
              <a:off x="2969066" y="2538108"/>
              <a:ext cx="544786" cy="81229"/>
            </a:xfrm>
            <a:custGeom>
              <a:avLst/>
              <a:gdLst>
                <a:gd name="connsiteX0" fmla="*/ 505139 w 544786"/>
                <a:gd name="connsiteY0" fmla="*/ 81229 h 81229"/>
                <a:gd name="connsiteX1" fmla="*/ 505139 w 544786"/>
                <a:gd name="connsiteY1" fmla="*/ 81229 h 81229"/>
                <a:gd name="connsiteX2" fmla="*/ 39697 w 544786"/>
                <a:gd name="connsiteY2" fmla="*/ 79393 h 81229"/>
                <a:gd name="connsiteX3" fmla="*/ 0 w 544786"/>
                <a:gd name="connsiteY3" fmla="*/ 39697 h 81229"/>
                <a:gd name="connsiteX4" fmla="*/ 39697 w 544786"/>
                <a:gd name="connsiteY4" fmla="*/ 0 h 81229"/>
                <a:gd name="connsiteX5" fmla="*/ 39697 w 544786"/>
                <a:gd name="connsiteY5" fmla="*/ 0 h 81229"/>
                <a:gd name="connsiteX6" fmla="*/ 505090 w 544786"/>
                <a:gd name="connsiteY6" fmla="*/ 1836 h 81229"/>
                <a:gd name="connsiteX7" fmla="*/ 544786 w 544786"/>
                <a:gd name="connsiteY7" fmla="*/ 41533 h 81229"/>
                <a:gd name="connsiteX8" fmla="*/ 505090 w 544786"/>
                <a:gd name="connsiteY8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4786" h="81229">
                  <a:moveTo>
                    <a:pt x="505139" y="81229"/>
                  </a:moveTo>
                  <a:lnTo>
                    <a:pt x="505139" y="8122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05090" y="1836"/>
                  </a:lnTo>
                  <a:cubicBezTo>
                    <a:pt x="527012" y="1836"/>
                    <a:pt x="544786" y="19609"/>
                    <a:pt x="544786" y="41533"/>
                  </a:cubicBezTo>
                  <a:cubicBezTo>
                    <a:pt x="544786" y="63456"/>
                    <a:pt x="527012" y="81229"/>
                    <a:pt x="505090" y="812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BEA13D7E-B1FC-AF46-9132-5841DB355DE6}"/>
                </a:ext>
              </a:extLst>
            </p:cNvPr>
            <p:cNvSpPr/>
            <p:nvPr/>
          </p:nvSpPr>
          <p:spPr>
            <a:xfrm>
              <a:off x="3111924" y="3194687"/>
              <a:ext cx="257286" cy="81231"/>
            </a:xfrm>
            <a:custGeom>
              <a:avLst/>
              <a:gdLst>
                <a:gd name="connsiteX0" fmla="*/ 39896 w 257286"/>
                <a:gd name="connsiteY0" fmla="*/ 81231 h 81231"/>
                <a:gd name="connsiteX1" fmla="*/ 1 w 257286"/>
                <a:gd name="connsiteY1" fmla="*/ 41733 h 81231"/>
                <a:gd name="connsiteX2" fmla="*/ 39499 w 257286"/>
                <a:gd name="connsiteY2" fmla="*/ 1838 h 81231"/>
                <a:gd name="connsiteX3" fmla="*/ 217191 w 257286"/>
                <a:gd name="connsiteY3" fmla="*/ 2 h 81231"/>
                <a:gd name="connsiteX4" fmla="*/ 257284 w 257286"/>
                <a:gd name="connsiteY4" fmla="*/ 39302 h 81231"/>
                <a:gd name="connsiteX5" fmla="*/ 217984 w 257286"/>
                <a:gd name="connsiteY5" fmla="*/ 79395 h 81231"/>
                <a:gd name="connsiteX6" fmla="*/ 40392 w 257286"/>
                <a:gd name="connsiteY6" fmla="*/ 81231 h 8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286" h="81231">
                  <a:moveTo>
                    <a:pt x="39896" y="81231"/>
                  </a:moveTo>
                  <a:cubicBezTo>
                    <a:pt x="17972" y="81340"/>
                    <a:pt x="110" y="63655"/>
                    <a:pt x="1" y="41733"/>
                  </a:cubicBezTo>
                  <a:cubicBezTo>
                    <a:pt x="-109" y="19811"/>
                    <a:pt x="17575" y="1947"/>
                    <a:pt x="39499" y="1838"/>
                  </a:cubicBezTo>
                  <a:lnTo>
                    <a:pt x="217191" y="2"/>
                  </a:lnTo>
                  <a:cubicBezTo>
                    <a:pt x="239113" y="-216"/>
                    <a:pt x="257066" y="17379"/>
                    <a:pt x="257284" y="39302"/>
                  </a:cubicBezTo>
                  <a:cubicBezTo>
                    <a:pt x="257502" y="61224"/>
                    <a:pt x="239907" y="79177"/>
                    <a:pt x="217984" y="79395"/>
                  </a:cubicBezTo>
                  <a:lnTo>
                    <a:pt x="40392" y="8123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8431A3DB-613A-B345-AB04-809F3B5CD854}"/>
                </a:ext>
              </a:extLst>
            </p:cNvPr>
            <p:cNvSpPr/>
            <p:nvPr/>
          </p:nvSpPr>
          <p:spPr>
            <a:xfrm>
              <a:off x="3203971" y="3057240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3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21" y="119090"/>
                    <a:pt x="39697" y="1190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9" name="Picture Placeholder 51">
            <a:extLst>
              <a:ext uri="{FF2B5EF4-FFF2-40B4-BE49-F238E27FC236}">
                <a16:creationId xmlns:a16="http://schemas.microsoft.com/office/drawing/2014/main" id="{8400CE24-F533-48DE-B52F-C6E83B4642ED}"/>
              </a:ext>
            </a:extLst>
          </p:cNvPr>
          <p:cNvGrpSpPr>
            <a:grpSpLocks noChangeAspect="1"/>
          </p:cNvGrpSpPr>
          <p:nvPr/>
        </p:nvGrpSpPr>
        <p:grpSpPr>
          <a:xfrm>
            <a:off x="4144289" y="2532501"/>
            <a:ext cx="831225" cy="845983"/>
            <a:chOff x="4144289" y="2532501"/>
            <a:chExt cx="831225" cy="845983"/>
          </a:xfrm>
        </p:grpSpPr>
        <p:grpSp>
          <p:nvGrpSpPr>
            <p:cNvPr id="100" name="Picture Placeholder 51">
              <a:extLst>
                <a:ext uri="{FF2B5EF4-FFF2-40B4-BE49-F238E27FC236}">
                  <a16:creationId xmlns:a16="http://schemas.microsoft.com/office/drawing/2014/main" id="{8400CE24-F533-48DE-B52F-C6E83B4642ED}"/>
                </a:ext>
              </a:extLst>
            </p:cNvPr>
            <p:cNvGrpSpPr/>
            <p:nvPr/>
          </p:nvGrpSpPr>
          <p:grpSpPr>
            <a:xfrm>
              <a:off x="4421691" y="2532501"/>
              <a:ext cx="277379" cy="810653"/>
              <a:chOff x="4421691" y="2532501"/>
              <a:chExt cx="277379" cy="810653"/>
            </a:xfrm>
            <a:solidFill>
              <a:srgbClr val="C42828"/>
            </a:solidFill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EC31CF3-FA5D-1447-83EA-16A27E33434F}"/>
                  </a:ext>
                </a:extLst>
              </p:cNvPr>
              <p:cNvSpPr/>
              <p:nvPr/>
            </p:nvSpPr>
            <p:spPr>
              <a:xfrm>
                <a:off x="4519444" y="2740064"/>
                <a:ext cx="79393" cy="603089"/>
              </a:xfrm>
              <a:custGeom>
                <a:avLst/>
                <a:gdLst>
                  <a:gd name="connsiteX0" fmla="*/ 39697 w 79393"/>
                  <a:gd name="connsiteY0" fmla="*/ 603090 h 603089"/>
                  <a:gd name="connsiteX1" fmla="*/ 0 w 79393"/>
                  <a:gd name="connsiteY1" fmla="*/ 563393 h 603089"/>
                  <a:gd name="connsiteX2" fmla="*/ 0 w 79393"/>
                  <a:gd name="connsiteY2" fmla="*/ 39697 h 603089"/>
                  <a:gd name="connsiteX3" fmla="*/ 39697 w 79393"/>
                  <a:gd name="connsiteY3" fmla="*/ 0 h 603089"/>
                  <a:gd name="connsiteX4" fmla="*/ 79393 w 79393"/>
                  <a:gd name="connsiteY4" fmla="*/ 39697 h 603089"/>
                  <a:gd name="connsiteX5" fmla="*/ 79393 w 79393"/>
                  <a:gd name="connsiteY5" fmla="*/ 563393 h 603089"/>
                  <a:gd name="connsiteX6" fmla="*/ 39697 w 79393"/>
                  <a:gd name="connsiteY6" fmla="*/ 603090 h 603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603089">
                    <a:moveTo>
                      <a:pt x="39697" y="603090"/>
                    </a:moveTo>
                    <a:cubicBezTo>
                      <a:pt x="17773" y="603090"/>
                      <a:pt x="0" y="585316"/>
                      <a:pt x="0" y="56339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3393"/>
                    </a:lnTo>
                    <a:cubicBezTo>
                      <a:pt x="79393" y="585316"/>
                      <a:pt x="61621" y="603090"/>
                      <a:pt x="39697" y="60309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028E4292-4DC6-9643-92A6-B739C0E7D724}"/>
                  </a:ext>
                </a:extLst>
              </p:cNvPr>
              <p:cNvSpPr/>
              <p:nvPr/>
            </p:nvSpPr>
            <p:spPr>
              <a:xfrm>
                <a:off x="4421691" y="2532501"/>
                <a:ext cx="277379" cy="277379"/>
              </a:xfrm>
              <a:custGeom>
                <a:avLst/>
                <a:gdLst>
                  <a:gd name="connsiteX0" fmla="*/ 138740 w 277379"/>
                  <a:gd name="connsiteY0" fmla="*/ 277380 h 277379"/>
                  <a:gd name="connsiteX1" fmla="*/ 0 w 277379"/>
                  <a:gd name="connsiteY1" fmla="*/ 138739 h 277379"/>
                  <a:gd name="connsiteX2" fmla="*/ 138640 w 277379"/>
                  <a:gd name="connsiteY2" fmla="*/ 0 h 277379"/>
                  <a:gd name="connsiteX3" fmla="*/ 277380 w 277379"/>
                  <a:gd name="connsiteY3" fmla="*/ 138640 h 277379"/>
                  <a:gd name="connsiteX4" fmla="*/ 277380 w 277379"/>
                  <a:gd name="connsiteY4" fmla="*/ 138690 h 277379"/>
                  <a:gd name="connsiteX5" fmla="*/ 138740 w 277379"/>
                  <a:gd name="connsiteY5" fmla="*/ 277380 h 277379"/>
                  <a:gd name="connsiteX6" fmla="*/ 138740 w 277379"/>
                  <a:gd name="connsiteY6" fmla="*/ 79443 h 277379"/>
                  <a:gd name="connsiteX7" fmla="*/ 79393 w 277379"/>
                  <a:gd name="connsiteY7" fmla="*/ 138690 h 277379"/>
                  <a:gd name="connsiteX8" fmla="*/ 138640 w 277379"/>
                  <a:gd name="connsiteY8" fmla="*/ 198036 h 277379"/>
                  <a:gd name="connsiteX9" fmla="*/ 197987 w 277379"/>
                  <a:gd name="connsiteY9" fmla="*/ 138789 h 277379"/>
                  <a:gd name="connsiteX10" fmla="*/ 197987 w 277379"/>
                  <a:gd name="connsiteY10" fmla="*/ 138690 h 277379"/>
                  <a:gd name="connsiteX11" fmla="*/ 138740 w 277379"/>
                  <a:gd name="connsiteY11" fmla="*/ 79443 h 27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7379" h="277379">
                    <a:moveTo>
                      <a:pt x="138740" y="277380"/>
                    </a:moveTo>
                    <a:cubicBezTo>
                      <a:pt x="62143" y="277407"/>
                      <a:pt x="27" y="215336"/>
                      <a:pt x="0" y="138739"/>
                    </a:cubicBezTo>
                    <a:cubicBezTo>
                      <a:pt x="-27" y="62143"/>
                      <a:pt x="62044" y="27"/>
                      <a:pt x="138640" y="0"/>
                    </a:cubicBezTo>
                    <a:cubicBezTo>
                      <a:pt x="215235" y="-27"/>
                      <a:pt x="277350" y="62044"/>
                      <a:pt x="277380" y="138640"/>
                    </a:cubicBezTo>
                    <a:cubicBezTo>
                      <a:pt x="277380" y="138657"/>
                      <a:pt x="277380" y="138673"/>
                      <a:pt x="277380" y="138690"/>
                    </a:cubicBezTo>
                    <a:cubicBezTo>
                      <a:pt x="277241" y="215210"/>
                      <a:pt x="215260" y="277216"/>
                      <a:pt x="138740" y="277380"/>
                    </a:cubicBezTo>
                    <a:close/>
                    <a:moveTo>
                      <a:pt x="138740" y="79443"/>
                    </a:moveTo>
                    <a:cubicBezTo>
                      <a:pt x="105991" y="79415"/>
                      <a:pt x="79420" y="105941"/>
                      <a:pt x="79393" y="138690"/>
                    </a:cubicBezTo>
                    <a:cubicBezTo>
                      <a:pt x="79366" y="171438"/>
                      <a:pt x="105892" y="198009"/>
                      <a:pt x="138640" y="198036"/>
                    </a:cubicBezTo>
                    <a:cubicBezTo>
                      <a:pt x="171389" y="198063"/>
                      <a:pt x="197959" y="171538"/>
                      <a:pt x="197987" y="138789"/>
                    </a:cubicBezTo>
                    <a:cubicBezTo>
                      <a:pt x="197987" y="138756"/>
                      <a:pt x="197987" y="138723"/>
                      <a:pt x="197987" y="138690"/>
                    </a:cubicBezTo>
                    <a:cubicBezTo>
                      <a:pt x="197824" y="106036"/>
                      <a:pt x="171393" y="79605"/>
                      <a:pt x="138740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943A270F-91F0-6843-AE6F-ACF21399353F}"/>
                </a:ext>
              </a:extLst>
            </p:cNvPr>
            <p:cNvSpPr/>
            <p:nvPr/>
          </p:nvSpPr>
          <p:spPr>
            <a:xfrm>
              <a:off x="4189566" y="2971098"/>
              <a:ext cx="735429" cy="407385"/>
            </a:xfrm>
            <a:custGeom>
              <a:avLst/>
              <a:gdLst>
                <a:gd name="connsiteX0" fmla="*/ 367739 w 735429"/>
                <a:gd name="connsiteY0" fmla="*/ 407386 h 407385"/>
                <a:gd name="connsiteX1" fmla="*/ 0 w 735429"/>
                <a:gd name="connsiteY1" fmla="*/ 39697 h 407385"/>
                <a:gd name="connsiteX2" fmla="*/ 39697 w 735429"/>
                <a:gd name="connsiteY2" fmla="*/ 0 h 407385"/>
                <a:gd name="connsiteX3" fmla="*/ 79393 w 735429"/>
                <a:gd name="connsiteY3" fmla="*/ 39697 h 407385"/>
                <a:gd name="connsiteX4" fmla="*/ 371497 w 735429"/>
                <a:gd name="connsiteY4" fmla="*/ 324236 h 407385"/>
                <a:gd name="connsiteX5" fmla="*/ 656036 w 735429"/>
                <a:gd name="connsiteY5" fmla="*/ 39697 h 407385"/>
                <a:gd name="connsiteX6" fmla="*/ 695732 w 735429"/>
                <a:gd name="connsiteY6" fmla="*/ 0 h 407385"/>
                <a:gd name="connsiteX7" fmla="*/ 735429 w 735429"/>
                <a:gd name="connsiteY7" fmla="*/ 39697 h 407385"/>
                <a:gd name="connsiteX8" fmla="*/ 367739 w 735429"/>
                <a:gd name="connsiteY8" fmla="*/ 407386 h 4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5429" h="407385">
                  <a:moveTo>
                    <a:pt x="367739" y="407386"/>
                  </a:moveTo>
                  <a:cubicBezTo>
                    <a:pt x="164753" y="407168"/>
                    <a:pt x="246" y="242685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81482" y="198934"/>
                    <a:pt x="212262" y="326326"/>
                    <a:pt x="371497" y="324236"/>
                  </a:cubicBezTo>
                  <a:cubicBezTo>
                    <a:pt x="527786" y="322187"/>
                    <a:pt x="653987" y="195987"/>
                    <a:pt x="656036" y="39697"/>
                  </a:cubicBezTo>
                  <a:cubicBezTo>
                    <a:pt x="656036" y="17773"/>
                    <a:pt x="673810" y="0"/>
                    <a:pt x="695732" y="0"/>
                  </a:cubicBezTo>
                  <a:cubicBezTo>
                    <a:pt x="717655" y="0"/>
                    <a:pt x="735429" y="17773"/>
                    <a:pt x="735429" y="39697"/>
                  </a:cubicBezTo>
                  <a:cubicBezTo>
                    <a:pt x="735211" y="242675"/>
                    <a:pt x="570718" y="407168"/>
                    <a:pt x="367739" y="40738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07BB2BDA-C9FE-1E43-AD41-9C0874661090}"/>
                </a:ext>
              </a:extLst>
            </p:cNvPr>
            <p:cNvSpPr/>
            <p:nvPr/>
          </p:nvSpPr>
          <p:spPr>
            <a:xfrm>
              <a:off x="4377380" y="2915374"/>
              <a:ext cx="362231" cy="79393"/>
            </a:xfrm>
            <a:custGeom>
              <a:avLst/>
              <a:gdLst>
                <a:gd name="connsiteX0" fmla="*/ 322535 w 362231"/>
                <a:gd name="connsiteY0" fmla="*/ 79393 h 79393"/>
                <a:gd name="connsiteX1" fmla="*/ 39697 w 362231"/>
                <a:gd name="connsiteY1" fmla="*/ 79393 h 79393"/>
                <a:gd name="connsiteX2" fmla="*/ 0 w 362231"/>
                <a:gd name="connsiteY2" fmla="*/ 39697 h 79393"/>
                <a:gd name="connsiteX3" fmla="*/ 39697 w 362231"/>
                <a:gd name="connsiteY3" fmla="*/ 0 h 79393"/>
                <a:gd name="connsiteX4" fmla="*/ 322535 w 362231"/>
                <a:gd name="connsiteY4" fmla="*/ 0 h 79393"/>
                <a:gd name="connsiteX5" fmla="*/ 362231 w 362231"/>
                <a:gd name="connsiteY5" fmla="*/ 39697 h 79393"/>
                <a:gd name="connsiteX6" fmla="*/ 322535 w 3622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231" h="79393">
                  <a:moveTo>
                    <a:pt x="3225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22535" y="0"/>
                  </a:lnTo>
                  <a:cubicBezTo>
                    <a:pt x="344457" y="0"/>
                    <a:pt x="362231" y="17773"/>
                    <a:pt x="362231" y="39697"/>
                  </a:cubicBezTo>
                  <a:cubicBezTo>
                    <a:pt x="362231" y="61620"/>
                    <a:pt x="344457" y="79393"/>
                    <a:pt x="32253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246A92E-6A51-CA4C-94D7-1F313C34B973}"/>
                </a:ext>
              </a:extLst>
            </p:cNvPr>
            <p:cNvSpPr/>
            <p:nvPr/>
          </p:nvSpPr>
          <p:spPr>
            <a:xfrm>
              <a:off x="4144289" y="2954395"/>
              <a:ext cx="180920" cy="130158"/>
            </a:xfrm>
            <a:custGeom>
              <a:avLst/>
              <a:gdLst>
                <a:gd name="connsiteX0" fmla="*/ 141193 w 180920"/>
                <a:gd name="connsiteY0" fmla="*/ 130137 h 130158"/>
                <a:gd name="connsiteX1" fmla="*/ 113108 w 180920"/>
                <a:gd name="connsiteY1" fmla="*/ 118525 h 130158"/>
                <a:gd name="connsiteX2" fmla="*/ 90481 w 180920"/>
                <a:gd name="connsiteY2" fmla="*/ 95849 h 130158"/>
                <a:gd name="connsiteX3" fmla="*/ 67804 w 180920"/>
                <a:gd name="connsiteY3" fmla="*/ 118525 h 130158"/>
                <a:gd name="connsiteX4" fmla="*/ 11633 w 180920"/>
                <a:gd name="connsiteY4" fmla="*/ 118525 h 130158"/>
                <a:gd name="connsiteX5" fmla="*/ 11633 w 180920"/>
                <a:gd name="connsiteY5" fmla="*/ 62355 h 130158"/>
                <a:gd name="connsiteX6" fmla="*/ 62346 w 180920"/>
                <a:gd name="connsiteY6" fmla="*/ 11642 h 130158"/>
                <a:gd name="connsiteX7" fmla="*/ 118485 w 180920"/>
                <a:gd name="connsiteY7" fmla="*/ 11611 h 130158"/>
                <a:gd name="connsiteX8" fmla="*/ 118516 w 180920"/>
                <a:gd name="connsiteY8" fmla="*/ 11642 h 130158"/>
                <a:gd name="connsiteX9" fmla="*/ 169278 w 180920"/>
                <a:gd name="connsiteY9" fmla="*/ 62355 h 130158"/>
                <a:gd name="connsiteX10" fmla="*/ 169310 w 180920"/>
                <a:gd name="connsiteY10" fmla="*/ 118495 h 130158"/>
                <a:gd name="connsiteX11" fmla="*/ 141193 w 180920"/>
                <a:gd name="connsiteY11" fmla="*/ 130137 h 13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920" h="130158">
                  <a:moveTo>
                    <a:pt x="141193" y="130137"/>
                  </a:moveTo>
                  <a:cubicBezTo>
                    <a:pt x="130662" y="130146"/>
                    <a:pt x="120559" y="125968"/>
                    <a:pt x="113108" y="118525"/>
                  </a:cubicBezTo>
                  <a:lnTo>
                    <a:pt x="90481" y="95849"/>
                  </a:lnTo>
                  <a:lnTo>
                    <a:pt x="67804" y="118525"/>
                  </a:lnTo>
                  <a:cubicBezTo>
                    <a:pt x="52293" y="134037"/>
                    <a:pt x="27144" y="134037"/>
                    <a:pt x="11633" y="118525"/>
                  </a:cubicBezTo>
                  <a:cubicBezTo>
                    <a:pt x="-3878" y="103014"/>
                    <a:pt x="-3878" y="77866"/>
                    <a:pt x="11633" y="62355"/>
                  </a:cubicBezTo>
                  <a:lnTo>
                    <a:pt x="62346" y="11642"/>
                  </a:lnTo>
                  <a:cubicBezTo>
                    <a:pt x="77840" y="-3869"/>
                    <a:pt x="102974" y="-3883"/>
                    <a:pt x="118485" y="11611"/>
                  </a:cubicBezTo>
                  <a:cubicBezTo>
                    <a:pt x="118496" y="11621"/>
                    <a:pt x="118506" y="11632"/>
                    <a:pt x="118516" y="11642"/>
                  </a:cubicBezTo>
                  <a:lnTo>
                    <a:pt x="169278" y="62355"/>
                  </a:lnTo>
                  <a:cubicBezTo>
                    <a:pt x="184789" y="77846"/>
                    <a:pt x="184804" y="102984"/>
                    <a:pt x="169310" y="118495"/>
                  </a:cubicBezTo>
                  <a:cubicBezTo>
                    <a:pt x="161856" y="125953"/>
                    <a:pt x="151740" y="130146"/>
                    <a:pt x="141193" y="13013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21523F7-26DB-5E44-B6A1-22E5783CB6FE}"/>
                </a:ext>
              </a:extLst>
            </p:cNvPr>
            <p:cNvSpPr/>
            <p:nvPr/>
          </p:nvSpPr>
          <p:spPr>
            <a:xfrm>
              <a:off x="4796788" y="2954064"/>
              <a:ext cx="178727" cy="133444"/>
            </a:xfrm>
            <a:custGeom>
              <a:avLst/>
              <a:gdLst>
                <a:gd name="connsiteX0" fmla="*/ 138826 w 178727"/>
                <a:gd name="connsiteY0" fmla="*/ 133395 h 133444"/>
                <a:gd name="connsiteX1" fmla="*/ 109054 w 178727"/>
                <a:gd name="connsiteY1" fmla="*/ 119799 h 133444"/>
                <a:gd name="connsiteX2" fmla="*/ 88014 w 178727"/>
                <a:gd name="connsiteY2" fmla="*/ 95634 h 133444"/>
                <a:gd name="connsiteX3" fmla="*/ 63849 w 178727"/>
                <a:gd name="connsiteY3" fmla="*/ 116772 h 133444"/>
                <a:gd name="connsiteX4" fmla="*/ 8194 w 178727"/>
                <a:gd name="connsiteY4" fmla="*/ 109423 h 133444"/>
                <a:gd name="connsiteX5" fmla="*/ 11598 w 178727"/>
                <a:gd name="connsiteY5" fmla="*/ 57227 h 133444"/>
                <a:gd name="connsiteX6" fmla="*/ 65635 w 178727"/>
                <a:gd name="connsiteY6" fmla="*/ 9988 h 133444"/>
                <a:gd name="connsiteX7" fmla="*/ 94465 w 178727"/>
                <a:gd name="connsiteY7" fmla="*/ 64 h 133444"/>
                <a:gd name="connsiteX8" fmla="*/ 121657 w 178727"/>
                <a:gd name="connsiteY8" fmla="*/ 13561 h 133444"/>
                <a:gd name="connsiteX9" fmla="*/ 168896 w 178727"/>
                <a:gd name="connsiteY9" fmla="*/ 67598 h 133444"/>
                <a:gd name="connsiteX10" fmla="*/ 165179 w 178727"/>
                <a:gd name="connsiteY10" fmla="*/ 123615 h 133444"/>
                <a:gd name="connsiteX11" fmla="*/ 139124 w 178727"/>
                <a:gd name="connsiteY11" fmla="*/ 133445 h 13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727" h="133444">
                  <a:moveTo>
                    <a:pt x="138826" y="133395"/>
                  </a:moveTo>
                  <a:cubicBezTo>
                    <a:pt x="127408" y="133355"/>
                    <a:pt x="116561" y="128403"/>
                    <a:pt x="109054" y="119799"/>
                  </a:cubicBezTo>
                  <a:lnTo>
                    <a:pt x="88014" y="95634"/>
                  </a:lnTo>
                  <a:lnTo>
                    <a:pt x="63849" y="116772"/>
                  </a:lnTo>
                  <a:cubicBezTo>
                    <a:pt x="46452" y="130110"/>
                    <a:pt x="21532" y="126820"/>
                    <a:pt x="8194" y="109423"/>
                  </a:cubicBezTo>
                  <a:cubicBezTo>
                    <a:pt x="-3913" y="93629"/>
                    <a:pt x="-2459" y="71315"/>
                    <a:pt x="11598" y="57227"/>
                  </a:cubicBezTo>
                  <a:lnTo>
                    <a:pt x="65635" y="9988"/>
                  </a:lnTo>
                  <a:cubicBezTo>
                    <a:pt x="73575" y="3032"/>
                    <a:pt x="83926" y="-532"/>
                    <a:pt x="94465" y="64"/>
                  </a:cubicBezTo>
                  <a:cubicBezTo>
                    <a:pt x="104960" y="783"/>
                    <a:pt x="114740" y="5637"/>
                    <a:pt x="121657" y="13561"/>
                  </a:cubicBezTo>
                  <a:lnTo>
                    <a:pt x="168896" y="67598"/>
                  </a:lnTo>
                  <a:cubicBezTo>
                    <a:pt x="183341" y="84092"/>
                    <a:pt x="181673" y="109170"/>
                    <a:pt x="165179" y="123615"/>
                  </a:cubicBezTo>
                  <a:cubicBezTo>
                    <a:pt x="157965" y="129932"/>
                    <a:pt x="148710" y="133420"/>
                    <a:pt x="139124" y="1334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53">
            <a:extLst>
              <a:ext uri="{FF2B5EF4-FFF2-40B4-BE49-F238E27FC236}">
                <a16:creationId xmlns:a16="http://schemas.microsoft.com/office/drawing/2014/main" id="{2BA9AA97-ACB8-4DD5-8C6D-91405252401F}"/>
              </a:ext>
            </a:extLst>
          </p:cNvPr>
          <p:cNvGrpSpPr>
            <a:grpSpLocks noChangeAspect="1"/>
          </p:cNvGrpSpPr>
          <p:nvPr/>
        </p:nvGrpSpPr>
        <p:grpSpPr>
          <a:xfrm>
            <a:off x="5492055" y="2536223"/>
            <a:ext cx="770477" cy="838589"/>
            <a:chOff x="5492055" y="2536223"/>
            <a:chExt cx="770477" cy="838589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D20846D0-1D5E-CC4F-85E4-837478473E07}"/>
                </a:ext>
              </a:extLst>
            </p:cNvPr>
            <p:cNvSpPr/>
            <p:nvPr/>
          </p:nvSpPr>
          <p:spPr>
            <a:xfrm>
              <a:off x="5497379" y="2664100"/>
              <a:ext cx="765154" cy="585766"/>
            </a:xfrm>
            <a:custGeom>
              <a:avLst/>
              <a:gdLst>
                <a:gd name="connsiteX0" fmla="*/ 199891 w 765154"/>
                <a:gd name="connsiteY0" fmla="*/ 585767 h 585766"/>
                <a:gd name="connsiteX1" fmla="*/ 19470 w 765154"/>
                <a:gd name="connsiteY1" fmla="*/ 502553 h 585766"/>
                <a:gd name="connsiteX2" fmla="*/ 48449 w 765154"/>
                <a:gd name="connsiteY2" fmla="*/ 287001 h 585766"/>
                <a:gd name="connsiteX3" fmla="*/ 265986 w 765154"/>
                <a:gd name="connsiteY3" fmla="*/ 90949 h 585766"/>
                <a:gd name="connsiteX4" fmla="*/ 544557 w 765154"/>
                <a:gd name="connsiteY4" fmla="*/ 541 h 585766"/>
                <a:gd name="connsiteX5" fmla="*/ 745719 w 765154"/>
                <a:gd name="connsiteY5" fmla="*/ 83258 h 585766"/>
                <a:gd name="connsiteX6" fmla="*/ 745719 w 765154"/>
                <a:gd name="connsiteY6" fmla="*/ 83258 h 585766"/>
                <a:gd name="connsiteX7" fmla="*/ 716741 w 765154"/>
                <a:gd name="connsiteY7" fmla="*/ 298860 h 585766"/>
                <a:gd name="connsiteX8" fmla="*/ 499203 w 765154"/>
                <a:gd name="connsiteY8" fmla="*/ 494911 h 585766"/>
                <a:gd name="connsiteX9" fmla="*/ 220633 w 765154"/>
                <a:gd name="connsiteY9" fmla="*/ 585221 h 585766"/>
                <a:gd name="connsiteX10" fmla="*/ 199891 w 765154"/>
                <a:gd name="connsiteY10" fmla="*/ 585767 h 585766"/>
                <a:gd name="connsiteX11" fmla="*/ 564604 w 765154"/>
                <a:gd name="connsiteY11" fmla="*/ 79636 h 585766"/>
                <a:gd name="connsiteX12" fmla="*/ 305683 w 765154"/>
                <a:gd name="connsiteY12" fmla="*/ 159972 h 585766"/>
                <a:gd name="connsiteX13" fmla="*/ 115040 w 765154"/>
                <a:gd name="connsiteY13" fmla="*/ 330469 h 585766"/>
                <a:gd name="connsiteX14" fmla="*/ 88244 w 765154"/>
                <a:gd name="connsiteY14" fmla="*/ 463105 h 585766"/>
                <a:gd name="connsiteX15" fmla="*/ 216464 w 765154"/>
                <a:gd name="connsiteY15" fmla="*/ 506225 h 585766"/>
                <a:gd name="connsiteX16" fmla="*/ 459606 w 765154"/>
                <a:gd name="connsiteY16" fmla="*/ 426336 h 585766"/>
                <a:gd name="connsiteX17" fmla="*/ 677044 w 765154"/>
                <a:gd name="connsiteY17" fmla="*/ 123203 h 585766"/>
                <a:gd name="connsiteX18" fmla="*/ 677044 w 765154"/>
                <a:gd name="connsiteY18" fmla="*/ 123203 h 585766"/>
                <a:gd name="connsiteX19" fmla="*/ 564604 w 765154"/>
                <a:gd name="connsiteY19" fmla="*/ 79388 h 58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5154" h="585766">
                  <a:moveTo>
                    <a:pt x="199891" y="585767"/>
                  </a:moveTo>
                  <a:cubicBezTo>
                    <a:pt x="114295" y="585767"/>
                    <a:pt x="50682" y="556590"/>
                    <a:pt x="19470" y="502553"/>
                  </a:cubicBezTo>
                  <a:cubicBezTo>
                    <a:pt x="-14222" y="444199"/>
                    <a:pt x="-3951" y="367634"/>
                    <a:pt x="48449" y="287001"/>
                  </a:cubicBezTo>
                  <a:cubicBezTo>
                    <a:pt x="95588" y="214505"/>
                    <a:pt x="172848" y="144738"/>
                    <a:pt x="265986" y="90949"/>
                  </a:cubicBezTo>
                  <a:cubicBezTo>
                    <a:pt x="359124" y="37161"/>
                    <a:pt x="458068" y="5056"/>
                    <a:pt x="544557" y="541"/>
                  </a:cubicBezTo>
                  <a:cubicBezTo>
                    <a:pt x="640573" y="-4421"/>
                    <a:pt x="712027" y="24904"/>
                    <a:pt x="745719" y="83258"/>
                  </a:cubicBezTo>
                  <a:lnTo>
                    <a:pt x="745719" y="83258"/>
                  </a:lnTo>
                  <a:cubicBezTo>
                    <a:pt x="779362" y="141612"/>
                    <a:pt x="769091" y="218127"/>
                    <a:pt x="716741" y="298860"/>
                  </a:cubicBezTo>
                  <a:cubicBezTo>
                    <a:pt x="669601" y="371505"/>
                    <a:pt x="592342" y="441123"/>
                    <a:pt x="499203" y="494911"/>
                  </a:cubicBezTo>
                  <a:cubicBezTo>
                    <a:pt x="406065" y="548700"/>
                    <a:pt x="307122" y="580706"/>
                    <a:pt x="220633" y="585221"/>
                  </a:cubicBezTo>
                  <a:cubicBezTo>
                    <a:pt x="213686" y="585618"/>
                    <a:pt x="206640" y="585767"/>
                    <a:pt x="199891" y="585767"/>
                  </a:cubicBezTo>
                  <a:close/>
                  <a:moveTo>
                    <a:pt x="564604" y="79636"/>
                  </a:moveTo>
                  <a:cubicBezTo>
                    <a:pt x="495135" y="79636"/>
                    <a:pt x="402245" y="104198"/>
                    <a:pt x="305683" y="159972"/>
                  </a:cubicBezTo>
                  <a:cubicBezTo>
                    <a:pt x="223213" y="207558"/>
                    <a:pt x="155481" y="268145"/>
                    <a:pt x="115040" y="330469"/>
                  </a:cubicBezTo>
                  <a:cubicBezTo>
                    <a:pt x="80305" y="384009"/>
                    <a:pt x="70381" y="432389"/>
                    <a:pt x="88244" y="463105"/>
                  </a:cubicBezTo>
                  <a:cubicBezTo>
                    <a:pt x="106108" y="493820"/>
                    <a:pt x="152751" y="509500"/>
                    <a:pt x="216464" y="506225"/>
                  </a:cubicBezTo>
                  <a:cubicBezTo>
                    <a:pt x="290896" y="502305"/>
                    <a:pt x="376988" y="473972"/>
                    <a:pt x="459606" y="426336"/>
                  </a:cubicBezTo>
                  <a:cubicBezTo>
                    <a:pt x="633279" y="326201"/>
                    <a:pt x="713416" y="186172"/>
                    <a:pt x="677044" y="123203"/>
                  </a:cubicBezTo>
                  <a:lnTo>
                    <a:pt x="677044" y="123203"/>
                  </a:lnTo>
                  <a:cubicBezTo>
                    <a:pt x="660818" y="95018"/>
                    <a:pt x="620080" y="79388"/>
                    <a:pt x="564604" y="793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03900C7B-2560-3C44-892D-87137610C863}"/>
                </a:ext>
              </a:extLst>
            </p:cNvPr>
            <p:cNvSpPr/>
            <p:nvPr/>
          </p:nvSpPr>
          <p:spPr>
            <a:xfrm>
              <a:off x="5645863" y="2536223"/>
              <a:ext cx="466385" cy="838589"/>
            </a:xfrm>
            <a:custGeom>
              <a:avLst/>
              <a:gdLst>
                <a:gd name="connsiteX0" fmla="*/ 233168 w 466385"/>
                <a:gd name="connsiteY0" fmla="*/ 838590 h 838589"/>
                <a:gd name="connsiteX1" fmla="*/ 60984 w 466385"/>
                <a:gd name="connsiteY1" fmla="*/ 705755 h 838589"/>
                <a:gd name="connsiteX2" fmla="*/ 0 w 466385"/>
                <a:gd name="connsiteY2" fmla="*/ 419295 h 838589"/>
                <a:gd name="connsiteX3" fmla="*/ 60984 w 466385"/>
                <a:gd name="connsiteY3" fmla="*/ 132835 h 838589"/>
                <a:gd name="connsiteX4" fmla="*/ 233168 w 466385"/>
                <a:gd name="connsiteY4" fmla="*/ 0 h 838589"/>
                <a:gd name="connsiteX5" fmla="*/ 405401 w 466385"/>
                <a:gd name="connsiteY5" fmla="*/ 132835 h 838589"/>
                <a:gd name="connsiteX6" fmla="*/ 466385 w 466385"/>
                <a:gd name="connsiteY6" fmla="*/ 419295 h 838589"/>
                <a:gd name="connsiteX7" fmla="*/ 405401 w 466385"/>
                <a:gd name="connsiteY7" fmla="*/ 705755 h 838589"/>
                <a:gd name="connsiteX8" fmla="*/ 233168 w 466385"/>
                <a:gd name="connsiteY8" fmla="*/ 838590 h 838589"/>
                <a:gd name="connsiteX9" fmla="*/ 233168 w 466385"/>
                <a:gd name="connsiteY9" fmla="*/ 79393 h 838589"/>
                <a:gd name="connsiteX10" fmla="*/ 79344 w 466385"/>
                <a:gd name="connsiteY10" fmla="*/ 419295 h 838589"/>
                <a:gd name="connsiteX11" fmla="*/ 233168 w 466385"/>
                <a:gd name="connsiteY11" fmla="*/ 759197 h 838589"/>
                <a:gd name="connsiteX12" fmla="*/ 386992 w 466385"/>
                <a:gd name="connsiteY12" fmla="*/ 419295 h 838589"/>
                <a:gd name="connsiteX13" fmla="*/ 233168 w 466385"/>
                <a:gd name="connsiteY13" fmla="*/ 79393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385" h="838589">
                  <a:moveTo>
                    <a:pt x="233168" y="838590"/>
                  </a:moveTo>
                  <a:cubicBezTo>
                    <a:pt x="165833" y="838590"/>
                    <a:pt x="104650" y="791400"/>
                    <a:pt x="60984" y="705755"/>
                  </a:cubicBezTo>
                  <a:cubicBezTo>
                    <a:pt x="21684" y="628545"/>
                    <a:pt x="0" y="526823"/>
                    <a:pt x="0" y="419295"/>
                  </a:cubicBezTo>
                  <a:cubicBezTo>
                    <a:pt x="0" y="311767"/>
                    <a:pt x="21684" y="210044"/>
                    <a:pt x="60984" y="132835"/>
                  </a:cubicBezTo>
                  <a:cubicBezTo>
                    <a:pt x="104898" y="47189"/>
                    <a:pt x="165833" y="0"/>
                    <a:pt x="233168" y="0"/>
                  </a:cubicBezTo>
                  <a:cubicBezTo>
                    <a:pt x="300503" y="0"/>
                    <a:pt x="361686" y="47189"/>
                    <a:pt x="405401" y="132835"/>
                  </a:cubicBezTo>
                  <a:cubicBezTo>
                    <a:pt x="444701" y="210044"/>
                    <a:pt x="466385" y="311767"/>
                    <a:pt x="466385" y="419295"/>
                  </a:cubicBezTo>
                  <a:cubicBezTo>
                    <a:pt x="466385" y="526823"/>
                    <a:pt x="444701" y="628545"/>
                    <a:pt x="405401" y="705755"/>
                  </a:cubicBezTo>
                  <a:cubicBezTo>
                    <a:pt x="361686" y="791400"/>
                    <a:pt x="300553" y="838590"/>
                    <a:pt x="233168" y="838590"/>
                  </a:cubicBezTo>
                  <a:close/>
                  <a:moveTo>
                    <a:pt x="233168" y="79393"/>
                  </a:moveTo>
                  <a:cubicBezTo>
                    <a:pt x="160424" y="79393"/>
                    <a:pt x="79344" y="218976"/>
                    <a:pt x="79344" y="419295"/>
                  </a:cubicBezTo>
                  <a:cubicBezTo>
                    <a:pt x="79344" y="619614"/>
                    <a:pt x="160374" y="759197"/>
                    <a:pt x="233168" y="759197"/>
                  </a:cubicBezTo>
                  <a:cubicBezTo>
                    <a:pt x="305961" y="759197"/>
                    <a:pt x="386992" y="619614"/>
                    <a:pt x="386992" y="419295"/>
                  </a:cubicBezTo>
                  <a:cubicBezTo>
                    <a:pt x="386992" y="218976"/>
                    <a:pt x="305912" y="79393"/>
                    <a:pt x="23316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F29BEE2C-8357-1A4D-A9D8-8A7B6E6288F4}"/>
                </a:ext>
              </a:extLst>
            </p:cNvPr>
            <p:cNvSpPr/>
            <p:nvPr/>
          </p:nvSpPr>
          <p:spPr>
            <a:xfrm>
              <a:off x="5492055" y="2658186"/>
              <a:ext cx="765154" cy="585776"/>
            </a:xfrm>
            <a:custGeom>
              <a:avLst/>
              <a:gdLst>
                <a:gd name="connsiteX0" fmla="*/ 565263 w 765154"/>
                <a:gd name="connsiteY0" fmla="*/ 585776 h 585776"/>
                <a:gd name="connsiteX1" fmla="*/ 544522 w 765154"/>
                <a:gd name="connsiteY1" fmla="*/ 585231 h 585776"/>
                <a:gd name="connsiteX2" fmla="*/ 265951 w 765154"/>
                <a:gd name="connsiteY2" fmla="*/ 494822 h 585776"/>
                <a:gd name="connsiteX3" fmla="*/ 48413 w 765154"/>
                <a:gd name="connsiteY3" fmla="*/ 298770 h 585776"/>
                <a:gd name="connsiteX4" fmla="*/ 19435 w 765154"/>
                <a:gd name="connsiteY4" fmla="*/ 83268 h 585776"/>
                <a:gd name="connsiteX5" fmla="*/ 19435 w 765154"/>
                <a:gd name="connsiteY5" fmla="*/ 83268 h 585776"/>
                <a:gd name="connsiteX6" fmla="*/ 220597 w 765154"/>
                <a:gd name="connsiteY6" fmla="*/ 550 h 585776"/>
                <a:gd name="connsiteX7" fmla="*/ 499168 w 765154"/>
                <a:gd name="connsiteY7" fmla="*/ 90959 h 585776"/>
                <a:gd name="connsiteX8" fmla="*/ 716706 w 765154"/>
                <a:gd name="connsiteY8" fmla="*/ 287010 h 585776"/>
                <a:gd name="connsiteX9" fmla="*/ 745684 w 765154"/>
                <a:gd name="connsiteY9" fmla="*/ 502562 h 585776"/>
                <a:gd name="connsiteX10" fmla="*/ 565263 w 765154"/>
                <a:gd name="connsiteY10" fmla="*/ 585776 h 585776"/>
                <a:gd name="connsiteX11" fmla="*/ 88209 w 765154"/>
                <a:gd name="connsiteY11" fmla="*/ 122964 h 585776"/>
                <a:gd name="connsiteX12" fmla="*/ 305647 w 765154"/>
                <a:gd name="connsiteY12" fmla="*/ 426097 h 585776"/>
                <a:gd name="connsiteX13" fmla="*/ 548789 w 765154"/>
                <a:gd name="connsiteY13" fmla="*/ 505937 h 585776"/>
                <a:gd name="connsiteX14" fmla="*/ 677009 w 765154"/>
                <a:gd name="connsiteY14" fmla="*/ 462866 h 585776"/>
                <a:gd name="connsiteX15" fmla="*/ 650214 w 765154"/>
                <a:gd name="connsiteY15" fmla="*/ 330230 h 585776"/>
                <a:gd name="connsiteX16" fmla="*/ 459571 w 765154"/>
                <a:gd name="connsiteY16" fmla="*/ 159683 h 585776"/>
                <a:gd name="connsiteX17" fmla="*/ 88308 w 765154"/>
                <a:gd name="connsiteY17" fmla="*/ 122964 h 58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65154" h="585776">
                  <a:moveTo>
                    <a:pt x="565263" y="585776"/>
                  </a:moveTo>
                  <a:cubicBezTo>
                    <a:pt x="558515" y="585776"/>
                    <a:pt x="551568" y="585776"/>
                    <a:pt x="544522" y="585231"/>
                  </a:cubicBezTo>
                  <a:cubicBezTo>
                    <a:pt x="458033" y="580715"/>
                    <a:pt x="359089" y="548610"/>
                    <a:pt x="265951" y="494822"/>
                  </a:cubicBezTo>
                  <a:cubicBezTo>
                    <a:pt x="172813" y="441033"/>
                    <a:pt x="95553" y="371465"/>
                    <a:pt x="48413" y="298770"/>
                  </a:cubicBezTo>
                  <a:cubicBezTo>
                    <a:pt x="-3937" y="218137"/>
                    <a:pt x="-14208" y="141572"/>
                    <a:pt x="19435" y="83268"/>
                  </a:cubicBezTo>
                  <a:lnTo>
                    <a:pt x="19435" y="83268"/>
                  </a:lnTo>
                  <a:cubicBezTo>
                    <a:pt x="53127" y="24914"/>
                    <a:pt x="124730" y="-4462"/>
                    <a:pt x="220597" y="550"/>
                  </a:cubicBezTo>
                  <a:cubicBezTo>
                    <a:pt x="307086" y="5065"/>
                    <a:pt x="406030" y="37170"/>
                    <a:pt x="499168" y="90959"/>
                  </a:cubicBezTo>
                  <a:cubicBezTo>
                    <a:pt x="592306" y="144748"/>
                    <a:pt x="669566" y="214365"/>
                    <a:pt x="716706" y="287010"/>
                  </a:cubicBezTo>
                  <a:cubicBezTo>
                    <a:pt x="769105" y="367644"/>
                    <a:pt x="779377" y="444208"/>
                    <a:pt x="745684" y="502562"/>
                  </a:cubicBezTo>
                  <a:cubicBezTo>
                    <a:pt x="714473" y="556599"/>
                    <a:pt x="650710" y="585776"/>
                    <a:pt x="565263" y="585776"/>
                  </a:cubicBezTo>
                  <a:close/>
                  <a:moveTo>
                    <a:pt x="88209" y="122964"/>
                  </a:moveTo>
                  <a:cubicBezTo>
                    <a:pt x="51837" y="185933"/>
                    <a:pt x="132173" y="325913"/>
                    <a:pt x="305647" y="426097"/>
                  </a:cubicBezTo>
                  <a:cubicBezTo>
                    <a:pt x="388167" y="473733"/>
                    <a:pt x="474358" y="502066"/>
                    <a:pt x="548789" y="505937"/>
                  </a:cubicBezTo>
                  <a:cubicBezTo>
                    <a:pt x="612502" y="509261"/>
                    <a:pt x="659294" y="493581"/>
                    <a:pt x="677009" y="462866"/>
                  </a:cubicBezTo>
                  <a:cubicBezTo>
                    <a:pt x="694724" y="432151"/>
                    <a:pt x="684998" y="383770"/>
                    <a:pt x="650214" y="330230"/>
                  </a:cubicBezTo>
                  <a:cubicBezTo>
                    <a:pt x="609773" y="267906"/>
                    <a:pt x="542041" y="207319"/>
                    <a:pt x="459571" y="159683"/>
                  </a:cubicBezTo>
                  <a:cubicBezTo>
                    <a:pt x="285898" y="59549"/>
                    <a:pt x="124680" y="59946"/>
                    <a:pt x="88308" y="1229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55">
            <a:extLst>
              <a:ext uri="{FF2B5EF4-FFF2-40B4-BE49-F238E27FC236}">
                <a16:creationId xmlns:a16="http://schemas.microsoft.com/office/drawing/2014/main" id="{B29A87F6-FA6D-4D50-AC7C-5C9D0910C321}"/>
              </a:ext>
            </a:extLst>
          </p:cNvPr>
          <p:cNvGrpSpPr>
            <a:grpSpLocks noChangeAspect="1"/>
          </p:cNvGrpSpPr>
          <p:nvPr/>
        </p:nvGrpSpPr>
        <p:grpSpPr>
          <a:xfrm>
            <a:off x="6821108" y="2587115"/>
            <a:ext cx="747387" cy="736786"/>
            <a:chOff x="6821108" y="2587115"/>
            <a:chExt cx="747387" cy="736786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8FB3B76-1B4F-4642-B2FD-18F37F54501C}"/>
                </a:ext>
              </a:extLst>
            </p:cNvPr>
            <p:cNvSpPr/>
            <p:nvPr/>
          </p:nvSpPr>
          <p:spPr>
            <a:xfrm>
              <a:off x="7256310" y="3074806"/>
              <a:ext cx="216517" cy="249095"/>
            </a:xfrm>
            <a:custGeom>
              <a:avLst/>
              <a:gdLst>
                <a:gd name="connsiteX0" fmla="*/ 39718 w 216517"/>
                <a:gd name="connsiteY0" fmla="*/ 249096 h 249095"/>
                <a:gd name="connsiteX1" fmla="*/ 0 w 216517"/>
                <a:gd name="connsiteY1" fmla="*/ 209419 h 249095"/>
                <a:gd name="connsiteX2" fmla="*/ 17191 w 216517"/>
                <a:gd name="connsiteY2" fmla="*/ 176699 h 249095"/>
                <a:gd name="connsiteX3" fmla="*/ 51925 w 216517"/>
                <a:gd name="connsiteY3" fmla="*/ 154420 h 249095"/>
                <a:gd name="connsiteX4" fmla="*/ 137124 w 216517"/>
                <a:gd name="connsiteY4" fmla="*/ 39697 h 249095"/>
                <a:gd name="connsiteX5" fmla="*/ 176821 w 216517"/>
                <a:gd name="connsiteY5" fmla="*/ 0 h 249095"/>
                <a:gd name="connsiteX6" fmla="*/ 216517 w 216517"/>
                <a:gd name="connsiteY6" fmla="*/ 39697 h 249095"/>
                <a:gd name="connsiteX7" fmla="*/ 93507 w 216517"/>
                <a:gd name="connsiteY7" fmla="*/ 222053 h 249095"/>
                <a:gd name="connsiteX8" fmla="*/ 62097 w 216517"/>
                <a:gd name="connsiteY8" fmla="*/ 241901 h 249095"/>
                <a:gd name="connsiteX9" fmla="*/ 39718 w 216517"/>
                <a:gd name="connsiteY9" fmla="*/ 249096 h 24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517" h="249095">
                  <a:moveTo>
                    <a:pt x="39718" y="249096"/>
                  </a:moveTo>
                  <a:cubicBezTo>
                    <a:pt x="17796" y="249106"/>
                    <a:pt x="12" y="231346"/>
                    <a:pt x="0" y="209419"/>
                  </a:cubicBezTo>
                  <a:cubicBezTo>
                    <a:pt x="-7" y="196349"/>
                    <a:pt x="6423" y="184113"/>
                    <a:pt x="17191" y="176699"/>
                  </a:cubicBezTo>
                  <a:cubicBezTo>
                    <a:pt x="28851" y="168710"/>
                    <a:pt x="40612" y="161416"/>
                    <a:pt x="51925" y="154420"/>
                  </a:cubicBezTo>
                  <a:cubicBezTo>
                    <a:pt x="107897" y="119983"/>
                    <a:pt x="137124" y="99241"/>
                    <a:pt x="137124" y="39697"/>
                  </a:cubicBezTo>
                  <a:cubicBezTo>
                    <a:pt x="137124" y="17774"/>
                    <a:pt x="154898" y="0"/>
                    <a:pt x="176821" y="0"/>
                  </a:cubicBezTo>
                  <a:cubicBezTo>
                    <a:pt x="198743" y="0"/>
                    <a:pt x="216517" y="17774"/>
                    <a:pt x="216517" y="39697"/>
                  </a:cubicBezTo>
                  <a:cubicBezTo>
                    <a:pt x="216517" y="146381"/>
                    <a:pt x="148338" y="188559"/>
                    <a:pt x="93507" y="222053"/>
                  </a:cubicBezTo>
                  <a:cubicBezTo>
                    <a:pt x="82492" y="228851"/>
                    <a:pt x="72071" y="235252"/>
                    <a:pt x="62097" y="241901"/>
                  </a:cubicBezTo>
                  <a:cubicBezTo>
                    <a:pt x="55538" y="246506"/>
                    <a:pt x="47732" y="249012"/>
                    <a:pt x="39718" y="2490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54FD1F6-52BF-AC46-8107-C94B0D10D6ED}"/>
                </a:ext>
              </a:extLst>
            </p:cNvPr>
            <p:cNvSpPr/>
            <p:nvPr/>
          </p:nvSpPr>
          <p:spPr>
            <a:xfrm>
              <a:off x="6912162" y="2587115"/>
              <a:ext cx="558431" cy="341111"/>
            </a:xfrm>
            <a:custGeom>
              <a:avLst/>
              <a:gdLst>
                <a:gd name="connsiteX0" fmla="*/ 518735 w 558431"/>
                <a:gd name="connsiteY0" fmla="*/ 341111 h 341111"/>
                <a:gd name="connsiteX1" fmla="*/ 479039 w 558431"/>
                <a:gd name="connsiteY1" fmla="*/ 301415 h 341111"/>
                <a:gd name="connsiteX2" fmla="*/ 276040 w 558431"/>
                <a:gd name="connsiteY2" fmla="*/ 79412 h 341111"/>
                <a:gd name="connsiteX3" fmla="*/ 79393 w 558431"/>
                <a:gd name="connsiteY3" fmla="*/ 286529 h 341111"/>
                <a:gd name="connsiteX4" fmla="*/ 39697 w 558431"/>
                <a:gd name="connsiteY4" fmla="*/ 326225 h 341111"/>
                <a:gd name="connsiteX5" fmla="*/ 0 w 558431"/>
                <a:gd name="connsiteY5" fmla="*/ 286529 h 341111"/>
                <a:gd name="connsiteX6" fmla="*/ 87928 w 558431"/>
                <a:gd name="connsiteY6" fmla="*/ 70331 h 341111"/>
                <a:gd name="connsiteX7" fmla="*/ 276040 w 558431"/>
                <a:gd name="connsiteY7" fmla="*/ 19 h 341111"/>
                <a:gd name="connsiteX8" fmla="*/ 558432 w 558431"/>
                <a:gd name="connsiteY8" fmla="*/ 301415 h 341111"/>
                <a:gd name="connsiteX9" fmla="*/ 518735 w 558431"/>
                <a:gd name="connsiteY9" fmla="*/ 341111 h 341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431" h="341111">
                  <a:moveTo>
                    <a:pt x="518735" y="341111"/>
                  </a:moveTo>
                  <a:cubicBezTo>
                    <a:pt x="496813" y="341111"/>
                    <a:pt x="479039" y="323339"/>
                    <a:pt x="479039" y="301415"/>
                  </a:cubicBezTo>
                  <a:cubicBezTo>
                    <a:pt x="479039" y="193788"/>
                    <a:pt x="407883" y="79412"/>
                    <a:pt x="276040" y="79412"/>
                  </a:cubicBezTo>
                  <a:cubicBezTo>
                    <a:pt x="178188" y="79412"/>
                    <a:pt x="79393" y="143472"/>
                    <a:pt x="79393" y="286529"/>
                  </a:cubicBezTo>
                  <a:cubicBezTo>
                    <a:pt x="79393" y="308452"/>
                    <a:pt x="61621" y="326225"/>
                    <a:pt x="39697" y="326225"/>
                  </a:cubicBezTo>
                  <a:cubicBezTo>
                    <a:pt x="17773" y="326225"/>
                    <a:pt x="0" y="308452"/>
                    <a:pt x="0" y="286529"/>
                  </a:cubicBezTo>
                  <a:cubicBezTo>
                    <a:pt x="0" y="173840"/>
                    <a:pt x="47834" y="106802"/>
                    <a:pt x="87928" y="70331"/>
                  </a:cubicBezTo>
                  <a:cubicBezTo>
                    <a:pt x="139689" y="24288"/>
                    <a:pt x="206768" y="-785"/>
                    <a:pt x="276040" y="19"/>
                  </a:cubicBezTo>
                  <a:cubicBezTo>
                    <a:pt x="412944" y="19"/>
                    <a:pt x="558432" y="105661"/>
                    <a:pt x="558432" y="301415"/>
                  </a:cubicBezTo>
                  <a:cubicBezTo>
                    <a:pt x="558432" y="323339"/>
                    <a:pt x="540658" y="341111"/>
                    <a:pt x="518735" y="3411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BFBEB761-9327-764C-A2F1-C0FB38D38863}"/>
                </a:ext>
              </a:extLst>
            </p:cNvPr>
            <p:cNvSpPr/>
            <p:nvPr/>
          </p:nvSpPr>
          <p:spPr>
            <a:xfrm>
              <a:off x="6821108" y="2854093"/>
              <a:ext cx="224285" cy="298716"/>
            </a:xfrm>
            <a:custGeom>
              <a:avLst/>
              <a:gdLst>
                <a:gd name="connsiteX0" fmla="*/ 184589 w 224285"/>
                <a:gd name="connsiteY0" fmla="*/ 298717 h 298716"/>
                <a:gd name="connsiteX1" fmla="*/ 149358 w 224285"/>
                <a:gd name="connsiteY1" fmla="*/ 298717 h 298716"/>
                <a:gd name="connsiteX2" fmla="*/ 0 w 224285"/>
                <a:gd name="connsiteY2" fmla="*/ 149358 h 298716"/>
                <a:gd name="connsiteX3" fmla="*/ 149358 w 224285"/>
                <a:gd name="connsiteY3" fmla="*/ 0 h 298716"/>
                <a:gd name="connsiteX4" fmla="*/ 150500 w 224285"/>
                <a:gd name="connsiteY4" fmla="*/ 0 h 298716"/>
                <a:gd name="connsiteX5" fmla="*/ 185730 w 224285"/>
                <a:gd name="connsiteY5" fmla="*/ 992 h 298716"/>
                <a:gd name="connsiteX6" fmla="*/ 224286 w 224285"/>
                <a:gd name="connsiteY6" fmla="*/ 40689 h 298716"/>
                <a:gd name="connsiteX7" fmla="*/ 224286 w 224285"/>
                <a:gd name="connsiteY7" fmla="*/ 259020 h 298716"/>
                <a:gd name="connsiteX8" fmla="*/ 184589 w 224285"/>
                <a:gd name="connsiteY8" fmla="*/ 298717 h 298716"/>
                <a:gd name="connsiteX9" fmla="*/ 144893 w 224285"/>
                <a:gd name="connsiteY9" fmla="*/ 79492 h 298716"/>
                <a:gd name="connsiteX10" fmla="*/ 79216 w 224285"/>
                <a:gd name="connsiteY10" fmla="*/ 153498 h 298716"/>
                <a:gd name="connsiteX11" fmla="*/ 144893 w 224285"/>
                <a:gd name="connsiteY11" fmla="*/ 219175 h 298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5" h="298716">
                  <a:moveTo>
                    <a:pt x="184589" y="298717"/>
                  </a:moveTo>
                  <a:lnTo>
                    <a:pt x="149358" y="298717"/>
                  </a:lnTo>
                  <a:cubicBezTo>
                    <a:pt x="66870" y="298717"/>
                    <a:pt x="0" y="231848"/>
                    <a:pt x="0" y="149358"/>
                  </a:cubicBezTo>
                  <a:cubicBezTo>
                    <a:pt x="0" y="66870"/>
                    <a:pt x="66870" y="0"/>
                    <a:pt x="149358" y="0"/>
                  </a:cubicBezTo>
                  <a:lnTo>
                    <a:pt x="150500" y="0"/>
                  </a:lnTo>
                  <a:lnTo>
                    <a:pt x="185730" y="992"/>
                  </a:lnTo>
                  <a:cubicBezTo>
                    <a:pt x="207207" y="1610"/>
                    <a:pt x="224295" y="19203"/>
                    <a:pt x="224286" y="40689"/>
                  </a:cubicBezTo>
                  <a:lnTo>
                    <a:pt x="224286" y="259020"/>
                  </a:lnTo>
                  <a:cubicBezTo>
                    <a:pt x="224286" y="280942"/>
                    <a:pt x="206513" y="298717"/>
                    <a:pt x="184589" y="298717"/>
                  </a:cubicBezTo>
                  <a:close/>
                  <a:moveTo>
                    <a:pt x="144893" y="79492"/>
                  </a:moveTo>
                  <a:cubicBezTo>
                    <a:pt x="106320" y="81792"/>
                    <a:pt x="76916" y="114926"/>
                    <a:pt x="79216" y="153498"/>
                  </a:cubicBezTo>
                  <a:cubicBezTo>
                    <a:pt x="81324" y="188861"/>
                    <a:pt x="109530" y="217066"/>
                    <a:pt x="144893" y="2191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1ABCB9A9-8DFA-964F-A424-EBC426714928}"/>
                </a:ext>
              </a:extLst>
            </p:cNvPr>
            <p:cNvSpPr/>
            <p:nvPr/>
          </p:nvSpPr>
          <p:spPr>
            <a:xfrm>
              <a:off x="7248392" y="3242145"/>
              <a:ext cx="79491" cy="79424"/>
            </a:xfrm>
            <a:custGeom>
              <a:avLst/>
              <a:gdLst>
                <a:gd name="connsiteX0" fmla="*/ 39746 w 79491"/>
                <a:gd name="connsiteY0" fmla="*/ 79425 h 79424"/>
                <a:gd name="connsiteX1" fmla="*/ 32006 w 79491"/>
                <a:gd name="connsiteY1" fmla="*/ 78631 h 79424"/>
                <a:gd name="connsiteX2" fmla="*/ 11661 w 79491"/>
                <a:gd name="connsiteY2" fmla="*/ 67764 h 79424"/>
                <a:gd name="connsiteX3" fmla="*/ 6699 w 79491"/>
                <a:gd name="connsiteY3" fmla="*/ 61760 h 79424"/>
                <a:gd name="connsiteX4" fmla="*/ 3027 w 79491"/>
                <a:gd name="connsiteY4" fmla="*/ 54863 h 79424"/>
                <a:gd name="connsiteX5" fmla="*/ 794 w 79491"/>
                <a:gd name="connsiteY5" fmla="*/ 47469 h 79424"/>
                <a:gd name="connsiteX6" fmla="*/ 794 w 79491"/>
                <a:gd name="connsiteY6" fmla="*/ 31938 h 79424"/>
                <a:gd name="connsiteX7" fmla="*/ 3027 w 79491"/>
                <a:gd name="connsiteY7" fmla="*/ 24544 h 79424"/>
                <a:gd name="connsiteX8" fmla="*/ 6699 w 79491"/>
                <a:gd name="connsiteY8" fmla="*/ 17647 h 79424"/>
                <a:gd name="connsiteX9" fmla="*/ 11661 w 79491"/>
                <a:gd name="connsiteY9" fmla="*/ 11643 h 79424"/>
                <a:gd name="connsiteX10" fmla="*/ 67802 w 79491"/>
                <a:gd name="connsiteY10" fmla="*/ 11613 h 79424"/>
                <a:gd name="connsiteX11" fmla="*/ 67832 w 79491"/>
                <a:gd name="connsiteY11" fmla="*/ 11643 h 79424"/>
                <a:gd name="connsiteX12" fmla="*/ 72794 w 79491"/>
                <a:gd name="connsiteY12" fmla="*/ 17647 h 79424"/>
                <a:gd name="connsiteX13" fmla="*/ 76466 w 79491"/>
                <a:gd name="connsiteY13" fmla="*/ 24544 h 79424"/>
                <a:gd name="connsiteX14" fmla="*/ 78699 w 79491"/>
                <a:gd name="connsiteY14" fmla="*/ 31938 h 79424"/>
                <a:gd name="connsiteX15" fmla="*/ 78699 w 79491"/>
                <a:gd name="connsiteY15" fmla="*/ 47469 h 79424"/>
                <a:gd name="connsiteX16" fmla="*/ 76466 w 79491"/>
                <a:gd name="connsiteY16" fmla="*/ 54863 h 79424"/>
                <a:gd name="connsiteX17" fmla="*/ 72794 w 79491"/>
                <a:gd name="connsiteY17" fmla="*/ 61760 h 79424"/>
                <a:gd name="connsiteX18" fmla="*/ 67832 w 79491"/>
                <a:gd name="connsiteY18" fmla="*/ 67764 h 79424"/>
                <a:gd name="connsiteX19" fmla="*/ 61778 w 79491"/>
                <a:gd name="connsiteY19" fmla="*/ 72726 h 79424"/>
                <a:gd name="connsiteX20" fmla="*/ 47487 w 79491"/>
                <a:gd name="connsiteY20" fmla="*/ 78631 h 79424"/>
                <a:gd name="connsiteX21" fmla="*/ 39746 w 79491"/>
                <a:gd name="connsiteY21" fmla="*/ 79425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91" h="79424">
                  <a:moveTo>
                    <a:pt x="39746" y="79425"/>
                  </a:moveTo>
                  <a:cubicBezTo>
                    <a:pt x="37146" y="79410"/>
                    <a:pt x="34556" y="79142"/>
                    <a:pt x="32006" y="78631"/>
                  </a:cubicBezTo>
                  <a:cubicBezTo>
                    <a:pt x="24300" y="77103"/>
                    <a:pt x="17219" y="73321"/>
                    <a:pt x="11661" y="67764"/>
                  </a:cubicBezTo>
                  <a:cubicBezTo>
                    <a:pt x="9820" y="65928"/>
                    <a:pt x="8156" y="63918"/>
                    <a:pt x="6699" y="61760"/>
                  </a:cubicBezTo>
                  <a:cubicBezTo>
                    <a:pt x="5251" y="59586"/>
                    <a:pt x="4022" y="57279"/>
                    <a:pt x="3027" y="54863"/>
                  </a:cubicBezTo>
                  <a:cubicBezTo>
                    <a:pt x="2037" y="52481"/>
                    <a:pt x="1288" y="50000"/>
                    <a:pt x="794" y="47469"/>
                  </a:cubicBezTo>
                  <a:cubicBezTo>
                    <a:pt x="-265" y="42348"/>
                    <a:pt x="-265" y="37059"/>
                    <a:pt x="794" y="31938"/>
                  </a:cubicBezTo>
                  <a:cubicBezTo>
                    <a:pt x="1288" y="29402"/>
                    <a:pt x="2037" y="26926"/>
                    <a:pt x="3027" y="24544"/>
                  </a:cubicBezTo>
                  <a:cubicBezTo>
                    <a:pt x="4022" y="22128"/>
                    <a:pt x="5251" y="19820"/>
                    <a:pt x="6699" y="17647"/>
                  </a:cubicBezTo>
                  <a:cubicBezTo>
                    <a:pt x="8156" y="15488"/>
                    <a:pt x="9820" y="13479"/>
                    <a:pt x="11661" y="11643"/>
                  </a:cubicBezTo>
                  <a:cubicBezTo>
                    <a:pt x="27153" y="-3869"/>
                    <a:pt x="52291" y="-3883"/>
                    <a:pt x="67802" y="11613"/>
                  </a:cubicBezTo>
                  <a:cubicBezTo>
                    <a:pt x="67812" y="11623"/>
                    <a:pt x="67822" y="11633"/>
                    <a:pt x="67832" y="11643"/>
                  </a:cubicBezTo>
                  <a:cubicBezTo>
                    <a:pt x="69658" y="13494"/>
                    <a:pt x="71320" y="15503"/>
                    <a:pt x="72794" y="17647"/>
                  </a:cubicBezTo>
                  <a:cubicBezTo>
                    <a:pt x="74243" y="19820"/>
                    <a:pt x="75473" y="22128"/>
                    <a:pt x="76466" y="24544"/>
                  </a:cubicBezTo>
                  <a:cubicBezTo>
                    <a:pt x="77458" y="26926"/>
                    <a:pt x="78203" y="29402"/>
                    <a:pt x="78699" y="31938"/>
                  </a:cubicBezTo>
                  <a:cubicBezTo>
                    <a:pt x="79756" y="37059"/>
                    <a:pt x="79756" y="42348"/>
                    <a:pt x="78699" y="47469"/>
                  </a:cubicBezTo>
                  <a:cubicBezTo>
                    <a:pt x="78203" y="50000"/>
                    <a:pt x="77458" y="52481"/>
                    <a:pt x="76466" y="54863"/>
                  </a:cubicBezTo>
                  <a:cubicBezTo>
                    <a:pt x="75473" y="57279"/>
                    <a:pt x="74243" y="59586"/>
                    <a:pt x="72794" y="61760"/>
                  </a:cubicBezTo>
                  <a:cubicBezTo>
                    <a:pt x="71320" y="63903"/>
                    <a:pt x="69658" y="65913"/>
                    <a:pt x="67832" y="67764"/>
                  </a:cubicBezTo>
                  <a:cubicBezTo>
                    <a:pt x="65986" y="69620"/>
                    <a:pt x="63956" y="71282"/>
                    <a:pt x="61778" y="72726"/>
                  </a:cubicBezTo>
                  <a:cubicBezTo>
                    <a:pt x="57431" y="75579"/>
                    <a:pt x="52583" y="77584"/>
                    <a:pt x="47487" y="78631"/>
                  </a:cubicBezTo>
                  <a:cubicBezTo>
                    <a:pt x="44937" y="79142"/>
                    <a:pt x="42347" y="79410"/>
                    <a:pt x="39746" y="794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D3B29BD8-3923-664A-B10D-6051D0E96B5F}"/>
                </a:ext>
              </a:extLst>
            </p:cNvPr>
            <p:cNvSpPr/>
            <p:nvPr/>
          </p:nvSpPr>
          <p:spPr>
            <a:xfrm>
              <a:off x="7344210" y="2853845"/>
              <a:ext cx="224285" cy="298766"/>
            </a:xfrm>
            <a:custGeom>
              <a:avLst/>
              <a:gdLst>
                <a:gd name="connsiteX0" fmla="*/ 39697 w 224285"/>
                <a:gd name="connsiteY0" fmla="*/ 298766 h 298766"/>
                <a:gd name="connsiteX1" fmla="*/ 0 w 224285"/>
                <a:gd name="connsiteY1" fmla="*/ 259070 h 298766"/>
                <a:gd name="connsiteX2" fmla="*/ 0 w 224285"/>
                <a:gd name="connsiteY2" fmla="*/ 40739 h 298766"/>
                <a:gd name="connsiteX3" fmla="*/ 38555 w 224285"/>
                <a:gd name="connsiteY3" fmla="*/ 1042 h 298766"/>
                <a:gd name="connsiteX4" fmla="*/ 73786 w 224285"/>
                <a:gd name="connsiteY4" fmla="*/ 0 h 298766"/>
                <a:gd name="connsiteX5" fmla="*/ 74927 w 224285"/>
                <a:gd name="connsiteY5" fmla="*/ 0 h 298766"/>
                <a:gd name="connsiteX6" fmla="*/ 224286 w 224285"/>
                <a:gd name="connsiteY6" fmla="*/ 149358 h 298766"/>
                <a:gd name="connsiteX7" fmla="*/ 74927 w 224285"/>
                <a:gd name="connsiteY7" fmla="*/ 298717 h 298766"/>
                <a:gd name="connsiteX8" fmla="*/ 79393 w 224285"/>
                <a:gd name="connsiteY8" fmla="*/ 79542 h 298766"/>
                <a:gd name="connsiteX9" fmla="*/ 79393 w 224285"/>
                <a:gd name="connsiteY9" fmla="*/ 219224 h 298766"/>
                <a:gd name="connsiteX10" fmla="*/ 145071 w 224285"/>
                <a:gd name="connsiteY10" fmla="*/ 145218 h 298766"/>
                <a:gd name="connsiteX11" fmla="*/ 79393 w 224285"/>
                <a:gd name="connsiteY11" fmla="*/ 79542 h 29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5" h="298766">
                  <a:moveTo>
                    <a:pt x="39697" y="298766"/>
                  </a:moveTo>
                  <a:cubicBezTo>
                    <a:pt x="17774" y="298766"/>
                    <a:pt x="0" y="280992"/>
                    <a:pt x="0" y="259070"/>
                  </a:cubicBezTo>
                  <a:lnTo>
                    <a:pt x="0" y="40739"/>
                  </a:lnTo>
                  <a:cubicBezTo>
                    <a:pt x="-10" y="19253"/>
                    <a:pt x="17079" y="1660"/>
                    <a:pt x="38555" y="1042"/>
                  </a:cubicBezTo>
                  <a:lnTo>
                    <a:pt x="73786" y="0"/>
                  </a:lnTo>
                  <a:lnTo>
                    <a:pt x="74927" y="0"/>
                  </a:lnTo>
                  <a:cubicBezTo>
                    <a:pt x="157417" y="0"/>
                    <a:pt x="224286" y="66870"/>
                    <a:pt x="224286" y="149358"/>
                  </a:cubicBezTo>
                  <a:cubicBezTo>
                    <a:pt x="224286" y="231848"/>
                    <a:pt x="157417" y="298717"/>
                    <a:pt x="74927" y="298717"/>
                  </a:cubicBezTo>
                  <a:close/>
                  <a:moveTo>
                    <a:pt x="79393" y="79542"/>
                  </a:moveTo>
                  <a:lnTo>
                    <a:pt x="79393" y="219224"/>
                  </a:lnTo>
                  <a:cubicBezTo>
                    <a:pt x="117963" y="216922"/>
                    <a:pt x="147369" y="183790"/>
                    <a:pt x="145071" y="145218"/>
                  </a:cubicBezTo>
                  <a:cubicBezTo>
                    <a:pt x="142962" y="109857"/>
                    <a:pt x="114753" y="81650"/>
                    <a:pt x="79393" y="7954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7" name="Picture Placeholder 57">
            <a:extLst>
              <a:ext uri="{FF2B5EF4-FFF2-40B4-BE49-F238E27FC236}">
                <a16:creationId xmlns:a16="http://schemas.microsoft.com/office/drawing/2014/main" id="{6C64BE6A-1020-4C92-92B0-B126FC22BF2F}"/>
              </a:ext>
            </a:extLst>
          </p:cNvPr>
          <p:cNvGrpSpPr>
            <a:grpSpLocks noChangeAspect="1"/>
          </p:cNvGrpSpPr>
          <p:nvPr/>
        </p:nvGrpSpPr>
        <p:grpSpPr>
          <a:xfrm>
            <a:off x="8174988" y="2541955"/>
            <a:ext cx="674742" cy="827895"/>
            <a:chOff x="8174988" y="2541955"/>
            <a:chExt cx="674742" cy="827895"/>
          </a:xfrm>
        </p:grpSpPr>
        <p:grpSp>
          <p:nvGrpSpPr>
            <p:cNvPr id="118" name="Picture Placeholder 57">
              <a:extLst>
                <a:ext uri="{FF2B5EF4-FFF2-40B4-BE49-F238E27FC236}">
                  <a16:creationId xmlns:a16="http://schemas.microsoft.com/office/drawing/2014/main" id="{6C64BE6A-1020-4C92-92B0-B126FC22BF2F}"/>
                </a:ext>
              </a:extLst>
            </p:cNvPr>
            <p:cNvGrpSpPr/>
            <p:nvPr/>
          </p:nvGrpSpPr>
          <p:grpSpPr>
            <a:xfrm>
              <a:off x="8174988" y="2818763"/>
              <a:ext cx="674742" cy="551087"/>
              <a:chOff x="8174988" y="2818763"/>
              <a:chExt cx="674742" cy="551087"/>
            </a:xfrm>
            <a:solidFill>
              <a:srgbClr val="C42828"/>
            </a:solidFill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3DBA54D9-A0A9-5840-8D80-7D2BB7BF09DC}"/>
                  </a:ext>
                </a:extLst>
              </p:cNvPr>
              <p:cNvSpPr/>
              <p:nvPr/>
            </p:nvSpPr>
            <p:spPr>
              <a:xfrm>
                <a:off x="8174988" y="2820400"/>
                <a:ext cx="674742" cy="549449"/>
              </a:xfrm>
              <a:custGeom>
                <a:avLst/>
                <a:gdLst>
                  <a:gd name="connsiteX0" fmla="*/ 337322 w 674742"/>
                  <a:gd name="connsiteY0" fmla="*/ 549450 h 549449"/>
                  <a:gd name="connsiteX1" fmla="*/ 103261 w 674742"/>
                  <a:gd name="connsiteY1" fmla="*/ 457900 h 549449"/>
                  <a:gd name="connsiteX2" fmla="*/ 0 w 674742"/>
                  <a:gd name="connsiteY2" fmla="*/ 195952 h 549449"/>
                  <a:gd name="connsiteX3" fmla="*/ 0 w 674742"/>
                  <a:gd name="connsiteY3" fmla="*/ 39697 h 549449"/>
                  <a:gd name="connsiteX4" fmla="*/ 39697 w 674742"/>
                  <a:gd name="connsiteY4" fmla="*/ 0 h 549449"/>
                  <a:gd name="connsiteX5" fmla="*/ 164691 w 674742"/>
                  <a:gd name="connsiteY5" fmla="*/ 0 h 549449"/>
                  <a:gd name="connsiteX6" fmla="*/ 164691 w 674742"/>
                  <a:gd name="connsiteY6" fmla="*/ 0 h 549449"/>
                  <a:gd name="connsiteX7" fmla="*/ 204388 w 674742"/>
                  <a:gd name="connsiteY7" fmla="*/ 39697 h 549449"/>
                  <a:gd name="connsiteX8" fmla="*/ 164691 w 674742"/>
                  <a:gd name="connsiteY8" fmla="*/ 79393 h 549449"/>
                  <a:gd name="connsiteX9" fmla="*/ 79294 w 674742"/>
                  <a:gd name="connsiteY9" fmla="*/ 79393 h 549449"/>
                  <a:gd name="connsiteX10" fmla="*/ 79294 w 674742"/>
                  <a:gd name="connsiteY10" fmla="*/ 192826 h 549449"/>
                  <a:gd name="connsiteX11" fmla="*/ 337322 w 674742"/>
                  <a:gd name="connsiteY11" fmla="*/ 470106 h 549449"/>
                  <a:gd name="connsiteX12" fmla="*/ 595350 w 674742"/>
                  <a:gd name="connsiteY12" fmla="*/ 191139 h 549449"/>
                  <a:gd name="connsiteX13" fmla="*/ 595350 w 674742"/>
                  <a:gd name="connsiteY13" fmla="*/ 42872 h 549449"/>
                  <a:gd name="connsiteX14" fmla="*/ 635046 w 674742"/>
                  <a:gd name="connsiteY14" fmla="*/ 3176 h 549449"/>
                  <a:gd name="connsiteX15" fmla="*/ 635046 w 674742"/>
                  <a:gd name="connsiteY15" fmla="*/ 3176 h 549449"/>
                  <a:gd name="connsiteX16" fmla="*/ 674743 w 674742"/>
                  <a:gd name="connsiteY16" fmla="*/ 42872 h 549449"/>
                  <a:gd name="connsiteX17" fmla="*/ 674495 w 674742"/>
                  <a:gd name="connsiteY17" fmla="*/ 197242 h 549449"/>
                  <a:gd name="connsiteX18" fmla="*/ 337322 w 674742"/>
                  <a:gd name="connsiteY18" fmla="*/ 549450 h 549449"/>
                  <a:gd name="connsiteX19" fmla="*/ 635046 w 674742"/>
                  <a:gd name="connsiteY19" fmla="*/ 193372 h 549449"/>
                  <a:gd name="connsiteX20" fmla="*/ 635046 w 674742"/>
                  <a:gd name="connsiteY20" fmla="*/ 193372 h 54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74742" h="549449">
                    <a:moveTo>
                      <a:pt x="337322" y="549450"/>
                    </a:moveTo>
                    <a:cubicBezTo>
                      <a:pt x="244035" y="549450"/>
                      <a:pt x="163103" y="517792"/>
                      <a:pt x="103261" y="457900"/>
                    </a:cubicBezTo>
                    <a:cubicBezTo>
                      <a:pt x="40887" y="395626"/>
                      <a:pt x="5161" y="304919"/>
                      <a:pt x="0" y="195952"/>
                    </a:cubicBezTo>
                    <a:cubicBezTo>
                      <a:pt x="0" y="194811"/>
                      <a:pt x="0" y="192578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4691" y="0"/>
                    </a:lnTo>
                    <a:lnTo>
                      <a:pt x="164691" y="0"/>
                    </a:lnTo>
                    <a:cubicBezTo>
                      <a:pt x="186615" y="0"/>
                      <a:pt x="204388" y="17773"/>
                      <a:pt x="204388" y="39697"/>
                    </a:cubicBezTo>
                    <a:cubicBezTo>
                      <a:pt x="204388" y="61620"/>
                      <a:pt x="186615" y="79393"/>
                      <a:pt x="164691" y="79393"/>
                    </a:cubicBezTo>
                    <a:lnTo>
                      <a:pt x="79294" y="79393"/>
                    </a:lnTo>
                    <a:cubicBezTo>
                      <a:pt x="79294" y="130800"/>
                      <a:pt x="79294" y="186177"/>
                      <a:pt x="79294" y="192826"/>
                    </a:cubicBezTo>
                    <a:cubicBezTo>
                      <a:pt x="87729" y="366498"/>
                      <a:pt x="184143" y="470106"/>
                      <a:pt x="337322" y="470106"/>
                    </a:cubicBezTo>
                    <a:cubicBezTo>
                      <a:pt x="486184" y="470106"/>
                      <a:pt x="577784" y="370865"/>
                      <a:pt x="595350" y="191139"/>
                    </a:cubicBezTo>
                    <a:cubicBezTo>
                      <a:pt x="595350" y="179428"/>
                      <a:pt x="595350" y="97306"/>
                      <a:pt x="595350" y="42872"/>
                    </a:cubicBezTo>
                    <a:cubicBezTo>
                      <a:pt x="595350" y="20948"/>
                      <a:pt x="613124" y="3176"/>
                      <a:pt x="635046" y="3176"/>
                    </a:cubicBezTo>
                    <a:lnTo>
                      <a:pt x="635046" y="3176"/>
                    </a:lnTo>
                    <a:cubicBezTo>
                      <a:pt x="656969" y="3176"/>
                      <a:pt x="674743" y="20948"/>
                      <a:pt x="674743" y="42872"/>
                    </a:cubicBezTo>
                    <a:cubicBezTo>
                      <a:pt x="674743" y="193124"/>
                      <a:pt x="674743" y="194761"/>
                      <a:pt x="674495" y="197242"/>
                    </a:cubicBezTo>
                    <a:cubicBezTo>
                      <a:pt x="653555" y="417757"/>
                      <a:pt x="527518" y="549450"/>
                      <a:pt x="337322" y="549450"/>
                    </a:cubicBezTo>
                    <a:close/>
                    <a:moveTo>
                      <a:pt x="635046" y="193372"/>
                    </a:moveTo>
                    <a:lnTo>
                      <a:pt x="635046" y="193372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A8DEF671-FE3F-274E-80DC-AAC064605716}"/>
                  </a:ext>
                </a:extLst>
              </p:cNvPr>
              <p:cNvSpPr/>
              <p:nvPr/>
            </p:nvSpPr>
            <p:spPr>
              <a:xfrm>
                <a:off x="8299536" y="2818763"/>
                <a:ext cx="549946" cy="423661"/>
              </a:xfrm>
              <a:custGeom>
                <a:avLst/>
                <a:gdLst>
                  <a:gd name="connsiteX0" fmla="*/ 213419 w 549946"/>
                  <a:gd name="connsiteY0" fmla="*/ 423661 h 423661"/>
                  <a:gd name="connsiteX1" fmla="*/ 63167 w 549946"/>
                  <a:gd name="connsiteY1" fmla="*/ 355383 h 423661"/>
                  <a:gd name="connsiteX2" fmla="*/ 0 w 549946"/>
                  <a:gd name="connsiteY2" fmla="*/ 147522 h 423661"/>
                  <a:gd name="connsiteX3" fmla="*/ 0 w 549946"/>
                  <a:gd name="connsiteY3" fmla="*/ 41235 h 423661"/>
                  <a:gd name="connsiteX4" fmla="*/ 39697 w 549946"/>
                  <a:gd name="connsiteY4" fmla="*/ 1538 h 423661"/>
                  <a:gd name="connsiteX5" fmla="*/ 39697 w 549946"/>
                  <a:gd name="connsiteY5" fmla="*/ 1538 h 423661"/>
                  <a:gd name="connsiteX6" fmla="*/ 79393 w 549946"/>
                  <a:gd name="connsiteY6" fmla="*/ 41235 h 423661"/>
                  <a:gd name="connsiteX7" fmla="*/ 79393 w 549946"/>
                  <a:gd name="connsiteY7" fmla="*/ 145786 h 423661"/>
                  <a:gd name="connsiteX8" fmla="*/ 213369 w 549946"/>
                  <a:gd name="connsiteY8" fmla="*/ 344268 h 423661"/>
                  <a:gd name="connsiteX9" fmla="*/ 347345 w 549946"/>
                  <a:gd name="connsiteY9" fmla="*/ 145190 h 423661"/>
                  <a:gd name="connsiteX10" fmla="*/ 347345 w 549946"/>
                  <a:gd name="connsiteY10" fmla="*/ 39994 h 423661"/>
                  <a:gd name="connsiteX11" fmla="*/ 387042 w 549946"/>
                  <a:gd name="connsiteY11" fmla="*/ 298 h 423661"/>
                  <a:gd name="connsiteX12" fmla="*/ 510250 w 549946"/>
                  <a:gd name="connsiteY12" fmla="*/ 0 h 423661"/>
                  <a:gd name="connsiteX13" fmla="*/ 510250 w 549946"/>
                  <a:gd name="connsiteY13" fmla="*/ 0 h 423661"/>
                  <a:gd name="connsiteX14" fmla="*/ 549947 w 549946"/>
                  <a:gd name="connsiteY14" fmla="*/ 39697 h 423661"/>
                  <a:gd name="connsiteX15" fmla="*/ 510250 w 549946"/>
                  <a:gd name="connsiteY15" fmla="*/ 79393 h 423661"/>
                  <a:gd name="connsiteX16" fmla="*/ 426689 w 549946"/>
                  <a:gd name="connsiteY16" fmla="*/ 79393 h 423661"/>
                  <a:gd name="connsiteX17" fmla="*/ 426689 w 549946"/>
                  <a:gd name="connsiteY17" fmla="*/ 147324 h 423661"/>
                  <a:gd name="connsiteX18" fmla="*/ 213419 w 549946"/>
                  <a:gd name="connsiteY18" fmla="*/ 423661 h 42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49946" h="423661">
                    <a:moveTo>
                      <a:pt x="213419" y="423661"/>
                    </a:moveTo>
                    <a:cubicBezTo>
                      <a:pt x="152236" y="423661"/>
                      <a:pt x="100284" y="400092"/>
                      <a:pt x="63167" y="355383"/>
                    </a:cubicBezTo>
                    <a:cubicBezTo>
                      <a:pt x="23471" y="307698"/>
                      <a:pt x="2283" y="237733"/>
                      <a:pt x="0" y="147522"/>
                    </a:cubicBezTo>
                    <a:cubicBezTo>
                      <a:pt x="0" y="146877"/>
                      <a:pt x="0" y="145289"/>
                      <a:pt x="0" y="41235"/>
                    </a:cubicBezTo>
                    <a:cubicBezTo>
                      <a:pt x="0" y="19311"/>
                      <a:pt x="17773" y="1538"/>
                      <a:pt x="39697" y="1538"/>
                    </a:cubicBezTo>
                    <a:lnTo>
                      <a:pt x="39697" y="1538"/>
                    </a:lnTo>
                    <a:cubicBezTo>
                      <a:pt x="61621" y="1538"/>
                      <a:pt x="79393" y="19311"/>
                      <a:pt x="79393" y="41235"/>
                    </a:cubicBezTo>
                    <a:cubicBezTo>
                      <a:pt x="79393" y="80931"/>
                      <a:pt x="79393" y="140476"/>
                      <a:pt x="79393" y="145786"/>
                    </a:cubicBezTo>
                    <a:cubicBezTo>
                      <a:pt x="81725" y="236443"/>
                      <a:pt x="106883" y="344268"/>
                      <a:pt x="213369" y="344268"/>
                    </a:cubicBezTo>
                    <a:cubicBezTo>
                      <a:pt x="299213" y="344268"/>
                      <a:pt x="343078" y="279166"/>
                      <a:pt x="347345" y="145190"/>
                    </a:cubicBezTo>
                    <a:lnTo>
                      <a:pt x="347345" y="39994"/>
                    </a:lnTo>
                    <a:cubicBezTo>
                      <a:pt x="347345" y="18070"/>
                      <a:pt x="365119" y="298"/>
                      <a:pt x="387042" y="298"/>
                    </a:cubicBezTo>
                    <a:lnTo>
                      <a:pt x="510250" y="0"/>
                    </a:lnTo>
                    <a:lnTo>
                      <a:pt x="510250" y="0"/>
                    </a:lnTo>
                    <a:cubicBezTo>
                      <a:pt x="532173" y="0"/>
                      <a:pt x="549947" y="17773"/>
                      <a:pt x="549947" y="39697"/>
                    </a:cubicBezTo>
                    <a:cubicBezTo>
                      <a:pt x="549947" y="61620"/>
                      <a:pt x="532173" y="79393"/>
                      <a:pt x="510250" y="79393"/>
                    </a:cubicBezTo>
                    <a:lnTo>
                      <a:pt x="426689" y="79393"/>
                    </a:lnTo>
                    <a:cubicBezTo>
                      <a:pt x="426689" y="145488"/>
                      <a:pt x="426689" y="146580"/>
                      <a:pt x="426689" y="147324"/>
                    </a:cubicBezTo>
                    <a:cubicBezTo>
                      <a:pt x="419097" y="387786"/>
                      <a:pt x="289686" y="423661"/>
                      <a:pt x="213419" y="42366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861AF758-DCA9-F140-99D9-2CEEB32CC464}"/>
                </a:ext>
              </a:extLst>
            </p:cNvPr>
            <p:cNvSpPr/>
            <p:nvPr/>
          </p:nvSpPr>
          <p:spPr>
            <a:xfrm>
              <a:off x="8187104" y="2542500"/>
              <a:ext cx="173373" cy="264899"/>
            </a:xfrm>
            <a:custGeom>
              <a:avLst/>
              <a:gdLst>
                <a:gd name="connsiteX0" fmla="*/ 86927 w 173373"/>
                <a:gd name="connsiteY0" fmla="*/ 264899 h 264899"/>
                <a:gd name="connsiteX1" fmla="*/ 47267 w 173373"/>
                <a:gd name="connsiteY1" fmla="*/ 225166 h 264899"/>
                <a:gd name="connsiteX2" fmla="*/ 51101 w 173373"/>
                <a:gd name="connsiteY2" fmla="*/ 208183 h 264899"/>
                <a:gd name="connsiteX3" fmla="*/ 70949 w 173373"/>
                <a:gd name="connsiteY3" fmla="*/ 166799 h 264899"/>
                <a:gd name="connsiteX4" fmla="*/ 39340 w 173373"/>
                <a:gd name="connsiteY4" fmla="*/ 166799 h 264899"/>
                <a:gd name="connsiteX5" fmla="*/ 2 w 173373"/>
                <a:gd name="connsiteY5" fmla="*/ 126748 h 264899"/>
                <a:gd name="connsiteX6" fmla="*/ 4606 w 173373"/>
                <a:gd name="connsiteY6" fmla="*/ 108545 h 264899"/>
                <a:gd name="connsiteX7" fmla="*/ 50803 w 173373"/>
                <a:gd name="connsiteY7" fmla="*/ 20418 h 264899"/>
                <a:gd name="connsiteX8" fmla="*/ 104785 w 173373"/>
                <a:gd name="connsiteY8" fmla="*/ 5007 h 264899"/>
                <a:gd name="connsiteX9" fmla="*/ 120967 w 173373"/>
                <a:gd name="connsiteY9" fmla="*/ 57535 h 264899"/>
                <a:gd name="connsiteX10" fmla="*/ 105138 w 173373"/>
                <a:gd name="connsiteY10" fmla="*/ 87307 h 264899"/>
                <a:gd name="connsiteX11" fmla="*/ 133620 w 173373"/>
                <a:gd name="connsiteY11" fmla="*/ 87307 h 264899"/>
                <a:gd name="connsiteX12" fmla="*/ 173373 w 173373"/>
                <a:gd name="connsiteY12" fmla="*/ 126947 h 264899"/>
                <a:gd name="connsiteX13" fmla="*/ 169396 w 173373"/>
                <a:gd name="connsiteY13" fmla="*/ 144321 h 264899"/>
                <a:gd name="connsiteX14" fmla="*/ 122803 w 173373"/>
                <a:gd name="connsiteY14" fmla="*/ 242223 h 264899"/>
                <a:gd name="connsiteX15" fmla="*/ 86927 w 173373"/>
                <a:gd name="connsiteY15" fmla="*/ 264899 h 26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373" h="264899">
                  <a:moveTo>
                    <a:pt x="86927" y="264899"/>
                  </a:moveTo>
                  <a:cubicBezTo>
                    <a:pt x="65003" y="264879"/>
                    <a:pt x="47247" y="247090"/>
                    <a:pt x="47267" y="225166"/>
                  </a:cubicBezTo>
                  <a:cubicBezTo>
                    <a:pt x="47272" y="219291"/>
                    <a:pt x="48582" y="213490"/>
                    <a:pt x="51101" y="208183"/>
                  </a:cubicBezTo>
                  <a:lnTo>
                    <a:pt x="70949" y="166799"/>
                  </a:lnTo>
                  <a:lnTo>
                    <a:pt x="39340" y="166799"/>
                  </a:lnTo>
                  <a:cubicBezTo>
                    <a:pt x="17418" y="166603"/>
                    <a:pt x="-195" y="148671"/>
                    <a:pt x="2" y="126748"/>
                  </a:cubicBezTo>
                  <a:cubicBezTo>
                    <a:pt x="59" y="120399"/>
                    <a:pt x="1638" y="114157"/>
                    <a:pt x="4606" y="108545"/>
                  </a:cubicBezTo>
                  <a:lnTo>
                    <a:pt x="50803" y="20418"/>
                  </a:lnTo>
                  <a:cubicBezTo>
                    <a:pt x="61454" y="1256"/>
                    <a:pt x="85623" y="-5644"/>
                    <a:pt x="104785" y="5007"/>
                  </a:cubicBezTo>
                  <a:cubicBezTo>
                    <a:pt x="123389" y="15347"/>
                    <a:pt x="130527" y="38519"/>
                    <a:pt x="120967" y="57535"/>
                  </a:cubicBezTo>
                  <a:lnTo>
                    <a:pt x="105138" y="87307"/>
                  </a:lnTo>
                  <a:lnTo>
                    <a:pt x="133620" y="87307"/>
                  </a:lnTo>
                  <a:cubicBezTo>
                    <a:pt x="155544" y="87276"/>
                    <a:pt x="173342" y="105023"/>
                    <a:pt x="173373" y="126947"/>
                  </a:cubicBezTo>
                  <a:cubicBezTo>
                    <a:pt x="173381" y="132965"/>
                    <a:pt x="172022" y="138906"/>
                    <a:pt x="169396" y="144321"/>
                  </a:cubicBezTo>
                  <a:lnTo>
                    <a:pt x="122803" y="242223"/>
                  </a:lnTo>
                  <a:cubicBezTo>
                    <a:pt x="116228" y="256076"/>
                    <a:pt x="102262" y="264904"/>
                    <a:pt x="86927" y="26489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A9DCED8-AD2B-2448-ADA7-17D51D52D2F6}"/>
                </a:ext>
              </a:extLst>
            </p:cNvPr>
            <p:cNvSpPr/>
            <p:nvPr/>
          </p:nvSpPr>
          <p:spPr>
            <a:xfrm>
              <a:off x="8663810" y="2541955"/>
              <a:ext cx="173401" cy="264800"/>
            </a:xfrm>
            <a:custGeom>
              <a:avLst/>
              <a:gdLst>
                <a:gd name="connsiteX0" fmla="*/ 86878 w 173401"/>
                <a:gd name="connsiteY0" fmla="*/ 264800 h 264800"/>
                <a:gd name="connsiteX1" fmla="*/ 47196 w 173401"/>
                <a:gd name="connsiteY1" fmla="*/ 225091 h 264800"/>
                <a:gd name="connsiteX2" fmla="*/ 51052 w 173401"/>
                <a:gd name="connsiteY2" fmla="*/ 208034 h 264800"/>
                <a:gd name="connsiteX3" fmla="*/ 70900 w 173401"/>
                <a:gd name="connsiteY3" fmla="*/ 166700 h 264800"/>
                <a:gd name="connsiteX4" fmla="*/ 39341 w 173401"/>
                <a:gd name="connsiteY4" fmla="*/ 166700 h 264800"/>
                <a:gd name="connsiteX5" fmla="*/ 2 w 173401"/>
                <a:gd name="connsiteY5" fmla="*/ 126649 h 264800"/>
                <a:gd name="connsiteX6" fmla="*/ 4606 w 173401"/>
                <a:gd name="connsiteY6" fmla="*/ 108445 h 264800"/>
                <a:gd name="connsiteX7" fmla="*/ 51151 w 173401"/>
                <a:gd name="connsiteY7" fmla="*/ 20418 h 264800"/>
                <a:gd name="connsiteX8" fmla="*/ 105133 w 173401"/>
                <a:gd name="connsiteY8" fmla="*/ 5007 h 264800"/>
                <a:gd name="connsiteX9" fmla="*/ 121314 w 173401"/>
                <a:gd name="connsiteY9" fmla="*/ 57535 h 264800"/>
                <a:gd name="connsiteX10" fmla="*/ 105485 w 173401"/>
                <a:gd name="connsiteY10" fmla="*/ 87307 h 264800"/>
                <a:gd name="connsiteX11" fmla="*/ 133819 w 173401"/>
                <a:gd name="connsiteY11" fmla="*/ 87307 h 264800"/>
                <a:gd name="connsiteX12" fmla="*/ 173401 w 173401"/>
                <a:gd name="connsiteY12" fmla="*/ 127116 h 264800"/>
                <a:gd name="connsiteX13" fmla="*/ 169546 w 173401"/>
                <a:gd name="connsiteY13" fmla="*/ 144073 h 264800"/>
                <a:gd name="connsiteX14" fmla="*/ 122753 w 173401"/>
                <a:gd name="connsiteY14" fmla="*/ 242372 h 264800"/>
                <a:gd name="connsiteX15" fmla="*/ 86878 w 173401"/>
                <a:gd name="connsiteY15" fmla="*/ 264800 h 26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401" h="264800">
                  <a:moveTo>
                    <a:pt x="86878" y="264800"/>
                  </a:moveTo>
                  <a:cubicBezTo>
                    <a:pt x="64955" y="264793"/>
                    <a:pt x="47186" y="247014"/>
                    <a:pt x="47196" y="225091"/>
                  </a:cubicBezTo>
                  <a:cubicBezTo>
                    <a:pt x="47196" y="219189"/>
                    <a:pt x="48516" y="213362"/>
                    <a:pt x="51052" y="208034"/>
                  </a:cubicBezTo>
                  <a:lnTo>
                    <a:pt x="70900" y="166700"/>
                  </a:lnTo>
                  <a:lnTo>
                    <a:pt x="39341" y="166700"/>
                  </a:lnTo>
                  <a:cubicBezTo>
                    <a:pt x="17419" y="166504"/>
                    <a:pt x="-197" y="148572"/>
                    <a:pt x="2" y="126649"/>
                  </a:cubicBezTo>
                  <a:cubicBezTo>
                    <a:pt x="61" y="120300"/>
                    <a:pt x="1639" y="114057"/>
                    <a:pt x="4606" y="108445"/>
                  </a:cubicBezTo>
                  <a:lnTo>
                    <a:pt x="51151" y="20418"/>
                  </a:lnTo>
                  <a:cubicBezTo>
                    <a:pt x="61799" y="1256"/>
                    <a:pt x="85970" y="-5644"/>
                    <a:pt x="105133" y="5007"/>
                  </a:cubicBezTo>
                  <a:cubicBezTo>
                    <a:pt x="123736" y="15347"/>
                    <a:pt x="130876" y="38519"/>
                    <a:pt x="121314" y="57535"/>
                  </a:cubicBezTo>
                  <a:lnTo>
                    <a:pt x="105485" y="87307"/>
                  </a:lnTo>
                  <a:lnTo>
                    <a:pt x="133819" y="87307"/>
                  </a:lnTo>
                  <a:cubicBezTo>
                    <a:pt x="155741" y="87369"/>
                    <a:pt x="173466" y="105192"/>
                    <a:pt x="173401" y="127116"/>
                  </a:cubicBezTo>
                  <a:cubicBezTo>
                    <a:pt x="173386" y="132984"/>
                    <a:pt x="172072" y="138775"/>
                    <a:pt x="169546" y="144073"/>
                  </a:cubicBezTo>
                  <a:lnTo>
                    <a:pt x="122753" y="242372"/>
                  </a:lnTo>
                  <a:cubicBezTo>
                    <a:pt x="116109" y="256129"/>
                    <a:pt x="102156" y="264851"/>
                    <a:pt x="86878" y="2648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9">
            <a:extLst>
              <a:ext uri="{FF2B5EF4-FFF2-40B4-BE49-F238E27FC236}">
                <a16:creationId xmlns:a16="http://schemas.microsoft.com/office/drawing/2014/main" id="{C9D391A2-748D-45CF-B8E9-A48C8F53907A}"/>
              </a:ext>
            </a:extLst>
          </p:cNvPr>
          <p:cNvGrpSpPr>
            <a:grpSpLocks noChangeAspect="1"/>
          </p:cNvGrpSpPr>
          <p:nvPr/>
        </p:nvGrpSpPr>
        <p:grpSpPr>
          <a:xfrm>
            <a:off x="9463070" y="2585290"/>
            <a:ext cx="733643" cy="742829"/>
            <a:chOff x="9463070" y="2585290"/>
            <a:chExt cx="733643" cy="74282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8F3989B-B6A5-4045-A9D7-080391DC3F9B}"/>
                </a:ext>
              </a:extLst>
            </p:cNvPr>
            <p:cNvSpPr/>
            <p:nvPr/>
          </p:nvSpPr>
          <p:spPr>
            <a:xfrm>
              <a:off x="9746504" y="2689203"/>
              <a:ext cx="79393" cy="622541"/>
            </a:xfrm>
            <a:custGeom>
              <a:avLst/>
              <a:gdLst>
                <a:gd name="connsiteX0" fmla="*/ 39697 w 79393"/>
                <a:gd name="connsiteY0" fmla="*/ 622541 h 622541"/>
                <a:gd name="connsiteX1" fmla="*/ 0 w 79393"/>
                <a:gd name="connsiteY1" fmla="*/ 582845 h 622541"/>
                <a:gd name="connsiteX2" fmla="*/ 0 w 79393"/>
                <a:gd name="connsiteY2" fmla="*/ 39697 h 622541"/>
                <a:gd name="connsiteX3" fmla="*/ 39697 w 79393"/>
                <a:gd name="connsiteY3" fmla="*/ 0 h 622541"/>
                <a:gd name="connsiteX4" fmla="*/ 79393 w 79393"/>
                <a:gd name="connsiteY4" fmla="*/ 39697 h 622541"/>
                <a:gd name="connsiteX5" fmla="*/ 79393 w 79393"/>
                <a:gd name="connsiteY5" fmla="*/ 582845 h 622541"/>
                <a:gd name="connsiteX6" fmla="*/ 39697 w 79393"/>
                <a:gd name="connsiteY6" fmla="*/ 622541 h 6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2541">
                  <a:moveTo>
                    <a:pt x="39697" y="622541"/>
                  </a:moveTo>
                  <a:cubicBezTo>
                    <a:pt x="17773" y="622541"/>
                    <a:pt x="0" y="604767"/>
                    <a:pt x="0" y="5828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82845"/>
                  </a:lnTo>
                  <a:cubicBezTo>
                    <a:pt x="79393" y="604767"/>
                    <a:pt x="61621" y="622541"/>
                    <a:pt x="39697" y="6225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E189B396-D260-DB4E-8FFE-12440435F12E}"/>
                </a:ext>
              </a:extLst>
            </p:cNvPr>
            <p:cNvSpPr/>
            <p:nvPr/>
          </p:nvSpPr>
          <p:spPr>
            <a:xfrm>
              <a:off x="9842768" y="2691784"/>
              <a:ext cx="79393" cy="622590"/>
            </a:xfrm>
            <a:custGeom>
              <a:avLst/>
              <a:gdLst>
                <a:gd name="connsiteX0" fmla="*/ 39697 w 79393"/>
                <a:gd name="connsiteY0" fmla="*/ 622591 h 622590"/>
                <a:gd name="connsiteX1" fmla="*/ 0 w 79393"/>
                <a:gd name="connsiteY1" fmla="*/ 582894 h 622590"/>
                <a:gd name="connsiteX2" fmla="*/ 0 w 79393"/>
                <a:gd name="connsiteY2" fmla="*/ 39697 h 622590"/>
                <a:gd name="connsiteX3" fmla="*/ 39697 w 79393"/>
                <a:gd name="connsiteY3" fmla="*/ 0 h 622590"/>
                <a:gd name="connsiteX4" fmla="*/ 79393 w 79393"/>
                <a:gd name="connsiteY4" fmla="*/ 39697 h 622590"/>
                <a:gd name="connsiteX5" fmla="*/ 79393 w 79393"/>
                <a:gd name="connsiteY5" fmla="*/ 582894 h 622590"/>
                <a:gd name="connsiteX6" fmla="*/ 39697 w 79393"/>
                <a:gd name="connsiteY6" fmla="*/ 622591 h 62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2590">
                  <a:moveTo>
                    <a:pt x="39697" y="622591"/>
                  </a:moveTo>
                  <a:cubicBezTo>
                    <a:pt x="17773" y="622591"/>
                    <a:pt x="0" y="604817"/>
                    <a:pt x="0" y="5828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82894"/>
                  </a:lnTo>
                  <a:cubicBezTo>
                    <a:pt x="79393" y="604817"/>
                    <a:pt x="61619" y="622591"/>
                    <a:pt x="39697" y="6225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67A1D17B-84B2-D748-9B73-2A37B5DF8BB1}"/>
                </a:ext>
              </a:extLst>
            </p:cNvPr>
            <p:cNvSpPr/>
            <p:nvPr/>
          </p:nvSpPr>
          <p:spPr>
            <a:xfrm>
              <a:off x="9807785" y="2585290"/>
              <a:ext cx="236939" cy="155766"/>
            </a:xfrm>
            <a:custGeom>
              <a:avLst/>
              <a:gdLst>
                <a:gd name="connsiteX0" fmla="*/ 197242 w 236939"/>
                <a:gd name="connsiteY0" fmla="*/ 155767 h 155766"/>
                <a:gd name="connsiteX1" fmla="*/ 157546 w 236939"/>
                <a:gd name="connsiteY1" fmla="*/ 116070 h 155766"/>
                <a:gd name="connsiteX2" fmla="*/ 117075 w 236939"/>
                <a:gd name="connsiteY2" fmla="*/ 78387 h 155766"/>
                <a:gd name="connsiteX3" fmla="*/ 79393 w 236939"/>
                <a:gd name="connsiteY3" fmla="*/ 116070 h 155766"/>
                <a:gd name="connsiteX4" fmla="*/ 39697 w 236939"/>
                <a:gd name="connsiteY4" fmla="*/ 155767 h 155766"/>
                <a:gd name="connsiteX5" fmla="*/ 0 w 236939"/>
                <a:gd name="connsiteY5" fmla="*/ 116070 h 155766"/>
                <a:gd name="connsiteX6" fmla="*/ 120896 w 236939"/>
                <a:gd name="connsiteY6" fmla="*/ 25 h 155766"/>
                <a:gd name="connsiteX7" fmla="*/ 236939 w 236939"/>
                <a:gd name="connsiteY7" fmla="*/ 116070 h 155766"/>
                <a:gd name="connsiteX8" fmla="*/ 197242 w 236939"/>
                <a:gd name="connsiteY8" fmla="*/ 155767 h 15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939" h="155766">
                  <a:moveTo>
                    <a:pt x="197242" y="155767"/>
                  </a:moveTo>
                  <a:cubicBezTo>
                    <a:pt x="175320" y="155767"/>
                    <a:pt x="157546" y="137994"/>
                    <a:pt x="157546" y="116070"/>
                  </a:cubicBezTo>
                  <a:cubicBezTo>
                    <a:pt x="156777" y="94489"/>
                    <a:pt x="138660" y="77618"/>
                    <a:pt x="117075" y="78387"/>
                  </a:cubicBezTo>
                  <a:cubicBezTo>
                    <a:pt x="96577" y="79117"/>
                    <a:pt x="80124" y="95568"/>
                    <a:pt x="79393" y="116070"/>
                  </a:cubicBezTo>
                  <a:cubicBezTo>
                    <a:pt x="79393" y="137994"/>
                    <a:pt x="61621" y="155767"/>
                    <a:pt x="39697" y="155767"/>
                  </a:cubicBezTo>
                  <a:cubicBezTo>
                    <a:pt x="17773" y="155767"/>
                    <a:pt x="0" y="137994"/>
                    <a:pt x="0" y="116070"/>
                  </a:cubicBezTo>
                  <a:cubicBezTo>
                    <a:pt x="1339" y="50641"/>
                    <a:pt x="55465" y="-1313"/>
                    <a:pt x="120896" y="25"/>
                  </a:cubicBezTo>
                  <a:cubicBezTo>
                    <a:pt x="184435" y="1326"/>
                    <a:pt x="235639" y="52527"/>
                    <a:pt x="236939" y="116070"/>
                  </a:cubicBezTo>
                  <a:cubicBezTo>
                    <a:pt x="236939" y="137994"/>
                    <a:pt x="219165" y="155767"/>
                    <a:pt x="197242" y="1557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FEF66CB0-645D-8E45-A046-FDD390409510}"/>
                </a:ext>
              </a:extLst>
            </p:cNvPr>
            <p:cNvSpPr/>
            <p:nvPr/>
          </p:nvSpPr>
          <p:spPr>
            <a:xfrm>
              <a:off x="9619227" y="2585290"/>
              <a:ext cx="236939" cy="155766"/>
            </a:xfrm>
            <a:custGeom>
              <a:avLst/>
              <a:gdLst>
                <a:gd name="connsiteX0" fmla="*/ 197242 w 236939"/>
                <a:gd name="connsiteY0" fmla="*/ 155767 h 155766"/>
                <a:gd name="connsiteX1" fmla="*/ 157546 w 236939"/>
                <a:gd name="connsiteY1" fmla="*/ 116070 h 155766"/>
                <a:gd name="connsiteX2" fmla="*/ 117077 w 236939"/>
                <a:gd name="connsiteY2" fmla="*/ 78387 h 155766"/>
                <a:gd name="connsiteX3" fmla="*/ 79393 w 236939"/>
                <a:gd name="connsiteY3" fmla="*/ 116070 h 155766"/>
                <a:gd name="connsiteX4" fmla="*/ 39697 w 236939"/>
                <a:gd name="connsiteY4" fmla="*/ 155767 h 155766"/>
                <a:gd name="connsiteX5" fmla="*/ 0 w 236939"/>
                <a:gd name="connsiteY5" fmla="*/ 116070 h 155766"/>
                <a:gd name="connsiteX6" fmla="*/ 120894 w 236939"/>
                <a:gd name="connsiteY6" fmla="*/ 25 h 155766"/>
                <a:gd name="connsiteX7" fmla="*/ 236939 w 236939"/>
                <a:gd name="connsiteY7" fmla="*/ 116070 h 155766"/>
                <a:gd name="connsiteX8" fmla="*/ 197242 w 236939"/>
                <a:gd name="connsiteY8" fmla="*/ 155767 h 15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939" h="155766">
                  <a:moveTo>
                    <a:pt x="197242" y="155767"/>
                  </a:moveTo>
                  <a:cubicBezTo>
                    <a:pt x="175319" y="155767"/>
                    <a:pt x="157546" y="137994"/>
                    <a:pt x="157546" y="116070"/>
                  </a:cubicBezTo>
                  <a:cubicBezTo>
                    <a:pt x="156777" y="94489"/>
                    <a:pt x="138658" y="77618"/>
                    <a:pt x="117077" y="78387"/>
                  </a:cubicBezTo>
                  <a:cubicBezTo>
                    <a:pt x="96575" y="79117"/>
                    <a:pt x="80124" y="95568"/>
                    <a:pt x="79393" y="116070"/>
                  </a:cubicBezTo>
                  <a:cubicBezTo>
                    <a:pt x="79393" y="137994"/>
                    <a:pt x="61621" y="155767"/>
                    <a:pt x="39697" y="155767"/>
                  </a:cubicBezTo>
                  <a:cubicBezTo>
                    <a:pt x="17773" y="155767"/>
                    <a:pt x="0" y="137994"/>
                    <a:pt x="0" y="116070"/>
                  </a:cubicBezTo>
                  <a:cubicBezTo>
                    <a:pt x="1339" y="50641"/>
                    <a:pt x="55465" y="-1313"/>
                    <a:pt x="120894" y="25"/>
                  </a:cubicBezTo>
                  <a:cubicBezTo>
                    <a:pt x="184437" y="1326"/>
                    <a:pt x="235638" y="52527"/>
                    <a:pt x="236939" y="116070"/>
                  </a:cubicBezTo>
                  <a:cubicBezTo>
                    <a:pt x="236939" y="137994"/>
                    <a:pt x="219166" y="155767"/>
                    <a:pt x="197242" y="1557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872E8C34-159A-584D-A9A9-D97D73301867}"/>
                </a:ext>
              </a:extLst>
            </p:cNvPr>
            <p:cNvSpPr/>
            <p:nvPr/>
          </p:nvSpPr>
          <p:spPr>
            <a:xfrm>
              <a:off x="9464683" y="2866647"/>
              <a:ext cx="732030" cy="84355"/>
            </a:xfrm>
            <a:custGeom>
              <a:avLst/>
              <a:gdLst>
                <a:gd name="connsiteX0" fmla="*/ 39821 w 732030"/>
                <a:gd name="connsiteY0" fmla="*/ 84355 h 84355"/>
                <a:gd name="connsiteX1" fmla="*/ 0 w 732030"/>
                <a:gd name="connsiteY1" fmla="*/ 44783 h 84355"/>
                <a:gd name="connsiteX2" fmla="*/ 39573 w 732030"/>
                <a:gd name="connsiteY2" fmla="*/ 4962 h 84355"/>
                <a:gd name="connsiteX3" fmla="*/ 691887 w 732030"/>
                <a:gd name="connsiteY3" fmla="*/ 0 h 84355"/>
                <a:gd name="connsiteX4" fmla="*/ 692185 w 732030"/>
                <a:gd name="connsiteY4" fmla="*/ 0 h 84355"/>
                <a:gd name="connsiteX5" fmla="*/ 732030 w 732030"/>
                <a:gd name="connsiteY5" fmla="*/ 39548 h 84355"/>
                <a:gd name="connsiteX6" fmla="*/ 692483 w 732030"/>
                <a:gd name="connsiteY6" fmla="*/ 79393 h 84355"/>
                <a:gd name="connsiteX7" fmla="*/ 40119 w 732030"/>
                <a:gd name="connsiteY7" fmla="*/ 84355 h 8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2030" h="84355">
                  <a:moveTo>
                    <a:pt x="39821" y="84355"/>
                  </a:moveTo>
                  <a:cubicBezTo>
                    <a:pt x="17897" y="84424"/>
                    <a:pt x="69" y="66707"/>
                    <a:pt x="0" y="44783"/>
                  </a:cubicBezTo>
                  <a:cubicBezTo>
                    <a:pt x="-68" y="22859"/>
                    <a:pt x="17649" y="5031"/>
                    <a:pt x="39573" y="4962"/>
                  </a:cubicBezTo>
                  <a:lnTo>
                    <a:pt x="691887" y="0"/>
                  </a:lnTo>
                  <a:lnTo>
                    <a:pt x="692185" y="0"/>
                  </a:lnTo>
                  <a:cubicBezTo>
                    <a:pt x="714107" y="-82"/>
                    <a:pt x="731946" y="17624"/>
                    <a:pt x="732030" y="39548"/>
                  </a:cubicBezTo>
                  <a:cubicBezTo>
                    <a:pt x="732115" y="61472"/>
                    <a:pt x="714405" y="79311"/>
                    <a:pt x="692483" y="79393"/>
                  </a:cubicBezTo>
                  <a:lnTo>
                    <a:pt x="40119" y="8435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9414ADD4-19F1-6B4E-B5A3-70D66E14E892}"/>
                </a:ext>
              </a:extLst>
            </p:cNvPr>
            <p:cNvSpPr/>
            <p:nvPr/>
          </p:nvSpPr>
          <p:spPr>
            <a:xfrm>
              <a:off x="9463070" y="2684192"/>
              <a:ext cx="732898" cy="643927"/>
            </a:xfrm>
            <a:custGeom>
              <a:avLst/>
              <a:gdLst>
                <a:gd name="connsiteX0" fmla="*/ 643581 w 732898"/>
                <a:gd name="connsiteY0" fmla="*/ 643928 h 643927"/>
                <a:gd name="connsiteX1" fmla="*/ 89317 w 732898"/>
                <a:gd name="connsiteY1" fmla="*/ 643928 h 643927"/>
                <a:gd name="connsiteX2" fmla="*/ 49621 w 732898"/>
                <a:gd name="connsiteY2" fmla="*/ 604231 h 643927"/>
                <a:gd name="connsiteX3" fmla="*/ 50514 w 732898"/>
                <a:gd name="connsiteY3" fmla="*/ 267604 h 643927"/>
                <a:gd name="connsiteX4" fmla="*/ 38406 w 732898"/>
                <a:gd name="connsiteY4" fmla="*/ 267207 h 643927"/>
                <a:gd name="connsiteX5" fmla="*/ 0 w 732898"/>
                <a:gd name="connsiteY5" fmla="*/ 227511 h 643927"/>
                <a:gd name="connsiteX6" fmla="*/ 0 w 732898"/>
                <a:gd name="connsiteY6" fmla="*/ 39697 h 643927"/>
                <a:gd name="connsiteX7" fmla="*/ 39697 w 732898"/>
                <a:gd name="connsiteY7" fmla="*/ 0 h 643927"/>
                <a:gd name="connsiteX8" fmla="*/ 693202 w 732898"/>
                <a:gd name="connsiteY8" fmla="*/ 0 h 643927"/>
                <a:gd name="connsiteX9" fmla="*/ 732898 w 732898"/>
                <a:gd name="connsiteY9" fmla="*/ 39697 h 643927"/>
                <a:gd name="connsiteX10" fmla="*/ 732898 w 732898"/>
                <a:gd name="connsiteY10" fmla="*/ 222152 h 643927"/>
                <a:gd name="connsiteX11" fmla="*/ 694839 w 732898"/>
                <a:gd name="connsiteY11" fmla="*/ 261848 h 643927"/>
                <a:gd name="connsiteX12" fmla="*/ 683278 w 732898"/>
                <a:gd name="connsiteY12" fmla="*/ 262295 h 643927"/>
                <a:gd name="connsiteX13" fmla="*/ 683278 w 732898"/>
                <a:gd name="connsiteY13" fmla="*/ 604231 h 643927"/>
                <a:gd name="connsiteX14" fmla="*/ 643581 w 732898"/>
                <a:gd name="connsiteY14" fmla="*/ 643928 h 643927"/>
                <a:gd name="connsiteX15" fmla="*/ 129113 w 732898"/>
                <a:gd name="connsiteY15" fmla="*/ 564535 h 643927"/>
                <a:gd name="connsiteX16" fmla="*/ 603884 w 732898"/>
                <a:gd name="connsiteY16" fmla="*/ 564535 h 643927"/>
                <a:gd name="connsiteX17" fmla="*/ 603884 w 732898"/>
                <a:gd name="connsiteY17" fmla="*/ 224186 h 643927"/>
                <a:gd name="connsiteX18" fmla="*/ 642142 w 732898"/>
                <a:gd name="connsiteY18" fmla="*/ 184490 h 643927"/>
                <a:gd name="connsiteX19" fmla="*/ 653704 w 732898"/>
                <a:gd name="connsiteY19" fmla="*/ 183994 h 643927"/>
                <a:gd name="connsiteX20" fmla="*/ 653704 w 732898"/>
                <a:gd name="connsiteY20" fmla="*/ 79393 h 643927"/>
                <a:gd name="connsiteX21" fmla="*/ 79393 w 732898"/>
                <a:gd name="connsiteY21" fmla="*/ 79393 h 643927"/>
                <a:gd name="connsiteX22" fmla="*/ 79393 w 732898"/>
                <a:gd name="connsiteY22" fmla="*/ 189005 h 643927"/>
                <a:gd name="connsiteX23" fmla="*/ 91600 w 732898"/>
                <a:gd name="connsiteY23" fmla="*/ 189402 h 643927"/>
                <a:gd name="connsiteX24" fmla="*/ 130006 w 732898"/>
                <a:gd name="connsiteY24" fmla="*/ 229099 h 64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2898" h="643927">
                  <a:moveTo>
                    <a:pt x="643581" y="643928"/>
                  </a:moveTo>
                  <a:lnTo>
                    <a:pt x="89317" y="643928"/>
                  </a:lnTo>
                  <a:cubicBezTo>
                    <a:pt x="67393" y="643928"/>
                    <a:pt x="49621" y="626154"/>
                    <a:pt x="49621" y="604231"/>
                  </a:cubicBezTo>
                  <a:lnTo>
                    <a:pt x="50514" y="267604"/>
                  </a:lnTo>
                  <a:lnTo>
                    <a:pt x="38406" y="267207"/>
                  </a:lnTo>
                  <a:cubicBezTo>
                    <a:pt x="16988" y="266511"/>
                    <a:pt x="-11" y="248941"/>
                    <a:pt x="0" y="2275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3202" y="0"/>
                  </a:lnTo>
                  <a:cubicBezTo>
                    <a:pt x="715124" y="0"/>
                    <a:pt x="732898" y="17773"/>
                    <a:pt x="732898" y="39697"/>
                  </a:cubicBezTo>
                  <a:lnTo>
                    <a:pt x="732898" y="222152"/>
                  </a:lnTo>
                  <a:cubicBezTo>
                    <a:pt x="732918" y="243451"/>
                    <a:pt x="716122" y="260970"/>
                    <a:pt x="694839" y="261848"/>
                  </a:cubicBezTo>
                  <a:lnTo>
                    <a:pt x="683278" y="262295"/>
                  </a:lnTo>
                  <a:lnTo>
                    <a:pt x="683278" y="604231"/>
                  </a:lnTo>
                  <a:cubicBezTo>
                    <a:pt x="683278" y="626154"/>
                    <a:pt x="665503" y="643928"/>
                    <a:pt x="643581" y="643928"/>
                  </a:cubicBezTo>
                  <a:close/>
                  <a:moveTo>
                    <a:pt x="129113" y="564535"/>
                  </a:moveTo>
                  <a:lnTo>
                    <a:pt x="603884" y="564535"/>
                  </a:lnTo>
                  <a:lnTo>
                    <a:pt x="603884" y="224186"/>
                  </a:lnTo>
                  <a:cubicBezTo>
                    <a:pt x="603870" y="202812"/>
                    <a:pt x="620780" y="185264"/>
                    <a:pt x="642142" y="184490"/>
                  </a:cubicBezTo>
                  <a:lnTo>
                    <a:pt x="653704" y="183994"/>
                  </a:lnTo>
                  <a:lnTo>
                    <a:pt x="653704" y="79393"/>
                  </a:lnTo>
                  <a:lnTo>
                    <a:pt x="79393" y="79393"/>
                  </a:lnTo>
                  <a:lnTo>
                    <a:pt x="79393" y="189005"/>
                  </a:lnTo>
                  <a:lnTo>
                    <a:pt x="91600" y="189402"/>
                  </a:lnTo>
                  <a:cubicBezTo>
                    <a:pt x="113018" y="190099"/>
                    <a:pt x="130018" y="207669"/>
                    <a:pt x="130006" y="2290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0" name="Picture Placeholder 61">
            <a:extLst>
              <a:ext uri="{FF2B5EF4-FFF2-40B4-BE49-F238E27FC236}">
                <a16:creationId xmlns:a16="http://schemas.microsoft.com/office/drawing/2014/main" id="{DC9D0080-D5C0-49C4-8B1E-AD7E3014B187}"/>
              </a:ext>
            </a:extLst>
          </p:cNvPr>
          <p:cNvGrpSpPr>
            <a:grpSpLocks noChangeAspect="1"/>
          </p:cNvGrpSpPr>
          <p:nvPr/>
        </p:nvGrpSpPr>
        <p:grpSpPr>
          <a:xfrm>
            <a:off x="1698300" y="3657042"/>
            <a:ext cx="452839" cy="834421"/>
            <a:chOff x="1698300" y="3657042"/>
            <a:chExt cx="452839" cy="834421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E790A413-AADB-CE45-B217-2CA16FECDE9F}"/>
                </a:ext>
              </a:extLst>
            </p:cNvPr>
            <p:cNvSpPr/>
            <p:nvPr/>
          </p:nvSpPr>
          <p:spPr>
            <a:xfrm>
              <a:off x="1877475" y="4037785"/>
              <a:ext cx="269595" cy="453678"/>
            </a:xfrm>
            <a:custGeom>
              <a:avLst/>
              <a:gdLst>
                <a:gd name="connsiteX0" fmla="*/ 229998 w 269595"/>
                <a:gd name="connsiteY0" fmla="*/ 453480 h 453678"/>
                <a:gd name="connsiteX1" fmla="*/ 190302 w 269595"/>
                <a:gd name="connsiteY1" fmla="*/ 413783 h 453678"/>
                <a:gd name="connsiteX2" fmla="*/ 190302 w 269595"/>
                <a:gd name="connsiteY2" fmla="*/ 232171 h 453678"/>
                <a:gd name="connsiteX3" fmla="*/ 158942 w 269595"/>
                <a:gd name="connsiteY3" fmla="*/ 171932 h 453678"/>
                <a:gd name="connsiteX4" fmla="*/ 17622 w 269595"/>
                <a:gd name="connsiteY4" fmla="*/ 72690 h 453678"/>
                <a:gd name="connsiteX5" fmla="*/ 6711 w 269595"/>
                <a:gd name="connsiteY5" fmla="*/ 17621 h 453678"/>
                <a:gd name="connsiteX6" fmla="*/ 61780 w 269595"/>
                <a:gd name="connsiteY6" fmla="*/ 6711 h 453678"/>
                <a:gd name="connsiteX7" fmla="*/ 63173 w 269595"/>
                <a:gd name="connsiteY7" fmla="*/ 7687 h 453678"/>
                <a:gd name="connsiteX8" fmla="*/ 204543 w 269595"/>
                <a:gd name="connsiteY8" fmla="*/ 106929 h 453678"/>
                <a:gd name="connsiteX9" fmla="*/ 269596 w 269595"/>
                <a:gd name="connsiteY9" fmla="*/ 232370 h 453678"/>
                <a:gd name="connsiteX10" fmla="*/ 269596 w 269595"/>
                <a:gd name="connsiteY10" fmla="*/ 413982 h 453678"/>
                <a:gd name="connsiteX11" fmla="*/ 229899 w 269595"/>
                <a:gd name="connsiteY11" fmla="*/ 453678 h 45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595" h="453678">
                  <a:moveTo>
                    <a:pt x="229998" y="453480"/>
                  </a:moveTo>
                  <a:cubicBezTo>
                    <a:pt x="208076" y="453480"/>
                    <a:pt x="190302" y="435705"/>
                    <a:pt x="190302" y="413783"/>
                  </a:cubicBezTo>
                  <a:lnTo>
                    <a:pt x="190302" y="232171"/>
                  </a:lnTo>
                  <a:cubicBezTo>
                    <a:pt x="190242" y="208195"/>
                    <a:pt x="178552" y="185731"/>
                    <a:pt x="158942" y="171932"/>
                  </a:cubicBezTo>
                  <a:lnTo>
                    <a:pt x="17622" y="72690"/>
                  </a:lnTo>
                  <a:cubicBezTo>
                    <a:pt x="-598" y="60497"/>
                    <a:pt x="-5483" y="35841"/>
                    <a:pt x="6711" y="17621"/>
                  </a:cubicBezTo>
                  <a:cubicBezTo>
                    <a:pt x="18905" y="-598"/>
                    <a:pt x="43560" y="-5483"/>
                    <a:pt x="61780" y="6711"/>
                  </a:cubicBezTo>
                  <a:cubicBezTo>
                    <a:pt x="62252" y="7026"/>
                    <a:pt x="62716" y="7352"/>
                    <a:pt x="63173" y="7687"/>
                  </a:cubicBezTo>
                  <a:lnTo>
                    <a:pt x="204543" y="106929"/>
                  </a:lnTo>
                  <a:cubicBezTo>
                    <a:pt x="245351" y="135664"/>
                    <a:pt x="269621" y="182461"/>
                    <a:pt x="269596" y="232370"/>
                  </a:cubicBezTo>
                  <a:lnTo>
                    <a:pt x="269596" y="413982"/>
                  </a:lnTo>
                  <a:cubicBezTo>
                    <a:pt x="269596" y="435904"/>
                    <a:pt x="251822" y="453678"/>
                    <a:pt x="229899" y="4536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D5E02AF2-3BD6-134E-83DF-49B4536BF830}"/>
                </a:ext>
              </a:extLst>
            </p:cNvPr>
            <p:cNvSpPr/>
            <p:nvPr/>
          </p:nvSpPr>
          <p:spPr>
            <a:xfrm>
              <a:off x="1698300" y="3659821"/>
              <a:ext cx="257616" cy="453682"/>
            </a:xfrm>
            <a:custGeom>
              <a:avLst/>
              <a:gdLst>
                <a:gd name="connsiteX0" fmla="*/ 217836 w 257616"/>
                <a:gd name="connsiteY0" fmla="*/ 453682 h 453682"/>
                <a:gd name="connsiteX1" fmla="*/ 194663 w 257616"/>
                <a:gd name="connsiteY1" fmla="*/ 446189 h 453682"/>
                <a:gd name="connsiteX2" fmla="*/ 67485 w 257616"/>
                <a:gd name="connsiteY2" fmla="*/ 354689 h 453682"/>
                <a:gd name="connsiteX3" fmla="*/ 1 w 257616"/>
                <a:gd name="connsiteY3" fmla="*/ 222400 h 453682"/>
                <a:gd name="connsiteX4" fmla="*/ 695 w 257616"/>
                <a:gd name="connsiteY4" fmla="*/ 39697 h 453682"/>
                <a:gd name="connsiteX5" fmla="*/ 40392 w 257616"/>
                <a:gd name="connsiteY5" fmla="*/ 0 h 453682"/>
                <a:gd name="connsiteX6" fmla="*/ 40392 w 257616"/>
                <a:gd name="connsiteY6" fmla="*/ 0 h 453682"/>
                <a:gd name="connsiteX7" fmla="*/ 80088 w 257616"/>
                <a:gd name="connsiteY7" fmla="*/ 39697 h 453682"/>
                <a:gd name="connsiteX8" fmla="*/ 79493 w 257616"/>
                <a:gd name="connsiteY8" fmla="*/ 222598 h 453682"/>
                <a:gd name="connsiteX9" fmla="*/ 114227 w 257616"/>
                <a:gd name="connsiteY9" fmla="*/ 290182 h 453682"/>
                <a:gd name="connsiteX10" fmla="*/ 241058 w 257616"/>
                <a:gd name="connsiteY10" fmla="*/ 381732 h 453682"/>
                <a:gd name="connsiteX11" fmla="*/ 250170 w 257616"/>
                <a:gd name="connsiteY11" fmla="*/ 437127 h 453682"/>
                <a:gd name="connsiteX12" fmla="*/ 217836 w 257616"/>
                <a:gd name="connsiteY12" fmla="*/ 453682 h 45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7616" h="453682">
                  <a:moveTo>
                    <a:pt x="217836" y="453682"/>
                  </a:moveTo>
                  <a:cubicBezTo>
                    <a:pt x="209517" y="453674"/>
                    <a:pt x="201411" y="451053"/>
                    <a:pt x="194663" y="446189"/>
                  </a:cubicBezTo>
                  <a:lnTo>
                    <a:pt x="67485" y="354689"/>
                  </a:lnTo>
                  <a:cubicBezTo>
                    <a:pt x="24992" y="324039"/>
                    <a:pt x="-130" y="274793"/>
                    <a:pt x="1" y="222400"/>
                  </a:cubicBezTo>
                  <a:lnTo>
                    <a:pt x="695" y="39697"/>
                  </a:lnTo>
                  <a:cubicBezTo>
                    <a:pt x="695" y="17773"/>
                    <a:pt x="18468" y="0"/>
                    <a:pt x="40392" y="0"/>
                  </a:cubicBezTo>
                  <a:lnTo>
                    <a:pt x="40392" y="0"/>
                  </a:lnTo>
                  <a:cubicBezTo>
                    <a:pt x="62316" y="0"/>
                    <a:pt x="80088" y="17773"/>
                    <a:pt x="80088" y="39697"/>
                  </a:cubicBezTo>
                  <a:lnTo>
                    <a:pt x="79493" y="222598"/>
                  </a:lnTo>
                  <a:cubicBezTo>
                    <a:pt x="79468" y="249416"/>
                    <a:pt x="92407" y="274591"/>
                    <a:pt x="114227" y="290182"/>
                  </a:cubicBezTo>
                  <a:lnTo>
                    <a:pt x="241058" y="381732"/>
                  </a:lnTo>
                  <a:cubicBezTo>
                    <a:pt x="258871" y="394513"/>
                    <a:pt x="262951" y="419314"/>
                    <a:pt x="250170" y="437127"/>
                  </a:cubicBezTo>
                  <a:cubicBezTo>
                    <a:pt x="242697" y="447542"/>
                    <a:pt x="230655" y="453708"/>
                    <a:pt x="217836" y="45368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743023B3-9423-2E46-A1B2-6FC71F77E505}"/>
                </a:ext>
              </a:extLst>
            </p:cNvPr>
            <p:cNvSpPr/>
            <p:nvPr/>
          </p:nvSpPr>
          <p:spPr>
            <a:xfrm>
              <a:off x="1812974" y="4364682"/>
              <a:ext cx="216471" cy="80535"/>
            </a:xfrm>
            <a:custGeom>
              <a:avLst/>
              <a:gdLst>
                <a:gd name="connsiteX0" fmla="*/ 39846 w 216471"/>
                <a:gd name="connsiteY0" fmla="*/ 80535 h 80535"/>
                <a:gd name="connsiteX1" fmla="*/ 0 w 216471"/>
                <a:gd name="connsiteY1" fmla="*/ 40987 h 80535"/>
                <a:gd name="connsiteX2" fmla="*/ 39548 w 216471"/>
                <a:gd name="connsiteY2" fmla="*/ 1142 h 80535"/>
                <a:gd name="connsiteX3" fmla="*/ 176253 w 216471"/>
                <a:gd name="connsiteY3" fmla="*/ 0 h 80535"/>
                <a:gd name="connsiteX4" fmla="*/ 176600 w 216471"/>
                <a:gd name="connsiteY4" fmla="*/ 0 h 80535"/>
                <a:gd name="connsiteX5" fmla="*/ 216471 w 216471"/>
                <a:gd name="connsiteY5" fmla="*/ 39523 h 80535"/>
                <a:gd name="connsiteX6" fmla="*/ 176948 w 216471"/>
                <a:gd name="connsiteY6" fmla="*/ 79393 h 80535"/>
                <a:gd name="connsiteX7" fmla="*/ 40193 w 216471"/>
                <a:gd name="connsiteY7" fmla="*/ 80535 h 8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535">
                  <a:moveTo>
                    <a:pt x="39846" y="80535"/>
                  </a:moveTo>
                  <a:cubicBezTo>
                    <a:pt x="17922" y="80619"/>
                    <a:pt x="83" y="62909"/>
                    <a:pt x="0" y="40987"/>
                  </a:cubicBezTo>
                  <a:cubicBezTo>
                    <a:pt x="-82" y="19065"/>
                    <a:pt x="17624" y="1226"/>
                    <a:pt x="39548" y="1142"/>
                  </a:cubicBezTo>
                  <a:lnTo>
                    <a:pt x="176253" y="0"/>
                  </a:lnTo>
                  <a:lnTo>
                    <a:pt x="176600" y="0"/>
                  </a:lnTo>
                  <a:cubicBezTo>
                    <a:pt x="198523" y="-94"/>
                    <a:pt x="216376" y="17601"/>
                    <a:pt x="216471" y="39523"/>
                  </a:cubicBezTo>
                  <a:cubicBezTo>
                    <a:pt x="216565" y="61446"/>
                    <a:pt x="198870" y="79299"/>
                    <a:pt x="176948" y="79393"/>
                  </a:cubicBezTo>
                  <a:lnTo>
                    <a:pt x="40193" y="8053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026C4449-A50B-8242-B23B-D43B4F03EA6E}"/>
                </a:ext>
              </a:extLst>
            </p:cNvPr>
            <p:cNvSpPr/>
            <p:nvPr/>
          </p:nvSpPr>
          <p:spPr>
            <a:xfrm>
              <a:off x="1811386" y="4219443"/>
              <a:ext cx="216446" cy="80485"/>
            </a:xfrm>
            <a:custGeom>
              <a:avLst/>
              <a:gdLst>
                <a:gd name="connsiteX0" fmla="*/ 39846 w 216446"/>
                <a:gd name="connsiteY0" fmla="*/ 80485 h 80485"/>
                <a:gd name="connsiteX1" fmla="*/ 0 w 216446"/>
                <a:gd name="connsiteY1" fmla="*/ 40937 h 80485"/>
                <a:gd name="connsiteX2" fmla="*/ 39548 w 216446"/>
                <a:gd name="connsiteY2" fmla="*/ 1092 h 80485"/>
                <a:gd name="connsiteX3" fmla="*/ 176253 w 216446"/>
                <a:gd name="connsiteY3" fmla="*/ 0 h 80485"/>
                <a:gd name="connsiteX4" fmla="*/ 176600 w 216446"/>
                <a:gd name="connsiteY4" fmla="*/ 0 h 80485"/>
                <a:gd name="connsiteX5" fmla="*/ 216446 w 216446"/>
                <a:gd name="connsiteY5" fmla="*/ 39548 h 80485"/>
                <a:gd name="connsiteX6" fmla="*/ 176898 w 216446"/>
                <a:gd name="connsiteY6" fmla="*/ 79393 h 80485"/>
                <a:gd name="connsiteX7" fmla="*/ 40193 w 216446"/>
                <a:gd name="connsiteY7" fmla="*/ 80485 h 8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46" h="80485">
                  <a:moveTo>
                    <a:pt x="39846" y="80485"/>
                  </a:moveTo>
                  <a:cubicBezTo>
                    <a:pt x="17922" y="80569"/>
                    <a:pt x="83" y="62860"/>
                    <a:pt x="0" y="40937"/>
                  </a:cubicBezTo>
                  <a:cubicBezTo>
                    <a:pt x="-82" y="19015"/>
                    <a:pt x="17624" y="1176"/>
                    <a:pt x="39548" y="1092"/>
                  </a:cubicBezTo>
                  <a:lnTo>
                    <a:pt x="176253" y="0"/>
                  </a:lnTo>
                  <a:lnTo>
                    <a:pt x="176600" y="0"/>
                  </a:lnTo>
                  <a:cubicBezTo>
                    <a:pt x="198523" y="-84"/>
                    <a:pt x="216362" y="17626"/>
                    <a:pt x="216446" y="39548"/>
                  </a:cubicBezTo>
                  <a:cubicBezTo>
                    <a:pt x="216530" y="61470"/>
                    <a:pt x="198821" y="79309"/>
                    <a:pt x="176898" y="79393"/>
                  </a:cubicBezTo>
                  <a:lnTo>
                    <a:pt x="40193" y="8048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081E50A9-F1CE-3649-800B-A59C922EB1A6}"/>
                </a:ext>
              </a:extLst>
            </p:cNvPr>
            <p:cNvSpPr/>
            <p:nvPr/>
          </p:nvSpPr>
          <p:spPr>
            <a:xfrm>
              <a:off x="1815480" y="3841184"/>
              <a:ext cx="216471" cy="80485"/>
            </a:xfrm>
            <a:custGeom>
              <a:avLst/>
              <a:gdLst>
                <a:gd name="connsiteX0" fmla="*/ 39871 w 216471"/>
                <a:gd name="connsiteY0" fmla="*/ 80485 h 80485"/>
                <a:gd name="connsiteX1" fmla="*/ 0 w 216471"/>
                <a:gd name="connsiteY1" fmla="*/ 40962 h 80485"/>
                <a:gd name="connsiteX2" fmla="*/ 39523 w 216471"/>
                <a:gd name="connsiteY2" fmla="*/ 1092 h 80485"/>
                <a:gd name="connsiteX3" fmla="*/ 176278 w 216471"/>
                <a:gd name="connsiteY3" fmla="*/ 0 h 80485"/>
                <a:gd name="connsiteX4" fmla="*/ 176625 w 216471"/>
                <a:gd name="connsiteY4" fmla="*/ 0 h 80485"/>
                <a:gd name="connsiteX5" fmla="*/ 216471 w 216471"/>
                <a:gd name="connsiteY5" fmla="*/ 39548 h 80485"/>
                <a:gd name="connsiteX6" fmla="*/ 176923 w 216471"/>
                <a:gd name="connsiteY6" fmla="*/ 79393 h 80485"/>
                <a:gd name="connsiteX7" fmla="*/ 40168 w 216471"/>
                <a:gd name="connsiteY7" fmla="*/ 80485 h 8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485">
                  <a:moveTo>
                    <a:pt x="39871" y="80485"/>
                  </a:moveTo>
                  <a:cubicBezTo>
                    <a:pt x="17947" y="80581"/>
                    <a:pt x="96" y="62886"/>
                    <a:pt x="0" y="40962"/>
                  </a:cubicBezTo>
                  <a:cubicBezTo>
                    <a:pt x="-95" y="19038"/>
                    <a:pt x="17599" y="1188"/>
                    <a:pt x="39523" y="1092"/>
                  </a:cubicBezTo>
                  <a:lnTo>
                    <a:pt x="176278" y="0"/>
                  </a:lnTo>
                  <a:lnTo>
                    <a:pt x="176625" y="0"/>
                  </a:lnTo>
                  <a:cubicBezTo>
                    <a:pt x="198548" y="-82"/>
                    <a:pt x="216387" y="17624"/>
                    <a:pt x="216471" y="39548"/>
                  </a:cubicBezTo>
                  <a:cubicBezTo>
                    <a:pt x="216555" y="61472"/>
                    <a:pt x="198846" y="79311"/>
                    <a:pt x="176923" y="79393"/>
                  </a:cubicBezTo>
                  <a:lnTo>
                    <a:pt x="40168" y="8048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699B1A1-309E-4E40-9BFB-0BB877D34FF8}"/>
                </a:ext>
              </a:extLst>
            </p:cNvPr>
            <p:cNvSpPr/>
            <p:nvPr/>
          </p:nvSpPr>
          <p:spPr>
            <a:xfrm>
              <a:off x="1813694" y="3696044"/>
              <a:ext cx="216471" cy="80535"/>
            </a:xfrm>
            <a:custGeom>
              <a:avLst/>
              <a:gdLst>
                <a:gd name="connsiteX0" fmla="*/ 39871 w 216471"/>
                <a:gd name="connsiteY0" fmla="*/ 80535 h 80535"/>
                <a:gd name="connsiteX1" fmla="*/ 0 w 216471"/>
                <a:gd name="connsiteY1" fmla="*/ 41012 h 80535"/>
                <a:gd name="connsiteX2" fmla="*/ 39523 w 216471"/>
                <a:gd name="connsiteY2" fmla="*/ 1142 h 80535"/>
                <a:gd name="connsiteX3" fmla="*/ 176278 w 216471"/>
                <a:gd name="connsiteY3" fmla="*/ 0 h 80535"/>
                <a:gd name="connsiteX4" fmla="*/ 176625 w 216471"/>
                <a:gd name="connsiteY4" fmla="*/ 0 h 80535"/>
                <a:gd name="connsiteX5" fmla="*/ 216471 w 216471"/>
                <a:gd name="connsiteY5" fmla="*/ 39548 h 80535"/>
                <a:gd name="connsiteX6" fmla="*/ 176923 w 216471"/>
                <a:gd name="connsiteY6" fmla="*/ 79393 h 80535"/>
                <a:gd name="connsiteX7" fmla="*/ 40168 w 216471"/>
                <a:gd name="connsiteY7" fmla="*/ 80535 h 8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535">
                  <a:moveTo>
                    <a:pt x="39871" y="80535"/>
                  </a:moveTo>
                  <a:cubicBezTo>
                    <a:pt x="17947" y="80630"/>
                    <a:pt x="96" y="62936"/>
                    <a:pt x="0" y="41012"/>
                  </a:cubicBezTo>
                  <a:cubicBezTo>
                    <a:pt x="-95" y="19088"/>
                    <a:pt x="17599" y="1237"/>
                    <a:pt x="39523" y="1142"/>
                  </a:cubicBezTo>
                  <a:lnTo>
                    <a:pt x="176278" y="0"/>
                  </a:lnTo>
                  <a:lnTo>
                    <a:pt x="176625" y="0"/>
                  </a:lnTo>
                  <a:cubicBezTo>
                    <a:pt x="198548" y="-82"/>
                    <a:pt x="216387" y="17624"/>
                    <a:pt x="216471" y="39548"/>
                  </a:cubicBezTo>
                  <a:cubicBezTo>
                    <a:pt x="216555" y="61472"/>
                    <a:pt x="198846" y="79311"/>
                    <a:pt x="176923" y="79393"/>
                  </a:cubicBezTo>
                  <a:lnTo>
                    <a:pt x="40168" y="8053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37" name="Picture Placeholder 61">
              <a:extLst>
                <a:ext uri="{FF2B5EF4-FFF2-40B4-BE49-F238E27FC236}">
                  <a16:creationId xmlns:a16="http://schemas.microsoft.com/office/drawing/2014/main" id="{DC9D0080-D5C0-49C4-8B1E-AD7E3014B187}"/>
                </a:ext>
              </a:extLst>
            </p:cNvPr>
            <p:cNvGrpSpPr/>
            <p:nvPr/>
          </p:nvGrpSpPr>
          <p:grpSpPr>
            <a:xfrm>
              <a:off x="1700534" y="3657042"/>
              <a:ext cx="450606" cy="831444"/>
              <a:chOff x="1700534" y="3657042"/>
              <a:chExt cx="450606" cy="831444"/>
            </a:xfrm>
            <a:solidFill>
              <a:srgbClr val="EF463C"/>
            </a:solidFill>
          </p:grpSpPr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50AF1B20-0649-334D-B3DF-DEBCFD326786}"/>
                  </a:ext>
                </a:extLst>
              </p:cNvPr>
              <p:cNvSpPr/>
              <p:nvPr/>
            </p:nvSpPr>
            <p:spPr>
              <a:xfrm>
                <a:off x="1700534" y="4037941"/>
                <a:ext cx="255019" cy="450544"/>
              </a:xfrm>
              <a:custGeom>
                <a:avLst/>
                <a:gdLst>
                  <a:gd name="connsiteX0" fmla="*/ 40292 w 255019"/>
                  <a:gd name="connsiteY0" fmla="*/ 450545 h 450544"/>
                  <a:gd name="connsiteX1" fmla="*/ 596 w 255019"/>
                  <a:gd name="connsiteY1" fmla="*/ 410848 h 450544"/>
                  <a:gd name="connsiteX2" fmla="*/ 0 w 255019"/>
                  <a:gd name="connsiteY2" fmla="*/ 221396 h 450544"/>
                  <a:gd name="connsiteX3" fmla="*/ 62225 w 255019"/>
                  <a:gd name="connsiteY3" fmla="*/ 99478 h 450544"/>
                  <a:gd name="connsiteX4" fmla="*/ 189948 w 255019"/>
                  <a:gd name="connsiteY4" fmla="*/ 9169 h 450544"/>
                  <a:gd name="connsiteX5" fmla="*/ 245851 w 255019"/>
                  <a:gd name="connsiteY5" fmla="*/ 14324 h 450544"/>
                  <a:gd name="connsiteX6" fmla="*/ 240695 w 255019"/>
                  <a:gd name="connsiteY6" fmla="*/ 70226 h 450544"/>
                  <a:gd name="connsiteX7" fmla="*/ 235848 w 255019"/>
                  <a:gd name="connsiteY7" fmla="*/ 73676 h 450544"/>
                  <a:gd name="connsiteX8" fmla="*/ 108372 w 255019"/>
                  <a:gd name="connsiteY8" fmla="*/ 164283 h 450544"/>
                  <a:gd name="connsiteX9" fmla="*/ 79394 w 255019"/>
                  <a:gd name="connsiteY9" fmla="*/ 221297 h 450544"/>
                  <a:gd name="connsiteX10" fmla="*/ 79989 w 255019"/>
                  <a:gd name="connsiteY10" fmla="*/ 410848 h 450544"/>
                  <a:gd name="connsiteX11" fmla="*/ 40292 w 255019"/>
                  <a:gd name="connsiteY11" fmla="*/ 450545 h 450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5019" h="450544">
                    <a:moveTo>
                      <a:pt x="40292" y="450545"/>
                    </a:moveTo>
                    <a:cubicBezTo>
                      <a:pt x="18368" y="450545"/>
                      <a:pt x="596" y="432771"/>
                      <a:pt x="596" y="410848"/>
                    </a:cubicBezTo>
                    <a:lnTo>
                      <a:pt x="0" y="221396"/>
                    </a:lnTo>
                    <a:cubicBezTo>
                      <a:pt x="-98" y="173111"/>
                      <a:pt x="23063" y="127727"/>
                      <a:pt x="62225" y="99478"/>
                    </a:cubicBezTo>
                    <a:lnTo>
                      <a:pt x="189948" y="9169"/>
                    </a:lnTo>
                    <a:cubicBezTo>
                      <a:pt x="206809" y="-4845"/>
                      <a:pt x="231837" y="-2536"/>
                      <a:pt x="245851" y="14324"/>
                    </a:cubicBezTo>
                    <a:cubicBezTo>
                      <a:pt x="259864" y="31185"/>
                      <a:pt x="257556" y="56213"/>
                      <a:pt x="240695" y="70226"/>
                    </a:cubicBezTo>
                    <a:cubicBezTo>
                      <a:pt x="239168" y="71496"/>
                      <a:pt x="237548" y="72649"/>
                      <a:pt x="235848" y="73676"/>
                    </a:cubicBezTo>
                    <a:lnTo>
                      <a:pt x="108372" y="164283"/>
                    </a:lnTo>
                    <a:cubicBezTo>
                      <a:pt x="90115" y="177532"/>
                      <a:pt x="79334" y="198740"/>
                      <a:pt x="79394" y="221297"/>
                    </a:cubicBezTo>
                    <a:lnTo>
                      <a:pt x="79989" y="410848"/>
                    </a:lnTo>
                    <a:cubicBezTo>
                      <a:pt x="79989" y="432771"/>
                      <a:pt x="62216" y="450545"/>
                      <a:pt x="40292" y="45054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64BB1CE1-3BDE-F34D-9B35-5E6661701858}"/>
                  </a:ext>
                </a:extLst>
              </p:cNvPr>
              <p:cNvSpPr/>
              <p:nvPr/>
            </p:nvSpPr>
            <p:spPr>
              <a:xfrm>
                <a:off x="1867873" y="3657042"/>
                <a:ext cx="283266" cy="465640"/>
              </a:xfrm>
              <a:custGeom>
                <a:avLst/>
                <a:gdLst>
                  <a:gd name="connsiteX0" fmla="*/ 39778 w 283266"/>
                  <a:gd name="connsiteY0" fmla="*/ 465641 h 465640"/>
                  <a:gd name="connsiteX1" fmla="*/ 0 w 283266"/>
                  <a:gd name="connsiteY1" fmla="*/ 426025 h 465640"/>
                  <a:gd name="connsiteX2" fmla="*/ 16555 w 283266"/>
                  <a:gd name="connsiteY2" fmla="*/ 393691 h 465640"/>
                  <a:gd name="connsiteX3" fmla="*/ 171967 w 283266"/>
                  <a:gd name="connsiteY3" fmla="*/ 281895 h 465640"/>
                  <a:gd name="connsiteX4" fmla="*/ 203873 w 283266"/>
                  <a:gd name="connsiteY4" fmla="*/ 221110 h 465640"/>
                  <a:gd name="connsiteX5" fmla="*/ 203873 w 283266"/>
                  <a:gd name="connsiteY5" fmla="*/ 39697 h 465640"/>
                  <a:gd name="connsiteX6" fmla="*/ 243570 w 283266"/>
                  <a:gd name="connsiteY6" fmla="*/ 0 h 465640"/>
                  <a:gd name="connsiteX7" fmla="*/ 243570 w 283266"/>
                  <a:gd name="connsiteY7" fmla="*/ 0 h 465640"/>
                  <a:gd name="connsiteX8" fmla="*/ 283267 w 283266"/>
                  <a:gd name="connsiteY8" fmla="*/ 39697 h 465640"/>
                  <a:gd name="connsiteX9" fmla="*/ 283267 w 283266"/>
                  <a:gd name="connsiteY9" fmla="*/ 221110 h 465640"/>
                  <a:gd name="connsiteX10" fmla="*/ 218164 w 283266"/>
                  <a:gd name="connsiteY10" fmla="*/ 346650 h 465640"/>
                  <a:gd name="connsiteX11" fmla="*/ 62901 w 283266"/>
                  <a:gd name="connsiteY11" fmla="*/ 458148 h 465640"/>
                  <a:gd name="connsiteX12" fmla="*/ 39778 w 283266"/>
                  <a:gd name="connsiteY12" fmla="*/ 465641 h 46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83266" h="465640">
                    <a:moveTo>
                      <a:pt x="39778" y="465641"/>
                    </a:moveTo>
                    <a:cubicBezTo>
                      <a:pt x="17854" y="465685"/>
                      <a:pt x="45" y="447949"/>
                      <a:pt x="0" y="426025"/>
                    </a:cubicBezTo>
                    <a:cubicBezTo>
                      <a:pt x="-26" y="413206"/>
                      <a:pt x="6140" y="401163"/>
                      <a:pt x="16555" y="393691"/>
                    </a:cubicBezTo>
                    <a:lnTo>
                      <a:pt x="171967" y="281895"/>
                    </a:lnTo>
                    <a:cubicBezTo>
                      <a:pt x="191870" y="268041"/>
                      <a:pt x="203774" y="245359"/>
                      <a:pt x="203873" y="221110"/>
                    </a:cubicBezTo>
                    <a:lnTo>
                      <a:pt x="203873" y="39697"/>
                    </a:lnTo>
                    <a:cubicBezTo>
                      <a:pt x="203873" y="17773"/>
                      <a:pt x="221648" y="0"/>
                      <a:pt x="243570" y="0"/>
                    </a:cubicBezTo>
                    <a:lnTo>
                      <a:pt x="243570" y="0"/>
                    </a:lnTo>
                    <a:cubicBezTo>
                      <a:pt x="265492" y="0"/>
                      <a:pt x="283267" y="17773"/>
                      <a:pt x="283267" y="39697"/>
                    </a:cubicBezTo>
                    <a:lnTo>
                      <a:pt x="283267" y="221110"/>
                    </a:lnTo>
                    <a:cubicBezTo>
                      <a:pt x="283227" y="271043"/>
                      <a:pt x="258952" y="317850"/>
                      <a:pt x="218164" y="346650"/>
                    </a:cubicBezTo>
                    <a:lnTo>
                      <a:pt x="62901" y="458148"/>
                    </a:lnTo>
                    <a:cubicBezTo>
                      <a:pt x="56179" y="463026"/>
                      <a:pt x="48084" y="465649"/>
                      <a:pt x="39778" y="46564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40" name="Picture Placeholder 63">
            <a:extLst>
              <a:ext uri="{FF2B5EF4-FFF2-40B4-BE49-F238E27FC236}">
                <a16:creationId xmlns:a16="http://schemas.microsoft.com/office/drawing/2014/main" id="{040BF594-7245-45DE-BDAF-F36D36459DDB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3639973"/>
            <a:ext cx="868363" cy="868362"/>
            <a:chOff x="2808097" y="3639973"/>
            <a:chExt cx="868363" cy="868362"/>
          </a:xfrm>
        </p:grpSpPr>
        <p:grpSp>
          <p:nvGrpSpPr>
            <p:cNvPr id="141" name="Picture Placeholder 63">
              <a:extLst>
                <a:ext uri="{FF2B5EF4-FFF2-40B4-BE49-F238E27FC236}">
                  <a16:creationId xmlns:a16="http://schemas.microsoft.com/office/drawing/2014/main" id="{040BF594-7245-45DE-BDAF-F36D36459DDB}"/>
                </a:ext>
              </a:extLst>
            </p:cNvPr>
            <p:cNvGrpSpPr/>
            <p:nvPr/>
          </p:nvGrpSpPr>
          <p:grpSpPr>
            <a:xfrm>
              <a:off x="2833602" y="3757474"/>
              <a:ext cx="817352" cy="633358"/>
              <a:chOff x="2833602" y="3757474"/>
              <a:chExt cx="817352" cy="633358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2B9CF98-5A28-1A4F-AF0A-5E09C1683022}"/>
                  </a:ext>
                </a:extLst>
              </p:cNvPr>
              <p:cNvSpPr/>
              <p:nvPr/>
            </p:nvSpPr>
            <p:spPr>
              <a:xfrm>
                <a:off x="2833602" y="4061401"/>
                <a:ext cx="166378" cy="174565"/>
              </a:xfrm>
              <a:custGeom>
                <a:avLst/>
                <a:gdLst>
                  <a:gd name="connsiteX0" fmla="*/ 126682 w 166378"/>
                  <a:gd name="connsiteY0" fmla="*/ 174566 h 174565"/>
                  <a:gd name="connsiteX1" fmla="*/ 39697 w 166378"/>
                  <a:gd name="connsiteY1" fmla="*/ 174566 h 174565"/>
                  <a:gd name="connsiteX2" fmla="*/ 0 w 166378"/>
                  <a:gd name="connsiteY2" fmla="*/ 134869 h 174565"/>
                  <a:gd name="connsiteX3" fmla="*/ 0 w 166378"/>
                  <a:gd name="connsiteY3" fmla="*/ 39697 h 174565"/>
                  <a:gd name="connsiteX4" fmla="*/ 39697 w 166378"/>
                  <a:gd name="connsiteY4" fmla="*/ 0 h 174565"/>
                  <a:gd name="connsiteX5" fmla="*/ 124796 w 166378"/>
                  <a:gd name="connsiteY5" fmla="*/ 0 h 174565"/>
                  <a:gd name="connsiteX6" fmla="*/ 164493 w 166378"/>
                  <a:gd name="connsiteY6" fmla="*/ 39697 h 174565"/>
                  <a:gd name="connsiteX7" fmla="*/ 124796 w 166378"/>
                  <a:gd name="connsiteY7" fmla="*/ 79393 h 174565"/>
                  <a:gd name="connsiteX8" fmla="*/ 79393 w 166378"/>
                  <a:gd name="connsiteY8" fmla="*/ 79393 h 174565"/>
                  <a:gd name="connsiteX9" fmla="*/ 79393 w 166378"/>
                  <a:gd name="connsiteY9" fmla="*/ 95172 h 174565"/>
                  <a:gd name="connsiteX10" fmla="*/ 126682 w 166378"/>
                  <a:gd name="connsiteY10" fmla="*/ 95172 h 174565"/>
                  <a:gd name="connsiteX11" fmla="*/ 166378 w 166378"/>
                  <a:gd name="connsiteY11" fmla="*/ 134869 h 174565"/>
                  <a:gd name="connsiteX12" fmla="*/ 126682 w 166378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6378" h="174565">
                    <a:moveTo>
                      <a:pt x="126682" y="174566"/>
                    </a:moveTo>
                    <a:lnTo>
                      <a:pt x="39697" y="174566"/>
                    </a:lnTo>
                    <a:cubicBezTo>
                      <a:pt x="17773" y="174566"/>
                      <a:pt x="0" y="156791"/>
                      <a:pt x="0" y="134869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124796" y="0"/>
                    </a:lnTo>
                    <a:cubicBezTo>
                      <a:pt x="146720" y="0"/>
                      <a:pt x="164493" y="17773"/>
                      <a:pt x="164493" y="39697"/>
                    </a:cubicBezTo>
                    <a:cubicBezTo>
                      <a:pt x="164493" y="61620"/>
                      <a:pt x="146720" y="79393"/>
                      <a:pt x="124796" y="79393"/>
                    </a:cubicBezTo>
                    <a:lnTo>
                      <a:pt x="79393" y="79393"/>
                    </a:lnTo>
                    <a:lnTo>
                      <a:pt x="79393" y="95172"/>
                    </a:lnTo>
                    <a:lnTo>
                      <a:pt x="126682" y="95172"/>
                    </a:lnTo>
                    <a:cubicBezTo>
                      <a:pt x="148606" y="95172"/>
                      <a:pt x="166378" y="112947"/>
                      <a:pt x="166378" y="134869"/>
                    </a:cubicBezTo>
                    <a:cubicBezTo>
                      <a:pt x="166378" y="156791"/>
                      <a:pt x="148606" y="174566"/>
                      <a:pt x="126682" y="17456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889AAF13-B6C3-434D-B937-4A69D55F3C8B}"/>
                  </a:ext>
                </a:extLst>
              </p:cNvPr>
              <p:cNvSpPr/>
              <p:nvPr/>
            </p:nvSpPr>
            <p:spPr>
              <a:xfrm>
                <a:off x="3486462" y="4059515"/>
                <a:ext cx="164492" cy="174565"/>
              </a:xfrm>
              <a:custGeom>
                <a:avLst/>
                <a:gdLst>
                  <a:gd name="connsiteX0" fmla="*/ 124796 w 164492"/>
                  <a:gd name="connsiteY0" fmla="*/ 174566 h 174565"/>
                  <a:gd name="connsiteX1" fmla="*/ 39697 w 164492"/>
                  <a:gd name="connsiteY1" fmla="*/ 174566 h 174565"/>
                  <a:gd name="connsiteX2" fmla="*/ 0 w 164492"/>
                  <a:gd name="connsiteY2" fmla="*/ 134869 h 174565"/>
                  <a:gd name="connsiteX3" fmla="*/ 39697 w 164492"/>
                  <a:gd name="connsiteY3" fmla="*/ 95172 h 174565"/>
                  <a:gd name="connsiteX4" fmla="*/ 85100 w 164492"/>
                  <a:gd name="connsiteY4" fmla="*/ 95172 h 174565"/>
                  <a:gd name="connsiteX5" fmla="*/ 85100 w 164492"/>
                  <a:gd name="connsiteY5" fmla="*/ 79393 h 174565"/>
                  <a:gd name="connsiteX6" fmla="*/ 42773 w 164492"/>
                  <a:gd name="connsiteY6" fmla="*/ 79393 h 174565"/>
                  <a:gd name="connsiteX7" fmla="*/ 3076 w 164492"/>
                  <a:gd name="connsiteY7" fmla="*/ 39697 h 174565"/>
                  <a:gd name="connsiteX8" fmla="*/ 42773 w 164492"/>
                  <a:gd name="connsiteY8" fmla="*/ 0 h 174565"/>
                  <a:gd name="connsiteX9" fmla="*/ 124796 w 164492"/>
                  <a:gd name="connsiteY9" fmla="*/ 0 h 174565"/>
                  <a:gd name="connsiteX10" fmla="*/ 164493 w 164492"/>
                  <a:gd name="connsiteY10" fmla="*/ 39697 h 174565"/>
                  <a:gd name="connsiteX11" fmla="*/ 164493 w 164492"/>
                  <a:gd name="connsiteY11" fmla="*/ 134869 h 174565"/>
                  <a:gd name="connsiteX12" fmla="*/ 124796 w 164492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92" h="174565">
                    <a:moveTo>
                      <a:pt x="124796" y="174566"/>
                    </a:moveTo>
                    <a:lnTo>
                      <a:pt x="39697" y="174566"/>
                    </a:lnTo>
                    <a:cubicBezTo>
                      <a:pt x="17774" y="174566"/>
                      <a:pt x="0" y="156791"/>
                      <a:pt x="0" y="134869"/>
                    </a:cubicBezTo>
                    <a:cubicBezTo>
                      <a:pt x="0" y="112947"/>
                      <a:pt x="17774" y="95172"/>
                      <a:pt x="39697" y="95172"/>
                    </a:cubicBezTo>
                    <a:lnTo>
                      <a:pt x="85100" y="95172"/>
                    </a:lnTo>
                    <a:lnTo>
                      <a:pt x="85100" y="79393"/>
                    </a:lnTo>
                    <a:lnTo>
                      <a:pt x="42773" y="79393"/>
                    </a:lnTo>
                    <a:cubicBezTo>
                      <a:pt x="20851" y="79393"/>
                      <a:pt x="3076" y="61620"/>
                      <a:pt x="3076" y="39697"/>
                    </a:cubicBezTo>
                    <a:cubicBezTo>
                      <a:pt x="3076" y="17773"/>
                      <a:pt x="20851" y="0"/>
                      <a:pt x="42773" y="0"/>
                    </a:cubicBezTo>
                    <a:lnTo>
                      <a:pt x="124796" y="0"/>
                    </a:lnTo>
                    <a:cubicBezTo>
                      <a:pt x="146719" y="0"/>
                      <a:pt x="164493" y="17773"/>
                      <a:pt x="164493" y="39697"/>
                    </a:cubicBezTo>
                    <a:lnTo>
                      <a:pt x="164493" y="134869"/>
                    </a:lnTo>
                    <a:cubicBezTo>
                      <a:pt x="164493" y="156791"/>
                      <a:pt x="146719" y="174566"/>
                      <a:pt x="124796" y="17456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0BD45F6D-55F4-5C4E-A813-837B4BD9E358}"/>
                  </a:ext>
                </a:extLst>
              </p:cNvPr>
              <p:cNvSpPr/>
              <p:nvPr/>
            </p:nvSpPr>
            <p:spPr>
              <a:xfrm>
                <a:off x="3205658" y="3757474"/>
                <a:ext cx="79393" cy="210490"/>
              </a:xfrm>
              <a:custGeom>
                <a:avLst/>
                <a:gdLst>
                  <a:gd name="connsiteX0" fmla="*/ 39697 w 79393"/>
                  <a:gd name="connsiteY0" fmla="*/ 210491 h 210490"/>
                  <a:gd name="connsiteX1" fmla="*/ 0 w 79393"/>
                  <a:gd name="connsiteY1" fmla="*/ 170794 h 210490"/>
                  <a:gd name="connsiteX2" fmla="*/ 0 w 79393"/>
                  <a:gd name="connsiteY2" fmla="*/ 39697 h 210490"/>
                  <a:gd name="connsiteX3" fmla="*/ 39697 w 79393"/>
                  <a:gd name="connsiteY3" fmla="*/ 0 h 210490"/>
                  <a:gd name="connsiteX4" fmla="*/ 79393 w 79393"/>
                  <a:gd name="connsiteY4" fmla="*/ 39697 h 210490"/>
                  <a:gd name="connsiteX5" fmla="*/ 79393 w 79393"/>
                  <a:gd name="connsiteY5" fmla="*/ 170794 h 210490"/>
                  <a:gd name="connsiteX6" fmla="*/ 39697 w 79393"/>
                  <a:gd name="connsiteY6" fmla="*/ 210491 h 2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10490">
                    <a:moveTo>
                      <a:pt x="39697" y="210491"/>
                    </a:moveTo>
                    <a:cubicBezTo>
                      <a:pt x="17773" y="210491"/>
                      <a:pt x="0" y="192718"/>
                      <a:pt x="0" y="17079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70794"/>
                    </a:lnTo>
                    <a:cubicBezTo>
                      <a:pt x="79393" y="192718"/>
                      <a:pt x="61621" y="210491"/>
                      <a:pt x="39697" y="21049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E597E935-6A42-C84B-AD6F-18972ADE0FB2}"/>
                  </a:ext>
                </a:extLst>
              </p:cNvPr>
              <p:cNvSpPr/>
              <p:nvPr/>
            </p:nvSpPr>
            <p:spPr>
              <a:xfrm>
                <a:off x="2937607" y="3891599"/>
                <a:ext cx="606266" cy="499233"/>
              </a:xfrm>
              <a:custGeom>
                <a:avLst/>
                <a:gdLst>
                  <a:gd name="connsiteX0" fmla="*/ 565677 w 606266"/>
                  <a:gd name="connsiteY0" fmla="*/ 499234 h 499233"/>
                  <a:gd name="connsiteX1" fmla="*/ 39697 w 606266"/>
                  <a:gd name="connsiteY1" fmla="*/ 499234 h 499233"/>
                  <a:gd name="connsiteX2" fmla="*/ 0 w 606266"/>
                  <a:gd name="connsiteY2" fmla="*/ 459537 h 499233"/>
                  <a:gd name="connsiteX3" fmla="*/ 0 w 606266"/>
                  <a:gd name="connsiteY3" fmla="*/ 39697 h 499233"/>
                  <a:gd name="connsiteX4" fmla="*/ 39697 w 606266"/>
                  <a:gd name="connsiteY4" fmla="*/ 0 h 499233"/>
                  <a:gd name="connsiteX5" fmla="*/ 566570 w 606266"/>
                  <a:gd name="connsiteY5" fmla="*/ 0 h 499233"/>
                  <a:gd name="connsiteX6" fmla="*/ 606266 w 606266"/>
                  <a:gd name="connsiteY6" fmla="*/ 39697 h 499233"/>
                  <a:gd name="connsiteX7" fmla="*/ 606266 w 606266"/>
                  <a:gd name="connsiteY7" fmla="*/ 459537 h 499233"/>
                  <a:gd name="connsiteX8" fmla="*/ 566570 w 606266"/>
                  <a:gd name="connsiteY8" fmla="*/ 499234 h 499233"/>
                  <a:gd name="connsiteX9" fmla="*/ 79393 w 606266"/>
                  <a:gd name="connsiteY9" fmla="*/ 419841 h 499233"/>
                  <a:gd name="connsiteX10" fmla="*/ 527022 w 606266"/>
                  <a:gd name="connsiteY10" fmla="*/ 419841 h 499233"/>
                  <a:gd name="connsiteX11" fmla="*/ 527022 w 606266"/>
                  <a:gd name="connsiteY11" fmla="*/ 79393 h 499233"/>
                  <a:gd name="connsiteX12" fmla="*/ 79244 w 606266"/>
                  <a:gd name="connsiteY12" fmla="*/ 79393 h 49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6266" h="499233">
                    <a:moveTo>
                      <a:pt x="565677" y="499234"/>
                    </a:moveTo>
                    <a:lnTo>
                      <a:pt x="39697" y="499234"/>
                    </a:lnTo>
                    <a:cubicBezTo>
                      <a:pt x="17773" y="499234"/>
                      <a:pt x="0" y="481460"/>
                      <a:pt x="0" y="45953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566570" y="0"/>
                    </a:lnTo>
                    <a:cubicBezTo>
                      <a:pt x="588492" y="0"/>
                      <a:pt x="606266" y="17773"/>
                      <a:pt x="606266" y="39697"/>
                    </a:cubicBezTo>
                    <a:lnTo>
                      <a:pt x="606266" y="459537"/>
                    </a:lnTo>
                    <a:cubicBezTo>
                      <a:pt x="606266" y="481460"/>
                      <a:pt x="588492" y="499234"/>
                      <a:pt x="566570" y="499234"/>
                    </a:cubicBezTo>
                    <a:close/>
                    <a:moveTo>
                      <a:pt x="79393" y="419841"/>
                    </a:moveTo>
                    <a:lnTo>
                      <a:pt x="527022" y="419841"/>
                    </a:lnTo>
                    <a:lnTo>
                      <a:pt x="527022" y="79393"/>
                    </a:lnTo>
                    <a:lnTo>
                      <a:pt x="79244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2DAC8A32-2146-E14D-97C6-56D4E9D41A7F}"/>
                  </a:ext>
                </a:extLst>
              </p:cNvPr>
              <p:cNvSpPr/>
              <p:nvPr/>
            </p:nvSpPr>
            <p:spPr>
              <a:xfrm>
                <a:off x="3064239" y="4024909"/>
                <a:ext cx="79345" cy="79364"/>
              </a:xfrm>
              <a:custGeom>
                <a:avLst/>
                <a:gdLst>
                  <a:gd name="connsiteX0" fmla="*/ 39697 w 79345"/>
                  <a:gd name="connsiteY0" fmla="*/ 79364 h 79364"/>
                  <a:gd name="connsiteX1" fmla="*/ 31956 w 79345"/>
                  <a:gd name="connsiteY1" fmla="*/ 78570 h 79364"/>
                  <a:gd name="connsiteX2" fmla="*/ 24513 w 79345"/>
                  <a:gd name="connsiteY2" fmla="*/ 76337 h 79364"/>
                  <a:gd name="connsiteX3" fmla="*/ 17665 w 79345"/>
                  <a:gd name="connsiteY3" fmla="*/ 72665 h 79364"/>
                  <a:gd name="connsiteX4" fmla="*/ 11661 w 79345"/>
                  <a:gd name="connsiteY4" fmla="*/ 67703 h 79364"/>
                  <a:gd name="connsiteX5" fmla="*/ 0 w 79345"/>
                  <a:gd name="connsiteY5" fmla="*/ 39618 h 79364"/>
                  <a:gd name="connsiteX6" fmla="*/ 3076 w 79345"/>
                  <a:gd name="connsiteY6" fmla="*/ 24434 h 79364"/>
                  <a:gd name="connsiteX7" fmla="*/ 6848 w 79345"/>
                  <a:gd name="connsiteY7" fmla="*/ 17636 h 79364"/>
                  <a:gd name="connsiteX8" fmla="*/ 11810 w 79345"/>
                  <a:gd name="connsiteY8" fmla="*/ 11632 h 79364"/>
                  <a:gd name="connsiteX9" fmla="*/ 47636 w 79345"/>
                  <a:gd name="connsiteY9" fmla="*/ 765 h 79364"/>
                  <a:gd name="connsiteX10" fmla="*/ 55079 w 79345"/>
                  <a:gd name="connsiteY10" fmla="*/ 3048 h 79364"/>
                  <a:gd name="connsiteX11" fmla="*/ 67931 w 79345"/>
                  <a:gd name="connsiteY11" fmla="*/ 11632 h 79364"/>
                  <a:gd name="connsiteX12" fmla="*/ 72893 w 79345"/>
                  <a:gd name="connsiteY12" fmla="*/ 17636 h 79364"/>
                  <a:gd name="connsiteX13" fmla="*/ 76317 w 79345"/>
                  <a:gd name="connsiteY13" fmla="*/ 24484 h 79364"/>
                  <a:gd name="connsiteX14" fmla="*/ 54823 w 79345"/>
                  <a:gd name="connsiteY14" fmla="*/ 76345 h 79364"/>
                  <a:gd name="connsiteX15" fmla="*/ 39647 w 79345"/>
                  <a:gd name="connsiteY15" fmla="*/ 79364 h 79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9345" h="79364">
                    <a:moveTo>
                      <a:pt x="39697" y="79364"/>
                    </a:moveTo>
                    <a:cubicBezTo>
                      <a:pt x="37095" y="79371"/>
                      <a:pt x="34501" y="79104"/>
                      <a:pt x="31956" y="78570"/>
                    </a:cubicBezTo>
                    <a:cubicBezTo>
                      <a:pt x="29408" y="78069"/>
                      <a:pt x="26915" y="77321"/>
                      <a:pt x="24513" y="76337"/>
                    </a:cubicBezTo>
                    <a:cubicBezTo>
                      <a:pt x="22120" y="75331"/>
                      <a:pt x="19827" y="74101"/>
                      <a:pt x="17665" y="72665"/>
                    </a:cubicBezTo>
                    <a:cubicBezTo>
                      <a:pt x="15509" y="71208"/>
                      <a:pt x="13498" y="69546"/>
                      <a:pt x="11661" y="67703"/>
                    </a:cubicBezTo>
                    <a:cubicBezTo>
                      <a:pt x="4228" y="60242"/>
                      <a:pt x="37" y="50150"/>
                      <a:pt x="0" y="39618"/>
                    </a:cubicBezTo>
                    <a:cubicBezTo>
                      <a:pt x="18" y="34404"/>
                      <a:pt x="1064" y="29244"/>
                      <a:pt x="3076" y="24434"/>
                    </a:cubicBezTo>
                    <a:cubicBezTo>
                      <a:pt x="4125" y="22059"/>
                      <a:pt x="5387" y="19783"/>
                      <a:pt x="6848" y="17636"/>
                    </a:cubicBezTo>
                    <a:cubicBezTo>
                      <a:pt x="8297" y="15474"/>
                      <a:pt x="9959" y="13462"/>
                      <a:pt x="11810" y="11632"/>
                    </a:cubicBezTo>
                    <a:cubicBezTo>
                      <a:pt x="21187" y="2252"/>
                      <a:pt x="34628" y="-1825"/>
                      <a:pt x="47636" y="765"/>
                    </a:cubicBezTo>
                    <a:cubicBezTo>
                      <a:pt x="50191" y="1260"/>
                      <a:pt x="52686" y="2025"/>
                      <a:pt x="55079" y="3048"/>
                    </a:cubicBezTo>
                    <a:cubicBezTo>
                      <a:pt x="59904" y="5001"/>
                      <a:pt x="64278" y="7923"/>
                      <a:pt x="67931" y="11632"/>
                    </a:cubicBezTo>
                    <a:cubicBezTo>
                      <a:pt x="69781" y="13462"/>
                      <a:pt x="71443" y="15474"/>
                      <a:pt x="72893" y="17636"/>
                    </a:cubicBezTo>
                    <a:cubicBezTo>
                      <a:pt x="74236" y="19812"/>
                      <a:pt x="75382" y="22104"/>
                      <a:pt x="76317" y="24484"/>
                    </a:cubicBezTo>
                    <a:cubicBezTo>
                      <a:pt x="84703" y="44740"/>
                      <a:pt x="75079" y="67959"/>
                      <a:pt x="54823" y="76345"/>
                    </a:cubicBezTo>
                    <a:cubicBezTo>
                      <a:pt x="50011" y="78337"/>
                      <a:pt x="44855" y="79363"/>
                      <a:pt x="39647" y="7936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16A69647-2FF1-AA48-B3F7-A47B0FF4787B}"/>
                  </a:ext>
                </a:extLst>
              </p:cNvPr>
              <p:cNvSpPr/>
              <p:nvPr/>
            </p:nvSpPr>
            <p:spPr>
              <a:xfrm>
                <a:off x="3354867" y="4025887"/>
                <a:ext cx="79393" cy="79428"/>
              </a:xfrm>
              <a:custGeom>
                <a:avLst/>
                <a:gdLst>
                  <a:gd name="connsiteX0" fmla="*/ 39746 w 79393"/>
                  <a:gd name="connsiteY0" fmla="*/ 79428 h 79428"/>
                  <a:gd name="connsiteX1" fmla="*/ 11661 w 79393"/>
                  <a:gd name="connsiteY1" fmla="*/ 67768 h 79428"/>
                  <a:gd name="connsiteX2" fmla="*/ 6699 w 79393"/>
                  <a:gd name="connsiteY2" fmla="*/ 61763 h 79428"/>
                  <a:gd name="connsiteX3" fmla="*/ 3027 w 79393"/>
                  <a:gd name="connsiteY3" fmla="*/ 54916 h 79428"/>
                  <a:gd name="connsiteX4" fmla="*/ 744 w 79393"/>
                  <a:gd name="connsiteY4" fmla="*/ 47473 h 79428"/>
                  <a:gd name="connsiteX5" fmla="*/ 0 w 79393"/>
                  <a:gd name="connsiteY5" fmla="*/ 39732 h 79428"/>
                  <a:gd name="connsiteX6" fmla="*/ 11611 w 79393"/>
                  <a:gd name="connsiteY6" fmla="*/ 11647 h 79428"/>
                  <a:gd name="connsiteX7" fmla="*/ 17665 w 79393"/>
                  <a:gd name="connsiteY7" fmla="*/ 6684 h 79428"/>
                  <a:gd name="connsiteX8" fmla="*/ 24513 w 79393"/>
                  <a:gd name="connsiteY8" fmla="*/ 3062 h 79428"/>
                  <a:gd name="connsiteX9" fmla="*/ 31906 w 79393"/>
                  <a:gd name="connsiteY9" fmla="*/ 780 h 79428"/>
                  <a:gd name="connsiteX10" fmla="*/ 78619 w 79393"/>
                  <a:gd name="connsiteY10" fmla="*/ 31914 h 79428"/>
                  <a:gd name="connsiteX11" fmla="*/ 79393 w 79393"/>
                  <a:gd name="connsiteY11" fmla="*/ 39732 h 79428"/>
                  <a:gd name="connsiteX12" fmla="*/ 78599 w 79393"/>
                  <a:gd name="connsiteY12" fmla="*/ 47473 h 79428"/>
                  <a:gd name="connsiteX13" fmla="*/ 76366 w 79393"/>
                  <a:gd name="connsiteY13" fmla="*/ 54916 h 79428"/>
                  <a:gd name="connsiteX14" fmla="*/ 72694 w 79393"/>
                  <a:gd name="connsiteY14" fmla="*/ 61763 h 79428"/>
                  <a:gd name="connsiteX15" fmla="*/ 67732 w 79393"/>
                  <a:gd name="connsiteY15" fmla="*/ 67768 h 79428"/>
                  <a:gd name="connsiteX16" fmla="*/ 39746 w 79393"/>
                  <a:gd name="connsiteY16" fmla="*/ 79428 h 79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9393" h="79428">
                    <a:moveTo>
                      <a:pt x="39746" y="79428"/>
                    </a:moveTo>
                    <a:cubicBezTo>
                      <a:pt x="29212" y="79391"/>
                      <a:pt x="19124" y="75201"/>
                      <a:pt x="11661" y="67768"/>
                    </a:cubicBezTo>
                    <a:cubicBezTo>
                      <a:pt x="9820" y="65930"/>
                      <a:pt x="8158" y="63919"/>
                      <a:pt x="6699" y="61763"/>
                    </a:cubicBezTo>
                    <a:cubicBezTo>
                      <a:pt x="5265" y="59601"/>
                      <a:pt x="4034" y="57308"/>
                      <a:pt x="3027" y="54916"/>
                    </a:cubicBezTo>
                    <a:cubicBezTo>
                      <a:pt x="2049" y="52507"/>
                      <a:pt x="1285" y="50016"/>
                      <a:pt x="744" y="47473"/>
                    </a:cubicBezTo>
                    <a:cubicBezTo>
                      <a:pt x="253" y="44922"/>
                      <a:pt x="0" y="42330"/>
                      <a:pt x="0" y="39732"/>
                    </a:cubicBezTo>
                    <a:cubicBezTo>
                      <a:pt x="20" y="29206"/>
                      <a:pt x="4193" y="19113"/>
                      <a:pt x="11611" y="11647"/>
                    </a:cubicBezTo>
                    <a:cubicBezTo>
                      <a:pt x="13472" y="9807"/>
                      <a:pt x="15497" y="8146"/>
                      <a:pt x="17665" y="6684"/>
                    </a:cubicBezTo>
                    <a:cubicBezTo>
                      <a:pt x="19828" y="5263"/>
                      <a:pt x="22121" y="4050"/>
                      <a:pt x="24513" y="3062"/>
                    </a:cubicBezTo>
                    <a:cubicBezTo>
                      <a:pt x="26894" y="2055"/>
                      <a:pt x="29371" y="1291"/>
                      <a:pt x="31906" y="780"/>
                    </a:cubicBezTo>
                    <a:cubicBezTo>
                      <a:pt x="53402" y="-3523"/>
                      <a:pt x="74317" y="10416"/>
                      <a:pt x="78619" y="31914"/>
                    </a:cubicBezTo>
                    <a:cubicBezTo>
                      <a:pt x="79135" y="34488"/>
                      <a:pt x="79393" y="37107"/>
                      <a:pt x="79393" y="39732"/>
                    </a:cubicBezTo>
                    <a:cubicBezTo>
                      <a:pt x="79398" y="42333"/>
                      <a:pt x="79135" y="44927"/>
                      <a:pt x="78599" y="47473"/>
                    </a:cubicBezTo>
                    <a:cubicBezTo>
                      <a:pt x="78098" y="50020"/>
                      <a:pt x="77349" y="52513"/>
                      <a:pt x="76366" y="54916"/>
                    </a:cubicBezTo>
                    <a:cubicBezTo>
                      <a:pt x="75359" y="57308"/>
                      <a:pt x="74128" y="59601"/>
                      <a:pt x="72694" y="61763"/>
                    </a:cubicBezTo>
                    <a:cubicBezTo>
                      <a:pt x="71236" y="63918"/>
                      <a:pt x="69573" y="65929"/>
                      <a:pt x="67732" y="67768"/>
                    </a:cubicBezTo>
                    <a:cubicBezTo>
                      <a:pt x="60314" y="75204"/>
                      <a:pt x="50251" y="79397"/>
                      <a:pt x="39746" y="7942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0E24E545-CDF6-C646-944C-B482D474F40B}"/>
                </a:ext>
              </a:extLst>
            </p:cNvPr>
            <p:cNvSpPr/>
            <p:nvPr/>
          </p:nvSpPr>
          <p:spPr>
            <a:xfrm>
              <a:off x="3114306" y="4187934"/>
              <a:ext cx="267406" cy="80534"/>
            </a:xfrm>
            <a:custGeom>
              <a:avLst/>
              <a:gdLst>
                <a:gd name="connsiteX0" fmla="*/ 39697 w 267406"/>
                <a:gd name="connsiteY0" fmla="*/ 80534 h 80534"/>
                <a:gd name="connsiteX1" fmla="*/ 0 w 267406"/>
                <a:gd name="connsiteY1" fmla="*/ 40838 h 80534"/>
                <a:gd name="connsiteX2" fmla="*/ 39697 w 267406"/>
                <a:gd name="connsiteY2" fmla="*/ 1141 h 80534"/>
                <a:gd name="connsiteX3" fmla="*/ 227710 w 267406"/>
                <a:gd name="connsiteY3" fmla="*/ 0 h 80534"/>
                <a:gd name="connsiteX4" fmla="*/ 227710 w 267406"/>
                <a:gd name="connsiteY4" fmla="*/ 0 h 80534"/>
                <a:gd name="connsiteX5" fmla="*/ 267406 w 267406"/>
                <a:gd name="connsiteY5" fmla="*/ 39697 h 80534"/>
                <a:gd name="connsiteX6" fmla="*/ 227710 w 267406"/>
                <a:gd name="connsiteY6" fmla="*/ 79393 h 80534"/>
                <a:gd name="connsiteX7" fmla="*/ 39647 w 267406"/>
                <a:gd name="connsiteY7" fmla="*/ 80534 h 8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406" h="80534">
                  <a:moveTo>
                    <a:pt x="39697" y="80534"/>
                  </a:moveTo>
                  <a:cubicBezTo>
                    <a:pt x="17773" y="80534"/>
                    <a:pt x="0" y="62760"/>
                    <a:pt x="0" y="40838"/>
                  </a:cubicBezTo>
                  <a:cubicBezTo>
                    <a:pt x="0" y="18915"/>
                    <a:pt x="17773" y="1141"/>
                    <a:pt x="39697" y="1141"/>
                  </a:cubicBezTo>
                  <a:lnTo>
                    <a:pt x="227710" y="0"/>
                  </a:lnTo>
                  <a:lnTo>
                    <a:pt x="227710" y="0"/>
                  </a:lnTo>
                  <a:cubicBezTo>
                    <a:pt x="249632" y="0"/>
                    <a:pt x="267406" y="17774"/>
                    <a:pt x="267406" y="39697"/>
                  </a:cubicBezTo>
                  <a:cubicBezTo>
                    <a:pt x="267406" y="61619"/>
                    <a:pt x="249632" y="79393"/>
                    <a:pt x="227710" y="79393"/>
                  </a:cubicBezTo>
                  <a:lnTo>
                    <a:pt x="39647" y="8053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65">
            <a:extLst>
              <a:ext uri="{FF2B5EF4-FFF2-40B4-BE49-F238E27FC236}">
                <a16:creationId xmlns:a16="http://schemas.microsoft.com/office/drawing/2014/main" id="{1E2EC367-9E4C-43C5-8C03-C2DF0916C963}"/>
              </a:ext>
            </a:extLst>
          </p:cNvPr>
          <p:cNvGrpSpPr>
            <a:grpSpLocks noChangeAspect="1"/>
          </p:cNvGrpSpPr>
          <p:nvPr/>
        </p:nvGrpSpPr>
        <p:grpSpPr>
          <a:xfrm>
            <a:off x="4151110" y="3698227"/>
            <a:ext cx="817352" cy="751852"/>
            <a:chOff x="4151110" y="3698227"/>
            <a:chExt cx="817352" cy="75185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C1635CD9-1E96-1A45-88C2-5D1FCA83C89B}"/>
                </a:ext>
              </a:extLst>
            </p:cNvPr>
            <p:cNvSpPr/>
            <p:nvPr/>
          </p:nvSpPr>
          <p:spPr>
            <a:xfrm>
              <a:off x="4151110" y="4122931"/>
              <a:ext cx="165634" cy="173672"/>
            </a:xfrm>
            <a:custGeom>
              <a:avLst/>
              <a:gdLst>
                <a:gd name="connsiteX0" fmla="*/ 125937 w 165634"/>
                <a:gd name="connsiteY0" fmla="*/ 173672 h 173672"/>
                <a:gd name="connsiteX1" fmla="*/ 39697 w 165634"/>
                <a:gd name="connsiteY1" fmla="*/ 173672 h 173672"/>
                <a:gd name="connsiteX2" fmla="*/ 0 w 165634"/>
                <a:gd name="connsiteY2" fmla="*/ 133976 h 173672"/>
                <a:gd name="connsiteX3" fmla="*/ 0 w 165634"/>
                <a:gd name="connsiteY3" fmla="*/ 39697 h 173672"/>
                <a:gd name="connsiteX4" fmla="*/ 39697 w 165634"/>
                <a:gd name="connsiteY4" fmla="*/ 0 h 173672"/>
                <a:gd name="connsiteX5" fmla="*/ 124052 w 165634"/>
                <a:gd name="connsiteY5" fmla="*/ 0 h 173672"/>
                <a:gd name="connsiteX6" fmla="*/ 163748 w 165634"/>
                <a:gd name="connsiteY6" fmla="*/ 39697 h 173672"/>
                <a:gd name="connsiteX7" fmla="*/ 124052 w 165634"/>
                <a:gd name="connsiteY7" fmla="*/ 79393 h 173672"/>
                <a:gd name="connsiteX8" fmla="*/ 79393 w 165634"/>
                <a:gd name="connsiteY8" fmla="*/ 79393 h 173672"/>
                <a:gd name="connsiteX9" fmla="*/ 79393 w 165634"/>
                <a:gd name="connsiteY9" fmla="*/ 94279 h 173672"/>
                <a:gd name="connsiteX10" fmla="*/ 125937 w 165634"/>
                <a:gd name="connsiteY10" fmla="*/ 94279 h 173672"/>
                <a:gd name="connsiteX11" fmla="*/ 165634 w 165634"/>
                <a:gd name="connsiteY11" fmla="*/ 133976 h 173672"/>
                <a:gd name="connsiteX12" fmla="*/ 125937 w 165634"/>
                <a:gd name="connsiteY12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5634" h="173672">
                  <a:moveTo>
                    <a:pt x="125937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124052" y="0"/>
                  </a:lnTo>
                  <a:cubicBezTo>
                    <a:pt x="145976" y="0"/>
                    <a:pt x="163748" y="17774"/>
                    <a:pt x="163748" y="39697"/>
                  </a:cubicBezTo>
                  <a:cubicBezTo>
                    <a:pt x="163748" y="61619"/>
                    <a:pt x="145976" y="79393"/>
                    <a:pt x="124052" y="79393"/>
                  </a:cubicBezTo>
                  <a:lnTo>
                    <a:pt x="79393" y="79393"/>
                  </a:lnTo>
                  <a:lnTo>
                    <a:pt x="79393" y="94279"/>
                  </a:lnTo>
                  <a:lnTo>
                    <a:pt x="125937" y="94279"/>
                  </a:lnTo>
                  <a:cubicBezTo>
                    <a:pt x="147861" y="94279"/>
                    <a:pt x="165634" y="112053"/>
                    <a:pt x="165634" y="133976"/>
                  </a:cubicBezTo>
                  <a:cubicBezTo>
                    <a:pt x="165634" y="155898"/>
                    <a:pt x="147861" y="173672"/>
                    <a:pt x="125937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986163A5-3697-DB4E-8C9A-06D71795A822}"/>
                </a:ext>
              </a:extLst>
            </p:cNvPr>
            <p:cNvSpPr/>
            <p:nvPr/>
          </p:nvSpPr>
          <p:spPr>
            <a:xfrm>
              <a:off x="4798114" y="4121293"/>
              <a:ext cx="163748" cy="173672"/>
            </a:xfrm>
            <a:custGeom>
              <a:avLst/>
              <a:gdLst>
                <a:gd name="connsiteX0" fmla="*/ 124052 w 163748"/>
                <a:gd name="connsiteY0" fmla="*/ 173672 h 173672"/>
                <a:gd name="connsiteX1" fmla="*/ 39697 w 163748"/>
                <a:gd name="connsiteY1" fmla="*/ 173672 h 173672"/>
                <a:gd name="connsiteX2" fmla="*/ 0 w 163748"/>
                <a:gd name="connsiteY2" fmla="*/ 133976 h 173672"/>
                <a:gd name="connsiteX3" fmla="*/ 39697 w 163748"/>
                <a:gd name="connsiteY3" fmla="*/ 94279 h 173672"/>
                <a:gd name="connsiteX4" fmla="*/ 84355 w 163748"/>
                <a:gd name="connsiteY4" fmla="*/ 94279 h 173672"/>
                <a:gd name="connsiteX5" fmla="*/ 84355 w 163748"/>
                <a:gd name="connsiteY5" fmla="*/ 79393 h 173672"/>
                <a:gd name="connsiteX6" fmla="*/ 42773 w 163748"/>
                <a:gd name="connsiteY6" fmla="*/ 79393 h 173672"/>
                <a:gd name="connsiteX7" fmla="*/ 3076 w 163748"/>
                <a:gd name="connsiteY7" fmla="*/ 39697 h 173672"/>
                <a:gd name="connsiteX8" fmla="*/ 42773 w 163748"/>
                <a:gd name="connsiteY8" fmla="*/ 0 h 173672"/>
                <a:gd name="connsiteX9" fmla="*/ 124052 w 163748"/>
                <a:gd name="connsiteY9" fmla="*/ 0 h 173672"/>
                <a:gd name="connsiteX10" fmla="*/ 163748 w 163748"/>
                <a:gd name="connsiteY10" fmla="*/ 39697 h 173672"/>
                <a:gd name="connsiteX11" fmla="*/ 163748 w 163748"/>
                <a:gd name="connsiteY11" fmla="*/ 133976 h 173672"/>
                <a:gd name="connsiteX12" fmla="*/ 124052 w 163748"/>
                <a:gd name="connsiteY12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748" h="173672">
                  <a:moveTo>
                    <a:pt x="124052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cubicBezTo>
                    <a:pt x="0" y="112053"/>
                    <a:pt x="17774" y="94279"/>
                    <a:pt x="39697" y="94279"/>
                  </a:cubicBezTo>
                  <a:lnTo>
                    <a:pt x="84355" y="94279"/>
                  </a:lnTo>
                  <a:lnTo>
                    <a:pt x="84355" y="79393"/>
                  </a:lnTo>
                  <a:lnTo>
                    <a:pt x="42773" y="79393"/>
                  </a:lnTo>
                  <a:cubicBezTo>
                    <a:pt x="20851" y="79393"/>
                    <a:pt x="3076" y="61619"/>
                    <a:pt x="3076" y="39697"/>
                  </a:cubicBezTo>
                  <a:cubicBezTo>
                    <a:pt x="3076" y="17774"/>
                    <a:pt x="20851" y="0"/>
                    <a:pt x="42773" y="0"/>
                  </a:cubicBezTo>
                  <a:lnTo>
                    <a:pt x="124052" y="0"/>
                  </a:lnTo>
                  <a:cubicBezTo>
                    <a:pt x="145974" y="0"/>
                    <a:pt x="163748" y="17774"/>
                    <a:pt x="163748" y="39697"/>
                  </a:cubicBezTo>
                  <a:lnTo>
                    <a:pt x="163748" y="133976"/>
                  </a:lnTo>
                  <a:cubicBezTo>
                    <a:pt x="163748" y="155898"/>
                    <a:pt x="145974" y="173672"/>
                    <a:pt x="124052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08C3FB07-0A51-504B-A433-CD1BA40E8CB9}"/>
                </a:ext>
              </a:extLst>
            </p:cNvPr>
            <p:cNvSpPr/>
            <p:nvPr/>
          </p:nvSpPr>
          <p:spPr>
            <a:xfrm>
              <a:off x="4514978" y="3845948"/>
              <a:ext cx="79393" cy="163748"/>
            </a:xfrm>
            <a:custGeom>
              <a:avLst/>
              <a:gdLst>
                <a:gd name="connsiteX0" fmla="*/ 39697 w 79393"/>
                <a:gd name="connsiteY0" fmla="*/ 163748 h 163748"/>
                <a:gd name="connsiteX1" fmla="*/ 0 w 79393"/>
                <a:gd name="connsiteY1" fmla="*/ 124052 h 163748"/>
                <a:gd name="connsiteX2" fmla="*/ 0 w 79393"/>
                <a:gd name="connsiteY2" fmla="*/ 39697 h 163748"/>
                <a:gd name="connsiteX3" fmla="*/ 39697 w 79393"/>
                <a:gd name="connsiteY3" fmla="*/ 0 h 163748"/>
                <a:gd name="connsiteX4" fmla="*/ 79393 w 79393"/>
                <a:gd name="connsiteY4" fmla="*/ 39697 h 163748"/>
                <a:gd name="connsiteX5" fmla="*/ 79393 w 79393"/>
                <a:gd name="connsiteY5" fmla="*/ 124052 h 163748"/>
                <a:gd name="connsiteX6" fmla="*/ 39697 w 79393"/>
                <a:gd name="connsiteY6" fmla="*/ 163748 h 1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3748">
                  <a:moveTo>
                    <a:pt x="39697" y="163748"/>
                  </a:moveTo>
                  <a:cubicBezTo>
                    <a:pt x="17773" y="163748"/>
                    <a:pt x="0" y="145976"/>
                    <a:pt x="0" y="1240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4052"/>
                  </a:lnTo>
                  <a:cubicBezTo>
                    <a:pt x="79393" y="145976"/>
                    <a:pt x="61621" y="163748"/>
                    <a:pt x="39697" y="1637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0FF8D2D-F783-3648-9AA7-BE0F1A6EC4EC}"/>
                </a:ext>
              </a:extLst>
            </p:cNvPr>
            <p:cNvSpPr/>
            <p:nvPr/>
          </p:nvSpPr>
          <p:spPr>
            <a:xfrm>
              <a:off x="4635557" y="3954617"/>
              <a:ext cx="220216" cy="495462"/>
            </a:xfrm>
            <a:custGeom>
              <a:avLst/>
              <a:gdLst>
                <a:gd name="connsiteX0" fmla="*/ 180520 w 220216"/>
                <a:gd name="connsiteY0" fmla="*/ 495463 h 495462"/>
                <a:gd name="connsiteX1" fmla="*/ 140824 w 220216"/>
                <a:gd name="connsiteY1" fmla="*/ 455766 h 495462"/>
                <a:gd name="connsiteX2" fmla="*/ 140824 w 220216"/>
                <a:gd name="connsiteY2" fmla="*/ 79393 h 495462"/>
                <a:gd name="connsiteX3" fmla="*/ 39697 w 220216"/>
                <a:gd name="connsiteY3" fmla="*/ 79393 h 495462"/>
                <a:gd name="connsiteX4" fmla="*/ 0 w 220216"/>
                <a:gd name="connsiteY4" fmla="*/ 39697 h 495462"/>
                <a:gd name="connsiteX5" fmla="*/ 39697 w 220216"/>
                <a:gd name="connsiteY5" fmla="*/ 0 h 495462"/>
                <a:gd name="connsiteX6" fmla="*/ 180520 w 220216"/>
                <a:gd name="connsiteY6" fmla="*/ 0 h 495462"/>
                <a:gd name="connsiteX7" fmla="*/ 220217 w 220216"/>
                <a:gd name="connsiteY7" fmla="*/ 39697 h 495462"/>
                <a:gd name="connsiteX8" fmla="*/ 220217 w 220216"/>
                <a:gd name="connsiteY8" fmla="*/ 455766 h 495462"/>
                <a:gd name="connsiteX9" fmla="*/ 180520 w 220216"/>
                <a:gd name="connsiteY9" fmla="*/ 495463 h 49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0216" h="495462">
                  <a:moveTo>
                    <a:pt x="180520" y="495463"/>
                  </a:moveTo>
                  <a:cubicBezTo>
                    <a:pt x="158598" y="495463"/>
                    <a:pt x="140824" y="477688"/>
                    <a:pt x="140824" y="455766"/>
                  </a:cubicBezTo>
                  <a:lnTo>
                    <a:pt x="140824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0520" y="0"/>
                  </a:lnTo>
                  <a:cubicBezTo>
                    <a:pt x="202443" y="0"/>
                    <a:pt x="220217" y="17773"/>
                    <a:pt x="220217" y="39697"/>
                  </a:cubicBezTo>
                  <a:lnTo>
                    <a:pt x="220217" y="455766"/>
                  </a:lnTo>
                  <a:cubicBezTo>
                    <a:pt x="220217" y="477688"/>
                    <a:pt x="202443" y="495463"/>
                    <a:pt x="180520" y="4954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11D919A-7F10-A247-A6BE-4BD993BE93F8}"/>
                </a:ext>
              </a:extLst>
            </p:cNvPr>
            <p:cNvSpPr/>
            <p:nvPr/>
          </p:nvSpPr>
          <p:spPr>
            <a:xfrm>
              <a:off x="4254023" y="3954617"/>
              <a:ext cx="601006" cy="495462"/>
            </a:xfrm>
            <a:custGeom>
              <a:avLst/>
              <a:gdLst>
                <a:gd name="connsiteX0" fmla="*/ 561310 w 601006"/>
                <a:gd name="connsiteY0" fmla="*/ 495463 h 495462"/>
                <a:gd name="connsiteX1" fmla="*/ 39697 w 601006"/>
                <a:gd name="connsiteY1" fmla="*/ 495463 h 495462"/>
                <a:gd name="connsiteX2" fmla="*/ 0 w 601006"/>
                <a:gd name="connsiteY2" fmla="*/ 455766 h 495462"/>
                <a:gd name="connsiteX3" fmla="*/ 0 w 601006"/>
                <a:gd name="connsiteY3" fmla="*/ 39697 h 495462"/>
                <a:gd name="connsiteX4" fmla="*/ 39697 w 601006"/>
                <a:gd name="connsiteY4" fmla="*/ 0 h 495462"/>
                <a:gd name="connsiteX5" fmla="*/ 307649 w 601006"/>
                <a:gd name="connsiteY5" fmla="*/ 0 h 495462"/>
                <a:gd name="connsiteX6" fmla="*/ 347345 w 601006"/>
                <a:gd name="connsiteY6" fmla="*/ 39697 h 495462"/>
                <a:gd name="connsiteX7" fmla="*/ 307649 w 601006"/>
                <a:gd name="connsiteY7" fmla="*/ 79393 h 495462"/>
                <a:gd name="connsiteX8" fmla="*/ 79393 w 601006"/>
                <a:gd name="connsiteY8" fmla="*/ 79393 h 495462"/>
                <a:gd name="connsiteX9" fmla="*/ 79393 w 601006"/>
                <a:gd name="connsiteY9" fmla="*/ 416069 h 495462"/>
                <a:gd name="connsiteX10" fmla="*/ 561310 w 601006"/>
                <a:gd name="connsiteY10" fmla="*/ 416069 h 495462"/>
                <a:gd name="connsiteX11" fmla="*/ 601006 w 601006"/>
                <a:gd name="connsiteY11" fmla="*/ 455766 h 495462"/>
                <a:gd name="connsiteX12" fmla="*/ 561310 w 601006"/>
                <a:gd name="connsiteY12" fmla="*/ 495463 h 49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006" h="495462">
                  <a:moveTo>
                    <a:pt x="561310" y="495463"/>
                  </a:moveTo>
                  <a:lnTo>
                    <a:pt x="39697" y="495463"/>
                  </a:lnTo>
                  <a:cubicBezTo>
                    <a:pt x="17773" y="495463"/>
                    <a:pt x="0" y="477688"/>
                    <a:pt x="0" y="455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07649" y="0"/>
                  </a:lnTo>
                  <a:cubicBezTo>
                    <a:pt x="329573" y="0"/>
                    <a:pt x="347345" y="17773"/>
                    <a:pt x="347345" y="39697"/>
                  </a:cubicBezTo>
                  <a:cubicBezTo>
                    <a:pt x="347345" y="61620"/>
                    <a:pt x="329573" y="79393"/>
                    <a:pt x="307649" y="79393"/>
                  </a:cubicBezTo>
                  <a:lnTo>
                    <a:pt x="79393" y="79393"/>
                  </a:lnTo>
                  <a:lnTo>
                    <a:pt x="79393" y="416069"/>
                  </a:lnTo>
                  <a:lnTo>
                    <a:pt x="561310" y="416069"/>
                  </a:lnTo>
                  <a:cubicBezTo>
                    <a:pt x="583232" y="416069"/>
                    <a:pt x="601006" y="433844"/>
                    <a:pt x="601006" y="455766"/>
                  </a:cubicBezTo>
                  <a:cubicBezTo>
                    <a:pt x="601006" y="477688"/>
                    <a:pt x="583232" y="495463"/>
                    <a:pt x="561310" y="4954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23E16417-7618-B841-BAED-3E47E13982B3}"/>
                </a:ext>
              </a:extLst>
            </p:cNvPr>
            <p:cNvSpPr/>
            <p:nvPr/>
          </p:nvSpPr>
          <p:spPr>
            <a:xfrm>
              <a:off x="4421319" y="4221775"/>
              <a:ext cx="265892" cy="80484"/>
            </a:xfrm>
            <a:custGeom>
              <a:avLst/>
              <a:gdLst>
                <a:gd name="connsiteX0" fmla="*/ 39821 w 265892"/>
                <a:gd name="connsiteY0" fmla="*/ 80485 h 80484"/>
                <a:gd name="connsiteX1" fmla="*/ 0 w 265892"/>
                <a:gd name="connsiteY1" fmla="*/ 40912 h 80484"/>
                <a:gd name="connsiteX2" fmla="*/ 39573 w 265892"/>
                <a:gd name="connsiteY2" fmla="*/ 1092 h 80484"/>
                <a:gd name="connsiteX3" fmla="*/ 225948 w 265892"/>
                <a:gd name="connsiteY3" fmla="*/ 0 h 80484"/>
                <a:gd name="connsiteX4" fmla="*/ 226196 w 265892"/>
                <a:gd name="connsiteY4" fmla="*/ 0 h 80484"/>
                <a:gd name="connsiteX5" fmla="*/ 265893 w 265892"/>
                <a:gd name="connsiteY5" fmla="*/ 39697 h 80484"/>
                <a:gd name="connsiteX6" fmla="*/ 226196 w 265892"/>
                <a:gd name="connsiteY6" fmla="*/ 79393 h 80484"/>
                <a:gd name="connsiteX7" fmla="*/ 39870 w 265892"/>
                <a:gd name="connsiteY7" fmla="*/ 80485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892" h="80484">
                  <a:moveTo>
                    <a:pt x="39821" y="80485"/>
                  </a:moveTo>
                  <a:cubicBezTo>
                    <a:pt x="17897" y="80554"/>
                    <a:pt x="69" y="62835"/>
                    <a:pt x="0" y="40912"/>
                  </a:cubicBezTo>
                  <a:cubicBezTo>
                    <a:pt x="-68" y="18990"/>
                    <a:pt x="17649" y="1161"/>
                    <a:pt x="39573" y="1092"/>
                  </a:cubicBezTo>
                  <a:lnTo>
                    <a:pt x="225948" y="0"/>
                  </a:lnTo>
                  <a:lnTo>
                    <a:pt x="226196" y="0"/>
                  </a:lnTo>
                  <a:cubicBezTo>
                    <a:pt x="248119" y="0"/>
                    <a:pt x="265893" y="17774"/>
                    <a:pt x="265893" y="39697"/>
                  </a:cubicBezTo>
                  <a:cubicBezTo>
                    <a:pt x="265893" y="61619"/>
                    <a:pt x="248119" y="79393"/>
                    <a:pt x="226196" y="79393"/>
                  </a:cubicBezTo>
                  <a:lnTo>
                    <a:pt x="39870" y="8048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ACEA53F6-F542-5D4B-B319-78293791F55B}"/>
                </a:ext>
              </a:extLst>
            </p:cNvPr>
            <p:cNvSpPr/>
            <p:nvPr/>
          </p:nvSpPr>
          <p:spPr>
            <a:xfrm>
              <a:off x="4379711" y="4086528"/>
              <a:ext cx="79394" cy="79424"/>
            </a:xfrm>
            <a:custGeom>
              <a:avLst/>
              <a:gdLst>
                <a:gd name="connsiteX0" fmla="*/ 39698 w 79394"/>
                <a:gd name="connsiteY0" fmla="*/ 79424 h 79424"/>
                <a:gd name="connsiteX1" fmla="*/ 11613 w 79394"/>
                <a:gd name="connsiteY1" fmla="*/ 67813 h 79424"/>
                <a:gd name="connsiteX2" fmla="*/ 6651 w 79394"/>
                <a:gd name="connsiteY2" fmla="*/ 61759 h 79424"/>
                <a:gd name="connsiteX3" fmla="*/ 2979 w 79394"/>
                <a:gd name="connsiteY3" fmla="*/ 54912 h 79424"/>
                <a:gd name="connsiteX4" fmla="*/ 746 w 79394"/>
                <a:gd name="connsiteY4" fmla="*/ 47518 h 79424"/>
                <a:gd name="connsiteX5" fmla="*/ 1 w 79394"/>
                <a:gd name="connsiteY5" fmla="*/ 39728 h 79424"/>
                <a:gd name="connsiteX6" fmla="*/ 795 w 79394"/>
                <a:gd name="connsiteY6" fmla="*/ 31987 h 79424"/>
                <a:gd name="connsiteX7" fmla="*/ 3028 w 79394"/>
                <a:gd name="connsiteY7" fmla="*/ 24544 h 79424"/>
                <a:gd name="connsiteX8" fmla="*/ 6700 w 79394"/>
                <a:gd name="connsiteY8" fmla="*/ 17696 h 79424"/>
                <a:gd name="connsiteX9" fmla="*/ 11662 w 79394"/>
                <a:gd name="connsiteY9" fmla="*/ 11642 h 79424"/>
                <a:gd name="connsiteX10" fmla="*/ 67802 w 79394"/>
                <a:gd name="connsiteY10" fmla="*/ 11611 h 79424"/>
                <a:gd name="connsiteX11" fmla="*/ 67833 w 79394"/>
                <a:gd name="connsiteY11" fmla="*/ 11642 h 79424"/>
                <a:gd name="connsiteX12" fmla="*/ 72795 w 79394"/>
                <a:gd name="connsiteY12" fmla="*/ 17696 h 79424"/>
                <a:gd name="connsiteX13" fmla="*/ 76368 w 79394"/>
                <a:gd name="connsiteY13" fmla="*/ 24841 h 79424"/>
                <a:gd name="connsiteX14" fmla="*/ 78601 w 79394"/>
                <a:gd name="connsiteY14" fmla="*/ 32285 h 79424"/>
                <a:gd name="connsiteX15" fmla="*/ 79395 w 79394"/>
                <a:gd name="connsiteY15" fmla="*/ 39728 h 79424"/>
                <a:gd name="connsiteX16" fmla="*/ 78601 w 79394"/>
                <a:gd name="connsiteY16" fmla="*/ 47518 h 79424"/>
                <a:gd name="connsiteX17" fmla="*/ 76368 w 79394"/>
                <a:gd name="connsiteY17" fmla="*/ 54912 h 79424"/>
                <a:gd name="connsiteX18" fmla="*/ 72696 w 79394"/>
                <a:gd name="connsiteY18" fmla="*/ 61759 h 79424"/>
                <a:gd name="connsiteX19" fmla="*/ 67734 w 79394"/>
                <a:gd name="connsiteY19" fmla="*/ 67813 h 79424"/>
                <a:gd name="connsiteX20" fmla="*/ 61680 w 79394"/>
                <a:gd name="connsiteY20" fmla="*/ 72775 h 79424"/>
                <a:gd name="connsiteX21" fmla="*/ 54832 w 79394"/>
                <a:gd name="connsiteY21" fmla="*/ 76447 h 79424"/>
                <a:gd name="connsiteX22" fmla="*/ 47389 w 79394"/>
                <a:gd name="connsiteY22" fmla="*/ 78729 h 79424"/>
                <a:gd name="connsiteX23" fmla="*/ 39698 w 79394"/>
                <a:gd name="connsiteY23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94" h="79424">
                  <a:moveTo>
                    <a:pt x="39698" y="79424"/>
                  </a:moveTo>
                  <a:cubicBezTo>
                    <a:pt x="29172" y="79404"/>
                    <a:pt x="19079" y="75231"/>
                    <a:pt x="11613" y="67813"/>
                  </a:cubicBezTo>
                  <a:cubicBezTo>
                    <a:pt x="9757" y="65967"/>
                    <a:pt x="8095" y="63942"/>
                    <a:pt x="6651" y="61759"/>
                  </a:cubicBezTo>
                  <a:cubicBezTo>
                    <a:pt x="5206" y="59601"/>
                    <a:pt x="3975" y="57308"/>
                    <a:pt x="2979" y="54912"/>
                  </a:cubicBezTo>
                  <a:cubicBezTo>
                    <a:pt x="1988" y="52530"/>
                    <a:pt x="1240" y="50054"/>
                    <a:pt x="746" y="47518"/>
                  </a:cubicBezTo>
                  <a:cubicBezTo>
                    <a:pt x="229" y="44954"/>
                    <a:pt x="-21" y="42343"/>
                    <a:pt x="1" y="39728"/>
                  </a:cubicBezTo>
                  <a:cubicBezTo>
                    <a:pt x="-8" y="37127"/>
                    <a:pt x="259" y="34532"/>
                    <a:pt x="795" y="31987"/>
                  </a:cubicBezTo>
                  <a:cubicBezTo>
                    <a:pt x="1290" y="29438"/>
                    <a:pt x="2038" y="26944"/>
                    <a:pt x="3028" y="24544"/>
                  </a:cubicBezTo>
                  <a:cubicBezTo>
                    <a:pt x="4025" y="22147"/>
                    <a:pt x="5255" y="19853"/>
                    <a:pt x="6700" y="17696"/>
                  </a:cubicBezTo>
                  <a:cubicBezTo>
                    <a:pt x="8145" y="15515"/>
                    <a:pt x="9807" y="13487"/>
                    <a:pt x="11662" y="11642"/>
                  </a:cubicBezTo>
                  <a:cubicBezTo>
                    <a:pt x="27156" y="-3869"/>
                    <a:pt x="52291" y="-3882"/>
                    <a:pt x="67802" y="11611"/>
                  </a:cubicBezTo>
                  <a:cubicBezTo>
                    <a:pt x="67812" y="11621"/>
                    <a:pt x="67823" y="11632"/>
                    <a:pt x="67833" y="11642"/>
                  </a:cubicBezTo>
                  <a:cubicBezTo>
                    <a:pt x="69674" y="13500"/>
                    <a:pt x="71335" y="15527"/>
                    <a:pt x="72795" y="17696"/>
                  </a:cubicBezTo>
                  <a:cubicBezTo>
                    <a:pt x="74223" y="19952"/>
                    <a:pt x="75420" y="22345"/>
                    <a:pt x="76368" y="24841"/>
                  </a:cubicBezTo>
                  <a:cubicBezTo>
                    <a:pt x="77358" y="27242"/>
                    <a:pt x="78106" y="29735"/>
                    <a:pt x="78601" y="32285"/>
                  </a:cubicBezTo>
                  <a:cubicBezTo>
                    <a:pt x="79117" y="34732"/>
                    <a:pt x="79383" y="37226"/>
                    <a:pt x="79395" y="39728"/>
                  </a:cubicBezTo>
                  <a:cubicBezTo>
                    <a:pt x="79401" y="42345"/>
                    <a:pt x="79135" y="44956"/>
                    <a:pt x="78601" y="47518"/>
                  </a:cubicBezTo>
                  <a:cubicBezTo>
                    <a:pt x="78106" y="50054"/>
                    <a:pt x="77358" y="52530"/>
                    <a:pt x="76368" y="54912"/>
                  </a:cubicBezTo>
                  <a:cubicBezTo>
                    <a:pt x="75371" y="57308"/>
                    <a:pt x="74141" y="59601"/>
                    <a:pt x="72696" y="61759"/>
                  </a:cubicBezTo>
                  <a:cubicBezTo>
                    <a:pt x="71236" y="63928"/>
                    <a:pt x="69575" y="65957"/>
                    <a:pt x="67734" y="67813"/>
                  </a:cubicBezTo>
                  <a:cubicBezTo>
                    <a:pt x="65889" y="69669"/>
                    <a:pt x="63861" y="71331"/>
                    <a:pt x="61680" y="72775"/>
                  </a:cubicBezTo>
                  <a:cubicBezTo>
                    <a:pt x="59523" y="74219"/>
                    <a:pt x="57229" y="75450"/>
                    <a:pt x="54832" y="76447"/>
                  </a:cubicBezTo>
                  <a:cubicBezTo>
                    <a:pt x="52425" y="77429"/>
                    <a:pt x="49934" y="78194"/>
                    <a:pt x="47389" y="78729"/>
                  </a:cubicBezTo>
                  <a:cubicBezTo>
                    <a:pt x="44854" y="79206"/>
                    <a:pt x="42278" y="79439"/>
                    <a:pt x="39698" y="794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4DA6FA38-FC88-4D41-B3E3-4C3564695E8E}"/>
                </a:ext>
              </a:extLst>
            </p:cNvPr>
            <p:cNvSpPr/>
            <p:nvPr/>
          </p:nvSpPr>
          <p:spPr>
            <a:xfrm>
              <a:off x="4667761" y="4087762"/>
              <a:ext cx="79492" cy="79331"/>
            </a:xfrm>
            <a:custGeom>
              <a:avLst/>
              <a:gdLst>
                <a:gd name="connsiteX0" fmla="*/ 39697 w 79492"/>
                <a:gd name="connsiteY0" fmla="*/ 79331 h 79331"/>
                <a:gd name="connsiteX1" fmla="*/ 31956 w 79492"/>
                <a:gd name="connsiteY1" fmla="*/ 78587 h 79331"/>
                <a:gd name="connsiteX2" fmla="*/ 24513 w 79492"/>
                <a:gd name="connsiteY2" fmla="*/ 76304 h 79331"/>
                <a:gd name="connsiteX3" fmla="*/ 17665 w 79492"/>
                <a:gd name="connsiteY3" fmla="*/ 72632 h 79331"/>
                <a:gd name="connsiteX4" fmla="*/ 6699 w 79492"/>
                <a:gd name="connsiteY4" fmla="*/ 61666 h 79331"/>
                <a:gd name="connsiteX5" fmla="*/ 3027 w 79492"/>
                <a:gd name="connsiteY5" fmla="*/ 54818 h 79331"/>
                <a:gd name="connsiteX6" fmla="*/ 794 w 79492"/>
                <a:gd name="connsiteY6" fmla="*/ 47425 h 79331"/>
                <a:gd name="connsiteX7" fmla="*/ 0 w 79492"/>
                <a:gd name="connsiteY7" fmla="*/ 39634 h 79331"/>
                <a:gd name="connsiteX8" fmla="*/ 794 w 79492"/>
                <a:gd name="connsiteY8" fmla="*/ 31893 h 79331"/>
                <a:gd name="connsiteX9" fmla="*/ 3027 w 79492"/>
                <a:gd name="connsiteY9" fmla="*/ 24450 h 79331"/>
                <a:gd name="connsiteX10" fmla="*/ 6699 w 79492"/>
                <a:gd name="connsiteY10" fmla="*/ 17603 h 79331"/>
                <a:gd name="connsiteX11" fmla="*/ 11661 w 79492"/>
                <a:gd name="connsiteY11" fmla="*/ 11599 h 79331"/>
                <a:gd name="connsiteX12" fmla="*/ 17715 w 79492"/>
                <a:gd name="connsiteY12" fmla="*/ 6637 h 79331"/>
                <a:gd name="connsiteX13" fmla="*/ 32005 w 79492"/>
                <a:gd name="connsiteY13" fmla="*/ 732 h 79331"/>
                <a:gd name="connsiteX14" fmla="*/ 67832 w 79492"/>
                <a:gd name="connsiteY14" fmla="*/ 11599 h 79331"/>
                <a:gd name="connsiteX15" fmla="*/ 72794 w 79492"/>
                <a:gd name="connsiteY15" fmla="*/ 17603 h 79331"/>
                <a:gd name="connsiteX16" fmla="*/ 76466 w 79492"/>
                <a:gd name="connsiteY16" fmla="*/ 24450 h 79331"/>
                <a:gd name="connsiteX17" fmla="*/ 78699 w 79492"/>
                <a:gd name="connsiteY17" fmla="*/ 31893 h 79331"/>
                <a:gd name="connsiteX18" fmla="*/ 79492 w 79492"/>
                <a:gd name="connsiteY18" fmla="*/ 39634 h 79331"/>
                <a:gd name="connsiteX19" fmla="*/ 78699 w 79492"/>
                <a:gd name="connsiteY19" fmla="*/ 47425 h 79331"/>
                <a:gd name="connsiteX20" fmla="*/ 76466 w 79492"/>
                <a:gd name="connsiteY20" fmla="*/ 54818 h 79331"/>
                <a:gd name="connsiteX21" fmla="*/ 72794 w 79492"/>
                <a:gd name="connsiteY21" fmla="*/ 61666 h 79331"/>
                <a:gd name="connsiteX22" fmla="*/ 67832 w 79492"/>
                <a:gd name="connsiteY22" fmla="*/ 67720 h 79331"/>
                <a:gd name="connsiteX23" fmla="*/ 61778 w 79492"/>
                <a:gd name="connsiteY23" fmla="*/ 72682 h 79331"/>
                <a:gd name="connsiteX24" fmla="*/ 54930 w 79492"/>
                <a:gd name="connsiteY24" fmla="*/ 76354 h 79331"/>
                <a:gd name="connsiteX25" fmla="*/ 47487 w 79492"/>
                <a:gd name="connsiteY25" fmla="*/ 78636 h 79331"/>
                <a:gd name="connsiteX26" fmla="*/ 39697 w 79492"/>
                <a:gd name="connsiteY26" fmla="*/ 79331 h 7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92" h="79331">
                  <a:moveTo>
                    <a:pt x="39697" y="79331"/>
                  </a:moveTo>
                  <a:cubicBezTo>
                    <a:pt x="37097" y="79331"/>
                    <a:pt x="34506" y="79083"/>
                    <a:pt x="31956" y="78587"/>
                  </a:cubicBezTo>
                  <a:cubicBezTo>
                    <a:pt x="29410" y="78051"/>
                    <a:pt x="26919" y="77286"/>
                    <a:pt x="24513" y="76304"/>
                  </a:cubicBezTo>
                  <a:cubicBezTo>
                    <a:pt x="22116" y="75307"/>
                    <a:pt x="19824" y="74076"/>
                    <a:pt x="17665" y="72632"/>
                  </a:cubicBezTo>
                  <a:cubicBezTo>
                    <a:pt x="13289" y="69779"/>
                    <a:pt x="9552" y="66042"/>
                    <a:pt x="6699" y="61666"/>
                  </a:cubicBezTo>
                  <a:cubicBezTo>
                    <a:pt x="5245" y="59517"/>
                    <a:pt x="4014" y="57220"/>
                    <a:pt x="3027" y="54818"/>
                  </a:cubicBezTo>
                  <a:cubicBezTo>
                    <a:pt x="2034" y="52436"/>
                    <a:pt x="1290" y="49960"/>
                    <a:pt x="794" y="47425"/>
                  </a:cubicBezTo>
                  <a:cubicBezTo>
                    <a:pt x="258" y="44862"/>
                    <a:pt x="-5" y="42252"/>
                    <a:pt x="0" y="39634"/>
                  </a:cubicBezTo>
                  <a:cubicBezTo>
                    <a:pt x="-5" y="37033"/>
                    <a:pt x="258" y="34439"/>
                    <a:pt x="794" y="31893"/>
                  </a:cubicBezTo>
                  <a:cubicBezTo>
                    <a:pt x="1295" y="29346"/>
                    <a:pt x="2044" y="26853"/>
                    <a:pt x="3027" y="24450"/>
                  </a:cubicBezTo>
                  <a:cubicBezTo>
                    <a:pt x="4034" y="22058"/>
                    <a:pt x="5265" y="19765"/>
                    <a:pt x="6699" y="17603"/>
                  </a:cubicBezTo>
                  <a:cubicBezTo>
                    <a:pt x="8133" y="15428"/>
                    <a:pt x="9795" y="13415"/>
                    <a:pt x="11661" y="11599"/>
                  </a:cubicBezTo>
                  <a:cubicBezTo>
                    <a:pt x="13507" y="9745"/>
                    <a:pt x="15536" y="8082"/>
                    <a:pt x="17715" y="6637"/>
                  </a:cubicBezTo>
                  <a:cubicBezTo>
                    <a:pt x="22061" y="3783"/>
                    <a:pt x="26909" y="1779"/>
                    <a:pt x="32005" y="732"/>
                  </a:cubicBezTo>
                  <a:cubicBezTo>
                    <a:pt x="45011" y="-1786"/>
                    <a:pt x="58419" y="2281"/>
                    <a:pt x="67832" y="11599"/>
                  </a:cubicBezTo>
                  <a:cubicBezTo>
                    <a:pt x="69682" y="13428"/>
                    <a:pt x="71345" y="15439"/>
                    <a:pt x="72794" y="17603"/>
                  </a:cubicBezTo>
                  <a:cubicBezTo>
                    <a:pt x="74228" y="19765"/>
                    <a:pt x="75458" y="22058"/>
                    <a:pt x="76466" y="24450"/>
                  </a:cubicBezTo>
                  <a:cubicBezTo>
                    <a:pt x="77448" y="26853"/>
                    <a:pt x="78197" y="29346"/>
                    <a:pt x="78699" y="31893"/>
                  </a:cubicBezTo>
                  <a:cubicBezTo>
                    <a:pt x="79234" y="34439"/>
                    <a:pt x="79497" y="37034"/>
                    <a:pt x="79492" y="39634"/>
                  </a:cubicBezTo>
                  <a:cubicBezTo>
                    <a:pt x="79497" y="42252"/>
                    <a:pt x="79234" y="44862"/>
                    <a:pt x="78699" y="47425"/>
                  </a:cubicBezTo>
                  <a:cubicBezTo>
                    <a:pt x="78202" y="49960"/>
                    <a:pt x="77458" y="52436"/>
                    <a:pt x="76466" y="54818"/>
                  </a:cubicBezTo>
                  <a:cubicBezTo>
                    <a:pt x="75478" y="57220"/>
                    <a:pt x="74248" y="59517"/>
                    <a:pt x="72794" y="61666"/>
                  </a:cubicBezTo>
                  <a:cubicBezTo>
                    <a:pt x="71335" y="63834"/>
                    <a:pt x="69673" y="65864"/>
                    <a:pt x="67832" y="67720"/>
                  </a:cubicBezTo>
                  <a:cubicBezTo>
                    <a:pt x="65986" y="69575"/>
                    <a:pt x="63961" y="71238"/>
                    <a:pt x="61778" y="72682"/>
                  </a:cubicBezTo>
                  <a:cubicBezTo>
                    <a:pt x="59619" y="74126"/>
                    <a:pt x="57327" y="75356"/>
                    <a:pt x="54930" y="76354"/>
                  </a:cubicBezTo>
                  <a:cubicBezTo>
                    <a:pt x="52524" y="77336"/>
                    <a:pt x="50033" y="78100"/>
                    <a:pt x="47487" y="78636"/>
                  </a:cubicBezTo>
                  <a:cubicBezTo>
                    <a:pt x="44917" y="79117"/>
                    <a:pt x="42312" y="79351"/>
                    <a:pt x="39697" y="793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8C268181-9196-5A42-A44C-5E1359A79C6C}"/>
                </a:ext>
              </a:extLst>
            </p:cNvPr>
            <p:cNvSpPr/>
            <p:nvPr/>
          </p:nvSpPr>
          <p:spPr>
            <a:xfrm>
              <a:off x="4427596" y="3698227"/>
              <a:ext cx="540866" cy="429864"/>
            </a:xfrm>
            <a:custGeom>
              <a:avLst/>
              <a:gdLst>
                <a:gd name="connsiteX0" fmla="*/ 133976 w 540866"/>
                <a:gd name="connsiteY0" fmla="*/ 429864 h 429864"/>
                <a:gd name="connsiteX1" fmla="*/ 94279 w 540866"/>
                <a:gd name="connsiteY1" fmla="*/ 390167 h 429864"/>
                <a:gd name="connsiteX2" fmla="*/ 94279 w 540866"/>
                <a:gd name="connsiteY2" fmla="*/ 337421 h 429864"/>
                <a:gd name="connsiteX3" fmla="*/ 39697 w 540866"/>
                <a:gd name="connsiteY3" fmla="*/ 337421 h 429864"/>
                <a:gd name="connsiteX4" fmla="*/ 0 w 540866"/>
                <a:gd name="connsiteY4" fmla="*/ 297724 h 429864"/>
                <a:gd name="connsiteX5" fmla="*/ 0 w 540866"/>
                <a:gd name="connsiteY5" fmla="*/ 39697 h 429864"/>
                <a:gd name="connsiteX6" fmla="*/ 39697 w 540866"/>
                <a:gd name="connsiteY6" fmla="*/ 0 h 429864"/>
                <a:gd name="connsiteX7" fmla="*/ 501170 w 540866"/>
                <a:gd name="connsiteY7" fmla="*/ 0 h 429864"/>
                <a:gd name="connsiteX8" fmla="*/ 540866 w 540866"/>
                <a:gd name="connsiteY8" fmla="*/ 39697 h 429864"/>
                <a:gd name="connsiteX9" fmla="*/ 540866 w 540866"/>
                <a:gd name="connsiteY9" fmla="*/ 297724 h 429864"/>
                <a:gd name="connsiteX10" fmla="*/ 501170 w 540866"/>
                <a:gd name="connsiteY10" fmla="*/ 337421 h 429864"/>
                <a:gd name="connsiteX11" fmla="*/ 244928 w 540866"/>
                <a:gd name="connsiteY11" fmla="*/ 337421 h 429864"/>
                <a:gd name="connsiteX12" fmla="*/ 161714 w 540866"/>
                <a:gd name="connsiteY12" fmla="*/ 418550 h 429864"/>
                <a:gd name="connsiteX13" fmla="*/ 133976 w 540866"/>
                <a:gd name="connsiteY13" fmla="*/ 429864 h 429864"/>
                <a:gd name="connsiteX14" fmla="*/ 79393 w 540866"/>
                <a:gd name="connsiteY14" fmla="*/ 258028 h 429864"/>
                <a:gd name="connsiteX15" fmla="*/ 133976 w 540866"/>
                <a:gd name="connsiteY15" fmla="*/ 258028 h 429864"/>
                <a:gd name="connsiteX16" fmla="*/ 173673 w 540866"/>
                <a:gd name="connsiteY16" fmla="*/ 296037 h 429864"/>
                <a:gd name="connsiteX17" fmla="*/ 201063 w 540866"/>
                <a:gd name="connsiteY17" fmla="*/ 269242 h 429864"/>
                <a:gd name="connsiteX18" fmla="*/ 228950 w 540866"/>
                <a:gd name="connsiteY18" fmla="*/ 258028 h 429864"/>
                <a:gd name="connsiteX19" fmla="*/ 461622 w 540866"/>
                <a:gd name="connsiteY19" fmla="*/ 258028 h 429864"/>
                <a:gd name="connsiteX20" fmla="*/ 461622 w 540866"/>
                <a:gd name="connsiteY20" fmla="*/ 79393 h 429864"/>
                <a:gd name="connsiteX21" fmla="*/ 79542 w 540866"/>
                <a:gd name="connsiteY21" fmla="*/ 79393 h 42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40866" h="429864">
                  <a:moveTo>
                    <a:pt x="133976" y="429864"/>
                  </a:moveTo>
                  <a:cubicBezTo>
                    <a:pt x="112052" y="429864"/>
                    <a:pt x="94279" y="412091"/>
                    <a:pt x="94279" y="390167"/>
                  </a:cubicBezTo>
                  <a:lnTo>
                    <a:pt x="94279" y="337421"/>
                  </a:lnTo>
                  <a:lnTo>
                    <a:pt x="39697" y="337421"/>
                  </a:lnTo>
                  <a:cubicBezTo>
                    <a:pt x="17773" y="337421"/>
                    <a:pt x="0" y="319648"/>
                    <a:pt x="0" y="2977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01170" y="0"/>
                  </a:lnTo>
                  <a:cubicBezTo>
                    <a:pt x="523092" y="0"/>
                    <a:pt x="540866" y="17773"/>
                    <a:pt x="540866" y="39697"/>
                  </a:cubicBezTo>
                  <a:lnTo>
                    <a:pt x="540866" y="297724"/>
                  </a:lnTo>
                  <a:cubicBezTo>
                    <a:pt x="540866" y="319648"/>
                    <a:pt x="523092" y="337421"/>
                    <a:pt x="501170" y="337421"/>
                  </a:cubicBezTo>
                  <a:lnTo>
                    <a:pt x="244928" y="337421"/>
                  </a:lnTo>
                  <a:lnTo>
                    <a:pt x="161714" y="418550"/>
                  </a:lnTo>
                  <a:cubicBezTo>
                    <a:pt x="154300" y="425800"/>
                    <a:pt x="144345" y="429860"/>
                    <a:pt x="133976" y="429864"/>
                  </a:cubicBezTo>
                  <a:close/>
                  <a:moveTo>
                    <a:pt x="79393" y="258028"/>
                  </a:moveTo>
                  <a:lnTo>
                    <a:pt x="133976" y="258028"/>
                  </a:lnTo>
                  <a:cubicBezTo>
                    <a:pt x="155257" y="258008"/>
                    <a:pt x="172768" y="274775"/>
                    <a:pt x="173673" y="296037"/>
                  </a:cubicBezTo>
                  <a:lnTo>
                    <a:pt x="201063" y="269242"/>
                  </a:lnTo>
                  <a:cubicBezTo>
                    <a:pt x="208531" y="261993"/>
                    <a:pt x="218545" y="257966"/>
                    <a:pt x="228950" y="258028"/>
                  </a:cubicBezTo>
                  <a:lnTo>
                    <a:pt x="461622" y="258028"/>
                  </a:lnTo>
                  <a:lnTo>
                    <a:pt x="461622" y="79393"/>
                  </a:lnTo>
                  <a:lnTo>
                    <a:pt x="79542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8F4F14ED-7755-374F-8E34-DC5FA6E76CA4}"/>
                </a:ext>
              </a:extLst>
            </p:cNvPr>
            <p:cNvSpPr/>
            <p:nvPr/>
          </p:nvSpPr>
          <p:spPr>
            <a:xfrm>
              <a:off x="4568568" y="3826360"/>
              <a:ext cx="79393" cy="79530"/>
            </a:xfrm>
            <a:custGeom>
              <a:avLst/>
              <a:gdLst>
                <a:gd name="connsiteX0" fmla="*/ 39697 w 79393"/>
                <a:gd name="connsiteY0" fmla="*/ 79530 h 79530"/>
                <a:gd name="connsiteX1" fmla="*/ 31907 w 79393"/>
                <a:gd name="connsiteY1" fmla="*/ 78736 h 79530"/>
                <a:gd name="connsiteX2" fmla="*/ 24513 w 79393"/>
                <a:gd name="connsiteY2" fmla="*/ 76602 h 79530"/>
                <a:gd name="connsiteX3" fmla="*/ 17616 w 79393"/>
                <a:gd name="connsiteY3" fmla="*/ 72930 h 79530"/>
                <a:gd name="connsiteX4" fmla="*/ 11612 w 79393"/>
                <a:gd name="connsiteY4" fmla="*/ 67968 h 79530"/>
                <a:gd name="connsiteX5" fmla="*/ 1 w 79393"/>
                <a:gd name="connsiteY5" fmla="*/ 39883 h 79530"/>
                <a:gd name="connsiteX6" fmla="*/ 745 w 79393"/>
                <a:gd name="connsiteY6" fmla="*/ 31944 h 79530"/>
                <a:gd name="connsiteX7" fmla="*/ 3027 w 79393"/>
                <a:gd name="connsiteY7" fmla="*/ 24501 h 79530"/>
                <a:gd name="connsiteX8" fmla="*/ 6650 w 79393"/>
                <a:gd name="connsiteY8" fmla="*/ 17653 h 79530"/>
                <a:gd name="connsiteX9" fmla="*/ 11612 w 79393"/>
                <a:gd name="connsiteY9" fmla="*/ 11649 h 79530"/>
                <a:gd name="connsiteX10" fmla="*/ 17616 w 79393"/>
                <a:gd name="connsiteY10" fmla="*/ 6687 h 79530"/>
                <a:gd name="connsiteX11" fmla="*/ 24464 w 79393"/>
                <a:gd name="connsiteY11" fmla="*/ 3015 h 79530"/>
                <a:gd name="connsiteX12" fmla="*/ 31907 w 79393"/>
                <a:gd name="connsiteY12" fmla="*/ 782 h 79530"/>
                <a:gd name="connsiteX13" fmla="*/ 47438 w 79393"/>
                <a:gd name="connsiteY13" fmla="*/ 782 h 79530"/>
                <a:gd name="connsiteX14" fmla="*/ 54831 w 79393"/>
                <a:gd name="connsiteY14" fmla="*/ 3015 h 79530"/>
                <a:gd name="connsiteX15" fmla="*/ 61729 w 79393"/>
                <a:gd name="connsiteY15" fmla="*/ 6687 h 79530"/>
                <a:gd name="connsiteX16" fmla="*/ 67733 w 79393"/>
                <a:gd name="connsiteY16" fmla="*/ 11649 h 79530"/>
                <a:gd name="connsiteX17" fmla="*/ 72695 w 79393"/>
                <a:gd name="connsiteY17" fmla="*/ 17653 h 79530"/>
                <a:gd name="connsiteX18" fmla="*/ 78600 w 79393"/>
                <a:gd name="connsiteY18" fmla="*/ 31944 h 79530"/>
                <a:gd name="connsiteX19" fmla="*/ 79394 w 79393"/>
                <a:gd name="connsiteY19" fmla="*/ 39685 h 79530"/>
                <a:gd name="connsiteX20" fmla="*/ 67733 w 79393"/>
                <a:gd name="connsiteY20" fmla="*/ 67770 h 79530"/>
                <a:gd name="connsiteX21" fmla="*/ 61729 w 79393"/>
                <a:gd name="connsiteY21" fmla="*/ 72732 h 79530"/>
                <a:gd name="connsiteX22" fmla="*/ 54831 w 79393"/>
                <a:gd name="connsiteY22" fmla="*/ 76404 h 79530"/>
                <a:gd name="connsiteX23" fmla="*/ 47438 w 79393"/>
                <a:gd name="connsiteY23" fmla="*/ 78637 h 79530"/>
                <a:gd name="connsiteX24" fmla="*/ 39697 w 79393"/>
                <a:gd name="connsiteY24" fmla="*/ 79530 h 7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530">
                  <a:moveTo>
                    <a:pt x="39697" y="79530"/>
                  </a:moveTo>
                  <a:cubicBezTo>
                    <a:pt x="37080" y="79538"/>
                    <a:pt x="34469" y="79272"/>
                    <a:pt x="31907" y="78736"/>
                  </a:cubicBezTo>
                  <a:cubicBezTo>
                    <a:pt x="29377" y="78274"/>
                    <a:pt x="26900" y="77559"/>
                    <a:pt x="24513" y="76602"/>
                  </a:cubicBezTo>
                  <a:cubicBezTo>
                    <a:pt x="22099" y="75608"/>
                    <a:pt x="19789" y="74378"/>
                    <a:pt x="17616" y="72930"/>
                  </a:cubicBezTo>
                  <a:cubicBezTo>
                    <a:pt x="15460" y="71473"/>
                    <a:pt x="13449" y="69811"/>
                    <a:pt x="11612" y="67968"/>
                  </a:cubicBezTo>
                  <a:cubicBezTo>
                    <a:pt x="4192" y="60502"/>
                    <a:pt x="19" y="50409"/>
                    <a:pt x="1" y="39883"/>
                  </a:cubicBezTo>
                  <a:cubicBezTo>
                    <a:pt x="-13" y="37218"/>
                    <a:pt x="236" y="34559"/>
                    <a:pt x="745" y="31944"/>
                  </a:cubicBezTo>
                  <a:cubicBezTo>
                    <a:pt x="1256" y="29393"/>
                    <a:pt x="2021" y="26900"/>
                    <a:pt x="3027" y="24501"/>
                  </a:cubicBezTo>
                  <a:cubicBezTo>
                    <a:pt x="4026" y="22113"/>
                    <a:pt x="5238" y="19822"/>
                    <a:pt x="6650" y="17653"/>
                  </a:cubicBezTo>
                  <a:cubicBezTo>
                    <a:pt x="8099" y="15491"/>
                    <a:pt x="9761" y="13479"/>
                    <a:pt x="11612" y="11649"/>
                  </a:cubicBezTo>
                  <a:cubicBezTo>
                    <a:pt x="13451" y="9807"/>
                    <a:pt x="15461" y="8146"/>
                    <a:pt x="17616" y="6687"/>
                  </a:cubicBezTo>
                  <a:cubicBezTo>
                    <a:pt x="19778" y="5251"/>
                    <a:pt x="22071" y="4021"/>
                    <a:pt x="24464" y="3015"/>
                  </a:cubicBezTo>
                  <a:cubicBezTo>
                    <a:pt x="26866" y="2031"/>
                    <a:pt x="29359" y="1283"/>
                    <a:pt x="31907" y="782"/>
                  </a:cubicBezTo>
                  <a:cubicBezTo>
                    <a:pt x="37032" y="-261"/>
                    <a:pt x="42313" y="-261"/>
                    <a:pt x="47438" y="782"/>
                  </a:cubicBezTo>
                  <a:cubicBezTo>
                    <a:pt x="49971" y="1276"/>
                    <a:pt x="52448" y="2024"/>
                    <a:pt x="54831" y="3015"/>
                  </a:cubicBezTo>
                  <a:cubicBezTo>
                    <a:pt x="57248" y="4009"/>
                    <a:pt x="59555" y="5239"/>
                    <a:pt x="61729" y="6687"/>
                  </a:cubicBezTo>
                  <a:cubicBezTo>
                    <a:pt x="63882" y="8146"/>
                    <a:pt x="65892" y="9807"/>
                    <a:pt x="67733" y="11649"/>
                  </a:cubicBezTo>
                  <a:cubicBezTo>
                    <a:pt x="69599" y="13466"/>
                    <a:pt x="71261" y="15479"/>
                    <a:pt x="72695" y="17653"/>
                  </a:cubicBezTo>
                  <a:cubicBezTo>
                    <a:pt x="75548" y="22000"/>
                    <a:pt x="77553" y="26850"/>
                    <a:pt x="78600" y="31944"/>
                  </a:cubicBezTo>
                  <a:cubicBezTo>
                    <a:pt x="79111" y="34493"/>
                    <a:pt x="79379" y="37085"/>
                    <a:pt x="79394" y="39685"/>
                  </a:cubicBezTo>
                  <a:cubicBezTo>
                    <a:pt x="79354" y="50217"/>
                    <a:pt x="75166" y="60309"/>
                    <a:pt x="67733" y="67770"/>
                  </a:cubicBezTo>
                  <a:cubicBezTo>
                    <a:pt x="65897" y="69613"/>
                    <a:pt x="63887" y="71275"/>
                    <a:pt x="61729" y="72732"/>
                  </a:cubicBezTo>
                  <a:cubicBezTo>
                    <a:pt x="59555" y="74180"/>
                    <a:pt x="57248" y="75409"/>
                    <a:pt x="54831" y="76404"/>
                  </a:cubicBezTo>
                  <a:cubicBezTo>
                    <a:pt x="52448" y="77394"/>
                    <a:pt x="49971" y="78143"/>
                    <a:pt x="47438" y="78637"/>
                  </a:cubicBezTo>
                  <a:cubicBezTo>
                    <a:pt x="44896" y="79204"/>
                    <a:pt x="42302" y="79504"/>
                    <a:pt x="39697" y="7953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A041953C-362C-674B-B73D-3E947EB92631}"/>
                </a:ext>
              </a:extLst>
            </p:cNvPr>
            <p:cNvSpPr/>
            <p:nvPr/>
          </p:nvSpPr>
          <p:spPr>
            <a:xfrm>
              <a:off x="4662848" y="3826457"/>
              <a:ext cx="79343" cy="79432"/>
            </a:xfrm>
            <a:custGeom>
              <a:avLst/>
              <a:gdLst>
                <a:gd name="connsiteX0" fmla="*/ 39647 w 79343"/>
                <a:gd name="connsiteY0" fmla="*/ 79433 h 79432"/>
                <a:gd name="connsiteX1" fmla="*/ 31906 w 79343"/>
                <a:gd name="connsiteY1" fmla="*/ 78639 h 79432"/>
                <a:gd name="connsiteX2" fmla="*/ 24513 w 79343"/>
                <a:gd name="connsiteY2" fmla="*/ 76406 h 79432"/>
                <a:gd name="connsiteX3" fmla="*/ 17615 w 79343"/>
                <a:gd name="connsiteY3" fmla="*/ 72734 h 79432"/>
                <a:gd name="connsiteX4" fmla="*/ 11611 w 79343"/>
                <a:gd name="connsiteY4" fmla="*/ 67772 h 79432"/>
                <a:gd name="connsiteX5" fmla="*/ 6649 w 79343"/>
                <a:gd name="connsiteY5" fmla="*/ 61718 h 79432"/>
                <a:gd name="connsiteX6" fmla="*/ 3027 w 79343"/>
                <a:gd name="connsiteY6" fmla="*/ 54870 h 79432"/>
                <a:gd name="connsiteX7" fmla="*/ 744 w 79343"/>
                <a:gd name="connsiteY7" fmla="*/ 47427 h 79432"/>
                <a:gd name="connsiteX8" fmla="*/ 744 w 79343"/>
                <a:gd name="connsiteY8" fmla="*/ 31946 h 79432"/>
                <a:gd name="connsiteX9" fmla="*/ 6649 w 79343"/>
                <a:gd name="connsiteY9" fmla="*/ 17655 h 79432"/>
                <a:gd name="connsiteX10" fmla="*/ 11611 w 79343"/>
                <a:gd name="connsiteY10" fmla="*/ 11651 h 79432"/>
                <a:gd name="connsiteX11" fmla="*/ 54881 w 79343"/>
                <a:gd name="connsiteY11" fmla="*/ 3017 h 79432"/>
                <a:gd name="connsiteX12" fmla="*/ 61728 w 79343"/>
                <a:gd name="connsiteY12" fmla="*/ 6689 h 79432"/>
                <a:gd name="connsiteX13" fmla="*/ 67732 w 79343"/>
                <a:gd name="connsiteY13" fmla="*/ 11651 h 79432"/>
                <a:gd name="connsiteX14" fmla="*/ 72694 w 79343"/>
                <a:gd name="connsiteY14" fmla="*/ 17655 h 79432"/>
                <a:gd name="connsiteX15" fmla="*/ 78599 w 79343"/>
                <a:gd name="connsiteY15" fmla="*/ 31846 h 79432"/>
                <a:gd name="connsiteX16" fmla="*/ 79344 w 79343"/>
                <a:gd name="connsiteY16" fmla="*/ 39587 h 79432"/>
                <a:gd name="connsiteX17" fmla="*/ 67732 w 79343"/>
                <a:gd name="connsiteY17" fmla="*/ 67673 h 79432"/>
                <a:gd name="connsiteX18" fmla="*/ 61728 w 79343"/>
                <a:gd name="connsiteY18" fmla="*/ 72635 h 79432"/>
                <a:gd name="connsiteX19" fmla="*/ 54881 w 79343"/>
                <a:gd name="connsiteY19" fmla="*/ 76307 h 79432"/>
                <a:gd name="connsiteX20" fmla="*/ 47437 w 79343"/>
                <a:gd name="connsiteY20" fmla="*/ 78539 h 79432"/>
                <a:gd name="connsiteX21" fmla="*/ 39647 w 79343"/>
                <a:gd name="connsiteY21" fmla="*/ 79433 h 7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343" h="79432">
                  <a:moveTo>
                    <a:pt x="39647" y="79433"/>
                  </a:moveTo>
                  <a:cubicBezTo>
                    <a:pt x="37047" y="79439"/>
                    <a:pt x="34452" y="79173"/>
                    <a:pt x="31906" y="78639"/>
                  </a:cubicBezTo>
                  <a:cubicBezTo>
                    <a:pt x="29371" y="78145"/>
                    <a:pt x="26894" y="77396"/>
                    <a:pt x="24513" y="76406"/>
                  </a:cubicBezTo>
                  <a:cubicBezTo>
                    <a:pt x="22096" y="75411"/>
                    <a:pt x="19789" y="74182"/>
                    <a:pt x="17615" y="72734"/>
                  </a:cubicBezTo>
                  <a:cubicBezTo>
                    <a:pt x="15462" y="71277"/>
                    <a:pt x="13447" y="69615"/>
                    <a:pt x="11611" y="67772"/>
                  </a:cubicBezTo>
                  <a:cubicBezTo>
                    <a:pt x="9770" y="65913"/>
                    <a:pt x="8113" y="63887"/>
                    <a:pt x="6649" y="61718"/>
                  </a:cubicBezTo>
                  <a:cubicBezTo>
                    <a:pt x="5240" y="59549"/>
                    <a:pt x="4024" y="57258"/>
                    <a:pt x="3027" y="54870"/>
                  </a:cubicBezTo>
                  <a:cubicBezTo>
                    <a:pt x="2034" y="52466"/>
                    <a:pt x="1270" y="49974"/>
                    <a:pt x="744" y="47427"/>
                  </a:cubicBezTo>
                  <a:cubicBezTo>
                    <a:pt x="-248" y="42314"/>
                    <a:pt x="-248" y="37059"/>
                    <a:pt x="744" y="31946"/>
                  </a:cubicBezTo>
                  <a:cubicBezTo>
                    <a:pt x="1791" y="26852"/>
                    <a:pt x="3796" y="22002"/>
                    <a:pt x="6649" y="17655"/>
                  </a:cubicBezTo>
                  <a:cubicBezTo>
                    <a:pt x="8098" y="15493"/>
                    <a:pt x="9760" y="13481"/>
                    <a:pt x="11611" y="11651"/>
                  </a:cubicBezTo>
                  <a:cubicBezTo>
                    <a:pt x="22960" y="284"/>
                    <a:pt x="40039" y="-3124"/>
                    <a:pt x="54881" y="3017"/>
                  </a:cubicBezTo>
                  <a:cubicBezTo>
                    <a:pt x="57272" y="4023"/>
                    <a:pt x="59565" y="5253"/>
                    <a:pt x="61728" y="6689"/>
                  </a:cubicBezTo>
                  <a:cubicBezTo>
                    <a:pt x="63882" y="8148"/>
                    <a:pt x="65891" y="9809"/>
                    <a:pt x="67732" y="11651"/>
                  </a:cubicBezTo>
                  <a:cubicBezTo>
                    <a:pt x="69598" y="13468"/>
                    <a:pt x="71260" y="15481"/>
                    <a:pt x="72694" y="17655"/>
                  </a:cubicBezTo>
                  <a:cubicBezTo>
                    <a:pt x="75538" y="21972"/>
                    <a:pt x="77542" y="26787"/>
                    <a:pt x="78599" y="31846"/>
                  </a:cubicBezTo>
                  <a:cubicBezTo>
                    <a:pt x="79095" y="34397"/>
                    <a:pt x="79344" y="36989"/>
                    <a:pt x="79344" y="39587"/>
                  </a:cubicBezTo>
                  <a:cubicBezTo>
                    <a:pt x="79324" y="50113"/>
                    <a:pt x="75151" y="60206"/>
                    <a:pt x="67732" y="67673"/>
                  </a:cubicBezTo>
                  <a:cubicBezTo>
                    <a:pt x="65896" y="69515"/>
                    <a:pt x="63887" y="71177"/>
                    <a:pt x="61728" y="72635"/>
                  </a:cubicBezTo>
                  <a:cubicBezTo>
                    <a:pt x="59565" y="74071"/>
                    <a:pt x="57272" y="75300"/>
                    <a:pt x="54881" y="76307"/>
                  </a:cubicBezTo>
                  <a:cubicBezTo>
                    <a:pt x="52479" y="77291"/>
                    <a:pt x="49983" y="78038"/>
                    <a:pt x="47437" y="78539"/>
                  </a:cubicBezTo>
                  <a:cubicBezTo>
                    <a:pt x="44877" y="79109"/>
                    <a:pt x="42267" y="79409"/>
                    <a:pt x="39647" y="79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0B3F8553-4351-C844-B552-ACA859A21AC6}"/>
                </a:ext>
              </a:extLst>
            </p:cNvPr>
            <p:cNvSpPr/>
            <p:nvPr/>
          </p:nvSpPr>
          <p:spPr>
            <a:xfrm>
              <a:off x="4762090" y="3826476"/>
              <a:ext cx="79391" cy="79413"/>
            </a:xfrm>
            <a:custGeom>
              <a:avLst/>
              <a:gdLst>
                <a:gd name="connsiteX0" fmla="*/ 39697 w 79391"/>
                <a:gd name="connsiteY0" fmla="*/ 79414 h 79413"/>
                <a:gd name="connsiteX1" fmla="*/ 31906 w 79391"/>
                <a:gd name="connsiteY1" fmla="*/ 78620 h 79413"/>
                <a:gd name="connsiteX2" fmla="*/ 24513 w 79391"/>
                <a:gd name="connsiteY2" fmla="*/ 76387 h 79413"/>
                <a:gd name="connsiteX3" fmla="*/ 17615 w 79391"/>
                <a:gd name="connsiteY3" fmla="*/ 72715 h 79413"/>
                <a:gd name="connsiteX4" fmla="*/ 11611 w 79391"/>
                <a:gd name="connsiteY4" fmla="*/ 67753 h 79413"/>
                <a:gd name="connsiteX5" fmla="*/ 0 w 79391"/>
                <a:gd name="connsiteY5" fmla="*/ 39668 h 79413"/>
                <a:gd name="connsiteX6" fmla="*/ 744 w 79391"/>
                <a:gd name="connsiteY6" fmla="*/ 31927 h 79413"/>
                <a:gd name="connsiteX7" fmla="*/ 3027 w 79391"/>
                <a:gd name="connsiteY7" fmla="*/ 24484 h 79413"/>
                <a:gd name="connsiteX8" fmla="*/ 6649 w 79391"/>
                <a:gd name="connsiteY8" fmla="*/ 17636 h 79413"/>
                <a:gd name="connsiteX9" fmla="*/ 11611 w 79391"/>
                <a:gd name="connsiteY9" fmla="*/ 11632 h 79413"/>
                <a:gd name="connsiteX10" fmla="*/ 17615 w 79391"/>
                <a:gd name="connsiteY10" fmla="*/ 6670 h 79413"/>
                <a:gd name="connsiteX11" fmla="*/ 24513 w 79391"/>
                <a:gd name="connsiteY11" fmla="*/ 2998 h 79413"/>
                <a:gd name="connsiteX12" fmla="*/ 31906 w 79391"/>
                <a:gd name="connsiteY12" fmla="*/ 765 h 79413"/>
                <a:gd name="connsiteX13" fmla="*/ 67732 w 79391"/>
                <a:gd name="connsiteY13" fmla="*/ 11632 h 79413"/>
                <a:gd name="connsiteX14" fmla="*/ 72694 w 79391"/>
                <a:gd name="connsiteY14" fmla="*/ 17636 h 79413"/>
                <a:gd name="connsiteX15" fmla="*/ 76317 w 79391"/>
                <a:gd name="connsiteY15" fmla="*/ 24484 h 79413"/>
                <a:gd name="connsiteX16" fmla="*/ 78599 w 79391"/>
                <a:gd name="connsiteY16" fmla="*/ 31927 h 79413"/>
                <a:gd name="connsiteX17" fmla="*/ 78599 w 79391"/>
                <a:gd name="connsiteY17" fmla="*/ 47408 h 79413"/>
                <a:gd name="connsiteX18" fmla="*/ 76317 w 79391"/>
                <a:gd name="connsiteY18" fmla="*/ 54852 h 79413"/>
                <a:gd name="connsiteX19" fmla="*/ 72694 w 79391"/>
                <a:gd name="connsiteY19" fmla="*/ 61699 h 79413"/>
                <a:gd name="connsiteX20" fmla="*/ 67732 w 79391"/>
                <a:gd name="connsiteY20" fmla="*/ 67753 h 79413"/>
                <a:gd name="connsiteX21" fmla="*/ 61728 w 79391"/>
                <a:gd name="connsiteY21" fmla="*/ 72715 h 79413"/>
                <a:gd name="connsiteX22" fmla="*/ 54831 w 79391"/>
                <a:gd name="connsiteY22" fmla="*/ 76387 h 79413"/>
                <a:gd name="connsiteX23" fmla="*/ 47437 w 79391"/>
                <a:gd name="connsiteY23" fmla="*/ 78620 h 79413"/>
                <a:gd name="connsiteX24" fmla="*/ 39697 w 79391"/>
                <a:gd name="connsiteY24" fmla="*/ 79414 h 7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1" h="79413">
                  <a:moveTo>
                    <a:pt x="39697" y="79414"/>
                  </a:moveTo>
                  <a:cubicBezTo>
                    <a:pt x="37082" y="79422"/>
                    <a:pt x="34467" y="79156"/>
                    <a:pt x="31906" y="78620"/>
                  </a:cubicBezTo>
                  <a:cubicBezTo>
                    <a:pt x="29370" y="78126"/>
                    <a:pt x="26894" y="77377"/>
                    <a:pt x="24513" y="76387"/>
                  </a:cubicBezTo>
                  <a:cubicBezTo>
                    <a:pt x="22096" y="75393"/>
                    <a:pt x="19789" y="74163"/>
                    <a:pt x="17615" y="72715"/>
                  </a:cubicBezTo>
                  <a:cubicBezTo>
                    <a:pt x="15457" y="71258"/>
                    <a:pt x="13447" y="69596"/>
                    <a:pt x="11611" y="67753"/>
                  </a:cubicBezTo>
                  <a:cubicBezTo>
                    <a:pt x="4193" y="60286"/>
                    <a:pt x="20" y="50194"/>
                    <a:pt x="0" y="39668"/>
                  </a:cubicBezTo>
                  <a:cubicBezTo>
                    <a:pt x="0" y="37069"/>
                    <a:pt x="248" y="34477"/>
                    <a:pt x="744" y="31927"/>
                  </a:cubicBezTo>
                  <a:cubicBezTo>
                    <a:pt x="1255" y="29376"/>
                    <a:pt x="2020" y="26882"/>
                    <a:pt x="3027" y="24484"/>
                  </a:cubicBezTo>
                  <a:cubicBezTo>
                    <a:pt x="4024" y="22096"/>
                    <a:pt x="5240" y="19805"/>
                    <a:pt x="6649" y="17636"/>
                  </a:cubicBezTo>
                  <a:cubicBezTo>
                    <a:pt x="8083" y="15462"/>
                    <a:pt x="9745" y="13450"/>
                    <a:pt x="11611" y="11632"/>
                  </a:cubicBezTo>
                  <a:cubicBezTo>
                    <a:pt x="13452" y="9790"/>
                    <a:pt x="15462" y="8129"/>
                    <a:pt x="17615" y="6670"/>
                  </a:cubicBezTo>
                  <a:cubicBezTo>
                    <a:pt x="19789" y="5222"/>
                    <a:pt x="22096" y="3992"/>
                    <a:pt x="24513" y="2998"/>
                  </a:cubicBezTo>
                  <a:cubicBezTo>
                    <a:pt x="26894" y="2007"/>
                    <a:pt x="29370" y="1259"/>
                    <a:pt x="31906" y="765"/>
                  </a:cubicBezTo>
                  <a:cubicBezTo>
                    <a:pt x="44912" y="-1825"/>
                    <a:pt x="58354" y="2252"/>
                    <a:pt x="67732" y="11632"/>
                  </a:cubicBezTo>
                  <a:cubicBezTo>
                    <a:pt x="69583" y="13462"/>
                    <a:pt x="71245" y="15474"/>
                    <a:pt x="72694" y="17636"/>
                  </a:cubicBezTo>
                  <a:cubicBezTo>
                    <a:pt x="74104" y="19804"/>
                    <a:pt x="75319" y="22096"/>
                    <a:pt x="76317" y="24484"/>
                  </a:cubicBezTo>
                  <a:cubicBezTo>
                    <a:pt x="77324" y="26882"/>
                    <a:pt x="78088" y="29376"/>
                    <a:pt x="78599" y="31927"/>
                  </a:cubicBezTo>
                  <a:cubicBezTo>
                    <a:pt x="79656" y="37033"/>
                    <a:pt x="79656" y="42302"/>
                    <a:pt x="78599" y="47408"/>
                  </a:cubicBezTo>
                  <a:cubicBezTo>
                    <a:pt x="78088" y="49959"/>
                    <a:pt x="77324" y="52452"/>
                    <a:pt x="76317" y="54852"/>
                  </a:cubicBezTo>
                  <a:cubicBezTo>
                    <a:pt x="75319" y="57239"/>
                    <a:pt x="74104" y="59530"/>
                    <a:pt x="72694" y="61699"/>
                  </a:cubicBezTo>
                  <a:cubicBezTo>
                    <a:pt x="71231" y="63868"/>
                    <a:pt x="69573" y="65894"/>
                    <a:pt x="67732" y="67753"/>
                  </a:cubicBezTo>
                  <a:cubicBezTo>
                    <a:pt x="65896" y="69596"/>
                    <a:pt x="63887" y="71258"/>
                    <a:pt x="61728" y="72715"/>
                  </a:cubicBezTo>
                  <a:cubicBezTo>
                    <a:pt x="59555" y="74163"/>
                    <a:pt x="57247" y="75393"/>
                    <a:pt x="54831" y="76387"/>
                  </a:cubicBezTo>
                  <a:cubicBezTo>
                    <a:pt x="52449" y="77377"/>
                    <a:pt x="49968" y="78126"/>
                    <a:pt x="47437" y="78620"/>
                  </a:cubicBezTo>
                  <a:cubicBezTo>
                    <a:pt x="44892" y="79154"/>
                    <a:pt x="42297" y="79420"/>
                    <a:pt x="39697" y="794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67">
            <a:extLst>
              <a:ext uri="{FF2B5EF4-FFF2-40B4-BE49-F238E27FC236}">
                <a16:creationId xmlns:a16="http://schemas.microsoft.com/office/drawing/2014/main" id="{D131272A-203A-47E4-961D-656A180DD53E}"/>
              </a:ext>
            </a:extLst>
          </p:cNvPr>
          <p:cNvGrpSpPr>
            <a:grpSpLocks noChangeAspect="1"/>
          </p:cNvGrpSpPr>
          <p:nvPr/>
        </p:nvGrpSpPr>
        <p:grpSpPr>
          <a:xfrm>
            <a:off x="5455940" y="3786354"/>
            <a:ext cx="842714" cy="575599"/>
            <a:chOff x="5455940" y="3786354"/>
            <a:chExt cx="842714" cy="575599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7A4377DB-F369-2849-868F-6AA75779FF32}"/>
                </a:ext>
              </a:extLst>
            </p:cNvPr>
            <p:cNvSpPr/>
            <p:nvPr/>
          </p:nvSpPr>
          <p:spPr>
            <a:xfrm>
              <a:off x="5594257" y="3789678"/>
              <a:ext cx="558729" cy="569298"/>
            </a:xfrm>
            <a:custGeom>
              <a:avLst/>
              <a:gdLst>
                <a:gd name="connsiteX0" fmla="*/ 279365 w 558729"/>
                <a:gd name="connsiteY0" fmla="*/ 569298 h 569298"/>
                <a:gd name="connsiteX1" fmla="*/ 0 w 558729"/>
                <a:gd name="connsiteY1" fmla="*/ 284674 h 569298"/>
                <a:gd name="connsiteX2" fmla="*/ 279365 w 558729"/>
                <a:gd name="connsiteY2" fmla="*/ 0 h 569298"/>
                <a:gd name="connsiteX3" fmla="*/ 558730 w 558729"/>
                <a:gd name="connsiteY3" fmla="*/ 284674 h 569298"/>
                <a:gd name="connsiteX4" fmla="*/ 279365 w 558729"/>
                <a:gd name="connsiteY4" fmla="*/ 569298 h 569298"/>
                <a:gd name="connsiteX5" fmla="*/ 279365 w 558729"/>
                <a:gd name="connsiteY5" fmla="*/ 79393 h 569298"/>
                <a:gd name="connsiteX6" fmla="*/ 79393 w 558729"/>
                <a:gd name="connsiteY6" fmla="*/ 284674 h 569298"/>
                <a:gd name="connsiteX7" fmla="*/ 279365 w 558729"/>
                <a:gd name="connsiteY7" fmla="*/ 489905 h 569298"/>
                <a:gd name="connsiteX8" fmla="*/ 479336 w 558729"/>
                <a:gd name="connsiteY8" fmla="*/ 284674 h 569298"/>
                <a:gd name="connsiteX9" fmla="*/ 279365 w 558729"/>
                <a:gd name="connsiteY9" fmla="*/ 79393 h 5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69298">
                  <a:moveTo>
                    <a:pt x="279365" y="569298"/>
                  </a:moveTo>
                  <a:cubicBezTo>
                    <a:pt x="125540" y="569298"/>
                    <a:pt x="0" y="441624"/>
                    <a:pt x="0" y="284674"/>
                  </a:cubicBezTo>
                  <a:cubicBezTo>
                    <a:pt x="0" y="127724"/>
                    <a:pt x="125342" y="0"/>
                    <a:pt x="279365" y="0"/>
                  </a:cubicBezTo>
                  <a:cubicBezTo>
                    <a:pt x="433388" y="0"/>
                    <a:pt x="558730" y="127674"/>
                    <a:pt x="558730" y="284674"/>
                  </a:cubicBezTo>
                  <a:cubicBezTo>
                    <a:pt x="558730" y="441674"/>
                    <a:pt x="433388" y="569298"/>
                    <a:pt x="279365" y="569298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1489"/>
                    <a:pt x="79393" y="284674"/>
                  </a:cubicBezTo>
                  <a:cubicBezTo>
                    <a:pt x="79393" y="397859"/>
                    <a:pt x="169108" y="489905"/>
                    <a:pt x="279365" y="489905"/>
                  </a:cubicBezTo>
                  <a:cubicBezTo>
                    <a:pt x="389622" y="489905"/>
                    <a:pt x="479336" y="397859"/>
                    <a:pt x="479336" y="284674"/>
                  </a:cubicBezTo>
                  <a:cubicBezTo>
                    <a:pt x="479336" y="171489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F58AB4AB-98F5-9A47-9D5C-75F6040198BC}"/>
                </a:ext>
              </a:extLst>
            </p:cNvPr>
            <p:cNvSpPr/>
            <p:nvPr/>
          </p:nvSpPr>
          <p:spPr>
            <a:xfrm>
              <a:off x="5830153" y="3923704"/>
              <a:ext cx="183597" cy="234110"/>
            </a:xfrm>
            <a:custGeom>
              <a:avLst/>
              <a:gdLst>
                <a:gd name="connsiteX0" fmla="*/ 143901 w 183597"/>
                <a:gd name="connsiteY0" fmla="*/ 234110 h 234110"/>
                <a:gd name="connsiteX1" fmla="*/ 39698 w 183597"/>
                <a:gd name="connsiteY1" fmla="*/ 234110 h 234110"/>
                <a:gd name="connsiteX2" fmla="*/ 0 w 183597"/>
                <a:gd name="connsiteY2" fmla="*/ 194415 h 234110"/>
                <a:gd name="connsiteX3" fmla="*/ 1 w 183597"/>
                <a:gd name="connsiteY3" fmla="*/ 194116 h 234110"/>
                <a:gd name="connsiteX4" fmla="*/ 1142 w 183597"/>
                <a:gd name="connsiteY4" fmla="*/ 39399 h 234110"/>
                <a:gd name="connsiteX5" fmla="*/ 40839 w 183597"/>
                <a:gd name="connsiteY5" fmla="*/ 0 h 234110"/>
                <a:gd name="connsiteX6" fmla="*/ 41137 w 183597"/>
                <a:gd name="connsiteY6" fmla="*/ 0 h 234110"/>
                <a:gd name="connsiteX7" fmla="*/ 80535 w 183597"/>
                <a:gd name="connsiteY7" fmla="*/ 39992 h 234110"/>
                <a:gd name="connsiteX8" fmla="*/ 80535 w 183597"/>
                <a:gd name="connsiteY8" fmla="*/ 39994 h 234110"/>
                <a:gd name="connsiteX9" fmla="*/ 79692 w 183597"/>
                <a:gd name="connsiteY9" fmla="*/ 154717 h 234110"/>
                <a:gd name="connsiteX10" fmla="*/ 143901 w 183597"/>
                <a:gd name="connsiteY10" fmla="*/ 154717 h 234110"/>
                <a:gd name="connsiteX11" fmla="*/ 183598 w 183597"/>
                <a:gd name="connsiteY11" fmla="*/ 194414 h 234110"/>
                <a:gd name="connsiteX12" fmla="*/ 143901 w 183597"/>
                <a:gd name="connsiteY12" fmla="*/ 234110 h 234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597" h="234110">
                  <a:moveTo>
                    <a:pt x="143901" y="234110"/>
                  </a:moveTo>
                  <a:lnTo>
                    <a:pt x="39698" y="234110"/>
                  </a:lnTo>
                  <a:cubicBezTo>
                    <a:pt x="17774" y="234110"/>
                    <a:pt x="0" y="216341"/>
                    <a:pt x="0" y="194415"/>
                  </a:cubicBezTo>
                  <a:cubicBezTo>
                    <a:pt x="0" y="194315"/>
                    <a:pt x="0" y="194216"/>
                    <a:pt x="1" y="194116"/>
                  </a:cubicBezTo>
                  <a:lnTo>
                    <a:pt x="1142" y="39399"/>
                  </a:lnTo>
                  <a:cubicBezTo>
                    <a:pt x="1306" y="17592"/>
                    <a:pt x="19031" y="0"/>
                    <a:pt x="40839" y="0"/>
                  </a:cubicBezTo>
                  <a:lnTo>
                    <a:pt x="41137" y="0"/>
                  </a:lnTo>
                  <a:cubicBezTo>
                    <a:pt x="63060" y="164"/>
                    <a:pt x="80699" y="18069"/>
                    <a:pt x="80535" y="39992"/>
                  </a:cubicBezTo>
                  <a:cubicBezTo>
                    <a:pt x="80535" y="39993"/>
                    <a:pt x="80535" y="39993"/>
                    <a:pt x="80535" y="39994"/>
                  </a:cubicBezTo>
                  <a:lnTo>
                    <a:pt x="79692" y="154717"/>
                  </a:lnTo>
                  <a:lnTo>
                    <a:pt x="143901" y="154717"/>
                  </a:lnTo>
                  <a:cubicBezTo>
                    <a:pt x="165824" y="154717"/>
                    <a:pt x="183598" y="172490"/>
                    <a:pt x="183598" y="194414"/>
                  </a:cubicBezTo>
                  <a:cubicBezTo>
                    <a:pt x="183598" y="216336"/>
                    <a:pt x="165824" y="234110"/>
                    <a:pt x="143901" y="2341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D327B1D-C434-4A40-AD7B-66CA11C579BE}"/>
                </a:ext>
              </a:extLst>
            </p:cNvPr>
            <p:cNvSpPr/>
            <p:nvPr/>
          </p:nvSpPr>
          <p:spPr>
            <a:xfrm>
              <a:off x="5455940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6" name="Picture Placeholder 69">
            <a:extLst>
              <a:ext uri="{FF2B5EF4-FFF2-40B4-BE49-F238E27FC236}">
                <a16:creationId xmlns:a16="http://schemas.microsoft.com/office/drawing/2014/main" id="{8254760D-182D-4D4F-87AE-418FC23C2C1E}"/>
              </a:ext>
            </a:extLst>
          </p:cNvPr>
          <p:cNvGrpSpPr>
            <a:grpSpLocks noChangeAspect="1"/>
          </p:cNvGrpSpPr>
          <p:nvPr/>
        </p:nvGrpSpPr>
        <p:grpSpPr>
          <a:xfrm>
            <a:off x="6773448" y="3786354"/>
            <a:ext cx="842714" cy="575599"/>
            <a:chOff x="6773448" y="3786354"/>
            <a:chExt cx="842714" cy="575599"/>
          </a:xfrm>
        </p:grpSpPr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2D7FD6C1-A5C4-7A42-934D-CC21C83539F0}"/>
                </a:ext>
              </a:extLst>
            </p:cNvPr>
            <p:cNvSpPr/>
            <p:nvPr/>
          </p:nvSpPr>
          <p:spPr>
            <a:xfrm>
              <a:off x="7043459" y="3920577"/>
              <a:ext cx="301793" cy="306556"/>
            </a:xfrm>
            <a:custGeom>
              <a:avLst/>
              <a:gdLst>
                <a:gd name="connsiteX0" fmla="*/ 150996 w 301793"/>
                <a:gd name="connsiteY0" fmla="*/ 306557 h 306556"/>
                <a:gd name="connsiteX1" fmla="*/ 0 w 301793"/>
                <a:gd name="connsiteY1" fmla="*/ 153278 h 306556"/>
                <a:gd name="connsiteX2" fmla="*/ 150996 w 301793"/>
                <a:gd name="connsiteY2" fmla="*/ 0 h 306556"/>
                <a:gd name="connsiteX3" fmla="*/ 301793 w 301793"/>
                <a:gd name="connsiteY3" fmla="*/ 153278 h 306556"/>
                <a:gd name="connsiteX4" fmla="*/ 150996 w 301793"/>
                <a:gd name="connsiteY4" fmla="*/ 306557 h 306556"/>
                <a:gd name="connsiteX5" fmla="*/ 150996 w 301793"/>
                <a:gd name="connsiteY5" fmla="*/ 79393 h 306556"/>
                <a:gd name="connsiteX6" fmla="*/ 74574 w 301793"/>
                <a:gd name="connsiteY6" fmla="*/ 150754 h 306556"/>
                <a:gd name="connsiteX7" fmla="*/ 145935 w 301793"/>
                <a:gd name="connsiteY7" fmla="*/ 227178 h 306556"/>
                <a:gd name="connsiteX8" fmla="*/ 222356 w 301793"/>
                <a:gd name="connsiteY8" fmla="*/ 155815 h 306556"/>
                <a:gd name="connsiteX9" fmla="*/ 222400 w 301793"/>
                <a:gd name="connsiteY9" fmla="*/ 153278 h 306556"/>
                <a:gd name="connsiteX10" fmla="*/ 150996 w 301793"/>
                <a:gd name="connsiteY10" fmla="*/ 79393 h 30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1793" h="306556">
                  <a:moveTo>
                    <a:pt x="150996" y="306557"/>
                  </a:moveTo>
                  <a:cubicBezTo>
                    <a:pt x="67832" y="306557"/>
                    <a:pt x="0" y="237782"/>
                    <a:pt x="0" y="153278"/>
                  </a:cubicBezTo>
                  <a:cubicBezTo>
                    <a:pt x="0" y="68774"/>
                    <a:pt x="67832" y="0"/>
                    <a:pt x="150996" y="0"/>
                  </a:cubicBezTo>
                  <a:cubicBezTo>
                    <a:pt x="234160" y="0"/>
                    <a:pt x="301793" y="68774"/>
                    <a:pt x="301793" y="153278"/>
                  </a:cubicBezTo>
                  <a:cubicBezTo>
                    <a:pt x="301793" y="237782"/>
                    <a:pt x="234160" y="306557"/>
                    <a:pt x="150996" y="306557"/>
                  </a:cubicBezTo>
                  <a:close/>
                  <a:moveTo>
                    <a:pt x="150996" y="79393"/>
                  </a:moveTo>
                  <a:cubicBezTo>
                    <a:pt x="110187" y="77995"/>
                    <a:pt x="75971" y="109945"/>
                    <a:pt x="74574" y="150754"/>
                  </a:cubicBezTo>
                  <a:cubicBezTo>
                    <a:pt x="73176" y="191563"/>
                    <a:pt x="105126" y="225779"/>
                    <a:pt x="145935" y="227178"/>
                  </a:cubicBezTo>
                  <a:cubicBezTo>
                    <a:pt x="186744" y="228573"/>
                    <a:pt x="220961" y="196624"/>
                    <a:pt x="222356" y="155815"/>
                  </a:cubicBezTo>
                  <a:cubicBezTo>
                    <a:pt x="222385" y="154970"/>
                    <a:pt x="222400" y="154124"/>
                    <a:pt x="222400" y="153278"/>
                  </a:cubicBezTo>
                  <a:cubicBezTo>
                    <a:pt x="223035" y="113177"/>
                    <a:pt x="191095" y="80126"/>
                    <a:pt x="15099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16200793-FBC2-0041-B9FC-DBDB8C5DAF35}"/>
                </a:ext>
              </a:extLst>
            </p:cNvPr>
            <p:cNvSpPr/>
            <p:nvPr/>
          </p:nvSpPr>
          <p:spPr>
            <a:xfrm>
              <a:off x="6773448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9" name="Picture Placeholder 71">
            <a:extLst>
              <a:ext uri="{FF2B5EF4-FFF2-40B4-BE49-F238E27FC236}">
                <a16:creationId xmlns:a16="http://schemas.microsoft.com/office/drawing/2014/main" id="{FF472D40-66CA-4065-AD35-3DE1E7F39AD1}"/>
              </a:ext>
            </a:extLst>
          </p:cNvPr>
          <p:cNvGrpSpPr>
            <a:grpSpLocks noChangeAspect="1"/>
          </p:cNvGrpSpPr>
          <p:nvPr/>
        </p:nvGrpSpPr>
        <p:grpSpPr>
          <a:xfrm>
            <a:off x="8090956" y="3786354"/>
            <a:ext cx="842714" cy="575599"/>
            <a:chOff x="8090956" y="3786354"/>
            <a:chExt cx="842714" cy="575599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0EDA0434-E1E5-B84F-81D8-6E2FDF3AEDA2}"/>
                </a:ext>
              </a:extLst>
            </p:cNvPr>
            <p:cNvSpPr/>
            <p:nvPr/>
          </p:nvSpPr>
          <p:spPr>
            <a:xfrm>
              <a:off x="8229273" y="3789678"/>
              <a:ext cx="558729" cy="569298"/>
            </a:xfrm>
            <a:custGeom>
              <a:avLst/>
              <a:gdLst>
                <a:gd name="connsiteX0" fmla="*/ 279365 w 558729"/>
                <a:gd name="connsiteY0" fmla="*/ 569298 h 569298"/>
                <a:gd name="connsiteX1" fmla="*/ 0 w 558729"/>
                <a:gd name="connsiteY1" fmla="*/ 284674 h 569298"/>
                <a:gd name="connsiteX2" fmla="*/ 279365 w 558729"/>
                <a:gd name="connsiteY2" fmla="*/ 0 h 569298"/>
                <a:gd name="connsiteX3" fmla="*/ 558730 w 558729"/>
                <a:gd name="connsiteY3" fmla="*/ 284674 h 569298"/>
                <a:gd name="connsiteX4" fmla="*/ 279365 w 558729"/>
                <a:gd name="connsiteY4" fmla="*/ 569298 h 569298"/>
                <a:gd name="connsiteX5" fmla="*/ 279365 w 558729"/>
                <a:gd name="connsiteY5" fmla="*/ 79393 h 569298"/>
                <a:gd name="connsiteX6" fmla="*/ 79393 w 558729"/>
                <a:gd name="connsiteY6" fmla="*/ 284674 h 569298"/>
                <a:gd name="connsiteX7" fmla="*/ 279365 w 558729"/>
                <a:gd name="connsiteY7" fmla="*/ 489905 h 569298"/>
                <a:gd name="connsiteX8" fmla="*/ 479336 w 558729"/>
                <a:gd name="connsiteY8" fmla="*/ 284674 h 569298"/>
                <a:gd name="connsiteX9" fmla="*/ 279365 w 558729"/>
                <a:gd name="connsiteY9" fmla="*/ 79393 h 5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69298">
                  <a:moveTo>
                    <a:pt x="279365" y="569298"/>
                  </a:moveTo>
                  <a:cubicBezTo>
                    <a:pt x="125540" y="569298"/>
                    <a:pt x="0" y="441624"/>
                    <a:pt x="0" y="284674"/>
                  </a:cubicBezTo>
                  <a:cubicBezTo>
                    <a:pt x="0" y="127724"/>
                    <a:pt x="125342" y="0"/>
                    <a:pt x="279365" y="0"/>
                  </a:cubicBezTo>
                  <a:cubicBezTo>
                    <a:pt x="433388" y="0"/>
                    <a:pt x="558730" y="127674"/>
                    <a:pt x="558730" y="284674"/>
                  </a:cubicBezTo>
                  <a:cubicBezTo>
                    <a:pt x="558730" y="441674"/>
                    <a:pt x="433388" y="569298"/>
                    <a:pt x="279365" y="569298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1489"/>
                    <a:pt x="79393" y="284674"/>
                  </a:cubicBezTo>
                  <a:cubicBezTo>
                    <a:pt x="79393" y="397859"/>
                    <a:pt x="169108" y="489905"/>
                    <a:pt x="279365" y="489905"/>
                  </a:cubicBezTo>
                  <a:cubicBezTo>
                    <a:pt x="389622" y="489905"/>
                    <a:pt x="479336" y="397859"/>
                    <a:pt x="479336" y="284674"/>
                  </a:cubicBezTo>
                  <a:cubicBezTo>
                    <a:pt x="479336" y="171489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39EA1912-5424-2C48-A08F-6023D80C1C2D}"/>
                </a:ext>
              </a:extLst>
            </p:cNvPr>
            <p:cNvSpPr/>
            <p:nvPr/>
          </p:nvSpPr>
          <p:spPr>
            <a:xfrm>
              <a:off x="8280655" y="3981252"/>
              <a:ext cx="342445" cy="265681"/>
            </a:xfrm>
            <a:custGeom>
              <a:avLst/>
              <a:gdLst>
                <a:gd name="connsiteX0" fmla="*/ 39573 w 342445"/>
                <a:gd name="connsiteY0" fmla="*/ 265681 h 265681"/>
                <a:gd name="connsiteX1" fmla="*/ 0 w 342445"/>
                <a:gd name="connsiteY1" fmla="*/ 225860 h 265681"/>
                <a:gd name="connsiteX2" fmla="*/ 8709 w 342445"/>
                <a:gd name="connsiteY2" fmla="*/ 201174 h 265681"/>
                <a:gd name="connsiteX3" fmla="*/ 112912 w 342445"/>
                <a:gd name="connsiteY3" fmla="*/ 72160 h 265681"/>
                <a:gd name="connsiteX4" fmla="*/ 140204 w 342445"/>
                <a:gd name="connsiteY4" fmla="*/ 57572 h 265681"/>
                <a:gd name="connsiteX5" fmla="*/ 169629 w 342445"/>
                <a:gd name="connsiteY5" fmla="*/ 66901 h 265681"/>
                <a:gd name="connsiteX6" fmla="*/ 213791 w 342445"/>
                <a:gd name="connsiteY6" fmla="*/ 104860 h 265681"/>
                <a:gd name="connsiteX7" fmla="*/ 269317 w 342445"/>
                <a:gd name="connsiteY7" fmla="*/ 18272 h 265681"/>
                <a:gd name="connsiteX8" fmla="*/ 324173 w 342445"/>
                <a:gd name="connsiteY8" fmla="*/ 6289 h 265681"/>
                <a:gd name="connsiteX9" fmla="*/ 336156 w 342445"/>
                <a:gd name="connsiteY9" fmla="*/ 61145 h 265681"/>
                <a:gd name="connsiteX10" fmla="*/ 256018 w 342445"/>
                <a:gd name="connsiteY10" fmla="*/ 186189 h 265681"/>
                <a:gd name="connsiteX11" fmla="*/ 201215 w 342445"/>
                <a:gd name="connsiteY11" fmla="*/ 198366 h 265681"/>
                <a:gd name="connsiteX12" fmla="*/ 196474 w 342445"/>
                <a:gd name="connsiteY12" fmla="*/ 194823 h 265681"/>
                <a:gd name="connsiteX13" fmla="*/ 148689 w 342445"/>
                <a:gd name="connsiteY13" fmla="*/ 153786 h 265681"/>
                <a:gd name="connsiteX14" fmla="*/ 70387 w 342445"/>
                <a:gd name="connsiteY14" fmla="*/ 250944 h 265681"/>
                <a:gd name="connsiteX15" fmla="*/ 39573 w 342445"/>
                <a:gd name="connsiteY15" fmla="*/ 265681 h 2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2445" h="265681">
                  <a:moveTo>
                    <a:pt x="39573" y="265681"/>
                  </a:moveTo>
                  <a:cubicBezTo>
                    <a:pt x="17649" y="265612"/>
                    <a:pt x="-68" y="247783"/>
                    <a:pt x="0" y="225860"/>
                  </a:cubicBezTo>
                  <a:cubicBezTo>
                    <a:pt x="28" y="216884"/>
                    <a:pt x="3098" y="208181"/>
                    <a:pt x="8709" y="201174"/>
                  </a:cubicBezTo>
                  <a:lnTo>
                    <a:pt x="112912" y="72160"/>
                  </a:lnTo>
                  <a:cubicBezTo>
                    <a:pt x="119661" y="63806"/>
                    <a:pt x="129507" y="58542"/>
                    <a:pt x="140204" y="57572"/>
                  </a:cubicBezTo>
                  <a:cubicBezTo>
                    <a:pt x="150869" y="56584"/>
                    <a:pt x="161481" y="59949"/>
                    <a:pt x="169629" y="66901"/>
                  </a:cubicBezTo>
                  <a:lnTo>
                    <a:pt x="213791" y="104860"/>
                  </a:lnTo>
                  <a:lnTo>
                    <a:pt x="269317" y="18272"/>
                  </a:lnTo>
                  <a:cubicBezTo>
                    <a:pt x="281156" y="-185"/>
                    <a:pt x="305714" y="-5550"/>
                    <a:pt x="324173" y="6289"/>
                  </a:cubicBezTo>
                  <a:cubicBezTo>
                    <a:pt x="342631" y="18128"/>
                    <a:pt x="347995" y="42688"/>
                    <a:pt x="336156" y="61145"/>
                  </a:cubicBezTo>
                  <a:lnTo>
                    <a:pt x="256018" y="186189"/>
                  </a:lnTo>
                  <a:cubicBezTo>
                    <a:pt x="244247" y="204682"/>
                    <a:pt x="219710" y="210136"/>
                    <a:pt x="201215" y="198366"/>
                  </a:cubicBezTo>
                  <a:cubicBezTo>
                    <a:pt x="199549" y="197304"/>
                    <a:pt x="197964" y="196118"/>
                    <a:pt x="196474" y="194823"/>
                  </a:cubicBezTo>
                  <a:lnTo>
                    <a:pt x="148689" y="153786"/>
                  </a:lnTo>
                  <a:lnTo>
                    <a:pt x="70387" y="250944"/>
                  </a:lnTo>
                  <a:cubicBezTo>
                    <a:pt x="62862" y="260248"/>
                    <a:pt x="51541" y="265666"/>
                    <a:pt x="39573" y="26568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8402930B-4327-3048-8684-AB1912AE71F9}"/>
                </a:ext>
              </a:extLst>
            </p:cNvPr>
            <p:cNvSpPr/>
            <p:nvPr/>
          </p:nvSpPr>
          <p:spPr>
            <a:xfrm>
              <a:off x="8090956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27CDC0AE-942E-3945-A061-E9AC35876F05}"/>
                </a:ext>
              </a:extLst>
            </p:cNvPr>
            <p:cNvSpPr/>
            <p:nvPr/>
          </p:nvSpPr>
          <p:spPr>
            <a:xfrm>
              <a:off x="8498773" y="3937526"/>
              <a:ext cx="160278" cy="156482"/>
            </a:xfrm>
            <a:custGeom>
              <a:avLst/>
              <a:gdLst>
                <a:gd name="connsiteX0" fmla="*/ 120817 w 160278"/>
                <a:gd name="connsiteY0" fmla="*/ 156376 h 156482"/>
                <a:gd name="connsiteX1" fmla="*/ 81518 w 160278"/>
                <a:gd name="connsiteY1" fmla="*/ 121642 h 156482"/>
                <a:gd name="connsiteX2" fmla="*/ 77151 w 160278"/>
                <a:gd name="connsiteY2" fmla="*/ 88346 h 156482"/>
                <a:gd name="connsiteX3" fmla="*/ 49810 w 160278"/>
                <a:gd name="connsiteY3" fmla="*/ 94797 h 156482"/>
                <a:gd name="connsiteX4" fmla="*/ 1317 w 160278"/>
                <a:gd name="connsiteY4" fmla="*/ 66512 h 156482"/>
                <a:gd name="connsiteX5" fmla="*/ 29603 w 160278"/>
                <a:gd name="connsiteY5" fmla="*/ 18018 h 156482"/>
                <a:gd name="connsiteX6" fmla="*/ 31649 w 160278"/>
                <a:gd name="connsiteY6" fmla="*/ 17537 h 156482"/>
                <a:gd name="connsiteX7" fmla="*/ 101713 w 160278"/>
                <a:gd name="connsiteY7" fmla="*/ 1014 h 156482"/>
                <a:gd name="connsiteX8" fmla="*/ 149280 w 160278"/>
                <a:gd name="connsiteY8" fmla="*/ 30829 h 156482"/>
                <a:gd name="connsiteX9" fmla="*/ 149994 w 160278"/>
                <a:gd name="connsiteY9" fmla="*/ 34905 h 156482"/>
                <a:gd name="connsiteX10" fmla="*/ 159918 w 160278"/>
                <a:gd name="connsiteY10" fmla="*/ 111767 h 156482"/>
                <a:gd name="connsiteX11" fmla="*/ 125874 w 160278"/>
                <a:gd name="connsiteY11" fmla="*/ 156406 h 156482"/>
                <a:gd name="connsiteX12" fmla="*/ 125730 w 160278"/>
                <a:gd name="connsiteY12" fmla="*/ 156426 h 156482"/>
                <a:gd name="connsiteX13" fmla="*/ 120817 w 160278"/>
                <a:gd name="connsiteY13" fmla="*/ 156376 h 15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0278" h="156482">
                  <a:moveTo>
                    <a:pt x="120817" y="156376"/>
                  </a:moveTo>
                  <a:cubicBezTo>
                    <a:pt x="100845" y="156333"/>
                    <a:pt x="84014" y="141458"/>
                    <a:pt x="81518" y="121642"/>
                  </a:cubicBezTo>
                  <a:lnTo>
                    <a:pt x="77151" y="88346"/>
                  </a:lnTo>
                  <a:lnTo>
                    <a:pt x="49810" y="94797"/>
                  </a:lnTo>
                  <a:cubicBezTo>
                    <a:pt x="28608" y="100377"/>
                    <a:pt x="6897" y="87714"/>
                    <a:pt x="1317" y="66512"/>
                  </a:cubicBezTo>
                  <a:cubicBezTo>
                    <a:pt x="-4263" y="45310"/>
                    <a:pt x="8401" y="23599"/>
                    <a:pt x="29603" y="18018"/>
                  </a:cubicBezTo>
                  <a:cubicBezTo>
                    <a:pt x="30280" y="17840"/>
                    <a:pt x="30963" y="17680"/>
                    <a:pt x="31649" y="17537"/>
                  </a:cubicBezTo>
                  <a:lnTo>
                    <a:pt x="101713" y="1014"/>
                  </a:lnTo>
                  <a:cubicBezTo>
                    <a:pt x="123080" y="-3888"/>
                    <a:pt x="144377" y="9461"/>
                    <a:pt x="149280" y="30829"/>
                  </a:cubicBezTo>
                  <a:cubicBezTo>
                    <a:pt x="149587" y="32175"/>
                    <a:pt x="149826" y="33535"/>
                    <a:pt x="149994" y="34905"/>
                  </a:cubicBezTo>
                  <a:lnTo>
                    <a:pt x="159918" y="111767"/>
                  </a:lnTo>
                  <a:cubicBezTo>
                    <a:pt x="162846" y="133495"/>
                    <a:pt x="147603" y="153480"/>
                    <a:pt x="125874" y="156406"/>
                  </a:cubicBezTo>
                  <a:cubicBezTo>
                    <a:pt x="125829" y="156413"/>
                    <a:pt x="125779" y="156419"/>
                    <a:pt x="125730" y="156426"/>
                  </a:cubicBezTo>
                  <a:cubicBezTo>
                    <a:pt x="124092" y="156516"/>
                    <a:pt x="122450" y="156499"/>
                    <a:pt x="120817" y="15637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4" name="Picture Placeholder 73">
            <a:extLst>
              <a:ext uri="{FF2B5EF4-FFF2-40B4-BE49-F238E27FC236}">
                <a16:creationId xmlns:a16="http://schemas.microsoft.com/office/drawing/2014/main" id="{9B25F544-E92D-4C11-AA17-6FA9CC37CC02}"/>
              </a:ext>
            </a:extLst>
          </p:cNvPr>
          <p:cNvGrpSpPr>
            <a:grpSpLocks noChangeAspect="1"/>
          </p:cNvGrpSpPr>
          <p:nvPr/>
        </p:nvGrpSpPr>
        <p:grpSpPr>
          <a:xfrm>
            <a:off x="9408388" y="3773948"/>
            <a:ext cx="842783" cy="600410"/>
            <a:chOff x="9408388" y="3773948"/>
            <a:chExt cx="842783" cy="600410"/>
          </a:xfrm>
        </p:grpSpPr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78E2A610-3D70-D14C-85A7-16F624857028}"/>
                </a:ext>
              </a:extLst>
            </p:cNvPr>
            <p:cNvSpPr/>
            <p:nvPr/>
          </p:nvSpPr>
          <p:spPr>
            <a:xfrm>
              <a:off x="9585733" y="4109037"/>
              <a:ext cx="478641" cy="111497"/>
            </a:xfrm>
            <a:custGeom>
              <a:avLst/>
              <a:gdLst>
                <a:gd name="connsiteX0" fmla="*/ 285816 w 478641"/>
                <a:gd name="connsiteY0" fmla="*/ 111498 h 111497"/>
                <a:gd name="connsiteX1" fmla="*/ 199575 w 478641"/>
                <a:gd name="connsiteY1" fmla="*/ 111498 h 111497"/>
                <a:gd name="connsiteX2" fmla="*/ 174070 w 478641"/>
                <a:gd name="connsiteY2" fmla="*/ 102219 h 111497"/>
                <a:gd name="connsiteX3" fmla="*/ 147324 w 478641"/>
                <a:gd name="connsiteY3" fmla="*/ 79393 h 111497"/>
                <a:gd name="connsiteX4" fmla="*/ 39697 w 478641"/>
                <a:gd name="connsiteY4" fmla="*/ 79393 h 111497"/>
                <a:gd name="connsiteX5" fmla="*/ 0 w 478641"/>
                <a:gd name="connsiteY5" fmla="*/ 39697 h 111497"/>
                <a:gd name="connsiteX6" fmla="*/ 39697 w 478641"/>
                <a:gd name="connsiteY6" fmla="*/ 0 h 111497"/>
                <a:gd name="connsiteX7" fmla="*/ 161516 w 478641"/>
                <a:gd name="connsiteY7" fmla="*/ 0 h 111497"/>
                <a:gd name="connsiteX8" fmla="*/ 187021 w 478641"/>
                <a:gd name="connsiteY8" fmla="*/ 9279 h 111497"/>
                <a:gd name="connsiteX9" fmla="*/ 214014 w 478641"/>
                <a:gd name="connsiteY9" fmla="*/ 32105 h 111497"/>
                <a:gd name="connsiteX10" fmla="*/ 269738 w 478641"/>
                <a:gd name="connsiteY10" fmla="*/ 32105 h 111497"/>
                <a:gd name="connsiteX11" fmla="*/ 291224 w 478641"/>
                <a:gd name="connsiteY11" fmla="*/ 11165 h 111497"/>
                <a:gd name="connsiteX12" fmla="*/ 318863 w 478641"/>
                <a:gd name="connsiteY12" fmla="*/ 0 h 111497"/>
                <a:gd name="connsiteX13" fmla="*/ 438945 w 478641"/>
                <a:gd name="connsiteY13" fmla="*/ 0 h 111497"/>
                <a:gd name="connsiteX14" fmla="*/ 478642 w 478641"/>
                <a:gd name="connsiteY14" fmla="*/ 39697 h 111497"/>
                <a:gd name="connsiteX15" fmla="*/ 438945 w 478641"/>
                <a:gd name="connsiteY15" fmla="*/ 79393 h 111497"/>
                <a:gd name="connsiteX16" fmla="*/ 334742 w 478641"/>
                <a:gd name="connsiteY16" fmla="*/ 79393 h 111497"/>
                <a:gd name="connsiteX17" fmla="*/ 313256 w 478641"/>
                <a:gd name="connsiteY17" fmla="*/ 100135 h 111497"/>
                <a:gd name="connsiteX18" fmla="*/ 285816 w 478641"/>
                <a:gd name="connsiteY18" fmla="*/ 111498 h 111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78641" h="111497">
                  <a:moveTo>
                    <a:pt x="285816" y="111498"/>
                  </a:moveTo>
                  <a:lnTo>
                    <a:pt x="199575" y="111498"/>
                  </a:lnTo>
                  <a:cubicBezTo>
                    <a:pt x="190247" y="111498"/>
                    <a:pt x="181217" y="108213"/>
                    <a:pt x="174070" y="102219"/>
                  </a:cubicBezTo>
                  <a:lnTo>
                    <a:pt x="147324" y="79393"/>
                  </a:ln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1516" y="0"/>
                  </a:lnTo>
                  <a:cubicBezTo>
                    <a:pt x="170843" y="1"/>
                    <a:pt x="179873" y="3285"/>
                    <a:pt x="187021" y="9279"/>
                  </a:cubicBezTo>
                  <a:lnTo>
                    <a:pt x="214014" y="32105"/>
                  </a:lnTo>
                  <a:lnTo>
                    <a:pt x="269738" y="32105"/>
                  </a:lnTo>
                  <a:lnTo>
                    <a:pt x="291224" y="11165"/>
                  </a:lnTo>
                  <a:cubicBezTo>
                    <a:pt x="298637" y="3994"/>
                    <a:pt x="308552" y="-10"/>
                    <a:pt x="318863" y="0"/>
                  </a:cubicBezTo>
                  <a:lnTo>
                    <a:pt x="438945" y="0"/>
                  </a:lnTo>
                  <a:cubicBezTo>
                    <a:pt x="460868" y="0"/>
                    <a:pt x="478642" y="17773"/>
                    <a:pt x="478642" y="39697"/>
                  </a:cubicBezTo>
                  <a:cubicBezTo>
                    <a:pt x="478642" y="61619"/>
                    <a:pt x="460868" y="79393"/>
                    <a:pt x="438945" y="79393"/>
                  </a:cubicBezTo>
                  <a:lnTo>
                    <a:pt x="334742" y="79393"/>
                  </a:lnTo>
                  <a:lnTo>
                    <a:pt x="313256" y="100135"/>
                  </a:lnTo>
                  <a:cubicBezTo>
                    <a:pt x="305924" y="107330"/>
                    <a:pt x="296088" y="111403"/>
                    <a:pt x="285816" y="11149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99BCD7D3-0846-3445-873C-AE94287F0250}"/>
                </a:ext>
              </a:extLst>
            </p:cNvPr>
            <p:cNvSpPr/>
            <p:nvPr/>
          </p:nvSpPr>
          <p:spPr>
            <a:xfrm>
              <a:off x="9586923" y="3928418"/>
              <a:ext cx="478592" cy="111100"/>
            </a:xfrm>
            <a:custGeom>
              <a:avLst/>
              <a:gdLst>
                <a:gd name="connsiteX0" fmla="*/ 438895 w 478592"/>
                <a:gd name="connsiteY0" fmla="*/ 111101 h 111100"/>
                <a:gd name="connsiteX1" fmla="*/ 318813 w 478592"/>
                <a:gd name="connsiteY1" fmla="*/ 111101 h 111100"/>
                <a:gd name="connsiteX2" fmla="*/ 291175 w 478592"/>
                <a:gd name="connsiteY2" fmla="*/ 99936 h 111100"/>
                <a:gd name="connsiteX3" fmla="*/ 269738 w 478592"/>
                <a:gd name="connsiteY3" fmla="*/ 79145 h 111100"/>
                <a:gd name="connsiteX4" fmla="*/ 214064 w 478592"/>
                <a:gd name="connsiteY4" fmla="*/ 79145 h 111100"/>
                <a:gd name="connsiteX5" fmla="*/ 187021 w 478592"/>
                <a:gd name="connsiteY5" fmla="*/ 101822 h 111100"/>
                <a:gd name="connsiteX6" fmla="*/ 161516 w 478592"/>
                <a:gd name="connsiteY6" fmla="*/ 111101 h 111100"/>
                <a:gd name="connsiteX7" fmla="*/ 39697 w 478592"/>
                <a:gd name="connsiteY7" fmla="*/ 111101 h 111100"/>
                <a:gd name="connsiteX8" fmla="*/ 0 w 478592"/>
                <a:gd name="connsiteY8" fmla="*/ 71404 h 111100"/>
                <a:gd name="connsiteX9" fmla="*/ 39697 w 478592"/>
                <a:gd name="connsiteY9" fmla="*/ 31708 h 111100"/>
                <a:gd name="connsiteX10" fmla="*/ 147076 w 478592"/>
                <a:gd name="connsiteY10" fmla="*/ 31708 h 111100"/>
                <a:gd name="connsiteX11" fmla="*/ 174070 w 478592"/>
                <a:gd name="connsiteY11" fmla="*/ 9279 h 111100"/>
                <a:gd name="connsiteX12" fmla="*/ 199575 w 478592"/>
                <a:gd name="connsiteY12" fmla="*/ 0 h 111100"/>
                <a:gd name="connsiteX13" fmla="*/ 285816 w 478592"/>
                <a:gd name="connsiteY13" fmla="*/ 0 h 111100"/>
                <a:gd name="connsiteX14" fmla="*/ 313405 w 478592"/>
                <a:gd name="connsiteY14" fmla="*/ 11165 h 111100"/>
                <a:gd name="connsiteX15" fmla="*/ 334692 w 478592"/>
                <a:gd name="connsiteY15" fmla="*/ 31708 h 111100"/>
                <a:gd name="connsiteX16" fmla="*/ 438895 w 478592"/>
                <a:gd name="connsiteY16" fmla="*/ 31708 h 111100"/>
                <a:gd name="connsiteX17" fmla="*/ 478592 w 478592"/>
                <a:gd name="connsiteY17" fmla="*/ 71404 h 111100"/>
                <a:gd name="connsiteX18" fmla="*/ 438895 w 478592"/>
                <a:gd name="connsiteY18" fmla="*/ 111101 h 11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78592" h="111100">
                  <a:moveTo>
                    <a:pt x="438895" y="111101"/>
                  </a:moveTo>
                  <a:lnTo>
                    <a:pt x="318813" y="111101"/>
                  </a:lnTo>
                  <a:cubicBezTo>
                    <a:pt x="308502" y="111111"/>
                    <a:pt x="298587" y="107107"/>
                    <a:pt x="291175" y="99936"/>
                  </a:cubicBezTo>
                  <a:lnTo>
                    <a:pt x="269738" y="79145"/>
                  </a:lnTo>
                  <a:lnTo>
                    <a:pt x="214064" y="79145"/>
                  </a:lnTo>
                  <a:lnTo>
                    <a:pt x="187021" y="101822"/>
                  </a:lnTo>
                  <a:cubicBezTo>
                    <a:pt x="179873" y="107815"/>
                    <a:pt x="170843" y="111100"/>
                    <a:pt x="161516" y="111101"/>
                  </a:cubicBezTo>
                  <a:lnTo>
                    <a:pt x="39697" y="111101"/>
                  </a:lnTo>
                  <a:cubicBezTo>
                    <a:pt x="17773" y="111101"/>
                    <a:pt x="0" y="93328"/>
                    <a:pt x="0" y="71404"/>
                  </a:cubicBezTo>
                  <a:cubicBezTo>
                    <a:pt x="0" y="49480"/>
                    <a:pt x="17773" y="31708"/>
                    <a:pt x="39697" y="31708"/>
                  </a:cubicBezTo>
                  <a:lnTo>
                    <a:pt x="147076" y="31708"/>
                  </a:lnTo>
                  <a:lnTo>
                    <a:pt x="174070" y="9279"/>
                  </a:lnTo>
                  <a:cubicBezTo>
                    <a:pt x="181217" y="3285"/>
                    <a:pt x="190247" y="0"/>
                    <a:pt x="199575" y="0"/>
                  </a:cubicBezTo>
                  <a:lnTo>
                    <a:pt x="285816" y="0"/>
                  </a:lnTo>
                  <a:cubicBezTo>
                    <a:pt x="296112" y="3"/>
                    <a:pt x="306006" y="4006"/>
                    <a:pt x="313405" y="11165"/>
                  </a:cubicBezTo>
                  <a:lnTo>
                    <a:pt x="334692" y="31708"/>
                  </a:lnTo>
                  <a:lnTo>
                    <a:pt x="438895" y="31708"/>
                  </a:lnTo>
                  <a:cubicBezTo>
                    <a:pt x="460818" y="31708"/>
                    <a:pt x="478592" y="49480"/>
                    <a:pt x="478592" y="71404"/>
                  </a:cubicBezTo>
                  <a:cubicBezTo>
                    <a:pt x="478592" y="93328"/>
                    <a:pt x="460818" y="111101"/>
                    <a:pt x="438895" y="1111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CBC86AA0-E519-6643-82A1-A8AA06935D41}"/>
                </a:ext>
              </a:extLst>
            </p:cNvPr>
            <p:cNvSpPr/>
            <p:nvPr/>
          </p:nvSpPr>
          <p:spPr>
            <a:xfrm>
              <a:off x="9546780" y="3777422"/>
              <a:ext cx="558729" cy="593810"/>
            </a:xfrm>
            <a:custGeom>
              <a:avLst/>
              <a:gdLst>
                <a:gd name="connsiteX0" fmla="*/ 279365 w 558729"/>
                <a:gd name="connsiteY0" fmla="*/ 593811 h 593810"/>
                <a:gd name="connsiteX1" fmla="*/ 0 w 558729"/>
                <a:gd name="connsiteY1" fmla="*/ 296930 h 593810"/>
                <a:gd name="connsiteX2" fmla="*/ 279365 w 558729"/>
                <a:gd name="connsiteY2" fmla="*/ 0 h 593810"/>
                <a:gd name="connsiteX3" fmla="*/ 558730 w 558729"/>
                <a:gd name="connsiteY3" fmla="*/ 296930 h 593810"/>
                <a:gd name="connsiteX4" fmla="*/ 279365 w 558729"/>
                <a:gd name="connsiteY4" fmla="*/ 593811 h 593810"/>
                <a:gd name="connsiteX5" fmla="*/ 279365 w 558729"/>
                <a:gd name="connsiteY5" fmla="*/ 79393 h 593810"/>
                <a:gd name="connsiteX6" fmla="*/ 79393 w 558729"/>
                <a:gd name="connsiteY6" fmla="*/ 296930 h 593810"/>
                <a:gd name="connsiteX7" fmla="*/ 279365 w 558729"/>
                <a:gd name="connsiteY7" fmla="*/ 514418 h 593810"/>
                <a:gd name="connsiteX8" fmla="*/ 479336 w 558729"/>
                <a:gd name="connsiteY8" fmla="*/ 296930 h 593810"/>
                <a:gd name="connsiteX9" fmla="*/ 279365 w 558729"/>
                <a:gd name="connsiteY9" fmla="*/ 79393 h 5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93810">
                  <a:moveTo>
                    <a:pt x="279365" y="593811"/>
                  </a:moveTo>
                  <a:cubicBezTo>
                    <a:pt x="125540" y="593811"/>
                    <a:pt x="0" y="460629"/>
                    <a:pt x="0" y="296930"/>
                  </a:cubicBezTo>
                  <a:cubicBezTo>
                    <a:pt x="0" y="133232"/>
                    <a:pt x="125342" y="0"/>
                    <a:pt x="279365" y="0"/>
                  </a:cubicBezTo>
                  <a:cubicBezTo>
                    <a:pt x="433388" y="0"/>
                    <a:pt x="558730" y="133182"/>
                    <a:pt x="558730" y="296930"/>
                  </a:cubicBezTo>
                  <a:cubicBezTo>
                    <a:pt x="558730" y="460678"/>
                    <a:pt x="433388" y="593811"/>
                    <a:pt x="279365" y="593811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6997"/>
                    <a:pt x="79393" y="296930"/>
                  </a:cubicBezTo>
                  <a:cubicBezTo>
                    <a:pt x="79393" y="416863"/>
                    <a:pt x="169108" y="514418"/>
                    <a:pt x="279365" y="514418"/>
                  </a:cubicBezTo>
                  <a:cubicBezTo>
                    <a:pt x="389622" y="514418"/>
                    <a:pt x="479336" y="416863"/>
                    <a:pt x="479336" y="296930"/>
                  </a:cubicBezTo>
                  <a:cubicBezTo>
                    <a:pt x="479336" y="176997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3ACBD480-B6F9-4C48-B7A0-29CEA3AE0E13}"/>
                </a:ext>
              </a:extLst>
            </p:cNvPr>
            <p:cNvSpPr/>
            <p:nvPr/>
          </p:nvSpPr>
          <p:spPr>
            <a:xfrm>
              <a:off x="9408388" y="3773948"/>
              <a:ext cx="842783" cy="600410"/>
            </a:xfrm>
            <a:custGeom>
              <a:avLst/>
              <a:gdLst>
                <a:gd name="connsiteX0" fmla="*/ 421429 w 842783"/>
                <a:gd name="connsiteY0" fmla="*/ 600410 h 600410"/>
                <a:gd name="connsiteX1" fmla="*/ 5905 w 842783"/>
                <a:gd name="connsiteY1" fmla="*/ 315588 h 600410"/>
                <a:gd name="connsiteX2" fmla="*/ 6550 w 842783"/>
                <a:gd name="connsiteY2" fmla="*/ 272914 h 600410"/>
                <a:gd name="connsiteX3" fmla="*/ 421429 w 842783"/>
                <a:gd name="connsiteY3" fmla="*/ 0 h 600410"/>
                <a:gd name="connsiteX4" fmla="*/ 835861 w 842783"/>
                <a:gd name="connsiteY4" fmla="*/ 272517 h 600410"/>
                <a:gd name="connsiteX5" fmla="*/ 836606 w 842783"/>
                <a:gd name="connsiteY5" fmla="*/ 316183 h 600410"/>
                <a:gd name="connsiteX6" fmla="*/ 421429 w 842783"/>
                <a:gd name="connsiteY6" fmla="*/ 600410 h 600410"/>
                <a:gd name="connsiteX7" fmla="*/ 88027 w 842783"/>
                <a:gd name="connsiteY7" fmla="*/ 295590 h 600410"/>
                <a:gd name="connsiteX8" fmla="*/ 421429 w 842783"/>
                <a:gd name="connsiteY8" fmla="*/ 521017 h 600410"/>
                <a:gd name="connsiteX9" fmla="*/ 754235 w 842783"/>
                <a:gd name="connsiteY9" fmla="*/ 295640 h 600410"/>
                <a:gd name="connsiteX10" fmla="*/ 421429 w 842783"/>
                <a:gd name="connsiteY10" fmla="*/ 79393 h 600410"/>
                <a:gd name="connsiteX11" fmla="*/ 177295 w 842783"/>
                <a:gd name="connsiteY11" fmla="*/ 196349 h 600410"/>
                <a:gd name="connsiteX12" fmla="*/ 88027 w 842783"/>
                <a:gd name="connsiteY12" fmla="*/ 295590 h 60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83" h="600410">
                  <a:moveTo>
                    <a:pt x="421429" y="600410"/>
                  </a:moveTo>
                  <a:cubicBezTo>
                    <a:pt x="182703" y="600410"/>
                    <a:pt x="13001" y="327199"/>
                    <a:pt x="5905" y="315588"/>
                  </a:cubicBezTo>
                  <a:cubicBezTo>
                    <a:pt x="-2195" y="302448"/>
                    <a:pt x="-1944" y="285803"/>
                    <a:pt x="6550" y="272914"/>
                  </a:cubicBezTo>
                  <a:cubicBezTo>
                    <a:pt x="13894" y="261948"/>
                    <a:pt x="188410" y="0"/>
                    <a:pt x="421429" y="0"/>
                  </a:cubicBezTo>
                  <a:cubicBezTo>
                    <a:pt x="647303" y="0"/>
                    <a:pt x="828319" y="261352"/>
                    <a:pt x="835861" y="272517"/>
                  </a:cubicBezTo>
                  <a:cubicBezTo>
                    <a:pt x="844813" y="285616"/>
                    <a:pt x="845106" y="302787"/>
                    <a:pt x="836606" y="316183"/>
                  </a:cubicBezTo>
                  <a:cubicBezTo>
                    <a:pt x="829212" y="327794"/>
                    <a:pt x="653058" y="600410"/>
                    <a:pt x="421429" y="600410"/>
                  </a:cubicBezTo>
                  <a:close/>
                  <a:moveTo>
                    <a:pt x="88027" y="295590"/>
                  </a:moveTo>
                  <a:cubicBezTo>
                    <a:pt x="130453" y="355631"/>
                    <a:pt x="261799" y="521017"/>
                    <a:pt x="421429" y="521017"/>
                  </a:cubicBezTo>
                  <a:cubicBezTo>
                    <a:pt x="575501" y="521017"/>
                    <a:pt x="709924" y="356326"/>
                    <a:pt x="754235" y="295640"/>
                  </a:cubicBezTo>
                  <a:cubicBezTo>
                    <a:pt x="708584" y="237038"/>
                    <a:pt x="571829" y="79393"/>
                    <a:pt x="421429" y="79393"/>
                  </a:cubicBezTo>
                  <a:cubicBezTo>
                    <a:pt x="367442" y="79393"/>
                    <a:pt x="281300" y="99688"/>
                    <a:pt x="177295" y="196349"/>
                  </a:cubicBezTo>
                  <a:cubicBezTo>
                    <a:pt x="144739" y="226799"/>
                    <a:pt x="114872" y="260003"/>
                    <a:pt x="88027" y="2955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9" name="Picture Placeholder 75">
            <a:extLst>
              <a:ext uri="{FF2B5EF4-FFF2-40B4-BE49-F238E27FC236}">
                <a16:creationId xmlns:a16="http://schemas.microsoft.com/office/drawing/2014/main" id="{11ACA9D3-BEC4-4A78-987E-CAD49985CD4E}"/>
              </a:ext>
            </a:extLst>
          </p:cNvPr>
          <p:cNvGrpSpPr>
            <a:grpSpLocks noChangeAspect="1"/>
          </p:cNvGrpSpPr>
          <p:nvPr/>
        </p:nvGrpSpPr>
        <p:grpSpPr>
          <a:xfrm>
            <a:off x="1523564" y="4776373"/>
            <a:ext cx="832834" cy="832833"/>
            <a:chOff x="1523564" y="4776373"/>
            <a:chExt cx="832834" cy="832833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447D81C6-AE78-3D47-B144-4C722A6597D5}"/>
                </a:ext>
              </a:extLst>
            </p:cNvPr>
            <p:cNvSpPr/>
            <p:nvPr/>
          </p:nvSpPr>
          <p:spPr>
            <a:xfrm>
              <a:off x="2084933" y="5008335"/>
              <a:ext cx="243075" cy="148429"/>
            </a:xfrm>
            <a:custGeom>
              <a:avLst/>
              <a:gdLst>
                <a:gd name="connsiteX0" fmla="*/ 39687 w 243075"/>
                <a:gd name="connsiteY0" fmla="*/ 148429 h 148429"/>
                <a:gd name="connsiteX1" fmla="*/ 0 w 243075"/>
                <a:gd name="connsiteY1" fmla="*/ 108724 h 148429"/>
                <a:gd name="connsiteX2" fmla="*/ 24255 w 243075"/>
                <a:gd name="connsiteY2" fmla="*/ 72162 h 148429"/>
                <a:gd name="connsiteX3" fmla="*/ 187457 w 243075"/>
                <a:gd name="connsiteY3" fmla="*/ 3339 h 148429"/>
                <a:gd name="connsiteX4" fmla="*/ 239738 w 243075"/>
                <a:gd name="connsiteY4" fmla="*/ 23795 h 148429"/>
                <a:gd name="connsiteX5" fmla="*/ 219279 w 243075"/>
                <a:gd name="connsiteY5" fmla="*/ 76075 h 148429"/>
                <a:gd name="connsiteX6" fmla="*/ 218321 w 243075"/>
                <a:gd name="connsiteY6" fmla="*/ 76479 h 148429"/>
                <a:gd name="connsiteX7" fmla="*/ 55119 w 243075"/>
                <a:gd name="connsiteY7" fmla="*/ 145303 h 148429"/>
                <a:gd name="connsiteX8" fmla="*/ 39687 w 243075"/>
                <a:gd name="connsiteY8" fmla="*/ 148429 h 14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75" h="148429">
                  <a:moveTo>
                    <a:pt x="39687" y="148429"/>
                  </a:moveTo>
                  <a:cubicBezTo>
                    <a:pt x="17764" y="148424"/>
                    <a:pt x="-5" y="130648"/>
                    <a:pt x="0" y="108724"/>
                  </a:cubicBezTo>
                  <a:cubicBezTo>
                    <a:pt x="0" y="92770"/>
                    <a:pt x="9557" y="78368"/>
                    <a:pt x="24255" y="72162"/>
                  </a:cubicBezTo>
                  <a:lnTo>
                    <a:pt x="187457" y="3339"/>
                  </a:lnTo>
                  <a:cubicBezTo>
                    <a:pt x="207544" y="-5449"/>
                    <a:pt x="230950" y="3710"/>
                    <a:pt x="239738" y="23795"/>
                  </a:cubicBezTo>
                  <a:cubicBezTo>
                    <a:pt x="248525" y="43881"/>
                    <a:pt x="239366" y="67287"/>
                    <a:pt x="219279" y="76075"/>
                  </a:cubicBezTo>
                  <a:cubicBezTo>
                    <a:pt x="218961" y="76214"/>
                    <a:pt x="218644" y="76349"/>
                    <a:pt x="218321" y="76479"/>
                  </a:cubicBezTo>
                  <a:lnTo>
                    <a:pt x="55119" y="145303"/>
                  </a:lnTo>
                  <a:cubicBezTo>
                    <a:pt x="50236" y="147374"/>
                    <a:pt x="44991" y="148438"/>
                    <a:pt x="39687" y="148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CF47B6DB-19D5-DD4F-A5E4-AB742BBE0C39}"/>
                </a:ext>
              </a:extLst>
            </p:cNvPr>
            <p:cNvSpPr/>
            <p:nvPr/>
          </p:nvSpPr>
          <p:spPr>
            <a:xfrm>
              <a:off x="1558109" y="5226666"/>
              <a:ext cx="245805" cy="149719"/>
            </a:xfrm>
            <a:custGeom>
              <a:avLst/>
              <a:gdLst>
                <a:gd name="connsiteX0" fmla="*/ 39688 w 245805"/>
                <a:gd name="connsiteY0" fmla="*/ 149720 h 149719"/>
                <a:gd name="connsiteX1" fmla="*/ 0 w 245805"/>
                <a:gd name="connsiteY1" fmla="*/ 110013 h 149719"/>
                <a:gd name="connsiteX2" fmla="*/ 24256 w 245805"/>
                <a:gd name="connsiteY2" fmla="*/ 73453 h 149719"/>
                <a:gd name="connsiteX3" fmla="*/ 190187 w 245805"/>
                <a:gd name="connsiteY3" fmla="*/ 3339 h 149719"/>
                <a:gd name="connsiteX4" fmla="*/ 242467 w 245805"/>
                <a:gd name="connsiteY4" fmla="*/ 23795 h 149719"/>
                <a:gd name="connsiteX5" fmla="*/ 222011 w 245805"/>
                <a:gd name="connsiteY5" fmla="*/ 76073 h 149719"/>
                <a:gd name="connsiteX6" fmla="*/ 221051 w 245805"/>
                <a:gd name="connsiteY6" fmla="*/ 76479 h 149719"/>
                <a:gd name="connsiteX7" fmla="*/ 55120 w 245805"/>
                <a:gd name="connsiteY7" fmla="*/ 146593 h 149719"/>
                <a:gd name="connsiteX8" fmla="*/ 39688 w 245805"/>
                <a:gd name="connsiteY8" fmla="*/ 149720 h 14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805" h="149719">
                  <a:moveTo>
                    <a:pt x="39688" y="149720"/>
                  </a:moveTo>
                  <a:cubicBezTo>
                    <a:pt x="17764" y="149715"/>
                    <a:pt x="-5" y="131940"/>
                    <a:pt x="0" y="110013"/>
                  </a:cubicBezTo>
                  <a:cubicBezTo>
                    <a:pt x="3" y="94060"/>
                    <a:pt x="9558" y="79660"/>
                    <a:pt x="24256" y="73453"/>
                  </a:cubicBezTo>
                  <a:lnTo>
                    <a:pt x="190187" y="3339"/>
                  </a:lnTo>
                  <a:cubicBezTo>
                    <a:pt x="210273" y="-5449"/>
                    <a:pt x="233679" y="3710"/>
                    <a:pt x="242467" y="23795"/>
                  </a:cubicBezTo>
                  <a:cubicBezTo>
                    <a:pt x="251255" y="43879"/>
                    <a:pt x="242096" y="67285"/>
                    <a:pt x="222011" y="76073"/>
                  </a:cubicBezTo>
                  <a:cubicBezTo>
                    <a:pt x="221693" y="76211"/>
                    <a:pt x="221373" y="76350"/>
                    <a:pt x="221051" y="76479"/>
                  </a:cubicBezTo>
                  <a:lnTo>
                    <a:pt x="55120" y="146593"/>
                  </a:lnTo>
                  <a:cubicBezTo>
                    <a:pt x="50236" y="148658"/>
                    <a:pt x="44989" y="149720"/>
                    <a:pt x="39688" y="1497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C276D4F9-7654-C043-8C86-0D665EF2DCD4}"/>
                </a:ext>
              </a:extLst>
            </p:cNvPr>
            <p:cNvSpPr/>
            <p:nvPr/>
          </p:nvSpPr>
          <p:spPr>
            <a:xfrm>
              <a:off x="1754045" y="4808154"/>
              <a:ext cx="149470" cy="245251"/>
            </a:xfrm>
            <a:custGeom>
              <a:avLst/>
              <a:gdLst>
                <a:gd name="connsiteX0" fmla="*/ 109768 w 149470"/>
                <a:gd name="connsiteY0" fmla="*/ 245251 h 245251"/>
                <a:gd name="connsiteX1" fmla="*/ 73197 w 149470"/>
                <a:gd name="connsiteY1" fmla="*/ 220987 h 245251"/>
                <a:gd name="connsiteX2" fmla="*/ 2934 w 149470"/>
                <a:gd name="connsiteY2" fmla="*/ 54658 h 245251"/>
                <a:gd name="connsiteX3" fmla="*/ 24754 w 149470"/>
                <a:gd name="connsiteY3" fmla="*/ 2933 h 245251"/>
                <a:gd name="connsiteX4" fmla="*/ 76075 w 149470"/>
                <a:gd name="connsiteY4" fmla="*/ 23794 h 245251"/>
                <a:gd name="connsiteX5" fmla="*/ 146338 w 149470"/>
                <a:gd name="connsiteY5" fmla="*/ 190123 h 245251"/>
                <a:gd name="connsiteX6" fmla="*/ 125196 w 149470"/>
                <a:gd name="connsiteY6" fmla="*/ 242129 h 245251"/>
                <a:gd name="connsiteX7" fmla="*/ 109768 w 149470"/>
                <a:gd name="connsiteY7" fmla="*/ 245251 h 24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70" h="245251">
                  <a:moveTo>
                    <a:pt x="109768" y="245251"/>
                  </a:moveTo>
                  <a:cubicBezTo>
                    <a:pt x="93808" y="245250"/>
                    <a:pt x="79401" y="235691"/>
                    <a:pt x="73197" y="220987"/>
                  </a:cubicBezTo>
                  <a:lnTo>
                    <a:pt x="2934" y="54658"/>
                  </a:lnTo>
                  <a:cubicBezTo>
                    <a:pt x="-5324" y="34349"/>
                    <a:pt x="4445" y="11191"/>
                    <a:pt x="24754" y="2933"/>
                  </a:cubicBezTo>
                  <a:cubicBezTo>
                    <a:pt x="44688" y="-5172"/>
                    <a:pt x="67450" y="4080"/>
                    <a:pt x="76075" y="23794"/>
                  </a:cubicBezTo>
                  <a:lnTo>
                    <a:pt x="146338" y="190123"/>
                  </a:lnTo>
                  <a:cubicBezTo>
                    <a:pt x="154861" y="210322"/>
                    <a:pt x="145395" y="233606"/>
                    <a:pt x="125196" y="242129"/>
                  </a:cubicBezTo>
                  <a:cubicBezTo>
                    <a:pt x="120313" y="244189"/>
                    <a:pt x="115067" y="245251"/>
                    <a:pt x="109768" y="2452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BBE0CB98-B20E-3C45-9C6E-A2D43C1F0124}"/>
                </a:ext>
              </a:extLst>
            </p:cNvPr>
            <p:cNvSpPr/>
            <p:nvPr/>
          </p:nvSpPr>
          <p:spPr>
            <a:xfrm>
              <a:off x="1982241" y="5331786"/>
              <a:ext cx="149547" cy="245563"/>
            </a:xfrm>
            <a:custGeom>
              <a:avLst/>
              <a:gdLst>
                <a:gd name="connsiteX0" fmla="*/ 109827 w 149547"/>
                <a:gd name="connsiteY0" fmla="*/ 245563 h 245563"/>
                <a:gd name="connsiteX1" fmla="*/ 73257 w 149547"/>
                <a:gd name="connsiteY1" fmla="*/ 221299 h 245563"/>
                <a:gd name="connsiteX2" fmla="*/ 3143 w 149547"/>
                <a:gd name="connsiteY2" fmla="*/ 55169 h 245563"/>
                <a:gd name="connsiteX3" fmla="*/ 24256 w 149547"/>
                <a:gd name="connsiteY3" fmla="*/ 3142 h 245563"/>
                <a:gd name="connsiteX4" fmla="*/ 76284 w 149547"/>
                <a:gd name="connsiteY4" fmla="*/ 24255 h 245563"/>
                <a:gd name="connsiteX5" fmla="*/ 146398 w 149547"/>
                <a:gd name="connsiteY5" fmla="*/ 190187 h 245563"/>
                <a:gd name="connsiteX6" fmla="*/ 125314 w 149547"/>
                <a:gd name="connsiteY6" fmla="*/ 242214 h 245563"/>
                <a:gd name="connsiteX7" fmla="*/ 125259 w 149547"/>
                <a:gd name="connsiteY7" fmla="*/ 242239 h 245563"/>
                <a:gd name="connsiteX8" fmla="*/ 109827 w 149547"/>
                <a:gd name="connsiteY8" fmla="*/ 245563 h 24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547" h="245563">
                  <a:moveTo>
                    <a:pt x="109827" y="245563"/>
                  </a:moveTo>
                  <a:cubicBezTo>
                    <a:pt x="93869" y="245563"/>
                    <a:pt x="79459" y="236002"/>
                    <a:pt x="73257" y="221299"/>
                  </a:cubicBezTo>
                  <a:lnTo>
                    <a:pt x="3143" y="55169"/>
                  </a:lnTo>
                  <a:cubicBezTo>
                    <a:pt x="-5394" y="34973"/>
                    <a:pt x="4059" y="11676"/>
                    <a:pt x="24256" y="3142"/>
                  </a:cubicBezTo>
                  <a:cubicBezTo>
                    <a:pt x="44452" y="-5393"/>
                    <a:pt x="67749" y="4060"/>
                    <a:pt x="76284" y="24255"/>
                  </a:cubicBezTo>
                  <a:lnTo>
                    <a:pt x="146398" y="190187"/>
                  </a:lnTo>
                  <a:cubicBezTo>
                    <a:pt x="154942" y="210377"/>
                    <a:pt x="145505" y="233669"/>
                    <a:pt x="125314" y="242214"/>
                  </a:cubicBezTo>
                  <a:cubicBezTo>
                    <a:pt x="125294" y="242224"/>
                    <a:pt x="125279" y="242229"/>
                    <a:pt x="125259" y="242239"/>
                  </a:cubicBezTo>
                  <a:cubicBezTo>
                    <a:pt x="120382" y="244348"/>
                    <a:pt x="115142" y="245479"/>
                    <a:pt x="109827" y="2455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3EB57745-F88B-D547-84A5-FFAB551B26F8}"/>
                </a:ext>
              </a:extLst>
            </p:cNvPr>
            <p:cNvSpPr/>
            <p:nvPr/>
          </p:nvSpPr>
          <p:spPr>
            <a:xfrm>
              <a:off x="2077117" y="5229876"/>
              <a:ext cx="244878" cy="146658"/>
            </a:xfrm>
            <a:custGeom>
              <a:avLst/>
              <a:gdLst>
                <a:gd name="connsiteX0" fmla="*/ 205296 w 244878"/>
                <a:gd name="connsiteY0" fmla="*/ 146659 h 146658"/>
                <a:gd name="connsiteX1" fmla="*/ 190410 w 244878"/>
                <a:gd name="connsiteY1" fmla="*/ 143731 h 146658"/>
                <a:gd name="connsiteX2" fmla="*/ 26215 w 244878"/>
                <a:gd name="connsiteY2" fmla="*/ 77041 h 146658"/>
                <a:gd name="connsiteX3" fmla="*/ 2372 w 244878"/>
                <a:gd name="connsiteY3" fmla="*/ 26214 h 146658"/>
                <a:gd name="connsiteX4" fmla="*/ 53199 w 244878"/>
                <a:gd name="connsiteY4" fmla="*/ 2374 h 146658"/>
                <a:gd name="connsiteX5" fmla="*/ 55988 w 244878"/>
                <a:gd name="connsiteY5" fmla="*/ 3503 h 146658"/>
                <a:gd name="connsiteX6" fmla="*/ 220133 w 244878"/>
                <a:gd name="connsiteY6" fmla="*/ 70193 h 146658"/>
                <a:gd name="connsiteX7" fmla="*/ 241941 w 244878"/>
                <a:gd name="connsiteY7" fmla="*/ 121923 h 146658"/>
                <a:gd name="connsiteX8" fmla="*/ 205247 w 244878"/>
                <a:gd name="connsiteY8" fmla="*/ 146659 h 1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4878" h="146658">
                  <a:moveTo>
                    <a:pt x="205296" y="146659"/>
                  </a:moveTo>
                  <a:cubicBezTo>
                    <a:pt x="200190" y="146649"/>
                    <a:pt x="195139" y="145656"/>
                    <a:pt x="190410" y="143731"/>
                  </a:cubicBezTo>
                  <a:lnTo>
                    <a:pt x="26215" y="77041"/>
                  </a:lnTo>
                  <a:cubicBezTo>
                    <a:pt x="5598" y="69588"/>
                    <a:pt x="-5076" y="46832"/>
                    <a:pt x="2372" y="26214"/>
                  </a:cubicBezTo>
                  <a:cubicBezTo>
                    <a:pt x="9825" y="5597"/>
                    <a:pt x="32581" y="-5078"/>
                    <a:pt x="53199" y="2374"/>
                  </a:cubicBezTo>
                  <a:cubicBezTo>
                    <a:pt x="54142" y="2715"/>
                    <a:pt x="55075" y="3092"/>
                    <a:pt x="55988" y="3503"/>
                  </a:cubicBezTo>
                  <a:lnTo>
                    <a:pt x="220133" y="70193"/>
                  </a:lnTo>
                  <a:cubicBezTo>
                    <a:pt x="240438" y="78455"/>
                    <a:pt x="250203" y="101618"/>
                    <a:pt x="241941" y="121923"/>
                  </a:cubicBezTo>
                  <a:cubicBezTo>
                    <a:pt x="235863" y="136854"/>
                    <a:pt x="221364" y="146629"/>
                    <a:pt x="205247" y="1466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0BCB5147-495A-EF4A-A3F8-28C738872D41}"/>
                </a:ext>
              </a:extLst>
            </p:cNvPr>
            <p:cNvSpPr/>
            <p:nvPr/>
          </p:nvSpPr>
          <p:spPr>
            <a:xfrm>
              <a:off x="1547267" y="5017599"/>
              <a:ext cx="247706" cy="147899"/>
            </a:xfrm>
            <a:custGeom>
              <a:avLst/>
              <a:gdLst>
                <a:gd name="connsiteX0" fmla="*/ 207976 w 247706"/>
                <a:gd name="connsiteY0" fmla="*/ 147899 h 147899"/>
                <a:gd name="connsiteX1" fmla="*/ 193090 w 247706"/>
                <a:gd name="connsiteY1" fmla="*/ 144971 h 147899"/>
                <a:gd name="connsiteX2" fmla="*/ 26215 w 247706"/>
                <a:gd name="connsiteY2" fmla="*/ 77041 h 147899"/>
                <a:gd name="connsiteX3" fmla="*/ 2374 w 247706"/>
                <a:gd name="connsiteY3" fmla="*/ 26215 h 147899"/>
                <a:gd name="connsiteX4" fmla="*/ 53199 w 247706"/>
                <a:gd name="connsiteY4" fmla="*/ 2374 h 147899"/>
                <a:gd name="connsiteX5" fmla="*/ 55988 w 247706"/>
                <a:gd name="connsiteY5" fmla="*/ 3503 h 147899"/>
                <a:gd name="connsiteX6" fmla="*/ 222962 w 247706"/>
                <a:gd name="connsiteY6" fmla="*/ 71285 h 147899"/>
                <a:gd name="connsiteX7" fmla="*/ 244769 w 247706"/>
                <a:gd name="connsiteY7" fmla="*/ 123016 h 147899"/>
                <a:gd name="connsiteX8" fmla="*/ 208076 w 247706"/>
                <a:gd name="connsiteY8" fmla="*/ 147750 h 147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706" h="147899">
                  <a:moveTo>
                    <a:pt x="207976" y="147899"/>
                  </a:moveTo>
                  <a:cubicBezTo>
                    <a:pt x="202869" y="147921"/>
                    <a:pt x="197809" y="146926"/>
                    <a:pt x="193090" y="144971"/>
                  </a:cubicBezTo>
                  <a:lnTo>
                    <a:pt x="26215" y="77041"/>
                  </a:lnTo>
                  <a:cubicBezTo>
                    <a:pt x="5597" y="69589"/>
                    <a:pt x="-5077" y="46834"/>
                    <a:pt x="2374" y="26215"/>
                  </a:cubicBezTo>
                  <a:cubicBezTo>
                    <a:pt x="9825" y="5597"/>
                    <a:pt x="32581" y="-5078"/>
                    <a:pt x="53199" y="2374"/>
                  </a:cubicBezTo>
                  <a:cubicBezTo>
                    <a:pt x="54143" y="2715"/>
                    <a:pt x="55073" y="3092"/>
                    <a:pt x="55988" y="3503"/>
                  </a:cubicBezTo>
                  <a:lnTo>
                    <a:pt x="222962" y="71285"/>
                  </a:lnTo>
                  <a:cubicBezTo>
                    <a:pt x="243269" y="79548"/>
                    <a:pt x="253032" y="102709"/>
                    <a:pt x="244769" y="123016"/>
                  </a:cubicBezTo>
                  <a:cubicBezTo>
                    <a:pt x="238694" y="137945"/>
                    <a:pt x="224194" y="147719"/>
                    <a:pt x="208076" y="1477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0D54F562-D968-4940-9A94-D9CFC3BED8B5}"/>
                </a:ext>
              </a:extLst>
            </p:cNvPr>
            <p:cNvSpPr/>
            <p:nvPr/>
          </p:nvSpPr>
          <p:spPr>
            <a:xfrm>
              <a:off x="1972265" y="4810037"/>
              <a:ext cx="147577" cy="247288"/>
            </a:xfrm>
            <a:custGeom>
              <a:avLst/>
              <a:gdLst>
                <a:gd name="connsiteX0" fmla="*/ 39666 w 147577"/>
                <a:gd name="connsiteY0" fmla="*/ 247288 h 247288"/>
                <a:gd name="connsiteX1" fmla="*/ 0 w 147577"/>
                <a:gd name="connsiteY1" fmla="*/ 207561 h 247288"/>
                <a:gd name="connsiteX2" fmla="*/ 2897 w 147577"/>
                <a:gd name="connsiteY2" fmla="*/ 192706 h 247288"/>
                <a:gd name="connsiteX3" fmla="*/ 70828 w 147577"/>
                <a:gd name="connsiteY3" fmla="*/ 25434 h 247288"/>
                <a:gd name="connsiteX4" fmla="*/ 122140 w 147577"/>
                <a:gd name="connsiteY4" fmla="*/ 2665 h 247288"/>
                <a:gd name="connsiteX5" fmla="*/ 144911 w 147577"/>
                <a:gd name="connsiteY5" fmla="*/ 53980 h 247288"/>
                <a:gd name="connsiteX6" fmla="*/ 144415 w 147577"/>
                <a:gd name="connsiteY6" fmla="*/ 55207 h 247288"/>
                <a:gd name="connsiteX7" fmla="*/ 76435 w 147577"/>
                <a:gd name="connsiteY7" fmla="*/ 222528 h 247288"/>
                <a:gd name="connsiteX8" fmla="*/ 39666 w 147577"/>
                <a:gd name="connsiteY8" fmla="*/ 247288 h 24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77" h="247288">
                  <a:moveTo>
                    <a:pt x="39666" y="247288"/>
                  </a:moveTo>
                  <a:cubicBezTo>
                    <a:pt x="17742" y="247272"/>
                    <a:pt x="-17" y="229485"/>
                    <a:pt x="0" y="207561"/>
                  </a:cubicBezTo>
                  <a:cubicBezTo>
                    <a:pt x="4" y="202470"/>
                    <a:pt x="987" y="197426"/>
                    <a:pt x="2897" y="192706"/>
                  </a:cubicBezTo>
                  <a:lnTo>
                    <a:pt x="70828" y="25434"/>
                  </a:lnTo>
                  <a:cubicBezTo>
                    <a:pt x="78712" y="4977"/>
                    <a:pt x="101687" y="-5217"/>
                    <a:pt x="122140" y="2665"/>
                  </a:cubicBezTo>
                  <a:cubicBezTo>
                    <a:pt x="142599" y="10548"/>
                    <a:pt x="152796" y="33522"/>
                    <a:pt x="144911" y="53980"/>
                  </a:cubicBezTo>
                  <a:cubicBezTo>
                    <a:pt x="144753" y="54392"/>
                    <a:pt x="144589" y="54801"/>
                    <a:pt x="144415" y="55207"/>
                  </a:cubicBezTo>
                  <a:lnTo>
                    <a:pt x="76435" y="222528"/>
                  </a:lnTo>
                  <a:cubicBezTo>
                    <a:pt x="70356" y="237493"/>
                    <a:pt x="55817" y="247284"/>
                    <a:pt x="39666" y="2472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3C517CB6-F635-4541-9002-DDB246E52AFD}"/>
                </a:ext>
              </a:extLst>
            </p:cNvPr>
            <p:cNvSpPr/>
            <p:nvPr/>
          </p:nvSpPr>
          <p:spPr>
            <a:xfrm>
              <a:off x="1761228" y="5336426"/>
              <a:ext cx="147719" cy="247672"/>
            </a:xfrm>
            <a:custGeom>
              <a:avLst/>
              <a:gdLst>
                <a:gd name="connsiteX0" fmla="*/ 39666 w 147719"/>
                <a:gd name="connsiteY0" fmla="*/ 247672 h 247672"/>
                <a:gd name="connsiteX1" fmla="*/ 0 w 147719"/>
                <a:gd name="connsiteY1" fmla="*/ 207946 h 247672"/>
                <a:gd name="connsiteX2" fmla="*/ 2897 w 147719"/>
                <a:gd name="connsiteY2" fmla="*/ 193089 h 247672"/>
                <a:gd name="connsiteX3" fmla="*/ 70679 w 147719"/>
                <a:gd name="connsiteY3" fmla="*/ 26215 h 247672"/>
                <a:gd name="connsiteX4" fmla="*/ 121504 w 147719"/>
                <a:gd name="connsiteY4" fmla="*/ 2372 h 247672"/>
                <a:gd name="connsiteX5" fmla="*/ 145346 w 147719"/>
                <a:gd name="connsiteY5" fmla="*/ 53199 h 247672"/>
                <a:gd name="connsiteX6" fmla="*/ 144217 w 147719"/>
                <a:gd name="connsiteY6" fmla="*/ 55987 h 247672"/>
                <a:gd name="connsiteX7" fmla="*/ 76435 w 147719"/>
                <a:gd name="connsiteY7" fmla="*/ 222862 h 247672"/>
                <a:gd name="connsiteX8" fmla="*/ 39666 w 147719"/>
                <a:gd name="connsiteY8" fmla="*/ 247672 h 24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19" h="247672">
                  <a:moveTo>
                    <a:pt x="39666" y="247672"/>
                  </a:moveTo>
                  <a:cubicBezTo>
                    <a:pt x="17742" y="247657"/>
                    <a:pt x="-17" y="229868"/>
                    <a:pt x="0" y="207946"/>
                  </a:cubicBezTo>
                  <a:cubicBezTo>
                    <a:pt x="4" y="202855"/>
                    <a:pt x="987" y="197808"/>
                    <a:pt x="2897" y="193089"/>
                  </a:cubicBezTo>
                  <a:lnTo>
                    <a:pt x="70679" y="26215"/>
                  </a:lnTo>
                  <a:cubicBezTo>
                    <a:pt x="78130" y="5598"/>
                    <a:pt x="100885" y="-5076"/>
                    <a:pt x="121504" y="2372"/>
                  </a:cubicBezTo>
                  <a:cubicBezTo>
                    <a:pt x="142123" y="9825"/>
                    <a:pt x="152797" y="32581"/>
                    <a:pt x="145346" y="53199"/>
                  </a:cubicBezTo>
                  <a:cubicBezTo>
                    <a:pt x="145005" y="54142"/>
                    <a:pt x="144628" y="55074"/>
                    <a:pt x="144217" y="55987"/>
                  </a:cubicBezTo>
                  <a:lnTo>
                    <a:pt x="76435" y="222862"/>
                  </a:lnTo>
                  <a:cubicBezTo>
                    <a:pt x="70373" y="237847"/>
                    <a:pt x="55830" y="247657"/>
                    <a:pt x="39666" y="2476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1878BE9A-740B-3545-B556-E4B48E4C3BDD}"/>
                </a:ext>
              </a:extLst>
            </p:cNvPr>
            <p:cNvSpPr/>
            <p:nvPr/>
          </p:nvSpPr>
          <p:spPr>
            <a:xfrm>
              <a:off x="1523564" y="4776373"/>
              <a:ext cx="832834" cy="832833"/>
            </a:xfrm>
            <a:custGeom>
              <a:avLst/>
              <a:gdLst>
                <a:gd name="connsiteX0" fmla="*/ 416417 w 832834"/>
                <a:gd name="connsiteY0" fmla="*/ 832834 h 832833"/>
                <a:gd name="connsiteX1" fmla="*/ 0 w 832834"/>
                <a:gd name="connsiteY1" fmla="*/ 416417 h 832833"/>
                <a:gd name="connsiteX2" fmla="*/ 416417 w 832834"/>
                <a:gd name="connsiteY2" fmla="*/ 0 h 832833"/>
                <a:gd name="connsiteX3" fmla="*/ 832835 w 832834"/>
                <a:gd name="connsiteY3" fmla="*/ 416417 h 832833"/>
                <a:gd name="connsiteX4" fmla="*/ 416417 w 832834"/>
                <a:gd name="connsiteY4" fmla="*/ 832834 h 832833"/>
                <a:gd name="connsiteX5" fmla="*/ 416417 w 832834"/>
                <a:gd name="connsiteY5" fmla="*/ 79393 h 832833"/>
                <a:gd name="connsiteX6" fmla="*/ 79393 w 832834"/>
                <a:gd name="connsiteY6" fmla="*/ 416417 h 832833"/>
                <a:gd name="connsiteX7" fmla="*/ 416417 w 832834"/>
                <a:gd name="connsiteY7" fmla="*/ 753441 h 832833"/>
                <a:gd name="connsiteX8" fmla="*/ 753441 w 832834"/>
                <a:gd name="connsiteY8" fmla="*/ 416417 h 832833"/>
                <a:gd name="connsiteX9" fmla="*/ 416417 w 832834"/>
                <a:gd name="connsiteY9" fmla="*/ 79393 h 832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2834" h="832833">
                  <a:moveTo>
                    <a:pt x="416417" y="832834"/>
                  </a:moveTo>
                  <a:cubicBezTo>
                    <a:pt x="186437" y="832834"/>
                    <a:pt x="0" y="646399"/>
                    <a:pt x="0" y="416417"/>
                  </a:cubicBezTo>
                  <a:cubicBezTo>
                    <a:pt x="0" y="186436"/>
                    <a:pt x="186437" y="0"/>
                    <a:pt x="416417" y="0"/>
                  </a:cubicBezTo>
                  <a:cubicBezTo>
                    <a:pt x="646400" y="0"/>
                    <a:pt x="832835" y="186436"/>
                    <a:pt x="832835" y="416417"/>
                  </a:cubicBezTo>
                  <a:cubicBezTo>
                    <a:pt x="832616" y="646304"/>
                    <a:pt x="646305" y="832615"/>
                    <a:pt x="416417" y="832834"/>
                  </a:cubicBezTo>
                  <a:close/>
                  <a:moveTo>
                    <a:pt x="416417" y="79393"/>
                  </a:moveTo>
                  <a:cubicBezTo>
                    <a:pt x="230284" y="79393"/>
                    <a:pt x="79393" y="230284"/>
                    <a:pt x="79393" y="416417"/>
                  </a:cubicBezTo>
                  <a:cubicBezTo>
                    <a:pt x="79393" y="602549"/>
                    <a:pt x="230284" y="753441"/>
                    <a:pt x="416417" y="753441"/>
                  </a:cubicBezTo>
                  <a:cubicBezTo>
                    <a:pt x="602550" y="753441"/>
                    <a:pt x="753441" y="602549"/>
                    <a:pt x="753441" y="416417"/>
                  </a:cubicBezTo>
                  <a:cubicBezTo>
                    <a:pt x="753223" y="230374"/>
                    <a:pt x="602460" y="79612"/>
                    <a:pt x="41641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8D51EC47-CFCA-5D4A-9878-EDAC86511A5C}"/>
                </a:ext>
              </a:extLst>
            </p:cNvPr>
            <p:cNvSpPr/>
            <p:nvPr/>
          </p:nvSpPr>
          <p:spPr>
            <a:xfrm>
              <a:off x="1711726" y="4964336"/>
              <a:ext cx="456510" cy="456510"/>
            </a:xfrm>
            <a:custGeom>
              <a:avLst/>
              <a:gdLst>
                <a:gd name="connsiteX0" fmla="*/ 228255 w 456510"/>
                <a:gd name="connsiteY0" fmla="*/ 456510 h 456510"/>
                <a:gd name="connsiteX1" fmla="*/ 0 w 456510"/>
                <a:gd name="connsiteY1" fmla="*/ 228255 h 456510"/>
                <a:gd name="connsiteX2" fmla="*/ 228255 w 456510"/>
                <a:gd name="connsiteY2" fmla="*/ 0 h 456510"/>
                <a:gd name="connsiteX3" fmla="*/ 456511 w 456510"/>
                <a:gd name="connsiteY3" fmla="*/ 228255 h 456510"/>
                <a:gd name="connsiteX4" fmla="*/ 228255 w 456510"/>
                <a:gd name="connsiteY4" fmla="*/ 456510 h 456510"/>
                <a:gd name="connsiteX5" fmla="*/ 228255 w 456510"/>
                <a:gd name="connsiteY5" fmla="*/ 79790 h 456510"/>
                <a:gd name="connsiteX6" fmla="*/ 79393 w 456510"/>
                <a:gd name="connsiteY6" fmla="*/ 228652 h 456510"/>
                <a:gd name="connsiteX7" fmla="*/ 228255 w 456510"/>
                <a:gd name="connsiteY7" fmla="*/ 377514 h 456510"/>
                <a:gd name="connsiteX8" fmla="*/ 377118 w 456510"/>
                <a:gd name="connsiteY8" fmla="*/ 228652 h 456510"/>
                <a:gd name="connsiteX9" fmla="*/ 228255 w 456510"/>
                <a:gd name="connsiteY9" fmla="*/ 79790 h 45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510" h="456510">
                  <a:moveTo>
                    <a:pt x="228255" y="456510"/>
                  </a:moveTo>
                  <a:cubicBezTo>
                    <a:pt x="102193" y="456510"/>
                    <a:pt x="0" y="354317"/>
                    <a:pt x="0" y="228255"/>
                  </a:cubicBezTo>
                  <a:cubicBezTo>
                    <a:pt x="0" y="102193"/>
                    <a:pt x="102193" y="0"/>
                    <a:pt x="228255" y="0"/>
                  </a:cubicBezTo>
                  <a:cubicBezTo>
                    <a:pt x="354317" y="0"/>
                    <a:pt x="456511" y="102193"/>
                    <a:pt x="456511" y="228255"/>
                  </a:cubicBezTo>
                  <a:cubicBezTo>
                    <a:pt x="456511" y="354317"/>
                    <a:pt x="354317" y="456510"/>
                    <a:pt x="228255" y="456510"/>
                  </a:cubicBezTo>
                  <a:close/>
                  <a:moveTo>
                    <a:pt x="228255" y="79790"/>
                  </a:moveTo>
                  <a:cubicBezTo>
                    <a:pt x="146041" y="79790"/>
                    <a:pt x="79393" y="146438"/>
                    <a:pt x="79393" y="228652"/>
                  </a:cubicBezTo>
                  <a:cubicBezTo>
                    <a:pt x="79393" y="310869"/>
                    <a:pt x="146041" y="377514"/>
                    <a:pt x="228255" y="377514"/>
                  </a:cubicBezTo>
                  <a:cubicBezTo>
                    <a:pt x="310472" y="377514"/>
                    <a:pt x="377118" y="310869"/>
                    <a:pt x="377118" y="228652"/>
                  </a:cubicBezTo>
                  <a:cubicBezTo>
                    <a:pt x="377118" y="146438"/>
                    <a:pt x="310472" y="79790"/>
                    <a:pt x="228255" y="797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0" name="Picture Placeholder 77">
            <a:extLst>
              <a:ext uri="{FF2B5EF4-FFF2-40B4-BE49-F238E27FC236}">
                <a16:creationId xmlns:a16="http://schemas.microsoft.com/office/drawing/2014/main" id="{DDFB2C0A-5766-4483-99C5-7D3DE5CC5025}"/>
              </a:ext>
            </a:extLst>
          </p:cNvPr>
          <p:cNvGrpSpPr>
            <a:grpSpLocks noChangeAspect="1"/>
          </p:cNvGrpSpPr>
          <p:nvPr/>
        </p:nvGrpSpPr>
        <p:grpSpPr>
          <a:xfrm>
            <a:off x="2860526" y="4864050"/>
            <a:ext cx="793950" cy="657476"/>
            <a:chOff x="2860526" y="4864050"/>
            <a:chExt cx="793950" cy="657476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D115BBD4-78E6-E64A-A600-2339A9CC39E4}"/>
                </a:ext>
              </a:extLst>
            </p:cNvPr>
            <p:cNvSpPr/>
            <p:nvPr/>
          </p:nvSpPr>
          <p:spPr>
            <a:xfrm>
              <a:off x="2860526" y="4864050"/>
              <a:ext cx="793950" cy="657476"/>
            </a:xfrm>
            <a:custGeom>
              <a:avLst/>
              <a:gdLst>
                <a:gd name="connsiteX0" fmla="*/ 447229 w 793950"/>
                <a:gd name="connsiteY0" fmla="*/ 657477 h 657476"/>
                <a:gd name="connsiteX1" fmla="*/ 353297 w 793950"/>
                <a:gd name="connsiteY1" fmla="*/ 626910 h 657476"/>
                <a:gd name="connsiteX2" fmla="*/ 311714 w 793950"/>
                <a:gd name="connsiteY2" fmla="*/ 485839 h 657476"/>
                <a:gd name="connsiteX3" fmla="*/ 311317 w 793950"/>
                <a:gd name="connsiteY3" fmla="*/ 417908 h 657476"/>
                <a:gd name="connsiteX4" fmla="*/ 167020 w 793950"/>
                <a:gd name="connsiteY4" fmla="*/ 461376 h 657476"/>
                <a:gd name="connsiteX5" fmla="*/ 102017 w 793950"/>
                <a:gd name="connsiteY5" fmla="*/ 495763 h 657476"/>
                <a:gd name="connsiteX6" fmla="*/ 18108 w 793950"/>
                <a:gd name="connsiteY6" fmla="*/ 441180 h 657476"/>
                <a:gd name="connsiteX7" fmla="*/ 1237 w 793950"/>
                <a:gd name="connsiteY7" fmla="*/ 336977 h 657476"/>
                <a:gd name="connsiteX8" fmla="*/ 53438 w 793950"/>
                <a:gd name="connsiteY8" fmla="*/ 206425 h 657476"/>
                <a:gd name="connsiteX9" fmla="*/ 426090 w 793950"/>
                <a:gd name="connsiteY9" fmla="*/ 350 h 657476"/>
                <a:gd name="connsiteX10" fmla="*/ 772939 w 793950"/>
                <a:gd name="connsiteY10" fmla="*/ 228853 h 657476"/>
                <a:gd name="connsiteX11" fmla="*/ 771848 w 793950"/>
                <a:gd name="connsiteY11" fmla="*/ 448524 h 657476"/>
                <a:gd name="connsiteX12" fmla="*/ 566765 w 793950"/>
                <a:gd name="connsiteY12" fmla="*/ 632716 h 657476"/>
                <a:gd name="connsiteX13" fmla="*/ 566318 w 793950"/>
                <a:gd name="connsiteY13" fmla="*/ 632716 h 657476"/>
                <a:gd name="connsiteX14" fmla="*/ 447229 w 793950"/>
                <a:gd name="connsiteY14" fmla="*/ 657477 h 657476"/>
                <a:gd name="connsiteX15" fmla="*/ 276632 w 793950"/>
                <a:gd name="connsiteY15" fmla="*/ 329980 h 657476"/>
                <a:gd name="connsiteX16" fmla="*/ 351361 w 793950"/>
                <a:gd name="connsiteY16" fmla="*/ 349829 h 657476"/>
                <a:gd name="connsiteX17" fmla="*/ 389867 w 793950"/>
                <a:gd name="connsiteY17" fmla="*/ 500229 h 657476"/>
                <a:gd name="connsiteX18" fmla="*/ 404356 w 793950"/>
                <a:gd name="connsiteY18" fmla="*/ 566621 h 657476"/>
                <a:gd name="connsiteX19" fmla="*/ 539225 w 793950"/>
                <a:gd name="connsiteY19" fmla="*/ 558781 h 657476"/>
                <a:gd name="connsiteX20" fmla="*/ 539225 w 793950"/>
                <a:gd name="connsiteY20" fmla="*/ 558781 h 657476"/>
                <a:gd name="connsiteX21" fmla="*/ 539622 w 793950"/>
                <a:gd name="connsiteY21" fmla="*/ 558781 h 657476"/>
                <a:gd name="connsiteX22" fmla="*/ 698409 w 793950"/>
                <a:gd name="connsiteY22" fmla="*/ 418652 h 657476"/>
                <a:gd name="connsiteX23" fmla="*/ 698955 w 793950"/>
                <a:gd name="connsiteY23" fmla="*/ 258675 h 657476"/>
                <a:gd name="connsiteX24" fmla="*/ 430109 w 793950"/>
                <a:gd name="connsiteY24" fmla="*/ 80339 h 657476"/>
                <a:gd name="connsiteX25" fmla="*/ 117995 w 793950"/>
                <a:gd name="connsiteY25" fmla="*/ 252622 h 657476"/>
                <a:gd name="connsiteX26" fmla="*/ 88768 w 793950"/>
                <a:gd name="connsiteY26" fmla="*/ 404759 h 657476"/>
                <a:gd name="connsiteX27" fmla="*/ 96857 w 793950"/>
                <a:gd name="connsiteY27" fmla="*/ 416171 h 657476"/>
                <a:gd name="connsiteX28" fmla="*/ 107525 w 793950"/>
                <a:gd name="connsiteY28" fmla="*/ 408778 h 657476"/>
                <a:gd name="connsiteX29" fmla="*/ 276632 w 793950"/>
                <a:gd name="connsiteY29" fmla="*/ 329732 h 65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50" h="657476">
                  <a:moveTo>
                    <a:pt x="447229" y="657477"/>
                  </a:moveTo>
                  <a:cubicBezTo>
                    <a:pt x="408971" y="657477"/>
                    <a:pt x="377760" y="647305"/>
                    <a:pt x="353297" y="626910"/>
                  </a:cubicBezTo>
                  <a:cubicBezTo>
                    <a:pt x="316428" y="595947"/>
                    <a:pt x="301294" y="544540"/>
                    <a:pt x="311714" y="485839"/>
                  </a:cubicBezTo>
                  <a:cubicBezTo>
                    <a:pt x="322482" y="425202"/>
                    <a:pt x="311714" y="418206"/>
                    <a:pt x="311317" y="417908"/>
                  </a:cubicBezTo>
                  <a:cubicBezTo>
                    <a:pt x="265468" y="391163"/>
                    <a:pt x="192972" y="431951"/>
                    <a:pt x="167020" y="461376"/>
                  </a:cubicBezTo>
                  <a:cubicBezTo>
                    <a:pt x="150463" y="480624"/>
                    <a:pt x="127246" y="492905"/>
                    <a:pt x="102017" y="495763"/>
                  </a:cubicBezTo>
                  <a:cubicBezTo>
                    <a:pt x="68672" y="499038"/>
                    <a:pt x="37510" y="478545"/>
                    <a:pt x="18108" y="441180"/>
                  </a:cubicBezTo>
                  <a:cubicBezTo>
                    <a:pt x="3222" y="412053"/>
                    <a:pt x="-2832" y="374986"/>
                    <a:pt x="1237" y="336977"/>
                  </a:cubicBezTo>
                  <a:cubicBezTo>
                    <a:pt x="7106" y="289691"/>
                    <a:pt x="25087" y="244722"/>
                    <a:pt x="53438" y="206425"/>
                  </a:cubicBezTo>
                  <a:cubicBezTo>
                    <a:pt x="146825" y="75972"/>
                    <a:pt x="268693" y="8686"/>
                    <a:pt x="426090" y="350"/>
                  </a:cubicBezTo>
                  <a:cubicBezTo>
                    <a:pt x="562349" y="-6845"/>
                    <a:pt x="721284" y="97805"/>
                    <a:pt x="772939" y="228853"/>
                  </a:cubicBezTo>
                  <a:cubicBezTo>
                    <a:pt x="801327" y="299400"/>
                    <a:pt x="800935" y="378263"/>
                    <a:pt x="771848" y="448524"/>
                  </a:cubicBezTo>
                  <a:cubicBezTo>
                    <a:pt x="737113" y="531639"/>
                    <a:pt x="664319" y="597039"/>
                    <a:pt x="566765" y="632716"/>
                  </a:cubicBezTo>
                  <a:lnTo>
                    <a:pt x="566318" y="632716"/>
                  </a:lnTo>
                  <a:cubicBezTo>
                    <a:pt x="521228" y="649225"/>
                    <a:pt x="481531" y="657477"/>
                    <a:pt x="447229" y="657477"/>
                  </a:cubicBezTo>
                  <a:close/>
                  <a:moveTo>
                    <a:pt x="276632" y="329980"/>
                  </a:moveTo>
                  <a:cubicBezTo>
                    <a:pt x="302868" y="329796"/>
                    <a:pt x="328674" y="336650"/>
                    <a:pt x="351361" y="349829"/>
                  </a:cubicBezTo>
                  <a:cubicBezTo>
                    <a:pt x="410460" y="384315"/>
                    <a:pt x="396020" y="465544"/>
                    <a:pt x="389867" y="500229"/>
                  </a:cubicBezTo>
                  <a:cubicBezTo>
                    <a:pt x="387882" y="511294"/>
                    <a:pt x="383119" y="548758"/>
                    <a:pt x="404356" y="566621"/>
                  </a:cubicBezTo>
                  <a:cubicBezTo>
                    <a:pt x="425594" y="584485"/>
                    <a:pt x="475314" y="582053"/>
                    <a:pt x="539225" y="558781"/>
                  </a:cubicBezTo>
                  <a:lnTo>
                    <a:pt x="539225" y="558781"/>
                  </a:lnTo>
                  <a:lnTo>
                    <a:pt x="539622" y="558781"/>
                  </a:lnTo>
                  <a:cubicBezTo>
                    <a:pt x="615989" y="530894"/>
                    <a:pt x="672457" y="481075"/>
                    <a:pt x="698409" y="418652"/>
                  </a:cubicBezTo>
                  <a:cubicBezTo>
                    <a:pt x="719503" y="367450"/>
                    <a:pt x="719701" y="310020"/>
                    <a:pt x="698955" y="258675"/>
                  </a:cubicBezTo>
                  <a:cubicBezTo>
                    <a:pt x="660052" y="159980"/>
                    <a:pt x="531931" y="75079"/>
                    <a:pt x="430109" y="80339"/>
                  </a:cubicBezTo>
                  <a:cubicBezTo>
                    <a:pt x="298515" y="86541"/>
                    <a:pt x="196396" y="143109"/>
                    <a:pt x="117995" y="252622"/>
                  </a:cubicBezTo>
                  <a:cubicBezTo>
                    <a:pt x="68672" y="321297"/>
                    <a:pt x="76413" y="380841"/>
                    <a:pt x="88768" y="404759"/>
                  </a:cubicBezTo>
                  <a:cubicBezTo>
                    <a:pt x="90741" y="409026"/>
                    <a:pt x="93483" y="412896"/>
                    <a:pt x="96857" y="416171"/>
                  </a:cubicBezTo>
                  <a:cubicBezTo>
                    <a:pt x="101006" y="414698"/>
                    <a:pt x="104688" y="412147"/>
                    <a:pt x="107525" y="408778"/>
                  </a:cubicBezTo>
                  <a:cubicBezTo>
                    <a:pt x="141912" y="369875"/>
                    <a:pt x="209347" y="329732"/>
                    <a:pt x="276632" y="3297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CB5A01B4-DC96-1148-A8B8-54EB9602F965}"/>
                </a:ext>
              </a:extLst>
            </p:cNvPr>
            <p:cNvSpPr/>
            <p:nvPr/>
          </p:nvSpPr>
          <p:spPr>
            <a:xfrm>
              <a:off x="3351371" y="5269706"/>
              <a:ext cx="79443" cy="79388"/>
            </a:xfrm>
            <a:custGeom>
              <a:avLst/>
              <a:gdLst>
                <a:gd name="connsiteX0" fmla="*/ 39697 w 79443"/>
                <a:gd name="connsiteY0" fmla="*/ 79389 h 79388"/>
                <a:gd name="connsiteX1" fmla="*/ 31956 w 79443"/>
                <a:gd name="connsiteY1" fmla="*/ 78595 h 79388"/>
                <a:gd name="connsiteX2" fmla="*/ 24513 w 79443"/>
                <a:gd name="connsiteY2" fmla="*/ 76312 h 79388"/>
                <a:gd name="connsiteX3" fmla="*/ 17665 w 79443"/>
                <a:gd name="connsiteY3" fmla="*/ 72690 h 79388"/>
                <a:gd name="connsiteX4" fmla="*/ 11611 w 79443"/>
                <a:gd name="connsiteY4" fmla="*/ 67728 h 79388"/>
                <a:gd name="connsiteX5" fmla="*/ 0 w 79443"/>
                <a:gd name="connsiteY5" fmla="*/ 39692 h 79388"/>
                <a:gd name="connsiteX6" fmla="*/ 744 w 79443"/>
                <a:gd name="connsiteY6" fmla="*/ 31902 h 79388"/>
                <a:gd name="connsiteX7" fmla="*/ 3027 w 79443"/>
                <a:gd name="connsiteY7" fmla="*/ 24508 h 79388"/>
                <a:gd name="connsiteX8" fmla="*/ 6699 w 79443"/>
                <a:gd name="connsiteY8" fmla="*/ 17611 h 79388"/>
                <a:gd name="connsiteX9" fmla="*/ 11661 w 79443"/>
                <a:gd name="connsiteY9" fmla="*/ 11607 h 79388"/>
                <a:gd name="connsiteX10" fmla="*/ 17715 w 79443"/>
                <a:gd name="connsiteY10" fmla="*/ 6645 h 79388"/>
                <a:gd name="connsiteX11" fmla="*/ 24562 w 79443"/>
                <a:gd name="connsiteY11" fmla="*/ 3022 h 79388"/>
                <a:gd name="connsiteX12" fmla="*/ 31956 w 79443"/>
                <a:gd name="connsiteY12" fmla="*/ 740 h 79388"/>
                <a:gd name="connsiteX13" fmla="*/ 67782 w 79443"/>
                <a:gd name="connsiteY13" fmla="*/ 11607 h 79388"/>
                <a:gd name="connsiteX14" fmla="*/ 72744 w 79443"/>
                <a:gd name="connsiteY14" fmla="*/ 17611 h 79388"/>
                <a:gd name="connsiteX15" fmla="*/ 76366 w 79443"/>
                <a:gd name="connsiteY15" fmla="*/ 24508 h 79388"/>
                <a:gd name="connsiteX16" fmla="*/ 78649 w 79443"/>
                <a:gd name="connsiteY16" fmla="*/ 31902 h 79388"/>
                <a:gd name="connsiteX17" fmla="*/ 79443 w 79443"/>
                <a:gd name="connsiteY17" fmla="*/ 39692 h 79388"/>
                <a:gd name="connsiteX18" fmla="*/ 67782 w 79443"/>
                <a:gd name="connsiteY18" fmla="*/ 67728 h 79388"/>
                <a:gd name="connsiteX19" fmla="*/ 61778 w 79443"/>
                <a:gd name="connsiteY19" fmla="*/ 72690 h 79388"/>
                <a:gd name="connsiteX20" fmla="*/ 54930 w 79443"/>
                <a:gd name="connsiteY20" fmla="*/ 76312 h 79388"/>
                <a:gd name="connsiteX21" fmla="*/ 39746 w 79443"/>
                <a:gd name="connsiteY21" fmla="*/ 79389 h 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388">
                  <a:moveTo>
                    <a:pt x="39697" y="79389"/>
                  </a:moveTo>
                  <a:cubicBezTo>
                    <a:pt x="37096" y="79374"/>
                    <a:pt x="34506" y="79106"/>
                    <a:pt x="31956" y="78595"/>
                  </a:cubicBezTo>
                  <a:cubicBezTo>
                    <a:pt x="29405" y="78089"/>
                    <a:pt x="26909" y="77324"/>
                    <a:pt x="24513" y="76312"/>
                  </a:cubicBezTo>
                  <a:cubicBezTo>
                    <a:pt x="22116" y="75335"/>
                    <a:pt x="19824" y="74119"/>
                    <a:pt x="17665" y="72690"/>
                  </a:cubicBezTo>
                  <a:cubicBezTo>
                    <a:pt x="15497" y="71226"/>
                    <a:pt x="13472" y="69569"/>
                    <a:pt x="11611" y="67728"/>
                  </a:cubicBezTo>
                  <a:cubicBezTo>
                    <a:pt x="4183" y="60290"/>
                    <a:pt x="5" y="50207"/>
                    <a:pt x="0" y="39692"/>
                  </a:cubicBezTo>
                  <a:cubicBezTo>
                    <a:pt x="0" y="37077"/>
                    <a:pt x="248" y="34467"/>
                    <a:pt x="744" y="31902"/>
                  </a:cubicBezTo>
                  <a:cubicBezTo>
                    <a:pt x="1280" y="29371"/>
                    <a:pt x="2044" y="26900"/>
                    <a:pt x="3027" y="24508"/>
                  </a:cubicBezTo>
                  <a:cubicBezTo>
                    <a:pt x="4019" y="22092"/>
                    <a:pt x="5250" y="19784"/>
                    <a:pt x="6699" y="17611"/>
                  </a:cubicBezTo>
                  <a:cubicBezTo>
                    <a:pt x="8158" y="15457"/>
                    <a:pt x="9820" y="13443"/>
                    <a:pt x="11661" y="11607"/>
                  </a:cubicBezTo>
                  <a:cubicBezTo>
                    <a:pt x="13522" y="9766"/>
                    <a:pt x="15546" y="8109"/>
                    <a:pt x="17715" y="6645"/>
                  </a:cubicBezTo>
                  <a:cubicBezTo>
                    <a:pt x="19878" y="5226"/>
                    <a:pt x="22171" y="4010"/>
                    <a:pt x="24562" y="3022"/>
                  </a:cubicBezTo>
                  <a:cubicBezTo>
                    <a:pt x="26954" y="2040"/>
                    <a:pt x="29425" y="1276"/>
                    <a:pt x="31956" y="740"/>
                  </a:cubicBezTo>
                  <a:cubicBezTo>
                    <a:pt x="44961" y="-1796"/>
                    <a:pt x="58379" y="2273"/>
                    <a:pt x="67782" y="11607"/>
                  </a:cubicBezTo>
                  <a:cubicBezTo>
                    <a:pt x="69623" y="13448"/>
                    <a:pt x="71285" y="15457"/>
                    <a:pt x="72744" y="17611"/>
                  </a:cubicBezTo>
                  <a:cubicBezTo>
                    <a:pt x="74173" y="19784"/>
                    <a:pt x="75389" y="22097"/>
                    <a:pt x="76366" y="24508"/>
                  </a:cubicBezTo>
                  <a:cubicBezTo>
                    <a:pt x="77393" y="26880"/>
                    <a:pt x="78163" y="29361"/>
                    <a:pt x="78649" y="31902"/>
                  </a:cubicBezTo>
                  <a:cubicBezTo>
                    <a:pt x="79185" y="34462"/>
                    <a:pt x="79453" y="37077"/>
                    <a:pt x="79443" y="39692"/>
                  </a:cubicBezTo>
                  <a:cubicBezTo>
                    <a:pt x="79398" y="50207"/>
                    <a:pt x="75210" y="60280"/>
                    <a:pt x="67782" y="67728"/>
                  </a:cubicBezTo>
                  <a:cubicBezTo>
                    <a:pt x="65951" y="69579"/>
                    <a:pt x="63941" y="71241"/>
                    <a:pt x="61778" y="72690"/>
                  </a:cubicBezTo>
                  <a:cubicBezTo>
                    <a:pt x="59614" y="74109"/>
                    <a:pt x="57322" y="75325"/>
                    <a:pt x="54930" y="76312"/>
                  </a:cubicBezTo>
                  <a:cubicBezTo>
                    <a:pt x="50122" y="78327"/>
                    <a:pt x="44961" y="79369"/>
                    <a:pt x="39746" y="793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CE0A7104-ECB8-5F4F-AAEF-CF7AAC57912D}"/>
                </a:ext>
              </a:extLst>
            </p:cNvPr>
            <p:cNvSpPr/>
            <p:nvPr/>
          </p:nvSpPr>
          <p:spPr>
            <a:xfrm>
              <a:off x="3420840" y="5135521"/>
              <a:ext cx="79292" cy="79597"/>
            </a:xfrm>
            <a:custGeom>
              <a:avLst/>
              <a:gdLst>
                <a:gd name="connsiteX0" fmla="*/ 39697 w 79292"/>
                <a:gd name="connsiteY0" fmla="*/ 79598 h 79597"/>
                <a:gd name="connsiteX1" fmla="*/ 31956 w 79292"/>
                <a:gd name="connsiteY1" fmla="*/ 78804 h 79597"/>
                <a:gd name="connsiteX2" fmla="*/ 24513 w 79292"/>
                <a:gd name="connsiteY2" fmla="*/ 76521 h 79597"/>
                <a:gd name="connsiteX3" fmla="*/ 17665 w 79292"/>
                <a:gd name="connsiteY3" fmla="*/ 72899 h 79597"/>
                <a:gd name="connsiteX4" fmla="*/ 11611 w 79292"/>
                <a:gd name="connsiteY4" fmla="*/ 67937 h 79597"/>
                <a:gd name="connsiteX5" fmla="*/ 0 w 79292"/>
                <a:gd name="connsiteY5" fmla="*/ 39901 h 79597"/>
                <a:gd name="connsiteX6" fmla="*/ 744 w 79292"/>
                <a:gd name="connsiteY6" fmla="*/ 32161 h 79597"/>
                <a:gd name="connsiteX7" fmla="*/ 2878 w 79292"/>
                <a:gd name="connsiteY7" fmla="*/ 24519 h 79597"/>
                <a:gd name="connsiteX8" fmla="*/ 6550 w 79292"/>
                <a:gd name="connsiteY8" fmla="*/ 17671 h 79597"/>
                <a:gd name="connsiteX9" fmla="*/ 11512 w 79292"/>
                <a:gd name="connsiteY9" fmla="*/ 11618 h 79597"/>
                <a:gd name="connsiteX10" fmla="*/ 67633 w 79292"/>
                <a:gd name="connsiteY10" fmla="*/ 11618 h 79597"/>
                <a:gd name="connsiteX11" fmla="*/ 72595 w 79292"/>
                <a:gd name="connsiteY11" fmla="*/ 17671 h 79597"/>
                <a:gd name="connsiteX12" fmla="*/ 76217 w 79292"/>
                <a:gd name="connsiteY12" fmla="*/ 24519 h 79597"/>
                <a:gd name="connsiteX13" fmla="*/ 78500 w 79292"/>
                <a:gd name="connsiteY13" fmla="*/ 31912 h 79597"/>
                <a:gd name="connsiteX14" fmla="*/ 78500 w 79292"/>
                <a:gd name="connsiteY14" fmla="*/ 47444 h 79597"/>
                <a:gd name="connsiteX15" fmla="*/ 76217 w 79292"/>
                <a:gd name="connsiteY15" fmla="*/ 54887 h 79597"/>
                <a:gd name="connsiteX16" fmla="*/ 72595 w 79292"/>
                <a:gd name="connsiteY16" fmla="*/ 61734 h 79597"/>
                <a:gd name="connsiteX17" fmla="*/ 61629 w 79292"/>
                <a:gd name="connsiteY17" fmla="*/ 72701 h 79597"/>
                <a:gd name="connsiteX18" fmla="*/ 54781 w 79292"/>
                <a:gd name="connsiteY18" fmla="*/ 76323 h 79597"/>
                <a:gd name="connsiteX19" fmla="*/ 47338 w 79292"/>
                <a:gd name="connsiteY19" fmla="*/ 78606 h 79597"/>
                <a:gd name="connsiteX20" fmla="*/ 39697 w 79292"/>
                <a:gd name="connsiteY20" fmla="*/ 79598 h 79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92" h="79597">
                  <a:moveTo>
                    <a:pt x="39697" y="79598"/>
                  </a:moveTo>
                  <a:cubicBezTo>
                    <a:pt x="37096" y="79582"/>
                    <a:pt x="34506" y="79316"/>
                    <a:pt x="31956" y="78804"/>
                  </a:cubicBezTo>
                  <a:cubicBezTo>
                    <a:pt x="29405" y="78300"/>
                    <a:pt x="26909" y="77535"/>
                    <a:pt x="24513" y="76521"/>
                  </a:cubicBezTo>
                  <a:cubicBezTo>
                    <a:pt x="22116" y="75543"/>
                    <a:pt x="19824" y="74329"/>
                    <a:pt x="17665" y="72899"/>
                  </a:cubicBezTo>
                  <a:cubicBezTo>
                    <a:pt x="15487" y="71453"/>
                    <a:pt x="13457" y="69790"/>
                    <a:pt x="11611" y="67937"/>
                  </a:cubicBezTo>
                  <a:cubicBezTo>
                    <a:pt x="4203" y="60483"/>
                    <a:pt x="30" y="50410"/>
                    <a:pt x="0" y="39901"/>
                  </a:cubicBezTo>
                  <a:cubicBezTo>
                    <a:pt x="0" y="37303"/>
                    <a:pt x="253" y="34711"/>
                    <a:pt x="744" y="32161"/>
                  </a:cubicBezTo>
                  <a:cubicBezTo>
                    <a:pt x="1216" y="29552"/>
                    <a:pt x="1930" y="26994"/>
                    <a:pt x="2878" y="24519"/>
                  </a:cubicBezTo>
                  <a:cubicBezTo>
                    <a:pt x="3865" y="22116"/>
                    <a:pt x="5096" y="19821"/>
                    <a:pt x="6550" y="17671"/>
                  </a:cubicBezTo>
                  <a:cubicBezTo>
                    <a:pt x="7994" y="15490"/>
                    <a:pt x="9656" y="13462"/>
                    <a:pt x="11512" y="11618"/>
                  </a:cubicBezTo>
                  <a:cubicBezTo>
                    <a:pt x="27014" y="-3873"/>
                    <a:pt x="52132" y="-3873"/>
                    <a:pt x="67633" y="11618"/>
                  </a:cubicBezTo>
                  <a:cubicBezTo>
                    <a:pt x="69489" y="13463"/>
                    <a:pt x="71151" y="15491"/>
                    <a:pt x="72595" y="17671"/>
                  </a:cubicBezTo>
                  <a:cubicBezTo>
                    <a:pt x="74034" y="19823"/>
                    <a:pt x="75250" y="22118"/>
                    <a:pt x="76217" y="24519"/>
                  </a:cubicBezTo>
                  <a:cubicBezTo>
                    <a:pt x="77225" y="26901"/>
                    <a:pt x="77989" y="29378"/>
                    <a:pt x="78500" y="31912"/>
                  </a:cubicBezTo>
                  <a:cubicBezTo>
                    <a:pt x="79557" y="37035"/>
                    <a:pt x="79557" y="42321"/>
                    <a:pt x="78500" y="47444"/>
                  </a:cubicBezTo>
                  <a:cubicBezTo>
                    <a:pt x="77984" y="49993"/>
                    <a:pt x="77215" y="52485"/>
                    <a:pt x="76217" y="54887"/>
                  </a:cubicBezTo>
                  <a:cubicBezTo>
                    <a:pt x="75230" y="57278"/>
                    <a:pt x="74014" y="59571"/>
                    <a:pt x="72595" y="61734"/>
                  </a:cubicBezTo>
                  <a:cubicBezTo>
                    <a:pt x="69668" y="66051"/>
                    <a:pt x="65946" y="69773"/>
                    <a:pt x="61629" y="72701"/>
                  </a:cubicBezTo>
                  <a:cubicBezTo>
                    <a:pt x="59466" y="74121"/>
                    <a:pt x="57173" y="75334"/>
                    <a:pt x="54781" y="76323"/>
                  </a:cubicBezTo>
                  <a:cubicBezTo>
                    <a:pt x="52380" y="77322"/>
                    <a:pt x="49889" y="78087"/>
                    <a:pt x="47338" y="78606"/>
                  </a:cubicBezTo>
                  <a:cubicBezTo>
                    <a:pt x="44827" y="79176"/>
                    <a:pt x="42267" y="79508"/>
                    <a:pt x="39697" y="7959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D0D7E8D7-4ABA-814F-8949-B615F51F036F}"/>
                </a:ext>
              </a:extLst>
            </p:cNvPr>
            <p:cNvSpPr/>
            <p:nvPr/>
          </p:nvSpPr>
          <p:spPr>
            <a:xfrm>
              <a:off x="3321450" y="5021346"/>
              <a:ext cx="79690" cy="79645"/>
            </a:xfrm>
            <a:custGeom>
              <a:avLst/>
              <a:gdLst>
                <a:gd name="connsiteX0" fmla="*/ 39846 w 79690"/>
                <a:gd name="connsiteY0" fmla="*/ 79646 h 79645"/>
                <a:gd name="connsiteX1" fmla="*/ 32105 w 79690"/>
                <a:gd name="connsiteY1" fmla="*/ 78852 h 79645"/>
                <a:gd name="connsiteX2" fmla="*/ 11760 w 79690"/>
                <a:gd name="connsiteY2" fmla="*/ 67985 h 79645"/>
                <a:gd name="connsiteX3" fmla="*/ 6798 w 79690"/>
                <a:gd name="connsiteY3" fmla="*/ 61981 h 79645"/>
                <a:gd name="connsiteX4" fmla="*/ 3027 w 79690"/>
                <a:gd name="connsiteY4" fmla="*/ 54835 h 79645"/>
                <a:gd name="connsiteX5" fmla="*/ 794 w 79690"/>
                <a:gd name="connsiteY5" fmla="*/ 47392 h 79645"/>
                <a:gd name="connsiteX6" fmla="*/ 0 w 79690"/>
                <a:gd name="connsiteY6" fmla="*/ 39651 h 79645"/>
                <a:gd name="connsiteX7" fmla="*/ 794 w 79690"/>
                <a:gd name="connsiteY7" fmla="*/ 31861 h 79645"/>
                <a:gd name="connsiteX8" fmla="*/ 3027 w 79690"/>
                <a:gd name="connsiteY8" fmla="*/ 24567 h 79645"/>
                <a:gd name="connsiteX9" fmla="*/ 6699 w 79690"/>
                <a:gd name="connsiteY9" fmla="*/ 17719 h 79645"/>
                <a:gd name="connsiteX10" fmla="*/ 11661 w 79690"/>
                <a:gd name="connsiteY10" fmla="*/ 11665 h 79645"/>
                <a:gd name="connsiteX11" fmla="*/ 47686 w 79690"/>
                <a:gd name="connsiteY11" fmla="*/ 798 h 79645"/>
                <a:gd name="connsiteX12" fmla="*/ 55129 w 79690"/>
                <a:gd name="connsiteY12" fmla="*/ 3081 h 79645"/>
                <a:gd name="connsiteX13" fmla="*/ 61976 w 79690"/>
                <a:gd name="connsiteY13" fmla="*/ 6753 h 79645"/>
                <a:gd name="connsiteX14" fmla="*/ 68030 w 79690"/>
                <a:gd name="connsiteY14" fmla="*/ 11715 h 79645"/>
                <a:gd name="connsiteX15" fmla="*/ 72992 w 79690"/>
                <a:gd name="connsiteY15" fmla="*/ 17769 h 79645"/>
                <a:gd name="connsiteX16" fmla="*/ 76664 w 79690"/>
                <a:gd name="connsiteY16" fmla="*/ 24616 h 79645"/>
                <a:gd name="connsiteX17" fmla="*/ 78897 w 79690"/>
                <a:gd name="connsiteY17" fmla="*/ 32010 h 79645"/>
                <a:gd name="connsiteX18" fmla="*/ 79691 w 79690"/>
                <a:gd name="connsiteY18" fmla="*/ 39800 h 79645"/>
                <a:gd name="connsiteX19" fmla="*/ 78897 w 79690"/>
                <a:gd name="connsiteY19" fmla="*/ 47541 h 79645"/>
                <a:gd name="connsiteX20" fmla="*/ 76664 w 79690"/>
                <a:gd name="connsiteY20" fmla="*/ 54984 h 79645"/>
                <a:gd name="connsiteX21" fmla="*/ 72992 w 79690"/>
                <a:gd name="connsiteY21" fmla="*/ 61832 h 79645"/>
                <a:gd name="connsiteX22" fmla="*/ 68030 w 79690"/>
                <a:gd name="connsiteY22" fmla="*/ 67836 h 79645"/>
                <a:gd name="connsiteX23" fmla="*/ 39846 w 79690"/>
                <a:gd name="connsiteY23" fmla="*/ 79646 h 7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690" h="79645">
                  <a:moveTo>
                    <a:pt x="39846" y="79646"/>
                  </a:moveTo>
                  <a:cubicBezTo>
                    <a:pt x="37245" y="79629"/>
                    <a:pt x="34655" y="79364"/>
                    <a:pt x="32105" y="78852"/>
                  </a:cubicBezTo>
                  <a:cubicBezTo>
                    <a:pt x="24399" y="77323"/>
                    <a:pt x="17318" y="73541"/>
                    <a:pt x="11760" y="67985"/>
                  </a:cubicBezTo>
                  <a:cubicBezTo>
                    <a:pt x="9894" y="66169"/>
                    <a:pt x="8232" y="64155"/>
                    <a:pt x="6798" y="61981"/>
                  </a:cubicBezTo>
                  <a:cubicBezTo>
                    <a:pt x="5309" y="59727"/>
                    <a:pt x="4049" y="57334"/>
                    <a:pt x="3027" y="54835"/>
                  </a:cubicBezTo>
                  <a:cubicBezTo>
                    <a:pt x="2044" y="52433"/>
                    <a:pt x="1295" y="49940"/>
                    <a:pt x="794" y="47392"/>
                  </a:cubicBezTo>
                  <a:cubicBezTo>
                    <a:pt x="258" y="44847"/>
                    <a:pt x="-5" y="42252"/>
                    <a:pt x="0" y="39651"/>
                  </a:cubicBezTo>
                  <a:cubicBezTo>
                    <a:pt x="-5" y="37034"/>
                    <a:pt x="258" y="34423"/>
                    <a:pt x="794" y="31861"/>
                  </a:cubicBezTo>
                  <a:cubicBezTo>
                    <a:pt x="1295" y="29361"/>
                    <a:pt x="2044" y="26918"/>
                    <a:pt x="3027" y="24567"/>
                  </a:cubicBezTo>
                  <a:cubicBezTo>
                    <a:pt x="4014" y="22164"/>
                    <a:pt x="5245" y="19869"/>
                    <a:pt x="6699" y="17719"/>
                  </a:cubicBezTo>
                  <a:cubicBezTo>
                    <a:pt x="8143" y="15538"/>
                    <a:pt x="9805" y="13510"/>
                    <a:pt x="11661" y="11665"/>
                  </a:cubicBezTo>
                  <a:cubicBezTo>
                    <a:pt x="21079" y="2220"/>
                    <a:pt x="34615" y="-1862"/>
                    <a:pt x="47686" y="798"/>
                  </a:cubicBezTo>
                  <a:cubicBezTo>
                    <a:pt x="50231" y="1333"/>
                    <a:pt x="52722" y="2096"/>
                    <a:pt x="55129" y="3081"/>
                  </a:cubicBezTo>
                  <a:cubicBezTo>
                    <a:pt x="57525" y="4078"/>
                    <a:pt x="59818" y="5308"/>
                    <a:pt x="61976" y="6753"/>
                  </a:cubicBezTo>
                  <a:cubicBezTo>
                    <a:pt x="64160" y="8197"/>
                    <a:pt x="66184" y="9860"/>
                    <a:pt x="68030" y="11715"/>
                  </a:cubicBezTo>
                  <a:cubicBezTo>
                    <a:pt x="69871" y="13572"/>
                    <a:pt x="71533" y="15599"/>
                    <a:pt x="72992" y="17769"/>
                  </a:cubicBezTo>
                  <a:cubicBezTo>
                    <a:pt x="74446" y="19919"/>
                    <a:pt x="75677" y="22214"/>
                    <a:pt x="76664" y="24616"/>
                  </a:cubicBezTo>
                  <a:cubicBezTo>
                    <a:pt x="77632" y="27007"/>
                    <a:pt x="78381" y="29483"/>
                    <a:pt x="78897" y="32010"/>
                  </a:cubicBezTo>
                  <a:cubicBezTo>
                    <a:pt x="79408" y="34576"/>
                    <a:pt x="79671" y="37184"/>
                    <a:pt x="79691" y="39800"/>
                  </a:cubicBezTo>
                  <a:cubicBezTo>
                    <a:pt x="79671" y="42400"/>
                    <a:pt x="79408" y="44991"/>
                    <a:pt x="78897" y="47541"/>
                  </a:cubicBezTo>
                  <a:cubicBezTo>
                    <a:pt x="78371" y="50083"/>
                    <a:pt x="77627" y="52573"/>
                    <a:pt x="76664" y="54984"/>
                  </a:cubicBezTo>
                  <a:cubicBezTo>
                    <a:pt x="75657" y="57377"/>
                    <a:pt x="74426" y="59669"/>
                    <a:pt x="72992" y="61832"/>
                  </a:cubicBezTo>
                  <a:cubicBezTo>
                    <a:pt x="71543" y="63995"/>
                    <a:pt x="69881" y="66007"/>
                    <a:pt x="68030" y="67836"/>
                  </a:cubicBezTo>
                  <a:cubicBezTo>
                    <a:pt x="60557" y="75330"/>
                    <a:pt x="50430" y="79573"/>
                    <a:pt x="39846" y="796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23BCD860-30CC-E34D-BAFC-F360EA091B1A}"/>
                </a:ext>
              </a:extLst>
            </p:cNvPr>
            <p:cNvSpPr/>
            <p:nvPr/>
          </p:nvSpPr>
          <p:spPr>
            <a:xfrm>
              <a:off x="3177696" y="5026560"/>
              <a:ext cx="79396" cy="79393"/>
            </a:xfrm>
            <a:custGeom>
              <a:avLst/>
              <a:gdLst>
                <a:gd name="connsiteX0" fmla="*/ 39699 w 79396"/>
                <a:gd name="connsiteY0" fmla="*/ 79393 h 79393"/>
                <a:gd name="connsiteX1" fmla="*/ 11614 w 79396"/>
                <a:gd name="connsiteY1" fmla="*/ 67732 h 79393"/>
                <a:gd name="connsiteX2" fmla="*/ 6652 w 79396"/>
                <a:gd name="connsiteY2" fmla="*/ 61728 h 79393"/>
                <a:gd name="connsiteX3" fmla="*/ 2881 w 79396"/>
                <a:gd name="connsiteY3" fmla="*/ 54583 h 79393"/>
                <a:gd name="connsiteX4" fmla="*/ 598 w 79396"/>
                <a:gd name="connsiteY4" fmla="*/ 47140 h 79393"/>
                <a:gd name="connsiteX5" fmla="*/ 3 w 79396"/>
                <a:gd name="connsiteY5" fmla="*/ 39697 h 79393"/>
                <a:gd name="connsiteX6" fmla="*/ 39699 w 79396"/>
                <a:gd name="connsiteY6" fmla="*/ 0 h 79393"/>
                <a:gd name="connsiteX7" fmla="*/ 79396 w 79396"/>
                <a:gd name="connsiteY7" fmla="*/ 39697 h 79393"/>
                <a:gd name="connsiteX8" fmla="*/ 78602 w 79396"/>
                <a:gd name="connsiteY8" fmla="*/ 47437 h 79393"/>
                <a:gd name="connsiteX9" fmla="*/ 76369 w 79396"/>
                <a:gd name="connsiteY9" fmla="*/ 54880 h 79393"/>
                <a:gd name="connsiteX10" fmla="*/ 72697 w 79396"/>
                <a:gd name="connsiteY10" fmla="*/ 61728 h 79393"/>
                <a:gd name="connsiteX11" fmla="*/ 67735 w 79396"/>
                <a:gd name="connsiteY11" fmla="*/ 67732 h 79393"/>
                <a:gd name="connsiteX12" fmla="*/ 39699 w 79396"/>
                <a:gd name="connsiteY12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396" h="79393">
                  <a:moveTo>
                    <a:pt x="39699" y="79393"/>
                  </a:moveTo>
                  <a:cubicBezTo>
                    <a:pt x="29167" y="79356"/>
                    <a:pt x="19075" y="75165"/>
                    <a:pt x="11614" y="67732"/>
                  </a:cubicBezTo>
                  <a:cubicBezTo>
                    <a:pt x="9760" y="65905"/>
                    <a:pt x="8097" y="63894"/>
                    <a:pt x="6652" y="61728"/>
                  </a:cubicBezTo>
                  <a:cubicBezTo>
                    <a:pt x="5165" y="59475"/>
                    <a:pt x="3901" y="57082"/>
                    <a:pt x="2881" y="54583"/>
                  </a:cubicBezTo>
                  <a:cubicBezTo>
                    <a:pt x="1903" y="52174"/>
                    <a:pt x="1140" y="49683"/>
                    <a:pt x="598" y="47140"/>
                  </a:cubicBezTo>
                  <a:cubicBezTo>
                    <a:pt x="173" y="44682"/>
                    <a:pt x="-26" y="42190"/>
                    <a:pt x="3" y="39697"/>
                  </a:cubicBezTo>
                  <a:cubicBezTo>
                    <a:pt x="3" y="17773"/>
                    <a:pt x="17775" y="0"/>
                    <a:pt x="39699" y="0"/>
                  </a:cubicBezTo>
                  <a:cubicBezTo>
                    <a:pt x="61623" y="0"/>
                    <a:pt x="79396" y="17773"/>
                    <a:pt x="79396" y="39697"/>
                  </a:cubicBezTo>
                  <a:cubicBezTo>
                    <a:pt x="79402" y="42298"/>
                    <a:pt x="79136" y="44892"/>
                    <a:pt x="78602" y="47437"/>
                  </a:cubicBezTo>
                  <a:cubicBezTo>
                    <a:pt x="78101" y="49985"/>
                    <a:pt x="77353" y="52478"/>
                    <a:pt x="76369" y="54880"/>
                  </a:cubicBezTo>
                  <a:cubicBezTo>
                    <a:pt x="75362" y="57273"/>
                    <a:pt x="74133" y="59566"/>
                    <a:pt x="72697" y="61728"/>
                  </a:cubicBezTo>
                  <a:cubicBezTo>
                    <a:pt x="71251" y="63892"/>
                    <a:pt x="69588" y="65904"/>
                    <a:pt x="67735" y="67732"/>
                  </a:cubicBezTo>
                  <a:cubicBezTo>
                    <a:pt x="60289" y="75158"/>
                    <a:pt x="50215" y="79348"/>
                    <a:pt x="3969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03CF440C-A931-D14D-9E81-2338735207B7}"/>
                </a:ext>
              </a:extLst>
            </p:cNvPr>
            <p:cNvSpPr/>
            <p:nvPr/>
          </p:nvSpPr>
          <p:spPr>
            <a:xfrm>
              <a:off x="3033650" y="5080907"/>
              <a:ext cx="79443" cy="79629"/>
            </a:xfrm>
            <a:custGeom>
              <a:avLst/>
              <a:gdLst>
                <a:gd name="connsiteX0" fmla="*/ 39845 w 79443"/>
                <a:gd name="connsiteY0" fmla="*/ 79629 h 79629"/>
                <a:gd name="connsiteX1" fmla="*/ 32105 w 79443"/>
                <a:gd name="connsiteY1" fmla="*/ 78885 h 79629"/>
                <a:gd name="connsiteX2" fmla="*/ 11760 w 79443"/>
                <a:gd name="connsiteY2" fmla="*/ 68018 h 79629"/>
                <a:gd name="connsiteX3" fmla="*/ 6798 w 79443"/>
                <a:gd name="connsiteY3" fmla="*/ 62014 h 79629"/>
                <a:gd name="connsiteX4" fmla="*/ 3027 w 79443"/>
                <a:gd name="connsiteY4" fmla="*/ 54819 h 79629"/>
                <a:gd name="connsiteX5" fmla="*/ 744 w 79443"/>
                <a:gd name="connsiteY5" fmla="*/ 47376 h 79629"/>
                <a:gd name="connsiteX6" fmla="*/ 744 w 79443"/>
                <a:gd name="connsiteY6" fmla="*/ 31844 h 79629"/>
                <a:gd name="connsiteX7" fmla="*/ 3027 w 79443"/>
                <a:gd name="connsiteY7" fmla="*/ 24550 h 79629"/>
                <a:gd name="connsiteX8" fmla="*/ 6699 w 79443"/>
                <a:gd name="connsiteY8" fmla="*/ 17703 h 79629"/>
                <a:gd name="connsiteX9" fmla="*/ 11661 w 79443"/>
                <a:gd name="connsiteY9" fmla="*/ 11649 h 79629"/>
                <a:gd name="connsiteX10" fmla="*/ 17715 w 79443"/>
                <a:gd name="connsiteY10" fmla="*/ 6687 h 79629"/>
                <a:gd name="connsiteX11" fmla="*/ 24562 w 79443"/>
                <a:gd name="connsiteY11" fmla="*/ 3064 h 79629"/>
                <a:gd name="connsiteX12" fmla="*/ 32005 w 79443"/>
                <a:gd name="connsiteY12" fmla="*/ 782 h 79629"/>
                <a:gd name="connsiteX13" fmla="*/ 47487 w 79443"/>
                <a:gd name="connsiteY13" fmla="*/ 782 h 79629"/>
                <a:gd name="connsiteX14" fmla="*/ 54930 w 79443"/>
                <a:gd name="connsiteY14" fmla="*/ 3064 h 79629"/>
                <a:gd name="connsiteX15" fmla="*/ 61778 w 79443"/>
                <a:gd name="connsiteY15" fmla="*/ 6687 h 79629"/>
                <a:gd name="connsiteX16" fmla="*/ 72744 w 79443"/>
                <a:gd name="connsiteY16" fmla="*/ 17703 h 79629"/>
                <a:gd name="connsiteX17" fmla="*/ 76366 w 79443"/>
                <a:gd name="connsiteY17" fmla="*/ 24550 h 79629"/>
                <a:gd name="connsiteX18" fmla="*/ 78649 w 79443"/>
                <a:gd name="connsiteY18" fmla="*/ 31944 h 79629"/>
                <a:gd name="connsiteX19" fmla="*/ 78649 w 79443"/>
                <a:gd name="connsiteY19" fmla="*/ 47475 h 79629"/>
                <a:gd name="connsiteX20" fmla="*/ 76466 w 79443"/>
                <a:gd name="connsiteY20" fmla="*/ 54819 h 79629"/>
                <a:gd name="connsiteX21" fmla="*/ 72843 w 79443"/>
                <a:gd name="connsiteY21" fmla="*/ 61666 h 79629"/>
                <a:gd name="connsiteX22" fmla="*/ 67881 w 79443"/>
                <a:gd name="connsiteY22" fmla="*/ 67671 h 79629"/>
                <a:gd name="connsiteX23" fmla="*/ 61877 w 79443"/>
                <a:gd name="connsiteY23" fmla="*/ 72633 h 79629"/>
                <a:gd name="connsiteX24" fmla="*/ 55029 w 79443"/>
                <a:gd name="connsiteY24" fmla="*/ 76255 h 79629"/>
                <a:gd name="connsiteX25" fmla="*/ 39845 w 79443"/>
                <a:gd name="connsiteY25" fmla="*/ 79282 h 7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43" h="79629">
                  <a:moveTo>
                    <a:pt x="39845" y="79629"/>
                  </a:moveTo>
                  <a:cubicBezTo>
                    <a:pt x="37247" y="79630"/>
                    <a:pt x="34655" y="79381"/>
                    <a:pt x="32105" y="78885"/>
                  </a:cubicBezTo>
                  <a:cubicBezTo>
                    <a:pt x="24397" y="77356"/>
                    <a:pt x="17317" y="73574"/>
                    <a:pt x="11760" y="68018"/>
                  </a:cubicBezTo>
                  <a:cubicBezTo>
                    <a:pt x="9906" y="66191"/>
                    <a:pt x="8243" y="64179"/>
                    <a:pt x="6798" y="62014"/>
                  </a:cubicBezTo>
                  <a:cubicBezTo>
                    <a:pt x="5308" y="59745"/>
                    <a:pt x="4045" y="57335"/>
                    <a:pt x="3027" y="54819"/>
                  </a:cubicBezTo>
                  <a:cubicBezTo>
                    <a:pt x="2049" y="52410"/>
                    <a:pt x="1286" y="49919"/>
                    <a:pt x="744" y="47376"/>
                  </a:cubicBezTo>
                  <a:cubicBezTo>
                    <a:pt x="-248" y="42246"/>
                    <a:pt x="-248" y="36974"/>
                    <a:pt x="744" y="31844"/>
                  </a:cubicBezTo>
                  <a:cubicBezTo>
                    <a:pt x="1284" y="29350"/>
                    <a:pt x="2048" y="26908"/>
                    <a:pt x="3027" y="24550"/>
                  </a:cubicBezTo>
                  <a:cubicBezTo>
                    <a:pt x="4012" y="22148"/>
                    <a:pt x="5242" y="19853"/>
                    <a:pt x="6699" y="17703"/>
                  </a:cubicBezTo>
                  <a:cubicBezTo>
                    <a:pt x="8143" y="15522"/>
                    <a:pt x="9806" y="13493"/>
                    <a:pt x="11661" y="11649"/>
                  </a:cubicBezTo>
                  <a:cubicBezTo>
                    <a:pt x="13520" y="9809"/>
                    <a:pt x="15546" y="8148"/>
                    <a:pt x="17715" y="6687"/>
                  </a:cubicBezTo>
                  <a:cubicBezTo>
                    <a:pt x="19878" y="5265"/>
                    <a:pt x="22170" y="4052"/>
                    <a:pt x="24562" y="3064"/>
                  </a:cubicBezTo>
                  <a:cubicBezTo>
                    <a:pt x="26958" y="2051"/>
                    <a:pt x="29453" y="1286"/>
                    <a:pt x="32005" y="782"/>
                  </a:cubicBezTo>
                  <a:cubicBezTo>
                    <a:pt x="37113" y="-261"/>
                    <a:pt x="42379" y="-261"/>
                    <a:pt x="47487" y="782"/>
                  </a:cubicBezTo>
                  <a:cubicBezTo>
                    <a:pt x="50036" y="1300"/>
                    <a:pt x="52529" y="2065"/>
                    <a:pt x="54930" y="3064"/>
                  </a:cubicBezTo>
                  <a:cubicBezTo>
                    <a:pt x="57312" y="4074"/>
                    <a:pt x="59603" y="5285"/>
                    <a:pt x="61778" y="6687"/>
                  </a:cubicBezTo>
                  <a:cubicBezTo>
                    <a:pt x="66112" y="9614"/>
                    <a:pt x="69836" y="13355"/>
                    <a:pt x="72744" y="17703"/>
                  </a:cubicBezTo>
                  <a:cubicBezTo>
                    <a:pt x="74184" y="19854"/>
                    <a:pt x="75398" y="22149"/>
                    <a:pt x="76366" y="24550"/>
                  </a:cubicBezTo>
                  <a:cubicBezTo>
                    <a:pt x="77373" y="26932"/>
                    <a:pt x="78138" y="29409"/>
                    <a:pt x="78649" y="31944"/>
                  </a:cubicBezTo>
                  <a:cubicBezTo>
                    <a:pt x="79708" y="37067"/>
                    <a:pt x="79708" y="42352"/>
                    <a:pt x="78649" y="47475"/>
                  </a:cubicBezTo>
                  <a:cubicBezTo>
                    <a:pt x="78156" y="49987"/>
                    <a:pt x="77425" y="52446"/>
                    <a:pt x="76466" y="54819"/>
                  </a:cubicBezTo>
                  <a:cubicBezTo>
                    <a:pt x="75476" y="57210"/>
                    <a:pt x="74263" y="59503"/>
                    <a:pt x="72843" y="61666"/>
                  </a:cubicBezTo>
                  <a:cubicBezTo>
                    <a:pt x="71397" y="63830"/>
                    <a:pt x="69734" y="65842"/>
                    <a:pt x="67881" y="67671"/>
                  </a:cubicBezTo>
                  <a:cubicBezTo>
                    <a:pt x="66064" y="69535"/>
                    <a:pt x="64051" y="71199"/>
                    <a:pt x="61877" y="72633"/>
                  </a:cubicBezTo>
                  <a:cubicBezTo>
                    <a:pt x="59714" y="74053"/>
                    <a:pt x="57421" y="75266"/>
                    <a:pt x="55029" y="76255"/>
                  </a:cubicBezTo>
                  <a:cubicBezTo>
                    <a:pt x="50224" y="78277"/>
                    <a:pt x="45059" y="79307"/>
                    <a:pt x="39845" y="792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7" name="Picture Placeholder 79">
            <a:extLst>
              <a:ext uri="{FF2B5EF4-FFF2-40B4-BE49-F238E27FC236}">
                <a16:creationId xmlns:a16="http://schemas.microsoft.com/office/drawing/2014/main" id="{74F83BE0-6659-4261-AA05-A56E1C6E4097}"/>
              </a:ext>
            </a:extLst>
          </p:cNvPr>
          <p:cNvGrpSpPr>
            <a:grpSpLocks noChangeAspect="1"/>
          </p:cNvGrpSpPr>
          <p:nvPr/>
        </p:nvGrpSpPr>
        <p:grpSpPr>
          <a:xfrm>
            <a:off x="4200323" y="4790440"/>
            <a:ext cx="751640" cy="738479"/>
            <a:chOff x="4200323" y="4790440"/>
            <a:chExt cx="751640" cy="738479"/>
          </a:xfrm>
        </p:grpSpPr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4A164795-5D53-AC43-B749-71FB3F2BB1F6}"/>
                </a:ext>
              </a:extLst>
            </p:cNvPr>
            <p:cNvSpPr/>
            <p:nvPr/>
          </p:nvSpPr>
          <p:spPr>
            <a:xfrm>
              <a:off x="4200323" y="5034020"/>
              <a:ext cx="506573" cy="494900"/>
            </a:xfrm>
            <a:custGeom>
              <a:avLst/>
              <a:gdLst>
                <a:gd name="connsiteX0" fmla="*/ 39734 w 506573"/>
                <a:gd name="connsiteY0" fmla="*/ 494900 h 494900"/>
                <a:gd name="connsiteX1" fmla="*/ 0 w 506573"/>
                <a:gd name="connsiteY1" fmla="*/ 455243 h 494900"/>
                <a:gd name="connsiteX2" fmla="*/ 12045 w 506573"/>
                <a:gd name="connsiteY2" fmla="*/ 426721 h 494900"/>
                <a:gd name="connsiteX3" fmla="*/ 439181 w 506573"/>
                <a:gd name="connsiteY3" fmla="*/ 11247 h 494900"/>
                <a:gd name="connsiteX4" fmla="*/ 495327 w 506573"/>
                <a:gd name="connsiteY4" fmla="*/ 12016 h 494900"/>
                <a:gd name="connsiteX5" fmla="*/ 494558 w 506573"/>
                <a:gd name="connsiteY5" fmla="*/ 68162 h 494900"/>
                <a:gd name="connsiteX6" fmla="*/ 67124 w 506573"/>
                <a:gd name="connsiteY6" fmla="*/ 483785 h 494900"/>
                <a:gd name="connsiteX7" fmla="*/ 39734 w 506573"/>
                <a:gd name="connsiteY7" fmla="*/ 494900 h 49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6573" h="494900">
                  <a:moveTo>
                    <a:pt x="39734" y="494900"/>
                  </a:moveTo>
                  <a:cubicBezTo>
                    <a:pt x="17810" y="494920"/>
                    <a:pt x="20" y="477166"/>
                    <a:pt x="0" y="455243"/>
                  </a:cubicBezTo>
                  <a:cubicBezTo>
                    <a:pt x="-10" y="444496"/>
                    <a:pt x="4336" y="434204"/>
                    <a:pt x="12045" y="426721"/>
                  </a:cubicBezTo>
                  <a:lnTo>
                    <a:pt x="439181" y="11247"/>
                  </a:lnTo>
                  <a:cubicBezTo>
                    <a:pt x="454896" y="-4044"/>
                    <a:pt x="480034" y="-3700"/>
                    <a:pt x="495327" y="12016"/>
                  </a:cubicBezTo>
                  <a:cubicBezTo>
                    <a:pt x="510620" y="27733"/>
                    <a:pt x="510272" y="52870"/>
                    <a:pt x="494558" y="68162"/>
                  </a:cubicBezTo>
                  <a:lnTo>
                    <a:pt x="67124" y="483785"/>
                  </a:lnTo>
                  <a:cubicBezTo>
                    <a:pt x="59766" y="490876"/>
                    <a:pt x="49955" y="494860"/>
                    <a:pt x="39734" y="49490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ACE51EB2-AA9C-7940-887C-3BD3B67D610B}"/>
                </a:ext>
              </a:extLst>
            </p:cNvPr>
            <p:cNvSpPr/>
            <p:nvPr/>
          </p:nvSpPr>
          <p:spPr>
            <a:xfrm>
              <a:off x="4562098" y="4906070"/>
              <a:ext cx="129902" cy="84662"/>
            </a:xfrm>
            <a:custGeom>
              <a:avLst/>
              <a:gdLst>
                <a:gd name="connsiteX0" fmla="*/ 88223 w 129902"/>
                <a:gd name="connsiteY0" fmla="*/ 84217 h 84662"/>
                <a:gd name="connsiteX1" fmla="*/ 84253 w 129902"/>
                <a:gd name="connsiteY1" fmla="*/ 84217 h 84662"/>
                <a:gd name="connsiteX2" fmla="*/ 36369 w 129902"/>
                <a:gd name="connsiteY2" fmla="*/ 79255 h 84662"/>
                <a:gd name="connsiteX3" fmla="*/ 142 w 129902"/>
                <a:gd name="connsiteY3" fmla="*/ 36369 h 84662"/>
                <a:gd name="connsiteX4" fmla="*/ 43028 w 129902"/>
                <a:gd name="connsiteY4" fmla="*/ 142 h 84662"/>
                <a:gd name="connsiteX5" fmla="*/ 44209 w 129902"/>
                <a:gd name="connsiteY5" fmla="*/ 259 h 84662"/>
                <a:gd name="connsiteX6" fmla="*/ 92093 w 129902"/>
                <a:gd name="connsiteY6" fmla="*/ 5221 h 84662"/>
                <a:gd name="connsiteX7" fmla="*/ 129855 w 129902"/>
                <a:gd name="connsiteY7" fmla="*/ 46853 h 84662"/>
                <a:gd name="connsiteX8" fmla="*/ 88223 w 129902"/>
                <a:gd name="connsiteY8" fmla="*/ 84614 h 8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02" h="84662">
                  <a:moveTo>
                    <a:pt x="88223" y="84217"/>
                  </a:moveTo>
                  <a:cubicBezTo>
                    <a:pt x="86903" y="84291"/>
                    <a:pt x="85573" y="84291"/>
                    <a:pt x="84253" y="84217"/>
                  </a:cubicBezTo>
                  <a:lnTo>
                    <a:pt x="36369" y="79255"/>
                  </a:lnTo>
                  <a:cubicBezTo>
                    <a:pt x="14523" y="77416"/>
                    <a:pt x="-1697" y="58216"/>
                    <a:pt x="142" y="36369"/>
                  </a:cubicBezTo>
                  <a:cubicBezTo>
                    <a:pt x="1981" y="14523"/>
                    <a:pt x="21182" y="-1697"/>
                    <a:pt x="43028" y="142"/>
                  </a:cubicBezTo>
                  <a:cubicBezTo>
                    <a:pt x="43423" y="175"/>
                    <a:pt x="43816" y="214"/>
                    <a:pt x="44209" y="259"/>
                  </a:cubicBezTo>
                  <a:lnTo>
                    <a:pt x="92093" y="5221"/>
                  </a:lnTo>
                  <a:cubicBezTo>
                    <a:pt x="114016" y="6290"/>
                    <a:pt x="130922" y="24929"/>
                    <a:pt x="129855" y="46853"/>
                  </a:cubicBezTo>
                  <a:cubicBezTo>
                    <a:pt x="128788" y="68777"/>
                    <a:pt x="110145" y="85683"/>
                    <a:pt x="88223" y="846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4CC9FE2C-D7E1-624A-B887-D84C3E8AA4E4}"/>
                </a:ext>
              </a:extLst>
            </p:cNvPr>
            <p:cNvSpPr/>
            <p:nvPr/>
          </p:nvSpPr>
          <p:spPr>
            <a:xfrm>
              <a:off x="4708675" y="4946403"/>
              <a:ext cx="79343" cy="79462"/>
            </a:xfrm>
            <a:custGeom>
              <a:avLst/>
              <a:gdLst>
                <a:gd name="connsiteX0" fmla="*/ 39548 w 79343"/>
                <a:gd name="connsiteY0" fmla="*/ 79463 h 79462"/>
                <a:gd name="connsiteX1" fmla="*/ 31807 w 79343"/>
                <a:gd name="connsiteY1" fmla="*/ 78669 h 79462"/>
                <a:gd name="connsiteX2" fmla="*/ 17665 w 79343"/>
                <a:gd name="connsiteY2" fmla="*/ 72764 h 79462"/>
                <a:gd name="connsiteX3" fmla="*/ 6699 w 79343"/>
                <a:gd name="connsiteY3" fmla="*/ 61798 h 79462"/>
                <a:gd name="connsiteX4" fmla="*/ 3027 w 79343"/>
                <a:gd name="connsiteY4" fmla="*/ 54950 h 79462"/>
                <a:gd name="connsiteX5" fmla="*/ 794 w 79343"/>
                <a:gd name="connsiteY5" fmla="*/ 47507 h 79462"/>
                <a:gd name="connsiteX6" fmla="*/ 0 w 79343"/>
                <a:gd name="connsiteY6" fmla="*/ 39766 h 79462"/>
                <a:gd name="connsiteX7" fmla="*/ 794 w 79343"/>
                <a:gd name="connsiteY7" fmla="*/ 31976 h 79462"/>
                <a:gd name="connsiteX8" fmla="*/ 2779 w 79343"/>
                <a:gd name="connsiteY8" fmla="*/ 24582 h 79462"/>
                <a:gd name="connsiteX9" fmla="*/ 6451 w 79343"/>
                <a:gd name="connsiteY9" fmla="*/ 17735 h 79462"/>
                <a:gd name="connsiteX10" fmla="*/ 11413 w 79343"/>
                <a:gd name="connsiteY10" fmla="*/ 11681 h 79462"/>
                <a:gd name="connsiteX11" fmla="*/ 47437 w 79343"/>
                <a:gd name="connsiteY11" fmla="*/ 764 h 79462"/>
                <a:gd name="connsiteX12" fmla="*/ 54831 w 79343"/>
                <a:gd name="connsiteY12" fmla="*/ 3047 h 79462"/>
                <a:gd name="connsiteX13" fmla="*/ 61679 w 79343"/>
                <a:gd name="connsiteY13" fmla="*/ 6719 h 79462"/>
                <a:gd name="connsiteX14" fmla="*/ 72645 w 79343"/>
                <a:gd name="connsiteY14" fmla="*/ 17685 h 79462"/>
                <a:gd name="connsiteX15" fmla="*/ 76317 w 79343"/>
                <a:gd name="connsiteY15" fmla="*/ 24533 h 79462"/>
                <a:gd name="connsiteX16" fmla="*/ 78550 w 79343"/>
                <a:gd name="connsiteY16" fmla="*/ 31926 h 79462"/>
                <a:gd name="connsiteX17" fmla="*/ 79344 w 79343"/>
                <a:gd name="connsiteY17" fmla="*/ 39716 h 79462"/>
                <a:gd name="connsiteX18" fmla="*/ 78550 w 79343"/>
                <a:gd name="connsiteY18" fmla="*/ 47457 h 79462"/>
                <a:gd name="connsiteX19" fmla="*/ 76317 w 79343"/>
                <a:gd name="connsiteY19" fmla="*/ 54900 h 79462"/>
                <a:gd name="connsiteX20" fmla="*/ 72645 w 79343"/>
                <a:gd name="connsiteY20" fmla="*/ 61748 h 79462"/>
                <a:gd name="connsiteX21" fmla="*/ 67683 w 79343"/>
                <a:gd name="connsiteY21" fmla="*/ 67802 h 79462"/>
                <a:gd name="connsiteX22" fmla="*/ 61629 w 79343"/>
                <a:gd name="connsiteY22" fmla="*/ 72764 h 79462"/>
                <a:gd name="connsiteX23" fmla="*/ 47437 w 79343"/>
                <a:gd name="connsiteY23" fmla="*/ 78669 h 79462"/>
                <a:gd name="connsiteX24" fmla="*/ 39548 w 79343"/>
                <a:gd name="connsiteY24" fmla="*/ 79463 h 7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43" h="79462">
                  <a:moveTo>
                    <a:pt x="39548" y="79463"/>
                  </a:moveTo>
                  <a:cubicBezTo>
                    <a:pt x="36948" y="79447"/>
                    <a:pt x="34357" y="79181"/>
                    <a:pt x="31807" y="78669"/>
                  </a:cubicBezTo>
                  <a:cubicBezTo>
                    <a:pt x="26765" y="77604"/>
                    <a:pt x="21967" y="75601"/>
                    <a:pt x="17665" y="72764"/>
                  </a:cubicBezTo>
                  <a:cubicBezTo>
                    <a:pt x="13318" y="69872"/>
                    <a:pt x="9592" y="66144"/>
                    <a:pt x="6699" y="61798"/>
                  </a:cubicBezTo>
                  <a:cubicBezTo>
                    <a:pt x="5265" y="59635"/>
                    <a:pt x="4034" y="57343"/>
                    <a:pt x="3027" y="54950"/>
                  </a:cubicBezTo>
                  <a:cubicBezTo>
                    <a:pt x="2044" y="52547"/>
                    <a:pt x="1295" y="50054"/>
                    <a:pt x="794" y="47507"/>
                  </a:cubicBezTo>
                  <a:cubicBezTo>
                    <a:pt x="258" y="44961"/>
                    <a:pt x="-5" y="42367"/>
                    <a:pt x="0" y="39766"/>
                  </a:cubicBezTo>
                  <a:cubicBezTo>
                    <a:pt x="-5" y="37149"/>
                    <a:pt x="258" y="34538"/>
                    <a:pt x="794" y="31976"/>
                  </a:cubicBezTo>
                  <a:cubicBezTo>
                    <a:pt x="1206" y="29451"/>
                    <a:pt x="1871" y="26974"/>
                    <a:pt x="2779" y="24582"/>
                  </a:cubicBezTo>
                  <a:cubicBezTo>
                    <a:pt x="3766" y="22180"/>
                    <a:pt x="4997" y="19885"/>
                    <a:pt x="6451" y="17735"/>
                  </a:cubicBezTo>
                  <a:cubicBezTo>
                    <a:pt x="7895" y="15555"/>
                    <a:pt x="9557" y="13527"/>
                    <a:pt x="11413" y="11681"/>
                  </a:cubicBezTo>
                  <a:cubicBezTo>
                    <a:pt x="20851" y="2265"/>
                    <a:pt x="34362" y="-1828"/>
                    <a:pt x="47437" y="764"/>
                  </a:cubicBezTo>
                  <a:cubicBezTo>
                    <a:pt x="49968" y="1299"/>
                    <a:pt x="52439" y="2063"/>
                    <a:pt x="54831" y="3047"/>
                  </a:cubicBezTo>
                  <a:cubicBezTo>
                    <a:pt x="57233" y="4032"/>
                    <a:pt x="59530" y="5262"/>
                    <a:pt x="61679" y="6719"/>
                  </a:cubicBezTo>
                  <a:cubicBezTo>
                    <a:pt x="66055" y="9574"/>
                    <a:pt x="69792" y="13308"/>
                    <a:pt x="72645" y="17685"/>
                  </a:cubicBezTo>
                  <a:cubicBezTo>
                    <a:pt x="74099" y="19835"/>
                    <a:pt x="75329" y="22130"/>
                    <a:pt x="76317" y="24533"/>
                  </a:cubicBezTo>
                  <a:cubicBezTo>
                    <a:pt x="77309" y="26916"/>
                    <a:pt x="78053" y="29393"/>
                    <a:pt x="78550" y="31926"/>
                  </a:cubicBezTo>
                  <a:cubicBezTo>
                    <a:pt x="79086" y="34488"/>
                    <a:pt x="79349" y="37099"/>
                    <a:pt x="79344" y="39716"/>
                  </a:cubicBezTo>
                  <a:cubicBezTo>
                    <a:pt x="79349" y="42318"/>
                    <a:pt x="79086" y="44912"/>
                    <a:pt x="78550" y="47457"/>
                  </a:cubicBezTo>
                  <a:cubicBezTo>
                    <a:pt x="78049" y="50005"/>
                    <a:pt x="77299" y="52498"/>
                    <a:pt x="76317" y="54900"/>
                  </a:cubicBezTo>
                  <a:cubicBezTo>
                    <a:pt x="75309" y="57293"/>
                    <a:pt x="74079" y="59586"/>
                    <a:pt x="72645" y="61748"/>
                  </a:cubicBezTo>
                  <a:cubicBezTo>
                    <a:pt x="71201" y="63929"/>
                    <a:pt x="69539" y="65957"/>
                    <a:pt x="67683" y="67802"/>
                  </a:cubicBezTo>
                  <a:cubicBezTo>
                    <a:pt x="65827" y="69643"/>
                    <a:pt x="63797" y="71304"/>
                    <a:pt x="61629" y="72764"/>
                  </a:cubicBezTo>
                  <a:cubicBezTo>
                    <a:pt x="57312" y="75606"/>
                    <a:pt x="52499" y="77610"/>
                    <a:pt x="47437" y="78669"/>
                  </a:cubicBezTo>
                  <a:cubicBezTo>
                    <a:pt x="44842" y="79190"/>
                    <a:pt x="42198" y="79456"/>
                    <a:pt x="39548" y="794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4497723-D060-1947-96A9-05D08D72E200}"/>
                </a:ext>
              </a:extLst>
            </p:cNvPr>
            <p:cNvSpPr/>
            <p:nvPr/>
          </p:nvSpPr>
          <p:spPr>
            <a:xfrm>
              <a:off x="4795750" y="4824775"/>
              <a:ext cx="113105" cy="114800"/>
            </a:xfrm>
            <a:custGeom>
              <a:avLst/>
              <a:gdLst>
                <a:gd name="connsiteX0" fmla="*/ 39756 w 113105"/>
                <a:gd name="connsiteY0" fmla="*/ 114800 h 114800"/>
                <a:gd name="connsiteX1" fmla="*/ 0 w 113105"/>
                <a:gd name="connsiteY1" fmla="*/ 75165 h 114800"/>
                <a:gd name="connsiteX2" fmla="*/ 10728 w 113105"/>
                <a:gd name="connsiteY2" fmla="*/ 47961 h 114800"/>
                <a:gd name="connsiteX3" fmla="*/ 43825 w 113105"/>
                <a:gd name="connsiteY3" fmla="*/ 13227 h 114800"/>
                <a:gd name="connsiteX4" fmla="*/ 99877 w 113105"/>
                <a:gd name="connsiteY4" fmla="*/ 10114 h 114800"/>
                <a:gd name="connsiteX5" fmla="*/ 102993 w 113105"/>
                <a:gd name="connsiteY5" fmla="*/ 66167 h 114800"/>
                <a:gd name="connsiteX6" fmla="*/ 101435 w 113105"/>
                <a:gd name="connsiteY6" fmla="*/ 67810 h 114800"/>
                <a:gd name="connsiteX7" fmla="*/ 68338 w 113105"/>
                <a:gd name="connsiteY7" fmla="*/ 102544 h 114800"/>
                <a:gd name="connsiteX8" fmla="*/ 39756 w 113105"/>
                <a:gd name="connsiteY8" fmla="*/ 114800 h 11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105" h="114800">
                  <a:moveTo>
                    <a:pt x="39756" y="114800"/>
                  </a:moveTo>
                  <a:cubicBezTo>
                    <a:pt x="17834" y="114834"/>
                    <a:pt x="35" y="97089"/>
                    <a:pt x="0" y="75165"/>
                  </a:cubicBezTo>
                  <a:cubicBezTo>
                    <a:pt x="-15" y="65062"/>
                    <a:pt x="3821" y="55333"/>
                    <a:pt x="10728" y="47961"/>
                  </a:cubicBezTo>
                  <a:lnTo>
                    <a:pt x="43825" y="13227"/>
                  </a:lnTo>
                  <a:cubicBezTo>
                    <a:pt x="58443" y="-3111"/>
                    <a:pt x="83542" y="-4505"/>
                    <a:pt x="99877" y="10114"/>
                  </a:cubicBezTo>
                  <a:cubicBezTo>
                    <a:pt x="116217" y="24733"/>
                    <a:pt x="117611" y="49829"/>
                    <a:pt x="102993" y="66167"/>
                  </a:cubicBezTo>
                  <a:cubicBezTo>
                    <a:pt x="102487" y="66729"/>
                    <a:pt x="101971" y="67277"/>
                    <a:pt x="101435" y="67810"/>
                  </a:cubicBezTo>
                  <a:lnTo>
                    <a:pt x="68338" y="102544"/>
                  </a:lnTo>
                  <a:cubicBezTo>
                    <a:pt x="60875" y="110346"/>
                    <a:pt x="50554" y="114772"/>
                    <a:pt x="39756" y="1148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46B132EA-A729-4E40-80D0-D7EDB8453BEA}"/>
                </a:ext>
              </a:extLst>
            </p:cNvPr>
            <p:cNvSpPr/>
            <p:nvPr/>
          </p:nvSpPr>
          <p:spPr>
            <a:xfrm>
              <a:off x="4822061" y="4963035"/>
              <a:ext cx="129903" cy="84662"/>
            </a:xfrm>
            <a:custGeom>
              <a:avLst/>
              <a:gdLst>
                <a:gd name="connsiteX0" fmla="*/ 88224 w 129903"/>
                <a:gd name="connsiteY0" fmla="*/ 84217 h 84662"/>
                <a:gd name="connsiteX1" fmla="*/ 84204 w 129903"/>
                <a:gd name="connsiteY1" fmla="*/ 84217 h 84662"/>
                <a:gd name="connsiteX2" fmla="*/ 36370 w 129903"/>
                <a:gd name="connsiteY2" fmla="*/ 79255 h 84662"/>
                <a:gd name="connsiteX3" fmla="*/ 142 w 129903"/>
                <a:gd name="connsiteY3" fmla="*/ 36369 h 84662"/>
                <a:gd name="connsiteX4" fmla="*/ 43029 w 129903"/>
                <a:gd name="connsiteY4" fmla="*/ 142 h 84662"/>
                <a:gd name="connsiteX5" fmla="*/ 44210 w 129903"/>
                <a:gd name="connsiteY5" fmla="*/ 259 h 84662"/>
                <a:gd name="connsiteX6" fmla="*/ 92094 w 129903"/>
                <a:gd name="connsiteY6" fmla="*/ 5221 h 84662"/>
                <a:gd name="connsiteX7" fmla="*/ 129855 w 129903"/>
                <a:gd name="connsiteY7" fmla="*/ 46853 h 84662"/>
                <a:gd name="connsiteX8" fmla="*/ 88224 w 129903"/>
                <a:gd name="connsiteY8" fmla="*/ 84614 h 8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03" h="84662">
                  <a:moveTo>
                    <a:pt x="88224" y="84217"/>
                  </a:moveTo>
                  <a:cubicBezTo>
                    <a:pt x="86884" y="84291"/>
                    <a:pt x="85544" y="84291"/>
                    <a:pt x="84204" y="84217"/>
                  </a:cubicBezTo>
                  <a:lnTo>
                    <a:pt x="36370" y="79255"/>
                  </a:lnTo>
                  <a:cubicBezTo>
                    <a:pt x="14522" y="77416"/>
                    <a:pt x="-1694" y="58216"/>
                    <a:pt x="142" y="36369"/>
                  </a:cubicBezTo>
                  <a:cubicBezTo>
                    <a:pt x="1983" y="14523"/>
                    <a:pt x="21181" y="-1697"/>
                    <a:pt x="43029" y="142"/>
                  </a:cubicBezTo>
                  <a:cubicBezTo>
                    <a:pt x="43421" y="175"/>
                    <a:pt x="43818" y="214"/>
                    <a:pt x="44210" y="259"/>
                  </a:cubicBezTo>
                  <a:lnTo>
                    <a:pt x="92094" y="5221"/>
                  </a:lnTo>
                  <a:cubicBezTo>
                    <a:pt x="114016" y="6290"/>
                    <a:pt x="130922" y="24929"/>
                    <a:pt x="129855" y="46853"/>
                  </a:cubicBezTo>
                  <a:cubicBezTo>
                    <a:pt x="128788" y="68777"/>
                    <a:pt x="110146" y="85683"/>
                    <a:pt x="88224" y="846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19C6D7AC-F4D5-A542-8ECA-F752DE4769E5}"/>
                </a:ext>
              </a:extLst>
            </p:cNvPr>
            <p:cNvSpPr/>
            <p:nvPr/>
          </p:nvSpPr>
          <p:spPr>
            <a:xfrm>
              <a:off x="4741123" y="5044477"/>
              <a:ext cx="82916" cy="127474"/>
            </a:xfrm>
            <a:custGeom>
              <a:avLst/>
              <a:gdLst>
                <a:gd name="connsiteX0" fmla="*/ 39502 w 82916"/>
                <a:gd name="connsiteY0" fmla="*/ 127472 h 127474"/>
                <a:gd name="connsiteX1" fmla="*/ 36773 w 82916"/>
                <a:gd name="connsiteY1" fmla="*/ 127472 h 127474"/>
                <a:gd name="connsiteX2" fmla="*/ 103 w 82916"/>
                <a:gd name="connsiteY2" fmla="*/ 85046 h 127474"/>
                <a:gd name="connsiteX3" fmla="*/ 3428 w 82916"/>
                <a:gd name="connsiteY3" fmla="*/ 37063 h 127474"/>
                <a:gd name="connsiteX4" fmla="*/ 45853 w 82916"/>
                <a:gd name="connsiteY4" fmla="*/ 95 h 127474"/>
                <a:gd name="connsiteX5" fmla="*/ 82821 w 82916"/>
                <a:gd name="connsiteY5" fmla="*/ 42521 h 127474"/>
                <a:gd name="connsiteX6" fmla="*/ 79546 w 82916"/>
                <a:gd name="connsiteY6" fmla="*/ 90504 h 127474"/>
                <a:gd name="connsiteX7" fmla="*/ 39502 w 82916"/>
                <a:gd name="connsiteY7" fmla="*/ 127472 h 12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916" h="127474">
                  <a:moveTo>
                    <a:pt x="39502" y="127472"/>
                  </a:moveTo>
                  <a:lnTo>
                    <a:pt x="36773" y="127472"/>
                  </a:lnTo>
                  <a:cubicBezTo>
                    <a:pt x="14945" y="125858"/>
                    <a:pt x="-1460" y="106879"/>
                    <a:pt x="103" y="85046"/>
                  </a:cubicBezTo>
                  <a:lnTo>
                    <a:pt x="3428" y="37063"/>
                  </a:lnTo>
                  <a:cubicBezTo>
                    <a:pt x="4936" y="15139"/>
                    <a:pt x="23931" y="-1412"/>
                    <a:pt x="45853" y="95"/>
                  </a:cubicBezTo>
                  <a:cubicBezTo>
                    <a:pt x="67776" y="1603"/>
                    <a:pt x="84329" y="20597"/>
                    <a:pt x="82821" y="42521"/>
                  </a:cubicBezTo>
                  <a:lnTo>
                    <a:pt x="79546" y="90504"/>
                  </a:lnTo>
                  <a:cubicBezTo>
                    <a:pt x="78102" y="111490"/>
                    <a:pt x="60536" y="127705"/>
                    <a:pt x="39502" y="1274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AD901451-9873-CB44-A803-69CB0D02DCB7}"/>
                </a:ext>
              </a:extLst>
            </p:cNvPr>
            <p:cNvSpPr/>
            <p:nvPr/>
          </p:nvSpPr>
          <p:spPr>
            <a:xfrm>
              <a:off x="4686445" y="4790440"/>
              <a:ext cx="84750" cy="127452"/>
            </a:xfrm>
            <a:custGeom>
              <a:avLst/>
              <a:gdLst>
                <a:gd name="connsiteX0" fmla="*/ 44857 w 84750"/>
                <a:gd name="connsiteY0" fmla="*/ 127451 h 127452"/>
                <a:gd name="connsiteX1" fmla="*/ 5160 w 84750"/>
                <a:gd name="connsiteY1" fmla="*/ 91724 h 127452"/>
                <a:gd name="connsiteX2" fmla="*/ 198 w 84750"/>
                <a:gd name="connsiteY2" fmla="*/ 43840 h 127452"/>
                <a:gd name="connsiteX3" fmla="*/ 35950 w 84750"/>
                <a:gd name="connsiteY3" fmla="*/ 198 h 127452"/>
                <a:gd name="connsiteX4" fmla="*/ 79592 w 84750"/>
                <a:gd name="connsiteY4" fmla="*/ 35950 h 127452"/>
                <a:gd name="connsiteX5" fmla="*/ 84554 w 84750"/>
                <a:gd name="connsiteY5" fmla="*/ 83834 h 127452"/>
                <a:gd name="connsiteX6" fmla="*/ 49025 w 84750"/>
                <a:gd name="connsiteY6" fmla="*/ 127252 h 127452"/>
                <a:gd name="connsiteX7" fmla="*/ 44857 w 84750"/>
                <a:gd name="connsiteY7" fmla="*/ 127451 h 1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750" h="127452">
                  <a:moveTo>
                    <a:pt x="44857" y="127451"/>
                  </a:moveTo>
                  <a:cubicBezTo>
                    <a:pt x="24393" y="127553"/>
                    <a:pt x="7205" y="112084"/>
                    <a:pt x="5160" y="91724"/>
                  </a:cubicBezTo>
                  <a:lnTo>
                    <a:pt x="198" y="43840"/>
                  </a:lnTo>
                  <a:cubicBezTo>
                    <a:pt x="-1980" y="21916"/>
                    <a:pt x="14028" y="2377"/>
                    <a:pt x="35950" y="198"/>
                  </a:cubicBezTo>
                  <a:cubicBezTo>
                    <a:pt x="57873" y="-1980"/>
                    <a:pt x="77413" y="14026"/>
                    <a:pt x="79592" y="35950"/>
                  </a:cubicBezTo>
                  <a:lnTo>
                    <a:pt x="84554" y="83834"/>
                  </a:lnTo>
                  <a:cubicBezTo>
                    <a:pt x="86717" y="105630"/>
                    <a:pt x="70819" y="125060"/>
                    <a:pt x="49025" y="127252"/>
                  </a:cubicBezTo>
                  <a:cubicBezTo>
                    <a:pt x="47641" y="127398"/>
                    <a:pt x="46251" y="127465"/>
                    <a:pt x="44857" y="1274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5" name="Picture Placeholder 81">
            <a:extLst>
              <a:ext uri="{FF2B5EF4-FFF2-40B4-BE49-F238E27FC236}">
                <a16:creationId xmlns:a16="http://schemas.microsoft.com/office/drawing/2014/main" id="{2D24EAE9-8C6F-491A-A896-D9530C867389}"/>
              </a:ext>
            </a:extLst>
          </p:cNvPr>
          <p:cNvGrpSpPr>
            <a:grpSpLocks noChangeAspect="1"/>
          </p:cNvGrpSpPr>
          <p:nvPr/>
        </p:nvGrpSpPr>
        <p:grpSpPr>
          <a:xfrm>
            <a:off x="5521143" y="4823711"/>
            <a:ext cx="742723" cy="738206"/>
            <a:chOff x="5521143" y="4823711"/>
            <a:chExt cx="742723" cy="738206"/>
          </a:xfrm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AAB23B6A-E2A4-8E40-839E-79DAFC7C570E}"/>
                </a:ext>
              </a:extLst>
            </p:cNvPr>
            <p:cNvSpPr/>
            <p:nvPr/>
          </p:nvSpPr>
          <p:spPr>
            <a:xfrm>
              <a:off x="5675910" y="4823711"/>
              <a:ext cx="415474" cy="322534"/>
            </a:xfrm>
            <a:custGeom>
              <a:avLst/>
              <a:gdLst>
                <a:gd name="connsiteX0" fmla="*/ 375778 w 415474"/>
                <a:gd name="connsiteY0" fmla="*/ 322534 h 322534"/>
                <a:gd name="connsiteX1" fmla="*/ 336081 w 415474"/>
                <a:gd name="connsiteY1" fmla="*/ 282838 h 322534"/>
                <a:gd name="connsiteX2" fmla="*/ 336081 w 415474"/>
                <a:gd name="connsiteY2" fmla="*/ 79393 h 322534"/>
                <a:gd name="connsiteX3" fmla="*/ 79393 w 415474"/>
                <a:gd name="connsiteY3" fmla="*/ 79393 h 322534"/>
                <a:gd name="connsiteX4" fmla="*/ 79393 w 415474"/>
                <a:gd name="connsiteY4" fmla="*/ 282838 h 322534"/>
                <a:gd name="connsiteX5" fmla="*/ 39697 w 415474"/>
                <a:gd name="connsiteY5" fmla="*/ 322534 h 322534"/>
                <a:gd name="connsiteX6" fmla="*/ 0 w 415474"/>
                <a:gd name="connsiteY6" fmla="*/ 282838 h 322534"/>
                <a:gd name="connsiteX7" fmla="*/ 0 w 415474"/>
                <a:gd name="connsiteY7" fmla="*/ 39697 h 322534"/>
                <a:gd name="connsiteX8" fmla="*/ 39697 w 415474"/>
                <a:gd name="connsiteY8" fmla="*/ 0 h 322534"/>
                <a:gd name="connsiteX9" fmla="*/ 375778 w 415474"/>
                <a:gd name="connsiteY9" fmla="*/ 0 h 322534"/>
                <a:gd name="connsiteX10" fmla="*/ 415475 w 415474"/>
                <a:gd name="connsiteY10" fmla="*/ 39697 h 322534"/>
                <a:gd name="connsiteX11" fmla="*/ 415475 w 415474"/>
                <a:gd name="connsiteY11" fmla="*/ 282838 h 322534"/>
                <a:gd name="connsiteX12" fmla="*/ 375778 w 415474"/>
                <a:gd name="connsiteY12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5474" h="322534">
                  <a:moveTo>
                    <a:pt x="375778" y="322534"/>
                  </a:moveTo>
                  <a:cubicBezTo>
                    <a:pt x="353855" y="322534"/>
                    <a:pt x="336081" y="304762"/>
                    <a:pt x="336081" y="282838"/>
                  </a:cubicBezTo>
                  <a:lnTo>
                    <a:pt x="336081" y="79393"/>
                  </a:lnTo>
                  <a:lnTo>
                    <a:pt x="79393" y="79393"/>
                  </a:lnTo>
                  <a:lnTo>
                    <a:pt x="79393" y="282838"/>
                  </a:lnTo>
                  <a:cubicBezTo>
                    <a:pt x="79393" y="304762"/>
                    <a:pt x="61621" y="322534"/>
                    <a:pt x="39697" y="322534"/>
                  </a:cubicBezTo>
                  <a:cubicBezTo>
                    <a:pt x="17773" y="322534"/>
                    <a:pt x="0" y="304762"/>
                    <a:pt x="0" y="28283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75778" y="0"/>
                  </a:lnTo>
                  <a:cubicBezTo>
                    <a:pt x="397700" y="0"/>
                    <a:pt x="415475" y="17773"/>
                    <a:pt x="415475" y="39697"/>
                  </a:cubicBezTo>
                  <a:lnTo>
                    <a:pt x="415475" y="282838"/>
                  </a:lnTo>
                  <a:cubicBezTo>
                    <a:pt x="415475" y="304762"/>
                    <a:pt x="397700" y="322534"/>
                    <a:pt x="375778" y="3225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E1252C3F-6581-CC4F-A7E7-8E2D0510BA6A}"/>
                </a:ext>
              </a:extLst>
            </p:cNvPr>
            <p:cNvSpPr/>
            <p:nvPr/>
          </p:nvSpPr>
          <p:spPr>
            <a:xfrm>
              <a:off x="5521143" y="5070772"/>
              <a:ext cx="742723" cy="365158"/>
            </a:xfrm>
            <a:custGeom>
              <a:avLst/>
              <a:gdLst>
                <a:gd name="connsiteX0" fmla="*/ 703027 w 742723"/>
                <a:gd name="connsiteY0" fmla="*/ 365159 h 365158"/>
                <a:gd name="connsiteX1" fmla="*/ 532629 w 742723"/>
                <a:gd name="connsiteY1" fmla="*/ 365159 h 365158"/>
                <a:gd name="connsiteX2" fmla="*/ 492932 w 742723"/>
                <a:gd name="connsiteY2" fmla="*/ 325462 h 365158"/>
                <a:gd name="connsiteX3" fmla="*/ 532629 w 742723"/>
                <a:gd name="connsiteY3" fmla="*/ 285766 h 365158"/>
                <a:gd name="connsiteX4" fmla="*/ 663181 w 742723"/>
                <a:gd name="connsiteY4" fmla="*/ 285766 h 365158"/>
                <a:gd name="connsiteX5" fmla="*/ 663181 w 742723"/>
                <a:gd name="connsiteY5" fmla="*/ 79393 h 365158"/>
                <a:gd name="connsiteX6" fmla="*/ 79393 w 742723"/>
                <a:gd name="connsiteY6" fmla="*/ 79393 h 365158"/>
                <a:gd name="connsiteX7" fmla="*/ 79393 w 742723"/>
                <a:gd name="connsiteY7" fmla="*/ 285766 h 365158"/>
                <a:gd name="connsiteX8" fmla="*/ 159084 w 742723"/>
                <a:gd name="connsiteY8" fmla="*/ 285766 h 365158"/>
                <a:gd name="connsiteX9" fmla="*/ 198781 w 742723"/>
                <a:gd name="connsiteY9" fmla="*/ 325462 h 365158"/>
                <a:gd name="connsiteX10" fmla="*/ 159084 w 742723"/>
                <a:gd name="connsiteY10" fmla="*/ 365159 h 365158"/>
                <a:gd name="connsiteX11" fmla="*/ 39697 w 742723"/>
                <a:gd name="connsiteY11" fmla="*/ 365159 h 365158"/>
                <a:gd name="connsiteX12" fmla="*/ 0 w 742723"/>
                <a:gd name="connsiteY12" fmla="*/ 325462 h 365158"/>
                <a:gd name="connsiteX13" fmla="*/ 0 w 742723"/>
                <a:gd name="connsiteY13" fmla="*/ 39697 h 365158"/>
                <a:gd name="connsiteX14" fmla="*/ 39697 w 742723"/>
                <a:gd name="connsiteY14" fmla="*/ 0 h 365158"/>
                <a:gd name="connsiteX15" fmla="*/ 703027 w 742723"/>
                <a:gd name="connsiteY15" fmla="*/ 0 h 365158"/>
                <a:gd name="connsiteX16" fmla="*/ 742723 w 742723"/>
                <a:gd name="connsiteY16" fmla="*/ 39697 h 365158"/>
                <a:gd name="connsiteX17" fmla="*/ 742723 w 742723"/>
                <a:gd name="connsiteY17" fmla="*/ 325462 h 365158"/>
                <a:gd name="connsiteX18" fmla="*/ 703027 w 742723"/>
                <a:gd name="connsiteY18" fmla="*/ 365159 h 36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42723" h="365158">
                  <a:moveTo>
                    <a:pt x="703027" y="365159"/>
                  </a:moveTo>
                  <a:lnTo>
                    <a:pt x="532629" y="365159"/>
                  </a:lnTo>
                  <a:cubicBezTo>
                    <a:pt x="510707" y="365159"/>
                    <a:pt x="492932" y="347385"/>
                    <a:pt x="492932" y="325462"/>
                  </a:cubicBezTo>
                  <a:cubicBezTo>
                    <a:pt x="492932" y="303540"/>
                    <a:pt x="510707" y="285766"/>
                    <a:pt x="532629" y="285766"/>
                  </a:cubicBezTo>
                  <a:lnTo>
                    <a:pt x="663181" y="285766"/>
                  </a:lnTo>
                  <a:lnTo>
                    <a:pt x="663181" y="79393"/>
                  </a:lnTo>
                  <a:lnTo>
                    <a:pt x="79393" y="79393"/>
                  </a:lnTo>
                  <a:lnTo>
                    <a:pt x="79393" y="285766"/>
                  </a:lnTo>
                  <a:lnTo>
                    <a:pt x="159084" y="285766"/>
                  </a:lnTo>
                  <a:cubicBezTo>
                    <a:pt x="181008" y="285766"/>
                    <a:pt x="198781" y="303540"/>
                    <a:pt x="198781" y="325462"/>
                  </a:cubicBezTo>
                  <a:cubicBezTo>
                    <a:pt x="198781" y="347385"/>
                    <a:pt x="181008" y="365159"/>
                    <a:pt x="159084" y="365159"/>
                  </a:cubicBezTo>
                  <a:lnTo>
                    <a:pt x="39697" y="365159"/>
                  </a:lnTo>
                  <a:cubicBezTo>
                    <a:pt x="17773" y="365159"/>
                    <a:pt x="0" y="347385"/>
                    <a:pt x="0" y="32546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3027" y="0"/>
                  </a:lnTo>
                  <a:cubicBezTo>
                    <a:pt x="724949" y="0"/>
                    <a:pt x="742723" y="17773"/>
                    <a:pt x="742723" y="39697"/>
                  </a:cubicBezTo>
                  <a:lnTo>
                    <a:pt x="742723" y="325462"/>
                  </a:lnTo>
                  <a:cubicBezTo>
                    <a:pt x="742723" y="347385"/>
                    <a:pt x="724949" y="365159"/>
                    <a:pt x="703027" y="36515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D72A04EC-64D0-7045-B5A1-264A1D7D2B6F}"/>
                </a:ext>
              </a:extLst>
            </p:cNvPr>
            <p:cNvSpPr/>
            <p:nvPr/>
          </p:nvSpPr>
          <p:spPr>
            <a:xfrm>
              <a:off x="6063647" y="5166305"/>
              <a:ext cx="79443" cy="79380"/>
            </a:xfrm>
            <a:custGeom>
              <a:avLst/>
              <a:gdLst>
                <a:gd name="connsiteX0" fmla="*/ 39746 w 79443"/>
                <a:gd name="connsiteY0" fmla="*/ 79380 h 79380"/>
                <a:gd name="connsiteX1" fmla="*/ 11661 w 79443"/>
                <a:gd name="connsiteY1" fmla="*/ 67769 h 79380"/>
                <a:gd name="connsiteX2" fmla="*/ 6699 w 79443"/>
                <a:gd name="connsiteY2" fmla="*/ 61715 h 79380"/>
                <a:gd name="connsiteX3" fmla="*/ 3027 w 79443"/>
                <a:gd name="connsiteY3" fmla="*/ 54868 h 79380"/>
                <a:gd name="connsiteX4" fmla="*/ 794 w 79443"/>
                <a:gd name="connsiteY4" fmla="*/ 47425 h 79380"/>
                <a:gd name="connsiteX5" fmla="*/ 0 w 79443"/>
                <a:gd name="connsiteY5" fmla="*/ 39684 h 79380"/>
                <a:gd name="connsiteX6" fmla="*/ 794 w 79443"/>
                <a:gd name="connsiteY6" fmla="*/ 31893 h 79380"/>
                <a:gd name="connsiteX7" fmla="*/ 3027 w 79443"/>
                <a:gd name="connsiteY7" fmla="*/ 24500 h 79380"/>
                <a:gd name="connsiteX8" fmla="*/ 6699 w 79443"/>
                <a:gd name="connsiteY8" fmla="*/ 17652 h 79380"/>
                <a:gd name="connsiteX9" fmla="*/ 17665 w 79443"/>
                <a:gd name="connsiteY9" fmla="*/ 6686 h 79380"/>
                <a:gd name="connsiteX10" fmla="*/ 24513 w 79443"/>
                <a:gd name="connsiteY10" fmla="*/ 3014 h 79380"/>
                <a:gd name="connsiteX11" fmla="*/ 31956 w 79443"/>
                <a:gd name="connsiteY11" fmla="*/ 732 h 79380"/>
                <a:gd name="connsiteX12" fmla="*/ 67782 w 79443"/>
                <a:gd name="connsiteY12" fmla="*/ 11599 h 79380"/>
                <a:gd name="connsiteX13" fmla="*/ 72744 w 79443"/>
                <a:gd name="connsiteY13" fmla="*/ 17652 h 79380"/>
                <a:gd name="connsiteX14" fmla="*/ 76416 w 79443"/>
                <a:gd name="connsiteY14" fmla="*/ 24500 h 79380"/>
                <a:gd name="connsiteX15" fmla="*/ 78649 w 79443"/>
                <a:gd name="connsiteY15" fmla="*/ 31893 h 79380"/>
                <a:gd name="connsiteX16" fmla="*/ 79443 w 79443"/>
                <a:gd name="connsiteY16" fmla="*/ 39684 h 79380"/>
                <a:gd name="connsiteX17" fmla="*/ 78649 w 79443"/>
                <a:gd name="connsiteY17" fmla="*/ 47425 h 79380"/>
                <a:gd name="connsiteX18" fmla="*/ 76416 w 79443"/>
                <a:gd name="connsiteY18" fmla="*/ 54868 h 79380"/>
                <a:gd name="connsiteX19" fmla="*/ 72744 w 79443"/>
                <a:gd name="connsiteY19" fmla="*/ 61715 h 79380"/>
                <a:gd name="connsiteX20" fmla="*/ 61778 w 79443"/>
                <a:gd name="connsiteY20" fmla="*/ 72682 h 79380"/>
                <a:gd name="connsiteX21" fmla="*/ 54930 w 79443"/>
                <a:gd name="connsiteY21" fmla="*/ 76354 h 79380"/>
                <a:gd name="connsiteX22" fmla="*/ 47487 w 79443"/>
                <a:gd name="connsiteY22" fmla="*/ 78587 h 79380"/>
                <a:gd name="connsiteX23" fmla="*/ 39746 w 79443"/>
                <a:gd name="connsiteY23" fmla="*/ 79380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43" h="79380">
                  <a:moveTo>
                    <a:pt x="39746" y="79380"/>
                  </a:moveTo>
                  <a:cubicBezTo>
                    <a:pt x="29227" y="79330"/>
                    <a:pt x="19144" y="75162"/>
                    <a:pt x="11661" y="67769"/>
                  </a:cubicBezTo>
                  <a:cubicBezTo>
                    <a:pt x="9805" y="65925"/>
                    <a:pt x="8143" y="63896"/>
                    <a:pt x="6699" y="61715"/>
                  </a:cubicBezTo>
                  <a:cubicBezTo>
                    <a:pt x="5255" y="59558"/>
                    <a:pt x="4025" y="57265"/>
                    <a:pt x="3027" y="54868"/>
                  </a:cubicBezTo>
                  <a:cubicBezTo>
                    <a:pt x="2035" y="52468"/>
                    <a:pt x="1290" y="49974"/>
                    <a:pt x="794" y="47425"/>
                  </a:cubicBezTo>
                  <a:cubicBezTo>
                    <a:pt x="258" y="44880"/>
                    <a:pt x="-10" y="42285"/>
                    <a:pt x="0" y="39684"/>
                  </a:cubicBezTo>
                  <a:cubicBezTo>
                    <a:pt x="-5" y="37066"/>
                    <a:pt x="258" y="34456"/>
                    <a:pt x="794" y="31893"/>
                  </a:cubicBezTo>
                  <a:cubicBezTo>
                    <a:pt x="1290" y="29360"/>
                    <a:pt x="2035" y="26883"/>
                    <a:pt x="3027" y="24500"/>
                  </a:cubicBezTo>
                  <a:cubicBezTo>
                    <a:pt x="4015" y="22097"/>
                    <a:pt x="5245" y="19802"/>
                    <a:pt x="6699" y="17652"/>
                  </a:cubicBezTo>
                  <a:cubicBezTo>
                    <a:pt x="9552" y="13276"/>
                    <a:pt x="13289" y="9541"/>
                    <a:pt x="17665" y="6686"/>
                  </a:cubicBezTo>
                  <a:cubicBezTo>
                    <a:pt x="19824" y="5241"/>
                    <a:pt x="22116" y="4012"/>
                    <a:pt x="24513" y="3014"/>
                  </a:cubicBezTo>
                  <a:cubicBezTo>
                    <a:pt x="26920" y="2030"/>
                    <a:pt x="29410" y="1266"/>
                    <a:pt x="31956" y="732"/>
                  </a:cubicBezTo>
                  <a:cubicBezTo>
                    <a:pt x="44962" y="-1786"/>
                    <a:pt x="58369" y="2281"/>
                    <a:pt x="67782" y="11599"/>
                  </a:cubicBezTo>
                  <a:cubicBezTo>
                    <a:pt x="69623" y="13456"/>
                    <a:pt x="71285" y="15483"/>
                    <a:pt x="72744" y="17652"/>
                  </a:cubicBezTo>
                  <a:cubicBezTo>
                    <a:pt x="74198" y="19803"/>
                    <a:pt x="75429" y="22097"/>
                    <a:pt x="76416" y="24500"/>
                  </a:cubicBezTo>
                  <a:cubicBezTo>
                    <a:pt x="77409" y="26883"/>
                    <a:pt x="78153" y="29360"/>
                    <a:pt x="78649" y="31893"/>
                  </a:cubicBezTo>
                  <a:cubicBezTo>
                    <a:pt x="79185" y="34456"/>
                    <a:pt x="79448" y="37067"/>
                    <a:pt x="79443" y="39684"/>
                  </a:cubicBezTo>
                  <a:cubicBezTo>
                    <a:pt x="79453" y="42285"/>
                    <a:pt x="79185" y="44880"/>
                    <a:pt x="78649" y="47425"/>
                  </a:cubicBezTo>
                  <a:cubicBezTo>
                    <a:pt x="78153" y="49974"/>
                    <a:pt x="77409" y="52468"/>
                    <a:pt x="76416" y="54868"/>
                  </a:cubicBezTo>
                  <a:cubicBezTo>
                    <a:pt x="75419" y="57265"/>
                    <a:pt x="74188" y="59558"/>
                    <a:pt x="72744" y="61715"/>
                  </a:cubicBezTo>
                  <a:cubicBezTo>
                    <a:pt x="69891" y="66092"/>
                    <a:pt x="66155" y="69826"/>
                    <a:pt x="61778" y="72682"/>
                  </a:cubicBezTo>
                  <a:cubicBezTo>
                    <a:pt x="59620" y="74127"/>
                    <a:pt x="57327" y="75357"/>
                    <a:pt x="54930" y="76354"/>
                  </a:cubicBezTo>
                  <a:cubicBezTo>
                    <a:pt x="52524" y="77322"/>
                    <a:pt x="50033" y="78069"/>
                    <a:pt x="47487" y="78587"/>
                  </a:cubicBezTo>
                  <a:cubicBezTo>
                    <a:pt x="44942" y="79123"/>
                    <a:pt x="42347" y="79389"/>
                    <a:pt x="39746" y="7938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22725852-9C29-6A44-BEB3-7BEA14000093}"/>
                </a:ext>
              </a:extLst>
            </p:cNvPr>
            <p:cNvSpPr/>
            <p:nvPr/>
          </p:nvSpPr>
          <p:spPr>
            <a:xfrm>
              <a:off x="5675910" y="5248166"/>
              <a:ext cx="415474" cy="313751"/>
            </a:xfrm>
            <a:custGeom>
              <a:avLst/>
              <a:gdLst>
                <a:gd name="connsiteX0" fmla="*/ 375778 w 415474"/>
                <a:gd name="connsiteY0" fmla="*/ 313752 h 313751"/>
                <a:gd name="connsiteX1" fmla="*/ 39697 w 415474"/>
                <a:gd name="connsiteY1" fmla="*/ 313752 h 313751"/>
                <a:gd name="connsiteX2" fmla="*/ 0 w 415474"/>
                <a:gd name="connsiteY2" fmla="*/ 274055 h 313751"/>
                <a:gd name="connsiteX3" fmla="*/ 0 w 415474"/>
                <a:gd name="connsiteY3" fmla="*/ 39697 h 313751"/>
                <a:gd name="connsiteX4" fmla="*/ 39697 w 415474"/>
                <a:gd name="connsiteY4" fmla="*/ 0 h 313751"/>
                <a:gd name="connsiteX5" fmla="*/ 375778 w 415474"/>
                <a:gd name="connsiteY5" fmla="*/ 0 h 313751"/>
                <a:gd name="connsiteX6" fmla="*/ 415475 w 415474"/>
                <a:gd name="connsiteY6" fmla="*/ 39697 h 313751"/>
                <a:gd name="connsiteX7" fmla="*/ 415475 w 415474"/>
                <a:gd name="connsiteY7" fmla="*/ 274055 h 313751"/>
                <a:gd name="connsiteX8" fmla="*/ 375778 w 415474"/>
                <a:gd name="connsiteY8" fmla="*/ 313752 h 313751"/>
                <a:gd name="connsiteX9" fmla="*/ 79393 w 415474"/>
                <a:gd name="connsiteY9" fmla="*/ 234358 h 313751"/>
                <a:gd name="connsiteX10" fmla="*/ 336081 w 415474"/>
                <a:gd name="connsiteY10" fmla="*/ 234358 h 313751"/>
                <a:gd name="connsiteX11" fmla="*/ 336081 w 415474"/>
                <a:gd name="connsiteY11" fmla="*/ 79393 h 313751"/>
                <a:gd name="connsiteX12" fmla="*/ 79393 w 415474"/>
                <a:gd name="connsiteY12" fmla="*/ 79393 h 31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5474" h="313751">
                  <a:moveTo>
                    <a:pt x="375778" y="313752"/>
                  </a:moveTo>
                  <a:lnTo>
                    <a:pt x="39697" y="313752"/>
                  </a:lnTo>
                  <a:cubicBezTo>
                    <a:pt x="17773" y="313752"/>
                    <a:pt x="0" y="295977"/>
                    <a:pt x="0" y="27405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75778" y="0"/>
                  </a:lnTo>
                  <a:cubicBezTo>
                    <a:pt x="397700" y="0"/>
                    <a:pt x="415475" y="17774"/>
                    <a:pt x="415475" y="39697"/>
                  </a:cubicBezTo>
                  <a:lnTo>
                    <a:pt x="415475" y="274055"/>
                  </a:lnTo>
                  <a:cubicBezTo>
                    <a:pt x="415475" y="295977"/>
                    <a:pt x="397700" y="313752"/>
                    <a:pt x="375778" y="313752"/>
                  </a:cubicBezTo>
                  <a:close/>
                  <a:moveTo>
                    <a:pt x="79393" y="234358"/>
                  </a:moveTo>
                  <a:lnTo>
                    <a:pt x="336081" y="234358"/>
                  </a:lnTo>
                  <a:lnTo>
                    <a:pt x="33608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0" name="Picture Placeholder 5">
            <a:extLst>
              <a:ext uri="{FF2B5EF4-FFF2-40B4-BE49-F238E27FC236}">
                <a16:creationId xmlns:a16="http://schemas.microsoft.com/office/drawing/2014/main" id="{964B1A96-84EB-FE46-AFEE-7B52F30342D9}"/>
              </a:ext>
            </a:extLst>
          </p:cNvPr>
          <p:cNvGrpSpPr>
            <a:grpSpLocks noChangeAspect="1"/>
          </p:cNvGrpSpPr>
          <p:nvPr/>
        </p:nvGrpSpPr>
        <p:grpSpPr>
          <a:xfrm>
            <a:off x="6805170" y="4779945"/>
            <a:ext cx="809400" cy="825688"/>
            <a:chOff x="6805170" y="4779945"/>
            <a:chExt cx="809400" cy="825688"/>
          </a:xfrm>
        </p:grpSpPr>
        <p:grpSp>
          <p:nvGrpSpPr>
            <p:cNvPr id="211" name="Picture Placeholder 5">
              <a:extLst>
                <a:ext uri="{FF2B5EF4-FFF2-40B4-BE49-F238E27FC236}">
                  <a16:creationId xmlns:a16="http://schemas.microsoft.com/office/drawing/2014/main" id="{964B1A96-84EB-FE46-AFEE-7B52F30342D9}"/>
                </a:ext>
              </a:extLst>
            </p:cNvPr>
            <p:cNvGrpSpPr/>
            <p:nvPr/>
          </p:nvGrpSpPr>
          <p:grpSpPr>
            <a:xfrm>
              <a:off x="6880531" y="4779945"/>
              <a:ext cx="660746" cy="825688"/>
              <a:chOff x="6880531" y="4779945"/>
              <a:chExt cx="660746" cy="825688"/>
            </a:xfrm>
          </p:grpSpPr>
          <p:grpSp>
            <p:nvGrpSpPr>
              <p:cNvPr id="212" name="Picture Placeholder 5">
                <a:extLst>
                  <a:ext uri="{FF2B5EF4-FFF2-40B4-BE49-F238E27FC236}">
                    <a16:creationId xmlns:a16="http://schemas.microsoft.com/office/drawing/2014/main" id="{964B1A96-84EB-FE46-AFEE-7B52F30342D9}"/>
                  </a:ext>
                </a:extLst>
              </p:cNvPr>
              <p:cNvGrpSpPr/>
              <p:nvPr/>
            </p:nvGrpSpPr>
            <p:grpSpPr>
              <a:xfrm>
                <a:off x="6880531" y="4779945"/>
                <a:ext cx="660746" cy="825688"/>
                <a:chOff x="6880531" y="4779945"/>
                <a:chExt cx="660746" cy="825688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77C7CE4F-5942-D44B-9483-812C84DC1022}"/>
                    </a:ext>
                  </a:extLst>
                </p:cNvPr>
                <p:cNvSpPr/>
                <p:nvPr/>
              </p:nvSpPr>
              <p:spPr>
                <a:xfrm>
                  <a:off x="7317072" y="4980787"/>
                  <a:ext cx="224033" cy="133105"/>
                </a:xfrm>
                <a:custGeom>
                  <a:avLst/>
                  <a:gdLst>
                    <a:gd name="connsiteX0" fmla="*/ 184215 w 224033"/>
                    <a:gd name="connsiteY0" fmla="*/ 133105 h 133105"/>
                    <a:gd name="connsiteX1" fmla="*/ 170321 w 224033"/>
                    <a:gd name="connsiteY1" fmla="*/ 130624 h 133105"/>
                    <a:gd name="connsiteX2" fmla="*/ 25925 w 224033"/>
                    <a:gd name="connsiteY2" fmla="*/ 77034 h 133105"/>
                    <a:gd name="connsiteX3" fmla="*/ 2603 w 224033"/>
                    <a:gd name="connsiteY3" fmla="*/ 25925 h 133105"/>
                    <a:gd name="connsiteX4" fmla="*/ 53712 w 224033"/>
                    <a:gd name="connsiteY4" fmla="*/ 2603 h 133105"/>
                    <a:gd name="connsiteX5" fmla="*/ 198109 w 224033"/>
                    <a:gd name="connsiteY5" fmla="*/ 56193 h 133105"/>
                    <a:gd name="connsiteX6" fmla="*/ 221430 w 224033"/>
                    <a:gd name="connsiteY6" fmla="*/ 107303 h 133105"/>
                    <a:gd name="connsiteX7" fmla="*/ 184215 w 224033"/>
                    <a:gd name="connsiteY7" fmla="*/ 133105 h 133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033" h="133105">
                      <a:moveTo>
                        <a:pt x="184215" y="133105"/>
                      </a:moveTo>
                      <a:cubicBezTo>
                        <a:pt x="179749" y="133105"/>
                        <a:pt x="174787" y="132113"/>
                        <a:pt x="170321" y="130624"/>
                      </a:cubicBezTo>
                      <a:lnTo>
                        <a:pt x="25925" y="77034"/>
                      </a:lnTo>
                      <a:cubicBezTo>
                        <a:pt x="5580" y="69591"/>
                        <a:pt x="-5336" y="46765"/>
                        <a:pt x="2603" y="25925"/>
                      </a:cubicBezTo>
                      <a:cubicBezTo>
                        <a:pt x="10046" y="5580"/>
                        <a:pt x="32872" y="-5336"/>
                        <a:pt x="53712" y="2603"/>
                      </a:cubicBezTo>
                      <a:lnTo>
                        <a:pt x="198109" y="56193"/>
                      </a:lnTo>
                      <a:cubicBezTo>
                        <a:pt x="218453" y="63636"/>
                        <a:pt x="229370" y="86462"/>
                        <a:pt x="221430" y="107303"/>
                      </a:cubicBezTo>
                      <a:cubicBezTo>
                        <a:pt x="215476" y="123181"/>
                        <a:pt x="200093" y="133105"/>
                        <a:pt x="184215" y="133105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16CDA472-DD6A-734A-9FF5-CA36D7494CC6}"/>
                    </a:ext>
                  </a:extLst>
                </p:cNvPr>
                <p:cNvSpPr/>
                <p:nvPr/>
              </p:nvSpPr>
              <p:spPr>
                <a:xfrm>
                  <a:off x="6880531" y="5165498"/>
                  <a:ext cx="659955" cy="440135"/>
                </a:xfrm>
                <a:custGeom>
                  <a:avLst/>
                  <a:gdLst>
                    <a:gd name="connsiteX0" fmla="*/ 329978 w 659955"/>
                    <a:gd name="connsiteY0" fmla="*/ 440135 h 440135"/>
                    <a:gd name="connsiteX1" fmla="*/ 313107 w 659955"/>
                    <a:gd name="connsiteY1" fmla="*/ 436662 h 440135"/>
                    <a:gd name="connsiteX2" fmla="*/ 22826 w 659955"/>
                    <a:gd name="connsiteY2" fmla="*/ 302190 h 440135"/>
                    <a:gd name="connsiteX3" fmla="*/ 0 w 659955"/>
                    <a:gd name="connsiteY3" fmla="*/ 265967 h 440135"/>
                    <a:gd name="connsiteX4" fmla="*/ 0 w 659955"/>
                    <a:gd name="connsiteY4" fmla="*/ 44162 h 440135"/>
                    <a:gd name="connsiteX5" fmla="*/ 39697 w 659955"/>
                    <a:gd name="connsiteY5" fmla="*/ 4466 h 440135"/>
                    <a:gd name="connsiteX6" fmla="*/ 79393 w 659955"/>
                    <a:gd name="connsiteY6" fmla="*/ 44162 h 440135"/>
                    <a:gd name="connsiteX7" fmla="*/ 79393 w 659955"/>
                    <a:gd name="connsiteY7" fmla="*/ 240660 h 440135"/>
                    <a:gd name="connsiteX8" fmla="*/ 329978 w 659955"/>
                    <a:gd name="connsiteY8" fmla="*/ 356773 h 440135"/>
                    <a:gd name="connsiteX9" fmla="*/ 580563 w 659955"/>
                    <a:gd name="connsiteY9" fmla="*/ 240660 h 440135"/>
                    <a:gd name="connsiteX10" fmla="*/ 580563 w 659955"/>
                    <a:gd name="connsiteY10" fmla="*/ 39697 h 440135"/>
                    <a:gd name="connsiteX11" fmla="*/ 620259 w 659955"/>
                    <a:gd name="connsiteY11" fmla="*/ 0 h 440135"/>
                    <a:gd name="connsiteX12" fmla="*/ 659956 w 659955"/>
                    <a:gd name="connsiteY12" fmla="*/ 39697 h 440135"/>
                    <a:gd name="connsiteX13" fmla="*/ 659956 w 659955"/>
                    <a:gd name="connsiteY13" fmla="*/ 265967 h 440135"/>
                    <a:gd name="connsiteX14" fmla="*/ 637130 w 659955"/>
                    <a:gd name="connsiteY14" fmla="*/ 302190 h 440135"/>
                    <a:gd name="connsiteX15" fmla="*/ 346849 w 659955"/>
                    <a:gd name="connsiteY15" fmla="*/ 436166 h 440135"/>
                    <a:gd name="connsiteX16" fmla="*/ 329978 w 659955"/>
                    <a:gd name="connsiteY16" fmla="*/ 440135 h 440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9955" h="440135">
                      <a:moveTo>
                        <a:pt x="329978" y="440135"/>
                      </a:moveTo>
                      <a:cubicBezTo>
                        <a:pt x="324520" y="440135"/>
                        <a:pt x="318565" y="439143"/>
                        <a:pt x="313107" y="436662"/>
                      </a:cubicBezTo>
                      <a:lnTo>
                        <a:pt x="22826" y="302190"/>
                      </a:lnTo>
                      <a:cubicBezTo>
                        <a:pt x="8932" y="295739"/>
                        <a:pt x="0" y="281846"/>
                        <a:pt x="0" y="265967"/>
                      </a:cubicBezTo>
                      <a:lnTo>
                        <a:pt x="0" y="44162"/>
                      </a:lnTo>
                      <a:cubicBezTo>
                        <a:pt x="0" y="22329"/>
                        <a:pt x="17863" y="4466"/>
                        <a:pt x="39697" y="4466"/>
                      </a:cubicBezTo>
                      <a:cubicBezTo>
                        <a:pt x="61530" y="4466"/>
                        <a:pt x="79393" y="22329"/>
                        <a:pt x="79393" y="44162"/>
                      </a:cubicBezTo>
                      <a:lnTo>
                        <a:pt x="79393" y="240660"/>
                      </a:lnTo>
                      <a:lnTo>
                        <a:pt x="329978" y="356773"/>
                      </a:lnTo>
                      <a:lnTo>
                        <a:pt x="580563" y="240660"/>
                      </a:lnTo>
                      <a:lnTo>
                        <a:pt x="580563" y="39697"/>
                      </a:lnTo>
                      <a:cubicBezTo>
                        <a:pt x="580563" y="17863"/>
                        <a:pt x="598426" y="0"/>
                        <a:pt x="620259" y="0"/>
                      </a:cubicBezTo>
                      <a:cubicBezTo>
                        <a:pt x="642092" y="0"/>
                        <a:pt x="659956" y="17863"/>
                        <a:pt x="659956" y="39697"/>
                      </a:cubicBezTo>
                      <a:lnTo>
                        <a:pt x="659956" y="265967"/>
                      </a:lnTo>
                      <a:cubicBezTo>
                        <a:pt x="659956" y="281349"/>
                        <a:pt x="651024" y="295739"/>
                        <a:pt x="637130" y="302190"/>
                      </a:cubicBezTo>
                      <a:lnTo>
                        <a:pt x="346849" y="436166"/>
                      </a:lnTo>
                      <a:cubicBezTo>
                        <a:pt x="341391" y="438647"/>
                        <a:pt x="335932" y="440135"/>
                        <a:pt x="329978" y="440135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997C210D-53E7-EC4B-BF42-D1F2CD294844}"/>
                    </a:ext>
                  </a:extLst>
                </p:cNvPr>
                <p:cNvSpPr/>
                <p:nvPr/>
              </p:nvSpPr>
              <p:spPr>
                <a:xfrm>
                  <a:off x="6880609" y="4979498"/>
                  <a:ext cx="228099" cy="134394"/>
                </a:xfrm>
                <a:custGeom>
                  <a:avLst/>
                  <a:gdLst>
                    <a:gd name="connsiteX0" fmla="*/ 39619 w 228099"/>
                    <a:gd name="connsiteY0" fmla="*/ 134394 h 134394"/>
                    <a:gd name="connsiteX1" fmla="*/ 2403 w 228099"/>
                    <a:gd name="connsiteY1" fmla="*/ 108592 h 134394"/>
                    <a:gd name="connsiteX2" fmla="*/ 25725 w 228099"/>
                    <a:gd name="connsiteY2" fmla="*/ 57482 h 134394"/>
                    <a:gd name="connsiteX3" fmla="*/ 174587 w 228099"/>
                    <a:gd name="connsiteY3" fmla="*/ 2403 h 134394"/>
                    <a:gd name="connsiteX4" fmla="*/ 225697 w 228099"/>
                    <a:gd name="connsiteY4" fmla="*/ 25725 h 134394"/>
                    <a:gd name="connsiteX5" fmla="*/ 202375 w 228099"/>
                    <a:gd name="connsiteY5" fmla="*/ 76834 h 134394"/>
                    <a:gd name="connsiteX6" fmla="*/ 53513 w 228099"/>
                    <a:gd name="connsiteY6" fmla="*/ 131913 h 134394"/>
                    <a:gd name="connsiteX7" fmla="*/ 39619 w 228099"/>
                    <a:gd name="connsiteY7" fmla="*/ 134394 h 13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099" h="134394">
                      <a:moveTo>
                        <a:pt x="39619" y="134394"/>
                      </a:moveTo>
                      <a:cubicBezTo>
                        <a:pt x="23740" y="134394"/>
                        <a:pt x="8358" y="124470"/>
                        <a:pt x="2403" y="108592"/>
                      </a:cubicBezTo>
                      <a:cubicBezTo>
                        <a:pt x="-5040" y="88247"/>
                        <a:pt x="5381" y="65422"/>
                        <a:pt x="25725" y="57482"/>
                      </a:cubicBezTo>
                      <a:lnTo>
                        <a:pt x="174587" y="2403"/>
                      </a:lnTo>
                      <a:cubicBezTo>
                        <a:pt x="194932" y="-5040"/>
                        <a:pt x="217757" y="5380"/>
                        <a:pt x="225697" y="25725"/>
                      </a:cubicBezTo>
                      <a:cubicBezTo>
                        <a:pt x="233140" y="46069"/>
                        <a:pt x="222719" y="68895"/>
                        <a:pt x="202375" y="76834"/>
                      </a:cubicBezTo>
                      <a:lnTo>
                        <a:pt x="53513" y="131913"/>
                      </a:lnTo>
                      <a:cubicBezTo>
                        <a:pt x="49047" y="133898"/>
                        <a:pt x="44085" y="134394"/>
                        <a:pt x="39619" y="134394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0C76E055-7F8C-BC4F-A392-6FC8118D053A}"/>
                    </a:ext>
                  </a:extLst>
                </p:cNvPr>
                <p:cNvSpPr/>
                <p:nvPr/>
              </p:nvSpPr>
              <p:spPr>
                <a:xfrm>
                  <a:off x="7039318" y="4779945"/>
                  <a:ext cx="347345" cy="397461"/>
                </a:xfrm>
                <a:custGeom>
                  <a:avLst/>
                  <a:gdLst>
                    <a:gd name="connsiteX0" fmla="*/ 307649 w 347345"/>
                    <a:gd name="connsiteY0" fmla="*/ 397462 h 397461"/>
                    <a:gd name="connsiteX1" fmla="*/ 267952 w 347345"/>
                    <a:gd name="connsiteY1" fmla="*/ 357765 h 397461"/>
                    <a:gd name="connsiteX2" fmla="*/ 267952 w 347345"/>
                    <a:gd name="connsiteY2" fmla="*/ 79393 h 397461"/>
                    <a:gd name="connsiteX3" fmla="*/ 79393 w 347345"/>
                    <a:gd name="connsiteY3" fmla="*/ 79393 h 397461"/>
                    <a:gd name="connsiteX4" fmla="*/ 79393 w 347345"/>
                    <a:gd name="connsiteY4" fmla="*/ 352803 h 397461"/>
                    <a:gd name="connsiteX5" fmla="*/ 39697 w 347345"/>
                    <a:gd name="connsiteY5" fmla="*/ 392500 h 397461"/>
                    <a:gd name="connsiteX6" fmla="*/ 0 w 347345"/>
                    <a:gd name="connsiteY6" fmla="*/ 352803 h 397461"/>
                    <a:gd name="connsiteX7" fmla="*/ 0 w 347345"/>
                    <a:gd name="connsiteY7" fmla="*/ 39697 h 397461"/>
                    <a:gd name="connsiteX8" fmla="*/ 39697 w 347345"/>
                    <a:gd name="connsiteY8" fmla="*/ 0 h 397461"/>
                    <a:gd name="connsiteX9" fmla="*/ 307649 w 347345"/>
                    <a:gd name="connsiteY9" fmla="*/ 0 h 397461"/>
                    <a:gd name="connsiteX10" fmla="*/ 347345 w 347345"/>
                    <a:gd name="connsiteY10" fmla="*/ 39697 h 397461"/>
                    <a:gd name="connsiteX11" fmla="*/ 347345 w 347345"/>
                    <a:gd name="connsiteY11" fmla="*/ 357765 h 397461"/>
                    <a:gd name="connsiteX12" fmla="*/ 307649 w 347345"/>
                    <a:gd name="connsiteY12" fmla="*/ 397462 h 3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7345" h="397461">
                      <a:moveTo>
                        <a:pt x="307649" y="397462"/>
                      </a:moveTo>
                      <a:cubicBezTo>
                        <a:pt x="285815" y="397462"/>
                        <a:pt x="267952" y="379598"/>
                        <a:pt x="267952" y="357765"/>
                      </a:cubicBezTo>
                      <a:lnTo>
                        <a:pt x="267952" y="79393"/>
                      </a:lnTo>
                      <a:lnTo>
                        <a:pt x="79393" y="79393"/>
                      </a:lnTo>
                      <a:lnTo>
                        <a:pt x="79393" y="352803"/>
                      </a:lnTo>
                      <a:cubicBezTo>
                        <a:pt x="79393" y="374636"/>
                        <a:pt x="61530" y="392500"/>
                        <a:pt x="39697" y="392500"/>
                      </a:cubicBezTo>
                      <a:cubicBezTo>
                        <a:pt x="17863" y="392500"/>
                        <a:pt x="0" y="374636"/>
                        <a:pt x="0" y="352803"/>
                      </a:cubicBezTo>
                      <a:lnTo>
                        <a:pt x="0" y="39697"/>
                      </a:lnTo>
                      <a:cubicBezTo>
                        <a:pt x="0" y="17863"/>
                        <a:pt x="17863" y="0"/>
                        <a:pt x="39697" y="0"/>
                      </a:cubicBezTo>
                      <a:lnTo>
                        <a:pt x="307649" y="0"/>
                      </a:lnTo>
                      <a:cubicBezTo>
                        <a:pt x="329482" y="0"/>
                        <a:pt x="347345" y="17863"/>
                        <a:pt x="347345" y="39697"/>
                      </a:cubicBezTo>
                      <a:lnTo>
                        <a:pt x="347345" y="357765"/>
                      </a:lnTo>
                      <a:cubicBezTo>
                        <a:pt x="347345" y="379598"/>
                        <a:pt x="329482" y="397462"/>
                        <a:pt x="307649" y="397462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AE60905D-6F8D-A64A-8A43-F0BF5D310C5A}"/>
                    </a:ext>
                  </a:extLst>
                </p:cNvPr>
                <p:cNvSpPr/>
                <p:nvPr/>
              </p:nvSpPr>
              <p:spPr>
                <a:xfrm>
                  <a:off x="6880733" y="5035197"/>
                  <a:ext cx="660545" cy="214159"/>
                </a:xfrm>
                <a:custGeom>
                  <a:avLst/>
                  <a:gdLst>
                    <a:gd name="connsiteX0" fmla="*/ 330273 w 660545"/>
                    <a:gd name="connsiteY0" fmla="*/ 214160 h 214159"/>
                    <a:gd name="connsiteX1" fmla="*/ 313401 w 660545"/>
                    <a:gd name="connsiteY1" fmla="*/ 210686 h 214159"/>
                    <a:gd name="connsiteX2" fmla="*/ 23120 w 660545"/>
                    <a:gd name="connsiteY2" fmla="*/ 75718 h 214159"/>
                    <a:gd name="connsiteX3" fmla="*/ 3768 w 660545"/>
                    <a:gd name="connsiteY3" fmla="*/ 23120 h 214159"/>
                    <a:gd name="connsiteX4" fmla="*/ 56366 w 660545"/>
                    <a:gd name="connsiteY4" fmla="*/ 3768 h 214159"/>
                    <a:gd name="connsiteX5" fmla="*/ 330273 w 660545"/>
                    <a:gd name="connsiteY5" fmla="*/ 130301 h 214159"/>
                    <a:gd name="connsiteX6" fmla="*/ 604179 w 660545"/>
                    <a:gd name="connsiteY6" fmla="*/ 3768 h 214159"/>
                    <a:gd name="connsiteX7" fmla="*/ 656777 w 660545"/>
                    <a:gd name="connsiteY7" fmla="*/ 23120 h 214159"/>
                    <a:gd name="connsiteX8" fmla="*/ 637425 w 660545"/>
                    <a:gd name="connsiteY8" fmla="*/ 75718 h 214159"/>
                    <a:gd name="connsiteX9" fmla="*/ 347144 w 660545"/>
                    <a:gd name="connsiteY9" fmla="*/ 210190 h 214159"/>
                    <a:gd name="connsiteX10" fmla="*/ 330273 w 660545"/>
                    <a:gd name="connsiteY10" fmla="*/ 214160 h 214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0545" h="214159">
                      <a:moveTo>
                        <a:pt x="330273" y="214160"/>
                      </a:moveTo>
                      <a:cubicBezTo>
                        <a:pt x="324814" y="214160"/>
                        <a:pt x="318860" y="213167"/>
                        <a:pt x="313401" y="210686"/>
                      </a:cubicBezTo>
                      <a:lnTo>
                        <a:pt x="23120" y="75718"/>
                      </a:lnTo>
                      <a:cubicBezTo>
                        <a:pt x="3272" y="66290"/>
                        <a:pt x="-5660" y="42968"/>
                        <a:pt x="3768" y="23120"/>
                      </a:cubicBezTo>
                      <a:cubicBezTo>
                        <a:pt x="13196" y="3272"/>
                        <a:pt x="36518" y="-5660"/>
                        <a:pt x="56366" y="3768"/>
                      </a:cubicBezTo>
                      <a:lnTo>
                        <a:pt x="330273" y="130301"/>
                      </a:lnTo>
                      <a:lnTo>
                        <a:pt x="604179" y="3768"/>
                      </a:lnTo>
                      <a:cubicBezTo>
                        <a:pt x="624027" y="-5660"/>
                        <a:pt x="647845" y="3272"/>
                        <a:pt x="656777" y="23120"/>
                      </a:cubicBezTo>
                      <a:cubicBezTo>
                        <a:pt x="666205" y="42968"/>
                        <a:pt x="657273" y="66786"/>
                        <a:pt x="637425" y="75718"/>
                      </a:cubicBezTo>
                      <a:lnTo>
                        <a:pt x="347144" y="210190"/>
                      </a:lnTo>
                      <a:cubicBezTo>
                        <a:pt x="341685" y="212671"/>
                        <a:pt x="336227" y="214160"/>
                        <a:pt x="330273" y="214160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8" name="Freeform 217">
                  <a:extLst>
                    <a:ext uri="{FF2B5EF4-FFF2-40B4-BE49-F238E27FC236}">
                      <a16:creationId xmlns:a16="http://schemas.microsoft.com/office/drawing/2014/main" id="{86D8B207-339C-8B49-9E75-C672795340DD}"/>
                    </a:ext>
                  </a:extLst>
                </p:cNvPr>
                <p:cNvSpPr/>
                <p:nvPr/>
              </p:nvSpPr>
              <p:spPr>
                <a:xfrm>
                  <a:off x="7173294" y="5165498"/>
                  <a:ext cx="79393" cy="408874"/>
                </a:xfrm>
                <a:custGeom>
                  <a:avLst/>
                  <a:gdLst>
                    <a:gd name="connsiteX0" fmla="*/ 39697 w 79393"/>
                    <a:gd name="connsiteY0" fmla="*/ 408874 h 408874"/>
                    <a:gd name="connsiteX1" fmla="*/ 0 w 79393"/>
                    <a:gd name="connsiteY1" fmla="*/ 369178 h 408874"/>
                    <a:gd name="connsiteX2" fmla="*/ 0 w 79393"/>
                    <a:gd name="connsiteY2" fmla="*/ 39697 h 408874"/>
                    <a:gd name="connsiteX3" fmla="*/ 39697 w 79393"/>
                    <a:gd name="connsiteY3" fmla="*/ 0 h 408874"/>
                    <a:gd name="connsiteX4" fmla="*/ 79393 w 79393"/>
                    <a:gd name="connsiteY4" fmla="*/ 39697 h 408874"/>
                    <a:gd name="connsiteX5" fmla="*/ 79393 w 79393"/>
                    <a:gd name="connsiteY5" fmla="*/ 369178 h 408874"/>
                    <a:gd name="connsiteX6" fmla="*/ 39697 w 79393"/>
                    <a:gd name="connsiteY6" fmla="*/ 408874 h 40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393" h="408874">
                      <a:moveTo>
                        <a:pt x="39697" y="408874"/>
                      </a:moveTo>
                      <a:cubicBezTo>
                        <a:pt x="17863" y="408874"/>
                        <a:pt x="0" y="391011"/>
                        <a:pt x="0" y="369178"/>
                      </a:cubicBezTo>
                      <a:lnTo>
                        <a:pt x="0" y="39697"/>
                      </a:lnTo>
                      <a:cubicBezTo>
                        <a:pt x="0" y="17863"/>
                        <a:pt x="17863" y="0"/>
                        <a:pt x="39697" y="0"/>
                      </a:cubicBezTo>
                      <a:cubicBezTo>
                        <a:pt x="61530" y="0"/>
                        <a:pt x="79393" y="17863"/>
                        <a:pt x="79393" y="39697"/>
                      </a:cubicBezTo>
                      <a:lnTo>
                        <a:pt x="79393" y="369178"/>
                      </a:lnTo>
                      <a:cubicBezTo>
                        <a:pt x="79393" y="391507"/>
                        <a:pt x="62026" y="408874"/>
                        <a:pt x="39697" y="408874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2A1604B0-4C7E-6D45-B03E-2701612347B7}"/>
                  </a:ext>
                </a:extLst>
              </p:cNvPr>
              <p:cNvSpPr/>
              <p:nvPr/>
            </p:nvSpPr>
            <p:spPr>
              <a:xfrm>
                <a:off x="7137567" y="4911936"/>
                <a:ext cx="143900" cy="79393"/>
              </a:xfrm>
              <a:custGeom>
                <a:avLst/>
                <a:gdLst>
                  <a:gd name="connsiteX0" fmla="*/ 104204 w 143900"/>
                  <a:gd name="connsiteY0" fmla="*/ 79393 h 79393"/>
                  <a:gd name="connsiteX1" fmla="*/ 39697 w 143900"/>
                  <a:gd name="connsiteY1" fmla="*/ 79393 h 79393"/>
                  <a:gd name="connsiteX2" fmla="*/ 0 w 143900"/>
                  <a:gd name="connsiteY2" fmla="*/ 39697 h 79393"/>
                  <a:gd name="connsiteX3" fmla="*/ 39697 w 143900"/>
                  <a:gd name="connsiteY3" fmla="*/ 0 h 79393"/>
                  <a:gd name="connsiteX4" fmla="*/ 104204 w 143900"/>
                  <a:gd name="connsiteY4" fmla="*/ 0 h 79393"/>
                  <a:gd name="connsiteX5" fmla="*/ 143900 w 143900"/>
                  <a:gd name="connsiteY5" fmla="*/ 39697 h 79393"/>
                  <a:gd name="connsiteX6" fmla="*/ 104204 w 14390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900" h="79393">
                    <a:moveTo>
                      <a:pt x="104204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104204" y="0"/>
                    </a:lnTo>
                    <a:cubicBezTo>
                      <a:pt x="126037" y="0"/>
                      <a:pt x="143900" y="17863"/>
                      <a:pt x="143900" y="39697"/>
                    </a:cubicBezTo>
                    <a:cubicBezTo>
                      <a:pt x="143900" y="61530"/>
                      <a:pt x="126037" y="79393"/>
                      <a:pt x="104204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FD834397-3CDE-CC43-BC27-AC7CC2A027A4}"/>
                  </a:ext>
                </a:extLst>
              </p:cNvPr>
              <p:cNvSpPr/>
              <p:nvPr/>
            </p:nvSpPr>
            <p:spPr>
              <a:xfrm>
                <a:off x="7140048" y="5028049"/>
                <a:ext cx="143900" cy="79393"/>
              </a:xfrm>
              <a:custGeom>
                <a:avLst/>
                <a:gdLst>
                  <a:gd name="connsiteX0" fmla="*/ 104204 w 143900"/>
                  <a:gd name="connsiteY0" fmla="*/ 79393 h 79393"/>
                  <a:gd name="connsiteX1" fmla="*/ 39697 w 143900"/>
                  <a:gd name="connsiteY1" fmla="*/ 79393 h 79393"/>
                  <a:gd name="connsiteX2" fmla="*/ 0 w 143900"/>
                  <a:gd name="connsiteY2" fmla="*/ 39697 h 79393"/>
                  <a:gd name="connsiteX3" fmla="*/ 39697 w 143900"/>
                  <a:gd name="connsiteY3" fmla="*/ 0 h 79393"/>
                  <a:gd name="connsiteX4" fmla="*/ 104204 w 143900"/>
                  <a:gd name="connsiteY4" fmla="*/ 0 h 79393"/>
                  <a:gd name="connsiteX5" fmla="*/ 143900 w 143900"/>
                  <a:gd name="connsiteY5" fmla="*/ 39697 h 79393"/>
                  <a:gd name="connsiteX6" fmla="*/ 104204 w 14390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900" h="79393">
                    <a:moveTo>
                      <a:pt x="104204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104204" y="0"/>
                    </a:lnTo>
                    <a:cubicBezTo>
                      <a:pt x="126037" y="0"/>
                      <a:pt x="143900" y="17863"/>
                      <a:pt x="143900" y="39697"/>
                    </a:cubicBezTo>
                    <a:cubicBezTo>
                      <a:pt x="143900" y="61530"/>
                      <a:pt x="126037" y="79393"/>
                      <a:pt x="104204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40852D4C-FBC1-8443-864A-8BA0A939F546}"/>
                </a:ext>
              </a:extLst>
            </p:cNvPr>
            <p:cNvSpPr/>
            <p:nvPr/>
          </p:nvSpPr>
          <p:spPr>
            <a:xfrm>
              <a:off x="6805170" y="5039839"/>
              <a:ext cx="436255" cy="295361"/>
            </a:xfrm>
            <a:custGeom>
              <a:avLst/>
              <a:gdLst>
                <a:gd name="connsiteX0" fmla="*/ 312549 w 436255"/>
                <a:gd name="connsiteY0" fmla="*/ 295362 h 295361"/>
                <a:gd name="connsiteX1" fmla="*/ 295181 w 436255"/>
                <a:gd name="connsiteY1" fmla="*/ 291392 h 295361"/>
                <a:gd name="connsiteX2" fmla="*/ 22267 w 436255"/>
                <a:gd name="connsiteY2" fmla="*/ 159897 h 295361"/>
                <a:gd name="connsiteX3" fmla="*/ 930 w 436255"/>
                <a:gd name="connsiteY3" fmla="*/ 133102 h 295361"/>
                <a:gd name="connsiteX4" fmla="*/ 8374 w 436255"/>
                <a:gd name="connsiteY4" fmla="*/ 99360 h 295361"/>
                <a:gd name="connsiteX5" fmla="*/ 75362 w 436255"/>
                <a:gd name="connsiteY5" fmla="*/ 15005 h 295361"/>
                <a:gd name="connsiteX6" fmla="*/ 130937 w 436255"/>
                <a:gd name="connsiteY6" fmla="*/ 8554 h 295361"/>
                <a:gd name="connsiteX7" fmla="*/ 137387 w 436255"/>
                <a:gd name="connsiteY7" fmla="*/ 64129 h 295361"/>
                <a:gd name="connsiteX8" fmla="*/ 101164 w 436255"/>
                <a:gd name="connsiteY8" fmla="*/ 109780 h 295361"/>
                <a:gd name="connsiteX9" fmla="*/ 303121 w 436255"/>
                <a:gd name="connsiteY9" fmla="*/ 207037 h 295361"/>
                <a:gd name="connsiteX10" fmla="*/ 367628 w 436255"/>
                <a:gd name="connsiteY10" fmla="*/ 137568 h 295361"/>
                <a:gd name="connsiteX11" fmla="*/ 423699 w 436255"/>
                <a:gd name="connsiteY11" fmla="*/ 135583 h 295361"/>
                <a:gd name="connsiteX12" fmla="*/ 425684 w 436255"/>
                <a:gd name="connsiteY12" fmla="*/ 191655 h 295361"/>
                <a:gd name="connsiteX13" fmla="*/ 341329 w 436255"/>
                <a:gd name="connsiteY13" fmla="*/ 282460 h 295361"/>
                <a:gd name="connsiteX14" fmla="*/ 312549 w 436255"/>
                <a:gd name="connsiteY14" fmla="*/ 295362 h 2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6255" h="295361">
                  <a:moveTo>
                    <a:pt x="312549" y="295362"/>
                  </a:moveTo>
                  <a:cubicBezTo>
                    <a:pt x="306594" y="295362"/>
                    <a:pt x="300640" y="293873"/>
                    <a:pt x="295181" y="291392"/>
                  </a:cubicBezTo>
                  <a:lnTo>
                    <a:pt x="22267" y="159897"/>
                  </a:lnTo>
                  <a:cubicBezTo>
                    <a:pt x="11351" y="154439"/>
                    <a:pt x="3411" y="145011"/>
                    <a:pt x="930" y="133102"/>
                  </a:cubicBezTo>
                  <a:cubicBezTo>
                    <a:pt x="-1551" y="121193"/>
                    <a:pt x="930" y="108788"/>
                    <a:pt x="8374" y="99360"/>
                  </a:cubicBezTo>
                  <a:lnTo>
                    <a:pt x="75362" y="15005"/>
                  </a:lnTo>
                  <a:cubicBezTo>
                    <a:pt x="88759" y="-2362"/>
                    <a:pt x="114066" y="-4843"/>
                    <a:pt x="130937" y="8554"/>
                  </a:cubicBezTo>
                  <a:cubicBezTo>
                    <a:pt x="148304" y="21952"/>
                    <a:pt x="150785" y="47258"/>
                    <a:pt x="137387" y="64129"/>
                  </a:cubicBezTo>
                  <a:lnTo>
                    <a:pt x="101164" y="109780"/>
                  </a:lnTo>
                  <a:lnTo>
                    <a:pt x="303121" y="207037"/>
                  </a:lnTo>
                  <a:lnTo>
                    <a:pt x="367628" y="137568"/>
                  </a:lnTo>
                  <a:cubicBezTo>
                    <a:pt x="382514" y="121689"/>
                    <a:pt x="407820" y="120697"/>
                    <a:pt x="423699" y="135583"/>
                  </a:cubicBezTo>
                  <a:cubicBezTo>
                    <a:pt x="439578" y="150469"/>
                    <a:pt x="440570" y="175776"/>
                    <a:pt x="425684" y="191655"/>
                  </a:cubicBezTo>
                  <a:lnTo>
                    <a:pt x="341329" y="282460"/>
                  </a:lnTo>
                  <a:cubicBezTo>
                    <a:pt x="333886" y="290896"/>
                    <a:pt x="323465" y="295362"/>
                    <a:pt x="312549" y="2953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6083578-C2B7-BD4D-904C-A4B6B1EA3357}"/>
                </a:ext>
              </a:extLst>
            </p:cNvPr>
            <p:cNvSpPr/>
            <p:nvPr/>
          </p:nvSpPr>
          <p:spPr>
            <a:xfrm>
              <a:off x="7183150" y="5041328"/>
              <a:ext cx="431420" cy="299827"/>
            </a:xfrm>
            <a:custGeom>
              <a:avLst/>
              <a:gdLst>
                <a:gd name="connsiteX0" fmla="*/ 119157 w 431420"/>
                <a:gd name="connsiteY0" fmla="*/ 299828 h 299827"/>
                <a:gd name="connsiteX1" fmla="*/ 88392 w 431420"/>
                <a:gd name="connsiteY1" fmla="*/ 285438 h 299827"/>
                <a:gd name="connsiteX2" fmla="*/ 8999 w 431420"/>
                <a:gd name="connsiteY2" fmla="*/ 189670 h 299827"/>
                <a:gd name="connsiteX3" fmla="*/ 14458 w 431420"/>
                <a:gd name="connsiteY3" fmla="*/ 133598 h 299827"/>
                <a:gd name="connsiteX4" fmla="*/ 70529 w 431420"/>
                <a:gd name="connsiteY4" fmla="*/ 139057 h 299827"/>
                <a:gd name="connsiteX5" fmla="*/ 129578 w 431420"/>
                <a:gd name="connsiteY5" fmla="*/ 210510 h 299827"/>
                <a:gd name="connsiteX6" fmla="*/ 330542 w 431420"/>
                <a:gd name="connsiteY6" fmla="*/ 110277 h 299827"/>
                <a:gd name="connsiteX7" fmla="*/ 293822 w 431420"/>
                <a:gd name="connsiteY7" fmla="*/ 64129 h 299827"/>
                <a:gd name="connsiteX8" fmla="*/ 300273 w 431420"/>
                <a:gd name="connsiteY8" fmla="*/ 8554 h 299827"/>
                <a:gd name="connsiteX9" fmla="*/ 355848 w 431420"/>
                <a:gd name="connsiteY9" fmla="*/ 15005 h 299827"/>
                <a:gd name="connsiteX10" fmla="*/ 422836 w 431420"/>
                <a:gd name="connsiteY10" fmla="*/ 99360 h 299827"/>
                <a:gd name="connsiteX11" fmla="*/ 430279 w 431420"/>
                <a:gd name="connsiteY11" fmla="*/ 132606 h 299827"/>
                <a:gd name="connsiteX12" fmla="*/ 409439 w 431420"/>
                <a:gd name="connsiteY12" fmla="*/ 159401 h 299827"/>
                <a:gd name="connsiteX13" fmla="*/ 136525 w 431420"/>
                <a:gd name="connsiteY13" fmla="*/ 295858 h 299827"/>
                <a:gd name="connsiteX14" fmla="*/ 119157 w 431420"/>
                <a:gd name="connsiteY14" fmla="*/ 299828 h 29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1420" h="299827">
                  <a:moveTo>
                    <a:pt x="119157" y="299828"/>
                  </a:moveTo>
                  <a:cubicBezTo>
                    <a:pt x="107745" y="299828"/>
                    <a:pt x="96332" y="294866"/>
                    <a:pt x="88392" y="285438"/>
                  </a:cubicBezTo>
                  <a:lnTo>
                    <a:pt x="8999" y="189670"/>
                  </a:lnTo>
                  <a:cubicBezTo>
                    <a:pt x="-4895" y="172799"/>
                    <a:pt x="-2414" y="147988"/>
                    <a:pt x="14458" y="133598"/>
                  </a:cubicBezTo>
                  <a:cubicBezTo>
                    <a:pt x="31329" y="119705"/>
                    <a:pt x="56139" y="122186"/>
                    <a:pt x="70529" y="139057"/>
                  </a:cubicBezTo>
                  <a:lnTo>
                    <a:pt x="129578" y="210510"/>
                  </a:lnTo>
                  <a:lnTo>
                    <a:pt x="330542" y="110277"/>
                  </a:lnTo>
                  <a:lnTo>
                    <a:pt x="293822" y="64129"/>
                  </a:lnTo>
                  <a:cubicBezTo>
                    <a:pt x="280425" y="46762"/>
                    <a:pt x="282906" y="21952"/>
                    <a:pt x="300273" y="8554"/>
                  </a:cubicBezTo>
                  <a:cubicBezTo>
                    <a:pt x="317640" y="-4843"/>
                    <a:pt x="342451" y="-2362"/>
                    <a:pt x="355848" y="15005"/>
                  </a:cubicBezTo>
                  <a:lnTo>
                    <a:pt x="422836" y="99360"/>
                  </a:lnTo>
                  <a:cubicBezTo>
                    <a:pt x="430279" y="108788"/>
                    <a:pt x="433257" y="121193"/>
                    <a:pt x="430279" y="132606"/>
                  </a:cubicBezTo>
                  <a:cubicBezTo>
                    <a:pt x="427798" y="144515"/>
                    <a:pt x="419859" y="153943"/>
                    <a:pt x="409439" y="159401"/>
                  </a:cubicBezTo>
                  <a:lnTo>
                    <a:pt x="136525" y="295858"/>
                  </a:lnTo>
                  <a:cubicBezTo>
                    <a:pt x="131066" y="298339"/>
                    <a:pt x="125112" y="299828"/>
                    <a:pt x="119157" y="2998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3" name="Picture Placeholder 83">
            <a:extLst>
              <a:ext uri="{FF2B5EF4-FFF2-40B4-BE49-F238E27FC236}">
                <a16:creationId xmlns:a16="http://schemas.microsoft.com/office/drawing/2014/main" id="{AAA25451-5886-441E-875D-4E132237502F}"/>
              </a:ext>
            </a:extLst>
          </p:cNvPr>
          <p:cNvGrpSpPr>
            <a:grpSpLocks noChangeAspect="1"/>
          </p:cNvGrpSpPr>
          <p:nvPr/>
        </p:nvGrpSpPr>
        <p:grpSpPr>
          <a:xfrm>
            <a:off x="8244827" y="4779995"/>
            <a:ext cx="565732" cy="825588"/>
            <a:chOff x="8244827" y="4779995"/>
            <a:chExt cx="565732" cy="825588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F704D7FE-650D-7C48-B55B-5EC529CB08A2}"/>
                </a:ext>
              </a:extLst>
            </p:cNvPr>
            <p:cNvSpPr/>
            <p:nvPr/>
          </p:nvSpPr>
          <p:spPr>
            <a:xfrm>
              <a:off x="8244827" y="4779995"/>
              <a:ext cx="565732" cy="825588"/>
            </a:xfrm>
            <a:custGeom>
              <a:avLst/>
              <a:gdLst>
                <a:gd name="connsiteX0" fmla="*/ 287458 w 565732"/>
                <a:gd name="connsiteY0" fmla="*/ 825589 h 825588"/>
                <a:gd name="connsiteX1" fmla="*/ 55 w 565732"/>
                <a:gd name="connsiteY1" fmla="*/ 572127 h 825588"/>
                <a:gd name="connsiteX2" fmla="*/ 55 w 565732"/>
                <a:gd name="connsiteY2" fmla="*/ 568306 h 825588"/>
                <a:gd name="connsiteX3" fmla="*/ 55 w 565732"/>
                <a:gd name="connsiteY3" fmla="*/ 210144 h 825588"/>
                <a:gd name="connsiteX4" fmla="*/ 234165 w 565732"/>
                <a:gd name="connsiteY4" fmla="*/ 0 h 825588"/>
                <a:gd name="connsiteX5" fmla="*/ 448626 w 565732"/>
                <a:gd name="connsiteY5" fmla="*/ 210144 h 825588"/>
                <a:gd name="connsiteX6" fmla="*/ 408930 w 565732"/>
                <a:gd name="connsiteY6" fmla="*/ 249840 h 825588"/>
                <a:gd name="connsiteX7" fmla="*/ 369233 w 565732"/>
                <a:gd name="connsiteY7" fmla="*/ 210144 h 825588"/>
                <a:gd name="connsiteX8" fmla="*/ 234165 w 565732"/>
                <a:gd name="connsiteY8" fmla="*/ 79393 h 825588"/>
                <a:gd name="connsiteX9" fmla="*/ 79249 w 565732"/>
                <a:gd name="connsiteY9" fmla="*/ 210144 h 825588"/>
                <a:gd name="connsiteX10" fmla="*/ 79249 w 565732"/>
                <a:gd name="connsiteY10" fmla="*/ 566271 h 825588"/>
                <a:gd name="connsiteX11" fmla="*/ 287657 w 565732"/>
                <a:gd name="connsiteY11" fmla="*/ 746196 h 825588"/>
                <a:gd name="connsiteX12" fmla="*/ 483857 w 565732"/>
                <a:gd name="connsiteY12" fmla="*/ 561061 h 825588"/>
                <a:gd name="connsiteX13" fmla="*/ 486338 w 565732"/>
                <a:gd name="connsiteY13" fmla="*/ 279265 h 825588"/>
                <a:gd name="connsiteX14" fmla="*/ 526035 w 565732"/>
                <a:gd name="connsiteY14" fmla="*/ 239916 h 825588"/>
                <a:gd name="connsiteX15" fmla="*/ 526382 w 565732"/>
                <a:gd name="connsiteY15" fmla="*/ 239916 h 825588"/>
                <a:gd name="connsiteX16" fmla="*/ 565731 w 565732"/>
                <a:gd name="connsiteY16" fmla="*/ 279957 h 825588"/>
                <a:gd name="connsiteX17" fmla="*/ 565731 w 565732"/>
                <a:gd name="connsiteY17" fmla="*/ 279960 h 825588"/>
                <a:gd name="connsiteX18" fmla="*/ 563250 w 565732"/>
                <a:gd name="connsiteY18" fmla="*/ 562798 h 825588"/>
                <a:gd name="connsiteX19" fmla="*/ 563250 w 565732"/>
                <a:gd name="connsiteY19" fmla="*/ 564981 h 825588"/>
                <a:gd name="connsiteX20" fmla="*/ 287458 w 565732"/>
                <a:gd name="connsiteY20" fmla="*/ 825589 h 82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5732" h="825588">
                  <a:moveTo>
                    <a:pt x="287458" y="825589"/>
                  </a:moveTo>
                  <a:cubicBezTo>
                    <a:pt x="163108" y="825589"/>
                    <a:pt x="14544" y="721386"/>
                    <a:pt x="55" y="572127"/>
                  </a:cubicBezTo>
                  <a:cubicBezTo>
                    <a:pt x="-18" y="570856"/>
                    <a:pt x="-18" y="569576"/>
                    <a:pt x="55" y="568306"/>
                  </a:cubicBezTo>
                  <a:lnTo>
                    <a:pt x="55" y="210144"/>
                  </a:lnTo>
                  <a:cubicBezTo>
                    <a:pt x="-144" y="98199"/>
                    <a:pt x="109369" y="0"/>
                    <a:pt x="234165" y="0"/>
                  </a:cubicBezTo>
                  <a:cubicBezTo>
                    <a:pt x="354396" y="0"/>
                    <a:pt x="448626" y="92344"/>
                    <a:pt x="448626" y="210144"/>
                  </a:cubicBezTo>
                  <a:cubicBezTo>
                    <a:pt x="448626" y="232068"/>
                    <a:pt x="430852" y="249840"/>
                    <a:pt x="408930" y="249840"/>
                  </a:cubicBezTo>
                  <a:cubicBezTo>
                    <a:pt x="387007" y="249840"/>
                    <a:pt x="369233" y="232068"/>
                    <a:pt x="369233" y="210144"/>
                  </a:cubicBezTo>
                  <a:cubicBezTo>
                    <a:pt x="369233" y="136854"/>
                    <a:pt x="309688" y="79393"/>
                    <a:pt x="234165" y="79393"/>
                  </a:cubicBezTo>
                  <a:cubicBezTo>
                    <a:pt x="153085" y="79393"/>
                    <a:pt x="79249" y="141717"/>
                    <a:pt x="79249" y="210144"/>
                  </a:cubicBezTo>
                  <a:lnTo>
                    <a:pt x="79249" y="566271"/>
                  </a:lnTo>
                  <a:cubicBezTo>
                    <a:pt x="90364" y="669383"/>
                    <a:pt x="197893" y="746196"/>
                    <a:pt x="287657" y="746196"/>
                  </a:cubicBezTo>
                  <a:cubicBezTo>
                    <a:pt x="402628" y="746196"/>
                    <a:pt x="477555" y="652264"/>
                    <a:pt x="483857" y="561061"/>
                  </a:cubicBezTo>
                  <a:lnTo>
                    <a:pt x="486338" y="279265"/>
                  </a:lnTo>
                  <a:cubicBezTo>
                    <a:pt x="486527" y="257477"/>
                    <a:pt x="504246" y="239915"/>
                    <a:pt x="526035" y="239916"/>
                  </a:cubicBezTo>
                  <a:lnTo>
                    <a:pt x="526382" y="239916"/>
                  </a:lnTo>
                  <a:cubicBezTo>
                    <a:pt x="548304" y="240107"/>
                    <a:pt x="565920" y="258034"/>
                    <a:pt x="565731" y="279957"/>
                  </a:cubicBezTo>
                  <a:cubicBezTo>
                    <a:pt x="565731" y="279958"/>
                    <a:pt x="565731" y="279959"/>
                    <a:pt x="565731" y="279960"/>
                  </a:cubicBezTo>
                  <a:lnTo>
                    <a:pt x="563250" y="562798"/>
                  </a:lnTo>
                  <a:cubicBezTo>
                    <a:pt x="563250" y="563493"/>
                    <a:pt x="563250" y="564237"/>
                    <a:pt x="563250" y="564981"/>
                  </a:cubicBezTo>
                  <a:cubicBezTo>
                    <a:pt x="553673" y="711164"/>
                    <a:pt x="432648" y="825589"/>
                    <a:pt x="287458" y="82558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C9E9BD09-A155-BC4F-8A94-92741E8478C7}"/>
                </a:ext>
              </a:extLst>
            </p:cNvPr>
            <p:cNvSpPr/>
            <p:nvPr/>
          </p:nvSpPr>
          <p:spPr>
            <a:xfrm>
              <a:off x="8613811" y="4948209"/>
              <a:ext cx="79393" cy="405500"/>
            </a:xfrm>
            <a:custGeom>
              <a:avLst/>
              <a:gdLst>
                <a:gd name="connsiteX0" fmla="*/ 39697 w 79393"/>
                <a:gd name="connsiteY0" fmla="*/ 405500 h 405500"/>
                <a:gd name="connsiteX1" fmla="*/ 0 w 79393"/>
                <a:gd name="connsiteY1" fmla="*/ 365804 h 405500"/>
                <a:gd name="connsiteX2" fmla="*/ 0 w 79393"/>
                <a:gd name="connsiteY2" fmla="*/ 39697 h 405500"/>
                <a:gd name="connsiteX3" fmla="*/ 39697 w 79393"/>
                <a:gd name="connsiteY3" fmla="*/ 0 h 405500"/>
                <a:gd name="connsiteX4" fmla="*/ 79393 w 79393"/>
                <a:gd name="connsiteY4" fmla="*/ 39697 h 405500"/>
                <a:gd name="connsiteX5" fmla="*/ 79393 w 79393"/>
                <a:gd name="connsiteY5" fmla="*/ 365804 h 405500"/>
                <a:gd name="connsiteX6" fmla="*/ 39697 w 79393"/>
                <a:gd name="connsiteY6" fmla="*/ 405500 h 40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5500">
                  <a:moveTo>
                    <a:pt x="39697" y="405500"/>
                  </a:moveTo>
                  <a:cubicBezTo>
                    <a:pt x="17774" y="405500"/>
                    <a:pt x="0" y="387726"/>
                    <a:pt x="0" y="36580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65804"/>
                  </a:lnTo>
                  <a:cubicBezTo>
                    <a:pt x="79393" y="387726"/>
                    <a:pt x="61619" y="405500"/>
                    <a:pt x="39697" y="4055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95F686E-B8A8-9149-B0EA-96919BD9E7FE}"/>
                </a:ext>
              </a:extLst>
            </p:cNvPr>
            <p:cNvSpPr/>
            <p:nvPr/>
          </p:nvSpPr>
          <p:spPr>
            <a:xfrm>
              <a:off x="8355287" y="4895810"/>
              <a:ext cx="337966" cy="583440"/>
            </a:xfrm>
            <a:custGeom>
              <a:avLst/>
              <a:gdLst>
                <a:gd name="connsiteX0" fmla="*/ 171787 w 337966"/>
                <a:gd name="connsiteY0" fmla="*/ 583440 h 583440"/>
                <a:gd name="connsiteX1" fmla="*/ 0 w 337966"/>
                <a:gd name="connsiteY1" fmla="*/ 405897 h 583440"/>
                <a:gd name="connsiteX2" fmla="*/ 0 w 337966"/>
                <a:gd name="connsiteY2" fmla="*/ 403367 h 583440"/>
                <a:gd name="connsiteX3" fmla="*/ 0 w 337966"/>
                <a:gd name="connsiteY3" fmla="*/ 127079 h 583440"/>
                <a:gd name="connsiteX4" fmla="*/ 116113 w 337966"/>
                <a:gd name="connsiteY4" fmla="*/ 0 h 583440"/>
                <a:gd name="connsiteX5" fmla="*/ 222351 w 337966"/>
                <a:gd name="connsiteY5" fmla="*/ 127079 h 583440"/>
                <a:gd name="connsiteX6" fmla="*/ 222351 w 337966"/>
                <a:gd name="connsiteY6" fmla="*/ 378457 h 583440"/>
                <a:gd name="connsiteX7" fmla="*/ 182654 w 337966"/>
                <a:gd name="connsiteY7" fmla="*/ 418154 h 583440"/>
                <a:gd name="connsiteX8" fmla="*/ 142957 w 337966"/>
                <a:gd name="connsiteY8" fmla="*/ 378457 h 583440"/>
                <a:gd name="connsiteX9" fmla="*/ 142957 w 337966"/>
                <a:gd name="connsiteY9" fmla="*/ 127079 h 583440"/>
                <a:gd name="connsiteX10" fmla="*/ 116113 w 337966"/>
                <a:gd name="connsiteY10" fmla="*/ 79393 h 583440"/>
                <a:gd name="connsiteX11" fmla="*/ 79393 w 337966"/>
                <a:gd name="connsiteY11" fmla="*/ 127079 h 583440"/>
                <a:gd name="connsiteX12" fmla="*/ 79393 w 337966"/>
                <a:gd name="connsiteY12" fmla="*/ 402027 h 583440"/>
                <a:gd name="connsiteX13" fmla="*/ 171837 w 337966"/>
                <a:gd name="connsiteY13" fmla="*/ 504047 h 583440"/>
                <a:gd name="connsiteX14" fmla="*/ 258574 w 337966"/>
                <a:gd name="connsiteY14" fmla="*/ 407088 h 583440"/>
                <a:gd name="connsiteX15" fmla="*/ 298270 w 337966"/>
                <a:gd name="connsiteY15" fmla="*/ 367392 h 583440"/>
                <a:gd name="connsiteX16" fmla="*/ 337967 w 337966"/>
                <a:gd name="connsiteY16" fmla="*/ 407088 h 583440"/>
                <a:gd name="connsiteX17" fmla="*/ 171787 w 337966"/>
                <a:gd name="connsiteY17" fmla="*/ 583440 h 58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7966" h="583440">
                  <a:moveTo>
                    <a:pt x="171787" y="583440"/>
                  </a:moveTo>
                  <a:cubicBezTo>
                    <a:pt x="74332" y="583440"/>
                    <a:pt x="6947" y="513971"/>
                    <a:pt x="0" y="405897"/>
                  </a:cubicBezTo>
                  <a:cubicBezTo>
                    <a:pt x="0" y="405054"/>
                    <a:pt x="0" y="404210"/>
                    <a:pt x="0" y="403367"/>
                  </a:cubicBezTo>
                  <a:lnTo>
                    <a:pt x="0" y="127079"/>
                  </a:lnTo>
                  <a:cubicBezTo>
                    <a:pt x="0" y="49869"/>
                    <a:pt x="45552" y="0"/>
                    <a:pt x="116113" y="0"/>
                  </a:cubicBezTo>
                  <a:cubicBezTo>
                    <a:pt x="155809" y="0"/>
                    <a:pt x="222351" y="16474"/>
                    <a:pt x="222351" y="127079"/>
                  </a:cubicBezTo>
                  <a:lnTo>
                    <a:pt x="222351" y="378457"/>
                  </a:lnTo>
                  <a:cubicBezTo>
                    <a:pt x="222351" y="400379"/>
                    <a:pt x="204578" y="418154"/>
                    <a:pt x="182654" y="418154"/>
                  </a:cubicBezTo>
                  <a:cubicBezTo>
                    <a:pt x="160730" y="418154"/>
                    <a:pt x="142957" y="400379"/>
                    <a:pt x="142957" y="378457"/>
                  </a:cubicBezTo>
                  <a:lnTo>
                    <a:pt x="142957" y="127079"/>
                  </a:lnTo>
                  <a:cubicBezTo>
                    <a:pt x="142957" y="79393"/>
                    <a:pt x="129907" y="79393"/>
                    <a:pt x="116113" y="79393"/>
                  </a:cubicBezTo>
                  <a:cubicBezTo>
                    <a:pt x="104204" y="79393"/>
                    <a:pt x="79393" y="79393"/>
                    <a:pt x="79393" y="127079"/>
                  </a:cubicBezTo>
                  <a:lnTo>
                    <a:pt x="79393" y="402027"/>
                  </a:lnTo>
                  <a:cubicBezTo>
                    <a:pt x="83909" y="466881"/>
                    <a:pt x="117552" y="504047"/>
                    <a:pt x="171837" y="504047"/>
                  </a:cubicBezTo>
                  <a:cubicBezTo>
                    <a:pt x="248253" y="504047"/>
                    <a:pt x="258574" y="455022"/>
                    <a:pt x="258574" y="407088"/>
                  </a:cubicBezTo>
                  <a:cubicBezTo>
                    <a:pt x="258574" y="385166"/>
                    <a:pt x="276348" y="367392"/>
                    <a:pt x="298270" y="367392"/>
                  </a:cubicBezTo>
                  <a:cubicBezTo>
                    <a:pt x="320193" y="367392"/>
                    <a:pt x="337967" y="385166"/>
                    <a:pt x="337967" y="407088"/>
                  </a:cubicBezTo>
                  <a:cubicBezTo>
                    <a:pt x="337917" y="517494"/>
                    <a:pt x="275792" y="583440"/>
                    <a:pt x="171787" y="5834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7" name="Picture Placeholder 85">
            <a:extLst>
              <a:ext uri="{FF2B5EF4-FFF2-40B4-BE49-F238E27FC236}">
                <a16:creationId xmlns:a16="http://schemas.microsoft.com/office/drawing/2014/main" id="{E19D0010-83B0-48C0-A574-195EFD81C27F}"/>
              </a:ext>
            </a:extLst>
          </p:cNvPr>
          <p:cNvGrpSpPr>
            <a:grpSpLocks noChangeAspect="1"/>
          </p:cNvGrpSpPr>
          <p:nvPr/>
        </p:nvGrpSpPr>
        <p:grpSpPr>
          <a:xfrm>
            <a:off x="9451387" y="4869908"/>
            <a:ext cx="787282" cy="645763"/>
            <a:chOff x="9451387" y="4869908"/>
            <a:chExt cx="787282" cy="645763"/>
          </a:xfrm>
        </p:grpSpPr>
        <p:grpSp>
          <p:nvGrpSpPr>
            <p:cNvPr id="228" name="Picture Placeholder 85">
              <a:extLst>
                <a:ext uri="{FF2B5EF4-FFF2-40B4-BE49-F238E27FC236}">
                  <a16:creationId xmlns:a16="http://schemas.microsoft.com/office/drawing/2014/main" id="{E19D0010-83B0-48C0-A574-195EFD81C27F}"/>
                </a:ext>
              </a:extLst>
            </p:cNvPr>
            <p:cNvGrpSpPr/>
            <p:nvPr/>
          </p:nvGrpSpPr>
          <p:grpSpPr>
            <a:xfrm>
              <a:off x="9992848" y="4874622"/>
              <a:ext cx="79393" cy="641049"/>
              <a:chOff x="9992848" y="4874622"/>
              <a:chExt cx="79393" cy="641049"/>
            </a:xfrm>
            <a:solidFill>
              <a:srgbClr val="C42828"/>
            </a:solidFill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4EA536EC-91C9-C54E-BF91-ED7F959E27F5}"/>
                  </a:ext>
                </a:extLst>
              </p:cNvPr>
              <p:cNvSpPr/>
              <p:nvPr/>
            </p:nvSpPr>
            <p:spPr>
              <a:xfrm>
                <a:off x="9992848" y="5230352"/>
                <a:ext cx="79393" cy="285318"/>
              </a:xfrm>
              <a:custGeom>
                <a:avLst/>
                <a:gdLst>
                  <a:gd name="connsiteX0" fmla="*/ 39697 w 79393"/>
                  <a:gd name="connsiteY0" fmla="*/ 285319 h 285318"/>
                  <a:gd name="connsiteX1" fmla="*/ 0 w 79393"/>
                  <a:gd name="connsiteY1" fmla="*/ 245622 h 285318"/>
                  <a:gd name="connsiteX2" fmla="*/ 0 w 79393"/>
                  <a:gd name="connsiteY2" fmla="*/ 39697 h 285318"/>
                  <a:gd name="connsiteX3" fmla="*/ 39697 w 79393"/>
                  <a:gd name="connsiteY3" fmla="*/ 0 h 285318"/>
                  <a:gd name="connsiteX4" fmla="*/ 79393 w 79393"/>
                  <a:gd name="connsiteY4" fmla="*/ 39697 h 285318"/>
                  <a:gd name="connsiteX5" fmla="*/ 79393 w 79393"/>
                  <a:gd name="connsiteY5" fmla="*/ 245622 h 285318"/>
                  <a:gd name="connsiteX6" fmla="*/ 39697 w 79393"/>
                  <a:gd name="connsiteY6" fmla="*/ 285319 h 2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85318">
                    <a:moveTo>
                      <a:pt x="39697" y="285319"/>
                    </a:moveTo>
                    <a:cubicBezTo>
                      <a:pt x="17774" y="285319"/>
                      <a:pt x="0" y="267545"/>
                      <a:pt x="0" y="24562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45622"/>
                    </a:lnTo>
                    <a:cubicBezTo>
                      <a:pt x="79393" y="267545"/>
                      <a:pt x="61619" y="285319"/>
                      <a:pt x="39697" y="28531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801CEEAC-B1F8-0F40-8361-1D2C683EA5C3}"/>
                  </a:ext>
                </a:extLst>
              </p:cNvPr>
              <p:cNvSpPr/>
              <p:nvPr/>
            </p:nvSpPr>
            <p:spPr>
              <a:xfrm>
                <a:off x="9992848" y="4874622"/>
                <a:ext cx="79393" cy="299907"/>
              </a:xfrm>
              <a:custGeom>
                <a:avLst/>
                <a:gdLst>
                  <a:gd name="connsiteX0" fmla="*/ 39697 w 79393"/>
                  <a:gd name="connsiteY0" fmla="*/ 299907 h 299907"/>
                  <a:gd name="connsiteX1" fmla="*/ 0 w 79393"/>
                  <a:gd name="connsiteY1" fmla="*/ 260211 h 299907"/>
                  <a:gd name="connsiteX2" fmla="*/ 0 w 79393"/>
                  <a:gd name="connsiteY2" fmla="*/ 39697 h 299907"/>
                  <a:gd name="connsiteX3" fmla="*/ 39697 w 79393"/>
                  <a:gd name="connsiteY3" fmla="*/ 0 h 299907"/>
                  <a:gd name="connsiteX4" fmla="*/ 79393 w 79393"/>
                  <a:gd name="connsiteY4" fmla="*/ 39697 h 299907"/>
                  <a:gd name="connsiteX5" fmla="*/ 79393 w 79393"/>
                  <a:gd name="connsiteY5" fmla="*/ 260211 h 299907"/>
                  <a:gd name="connsiteX6" fmla="*/ 39697 w 79393"/>
                  <a:gd name="connsiteY6" fmla="*/ 299907 h 299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99907">
                    <a:moveTo>
                      <a:pt x="39697" y="299907"/>
                    </a:moveTo>
                    <a:cubicBezTo>
                      <a:pt x="17774" y="299907"/>
                      <a:pt x="0" y="282135"/>
                      <a:pt x="0" y="260211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60211"/>
                    </a:lnTo>
                    <a:cubicBezTo>
                      <a:pt x="79393" y="282135"/>
                      <a:pt x="61619" y="299907"/>
                      <a:pt x="39697" y="29990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A35488ED-D8F6-0641-86C4-AEEFF455EAAB}"/>
                </a:ext>
              </a:extLst>
            </p:cNvPr>
            <p:cNvSpPr/>
            <p:nvPr/>
          </p:nvSpPr>
          <p:spPr>
            <a:xfrm>
              <a:off x="9992565" y="5065562"/>
              <a:ext cx="246103" cy="266512"/>
            </a:xfrm>
            <a:custGeom>
              <a:avLst/>
              <a:gdLst>
                <a:gd name="connsiteX0" fmla="*/ 115452 w 246103"/>
                <a:gd name="connsiteY0" fmla="*/ 266513 h 266512"/>
                <a:gd name="connsiteX1" fmla="*/ 7130 w 246103"/>
                <a:gd name="connsiteY1" fmla="*/ 219175 h 266512"/>
                <a:gd name="connsiteX2" fmla="*/ 17700 w 246103"/>
                <a:gd name="connsiteY2" fmla="*/ 163947 h 266512"/>
                <a:gd name="connsiteX3" fmla="*/ 72927 w 246103"/>
                <a:gd name="connsiteY3" fmla="*/ 174516 h 266512"/>
                <a:gd name="connsiteX4" fmla="*/ 115452 w 246103"/>
                <a:gd name="connsiteY4" fmla="*/ 186921 h 266512"/>
                <a:gd name="connsiteX5" fmla="*/ 166711 w 246103"/>
                <a:gd name="connsiteY5" fmla="*/ 135663 h 266512"/>
                <a:gd name="connsiteX6" fmla="*/ 115452 w 246103"/>
                <a:gd name="connsiteY6" fmla="*/ 79393 h 266512"/>
                <a:gd name="connsiteX7" fmla="*/ 72332 w 246103"/>
                <a:gd name="connsiteY7" fmla="*/ 97951 h 266512"/>
                <a:gd name="connsiteX8" fmla="*/ 17079 w 246103"/>
                <a:gd name="connsiteY8" fmla="*/ 107950 h 266512"/>
                <a:gd name="connsiteX9" fmla="*/ 7081 w 246103"/>
                <a:gd name="connsiteY9" fmla="*/ 52697 h 266512"/>
                <a:gd name="connsiteX10" fmla="*/ 115452 w 246103"/>
                <a:gd name="connsiteY10" fmla="*/ 0 h 266512"/>
                <a:gd name="connsiteX11" fmla="*/ 246104 w 246103"/>
                <a:gd name="connsiteY11" fmla="*/ 135663 h 266512"/>
                <a:gd name="connsiteX12" fmla="*/ 115452 w 246103"/>
                <a:gd name="connsiteY12" fmla="*/ 266513 h 266512"/>
                <a:gd name="connsiteX13" fmla="*/ 72927 w 246103"/>
                <a:gd name="connsiteY13" fmla="*/ 97306 h 266512"/>
                <a:gd name="connsiteX14" fmla="*/ 72580 w 246103"/>
                <a:gd name="connsiteY14" fmla="*/ 97753 h 26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6103" h="266512">
                  <a:moveTo>
                    <a:pt x="115452" y="266513"/>
                  </a:moveTo>
                  <a:cubicBezTo>
                    <a:pt x="82703" y="266513"/>
                    <a:pt x="36059" y="261551"/>
                    <a:pt x="7130" y="219175"/>
                  </a:cubicBezTo>
                  <a:cubicBezTo>
                    <a:pt x="-5200" y="201003"/>
                    <a:pt x="-472" y="176279"/>
                    <a:pt x="17700" y="163947"/>
                  </a:cubicBezTo>
                  <a:cubicBezTo>
                    <a:pt x="35871" y="151615"/>
                    <a:pt x="60597" y="156347"/>
                    <a:pt x="72927" y="174516"/>
                  </a:cubicBezTo>
                  <a:cubicBezTo>
                    <a:pt x="77046" y="180669"/>
                    <a:pt x="85382" y="186921"/>
                    <a:pt x="115452" y="186921"/>
                  </a:cubicBezTo>
                  <a:cubicBezTo>
                    <a:pt x="143751" y="186894"/>
                    <a:pt x="166681" y="163961"/>
                    <a:pt x="166711" y="135663"/>
                  </a:cubicBezTo>
                  <a:cubicBezTo>
                    <a:pt x="166711" y="106238"/>
                    <a:pt x="142297" y="79393"/>
                    <a:pt x="115452" y="79393"/>
                  </a:cubicBezTo>
                  <a:cubicBezTo>
                    <a:pt x="99375" y="80453"/>
                    <a:pt x="84152" y="87004"/>
                    <a:pt x="72332" y="97951"/>
                  </a:cubicBezTo>
                  <a:cubicBezTo>
                    <a:pt x="59838" y="115970"/>
                    <a:pt x="35097" y="120446"/>
                    <a:pt x="17079" y="107950"/>
                  </a:cubicBezTo>
                  <a:cubicBezTo>
                    <a:pt x="-938" y="95453"/>
                    <a:pt x="-5414" y="70716"/>
                    <a:pt x="7081" y="52697"/>
                  </a:cubicBezTo>
                  <a:cubicBezTo>
                    <a:pt x="21421" y="31459"/>
                    <a:pt x="65782" y="0"/>
                    <a:pt x="115452" y="0"/>
                  </a:cubicBezTo>
                  <a:cubicBezTo>
                    <a:pt x="186311" y="0"/>
                    <a:pt x="246104" y="62125"/>
                    <a:pt x="246104" y="135663"/>
                  </a:cubicBezTo>
                  <a:cubicBezTo>
                    <a:pt x="246134" y="207861"/>
                    <a:pt x="187651" y="266428"/>
                    <a:pt x="115452" y="266513"/>
                  </a:cubicBezTo>
                  <a:close/>
                  <a:moveTo>
                    <a:pt x="72927" y="97306"/>
                  </a:moveTo>
                  <a:lnTo>
                    <a:pt x="72580" y="9775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232" name="Picture Placeholder 85">
              <a:extLst>
                <a:ext uri="{FF2B5EF4-FFF2-40B4-BE49-F238E27FC236}">
                  <a16:creationId xmlns:a16="http://schemas.microsoft.com/office/drawing/2014/main" id="{E19D0010-83B0-48C0-A574-195EFD81C27F}"/>
                </a:ext>
              </a:extLst>
            </p:cNvPr>
            <p:cNvGrpSpPr/>
            <p:nvPr/>
          </p:nvGrpSpPr>
          <p:grpSpPr>
            <a:xfrm>
              <a:off x="9455505" y="5436080"/>
              <a:ext cx="615991" cy="79393"/>
              <a:chOff x="9455505" y="5436080"/>
              <a:chExt cx="615991" cy="79393"/>
            </a:xfrm>
            <a:solidFill>
              <a:srgbClr val="C42828"/>
            </a:solidFill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1203C6E5-1977-C544-A85B-5BBE82A98F82}"/>
                  </a:ext>
                </a:extLst>
              </p:cNvPr>
              <p:cNvSpPr/>
              <p:nvPr/>
            </p:nvSpPr>
            <p:spPr>
              <a:xfrm>
                <a:off x="9786178" y="5436080"/>
                <a:ext cx="285319" cy="79393"/>
              </a:xfrm>
              <a:custGeom>
                <a:avLst/>
                <a:gdLst>
                  <a:gd name="connsiteX0" fmla="*/ 245623 w 285319"/>
                  <a:gd name="connsiteY0" fmla="*/ 79393 h 79393"/>
                  <a:gd name="connsiteX1" fmla="*/ 39697 w 285319"/>
                  <a:gd name="connsiteY1" fmla="*/ 79393 h 79393"/>
                  <a:gd name="connsiteX2" fmla="*/ 0 w 285319"/>
                  <a:gd name="connsiteY2" fmla="*/ 39697 h 79393"/>
                  <a:gd name="connsiteX3" fmla="*/ 39697 w 285319"/>
                  <a:gd name="connsiteY3" fmla="*/ 0 h 79393"/>
                  <a:gd name="connsiteX4" fmla="*/ 245623 w 285319"/>
                  <a:gd name="connsiteY4" fmla="*/ 0 h 79393"/>
                  <a:gd name="connsiteX5" fmla="*/ 285319 w 285319"/>
                  <a:gd name="connsiteY5" fmla="*/ 39697 h 79393"/>
                  <a:gd name="connsiteX6" fmla="*/ 245623 w 28531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319" h="79393">
                    <a:moveTo>
                      <a:pt x="24562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245623" y="0"/>
                    </a:lnTo>
                    <a:cubicBezTo>
                      <a:pt x="267545" y="0"/>
                      <a:pt x="285319" y="17774"/>
                      <a:pt x="285319" y="39697"/>
                    </a:cubicBezTo>
                    <a:cubicBezTo>
                      <a:pt x="285319" y="61619"/>
                      <a:pt x="267545" y="79393"/>
                      <a:pt x="245623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9289E09A-5EDD-464A-BEC8-6E05A17E96D1}"/>
                  </a:ext>
                </a:extLst>
              </p:cNvPr>
              <p:cNvSpPr/>
              <p:nvPr/>
            </p:nvSpPr>
            <p:spPr>
              <a:xfrm>
                <a:off x="9455505" y="5436080"/>
                <a:ext cx="274799" cy="79393"/>
              </a:xfrm>
              <a:custGeom>
                <a:avLst/>
                <a:gdLst>
                  <a:gd name="connsiteX0" fmla="*/ 235103 w 274799"/>
                  <a:gd name="connsiteY0" fmla="*/ 79393 h 79393"/>
                  <a:gd name="connsiteX1" fmla="*/ 39697 w 274799"/>
                  <a:gd name="connsiteY1" fmla="*/ 79393 h 79393"/>
                  <a:gd name="connsiteX2" fmla="*/ 0 w 274799"/>
                  <a:gd name="connsiteY2" fmla="*/ 39697 h 79393"/>
                  <a:gd name="connsiteX3" fmla="*/ 39697 w 274799"/>
                  <a:gd name="connsiteY3" fmla="*/ 0 h 79393"/>
                  <a:gd name="connsiteX4" fmla="*/ 235103 w 274799"/>
                  <a:gd name="connsiteY4" fmla="*/ 0 h 79393"/>
                  <a:gd name="connsiteX5" fmla="*/ 274800 w 274799"/>
                  <a:gd name="connsiteY5" fmla="*/ 39697 h 79393"/>
                  <a:gd name="connsiteX6" fmla="*/ 235103 w 27479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799" h="79393">
                    <a:moveTo>
                      <a:pt x="23510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235103" y="0"/>
                    </a:lnTo>
                    <a:cubicBezTo>
                      <a:pt x="257027" y="0"/>
                      <a:pt x="274800" y="17774"/>
                      <a:pt x="274800" y="39697"/>
                    </a:cubicBezTo>
                    <a:cubicBezTo>
                      <a:pt x="274800" y="61619"/>
                      <a:pt x="257027" y="79393"/>
                      <a:pt x="235103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27C98682-09A6-BF4B-A497-8A2184F261CF}"/>
                </a:ext>
              </a:extLst>
            </p:cNvPr>
            <p:cNvSpPr/>
            <p:nvPr/>
          </p:nvSpPr>
          <p:spPr>
            <a:xfrm>
              <a:off x="9621586" y="5269702"/>
              <a:ext cx="266314" cy="245888"/>
            </a:xfrm>
            <a:custGeom>
              <a:avLst/>
              <a:gdLst>
                <a:gd name="connsiteX0" fmla="*/ 74828 w 266314"/>
                <a:gd name="connsiteY0" fmla="*/ 245771 h 245888"/>
                <a:gd name="connsiteX1" fmla="*/ 52697 w 266314"/>
                <a:gd name="connsiteY1" fmla="*/ 238973 h 245888"/>
                <a:gd name="connsiteX2" fmla="*/ 0 w 266314"/>
                <a:gd name="connsiteY2" fmla="*/ 130651 h 245888"/>
                <a:gd name="connsiteX3" fmla="*/ 135614 w 266314"/>
                <a:gd name="connsiteY3" fmla="*/ 0 h 245888"/>
                <a:gd name="connsiteX4" fmla="*/ 266315 w 266314"/>
                <a:gd name="connsiteY4" fmla="*/ 130701 h 245888"/>
                <a:gd name="connsiteX5" fmla="*/ 218927 w 266314"/>
                <a:gd name="connsiteY5" fmla="*/ 239023 h 245888"/>
                <a:gd name="connsiteX6" fmla="*/ 163699 w 266314"/>
                <a:gd name="connsiteY6" fmla="*/ 228454 h 245888"/>
                <a:gd name="connsiteX7" fmla="*/ 174268 w 266314"/>
                <a:gd name="connsiteY7" fmla="*/ 173226 h 245888"/>
                <a:gd name="connsiteX8" fmla="*/ 186673 w 266314"/>
                <a:gd name="connsiteY8" fmla="*/ 130701 h 245888"/>
                <a:gd name="connsiteX9" fmla="*/ 135614 w 266314"/>
                <a:gd name="connsiteY9" fmla="*/ 79393 h 245888"/>
                <a:gd name="connsiteX10" fmla="*/ 79393 w 266314"/>
                <a:gd name="connsiteY10" fmla="*/ 130701 h 245888"/>
                <a:gd name="connsiteX11" fmla="*/ 97108 w 266314"/>
                <a:gd name="connsiteY11" fmla="*/ 173226 h 245888"/>
                <a:gd name="connsiteX12" fmla="*/ 107792 w 266314"/>
                <a:gd name="connsiteY12" fmla="*/ 228340 h 245888"/>
                <a:gd name="connsiteX13" fmla="*/ 74828 w 266314"/>
                <a:gd name="connsiteY13" fmla="*/ 245821 h 245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6314" h="245888">
                  <a:moveTo>
                    <a:pt x="74828" y="245771"/>
                  </a:moveTo>
                  <a:cubicBezTo>
                    <a:pt x="66935" y="245786"/>
                    <a:pt x="59221" y="243414"/>
                    <a:pt x="52697" y="238973"/>
                  </a:cubicBezTo>
                  <a:cubicBezTo>
                    <a:pt x="18707" y="216048"/>
                    <a:pt x="0" y="177592"/>
                    <a:pt x="0" y="130651"/>
                  </a:cubicBezTo>
                  <a:cubicBezTo>
                    <a:pt x="0" y="59793"/>
                    <a:pt x="62175" y="0"/>
                    <a:pt x="135614" y="0"/>
                  </a:cubicBezTo>
                  <a:cubicBezTo>
                    <a:pt x="207764" y="84"/>
                    <a:pt x="266233" y="58552"/>
                    <a:pt x="266315" y="130701"/>
                  </a:cubicBezTo>
                  <a:cubicBezTo>
                    <a:pt x="266315" y="163451"/>
                    <a:pt x="261352" y="210094"/>
                    <a:pt x="218927" y="239023"/>
                  </a:cubicBezTo>
                  <a:cubicBezTo>
                    <a:pt x="200757" y="251354"/>
                    <a:pt x="176031" y="246625"/>
                    <a:pt x="163699" y="228454"/>
                  </a:cubicBezTo>
                  <a:cubicBezTo>
                    <a:pt x="151367" y="210283"/>
                    <a:pt x="156099" y="185557"/>
                    <a:pt x="174268" y="173226"/>
                  </a:cubicBezTo>
                  <a:cubicBezTo>
                    <a:pt x="180371" y="169058"/>
                    <a:pt x="186673" y="160771"/>
                    <a:pt x="186673" y="130701"/>
                  </a:cubicBezTo>
                  <a:cubicBezTo>
                    <a:pt x="186646" y="102472"/>
                    <a:pt x="163842" y="79557"/>
                    <a:pt x="135614" y="79393"/>
                  </a:cubicBezTo>
                  <a:cubicBezTo>
                    <a:pt x="106188" y="79393"/>
                    <a:pt x="79393" y="103856"/>
                    <a:pt x="79393" y="130701"/>
                  </a:cubicBezTo>
                  <a:cubicBezTo>
                    <a:pt x="79393" y="144644"/>
                    <a:pt x="82470" y="163351"/>
                    <a:pt x="97108" y="173226"/>
                  </a:cubicBezTo>
                  <a:cubicBezTo>
                    <a:pt x="115277" y="185497"/>
                    <a:pt x="120060" y="210168"/>
                    <a:pt x="107792" y="228340"/>
                  </a:cubicBezTo>
                  <a:cubicBezTo>
                    <a:pt x="100398" y="239291"/>
                    <a:pt x="88041" y="245841"/>
                    <a:pt x="74828" y="2458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8C59E7B9-87CA-B34D-925E-158BB4F644A5}"/>
                </a:ext>
              </a:extLst>
            </p:cNvPr>
            <p:cNvSpPr/>
            <p:nvPr/>
          </p:nvSpPr>
          <p:spPr>
            <a:xfrm>
              <a:off x="9451387" y="4869908"/>
              <a:ext cx="621202" cy="645068"/>
            </a:xfrm>
            <a:custGeom>
              <a:avLst/>
              <a:gdLst>
                <a:gd name="connsiteX0" fmla="*/ 39697 w 621202"/>
                <a:gd name="connsiteY0" fmla="*/ 645069 h 645068"/>
                <a:gd name="connsiteX1" fmla="*/ 0 w 621202"/>
                <a:gd name="connsiteY1" fmla="*/ 605372 h 645068"/>
                <a:gd name="connsiteX2" fmla="*/ 0 w 621202"/>
                <a:gd name="connsiteY2" fmla="*/ 39697 h 645068"/>
                <a:gd name="connsiteX3" fmla="*/ 39697 w 621202"/>
                <a:gd name="connsiteY3" fmla="*/ 0 h 645068"/>
                <a:gd name="connsiteX4" fmla="*/ 39697 w 621202"/>
                <a:gd name="connsiteY4" fmla="*/ 0 h 645068"/>
                <a:gd name="connsiteX5" fmla="*/ 581506 w 621202"/>
                <a:gd name="connsiteY5" fmla="*/ 645 h 645068"/>
                <a:gd name="connsiteX6" fmla="*/ 621202 w 621202"/>
                <a:gd name="connsiteY6" fmla="*/ 40342 h 645068"/>
                <a:gd name="connsiteX7" fmla="*/ 581506 w 621202"/>
                <a:gd name="connsiteY7" fmla="*/ 80038 h 645068"/>
                <a:gd name="connsiteX8" fmla="*/ 581506 w 621202"/>
                <a:gd name="connsiteY8" fmla="*/ 80038 h 645068"/>
                <a:gd name="connsiteX9" fmla="*/ 79393 w 621202"/>
                <a:gd name="connsiteY9" fmla="*/ 79443 h 645068"/>
                <a:gd name="connsiteX10" fmla="*/ 79393 w 621202"/>
                <a:gd name="connsiteY10" fmla="*/ 605422 h 645068"/>
                <a:gd name="connsiteX11" fmla="*/ 39697 w 621202"/>
                <a:gd name="connsiteY11" fmla="*/ 645069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202" h="645068">
                  <a:moveTo>
                    <a:pt x="39697" y="645069"/>
                  </a:move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81506" y="645"/>
                  </a:lnTo>
                  <a:cubicBezTo>
                    <a:pt x="603428" y="645"/>
                    <a:pt x="621202" y="18418"/>
                    <a:pt x="621202" y="40342"/>
                  </a:cubicBezTo>
                  <a:cubicBezTo>
                    <a:pt x="621202" y="62266"/>
                    <a:pt x="603428" y="80038"/>
                    <a:pt x="581506" y="80038"/>
                  </a:cubicBezTo>
                  <a:lnTo>
                    <a:pt x="581506" y="80038"/>
                  </a:lnTo>
                  <a:lnTo>
                    <a:pt x="79393" y="79443"/>
                  </a:lnTo>
                  <a:lnTo>
                    <a:pt x="79393" y="605422"/>
                  </a:lnTo>
                  <a:cubicBezTo>
                    <a:pt x="79366" y="627325"/>
                    <a:pt x="61601" y="645069"/>
                    <a:pt x="39697" y="6450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9784689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BD756C93-FA86-40D2-B872-7E47DA578300}"/>
              </a:ext>
            </a:extLst>
          </p:cNvPr>
          <p:cNvGrpSpPr>
            <a:grpSpLocks noChangeAspect="1"/>
          </p:cNvGrpSpPr>
          <p:nvPr/>
        </p:nvGrpSpPr>
        <p:grpSpPr>
          <a:xfrm>
            <a:off x="1488180" y="1421159"/>
            <a:ext cx="842844" cy="831444"/>
            <a:chOff x="1488180" y="1421159"/>
            <a:chExt cx="842844" cy="831444"/>
          </a:xfrm>
        </p:grpSpPr>
        <p:grpSp>
          <p:nvGrpSpPr>
            <p:cNvPr id="6" name="Picture Placeholder 33">
              <a:extLst>
                <a:ext uri="{FF2B5EF4-FFF2-40B4-BE49-F238E27FC236}">
                  <a16:creationId xmlns:a16="http://schemas.microsoft.com/office/drawing/2014/main" id="{BD756C93-FA86-40D2-B872-7E47DA578300}"/>
                </a:ext>
              </a:extLst>
            </p:cNvPr>
            <p:cNvGrpSpPr/>
            <p:nvPr/>
          </p:nvGrpSpPr>
          <p:grpSpPr>
            <a:xfrm>
              <a:off x="1488180" y="1848493"/>
              <a:ext cx="842844" cy="404110"/>
              <a:chOff x="1488180" y="1848493"/>
              <a:chExt cx="842844" cy="404110"/>
            </a:xfrm>
          </p:grpSpPr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A82EE829-0E9E-634D-9674-270022034364}"/>
                  </a:ext>
                </a:extLst>
              </p:cNvPr>
              <p:cNvSpPr/>
              <p:nvPr/>
            </p:nvSpPr>
            <p:spPr>
              <a:xfrm>
                <a:off x="1488180" y="1848493"/>
                <a:ext cx="842844" cy="403968"/>
              </a:xfrm>
              <a:custGeom>
                <a:avLst/>
                <a:gdLst>
                  <a:gd name="connsiteX0" fmla="*/ 40590 w 842844"/>
                  <a:gd name="connsiteY0" fmla="*/ 403962 h 403968"/>
                  <a:gd name="connsiteX1" fmla="*/ 893 w 842844"/>
                  <a:gd name="connsiteY1" fmla="*/ 364265 h 403968"/>
                  <a:gd name="connsiteX2" fmla="*/ 0 w 842844"/>
                  <a:gd name="connsiteY2" fmla="*/ 73339 h 403968"/>
                  <a:gd name="connsiteX3" fmla="*/ 39349 w 842844"/>
                  <a:gd name="connsiteY3" fmla="*/ 33643 h 403968"/>
                  <a:gd name="connsiteX4" fmla="*/ 186723 w 842844"/>
                  <a:gd name="connsiteY4" fmla="*/ 32253 h 403968"/>
                  <a:gd name="connsiteX5" fmla="*/ 215850 w 842844"/>
                  <a:gd name="connsiteY5" fmla="*/ 37216 h 403968"/>
                  <a:gd name="connsiteX6" fmla="*/ 238924 w 842844"/>
                  <a:gd name="connsiteY6" fmla="*/ 24661 h 403968"/>
                  <a:gd name="connsiteX7" fmla="*/ 241752 w 842844"/>
                  <a:gd name="connsiteY7" fmla="*/ 23272 h 403968"/>
                  <a:gd name="connsiteX8" fmla="*/ 332509 w 842844"/>
                  <a:gd name="connsiteY8" fmla="*/ 496 h 403968"/>
                  <a:gd name="connsiteX9" fmla="*/ 334841 w 842844"/>
                  <a:gd name="connsiteY9" fmla="*/ 496 h 403968"/>
                  <a:gd name="connsiteX10" fmla="*/ 498292 w 842844"/>
                  <a:gd name="connsiteY10" fmla="*/ 0 h 403968"/>
                  <a:gd name="connsiteX11" fmla="*/ 585376 w 842844"/>
                  <a:gd name="connsiteY11" fmla="*/ 70759 h 403968"/>
                  <a:gd name="connsiteX12" fmla="*/ 689580 w 842844"/>
                  <a:gd name="connsiteY12" fmla="*/ 31658 h 403968"/>
                  <a:gd name="connsiteX13" fmla="*/ 760041 w 842844"/>
                  <a:gd name="connsiteY13" fmla="*/ 13149 h 403968"/>
                  <a:gd name="connsiteX14" fmla="*/ 827277 w 842844"/>
                  <a:gd name="connsiteY14" fmla="*/ 48777 h 403968"/>
                  <a:gd name="connsiteX15" fmla="*/ 839186 w 842844"/>
                  <a:gd name="connsiteY15" fmla="*/ 121422 h 403968"/>
                  <a:gd name="connsiteX16" fmla="*/ 796115 w 842844"/>
                  <a:gd name="connsiteY16" fmla="*/ 181463 h 403968"/>
                  <a:gd name="connsiteX17" fmla="*/ 790508 w 842844"/>
                  <a:gd name="connsiteY17" fmla="*/ 185284 h 403968"/>
                  <a:gd name="connsiteX18" fmla="*/ 668937 w 842844"/>
                  <a:gd name="connsiteY18" fmla="*/ 252123 h 403968"/>
                  <a:gd name="connsiteX19" fmla="*/ 579620 w 842844"/>
                  <a:gd name="connsiteY19" fmla="*/ 300156 h 403968"/>
                  <a:gd name="connsiteX20" fmla="*/ 513227 w 842844"/>
                  <a:gd name="connsiteY20" fmla="*/ 320004 h 403968"/>
                  <a:gd name="connsiteX21" fmla="*/ 512136 w 842844"/>
                  <a:gd name="connsiteY21" fmla="*/ 320004 h 403968"/>
                  <a:gd name="connsiteX22" fmla="*/ 510101 w 842844"/>
                  <a:gd name="connsiteY22" fmla="*/ 320004 h 403968"/>
                  <a:gd name="connsiteX23" fmla="*/ 321542 w 842844"/>
                  <a:gd name="connsiteY23" fmla="*/ 323676 h 403968"/>
                  <a:gd name="connsiteX24" fmla="*/ 320997 w 842844"/>
                  <a:gd name="connsiteY24" fmla="*/ 323676 h 403968"/>
                  <a:gd name="connsiteX25" fmla="*/ 285815 w 842844"/>
                  <a:gd name="connsiteY25" fmla="*/ 335138 h 403968"/>
                  <a:gd name="connsiteX26" fmla="*/ 278571 w 842844"/>
                  <a:gd name="connsiteY26" fmla="*/ 348585 h 403968"/>
                  <a:gd name="connsiteX27" fmla="*/ 240512 w 842844"/>
                  <a:gd name="connsiteY27" fmla="*/ 372006 h 403968"/>
                  <a:gd name="connsiteX28" fmla="*/ 46991 w 842844"/>
                  <a:gd name="connsiteY28" fmla="*/ 403565 h 403968"/>
                  <a:gd name="connsiteX29" fmla="*/ 40590 w 842844"/>
                  <a:gd name="connsiteY29" fmla="*/ 403962 h 403968"/>
                  <a:gd name="connsiteX30" fmla="*/ 79542 w 842844"/>
                  <a:gd name="connsiteY30" fmla="*/ 112689 h 403968"/>
                  <a:gd name="connsiteX31" fmla="*/ 80138 w 842844"/>
                  <a:gd name="connsiteY31" fmla="*/ 317622 h 403968"/>
                  <a:gd name="connsiteX32" fmla="*/ 213022 w 842844"/>
                  <a:gd name="connsiteY32" fmla="*/ 295987 h 403968"/>
                  <a:gd name="connsiteX33" fmla="*/ 225377 w 842844"/>
                  <a:gd name="connsiteY33" fmla="*/ 280010 h 403968"/>
                  <a:gd name="connsiteX34" fmla="*/ 320451 w 842844"/>
                  <a:gd name="connsiteY34" fmla="*/ 244183 h 403968"/>
                  <a:gd name="connsiteX35" fmla="*/ 507819 w 842844"/>
                  <a:gd name="connsiteY35" fmla="*/ 240511 h 403968"/>
                  <a:gd name="connsiteX36" fmla="*/ 538087 w 842844"/>
                  <a:gd name="connsiteY36" fmla="*/ 232572 h 403968"/>
                  <a:gd name="connsiteX37" fmla="*/ 540916 w 842844"/>
                  <a:gd name="connsiteY37" fmla="*/ 230885 h 403968"/>
                  <a:gd name="connsiteX38" fmla="*/ 631821 w 842844"/>
                  <a:gd name="connsiteY38" fmla="*/ 181909 h 403968"/>
                  <a:gd name="connsiteX39" fmla="*/ 632863 w 842844"/>
                  <a:gd name="connsiteY39" fmla="*/ 181364 h 403968"/>
                  <a:gd name="connsiteX40" fmla="*/ 748827 w 842844"/>
                  <a:gd name="connsiteY40" fmla="*/ 117551 h 403968"/>
                  <a:gd name="connsiteX41" fmla="*/ 763068 w 842844"/>
                  <a:gd name="connsiteY41" fmla="*/ 99043 h 403968"/>
                  <a:gd name="connsiteX42" fmla="*/ 763068 w 842844"/>
                  <a:gd name="connsiteY42" fmla="*/ 95421 h 403968"/>
                  <a:gd name="connsiteX43" fmla="*/ 754533 w 842844"/>
                  <a:gd name="connsiteY43" fmla="*/ 92295 h 403968"/>
                  <a:gd name="connsiteX44" fmla="*/ 754533 w 842844"/>
                  <a:gd name="connsiteY44" fmla="*/ 92295 h 403968"/>
                  <a:gd name="connsiteX45" fmla="*/ 729177 w 842844"/>
                  <a:gd name="connsiteY45" fmla="*/ 100432 h 403968"/>
                  <a:gd name="connsiteX46" fmla="*/ 721684 w 842844"/>
                  <a:gd name="connsiteY46" fmla="*/ 104253 h 403968"/>
                  <a:gd name="connsiteX47" fmla="*/ 497597 w 842844"/>
                  <a:gd name="connsiteY47" fmla="*/ 180073 h 403968"/>
                  <a:gd name="connsiteX48" fmla="*/ 435075 w 842844"/>
                  <a:gd name="connsiteY48" fmla="*/ 175905 h 403968"/>
                  <a:gd name="connsiteX49" fmla="*/ 397996 w 842844"/>
                  <a:gd name="connsiteY49" fmla="*/ 133753 h 403968"/>
                  <a:gd name="connsiteX50" fmla="*/ 430658 w 842844"/>
                  <a:gd name="connsiteY50" fmla="*/ 97207 h 403968"/>
                  <a:gd name="connsiteX51" fmla="*/ 496009 w 842844"/>
                  <a:gd name="connsiteY51" fmla="*/ 85397 h 403968"/>
                  <a:gd name="connsiteX52" fmla="*/ 506529 w 842844"/>
                  <a:gd name="connsiteY52" fmla="*/ 81378 h 403968"/>
                  <a:gd name="connsiteX53" fmla="*/ 498093 w 842844"/>
                  <a:gd name="connsiteY53" fmla="*/ 79294 h 403968"/>
                  <a:gd name="connsiteX54" fmla="*/ 335833 w 842844"/>
                  <a:gd name="connsiteY54" fmla="*/ 79790 h 403968"/>
                  <a:gd name="connsiteX55" fmla="*/ 275494 w 842844"/>
                  <a:gd name="connsiteY55" fmla="*/ 95073 h 403968"/>
                  <a:gd name="connsiteX56" fmla="*/ 229000 w 842844"/>
                  <a:gd name="connsiteY56" fmla="*/ 120429 h 403968"/>
                  <a:gd name="connsiteX57" fmla="*/ 194265 w 842844"/>
                  <a:gd name="connsiteY57" fmla="*/ 122017 h 403968"/>
                  <a:gd name="connsiteX58" fmla="*/ 180123 w 842844"/>
                  <a:gd name="connsiteY58" fmla="*/ 111746 h 403968"/>
                  <a:gd name="connsiteX59" fmla="*/ 227958 w 842844"/>
                  <a:gd name="connsiteY59" fmla="*/ 293556 h 403968"/>
                  <a:gd name="connsiteX60" fmla="*/ 227958 w 842844"/>
                  <a:gd name="connsiteY60" fmla="*/ 293556 h 403968"/>
                  <a:gd name="connsiteX61" fmla="*/ 771206 w 842844"/>
                  <a:gd name="connsiteY61" fmla="*/ 150450 h 403968"/>
                  <a:gd name="connsiteX62" fmla="*/ 771206 w 842844"/>
                  <a:gd name="connsiteY62" fmla="*/ 150450 h 403968"/>
                  <a:gd name="connsiteX63" fmla="*/ 171688 w 842844"/>
                  <a:gd name="connsiteY63" fmla="*/ 95867 h 403968"/>
                  <a:gd name="connsiteX64" fmla="*/ 171688 w 842844"/>
                  <a:gd name="connsiteY64" fmla="*/ 95867 h 40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842844" h="403968">
                    <a:moveTo>
                      <a:pt x="40590" y="403962"/>
                    </a:moveTo>
                    <a:cubicBezTo>
                      <a:pt x="18666" y="403962"/>
                      <a:pt x="893" y="386188"/>
                      <a:pt x="893" y="364265"/>
                    </a:cubicBezTo>
                    <a:lnTo>
                      <a:pt x="0" y="73339"/>
                    </a:lnTo>
                    <a:cubicBezTo>
                      <a:pt x="-1" y="51551"/>
                      <a:pt x="17561" y="33833"/>
                      <a:pt x="39349" y="33643"/>
                    </a:cubicBezTo>
                    <a:lnTo>
                      <a:pt x="186723" y="32253"/>
                    </a:lnTo>
                    <a:cubicBezTo>
                      <a:pt x="196697" y="31379"/>
                      <a:pt x="206728" y="33088"/>
                      <a:pt x="215850" y="37216"/>
                    </a:cubicBezTo>
                    <a:lnTo>
                      <a:pt x="238924" y="24661"/>
                    </a:lnTo>
                    <a:cubicBezTo>
                      <a:pt x="239836" y="24139"/>
                      <a:pt x="240781" y="23675"/>
                      <a:pt x="241752" y="23272"/>
                    </a:cubicBezTo>
                    <a:cubicBezTo>
                      <a:pt x="270184" y="9706"/>
                      <a:pt x="301041" y="1962"/>
                      <a:pt x="332509" y="496"/>
                    </a:cubicBezTo>
                    <a:lnTo>
                      <a:pt x="334841" y="496"/>
                    </a:lnTo>
                    <a:lnTo>
                      <a:pt x="498292" y="0"/>
                    </a:lnTo>
                    <a:cubicBezTo>
                      <a:pt x="549897" y="496"/>
                      <a:pt x="580414" y="35231"/>
                      <a:pt x="585376" y="70759"/>
                    </a:cubicBezTo>
                    <a:cubicBezTo>
                      <a:pt x="617580" y="58999"/>
                      <a:pt x="654498" y="45105"/>
                      <a:pt x="689580" y="31658"/>
                    </a:cubicBezTo>
                    <a:cubicBezTo>
                      <a:pt x="710569" y="18304"/>
                      <a:pt x="735201" y="11834"/>
                      <a:pt x="760041" y="13149"/>
                    </a:cubicBezTo>
                    <a:cubicBezTo>
                      <a:pt x="786618" y="14496"/>
                      <a:pt x="811240" y="27541"/>
                      <a:pt x="827277" y="48777"/>
                    </a:cubicBezTo>
                    <a:cubicBezTo>
                      <a:pt x="842392" y="69796"/>
                      <a:pt x="846798" y="96676"/>
                      <a:pt x="839186" y="121422"/>
                    </a:cubicBezTo>
                    <a:cubicBezTo>
                      <a:pt x="832735" y="143453"/>
                      <a:pt x="818246" y="163649"/>
                      <a:pt x="796115" y="181463"/>
                    </a:cubicBezTo>
                    <a:cubicBezTo>
                      <a:pt x="794369" y="182912"/>
                      <a:pt x="792493" y="184187"/>
                      <a:pt x="790508" y="185284"/>
                    </a:cubicBezTo>
                    <a:cubicBezTo>
                      <a:pt x="779492" y="191387"/>
                      <a:pt x="683923" y="244481"/>
                      <a:pt x="668937" y="252123"/>
                    </a:cubicBezTo>
                    <a:lnTo>
                      <a:pt x="579620" y="300156"/>
                    </a:lnTo>
                    <a:cubicBezTo>
                      <a:pt x="555951" y="315042"/>
                      <a:pt x="534961" y="318019"/>
                      <a:pt x="513227" y="320004"/>
                    </a:cubicBezTo>
                    <a:lnTo>
                      <a:pt x="512136" y="320004"/>
                    </a:lnTo>
                    <a:lnTo>
                      <a:pt x="510101" y="320004"/>
                    </a:lnTo>
                    <a:lnTo>
                      <a:pt x="321542" y="323676"/>
                    </a:lnTo>
                    <a:lnTo>
                      <a:pt x="320997" y="323676"/>
                    </a:lnTo>
                    <a:cubicBezTo>
                      <a:pt x="308536" y="324698"/>
                      <a:pt x="296488" y="328623"/>
                      <a:pt x="285815" y="335138"/>
                    </a:cubicBezTo>
                    <a:cubicBezTo>
                      <a:pt x="283995" y="339917"/>
                      <a:pt x="281560" y="344437"/>
                      <a:pt x="278571" y="348585"/>
                    </a:cubicBezTo>
                    <a:cubicBezTo>
                      <a:pt x="269564" y="361209"/>
                      <a:pt x="255839" y="369654"/>
                      <a:pt x="240512" y="372006"/>
                    </a:cubicBezTo>
                    <a:lnTo>
                      <a:pt x="46991" y="403565"/>
                    </a:lnTo>
                    <a:cubicBezTo>
                      <a:pt x="44872" y="403868"/>
                      <a:pt x="42731" y="404002"/>
                      <a:pt x="40590" y="403962"/>
                    </a:cubicBezTo>
                    <a:close/>
                    <a:moveTo>
                      <a:pt x="79542" y="112689"/>
                    </a:moveTo>
                    <a:lnTo>
                      <a:pt x="80138" y="317622"/>
                    </a:lnTo>
                    <a:lnTo>
                      <a:pt x="213022" y="295987"/>
                    </a:lnTo>
                    <a:cubicBezTo>
                      <a:pt x="215694" y="289686"/>
                      <a:pt x="219950" y="284183"/>
                      <a:pt x="225377" y="280010"/>
                    </a:cubicBezTo>
                    <a:cubicBezTo>
                      <a:pt x="229992" y="276387"/>
                      <a:pt x="272021" y="244580"/>
                      <a:pt x="320451" y="244183"/>
                    </a:cubicBezTo>
                    <a:lnTo>
                      <a:pt x="507819" y="240511"/>
                    </a:lnTo>
                    <a:cubicBezTo>
                      <a:pt x="523648" y="239172"/>
                      <a:pt x="530049" y="237832"/>
                      <a:pt x="538087" y="232572"/>
                    </a:cubicBezTo>
                    <a:lnTo>
                      <a:pt x="540916" y="230885"/>
                    </a:lnTo>
                    <a:lnTo>
                      <a:pt x="631821" y="181909"/>
                    </a:lnTo>
                    <a:lnTo>
                      <a:pt x="632863" y="181364"/>
                    </a:lnTo>
                    <a:cubicBezTo>
                      <a:pt x="641050" y="177295"/>
                      <a:pt x="706947" y="140824"/>
                      <a:pt x="748827" y="117551"/>
                    </a:cubicBezTo>
                    <a:cubicBezTo>
                      <a:pt x="755228" y="112852"/>
                      <a:pt x="760165" y="106436"/>
                      <a:pt x="763068" y="99043"/>
                    </a:cubicBezTo>
                    <a:cubicBezTo>
                      <a:pt x="763068" y="98199"/>
                      <a:pt x="763812" y="96264"/>
                      <a:pt x="763068" y="95421"/>
                    </a:cubicBezTo>
                    <a:cubicBezTo>
                      <a:pt x="760726" y="93332"/>
                      <a:pt x="757674" y="92215"/>
                      <a:pt x="754533" y="92295"/>
                    </a:cubicBezTo>
                    <a:lnTo>
                      <a:pt x="754533" y="92295"/>
                    </a:lnTo>
                    <a:cubicBezTo>
                      <a:pt x="745423" y="92200"/>
                      <a:pt x="736531" y="95053"/>
                      <a:pt x="729177" y="100432"/>
                    </a:cubicBezTo>
                    <a:cubicBezTo>
                      <a:pt x="726830" y="101980"/>
                      <a:pt x="724314" y="103261"/>
                      <a:pt x="721684" y="104253"/>
                    </a:cubicBezTo>
                    <a:cubicBezTo>
                      <a:pt x="520621" y="181612"/>
                      <a:pt x="507322" y="180669"/>
                      <a:pt x="497597" y="180073"/>
                    </a:cubicBezTo>
                    <a:lnTo>
                      <a:pt x="435075" y="175905"/>
                    </a:lnTo>
                    <a:cubicBezTo>
                      <a:pt x="413196" y="174506"/>
                      <a:pt x="396595" y="155630"/>
                      <a:pt x="397996" y="133753"/>
                    </a:cubicBezTo>
                    <a:cubicBezTo>
                      <a:pt x="399164" y="115502"/>
                      <a:pt x="412652" y="100412"/>
                      <a:pt x="430658" y="97207"/>
                    </a:cubicBezTo>
                    <a:lnTo>
                      <a:pt x="496009" y="85397"/>
                    </a:lnTo>
                    <a:cubicBezTo>
                      <a:pt x="499830" y="85099"/>
                      <a:pt x="503482" y="83705"/>
                      <a:pt x="506529" y="81378"/>
                    </a:cubicBezTo>
                    <a:cubicBezTo>
                      <a:pt x="504038" y="79740"/>
                      <a:pt x="501060" y="79006"/>
                      <a:pt x="498093" y="79294"/>
                    </a:cubicBezTo>
                    <a:lnTo>
                      <a:pt x="335833" y="79790"/>
                    </a:lnTo>
                    <a:cubicBezTo>
                      <a:pt x="314895" y="80758"/>
                      <a:pt x="294369" y="85958"/>
                      <a:pt x="275494" y="95073"/>
                    </a:cubicBezTo>
                    <a:lnTo>
                      <a:pt x="229000" y="120429"/>
                    </a:lnTo>
                    <a:cubicBezTo>
                      <a:pt x="218282" y="126270"/>
                      <a:pt x="205472" y="126855"/>
                      <a:pt x="194265" y="122017"/>
                    </a:cubicBezTo>
                    <a:cubicBezTo>
                      <a:pt x="188827" y="119720"/>
                      <a:pt x="183989" y="116207"/>
                      <a:pt x="180123" y="111746"/>
                    </a:cubicBezTo>
                    <a:close/>
                    <a:moveTo>
                      <a:pt x="227958" y="293556"/>
                    </a:moveTo>
                    <a:lnTo>
                      <a:pt x="227958" y="293556"/>
                    </a:lnTo>
                    <a:close/>
                    <a:moveTo>
                      <a:pt x="771206" y="150450"/>
                    </a:moveTo>
                    <a:lnTo>
                      <a:pt x="771206" y="150450"/>
                    </a:lnTo>
                    <a:close/>
                    <a:moveTo>
                      <a:pt x="171688" y="95867"/>
                    </a:moveTo>
                    <a:lnTo>
                      <a:pt x="171688" y="95867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11390865-9264-4B48-8F83-BCE28609534E}"/>
                  </a:ext>
                </a:extLst>
              </p:cNvPr>
              <p:cNvSpPr/>
              <p:nvPr/>
            </p:nvSpPr>
            <p:spPr>
              <a:xfrm>
                <a:off x="1661112" y="1894545"/>
                <a:ext cx="109201" cy="324795"/>
              </a:xfrm>
              <a:custGeom>
                <a:avLst/>
                <a:gdLst>
                  <a:gd name="connsiteX0" fmla="*/ 69415 w 109201"/>
                  <a:gd name="connsiteY0" fmla="*/ 324764 h 324795"/>
                  <a:gd name="connsiteX1" fmla="*/ 30066 w 109201"/>
                  <a:gd name="connsiteY1" fmla="*/ 290029 h 324795"/>
                  <a:gd name="connsiteX2" fmla="*/ 294 w 109201"/>
                  <a:gd name="connsiteY2" fmla="*/ 44506 h 324795"/>
                  <a:gd name="connsiteX3" fmla="*/ 34929 w 109201"/>
                  <a:gd name="connsiteY3" fmla="*/ 294 h 324795"/>
                  <a:gd name="connsiteX4" fmla="*/ 79141 w 109201"/>
                  <a:gd name="connsiteY4" fmla="*/ 34929 h 324795"/>
                  <a:gd name="connsiteX5" fmla="*/ 108914 w 109201"/>
                  <a:gd name="connsiteY5" fmla="*/ 280502 h 324795"/>
                  <a:gd name="connsiteX6" fmla="*/ 74244 w 109201"/>
                  <a:gd name="connsiteY6" fmla="*/ 324654 h 324795"/>
                  <a:gd name="connsiteX7" fmla="*/ 74179 w 109201"/>
                  <a:gd name="connsiteY7" fmla="*/ 324664 h 324795"/>
                  <a:gd name="connsiteX8" fmla="*/ 69415 w 109201"/>
                  <a:gd name="connsiteY8" fmla="*/ 324764 h 32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201" h="324795">
                    <a:moveTo>
                      <a:pt x="69415" y="324764"/>
                    </a:moveTo>
                    <a:cubicBezTo>
                      <a:pt x="49424" y="324744"/>
                      <a:pt x="32565" y="309862"/>
                      <a:pt x="30066" y="290029"/>
                    </a:cubicBezTo>
                    <a:lnTo>
                      <a:pt x="294" y="44506"/>
                    </a:lnTo>
                    <a:cubicBezTo>
                      <a:pt x="-2351" y="22732"/>
                      <a:pt x="13156" y="2939"/>
                      <a:pt x="34929" y="294"/>
                    </a:cubicBezTo>
                    <a:cubicBezTo>
                      <a:pt x="56702" y="-2351"/>
                      <a:pt x="76496" y="13155"/>
                      <a:pt x="79141" y="34929"/>
                    </a:cubicBezTo>
                    <a:lnTo>
                      <a:pt x="108914" y="280502"/>
                    </a:lnTo>
                    <a:cubicBezTo>
                      <a:pt x="111533" y="302270"/>
                      <a:pt x="96011" y="322039"/>
                      <a:pt x="74244" y="324654"/>
                    </a:cubicBezTo>
                    <a:cubicBezTo>
                      <a:pt x="74222" y="324659"/>
                      <a:pt x="74200" y="324659"/>
                      <a:pt x="74179" y="324664"/>
                    </a:cubicBezTo>
                    <a:cubicBezTo>
                      <a:pt x="72595" y="324793"/>
                      <a:pt x="71004" y="324828"/>
                      <a:pt x="69415" y="32476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DB954C2A-6200-D546-9A4C-C5F9C1CD8C3A}"/>
                  </a:ext>
                </a:extLst>
              </p:cNvPr>
              <p:cNvSpPr/>
              <p:nvPr/>
            </p:nvSpPr>
            <p:spPr>
              <a:xfrm>
                <a:off x="1490264" y="1880823"/>
                <a:ext cx="273857" cy="371780"/>
              </a:xfrm>
              <a:custGeom>
                <a:avLst/>
                <a:gdLst>
                  <a:gd name="connsiteX0" fmla="*/ 40391 w 273857"/>
                  <a:gd name="connsiteY0" fmla="*/ 371780 h 371780"/>
                  <a:gd name="connsiteX1" fmla="*/ 695 w 273857"/>
                  <a:gd name="connsiteY1" fmla="*/ 332084 h 371780"/>
                  <a:gd name="connsiteX2" fmla="*/ 0 w 273857"/>
                  <a:gd name="connsiteY2" fmla="*/ 41307 h 371780"/>
                  <a:gd name="connsiteX3" fmla="*/ 39349 w 273857"/>
                  <a:gd name="connsiteY3" fmla="*/ 1610 h 371780"/>
                  <a:gd name="connsiteX4" fmla="*/ 186723 w 273857"/>
                  <a:gd name="connsiteY4" fmla="*/ 221 h 371780"/>
                  <a:gd name="connsiteX5" fmla="*/ 248104 w 273857"/>
                  <a:gd name="connsiteY5" fmla="*/ 43142 h 371780"/>
                  <a:gd name="connsiteX6" fmla="*/ 220068 w 273857"/>
                  <a:gd name="connsiteY6" fmla="*/ 91781 h 371780"/>
                  <a:gd name="connsiteX7" fmla="*/ 179875 w 273857"/>
                  <a:gd name="connsiteY7" fmla="*/ 79564 h 371780"/>
                  <a:gd name="connsiteX8" fmla="*/ 79393 w 273857"/>
                  <a:gd name="connsiteY8" fmla="*/ 80507 h 371780"/>
                  <a:gd name="connsiteX9" fmla="*/ 79989 w 273857"/>
                  <a:gd name="connsiteY9" fmla="*/ 285391 h 371780"/>
                  <a:gd name="connsiteX10" fmla="*/ 227759 w 273857"/>
                  <a:gd name="connsiteY10" fmla="*/ 261225 h 371780"/>
                  <a:gd name="connsiteX11" fmla="*/ 273336 w 273857"/>
                  <a:gd name="connsiteY11" fmla="*/ 294050 h 371780"/>
                  <a:gd name="connsiteX12" fmla="*/ 240512 w 273857"/>
                  <a:gd name="connsiteY12" fmla="*/ 339626 h 371780"/>
                  <a:gd name="connsiteX13" fmla="*/ 46991 w 273857"/>
                  <a:gd name="connsiteY13" fmla="*/ 371135 h 371780"/>
                  <a:gd name="connsiteX14" fmla="*/ 40391 w 273857"/>
                  <a:gd name="connsiteY14" fmla="*/ 371780 h 371780"/>
                  <a:gd name="connsiteX15" fmla="*/ 171440 w 273857"/>
                  <a:gd name="connsiteY15" fmla="*/ 63537 h 371780"/>
                  <a:gd name="connsiteX16" fmla="*/ 171440 w 273857"/>
                  <a:gd name="connsiteY16" fmla="*/ 63537 h 37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3857" h="371780">
                    <a:moveTo>
                      <a:pt x="40391" y="371780"/>
                    </a:moveTo>
                    <a:cubicBezTo>
                      <a:pt x="18467" y="371780"/>
                      <a:pt x="695" y="354006"/>
                      <a:pt x="695" y="332084"/>
                    </a:cubicBezTo>
                    <a:lnTo>
                      <a:pt x="0" y="41307"/>
                    </a:lnTo>
                    <a:cubicBezTo>
                      <a:pt x="-1" y="19518"/>
                      <a:pt x="17561" y="1800"/>
                      <a:pt x="39349" y="1610"/>
                    </a:cubicBezTo>
                    <a:lnTo>
                      <a:pt x="186723" y="221"/>
                    </a:lnTo>
                    <a:cubicBezTo>
                      <a:pt x="214877" y="-2223"/>
                      <a:pt x="240736" y="15860"/>
                      <a:pt x="248104" y="43142"/>
                    </a:cubicBezTo>
                    <a:cubicBezTo>
                      <a:pt x="253793" y="64316"/>
                      <a:pt x="241240" y="86089"/>
                      <a:pt x="220068" y="91781"/>
                    </a:cubicBezTo>
                    <a:cubicBezTo>
                      <a:pt x="205436" y="95711"/>
                      <a:pt x="189844" y="90972"/>
                      <a:pt x="179875" y="79564"/>
                    </a:cubicBezTo>
                    <a:lnTo>
                      <a:pt x="79393" y="80507"/>
                    </a:lnTo>
                    <a:lnTo>
                      <a:pt x="79989" y="285391"/>
                    </a:lnTo>
                    <a:lnTo>
                      <a:pt x="227759" y="261225"/>
                    </a:lnTo>
                    <a:cubicBezTo>
                      <a:pt x="249409" y="257702"/>
                      <a:pt x="269814" y="272400"/>
                      <a:pt x="273336" y="294050"/>
                    </a:cubicBezTo>
                    <a:cubicBezTo>
                      <a:pt x="276857" y="315699"/>
                      <a:pt x="262162" y="336103"/>
                      <a:pt x="240512" y="339626"/>
                    </a:cubicBezTo>
                    <a:lnTo>
                      <a:pt x="46991" y="371135"/>
                    </a:lnTo>
                    <a:cubicBezTo>
                      <a:pt x="44813" y="371537"/>
                      <a:pt x="42605" y="371755"/>
                      <a:pt x="40391" y="371780"/>
                    </a:cubicBezTo>
                    <a:close/>
                    <a:moveTo>
                      <a:pt x="171440" y="63537"/>
                    </a:moveTo>
                    <a:lnTo>
                      <a:pt x="171440" y="63537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10" name="Picture Placeholder 33">
              <a:extLst>
                <a:ext uri="{FF2B5EF4-FFF2-40B4-BE49-F238E27FC236}">
                  <a16:creationId xmlns:a16="http://schemas.microsoft.com/office/drawing/2014/main" id="{BD756C93-FA86-40D2-B872-7E47DA578300}"/>
                </a:ext>
              </a:extLst>
            </p:cNvPr>
            <p:cNvGrpSpPr/>
            <p:nvPr/>
          </p:nvGrpSpPr>
          <p:grpSpPr>
            <a:xfrm>
              <a:off x="1846769" y="1421159"/>
              <a:ext cx="403436" cy="407038"/>
              <a:chOff x="1846769" y="1421159"/>
              <a:chExt cx="403436" cy="407038"/>
            </a:xfrm>
            <a:solidFill>
              <a:srgbClr val="C42828"/>
            </a:solidFill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D982891D-098A-7D48-9A78-ACC0B253B054}"/>
                  </a:ext>
                </a:extLst>
              </p:cNvPr>
              <p:cNvSpPr/>
              <p:nvPr/>
            </p:nvSpPr>
            <p:spPr>
              <a:xfrm>
                <a:off x="1895289" y="1468965"/>
                <a:ext cx="130972" cy="129141"/>
              </a:xfrm>
              <a:custGeom>
                <a:avLst/>
                <a:gdLst>
                  <a:gd name="connsiteX0" fmla="*/ 91182 w 130972"/>
                  <a:gd name="connsiteY0" fmla="*/ 129141 h 129141"/>
                  <a:gd name="connsiteX1" fmla="*/ 63543 w 130972"/>
                  <a:gd name="connsiteY1" fmla="*/ 117927 h 129141"/>
                  <a:gd name="connsiteX2" fmla="*/ 12136 w 130972"/>
                  <a:gd name="connsiteY2" fmla="*/ 68306 h 129141"/>
                  <a:gd name="connsiteX3" fmla="*/ 11143 w 130972"/>
                  <a:gd name="connsiteY3" fmla="*/ 12136 h 129141"/>
                  <a:gd name="connsiteX4" fmla="*/ 67314 w 130972"/>
                  <a:gd name="connsiteY4" fmla="*/ 11143 h 129141"/>
                  <a:gd name="connsiteX5" fmla="*/ 118721 w 130972"/>
                  <a:gd name="connsiteY5" fmla="*/ 60764 h 129141"/>
                  <a:gd name="connsiteX6" fmla="*/ 119957 w 130972"/>
                  <a:gd name="connsiteY6" fmla="*/ 116890 h 129141"/>
                  <a:gd name="connsiteX7" fmla="*/ 91182 w 130972"/>
                  <a:gd name="connsiteY7" fmla="*/ 129141 h 12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972" h="129141">
                    <a:moveTo>
                      <a:pt x="91182" y="129141"/>
                    </a:moveTo>
                    <a:cubicBezTo>
                      <a:pt x="80861" y="129138"/>
                      <a:pt x="70948" y="125116"/>
                      <a:pt x="63543" y="117927"/>
                    </a:cubicBezTo>
                    <a:lnTo>
                      <a:pt x="12136" y="68306"/>
                    </a:lnTo>
                    <a:cubicBezTo>
                      <a:pt x="-3650" y="53069"/>
                      <a:pt x="-4094" y="27921"/>
                      <a:pt x="11143" y="12136"/>
                    </a:cubicBezTo>
                    <a:cubicBezTo>
                      <a:pt x="26380" y="-3650"/>
                      <a:pt x="51529" y="-4094"/>
                      <a:pt x="67314" y="11143"/>
                    </a:cubicBezTo>
                    <a:lnTo>
                      <a:pt x="118721" y="60764"/>
                    </a:lnTo>
                    <a:cubicBezTo>
                      <a:pt x="134560" y="75922"/>
                      <a:pt x="135116" y="101050"/>
                      <a:pt x="119957" y="116890"/>
                    </a:cubicBezTo>
                    <a:cubicBezTo>
                      <a:pt x="112444" y="124740"/>
                      <a:pt x="102044" y="129167"/>
                      <a:pt x="91182" y="12914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60D4F749-F259-B648-9394-F99D9E087034}"/>
                  </a:ext>
                </a:extLst>
              </p:cNvPr>
              <p:cNvSpPr/>
              <p:nvPr/>
            </p:nvSpPr>
            <p:spPr>
              <a:xfrm>
                <a:off x="2010731" y="1421159"/>
                <a:ext cx="80544" cy="151293"/>
              </a:xfrm>
              <a:custGeom>
                <a:avLst/>
                <a:gdLst>
                  <a:gd name="connsiteX0" fmla="*/ 39701 w 80544"/>
                  <a:gd name="connsiteY0" fmla="*/ 151293 h 151293"/>
                  <a:gd name="connsiteX1" fmla="*/ 39106 w 80544"/>
                  <a:gd name="connsiteY1" fmla="*/ 151293 h 151293"/>
                  <a:gd name="connsiteX2" fmla="*/ 5 w 80544"/>
                  <a:gd name="connsiteY2" fmla="*/ 111010 h 151293"/>
                  <a:gd name="connsiteX3" fmla="*/ 5 w 80544"/>
                  <a:gd name="connsiteY3" fmla="*/ 111001 h 151293"/>
                  <a:gd name="connsiteX4" fmla="*/ 1146 w 80544"/>
                  <a:gd name="connsiteY4" fmla="*/ 39101 h 151293"/>
                  <a:gd name="connsiteX5" fmla="*/ 40842 w 80544"/>
                  <a:gd name="connsiteY5" fmla="*/ 0 h 151293"/>
                  <a:gd name="connsiteX6" fmla="*/ 41487 w 80544"/>
                  <a:gd name="connsiteY6" fmla="*/ 0 h 151293"/>
                  <a:gd name="connsiteX7" fmla="*/ 80539 w 80544"/>
                  <a:gd name="connsiteY7" fmla="*/ 40331 h 151293"/>
                  <a:gd name="connsiteX8" fmla="*/ 80539 w 80544"/>
                  <a:gd name="connsiteY8" fmla="*/ 40342 h 151293"/>
                  <a:gd name="connsiteX9" fmla="*/ 79447 w 80544"/>
                  <a:gd name="connsiteY9" fmla="*/ 112192 h 151293"/>
                  <a:gd name="connsiteX10" fmla="*/ 39701 w 80544"/>
                  <a:gd name="connsiteY10" fmla="*/ 151293 h 151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0544" h="151293">
                    <a:moveTo>
                      <a:pt x="39701" y="151293"/>
                    </a:moveTo>
                    <a:lnTo>
                      <a:pt x="39106" y="151293"/>
                    </a:lnTo>
                    <a:cubicBezTo>
                      <a:pt x="17183" y="150967"/>
                      <a:pt x="-323" y="132932"/>
                      <a:pt x="5" y="111010"/>
                    </a:cubicBezTo>
                    <a:cubicBezTo>
                      <a:pt x="5" y="111007"/>
                      <a:pt x="5" y="111004"/>
                      <a:pt x="5" y="111001"/>
                    </a:cubicBezTo>
                    <a:lnTo>
                      <a:pt x="1146" y="39101"/>
                    </a:lnTo>
                    <a:cubicBezTo>
                      <a:pt x="1473" y="17410"/>
                      <a:pt x="19148" y="-2"/>
                      <a:pt x="40842" y="0"/>
                    </a:cubicBezTo>
                    <a:lnTo>
                      <a:pt x="41487" y="0"/>
                    </a:lnTo>
                    <a:cubicBezTo>
                      <a:pt x="63410" y="353"/>
                      <a:pt x="80891" y="18410"/>
                      <a:pt x="80539" y="40331"/>
                    </a:cubicBezTo>
                    <a:cubicBezTo>
                      <a:pt x="80539" y="40335"/>
                      <a:pt x="80539" y="40338"/>
                      <a:pt x="80539" y="40342"/>
                    </a:cubicBezTo>
                    <a:lnTo>
                      <a:pt x="79447" y="112192"/>
                    </a:lnTo>
                    <a:cubicBezTo>
                      <a:pt x="79120" y="133902"/>
                      <a:pt x="61415" y="151323"/>
                      <a:pt x="39701" y="1512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E217B8FE-40AF-7E47-BECB-E82C93872C2B}"/>
                  </a:ext>
                </a:extLst>
              </p:cNvPr>
              <p:cNvSpPr/>
              <p:nvPr/>
            </p:nvSpPr>
            <p:spPr>
              <a:xfrm>
                <a:off x="2083335" y="1479328"/>
                <a:ext cx="119840" cy="115454"/>
              </a:xfrm>
              <a:custGeom>
                <a:avLst/>
                <a:gdLst>
                  <a:gd name="connsiteX0" fmla="*/ 39940 w 119840"/>
                  <a:gd name="connsiteY0" fmla="*/ 115454 h 115454"/>
                  <a:gd name="connsiteX1" fmla="*/ 1 w 119840"/>
                  <a:gd name="connsiteY1" fmla="*/ 76000 h 115454"/>
                  <a:gd name="connsiteX2" fmla="*/ 13443 w 119840"/>
                  <a:gd name="connsiteY2" fmla="*/ 45985 h 115454"/>
                  <a:gd name="connsiteX3" fmla="*/ 53437 w 119840"/>
                  <a:gd name="connsiteY3" fmla="*/ 10159 h 115454"/>
                  <a:gd name="connsiteX4" fmla="*/ 109682 w 119840"/>
                  <a:gd name="connsiteY4" fmla="*/ 13260 h 115454"/>
                  <a:gd name="connsiteX5" fmla="*/ 106581 w 119840"/>
                  <a:gd name="connsiteY5" fmla="*/ 69505 h 115454"/>
                  <a:gd name="connsiteX6" fmla="*/ 66636 w 119840"/>
                  <a:gd name="connsiteY6" fmla="*/ 105331 h 115454"/>
                  <a:gd name="connsiteX7" fmla="*/ 39940 w 119840"/>
                  <a:gd name="connsiteY7" fmla="*/ 115454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840" h="115454">
                    <a:moveTo>
                      <a:pt x="39940" y="115454"/>
                    </a:moveTo>
                    <a:cubicBezTo>
                      <a:pt x="18018" y="115588"/>
                      <a:pt x="135" y="97923"/>
                      <a:pt x="1" y="76000"/>
                    </a:cubicBezTo>
                    <a:cubicBezTo>
                      <a:pt x="-69" y="64522"/>
                      <a:pt x="4834" y="53577"/>
                      <a:pt x="13443" y="45985"/>
                    </a:cubicBezTo>
                    <a:lnTo>
                      <a:pt x="53437" y="10159"/>
                    </a:lnTo>
                    <a:cubicBezTo>
                      <a:pt x="69827" y="-4516"/>
                      <a:pt x="95010" y="-3128"/>
                      <a:pt x="109682" y="13260"/>
                    </a:cubicBezTo>
                    <a:cubicBezTo>
                      <a:pt x="124355" y="29648"/>
                      <a:pt x="122971" y="54830"/>
                      <a:pt x="106581" y="69505"/>
                    </a:cubicBezTo>
                    <a:lnTo>
                      <a:pt x="66636" y="105331"/>
                    </a:lnTo>
                    <a:cubicBezTo>
                      <a:pt x="59302" y="111900"/>
                      <a:pt x="49785" y="115508"/>
                      <a:pt x="39940" y="11545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50BC5EA1-7F71-904E-8DD8-96529E1CD1BB}"/>
                  </a:ext>
                </a:extLst>
              </p:cNvPr>
              <p:cNvSpPr/>
              <p:nvPr/>
            </p:nvSpPr>
            <p:spPr>
              <a:xfrm>
                <a:off x="2106453" y="1585502"/>
                <a:ext cx="143752" cy="80238"/>
              </a:xfrm>
              <a:custGeom>
                <a:avLst/>
                <a:gdLst>
                  <a:gd name="connsiteX0" fmla="*/ 103857 w 143752"/>
                  <a:gd name="connsiteY0" fmla="*/ 80188 h 80238"/>
                  <a:gd name="connsiteX1" fmla="*/ 103311 w 143752"/>
                  <a:gd name="connsiteY1" fmla="*/ 80188 h 80238"/>
                  <a:gd name="connsiteX2" fmla="*/ 39449 w 143752"/>
                  <a:gd name="connsiteY2" fmla="*/ 79394 h 80238"/>
                  <a:gd name="connsiteX3" fmla="*/ 1 w 143752"/>
                  <a:gd name="connsiteY3" fmla="*/ 39449 h 80238"/>
                  <a:gd name="connsiteX4" fmla="*/ 39945 w 143752"/>
                  <a:gd name="connsiteY4" fmla="*/ 1 h 80238"/>
                  <a:gd name="connsiteX5" fmla="*/ 40442 w 143752"/>
                  <a:gd name="connsiteY5" fmla="*/ 1 h 80238"/>
                  <a:gd name="connsiteX6" fmla="*/ 104304 w 143752"/>
                  <a:gd name="connsiteY6" fmla="*/ 844 h 80238"/>
                  <a:gd name="connsiteX7" fmla="*/ 143752 w 143752"/>
                  <a:gd name="connsiteY7" fmla="*/ 40789 h 80238"/>
                  <a:gd name="connsiteX8" fmla="*/ 103807 w 143752"/>
                  <a:gd name="connsiteY8" fmla="*/ 80237 h 8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3752" h="80238">
                    <a:moveTo>
                      <a:pt x="103857" y="80188"/>
                    </a:moveTo>
                    <a:lnTo>
                      <a:pt x="103311" y="80188"/>
                    </a:lnTo>
                    <a:lnTo>
                      <a:pt x="39449" y="79394"/>
                    </a:lnTo>
                    <a:cubicBezTo>
                      <a:pt x="17527" y="79257"/>
                      <a:pt x="-138" y="61373"/>
                      <a:pt x="1" y="39449"/>
                    </a:cubicBezTo>
                    <a:cubicBezTo>
                      <a:pt x="140" y="17525"/>
                      <a:pt x="18023" y="-136"/>
                      <a:pt x="39945" y="1"/>
                    </a:cubicBezTo>
                    <a:lnTo>
                      <a:pt x="40442" y="1"/>
                    </a:lnTo>
                    <a:lnTo>
                      <a:pt x="104304" y="844"/>
                    </a:lnTo>
                    <a:cubicBezTo>
                      <a:pt x="126226" y="981"/>
                      <a:pt x="143891" y="18865"/>
                      <a:pt x="143752" y="40789"/>
                    </a:cubicBezTo>
                    <a:cubicBezTo>
                      <a:pt x="143613" y="62713"/>
                      <a:pt x="125730" y="80374"/>
                      <a:pt x="103807" y="8023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727B9885-7689-A243-BFCA-6CF10D8C1149}"/>
                  </a:ext>
                </a:extLst>
              </p:cNvPr>
              <p:cNvSpPr/>
              <p:nvPr/>
            </p:nvSpPr>
            <p:spPr>
              <a:xfrm>
                <a:off x="2078185" y="1665586"/>
                <a:ext cx="117684" cy="119193"/>
              </a:xfrm>
              <a:custGeom>
                <a:avLst/>
                <a:gdLst>
                  <a:gd name="connsiteX0" fmla="*/ 78237 w 117684"/>
                  <a:gd name="connsiteY0" fmla="*/ 119193 h 119193"/>
                  <a:gd name="connsiteX1" fmla="*/ 49655 w 117684"/>
                  <a:gd name="connsiteY1" fmla="*/ 107086 h 119193"/>
                  <a:gd name="connsiteX2" fmla="*/ 12837 w 117684"/>
                  <a:gd name="connsiteY2" fmla="*/ 68928 h 119193"/>
                  <a:gd name="connsiteX3" fmla="*/ 10465 w 117684"/>
                  <a:gd name="connsiteY3" fmla="*/ 12838 h 119193"/>
                  <a:gd name="connsiteX4" fmla="*/ 66556 w 117684"/>
                  <a:gd name="connsiteY4" fmla="*/ 10466 h 119193"/>
                  <a:gd name="connsiteX5" fmla="*/ 69950 w 117684"/>
                  <a:gd name="connsiteY5" fmla="*/ 13997 h 119193"/>
                  <a:gd name="connsiteX6" fmla="*/ 106769 w 117684"/>
                  <a:gd name="connsiteY6" fmla="*/ 52156 h 119193"/>
                  <a:gd name="connsiteX7" fmla="*/ 105330 w 117684"/>
                  <a:gd name="connsiteY7" fmla="*/ 108277 h 119193"/>
                  <a:gd name="connsiteX8" fmla="*/ 78237 w 117684"/>
                  <a:gd name="connsiteY8" fmla="*/ 119193 h 119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684" h="119193">
                    <a:moveTo>
                      <a:pt x="78237" y="119193"/>
                    </a:moveTo>
                    <a:cubicBezTo>
                      <a:pt x="67459" y="119204"/>
                      <a:pt x="57143" y="114834"/>
                      <a:pt x="49655" y="107086"/>
                    </a:cubicBezTo>
                    <a:lnTo>
                      <a:pt x="12837" y="68928"/>
                    </a:lnTo>
                    <a:cubicBezTo>
                      <a:pt x="-3305" y="54094"/>
                      <a:pt x="-4367" y="28982"/>
                      <a:pt x="10465" y="12838"/>
                    </a:cubicBezTo>
                    <a:cubicBezTo>
                      <a:pt x="25296" y="-3305"/>
                      <a:pt x="50409" y="-4368"/>
                      <a:pt x="66556" y="10466"/>
                    </a:cubicBezTo>
                    <a:cubicBezTo>
                      <a:pt x="67757" y="11572"/>
                      <a:pt x="68893" y="12751"/>
                      <a:pt x="69950" y="13997"/>
                    </a:cubicBezTo>
                    <a:lnTo>
                      <a:pt x="106769" y="52156"/>
                    </a:lnTo>
                    <a:cubicBezTo>
                      <a:pt x="121868" y="68050"/>
                      <a:pt x="121223" y="93176"/>
                      <a:pt x="105330" y="108277"/>
                    </a:cubicBezTo>
                    <a:cubicBezTo>
                      <a:pt x="98016" y="115227"/>
                      <a:pt x="88330" y="119130"/>
                      <a:pt x="78237" y="1191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2DA765F7-F617-1A4E-B080-1BE0F154F83B}"/>
                  </a:ext>
                </a:extLst>
              </p:cNvPr>
              <p:cNvSpPr/>
              <p:nvPr/>
            </p:nvSpPr>
            <p:spPr>
              <a:xfrm>
                <a:off x="2007808" y="1686928"/>
                <a:ext cx="79393" cy="141270"/>
              </a:xfrm>
              <a:custGeom>
                <a:avLst/>
                <a:gdLst>
                  <a:gd name="connsiteX0" fmla="*/ 39697 w 79393"/>
                  <a:gd name="connsiteY0" fmla="*/ 141270 h 141270"/>
                  <a:gd name="connsiteX1" fmla="*/ 0 w 79393"/>
                  <a:gd name="connsiteY1" fmla="*/ 101574 h 141270"/>
                  <a:gd name="connsiteX2" fmla="*/ 0 w 79393"/>
                  <a:gd name="connsiteY2" fmla="*/ 39697 h 141270"/>
                  <a:gd name="connsiteX3" fmla="*/ 39697 w 79393"/>
                  <a:gd name="connsiteY3" fmla="*/ 0 h 141270"/>
                  <a:gd name="connsiteX4" fmla="*/ 39697 w 79393"/>
                  <a:gd name="connsiteY4" fmla="*/ 0 h 141270"/>
                  <a:gd name="connsiteX5" fmla="*/ 79393 w 79393"/>
                  <a:gd name="connsiteY5" fmla="*/ 39697 h 141270"/>
                  <a:gd name="connsiteX6" fmla="*/ 79393 w 79393"/>
                  <a:gd name="connsiteY6" fmla="*/ 101524 h 141270"/>
                  <a:gd name="connsiteX7" fmla="*/ 39697 w 79393"/>
                  <a:gd name="connsiteY7" fmla="*/ 141220 h 14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393" h="141270">
                    <a:moveTo>
                      <a:pt x="39697" y="141270"/>
                    </a:moveTo>
                    <a:cubicBezTo>
                      <a:pt x="17774" y="141270"/>
                      <a:pt x="0" y="123497"/>
                      <a:pt x="0" y="101574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lnTo>
                      <a:pt x="39697" y="0"/>
                    </a:ln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01524"/>
                    </a:lnTo>
                    <a:cubicBezTo>
                      <a:pt x="79393" y="123448"/>
                      <a:pt x="61619" y="141220"/>
                      <a:pt x="39697" y="14122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AA52860-588B-6047-B4A3-244B87CDB27B}"/>
                  </a:ext>
                </a:extLst>
              </p:cNvPr>
              <p:cNvSpPr/>
              <p:nvPr/>
            </p:nvSpPr>
            <p:spPr>
              <a:xfrm>
                <a:off x="1898360" y="1651095"/>
                <a:ext cx="121735" cy="122570"/>
              </a:xfrm>
              <a:custGeom>
                <a:avLst/>
                <a:gdLst>
                  <a:gd name="connsiteX0" fmla="*/ 39731 w 121735"/>
                  <a:gd name="connsiteY0" fmla="*/ 122570 h 122570"/>
                  <a:gd name="connsiteX1" fmla="*/ 0 w 121735"/>
                  <a:gd name="connsiteY1" fmla="*/ 82907 h 122570"/>
                  <a:gd name="connsiteX2" fmla="*/ 11348 w 121735"/>
                  <a:gd name="connsiteY2" fmla="*/ 55086 h 122570"/>
                  <a:gd name="connsiteX3" fmla="*/ 53674 w 121735"/>
                  <a:gd name="connsiteY3" fmla="*/ 11916 h 122570"/>
                  <a:gd name="connsiteX4" fmla="*/ 109820 w 121735"/>
                  <a:gd name="connsiteY4" fmla="*/ 11345 h 122570"/>
                  <a:gd name="connsiteX5" fmla="*/ 110391 w 121735"/>
                  <a:gd name="connsiteY5" fmla="*/ 67491 h 122570"/>
                  <a:gd name="connsiteX6" fmla="*/ 68263 w 121735"/>
                  <a:gd name="connsiteY6" fmla="*/ 110661 h 122570"/>
                  <a:gd name="connsiteX7" fmla="*/ 39731 w 121735"/>
                  <a:gd name="connsiteY7" fmla="*/ 122570 h 12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735" h="122570">
                    <a:moveTo>
                      <a:pt x="39731" y="122570"/>
                    </a:moveTo>
                    <a:cubicBezTo>
                      <a:pt x="17807" y="122589"/>
                      <a:pt x="19" y="104831"/>
                      <a:pt x="0" y="82907"/>
                    </a:cubicBezTo>
                    <a:cubicBezTo>
                      <a:pt x="-9" y="72505"/>
                      <a:pt x="4066" y="62514"/>
                      <a:pt x="11348" y="55086"/>
                    </a:cubicBezTo>
                    <a:lnTo>
                      <a:pt x="53674" y="11916"/>
                    </a:lnTo>
                    <a:cubicBezTo>
                      <a:pt x="69021" y="-3746"/>
                      <a:pt x="94160" y="-4002"/>
                      <a:pt x="109820" y="11345"/>
                    </a:cubicBezTo>
                    <a:cubicBezTo>
                      <a:pt x="125480" y="26692"/>
                      <a:pt x="125738" y="51829"/>
                      <a:pt x="110391" y="67491"/>
                    </a:cubicBezTo>
                    <a:lnTo>
                      <a:pt x="68263" y="110661"/>
                    </a:lnTo>
                    <a:cubicBezTo>
                      <a:pt x="60752" y="118323"/>
                      <a:pt x="50460" y="122619"/>
                      <a:pt x="39731" y="12257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126F7F66-A7A8-C546-9802-F35282BA1271}"/>
                  </a:ext>
                </a:extLst>
              </p:cNvPr>
              <p:cNvSpPr/>
              <p:nvPr/>
            </p:nvSpPr>
            <p:spPr>
              <a:xfrm>
                <a:off x="1846769" y="1579901"/>
                <a:ext cx="147106" cy="82574"/>
              </a:xfrm>
              <a:custGeom>
                <a:avLst/>
                <a:gdLst>
                  <a:gd name="connsiteX0" fmla="*/ 106456 w 147106"/>
                  <a:gd name="connsiteY0" fmla="*/ 82564 h 82574"/>
                  <a:gd name="connsiteX1" fmla="*/ 104570 w 147106"/>
                  <a:gd name="connsiteY1" fmla="*/ 82564 h 82574"/>
                  <a:gd name="connsiteX2" fmla="*/ 37880 w 147106"/>
                  <a:gd name="connsiteY2" fmla="*/ 79437 h 82574"/>
                  <a:gd name="connsiteX3" fmla="*/ 44 w 147106"/>
                  <a:gd name="connsiteY3" fmla="*/ 37880 h 82574"/>
                  <a:gd name="connsiteX4" fmla="*/ 41602 w 147106"/>
                  <a:gd name="connsiteY4" fmla="*/ 44 h 82574"/>
                  <a:gd name="connsiteX5" fmla="*/ 108342 w 147106"/>
                  <a:gd name="connsiteY5" fmla="*/ 3170 h 82574"/>
                  <a:gd name="connsiteX6" fmla="*/ 147095 w 147106"/>
                  <a:gd name="connsiteY6" fmla="*/ 43810 h 82574"/>
                  <a:gd name="connsiteX7" fmla="*/ 106456 w 147106"/>
                  <a:gd name="connsiteY7" fmla="*/ 82564 h 8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106" h="82574">
                    <a:moveTo>
                      <a:pt x="106456" y="82564"/>
                    </a:moveTo>
                    <a:lnTo>
                      <a:pt x="104570" y="82564"/>
                    </a:lnTo>
                    <a:lnTo>
                      <a:pt x="37880" y="79437"/>
                    </a:lnTo>
                    <a:cubicBezTo>
                      <a:pt x="15956" y="78410"/>
                      <a:pt x="-983" y="59804"/>
                      <a:pt x="44" y="37880"/>
                    </a:cubicBezTo>
                    <a:cubicBezTo>
                      <a:pt x="1072" y="15956"/>
                      <a:pt x="19678" y="-983"/>
                      <a:pt x="41602" y="44"/>
                    </a:cubicBezTo>
                    <a:lnTo>
                      <a:pt x="108342" y="3170"/>
                    </a:lnTo>
                    <a:cubicBezTo>
                      <a:pt x="130264" y="3691"/>
                      <a:pt x="147616" y="21886"/>
                      <a:pt x="147095" y="43810"/>
                    </a:cubicBezTo>
                    <a:cubicBezTo>
                      <a:pt x="146574" y="65734"/>
                      <a:pt x="128379" y="83084"/>
                      <a:pt x="106456" y="8256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BD5EB894-5E4F-AA47-8F2F-7200D5123673}"/>
                  </a:ext>
                </a:extLst>
              </p:cNvPr>
              <p:cNvSpPr/>
              <p:nvPr/>
            </p:nvSpPr>
            <p:spPr>
              <a:xfrm>
                <a:off x="1918165" y="1493061"/>
                <a:ext cx="267953" cy="267951"/>
              </a:xfrm>
              <a:custGeom>
                <a:avLst/>
                <a:gdLst>
                  <a:gd name="connsiteX0" fmla="*/ 133458 w 267953"/>
                  <a:gd name="connsiteY0" fmla="*/ 267951 h 267951"/>
                  <a:gd name="connsiteX1" fmla="*/ 1 w 267953"/>
                  <a:gd name="connsiteY1" fmla="*/ 133458 h 267951"/>
                  <a:gd name="connsiteX2" fmla="*/ 134496 w 267953"/>
                  <a:gd name="connsiteY2" fmla="*/ 1 h 267951"/>
                  <a:gd name="connsiteX3" fmla="*/ 230616 w 267953"/>
                  <a:gd name="connsiteY3" fmla="*/ 41184 h 267951"/>
                  <a:gd name="connsiteX4" fmla="*/ 230616 w 267953"/>
                  <a:gd name="connsiteY4" fmla="*/ 41184 h 267951"/>
                  <a:gd name="connsiteX5" fmla="*/ 226770 w 267953"/>
                  <a:gd name="connsiteY5" fmla="*/ 230616 h 267951"/>
                  <a:gd name="connsiteX6" fmla="*/ 133458 w 267953"/>
                  <a:gd name="connsiteY6" fmla="*/ 267951 h 267951"/>
                  <a:gd name="connsiteX7" fmla="*/ 133458 w 267953"/>
                  <a:gd name="connsiteY7" fmla="*/ 78995 h 267951"/>
                  <a:gd name="connsiteX8" fmla="*/ 79020 w 267953"/>
                  <a:gd name="connsiteY8" fmla="*/ 133719 h 267951"/>
                  <a:gd name="connsiteX9" fmla="*/ 133741 w 267953"/>
                  <a:gd name="connsiteY9" fmla="*/ 188160 h 267951"/>
                  <a:gd name="connsiteX10" fmla="*/ 188185 w 267953"/>
                  <a:gd name="connsiteY10" fmla="*/ 133436 h 267951"/>
                  <a:gd name="connsiteX11" fmla="*/ 173155 w 267953"/>
                  <a:gd name="connsiteY11" fmla="*/ 95965 h 267951"/>
                  <a:gd name="connsiteX12" fmla="*/ 133409 w 267953"/>
                  <a:gd name="connsiteY12" fmla="*/ 78995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953" h="267951">
                    <a:moveTo>
                      <a:pt x="133458" y="267951"/>
                    </a:moveTo>
                    <a:cubicBezTo>
                      <a:pt x="59464" y="267665"/>
                      <a:pt x="-285" y="207451"/>
                      <a:pt x="1" y="133458"/>
                    </a:cubicBezTo>
                    <a:cubicBezTo>
                      <a:pt x="287" y="59466"/>
                      <a:pt x="60501" y="-285"/>
                      <a:pt x="134496" y="1"/>
                    </a:cubicBezTo>
                    <a:cubicBezTo>
                      <a:pt x="170788" y="141"/>
                      <a:pt x="205478" y="15002"/>
                      <a:pt x="230616" y="41184"/>
                    </a:cubicBezTo>
                    <a:lnTo>
                      <a:pt x="230616" y="41184"/>
                    </a:lnTo>
                    <a:cubicBezTo>
                      <a:pt x="281864" y="94557"/>
                      <a:pt x="280142" y="179368"/>
                      <a:pt x="226770" y="230616"/>
                    </a:cubicBezTo>
                    <a:cubicBezTo>
                      <a:pt x="201687" y="254697"/>
                      <a:pt x="168228" y="268085"/>
                      <a:pt x="133458" y="267951"/>
                    </a:cubicBezTo>
                    <a:close/>
                    <a:moveTo>
                      <a:pt x="133458" y="78995"/>
                    </a:moveTo>
                    <a:cubicBezTo>
                      <a:pt x="103314" y="79074"/>
                      <a:pt x="78940" y="103574"/>
                      <a:pt x="79020" y="133719"/>
                    </a:cubicBezTo>
                    <a:cubicBezTo>
                      <a:pt x="79094" y="163864"/>
                      <a:pt x="103597" y="188239"/>
                      <a:pt x="133741" y="188160"/>
                    </a:cubicBezTo>
                    <a:cubicBezTo>
                      <a:pt x="163886" y="188082"/>
                      <a:pt x="188260" y="163581"/>
                      <a:pt x="188185" y="133436"/>
                    </a:cubicBezTo>
                    <a:cubicBezTo>
                      <a:pt x="188146" y="119484"/>
                      <a:pt x="182772" y="106076"/>
                      <a:pt x="173155" y="95965"/>
                    </a:cubicBezTo>
                    <a:cubicBezTo>
                      <a:pt x="162804" y="85081"/>
                      <a:pt x="148429" y="78943"/>
                      <a:pt x="133409" y="7899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20" name="Picture Placeholder 35">
            <a:extLst>
              <a:ext uri="{FF2B5EF4-FFF2-40B4-BE49-F238E27FC236}">
                <a16:creationId xmlns:a16="http://schemas.microsoft.com/office/drawing/2014/main" id="{B2508735-E4AF-47D5-A02D-75C5930041ED}"/>
              </a:ext>
            </a:extLst>
          </p:cNvPr>
          <p:cNvGrpSpPr>
            <a:grpSpLocks noChangeAspect="1"/>
          </p:cNvGrpSpPr>
          <p:nvPr/>
        </p:nvGrpSpPr>
        <p:grpSpPr>
          <a:xfrm>
            <a:off x="2805688" y="1443927"/>
            <a:ext cx="842841" cy="785908"/>
            <a:chOff x="2805688" y="1443927"/>
            <a:chExt cx="842841" cy="785908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F48B7D7-7DD2-764F-B4E2-2DFA5D51C503}"/>
                </a:ext>
              </a:extLst>
            </p:cNvPr>
            <p:cNvSpPr/>
            <p:nvPr/>
          </p:nvSpPr>
          <p:spPr>
            <a:xfrm>
              <a:off x="3317132" y="1684625"/>
              <a:ext cx="156241" cy="259883"/>
            </a:xfrm>
            <a:custGeom>
              <a:avLst/>
              <a:gdLst>
                <a:gd name="connsiteX0" fmla="*/ 41430 w 156241"/>
                <a:gd name="connsiteY0" fmla="*/ 259883 h 259883"/>
                <a:gd name="connsiteX1" fmla="*/ 3718 w 156241"/>
                <a:gd name="connsiteY1" fmla="*/ 232542 h 259883"/>
                <a:gd name="connsiteX2" fmla="*/ 84848 w 156241"/>
                <a:gd name="connsiteY2" fmla="*/ 15799 h 259883"/>
                <a:gd name="connsiteX3" fmla="*/ 140443 w 156241"/>
                <a:gd name="connsiteY3" fmla="*/ 8003 h 259883"/>
                <a:gd name="connsiteX4" fmla="*/ 148238 w 156241"/>
                <a:gd name="connsiteY4" fmla="*/ 63599 h 259883"/>
                <a:gd name="connsiteX5" fmla="*/ 147072 w 156241"/>
                <a:gd name="connsiteY5" fmla="*/ 65072 h 259883"/>
                <a:gd name="connsiteX6" fmla="*/ 79290 w 156241"/>
                <a:gd name="connsiteY6" fmla="*/ 207980 h 259883"/>
                <a:gd name="connsiteX7" fmla="*/ 53726 w 156241"/>
                <a:gd name="connsiteY7" fmla="*/ 257958 h 259883"/>
                <a:gd name="connsiteX8" fmla="*/ 41430 w 156241"/>
                <a:gd name="connsiteY8" fmla="*/ 259883 h 25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241" h="259883">
                  <a:moveTo>
                    <a:pt x="41430" y="259883"/>
                  </a:moveTo>
                  <a:cubicBezTo>
                    <a:pt x="24271" y="259878"/>
                    <a:pt x="9057" y="248848"/>
                    <a:pt x="3718" y="232542"/>
                  </a:cubicBezTo>
                  <a:cubicBezTo>
                    <a:pt x="-599" y="219244"/>
                    <a:pt x="-17470" y="144813"/>
                    <a:pt x="84848" y="15799"/>
                  </a:cubicBezTo>
                  <a:cubicBezTo>
                    <a:pt x="98047" y="-1706"/>
                    <a:pt x="122937" y="-5196"/>
                    <a:pt x="140443" y="8003"/>
                  </a:cubicBezTo>
                  <a:cubicBezTo>
                    <a:pt x="157949" y="21203"/>
                    <a:pt x="161437" y="46094"/>
                    <a:pt x="148238" y="63599"/>
                  </a:cubicBezTo>
                  <a:cubicBezTo>
                    <a:pt x="147861" y="64099"/>
                    <a:pt x="147474" y="64591"/>
                    <a:pt x="147072" y="65072"/>
                  </a:cubicBezTo>
                  <a:cubicBezTo>
                    <a:pt x="73336" y="158210"/>
                    <a:pt x="79141" y="207583"/>
                    <a:pt x="79290" y="207980"/>
                  </a:cubicBezTo>
                  <a:cubicBezTo>
                    <a:pt x="86034" y="228841"/>
                    <a:pt x="74586" y="251220"/>
                    <a:pt x="53726" y="257958"/>
                  </a:cubicBezTo>
                  <a:cubicBezTo>
                    <a:pt x="49751" y="259243"/>
                    <a:pt x="45603" y="259893"/>
                    <a:pt x="41430" y="2598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5678506A-D39F-2A41-AD0D-D4822139D8CA}"/>
                </a:ext>
              </a:extLst>
            </p:cNvPr>
            <p:cNvSpPr/>
            <p:nvPr/>
          </p:nvSpPr>
          <p:spPr>
            <a:xfrm>
              <a:off x="3221541" y="1613027"/>
              <a:ext cx="181367" cy="325577"/>
            </a:xfrm>
            <a:custGeom>
              <a:avLst/>
              <a:gdLst>
                <a:gd name="connsiteX0" fmla="*/ 135284 w 181367"/>
                <a:gd name="connsiteY0" fmla="*/ 325577 h 325577"/>
                <a:gd name="connsiteX1" fmla="*/ 125360 w 181367"/>
                <a:gd name="connsiteY1" fmla="*/ 324337 h 325577"/>
                <a:gd name="connsiteX2" fmla="*/ 96759 w 181367"/>
                <a:gd name="connsiteY2" fmla="*/ 276028 h 325577"/>
                <a:gd name="connsiteX3" fmla="*/ 96779 w 181367"/>
                <a:gd name="connsiteY3" fmla="*/ 275956 h 325577"/>
                <a:gd name="connsiteX4" fmla="*/ 18179 w 181367"/>
                <a:gd name="connsiteY4" fmla="*/ 73057 h 325577"/>
                <a:gd name="connsiteX5" fmla="*/ 6346 w 181367"/>
                <a:gd name="connsiteY5" fmla="*/ 18179 h 325577"/>
                <a:gd name="connsiteX6" fmla="*/ 57628 w 181367"/>
                <a:gd name="connsiteY6" fmla="*/ 4283 h 325577"/>
                <a:gd name="connsiteX7" fmla="*/ 173790 w 181367"/>
                <a:gd name="connsiteY7" fmla="*/ 295457 h 325577"/>
                <a:gd name="connsiteX8" fmla="*/ 135284 w 181367"/>
                <a:gd name="connsiteY8" fmla="*/ 325577 h 32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367" h="325577">
                  <a:moveTo>
                    <a:pt x="135284" y="325577"/>
                  </a:moveTo>
                  <a:cubicBezTo>
                    <a:pt x="131935" y="325592"/>
                    <a:pt x="128600" y="325175"/>
                    <a:pt x="125360" y="324337"/>
                  </a:cubicBezTo>
                  <a:cubicBezTo>
                    <a:pt x="104122" y="318893"/>
                    <a:pt x="91315" y="297268"/>
                    <a:pt x="96759" y="276028"/>
                  </a:cubicBezTo>
                  <a:cubicBezTo>
                    <a:pt x="96769" y="276005"/>
                    <a:pt x="96774" y="275980"/>
                    <a:pt x="96779" y="275956"/>
                  </a:cubicBezTo>
                  <a:cubicBezTo>
                    <a:pt x="98218" y="269952"/>
                    <a:pt x="129230" y="136522"/>
                    <a:pt x="18179" y="73057"/>
                  </a:cubicBezTo>
                  <a:cubicBezTo>
                    <a:pt x="-243" y="61171"/>
                    <a:pt x="-5541" y="36602"/>
                    <a:pt x="6346" y="18179"/>
                  </a:cubicBezTo>
                  <a:cubicBezTo>
                    <a:pt x="17363" y="1104"/>
                    <a:pt x="39497" y="-4894"/>
                    <a:pt x="57628" y="4283"/>
                  </a:cubicBezTo>
                  <a:cubicBezTo>
                    <a:pt x="188875" y="79310"/>
                    <a:pt x="191008" y="227576"/>
                    <a:pt x="173790" y="295457"/>
                  </a:cubicBezTo>
                  <a:cubicBezTo>
                    <a:pt x="169394" y="313147"/>
                    <a:pt x="153515" y="325567"/>
                    <a:pt x="135284" y="3255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7B57251-7157-B947-8F5D-CF7BA323FDF8}"/>
                </a:ext>
              </a:extLst>
            </p:cNvPr>
            <p:cNvSpPr/>
            <p:nvPr/>
          </p:nvSpPr>
          <p:spPr>
            <a:xfrm>
              <a:off x="3380765" y="1530106"/>
              <a:ext cx="245922" cy="255368"/>
            </a:xfrm>
            <a:custGeom>
              <a:avLst/>
              <a:gdLst>
                <a:gd name="connsiteX0" fmla="*/ 103486 w 245922"/>
                <a:gd name="connsiteY0" fmla="*/ 255369 h 255368"/>
                <a:gd name="connsiteX1" fmla="*/ 41956 w 245922"/>
                <a:gd name="connsiteY1" fmla="*/ 234379 h 255368"/>
                <a:gd name="connsiteX2" fmla="*/ 4691 w 245922"/>
                <a:gd name="connsiteY2" fmla="*/ 119209 h 255368"/>
                <a:gd name="connsiteX3" fmla="*/ 80363 w 245922"/>
                <a:gd name="connsiteY3" fmla="*/ 32324 h 255368"/>
                <a:gd name="connsiteX4" fmla="*/ 204861 w 245922"/>
                <a:gd name="connsiteY4" fmla="*/ 20 h 255368"/>
                <a:gd name="connsiteX5" fmla="*/ 238554 w 245922"/>
                <a:gd name="connsiteY5" fmla="*/ 16495 h 255368"/>
                <a:gd name="connsiteX6" fmla="*/ 243267 w 245922"/>
                <a:gd name="connsiteY6" fmla="*/ 53809 h 255368"/>
                <a:gd name="connsiteX7" fmla="*/ 236321 w 245922"/>
                <a:gd name="connsiteY7" fmla="*/ 90429 h 255368"/>
                <a:gd name="connsiteX8" fmla="*/ 234385 w 245922"/>
                <a:gd name="connsiteY8" fmla="*/ 106060 h 255368"/>
                <a:gd name="connsiteX9" fmla="*/ 208037 w 245922"/>
                <a:gd name="connsiteY9" fmla="*/ 190415 h 255368"/>
                <a:gd name="connsiteX10" fmla="*/ 123681 w 245922"/>
                <a:gd name="connsiteY10" fmla="*/ 253384 h 255368"/>
                <a:gd name="connsiteX11" fmla="*/ 103486 w 245922"/>
                <a:gd name="connsiteY11" fmla="*/ 255369 h 255368"/>
                <a:gd name="connsiteX12" fmla="*/ 156828 w 245922"/>
                <a:gd name="connsiteY12" fmla="*/ 86906 h 255368"/>
                <a:gd name="connsiteX13" fmla="*/ 118174 w 245922"/>
                <a:gd name="connsiteY13" fmla="*/ 102090 h 255368"/>
                <a:gd name="connsiteX14" fmla="*/ 80859 w 245922"/>
                <a:gd name="connsiteY14" fmla="*/ 141787 h 255368"/>
                <a:gd name="connsiteX15" fmla="*/ 89691 w 245922"/>
                <a:gd name="connsiteY15" fmla="*/ 171063 h 255368"/>
                <a:gd name="connsiteX16" fmla="*/ 89691 w 245922"/>
                <a:gd name="connsiteY16" fmla="*/ 171063 h 255368"/>
                <a:gd name="connsiteX17" fmla="*/ 107952 w 245922"/>
                <a:gd name="connsiteY17" fmla="*/ 175578 h 255368"/>
                <a:gd name="connsiteX18" fmla="*/ 139659 w 245922"/>
                <a:gd name="connsiteY18" fmla="*/ 150222 h 255368"/>
                <a:gd name="connsiteX19" fmla="*/ 155786 w 245922"/>
                <a:gd name="connsiteY19" fmla="*/ 95292 h 255368"/>
                <a:gd name="connsiteX20" fmla="*/ 156828 w 245922"/>
                <a:gd name="connsiteY20" fmla="*/ 86906 h 255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5922" h="255368">
                  <a:moveTo>
                    <a:pt x="103486" y="255369"/>
                  </a:moveTo>
                  <a:cubicBezTo>
                    <a:pt x="81231" y="255284"/>
                    <a:pt x="59621" y="247911"/>
                    <a:pt x="41956" y="234379"/>
                  </a:cubicBezTo>
                  <a:cubicBezTo>
                    <a:pt x="6502" y="207679"/>
                    <a:pt x="-8399" y="161616"/>
                    <a:pt x="4691" y="119209"/>
                  </a:cubicBezTo>
                  <a:cubicBezTo>
                    <a:pt x="15111" y="83979"/>
                    <a:pt x="41956" y="53115"/>
                    <a:pt x="80363" y="32324"/>
                  </a:cubicBezTo>
                  <a:cubicBezTo>
                    <a:pt x="118888" y="12290"/>
                    <a:pt x="161453" y="1246"/>
                    <a:pt x="204861" y="20"/>
                  </a:cubicBezTo>
                  <a:cubicBezTo>
                    <a:pt x="218125" y="-403"/>
                    <a:pt x="230743" y="5765"/>
                    <a:pt x="238554" y="16495"/>
                  </a:cubicBezTo>
                  <a:cubicBezTo>
                    <a:pt x="246289" y="27352"/>
                    <a:pt x="248061" y="41369"/>
                    <a:pt x="243267" y="53809"/>
                  </a:cubicBezTo>
                  <a:cubicBezTo>
                    <a:pt x="239531" y="65703"/>
                    <a:pt x="237199" y="77993"/>
                    <a:pt x="236321" y="90429"/>
                  </a:cubicBezTo>
                  <a:cubicBezTo>
                    <a:pt x="235725" y="95689"/>
                    <a:pt x="235130" y="100899"/>
                    <a:pt x="234385" y="106060"/>
                  </a:cubicBezTo>
                  <a:cubicBezTo>
                    <a:pt x="230962" y="130225"/>
                    <a:pt x="224908" y="161635"/>
                    <a:pt x="208037" y="190415"/>
                  </a:cubicBezTo>
                  <a:cubicBezTo>
                    <a:pt x="188784" y="223115"/>
                    <a:pt x="157175" y="246635"/>
                    <a:pt x="123681" y="253384"/>
                  </a:cubicBezTo>
                  <a:cubicBezTo>
                    <a:pt x="117027" y="254695"/>
                    <a:pt x="110264" y="255360"/>
                    <a:pt x="103486" y="255369"/>
                  </a:cubicBezTo>
                  <a:close/>
                  <a:moveTo>
                    <a:pt x="156828" y="86906"/>
                  </a:moveTo>
                  <a:cubicBezTo>
                    <a:pt x="143416" y="90501"/>
                    <a:pt x="130450" y="95594"/>
                    <a:pt x="118174" y="102090"/>
                  </a:cubicBezTo>
                  <a:cubicBezTo>
                    <a:pt x="106761" y="108293"/>
                    <a:pt x="86764" y="121641"/>
                    <a:pt x="80859" y="141787"/>
                  </a:cubicBezTo>
                  <a:cubicBezTo>
                    <a:pt x="77241" y="152430"/>
                    <a:pt x="80794" y="164195"/>
                    <a:pt x="89691" y="171063"/>
                  </a:cubicBezTo>
                  <a:lnTo>
                    <a:pt x="89691" y="171063"/>
                  </a:lnTo>
                  <a:cubicBezTo>
                    <a:pt x="94753" y="175315"/>
                    <a:pt x="101496" y="176982"/>
                    <a:pt x="107952" y="175578"/>
                  </a:cubicBezTo>
                  <a:cubicBezTo>
                    <a:pt x="119464" y="173296"/>
                    <a:pt x="131919" y="163322"/>
                    <a:pt x="139659" y="150222"/>
                  </a:cubicBezTo>
                  <a:cubicBezTo>
                    <a:pt x="149335" y="133748"/>
                    <a:pt x="153255" y="113205"/>
                    <a:pt x="155786" y="95292"/>
                  </a:cubicBezTo>
                  <a:cubicBezTo>
                    <a:pt x="156431" y="92464"/>
                    <a:pt x="156431" y="89685"/>
                    <a:pt x="156828" y="8690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EFBF251B-92DD-884E-95A0-DAD37BF482E9}"/>
                </a:ext>
              </a:extLst>
            </p:cNvPr>
            <p:cNvSpPr/>
            <p:nvPr/>
          </p:nvSpPr>
          <p:spPr>
            <a:xfrm>
              <a:off x="3072563" y="1443927"/>
              <a:ext cx="250954" cy="251089"/>
            </a:xfrm>
            <a:custGeom>
              <a:avLst/>
              <a:gdLst>
                <a:gd name="connsiteX0" fmla="*/ 147060 w 250954"/>
                <a:gd name="connsiteY0" fmla="*/ 251089 h 251089"/>
                <a:gd name="connsiteX1" fmla="*/ 131083 w 250954"/>
                <a:gd name="connsiteY1" fmla="*/ 249849 h 251089"/>
                <a:gd name="connsiteX2" fmla="*/ 44048 w 250954"/>
                <a:gd name="connsiteY2" fmla="*/ 190304 h 251089"/>
                <a:gd name="connsiteX3" fmla="*/ 14275 w 250954"/>
                <a:gd name="connsiteY3" fmla="*/ 107338 h 251089"/>
                <a:gd name="connsiteX4" fmla="*/ 11645 w 250954"/>
                <a:gd name="connsiteY4" fmla="*/ 91708 h 251089"/>
                <a:gd name="connsiteX5" fmla="*/ 3260 w 250954"/>
                <a:gd name="connsiteY5" fmla="*/ 55435 h 251089"/>
                <a:gd name="connsiteX6" fmla="*/ 23977 w 250954"/>
                <a:gd name="connsiteY6" fmla="*/ 3258 h 251089"/>
                <a:gd name="connsiteX7" fmla="*/ 39681 w 250954"/>
                <a:gd name="connsiteY7" fmla="*/ 8 h 251089"/>
                <a:gd name="connsiteX8" fmla="*/ 41468 w 250954"/>
                <a:gd name="connsiteY8" fmla="*/ 8 h 251089"/>
                <a:gd name="connsiteX9" fmla="*/ 165519 w 250954"/>
                <a:gd name="connsiteY9" fmla="*/ 27201 h 251089"/>
                <a:gd name="connsiteX10" fmla="*/ 244913 w 250954"/>
                <a:gd name="connsiteY10" fmla="*/ 110960 h 251089"/>
                <a:gd name="connsiteX11" fmla="*/ 212361 w 250954"/>
                <a:gd name="connsiteY11" fmla="*/ 227569 h 251089"/>
                <a:gd name="connsiteX12" fmla="*/ 212361 w 250954"/>
                <a:gd name="connsiteY12" fmla="*/ 227569 h 251089"/>
                <a:gd name="connsiteX13" fmla="*/ 147060 w 250954"/>
                <a:gd name="connsiteY13" fmla="*/ 251089 h 251089"/>
                <a:gd name="connsiteX14" fmla="*/ 186757 w 250954"/>
                <a:gd name="connsiteY14" fmla="*/ 196953 h 251089"/>
                <a:gd name="connsiteX15" fmla="*/ 186757 w 250954"/>
                <a:gd name="connsiteY15" fmla="*/ 196953 h 251089"/>
                <a:gd name="connsiteX16" fmla="*/ 91187 w 250954"/>
                <a:gd name="connsiteY16" fmla="*/ 84909 h 251089"/>
                <a:gd name="connsiteX17" fmla="*/ 92577 w 250954"/>
                <a:gd name="connsiteY17" fmla="*/ 93097 h 251089"/>
                <a:gd name="connsiteX18" fmla="*/ 110937 w 250954"/>
                <a:gd name="connsiteY18" fmla="*/ 147332 h 251089"/>
                <a:gd name="connsiteX19" fmla="*/ 143637 w 250954"/>
                <a:gd name="connsiteY19" fmla="*/ 171398 h 251089"/>
                <a:gd name="connsiteX20" fmla="*/ 161947 w 250954"/>
                <a:gd name="connsiteY20" fmla="*/ 166139 h 251089"/>
                <a:gd name="connsiteX21" fmla="*/ 169588 w 250954"/>
                <a:gd name="connsiteY21" fmla="*/ 136366 h 251089"/>
                <a:gd name="connsiteX22" fmla="*/ 130686 w 250954"/>
                <a:gd name="connsiteY22" fmla="*/ 98357 h 251089"/>
                <a:gd name="connsiteX23" fmla="*/ 91187 w 250954"/>
                <a:gd name="connsiteY23" fmla="*/ 84909 h 25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0954" h="251089">
                  <a:moveTo>
                    <a:pt x="147060" y="251089"/>
                  </a:moveTo>
                  <a:cubicBezTo>
                    <a:pt x="141710" y="251094"/>
                    <a:pt x="136368" y="250679"/>
                    <a:pt x="131083" y="249849"/>
                  </a:cubicBezTo>
                  <a:cubicBezTo>
                    <a:pt x="97142" y="244490"/>
                    <a:pt x="64591" y="222260"/>
                    <a:pt x="44048" y="190304"/>
                  </a:cubicBezTo>
                  <a:cubicBezTo>
                    <a:pt x="26035" y="162467"/>
                    <a:pt x="18692" y="131354"/>
                    <a:pt x="14275" y="107338"/>
                  </a:cubicBezTo>
                  <a:cubicBezTo>
                    <a:pt x="13333" y="102376"/>
                    <a:pt x="12489" y="96967"/>
                    <a:pt x="11645" y="91708"/>
                  </a:cubicBezTo>
                  <a:cubicBezTo>
                    <a:pt x="10268" y="79332"/>
                    <a:pt x="7454" y="67159"/>
                    <a:pt x="3260" y="55435"/>
                  </a:cubicBezTo>
                  <a:cubicBezTo>
                    <a:pt x="-5428" y="35306"/>
                    <a:pt x="3848" y="11945"/>
                    <a:pt x="23977" y="3258"/>
                  </a:cubicBezTo>
                  <a:cubicBezTo>
                    <a:pt x="28936" y="1118"/>
                    <a:pt x="34280" y="12"/>
                    <a:pt x="39681" y="8"/>
                  </a:cubicBezTo>
                  <a:lnTo>
                    <a:pt x="41468" y="8"/>
                  </a:lnTo>
                  <a:cubicBezTo>
                    <a:pt x="84331" y="-321"/>
                    <a:pt x="126723" y="8971"/>
                    <a:pt x="165519" y="27201"/>
                  </a:cubicBezTo>
                  <a:cubicBezTo>
                    <a:pt x="204720" y="46453"/>
                    <a:pt x="232855" y="76176"/>
                    <a:pt x="244913" y="110960"/>
                  </a:cubicBezTo>
                  <a:cubicBezTo>
                    <a:pt x="259724" y="152805"/>
                    <a:pt x="246709" y="199446"/>
                    <a:pt x="212361" y="227569"/>
                  </a:cubicBezTo>
                  <a:lnTo>
                    <a:pt x="212361" y="227569"/>
                  </a:lnTo>
                  <a:cubicBezTo>
                    <a:pt x="194036" y="242841"/>
                    <a:pt x="170916" y="251169"/>
                    <a:pt x="147060" y="251089"/>
                  </a:cubicBezTo>
                  <a:close/>
                  <a:moveTo>
                    <a:pt x="186757" y="196953"/>
                  </a:moveTo>
                  <a:lnTo>
                    <a:pt x="186757" y="196953"/>
                  </a:lnTo>
                  <a:close/>
                  <a:moveTo>
                    <a:pt x="91187" y="84909"/>
                  </a:moveTo>
                  <a:cubicBezTo>
                    <a:pt x="91634" y="87639"/>
                    <a:pt x="92081" y="90368"/>
                    <a:pt x="92577" y="93097"/>
                  </a:cubicBezTo>
                  <a:cubicBezTo>
                    <a:pt x="95852" y="110911"/>
                    <a:pt x="100566" y="131305"/>
                    <a:pt x="110937" y="147332"/>
                  </a:cubicBezTo>
                  <a:cubicBezTo>
                    <a:pt x="119223" y="160134"/>
                    <a:pt x="132025" y="169562"/>
                    <a:pt x="143637" y="171398"/>
                  </a:cubicBezTo>
                  <a:cubicBezTo>
                    <a:pt x="150227" y="172603"/>
                    <a:pt x="157000" y="170657"/>
                    <a:pt x="161947" y="166139"/>
                  </a:cubicBezTo>
                  <a:cubicBezTo>
                    <a:pt x="170604" y="158874"/>
                    <a:pt x="173677" y="146903"/>
                    <a:pt x="169588" y="136366"/>
                  </a:cubicBezTo>
                  <a:cubicBezTo>
                    <a:pt x="162889" y="116518"/>
                    <a:pt x="142346" y="104063"/>
                    <a:pt x="130686" y="98357"/>
                  </a:cubicBezTo>
                  <a:cubicBezTo>
                    <a:pt x="118096" y="92331"/>
                    <a:pt x="104838" y="87817"/>
                    <a:pt x="91187" y="8490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B8E7C67-C965-464F-BCDF-2DD9C73CB993}"/>
                </a:ext>
              </a:extLst>
            </p:cNvPr>
            <p:cNvSpPr/>
            <p:nvPr/>
          </p:nvSpPr>
          <p:spPr>
            <a:xfrm>
              <a:off x="2805688" y="1825667"/>
              <a:ext cx="842841" cy="404061"/>
            </a:xfrm>
            <a:custGeom>
              <a:avLst/>
              <a:gdLst>
                <a:gd name="connsiteX0" fmla="*/ 40590 w 842841"/>
                <a:gd name="connsiteY0" fmla="*/ 404061 h 404061"/>
                <a:gd name="connsiteX1" fmla="*/ 893 w 842841"/>
                <a:gd name="connsiteY1" fmla="*/ 364365 h 404061"/>
                <a:gd name="connsiteX2" fmla="*/ 0 w 842841"/>
                <a:gd name="connsiteY2" fmla="*/ 73439 h 404061"/>
                <a:gd name="connsiteX3" fmla="*/ 39349 w 842841"/>
                <a:gd name="connsiteY3" fmla="*/ 33742 h 404061"/>
                <a:gd name="connsiteX4" fmla="*/ 186723 w 842841"/>
                <a:gd name="connsiteY4" fmla="*/ 32353 h 404061"/>
                <a:gd name="connsiteX5" fmla="*/ 215850 w 842841"/>
                <a:gd name="connsiteY5" fmla="*/ 37315 h 404061"/>
                <a:gd name="connsiteX6" fmla="*/ 238924 w 842841"/>
                <a:gd name="connsiteY6" fmla="*/ 24761 h 404061"/>
                <a:gd name="connsiteX7" fmla="*/ 241703 w 842841"/>
                <a:gd name="connsiteY7" fmla="*/ 23371 h 404061"/>
                <a:gd name="connsiteX8" fmla="*/ 332509 w 842841"/>
                <a:gd name="connsiteY8" fmla="*/ 595 h 404061"/>
                <a:gd name="connsiteX9" fmla="*/ 334841 w 842841"/>
                <a:gd name="connsiteY9" fmla="*/ 595 h 404061"/>
                <a:gd name="connsiteX10" fmla="*/ 498292 w 842841"/>
                <a:gd name="connsiteY10" fmla="*/ 0 h 404061"/>
                <a:gd name="connsiteX11" fmla="*/ 585376 w 842841"/>
                <a:gd name="connsiteY11" fmla="*/ 70759 h 404061"/>
                <a:gd name="connsiteX12" fmla="*/ 689580 w 842841"/>
                <a:gd name="connsiteY12" fmla="*/ 31658 h 404061"/>
                <a:gd name="connsiteX13" fmla="*/ 760041 w 842841"/>
                <a:gd name="connsiteY13" fmla="*/ 13149 h 404061"/>
                <a:gd name="connsiteX14" fmla="*/ 760041 w 842841"/>
                <a:gd name="connsiteY14" fmla="*/ 13149 h 404061"/>
                <a:gd name="connsiteX15" fmla="*/ 827277 w 842841"/>
                <a:gd name="connsiteY15" fmla="*/ 48777 h 404061"/>
                <a:gd name="connsiteX16" fmla="*/ 839186 w 842841"/>
                <a:gd name="connsiteY16" fmla="*/ 121372 h 404061"/>
                <a:gd name="connsiteX17" fmla="*/ 796165 w 842841"/>
                <a:gd name="connsiteY17" fmla="*/ 181463 h 404061"/>
                <a:gd name="connsiteX18" fmla="*/ 790508 w 842841"/>
                <a:gd name="connsiteY18" fmla="*/ 185234 h 404061"/>
                <a:gd name="connsiteX19" fmla="*/ 668937 w 842841"/>
                <a:gd name="connsiteY19" fmla="*/ 252073 h 404061"/>
                <a:gd name="connsiteX20" fmla="*/ 579620 w 842841"/>
                <a:gd name="connsiteY20" fmla="*/ 300156 h 404061"/>
                <a:gd name="connsiteX21" fmla="*/ 513227 w 842841"/>
                <a:gd name="connsiteY21" fmla="*/ 320004 h 404061"/>
                <a:gd name="connsiteX22" fmla="*/ 510101 w 842841"/>
                <a:gd name="connsiteY22" fmla="*/ 320004 h 404061"/>
                <a:gd name="connsiteX23" fmla="*/ 321542 w 842841"/>
                <a:gd name="connsiteY23" fmla="*/ 323676 h 404061"/>
                <a:gd name="connsiteX24" fmla="*/ 320997 w 842841"/>
                <a:gd name="connsiteY24" fmla="*/ 323676 h 404061"/>
                <a:gd name="connsiteX25" fmla="*/ 285815 w 842841"/>
                <a:gd name="connsiteY25" fmla="*/ 335188 h 404061"/>
                <a:gd name="connsiteX26" fmla="*/ 278620 w 842841"/>
                <a:gd name="connsiteY26" fmla="*/ 348585 h 404061"/>
                <a:gd name="connsiteX27" fmla="*/ 240512 w 842841"/>
                <a:gd name="connsiteY27" fmla="*/ 372056 h 404061"/>
                <a:gd name="connsiteX28" fmla="*/ 46991 w 842841"/>
                <a:gd name="connsiteY28" fmla="*/ 403565 h 404061"/>
                <a:gd name="connsiteX29" fmla="*/ 40590 w 842841"/>
                <a:gd name="connsiteY29" fmla="*/ 404061 h 404061"/>
                <a:gd name="connsiteX30" fmla="*/ 79542 w 842841"/>
                <a:gd name="connsiteY30" fmla="*/ 112937 h 404061"/>
                <a:gd name="connsiteX31" fmla="*/ 80138 w 842841"/>
                <a:gd name="connsiteY31" fmla="*/ 317820 h 404061"/>
                <a:gd name="connsiteX32" fmla="*/ 213022 w 842841"/>
                <a:gd name="connsiteY32" fmla="*/ 296186 h 404061"/>
                <a:gd name="connsiteX33" fmla="*/ 225377 w 842841"/>
                <a:gd name="connsiteY33" fmla="*/ 280059 h 404061"/>
                <a:gd name="connsiteX34" fmla="*/ 320451 w 842841"/>
                <a:gd name="connsiteY34" fmla="*/ 244233 h 404061"/>
                <a:gd name="connsiteX35" fmla="*/ 507819 w 842841"/>
                <a:gd name="connsiteY35" fmla="*/ 240611 h 404061"/>
                <a:gd name="connsiteX36" fmla="*/ 538087 w 842841"/>
                <a:gd name="connsiteY36" fmla="*/ 232622 h 404061"/>
                <a:gd name="connsiteX37" fmla="*/ 540916 w 842841"/>
                <a:gd name="connsiteY37" fmla="*/ 230984 h 404061"/>
                <a:gd name="connsiteX38" fmla="*/ 631821 w 842841"/>
                <a:gd name="connsiteY38" fmla="*/ 181959 h 404061"/>
                <a:gd name="connsiteX39" fmla="*/ 632863 w 842841"/>
                <a:gd name="connsiteY39" fmla="*/ 181413 h 404061"/>
                <a:gd name="connsiteX40" fmla="*/ 748827 w 842841"/>
                <a:gd name="connsiteY40" fmla="*/ 117651 h 404061"/>
                <a:gd name="connsiteX41" fmla="*/ 763068 w 842841"/>
                <a:gd name="connsiteY41" fmla="*/ 99093 h 404061"/>
                <a:gd name="connsiteX42" fmla="*/ 763068 w 842841"/>
                <a:gd name="connsiteY42" fmla="*/ 95520 h 404061"/>
                <a:gd name="connsiteX43" fmla="*/ 754533 w 842841"/>
                <a:gd name="connsiteY43" fmla="*/ 92344 h 404061"/>
                <a:gd name="connsiteX44" fmla="*/ 729177 w 842841"/>
                <a:gd name="connsiteY44" fmla="*/ 100482 h 404061"/>
                <a:gd name="connsiteX45" fmla="*/ 721684 w 842841"/>
                <a:gd name="connsiteY45" fmla="*/ 104352 h 404061"/>
                <a:gd name="connsiteX46" fmla="*/ 497597 w 842841"/>
                <a:gd name="connsiteY46" fmla="*/ 180123 h 404061"/>
                <a:gd name="connsiteX47" fmla="*/ 435075 w 842841"/>
                <a:gd name="connsiteY47" fmla="*/ 175955 h 404061"/>
                <a:gd name="connsiteX48" fmla="*/ 398209 w 842841"/>
                <a:gd name="connsiteY48" fmla="*/ 133614 h 404061"/>
                <a:gd name="connsiteX49" fmla="*/ 430658 w 842841"/>
                <a:gd name="connsiteY49" fmla="*/ 97306 h 404061"/>
                <a:gd name="connsiteX50" fmla="*/ 496009 w 842841"/>
                <a:gd name="connsiteY50" fmla="*/ 85496 h 404061"/>
                <a:gd name="connsiteX51" fmla="*/ 506529 w 842841"/>
                <a:gd name="connsiteY51" fmla="*/ 81428 h 404061"/>
                <a:gd name="connsiteX52" fmla="*/ 498043 w 842841"/>
                <a:gd name="connsiteY52" fmla="*/ 79393 h 404061"/>
                <a:gd name="connsiteX53" fmla="*/ 335734 w 842841"/>
                <a:gd name="connsiteY53" fmla="*/ 79840 h 404061"/>
                <a:gd name="connsiteX54" fmla="*/ 275494 w 842841"/>
                <a:gd name="connsiteY54" fmla="*/ 95172 h 404061"/>
                <a:gd name="connsiteX55" fmla="*/ 229000 w 842841"/>
                <a:gd name="connsiteY55" fmla="*/ 120479 h 404061"/>
                <a:gd name="connsiteX56" fmla="*/ 180173 w 842841"/>
                <a:gd name="connsiteY56" fmla="*/ 111845 h 404061"/>
                <a:gd name="connsiteX57" fmla="*/ 227958 w 842841"/>
                <a:gd name="connsiteY57" fmla="*/ 293754 h 404061"/>
                <a:gd name="connsiteX58" fmla="*/ 227958 w 842841"/>
                <a:gd name="connsiteY58" fmla="*/ 293754 h 404061"/>
                <a:gd name="connsiteX59" fmla="*/ 171638 w 842841"/>
                <a:gd name="connsiteY59" fmla="*/ 95818 h 404061"/>
                <a:gd name="connsiteX60" fmla="*/ 171638 w 842841"/>
                <a:gd name="connsiteY60" fmla="*/ 95818 h 40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2841" h="404061">
                  <a:moveTo>
                    <a:pt x="40590" y="404061"/>
                  </a:moveTo>
                  <a:cubicBezTo>
                    <a:pt x="18666" y="404061"/>
                    <a:pt x="893" y="386287"/>
                    <a:pt x="893" y="364365"/>
                  </a:cubicBezTo>
                  <a:lnTo>
                    <a:pt x="0" y="73439"/>
                  </a:lnTo>
                  <a:cubicBezTo>
                    <a:pt x="-1" y="51650"/>
                    <a:pt x="17561" y="33933"/>
                    <a:pt x="39349" y="33742"/>
                  </a:cubicBezTo>
                  <a:lnTo>
                    <a:pt x="186723" y="32353"/>
                  </a:lnTo>
                  <a:cubicBezTo>
                    <a:pt x="196696" y="31503"/>
                    <a:pt x="206721" y="33211"/>
                    <a:pt x="215850" y="37315"/>
                  </a:cubicBezTo>
                  <a:lnTo>
                    <a:pt x="238924" y="24761"/>
                  </a:lnTo>
                  <a:cubicBezTo>
                    <a:pt x="239817" y="24265"/>
                    <a:pt x="240760" y="23818"/>
                    <a:pt x="241703" y="23371"/>
                  </a:cubicBezTo>
                  <a:cubicBezTo>
                    <a:pt x="270154" y="9813"/>
                    <a:pt x="301026" y="2070"/>
                    <a:pt x="332509" y="595"/>
                  </a:cubicBezTo>
                  <a:lnTo>
                    <a:pt x="334841" y="595"/>
                  </a:lnTo>
                  <a:lnTo>
                    <a:pt x="498292" y="0"/>
                  </a:lnTo>
                  <a:cubicBezTo>
                    <a:pt x="549897" y="447"/>
                    <a:pt x="580414" y="35231"/>
                    <a:pt x="585376" y="70759"/>
                  </a:cubicBezTo>
                  <a:cubicBezTo>
                    <a:pt x="617580" y="58949"/>
                    <a:pt x="654498" y="45105"/>
                    <a:pt x="689580" y="31658"/>
                  </a:cubicBezTo>
                  <a:cubicBezTo>
                    <a:pt x="710554" y="18280"/>
                    <a:pt x="735196" y="11807"/>
                    <a:pt x="760041" y="13149"/>
                  </a:cubicBezTo>
                  <a:lnTo>
                    <a:pt x="760041" y="13149"/>
                  </a:lnTo>
                  <a:cubicBezTo>
                    <a:pt x="786623" y="14475"/>
                    <a:pt x="811250" y="27525"/>
                    <a:pt x="827277" y="48777"/>
                  </a:cubicBezTo>
                  <a:cubicBezTo>
                    <a:pt x="842387" y="69779"/>
                    <a:pt x="846793" y="96641"/>
                    <a:pt x="839186" y="121372"/>
                  </a:cubicBezTo>
                  <a:cubicBezTo>
                    <a:pt x="832735" y="143404"/>
                    <a:pt x="818246" y="163599"/>
                    <a:pt x="796165" y="181463"/>
                  </a:cubicBezTo>
                  <a:cubicBezTo>
                    <a:pt x="794383" y="182867"/>
                    <a:pt x="792488" y="184127"/>
                    <a:pt x="790508" y="185234"/>
                  </a:cubicBezTo>
                  <a:cubicBezTo>
                    <a:pt x="779492" y="191337"/>
                    <a:pt x="683873" y="244481"/>
                    <a:pt x="668937" y="252073"/>
                  </a:cubicBezTo>
                  <a:lnTo>
                    <a:pt x="579620" y="300156"/>
                  </a:lnTo>
                  <a:cubicBezTo>
                    <a:pt x="555951" y="315042"/>
                    <a:pt x="534961" y="317969"/>
                    <a:pt x="513227" y="320004"/>
                  </a:cubicBez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7" y="324738"/>
                    <a:pt x="296494" y="328683"/>
                    <a:pt x="285815" y="335188"/>
                  </a:cubicBezTo>
                  <a:cubicBezTo>
                    <a:pt x="283992" y="339941"/>
                    <a:pt x="281575" y="344442"/>
                    <a:pt x="278620" y="348585"/>
                  </a:cubicBezTo>
                  <a:cubicBezTo>
                    <a:pt x="269565" y="361189"/>
                    <a:pt x="255841" y="369639"/>
                    <a:pt x="240512" y="372056"/>
                  </a:cubicBezTo>
                  <a:lnTo>
                    <a:pt x="46991" y="403565"/>
                  </a:lnTo>
                  <a:cubicBezTo>
                    <a:pt x="44874" y="403902"/>
                    <a:pt x="42733" y="404071"/>
                    <a:pt x="40590" y="404061"/>
                  </a:cubicBezTo>
                  <a:close/>
                  <a:moveTo>
                    <a:pt x="79542" y="112937"/>
                  </a:moveTo>
                  <a:lnTo>
                    <a:pt x="80138" y="317820"/>
                  </a:lnTo>
                  <a:lnTo>
                    <a:pt x="213022" y="296186"/>
                  </a:lnTo>
                  <a:cubicBezTo>
                    <a:pt x="215672" y="289829"/>
                    <a:pt x="219930" y="284272"/>
                    <a:pt x="225377" y="280059"/>
                  </a:cubicBezTo>
                  <a:cubicBezTo>
                    <a:pt x="229992" y="276437"/>
                    <a:pt x="272021" y="244680"/>
                    <a:pt x="320451" y="244233"/>
                  </a:cubicBezTo>
                  <a:lnTo>
                    <a:pt x="507819" y="240611"/>
                  </a:lnTo>
                  <a:cubicBezTo>
                    <a:pt x="523648" y="239221"/>
                    <a:pt x="530049" y="237882"/>
                    <a:pt x="538087" y="232622"/>
                  </a:cubicBezTo>
                  <a:cubicBezTo>
                    <a:pt x="539045" y="232026"/>
                    <a:pt x="539988" y="231481"/>
                    <a:pt x="540916" y="230984"/>
                  </a:cubicBezTo>
                  <a:lnTo>
                    <a:pt x="631821" y="181959"/>
                  </a:lnTo>
                  <a:lnTo>
                    <a:pt x="632863" y="181413"/>
                  </a:lnTo>
                  <a:cubicBezTo>
                    <a:pt x="641001" y="177344"/>
                    <a:pt x="706947" y="140923"/>
                    <a:pt x="748827" y="117651"/>
                  </a:cubicBezTo>
                  <a:cubicBezTo>
                    <a:pt x="755238" y="112937"/>
                    <a:pt x="760175" y="106501"/>
                    <a:pt x="763068" y="99093"/>
                  </a:cubicBezTo>
                  <a:cubicBezTo>
                    <a:pt x="763068" y="98299"/>
                    <a:pt x="763812" y="96314"/>
                    <a:pt x="763068" y="95520"/>
                  </a:cubicBezTo>
                  <a:cubicBezTo>
                    <a:pt x="760721" y="93431"/>
                    <a:pt x="757674" y="92299"/>
                    <a:pt x="754533" y="92344"/>
                  </a:cubicBezTo>
                  <a:cubicBezTo>
                    <a:pt x="745423" y="92250"/>
                    <a:pt x="736531" y="95103"/>
                    <a:pt x="729177" y="100482"/>
                  </a:cubicBezTo>
                  <a:cubicBezTo>
                    <a:pt x="726820" y="102025"/>
                    <a:pt x="724309" y="103320"/>
                    <a:pt x="721684" y="104352"/>
                  </a:cubicBezTo>
                  <a:cubicBezTo>
                    <a:pt x="520621" y="181661"/>
                    <a:pt x="507322" y="180768"/>
                    <a:pt x="497597" y="180123"/>
                  </a:cubicBezTo>
                  <a:lnTo>
                    <a:pt x="435075" y="175955"/>
                  </a:lnTo>
                  <a:cubicBezTo>
                    <a:pt x="413203" y="174442"/>
                    <a:pt x="396698" y="155486"/>
                    <a:pt x="398209" y="133614"/>
                  </a:cubicBezTo>
                  <a:cubicBezTo>
                    <a:pt x="399460" y="115522"/>
                    <a:pt x="412817" y="100576"/>
                    <a:pt x="430658" y="97306"/>
                  </a:cubicBezTo>
                  <a:lnTo>
                    <a:pt x="496009" y="85496"/>
                  </a:lnTo>
                  <a:cubicBezTo>
                    <a:pt x="499835" y="85184"/>
                    <a:pt x="503492" y="83775"/>
                    <a:pt x="506529" y="81428"/>
                  </a:cubicBezTo>
                  <a:cubicBezTo>
                    <a:pt x="504003" y="79835"/>
                    <a:pt x="501021" y="79120"/>
                    <a:pt x="498043" y="79393"/>
                  </a:cubicBezTo>
                  <a:lnTo>
                    <a:pt x="335734" y="79840"/>
                  </a:lnTo>
                  <a:cubicBezTo>
                    <a:pt x="314826" y="80842"/>
                    <a:pt x="294337" y="86057"/>
                    <a:pt x="275494" y="95172"/>
                  </a:cubicBezTo>
                  <a:lnTo>
                    <a:pt x="229000" y="120479"/>
                  </a:lnTo>
                  <a:cubicBezTo>
                    <a:pt x="212707" y="129371"/>
                    <a:pt x="192429" y="125783"/>
                    <a:pt x="180173" y="111845"/>
                  </a:cubicBezTo>
                  <a:close/>
                  <a:moveTo>
                    <a:pt x="227958" y="293754"/>
                  </a:moveTo>
                  <a:lnTo>
                    <a:pt x="227958" y="293754"/>
                  </a:lnTo>
                  <a:close/>
                  <a:moveTo>
                    <a:pt x="171638" y="95818"/>
                  </a:moveTo>
                  <a:lnTo>
                    <a:pt x="171638" y="9581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86521DB0-3B11-2E4B-AB4E-D3281917B580}"/>
                </a:ext>
              </a:extLst>
            </p:cNvPr>
            <p:cNvSpPr/>
            <p:nvPr/>
          </p:nvSpPr>
          <p:spPr>
            <a:xfrm>
              <a:off x="2978623" y="1871846"/>
              <a:ext cx="109204" cy="324816"/>
            </a:xfrm>
            <a:custGeom>
              <a:avLst/>
              <a:gdLst>
                <a:gd name="connsiteX0" fmla="*/ 69412 w 109204"/>
                <a:gd name="connsiteY0" fmla="*/ 324785 h 324816"/>
                <a:gd name="connsiteX1" fmla="*/ 30063 w 109204"/>
                <a:gd name="connsiteY1" fmla="*/ 290051 h 324816"/>
                <a:gd name="connsiteX2" fmla="*/ 291 w 109204"/>
                <a:gd name="connsiteY2" fmla="*/ 44478 h 324816"/>
                <a:gd name="connsiteX3" fmla="*/ 34951 w 109204"/>
                <a:gd name="connsiteY3" fmla="*/ 291 h 324816"/>
                <a:gd name="connsiteX4" fmla="*/ 79138 w 109204"/>
                <a:gd name="connsiteY4" fmla="*/ 34951 h 324816"/>
                <a:gd name="connsiteX5" fmla="*/ 108911 w 109204"/>
                <a:gd name="connsiteY5" fmla="*/ 280474 h 324816"/>
                <a:gd name="connsiteX6" fmla="*/ 74296 w 109204"/>
                <a:gd name="connsiteY6" fmla="*/ 324671 h 324816"/>
                <a:gd name="connsiteX7" fmla="*/ 74176 w 109204"/>
                <a:gd name="connsiteY7" fmla="*/ 324686 h 324816"/>
                <a:gd name="connsiteX8" fmla="*/ 69412 w 109204"/>
                <a:gd name="connsiteY8" fmla="*/ 324785 h 32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4" h="324816">
                  <a:moveTo>
                    <a:pt x="69412" y="324785"/>
                  </a:moveTo>
                  <a:cubicBezTo>
                    <a:pt x="49421" y="324765"/>
                    <a:pt x="32562" y="309884"/>
                    <a:pt x="30063" y="290051"/>
                  </a:cubicBezTo>
                  <a:lnTo>
                    <a:pt x="291" y="44478"/>
                  </a:lnTo>
                  <a:cubicBezTo>
                    <a:pt x="-2340" y="22705"/>
                    <a:pt x="13178" y="2922"/>
                    <a:pt x="34951" y="291"/>
                  </a:cubicBezTo>
                  <a:cubicBezTo>
                    <a:pt x="56724" y="-2340"/>
                    <a:pt x="76507" y="13178"/>
                    <a:pt x="79138" y="34951"/>
                  </a:cubicBezTo>
                  <a:lnTo>
                    <a:pt x="108911" y="280474"/>
                  </a:lnTo>
                  <a:cubicBezTo>
                    <a:pt x="111557" y="302238"/>
                    <a:pt x="96059" y="322026"/>
                    <a:pt x="74296" y="324671"/>
                  </a:cubicBezTo>
                  <a:cubicBezTo>
                    <a:pt x="74256" y="324676"/>
                    <a:pt x="74216" y="324681"/>
                    <a:pt x="74176" y="324686"/>
                  </a:cubicBezTo>
                  <a:cubicBezTo>
                    <a:pt x="72592" y="324815"/>
                    <a:pt x="71001" y="324850"/>
                    <a:pt x="69412" y="3247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E0BC9F55-7420-E84D-A4AE-C9CEE23A5F6D}"/>
                </a:ext>
              </a:extLst>
            </p:cNvPr>
            <p:cNvSpPr/>
            <p:nvPr/>
          </p:nvSpPr>
          <p:spPr>
            <a:xfrm>
              <a:off x="2807772" y="1858045"/>
              <a:ext cx="273233" cy="371790"/>
            </a:xfrm>
            <a:custGeom>
              <a:avLst/>
              <a:gdLst>
                <a:gd name="connsiteX0" fmla="*/ 40391 w 273233"/>
                <a:gd name="connsiteY0" fmla="*/ 371783 h 371790"/>
                <a:gd name="connsiteX1" fmla="*/ 695 w 273233"/>
                <a:gd name="connsiteY1" fmla="*/ 332086 h 371790"/>
                <a:gd name="connsiteX2" fmla="*/ 0 w 273233"/>
                <a:gd name="connsiteY2" fmla="*/ 41309 h 371790"/>
                <a:gd name="connsiteX3" fmla="*/ 39349 w 273233"/>
                <a:gd name="connsiteY3" fmla="*/ 1612 h 371790"/>
                <a:gd name="connsiteX4" fmla="*/ 186723 w 273233"/>
                <a:gd name="connsiteY4" fmla="*/ 223 h 371790"/>
                <a:gd name="connsiteX5" fmla="*/ 248104 w 273233"/>
                <a:gd name="connsiteY5" fmla="*/ 43194 h 371790"/>
                <a:gd name="connsiteX6" fmla="*/ 219874 w 273233"/>
                <a:gd name="connsiteY6" fmla="*/ 91718 h 371790"/>
                <a:gd name="connsiteX7" fmla="*/ 179925 w 273233"/>
                <a:gd name="connsiteY7" fmla="*/ 79566 h 371790"/>
                <a:gd name="connsiteX8" fmla="*/ 79393 w 273233"/>
                <a:gd name="connsiteY8" fmla="*/ 80559 h 371790"/>
                <a:gd name="connsiteX9" fmla="*/ 79989 w 273233"/>
                <a:gd name="connsiteY9" fmla="*/ 285492 h 371790"/>
                <a:gd name="connsiteX10" fmla="*/ 227809 w 273233"/>
                <a:gd name="connsiteY10" fmla="*/ 261426 h 371790"/>
                <a:gd name="connsiteX11" fmla="*/ 272814 w 273233"/>
                <a:gd name="connsiteY11" fmla="*/ 294985 h 371790"/>
                <a:gd name="connsiteX12" fmla="*/ 240561 w 273233"/>
                <a:gd name="connsiteY12" fmla="*/ 339777 h 371790"/>
                <a:gd name="connsiteX13" fmla="*/ 47040 w 273233"/>
                <a:gd name="connsiteY13" fmla="*/ 371336 h 371790"/>
                <a:gd name="connsiteX14" fmla="*/ 40391 w 273233"/>
                <a:gd name="connsiteY14" fmla="*/ 371783 h 37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233" h="371790">
                  <a:moveTo>
                    <a:pt x="40391" y="371783"/>
                  </a:moveTo>
                  <a:cubicBezTo>
                    <a:pt x="18467" y="371783"/>
                    <a:pt x="695" y="354008"/>
                    <a:pt x="695" y="332086"/>
                  </a:cubicBezTo>
                  <a:lnTo>
                    <a:pt x="0" y="41309"/>
                  </a:lnTo>
                  <a:cubicBezTo>
                    <a:pt x="-1" y="19520"/>
                    <a:pt x="17561" y="1803"/>
                    <a:pt x="39349" y="1612"/>
                  </a:cubicBezTo>
                  <a:lnTo>
                    <a:pt x="186723" y="223"/>
                  </a:lnTo>
                  <a:cubicBezTo>
                    <a:pt x="214897" y="-2236"/>
                    <a:pt x="240773" y="15879"/>
                    <a:pt x="248104" y="43194"/>
                  </a:cubicBezTo>
                  <a:cubicBezTo>
                    <a:pt x="253708" y="64387"/>
                    <a:pt x="241069" y="86116"/>
                    <a:pt x="219874" y="91718"/>
                  </a:cubicBezTo>
                  <a:cubicBezTo>
                    <a:pt x="205331" y="95564"/>
                    <a:pt x="189863" y="90860"/>
                    <a:pt x="179925" y="79566"/>
                  </a:cubicBezTo>
                  <a:lnTo>
                    <a:pt x="79393" y="80559"/>
                  </a:lnTo>
                  <a:lnTo>
                    <a:pt x="79989" y="285492"/>
                  </a:lnTo>
                  <a:lnTo>
                    <a:pt x="227809" y="261426"/>
                  </a:lnTo>
                  <a:cubicBezTo>
                    <a:pt x="249504" y="258265"/>
                    <a:pt x="269653" y="273291"/>
                    <a:pt x="272814" y="294985"/>
                  </a:cubicBezTo>
                  <a:cubicBezTo>
                    <a:pt x="275901" y="316168"/>
                    <a:pt x="261632" y="335986"/>
                    <a:pt x="240561" y="339777"/>
                  </a:cubicBezTo>
                  <a:lnTo>
                    <a:pt x="47040" y="371336"/>
                  </a:lnTo>
                  <a:cubicBezTo>
                    <a:pt x="44841" y="371673"/>
                    <a:pt x="42616" y="371827"/>
                    <a:pt x="40391" y="3717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8" name="Picture Placeholder 37">
            <a:extLst>
              <a:ext uri="{FF2B5EF4-FFF2-40B4-BE49-F238E27FC236}">
                <a16:creationId xmlns:a16="http://schemas.microsoft.com/office/drawing/2014/main" id="{65B79833-9A47-461E-8E3B-A5FAA40414CB}"/>
              </a:ext>
            </a:extLst>
          </p:cNvPr>
          <p:cNvGrpSpPr>
            <a:grpSpLocks noChangeAspect="1"/>
          </p:cNvGrpSpPr>
          <p:nvPr/>
        </p:nvGrpSpPr>
        <p:grpSpPr>
          <a:xfrm>
            <a:off x="4123196" y="1575777"/>
            <a:ext cx="842841" cy="522208"/>
            <a:chOff x="4123196" y="1575777"/>
            <a:chExt cx="842841" cy="522208"/>
          </a:xfrm>
        </p:grpSpPr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C177EDE4-1EF7-A24B-BEC9-ED7DDAE057C8}"/>
                </a:ext>
              </a:extLst>
            </p:cNvPr>
            <p:cNvSpPr/>
            <p:nvPr/>
          </p:nvSpPr>
          <p:spPr>
            <a:xfrm>
              <a:off x="4123196" y="1694024"/>
              <a:ext cx="842841" cy="403813"/>
            </a:xfrm>
            <a:custGeom>
              <a:avLst/>
              <a:gdLst>
                <a:gd name="connsiteX0" fmla="*/ 40590 w 842841"/>
                <a:gd name="connsiteY0" fmla="*/ 403813 h 403813"/>
                <a:gd name="connsiteX1" fmla="*/ 893 w 842841"/>
                <a:gd name="connsiteY1" fmla="*/ 364117 h 403813"/>
                <a:gd name="connsiteX2" fmla="*/ 0 w 842841"/>
                <a:gd name="connsiteY2" fmla="*/ 73339 h 403813"/>
                <a:gd name="connsiteX3" fmla="*/ 39349 w 842841"/>
                <a:gd name="connsiteY3" fmla="*/ 33643 h 403813"/>
                <a:gd name="connsiteX4" fmla="*/ 186723 w 842841"/>
                <a:gd name="connsiteY4" fmla="*/ 32253 h 403813"/>
                <a:gd name="connsiteX5" fmla="*/ 215850 w 842841"/>
                <a:gd name="connsiteY5" fmla="*/ 37216 h 403813"/>
                <a:gd name="connsiteX6" fmla="*/ 238924 w 842841"/>
                <a:gd name="connsiteY6" fmla="*/ 24661 h 403813"/>
                <a:gd name="connsiteX7" fmla="*/ 241703 w 842841"/>
                <a:gd name="connsiteY7" fmla="*/ 23272 h 403813"/>
                <a:gd name="connsiteX8" fmla="*/ 332509 w 842841"/>
                <a:gd name="connsiteY8" fmla="*/ 496 h 403813"/>
                <a:gd name="connsiteX9" fmla="*/ 334841 w 842841"/>
                <a:gd name="connsiteY9" fmla="*/ 496 h 403813"/>
                <a:gd name="connsiteX10" fmla="*/ 498292 w 842841"/>
                <a:gd name="connsiteY10" fmla="*/ 0 h 403813"/>
                <a:gd name="connsiteX11" fmla="*/ 585376 w 842841"/>
                <a:gd name="connsiteY11" fmla="*/ 70759 h 403813"/>
                <a:gd name="connsiteX12" fmla="*/ 689580 w 842841"/>
                <a:gd name="connsiteY12" fmla="*/ 31708 h 403813"/>
                <a:gd name="connsiteX13" fmla="*/ 760041 w 842841"/>
                <a:gd name="connsiteY13" fmla="*/ 13149 h 403813"/>
                <a:gd name="connsiteX14" fmla="*/ 760041 w 842841"/>
                <a:gd name="connsiteY14" fmla="*/ 13149 h 403813"/>
                <a:gd name="connsiteX15" fmla="*/ 827277 w 842841"/>
                <a:gd name="connsiteY15" fmla="*/ 48827 h 403813"/>
                <a:gd name="connsiteX16" fmla="*/ 839186 w 842841"/>
                <a:gd name="connsiteY16" fmla="*/ 121422 h 403813"/>
                <a:gd name="connsiteX17" fmla="*/ 796165 w 842841"/>
                <a:gd name="connsiteY17" fmla="*/ 181463 h 403813"/>
                <a:gd name="connsiteX18" fmla="*/ 790508 w 842841"/>
                <a:gd name="connsiteY18" fmla="*/ 185284 h 403813"/>
                <a:gd name="connsiteX19" fmla="*/ 668937 w 842841"/>
                <a:gd name="connsiteY19" fmla="*/ 252123 h 403813"/>
                <a:gd name="connsiteX20" fmla="*/ 579620 w 842841"/>
                <a:gd name="connsiteY20" fmla="*/ 300156 h 403813"/>
                <a:gd name="connsiteX21" fmla="*/ 513227 w 842841"/>
                <a:gd name="connsiteY21" fmla="*/ 320004 h 403813"/>
                <a:gd name="connsiteX22" fmla="*/ 512136 w 842841"/>
                <a:gd name="connsiteY22" fmla="*/ 320004 h 403813"/>
                <a:gd name="connsiteX23" fmla="*/ 510101 w 842841"/>
                <a:gd name="connsiteY23" fmla="*/ 320004 h 403813"/>
                <a:gd name="connsiteX24" fmla="*/ 321542 w 842841"/>
                <a:gd name="connsiteY24" fmla="*/ 323676 h 403813"/>
                <a:gd name="connsiteX25" fmla="*/ 320997 w 842841"/>
                <a:gd name="connsiteY25" fmla="*/ 323676 h 403813"/>
                <a:gd name="connsiteX26" fmla="*/ 285815 w 842841"/>
                <a:gd name="connsiteY26" fmla="*/ 335188 h 403813"/>
                <a:gd name="connsiteX27" fmla="*/ 278620 w 842841"/>
                <a:gd name="connsiteY27" fmla="*/ 348536 h 403813"/>
                <a:gd name="connsiteX28" fmla="*/ 240512 w 842841"/>
                <a:gd name="connsiteY28" fmla="*/ 372056 h 403813"/>
                <a:gd name="connsiteX29" fmla="*/ 46743 w 842841"/>
                <a:gd name="connsiteY29" fmla="*/ 403367 h 403813"/>
                <a:gd name="connsiteX30" fmla="*/ 40590 w 842841"/>
                <a:gd name="connsiteY30" fmla="*/ 403813 h 403813"/>
                <a:gd name="connsiteX31" fmla="*/ 79542 w 842841"/>
                <a:gd name="connsiteY31" fmla="*/ 112540 h 403813"/>
                <a:gd name="connsiteX32" fmla="*/ 80138 w 842841"/>
                <a:gd name="connsiteY32" fmla="*/ 317473 h 403813"/>
                <a:gd name="connsiteX33" fmla="*/ 213022 w 842841"/>
                <a:gd name="connsiteY33" fmla="*/ 295839 h 403813"/>
                <a:gd name="connsiteX34" fmla="*/ 225377 w 842841"/>
                <a:gd name="connsiteY34" fmla="*/ 279861 h 403813"/>
                <a:gd name="connsiteX35" fmla="*/ 320451 w 842841"/>
                <a:gd name="connsiteY35" fmla="*/ 244035 h 403813"/>
                <a:gd name="connsiteX36" fmla="*/ 507819 w 842841"/>
                <a:gd name="connsiteY36" fmla="*/ 240412 h 403813"/>
                <a:gd name="connsiteX37" fmla="*/ 538087 w 842841"/>
                <a:gd name="connsiteY37" fmla="*/ 232423 h 403813"/>
                <a:gd name="connsiteX38" fmla="*/ 540916 w 842841"/>
                <a:gd name="connsiteY38" fmla="*/ 230736 h 403813"/>
                <a:gd name="connsiteX39" fmla="*/ 631821 w 842841"/>
                <a:gd name="connsiteY39" fmla="*/ 181761 h 403813"/>
                <a:gd name="connsiteX40" fmla="*/ 632863 w 842841"/>
                <a:gd name="connsiteY40" fmla="*/ 181215 h 403813"/>
                <a:gd name="connsiteX41" fmla="*/ 748827 w 842841"/>
                <a:gd name="connsiteY41" fmla="*/ 117403 h 403813"/>
                <a:gd name="connsiteX42" fmla="*/ 763068 w 842841"/>
                <a:gd name="connsiteY42" fmla="*/ 98894 h 403813"/>
                <a:gd name="connsiteX43" fmla="*/ 763068 w 842841"/>
                <a:gd name="connsiteY43" fmla="*/ 95321 h 403813"/>
                <a:gd name="connsiteX44" fmla="*/ 754533 w 842841"/>
                <a:gd name="connsiteY44" fmla="*/ 92146 h 403813"/>
                <a:gd name="connsiteX45" fmla="*/ 729177 w 842841"/>
                <a:gd name="connsiteY45" fmla="*/ 100283 h 403813"/>
                <a:gd name="connsiteX46" fmla="*/ 721684 w 842841"/>
                <a:gd name="connsiteY46" fmla="*/ 104154 h 403813"/>
                <a:gd name="connsiteX47" fmla="*/ 497597 w 842841"/>
                <a:gd name="connsiteY47" fmla="*/ 180073 h 403813"/>
                <a:gd name="connsiteX48" fmla="*/ 435075 w 842841"/>
                <a:gd name="connsiteY48" fmla="*/ 175905 h 403813"/>
                <a:gd name="connsiteX49" fmla="*/ 397996 w 842841"/>
                <a:gd name="connsiteY49" fmla="*/ 133754 h 403813"/>
                <a:gd name="connsiteX50" fmla="*/ 430658 w 842841"/>
                <a:gd name="connsiteY50" fmla="*/ 97207 h 403813"/>
                <a:gd name="connsiteX51" fmla="*/ 496009 w 842841"/>
                <a:gd name="connsiteY51" fmla="*/ 85397 h 403813"/>
                <a:gd name="connsiteX52" fmla="*/ 506529 w 842841"/>
                <a:gd name="connsiteY52" fmla="*/ 81378 h 403813"/>
                <a:gd name="connsiteX53" fmla="*/ 498043 w 842841"/>
                <a:gd name="connsiteY53" fmla="*/ 79294 h 403813"/>
                <a:gd name="connsiteX54" fmla="*/ 335734 w 842841"/>
                <a:gd name="connsiteY54" fmla="*/ 79790 h 403813"/>
                <a:gd name="connsiteX55" fmla="*/ 275494 w 842841"/>
                <a:gd name="connsiteY55" fmla="*/ 94924 h 403813"/>
                <a:gd name="connsiteX56" fmla="*/ 229000 w 842841"/>
                <a:gd name="connsiteY56" fmla="*/ 120529 h 403813"/>
                <a:gd name="connsiteX57" fmla="*/ 180173 w 842841"/>
                <a:gd name="connsiteY57" fmla="*/ 111895 h 403813"/>
                <a:gd name="connsiteX58" fmla="*/ 227958 w 842841"/>
                <a:gd name="connsiteY58" fmla="*/ 293407 h 403813"/>
                <a:gd name="connsiteX59" fmla="*/ 227958 w 842841"/>
                <a:gd name="connsiteY59" fmla="*/ 293407 h 403813"/>
                <a:gd name="connsiteX60" fmla="*/ 171638 w 842841"/>
                <a:gd name="connsiteY60" fmla="*/ 95718 h 403813"/>
                <a:gd name="connsiteX61" fmla="*/ 171638 w 842841"/>
                <a:gd name="connsiteY61" fmla="*/ 95718 h 40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842841" h="403813">
                  <a:moveTo>
                    <a:pt x="40590" y="403813"/>
                  </a:moveTo>
                  <a:cubicBezTo>
                    <a:pt x="18666" y="403813"/>
                    <a:pt x="893" y="386039"/>
                    <a:pt x="893" y="364117"/>
                  </a:cubicBezTo>
                  <a:lnTo>
                    <a:pt x="0" y="73339"/>
                  </a:lnTo>
                  <a:cubicBezTo>
                    <a:pt x="-1" y="51550"/>
                    <a:pt x="17561" y="33833"/>
                    <a:pt x="39349" y="33643"/>
                  </a:cubicBezTo>
                  <a:lnTo>
                    <a:pt x="186723" y="32253"/>
                  </a:lnTo>
                  <a:cubicBezTo>
                    <a:pt x="196696" y="31403"/>
                    <a:pt x="206721" y="33111"/>
                    <a:pt x="215850" y="37216"/>
                  </a:cubicBezTo>
                  <a:lnTo>
                    <a:pt x="238924" y="24661"/>
                  </a:lnTo>
                  <a:cubicBezTo>
                    <a:pt x="239824" y="24149"/>
                    <a:pt x="240752" y="23685"/>
                    <a:pt x="241703" y="23272"/>
                  </a:cubicBezTo>
                  <a:cubicBezTo>
                    <a:pt x="270154" y="9714"/>
                    <a:pt x="301026" y="1970"/>
                    <a:pt x="332509" y="496"/>
                  </a:cubicBezTo>
                  <a:lnTo>
                    <a:pt x="334841" y="496"/>
                  </a:lnTo>
                  <a:lnTo>
                    <a:pt x="498292" y="0"/>
                  </a:lnTo>
                  <a:cubicBezTo>
                    <a:pt x="549897" y="496"/>
                    <a:pt x="580414" y="35280"/>
                    <a:pt x="585376" y="70759"/>
                  </a:cubicBezTo>
                  <a:cubicBezTo>
                    <a:pt x="617580" y="58999"/>
                    <a:pt x="654498" y="45105"/>
                    <a:pt x="689580" y="31708"/>
                  </a:cubicBezTo>
                  <a:cubicBezTo>
                    <a:pt x="710559" y="18333"/>
                    <a:pt x="735196" y="11845"/>
                    <a:pt x="760041" y="13149"/>
                  </a:cubicBezTo>
                  <a:lnTo>
                    <a:pt x="760041" y="13149"/>
                  </a:lnTo>
                  <a:cubicBezTo>
                    <a:pt x="786628" y="14515"/>
                    <a:pt x="811245" y="27577"/>
                    <a:pt x="827277" y="48827"/>
                  </a:cubicBezTo>
                  <a:cubicBezTo>
                    <a:pt x="842387" y="69828"/>
                    <a:pt x="846793" y="96693"/>
                    <a:pt x="839186" y="121422"/>
                  </a:cubicBezTo>
                  <a:cubicBezTo>
                    <a:pt x="832735" y="143453"/>
                    <a:pt x="818246" y="163649"/>
                    <a:pt x="796165" y="181463"/>
                  </a:cubicBezTo>
                  <a:cubicBezTo>
                    <a:pt x="794393" y="182899"/>
                    <a:pt x="792503" y="184178"/>
                    <a:pt x="790508" y="185284"/>
                  </a:cubicBezTo>
                  <a:cubicBezTo>
                    <a:pt x="779492" y="191387"/>
                    <a:pt x="683873" y="244481"/>
                    <a:pt x="668937" y="252123"/>
                  </a:cubicBezTo>
                  <a:lnTo>
                    <a:pt x="579620" y="300156"/>
                  </a:lnTo>
                  <a:cubicBezTo>
                    <a:pt x="555951" y="315042"/>
                    <a:pt x="534961" y="318019"/>
                    <a:pt x="513227" y="320004"/>
                  </a:cubicBezTo>
                  <a:lnTo>
                    <a:pt x="512136" y="320004"/>
                  </a:ln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2" y="324718"/>
                    <a:pt x="296484" y="328658"/>
                    <a:pt x="285815" y="335188"/>
                  </a:cubicBezTo>
                  <a:cubicBezTo>
                    <a:pt x="283992" y="339922"/>
                    <a:pt x="281574" y="344407"/>
                    <a:pt x="278620" y="348536"/>
                  </a:cubicBezTo>
                  <a:cubicBezTo>
                    <a:pt x="269586" y="361169"/>
                    <a:pt x="255855" y="369644"/>
                    <a:pt x="240512" y="372056"/>
                  </a:cubicBezTo>
                  <a:lnTo>
                    <a:pt x="46743" y="403367"/>
                  </a:lnTo>
                  <a:cubicBezTo>
                    <a:pt x="44706" y="403674"/>
                    <a:pt x="42649" y="403823"/>
                    <a:pt x="40590" y="403813"/>
                  </a:cubicBezTo>
                  <a:close/>
                  <a:moveTo>
                    <a:pt x="79542" y="112540"/>
                  </a:moveTo>
                  <a:lnTo>
                    <a:pt x="80138" y="317473"/>
                  </a:lnTo>
                  <a:lnTo>
                    <a:pt x="213022" y="295839"/>
                  </a:lnTo>
                  <a:cubicBezTo>
                    <a:pt x="215694" y="289537"/>
                    <a:pt x="219950" y="284034"/>
                    <a:pt x="225377" y="279861"/>
                  </a:cubicBezTo>
                  <a:cubicBezTo>
                    <a:pt x="229992" y="276238"/>
                    <a:pt x="272021" y="244481"/>
                    <a:pt x="320451" y="244035"/>
                  </a:cubicBezTo>
                  <a:lnTo>
                    <a:pt x="507819" y="240412"/>
                  </a:lnTo>
                  <a:cubicBezTo>
                    <a:pt x="523648" y="239023"/>
                    <a:pt x="530049" y="237683"/>
                    <a:pt x="538087" y="232423"/>
                  </a:cubicBezTo>
                  <a:lnTo>
                    <a:pt x="540916" y="230736"/>
                  </a:lnTo>
                  <a:lnTo>
                    <a:pt x="631821" y="181761"/>
                  </a:lnTo>
                  <a:lnTo>
                    <a:pt x="632863" y="181215"/>
                  </a:lnTo>
                  <a:cubicBezTo>
                    <a:pt x="641001" y="177146"/>
                    <a:pt x="706947" y="140675"/>
                    <a:pt x="748827" y="117403"/>
                  </a:cubicBezTo>
                  <a:cubicBezTo>
                    <a:pt x="755228" y="112704"/>
                    <a:pt x="760165" y="106287"/>
                    <a:pt x="763068" y="98894"/>
                  </a:cubicBezTo>
                  <a:cubicBezTo>
                    <a:pt x="763068" y="98050"/>
                    <a:pt x="763812" y="96115"/>
                    <a:pt x="763068" y="95321"/>
                  </a:cubicBezTo>
                  <a:cubicBezTo>
                    <a:pt x="760746" y="93188"/>
                    <a:pt x="757684" y="92048"/>
                    <a:pt x="754533" y="92146"/>
                  </a:cubicBezTo>
                  <a:cubicBezTo>
                    <a:pt x="745423" y="92045"/>
                    <a:pt x="736526" y="94901"/>
                    <a:pt x="729177" y="100283"/>
                  </a:cubicBezTo>
                  <a:cubicBezTo>
                    <a:pt x="726820" y="101827"/>
                    <a:pt x="724309" y="103124"/>
                    <a:pt x="721684" y="104154"/>
                  </a:cubicBezTo>
                  <a:cubicBezTo>
                    <a:pt x="520621" y="181463"/>
                    <a:pt x="507372" y="180520"/>
                    <a:pt x="497597" y="180073"/>
                  </a:cubicBezTo>
                  <a:lnTo>
                    <a:pt x="435075" y="175905"/>
                  </a:lnTo>
                  <a:cubicBezTo>
                    <a:pt x="413196" y="174505"/>
                    <a:pt x="396595" y="155633"/>
                    <a:pt x="397996" y="133754"/>
                  </a:cubicBezTo>
                  <a:cubicBezTo>
                    <a:pt x="399164" y="115502"/>
                    <a:pt x="412652" y="100410"/>
                    <a:pt x="430658" y="97207"/>
                  </a:cubicBezTo>
                  <a:lnTo>
                    <a:pt x="496009" y="85397"/>
                  </a:lnTo>
                  <a:cubicBezTo>
                    <a:pt x="499830" y="85101"/>
                    <a:pt x="503482" y="83705"/>
                    <a:pt x="506529" y="81378"/>
                  </a:cubicBezTo>
                  <a:cubicBezTo>
                    <a:pt x="504023" y="79732"/>
                    <a:pt x="501026" y="78997"/>
                    <a:pt x="498043" y="79294"/>
                  </a:cubicBezTo>
                  <a:lnTo>
                    <a:pt x="335734" y="79790"/>
                  </a:lnTo>
                  <a:cubicBezTo>
                    <a:pt x="314844" y="80756"/>
                    <a:pt x="294360" y="85902"/>
                    <a:pt x="275494" y="94924"/>
                  </a:cubicBezTo>
                  <a:lnTo>
                    <a:pt x="229000" y="120529"/>
                  </a:lnTo>
                  <a:cubicBezTo>
                    <a:pt x="212707" y="129419"/>
                    <a:pt x="192429" y="125834"/>
                    <a:pt x="180173" y="111895"/>
                  </a:cubicBezTo>
                  <a:close/>
                  <a:moveTo>
                    <a:pt x="227958" y="293407"/>
                  </a:moveTo>
                  <a:lnTo>
                    <a:pt x="227958" y="293407"/>
                  </a:lnTo>
                  <a:close/>
                  <a:moveTo>
                    <a:pt x="171638" y="95718"/>
                  </a:moveTo>
                  <a:lnTo>
                    <a:pt x="171638" y="9571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B3D120F4-853F-D74C-89BD-3B58C4EB6843}"/>
                </a:ext>
              </a:extLst>
            </p:cNvPr>
            <p:cNvSpPr/>
            <p:nvPr/>
          </p:nvSpPr>
          <p:spPr>
            <a:xfrm>
              <a:off x="4296128" y="1739927"/>
              <a:ext cx="109201" cy="324795"/>
            </a:xfrm>
            <a:custGeom>
              <a:avLst/>
              <a:gdLst>
                <a:gd name="connsiteX0" fmla="*/ 69415 w 109201"/>
                <a:gd name="connsiteY0" fmla="*/ 324763 h 324795"/>
                <a:gd name="connsiteX1" fmla="*/ 30066 w 109201"/>
                <a:gd name="connsiteY1" fmla="*/ 290029 h 324795"/>
                <a:gd name="connsiteX2" fmla="*/ 294 w 109201"/>
                <a:gd name="connsiteY2" fmla="*/ 44506 h 324795"/>
                <a:gd name="connsiteX3" fmla="*/ 34929 w 109201"/>
                <a:gd name="connsiteY3" fmla="*/ 294 h 324795"/>
                <a:gd name="connsiteX4" fmla="*/ 79141 w 109201"/>
                <a:gd name="connsiteY4" fmla="*/ 34929 h 324795"/>
                <a:gd name="connsiteX5" fmla="*/ 108914 w 109201"/>
                <a:gd name="connsiteY5" fmla="*/ 280502 h 324795"/>
                <a:gd name="connsiteX6" fmla="*/ 74244 w 109201"/>
                <a:gd name="connsiteY6" fmla="*/ 324654 h 324795"/>
                <a:gd name="connsiteX7" fmla="*/ 74179 w 109201"/>
                <a:gd name="connsiteY7" fmla="*/ 324664 h 324795"/>
                <a:gd name="connsiteX8" fmla="*/ 69415 w 109201"/>
                <a:gd name="connsiteY8" fmla="*/ 324763 h 32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1" h="324795">
                  <a:moveTo>
                    <a:pt x="69415" y="324763"/>
                  </a:moveTo>
                  <a:cubicBezTo>
                    <a:pt x="49424" y="324744"/>
                    <a:pt x="32565" y="309862"/>
                    <a:pt x="30066" y="290029"/>
                  </a:cubicBezTo>
                  <a:lnTo>
                    <a:pt x="294" y="44506"/>
                  </a:lnTo>
                  <a:cubicBezTo>
                    <a:pt x="-2351" y="22733"/>
                    <a:pt x="13156" y="2939"/>
                    <a:pt x="34929" y="294"/>
                  </a:cubicBezTo>
                  <a:cubicBezTo>
                    <a:pt x="56702" y="-2351"/>
                    <a:pt x="76496" y="13156"/>
                    <a:pt x="79141" y="34929"/>
                  </a:cubicBezTo>
                  <a:lnTo>
                    <a:pt x="108914" y="280502"/>
                  </a:lnTo>
                  <a:cubicBezTo>
                    <a:pt x="111533" y="302270"/>
                    <a:pt x="96011" y="322039"/>
                    <a:pt x="74244" y="324654"/>
                  </a:cubicBezTo>
                  <a:cubicBezTo>
                    <a:pt x="74222" y="324659"/>
                    <a:pt x="74200" y="324659"/>
                    <a:pt x="74179" y="324664"/>
                  </a:cubicBezTo>
                  <a:cubicBezTo>
                    <a:pt x="72595" y="324793"/>
                    <a:pt x="71004" y="324828"/>
                    <a:pt x="69415" y="3247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39FC070D-AF05-024C-AACF-BAB876A51897}"/>
                </a:ext>
              </a:extLst>
            </p:cNvPr>
            <p:cNvSpPr/>
            <p:nvPr/>
          </p:nvSpPr>
          <p:spPr>
            <a:xfrm>
              <a:off x="4125280" y="1726251"/>
              <a:ext cx="273906" cy="371734"/>
            </a:xfrm>
            <a:custGeom>
              <a:avLst/>
              <a:gdLst>
                <a:gd name="connsiteX0" fmla="*/ 40391 w 273906"/>
                <a:gd name="connsiteY0" fmla="*/ 371734 h 371734"/>
                <a:gd name="connsiteX1" fmla="*/ 695 w 273906"/>
                <a:gd name="connsiteY1" fmla="*/ 332037 h 371734"/>
                <a:gd name="connsiteX2" fmla="*/ 0 w 273906"/>
                <a:gd name="connsiteY2" fmla="*/ 41260 h 371734"/>
                <a:gd name="connsiteX3" fmla="*/ 39349 w 273906"/>
                <a:gd name="connsiteY3" fmla="*/ 1564 h 371734"/>
                <a:gd name="connsiteX4" fmla="*/ 186723 w 273906"/>
                <a:gd name="connsiteY4" fmla="*/ 224 h 371734"/>
                <a:gd name="connsiteX5" fmla="*/ 248104 w 273906"/>
                <a:gd name="connsiteY5" fmla="*/ 43146 h 371734"/>
                <a:gd name="connsiteX6" fmla="*/ 219874 w 273906"/>
                <a:gd name="connsiteY6" fmla="*/ 91671 h 371734"/>
                <a:gd name="connsiteX7" fmla="*/ 179925 w 273906"/>
                <a:gd name="connsiteY7" fmla="*/ 79518 h 371734"/>
                <a:gd name="connsiteX8" fmla="*/ 79393 w 273906"/>
                <a:gd name="connsiteY8" fmla="*/ 80461 h 371734"/>
                <a:gd name="connsiteX9" fmla="*/ 79989 w 273906"/>
                <a:gd name="connsiteY9" fmla="*/ 285344 h 371734"/>
                <a:gd name="connsiteX10" fmla="*/ 227809 w 273906"/>
                <a:gd name="connsiteY10" fmla="*/ 261278 h 371734"/>
                <a:gd name="connsiteX11" fmla="*/ 273386 w 273906"/>
                <a:gd name="connsiteY11" fmla="*/ 294102 h 371734"/>
                <a:gd name="connsiteX12" fmla="*/ 240561 w 273906"/>
                <a:gd name="connsiteY12" fmla="*/ 339679 h 371734"/>
                <a:gd name="connsiteX13" fmla="*/ 47040 w 273906"/>
                <a:gd name="connsiteY13" fmla="*/ 371188 h 371734"/>
                <a:gd name="connsiteX14" fmla="*/ 40391 w 273906"/>
                <a:gd name="connsiteY14" fmla="*/ 371734 h 371734"/>
                <a:gd name="connsiteX15" fmla="*/ 171440 w 273906"/>
                <a:gd name="connsiteY15" fmla="*/ 63490 h 371734"/>
                <a:gd name="connsiteX16" fmla="*/ 171440 w 273906"/>
                <a:gd name="connsiteY16" fmla="*/ 63490 h 37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3906" h="371734">
                  <a:moveTo>
                    <a:pt x="40391" y="371734"/>
                  </a:moveTo>
                  <a:cubicBezTo>
                    <a:pt x="18467" y="371734"/>
                    <a:pt x="695" y="353960"/>
                    <a:pt x="695" y="332037"/>
                  </a:cubicBezTo>
                  <a:lnTo>
                    <a:pt x="0" y="41260"/>
                  </a:lnTo>
                  <a:cubicBezTo>
                    <a:pt x="-1" y="19471"/>
                    <a:pt x="17561" y="1754"/>
                    <a:pt x="39349" y="1564"/>
                  </a:cubicBezTo>
                  <a:lnTo>
                    <a:pt x="186723" y="224"/>
                  </a:lnTo>
                  <a:cubicBezTo>
                    <a:pt x="214883" y="-2240"/>
                    <a:pt x="240753" y="15851"/>
                    <a:pt x="248104" y="43146"/>
                  </a:cubicBezTo>
                  <a:cubicBezTo>
                    <a:pt x="253708" y="64341"/>
                    <a:pt x="241069" y="86067"/>
                    <a:pt x="219874" y="91671"/>
                  </a:cubicBezTo>
                  <a:cubicBezTo>
                    <a:pt x="205331" y="95517"/>
                    <a:pt x="189863" y="90811"/>
                    <a:pt x="179925" y="79518"/>
                  </a:cubicBezTo>
                  <a:lnTo>
                    <a:pt x="79393" y="80461"/>
                  </a:lnTo>
                  <a:lnTo>
                    <a:pt x="79989" y="285344"/>
                  </a:lnTo>
                  <a:lnTo>
                    <a:pt x="227809" y="261278"/>
                  </a:lnTo>
                  <a:cubicBezTo>
                    <a:pt x="249458" y="257755"/>
                    <a:pt x="269864" y="272453"/>
                    <a:pt x="273386" y="294102"/>
                  </a:cubicBezTo>
                  <a:cubicBezTo>
                    <a:pt x="276907" y="315752"/>
                    <a:pt x="262211" y="336156"/>
                    <a:pt x="240561" y="339679"/>
                  </a:cubicBezTo>
                  <a:lnTo>
                    <a:pt x="47040" y="371188"/>
                  </a:lnTo>
                  <a:cubicBezTo>
                    <a:pt x="44844" y="371560"/>
                    <a:pt x="42619" y="371744"/>
                    <a:pt x="40391" y="371734"/>
                  </a:cubicBezTo>
                  <a:close/>
                  <a:moveTo>
                    <a:pt x="171440" y="63490"/>
                  </a:moveTo>
                  <a:lnTo>
                    <a:pt x="171440" y="6349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277E2675-1A44-9140-B82A-74BB4DB75805}"/>
                </a:ext>
              </a:extLst>
            </p:cNvPr>
            <p:cNvSpPr/>
            <p:nvPr/>
          </p:nvSpPr>
          <p:spPr>
            <a:xfrm>
              <a:off x="4301185" y="1575777"/>
              <a:ext cx="649039" cy="81229"/>
            </a:xfrm>
            <a:custGeom>
              <a:avLst/>
              <a:gdLst>
                <a:gd name="connsiteX0" fmla="*/ 609442 w 649039"/>
                <a:gd name="connsiteY0" fmla="*/ 81229 h 81229"/>
                <a:gd name="connsiteX1" fmla="*/ 609442 w 649039"/>
                <a:gd name="connsiteY1" fmla="*/ 81229 h 81229"/>
                <a:gd name="connsiteX2" fmla="*/ 39697 w 649039"/>
                <a:gd name="connsiteY2" fmla="*/ 79393 h 81229"/>
                <a:gd name="connsiteX3" fmla="*/ 0 w 649039"/>
                <a:gd name="connsiteY3" fmla="*/ 39697 h 81229"/>
                <a:gd name="connsiteX4" fmla="*/ 39697 w 649039"/>
                <a:gd name="connsiteY4" fmla="*/ 0 h 81229"/>
                <a:gd name="connsiteX5" fmla="*/ 39697 w 649039"/>
                <a:gd name="connsiteY5" fmla="*/ 0 h 81229"/>
                <a:gd name="connsiteX6" fmla="*/ 609343 w 649039"/>
                <a:gd name="connsiteY6" fmla="*/ 1836 h 81229"/>
                <a:gd name="connsiteX7" fmla="*/ 649039 w 649039"/>
                <a:gd name="connsiteY7" fmla="*/ 41533 h 81229"/>
                <a:gd name="connsiteX8" fmla="*/ 609343 w 649039"/>
                <a:gd name="connsiteY8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9039" h="81229">
                  <a:moveTo>
                    <a:pt x="609442" y="81229"/>
                  </a:moveTo>
                  <a:lnTo>
                    <a:pt x="609442" y="8122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609343" y="1836"/>
                  </a:lnTo>
                  <a:cubicBezTo>
                    <a:pt x="631265" y="1836"/>
                    <a:pt x="649039" y="19609"/>
                    <a:pt x="649039" y="41533"/>
                  </a:cubicBezTo>
                  <a:cubicBezTo>
                    <a:pt x="649039" y="63456"/>
                    <a:pt x="631265" y="81229"/>
                    <a:pt x="609343" y="812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3" name="Picture Placeholder 39">
            <a:extLst>
              <a:ext uri="{FF2B5EF4-FFF2-40B4-BE49-F238E27FC236}">
                <a16:creationId xmlns:a16="http://schemas.microsoft.com/office/drawing/2014/main" id="{B3912FE4-B323-4C7F-8F7F-25FA99CCC495}"/>
              </a:ext>
            </a:extLst>
          </p:cNvPr>
          <p:cNvGrpSpPr>
            <a:grpSpLocks noChangeAspect="1"/>
          </p:cNvGrpSpPr>
          <p:nvPr/>
        </p:nvGrpSpPr>
        <p:grpSpPr>
          <a:xfrm>
            <a:off x="5440704" y="1422332"/>
            <a:ext cx="842844" cy="829477"/>
            <a:chOff x="5440704" y="1422332"/>
            <a:chExt cx="842844" cy="829477"/>
          </a:xfrm>
        </p:grpSpPr>
        <p:grpSp>
          <p:nvGrpSpPr>
            <p:cNvPr id="35" name="Picture Placeholder 39">
              <a:extLst>
                <a:ext uri="{FF2B5EF4-FFF2-40B4-BE49-F238E27FC236}">
                  <a16:creationId xmlns:a16="http://schemas.microsoft.com/office/drawing/2014/main" id="{B3912FE4-B323-4C7F-8F7F-25FA99CCC495}"/>
                </a:ext>
              </a:extLst>
            </p:cNvPr>
            <p:cNvGrpSpPr/>
            <p:nvPr/>
          </p:nvGrpSpPr>
          <p:grpSpPr>
            <a:xfrm>
              <a:off x="5440704" y="1847699"/>
              <a:ext cx="842844" cy="404111"/>
              <a:chOff x="5440704" y="1847699"/>
              <a:chExt cx="842844" cy="404111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49EF8BAC-2438-E848-B7A3-9A54159F5901}"/>
                  </a:ext>
                </a:extLst>
              </p:cNvPr>
              <p:cNvSpPr/>
              <p:nvPr/>
            </p:nvSpPr>
            <p:spPr>
              <a:xfrm>
                <a:off x="5440704" y="1847699"/>
                <a:ext cx="842844" cy="403962"/>
              </a:xfrm>
              <a:custGeom>
                <a:avLst/>
                <a:gdLst>
                  <a:gd name="connsiteX0" fmla="*/ 40590 w 842844"/>
                  <a:gd name="connsiteY0" fmla="*/ 403962 h 403962"/>
                  <a:gd name="connsiteX1" fmla="*/ 893 w 842844"/>
                  <a:gd name="connsiteY1" fmla="*/ 364265 h 403962"/>
                  <a:gd name="connsiteX2" fmla="*/ 0 w 842844"/>
                  <a:gd name="connsiteY2" fmla="*/ 73339 h 403962"/>
                  <a:gd name="connsiteX3" fmla="*/ 39349 w 842844"/>
                  <a:gd name="connsiteY3" fmla="*/ 33643 h 403962"/>
                  <a:gd name="connsiteX4" fmla="*/ 186723 w 842844"/>
                  <a:gd name="connsiteY4" fmla="*/ 32253 h 403962"/>
                  <a:gd name="connsiteX5" fmla="*/ 215850 w 842844"/>
                  <a:gd name="connsiteY5" fmla="*/ 37216 h 403962"/>
                  <a:gd name="connsiteX6" fmla="*/ 238874 w 842844"/>
                  <a:gd name="connsiteY6" fmla="*/ 24661 h 403962"/>
                  <a:gd name="connsiteX7" fmla="*/ 241752 w 842844"/>
                  <a:gd name="connsiteY7" fmla="*/ 23272 h 403962"/>
                  <a:gd name="connsiteX8" fmla="*/ 332509 w 842844"/>
                  <a:gd name="connsiteY8" fmla="*/ 496 h 403962"/>
                  <a:gd name="connsiteX9" fmla="*/ 334841 w 842844"/>
                  <a:gd name="connsiteY9" fmla="*/ 496 h 403962"/>
                  <a:gd name="connsiteX10" fmla="*/ 498292 w 842844"/>
                  <a:gd name="connsiteY10" fmla="*/ 0 h 403962"/>
                  <a:gd name="connsiteX11" fmla="*/ 585376 w 842844"/>
                  <a:gd name="connsiteY11" fmla="*/ 70759 h 403962"/>
                  <a:gd name="connsiteX12" fmla="*/ 689580 w 842844"/>
                  <a:gd name="connsiteY12" fmla="*/ 31658 h 403962"/>
                  <a:gd name="connsiteX13" fmla="*/ 760041 w 842844"/>
                  <a:gd name="connsiteY13" fmla="*/ 13149 h 403962"/>
                  <a:gd name="connsiteX14" fmla="*/ 760041 w 842844"/>
                  <a:gd name="connsiteY14" fmla="*/ 13149 h 403962"/>
                  <a:gd name="connsiteX15" fmla="*/ 827277 w 842844"/>
                  <a:gd name="connsiteY15" fmla="*/ 48777 h 403962"/>
                  <a:gd name="connsiteX16" fmla="*/ 839186 w 842844"/>
                  <a:gd name="connsiteY16" fmla="*/ 121422 h 403962"/>
                  <a:gd name="connsiteX17" fmla="*/ 796115 w 842844"/>
                  <a:gd name="connsiteY17" fmla="*/ 181463 h 403962"/>
                  <a:gd name="connsiteX18" fmla="*/ 790508 w 842844"/>
                  <a:gd name="connsiteY18" fmla="*/ 185284 h 403962"/>
                  <a:gd name="connsiteX19" fmla="*/ 668937 w 842844"/>
                  <a:gd name="connsiteY19" fmla="*/ 252123 h 403962"/>
                  <a:gd name="connsiteX20" fmla="*/ 579620 w 842844"/>
                  <a:gd name="connsiteY20" fmla="*/ 300156 h 403962"/>
                  <a:gd name="connsiteX21" fmla="*/ 513227 w 842844"/>
                  <a:gd name="connsiteY21" fmla="*/ 320004 h 403962"/>
                  <a:gd name="connsiteX22" fmla="*/ 512136 w 842844"/>
                  <a:gd name="connsiteY22" fmla="*/ 320004 h 403962"/>
                  <a:gd name="connsiteX23" fmla="*/ 510101 w 842844"/>
                  <a:gd name="connsiteY23" fmla="*/ 320004 h 403962"/>
                  <a:gd name="connsiteX24" fmla="*/ 321542 w 842844"/>
                  <a:gd name="connsiteY24" fmla="*/ 323676 h 403962"/>
                  <a:gd name="connsiteX25" fmla="*/ 320997 w 842844"/>
                  <a:gd name="connsiteY25" fmla="*/ 323676 h 403962"/>
                  <a:gd name="connsiteX26" fmla="*/ 285815 w 842844"/>
                  <a:gd name="connsiteY26" fmla="*/ 335138 h 403962"/>
                  <a:gd name="connsiteX27" fmla="*/ 278571 w 842844"/>
                  <a:gd name="connsiteY27" fmla="*/ 348585 h 403962"/>
                  <a:gd name="connsiteX28" fmla="*/ 240512 w 842844"/>
                  <a:gd name="connsiteY28" fmla="*/ 372006 h 403962"/>
                  <a:gd name="connsiteX29" fmla="*/ 46743 w 842844"/>
                  <a:gd name="connsiteY29" fmla="*/ 403515 h 403962"/>
                  <a:gd name="connsiteX30" fmla="*/ 40590 w 842844"/>
                  <a:gd name="connsiteY30" fmla="*/ 403962 h 403962"/>
                  <a:gd name="connsiteX31" fmla="*/ 79542 w 842844"/>
                  <a:gd name="connsiteY31" fmla="*/ 112689 h 403962"/>
                  <a:gd name="connsiteX32" fmla="*/ 80138 w 842844"/>
                  <a:gd name="connsiteY32" fmla="*/ 317622 h 403962"/>
                  <a:gd name="connsiteX33" fmla="*/ 213022 w 842844"/>
                  <a:gd name="connsiteY33" fmla="*/ 295987 h 403962"/>
                  <a:gd name="connsiteX34" fmla="*/ 225377 w 842844"/>
                  <a:gd name="connsiteY34" fmla="*/ 280010 h 403962"/>
                  <a:gd name="connsiteX35" fmla="*/ 320451 w 842844"/>
                  <a:gd name="connsiteY35" fmla="*/ 244183 h 403962"/>
                  <a:gd name="connsiteX36" fmla="*/ 507819 w 842844"/>
                  <a:gd name="connsiteY36" fmla="*/ 240511 h 403962"/>
                  <a:gd name="connsiteX37" fmla="*/ 538087 w 842844"/>
                  <a:gd name="connsiteY37" fmla="*/ 232572 h 403962"/>
                  <a:gd name="connsiteX38" fmla="*/ 540916 w 842844"/>
                  <a:gd name="connsiteY38" fmla="*/ 230885 h 403962"/>
                  <a:gd name="connsiteX39" fmla="*/ 631821 w 842844"/>
                  <a:gd name="connsiteY39" fmla="*/ 181909 h 403962"/>
                  <a:gd name="connsiteX40" fmla="*/ 632863 w 842844"/>
                  <a:gd name="connsiteY40" fmla="*/ 181364 h 403962"/>
                  <a:gd name="connsiteX41" fmla="*/ 748827 w 842844"/>
                  <a:gd name="connsiteY41" fmla="*/ 117551 h 403962"/>
                  <a:gd name="connsiteX42" fmla="*/ 763068 w 842844"/>
                  <a:gd name="connsiteY42" fmla="*/ 99043 h 403962"/>
                  <a:gd name="connsiteX43" fmla="*/ 763068 w 842844"/>
                  <a:gd name="connsiteY43" fmla="*/ 95421 h 403962"/>
                  <a:gd name="connsiteX44" fmla="*/ 754533 w 842844"/>
                  <a:gd name="connsiteY44" fmla="*/ 92294 h 403962"/>
                  <a:gd name="connsiteX45" fmla="*/ 754533 w 842844"/>
                  <a:gd name="connsiteY45" fmla="*/ 92294 h 403962"/>
                  <a:gd name="connsiteX46" fmla="*/ 729177 w 842844"/>
                  <a:gd name="connsiteY46" fmla="*/ 100432 h 403962"/>
                  <a:gd name="connsiteX47" fmla="*/ 721684 w 842844"/>
                  <a:gd name="connsiteY47" fmla="*/ 104253 h 403962"/>
                  <a:gd name="connsiteX48" fmla="*/ 497597 w 842844"/>
                  <a:gd name="connsiteY48" fmla="*/ 180073 h 403962"/>
                  <a:gd name="connsiteX49" fmla="*/ 435075 w 842844"/>
                  <a:gd name="connsiteY49" fmla="*/ 175905 h 403962"/>
                  <a:gd name="connsiteX50" fmla="*/ 397996 w 842844"/>
                  <a:gd name="connsiteY50" fmla="*/ 133753 h 403962"/>
                  <a:gd name="connsiteX51" fmla="*/ 430658 w 842844"/>
                  <a:gd name="connsiteY51" fmla="*/ 97207 h 403962"/>
                  <a:gd name="connsiteX52" fmla="*/ 496009 w 842844"/>
                  <a:gd name="connsiteY52" fmla="*/ 85397 h 403962"/>
                  <a:gd name="connsiteX53" fmla="*/ 506529 w 842844"/>
                  <a:gd name="connsiteY53" fmla="*/ 81378 h 403962"/>
                  <a:gd name="connsiteX54" fmla="*/ 498093 w 842844"/>
                  <a:gd name="connsiteY54" fmla="*/ 79294 h 403962"/>
                  <a:gd name="connsiteX55" fmla="*/ 335833 w 842844"/>
                  <a:gd name="connsiteY55" fmla="*/ 79790 h 403962"/>
                  <a:gd name="connsiteX56" fmla="*/ 275494 w 842844"/>
                  <a:gd name="connsiteY56" fmla="*/ 95073 h 403962"/>
                  <a:gd name="connsiteX57" fmla="*/ 229000 w 842844"/>
                  <a:gd name="connsiteY57" fmla="*/ 120678 h 403962"/>
                  <a:gd name="connsiteX58" fmla="*/ 194265 w 842844"/>
                  <a:gd name="connsiteY58" fmla="*/ 122265 h 403962"/>
                  <a:gd name="connsiteX59" fmla="*/ 180123 w 842844"/>
                  <a:gd name="connsiteY59" fmla="*/ 111994 h 403962"/>
                  <a:gd name="connsiteX60" fmla="*/ 227958 w 842844"/>
                  <a:gd name="connsiteY60" fmla="*/ 293556 h 403962"/>
                  <a:gd name="connsiteX61" fmla="*/ 227958 w 842844"/>
                  <a:gd name="connsiteY61" fmla="*/ 293556 h 403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842844" h="403962">
                    <a:moveTo>
                      <a:pt x="40590" y="403962"/>
                    </a:moveTo>
                    <a:cubicBezTo>
                      <a:pt x="18666" y="403962"/>
                      <a:pt x="893" y="386188"/>
                      <a:pt x="893" y="364265"/>
                    </a:cubicBezTo>
                    <a:lnTo>
                      <a:pt x="0" y="73339"/>
                    </a:lnTo>
                    <a:cubicBezTo>
                      <a:pt x="-1" y="51551"/>
                      <a:pt x="17561" y="33833"/>
                      <a:pt x="39349" y="33643"/>
                    </a:cubicBezTo>
                    <a:lnTo>
                      <a:pt x="186723" y="32253"/>
                    </a:lnTo>
                    <a:cubicBezTo>
                      <a:pt x="196696" y="31403"/>
                      <a:pt x="206721" y="33111"/>
                      <a:pt x="215850" y="37216"/>
                    </a:cubicBezTo>
                    <a:lnTo>
                      <a:pt x="238874" y="24661"/>
                    </a:lnTo>
                    <a:cubicBezTo>
                      <a:pt x="239809" y="24149"/>
                      <a:pt x="240769" y="23685"/>
                      <a:pt x="241752" y="23272"/>
                    </a:cubicBezTo>
                    <a:cubicBezTo>
                      <a:pt x="270184" y="9706"/>
                      <a:pt x="301041" y="1962"/>
                      <a:pt x="332509" y="496"/>
                    </a:cubicBezTo>
                    <a:lnTo>
                      <a:pt x="334841" y="496"/>
                    </a:lnTo>
                    <a:lnTo>
                      <a:pt x="498292" y="0"/>
                    </a:lnTo>
                    <a:cubicBezTo>
                      <a:pt x="549897" y="447"/>
                      <a:pt x="580414" y="35231"/>
                      <a:pt x="585376" y="70759"/>
                    </a:cubicBezTo>
                    <a:cubicBezTo>
                      <a:pt x="617580" y="58999"/>
                      <a:pt x="654498" y="45105"/>
                      <a:pt x="689580" y="31658"/>
                    </a:cubicBezTo>
                    <a:cubicBezTo>
                      <a:pt x="710569" y="18304"/>
                      <a:pt x="735201" y="11834"/>
                      <a:pt x="760041" y="13149"/>
                    </a:cubicBezTo>
                    <a:lnTo>
                      <a:pt x="760041" y="13149"/>
                    </a:lnTo>
                    <a:cubicBezTo>
                      <a:pt x="786618" y="14496"/>
                      <a:pt x="811240" y="27541"/>
                      <a:pt x="827277" y="48777"/>
                    </a:cubicBezTo>
                    <a:cubicBezTo>
                      <a:pt x="842392" y="69796"/>
                      <a:pt x="846798" y="96676"/>
                      <a:pt x="839186" y="121422"/>
                    </a:cubicBezTo>
                    <a:cubicBezTo>
                      <a:pt x="832735" y="143453"/>
                      <a:pt x="818246" y="163649"/>
                      <a:pt x="796115" y="181463"/>
                    </a:cubicBezTo>
                    <a:cubicBezTo>
                      <a:pt x="794369" y="182912"/>
                      <a:pt x="792493" y="184187"/>
                      <a:pt x="790508" y="185284"/>
                    </a:cubicBezTo>
                    <a:cubicBezTo>
                      <a:pt x="779492" y="191387"/>
                      <a:pt x="683873" y="244481"/>
                      <a:pt x="668937" y="252123"/>
                    </a:cubicBezTo>
                    <a:lnTo>
                      <a:pt x="579620" y="300156"/>
                    </a:lnTo>
                    <a:cubicBezTo>
                      <a:pt x="555951" y="315042"/>
                      <a:pt x="534961" y="318019"/>
                      <a:pt x="513227" y="320004"/>
                    </a:cubicBezTo>
                    <a:lnTo>
                      <a:pt x="512136" y="320004"/>
                    </a:lnTo>
                    <a:lnTo>
                      <a:pt x="510101" y="320004"/>
                    </a:lnTo>
                    <a:lnTo>
                      <a:pt x="321542" y="323676"/>
                    </a:lnTo>
                    <a:lnTo>
                      <a:pt x="320997" y="323676"/>
                    </a:lnTo>
                    <a:cubicBezTo>
                      <a:pt x="308536" y="324698"/>
                      <a:pt x="296488" y="328623"/>
                      <a:pt x="285815" y="335138"/>
                    </a:cubicBezTo>
                    <a:cubicBezTo>
                      <a:pt x="283995" y="339917"/>
                      <a:pt x="281560" y="344437"/>
                      <a:pt x="278571" y="348585"/>
                    </a:cubicBezTo>
                    <a:cubicBezTo>
                      <a:pt x="269564" y="361209"/>
                      <a:pt x="255839" y="369654"/>
                      <a:pt x="240512" y="372006"/>
                    </a:cubicBezTo>
                    <a:lnTo>
                      <a:pt x="46743" y="403515"/>
                    </a:lnTo>
                    <a:cubicBezTo>
                      <a:pt x="44706" y="403823"/>
                      <a:pt x="42649" y="403972"/>
                      <a:pt x="40590" y="403962"/>
                    </a:cubicBezTo>
                    <a:close/>
                    <a:moveTo>
                      <a:pt x="79542" y="112689"/>
                    </a:moveTo>
                    <a:lnTo>
                      <a:pt x="80138" y="317622"/>
                    </a:lnTo>
                    <a:lnTo>
                      <a:pt x="213022" y="295987"/>
                    </a:lnTo>
                    <a:cubicBezTo>
                      <a:pt x="215694" y="289686"/>
                      <a:pt x="219950" y="284183"/>
                      <a:pt x="225377" y="280010"/>
                    </a:cubicBezTo>
                    <a:cubicBezTo>
                      <a:pt x="229992" y="276387"/>
                      <a:pt x="272021" y="244580"/>
                      <a:pt x="320451" y="244183"/>
                    </a:cubicBezTo>
                    <a:lnTo>
                      <a:pt x="507819" y="240511"/>
                    </a:lnTo>
                    <a:cubicBezTo>
                      <a:pt x="523648" y="239172"/>
                      <a:pt x="530049" y="237832"/>
                      <a:pt x="538087" y="232572"/>
                    </a:cubicBezTo>
                    <a:lnTo>
                      <a:pt x="540916" y="230885"/>
                    </a:lnTo>
                    <a:lnTo>
                      <a:pt x="631821" y="181909"/>
                    </a:lnTo>
                    <a:lnTo>
                      <a:pt x="632863" y="181364"/>
                    </a:lnTo>
                    <a:cubicBezTo>
                      <a:pt x="641001" y="177295"/>
                      <a:pt x="706947" y="140824"/>
                      <a:pt x="748827" y="117551"/>
                    </a:cubicBezTo>
                    <a:cubicBezTo>
                      <a:pt x="755228" y="112852"/>
                      <a:pt x="760165" y="106436"/>
                      <a:pt x="763068" y="99043"/>
                    </a:cubicBezTo>
                    <a:cubicBezTo>
                      <a:pt x="763068" y="98199"/>
                      <a:pt x="763812" y="96264"/>
                      <a:pt x="763068" y="95421"/>
                    </a:cubicBezTo>
                    <a:cubicBezTo>
                      <a:pt x="760726" y="93332"/>
                      <a:pt x="757674" y="92215"/>
                      <a:pt x="754533" y="92294"/>
                    </a:cubicBezTo>
                    <a:lnTo>
                      <a:pt x="754533" y="92294"/>
                    </a:lnTo>
                    <a:cubicBezTo>
                      <a:pt x="745423" y="92200"/>
                      <a:pt x="736531" y="95053"/>
                      <a:pt x="729177" y="100432"/>
                    </a:cubicBezTo>
                    <a:cubicBezTo>
                      <a:pt x="726830" y="101980"/>
                      <a:pt x="724314" y="103261"/>
                      <a:pt x="721684" y="104253"/>
                    </a:cubicBezTo>
                    <a:cubicBezTo>
                      <a:pt x="520621" y="181612"/>
                      <a:pt x="507322" y="180669"/>
                      <a:pt x="497597" y="180073"/>
                    </a:cubicBezTo>
                    <a:lnTo>
                      <a:pt x="435075" y="175905"/>
                    </a:lnTo>
                    <a:cubicBezTo>
                      <a:pt x="413196" y="174506"/>
                      <a:pt x="396595" y="155630"/>
                      <a:pt x="397996" y="133753"/>
                    </a:cubicBezTo>
                    <a:cubicBezTo>
                      <a:pt x="399164" y="115502"/>
                      <a:pt x="412652" y="100412"/>
                      <a:pt x="430658" y="97207"/>
                    </a:cubicBezTo>
                    <a:lnTo>
                      <a:pt x="496009" y="85397"/>
                    </a:lnTo>
                    <a:cubicBezTo>
                      <a:pt x="499830" y="85099"/>
                      <a:pt x="503482" y="83705"/>
                      <a:pt x="506529" y="81378"/>
                    </a:cubicBezTo>
                    <a:cubicBezTo>
                      <a:pt x="504038" y="79740"/>
                      <a:pt x="501060" y="79006"/>
                      <a:pt x="498093" y="79294"/>
                    </a:cubicBezTo>
                    <a:lnTo>
                      <a:pt x="335833" y="79790"/>
                    </a:lnTo>
                    <a:cubicBezTo>
                      <a:pt x="314895" y="80758"/>
                      <a:pt x="294369" y="85958"/>
                      <a:pt x="275494" y="95073"/>
                    </a:cubicBezTo>
                    <a:lnTo>
                      <a:pt x="229000" y="120678"/>
                    </a:lnTo>
                    <a:cubicBezTo>
                      <a:pt x="218282" y="126518"/>
                      <a:pt x="205472" y="127103"/>
                      <a:pt x="194265" y="122265"/>
                    </a:cubicBezTo>
                    <a:cubicBezTo>
                      <a:pt x="188827" y="119968"/>
                      <a:pt x="183989" y="116455"/>
                      <a:pt x="180123" y="111994"/>
                    </a:cubicBezTo>
                    <a:close/>
                    <a:moveTo>
                      <a:pt x="227958" y="293556"/>
                    </a:moveTo>
                    <a:lnTo>
                      <a:pt x="227958" y="293556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19D90A36-C535-1440-BB21-D34B2C821F2E}"/>
                  </a:ext>
                </a:extLst>
              </p:cNvPr>
              <p:cNvSpPr/>
              <p:nvPr/>
            </p:nvSpPr>
            <p:spPr>
              <a:xfrm>
                <a:off x="5613636" y="1893751"/>
                <a:ext cx="109201" cy="324795"/>
              </a:xfrm>
              <a:custGeom>
                <a:avLst/>
                <a:gdLst>
                  <a:gd name="connsiteX0" fmla="*/ 69415 w 109201"/>
                  <a:gd name="connsiteY0" fmla="*/ 324764 h 324795"/>
                  <a:gd name="connsiteX1" fmla="*/ 30066 w 109201"/>
                  <a:gd name="connsiteY1" fmla="*/ 290029 h 324795"/>
                  <a:gd name="connsiteX2" fmla="*/ 294 w 109201"/>
                  <a:gd name="connsiteY2" fmla="*/ 44506 h 324795"/>
                  <a:gd name="connsiteX3" fmla="*/ 34929 w 109201"/>
                  <a:gd name="connsiteY3" fmla="*/ 294 h 324795"/>
                  <a:gd name="connsiteX4" fmla="*/ 79141 w 109201"/>
                  <a:gd name="connsiteY4" fmla="*/ 34929 h 324795"/>
                  <a:gd name="connsiteX5" fmla="*/ 108914 w 109201"/>
                  <a:gd name="connsiteY5" fmla="*/ 280502 h 324795"/>
                  <a:gd name="connsiteX6" fmla="*/ 74244 w 109201"/>
                  <a:gd name="connsiteY6" fmla="*/ 324654 h 324795"/>
                  <a:gd name="connsiteX7" fmla="*/ 74179 w 109201"/>
                  <a:gd name="connsiteY7" fmla="*/ 324664 h 324795"/>
                  <a:gd name="connsiteX8" fmla="*/ 69415 w 109201"/>
                  <a:gd name="connsiteY8" fmla="*/ 324764 h 32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201" h="324795">
                    <a:moveTo>
                      <a:pt x="69415" y="324764"/>
                    </a:moveTo>
                    <a:cubicBezTo>
                      <a:pt x="49424" y="324744"/>
                      <a:pt x="32565" y="309862"/>
                      <a:pt x="30066" y="290029"/>
                    </a:cubicBezTo>
                    <a:lnTo>
                      <a:pt x="294" y="44506"/>
                    </a:lnTo>
                    <a:cubicBezTo>
                      <a:pt x="-2351" y="22732"/>
                      <a:pt x="13156" y="2939"/>
                      <a:pt x="34929" y="294"/>
                    </a:cubicBezTo>
                    <a:cubicBezTo>
                      <a:pt x="56702" y="-2351"/>
                      <a:pt x="76496" y="13155"/>
                      <a:pt x="79141" y="34929"/>
                    </a:cubicBezTo>
                    <a:lnTo>
                      <a:pt x="108914" y="280502"/>
                    </a:lnTo>
                    <a:cubicBezTo>
                      <a:pt x="111533" y="302270"/>
                      <a:pt x="96011" y="322039"/>
                      <a:pt x="74244" y="324654"/>
                    </a:cubicBezTo>
                    <a:cubicBezTo>
                      <a:pt x="74222" y="324659"/>
                      <a:pt x="74200" y="324659"/>
                      <a:pt x="74179" y="324664"/>
                    </a:cubicBezTo>
                    <a:cubicBezTo>
                      <a:pt x="72595" y="324793"/>
                      <a:pt x="71004" y="324828"/>
                      <a:pt x="69415" y="32476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9FE96524-17D1-0D4C-9200-1E442F1D432A}"/>
                  </a:ext>
                </a:extLst>
              </p:cNvPr>
              <p:cNvSpPr/>
              <p:nvPr/>
            </p:nvSpPr>
            <p:spPr>
              <a:xfrm>
                <a:off x="5442788" y="1880033"/>
                <a:ext cx="273906" cy="371777"/>
              </a:xfrm>
              <a:custGeom>
                <a:avLst/>
                <a:gdLst>
                  <a:gd name="connsiteX0" fmla="*/ 40391 w 273906"/>
                  <a:gd name="connsiteY0" fmla="*/ 371777 h 371777"/>
                  <a:gd name="connsiteX1" fmla="*/ 695 w 273906"/>
                  <a:gd name="connsiteY1" fmla="*/ 332080 h 371777"/>
                  <a:gd name="connsiteX2" fmla="*/ 0 w 273906"/>
                  <a:gd name="connsiteY2" fmla="*/ 41303 h 371777"/>
                  <a:gd name="connsiteX3" fmla="*/ 39349 w 273906"/>
                  <a:gd name="connsiteY3" fmla="*/ 1606 h 371777"/>
                  <a:gd name="connsiteX4" fmla="*/ 186723 w 273906"/>
                  <a:gd name="connsiteY4" fmla="*/ 217 h 371777"/>
                  <a:gd name="connsiteX5" fmla="*/ 248104 w 273906"/>
                  <a:gd name="connsiteY5" fmla="*/ 43139 h 371777"/>
                  <a:gd name="connsiteX6" fmla="*/ 220068 w 273906"/>
                  <a:gd name="connsiteY6" fmla="*/ 91777 h 371777"/>
                  <a:gd name="connsiteX7" fmla="*/ 179875 w 273906"/>
                  <a:gd name="connsiteY7" fmla="*/ 79561 h 371777"/>
                  <a:gd name="connsiteX8" fmla="*/ 79393 w 273906"/>
                  <a:gd name="connsiteY8" fmla="*/ 80503 h 371777"/>
                  <a:gd name="connsiteX9" fmla="*/ 79989 w 273906"/>
                  <a:gd name="connsiteY9" fmla="*/ 285387 h 371777"/>
                  <a:gd name="connsiteX10" fmla="*/ 227809 w 273906"/>
                  <a:gd name="connsiteY10" fmla="*/ 261321 h 371777"/>
                  <a:gd name="connsiteX11" fmla="*/ 273386 w 273906"/>
                  <a:gd name="connsiteY11" fmla="*/ 294145 h 371777"/>
                  <a:gd name="connsiteX12" fmla="*/ 240561 w 273906"/>
                  <a:gd name="connsiteY12" fmla="*/ 339722 h 371777"/>
                  <a:gd name="connsiteX13" fmla="*/ 47040 w 273906"/>
                  <a:gd name="connsiteY13" fmla="*/ 371231 h 371777"/>
                  <a:gd name="connsiteX14" fmla="*/ 40391 w 273906"/>
                  <a:gd name="connsiteY14" fmla="*/ 371777 h 371777"/>
                  <a:gd name="connsiteX15" fmla="*/ 171440 w 273906"/>
                  <a:gd name="connsiteY15" fmla="*/ 63533 h 371777"/>
                  <a:gd name="connsiteX16" fmla="*/ 171440 w 273906"/>
                  <a:gd name="connsiteY16" fmla="*/ 63533 h 3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3906" h="371777">
                    <a:moveTo>
                      <a:pt x="40391" y="371777"/>
                    </a:moveTo>
                    <a:cubicBezTo>
                      <a:pt x="18467" y="371777"/>
                      <a:pt x="695" y="354003"/>
                      <a:pt x="695" y="332080"/>
                    </a:cubicBezTo>
                    <a:lnTo>
                      <a:pt x="0" y="41303"/>
                    </a:lnTo>
                    <a:cubicBezTo>
                      <a:pt x="-1" y="19515"/>
                      <a:pt x="17561" y="1797"/>
                      <a:pt x="39349" y="1606"/>
                    </a:cubicBezTo>
                    <a:lnTo>
                      <a:pt x="186723" y="217"/>
                    </a:lnTo>
                    <a:cubicBezTo>
                      <a:pt x="214872" y="-2205"/>
                      <a:pt x="240719" y="15869"/>
                      <a:pt x="248104" y="43139"/>
                    </a:cubicBezTo>
                    <a:cubicBezTo>
                      <a:pt x="253793" y="64312"/>
                      <a:pt x="241240" y="86086"/>
                      <a:pt x="220068" y="91777"/>
                    </a:cubicBezTo>
                    <a:cubicBezTo>
                      <a:pt x="205436" y="95707"/>
                      <a:pt x="189844" y="90968"/>
                      <a:pt x="179875" y="79561"/>
                    </a:cubicBezTo>
                    <a:lnTo>
                      <a:pt x="79393" y="80503"/>
                    </a:lnTo>
                    <a:lnTo>
                      <a:pt x="79989" y="285387"/>
                    </a:lnTo>
                    <a:lnTo>
                      <a:pt x="227809" y="261321"/>
                    </a:lnTo>
                    <a:cubicBezTo>
                      <a:pt x="249458" y="257798"/>
                      <a:pt x="269864" y="272496"/>
                      <a:pt x="273386" y="294145"/>
                    </a:cubicBezTo>
                    <a:cubicBezTo>
                      <a:pt x="276907" y="315795"/>
                      <a:pt x="262211" y="336199"/>
                      <a:pt x="240561" y="339722"/>
                    </a:cubicBezTo>
                    <a:lnTo>
                      <a:pt x="47040" y="371231"/>
                    </a:lnTo>
                    <a:cubicBezTo>
                      <a:pt x="44844" y="371603"/>
                      <a:pt x="42619" y="371787"/>
                      <a:pt x="40391" y="371777"/>
                    </a:cubicBezTo>
                    <a:close/>
                    <a:moveTo>
                      <a:pt x="171440" y="63533"/>
                    </a:moveTo>
                    <a:lnTo>
                      <a:pt x="171440" y="63533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619B8501-D78A-9248-9582-5C17C7E87355}"/>
                </a:ext>
              </a:extLst>
            </p:cNvPr>
            <p:cNvSpPr/>
            <p:nvPr/>
          </p:nvSpPr>
          <p:spPr>
            <a:xfrm>
              <a:off x="5765323" y="1422332"/>
              <a:ext cx="267951" cy="240181"/>
            </a:xfrm>
            <a:custGeom>
              <a:avLst/>
              <a:gdLst>
                <a:gd name="connsiteX0" fmla="*/ 67037 w 267951"/>
                <a:gd name="connsiteY0" fmla="*/ 240182 h 240181"/>
                <a:gd name="connsiteX1" fmla="*/ 39002 w 267951"/>
                <a:gd name="connsiteY1" fmla="*/ 228472 h 240181"/>
                <a:gd name="connsiteX2" fmla="*/ 39480 w 267951"/>
                <a:gd name="connsiteY2" fmla="*/ 39002 h 240181"/>
                <a:gd name="connsiteX3" fmla="*/ 228950 w 267951"/>
                <a:gd name="connsiteY3" fmla="*/ 39480 h 240181"/>
                <a:gd name="connsiteX4" fmla="*/ 267952 w 267951"/>
                <a:gd name="connsiteY4" fmla="*/ 133746 h 240181"/>
                <a:gd name="connsiteX5" fmla="*/ 228255 w 267951"/>
                <a:gd name="connsiteY5" fmla="*/ 173442 h 240181"/>
                <a:gd name="connsiteX6" fmla="*/ 188559 w 267951"/>
                <a:gd name="connsiteY6" fmla="*/ 133746 h 240181"/>
                <a:gd name="connsiteX7" fmla="*/ 133659 w 267951"/>
                <a:gd name="connsiteY7" fmla="*/ 79482 h 240181"/>
                <a:gd name="connsiteX8" fmla="*/ 79395 w 267951"/>
                <a:gd name="connsiteY8" fmla="*/ 134381 h 240181"/>
                <a:gd name="connsiteX9" fmla="*/ 95172 w 267951"/>
                <a:gd name="connsiteY9" fmla="*/ 172450 h 240181"/>
                <a:gd name="connsiteX10" fmla="*/ 95104 w 267951"/>
                <a:gd name="connsiteY10" fmla="*/ 228589 h 240181"/>
                <a:gd name="connsiteX11" fmla="*/ 67087 w 267951"/>
                <a:gd name="connsiteY11" fmla="*/ 240182 h 240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1" h="240181">
                  <a:moveTo>
                    <a:pt x="67037" y="240182"/>
                  </a:moveTo>
                  <a:cubicBezTo>
                    <a:pt x="56509" y="240151"/>
                    <a:pt x="46425" y="235938"/>
                    <a:pt x="39002" y="228472"/>
                  </a:cubicBezTo>
                  <a:cubicBezTo>
                    <a:pt x="-13187" y="176018"/>
                    <a:pt x="-12973" y="91190"/>
                    <a:pt x="39480" y="39002"/>
                  </a:cubicBezTo>
                  <a:cubicBezTo>
                    <a:pt x="91933" y="-13187"/>
                    <a:pt x="176764" y="-12973"/>
                    <a:pt x="228950" y="39480"/>
                  </a:cubicBezTo>
                  <a:cubicBezTo>
                    <a:pt x="253874" y="64529"/>
                    <a:pt x="267892" y="98410"/>
                    <a:pt x="267952" y="133746"/>
                  </a:cubicBezTo>
                  <a:cubicBezTo>
                    <a:pt x="267952" y="155670"/>
                    <a:pt x="250178" y="173442"/>
                    <a:pt x="228255" y="173442"/>
                  </a:cubicBezTo>
                  <a:cubicBezTo>
                    <a:pt x="206333" y="173442"/>
                    <a:pt x="188559" y="155670"/>
                    <a:pt x="188559" y="133746"/>
                  </a:cubicBezTo>
                  <a:cubicBezTo>
                    <a:pt x="188385" y="103601"/>
                    <a:pt x="163803" y="79306"/>
                    <a:pt x="133659" y="79482"/>
                  </a:cubicBezTo>
                  <a:cubicBezTo>
                    <a:pt x="103514" y="79657"/>
                    <a:pt x="79219" y="104237"/>
                    <a:pt x="79395" y="134381"/>
                  </a:cubicBezTo>
                  <a:cubicBezTo>
                    <a:pt x="79478" y="148645"/>
                    <a:pt x="85141" y="162309"/>
                    <a:pt x="95172" y="172450"/>
                  </a:cubicBezTo>
                  <a:cubicBezTo>
                    <a:pt x="110656" y="187971"/>
                    <a:pt x="110626" y="213105"/>
                    <a:pt x="95104" y="228589"/>
                  </a:cubicBezTo>
                  <a:cubicBezTo>
                    <a:pt x="87667" y="236008"/>
                    <a:pt x="77592" y="240177"/>
                    <a:pt x="67087" y="24018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22A146C-078F-234E-A153-9E345D855319}"/>
                </a:ext>
              </a:extLst>
            </p:cNvPr>
            <p:cNvSpPr/>
            <p:nvPr/>
          </p:nvSpPr>
          <p:spPr>
            <a:xfrm>
              <a:off x="5792345" y="1582713"/>
              <a:ext cx="240824" cy="246725"/>
            </a:xfrm>
            <a:custGeom>
              <a:avLst/>
              <a:gdLst>
                <a:gd name="connsiteX0" fmla="*/ 201233 w 240824"/>
                <a:gd name="connsiteY0" fmla="*/ 246725 h 246725"/>
                <a:gd name="connsiteX1" fmla="*/ 172651 w 240824"/>
                <a:gd name="connsiteY1" fmla="*/ 234568 h 246725"/>
                <a:gd name="connsiteX2" fmla="*/ 10193 w 240824"/>
                <a:gd name="connsiteY2" fmla="*/ 66255 h 246725"/>
                <a:gd name="connsiteX3" fmla="*/ 13139 w 240824"/>
                <a:gd name="connsiteY3" fmla="*/ 10193 h 246725"/>
                <a:gd name="connsiteX4" fmla="*/ 67257 w 240824"/>
                <a:gd name="connsiteY4" fmla="*/ 11126 h 246725"/>
                <a:gd name="connsiteX5" fmla="*/ 229765 w 240824"/>
                <a:gd name="connsiteY5" fmla="*/ 179539 h 246725"/>
                <a:gd name="connsiteX6" fmla="*/ 228619 w 240824"/>
                <a:gd name="connsiteY6" fmla="*/ 235666 h 246725"/>
                <a:gd name="connsiteX7" fmla="*/ 201233 w 240824"/>
                <a:gd name="connsiteY7" fmla="*/ 246725 h 24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824" h="246725">
                  <a:moveTo>
                    <a:pt x="201233" y="246725"/>
                  </a:moveTo>
                  <a:cubicBezTo>
                    <a:pt x="190450" y="246723"/>
                    <a:pt x="180134" y="242334"/>
                    <a:pt x="172651" y="234568"/>
                  </a:cubicBezTo>
                  <a:lnTo>
                    <a:pt x="10193" y="66255"/>
                  </a:lnTo>
                  <a:cubicBezTo>
                    <a:pt x="-4475" y="49960"/>
                    <a:pt x="-3156" y="24860"/>
                    <a:pt x="13139" y="10193"/>
                  </a:cubicBezTo>
                  <a:cubicBezTo>
                    <a:pt x="28627" y="-3749"/>
                    <a:pt x="52259" y="-3341"/>
                    <a:pt x="67257" y="11126"/>
                  </a:cubicBezTo>
                  <a:lnTo>
                    <a:pt x="229765" y="179539"/>
                  </a:lnTo>
                  <a:cubicBezTo>
                    <a:pt x="244949" y="195355"/>
                    <a:pt x="244433" y="220484"/>
                    <a:pt x="228619" y="235666"/>
                  </a:cubicBezTo>
                  <a:cubicBezTo>
                    <a:pt x="221250" y="242737"/>
                    <a:pt x="211445" y="246698"/>
                    <a:pt x="201233" y="24672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9A37C76-228B-F24A-8453-78963459A7DD}"/>
                </a:ext>
              </a:extLst>
            </p:cNvPr>
            <p:cNvSpPr/>
            <p:nvPr/>
          </p:nvSpPr>
          <p:spPr>
            <a:xfrm>
              <a:off x="5954328" y="1422898"/>
              <a:ext cx="267952" cy="226020"/>
            </a:xfrm>
            <a:custGeom>
              <a:avLst/>
              <a:gdLst>
                <a:gd name="connsiteX0" fmla="*/ 212327 w 267952"/>
                <a:gd name="connsiteY0" fmla="*/ 226021 h 226020"/>
                <a:gd name="connsiteX1" fmla="*/ 172670 w 267952"/>
                <a:gd name="connsiteY1" fmla="*/ 186285 h 226020"/>
                <a:gd name="connsiteX2" fmla="*/ 179478 w 267952"/>
                <a:gd name="connsiteY2" fmla="*/ 164094 h 226020"/>
                <a:gd name="connsiteX3" fmla="*/ 164121 w 267952"/>
                <a:gd name="connsiteY3" fmla="*/ 88445 h 226020"/>
                <a:gd name="connsiteX4" fmla="*/ 88474 w 267952"/>
                <a:gd name="connsiteY4" fmla="*/ 103803 h 226020"/>
                <a:gd name="connsiteX5" fmla="*/ 79393 w 267952"/>
                <a:gd name="connsiteY5" fmla="*/ 133627 h 226020"/>
                <a:gd name="connsiteX6" fmla="*/ 39697 w 267952"/>
                <a:gd name="connsiteY6" fmla="*/ 173323 h 226020"/>
                <a:gd name="connsiteX7" fmla="*/ 0 w 267952"/>
                <a:gd name="connsiteY7" fmla="*/ 133627 h 226020"/>
                <a:gd name="connsiteX8" fmla="*/ 134323 w 267952"/>
                <a:gd name="connsiteY8" fmla="*/ 0 h 226020"/>
                <a:gd name="connsiteX9" fmla="*/ 267952 w 267952"/>
                <a:gd name="connsiteY9" fmla="*/ 134325 h 226020"/>
                <a:gd name="connsiteX10" fmla="*/ 245275 w 267952"/>
                <a:gd name="connsiteY10" fmla="*/ 208554 h 226020"/>
                <a:gd name="connsiteX11" fmla="*/ 212327 w 267952"/>
                <a:gd name="connsiteY11" fmla="*/ 226021 h 22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2" h="226020">
                  <a:moveTo>
                    <a:pt x="212327" y="226021"/>
                  </a:moveTo>
                  <a:cubicBezTo>
                    <a:pt x="190405" y="225999"/>
                    <a:pt x="172650" y="208208"/>
                    <a:pt x="172670" y="186285"/>
                  </a:cubicBezTo>
                  <a:cubicBezTo>
                    <a:pt x="172680" y="178375"/>
                    <a:pt x="175047" y="170647"/>
                    <a:pt x="179478" y="164094"/>
                  </a:cubicBezTo>
                  <a:cubicBezTo>
                    <a:pt x="196126" y="138963"/>
                    <a:pt x="189254" y="105095"/>
                    <a:pt x="164121" y="88445"/>
                  </a:cubicBezTo>
                  <a:cubicBezTo>
                    <a:pt x="138988" y="71797"/>
                    <a:pt x="105122" y="78672"/>
                    <a:pt x="88474" y="103803"/>
                  </a:cubicBezTo>
                  <a:cubicBezTo>
                    <a:pt x="82609" y="112650"/>
                    <a:pt x="79458" y="123015"/>
                    <a:pt x="79393" y="133627"/>
                  </a:cubicBezTo>
                  <a:cubicBezTo>
                    <a:pt x="79393" y="155551"/>
                    <a:pt x="61619" y="173323"/>
                    <a:pt x="39697" y="173323"/>
                  </a:cubicBezTo>
                  <a:cubicBezTo>
                    <a:pt x="17774" y="173323"/>
                    <a:pt x="0" y="155551"/>
                    <a:pt x="0" y="133627"/>
                  </a:cubicBezTo>
                  <a:cubicBezTo>
                    <a:pt x="194" y="59635"/>
                    <a:pt x="60334" y="-192"/>
                    <a:pt x="134323" y="0"/>
                  </a:cubicBezTo>
                  <a:cubicBezTo>
                    <a:pt x="208318" y="193"/>
                    <a:pt x="268146" y="60332"/>
                    <a:pt x="267952" y="134325"/>
                  </a:cubicBezTo>
                  <a:cubicBezTo>
                    <a:pt x="267883" y="160763"/>
                    <a:pt x="259993" y="186591"/>
                    <a:pt x="245275" y="208554"/>
                  </a:cubicBezTo>
                  <a:cubicBezTo>
                    <a:pt x="237882" y="219494"/>
                    <a:pt x="225531" y="226040"/>
                    <a:pt x="212327" y="22602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2516EE2-81F5-5940-A292-BB18DDCA610A}"/>
                </a:ext>
              </a:extLst>
            </p:cNvPr>
            <p:cNvSpPr/>
            <p:nvPr/>
          </p:nvSpPr>
          <p:spPr>
            <a:xfrm>
              <a:off x="5953881" y="1423672"/>
              <a:ext cx="267952" cy="240082"/>
            </a:xfrm>
            <a:custGeom>
              <a:avLst/>
              <a:gdLst>
                <a:gd name="connsiteX0" fmla="*/ 200865 w 267952"/>
                <a:gd name="connsiteY0" fmla="*/ 240083 h 240082"/>
                <a:gd name="connsiteX1" fmla="*/ 161431 w 267952"/>
                <a:gd name="connsiteY1" fmla="*/ 200123 h 240082"/>
                <a:gd name="connsiteX2" fmla="*/ 172829 w 267952"/>
                <a:gd name="connsiteY2" fmla="*/ 172549 h 240082"/>
                <a:gd name="connsiteX3" fmla="*/ 172308 w 267952"/>
                <a:gd name="connsiteY3" fmla="*/ 95359 h 240082"/>
                <a:gd name="connsiteX4" fmla="*/ 95118 w 267952"/>
                <a:gd name="connsiteY4" fmla="*/ 95881 h 240082"/>
                <a:gd name="connsiteX5" fmla="*/ 79393 w 267952"/>
                <a:gd name="connsiteY5" fmla="*/ 133646 h 240082"/>
                <a:gd name="connsiteX6" fmla="*/ 39697 w 267952"/>
                <a:gd name="connsiteY6" fmla="*/ 173343 h 240082"/>
                <a:gd name="connsiteX7" fmla="*/ 0 w 267952"/>
                <a:gd name="connsiteY7" fmla="*/ 133646 h 240082"/>
                <a:gd name="connsiteX8" fmla="*/ 134303 w 267952"/>
                <a:gd name="connsiteY8" fmla="*/ 0 h 240082"/>
                <a:gd name="connsiteX9" fmla="*/ 267952 w 267952"/>
                <a:gd name="connsiteY9" fmla="*/ 134306 h 240082"/>
                <a:gd name="connsiteX10" fmla="*/ 228950 w 267952"/>
                <a:gd name="connsiteY10" fmla="*/ 228471 h 240082"/>
                <a:gd name="connsiteX11" fmla="*/ 200865 w 267952"/>
                <a:gd name="connsiteY11" fmla="*/ 240083 h 24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2" h="240082">
                  <a:moveTo>
                    <a:pt x="200865" y="240083"/>
                  </a:moveTo>
                  <a:cubicBezTo>
                    <a:pt x="178942" y="239937"/>
                    <a:pt x="161287" y="222046"/>
                    <a:pt x="161431" y="200123"/>
                  </a:cubicBezTo>
                  <a:cubicBezTo>
                    <a:pt x="161501" y="189799"/>
                    <a:pt x="165589" y="179909"/>
                    <a:pt x="172829" y="172549"/>
                  </a:cubicBezTo>
                  <a:cubicBezTo>
                    <a:pt x="194002" y="151089"/>
                    <a:pt x="193769" y="116530"/>
                    <a:pt x="172308" y="95359"/>
                  </a:cubicBezTo>
                  <a:cubicBezTo>
                    <a:pt x="150847" y="74188"/>
                    <a:pt x="116286" y="74421"/>
                    <a:pt x="95118" y="95881"/>
                  </a:cubicBezTo>
                  <a:cubicBezTo>
                    <a:pt x="85179" y="105955"/>
                    <a:pt x="79542" y="119495"/>
                    <a:pt x="79393" y="133646"/>
                  </a:cubicBezTo>
                  <a:cubicBezTo>
                    <a:pt x="79393" y="155570"/>
                    <a:pt x="61619" y="173343"/>
                    <a:pt x="39697" y="173343"/>
                  </a:cubicBezTo>
                  <a:cubicBezTo>
                    <a:pt x="17774" y="173343"/>
                    <a:pt x="0" y="155570"/>
                    <a:pt x="0" y="133646"/>
                  </a:cubicBezTo>
                  <a:cubicBezTo>
                    <a:pt x="184" y="59654"/>
                    <a:pt x="60314" y="-182"/>
                    <a:pt x="134303" y="0"/>
                  </a:cubicBezTo>
                  <a:cubicBezTo>
                    <a:pt x="208298" y="182"/>
                    <a:pt x="268136" y="60313"/>
                    <a:pt x="267952" y="134306"/>
                  </a:cubicBezTo>
                  <a:cubicBezTo>
                    <a:pt x="267863" y="169606"/>
                    <a:pt x="253850" y="203447"/>
                    <a:pt x="228950" y="228471"/>
                  </a:cubicBezTo>
                  <a:cubicBezTo>
                    <a:pt x="221497" y="235914"/>
                    <a:pt x="211394" y="240091"/>
                    <a:pt x="200865" y="2400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ECCE5CD-C221-034A-A486-63F83BE173B4}"/>
                </a:ext>
              </a:extLst>
            </p:cNvPr>
            <p:cNvSpPr/>
            <p:nvPr/>
          </p:nvSpPr>
          <p:spPr>
            <a:xfrm>
              <a:off x="5953842" y="1581941"/>
              <a:ext cx="242913" cy="248836"/>
            </a:xfrm>
            <a:custGeom>
              <a:avLst/>
              <a:gdLst>
                <a:gd name="connsiteX0" fmla="*/ 39736 w 242913"/>
                <a:gd name="connsiteY0" fmla="*/ 248837 h 248836"/>
                <a:gd name="connsiteX1" fmla="*/ 0 w 242913"/>
                <a:gd name="connsiteY1" fmla="*/ 209180 h 248836"/>
                <a:gd name="connsiteX2" fmla="*/ 11155 w 242913"/>
                <a:gd name="connsiteY2" fmla="*/ 181551 h 248836"/>
                <a:gd name="connsiteX3" fmla="*/ 173712 w 242913"/>
                <a:gd name="connsiteY3" fmla="*/ 13139 h 248836"/>
                <a:gd name="connsiteX4" fmla="*/ 229774 w 242913"/>
                <a:gd name="connsiteY4" fmla="*/ 10193 h 248836"/>
                <a:gd name="connsiteX5" fmla="*/ 232721 w 242913"/>
                <a:gd name="connsiteY5" fmla="*/ 66255 h 248836"/>
                <a:gd name="connsiteX6" fmla="*/ 230776 w 242913"/>
                <a:gd name="connsiteY6" fmla="*/ 68267 h 248836"/>
                <a:gd name="connsiteX7" fmla="*/ 68268 w 242913"/>
                <a:gd name="connsiteY7" fmla="*/ 236680 h 248836"/>
                <a:gd name="connsiteX8" fmla="*/ 39736 w 242913"/>
                <a:gd name="connsiteY8" fmla="*/ 248837 h 24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913" h="248836">
                  <a:moveTo>
                    <a:pt x="39736" y="248837"/>
                  </a:moveTo>
                  <a:cubicBezTo>
                    <a:pt x="17814" y="248859"/>
                    <a:pt x="20" y="231103"/>
                    <a:pt x="0" y="209180"/>
                  </a:cubicBezTo>
                  <a:cubicBezTo>
                    <a:pt x="-10" y="198871"/>
                    <a:pt x="3990" y="188963"/>
                    <a:pt x="11155" y="181551"/>
                  </a:cubicBezTo>
                  <a:lnTo>
                    <a:pt x="173712" y="13139"/>
                  </a:lnTo>
                  <a:cubicBezTo>
                    <a:pt x="188380" y="-3156"/>
                    <a:pt x="213478" y="-4475"/>
                    <a:pt x="229774" y="10193"/>
                  </a:cubicBezTo>
                  <a:cubicBezTo>
                    <a:pt x="246069" y="24861"/>
                    <a:pt x="247389" y="49961"/>
                    <a:pt x="232721" y="66255"/>
                  </a:cubicBezTo>
                  <a:cubicBezTo>
                    <a:pt x="232096" y="66948"/>
                    <a:pt x="231446" y="67620"/>
                    <a:pt x="230776" y="68267"/>
                  </a:cubicBezTo>
                  <a:lnTo>
                    <a:pt x="68268" y="236680"/>
                  </a:lnTo>
                  <a:cubicBezTo>
                    <a:pt x="60800" y="244434"/>
                    <a:pt x="50504" y="248821"/>
                    <a:pt x="39736" y="2488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3" name="Picture Placeholder 41">
            <a:extLst>
              <a:ext uri="{FF2B5EF4-FFF2-40B4-BE49-F238E27FC236}">
                <a16:creationId xmlns:a16="http://schemas.microsoft.com/office/drawing/2014/main" id="{543151BD-8A16-44C2-A62C-6527D9B0DC0D}"/>
              </a:ext>
            </a:extLst>
          </p:cNvPr>
          <p:cNvGrpSpPr>
            <a:grpSpLocks noChangeAspect="1"/>
          </p:cNvGrpSpPr>
          <p:nvPr/>
        </p:nvGrpSpPr>
        <p:grpSpPr>
          <a:xfrm>
            <a:off x="6881439" y="1421931"/>
            <a:ext cx="596422" cy="829977"/>
            <a:chOff x="6881439" y="1421931"/>
            <a:chExt cx="596422" cy="829977"/>
          </a:xfrm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4B6468E3-3BD5-2040-B2E8-D644DE583492}"/>
                </a:ext>
              </a:extLst>
            </p:cNvPr>
            <p:cNvSpPr/>
            <p:nvPr/>
          </p:nvSpPr>
          <p:spPr>
            <a:xfrm>
              <a:off x="6886658" y="1421931"/>
              <a:ext cx="459472" cy="435443"/>
            </a:xfrm>
            <a:custGeom>
              <a:avLst/>
              <a:gdLst>
                <a:gd name="connsiteX0" fmla="*/ 137322 w 459472"/>
                <a:gd name="connsiteY0" fmla="*/ 435394 h 435443"/>
                <a:gd name="connsiteX1" fmla="*/ 118020 w 459472"/>
                <a:gd name="connsiteY1" fmla="*/ 430432 h 435443"/>
                <a:gd name="connsiteX2" fmla="*/ 29040 w 459472"/>
                <a:gd name="connsiteY2" fmla="*/ 118019 h 435443"/>
                <a:gd name="connsiteX3" fmla="*/ 341452 w 459472"/>
                <a:gd name="connsiteY3" fmla="*/ 29040 h 435443"/>
                <a:gd name="connsiteX4" fmla="*/ 433756 w 459472"/>
                <a:gd name="connsiteY4" fmla="*/ 335259 h 435443"/>
                <a:gd name="connsiteX5" fmla="*/ 380240 w 459472"/>
                <a:gd name="connsiteY5" fmla="*/ 352254 h 435443"/>
                <a:gd name="connsiteX6" fmla="*/ 363245 w 459472"/>
                <a:gd name="connsiteY6" fmla="*/ 298738 h 435443"/>
                <a:gd name="connsiteX7" fmla="*/ 298544 w 459472"/>
                <a:gd name="connsiteY7" fmla="*/ 96489 h 435443"/>
                <a:gd name="connsiteX8" fmla="*/ 96294 w 459472"/>
                <a:gd name="connsiteY8" fmla="*/ 161189 h 435443"/>
                <a:gd name="connsiteX9" fmla="*/ 156476 w 459472"/>
                <a:gd name="connsiteY9" fmla="*/ 361012 h 435443"/>
                <a:gd name="connsiteX10" fmla="*/ 171993 w 459472"/>
                <a:gd name="connsiteY10" fmla="*/ 414965 h 435443"/>
                <a:gd name="connsiteX11" fmla="*/ 137124 w 459472"/>
                <a:gd name="connsiteY11" fmla="*/ 435443 h 43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472" h="435443">
                  <a:moveTo>
                    <a:pt x="137322" y="435394"/>
                  </a:moveTo>
                  <a:cubicBezTo>
                    <a:pt x="130569" y="435422"/>
                    <a:pt x="123922" y="433713"/>
                    <a:pt x="118020" y="430432"/>
                  </a:cubicBezTo>
                  <a:cubicBezTo>
                    <a:pt x="7178" y="368732"/>
                    <a:pt x="-32659" y="228861"/>
                    <a:pt x="29040" y="118019"/>
                  </a:cubicBezTo>
                  <a:cubicBezTo>
                    <a:pt x="90739" y="7178"/>
                    <a:pt x="230611" y="-32659"/>
                    <a:pt x="341452" y="29040"/>
                  </a:cubicBezTo>
                  <a:cubicBezTo>
                    <a:pt x="449903" y="89408"/>
                    <a:pt x="490781" y="225013"/>
                    <a:pt x="433756" y="335259"/>
                  </a:cubicBezTo>
                  <a:cubicBezTo>
                    <a:pt x="423673" y="354730"/>
                    <a:pt x="399712" y="362339"/>
                    <a:pt x="380240" y="352254"/>
                  </a:cubicBezTo>
                  <a:cubicBezTo>
                    <a:pt x="360769" y="342169"/>
                    <a:pt x="353160" y="318210"/>
                    <a:pt x="363245" y="298738"/>
                  </a:cubicBezTo>
                  <a:cubicBezTo>
                    <a:pt x="401230" y="225022"/>
                    <a:pt x="372261" y="134472"/>
                    <a:pt x="298544" y="96489"/>
                  </a:cubicBezTo>
                  <a:cubicBezTo>
                    <a:pt x="224827" y="58505"/>
                    <a:pt x="134277" y="87473"/>
                    <a:pt x="96294" y="161189"/>
                  </a:cubicBezTo>
                  <a:cubicBezTo>
                    <a:pt x="59225" y="233131"/>
                    <a:pt x="85842" y="321508"/>
                    <a:pt x="156476" y="361012"/>
                  </a:cubicBezTo>
                  <a:cubicBezTo>
                    <a:pt x="175659" y="371626"/>
                    <a:pt x="182606" y="395781"/>
                    <a:pt x="171993" y="414965"/>
                  </a:cubicBezTo>
                  <a:cubicBezTo>
                    <a:pt x="164978" y="427643"/>
                    <a:pt x="151613" y="435493"/>
                    <a:pt x="137124" y="435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0DD046E-515F-A94A-8D4F-8253E3628BE6}"/>
                </a:ext>
              </a:extLst>
            </p:cNvPr>
            <p:cNvSpPr/>
            <p:nvPr/>
          </p:nvSpPr>
          <p:spPr>
            <a:xfrm>
              <a:off x="6881439" y="1554589"/>
              <a:ext cx="596422" cy="697319"/>
            </a:xfrm>
            <a:custGeom>
              <a:avLst/>
              <a:gdLst>
                <a:gd name="connsiteX0" fmla="*/ 320481 w 596422"/>
                <a:gd name="connsiteY0" fmla="*/ 697320 h 697319"/>
                <a:gd name="connsiteX1" fmla="*/ 66274 w 596422"/>
                <a:gd name="connsiteY1" fmla="*/ 491791 h 697319"/>
                <a:gd name="connsiteX2" fmla="*/ 5390 w 596422"/>
                <a:gd name="connsiteY2" fmla="*/ 311866 h 697319"/>
                <a:gd name="connsiteX3" fmla="*/ 4893 w 596422"/>
                <a:gd name="connsiteY3" fmla="*/ 310626 h 697319"/>
                <a:gd name="connsiteX4" fmla="*/ 4893 w 596422"/>
                <a:gd name="connsiteY4" fmla="*/ 310129 h 697319"/>
                <a:gd name="connsiteX5" fmla="*/ 8913 w 596422"/>
                <a:gd name="connsiteY5" fmla="*/ 252768 h 697319"/>
                <a:gd name="connsiteX6" fmla="*/ 54564 w 596422"/>
                <a:gd name="connsiteY6" fmla="*/ 220266 h 697319"/>
                <a:gd name="connsiteX7" fmla="*/ 81855 w 596422"/>
                <a:gd name="connsiteY7" fmla="*/ 217190 h 697319"/>
                <a:gd name="connsiteX8" fmla="*/ 81855 w 596422"/>
                <a:gd name="connsiteY8" fmla="*/ 217190 h 697319"/>
                <a:gd name="connsiteX9" fmla="*/ 132171 w 596422"/>
                <a:gd name="connsiteY9" fmla="*/ 228900 h 697319"/>
                <a:gd name="connsiteX10" fmla="*/ 132171 w 596422"/>
                <a:gd name="connsiteY10" fmla="*/ 86290 h 697319"/>
                <a:gd name="connsiteX11" fmla="*/ 223076 w 596422"/>
                <a:gd name="connsiteY11" fmla="*/ 0 h 697319"/>
                <a:gd name="connsiteX12" fmla="*/ 313981 w 596422"/>
                <a:gd name="connsiteY12" fmla="*/ 86290 h 697319"/>
                <a:gd name="connsiteX13" fmla="*/ 313981 w 596422"/>
                <a:gd name="connsiteY13" fmla="*/ 152931 h 697319"/>
                <a:gd name="connsiteX14" fmla="*/ 320531 w 596422"/>
                <a:gd name="connsiteY14" fmla="*/ 152633 h 697319"/>
                <a:gd name="connsiteX15" fmla="*/ 325046 w 596422"/>
                <a:gd name="connsiteY15" fmla="*/ 152633 h 697319"/>
                <a:gd name="connsiteX16" fmla="*/ 372087 w 596422"/>
                <a:gd name="connsiteY16" fmla="*/ 167519 h 697319"/>
                <a:gd name="connsiteX17" fmla="*/ 408062 w 596422"/>
                <a:gd name="connsiteY17" fmla="*/ 161366 h 697319"/>
                <a:gd name="connsiteX18" fmla="*/ 463439 w 596422"/>
                <a:gd name="connsiteY18" fmla="*/ 176898 h 697319"/>
                <a:gd name="connsiteX19" fmla="*/ 500555 w 596422"/>
                <a:gd name="connsiteY19" fmla="*/ 170646 h 697319"/>
                <a:gd name="connsiteX20" fmla="*/ 596422 w 596422"/>
                <a:gd name="connsiteY20" fmla="*/ 256886 h 697319"/>
                <a:gd name="connsiteX21" fmla="*/ 596422 w 596422"/>
                <a:gd name="connsiteY21" fmla="*/ 460778 h 697319"/>
                <a:gd name="connsiteX22" fmla="*/ 531072 w 596422"/>
                <a:gd name="connsiteY22" fmla="*/ 627652 h 697319"/>
                <a:gd name="connsiteX23" fmla="*/ 320481 w 596422"/>
                <a:gd name="connsiteY23" fmla="*/ 697320 h 697319"/>
                <a:gd name="connsiteX24" fmla="*/ 85626 w 596422"/>
                <a:gd name="connsiteY24" fmla="*/ 296930 h 697319"/>
                <a:gd name="connsiteX25" fmla="*/ 145171 w 596422"/>
                <a:gd name="connsiteY25" fmla="*/ 482859 h 697319"/>
                <a:gd name="connsiteX26" fmla="*/ 320531 w 596422"/>
                <a:gd name="connsiteY26" fmla="*/ 617926 h 697319"/>
                <a:gd name="connsiteX27" fmla="*/ 474802 w 596422"/>
                <a:gd name="connsiteY27" fmla="*/ 571630 h 697319"/>
                <a:gd name="connsiteX28" fmla="*/ 516979 w 596422"/>
                <a:gd name="connsiteY28" fmla="*/ 460827 h 697319"/>
                <a:gd name="connsiteX29" fmla="*/ 516979 w 596422"/>
                <a:gd name="connsiteY29" fmla="*/ 257730 h 697319"/>
                <a:gd name="connsiteX30" fmla="*/ 500555 w 596422"/>
                <a:gd name="connsiteY30" fmla="*/ 250039 h 697319"/>
                <a:gd name="connsiteX31" fmla="*/ 485669 w 596422"/>
                <a:gd name="connsiteY31" fmla="*/ 254058 h 697319"/>
                <a:gd name="connsiteX32" fmla="*/ 429538 w 596422"/>
                <a:gd name="connsiteY32" fmla="*/ 253088 h 697319"/>
                <a:gd name="connsiteX33" fmla="*/ 424437 w 596422"/>
                <a:gd name="connsiteY33" fmla="*/ 246565 h 697319"/>
                <a:gd name="connsiteX34" fmla="*/ 408260 w 596422"/>
                <a:gd name="connsiteY34" fmla="*/ 241008 h 697319"/>
                <a:gd name="connsiteX35" fmla="*/ 393374 w 596422"/>
                <a:gd name="connsiteY35" fmla="*/ 245027 h 697319"/>
                <a:gd name="connsiteX36" fmla="*/ 337243 w 596422"/>
                <a:gd name="connsiteY36" fmla="*/ 244048 h 697319"/>
                <a:gd name="connsiteX37" fmla="*/ 331844 w 596422"/>
                <a:gd name="connsiteY37" fmla="*/ 237038 h 697319"/>
                <a:gd name="connsiteX38" fmla="*/ 321920 w 596422"/>
                <a:gd name="connsiteY38" fmla="*/ 232076 h 697319"/>
                <a:gd name="connsiteX39" fmla="*/ 321424 w 596422"/>
                <a:gd name="connsiteY39" fmla="*/ 232076 h 697319"/>
                <a:gd name="connsiteX40" fmla="*/ 295621 w 596422"/>
                <a:gd name="connsiteY40" fmla="*/ 236095 h 697319"/>
                <a:gd name="connsiteX41" fmla="*/ 241052 w 596422"/>
                <a:gd name="connsiteY41" fmla="*/ 222910 h 697319"/>
                <a:gd name="connsiteX42" fmla="*/ 235233 w 596422"/>
                <a:gd name="connsiteY42" fmla="*/ 202254 h 697319"/>
                <a:gd name="connsiteX43" fmla="*/ 235233 w 596422"/>
                <a:gd name="connsiteY43" fmla="*/ 86290 h 697319"/>
                <a:gd name="connsiteX44" fmla="*/ 223721 w 596422"/>
                <a:gd name="connsiteY44" fmla="*/ 79393 h 697319"/>
                <a:gd name="connsiteX45" fmla="*/ 212209 w 596422"/>
                <a:gd name="connsiteY45" fmla="*/ 86290 h 697319"/>
                <a:gd name="connsiteX46" fmla="*/ 212209 w 596422"/>
                <a:gd name="connsiteY46" fmla="*/ 349280 h 697319"/>
                <a:gd name="connsiteX47" fmla="*/ 172512 w 596422"/>
                <a:gd name="connsiteY47" fmla="*/ 388977 h 697319"/>
                <a:gd name="connsiteX48" fmla="*/ 167947 w 596422"/>
                <a:gd name="connsiteY48" fmla="*/ 388977 h 697319"/>
                <a:gd name="connsiteX49" fmla="*/ 128945 w 596422"/>
                <a:gd name="connsiteY49" fmla="*/ 359204 h 697319"/>
                <a:gd name="connsiteX50" fmla="*/ 120361 w 596422"/>
                <a:gd name="connsiteY50" fmla="*/ 327000 h 697319"/>
                <a:gd name="connsiteX51" fmla="*/ 85626 w 596422"/>
                <a:gd name="connsiteY51" fmla="*/ 296930 h 697319"/>
                <a:gd name="connsiteX52" fmla="*/ 485867 w 596422"/>
                <a:gd name="connsiteY52" fmla="*/ 253711 h 697319"/>
                <a:gd name="connsiteX53" fmla="*/ 485867 w 596422"/>
                <a:gd name="connsiteY53" fmla="*/ 253711 h 697319"/>
                <a:gd name="connsiteX54" fmla="*/ 424387 w 596422"/>
                <a:gd name="connsiteY54" fmla="*/ 246764 h 697319"/>
                <a:gd name="connsiteX55" fmla="*/ 424387 w 596422"/>
                <a:gd name="connsiteY55" fmla="*/ 246764 h 697319"/>
                <a:gd name="connsiteX56" fmla="*/ 393374 w 596422"/>
                <a:gd name="connsiteY56" fmla="*/ 244729 h 697319"/>
                <a:gd name="connsiteX57" fmla="*/ 393374 w 596422"/>
                <a:gd name="connsiteY57" fmla="*/ 244729 h 697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96422" h="697319">
                  <a:moveTo>
                    <a:pt x="320481" y="697320"/>
                  </a:moveTo>
                  <a:cubicBezTo>
                    <a:pt x="184471" y="697320"/>
                    <a:pt x="79920" y="612964"/>
                    <a:pt x="66274" y="491791"/>
                  </a:cubicBezTo>
                  <a:cubicBezTo>
                    <a:pt x="60667" y="442517"/>
                    <a:pt x="19432" y="342929"/>
                    <a:pt x="5390" y="311866"/>
                  </a:cubicBezTo>
                  <a:lnTo>
                    <a:pt x="4893" y="310626"/>
                  </a:lnTo>
                  <a:cubicBezTo>
                    <a:pt x="4874" y="310461"/>
                    <a:pt x="4874" y="310294"/>
                    <a:pt x="4893" y="310129"/>
                  </a:cubicBezTo>
                  <a:cubicBezTo>
                    <a:pt x="-2835" y="291436"/>
                    <a:pt x="-1346" y="270201"/>
                    <a:pt x="8913" y="252768"/>
                  </a:cubicBezTo>
                  <a:cubicBezTo>
                    <a:pt x="18891" y="236004"/>
                    <a:pt x="35458" y="224210"/>
                    <a:pt x="54564" y="220266"/>
                  </a:cubicBezTo>
                  <a:cubicBezTo>
                    <a:pt x="63521" y="218248"/>
                    <a:pt x="72673" y="217216"/>
                    <a:pt x="81855" y="217190"/>
                  </a:cubicBezTo>
                  <a:lnTo>
                    <a:pt x="81855" y="217190"/>
                  </a:lnTo>
                  <a:cubicBezTo>
                    <a:pt x="99304" y="217177"/>
                    <a:pt x="116521" y="221184"/>
                    <a:pt x="132171" y="228900"/>
                  </a:cubicBezTo>
                  <a:lnTo>
                    <a:pt x="132171" y="86290"/>
                  </a:lnTo>
                  <a:cubicBezTo>
                    <a:pt x="132171" y="38704"/>
                    <a:pt x="172959" y="0"/>
                    <a:pt x="223076" y="0"/>
                  </a:cubicBezTo>
                  <a:cubicBezTo>
                    <a:pt x="273193" y="0"/>
                    <a:pt x="313981" y="38605"/>
                    <a:pt x="313981" y="86290"/>
                  </a:cubicBezTo>
                  <a:lnTo>
                    <a:pt x="313981" y="152931"/>
                  </a:lnTo>
                  <a:cubicBezTo>
                    <a:pt x="317951" y="152931"/>
                    <a:pt x="320432" y="152633"/>
                    <a:pt x="320531" y="152633"/>
                  </a:cubicBezTo>
                  <a:cubicBezTo>
                    <a:pt x="322020" y="152633"/>
                    <a:pt x="323558" y="152633"/>
                    <a:pt x="325046" y="152633"/>
                  </a:cubicBezTo>
                  <a:cubicBezTo>
                    <a:pt x="341776" y="153301"/>
                    <a:pt x="358019" y="158441"/>
                    <a:pt x="372087" y="167519"/>
                  </a:cubicBezTo>
                  <a:cubicBezTo>
                    <a:pt x="383673" y="163570"/>
                    <a:pt x="395820" y="161493"/>
                    <a:pt x="408062" y="161366"/>
                  </a:cubicBezTo>
                  <a:cubicBezTo>
                    <a:pt x="427568" y="161553"/>
                    <a:pt x="446677" y="166913"/>
                    <a:pt x="463439" y="176898"/>
                  </a:cubicBezTo>
                  <a:cubicBezTo>
                    <a:pt x="475387" y="172809"/>
                    <a:pt x="487927" y="170698"/>
                    <a:pt x="500555" y="170646"/>
                  </a:cubicBezTo>
                  <a:cubicBezTo>
                    <a:pt x="552508" y="170646"/>
                    <a:pt x="596422" y="210342"/>
                    <a:pt x="596422" y="256886"/>
                  </a:cubicBezTo>
                  <a:lnTo>
                    <a:pt x="596422" y="460778"/>
                  </a:lnTo>
                  <a:cubicBezTo>
                    <a:pt x="596422" y="526079"/>
                    <a:pt x="573200" y="585326"/>
                    <a:pt x="531072" y="627652"/>
                  </a:cubicBezTo>
                  <a:cubicBezTo>
                    <a:pt x="496536" y="662337"/>
                    <a:pt x="418036" y="697320"/>
                    <a:pt x="320481" y="697320"/>
                  </a:cubicBezTo>
                  <a:close/>
                  <a:moveTo>
                    <a:pt x="85626" y="296930"/>
                  </a:moveTo>
                  <a:cubicBezTo>
                    <a:pt x="102051" y="335436"/>
                    <a:pt x="138869" y="426490"/>
                    <a:pt x="145171" y="482859"/>
                  </a:cubicBezTo>
                  <a:cubicBezTo>
                    <a:pt x="154301" y="563641"/>
                    <a:pt x="224564" y="617926"/>
                    <a:pt x="320531" y="617926"/>
                  </a:cubicBezTo>
                  <a:cubicBezTo>
                    <a:pt x="382160" y="617926"/>
                    <a:pt x="448503" y="598078"/>
                    <a:pt x="474802" y="571630"/>
                  </a:cubicBezTo>
                  <a:cubicBezTo>
                    <a:pt x="501994" y="544339"/>
                    <a:pt x="516979" y="504990"/>
                    <a:pt x="516979" y="460827"/>
                  </a:cubicBezTo>
                  <a:lnTo>
                    <a:pt x="516979" y="257730"/>
                  </a:lnTo>
                  <a:cubicBezTo>
                    <a:pt x="512906" y="252868"/>
                    <a:pt x="506896" y="250053"/>
                    <a:pt x="500555" y="250039"/>
                  </a:cubicBezTo>
                  <a:cubicBezTo>
                    <a:pt x="495345" y="250184"/>
                    <a:pt x="490244" y="251561"/>
                    <a:pt x="485669" y="254058"/>
                  </a:cubicBezTo>
                  <a:cubicBezTo>
                    <a:pt x="469899" y="269290"/>
                    <a:pt x="444771" y="268856"/>
                    <a:pt x="429538" y="253088"/>
                  </a:cubicBezTo>
                  <a:cubicBezTo>
                    <a:pt x="427612" y="251098"/>
                    <a:pt x="425906" y="248912"/>
                    <a:pt x="424437" y="246565"/>
                  </a:cubicBezTo>
                  <a:cubicBezTo>
                    <a:pt x="419772" y="243040"/>
                    <a:pt x="414106" y="241093"/>
                    <a:pt x="408260" y="241008"/>
                  </a:cubicBezTo>
                  <a:cubicBezTo>
                    <a:pt x="403050" y="241161"/>
                    <a:pt x="397954" y="242537"/>
                    <a:pt x="393374" y="245027"/>
                  </a:cubicBezTo>
                  <a:cubicBezTo>
                    <a:pt x="377605" y="260257"/>
                    <a:pt x="352473" y="259818"/>
                    <a:pt x="337243" y="244048"/>
                  </a:cubicBezTo>
                  <a:cubicBezTo>
                    <a:pt x="335188" y="241920"/>
                    <a:pt x="333377" y="239569"/>
                    <a:pt x="331844" y="237038"/>
                  </a:cubicBezTo>
                  <a:cubicBezTo>
                    <a:pt x="329482" y="233939"/>
                    <a:pt x="325818" y="232107"/>
                    <a:pt x="321920" y="232076"/>
                  </a:cubicBezTo>
                  <a:lnTo>
                    <a:pt x="321424" y="232076"/>
                  </a:lnTo>
                  <a:cubicBezTo>
                    <a:pt x="312694" y="232386"/>
                    <a:pt x="304032" y="233735"/>
                    <a:pt x="295621" y="236095"/>
                  </a:cubicBezTo>
                  <a:cubicBezTo>
                    <a:pt x="276911" y="247523"/>
                    <a:pt x="252480" y="241619"/>
                    <a:pt x="241052" y="222910"/>
                  </a:cubicBezTo>
                  <a:cubicBezTo>
                    <a:pt x="237253" y="216690"/>
                    <a:pt x="235239" y="209543"/>
                    <a:pt x="235233" y="202254"/>
                  </a:cubicBezTo>
                  <a:lnTo>
                    <a:pt x="235233" y="86290"/>
                  </a:lnTo>
                  <a:cubicBezTo>
                    <a:pt x="235233" y="83561"/>
                    <a:pt x="230618" y="79393"/>
                    <a:pt x="223721" y="79393"/>
                  </a:cubicBezTo>
                  <a:cubicBezTo>
                    <a:pt x="216824" y="79393"/>
                    <a:pt x="212209" y="83561"/>
                    <a:pt x="212209" y="86290"/>
                  </a:cubicBezTo>
                  <a:lnTo>
                    <a:pt x="212209" y="349280"/>
                  </a:lnTo>
                  <a:cubicBezTo>
                    <a:pt x="212209" y="371202"/>
                    <a:pt x="194436" y="388977"/>
                    <a:pt x="172512" y="388977"/>
                  </a:cubicBezTo>
                  <a:lnTo>
                    <a:pt x="167947" y="388977"/>
                  </a:lnTo>
                  <a:cubicBezTo>
                    <a:pt x="149635" y="389240"/>
                    <a:pt x="133522" y="376939"/>
                    <a:pt x="128945" y="359204"/>
                  </a:cubicBezTo>
                  <a:lnTo>
                    <a:pt x="120361" y="327000"/>
                  </a:lnTo>
                  <a:cubicBezTo>
                    <a:pt x="116093" y="317175"/>
                    <a:pt x="105624" y="299014"/>
                    <a:pt x="85626" y="296930"/>
                  </a:cubicBezTo>
                  <a:close/>
                  <a:moveTo>
                    <a:pt x="485867" y="253711"/>
                  </a:moveTo>
                  <a:lnTo>
                    <a:pt x="485867" y="253711"/>
                  </a:lnTo>
                  <a:close/>
                  <a:moveTo>
                    <a:pt x="424387" y="246764"/>
                  </a:moveTo>
                  <a:lnTo>
                    <a:pt x="424387" y="246764"/>
                  </a:lnTo>
                  <a:close/>
                  <a:moveTo>
                    <a:pt x="393374" y="244729"/>
                  </a:moveTo>
                  <a:lnTo>
                    <a:pt x="393374" y="244729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AD839117-9F89-3E47-ABBC-8539403B19A8}"/>
                </a:ext>
              </a:extLst>
            </p:cNvPr>
            <p:cNvSpPr/>
            <p:nvPr/>
          </p:nvSpPr>
          <p:spPr>
            <a:xfrm>
              <a:off x="7208818" y="1743247"/>
              <a:ext cx="79393" cy="202204"/>
            </a:xfrm>
            <a:custGeom>
              <a:avLst/>
              <a:gdLst>
                <a:gd name="connsiteX0" fmla="*/ 39697 w 79393"/>
                <a:gd name="connsiteY0" fmla="*/ 202204 h 202204"/>
                <a:gd name="connsiteX1" fmla="*/ 0 w 79393"/>
                <a:gd name="connsiteY1" fmla="*/ 162508 h 202204"/>
                <a:gd name="connsiteX2" fmla="*/ 0 w 79393"/>
                <a:gd name="connsiteY2" fmla="*/ 39697 h 202204"/>
                <a:gd name="connsiteX3" fmla="*/ 39697 w 79393"/>
                <a:gd name="connsiteY3" fmla="*/ 0 h 202204"/>
                <a:gd name="connsiteX4" fmla="*/ 79393 w 79393"/>
                <a:gd name="connsiteY4" fmla="*/ 39697 h 202204"/>
                <a:gd name="connsiteX5" fmla="*/ 79393 w 79393"/>
                <a:gd name="connsiteY5" fmla="*/ 162508 h 202204"/>
                <a:gd name="connsiteX6" fmla="*/ 39697 w 79393"/>
                <a:gd name="connsiteY6" fmla="*/ 202204 h 20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2204">
                  <a:moveTo>
                    <a:pt x="39697" y="202204"/>
                  </a:moveTo>
                  <a:cubicBezTo>
                    <a:pt x="17773" y="202204"/>
                    <a:pt x="0" y="184430"/>
                    <a:pt x="0" y="1625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62508"/>
                  </a:lnTo>
                  <a:cubicBezTo>
                    <a:pt x="79393" y="184430"/>
                    <a:pt x="61619" y="202204"/>
                    <a:pt x="39697" y="20220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929976D-4D5A-EC41-A403-F1AAA3F5C377}"/>
                </a:ext>
              </a:extLst>
            </p:cNvPr>
            <p:cNvSpPr/>
            <p:nvPr/>
          </p:nvSpPr>
          <p:spPr>
            <a:xfrm>
              <a:off x="7113992" y="1686283"/>
              <a:ext cx="79393" cy="242694"/>
            </a:xfrm>
            <a:custGeom>
              <a:avLst/>
              <a:gdLst>
                <a:gd name="connsiteX0" fmla="*/ 39697 w 79393"/>
                <a:gd name="connsiteY0" fmla="*/ 242695 h 242694"/>
                <a:gd name="connsiteX1" fmla="*/ 0 w 79393"/>
                <a:gd name="connsiteY1" fmla="*/ 202998 h 242694"/>
                <a:gd name="connsiteX2" fmla="*/ 0 w 79393"/>
                <a:gd name="connsiteY2" fmla="*/ 39697 h 242694"/>
                <a:gd name="connsiteX3" fmla="*/ 39697 w 79393"/>
                <a:gd name="connsiteY3" fmla="*/ 0 h 242694"/>
                <a:gd name="connsiteX4" fmla="*/ 79393 w 79393"/>
                <a:gd name="connsiteY4" fmla="*/ 39697 h 242694"/>
                <a:gd name="connsiteX5" fmla="*/ 79393 w 79393"/>
                <a:gd name="connsiteY5" fmla="*/ 202998 h 242694"/>
                <a:gd name="connsiteX6" fmla="*/ 39697 w 79393"/>
                <a:gd name="connsiteY6" fmla="*/ 242695 h 24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694">
                  <a:moveTo>
                    <a:pt x="39697" y="242695"/>
                  </a:moveTo>
                  <a:cubicBezTo>
                    <a:pt x="17773" y="242695"/>
                    <a:pt x="0" y="224921"/>
                    <a:pt x="0" y="20299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2998"/>
                  </a:lnTo>
                  <a:cubicBezTo>
                    <a:pt x="79393" y="224921"/>
                    <a:pt x="61621" y="242695"/>
                    <a:pt x="39697" y="2426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BCB7CCF-EA2A-4E49-9B37-022DB11A9A23}"/>
                </a:ext>
              </a:extLst>
            </p:cNvPr>
            <p:cNvSpPr/>
            <p:nvPr/>
          </p:nvSpPr>
          <p:spPr>
            <a:xfrm>
              <a:off x="7301162" y="1753171"/>
              <a:ext cx="79393" cy="218727"/>
            </a:xfrm>
            <a:custGeom>
              <a:avLst/>
              <a:gdLst>
                <a:gd name="connsiteX0" fmla="*/ 39697 w 79393"/>
                <a:gd name="connsiteY0" fmla="*/ 218728 h 218727"/>
                <a:gd name="connsiteX1" fmla="*/ 0 w 79393"/>
                <a:gd name="connsiteY1" fmla="*/ 179031 h 218727"/>
                <a:gd name="connsiteX2" fmla="*/ 0 w 79393"/>
                <a:gd name="connsiteY2" fmla="*/ 39697 h 218727"/>
                <a:gd name="connsiteX3" fmla="*/ 39697 w 79393"/>
                <a:gd name="connsiteY3" fmla="*/ 0 h 218727"/>
                <a:gd name="connsiteX4" fmla="*/ 79393 w 79393"/>
                <a:gd name="connsiteY4" fmla="*/ 39697 h 218727"/>
                <a:gd name="connsiteX5" fmla="*/ 79393 w 79393"/>
                <a:gd name="connsiteY5" fmla="*/ 179031 h 218727"/>
                <a:gd name="connsiteX6" fmla="*/ 39697 w 79393"/>
                <a:gd name="connsiteY6" fmla="*/ 218728 h 21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8727">
                  <a:moveTo>
                    <a:pt x="39697" y="218728"/>
                  </a:moveTo>
                  <a:cubicBezTo>
                    <a:pt x="17774" y="218728"/>
                    <a:pt x="0" y="200954"/>
                    <a:pt x="0" y="1790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79031"/>
                  </a:lnTo>
                  <a:cubicBezTo>
                    <a:pt x="79393" y="200954"/>
                    <a:pt x="61619" y="218728"/>
                    <a:pt x="39697" y="2187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5" name="Picture Placeholder 43">
            <a:extLst>
              <a:ext uri="{FF2B5EF4-FFF2-40B4-BE49-F238E27FC236}">
                <a16:creationId xmlns:a16="http://schemas.microsoft.com/office/drawing/2014/main" id="{57452D43-6CEF-46E5-A6EA-4FB86B64C401}"/>
              </a:ext>
            </a:extLst>
          </p:cNvPr>
          <p:cNvGrpSpPr>
            <a:grpSpLocks noChangeAspect="1"/>
          </p:cNvGrpSpPr>
          <p:nvPr/>
        </p:nvGrpSpPr>
        <p:grpSpPr>
          <a:xfrm>
            <a:off x="8080285" y="1468448"/>
            <a:ext cx="833628" cy="736867"/>
            <a:chOff x="8080285" y="1468448"/>
            <a:chExt cx="833628" cy="736867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518D49D-93F9-8544-BAC5-E5D01E2B98A7}"/>
                </a:ext>
              </a:extLst>
            </p:cNvPr>
            <p:cNvSpPr/>
            <p:nvPr/>
          </p:nvSpPr>
          <p:spPr>
            <a:xfrm>
              <a:off x="8247060" y="1686332"/>
              <a:ext cx="181413" cy="181413"/>
            </a:xfrm>
            <a:custGeom>
              <a:avLst/>
              <a:gdLst>
                <a:gd name="connsiteX0" fmla="*/ 90707 w 181413"/>
                <a:gd name="connsiteY0" fmla="*/ 181413 h 181413"/>
                <a:gd name="connsiteX1" fmla="*/ 0 w 181413"/>
                <a:gd name="connsiteY1" fmla="*/ 90707 h 181413"/>
                <a:gd name="connsiteX2" fmla="*/ 90707 w 181413"/>
                <a:gd name="connsiteY2" fmla="*/ 0 h 181413"/>
                <a:gd name="connsiteX3" fmla="*/ 181413 w 181413"/>
                <a:gd name="connsiteY3" fmla="*/ 90707 h 181413"/>
                <a:gd name="connsiteX4" fmla="*/ 90707 w 181413"/>
                <a:gd name="connsiteY4" fmla="*/ 181413 h 181413"/>
                <a:gd name="connsiteX5" fmla="*/ 90707 w 181413"/>
                <a:gd name="connsiteY5" fmla="*/ 79443 h 181413"/>
                <a:gd name="connsiteX6" fmla="*/ 79393 w 181413"/>
                <a:gd name="connsiteY6" fmla="*/ 90756 h 181413"/>
                <a:gd name="connsiteX7" fmla="*/ 90707 w 181413"/>
                <a:gd name="connsiteY7" fmla="*/ 102070 h 181413"/>
                <a:gd name="connsiteX8" fmla="*/ 102020 w 181413"/>
                <a:gd name="connsiteY8" fmla="*/ 90756 h 181413"/>
                <a:gd name="connsiteX9" fmla="*/ 102020 w 181413"/>
                <a:gd name="connsiteY9" fmla="*/ 90707 h 181413"/>
                <a:gd name="connsiteX10" fmla="*/ 90707 w 181413"/>
                <a:gd name="connsiteY10" fmla="*/ 79443 h 18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413" h="181413">
                  <a:moveTo>
                    <a:pt x="90707" y="181413"/>
                  </a:moveTo>
                  <a:cubicBezTo>
                    <a:pt x="40611" y="181413"/>
                    <a:pt x="0" y="140803"/>
                    <a:pt x="0" y="90707"/>
                  </a:cubicBezTo>
                  <a:cubicBezTo>
                    <a:pt x="0" y="40611"/>
                    <a:pt x="40611" y="0"/>
                    <a:pt x="90707" y="0"/>
                  </a:cubicBezTo>
                  <a:cubicBezTo>
                    <a:pt x="140803" y="0"/>
                    <a:pt x="181413" y="40611"/>
                    <a:pt x="181413" y="90707"/>
                  </a:cubicBezTo>
                  <a:cubicBezTo>
                    <a:pt x="181359" y="140780"/>
                    <a:pt x="140780" y="181359"/>
                    <a:pt x="90707" y="181413"/>
                  </a:cubicBezTo>
                  <a:close/>
                  <a:moveTo>
                    <a:pt x="90707" y="79443"/>
                  </a:moveTo>
                  <a:cubicBezTo>
                    <a:pt x="84458" y="79443"/>
                    <a:pt x="79393" y="84508"/>
                    <a:pt x="79393" y="90756"/>
                  </a:cubicBezTo>
                  <a:cubicBezTo>
                    <a:pt x="79393" y="97004"/>
                    <a:pt x="84458" y="102070"/>
                    <a:pt x="90707" y="102070"/>
                  </a:cubicBezTo>
                  <a:cubicBezTo>
                    <a:pt x="96955" y="102070"/>
                    <a:pt x="102020" y="97004"/>
                    <a:pt x="102020" y="90756"/>
                  </a:cubicBezTo>
                  <a:cubicBezTo>
                    <a:pt x="102020" y="90739"/>
                    <a:pt x="102020" y="90723"/>
                    <a:pt x="102020" y="90707"/>
                  </a:cubicBezTo>
                  <a:cubicBezTo>
                    <a:pt x="101993" y="84478"/>
                    <a:pt x="96936" y="79443"/>
                    <a:pt x="90707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10F659D-4DB4-504E-B4ED-82C325C35D43}"/>
                </a:ext>
              </a:extLst>
            </p:cNvPr>
            <p:cNvSpPr/>
            <p:nvPr/>
          </p:nvSpPr>
          <p:spPr>
            <a:xfrm>
              <a:off x="8196645" y="1850626"/>
              <a:ext cx="282242" cy="215155"/>
            </a:xfrm>
            <a:custGeom>
              <a:avLst/>
              <a:gdLst>
                <a:gd name="connsiteX0" fmla="*/ 242546 w 282242"/>
                <a:gd name="connsiteY0" fmla="*/ 215155 h 215155"/>
                <a:gd name="connsiteX1" fmla="*/ 202850 w 282242"/>
                <a:gd name="connsiteY1" fmla="*/ 175459 h 215155"/>
                <a:gd name="connsiteX2" fmla="*/ 202850 w 282242"/>
                <a:gd name="connsiteY2" fmla="*/ 141121 h 215155"/>
                <a:gd name="connsiteX3" fmla="*/ 141121 w 282242"/>
                <a:gd name="connsiteY3" fmla="*/ 79393 h 215155"/>
                <a:gd name="connsiteX4" fmla="*/ 79393 w 282242"/>
                <a:gd name="connsiteY4" fmla="*/ 141121 h 215155"/>
                <a:gd name="connsiteX5" fmla="*/ 79393 w 282242"/>
                <a:gd name="connsiteY5" fmla="*/ 175459 h 215155"/>
                <a:gd name="connsiteX6" fmla="*/ 39697 w 282242"/>
                <a:gd name="connsiteY6" fmla="*/ 215155 h 215155"/>
                <a:gd name="connsiteX7" fmla="*/ 0 w 282242"/>
                <a:gd name="connsiteY7" fmla="*/ 175459 h 215155"/>
                <a:gd name="connsiteX8" fmla="*/ 0 w 282242"/>
                <a:gd name="connsiteY8" fmla="*/ 141121 h 215155"/>
                <a:gd name="connsiteX9" fmla="*/ 141121 w 282242"/>
                <a:gd name="connsiteY9" fmla="*/ 0 h 215155"/>
                <a:gd name="connsiteX10" fmla="*/ 282243 w 282242"/>
                <a:gd name="connsiteY10" fmla="*/ 141121 h 215155"/>
                <a:gd name="connsiteX11" fmla="*/ 282243 w 282242"/>
                <a:gd name="connsiteY11" fmla="*/ 175459 h 215155"/>
                <a:gd name="connsiteX12" fmla="*/ 242546 w 282242"/>
                <a:gd name="connsiteY12" fmla="*/ 215155 h 21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242" h="215155">
                  <a:moveTo>
                    <a:pt x="242546" y="215155"/>
                  </a:moveTo>
                  <a:cubicBezTo>
                    <a:pt x="220622" y="215155"/>
                    <a:pt x="202850" y="197381"/>
                    <a:pt x="202850" y="175459"/>
                  </a:cubicBezTo>
                  <a:lnTo>
                    <a:pt x="202850" y="141121"/>
                  </a:lnTo>
                  <a:cubicBezTo>
                    <a:pt x="202850" y="107032"/>
                    <a:pt x="175213" y="79393"/>
                    <a:pt x="141121" y="79393"/>
                  </a:cubicBezTo>
                  <a:cubicBezTo>
                    <a:pt x="107030" y="79393"/>
                    <a:pt x="79393" y="107032"/>
                    <a:pt x="79393" y="141121"/>
                  </a:cubicBezTo>
                  <a:lnTo>
                    <a:pt x="79393" y="175459"/>
                  </a:lnTo>
                  <a:cubicBezTo>
                    <a:pt x="79393" y="197381"/>
                    <a:pt x="61621" y="215155"/>
                    <a:pt x="39697" y="215155"/>
                  </a:cubicBezTo>
                  <a:cubicBezTo>
                    <a:pt x="17773" y="215155"/>
                    <a:pt x="0" y="197381"/>
                    <a:pt x="0" y="175459"/>
                  </a:cubicBezTo>
                  <a:lnTo>
                    <a:pt x="0" y="141121"/>
                  </a:lnTo>
                  <a:cubicBezTo>
                    <a:pt x="0" y="63182"/>
                    <a:pt x="63182" y="0"/>
                    <a:pt x="141121" y="0"/>
                  </a:cubicBezTo>
                  <a:cubicBezTo>
                    <a:pt x="219061" y="0"/>
                    <a:pt x="282243" y="63182"/>
                    <a:pt x="282243" y="141121"/>
                  </a:cubicBezTo>
                  <a:lnTo>
                    <a:pt x="282243" y="175459"/>
                  </a:lnTo>
                  <a:cubicBezTo>
                    <a:pt x="282243" y="197381"/>
                    <a:pt x="264470" y="215155"/>
                    <a:pt x="242546" y="2151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7891C303-191C-C343-AB44-FFAD2BC67019}"/>
                </a:ext>
              </a:extLst>
            </p:cNvPr>
            <p:cNvSpPr/>
            <p:nvPr/>
          </p:nvSpPr>
          <p:spPr>
            <a:xfrm>
              <a:off x="8507867" y="172558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5B1CCE58-5E35-9F44-8BFE-0D03FBD70DFD}"/>
                </a:ext>
              </a:extLst>
            </p:cNvPr>
            <p:cNvSpPr/>
            <p:nvPr/>
          </p:nvSpPr>
          <p:spPr>
            <a:xfrm>
              <a:off x="8507867" y="184467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BABA445E-E129-1D4D-BC2E-15EE187788E3}"/>
                </a:ext>
              </a:extLst>
            </p:cNvPr>
            <p:cNvSpPr/>
            <p:nvPr/>
          </p:nvSpPr>
          <p:spPr>
            <a:xfrm>
              <a:off x="8507867" y="1973686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7DBFA33-7DC8-B443-8AC8-ED5A29CF2000}"/>
                </a:ext>
              </a:extLst>
            </p:cNvPr>
            <p:cNvSpPr/>
            <p:nvPr/>
          </p:nvSpPr>
          <p:spPr>
            <a:xfrm>
              <a:off x="8463704" y="1468448"/>
              <a:ext cx="362997" cy="163748"/>
            </a:xfrm>
            <a:custGeom>
              <a:avLst/>
              <a:gdLst>
                <a:gd name="connsiteX0" fmla="*/ 39697 w 362997"/>
                <a:gd name="connsiteY0" fmla="*/ 163748 h 163748"/>
                <a:gd name="connsiteX1" fmla="*/ 0 w 362997"/>
                <a:gd name="connsiteY1" fmla="*/ 124052 h 163748"/>
                <a:gd name="connsiteX2" fmla="*/ 0 w 362997"/>
                <a:gd name="connsiteY2" fmla="*/ 39697 h 163748"/>
                <a:gd name="connsiteX3" fmla="*/ 39697 w 362997"/>
                <a:gd name="connsiteY3" fmla="*/ 0 h 163748"/>
                <a:gd name="connsiteX4" fmla="*/ 320649 w 362997"/>
                <a:gd name="connsiteY4" fmla="*/ 0 h 163748"/>
                <a:gd name="connsiteX5" fmla="*/ 360346 w 362997"/>
                <a:gd name="connsiteY5" fmla="*/ 38406 h 163748"/>
                <a:gd name="connsiteX6" fmla="*/ 362976 w 362997"/>
                <a:gd name="connsiteY6" fmla="*/ 117800 h 163748"/>
                <a:gd name="connsiteX7" fmla="*/ 324594 w 362997"/>
                <a:gd name="connsiteY7" fmla="*/ 158811 h 163748"/>
                <a:gd name="connsiteX8" fmla="*/ 283583 w 362997"/>
                <a:gd name="connsiteY8" fmla="*/ 120429 h 163748"/>
                <a:gd name="connsiteX9" fmla="*/ 282243 w 362997"/>
                <a:gd name="connsiteY9" fmla="*/ 79393 h 163748"/>
                <a:gd name="connsiteX10" fmla="*/ 79393 w 362997"/>
                <a:gd name="connsiteY10" fmla="*/ 79393 h 163748"/>
                <a:gd name="connsiteX11" fmla="*/ 79393 w 362997"/>
                <a:gd name="connsiteY11" fmla="*/ 124052 h 163748"/>
                <a:gd name="connsiteX12" fmla="*/ 39697 w 362997"/>
                <a:gd name="connsiteY12" fmla="*/ 163748 h 1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997" h="163748">
                  <a:moveTo>
                    <a:pt x="39697" y="163748"/>
                  </a:moveTo>
                  <a:cubicBezTo>
                    <a:pt x="17773" y="163748"/>
                    <a:pt x="0" y="145976"/>
                    <a:pt x="0" y="1240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0649" y="0"/>
                  </a:lnTo>
                  <a:cubicBezTo>
                    <a:pt x="342080" y="-11"/>
                    <a:pt x="359651" y="16988"/>
                    <a:pt x="360346" y="38406"/>
                  </a:cubicBezTo>
                  <a:lnTo>
                    <a:pt x="362976" y="117800"/>
                  </a:lnTo>
                  <a:cubicBezTo>
                    <a:pt x="363700" y="139723"/>
                    <a:pt x="346517" y="158085"/>
                    <a:pt x="324594" y="158811"/>
                  </a:cubicBezTo>
                  <a:cubicBezTo>
                    <a:pt x="302672" y="159537"/>
                    <a:pt x="284307" y="142353"/>
                    <a:pt x="283583" y="120429"/>
                  </a:cubicBezTo>
                  <a:lnTo>
                    <a:pt x="282243" y="79393"/>
                  </a:lnTo>
                  <a:lnTo>
                    <a:pt x="79393" y="79393"/>
                  </a:lnTo>
                  <a:lnTo>
                    <a:pt x="79393" y="124052"/>
                  </a:lnTo>
                  <a:cubicBezTo>
                    <a:pt x="79393" y="145976"/>
                    <a:pt x="61621" y="163748"/>
                    <a:pt x="39697" y="1637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F6AB9B49-E51C-E34F-9AE3-FF713036E953}"/>
                </a:ext>
              </a:extLst>
            </p:cNvPr>
            <p:cNvSpPr/>
            <p:nvPr/>
          </p:nvSpPr>
          <p:spPr>
            <a:xfrm>
              <a:off x="8080285" y="1470926"/>
              <a:ext cx="833628" cy="734389"/>
            </a:xfrm>
            <a:custGeom>
              <a:avLst/>
              <a:gdLst>
                <a:gd name="connsiteX0" fmla="*/ 793932 w 833628"/>
                <a:gd name="connsiteY0" fmla="*/ 734389 h 734389"/>
                <a:gd name="connsiteX1" fmla="*/ 39697 w 833628"/>
                <a:gd name="connsiteY1" fmla="*/ 734389 h 734389"/>
                <a:gd name="connsiteX2" fmla="*/ 0 w 833628"/>
                <a:gd name="connsiteY2" fmla="*/ 694693 h 734389"/>
                <a:gd name="connsiteX3" fmla="*/ 0 w 833628"/>
                <a:gd name="connsiteY3" fmla="*/ 39700 h 734389"/>
                <a:gd name="connsiteX4" fmla="*/ 11711 w 833628"/>
                <a:gd name="connsiteY4" fmla="*/ 11515 h 734389"/>
                <a:gd name="connsiteX5" fmla="*/ 39994 w 833628"/>
                <a:gd name="connsiteY5" fmla="*/ 3 h 734389"/>
                <a:gd name="connsiteX6" fmla="*/ 323478 w 833628"/>
                <a:gd name="connsiteY6" fmla="*/ 2087 h 734389"/>
                <a:gd name="connsiteX7" fmla="*/ 362877 w 833628"/>
                <a:gd name="connsiteY7" fmla="*/ 41784 h 734389"/>
                <a:gd name="connsiteX8" fmla="*/ 362877 w 833628"/>
                <a:gd name="connsiteY8" fmla="*/ 89370 h 734389"/>
                <a:gd name="connsiteX9" fmla="*/ 793932 w 833628"/>
                <a:gd name="connsiteY9" fmla="*/ 89370 h 734389"/>
                <a:gd name="connsiteX10" fmla="*/ 833629 w 833628"/>
                <a:gd name="connsiteY10" fmla="*/ 129066 h 734389"/>
                <a:gd name="connsiteX11" fmla="*/ 833629 w 833628"/>
                <a:gd name="connsiteY11" fmla="*/ 694742 h 734389"/>
                <a:gd name="connsiteX12" fmla="*/ 793932 w 833628"/>
                <a:gd name="connsiteY12" fmla="*/ 734389 h 734389"/>
                <a:gd name="connsiteX13" fmla="*/ 79393 w 833628"/>
                <a:gd name="connsiteY13" fmla="*/ 654996 h 734389"/>
                <a:gd name="connsiteX14" fmla="*/ 754235 w 833628"/>
                <a:gd name="connsiteY14" fmla="*/ 654996 h 734389"/>
                <a:gd name="connsiteX15" fmla="*/ 754235 w 833628"/>
                <a:gd name="connsiteY15" fmla="*/ 168713 h 734389"/>
                <a:gd name="connsiteX16" fmla="*/ 323279 w 833628"/>
                <a:gd name="connsiteY16" fmla="*/ 168713 h 734389"/>
                <a:gd name="connsiteX17" fmla="*/ 283583 w 833628"/>
                <a:gd name="connsiteY17" fmla="*/ 129017 h 734389"/>
                <a:gd name="connsiteX18" fmla="*/ 283583 w 833628"/>
                <a:gd name="connsiteY18" fmla="*/ 81183 h 734389"/>
                <a:gd name="connsiteX19" fmla="*/ 79393 w 833628"/>
                <a:gd name="connsiteY19" fmla="*/ 79644 h 73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3628" h="734389">
                  <a:moveTo>
                    <a:pt x="793932" y="734389"/>
                  </a:moveTo>
                  <a:lnTo>
                    <a:pt x="39697" y="734389"/>
                  </a:lnTo>
                  <a:cubicBezTo>
                    <a:pt x="17773" y="734389"/>
                    <a:pt x="0" y="716615"/>
                    <a:pt x="0" y="694693"/>
                  </a:cubicBezTo>
                  <a:lnTo>
                    <a:pt x="0" y="39700"/>
                  </a:lnTo>
                  <a:cubicBezTo>
                    <a:pt x="-8" y="29119"/>
                    <a:pt x="4207" y="18974"/>
                    <a:pt x="11711" y="11515"/>
                  </a:cubicBezTo>
                  <a:cubicBezTo>
                    <a:pt x="19201" y="4022"/>
                    <a:pt x="29400" y="-129"/>
                    <a:pt x="39994" y="3"/>
                  </a:cubicBezTo>
                  <a:lnTo>
                    <a:pt x="323478" y="2087"/>
                  </a:lnTo>
                  <a:cubicBezTo>
                    <a:pt x="345285" y="2251"/>
                    <a:pt x="362877" y="19975"/>
                    <a:pt x="362877" y="41784"/>
                  </a:cubicBezTo>
                  <a:lnTo>
                    <a:pt x="362877" y="89370"/>
                  </a:lnTo>
                  <a:lnTo>
                    <a:pt x="793932" y="89370"/>
                  </a:lnTo>
                  <a:cubicBezTo>
                    <a:pt x="815854" y="89370"/>
                    <a:pt x="833629" y="107143"/>
                    <a:pt x="833629" y="129066"/>
                  </a:cubicBezTo>
                  <a:lnTo>
                    <a:pt x="833629" y="694742"/>
                  </a:lnTo>
                  <a:cubicBezTo>
                    <a:pt x="833599" y="716645"/>
                    <a:pt x="815835" y="734389"/>
                    <a:pt x="793932" y="734389"/>
                  </a:cubicBezTo>
                  <a:close/>
                  <a:moveTo>
                    <a:pt x="79393" y="654996"/>
                  </a:moveTo>
                  <a:lnTo>
                    <a:pt x="754235" y="654996"/>
                  </a:lnTo>
                  <a:lnTo>
                    <a:pt x="754235" y="168713"/>
                  </a:lnTo>
                  <a:lnTo>
                    <a:pt x="323279" y="168713"/>
                  </a:lnTo>
                  <a:cubicBezTo>
                    <a:pt x="301355" y="168713"/>
                    <a:pt x="283583" y="150941"/>
                    <a:pt x="283583" y="129017"/>
                  </a:cubicBezTo>
                  <a:lnTo>
                    <a:pt x="283583" y="81183"/>
                  </a:lnTo>
                  <a:lnTo>
                    <a:pt x="79393" y="7964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1" name="Picture Placeholder 45">
            <a:extLst>
              <a:ext uri="{FF2B5EF4-FFF2-40B4-BE49-F238E27FC236}">
                <a16:creationId xmlns:a16="http://schemas.microsoft.com/office/drawing/2014/main" id="{B005428D-5C33-407D-AD32-BD6055401B26}"/>
              </a:ext>
            </a:extLst>
          </p:cNvPr>
          <p:cNvGrpSpPr>
            <a:grpSpLocks noChangeAspect="1"/>
          </p:cNvGrpSpPr>
          <p:nvPr/>
        </p:nvGrpSpPr>
        <p:grpSpPr>
          <a:xfrm>
            <a:off x="9445180" y="1420068"/>
            <a:ext cx="739100" cy="833627"/>
            <a:chOff x="9445180" y="1420068"/>
            <a:chExt cx="739100" cy="833627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09BD591-C7BA-5E44-BB45-388104135CEE}"/>
                </a:ext>
              </a:extLst>
            </p:cNvPr>
            <p:cNvSpPr/>
            <p:nvPr/>
          </p:nvSpPr>
          <p:spPr>
            <a:xfrm>
              <a:off x="9671351" y="1541936"/>
              <a:ext cx="196597" cy="196597"/>
            </a:xfrm>
            <a:custGeom>
              <a:avLst/>
              <a:gdLst>
                <a:gd name="connsiteX0" fmla="*/ 98299 w 196597"/>
                <a:gd name="connsiteY0" fmla="*/ 196597 h 196597"/>
                <a:gd name="connsiteX1" fmla="*/ 0 w 196597"/>
                <a:gd name="connsiteY1" fmla="*/ 98299 h 196597"/>
                <a:gd name="connsiteX2" fmla="*/ 98299 w 196597"/>
                <a:gd name="connsiteY2" fmla="*/ 0 h 196597"/>
                <a:gd name="connsiteX3" fmla="*/ 196597 w 196597"/>
                <a:gd name="connsiteY3" fmla="*/ 98299 h 196597"/>
                <a:gd name="connsiteX4" fmla="*/ 98299 w 196597"/>
                <a:gd name="connsiteY4" fmla="*/ 196597 h 196597"/>
                <a:gd name="connsiteX5" fmla="*/ 98299 w 196597"/>
                <a:gd name="connsiteY5" fmla="*/ 79393 h 196597"/>
                <a:gd name="connsiteX6" fmla="*/ 79393 w 196597"/>
                <a:gd name="connsiteY6" fmla="*/ 98299 h 196597"/>
                <a:gd name="connsiteX7" fmla="*/ 98299 w 196597"/>
                <a:gd name="connsiteY7" fmla="*/ 117204 h 196597"/>
                <a:gd name="connsiteX8" fmla="*/ 117204 w 196597"/>
                <a:gd name="connsiteY8" fmla="*/ 98299 h 196597"/>
                <a:gd name="connsiteX9" fmla="*/ 98299 w 196597"/>
                <a:gd name="connsiteY9" fmla="*/ 79393 h 19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597" h="196597">
                  <a:moveTo>
                    <a:pt x="98299" y="196597"/>
                  </a:moveTo>
                  <a:cubicBezTo>
                    <a:pt x="44010" y="196597"/>
                    <a:pt x="0" y="152588"/>
                    <a:pt x="0" y="98299"/>
                  </a:cubicBezTo>
                  <a:cubicBezTo>
                    <a:pt x="0" y="44010"/>
                    <a:pt x="44010" y="0"/>
                    <a:pt x="98299" y="0"/>
                  </a:cubicBezTo>
                  <a:cubicBezTo>
                    <a:pt x="152588" y="0"/>
                    <a:pt x="196597" y="44010"/>
                    <a:pt x="196597" y="98299"/>
                  </a:cubicBezTo>
                  <a:cubicBezTo>
                    <a:pt x="196515" y="152553"/>
                    <a:pt x="152554" y="196515"/>
                    <a:pt x="98299" y="196597"/>
                  </a:cubicBezTo>
                  <a:close/>
                  <a:moveTo>
                    <a:pt x="98299" y="79393"/>
                  </a:moveTo>
                  <a:cubicBezTo>
                    <a:pt x="87857" y="79393"/>
                    <a:pt x="79393" y="87857"/>
                    <a:pt x="79393" y="98299"/>
                  </a:cubicBezTo>
                  <a:cubicBezTo>
                    <a:pt x="79393" y="108740"/>
                    <a:pt x="87857" y="117204"/>
                    <a:pt x="98299" y="117204"/>
                  </a:cubicBezTo>
                  <a:cubicBezTo>
                    <a:pt x="108740" y="117204"/>
                    <a:pt x="117204" y="108740"/>
                    <a:pt x="117204" y="98299"/>
                  </a:cubicBezTo>
                  <a:cubicBezTo>
                    <a:pt x="117177" y="87869"/>
                    <a:pt x="108728" y="79420"/>
                    <a:pt x="9829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89711AF4-CC0A-1346-BE6D-439EE7570CA1}"/>
                </a:ext>
              </a:extLst>
            </p:cNvPr>
            <p:cNvSpPr/>
            <p:nvPr/>
          </p:nvSpPr>
          <p:spPr>
            <a:xfrm>
              <a:off x="9613295" y="1730445"/>
              <a:ext cx="312610" cy="235698"/>
            </a:xfrm>
            <a:custGeom>
              <a:avLst/>
              <a:gdLst>
                <a:gd name="connsiteX0" fmla="*/ 272914 w 312610"/>
                <a:gd name="connsiteY0" fmla="*/ 235698 h 235698"/>
                <a:gd name="connsiteX1" fmla="*/ 233217 w 312610"/>
                <a:gd name="connsiteY1" fmla="*/ 196002 h 235698"/>
                <a:gd name="connsiteX2" fmla="*/ 233217 w 312610"/>
                <a:gd name="connsiteY2" fmla="*/ 156305 h 235698"/>
                <a:gd name="connsiteX3" fmla="*/ 156305 w 312610"/>
                <a:gd name="connsiteY3" fmla="*/ 79393 h 235698"/>
                <a:gd name="connsiteX4" fmla="*/ 79393 w 312610"/>
                <a:gd name="connsiteY4" fmla="*/ 156305 h 235698"/>
                <a:gd name="connsiteX5" fmla="*/ 79393 w 312610"/>
                <a:gd name="connsiteY5" fmla="*/ 196002 h 235698"/>
                <a:gd name="connsiteX6" fmla="*/ 39697 w 312610"/>
                <a:gd name="connsiteY6" fmla="*/ 235698 h 235698"/>
                <a:gd name="connsiteX7" fmla="*/ 0 w 312610"/>
                <a:gd name="connsiteY7" fmla="*/ 196002 h 235698"/>
                <a:gd name="connsiteX8" fmla="*/ 0 w 312610"/>
                <a:gd name="connsiteY8" fmla="*/ 156305 h 235698"/>
                <a:gd name="connsiteX9" fmla="*/ 156305 w 312610"/>
                <a:gd name="connsiteY9" fmla="*/ 0 h 235698"/>
                <a:gd name="connsiteX10" fmla="*/ 312611 w 312610"/>
                <a:gd name="connsiteY10" fmla="*/ 156305 h 235698"/>
                <a:gd name="connsiteX11" fmla="*/ 312611 w 312610"/>
                <a:gd name="connsiteY11" fmla="*/ 196002 h 235698"/>
                <a:gd name="connsiteX12" fmla="*/ 272914 w 312610"/>
                <a:gd name="connsiteY12" fmla="*/ 235698 h 23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2610" h="235698">
                  <a:moveTo>
                    <a:pt x="272914" y="235698"/>
                  </a:moveTo>
                  <a:cubicBezTo>
                    <a:pt x="250990" y="235698"/>
                    <a:pt x="233217" y="217924"/>
                    <a:pt x="233217" y="196002"/>
                  </a:cubicBezTo>
                  <a:lnTo>
                    <a:pt x="233217" y="156305"/>
                  </a:lnTo>
                  <a:cubicBezTo>
                    <a:pt x="233217" y="113828"/>
                    <a:pt x="198783" y="79393"/>
                    <a:pt x="156305" y="79393"/>
                  </a:cubicBezTo>
                  <a:cubicBezTo>
                    <a:pt x="113828" y="79393"/>
                    <a:pt x="79393" y="113828"/>
                    <a:pt x="79393" y="156305"/>
                  </a:cubicBezTo>
                  <a:lnTo>
                    <a:pt x="79393" y="196002"/>
                  </a:lnTo>
                  <a:cubicBezTo>
                    <a:pt x="79393" y="217924"/>
                    <a:pt x="61621" y="235698"/>
                    <a:pt x="39697" y="235698"/>
                  </a:cubicBezTo>
                  <a:cubicBezTo>
                    <a:pt x="17773" y="235698"/>
                    <a:pt x="0" y="217924"/>
                    <a:pt x="0" y="196002"/>
                  </a:cubicBezTo>
                  <a:lnTo>
                    <a:pt x="0" y="156305"/>
                  </a:lnTo>
                  <a:cubicBezTo>
                    <a:pt x="0" y="69980"/>
                    <a:pt x="69980" y="0"/>
                    <a:pt x="156305" y="0"/>
                  </a:cubicBezTo>
                  <a:cubicBezTo>
                    <a:pt x="242631" y="0"/>
                    <a:pt x="312611" y="69980"/>
                    <a:pt x="312611" y="156305"/>
                  </a:cubicBezTo>
                  <a:lnTo>
                    <a:pt x="312611" y="196002"/>
                  </a:lnTo>
                  <a:cubicBezTo>
                    <a:pt x="312611" y="217924"/>
                    <a:pt x="294837" y="235698"/>
                    <a:pt x="272914" y="23569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1067A58-11E7-8D49-A56C-2E22417FEFCE}"/>
                </a:ext>
              </a:extLst>
            </p:cNvPr>
            <p:cNvSpPr/>
            <p:nvPr/>
          </p:nvSpPr>
          <p:spPr>
            <a:xfrm>
              <a:off x="10015146" y="1803636"/>
              <a:ext cx="169134" cy="357271"/>
            </a:xfrm>
            <a:custGeom>
              <a:avLst/>
              <a:gdLst>
                <a:gd name="connsiteX0" fmla="*/ 40121 w 169134"/>
                <a:gd name="connsiteY0" fmla="*/ 357269 h 357271"/>
                <a:gd name="connsiteX1" fmla="*/ 2 w 169134"/>
                <a:gd name="connsiteY1" fmla="*/ 317994 h 357271"/>
                <a:gd name="connsiteX2" fmla="*/ 39277 w 169134"/>
                <a:gd name="connsiteY2" fmla="*/ 277876 h 357271"/>
                <a:gd name="connsiteX3" fmla="*/ 89741 w 169134"/>
                <a:gd name="connsiteY3" fmla="*/ 276834 h 357271"/>
                <a:gd name="connsiteX4" fmla="*/ 89741 w 169134"/>
                <a:gd name="connsiteY4" fmla="*/ 79393 h 357271"/>
                <a:gd name="connsiteX5" fmla="*/ 50045 w 169134"/>
                <a:gd name="connsiteY5" fmla="*/ 79393 h 357271"/>
                <a:gd name="connsiteX6" fmla="*/ 10348 w 169134"/>
                <a:gd name="connsiteY6" fmla="*/ 39697 h 357271"/>
                <a:gd name="connsiteX7" fmla="*/ 50045 w 169134"/>
                <a:gd name="connsiteY7" fmla="*/ 0 h 357271"/>
                <a:gd name="connsiteX8" fmla="*/ 129438 w 169134"/>
                <a:gd name="connsiteY8" fmla="*/ 0 h 357271"/>
                <a:gd name="connsiteX9" fmla="*/ 169135 w 169134"/>
                <a:gd name="connsiteY9" fmla="*/ 39697 h 357271"/>
                <a:gd name="connsiteX10" fmla="*/ 169135 w 169134"/>
                <a:gd name="connsiteY10" fmla="*/ 315687 h 357271"/>
                <a:gd name="connsiteX11" fmla="*/ 130282 w 169134"/>
                <a:gd name="connsiteY11" fmla="*/ 355383 h 357271"/>
                <a:gd name="connsiteX12" fmla="*/ 40964 w 169134"/>
                <a:gd name="connsiteY12" fmla="*/ 357269 h 35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134" h="357271">
                  <a:moveTo>
                    <a:pt x="40121" y="357269"/>
                  </a:moveTo>
                  <a:cubicBezTo>
                    <a:pt x="18198" y="357502"/>
                    <a:pt x="235" y="339917"/>
                    <a:pt x="2" y="317994"/>
                  </a:cubicBezTo>
                  <a:cubicBezTo>
                    <a:pt x="-231" y="296072"/>
                    <a:pt x="17355" y="278109"/>
                    <a:pt x="39277" y="277876"/>
                  </a:cubicBezTo>
                  <a:lnTo>
                    <a:pt x="89741" y="276834"/>
                  </a:lnTo>
                  <a:lnTo>
                    <a:pt x="89741" y="79393"/>
                  </a:lnTo>
                  <a:lnTo>
                    <a:pt x="50045" y="79393"/>
                  </a:lnTo>
                  <a:cubicBezTo>
                    <a:pt x="28122" y="79393"/>
                    <a:pt x="10348" y="61620"/>
                    <a:pt x="10348" y="39697"/>
                  </a:cubicBezTo>
                  <a:cubicBezTo>
                    <a:pt x="10348" y="17773"/>
                    <a:pt x="28122" y="0"/>
                    <a:pt x="50045" y="0"/>
                  </a:cubicBezTo>
                  <a:lnTo>
                    <a:pt x="129438" y="0"/>
                  </a:lnTo>
                  <a:cubicBezTo>
                    <a:pt x="151360" y="0"/>
                    <a:pt x="169135" y="17773"/>
                    <a:pt x="169135" y="39697"/>
                  </a:cubicBezTo>
                  <a:lnTo>
                    <a:pt x="169135" y="315687"/>
                  </a:lnTo>
                  <a:cubicBezTo>
                    <a:pt x="169140" y="337287"/>
                    <a:pt x="151877" y="354922"/>
                    <a:pt x="130282" y="355383"/>
                  </a:cubicBezTo>
                  <a:lnTo>
                    <a:pt x="40964" y="35726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CF86622F-1D9D-7249-A2D2-A6792E5E88F1}"/>
                </a:ext>
              </a:extLst>
            </p:cNvPr>
            <p:cNvSpPr/>
            <p:nvPr/>
          </p:nvSpPr>
          <p:spPr>
            <a:xfrm>
              <a:off x="9592454" y="2021322"/>
              <a:ext cx="367193" cy="79393"/>
            </a:xfrm>
            <a:custGeom>
              <a:avLst/>
              <a:gdLst>
                <a:gd name="connsiteX0" fmla="*/ 327497 w 367193"/>
                <a:gd name="connsiteY0" fmla="*/ 79393 h 79393"/>
                <a:gd name="connsiteX1" fmla="*/ 39697 w 367193"/>
                <a:gd name="connsiteY1" fmla="*/ 79393 h 79393"/>
                <a:gd name="connsiteX2" fmla="*/ 0 w 367193"/>
                <a:gd name="connsiteY2" fmla="*/ 39697 h 79393"/>
                <a:gd name="connsiteX3" fmla="*/ 39697 w 367193"/>
                <a:gd name="connsiteY3" fmla="*/ 0 h 79393"/>
                <a:gd name="connsiteX4" fmla="*/ 327497 w 367193"/>
                <a:gd name="connsiteY4" fmla="*/ 0 h 79393"/>
                <a:gd name="connsiteX5" fmla="*/ 367194 w 367193"/>
                <a:gd name="connsiteY5" fmla="*/ 39697 h 79393"/>
                <a:gd name="connsiteX6" fmla="*/ 327497 w 3671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7193" h="79393">
                  <a:moveTo>
                    <a:pt x="32749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27497" y="0"/>
                  </a:lnTo>
                  <a:cubicBezTo>
                    <a:pt x="349419" y="0"/>
                    <a:pt x="367194" y="17774"/>
                    <a:pt x="367194" y="39697"/>
                  </a:cubicBezTo>
                  <a:cubicBezTo>
                    <a:pt x="367194" y="61619"/>
                    <a:pt x="349419" y="79393"/>
                    <a:pt x="32749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F2D8D9A-CCC5-5043-BD71-2C3A695F0B87}"/>
                </a:ext>
              </a:extLst>
            </p:cNvPr>
            <p:cNvSpPr/>
            <p:nvPr/>
          </p:nvSpPr>
          <p:spPr>
            <a:xfrm>
              <a:off x="9445180" y="1420068"/>
              <a:ext cx="734387" cy="833627"/>
            </a:xfrm>
            <a:custGeom>
              <a:avLst/>
              <a:gdLst>
                <a:gd name="connsiteX0" fmla="*/ 605373 w 734387"/>
                <a:gd name="connsiteY0" fmla="*/ 833628 h 833627"/>
                <a:gd name="connsiteX1" fmla="*/ 39697 w 734387"/>
                <a:gd name="connsiteY1" fmla="*/ 833628 h 833627"/>
                <a:gd name="connsiteX2" fmla="*/ 0 w 734387"/>
                <a:gd name="connsiteY2" fmla="*/ 793931 h 833627"/>
                <a:gd name="connsiteX3" fmla="*/ 0 w 734387"/>
                <a:gd name="connsiteY3" fmla="*/ 39697 h 833627"/>
                <a:gd name="connsiteX4" fmla="*/ 39697 w 734387"/>
                <a:gd name="connsiteY4" fmla="*/ 0 h 833627"/>
                <a:gd name="connsiteX5" fmla="*/ 694690 w 734387"/>
                <a:gd name="connsiteY5" fmla="*/ 0 h 833627"/>
                <a:gd name="connsiteX6" fmla="*/ 734387 w 734387"/>
                <a:gd name="connsiteY6" fmla="*/ 39697 h 833627"/>
                <a:gd name="connsiteX7" fmla="*/ 734139 w 734387"/>
                <a:gd name="connsiteY7" fmla="*/ 314198 h 833627"/>
                <a:gd name="connsiteX8" fmla="*/ 722379 w 734387"/>
                <a:gd name="connsiteY8" fmla="*/ 342333 h 833627"/>
                <a:gd name="connsiteX9" fmla="*/ 694095 w 734387"/>
                <a:gd name="connsiteY9" fmla="*/ 353796 h 833627"/>
                <a:gd name="connsiteX10" fmla="*/ 645318 w 734387"/>
                <a:gd name="connsiteY10" fmla="*/ 353399 h 833627"/>
                <a:gd name="connsiteX11" fmla="*/ 645318 w 734387"/>
                <a:gd name="connsiteY11" fmla="*/ 793931 h 833627"/>
                <a:gd name="connsiteX12" fmla="*/ 605621 w 734387"/>
                <a:gd name="connsiteY12" fmla="*/ 833628 h 833627"/>
                <a:gd name="connsiteX13" fmla="*/ 605373 w 734387"/>
                <a:gd name="connsiteY13" fmla="*/ 833628 h 833627"/>
                <a:gd name="connsiteX14" fmla="*/ 79393 w 734387"/>
                <a:gd name="connsiteY14" fmla="*/ 754234 h 833627"/>
                <a:gd name="connsiteX15" fmla="*/ 565677 w 734387"/>
                <a:gd name="connsiteY15" fmla="*/ 754234 h 833627"/>
                <a:gd name="connsiteX16" fmla="*/ 565677 w 734387"/>
                <a:gd name="connsiteY16" fmla="*/ 313355 h 833627"/>
                <a:gd name="connsiteX17" fmla="*/ 605373 w 734387"/>
                <a:gd name="connsiteY17" fmla="*/ 273658 h 833627"/>
                <a:gd name="connsiteX18" fmla="*/ 605720 w 734387"/>
                <a:gd name="connsiteY18" fmla="*/ 273658 h 833627"/>
                <a:gd name="connsiteX19" fmla="*/ 654547 w 734387"/>
                <a:gd name="connsiteY19" fmla="*/ 274055 h 833627"/>
                <a:gd name="connsiteX20" fmla="*/ 654746 w 734387"/>
                <a:gd name="connsiteY20" fmla="*/ 79393 h 833627"/>
                <a:gd name="connsiteX21" fmla="*/ 79145 w 734387"/>
                <a:gd name="connsiteY21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34387" h="833627">
                  <a:moveTo>
                    <a:pt x="605373" y="833628"/>
                  </a:moveTo>
                  <a:lnTo>
                    <a:pt x="39697" y="833628"/>
                  </a:lnTo>
                  <a:cubicBezTo>
                    <a:pt x="17773" y="833628"/>
                    <a:pt x="0" y="815853"/>
                    <a:pt x="0" y="7939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4690" y="0"/>
                  </a:lnTo>
                  <a:cubicBezTo>
                    <a:pt x="716613" y="0"/>
                    <a:pt x="734387" y="17773"/>
                    <a:pt x="734387" y="39697"/>
                  </a:cubicBezTo>
                  <a:lnTo>
                    <a:pt x="734139" y="314198"/>
                  </a:lnTo>
                  <a:cubicBezTo>
                    <a:pt x="734119" y="324768"/>
                    <a:pt x="729886" y="334894"/>
                    <a:pt x="722379" y="342333"/>
                  </a:cubicBezTo>
                  <a:cubicBezTo>
                    <a:pt x="714802" y="349692"/>
                    <a:pt x="704654" y="353804"/>
                    <a:pt x="694095" y="353796"/>
                  </a:cubicBezTo>
                  <a:lnTo>
                    <a:pt x="645318" y="353399"/>
                  </a:lnTo>
                  <a:lnTo>
                    <a:pt x="645318" y="793931"/>
                  </a:lnTo>
                  <a:cubicBezTo>
                    <a:pt x="645318" y="815853"/>
                    <a:pt x="627544" y="833628"/>
                    <a:pt x="605621" y="833628"/>
                  </a:cubicBezTo>
                  <a:cubicBezTo>
                    <a:pt x="605537" y="833628"/>
                    <a:pt x="605457" y="833628"/>
                    <a:pt x="605373" y="833628"/>
                  </a:cubicBezTo>
                  <a:close/>
                  <a:moveTo>
                    <a:pt x="79393" y="754234"/>
                  </a:moveTo>
                  <a:lnTo>
                    <a:pt x="565677" y="754234"/>
                  </a:lnTo>
                  <a:lnTo>
                    <a:pt x="565677" y="313355"/>
                  </a:lnTo>
                  <a:cubicBezTo>
                    <a:pt x="565677" y="291431"/>
                    <a:pt x="583451" y="273658"/>
                    <a:pt x="605373" y="273658"/>
                  </a:cubicBezTo>
                  <a:lnTo>
                    <a:pt x="605720" y="273658"/>
                  </a:lnTo>
                  <a:lnTo>
                    <a:pt x="654547" y="274055"/>
                  </a:lnTo>
                  <a:lnTo>
                    <a:pt x="654746" y="79393"/>
                  </a:lnTo>
                  <a:lnTo>
                    <a:pt x="79145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1" name="Picture Placeholder 47">
            <a:extLst>
              <a:ext uri="{FF2B5EF4-FFF2-40B4-BE49-F238E27FC236}">
                <a16:creationId xmlns:a16="http://schemas.microsoft.com/office/drawing/2014/main" id="{A6489004-D17D-47FE-A7D7-6B827AB77ECC}"/>
              </a:ext>
            </a:extLst>
          </p:cNvPr>
          <p:cNvGrpSpPr>
            <a:grpSpLocks noChangeAspect="1"/>
          </p:cNvGrpSpPr>
          <p:nvPr/>
        </p:nvGrpSpPr>
        <p:grpSpPr>
          <a:xfrm>
            <a:off x="1624565" y="2539994"/>
            <a:ext cx="600410" cy="831047"/>
            <a:chOff x="1624565" y="2539994"/>
            <a:chExt cx="600410" cy="831047"/>
          </a:xfrm>
        </p:grpSpPr>
        <p:grpSp>
          <p:nvGrpSpPr>
            <p:cNvPr id="92" name="Picture Placeholder 47">
              <a:extLst>
                <a:ext uri="{FF2B5EF4-FFF2-40B4-BE49-F238E27FC236}">
                  <a16:creationId xmlns:a16="http://schemas.microsoft.com/office/drawing/2014/main" id="{A6489004-D17D-47FE-A7D7-6B827AB77ECC}"/>
                </a:ext>
              </a:extLst>
            </p:cNvPr>
            <p:cNvGrpSpPr/>
            <p:nvPr/>
          </p:nvGrpSpPr>
          <p:grpSpPr>
            <a:xfrm>
              <a:off x="1624565" y="2539994"/>
              <a:ext cx="600410" cy="831047"/>
              <a:chOff x="1624565" y="2539994"/>
              <a:chExt cx="600410" cy="831047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17E121D6-3140-4E4A-8763-ECFA81F643EB}"/>
                  </a:ext>
                </a:extLst>
              </p:cNvPr>
              <p:cNvSpPr/>
              <p:nvPr/>
            </p:nvSpPr>
            <p:spPr>
              <a:xfrm>
                <a:off x="1624565" y="2821542"/>
                <a:ext cx="595448" cy="79393"/>
              </a:xfrm>
              <a:custGeom>
                <a:avLst/>
                <a:gdLst>
                  <a:gd name="connsiteX0" fmla="*/ 555752 w 595448"/>
                  <a:gd name="connsiteY0" fmla="*/ 79393 h 79393"/>
                  <a:gd name="connsiteX1" fmla="*/ 39697 w 595448"/>
                  <a:gd name="connsiteY1" fmla="*/ 79393 h 79393"/>
                  <a:gd name="connsiteX2" fmla="*/ 0 w 595448"/>
                  <a:gd name="connsiteY2" fmla="*/ 39697 h 79393"/>
                  <a:gd name="connsiteX3" fmla="*/ 39697 w 595448"/>
                  <a:gd name="connsiteY3" fmla="*/ 0 h 79393"/>
                  <a:gd name="connsiteX4" fmla="*/ 555752 w 595448"/>
                  <a:gd name="connsiteY4" fmla="*/ 0 h 79393"/>
                  <a:gd name="connsiteX5" fmla="*/ 595449 w 595448"/>
                  <a:gd name="connsiteY5" fmla="*/ 39697 h 79393"/>
                  <a:gd name="connsiteX6" fmla="*/ 555752 w 595448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5448" h="79393">
                    <a:moveTo>
                      <a:pt x="5557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555752" y="0"/>
                    </a:lnTo>
                    <a:cubicBezTo>
                      <a:pt x="577675" y="0"/>
                      <a:pt x="595449" y="17773"/>
                      <a:pt x="595449" y="39697"/>
                    </a:cubicBezTo>
                    <a:cubicBezTo>
                      <a:pt x="595449" y="61620"/>
                      <a:pt x="577675" y="79393"/>
                      <a:pt x="555752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38D2F10E-30E2-0247-A84B-DC7BEEFFB180}"/>
                  </a:ext>
                </a:extLst>
              </p:cNvPr>
              <p:cNvSpPr/>
              <p:nvPr/>
            </p:nvSpPr>
            <p:spPr>
              <a:xfrm>
                <a:off x="1624565" y="2539994"/>
                <a:ext cx="600410" cy="831047"/>
              </a:xfrm>
              <a:custGeom>
                <a:avLst/>
                <a:gdLst>
                  <a:gd name="connsiteX0" fmla="*/ 560714 w 600410"/>
                  <a:gd name="connsiteY0" fmla="*/ 831047 h 831047"/>
                  <a:gd name="connsiteX1" fmla="*/ 39697 w 600410"/>
                  <a:gd name="connsiteY1" fmla="*/ 831047 h 831047"/>
                  <a:gd name="connsiteX2" fmla="*/ 0 w 600410"/>
                  <a:gd name="connsiteY2" fmla="*/ 791351 h 831047"/>
                  <a:gd name="connsiteX3" fmla="*/ 0 w 600410"/>
                  <a:gd name="connsiteY3" fmla="*/ 39697 h 831047"/>
                  <a:gd name="connsiteX4" fmla="*/ 39697 w 600410"/>
                  <a:gd name="connsiteY4" fmla="*/ 0 h 831047"/>
                  <a:gd name="connsiteX5" fmla="*/ 39697 w 600410"/>
                  <a:gd name="connsiteY5" fmla="*/ 0 h 831047"/>
                  <a:gd name="connsiteX6" fmla="*/ 560714 w 600410"/>
                  <a:gd name="connsiteY6" fmla="*/ 794 h 831047"/>
                  <a:gd name="connsiteX7" fmla="*/ 600411 w 600410"/>
                  <a:gd name="connsiteY7" fmla="*/ 40490 h 831047"/>
                  <a:gd name="connsiteX8" fmla="*/ 600411 w 600410"/>
                  <a:gd name="connsiteY8" fmla="*/ 791351 h 831047"/>
                  <a:gd name="connsiteX9" fmla="*/ 560714 w 600410"/>
                  <a:gd name="connsiteY9" fmla="*/ 831047 h 831047"/>
                  <a:gd name="connsiteX10" fmla="*/ 79393 w 600410"/>
                  <a:gd name="connsiteY10" fmla="*/ 751654 h 831047"/>
                  <a:gd name="connsiteX11" fmla="*/ 521018 w 600410"/>
                  <a:gd name="connsiteY11" fmla="*/ 751654 h 831047"/>
                  <a:gd name="connsiteX12" fmla="*/ 521018 w 600410"/>
                  <a:gd name="connsiteY12" fmla="*/ 80137 h 831047"/>
                  <a:gd name="connsiteX13" fmla="*/ 79393 w 600410"/>
                  <a:gd name="connsiteY13" fmla="*/ 79443 h 831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0410" h="831047">
                    <a:moveTo>
                      <a:pt x="560714" y="831047"/>
                    </a:moveTo>
                    <a:lnTo>
                      <a:pt x="39697" y="831047"/>
                    </a:lnTo>
                    <a:cubicBezTo>
                      <a:pt x="17773" y="831047"/>
                      <a:pt x="0" y="813273"/>
                      <a:pt x="0" y="79135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lnTo>
                      <a:pt x="560714" y="794"/>
                    </a:lnTo>
                    <a:cubicBezTo>
                      <a:pt x="582637" y="794"/>
                      <a:pt x="600411" y="18567"/>
                      <a:pt x="600411" y="40490"/>
                    </a:cubicBezTo>
                    <a:lnTo>
                      <a:pt x="600411" y="791351"/>
                    </a:lnTo>
                    <a:cubicBezTo>
                      <a:pt x="600411" y="813273"/>
                      <a:pt x="582637" y="831047"/>
                      <a:pt x="560714" y="831047"/>
                    </a:cubicBezTo>
                    <a:close/>
                    <a:moveTo>
                      <a:pt x="79393" y="751654"/>
                    </a:moveTo>
                    <a:lnTo>
                      <a:pt x="521018" y="751654"/>
                    </a:lnTo>
                    <a:lnTo>
                      <a:pt x="521018" y="80137"/>
                    </a:lnTo>
                    <a:lnTo>
                      <a:pt x="79393" y="7944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3454965-3665-D640-96F2-E3A96230353F}"/>
                  </a:ext>
                </a:extLst>
              </p:cNvPr>
              <p:cNvSpPr/>
              <p:nvPr/>
            </p:nvSpPr>
            <p:spPr>
              <a:xfrm>
                <a:off x="1738196" y="2680123"/>
                <a:ext cx="130601" cy="79393"/>
              </a:xfrm>
              <a:custGeom>
                <a:avLst/>
                <a:gdLst>
                  <a:gd name="connsiteX0" fmla="*/ 90905 w 130601"/>
                  <a:gd name="connsiteY0" fmla="*/ 79393 h 79393"/>
                  <a:gd name="connsiteX1" fmla="*/ 39697 w 130601"/>
                  <a:gd name="connsiteY1" fmla="*/ 79393 h 79393"/>
                  <a:gd name="connsiteX2" fmla="*/ 0 w 130601"/>
                  <a:gd name="connsiteY2" fmla="*/ 39697 h 79393"/>
                  <a:gd name="connsiteX3" fmla="*/ 39697 w 130601"/>
                  <a:gd name="connsiteY3" fmla="*/ 0 h 79393"/>
                  <a:gd name="connsiteX4" fmla="*/ 90905 w 130601"/>
                  <a:gd name="connsiteY4" fmla="*/ 0 h 79393"/>
                  <a:gd name="connsiteX5" fmla="*/ 130602 w 130601"/>
                  <a:gd name="connsiteY5" fmla="*/ 39697 h 79393"/>
                  <a:gd name="connsiteX6" fmla="*/ 90905 w 13060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601" h="79393">
                    <a:moveTo>
                      <a:pt x="9090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90905" y="0"/>
                    </a:lnTo>
                    <a:cubicBezTo>
                      <a:pt x="112829" y="0"/>
                      <a:pt x="130602" y="17773"/>
                      <a:pt x="130602" y="39697"/>
                    </a:cubicBezTo>
                    <a:cubicBezTo>
                      <a:pt x="130602" y="61620"/>
                      <a:pt x="112829" y="79393"/>
                      <a:pt x="9090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A897631-3548-734E-BAF2-EDBB8066EA3E}"/>
                </a:ext>
              </a:extLst>
            </p:cNvPr>
            <p:cNvSpPr/>
            <p:nvPr/>
          </p:nvSpPr>
          <p:spPr>
            <a:xfrm>
              <a:off x="1734524" y="2965987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19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7" name="Picture Placeholder 49">
            <a:extLst>
              <a:ext uri="{FF2B5EF4-FFF2-40B4-BE49-F238E27FC236}">
                <a16:creationId xmlns:a16="http://schemas.microsoft.com/office/drawing/2014/main" id="{4311CB99-F2D4-4CFE-A99D-66E6CC64BFC4}"/>
              </a:ext>
            </a:extLst>
          </p:cNvPr>
          <p:cNvGrpSpPr>
            <a:grpSpLocks noChangeAspect="1"/>
          </p:cNvGrpSpPr>
          <p:nvPr/>
        </p:nvGrpSpPr>
        <p:grpSpPr>
          <a:xfrm>
            <a:off x="2991098" y="2585802"/>
            <a:ext cx="502362" cy="739389"/>
            <a:chOff x="2991098" y="2585802"/>
            <a:chExt cx="502362" cy="739389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E4D6792-C565-B949-B664-679930A75B94}"/>
                </a:ext>
              </a:extLst>
            </p:cNvPr>
            <p:cNvSpPr/>
            <p:nvPr/>
          </p:nvSpPr>
          <p:spPr>
            <a:xfrm>
              <a:off x="3083144" y="2766612"/>
              <a:ext cx="79393" cy="558580"/>
            </a:xfrm>
            <a:custGeom>
              <a:avLst/>
              <a:gdLst>
                <a:gd name="connsiteX0" fmla="*/ 39697 w 79393"/>
                <a:gd name="connsiteY0" fmla="*/ 558580 h 558580"/>
                <a:gd name="connsiteX1" fmla="*/ 0 w 79393"/>
                <a:gd name="connsiteY1" fmla="*/ 518884 h 558580"/>
                <a:gd name="connsiteX2" fmla="*/ 0 w 79393"/>
                <a:gd name="connsiteY2" fmla="*/ 39697 h 558580"/>
                <a:gd name="connsiteX3" fmla="*/ 39697 w 79393"/>
                <a:gd name="connsiteY3" fmla="*/ 0 h 558580"/>
                <a:gd name="connsiteX4" fmla="*/ 79393 w 79393"/>
                <a:gd name="connsiteY4" fmla="*/ 39697 h 558580"/>
                <a:gd name="connsiteX5" fmla="*/ 79393 w 79393"/>
                <a:gd name="connsiteY5" fmla="*/ 518884 h 558580"/>
                <a:gd name="connsiteX6" fmla="*/ 39697 w 79393"/>
                <a:gd name="connsiteY6" fmla="*/ 558580 h 55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8580">
                  <a:moveTo>
                    <a:pt x="39697" y="558580"/>
                  </a:moveTo>
                  <a:cubicBezTo>
                    <a:pt x="17773" y="558580"/>
                    <a:pt x="0" y="540806"/>
                    <a:pt x="0" y="51888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18884"/>
                  </a:lnTo>
                  <a:cubicBezTo>
                    <a:pt x="79393" y="540806"/>
                    <a:pt x="61621" y="558580"/>
                    <a:pt x="39697" y="5585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23FCCB5B-470B-6547-8177-C9C3F83EEB2C}"/>
                </a:ext>
              </a:extLst>
            </p:cNvPr>
            <p:cNvSpPr/>
            <p:nvPr/>
          </p:nvSpPr>
          <p:spPr>
            <a:xfrm>
              <a:off x="3085377" y="2597107"/>
              <a:ext cx="79393" cy="258027"/>
            </a:xfrm>
            <a:custGeom>
              <a:avLst/>
              <a:gdLst>
                <a:gd name="connsiteX0" fmla="*/ 39697 w 79393"/>
                <a:gd name="connsiteY0" fmla="*/ 258028 h 258027"/>
                <a:gd name="connsiteX1" fmla="*/ 0 w 79393"/>
                <a:gd name="connsiteY1" fmla="*/ 218331 h 258027"/>
                <a:gd name="connsiteX2" fmla="*/ 0 w 79393"/>
                <a:gd name="connsiteY2" fmla="*/ 39697 h 258027"/>
                <a:gd name="connsiteX3" fmla="*/ 39697 w 79393"/>
                <a:gd name="connsiteY3" fmla="*/ 0 h 258027"/>
                <a:gd name="connsiteX4" fmla="*/ 79393 w 79393"/>
                <a:gd name="connsiteY4" fmla="*/ 39697 h 258027"/>
                <a:gd name="connsiteX5" fmla="*/ 79393 w 79393"/>
                <a:gd name="connsiteY5" fmla="*/ 218331 h 258027"/>
                <a:gd name="connsiteX6" fmla="*/ 39697 w 79393"/>
                <a:gd name="connsiteY6" fmla="*/ 258028 h 25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8027">
                  <a:moveTo>
                    <a:pt x="39697" y="258028"/>
                  </a:moveTo>
                  <a:cubicBezTo>
                    <a:pt x="17773" y="258028"/>
                    <a:pt x="0" y="240255"/>
                    <a:pt x="0" y="2183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8331"/>
                  </a:lnTo>
                  <a:cubicBezTo>
                    <a:pt x="79393" y="240255"/>
                    <a:pt x="61621" y="258028"/>
                    <a:pt x="39697" y="2580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451A6E1-862D-9940-B1CC-413A920976D4}"/>
                </a:ext>
              </a:extLst>
            </p:cNvPr>
            <p:cNvSpPr/>
            <p:nvPr/>
          </p:nvSpPr>
          <p:spPr>
            <a:xfrm>
              <a:off x="2991098" y="2597107"/>
              <a:ext cx="264825" cy="262989"/>
            </a:xfrm>
            <a:custGeom>
              <a:avLst/>
              <a:gdLst>
                <a:gd name="connsiteX0" fmla="*/ 181463 w 264825"/>
                <a:gd name="connsiteY0" fmla="*/ 262990 h 262989"/>
                <a:gd name="connsiteX1" fmla="*/ 79989 w 264825"/>
                <a:gd name="connsiteY1" fmla="*/ 262990 h 262989"/>
                <a:gd name="connsiteX2" fmla="*/ 0 w 264825"/>
                <a:gd name="connsiteY2" fmla="*/ 183200 h 262989"/>
                <a:gd name="connsiteX3" fmla="*/ 0 w 264825"/>
                <a:gd name="connsiteY3" fmla="*/ 183150 h 262989"/>
                <a:gd name="connsiteX4" fmla="*/ 0 w 264825"/>
                <a:gd name="connsiteY4" fmla="*/ 39697 h 262989"/>
                <a:gd name="connsiteX5" fmla="*/ 39697 w 264825"/>
                <a:gd name="connsiteY5" fmla="*/ 0 h 262989"/>
                <a:gd name="connsiteX6" fmla="*/ 79393 w 264825"/>
                <a:gd name="connsiteY6" fmla="*/ 39697 h 262989"/>
                <a:gd name="connsiteX7" fmla="*/ 79393 w 264825"/>
                <a:gd name="connsiteY7" fmla="*/ 183150 h 262989"/>
                <a:gd name="connsiteX8" fmla="*/ 79840 w 264825"/>
                <a:gd name="connsiteY8" fmla="*/ 183597 h 262989"/>
                <a:gd name="connsiteX9" fmla="*/ 181463 w 264825"/>
                <a:gd name="connsiteY9" fmla="*/ 183597 h 262989"/>
                <a:gd name="connsiteX10" fmla="*/ 185433 w 264825"/>
                <a:gd name="connsiteY10" fmla="*/ 179627 h 262989"/>
                <a:gd name="connsiteX11" fmla="*/ 185433 w 264825"/>
                <a:gd name="connsiteY11" fmla="*/ 39746 h 262989"/>
                <a:gd name="connsiteX12" fmla="*/ 225129 w 264825"/>
                <a:gd name="connsiteY12" fmla="*/ 50 h 262989"/>
                <a:gd name="connsiteX13" fmla="*/ 264826 w 264825"/>
                <a:gd name="connsiteY13" fmla="*/ 39746 h 262989"/>
                <a:gd name="connsiteX14" fmla="*/ 264826 w 264825"/>
                <a:gd name="connsiteY14" fmla="*/ 179627 h 262989"/>
                <a:gd name="connsiteX15" fmla="*/ 181463 w 264825"/>
                <a:gd name="connsiteY15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4825" h="262989">
                  <a:moveTo>
                    <a:pt x="181463" y="262990"/>
                  </a:moveTo>
                  <a:lnTo>
                    <a:pt x="79989" y="262990"/>
                  </a:lnTo>
                  <a:cubicBezTo>
                    <a:pt x="35867" y="263044"/>
                    <a:pt x="55" y="227321"/>
                    <a:pt x="0" y="183200"/>
                  </a:cubicBezTo>
                  <a:cubicBezTo>
                    <a:pt x="0" y="183183"/>
                    <a:pt x="0" y="183166"/>
                    <a:pt x="0" y="183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3150"/>
                  </a:lnTo>
                  <a:cubicBezTo>
                    <a:pt x="79393" y="183397"/>
                    <a:pt x="79593" y="183597"/>
                    <a:pt x="79840" y="183597"/>
                  </a:cubicBezTo>
                  <a:lnTo>
                    <a:pt x="181463" y="183597"/>
                  </a:lnTo>
                  <a:cubicBezTo>
                    <a:pt x="183655" y="183597"/>
                    <a:pt x="185433" y="181819"/>
                    <a:pt x="185433" y="179627"/>
                  </a:cubicBezTo>
                  <a:lnTo>
                    <a:pt x="185433" y="39746"/>
                  </a:lnTo>
                  <a:cubicBezTo>
                    <a:pt x="185433" y="17822"/>
                    <a:pt x="203205" y="50"/>
                    <a:pt x="225129" y="50"/>
                  </a:cubicBezTo>
                  <a:cubicBezTo>
                    <a:pt x="247053" y="50"/>
                    <a:pt x="264826" y="17822"/>
                    <a:pt x="264826" y="39746"/>
                  </a:cubicBezTo>
                  <a:lnTo>
                    <a:pt x="264826" y="179627"/>
                  </a:lnTo>
                  <a:cubicBezTo>
                    <a:pt x="264771" y="225644"/>
                    <a:pt x="227480" y="262935"/>
                    <a:pt x="181463" y="2629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60A8FE5-D7ED-EB48-B6F0-67D42BEB81B2}"/>
                </a:ext>
              </a:extLst>
            </p:cNvPr>
            <p:cNvSpPr/>
            <p:nvPr/>
          </p:nvSpPr>
          <p:spPr>
            <a:xfrm>
              <a:off x="3412626" y="2588126"/>
              <a:ext cx="79393" cy="737065"/>
            </a:xfrm>
            <a:custGeom>
              <a:avLst/>
              <a:gdLst>
                <a:gd name="connsiteX0" fmla="*/ 39697 w 79393"/>
                <a:gd name="connsiteY0" fmla="*/ 737066 h 737065"/>
                <a:gd name="connsiteX1" fmla="*/ 0 w 79393"/>
                <a:gd name="connsiteY1" fmla="*/ 697369 h 737065"/>
                <a:gd name="connsiteX2" fmla="*/ 0 w 79393"/>
                <a:gd name="connsiteY2" fmla="*/ 39697 h 737065"/>
                <a:gd name="connsiteX3" fmla="*/ 39697 w 79393"/>
                <a:gd name="connsiteY3" fmla="*/ 0 h 737065"/>
                <a:gd name="connsiteX4" fmla="*/ 79393 w 79393"/>
                <a:gd name="connsiteY4" fmla="*/ 39697 h 737065"/>
                <a:gd name="connsiteX5" fmla="*/ 79393 w 79393"/>
                <a:gd name="connsiteY5" fmla="*/ 697369 h 737065"/>
                <a:gd name="connsiteX6" fmla="*/ 39697 w 79393"/>
                <a:gd name="connsiteY6" fmla="*/ 737066 h 73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737065">
                  <a:moveTo>
                    <a:pt x="39697" y="737066"/>
                  </a:moveTo>
                  <a:cubicBezTo>
                    <a:pt x="17774" y="737066"/>
                    <a:pt x="0" y="719292"/>
                    <a:pt x="0" y="697369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697369"/>
                  </a:lnTo>
                  <a:cubicBezTo>
                    <a:pt x="79393" y="719292"/>
                    <a:pt x="61619" y="737066"/>
                    <a:pt x="39697" y="7370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8CBB206-1741-0A4C-A001-F4F1E9A111B6}"/>
                </a:ext>
              </a:extLst>
            </p:cNvPr>
            <p:cNvSpPr/>
            <p:nvPr/>
          </p:nvSpPr>
          <p:spPr>
            <a:xfrm>
              <a:off x="3319776" y="2585802"/>
              <a:ext cx="173684" cy="320293"/>
            </a:xfrm>
            <a:custGeom>
              <a:avLst/>
              <a:gdLst>
                <a:gd name="connsiteX0" fmla="*/ 132696 w 173684"/>
                <a:gd name="connsiteY0" fmla="*/ 320293 h 320293"/>
                <a:gd name="connsiteX1" fmla="*/ 39707 w 173684"/>
                <a:gd name="connsiteY1" fmla="*/ 320293 h 320293"/>
                <a:gd name="connsiteX2" fmla="*/ 0 w 173684"/>
                <a:gd name="connsiteY2" fmla="*/ 280606 h 320293"/>
                <a:gd name="connsiteX3" fmla="*/ 2739 w 173684"/>
                <a:gd name="connsiteY3" fmla="*/ 266107 h 320293"/>
                <a:gd name="connsiteX4" fmla="*/ 97018 w 173684"/>
                <a:gd name="connsiteY4" fmla="*/ 25248 h 320293"/>
                <a:gd name="connsiteX5" fmla="*/ 148445 w 173684"/>
                <a:gd name="connsiteY5" fmla="*/ 2738 h 320293"/>
                <a:gd name="connsiteX6" fmla="*/ 173683 w 173684"/>
                <a:gd name="connsiteY6" fmla="*/ 40135 h 320293"/>
                <a:gd name="connsiteX7" fmla="*/ 172392 w 173684"/>
                <a:gd name="connsiteY7" fmla="*/ 280993 h 320293"/>
                <a:gd name="connsiteX8" fmla="*/ 132696 w 173684"/>
                <a:gd name="connsiteY8" fmla="*/ 320293 h 32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684" h="320293">
                  <a:moveTo>
                    <a:pt x="132696" y="320293"/>
                  </a:moveTo>
                  <a:lnTo>
                    <a:pt x="39707" y="320293"/>
                  </a:lnTo>
                  <a:cubicBezTo>
                    <a:pt x="17784" y="320299"/>
                    <a:pt x="5" y="302530"/>
                    <a:pt x="0" y="280606"/>
                  </a:cubicBezTo>
                  <a:cubicBezTo>
                    <a:pt x="0" y="275644"/>
                    <a:pt x="928" y="270726"/>
                    <a:pt x="2739" y="266107"/>
                  </a:cubicBezTo>
                  <a:lnTo>
                    <a:pt x="97018" y="25248"/>
                  </a:lnTo>
                  <a:cubicBezTo>
                    <a:pt x="105002" y="4831"/>
                    <a:pt x="128031" y="-5248"/>
                    <a:pt x="148445" y="2738"/>
                  </a:cubicBezTo>
                  <a:cubicBezTo>
                    <a:pt x="163813" y="8747"/>
                    <a:pt x="173861" y="23636"/>
                    <a:pt x="173683" y="40135"/>
                  </a:cubicBezTo>
                  <a:lnTo>
                    <a:pt x="172392" y="280993"/>
                  </a:lnTo>
                  <a:cubicBezTo>
                    <a:pt x="172174" y="302762"/>
                    <a:pt x="154464" y="320294"/>
                    <a:pt x="132696" y="3202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1">
            <a:extLst>
              <a:ext uri="{FF2B5EF4-FFF2-40B4-BE49-F238E27FC236}">
                <a16:creationId xmlns:a16="http://schemas.microsoft.com/office/drawing/2014/main" id="{97ED926A-E396-4411-B1D7-EC62E0E1FB2A}"/>
              </a:ext>
            </a:extLst>
          </p:cNvPr>
          <p:cNvGrpSpPr>
            <a:grpSpLocks noChangeAspect="1"/>
          </p:cNvGrpSpPr>
          <p:nvPr/>
        </p:nvGrpSpPr>
        <p:grpSpPr>
          <a:xfrm>
            <a:off x="4215982" y="2541832"/>
            <a:ext cx="687478" cy="827224"/>
            <a:chOff x="4215982" y="2541832"/>
            <a:chExt cx="687478" cy="827224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10309D7-A642-6A4A-B4E0-239D5917A43A}"/>
                </a:ext>
              </a:extLst>
            </p:cNvPr>
            <p:cNvSpPr/>
            <p:nvPr/>
          </p:nvSpPr>
          <p:spPr>
            <a:xfrm>
              <a:off x="4546095" y="2541832"/>
              <a:ext cx="357364" cy="357416"/>
            </a:xfrm>
            <a:custGeom>
              <a:avLst/>
              <a:gdLst>
                <a:gd name="connsiteX0" fmla="*/ 178679 w 357364"/>
                <a:gd name="connsiteY0" fmla="*/ 357416 h 357416"/>
                <a:gd name="connsiteX1" fmla="*/ 85293 w 357364"/>
                <a:gd name="connsiteY1" fmla="*/ 331068 h 357416"/>
                <a:gd name="connsiteX2" fmla="*/ 73634 w 357364"/>
                <a:gd name="connsiteY2" fmla="*/ 276152 h 357416"/>
                <a:gd name="connsiteX3" fmla="*/ 126826 w 357364"/>
                <a:gd name="connsiteY3" fmla="*/ 263435 h 357416"/>
                <a:gd name="connsiteX4" fmla="*/ 263303 w 357364"/>
                <a:gd name="connsiteY4" fmla="*/ 230692 h 357416"/>
                <a:gd name="connsiteX5" fmla="*/ 230558 w 357364"/>
                <a:gd name="connsiteY5" fmla="*/ 94216 h 357416"/>
                <a:gd name="connsiteX6" fmla="*/ 94081 w 357364"/>
                <a:gd name="connsiteY6" fmla="*/ 126959 h 357416"/>
                <a:gd name="connsiteX7" fmla="*/ 84102 w 357364"/>
                <a:gd name="connsiteY7" fmla="*/ 208852 h 357416"/>
                <a:gd name="connsiteX8" fmla="*/ 59786 w 357364"/>
                <a:gd name="connsiteY8" fmla="*/ 259452 h 357416"/>
                <a:gd name="connsiteX9" fmla="*/ 9186 w 357364"/>
                <a:gd name="connsiteY9" fmla="*/ 235135 h 357416"/>
                <a:gd name="connsiteX10" fmla="*/ 8480 w 357364"/>
                <a:gd name="connsiteY10" fmla="*/ 232918 h 357416"/>
                <a:gd name="connsiteX11" fmla="*/ 124449 w 357364"/>
                <a:gd name="connsiteY11" fmla="*/ 8480 h 357416"/>
                <a:gd name="connsiteX12" fmla="*/ 348884 w 357364"/>
                <a:gd name="connsiteY12" fmla="*/ 124447 h 357416"/>
                <a:gd name="connsiteX13" fmla="*/ 232920 w 357364"/>
                <a:gd name="connsiteY13" fmla="*/ 348885 h 357416"/>
                <a:gd name="connsiteX14" fmla="*/ 178679 w 357364"/>
                <a:gd name="connsiteY14" fmla="*/ 357317 h 35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364" h="357416">
                  <a:moveTo>
                    <a:pt x="178679" y="357416"/>
                  </a:moveTo>
                  <a:cubicBezTo>
                    <a:pt x="145716" y="357418"/>
                    <a:pt x="113393" y="348298"/>
                    <a:pt x="85293" y="331068"/>
                  </a:cubicBezTo>
                  <a:cubicBezTo>
                    <a:pt x="66909" y="319123"/>
                    <a:pt x="61689" y="294536"/>
                    <a:pt x="73634" y="276152"/>
                  </a:cubicBezTo>
                  <a:cubicBezTo>
                    <a:pt x="85149" y="258427"/>
                    <a:pt x="108536" y="252836"/>
                    <a:pt x="126826" y="263435"/>
                  </a:cubicBezTo>
                  <a:cubicBezTo>
                    <a:pt x="173554" y="292080"/>
                    <a:pt x="234657" y="277420"/>
                    <a:pt x="263303" y="230692"/>
                  </a:cubicBezTo>
                  <a:cubicBezTo>
                    <a:pt x="291949" y="183964"/>
                    <a:pt x="277286" y="122862"/>
                    <a:pt x="230558" y="94216"/>
                  </a:cubicBezTo>
                  <a:cubicBezTo>
                    <a:pt x="183830" y="65571"/>
                    <a:pt x="122727" y="80231"/>
                    <a:pt x="94081" y="126959"/>
                  </a:cubicBezTo>
                  <a:cubicBezTo>
                    <a:pt x="79031" y="151515"/>
                    <a:pt x="75388" y="181399"/>
                    <a:pt x="84102" y="208852"/>
                  </a:cubicBezTo>
                  <a:cubicBezTo>
                    <a:pt x="91362" y="229539"/>
                    <a:pt x="80475" y="252193"/>
                    <a:pt x="59786" y="259452"/>
                  </a:cubicBezTo>
                  <a:cubicBezTo>
                    <a:pt x="39098" y="266710"/>
                    <a:pt x="16444" y="255823"/>
                    <a:pt x="9186" y="235135"/>
                  </a:cubicBezTo>
                  <a:cubicBezTo>
                    <a:pt x="8929" y="234403"/>
                    <a:pt x="8694" y="233664"/>
                    <a:pt x="8480" y="232918"/>
                  </a:cubicBezTo>
                  <a:cubicBezTo>
                    <a:pt x="-21473" y="138918"/>
                    <a:pt x="30447" y="38434"/>
                    <a:pt x="124449" y="8480"/>
                  </a:cubicBezTo>
                  <a:cubicBezTo>
                    <a:pt x="218446" y="-21473"/>
                    <a:pt x="318933" y="30447"/>
                    <a:pt x="348884" y="124447"/>
                  </a:cubicBezTo>
                  <a:cubicBezTo>
                    <a:pt x="378840" y="218447"/>
                    <a:pt x="326916" y="318931"/>
                    <a:pt x="232920" y="348885"/>
                  </a:cubicBezTo>
                  <a:cubicBezTo>
                    <a:pt x="215379" y="354473"/>
                    <a:pt x="197084" y="357317"/>
                    <a:pt x="178679" y="35731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E0CB7E47-FA47-D54C-8BE7-D0E00118D9C7}"/>
                </a:ext>
              </a:extLst>
            </p:cNvPr>
            <p:cNvSpPr/>
            <p:nvPr/>
          </p:nvSpPr>
          <p:spPr>
            <a:xfrm>
              <a:off x="4215982" y="2722945"/>
              <a:ext cx="551943" cy="317770"/>
            </a:xfrm>
            <a:custGeom>
              <a:avLst/>
              <a:gdLst>
                <a:gd name="connsiteX0" fmla="*/ 274236 w 551943"/>
                <a:gd name="connsiteY0" fmla="*/ 317771 h 317770"/>
                <a:gd name="connsiteX1" fmla="*/ 274236 w 551943"/>
                <a:gd name="connsiteY1" fmla="*/ 317771 h 317770"/>
                <a:gd name="connsiteX2" fmla="*/ 246101 w 551943"/>
                <a:gd name="connsiteY2" fmla="*/ 306011 h 317770"/>
                <a:gd name="connsiteX3" fmla="*/ 11692 w 551943"/>
                <a:gd name="connsiteY3" fmla="*/ 69667 h 317770"/>
                <a:gd name="connsiteX4" fmla="*/ 11562 w 551943"/>
                <a:gd name="connsiteY4" fmla="*/ 13528 h 317770"/>
                <a:gd name="connsiteX5" fmla="*/ 39728 w 551943"/>
                <a:gd name="connsiteY5" fmla="*/ 1836 h 317770"/>
                <a:gd name="connsiteX6" fmla="*/ 512266 w 551943"/>
                <a:gd name="connsiteY6" fmla="*/ 0 h 317770"/>
                <a:gd name="connsiteX7" fmla="*/ 512266 w 551943"/>
                <a:gd name="connsiteY7" fmla="*/ 0 h 317770"/>
                <a:gd name="connsiteX8" fmla="*/ 551943 w 551943"/>
                <a:gd name="connsiteY8" fmla="*/ 39715 h 317770"/>
                <a:gd name="connsiteX9" fmla="*/ 540352 w 551943"/>
                <a:gd name="connsiteY9" fmla="*/ 67732 h 317770"/>
                <a:gd name="connsiteX10" fmla="*/ 302172 w 551943"/>
                <a:gd name="connsiteY10" fmla="*/ 305912 h 317770"/>
                <a:gd name="connsiteX11" fmla="*/ 274236 w 551943"/>
                <a:gd name="connsiteY11" fmla="*/ 317771 h 317770"/>
                <a:gd name="connsiteX12" fmla="*/ 134801 w 551943"/>
                <a:gd name="connsiteY12" fmla="*/ 81229 h 317770"/>
                <a:gd name="connsiteX13" fmla="*/ 274384 w 551943"/>
                <a:gd name="connsiteY13" fmla="*/ 221804 h 317770"/>
                <a:gd name="connsiteX14" fmla="*/ 416250 w 551943"/>
                <a:gd name="connsiteY14" fmla="*/ 79939 h 31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1943" h="317770">
                  <a:moveTo>
                    <a:pt x="274236" y="317771"/>
                  </a:moveTo>
                  <a:lnTo>
                    <a:pt x="274236" y="317771"/>
                  </a:lnTo>
                  <a:cubicBezTo>
                    <a:pt x="263665" y="317751"/>
                    <a:pt x="253539" y="313518"/>
                    <a:pt x="246101" y="306011"/>
                  </a:cubicBezTo>
                  <a:lnTo>
                    <a:pt x="11692" y="69667"/>
                  </a:lnTo>
                  <a:cubicBezTo>
                    <a:pt x="-3846" y="54201"/>
                    <a:pt x="-3905" y="29067"/>
                    <a:pt x="11562" y="13528"/>
                  </a:cubicBezTo>
                  <a:cubicBezTo>
                    <a:pt x="19019" y="6036"/>
                    <a:pt x="29157" y="1828"/>
                    <a:pt x="39728" y="1836"/>
                  </a:cubicBezTo>
                  <a:lnTo>
                    <a:pt x="512266" y="0"/>
                  </a:lnTo>
                  <a:lnTo>
                    <a:pt x="512266" y="0"/>
                  </a:lnTo>
                  <a:cubicBezTo>
                    <a:pt x="534189" y="10"/>
                    <a:pt x="551953" y="17791"/>
                    <a:pt x="551943" y="39715"/>
                  </a:cubicBezTo>
                  <a:cubicBezTo>
                    <a:pt x="551938" y="50220"/>
                    <a:pt x="547770" y="60295"/>
                    <a:pt x="540352" y="67732"/>
                  </a:cubicBezTo>
                  <a:lnTo>
                    <a:pt x="302172" y="305912"/>
                  </a:lnTo>
                  <a:cubicBezTo>
                    <a:pt x="294798" y="313409"/>
                    <a:pt x="284751" y="317672"/>
                    <a:pt x="274236" y="317771"/>
                  </a:cubicBezTo>
                  <a:close/>
                  <a:moveTo>
                    <a:pt x="134801" y="81229"/>
                  </a:moveTo>
                  <a:lnTo>
                    <a:pt x="274384" y="221804"/>
                  </a:lnTo>
                  <a:lnTo>
                    <a:pt x="416250" y="79939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8743A033-8DB1-6244-BDF0-913C83BBDE08}"/>
                </a:ext>
              </a:extLst>
            </p:cNvPr>
            <p:cNvSpPr/>
            <p:nvPr/>
          </p:nvSpPr>
          <p:spPr>
            <a:xfrm>
              <a:off x="4451414" y="2971495"/>
              <a:ext cx="79839" cy="392003"/>
            </a:xfrm>
            <a:custGeom>
              <a:avLst/>
              <a:gdLst>
                <a:gd name="connsiteX0" fmla="*/ 40143 w 79839"/>
                <a:gd name="connsiteY0" fmla="*/ 392003 h 392003"/>
                <a:gd name="connsiteX1" fmla="*/ 447 w 79839"/>
                <a:gd name="connsiteY1" fmla="*/ 352307 h 392003"/>
                <a:gd name="connsiteX2" fmla="*/ 0 w 79839"/>
                <a:gd name="connsiteY2" fmla="*/ 39697 h 392003"/>
                <a:gd name="connsiteX3" fmla="*/ 39697 w 79839"/>
                <a:gd name="connsiteY3" fmla="*/ 0 h 392003"/>
                <a:gd name="connsiteX4" fmla="*/ 39697 w 79839"/>
                <a:gd name="connsiteY4" fmla="*/ 0 h 392003"/>
                <a:gd name="connsiteX5" fmla="*/ 79393 w 79839"/>
                <a:gd name="connsiteY5" fmla="*/ 39697 h 392003"/>
                <a:gd name="connsiteX6" fmla="*/ 79840 w 79839"/>
                <a:gd name="connsiteY6" fmla="*/ 352307 h 392003"/>
                <a:gd name="connsiteX7" fmla="*/ 40143 w 79839"/>
                <a:gd name="connsiteY7" fmla="*/ 392003 h 39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392003">
                  <a:moveTo>
                    <a:pt x="40143" y="392003"/>
                  </a:moveTo>
                  <a:cubicBezTo>
                    <a:pt x="18219" y="392003"/>
                    <a:pt x="447" y="374229"/>
                    <a:pt x="447" y="3523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840" y="352307"/>
                  </a:lnTo>
                  <a:cubicBezTo>
                    <a:pt x="79840" y="374229"/>
                    <a:pt x="62067" y="392003"/>
                    <a:pt x="40143" y="39200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28795643-1172-B848-9471-6D4B36F9F08A}"/>
                </a:ext>
              </a:extLst>
            </p:cNvPr>
            <p:cNvSpPr/>
            <p:nvPr/>
          </p:nvSpPr>
          <p:spPr>
            <a:xfrm>
              <a:off x="4356291" y="3289217"/>
              <a:ext cx="262989" cy="79839"/>
            </a:xfrm>
            <a:custGeom>
              <a:avLst/>
              <a:gdLst>
                <a:gd name="connsiteX0" fmla="*/ 39697 w 262989"/>
                <a:gd name="connsiteY0" fmla="*/ 79840 h 79839"/>
                <a:gd name="connsiteX1" fmla="*/ 0 w 262989"/>
                <a:gd name="connsiteY1" fmla="*/ 40143 h 79839"/>
                <a:gd name="connsiteX2" fmla="*/ 39697 w 262989"/>
                <a:gd name="connsiteY2" fmla="*/ 447 h 79839"/>
                <a:gd name="connsiteX3" fmla="*/ 223293 w 262989"/>
                <a:gd name="connsiteY3" fmla="*/ 0 h 79839"/>
                <a:gd name="connsiteX4" fmla="*/ 223293 w 262989"/>
                <a:gd name="connsiteY4" fmla="*/ 0 h 79839"/>
                <a:gd name="connsiteX5" fmla="*/ 262990 w 262989"/>
                <a:gd name="connsiteY5" fmla="*/ 39697 h 79839"/>
                <a:gd name="connsiteX6" fmla="*/ 223293 w 262989"/>
                <a:gd name="connsiteY6" fmla="*/ 79393 h 79839"/>
                <a:gd name="connsiteX7" fmla="*/ 39697 w 262989"/>
                <a:gd name="connsiteY7" fmla="*/ 79840 h 7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89" h="79839">
                  <a:moveTo>
                    <a:pt x="39697" y="79840"/>
                  </a:moveTo>
                  <a:cubicBezTo>
                    <a:pt x="17773" y="79840"/>
                    <a:pt x="0" y="62066"/>
                    <a:pt x="0" y="40143"/>
                  </a:cubicBezTo>
                  <a:cubicBezTo>
                    <a:pt x="0" y="18221"/>
                    <a:pt x="17773" y="447"/>
                    <a:pt x="39697" y="447"/>
                  </a:cubicBezTo>
                  <a:lnTo>
                    <a:pt x="223293" y="0"/>
                  </a:lnTo>
                  <a:lnTo>
                    <a:pt x="223293" y="0"/>
                  </a:lnTo>
                  <a:cubicBezTo>
                    <a:pt x="245217" y="0"/>
                    <a:pt x="262990" y="17774"/>
                    <a:pt x="262990" y="39697"/>
                  </a:cubicBezTo>
                  <a:cubicBezTo>
                    <a:pt x="262990" y="61619"/>
                    <a:pt x="245217" y="79393"/>
                    <a:pt x="223293" y="79393"/>
                  </a:cubicBezTo>
                  <a:lnTo>
                    <a:pt x="39697" y="7984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8" name="Picture Placeholder 53">
            <a:extLst>
              <a:ext uri="{FF2B5EF4-FFF2-40B4-BE49-F238E27FC236}">
                <a16:creationId xmlns:a16="http://schemas.microsoft.com/office/drawing/2014/main" id="{86E77EE6-7BBF-4A05-BEC5-646F80986188}"/>
              </a:ext>
            </a:extLst>
          </p:cNvPr>
          <p:cNvGrpSpPr>
            <a:grpSpLocks noChangeAspect="1"/>
          </p:cNvGrpSpPr>
          <p:nvPr/>
        </p:nvGrpSpPr>
        <p:grpSpPr>
          <a:xfrm>
            <a:off x="5530743" y="2540271"/>
            <a:ext cx="693102" cy="830472"/>
            <a:chOff x="5530743" y="2540271"/>
            <a:chExt cx="693102" cy="830472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554D8C4-C3E3-B543-B163-7C8C194CB1C5}"/>
                </a:ext>
              </a:extLst>
            </p:cNvPr>
            <p:cNvSpPr/>
            <p:nvPr/>
          </p:nvSpPr>
          <p:spPr>
            <a:xfrm>
              <a:off x="6001098" y="2862082"/>
              <a:ext cx="222747" cy="411851"/>
            </a:xfrm>
            <a:custGeom>
              <a:avLst/>
              <a:gdLst>
                <a:gd name="connsiteX0" fmla="*/ 183051 w 222747"/>
                <a:gd name="connsiteY0" fmla="*/ 411852 h 411851"/>
                <a:gd name="connsiteX1" fmla="*/ 39697 w 222747"/>
                <a:gd name="connsiteY1" fmla="*/ 411852 h 411851"/>
                <a:gd name="connsiteX2" fmla="*/ 0 w 222747"/>
                <a:gd name="connsiteY2" fmla="*/ 372155 h 411851"/>
                <a:gd name="connsiteX3" fmla="*/ 39697 w 222747"/>
                <a:gd name="connsiteY3" fmla="*/ 332459 h 411851"/>
                <a:gd name="connsiteX4" fmla="*/ 143354 w 222747"/>
                <a:gd name="connsiteY4" fmla="*/ 332459 h 411851"/>
                <a:gd name="connsiteX5" fmla="*/ 143354 w 222747"/>
                <a:gd name="connsiteY5" fmla="*/ 79393 h 411851"/>
                <a:gd name="connsiteX6" fmla="*/ 39697 w 222747"/>
                <a:gd name="connsiteY6" fmla="*/ 79393 h 411851"/>
                <a:gd name="connsiteX7" fmla="*/ 0 w 222747"/>
                <a:gd name="connsiteY7" fmla="*/ 39697 h 411851"/>
                <a:gd name="connsiteX8" fmla="*/ 39697 w 222747"/>
                <a:gd name="connsiteY8" fmla="*/ 0 h 411851"/>
                <a:gd name="connsiteX9" fmla="*/ 183051 w 222747"/>
                <a:gd name="connsiteY9" fmla="*/ 0 h 411851"/>
                <a:gd name="connsiteX10" fmla="*/ 222748 w 222747"/>
                <a:gd name="connsiteY10" fmla="*/ 39697 h 411851"/>
                <a:gd name="connsiteX11" fmla="*/ 222748 w 222747"/>
                <a:gd name="connsiteY11" fmla="*/ 372155 h 411851"/>
                <a:gd name="connsiteX12" fmla="*/ 183051 w 222747"/>
                <a:gd name="connsiteY12" fmla="*/ 411852 h 411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747" h="411851">
                  <a:moveTo>
                    <a:pt x="183051" y="411852"/>
                  </a:moveTo>
                  <a:lnTo>
                    <a:pt x="39697" y="411852"/>
                  </a:lnTo>
                  <a:cubicBezTo>
                    <a:pt x="17774" y="411852"/>
                    <a:pt x="0" y="394078"/>
                    <a:pt x="0" y="372155"/>
                  </a:cubicBezTo>
                  <a:cubicBezTo>
                    <a:pt x="0" y="350233"/>
                    <a:pt x="17774" y="332459"/>
                    <a:pt x="39697" y="332459"/>
                  </a:cubicBezTo>
                  <a:lnTo>
                    <a:pt x="143354" y="332459"/>
                  </a:lnTo>
                  <a:lnTo>
                    <a:pt x="143354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3051" y="0"/>
                  </a:lnTo>
                  <a:cubicBezTo>
                    <a:pt x="204973" y="0"/>
                    <a:pt x="222748" y="17773"/>
                    <a:pt x="222748" y="39697"/>
                  </a:cubicBezTo>
                  <a:lnTo>
                    <a:pt x="222748" y="372155"/>
                  </a:lnTo>
                  <a:cubicBezTo>
                    <a:pt x="222748" y="394078"/>
                    <a:pt x="204973" y="411852"/>
                    <a:pt x="183051" y="41185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0C28298A-BC42-1546-93C7-3145E8F2366C}"/>
                </a:ext>
              </a:extLst>
            </p:cNvPr>
            <p:cNvSpPr/>
            <p:nvPr/>
          </p:nvSpPr>
          <p:spPr>
            <a:xfrm>
              <a:off x="5533905" y="2540271"/>
              <a:ext cx="543310" cy="253979"/>
            </a:xfrm>
            <a:custGeom>
              <a:avLst/>
              <a:gdLst>
                <a:gd name="connsiteX0" fmla="*/ 39710 w 543310"/>
                <a:gd name="connsiteY0" fmla="*/ 253979 h 253979"/>
                <a:gd name="connsiteX1" fmla="*/ 28893 w 543310"/>
                <a:gd name="connsiteY1" fmla="*/ 252441 h 253979"/>
                <a:gd name="connsiteX2" fmla="*/ 1502 w 543310"/>
                <a:gd name="connsiteY2" fmla="*/ 203465 h 253979"/>
                <a:gd name="connsiteX3" fmla="*/ 160288 w 543310"/>
                <a:gd name="connsiteY3" fmla="*/ 74849 h 253979"/>
                <a:gd name="connsiteX4" fmla="*/ 368240 w 543310"/>
                <a:gd name="connsiteY4" fmla="*/ 21026 h 253979"/>
                <a:gd name="connsiteX5" fmla="*/ 415339 w 543310"/>
                <a:gd name="connsiteY5" fmla="*/ 64428 h 253979"/>
                <a:gd name="connsiteX6" fmla="*/ 543311 w 543310"/>
                <a:gd name="connsiteY6" fmla="*/ 214283 h 253979"/>
                <a:gd name="connsiteX7" fmla="*/ 503614 w 543310"/>
                <a:gd name="connsiteY7" fmla="*/ 253979 h 253979"/>
                <a:gd name="connsiteX8" fmla="*/ 463918 w 543310"/>
                <a:gd name="connsiteY8" fmla="*/ 214283 h 253979"/>
                <a:gd name="connsiteX9" fmla="*/ 391719 w 543310"/>
                <a:gd name="connsiteY9" fmla="*/ 141886 h 253979"/>
                <a:gd name="connsiteX10" fmla="*/ 356390 w 543310"/>
                <a:gd name="connsiteY10" fmla="*/ 120003 h 253979"/>
                <a:gd name="connsiteX11" fmla="*/ 259408 w 543310"/>
                <a:gd name="connsiteY11" fmla="*/ 86965 h 253979"/>
                <a:gd name="connsiteX12" fmla="*/ 222711 w 543310"/>
                <a:gd name="connsiteY12" fmla="*/ 128885 h 253979"/>
                <a:gd name="connsiteX13" fmla="*/ 179839 w 543310"/>
                <a:gd name="connsiteY13" fmla="*/ 155482 h 253979"/>
                <a:gd name="connsiteX14" fmla="*/ 166590 w 543310"/>
                <a:gd name="connsiteY14" fmla="*/ 154440 h 253979"/>
                <a:gd name="connsiteX15" fmla="*/ 77868 w 543310"/>
                <a:gd name="connsiteY15" fmla="*/ 225447 h 253979"/>
                <a:gd name="connsiteX16" fmla="*/ 39710 w 543310"/>
                <a:gd name="connsiteY16" fmla="*/ 253979 h 253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3310" h="253979">
                  <a:moveTo>
                    <a:pt x="39710" y="253979"/>
                  </a:moveTo>
                  <a:cubicBezTo>
                    <a:pt x="36050" y="253977"/>
                    <a:pt x="32408" y="253459"/>
                    <a:pt x="28893" y="252441"/>
                  </a:cubicBezTo>
                  <a:cubicBezTo>
                    <a:pt x="7811" y="246472"/>
                    <a:pt x="-4448" y="224552"/>
                    <a:pt x="1502" y="203465"/>
                  </a:cubicBezTo>
                  <a:cubicBezTo>
                    <a:pt x="23037" y="127347"/>
                    <a:pt x="85063" y="77429"/>
                    <a:pt x="160288" y="74849"/>
                  </a:cubicBezTo>
                  <a:cubicBezTo>
                    <a:pt x="202850" y="2562"/>
                    <a:pt x="295953" y="-21535"/>
                    <a:pt x="368240" y="21026"/>
                  </a:cubicBezTo>
                  <a:cubicBezTo>
                    <a:pt x="386846" y="31982"/>
                    <a:pt x="402902" y="46778"/>
                    <a:pt x="415339" y="64428"/>
                  </a:cubicBezTo>
                  <a:cubicBezTo>
                    <a:pt x="488867" y="76424"/>
                    <a:pt x="542973" y="139782"/>
                    <a:pt x="543311" y="214283"/>
                  </a:cubicBezTo>
                  <a:cubicBezTo>
                    <a:pt x="543311" y="236207"/>
                    <a:pt x="525537" y="253979"/>
                    <a:pt x="503614" y="253979"/>
                  </a:cubicBezTo>
                  <a:cubicBezTo>
                    <a:pt x="481692" y="253979"/>
                    <a:pt x="463918" y="236207"/>
                    <a:pt x="463918" y="214283"/>
                  </a:cubicBezTo>
                  <a:cubicBezTo>
                    <a:pt x="463729" y="174455"/>
                    <a:pt x="431545" y="142184"/>
                    <a:pt x="391719" y="141886"/>
                  </a:cubicBezTo>
                  <a:cubicBezTo>
                    <a:pt x="376760" y="141831"/>
                    <a:pt x="363102" y="133372"/>
                    <a:pt x="356390" y="120003"/>
                  </a:cubicBezTo>
                  <a:cubicBezTo>
                    <a:pt x="338732" y="84099"/>
                    <a:pt x="295312" y="69307"/>
                    <a:pt x="259408" y="86965"/>
                  </a:cubicBezTo>
                  <a:cubicBezTo>
                    <a:pt x="242077" y="95488"/>
                    <a:pt x="228867" y="110579"/>
                    <a:pt x="222711" y="128885"/>
                  </a:cubicBezTo>
                  <a:cubicBezTo>
                    <a:pt x="216616" y="146860"/>
                    <a:pt x="198650" y="158006"/>
                    <a:pt x="179839" y="155482"/>
                  </a:cubicBezTo>
                  <a:cubicBezTo>
                    <a:pt x="175450" y="154846"/>
                    <a:pt x="171024" y="154498"/>
                    <a:pt x="166590" y="154440"/>
                  </a:cubicBezTo>
                  <a:cubicBezTo>
                    <a:pt x="124264" y="154440"/>
                    <a:pt x="90273" y="181632"/>
                    <a:pt x="77868" y="225447"/>
                  </a:cubicBezTo>
                  <a:cubicBezTo>
                    <a:pt x="72905" y="242382"/>
                    <a:pt x="57358" y="254007"/>
                    <a:pt x="39710" y="2539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BCAFBEE-CE3E-D04F-A4AE-5376C245834F}"/>
                </a:ext>
              </a:extLst>
            </p:cNvPr>
            <p:cNvSpPr/>
            <p:nvPr/>
          </p:nvSpPr>
          <p:spPr>
            <a:xfrm>
              <a:off x="5530743" y="2713071"/>
              <a:ext cx="549202" cy="657672"/>
            </a:xfrm>
            <a:custGeom>
              <a:avLst/>
              <a:gdLst>
                <a:gd name="connsiteX0" fmla="*/ 509506 w 549202"/>
                <a:gd name="connsiteY0" fmla="*/ 657673 h 657672"/>
                <a:gd name="connsiteX1" fmla="*/ 39697 w 549202"/>
                <a:gd name="connsiteY1" fmla="*/ 657673 h 657672"/>
                <a:gd name="connsiteX2" fmla="*/ 0 w 549202"/>
                <a:gd name="connsiteY2" fmla="*/ 617976 h 657672"/>
                <a:gd name="connsiteX3" fmla="*/ 943 w 549202"/>
                <a:gd name="connsiteY3" fmla="*/ 39697 h 657672"/>
                <a:gd name="connsiteX4" fmla="*/ 40639 w 549202"/>
                <a:gd name="connsiteY4" fmla="*/ 0 h 657672"/>
                <a:gd name="connsiteX5" fmla="*/ 40639 w 549202"/>
                <a:gd name="connsiteY5" fmla="*/ 0 h 657672"/>
                <a:gd name="connsiteX6" fmla="*/ 80336 w 549202"/>
                <a:gd name="connsiteY6" fmla="*/ 39697 h 657672"/>
                <a:gd name="connsiteX7" fmla="*/ 79443 w 549202"/>
                <a:gd name="connsiteY7" fmla="*/ 578230 h 657672"/>
                <a:gd name="connsiteX8" fmla="*/ 469809 w 549202"/>
                <a:gd name="connsiteY8" fmla="*/ 578230 h 657672"/>
                <a:gd name="connsiteX9" fmla="*/ 469809 w 549202"/>
                <a:gd name="connsiteY9" fmla="*/ 39697 h 657672"/>
                <a:gd name="connsiteX10" fmla="*/ 509506 w 549202"/>
                <a:gd name="connsiteY10" fmla="*/ 0 h 657672"/>
                <a:gd name="connsiteX11" fmla="*/ 549202 w 549202"/>
                <a:gd name="connsiteY11" fmla="*/ 39697 h 657672"/>
                <a:gd name="connsiteX12" fmla="*/ 549202 w 549202"/>
                <a:gd name="connsiteY12" fmla="*/ 617976 h 657672"/>
                <a:gd name="connsiteX13" fmla="*/ 509506 w 549202"/>
                <a:gd name="connsiteY13" fmla="*/ 657673 h 65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9202" h="657672">
                  <a:moveTo>
                    <a:pt x="509506" y="657673"/>
                  </a:moveTo>
                  <a:lnTo>
                    <a:pt x="39697" y="657673"/>
                  </a:lnTo>
                  <a:cubicBezTo>
                    <a:pt x="17773" y="657673"/>
                    <a:pt x="0" y="639899"/>
                    <a:pt x="0" y="617976"/>
                  </a:cubicBezTo>
                  <a:lnTo>
                    <a:pt x="943" y="39697"/>
                  </a:lnTo>
                  <a:cubicBezTo>
                    <a:pt x="943" y="17773"/>
                    <a:pt x="18715" y="0"/>
                    <a:pt x="40639" y="0"/>
                  </a:cubicBezTo>
                  <a:lnTo>
                    <a:pt x="40639" y="0"/>
                  </a:lnTo>
                  <a:cubicBezTo>
                    <a:pt x="62563" y="0"/>
                    <a:pt x="80336" y="17773"/>
                    <a:pt x="80336" y="39697"/>
                  </a:cubicBezTo>
                  <a:lnTo>
                    <a:pt x="79443" y="578230"/>
                  </a:lnTo>
                  <a:lnTo>
                    <a:pt x="469809" y="578230"/>
                  </a:lnTo>
                  <a:lnTo>
                    <a:pt x="469809" y="39697"/>
                  </a:lnTo>
                  <a:cubicBezTo>
                    <a:pt x="469809" y="17773"/>
                    <a:pt x="487583" y="0"/>
                    <a:pt x="509506" y="0"/>
                  </a:cubicBezTo>
                  <a:cubicBezTo>
                    <a:pt x="531428" y="0"/>
                    <a:pt x="549202" y="17773"/>
                    <a:pt x="549202" y="39697"/>
                  </a:cubicBezTo>
                  <a:lnTo>
                    <a:pt x="549202" y="617976"/>
                  </a:lnTo>
                  <a:cubicBezTo>
                    <a:pt x="549202" y="639899"/>
                    <a:pt x="531428" y="657673"/>
                    <a:pt x="509506" y="6576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0021AF6-65C2-C84C-8772-F6E4AF631091}"/>
                </a:ext>
              </a:extLst>
            </p:cNvPr>
            <p:cNvSpPr/>
            <p:nvPr/>
          </p:nvSpPr>
          <p:spPr>
            <a:xfrm>
              <a:off x="5534514" y="2713815"/>
              <a:ext cx="542404" cy="79393"/>
            </a:xfrm>
            <a:custGeom>
              <a:avLst/>
              <a:gdLst>
                <a:gd name="connsiteX0" fmla="*/ 502708 w 542404"/>
                <a:gd name="connsiteY0" fmla="*/ 79393 h 79393"/>
                <a:gd name="connsiteX1" fmla="*/ 39697 w 542404"/>
                <a:gd name="connsiteY1" fmla="*/ 79393 h 79393"/>
                <a:gd name="connsiteX2" fmla="*/ 0 w 542404"/>
                <a:gd name="connsiteY2" fmla="*/ 39697 h 79393"/>
                <a:gd name="connsiteX3" fmla="*/ 39697 w 542404"/>
                <a:gd name="connsiteY3" fmla="*/ 0 h 79393"/>
                <a:gd name="connsiteX4" fmla="*/ 502708 w 542404"/>
                <a:gd name="connsiteY4" fmla="*/ 0 h 79393"/>
                <a:gd name="connsiteX5" fmla="*/ 542404 w 542404"/>
                <a:gd name="connsiteY5" fmla="*/ 39697 h 79393"/>
                <a:gd name="connsiteX6" fmla="*/ 502708 w 5424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404" h="79393">
                  <a:moveTo>
                    <a:pt x="5027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2708" y="0"/>
                  </a:lnTo>
                  <a:cubicBezTo>
                    <a:pt x="524630" y="0"/>
                    <a:pt x="542404" y="17773"/>
                    <a:pt x="542404" y="39697"/>
                  </a:cubicBezTo>
                  <a:cubicBezTo>
                    <a:pt x="542404" y="61620"/>
                    <a:pt x="524630" y="79393"/>
                    <a:pt x="5027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3" name="Picture Placeholder 55">
            <a:extLst>
              <a:ext uri="{FF2B5EF4-FFF2-40B4-BE49-F238E27FC236}">
                <a16:creationId xmlns:a16="http://schemas.microsoft.com/office/drawing/2014/main" id="{2FA44A72-6D9C-435C-B55C-EA15DA8FA40F}"/>
              </a:ext>
            </a:extLst>
          </p:cNvPr>
          <p:cNvGrpSpPr>
            <a:grpSpLocks noChangeAspect="1"/>
          </p:cNvGrpSpPr>
          <p:nvPr/>
        </p:nvGrpSpPr>
        <p:grpSpPr>
          <a:xfrm>
            <a:off x="6783396" y="2541185"/>
            <a:ext cx="819538" cy="828665"/>
            <a:chOff x="6783396" y="2541185"/>
            <a:chExt cx="819538" cy="828665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5D5DD1E-E67A-4C46-8712-742CAE6FEEEC}"/>
                </a:ext>
              </a:extLst>
            </p:cNvPr>
            <p:cNvSpPr/>
            <p:nvPr/>
          </p:nvSpPr>
          <p:spPr>
            <a:xfrm>
              <a:off x="7352359" y="2842450"/>
              <a:ext cx="250575" cy="413530"/>
            </a:xfrm>
            <a:custGeom>
              <a:avLst/>
              <a:gdLst>
                <a:gd name="connsiteX0" fmla="*/ 54274 w 250575"/>
                <a:gd name="connsiteY0" fmla="*/ 413521 h 413530"/>
                <a:gd name="connsiteX1" fmla="*/ 13734 w 250575"/>
                <a:gd name="connsiteY1" fmla="*/ 374668 h 413530"/>
                <a:gd name="connsiteX2" fmla="*/ 52587 w 250575"/>
                <a:gd name="connsiteY2" fmla="*/ 334128 h 413530"/>
                <a:gd name="connsiteX3" fmla="*/ 174356 w 250575"/>
                <a:gd name="connsiteY3" fmla="*/ 201244 h 413530"/>
                <a:gd name="connsiteX4" fmla="*/ 41472 w 250575"/>
                <a:gd name="connsiteY4" fmla="*/ 79475 h 413530"/>
                <a:gd name="connsiteX5" fmla="*/ 39 w 250575"/>
                <a:gd name="connsiteY5" fmla="*/ 41515 h 413530"/>
                <a:gd name="connsiteX6" fmla="*/ 37998 w 250575"/>
                <a:gd name="connsiteY6" fmla="*/ 82 h 413530"/>
                <a:gd name="connsiteX7" fmla="*/ 250494 w 250575"/>
                <a:gd name="connsiteY7" fmla="*/ 201065 h 413530"/>
                <a:gd name="connsiteX8" fmla="*/ 56060 w 250575"/>
                <a:gd name="connsiteY8" fmla="*/ 413273 h 4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575" h="413530">
                  <a:moveTo>
                    <a:pt x="54274" y="413521"/>
                  </a:moveTo>
                  <a:cubicBezTo>
                    <a:pt x="32352" y="413988"/>
                    <a:pt x="14200" y="396591"/>
                    <a:pt x="13734" y="374668"/>
                  </a:cubicBezTo>
                  <a:cubicBezTo>
                    <a:pt x="13267" y="352746"/>
                    <a:pt x="30664" y="334595"/>
                    <a:pt x="52587" y="334128"/>
                  </a:cubicBezTo>
                  <a:cubicBezTo>
                    <a:pt x="122909" y="331057"/>
                    <a:pt x="177428" y="271566"/>
                    <a:pt x="174356" y="201244"/>
                  </a:cubicBezTo>
                  <a:cubicBezTo>
                    <a:pt x="171285" y="130923"/>
                    <a:pt x="111794" y="76405"/>
                    <a:pt x="41472" y="79475"/>
                  </a:cubicBezTo>
                  <a:cubicBezTo>
                    <a:pt x="19549" y="80434"/>
                    <a:pt x="996" y="63439"/>
                    <a:pt x="39" y="41515"/>
                  </a:cubicBezTo>
                  <a:cubicBezTo>
                    <a:pt x="-919" y="19591"/>
                    <a:pt x="16076" y="1041"/>
                    <a:pt x="37998" y="82"/>
                  </a:cubicBezTo>
                  <a:cubicBezTo>
                    <a:pt x="152176" y="-3097"/>
                    <a:pt x="247314" y="86887"/>
                    <a:pt x="250494" y="201065"/>
                  </a:cubicBezTo>
                  <a:cubicBezTo>
                    <a:pt x="253601" y="312692"/>
                    <a:pt x="167533" y="406629"/>
                    <a:pt x="56060" y="4132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F09558F-D30B-394C-BF37-C9AB22E85A77}"/>
                </a:ext>
              </a:extLst>
            </p:cNvPr>
            <p:cNvSpPr/>
            <p:nvPr/>
          </p:nvSpPr>
          <p:spPr>
            <a:xfrm>
              <a:off x="6783396" y="2733515"/>
              <a:ext cx="636386" cy="636335"/>
            </a:xfrm>
            <a:custGeom>
              <a:avLst/>
              <a:gdLst>
                <a:gd name="connsiteX0" fmla="*/ 596689 w 636386"/>
                <a:gd name="connsiteY0" fmla="*/ 636336 h 636335"/>
                <a:gd name="connsiteX1" fmla="*/ 39697 w 636386"/>
                <a:gd name="connsiteY1" fmla="*/ 636336 h 636335"/>
                <a:gd name="connsiteX2" fmla="*/ 0 w 636386"/>
                <a:gd name="connsiteY2" fmla="*/ 596639 h 636335"/>
                <a:gd name="connsiteX3" fmla="*/ 0 w 636386"/>
                <a:gd name="connsiteY3" fmla="*/ 39697 h 636335"/>
                <a:gd name="connsiteX4" fmla="*/ 39697 w 636386"/>
                <a:gd name="connsiteY4" fmla="*/ 0 h 636335"/>
                <a:gd name="connsiteX5" fmla="*/ 594804 w 636386"/>
                <a:gd name="connsiteY5" fmla="*/ 0 h 636335"/>
                <a:gd name="connsiteX6" fmla="*/ 634501 w 636386"/>
                <a:gd name="connsiteY6" fmla="*/ 39697 h 636335"/>
                <a:gd name="connsiteX7" fmla="*/ 636386 w 636386"/>
                <a:gd name="connsiteY7" fmla="*/ 596639 h 636335"/>
                <a:gd name="connsiteX8" fmla="*/ 596689 w 636386"/>
                <a:gd name="connsiteY8" fmla="*/ 636336 h 636335"/>
                <a:gd name="connsiteX9" fmla="*/ 79393 w 636386"/>
                <a:gd name="connsiteY9" fmla="*/ 556943 h 636335"/>
                <a:gd name="connsiteX10" fmla="*/ 556894 w 636386"/>
                <a:gd name="connsiteY10" fmla="*/ 556943 h 636335"/>
                <a:gd name="connsiteX11" fmla="*/ 555256 w 636386"/>
                <a:gd name="connsiteY11" fmla="*/ 79294 h 636335"/>
                <a:gd name="connsiteX12" fmla="*/ 79393 w 636386"/>
                <a:gd name="connsiteY12" fmla="*/ 79294 h 6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6386" h="636335">
                  <a:moveTo>
                    <a:pt x="596689" y="636336"/>
                  </a:moveTo>
                  <a:lnTo>
                    <a:pt x="39697" y="636336"/>
                  </a:lnTo>
                  <a:cubicBezTo>
                    <a:pt x="17773" y="636336"/>
                    <a:pt x="0" y="618562"/>
                    <a:pt x="0" y="5966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4804" y="0"/>
                  </a:lnTo>
                  <a:cubicBezTo>
                    <a:pt x="616726" y="0"/>
                    <a:pt x="634501" y="17773"/>
                    <a:pt x="634501" y="39697"/>
                  </a:cubicBezTo>
                  <a:lnTo>
                    <a:pt x="636386" y="596639"/>
                  </a:lnTo>
                  <a:cubicBezTo>
                    <a:pt x="636386" y="618562"/>
                    <a:pt x="618612" y="636336"/>
                    <a:pt x="596689" y="636336"/>
                  </a:cubicBezTo>
                  <a:close/>
                  <a:moveTo>
                    <a:pt x="79393" y="556943"/>
                  </a:moveTo>
                  <a:lnTo>
                    <a:pt x="556894" y="556943"/>
                  </a:lnTo>
                  <a:lnTo>
                    <a:pt x="555256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894B81B-0BC4-E540-884C-8407D86B10CD}"/>
                </a:ext>
              </a:extLst>
            </p:cNvPr>
            <p:cNvSpPr/>
            <p:nvPr/>
          </p:nvSpPr>
          <p:spPr>
            <a:xfrm>
              <a:off x="6970764" y="2596810"/>
              <a:ext cx="79393" cy="119883"/>
            </a:xfrm>
            <a:custGeom>
              <a:avLst/>
              <a:gdLst>
                <a:gd name="connsiteX0" fmla="*/ 39697 w 79393"/>
                <a:gd name="connsiteY0" fmla="*/ 119884 h 119883"/>
                <a:gd name="connsiteX1" fmla="*/ 0 w 79393"/>
                <a:gd name="connsiteY1" fmla="*/ 80187 h 119883"/>
                <a:gd name="connsiteX2" fmla="*/ 0 w 79393"/>
                <a:gd name="connsiteY2" fmla="*/ 39697 h 119883"/>
                <a:gd name="connsiteX3" fmla="*/ 39697 w 79393"/>
                <a:gd name="connsiteY3" fmla="*/ 0 h 119883"/>
                <a:gd name="connsiteX4" fmla="*/ 79393 w 79393"/>
                <a:gd name="connsiteY4" fmla="*/ 39697 h 119883"/>
                <a:gd name="connsiteX5" fmla="*/ 79393 w 79393"/>
                <a:gd name="connsiteY5" fmla="*/ 80187 h 119883"/>
                <a:gd name="connsiteX6" fmla="*/ 39697 w 79393"/>
                <a:gd name="connsiteY6" fmla="*/ 119884 h 11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883">
                  <a:moveTo>
                    <a:pt x="39697" y="119884"/>
                  </a:moveTo>
                  <a:cubicBezTo>
                    <a:pt x="17773" y="119884"/>
                    <a:pt x="0" y="102111"/>
                    <a:pt x="0" y="801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0187"/>
                  </a:lnTo>
                  <a:cubicBezTo>
                    <a:pt x="79393" y="102111"/>
                    <a:pt x="61621" y="119884"/>
                    <a:pt x="39697" y="11988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3BBE71C2-53C2-9143-9948-F5740FDB8371}"/>
                </a:ext>
              </a:extLst>
            </p:cNvPr>
            <p:cNvSpPr/>
            <p:nvPr/>
          </p:nvSpPr>
          <p:spPr>
            <a:xfrm>
              <a:off x="7061918" y="2541185"/>
              <a:ext cx="79393" cy="175508"/>
            </a:xfrm>
            <a:custGeom>
              <a:avLst/>
              <a:gdLst>
                <a:gd name="connsiteX0" fmla="*/ 39697 w 79393"/>
                <a:gd name="connsiteY0" fmla="*/ 175508 h 175508"/>
                <a:gd name="connsiteX1" fmla="*/ 0 w 79393"/>
                <a:gd name="connsiteY1" fmla="*/ 135812 h 175508"/>
                <a:gd name="connsiteX2" fmla="*/ 0 w 79393"/>
                <a:gd name="connsiteY2" fmla="*/ 39697 h 175508"/>
                <a:gd name="connsiteX3" fmla="*/ 39697 w 79393"/>
                <a:gd name="connsiteY3" fmla="*/ 0 h 175508"/>
                <a:gd name="connsiteX4" fmla="*/ 79393 w 79393"/>
                <a:gd name="connsiteY4" fmla="*/ 39697 h 175508"/>
                <a:gd name="connsiteX5" fmla="*/ 79393 w 79393"/>
                <a:gd name="connsiteY5" fmla="*/ 135812 h 175508"/>
                <a:gd name="connsiteX6" fmla="*/ 39697 w 79393"/>
                <a:gd name="connsiteY6" fmla="*/ 175508 h 17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508">
                  <a:moveTo>
                    <a:pt x="39697" y="175508"/>
                  </a:moveTo>
                  <a:cubicBezTo>
                    <a:pt x="17773" y="175508"/>
                    <a:pt x="0" y="157736"/>
                    <a:pt x="0" y="13581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5812"/>
                  </a:lnTo>
                  <a:cubicBezTo>
                    <a:pt x="79393" y="157736"/>
                    <a:pt x="61621" y="175508"/>
                    <a:pt x="39697" y="1755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7CC34A2C-325D-9643-829B-41F90C73DF66}"/>
                </a:ext>
              </a:extLst>
            </p:cNvPr>
            <p:cNvSpPr/>
            <p:nvPr/>
          </p:nvSpPr>
          <p:spPr>
            <a:xfrm>
              <a:off x="7158132" y="2596810"/>
              <a:ext cx="79393" cy="119883"/>
            </a:xfrm>
            <a:custGeom>
              <a:avLst/>
              <a:gdLst>
                <a:gd name="connsiteX0" fmla="*/ 39697 w 79393"/>
                <a:gd name="connsiteY0" fmla="*/ 119884 h 119883"/>
                <a:gd name="connsiteX1" fmla="*/ 0 w 79393"/>
                <a:gd name="connsiteY1" fmla="*/ 80187 h 119883"/>
                <a:gd name="connsiteX2" fmla="*/ 0 w 79393"/>
                <a:gd name="connsiteY2" fmla="*/ 39697 h 119883"/>
                <a:gd name="connsiteX3" fmla="*/ 39697 w 79393"/>
                <a:gd name="connsiteY3" fmla="*/ 0 h 119883"/>
                <a:gd name="connsiteX4" fmla="*/ 79393 w 79393"/>
                <a:gd name="connsiteY4" fmla="*/ 39697 h 119883"/>
                <a:gd name="connsiteX5" fmla="*/ 79393 w 79393"/>
                <a:gd name="connsiteY5" fmla="*/ 80187 h 119883"/>
                <a:gd name="connsiteX6" fmla="*/ 39697 w 79393"/>
                <a:gd name="connsiteY6" fmla="*/ 119884 h 11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883">
                  <a:moveTo>
                    <a:pt x="39697" y="119884"/>
                  </a:moveTo>
                  <a:cubicBezTo>
                    <a:pt x="17773" y="119884"/>
                    <a:pt x="0" y="102111"/>
                    <a:pt x="0" y="801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0187"/>
                  </a:lnTo>
                  <a:cubicBezTo>
                    <a:pt x="79393" y="102111"/>
                    <a:pt x="61621" y="119884"/>
                    <a:pt x="39697" y="11988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9" name="Picture Placeholder 57">
            <a:extLst>
              <a:ext uri="{FF2B5EF4-FFF2-40B4-BE49-F238E27FC236}">
                <a16:creationId xmlns:a16="http://schemas.microsoft.com/office/drawing/2014/main" id="{DB4F03D6-0B22-45CD-8441-7FD000D68547}"/>
              </a:ext>
            </a:extLst>
          </p:cNvPr>
          <p:cNvGrpSpPr>
            <a:grpSpLocks noChangeAspect="1"/>
          </p:cNvGrpSpPr>
          <p:nvPr/>
        </p:nvGrpSpPr>
        <p:grpSpPr>
          <a:xfrm>
            <a:off x="8161074" y="2538703"/>
            <a:ext cx="702649" cy="833628"/>
            <a:chOff x="8161074" y="2538703"/>
            <a:chExt cx="702649" cy="833628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E093F5F-83A6-4843-8BED-2345488864CA}"/>
                </a:ext>
              </a:extLst>
            </p:cNvPr>
            <p:cNvSpPr/>
            <p:nvPr/>
          </p:nvSpPr>
          <p:spPr>
            <a:xfrm>
              <a:off x="8492263" y="2758176"/>
              <a:ext cx="201162" cy="190344"/>
            </a:xfrm>
            <a:custGeom>
              <a:avLst/>
              <a:gdLst>
                <a:gd name="connsiteX0" fmla="*/ 39697 w 201162"/>
                <a:gd name="connsiteY0" fmla="*/ 190345 h 190344"/>
                <a:gd name="connsiteX1" fmla="*/ 0 w 201162"/>
                <a:gd name="connsiteY1" fmla="*/ 150648 h 190344"/>
                <a:gd name="connsiteX2" fmla="*/ 0 w 201162"/>
                <a:gd name="connsiteY2" fmla="*/ 42674 h 190344"/>
                <a:gd name="connsiteX3" fmla="*/ 42723 w 201162"/>
                <a:gd name="connsiteY3" fmla="*/ 0 h 190344"/>
                <a:gd name="connsiteX4" fmla="*/ 161466 w 201162"/>
                <a:gd name="connsiteY4" fmla="*/ 0 h 190344"/>
                <a:gd name="connsiteX5" fmla="*/ 201163 w 201162"/>
                <a:gd name="connsiteY5" fmla="*/ 39697 h 190344"/>
                <a:gd name="connsiteX6" fmla="*/ 161466 w 201162"/>
                <a:gd name="connsiteY6" fmla="*/ 79393 h 190344"/>
                <a:gd name="connsiteX7" fmla="*/ 79393 w 201162"/>
                <a:gd name="connsiteY7" fmla="*/ 79393 h 190344"/>
                <a:gd name="connsiteX8" fmla="*/ 79393 w 201162"/>
                <a:gd name="connsiteY8" fmla="*/ 150648 h 190344"/>
                <a:gd name="connsiteX9" fmla="*/ 39697 w 201162"/>
                <a:gd name="connsiteY9" fmla="*/ 190345 h 1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1162" h="190344">
                  <a:moveTo>
                    <a:pt x="39697" y="190345"/>
                  </a:moveTo>
                  <a:cubicBezTo>
                    <a:pt x="17773" y="190345"/>
                    <a:pt x="0" y="172572"/>
                    <a:pt x="0" y="150648"/>
                  </a:cubicBezTo>
                  <a:lnTo>
                    <a:pt x="0" y="42674"/>
                  </a:lnTo>
                  <a:cubicBezTo>
                    <a:pt x="27" y="19098"/>
                    <a:pt x="19147" y="0"/>
                    <a:pt x="42723" y="0"/>
                  </a:cubicBezTo>
                  <a:lnTo>
                    <a:pt x="161466" y="0"/>
                  </a:lnTo>
                  <a:cubicBezTo>
                    <a:pt x="183388" y="0"/>
                    <a:pt x="201163" y="17773"/>
                    <a:pt x="201163" y="39697"/>
                  </a:cubicBezTo>
                  <a:cubicBezTo>
                    <a:pt x="201163" y="61620"/>
                    <a:pt x="183388" y="79393"/>
                    <a:pt x="161466" y="79393"/>
                  </a:cubicBezTo>
                  <a:lnTo>
                    <a:pt x="79393" y="79393"/>
                  </a:lnTo>
                  <a:lnTo>
                    <a:pt x="79393" y="150648"/>
                  </a:lnTo>
                  <a:cubicBezTo>
                    <a:pt x="79393" y="172572"/>
                    <a:pt x="61621" y="190345"/>
                    <a:pt x="39697" y="19034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176AD3FA-0758-6E4E-9A30-AC79484405FD}"/>
                </a:ext>
              </a:extLst>
            </p:cNvPr>
            <p:cNvSpPr/>
            <p:nvPr/>
          </p:nvSpPr>
          <p:spPr>
            <a:xfrm>
              <a:off x="8529280" y="2758176"/>
              <a:ext cx="334443" cy="614155"/>
            </a:xfrm>
            <a:custGeom>
              <a:avLst/>
              <a:gdLst>
                <a:gd name="connsiteX0" fmla="*/ 294648 w 334443"/>
                <a:gd name="connsiteY0" fmla="*/ 614155 h 614155"/>
                <a:gd name="connsiteX1" fmla="*/ 39697 w 334443"/>
                <a:gd name="connsiteY1" fmla="*/ 614155 h 614155"/>
                <a:gd name="connsiteX2" fmla="*/ 0 w 334443"/>
                <a:gd name="connsiteY2" fmla="*/ 574459 h 614155"/>
                <a:gd name="connsiteX3" fmla="*/ 39697 w 334443"/>
                <a:gd name="connsiteY3" fmla="*/ 534762 h 614155"/>
                <a:gd name="connsiteX4" fmla="*/ 254951 w 334443"/>
                <a:gd name="connsiteY4" fmla="*/ 534762 h 614155"/>
                <a:gd name="connsiteX5" fmla="*/ 254951 w 334443"/>
                <a:gd name="connsiteY5" fmla="*/ 79393 h 614155"/>
                <a:gd name="connsiteX6" fmla="*/ 124449 w 334443"/>
                <a:gd name="connsiteY6" fmla="*/ 79393 h 614155"/>
                <a:gd name="connsiteX7" fmla="*/ 84752 w 334443"/>
                <a:gd name="connsiteY7" fmla="*/ 39697 h 614155"/>
                <a:gd name="connsiteX8" fmla="*/ 124449 w 334443"/>
                <a:gd name="connsiteY8" fmla="*/ 0 h 614155"/>
                <a:gd name="connsiteX9" fmla="*/ 290926 w 334443"/>
                <a:gd name="connsiteY9" fmla="*/ 0 h 614155"/>
                <a:gd name="connsiteX10" fmla="*/ 334444 w 334443"/>
                <a:gd name="connsiteY10" fmla="*/ 43517 h 614155"/>
                <a:gd name="connsiteX11" fmla="*/ 334444 w 334443"/>
                <a:gd name="connsiteY11" fmla="*/ 574459 h 614155"/>
                <a:gd name="connsiteX12" fmla="*/ 294747 w 334443"/>
                <a:gd name="connsiteY12" fmla="*/ 614155 h 614155"/>
                <a:gd name="connsiteX13" fmla="*/ 294648 w 334443"/>
                <a:gd name="connsiteY13" fmla="*/ 614155 h 614155"/>
                <a:gd name="connsiteX14" fmla="*/ 290827 w 334443"/>
                <a:gd name="connsiteY14" fmla="*/ 79393 h 614155"/>
                <a:gd name="connsiteX15" fmla="*/ 290827 w 334443"/>
                <a:gd name="connsiteY15" fmla="*/ 79393 h 6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4443" h="614155">
                  <a:moveTo>
                    <a:pt x="294648" y="614155"/>
                  </a:moveTo>
                  <a:lnTo>
                    <a:pt x="39697" y="614155"/>
                  </a:lnTo>
                  <a:cubicBezTo>
                    <a:pt x="17773" y="614155"/>
                    <a:pt x="0" y="596381"/>
                    <a:pt x="0" y="574459"/>
                  </a:cubicBezTo>
                  <a:cubicBezTo>
                    <a:pt x="0" y="552536"/>
                    <a:pt x="17773" y="534762"/>
                    <a:pt x="39697" y="534762"/>
                  </a:cubicBezTo>
                  <a:lnTo>
                    <a:pt x="254951" y="534762"/>
                  </a:lnTo>
                  <a:lnTo>
                    <a:pt x="254951" y="79393"/>
                  </a:lnTo>
                  <a:lnTo>
                    <a:pt x="124449" y="79393"/>
                  </a:lnTo>
                  <a:cubicBezTo>
                    <a:pt x="102526" y="79393"/>
                    <a:pt x="84752" y="61620"/>
                    <a:pt x="84752" y="39697"/>
                  </a:cubicBezTo>
                  <a:cubicBezTo>
                    <a:pt x="84752" y="17773"/>
                    <a:pt x="102526" y="0"/>
                    <a:pt x="124449" y="0"/>
                  </a:cubicBezTo>
                  <a:lnTo>
                    <a:pt x="290926" y="0"/>
                  </a:lnTo>
                  <a:cubicBezTo>
                    <a:pt x="314948" y="27"/>
                    <a:pt x="334414" y="19494"/>
                    <a:pt x="334444" y="43517"/>
                  </a:cubicBezTo>
                  <a:lnTo>
                    <a:pt x="334444" y="574459"/>
                  </a:lnTo>
                  <a:cubicBezTo>
                    <a:pt x="334444" y="596381"/>
                    <a:pt x="316670" y="614155"/>
                    <a:pt x="294747" y="614155"/>
                  </a:cubicBezTo>
                  <a:cubicBezTo>
                    <a:pt x="294713" y="614155"/>
                    <a:pt x="294683" y="614155"/>
                    <a:pt x="294648" y="614155"/>
                  </a:cubicBezTo>
                  <a:close/>
                  <a:moveTo>
                    <a:pt x="290827" y="79393"/>
                  </a:moveTo>
                  <a:lnTo>
                    <a:pt x="290827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D715A97B-CDEE-6745-AEF6-D8C89830D4D1}"/>
                </a:ext>
              </a:extLst>
            </p:cNvPr>
            <p:cNvSpPr/>
            <p:nvPr/>
          </p:nvSpPr>
          <p:spPr>
            <a:xfrm>
              <a:off x="8528734" y="2665236"/>
              <a:ext cx="298369" cy="172332"/>
            </a:xfrm>
            <a:custGeom>
              <a:avLst/>
              <a:gdLst>
                <a:gd name="connsiteX0" fmla="*/ 258673 w 298369"/>
                <a:gd name="connsiteY0" fmla="*/ 172333 h 172332"/>
                <a:gd name="connsiteX1" fmla="*/ 218976 w 298369"/>
                <a:gd name="connsiteY1" fmla="*/ 132636 h 172332"/>
                <a:gd name="connsiteX2" fmla="*/ 218976 w 298369"/>
                <a:gd name="connsiteY2" fmla="*/ 79393 h 172332"/>
                <a:gd name="connsiteX3" fmla="*/ 79393 w 298369"/>
                <a:gd name="connsiteY3" fmla="*/ 79393 h 172332"/>
                <a:gd name="connsiteX4" fmla="*/ 79393 w 298369"/>
                <a:gd name="connsiteY4" fmla="*/ 132636 h 172332"/>
                <a:gd name="connsiteX5" fmla="*/ 39697 w 298369"/>
                <a:gd name="connsiteY5" fmla="*/ 172333 h 172332"/>
                <a:gd name="connsiteX6" fmla="*/ 0 w 298369"/>
                <a:gd name="connsiteY6" fmla="*/ 132636 h 172332"/>
                <a:gd name="connsiteX7" fmla="*/ 0 w 298369"/>
                <a:gd name="connsiteY7" fmla="*/ 42575 h 172332"/>
                <a:gd name="connsiteX8" fmla="*/ 42475 w 298369"/>
                <a:gd name="connsiteY8" fmla="*/ 0 h 172332"/>
                <a:gd name="connsiteX9" fmla="*/ 258673 w 298369"/>
                <a:gd name="connsiteY9" fmla="*/ 0 h 172332"/>
                <a:gd name="connsiteX10" fmla="*/ 298370 w 298369"/>
                <a:gd name="connsiteY10" fmla="*/ 39697 h 172332"/>
                <a:gd name="connsiteX11" fmla="*/ 298370 w 298369"/>
                <a:gd name="connsiteY11" fmla="*/ 132636 h 172332"/>
                <a:gd name="connsiteX12" fmla="*/ 258673 w 298369"/>
                <a:gd name="connsiteY12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8369" h="172332">
                  <a:moveTo>
                    <a:pt x="258673" y="172333"/>
                  </a:moveTo>
                  <a:cubicBezTo>
                    <a:pt x="236751" y="172333"/>
                    <a:pt x="218976" y="154560"/>
                    <a:pt x="218976" y="132636"/>
                  </a:cubicBezTo>
                  <a:lnTo>
                    <a:pt x="218976" y="79393"/>
                  </a:lnTo>
                  <a:lnTo>
                    <a:pt x="79393" y="79393"/>
                  </a:lnTo>
                  <a:lnTo>
                    <a:pt x="79393" y="132636"/>
                  </a:lnTo>
                  <a:cubicBezTo>
                    <a:pt x="79393" y="154560"/>
                    <a:pt x="61619" y="172333"/>
                    <a:pt x="39697" y="172333"/>
                  </a:cubicBezTo>
                  <a:cubicBezTo>
                    <a:pt x="17773" y="172333"/>
                    <a:pt x="0" y="154560"/>
                    <a:pt x="0" y="132636"/>
                  </a:cubicBezTo>
                  <a:lnTo>
                    <a:pt x="0" y="42575"/>
                  </a:lnTo>
                  <a:cubicBezTo>
                    <a:pt x="-27" y="19089"/>
                    <a:pt x="18989" y="27"/>
                    <a:pt x="42475" y="0"/>
                  </a:cubicBezTo>
                  <a:lnTo>
                    <a:pt x="258673" y="0"/>
                  </a:lnTo>
                  <a:cubicBezTo>
                    <a:pt x="280595" y="0"/>
                    <a:pt x="298370" y="17773"/>
                    <a:pt x="298370" y="39697"/>
                  </a:cubicBezTo>
                  <a:lnTo>
                    <a:pt x="298370" y="132636"/>
                  </a:lnTo>
                  <a:cubicBezTo>
                    <a:pt x="298370" y="154560"/>
                    <a:pt x="280595" y="172333"/>
                    <a:pt x="258673" y="1723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D3422004-E707-364B-91B1-A3BEE3B582BB}"/>
                </a:ext>
              </a:extLst>
            </p:cNvPr>
            <p:cNvSpPr/>
            <p:nvPr/>
          </p:nvSpPr>
          <p:spPr>
            <a:xfrm>
              <a:off x="8581892" y="2538703"/>
              <a:ext cx="192360" cy="206011"/>
            </a:xfrm>
            <a:custGeom>
              <a:avLst/>
              <a:gdLst>
                <a:gd name="connsiteX0" fmla="*/ 152322 w 192360"/>
                <a:gd name="connsiteY0" fmla="*/ 205926 h 206011"/>
                <a:gd name="connsiteX1" fmla="*/ 112626 w 192360"/>
                <a:gd name="connsiteY1" fmla="*/ 170001 h 206011"/>
                <a:gd name="connsiteX2" fmla="*/ 104141 w 192360"/>
                <a:gd name="connsiteY2" fmla="*/ 79394 h 206011"/>
                <a:gd name="connsiteX3" fmla="*/ 87915 w 192360"/>
                <a:gd name="connsiteY3" fmla="*/ 79394 h 206011"/>
                <a:gd name="connsiteX4" fmla="*/ 79231 w 192360"/>
                <a:gd name="connsiteY4" fmla="*/ 170100 h 206011"/>
                <a:gd name="connsiteX5" fmla="*/ 35912 w 192360"/>
                <a:gd name="connsiteY5" fmla="*/ 205827 h 206011"/>
                <a:gd name="connsiteX6" fmla="*/ 185 w 192360"/>
                <a:gd name="connsiteY6" fmla="*/ 162508 h 206011"/>
                <a:gd name="connsiteX7" fmla="*/ 12293 w 192360"/>
                <a:gd name="connsiteY7" fmla="*/ 35926 h 206011"/>
                <a:gd name="connsiteX8" fmla="*/ 51989 w 192360"/>
                <a:gd name="connsiteY8" fmla="*/ 0 h 206011"/>
                <a:gd name="connsiteX9" fmla="*/ 140314 w 192360"/>
                <a:gd name="connsiteY9" fmla="*/ 0 h 206011"/>
                <a:gd name="connsiteX10" fmla="*/ 180011 w 192360"/>
                <a:gd name="connsiteY10" fmla="*/ 35926 h 206011"/>
                <a:gd name="connsiteX11" fmla="*/ 192168 w 192360"/>
                <a:gd name="connsiteY11" fmla="*/ 162508 h 206011"/>
                <a:gd name="connsiteX12" fmla="*/ 156540 w 192360"/>
                <a:gd name="connsiteY12" fmla="*/ 205894 h 206011"/>
                <a:gd name="connsiteX13" fmla="*/ 156193 w 192360"/>
                <a:gd name="connsiteY13" fmla="*/ 205926 h 206011"/>
                <a:gd name="connsiteX14" fmla="*/ 152322 w 192360"/>
                <a:gd name="connsiteY14" fmla="*/ 205926 h 20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360" h="206011">
                  <a:moveTo>
                    <a:pt x="152322" y="205926"/>
                  </a:moveTo>
                  <a:cubicBezTo>
                    <a:pt x="131789" y="206019"/>
                    <a:pt x="114576" y="190440"/>
                    <a:pt x="112626" y="170001"/>
                  </a:cubicBezTo>
                  <a:lnTo>
                    <a:pt x="104141" y="79394"/>
                  </a:lnTo>
                  <a:lnTo>
                    <a:pt x="87915" y="79394"/>
                  </a:lnTo>
                  <a:lnTo>
                    <a:pt x="79231" y="170100"/>
                  </a:lnTo>
                  <a:cubicBezTo>
                    <a:pt x="77132" y="191928"/>
                    <a:pt x="57740" y="207923"/>
                    <a:pt x="35912" y="205827"/>
                  </a:cubicBezTo>
                  <a:cubicBezTo>
                    <a:pt x="14084" y="203731"/>
                    <a:pt x="-1914" y="184336"/>
                    <a:pt x="185" y="162508"/>
                  </a:cubicBezTo>
                  <a:lnTo>
                    <a:pt x="12293" y="35926"/>
                  </a:lnTo>
                  <a:cubicBezTo>
                    <a:pt x="14243" y="15487"/>
                    <a:pt x="31456" y="-92"/>
                    <a:pt x="51989" y="0"/>
                  </a:cubicBezTo>
                  <a:lnTo>
                    <a:pt x="140314" y="0"/>
                  </a:lnTo>
                  <a:cubicBezTo>
                    <a:pt x="160847" y="-92"/>
                    <a:pt x="178061" y="15487"/>
                    <a:pt x="180011" y="35926"/>
                  </a:cubicBezTo>
                  <a:lnTo>
                    <a:pt x="192168" y="162508"/>
                  </a:lnTo>
                  <a:cubicBezTo>
                    <a:pt x="194311" y="184327"/>
                    <a:pt x="178358" y="203751"/>
                    <a:pt x="156540" y="205894"/>
                  </a:cubicBezTo>
                  <a:cubicBezTo>
                    <a:pt x="156426" y="205905"/>
                    <a:pt x="156307" y="205916"/>
                    <a:pt x="156193" y="205926"/>
                  </a:cubicBezTo>
                  <a:cubicBezTo>
                    <a:pt x="154903" y="205926"/>
                    <a:pt x="153612" y="205926"/>
                    <a:pt x="152322" y="2059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C097C206-3905-AA45-B557-00080D44641B}"/>
                </a:ext>
              </a:extLst>
            </p:cNvPr>
            <p:cNvSpPr/>
            <p:nvPr/>
          </p:nvSpPr>
          <p:spPr>
            <a:xfrm>
              <a:off x="8161074" y="2623853"/>
              <a:ext cx="453723" cy="748478"/>
            </a:xfrm>
            <a:custGeom>
              <a:avLst/>
              <a:gdLst>
                <a:gd name="connsiteX0" fmla="*/ 403338 w 453723"/>
                <a:gd name="connsiteY0" fmla="*/ 748478 h 748478"/>
                <a:gd name="connsiteX1" fmla="*/ 51030 w 453723"/>
                <a:gd name="connsiteY1" fmla="*/ 748478 h 748478"/>
                <a:gd name="connsiteX2" fmla="*/ 10689 w 453723"/>
                <a:gd name="connsiteY2" fmla="*/ 709477 h 748478"/>
                <a:gd name="connsiteX3" fmla="*/ 70 w 453723"/>
                <a:gd name="connsiteY3" fmla="*/ 401481 h 748478"/>
                <a:gd name="connsiteX4" fmla="*/ 30487 w 453723"/>
                <a:gd name="connsiteY4" fmla="*/ 301545 h 748478"/>
                <a:gd name="connsiteX5" fmla="*/ 120202 w 453723"/>
                <a:gd name="connsiteY5" fmla="*/ 39697 h 748478"/>
                <a:gd name="connsiteX6" fmla="*/ 159898 w 453723"/>
                <a:gd name="connsiteY6" fmla="*/ 0 h 748478"/>
                <a:gd name="connsiteX7" fmla="*/ 199595 w 453723"/>
                <a:gd name="connsiteY7" fmla="*/ 39697 h 748478"/>
                <a:gd name="connsiteX8" fmla="*/ 95391 w 453723"/>
                <a:gd name="connsiteY8" fmla="*/ 347345 h 748478"/>
                <a:gd name="connsiteX9" fmla="*/ 79364 w 453723"/>
                <a:gd name="connsiteY9" fmla="*/ 398653 h 748478"/>
                <a:gd name="connsiteX10" fmla="*/ 88692 w 453723"/>
                <a:gd name="connsiteY10" fmla="*/ 668986 h 748478"/>
                <a:gd name="connsiteX11" fmla="*/ 364782 w 453723"/>
                <a:gd name="connsiteY11" fmla="*/ 668986 h 748478"/>
                <a:gd name="connsiteX12" fmla="*/ 374111 w 453723"/>
                <a:gd name="connsiteY12" fmla="*/ 398653 h 748478"/>
                <a:gd name="connsiteX13" fmla="*/ 358332 w 453723"/>
                <a:gd name="connsiteY13" fmla="*/ 347543 h 748478"/>
                <a:gd name="connsiteX14" fmla="*/ 254128 w 453723"/>
                <a:gd name="connsiteY14" fmla="*/ 39895 h 748478"/>
                <a:gd name="connsiteX15" fmla="*/ 293825 w 453723"/>
                <a:gd name="connsiteY15" fmla="*/ 198 h 748478"/>
                <a:gd name="connsiteX16" fmla="*/ 333521 w 453723"/>
                <a:gd name="connsiteY16" fmla="*/ 39895 h 748478"/>
                <a:gd name="connsiteX17" fmla="*/ 423236 w 453723"/>
                <a:gd name="connsiteY17" fmla="*/ 301694 h 748478"/>
                <a:gd name="connsiteX18" fmla="*/ 453653 w 453723"/>
                <a:gd name="connsiteY18" fmla="*/ 401679 h 748478"/>
                <a:gd name="connsiteX19" fmla="*/ 443034 w 453723"/>
                <a:gd name="connsiteY19" fmla="*/ 710171 h 748478"/>
                <a:gd name="connsiteX20" fmla="*/ 403338 w 453723"/>
                <a:gd name="connsiteY20" fmla="*/ 748478 h 74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3723" h="748478">
                  <a:moveTo>
                    <a:pt x="403338" y="748478"/>
                  </a:moveTo>
                  <a:lnTo>
                    <a:pt x="51030" y="748478"/>
                  </a:lnTo>
                  <a:cubicBezTo>
                    <a:pt x="29231" y="748568"/>
                    <a:pt x="11334" y="731265"/>
                    <a:pt x="10689" y="709477"/>
                  </a:cubicBezTo>
                  <a:lnTo>
                    <a:pt x="70" y="401481"/>
                  </a:lnTo>
                  <a:cubicBezTo>
                    <a:pt x="-974" y="365742"/>
                    <a:pt x="9710" y="330642"/>
                    <a:pt x="30487" y="301545"/>
                  </a:cubicBezTo>
                  <a:cubicBezTo>
                    <a:pt x="63981" y="254455"/>
                    <a:pt x="120202" y="157645"/>
                    <a:pt x="120202" y="39697"/>
                  </a:cubicBezTo>
                  <a:cubicBezTo>
                    <a:pt x="120202" y="17773"/>
                    <a:pt x="137974" y="0"/>
                    <a:pt x="159898" y="0"/>
                  </a:cubicBezTo>
                  <a:cubicBezTo>
                    <a:pt x="181822" y="0"/>
                    <a:pt x="199595" y="17773"/>
                    <a:pt x="199595" y="39697"/>
                  </a:cubicBezTo>
                  <a:cubicBezTo>
                    <a:pt x="199595" y="179925"/>
                    <a:pt x="134145" y="292762"/>
                    <a:pt x="95391" y="347345"/>
                  </a:cubicBezTo>
                  <a:cubicBezTo>
                    <a:pt x="84493" y="362190"/>
                    <a:pt x="78853" y="380244"/>
                    <a:pt x="79364" y="398653"/>
                  </a:cubicBezTo>
                  <a:lnTo>
                    <a:pt x="88692" y="668986"/>
                  </a:lnTo>
                  <a:lnTo>
                    <a:pt x="364782" y="668986"/>
                  </a:lnTo>
                  <a:lnTo>
                    <a:pt x="374111" y="398653"/>
                  </a:lnTo>
                  <a:cubicBezTo>
                    <a:pt x="374645" y="380340"/>
                    <a:pt x="369096" y="362367"/>
                    <a:pt x="358332" y="347543"/>
                  </a:cubicBezTo>
                  <a:cubicBezTo>
                    <a:pt x="319379" y="292961"/>
                    <a:pt x="254128" y="179925"/>
                    <a:pt x="254128" y="39895"/>
                  </a:cubicBezTo>
                  <a:cubicBezTo>
                    <a:pt x="254128" y="17971"/>
                    <a:pt x="271901" y="198"/>
                    <a:pt x="293825" y="198"/>
                  </a:cubicBezTo>
                  <a:cubicBezTo>
                    <a:pt x="315749" y="198"/>
                    <a:pt x="333521" y="17971"/>
                    <a:pt x="333521" y="39895"/>
                  </a:cubicBezTo>
                  <a:cubicBezTo>
                    <a:pt x="333521" y="158092"/>
                    <a:pt x="389742" y="254653"/>
                    <a:pt x="423236" y="301694"/>
                  </a:cubicBezTo>
                  <a:cubicBezTo>
                    <a:pt x="444022" y="330805"/>
                    <a:pt x="454705" y="365923"/>
                    <a:pt x="453653" y="401679"/>
                  </a:cubicBezTo>
                  <a:lnTo>
                    <a:pt x="443034" y="710171"/>
                  </a:lnTo>
                  <a:cubicBezTo>
                    <a:pt x="442285" y="731553"/>
                    <a:pt x="424729" y="748493"/>
                    <a:pt x="403338" y="7484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AB9B0019-3B68-4044-98BA-F0083C644B93}"/>
                </a:ext>
              </a:extLst>
            </p:cNvPr>
            <p:cNvSpPr/>
            <p:nvPr/>
          </p:nvSpPr>
          <p:spPr>
            <a:xfrm>
              <a:off x="8281027" y="2538902"/>
              <a:ext cx="213371" cy="189203"/>
            </a:xfrm>
            <a:custGeom>
              <a:avLst/>
              <a:gdLst>
                <a:gd name="connsiteX0" fmla="*/ 173674 w 213371"/>
                <a:gd name="connsiteY0" fmla="*/ 189204 h 189203"/>
                <a:gd name="connsiteX1" fmla="*/ 39698 w 213371"/>
                <a:gd name="connsiteY1" fmla="*/ 189204 h 189203"/>
                <a:gd name="connsiteX2" fmla="*/ 1 w 213371"/>
                <a:gd name="connsiteY2" fmla="*/ 149507 h 189203"/>
                <a:gd name="connsiteX3" fmla="*/ 1 w 213371"/>
                <a:gd name="connsiteY3" fmla="*/ 44659 h 189203"/>
                <a:gd name="connsiteX4" fmla="*/ 43667 w 213371"/>
                <a:gd name="connsiteY4" fmla="*/ 0 h 189203"/>
                <a:gd name="connsiteX5" fmla="*/ 170796 w 213371"/>
                <a:gd name="connsiteY5" fmla="*/ 0 h 189203"/>
                <a:gd name="connsiteX6" fmla="*/ 213370 w 213371"/>
                <a:gd name="connsiteY6" fmla="*/ 43418 h 189203"/>
                <a:gd name="connsiteX7" fmla="*/ 213370 w 213371"/>
                <a:gd name="connsiteY7" fmla="*/ 149507 h 189203"/>
                <a:gd name="connsiteX8" fmla="*/ 173674 w 213371"/>
                <a:gd name="connsiteY8" fmla="*/ 189204 h 189203"/>
                <a:gd name="connsiteX9" fmla="*/ 79394 w 213371"/>
                <a:gd name="connsiteY9" fmla="*/ 109811 h 189203"/>
                <a:gd name="connsiteX10" fmla="*/ 133977 w 213371"/>
                <a:gd name="connsiteY10" fmla="*/ 109811 h 189203"/>
                <a:gd name="connsiteX11" fmla="*/ 133977 w 213371"/>
                <a:gd name="connsiteY11" fmla="*/ 79195 h 189203"/>
                <a:gd name="connsiteX12" fmla="*/ 79394 w 213371"/>
                <a:gd name="connsiteY12" fmla="*/ 79195 h 18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371" h="189203">
                  <a:moveTo>
                    <a:pt x="173674" y="189204"/>
                  </a:moveTo>
                  <a:lnTo>
                    <a:pt x="39698" y="189204"/>
                  </a:lnTo>
                  <a:cubicBezTo>
                    <a:pt x="17774" y="189204"/>
                    <a:pt x="1" y="171431"/>
                    <a:pt x="1" y="149507"/>
                  </a:cubicBezTo>
                  <a:lnTo>
                    <a:pt x="1" y="44659"/>
                  </a:lnTo>
                  <a:cubicBezTo>
                    <a:pt x="-165" y="20312"/>
                    <a:pt x="19323" y="381"/>
                    <a:pt x="43667" y="0"/>
                  </a:cubicBezTo>
                  <a:lnTo>
                    <a:pt x="170796" y="0"/>
                  </a:lnTo>
                  <a:cubicBezTo>
                    <a:pt x="194525" y="273"/>
                    <a:pt x="213563" y="19688"/>
                    <a:pt x="213370" y="43418"/>
                  </a:cubicBezTo>
                  <a:lnTo>
                    <a:pt x="213370" y="149507"/>
                  </a:lnTo>
                  <a:cubicBezTo>
                    <a:pt x="213370" y="171431"/>
                    <a:pt x="195598" y="189204"/>
                    <a:pt x="173674" y="189204"/>
                  </a:cubicBezTo>
                  <a:close/>
                  <a:moveTo>
                    <a:pt x="79394" y="109811"/>
                  </a:moveTo>
                  <a:lnTo>
                    <a:pt x="133977" y="109811"/>
                  </a:lnTo>
                  <a:lnTo>
                    <a:pt x="133977" y="79195"/>
                  </a:lnTo>
                  <a:lnTo>
                    <a:pt x="79394" y="7919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59">
            <a:extLst>
              <a:ext uri="{FF2B5EF4-FFF2-40B4-BE49-F238E27FC236}">
                <a16:creationId xmlns:a16="http://schemas.microsoft.com/office/drawing/2014/main" id="{88939668-2A52-48CD-9FDB-0DA9ACA1CC21}"/>
              </a:ext>
            </a:extLst>
          </p:cNvPr>
          <p:cNvGrpSpPr>
            <a:grpSpLocks noChangeAspect="1"/>
          </p:cNvGrpSpPr>
          <p:nvPr/>
        </p:nvGrpSpPr>
        <p:grpSpPr>
          <a:xfrm>
            <a:off x="9405847" y="2571100"/>
            <a:ext cx="848264" cy="768977"/>
            <a:chOff x="9405847" y="2571100"/>
            <a:chExt cx="848264" cy="768977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5779277-A854-0A46-A48F-EC1747066E8B}"/>
                </a:ext>
              </a:extLst>
            </p:cNvPr>
            <p:cNvSpPr/>
            <p:nvPr/>
          </p:nvSpPr>
          <p:spPr>
            <a:xfrm>
              <a:off x="9611173" y="2605049"/>
              <a:ext cx="253207" cy="261994"/>
            </a:xfrm>
            <a:custGeom>
              <a:avLst/>
              <a:gdLst>
                <a:gd name="connsiteX0" fmla="*/ 67300 w 253207"/>
                <a:gd name="connsiteY0" fmla="*/ 261994 h 261994"/>
                <a:gd name="connsiteX1" fmla="*/ 28199 w 253207"/>
                <a:gd name="connsiteY1" fmla="*/ 228897 h 261994"/>
                <a:gd name="connsiteX2" fmla="*/ 759 w 253207"/>
                <a:gd name="connsiteY2" fmla="*/ 70558 h 261994"/>
                <a:gd name="connsiteX3" fmla="*/ 411 w 253207"/>
                <a:gd name="connsiteY3" fmla="*/ 68374 h 261994"/>
                <a:gd name="connsiteX4" fmla="*/ 54294 w 253207"/>
                <a:gd name="connsiteY4" fmla="*/ 406 h 261994"/>
                <a:gd name="connsiteX5" fmla="*/ 63728 w 253207"/>
                <a:gd name="connsiteY5" fmla="*/ 47 h 261994"/>
                <a:gd name="connsiteX6" fmla="*/ 223804 w 253207"/>
                <a:gd name="connsiteY6" fmla="*/ 34781 h 261994"/>
                <a:gd name="connsiteX7" fmla="*/ 251837 w 253207"/>
                <a:gd name="connsiteY7" fmla="*/ 83420 h 261994"/>
                <a:gd name="connsiteX8" fmla="*/ 203198 w 253207"/>
                <a:gd name="connsiteY8" fmla="*/ 111454 h 261994"/>
                <a:gd name="connsiteX9" fmla="*/ 202120 w 253207"/>
                <a:gd name="connsiteY9" fmla="*/ 111147 h 261994"/>
                <a:gd name="connsiteX10" fmla="*/ 83377 w 253207"/>
                <a:gd name="connsiteY10" fmla="*/ 82268 h 261994"/>
                <a:gd name="connsiteX11" fmla="*/ 106451 w 253207"/>
                <a:gd name="connsiteY11" fmla="*/ 215500 h 261994"/>
                <a:gd name="connsiteX12" fmla="*/ 74139 w 253207"/>
                <a:gd name="connsiteY12" fmla="*/ 261408 h 261994"/>
                <a:gd name="connsiteX13" fmla="*/ 67300 w 253207"/>
                <a:gd name="connsiteY13" fmla="*/ 261994 h 2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207" h="261994">
                  <a:moveTo>
                    <a:pt x="67300" y="261994"/>
                  </a:moveTo>
                  <a:cubicBezTo>
                    <a:pt x="47939" y="261974"/>
                    <a:pt x="31418" y="247989"/>
                    <a:pt x="28199" y="228897"/>
                  </a:cubicBezTo>
                  <a:lnTo>
                    <a:pt x="759" y="70558"/>
                  </a:lnTo>
                  <a:cubicBezTo>
                    <a:pt x="759" y="69863"/>
                    <a:pt x="511" y="69119"/>
                    <a:pt x="411" y="68374"/>
                  </a:cubicBezTo>
                  <a:cubicBezTo>
                    <a:pt x="-3478" y="34726"/>
                    <a:pt x="20646" y="4296"/>
                    <a:pt x="54294" y="406"/>
                  </a:cubicBezTo>
                  <a:cubicBezTo>
                    <a:pt x="57425" y="44"/>
                    <a:pt x="60579" y="-76"/>
                    <a:pt x="63728" y="47"/>
                  </a:cubicBezTo>
                  <a:cubicBezTo>
                    <a:pt x="105905" y="1635"/>
                    <a:pt x="211895" y="31457"/>
                    <a:pt x="223804" y="34781"/>
                  </a:cubicBezTo>
                  <a:cubicBezTo>
                    <a:pt x="244977" y="40472"/>
                    <a:pt x="257527" y="62248"/>
                    <a:pt x="251837" y="83420"/>
                  </a:cubicBezTo>
                  <a:cubicBezTo>
                    <a:pt x="246147" y="104593"/>
                    <a:pt x="224370" y="117144"/>
                    <a:pt x="203198" y="111454"/>
                  </a:cubicBezTo>
                  <a:cubicBezTo>
                    <a:pt x="202837" y="111356"/>
                    <a:pt x="202478" y="111255"/>
                    <a:pt x="202120" y="111147"/>
                  </a:cubicBezTo>
                  <a:cubicBezTo>
                    <a:pt x="169668" y="101918"/>
                    <a:pt x="116772" y="88272"/>
                    <a:pt x="83377" y="82268"/>
                  </a:cubicBezTo>
                  <a:lnTo>
                    <a:pt x="106451" y="215500"/>
                  </a:lnTo>
                  <a:cubicBezTo>
                    <a:pt x="110205" y="237100"/>
                    <a:pt x="95739" y="257654"/>
                    <a:pt x="74139" y="261408"/>
                  </a:cubicBezTo>
                  <a:cubicBezTo>
                    <a:pt x="71881" y="261800"/>
                    <a:pt x="69592" y="261997"/>
                    <a:pt x="67300" y="26199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F3D36C0-D965-924C-BD43-073AB6614F4B}"/>
                </a:ext>
              </a:extLst>
            </p:cNvPr>
            <p:cNvSpPr/>
            <p:nvPr/>
          </p:nvSpPr>
          <p:spPr>
            <a:xfrm>
              <a:off x="9405847" y="2717972"/>
              <a:ext cx="439860" cy="622105"/>
            </a:xfrm>
            <a:custGeom>
              <a:avLst/>
              <a:gdLst>
                <a:gd name="connsiteX0" fmla="*/ 238984 w 439860"/>
                <a:gd name="connsiteY0" fmla="*/ 622105 h 622105"/>
                <a:gd name="connsiteX1" fmla="*/ 236553 w 439860"/>
                <a:gd name="connsiteY1" fmla="*/ 622105 h 622105"/>
                <a:gd name="connsiteX2" fmla="*/ 177008 w 439860"/>
                <a:gd name="connsiteY2" fmla="*/ 575115 h 622105"/>
                <a:gd name="connsiteX3" fmla="*/ 175916 w 439860"/>
                <a:gd name="connsiteY3" fmla="*/ 569904 h 622105"/>
                <a:gd name="connsiteX4" fmla="*/ 159244 w 439860"/>
                <a:gd name="connsiteY4" fmla="*/ 449673 h 622105"/>
                <a:gd name="connsiteX5" fmla="*/ 112302 w 439860"/>
                <a:gd name="connsiteY5" fmla="*/ 387697 h 622105"/>
                <a:gd name="connsiteX6" fmla="*/ 109325 w 439860"/>
                <a:gd name="connsiteY6" fmla="*/ 386407 h 622105"/>
                <a:gd name="connsiteX7" fmla="*/ 39409 w 439860"/>
                <a:gd name="connsiteY7" fmla="*/ 353112 h 622105"/>
                <a:gd name="connsiteX8" fmla="*/ 5106 w 439860"/>
                <a:gd name="connsiteY8" fmla="*/ 268580 h 622105"/>
                <a:gd name="connsiteX9" fmla="*/ 53700 w 439860"/>
                <a:gd name="connsiteY9" fmla="*/ 230102 h 622105"/>
                <a:gd name="connsiteX10" fmla="*/ 57372 w 439860"/>
                <a:gd name="connsiteY10" fmla="*/ 229655 h 622105"/>
                <a:gd name="connsiteX11" fmla="*/ 195616 w 439860"/>
                <a:gd name="connsiteY11" fmla="*/ 220227 h 622105"/>
                <a:gd name="connsiteX12" fmla="*/ 289051 w 439860"/>
                <a:gd name="connsiteY12" fmla="*/ 14202 h 622105"/>
                <a:gd name="connsiteX13" fmla="*/ 344974 w 439860"/>
                <a:gd name="connsiteY13" fmla="*/ 9271 h 622105"/>
                <a:gd name="connsiteX14" fmla="*/ 349906 w 439860"/>
                <a:gd name="connsiteY14" fmla="*/ 65193 h 622105"/>
                <a:gd name="connsiteX15" fmla="*/ 348894 w 439860"/>
                <a:gd name="connsiteY15" fmla="*/ 66354 h 622105"/>
                <a:gd name="connsiteX16" fmla="*/ 265978 w 439860"/>
                <a:gd name="connsiteY16" fmla="*/ 266474 h 622105"/>
                <a:gd name="connsiteX17" fmla="*/ 229953 w 439860"/>
                <a:gd name="connsiteY17" fmla="*/ 297437 h 622105"/>
                <a:gd name="connsiteX18" fmla="*/ 122921 w 439860"/>
                <a:gd name="connsiteY18" fmla="*/ 304731 h 622105"/>
                <a:gd name="connsiteX19" fmla="*/ 142075 w 439860"/>
                <a:gd name="connsiteY19" fmla="*/ 313862 h 622105"/>
                <a:gd name="connsiteX20" fmla="*/ 236354 w 439860"/>
                <a:gd name="connsiteY20" fmla="*/ 430718 h 622105"/>
                <a:gd name="connsiteX21" fmla="*/ 237446 w 439860"/>
                <a:gd name="connsiteY21" fmla="*/ 435680 h 622105"/>
                <a:gd name="connsiteX22" fmla="*/ 242408 w 439860"/>
                <a:gd name="connsiteY22" fmla="*/ 473144 h 622105"/>
                <a:gd name="connsiteX23" fmla="*/ 257939 w 439860"/>
                <a:gd name="connsiteY23" fmla="*/ 405908 h 622105"/>
                <a:gd name="connsiteX24" fmla="*/ 295651 w 439860"/>
                <a:gd name="connsiteY24" fmla="*/ 375143 h 622105"/>
                <a:gd name="connsiteX25" fmla="*/ 395438 w 439860"/>
                <a:gd name="connsiteY25" fmla="*/ 367502 h 622105"/>
                <a:gd name="connsiteX26" fmla="*/ 439576 w 439860"/>
                <a:gd name="connsiteY26" fmla="*/ 402211 h 622105"/>
                <a:gd name="connsiteX27" fmla="*/ 404866 w 439860"/>
                <a:gd name="connsiteY27" fmla="*/ 446349 h 622105"/>
                <a:gd name="connsiteX28" fmla="*/ 328549 w 439860"/>
                <a:gd name="connsiteY28" fmla="*/ 452998 h 622105"/>
                <a:gd name="connsiteX29" fmla="*/ 300415 w 439860"/>
                <a:gd name="connsiteY29" fmla="*/ 574718 h 622105"/>
                <a:gd name="connsiteX30" fmla="*/ 299124 w 439860"/>
                <a:gd name="connsiteY30" fmla="*/ 579233 h 622105"/>
                <a:gd name="connsiteX31" fmla="*/ 238984 w 439860"/>
                <a:gd name="connsiteY31" fmla="*/ 622105 h 62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39860" h="622105">
                  <a:moveTo>
                    <a:pt x="238984" y="622105"/>
                  </a:moveTo>
                  <a:lnTo>
                    <a:pt x="236553" y="622105"/>
                  </a:lnTo>
                  <a:cubicBezTo>
                    <a:pt x="208562" y="621158"/>
                    <a:pt x="184438" y="602118"/>
                    <a:pt x="177008" y="575115"/>
                  </a:cubicBezTo>
                  <a:cubicBezTo>
                    <a:pt x="176520" y="573408"/>
                    <a:pt x="176156" y="571666"/>
                    <a:pt x="175916" y="569904"/>
                  </a:cubicBezTo>
                  <a:lnTo>
                    <a:pt x="159244" y="449673"/>
                  </a:lnTo>
                  <a:cubicBezTo>
                    <a:pt x="147136" y="406752"/>
                    <a:pt x="140636" y="398415"/>
                    <a:pt x="112302" y="387697"/>
                  </a:cubicBezTo>
                  <a:lnTo>
                    <a:pt x="109325" y="386407"/>
                  </a:lnTo>
                  <a:lnTo>
                    <a:pt x="39409" y="353112"/>
                  </a:lnTo>
                  <a:cubicBezTo>
                    <a:pt x="6594" y="339243"/>
                    <a:pt x="-8764" y="301397"/>
                    <a:pt x="5106" y="268580"/>
                  </a:cubicBezTo>
                  <a:cubicBezTo>
                    <a:pt x="13677" y="248302"/>
                    <a:pt x="31998" y="233796"/>
                    <a:pt x="53700" y="230102"/>
                  </a:cubicBezTo>
                  <a:cubicBezTo>
                    <a:pt x="54941" y="230102"/>
                    <a:pt x="56132" y="229755"/>
                    <a:pt x="57372" y="229655"/>
                  </a:cubicBezTo>
                  <a:lnTo>
                    <a:pt x="195616" y="220227"/>
                  </a:lnTo>
                  <a:cubicBezTo>
                    <a:pt x="215166" y="146987"/>
                    <a:pt x="249901" y="59059"/>
                    <a:pt x="289051" y="14202"/>
                  </a:cubicBezTo>
                  <a:cubicBezTo>
                    <a:pt x="303132" y="-2602"/>
                    <a:pt x="328169" y="-4810"/>
                    <a:pt x="344974" y="9271"/>
                  </a:cubicBezTo>
                  <a:cubicBezTo>
                    <a:pt x="361778" y="23351"/>
                    <a:pt x="363986" y="48389"/>
                    <a:pt x="349906" y="65193"/>
                  </a:cubicBezTo>
                  <a:cubicBezTo>
                    <a:pt x="349576" y="65586"/>
                    <a:pt x="349239" y="65973"/>
                    <a:pt x="348894" y="66354"/>
                  </a:cubicBezTo>
                  <a:cubicBezTo>
                    <a:pt x="316690" y="103321"/>
                    <a:pt x="281459" y="197104"/>
                    <a:pt x="265978" y="266474"/>
                  </a:cubicBezTo>
                  <a:cubicBezTo>
                    <a:pt x="262151" y="283634"/>
                    <a:pt x="247493" y="296232"/>
                    <a:pt x="229953" y="297437"/>
                  </a:cubicBezTo>
                  <a:lnTo>
                    <a:pt x="122921" y="304731"/>
                  </a:lnTo>
                  <a:lnTo>
                    <a:pt x="142075" y="313862"/>
                  </a:lnTo>
                  <a:cubicBezTo>
                    <a:pt x="206284" y="338672"/>
                    <a:pt x="222262" y="379808"/>
                    <a:pt x="236354" y="430718"/>
                  </a:cubicBezTo>
                  <a:cubicBezTo>
                    <a:pt x="236830" y="432346"/>
                    <a:pt x="237195" y="434003"/>
                    <a:pt x="237446" y="435680"/>
                  </a:cubicBezTo>
                  <a:lnTo>
                    <a:pt x="242408" y="473144"/>
                  </a:lnTo>
                  <a:lnTo>
                    <a:pt x="257939" y="405908"/>
                  </a:lnTo>
                  <a:cubicBezTo>
                    <a:pt x="262012" y="388248"/>
                    <a:pt x="277531" y="375585"/>
                    <a:pt x="295651" y="375143"/>
                  </a:cubicBezTo>
                  <a:cubicBezTo>
                    <a:pt x="314805" y="374697"/>
                    <a:pt x="367651" y="370826"/>
                    <a:pt x="395438" y="367502"/>
                  </a:cubicBezTo>
                  <a:cubicBezTo>
                    <a:pt x="417211" y="364897"/>
                    <a:pt x="436972" y="380438"/>
                    <a:pt x="439576" y="402211"/>
                  </a:cubicBezTo>
                  <a:cubicBezTo>
                    <a:pt x="442180" y="423985"/>
                    <a:pt x="426639" y="443744"/>
                    <a:pt x="404866" y="446349"/>
                  </a:cubicBezTo>
                  <a:cubicBezTo>
                    <a:pt x="384274" y="448830"/>
                    <a:pt x="353310" y="451311"/>
                    <a:pt x="328549" y="452998"/>
                  </a:cubicBezTo>
                  <a:lnTo>
                    <a:pt x="300415" y="574718"/>
                  </a:lnTo>
                  <a:cubicBezTo>
                    <a:pt x="300067" y="576206"/>
                    <a:pt x="299621" y="577744"/>
                    <a:pt x="299124" y="579233"/>
                  </a:cubicBezTo>
                  <a:cubicBezTo>
                    <a:pt x="290150" y="604798"/>
                    <a:pt x="266076" y="621957"/>
                    <a:pt x="238984" y="62210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AF5A216-D1E9-5F44-A50B-999158F30DCA}"/>
                </a:ext>
              </a:extLst>
            </p:cNvPr>
            <p:cNvSpPr/>
            <p:nvPr/>
          </p:nvSpPr>
          <p:spPr>
            <a:xfrm>
              <a:off x="9772295" y="3022122"/>
              <a:ext cx="275297" cy="141901"/>
            </a:xfrm>
            <a:custGeom>
              <a:avLst/>
              <a:gdLst>
                <a:gd name="connsiteX0" fmla="*/ 39807 w 275297"/>
                <a:gd name="connsiteY0" fmla="*/ 141902 h 141901"/>
                <a:gd name="connsiteX1" fmla="*/ 0 w 275297"/>
                <a:gd name="connsiteY1" fmla="*/ 102314 h 141901"/>
                <a:gd name="connsiteX2" fmla="*/ 34845 w 275297"/>
                <a:gd name="connsiteY2" fmla="*/ 62806 h 141901"/>
                <a:gd name="connsiteX3" fmla="*/ 218442 w 275297"/>
                <a:gd name="connsiteY3" fmla="*/ 3906 h 141901"/>
                <a:gd name="connsiteX4" fmla="*/ 271392 w 275297"/>
                <a:gd name="connsiteY4" fmla="*/ 22554 h 141901"/>
                <a:gd name="connsiteX5" fmla="*/ 254764 w 275297"/>
                <a:gd name="connsiteY5" fmla="*/ 74467 h 141901"/>
                <a:gd name="connsiteX6" fmla="*/ 45365 w 275297"/>
                <a:gd name="connsiteY6" fmla="*/ 141554 h 141901"/>
                <a:gd name="connsiteX7" fmla="*/ 39807 w 275297"/>
                <a:gd name="connsiteY7" fmla="*/ 141902 h 14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97" h="141901">
                  <a:moveTo>
                    <a:pt x="39807" y="141902"/>
                  </a:moveTo>
                  <a:cubicBezTo>
                    <a:pt x="17883" y="141961"/>
                    <a:pt x="62" y="124242"/>
                    <a:pt x="0" y="102314"/>
                  </a:cubicBezTo>
                  <a:cubicBezTo>
                    <a:pt x="-55" y="82228"/>
                    <a:pt x="14906" y="65262"/>
                    <a:pt x="34845" y="62806"/>
                  </a:cubicBezTo>
                  <a:cubicBezTo>
                    <a:pt x="84466" y="56306"/>
                    <a:pt x="184204" y="21472"/>
                    <a:pt x="218442" y="3906"/>
                  </a:cubicBezTo>
                  <a:cubicBezTo>
                    <a:pt x="238216" y="-5567"/>
                    <a:pt x="261920" y="2780"/>
                    <a:pt x="271392" y="22554"/>
                  </a:cubicBezTo>
                  <a:cubicBezTo>
                    <a:pt x="280488" y="41529"/>
                    <a:pt x="273189" y="64305"/>
                    <a:pt x="254764" y="74467"/>
                  </a:cubicBezTo>
                  <a:cubicBezTo>
                    <a:pt x="214324" y="95308"/>
                    <a:pt x="106150" y="133516"/>
                    <a:pt x="45365" y="141554"/>
                  </a:cubicBezTo>
                  <a:cubicBezTo>
                    <a:pt x="43521" y="141778"/>
                    <a:pt x="41665" y="141897"/>
                    <a:pt x="39807" y="14190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9E3F58B-7245-3947-87D1-79EF006DD792}"/>
                </a:ext>
              </a:extLst>
            </p:cNvPr>
            <p:cNvSpPr/>
            <p:nvPr/>
          </p:nvSpPr>
          <p:spPr>
            <a:xfrm>
              <a:off x="9692120" y="2571100"/>
              <a:ext cx="561991" cy="438453"/>
            </a:xfrm>
            <a:custGeom>
              <a:avLst/>
              <a:gdLst>
                <a:gd name="connsiteX0" fmla="*/ 432544 w 561991"/>
                <a:gd name="connsiteY0" fmla="*/ 438454 h 438453"/>
                <a:gd name="connsiteX1" fmla="*/ 392892 w 561991"/>
                <a:gd name="connsiteY1" fmla="*/ 398712 h 438453"/>
                <a:gd name="connsiteX2" fmla="*/ 400042 w 561991"/>
                <a:gd name="connsiteY2" fmla="*/ 376031 h 438453"/>
                <a:gd name="connsiteX3" fmla="*/ 482562 w 561991"/>
                <a:gd name="connsiteY3" fmla="*/ 105053 h 438453"/>
                <a:gd name="connsiteX4" fmla="*/ 474970 w 561991"/>
                <a:gd name="connsiteY4" fmla="*/ 96022 h 438453"/>
                <a:gd name="connsiteX5" fmla="*/ 67484 w 561991"/>
                <a:gd name="connsiteY5" fmla="*/ 209752 h 438453"/>
                <a:gd name="connsiteX6" fmla="*/ 11313 w 561991"/>
                <a:gd name="connsiteY6" fmla="*/ 209107 h 438453"/>
                <a:gd name="connsiteX7" fmla="*/ 11958 w 561991"/>
                <a:gd name="connsiteY7" fmla="*/ 152937 h 438453"/>
                <a:gd name="connsiteX8" fmla="*/ 496803 w 561991"/>
                <a:gd name="connsiteY8" fmla="*/ 19705 h 438453"/>
                <a:gd name="connsiteX9" fmla="*/ 561955 w 561991"/>
                <a:gd name="connsiteY9" fmla="*/ 103713 h 438453"/>
                <a:gd name="connsiteX10" fmla="*/ 465194 w 561991"/>
                <a:gd name="connsiteY10" fmla="*/ 421285 h 438453"/>
                <a:gd name="connsiteX11" fmla="*/ 432544 w 561991"/>
                <a:gd name="connsiteY11" fmla="*/ 438454 h 438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991" h="438453">
                  <a:moveTo>
                    <a:pt x="432544" y="438454"/>
                  </a:moveTo>
                  <a:cubicBezTo>
                    <a:pt x="410621" y="438429"/>
                    <a:pt x="392867" y="420635"/>
                    <a:pt x="392892" y="398712"/>
                  </a:cubicBezTo>
                  <a:cubicBezTo>
                    <a:pt x="392902" y="390598"/>
                    <a:pt x="395398" y="382683"/>
                    <a:pt x="400042" y="376031"/>
                  </a:cubicBezTo>
                  <a:cubicBezTo>
                    <a:pt x="464251" y="284034"/>
                    <a:pt x="483355" y="153681"/>
                    <a:pt x="482562" y="105053"/>
                  </a:cubicBezTo>
                  <a:cubicBezTo>
                    <a:pt x="482289" y="100701"/>
                    <a:pt x="479207" y="97038"/>
                    <a:pt x="474970" y="96022"/>
                  </a:cubicBezTo>
                  <a:cubicBezTo>
                    <a:pt x="325760" y="53249"/>
                    <a:pt x="188658" y="91506"/>
                    <a:pt x="67484" y="209752"/>
                  </a:cubicBezTo>
                  <a:cubicBezTo>
                    <a:pt x="51795" y="225085"/>
                    <a:pt x="26646" y="224796"/>
                    <a:pt x="11313" y="209107"/>
                  </a:cubicBezTo>
                  <a:cubicBezTo>
                    <a:pt x="-4020" y="193418"/>
                    <a:pt x="-3731" y="168269"/>
                    <a:pt x="11958" y="152937"/>
                  </a:cubicBezTo>
                  <a:cubicBezTo>
                    <a:pt x="190196" y="-20736"/>
                    <a:pt x="374190" y="-15476"/>
                    <a:pt x="496803" y="19705"/>
                  </a:cubicBezTo>
                  <a:cubicBezTo>
                    <a:pt x="534743" y="30170"/>
                    <a:pt x="561260" y="64364"/>
                    <a:pt x="561955" y="103713"/>
                  </a:cubicBezTo>
                  <a:cubicBezTo>
                    <a:pt x="563096" y="171346"/>
                    <a:pt x="537839" y="317379"/>
                    <a:pt x="465194" y="421285"/>
                  </a:cubicBezTo>
                  <a:cubicBezTo>
                    <a:pt x="457791" y="432025"/>
                    <a:pt x="445589" y="438443"/>
                    <a:pt x="432544" y="43845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D3DAD5C4-BF5D-5644-A950-7E30D10501D9}"/>
                </a:ext>
              </a:extLst>
            </p:cNvPr>
            <p:cNvSpPr/>
            <p:nvPr/>
          </p:nvSpPr>
          <p:spPr>
            <a:xfrm>
              <a:off x="9982440" y="2931224"/>
              <a:ext cx="184557" cy="223173"/>
            </a:xfrm>
            <a:custGeom>
              <a:avLst/>
              <a:gdLst>
                <a:gd name="connsiteX0" fmla="*/ 130066 w 184557"/>
                <a:gd name="connsiteY0" fmla="*/ 223173 h 223173"/>
                <a:gd name="connsiteX1" fmla="*/ 95332 w 184557"/>
                <a:gd name="connsiteY1" fmla="*/ 209825 h 223173"/>
                <a:gd name="connsiteX2" fmla="*/ 16584 w 184557"/>
                <a:gd name="connsiteY2" fmla="*/ 157426 h 223173"/>
                <a:gd name="connsiteX3" fmla="*/ 7429 w 184557"/>
                <a:gd name="connsiteY3" fmla="*/ 102039 h 223173"/>
                <a:gd name="connsiteX4" fmla="*/ 60399 w 184557"/>
                <a:gd name="connsiteY4" fmla="*/ 91282 h 223173"/>
                <a:gd name="connsiteX5" fmla="*/ 105057 w 184557"/>
                <a:gd name="connsiteY5" fmla="*/ 121054 h 223173"/>
                <a:gd name="connsiteX6" fmla="*/ 102824 w 184557"/>
                <a:gd name="connsiteY6" fmla="*/ 42256 h 223173"/>
                <a:gd name="connsiteX7" fmla="*/ 140040 w 184557"/>
                <a:gd name="connsiteY7" fmla="*/ 79 h 223173"/>
                <a:gd name="connsiteX8" fmla="*/ 182218 w 184557"/>
                <a:gd name="connsiteY8" fmla="*/ 37294 h 223173"/>
                <a:gd name="connsiteX9" fmla="*/ 181920 w 184557"/>
                <a:gd name="connsiteY9" fmla="*/ 176927 h 223173"/>
                <a:gd name="connsiteX10" fmla="*/ 144605 w 184557"/>
                <a:gd name="connsiteY10" fmla="*/ 220742 h 223173"/>
                <a:gd name="connsiteX11" fmla="*/ 130066 w 184557"/>
                <a:gd name="connsiteY11" fmla="*/ 223173 h 223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57" h="223173">
                  <a:moveTo>
                    <a:pt x="130066" y="223173"/>
                  </a:moveTo>
                  <a:cubicBezTo>
                    <a:pt x="117244" y="223134"/>
                    <a:pt x="104884" y="218380"/>
                    <a:pt x="95332" y="209825"/>
                  </a:cubicBezTo>
                  <a:lnTo>
                    <a:pt x="16584" y="157426"/>
                  </a:lnTo>
                  <a:cubicBezTo>
                    <a:pt x="-1240" y="144659"/>
                    <a:pt x="-5339" y="119858"/>
                    <a:pt x="7429" y="102039"/>
                  </a:cubicBezTo>
                  <a:cubicBezTo>
                    <a:pt x="19541" y="85130"/>
                    <a:pt x="42649" y="80437"/>
                    <a:pt x="60399" y="91282"/>
                  </a:cubicBezTo>
                  <a:lnTo>
                    <a:pt x="105057" y="121054"/>
                  </a:lnTo>
                  <a:cubicBezTo>
                    <a:pt x="105057" y="90488"/>
                    <a:pt x="103718" y="57341"/>
                    <a:pt x="102824" y="42256"/>
                  </a:cubicBezTo>
                  <a:cubicBezTo>
                    <a:pt x="101455" y="20332"/>
                    <a:pt x="118118" y="1449"/>
                    <a:pt x="140040" y="79"/>
                  </a:cubicBezTo>
                  <a:cubicBezTo>
                    <a:pt x="161962" y="-1291"/>
                    <a:pt x="180848" y="15370"/>
                    <a:pt x="182218" y="37294"/>
                  </a:cubicBezTo>
                  <a:cubicBezTo>
                    <a:pt x="182218" y="41065"/>
                    <a:pt x="187676" y="130482"/>
                    <a:pt x="181920" y="176927"/>
                  </a:cubicBezTo>
                  <a:cubicBezTo>
                    <a:pt x="179360" y="197678"/>
                    <a:pt x="164682" y="214907"/>
                    <a:pt x="144605" y="220742"/>
                  </a:cubicBezTo>
                  <a:cubicBezTo>
                    <a:pt x="139901" y="222255"/>
                    <a:pt x="135004" y="223074"/>
                    <a:pt x="130066" y="2231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AE5330DF-1B10-9C47-B710-C0FF41807644}"/>
                </a:ext>
              </a:extLst>
            </p:cNvPr>
            <p:cNvSpPr/>
            <p:nvPr/>
          </p:nvSpPr>
          <p:spPr>
            <a:xfrm>
              <a:off x="10024677" y="2695003"/>
              <a:ext cx="79443" cy="79401"/>
            </a:xfrm>
            <a:custGeom>
              <a:avLst/>
              <a:gdLst>
                <a:gd name="connsiteX0" fmla="*/ 39697 w 79443"/>
                <a:gd name="connsiteY0" fmla="*/ 79399 h 79401"/>
                <a:gd name="connsiteX1" fmla="*/ 31956 w 79443"/>
                <a:gd name="connsiteY1" fmla="*/ 78605 h 79401"/>
                <a:gd name="connsiteX2" fmla="*/ 24513 w 79443"/>
                <a:gd name="connsiteY2" fmla="*/ 76373 h 79401"/>
                <a:gd name="connsiteX3" fmla="*/ 17665 w 79443"/>
                <a:gd name="connsiteY3" fmla="*/ 72701 h 79401"/>
                <a:gd name="connsiteX4" fmla="*/ 11661 w 79443"/>
                <a:gd name="connsiteY4" fmla="*/ 67739 h 79401"/>
                <a:gd name="connsiteX5" fmla="*/ 0 w 79443"/>
                <a:gd name="connsiteY5" fmla="*/ 39703 h 79401"/>
                <a:gd name="connsiteX6" fmla="*/ 794 w 79443"/>
                <a:gd name="connsiteY6" fmla="*/ 31962 h 79401"/>
                <a:gd name="connsiteX7" fmla="*/ 3027 w 79443"/>
                <a:gd name="connsiteY7" fmla="*/ 24519 h 79401"/>
                <a:gd name="connsiteX8" fmla="*/ 6699 w 79443"/>
                <a:gd name="connsiteY8" fmla="*/ 17671 h 79401"/>
                <a:gd name="connsiteX9" fmla="*/ 11661 w 79443"/>
                <a:gd name="connsiteY9" fmla="*/ 11618 h 79401"/>
                <a:gd name="connsiteX10" fmla="*/ 67782 w 79443"/>
                <a:gd name="connsiteY10" fmla="*/ 11618 h 79401"/>
                <a:gd name="connsiteX11" fmla="*/ 72744 w 79443"/>
                <a:gd name="connsiteY11" fmla="*/ 17671 h 79401"/>
                <a:gd name="connsiteX12" fmla="*/ 76416 w 79443"/>
                <a:gd name="connsiteY12" fmla="*/ 24519 h 79401"/>
                <a:gd name="connsiteX13" fmla="*/ 78649 w 79443"/>
                <a:gd name="connsiteY13" fmla="*/ 31962 h 79401"/>
                <a:gd name="connsiteX14" fmla="*/ 79443 w 79443"/>
                <a:gd name="connsiteY14" fmla="*/ 39703 h 79401"/>
                <a:gd name="connsiteX15" fmla="*/ 67832 w 79443"/>
                <a:gd name="connsiteY15" fmla="*/ 67788 h 79401"/>
                <a:gd name="connsiteX16" fmla="*/ 61778 w 79443"/>
                <a:gd name="connsiteY16" fmla="*/ 72750 h 79401"/>
                <a:gd name="connsiteX17" fmla="*/ 54930 w 79443"/>
                <a:gd name="connsiteY17" fmla="*/ 76422 h 79401"/>
                <a:gd name="connsiteX18" fmla="*/ 47487 w 79443"/>
                <a:gd name="connsiteY18" fmla="*/ 78655 h 79401"/>
                <a:gd name="connsiteX19" fmla="*/ 39697 w 79443"/>
                <a:gd name="connsiteY19" fmla="*/ 79399 h 79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3" h="79401">
                  <a:moveTo>
                    <a:pt x="39697" y="79399"/>
                  </a:moveTo>
                  <a:cubicBezTo>
                    <a:pt x="37097" y="79408"/>
                    <a:pt x="34502" y="79142"/>
                    <a:pt x="31956" y="78605"/>
                  </a:cubicBezTo>
                  <a:cubicBezTo>
                    <a:pt x="29411" y="78104"/>
                    <a:pt x="26915" y="77357"/>
                    <a:pt x="24513" y="76373"/>
                  </a:cubicBezTo>
                  <a:cubicBezTo>
                    <a:pt x="22121" y="75366"/>
                    <a:pt x="19829" y="74137"/>
                    <a:pt x="17665" y="72701"/>
                  </a:cubicBezTo>
                  <a:cubicBezTo>
                    <a:pt x="15492" y="71269"/>
                    <a:pt x="13477" y="69605"/>
                    <a:pt x="11661" y="67739"/>
                  </a:cubicBezTo>
                  <a:cubicBezTo>
                    <a:pt x="4238" y="60290"/>
                    <a:pt x="50" y="50217"/>
                    <a:pt x="0" y="39703"/>
                  </a:cubicBezTo>
                  <a:cubicBezTo>
                    <a:pt x="-10" y="37102"/>
                    <a:pt x="258" y="34507"/>
                    <a:pt x="794" y="31962"/>
                  </a:cubicBezTo>
                  <a:cubicBezTo>
                    <a:pt x="1290" y="29413"/>
                    <a:pt x="2035" y="26919"/>
                    <a:pt x="3027" y="24519"/>
                  </a:cubicBezTo>
                  <a:cubicBezTo>
                    <a:pt x="4025" y="22122"/>
                    <a:pt x="5255" y="19828"/>
                    <a:pt x="6699" y="17671"/>
                  </a:cubicBezTo>
                  <a:cubicBezTo>
                    <a:pt x="8143" y="15491"/>
                    <a:pt x="9805" y="13463"/>
                    <a:pt x="11661" y="11618"/>
                  </a:cubicBezTo>
                  <a:cubicBezTo>
                    <a:pt x="27163" y="-3873"/>
                    <a:pt x="52281" y="-3873"/>
                    <a:pt x="67782" y="11618"/>
                  </a:cubicBezTo>
                  <a:cubicBezTo>
                    <a:pt x="69638" y="13462"/>
                    <a:pt x="71300" y="15490"/>
                    <a:pt x="72744" y="17671"/>
                  </a:cubicBezTo>
                  <a:cubicBezTo>
                    <a:pt x="74188" y="19828"/>
                    <a:pt x="75419" y="22122"/>
                    <a:pt x="76416" y="24519"/>
                  </a:cubicBezTo>
                  <a:cubicBezTo>
                    <a:pt x="77409" y="26919"/>
                    <a:pt x="78153" y="29413"/>
                    <a:pt x="78649" y="31962"/>
                  </a:cubicBezTo>
                  <a:cubicBezTo>
                    <a:pt x="79185" y="34507"/>
                    <a:pt x="79453" y="37102"/>
                    <a:pt x="79443" y="39703"/>
                  </a:cubicBezTo>
                  <a:cubicBezTo>
                    <a:pt x="79423" y="50229"/>
                    <a:pt x="75250" y="60322"/>
                    <a:pt x="67832" y="67788"/>
                  </a:cubicBezTo>
                  <a:cubicBezTo>
                    <a:pt x="65986" y="69644"/>
                    <a:pt x="63961" y="71306"/>
                    <a:pt x="61778" y="72750"/>
                  </a:cubicBezTo>
                  <a:cubicBezTo>
                    <a:pt x="59620" y="74195"/>
                    <a:pt x="57327" y="75425"/>
                    <a:pt x="54930" y="76422"/>
                  </a:cubicBezTo>
                  <a:cubicBezTo>
                    <a:pt x="52529" y="77413"/>
                    <a:pt x="50038" y="78161"/>
                    <a:pt x="47487" y="78655"/>
                  </a:cubicBezTo>
                  <a:cubicBezTo>
                    <a:pt x="44922" y="79179"/>
                    <a:pt x="42312" y="79428"/>
                    <a:pt x="39697" y="7939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3" name="Picture Placeholder 61">
            <a:extLst>
              <a:ext uri="{FF2B5EF4-FFF2-40B4-BE49-F238E27FC236}">
                <a16:creationId xmlns:a16="http://schemas.microsoft.com/office/drawing/2014/main" id="{D9C601EC-F3E2-4D42-8161-88411969CDAA}"/>
              </a:ext>
            </a:extLst>
          </p:cNvPr>
          <p:cNvGrpSpPr>
            <a:grpSpLocks noChangeAspect="1"/>
          </p:cNvGrpSpPr>
          <p:nvPr/>
        </p:nvGrpSpPr>
        <p:grpSpPr>
          <a:xfrm>
            <a:off x="1675922" y="3654362"/>
            <a:ext cx="496505" cy="839582"/>
            <a:chOff x="1675922" y="3654362"/>
            <a:chExt cx="496505" cy="839582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973AF9FE-1565-9947-8B9F-3FE4BBA515A8}"/>
                </a:ext>
              </a:extLst>
            </p:cNvPr>
            <p:cNvSpPr/>
            <p:nvPr/>
          </p:nvSpPr>
          <p:spPr>
            <a:xfrm>
              <a:off x="1779023" y="3742403"/>
              <a:ext cx="161476" cy="751541"/>
            </a:xfrm>
            <a:custGeom>
              <a:avLst/>
              <a:gdLst>
                <a:gd name="connsiteX0" fmla="*/ 121780 w 161476"/>
                <a:gd name="connsiteY0" fmla="*/ 751541 h 751541"/>
                <a:gd name="connsiteX1" fmla="*/ 82084 w 161476"/>
                <a:gd name="connsiteY1" fmla="*/ 711845 h 751541"/>
                <a:gd name="connsiteX2" fmla="*/ 82084 w 161476"/>
                <a:gd name="connsiteY2" fmla="*/ 204473 h 751541"/>
                <a:gd name="connsiteX3" fmla="*/ 4626 w 161476"/>
                <a:gd name="connsiteY3" fmla="*/ 58291 h 751541"/>
                <a:gd name="connsiteX4" fmla="*/ 21125 w 161476"/>
                <a:gd name="connsiteY4" fmla="*/ 4626 h 751541"/>
                <a:gd name="connsiteX5" fmla="*/ 74789 w 161476"/>
                <a:gd name="connsiteY5" fmla="*/ 21125 h 751541"/>
                <a:gd name="connsiteX6" fmla="*/ 156862 w 161476"/>
                <a:gd name="connsiteY6" fmla="*/ 176040 h 751541"/>
                <a:gd name="connsiteX7" fmla="*/ 161477 w 161476"/>
                <a:gd name="connsiteY7" fmla="*/ 194599 h 751541"/>
                <a:gd name="connsiteX8" fmla="*/ 161477 w 161476"/>
                <a:gd name="connsiteY8" fmla="*/ 711845 h 751541"/>
                <a:gd name="connsiteX9" fmla="*/ 121780 w 161476"/>
                <a:gd name="connsiteY9" fmla="*/ 751541 h 75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476" h="751541">
                  <a:moveTo>
                    <a:pt x="121780" y="751541"/>
                  </a:moveTo>
                  <a:cubicBezTo>
                    <a:pt x="99856" y="751541"/>
                    <a:pt x="82084" y="733767"/>
                    <a:pt x="82084" y="711845"/>
                  </a:cubicBezTo>
                  <a:lnTo>
                    <a:pt x="82084" y="204473"/>
                  </a:lnTo>
                  <a:lnTo>
                    <a:pt x="4626" y="58291"/>
                  </a:lnTo>
                  <a:cubicBezTo>
                    <a:pt x="-5637" y="38915"/>
                    <a:pt x="1749" y="14889"/>
                    <a:pt x="21125" y="4626"/>
                  </a:cubicBezTo>
                  <a:cubicBezTo>
                    <a:pt x="40500" y="-5637"/>
                    <a:pt x="64526" y="1749"/>
                    <a:pt x="74789" y="21125"/>
                  </a:cubicBezTo>
                  <a:lnTo>
                    <a:pt x="156862" y="176040"/>
                  </a:lnTo>
                  <a:cubicBezTo>
                    <a:pt x="159890" y="181758"/>
                    <a:pt x="161474" y="188129"/>
                    <a:pt x="161477" y="194599"/>
                  </a:cubicBezTo>
                  <a:lnTo>
                    <a:pt x="161477" y="711845"/>
                  </a:lnTo>
                  <a:cubicBezTo>
                    <a:pt x="161477" y="733767"/>
                    <a:pt x="143704" y="751541"/>
                    <a:pt x="121780" y="75154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2C7CEF78-7486-2649-920C-98BA72D69C2A}"/>
                </a:ext>
              </a:extLst>
            </p:cNvPr>
            <p:cNvSpPr/>
            <p:nvPr/>
          </p:nvSpPr>
          <p:spPr>
            <a:xfrm>
              <a:off x="1678422" y="4317470"/>
              <a:ext cx="251948" cy="173447"/>
            </a:xfrm>
            <a:custGeom>
              <a:avLst/>
              <a:gdLst>
                <a:gd name="connsiteX0" fmla="*/ 212408 w 251948"/>
                <a:gd name="connsiteY0" fmla="*/ 173447 h 173447"/>
                <a:gd name="connsiteX1" fmla="*/ 193452 w 251948"/>
                <a:gd name="connsiteY1" fmla="*/ 168485 h 173447"/>
                <a:gd name="connsiteX2" fmla="*/ 18192 w 251948"/>
                <a:gd name="connsiteY2" fmla="*/ 73065 h 173447"/>
                <a:gd name="connsiteX3" fmla="*/ 6338 w 251948"/>
                <a:gd name="connsiteY3" fmla="*/ 18189 h 173447"/>
                <a:gd name="connsiteX4" fmla="*/ 56201 w 251948"/>
                <a:gd name="connsiteY4" fmla="*/ 3596 h 173447"/>
                <a:gd name="connsiteX5" fmla="*/ 231462 w 251948"/>
                <a:gd name="connsiteY5" fmla="*/ 98867 h 173447"/>
                <a:gd name="connsiteX6" fmla="*/ 246979 w 251948"/>
                <a:gd name="connsiteY6" fmla="*/ 152820 h 173447"/>
                <a:gd name="connsiteX7" fmla="*/ 212408 w 251948"/>
                <a:gd name="connsiteY7" fmla="*/ 173298 h 17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1948" h="173447">
                  <a:moveTo>
                    <a:pt x="212408" y="173447"/>
                  </a:moveTo>
                  <a:cubicBezTo>
                    <a:pt x="205774" y="173403"/>
                    <a:pt x="199257" y="171696"/>
                    <a:pt x="193452" y="168485"/>
                  </a:cubicBezTo>
                  <a:lnTo>
                    <a:pt x="18192" y="73065"/>
                  </a:lnTo>
                  <a:cubicBezTo>
                    <a:pt x="-235" y="61185"/>
                    <a:pt x="-5542" y="36618"/>
                    <a:pt x="6338" y="18189"/>
                  </a:cubicBezTo>
                  <a:cubicBezTo>
                    <a:pt x="17025" y="1616"/>
                    <a:pt x="38262" y="-4602"/>
                    <a:pt x="56201" y="3596"/>
                  </a:cubicBezTo>
                  <a:lnTo>
                    <a:pt x="231462" y="98867"/>
                  </a:lnTo>
                  <a:cubicBezTo>
                    <a:pt x="250645" y="109481"/>
                    <a:pt x="257593" y="133637"/>
                    <a:pt x="246979" y="152820"/>
                  </a:cubicBezTo>
                  <a:cubicBezTo>
                    <a:pt x="240017" y="165404"/>
                    <a:pt x="226791" y="173239"/>
                    <a:pt x="212408" y="17329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63A18B1-0B89-1744-850F-1729AC2010BE}"/>
                </a:ext>
              </a:extLst>
            </p:cNvPr>
            <p:cNvSpPr/>
            <p:nvPr/>
          </p:nvSpPr>
          <p:spPr>
            <a:xfrm>
              <a:off x="1675922" y="3657036"/>
              <a:ext cx="396768" cy="737666"/>
            </a:xfrm>
            <a:custGeom>
              <a:avLst/>
              <a:gdLst>
                <a:gd name="connsiteX0" fmla="*/ 39697 w 396768"/>
                <a:gd name="connsiteY0" fmla="*/ 737667 h 737666"/>
                <a:gd name="connsiteX1" fmla="*/ 39697 w 396768"/>
                <a:gd name="connsiteY1" fmla="*/ 737667 h 737666"/>
                <a:gd name="connsiteX2" fmla="*/ 0 w 396768"/>
                <a:gd name="connsiteY2" fmla="*/ 697970 h 737666"/>
                <a:gd name="connsiteX3" fmla="*/ 1489 w 396768"/>
                <a:gd name="connsiteY3" fmla="*/ 232131 h 737666"/>
                <a:gd name="connsiteX4" fmla="*/ 11016 w 396768"/>
                <a:gd name="connsiteY4" fmla="*/ 206229 h 737666"/>
                <a:gd name="connsiteX5" fmla="*/ 93089 w 396768"/>
                <a:gd name="connsiteY5" fmla="*/ 110263 h 737666"/>
                <a:gd name="connsiteX6" fmla="*/ 93089 w 396768"/>
                <a:gd name="connsiteY6" fmla="*/ 66051 h 737666"/>
                <a:gd name="connsiteX7" fmla="*/ 128170 w 396768"/>
                <a:gd name="connsiteY7" fmla="*/ 26603 h 737666"/>
                <a:gd name="connsiteX8" fmla="*/ 351464 w 396768"/>
                <a:gd name="connsiteY8" fmla="*/ 403 h 737666"/>
                <a:gd name="connsiteX9" fmla="*/ 396366 w 396768"/>
                <a:gd name="connsiteY9" fmla="*/ 34096 h 737666"/>
                <a:gd name="connsiteX10" fmla="*/ 362673 w 396768"/>
                <a:gd name="connsiteY10" fmla="*/ 79000 h 737666"/>
                <a:gd name="connsiteX11" fmla="*/ 360495 w 396768"/>
                <a:gd name="connsiteY11" fmla="*/ 79250 h 737666"/>
                <a:gd name="connsiteX12" fmla="*/ 172482 w 396768"/>
                <a:gd name="connsiteY12" fmla="*/ 101331 h 737666"/>
                <a:gd name="connsiteX13" fmla="*/ 172482 w 396768"/>
                <a:gd name="connsiteY13" fmla="*/ 124901 h 737666"/>
                <a:gd name="connsiteX14" fmla="*/ 163004 w 396768"/>
                <a:gd name="connsiteY14" fmla="*/ 150704 h 737666"/>
                <a:gd name="connsiteX15" fmla="*/ 80832 w 396768"/>
                <a:gd name="connsiteY15" fmla="*/ 246819 h 737666"/>
                <a:gd name="connsiteX16" fmla="*/ 79393 w 396768"/>
                <a:gd name="connsiteY16" fmla="*/ 698070 h 737666"/>
                <a:gd name="connsiteX17" fmla="*/ 39697 w 396768"/>
                <a:gd name="connsiteY17" fmla="*/ 737667 h 73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6768" h="737666">
                  <a:moveTo>
                    <a:pt x="39697" y="737667"/>
                  </a:moveTo>
                  <a:lnTo>
                    <a:pt x="39697" y="737667"/>
                  </a:lnTo>
                  <a:cubicBezTo>
                    <a:pt x="17773" y="737667"/>
                    <a:pt x="0" y="719893"/>
                    <a:pt x="0" y="697970"/>
                  </a:cubicBezTo>
                  <a:lnTo>
                    <a:pt x="1489" y="232131"/>
                  </a:lnTo>
                  <a:cubicBezTo>
                    <a:pt x="1464" y="222636"/>
                    <a:pt x="4844" y="213446"/>
                    <a:pt x="11016" y="206229"/>
                  </a:cubicBezTo>
                  <a:lnTo>
                    <a:pt x="93089" y="110263"/>
                  </a:lnTo>
                  <a:lnTo>
                    <a:pt x="93089" y="66051"/>
                  </a:lnTo>
                  <a:cubicBezTo>
                    <a:pt x="93078" y="45904"/>
                    <a:pt x="108160" y="28945"/>
                    <a:pt x="128170" y="26603"/>
                  </a:cubicBezTo>
                  <a:lnTo>
                    <a:pt x="351464" y="403"/>
                  </a:lnTo>
                  <a:cubicBezTo>
                    <a:pt x="373168" y="-2693"/>
                    <a:pt x="393274" y="12392"/>
                    <a:pt x="396366" y="34096"/>
                  </a:cubicBezTo>
                  <a:cubicBezTo>
                    <a:pt x="399462" y="55800"/>
                    <a:pt x="384377" y="75905"/>
                    <a:pt x="362673" y="79000"/>
                  </a:cubicBezTo>
                  <a:cubicBezTo>
                    <a:pt x="361949" y="79104"/>
                    <a:pt x="361224" y="79187"/>
                    <a:pt x="360495" y="79250"/>
                  </a:cubicBezTo>
                  <a:lnTo>
                    <a:pt x="172482" y="101331"/>
                  </a:lnTo>
                  <a:lnTo>
                    <a:pt x="172482" y="124901"/>
                  </a:lnTo>
                  <a:cubicBezTo>
                    <a:pt x="172496" y="134356"/>
                    <a:pt x="169135" y="143506"/>
                    <a:pt x="163004" y="150704"/>
                  </a:cubicBezTo>
                  <a:lnTo>
                    <a:pt x="80832" y="246819"/>
                  </a:lnTo>
                  <a:lnTo>
                    <a:pt x="79393" y="698070"/>
                  </a:lnTo>
                  <a:cubicBezTo>
                    <a:pt x="79339" y="719952"/>
                    <a:pt x="61582" y="737667"/>
                    <a:pt x="39697" y="73766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94D0A9C-0DD0-4A43-B925-FFC957C8EA31}"/>
                </a:ext>
              </a:extLst>
            </p:cNvPr>
            <p:cNvSpPr/>
            <p:nvPr/>
          </p:nvSpPr>
          <p:spPr>
            <a:xfrm>
              <a:off x="1693694" y="3853794"/>
              <a:ext cx="470589" cy="128561"/>
            </a:xfrm>
            <a:custGeom>
              <a:avLst/>
              <a:gdLst>
                <a:gd name="connsiteX0" fmla="*/ 213411 w 470589"/>
                <a:gd name="connsiteY0" fmla="*/ 128561 h 128561"/>
                <a:gd name="connsiteX1" fmla="*/ 202593 w 470589"/>
                <a:gd name="connsiteY1" fmla="*/ 127073 h 128561"/>
                <a:gd name="connsiteX2" fmla="*/ 28921 w 470589"/>
                <a:gd name="connsiteY2" fmla="*/ 78048 h 128561"/>
                <a:gd name="connsiteX3" fmla="*/ 1505 w 470589"/>
                <a:gd name="connsiteY3" fmla="*/ 29047 h 128561"/>
                <a:gd name="connsiteX4" fmla="*/ 50506 w 470589"/>
                <a:gd name="connsiteY4" fmla="*/ 1632 h 128561"/>
                <a:gd name="connsiteX5" fmla="*/ 214254 w 470589"/>
                <a:gd name="connsiteY5" fmla="*/ 47928 h 128561"/>
                <a:gd name="connsiteX6" fmla="*/ 422115 w 470589"/>
                <a:gd name="connsiteY6" fmla="*/ 987 h 128561"/>
                <a:gd name="connsiteX7" fmla="*/ 469602 w 470589"/>
                <a:gd name="connsiteY7" fmla="*/ 30957 h 128561"/>
                <a:gd name="connsiteX8" fmla="*/ 439632 w 470589"/>
                <a:gd name="connsiteY8" fmla="*/ 78444 h 128561"/>
                <a:gd name="connsiteX9" fmla="*/ 222144 w 470589"/>
                <a:gd name="connsiteY9" fmla="*/ 127519 h 128561"/>
                <a:gd name="connsiteX10" fmla="*/ 213411 w 470589"/>
                <a:gd name="connsiteY10" fmla="*/ 128561 h 12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589" h="128561">
                  <a:moveTo>
                    <a:pt x="213411" y="128561"/>
                  </a:moveTo>
                  <a:cubicBezTo>
                    <a:pt x="209754" y="128566"/>
                    <a:pt x="206113" y="128065"/>
                    <a:pt x="202593" y="127073"/>
                  </a:cubicBezTo>
                  <a:lnTo>
                    <a:pt x="28921" y="78048"/>
                  </a:lnTo>
                  <a:cubicBezTo>
                    <a:pt x="7819" y="72087"/>
                    <a:pt x="-4455" y="50149"/>
                    <a:pt x="1505" y="29047"/>
                  </a:cubicBezTo>
                  <a:cubicBezTo>
                    <a:pt x="7466" y="7945"/>
                    <a:pt x="29404" y="-4329"/>
                    <a:pt x="50506" y="1632"/>
                  </a:cubicBezTo>
                  <a:lnTo>
                    <a:pt x="214254" y="47928"/>
                  </a:lnTo>
                  <a:lnTo>
                    <a:pt x="422115" y="987"/>
                  </a:lnTo>
                  <a:cubicBezTo>
                    <a:pt x="443507" y="-3850"/>
                    <a:pt x="464764" y="9568"/>
                    <a:pt x="469602" y="30957"/>
                  </a:cubicBezTo>
                  <a:cubicBezTo>
                    <a:pt x="474440" y="52347"/>
                    <a:pt x="461023" y="73607"/>
                    <a:pt x="439632" y="78444"/>
                  </a:cubicBezTo>
                  <a:lnTo>
                    <a:pt x="222144" y="127519"/>
                  </a:lnTo>
                  <a:cubicBezTo>
                    <a:pt x="219280" y="128187"/>
                    <a:pt x="216351" y="128537"/>
                    <a:pt x="213411" y="1285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3A2B2B48-94DA-F345-934E-31D4862EADDF}"/>
                </a:ext>
              </a:extLst>
            </p:cNvPr>
            <p:cNvSpPr/>
            <p:nvPr/>
          </p:nvSpPr>
          <p:spPr>
            <a:xfrm>
              <a:off x="1869862" y="3654362"/>
              <a:ext cx="302565" cy="838739"/>
            </a:xfrm>
            <a:custGeom>
              <a:avLst/>
              <a:gdLst>
                <a:gd name="connsiteX0" fmla="*/ 39625 w 302565"/>
                <a:gd name="connsiteY0" fmla="*/ 838738 h 838739"/>
                <a:gd name="connsiteX1" fmla="*/ 0 w 302565"/>
                <a:gd name="connsiteY1" fmla="*/ 798972 h 838739"/>
                <a:gd name="connsiteX2" fmla="*/ 30246 w 302565"/>
                <a:gd name="connsiteY2" fmla="*/ 760487 h 838739"/>
                <a:gd name="connsiteX3" fmla="*/ 223172 w 302565"/>
                <a:gd name="connsiteY3" fmla="*/ 713347 h 838739"/>
                <a:gd name="connsiteX4" fmla="*/ 223172 w 302565"/>
                <a:gd name="connsiteY4" fmla="*/ 237782 h 838739"/>
                <a:gd name="connsiteX5" fmla="*/ 147153 w 302565"/>
                <a:gd name="connsiteY5" fmla="*/ 116906 h 838739"/>
                <a:gd name="connsiteX6" fmla="*/ 141050 w 302565"/>
                <a:gd name="connsiteY6" fmla="*/ 95768 h 838739"/>
                <a:gd name="connsiteX7" fmla="*/ 141050 w 302565"/>
                <a:gd name="connsiteY7" fmla="*/ 39697 h 838739"/>
                <a:gd name="connsiteX8" fmla="*/ 180746 w 302565"/>
                <a:gd name="connsiteY8" fmla="*/ 0 h 838739"/>
                <a:gd name="connsiteX9" fmla="*/ 220443 w 302565"/>
                <a:gd name="connsiteY9" fmla="*/ 39697 h 838739"/>
                <a:gd name="connsiteX10" fmla="*/ 220443 w 302565"/>
                <a:gd name="connsiteY10" fmla="*/ 84355 h 838739"/>
                <a:gd name="connsiteX11" fmla="*/ 296462 w 302565"/>
                <a:gd name="connsiteY11" fmla="*/ 205231 h 838739"/>
                <a:gd name="connsiteX12" fmla="*/ 302565 w 302565"/>
                <a:gd name="connsiteY12" fmla="*/ 226370 h 838739"/>
                <a:gd name="connsiteX13" fmla="*/ 302565 w 302565"/>
                <a:gd name="connsiteY13" fmla="*/ 744509 h 838739"/>
                <a:gd name="connsiteX14" fmla="*/ 272296 w 302565"/>
                <a:gd name="connsiteY14" fmla="*/ 783064 h 838739"/>
                <a:gd name="connsiteX15" fmla="*/ 49003 w 302565"/>
                <a:gd name="connsiteY15" fmla="*/ 837647 h 838739"/>
                <a:gd name="connsiteX16" fmla="*/ 39625 w 302565"/>
                <a:gd name="connsiteY16" fmla="*/ 838738 h 8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565" h="838739">
                  <a:moveTo>
                    <a:pt x="39625" y="838738"/>
                  </a:moveTo>
                  <a:cubicBezTo>
                    <a:pt x="17701" y="838699"/>
                    <a:pt x="-40" y="820895"/>
                    <a:pt x="0" y="798972"/>
                  </a:cubicBezTo>
                  <a:cubicBezTo>
                    <a:pt x="33" y="780712"/>
                    <a:pt x="12514" y="764833"/>
                    <a:pt x="30246" y="760487"/>
                  </a:cubicBezTo>
                  <a:lnTo>
                    <a:pt x="223172" y="713347"/>
                  </a:lnTo>
                  <a:lnTo>
                    <a:pt x="223172" y="237782"/>
                  </a:lnTo>
                  <a:lnTo>
                    <a:pt x="147153" y="116906"/>
                  </a:lnTo>
                  <a:cubicBezTo>
                    <a:pt x="143168" y="110576"/>
                    <a:pt x="141050" y="103248"/>
                    <a:pt x="141050" y="95768"/>
                  </a:cubicBezTo>
                  <a:lnTo>
                    <a:pt x="141050" y="39697"/>
                  </a:lnTo>
                  <a:cubicBezTo>
                    <a:pt x="141050" y="17773"/>
                    <a:pt x="158824" y="0"/>
                    <a:pt x="180746" y="0"/>
                  </a:cubicBezTo>
                  <a:cubicBezTo>
                    <a:pt x="202669" y="0"/>
                    <a:pt x="220443" y="17773"/>
                    <a:pt x="220443" y="39697"/>
                  </a:cubicBezTo>
                  <a:lnTo>
                    <a:pt x="220443" y="84355"/>
                  </a:lnTo>
                  <a:lnTo>
                    <a:pt x="296462" y="205231"/>
                  </a:lnTo>
                  <a:cubicBezTo>
                    <a:pt x="300446" y="211561"/>
                    <a:pt x="302565" y="218889"/>
                    <a:pt x="302565" y="226370"/>
                  </a:cubicBezTo>
                  <a:lnTo>
                    <a:pt x="302565" y="744509"/>
                  </a:lnTo>
                  <a:cubicBezTo>
                    <a:pt x="302565" y="762799"/>
                    <a:pt x="290066" y="778722"/>
                    <a:pt x="272296" y="783064"/>
                  </a:cubicBezTo>
                  <a:lnTo>
                    <a:pt x="49003" y="837647"/>
                  </a:lnTo>
                  <a:cubicBezTo>
                    <a:pt x="45932" y="838391"/>
                    <a:pt x="42784" y="838758"/>
                    <a:pt x="39625" y="8387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63">
            <a:extLst>
              <a:ext uri="{FF2B5EF4-FFF2-40B4-BE49-F238E27FC236}">
                <a16:creationId xmlns:a16="http://schemas.microsoft.com/office/drawing/2014/main" id="{3CC8AF36-B304-4D56-858A-AE25E42FB88B}"/>
              </a:ext>
            </a:extLst>
          </p:cNvPr>
          <p:cNvGrpSpPr>
            <a:grpSpLocks noChangeAspect="1"/>
          </p:cNvGrpSpPr>
          <p:nvPr/>
        </p:nvGrpSpPr>
        <p:grpSpPr>
          <a:xfrm>
            <a:off x="2944554" y="3659126"/>
            <a:ext cx="595448" cy="830054"/>
            <a:chOff x="2944554" y="3659126"/>
            <a:chExt cx="595448" cy="83005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9CB4CBA0-BF8C-4941-9D2E-3883E01F7120}"/>
                </a:ext>
              </a:extLst>
            </p:cNvPr>
            <p:cNvSpPr/>
            <p:nvPr/>
          </p:nvSpPr>
          <p:spPr>
            <a:xfrm>
              <a:off x="3124329" y="3801389"/>
              <a:ext cx="79393" cy="351909"/>
            </a:xfrm>
            <a:custGeom>
              <a:avLst/>
              <a:gdLst>
                <a:gd name="connsiteX0" fmla="*/ 39697 w 79393"/>
                <a:gd name="connsiteY0" fmla="*/ 351910 h 351909"/>
                <a:gd name="connsiteX1" fmla="*/ 0 w 79393"/>
                <a:gd name="connsiteY1" fmla="*/ 312213 h 351909"/>
                <a:gd name="connsiteX2" fmla="*/ 0 w 79393"/>
                <a:gd name="connsiteY2" fmla="*/ 39697 h 351909"/>
                <a:gd name="connsiteX3" fmla="*/ 39697 w 79393"/>
                <a:gd name="connsiteY3" fmla="*/ 0 h 351909"/>
                <a:gd name="connsiteX4" fmla="*/ 79393 w 79393"/>
                <a:gd name="connsiteY4" fmla="*/ 39697 h 351909"/>
                <a:gd name="connsiteX5" fmla="*/ 79393 w 79393"/>
                <a:gd name="connsiteY5" fmla="*/ 312213 h 351909"/>
                <a:gd name="connsiteX6" fmla="*/ 39697 w 79393"/>
                <a:gd name="connsiteY6" fmla="*/ 351910 h 35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1909">
                  <a:moveTo>
                    <a:pt x="39697" y="351910"/>
                  </a:moveTo>
                  <a:cubicBezTo>
                    <a:pt x="17773" y="351910"/>
                    <a:pt x="0" y="334137"/>
                    <a:pt x="0" y="3122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2213"/>
                  </a:lnTo>
                  <a:cubicBezTo>
                    <a:pt x="79393" y="334137"/>
                    <a:pt x="61621" y="351910"/>
                    <a:pt x="39697" y="3519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F9D7E15D-08CC-AF43-BA17-76DE29ADD3B8}"/>
                </a:ext>
              </a:extLst>
            </p:cNvPr>
            <p:cNvSpPr/>
            <p:nvPr/>
          </p:nvSpPr>
          <p:spPr>
            <a:xfrm>
              <a:off x="2967776" y="3943651"/>
              <a:ext cx="549003" cy="79393"/>
            </a:xfrm>
            <a:custGeom>
              <a:avLst/>
              <a:gdLst>
                <a:gd name="connsiteX0" fmla="*/ 509307 w 549003"/>
                <a:gd name="connsiteY0" fmla="*/ 79393 h 79393"/>
                <a:gd name="connsiteX1" fmla="*/ 39697 w 549003"/>
                <a:gd name="connsiteY1" fmla="*/ 79393 h 79393"/>
                <a:gd name="connsiteX2" fmla="*/ 0 w 549003"/>
                <a:gd name="connsiteY2" fmla="*/ 39697 h 79393"/>
                <a:gd name="connsiteX3" fmla="*/ 39697 w 549003"/>
                <a:gd name="connsiteY3" fmla="*/ 0 h 79393"/>
                <a:gd name="connsiteX4" fmla="*/ 509307 w 549003"/>
                <a:gd name="connsiteY4" fmla="*/ 0 h 79393"/>
                <a:gd name="connsiteX5" fmla="*/ 549004 w 549003"/>
                <a:gd name="connsiteY5" fmla="*/ 39697 h 79393"/>
                <a:gd name="connsiteX6" fmla="*/ 509307 w 549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003" h="79393">
                  <a:moveTo>
                    <a:pt x="509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cubicBezTo>
                    <a:pt x="549004" y="61620"/>
                    <a:pt x="531230" y="79393"/>
                    <a:pt x="50930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AE8EBAEE-220C-6844-87AA-331D0F5702DA}"/>
                </a:ext>
              </a:extLst>
            </p:cNvPr>
            <p:cNvSpPr/>
            <p:nvPr/>
          </p:nvSpPr>
          <p:spPr>
            <a:xfrm>
              <a:off x="3280833" y="3801389"/>
              <a:ext cx="79393" cy="315190"/>
            </a:xfrm>
            <a:custGeom>
              <a:avLst/>
              <a:gdLst>
                <a:gd name="connsiteX0" fmla="*/ 39697 w 79393"/>
                <a:gd name="connsiteY0" fmla="*/ 315191 h 315190"/>
                <a:gd name="connsiteX1" fmla="*/ 0 w 79393"/>
                <a:gd name="connsiteY1" fmla="*/ 275494 h 315190"/>
                <a:gd name="connsiteX2" fmla="*/ 0 w 79393"/>
                <a:gd name="connsiteY2" fmla="*/ 39697 h 315190"/>
                <a:gd name="connsiteX3" fmla="*/ 39697 w 79393"/>
                <a:gd name="connsiteY3" fmla="*/ 0 h 315190"/>
                <a:gd name="connsiteX4" fmla="*/ 79393 w 79393"/>
                <a:gd name="connsiteY4" fmla="*/ 39697 h 315190"/>
                <a:gd name="connsiteX5" fmla="*/ 79393 w 79393"/>
                <a:gd name="connsiteY5" fmla="*/ 275494 h 315190"/>
                <a:gd name="connsiteX6" fmla="*/ 39697 w 79393"/>
                <a:gd name="connsiteY6" fmla="*/ 315191 h 31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5190">
                  <a:moveTo>
                    <a:pt x="39697" y="315191"/>
                  </a:moveTo>
                  <a:cubicBezTo>
                    <a:pt x="17773" y="315191"/>
                    <a:pt x="0" y="297418"/>
                    <a:pt x="0" y="2754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75494"/>
                  </a:lnTo>
                  <a:cubicBezTo>
                    <a:pt x="79393" y="297418"/>
                    <a:pt x="61619" y="315191"/>
                    <a:pt x="39697" y="3151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3C12490B-EF1F-264B-9C08-81592EAF874E}"/>
                </a:ext>
              </a:extLst>
            </p:cNvPr>
            <p:cNvSpPr/>
            <p:nvPr/>
          </p:nvSpPr>
          <p:spPr>
            <a:xfrm>
              <a:off x="3124329" y="3659126"/>
              <a:ext cx="79393" cy="221655"/>
            </a:xfrm>
            <a:custGeom>
              <a:avLst/>
              <a:gdLst>
                <a:gd name="connsiteX0" fmla="*/ 39697 w 79393"/>
                <a:gd name="connsiteY0" fmla="*/ 221656 h 221655"/>
                <a:gd name="connsiteX1" fmla="*/ 0 w 79393"/>
                <a:gd name="connsiteY1" fmla="*/ 181959 h 221655"/>
                <a:gd name="connsiteX2" fmla="*/ 0 w 79393"/>
                <a:gd name="connsiteY2" fmla="*/ 39697 h 221655"/>
                <a:gd name="connsiteX3" fmla="*/ 39697 w 79393"/>
                <a:gd name="connsiteY3" fmla="*/ 0 h 221655"/>
                <a:gd name="connsiteX4" fmla="*/ 79393 w 79393"/>
                <a:gd name="connsiteY4" fmla="*/ 39697 h 221655"/>
                <a:gd name="connsiteX5" fmla="*/ 79393 w 79393"/>
                <a:gd name="connsiteY5" fmla="*/ 181959 h 221655"/>
                <a:gd name="connsiteX6" fmla="*/ 39697 w 79393"/>
                <a:gd name="connsiteY6" fmla="*/ 221656 h 22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655">
                  <a:moveTo>
                    <a:pt x="39697" y="221656"/>
                  </a:moveTo>
                  <a:cubicBezTo>
                    <a:pt x="17773" y="221656"/>
                    <a:pt x="0" y="203883"/>
                    <a:pt x="0" y="181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1959"/>
                  </a:lnTo>
                  <a:cubicBezTo>
                    <a:pt x="79393" y="203883"/>
                    <a:pt x="61621" y="221656"/>
                    <a:pt x="39697" y="22165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AC0C34DB-34E6-2D4E-BB01-5C3AD23E6534}"/>
                </a:ext>
              </a:extLst>
            </p:cNvPr>
            <p:cNvSpPr/>
            <p:nvPr/>
          </p:nvSpPr>
          <p:spPr>
            <a:xfrm>
              <a:off x="2967776" y="3801389"/>
              <a:ext cx="549003" cy="79393"/>
            </a:xfrm>
            <a:custGeom>
              <a:avLst/>
              <a:gdLst>
                <a:gd name="connsiteX0" fmla="*/ 509307 w 549003"/>
                <a:gd name="connsiteY0" fmla="*/ 79393 h 79393"/>
                <a:gd name="connsiteX1" fmla="*/ 39697 w 549003"/>
                <a:gd name="connsiteY1" fmla="*/ 79393 h 79393"/>
                <a:gd name="connsiteX2" fmla="*/ 0 w 549003"/>
                <a:gd name="connsiteY2" fmla="*/ 39697 h 79393"/>
                <a:gd name="connsiteX3" fmla="*/ 39697 w 549003"/>
                <a:gd name="connsiteY3" fmla="*/ 0 h 79393"/>
                <a:gd name="connsiteX4" fmla="*/ 509307 w 549003"/>
                <a:gd name="connsiteY4" fmla="*/ 0 h 79393"/>
                <a:gd name="connsiteX5" fmla="*/ 549004 w 549003"/>
                <a:gd name="connsiteY5" fmla="*/ 39697 h 79393"/>
                <a:gd name="connsiteX6" fmla="*/ 509307 w 549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003" h="79393">
                  <a:moveTo>
                    <a:pt x="509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cubicBezTo>
                    <a:pt x="549004" y="61620"/>
                    <a:pt x="531230" y="79393"/>
                    <a:pt x="50930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E1BED86D-5350-8249-9BF2-241D7FF8A640}"/>
                </a:ext>
              </a:extLst>
            </p:cNvPr>
            <p:cNvSpPr/>
            <p:nvPr/>
          </p:nvSpPr>
          <p:spPr>
            <a:xfrm>
              <a:off x="3280833" y="3659126"/>
              <a:ext cx="79393" cy="221655"/>
            </a:xfrm>
            <a:custGeom>
              <a:avLst/>
              <a:gdLst>
                <a:gd name="connsiteX0" fmla="*/ 39697 w 79393"/>
                <a:gd name="connsiteY0" fmla="*/ 221656 h 221655"/>
                <a:gd name="connsiteX1" fmla="*/ 0 w 79393"/>
                <a:gd name="connsiteY1" fmla="*/ 181959 h 221655"/>
                <a:gd name="connsiteX2" fmla="*/ 0 w 79393"/>
                <a:gd name="connsiteY2" fmla="*/ 39697 h 221655"/>
                <a:gd name="connsiteX3" fmla="*/ 39697 w 79393"/>
                <a:gd name="connsiteY3" fmla="*/ 0 h 221655"/>
                <a:gd name="connsiteX4" fmla="*/ 79393 w 79393"/>
                <a:gd name="connsiteY4" fmla="*/ 39697 h 221655"/>
                <a:gd name="connsiteX5" fmla="*/ 79393 w 79393"/>
                <a:gd name="connsiteY5" fmla="*/ 181959 h 221655"/>
                <a:gd name="connsiteX6" fmla="*/ 39697 w 79393"/>
                <a:gd name="connsiteY6" fmla="*/ 221656 h 22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655">
                  <a:moveTo>
                    <a:pt x="39697" y="221656"/>
                  </a:moveTo>
                  <a:cubicBezTo>
                    <a:pt x="17773" y="221656"/>
                    <a:pt x="0" y="203883"/>
                    <a:pt x="0" y="181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81959"/>
                  </a:lnTo>
                  <a:cubicBezTo>
                    <a:pt x="79393" y="203883"/>
                    <a:pt x="61619" y="221656"/>
                    <a:pt x="39697" y="22165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7C9744EF-BCC7-514A-8A45-E0D241717197}"/>
                </a:ext>
              </a:extLst>
            </p:cNvPr>
            <p:cNvSpPr/>
            <p:nvPr/>
          </p:nvSpPr>
          <p:spPr>
            <a:xfrm>
              <a:off x="2967776" y="3659126"/>
              <a:ext cx="549003" cy="541560"/>
            </a:xfrm>
            <a:custGeom>
              <a:avLst/>
              <a:gdLst>
                <a:gd name="connsiteX0" fmla="*/ 39697 w 549003"/>
                <a:gd name="connsiteY0" fmla="*/ 541560 h 541560"/>
                <a:gd name="connsiteX1" fmla="*/ 0 w 549003"/>
                <a:gd name="connsiteY1" fmla="*/ 501864 h 541560"/>
                <a:gd name="connsiteX2" fmla="*/ 0 w 549003"/>
                <a:gd name="connsiteY2" fmla="*/ 39697 h 541560"/>
                <a:gd name="connsiteX3" fmla="*/ 39697 w 549003"/>
                <a:gd name="connsiteY3" fmla="*/ 0 h 541560"/>
                <a:gd name="connsiteX4" fmla="*/ 509307 w 549003"/>
                <a:gd name="connsiteY4" fmla="*/ 0 h 541560"/>
                <a:gd name="connsiteX5" fmla="*/ 549004 w 549003"/>
                <a:gd name="connsiteY5" fmla="*/ 39697 h 541560"/>
                <a:gd name="connsiteX6" fmla="*/ 549004 w 549003"/>
                <a:gd name="connsiteY6" fmla="*/ 383766 h 541560"/>
                <a:gd name="connsiteX7" fmla="*/ 509307 w 549003"/>
                <a:gd name="connsiteY7" fmla="*/ 423463 h 541560"/>
                <a:gd name="connsiteX8" fmla="*/ 469611 w 549003"/>
                <a:gd name="connsiteY8" fmla="*/ 383766 h 541560"/>
                <a:gd name="connsiteX9" fmla="*/ 469611 w 549003"/>
                <a:gd name="connsiteY9" fmla="*/ 79393 h 541560"/>
                <a:gd name="connsiteX10" fmla="*/ 79393 w 549003"/>
                <a:gd name="connsiteY10" fmla="*/ 79393 h 541560"/>
                <a:gd name="connsiteX11" fmla="*/ 79393 w 549003"/>
                <a:gd name="connsiteY11" fmla="*/ 501864 h 541560"/>
                <a:gd name="connsiteX12" fmla="*/ 39697 w 549003"/>
                <a:gd name="connsiteY12" fmla="*/ 541560 h 54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003" h="541560">
                  <a:moveTo>
                    <a:pt x="39697" y="541560"/>
                  </a:moveTo>
                  <a:cubicBezTo>
                    <a:pt x="17773" y="541560"/>
                    <a:pt x="0" y="523786"/>
                    <a:pt x="0" y="50186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lnTo>
                    <a:pt x="549004" y="383766"/>
                  </a:lnTo>
                  <a:cubicBezTo>
                    <a:pt x="549004" y="405690"/>
                    <a:pt x="531230" y="423463"/>
                    <a:pt x="509307" y="423463"/>
                  </a:cubicBezTo>
                  <a:cubicBezTo>
                    <a:pt x="487385" y="423463"/>
                    <a:pt x="469611" y="405690"/>
                    <a:pt x="469611" y="383766"/>
                  </a:cubicBezTo>
                  <a:lnTo>
                    <a:pt x="469611" y="79393"/>
                  </a:lnTo>
                  <a:lnTo>
                    <a:pt x="79393" y="79393"/>
                  </a:lnTo>
                  <a:lnTo>
                    <a:pt x="79393" y="501864"/>
                  </a:lnTo>
                  <a:cubicBezTo>
                    <a:pt x="79393" y="523786"/>
                    <a:pt x="61621" y="541560"/>
                    <a:pt x="39697" y="5415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89534A8-0CE5-814C-8F22-BB14DEB084FD}"/>
                </a:ext>
              </a:extLst>
            </p:cNvPr>
            <p:cNvSpPr/>
            <p:nvPr/>
          </p:nvSpPr>
          <p:spPr>
            <a:xfrm>
              <a:off x="2944554" y="3997212"/>
              <a:ext cx="595448" cy="491969"/>
            </a:xfrm>
            <a:custGeom>
              <a:avLst/>
              <a:gdLst>
                <a:gd name="connsiteX0" fmla="*/ 555752 w 595448"/>
                <a:gd name="connsiteY0" fmla="*/ 491969 h 491969"/>
                <a:gd name="connsiteX1" fmla="*/ 39697 w 595448"/>
                <a:gd name="connsiteY1" fmla="*/ 491969 h 491969"/>
                <a:gd name="connsiteX2" fmla="*/ 0 w 595448"/>
                <a:gd name="connsiteY2" fmla="*/ 452273 h 491969"/>
                <a:gd name="connsiteX3" fmla="*/ 0 w 595448"/>
                <a:gd name="connsiteY3" fmla="*/ 173702 h 491969"/>
                <a:gd name="connsiteX4" fmla="*/ 29772 w 595448"/>
                <a:gd name="connsiteY4" fmla="*/ 135246 h 491969"/>
                <a:gd name="connsiteX5" fmla="*/ 545828 w 595448"/>
                <a:gd name="connsiteY5" fmla="*/ 1270 h 491969"/>
                <a:gd name="connsiteX6" fmla="*/ 594189 w 595448"/>
                <a:gd name="connsiteY6" fmla="*/ 29782 h 491969"/>
                <a:gd name="connsiteX7" fmla="*/ 595449 w 595448"/>
                <a:gd name="connsiteY7" fmla="*/ 39726 h 491969"/>
                <a:gd name="connsiteX8" fmla="*/ 595449 w 595448"/>
                <a:gd name="connsiteY8" fmla="*/ 452421 h 491969"/>
                <a:gd name="connsiteX9" fmla="*/ 555752 w 595448"/>
                <a:gd name="connsiteY9" fmla="*/ 491969 h 491969"/>
                <a:gd name="connsiteX10" fmla="*/ 79393 w 595448"/>
                <a:gd name="connsiteY10" fmla="*/ 412576 h 491969"/>
                <a:gd name="connsiteX11" fmla="*/ 516056 w 595448"/>
                <a:gd name="connsiteY11" fmla="*/ 412576 h 491969"/>
                <a:gd name="connsiteX12" fmla="*/ 516056 w 595448"/>
                <a:gd name="connsiteY12" fmla="*/ 90885 h 491969"/>
                <a:gd name="connsiteX13" fmla="*/ 79393 w 595448"/>
                <a:gd name="connsiteY13" fmla="*/ 204467 h 49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5448" h="491969">
                  <a:moveTo>
                    <a:pt x="555752" y="491969"/>
                  </a:moveTo>
                  <a:lnTo>
                    <a:pt x="39697" y="491969"/>
                  </a:lnTo>
                  <a:cubicBezTo>
                    <a:pt x="17773" y="491969"/>
                    <a:pt x="0" y="474195"/>
                    <a:pt x="0" y="452273"/>
                  </a:cubicBezTo>
                  <a:lnTo>
                    <a:pt x="0" y="173702"/>
                  </a:lnTo>
                  <a:cubicBezTo>
                    <a:pt x="-9" y="155595"/>
                    <a:pt x="12238" y="139771"/>
                    <a:pt x="29772" y="135246"/>
                  </a:cubicBezTo>
                  <a:lnTo>
                    <a:pt x="545828" y="1270"/>
                  </a:lnTo>
                  <a:cubicBezTo>
                    <a:pt x="567056" y="-4211"/>
                    <a:pt x="588706" y="8555"/>
                    <a:pt x="594189" y="29782"/>
                  </a:cubicBezTo>
                  <a:cubicBezTo>
                    <a:pt x="595027" y="33030"/>
                    <a:pt x="595449" y="36371"/>
                    <a:pt x="595449" y="39726"/>
                  </a:cubicBezTo>
                  <a:lnTo>
                    <a:pt x="595449" y="452421"/>
                  </a:lnTo>
                  <a:cubicBezTo>
                    <a:pt x="595365" y="474289"/>
                    <a:pt x="577620" y="491969"/>
                    <a:pt x="555752" y="491969"/>
                  </a:cubicBezTo>
                  <a:close/>
                  <a:moveTo>
                    <a:pt x="79393" y="412576"/>
                  </a:moveTo>
                  <a:lnTo>
                    <a:pt x="516056" y="412576"/>
                  </a:lnTo>
                  <a:lnTo>
                    <a:pt x="516056" y="90885"/>
                  </a:lnTo>
                  <a:lnTo>
                    <a:pt x="79393" y="20446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8" name="Picture Placeholder 65">
            <a:extLst>
              <a:ext uri="{FF2B5EF4-FFF2-40B4-BE49-F238E27FC236}">
                <a16:creationId xmlns:a16="http://schemas.microsoft.com/office/drawing/2014/main" id="{677C1139-3300-4C9D-8E07-FE2D3E1EC128}"/>
              </a:ext>
            </a:extLst>
          </p:cNvPr>
          <p:cNvGrpSpPr>
            <a:grpSpLocks noChangeAspect="1"/>
          </p:cNvGrpSpPr>
          <p:nvPr/>
        </p:nvGrpSpPr>
        <p:grpSpPr>
          <a:xfrm>
            <a:off x="4142724" y="3657092"/>
            <a:ext cx="834124" cy="834123"/>
            <a:chOff x="4142724" y="3657092"/>
            <a:chExt cx="834124" cy="834123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32D0C741-D89B-574A-B7C7-9597C770AD45}"/>
                </a:ext>
              </a:extLst>
            </p:cNvPr>
            <p:cNvSpPr/>
            <p:nvPr/>
          </p:nvSpPr>
          <p:spPr>
            <a:xfrm>
              <a:off x="4142724" y="3657092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A16CABD0-B3A8-1B41-9F7C-E2A8C96D669E}"/>
                </a:ext>
              </a:extLst>
            </p:cNvPr>
            <p:cNvSpPr/>
            <p:nvPr/>
          </p:nvSpPr>
          <p:spPr>
            <a:xfrm>
              <a:off x="4423371" y="3847181"/>
              <a:ext cx="362369" cy="362288"/>
            </a:xfrm>
            <a:custGeom>
              <a:avLst/>
              <a:gdLst>
                <a:gd name="connsiteX0" fmla="*/ 322493 w 362369"/>
                <a:gd name="connsiteY0" fmla="*/ 362288 h 362288"/>
                <a:gd name="connsiteX1" fmla="*/ 294457 w 362369"/>
                <a:gd name="connsiteY1" fmla="*/ 350677 h 362288"/>
                <a:gd name="connsiteX2" fmla="*/ 11619 w 362369"/>
                <a:gd name="connsiteY2" fmla="*/ 67839 h 362288"/>
                <a:gd name="connsiteX3" fmla="*/ 11668 w 362369"/>
                <a:gd name="connsiteY3" fmla="*/ 11619 h 362288"/>
                <a:gd name="connsiteX4" fmla="*/ 67889 w 362369"/>
                <a:gd name="connsiteY4" fmla="*/ 11668 h 362288"/>
                <a:gd name="connsiteX5" fmla="*/ 350727 w 362369"/>
                <a:gd name="connsiteY5" fmla="*/ 294506 h 362288"/>
                <a:gd name="connsiteX6" fmla="*/ 350757 w 362369"/>
                <a:gd name="connsiteY6" fmla="*/ 350647 h 362288"/>
                <a:gd name="connsiteX7" fmla="*/ 322493 w 362369"/>
                <a:gd name="connsiteY7" fmla="*/ 362288 h 36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369" h="362288">
                  <a:moveTo>
                    <a:pt x="322493" y="362288"/>
                  </a:moveTo>
                  <a:cubicBezTo>
                    <a:pt x="311978" y="362283"/>
                    <a:pt x="301895" y="358105"/>
                    <a:pt x="294457" y="350677"/>
                  </a:cubicBezTo>
                  <a:lnTo>
                    <a:pt x="11619" y="67839"/>
                  </a:lnTo>
                  <a:cubicBezTo>
                    <a:pt x="-3892" y="52300"/>
                    <a:pt x="-3870" y="27130"/>
                    <a:pt x="11668" y="11619"/>
                  </a:cubicBezTo>
                  <a:cubicBezTo>
                    <a:pt x="27207" y="-3892"/>
                    <a:pt x="52378" y="-3870"/>
                    <a:pt x="67889" y="11668"/>
                  </a:cubicBezTo>
                  <a:lnTo>
                    <a:pt x="350727" y="294506"/>
                  </a:lnTo>
                  <a:cubicBezTo>
                    <a:pt x="366238" y="309998"/>
                    <a:pt x="366253" y="335136"/>
                    <a:pt x="350757" y="350647"/>
                  </a:cubicBezTo>
                  <a:cubicBezTo>
                    <a:pt x="343269" y="358145"/>
                    <a:pt x="333092" y="362338"/>
                    <a:pt x="322493" y="3622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2660B7FC-F0E5-A04C-AB95-D2AABEF3ABCB}"/>
                </a:ext>
              </a:extLst>
            </p:cNvPr>
            <p:cNvSpPr/>
            <p:nvPr/>
          </p:nvSpPr>
          <p:spPr>
            <a:xfrm>
              <a:off x="4327264" y="3940575"/>
              <a:ext cx="362905" cy="362924"/>
            </a:xfrm>
            <a:custGeom>
              <a:avLst/>
              <a:gdLst>
                <a:gd name="connsiteX0" fmla="*/ 323229 w 362905"/>
                <a:gd name="connsiteY0" fmla="*/ 362925 h 362924"/>
                <a:gd name="connsiteX1" fmla="*/ 295193 w 362905"/>
                <a:gd name="connsiteY1" fmla="*/ 351314 h 362924"/>
                <a:gd name="connsiteX2" fmla="*/ 12355 w 362905"/>
                <a:gd name="connsiteY2" fmla="*/ 68476 h 362924"/>
                <a:gd name="connsiteX3" fmla="*/ 10917 w 362905"/>
                <a:gd name="connsiteY3" fmla="*/ 12355 h 362924"/>
                <a:gd name="connsiteX4" fmla="*/ 67038 w 362905"/>
                <a:gd name="connsiteY4" fmla="*/ 10917 h 362924"/>
                <a:gd name="connsiteX5" fmla="*/ 68476 w 362905"/>
                <a:gd name="connsiteY5" fmla="*/ 12355 h 362924"/>
                <a:gd name="connsiteX6" fmla="*/ 351314 w 362905"/>
                <a:gd name="connsiteY6" fmla="*/ 295193 h 362924"/>
                <a:gd name="connsiteX7" fmla="*/ 351245 w 362905"/>
                <a:gd name="connsiteY7" fmla="*/ 351334 h 362924"/>
                <a:gd name="connsiteX8" fmla="*/ 323229 w 362905"/>
                <a:gd name="connsiteY8" fmla="*/ 362925 h 3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905" h="362924">
                  <a:moveTo>
                    <a:pt x="323229" y="362925"/>
                  </a:moveTo>
                  <a:cubicBezTo>
                    <a:pt x="312714" y="362920"/>
                    <a:pt x="302631" y="358742"/>
                    <a:pt x="295193" y="351314"/>
                  </a:cubicBezTo>
                  <a:lnTo>
                    <a:pt x="12355" y="68476"/>
                  </a:lnTo>
                  <a:cubicBezTo>
                    <a:pt x="-3540" y="53375"/>
                    <a:pt x="-4183" y="28249"/>
                    <a:pt x="10917" y="12355"/>
                  </a:cubicBezTo>
                  <a:cubicBezTo>
                    <a:pt x="26018" y="-3540"/>
                    <a:pt x="51144" y="-4183"/>
                    <a:pt x="67038" y="10917"/>
                  </a:cubicBezTo>
                  <a:cubicBezTo>
                    <a:pt x="67530" y="11384"/>
                    <a:pt x="68009" y="11864"/>
                    <a:pt x="68476" y="12355"/>
                  </a:cubicBezTo>
                  <a:lnTo>
                    <a:pt x="351314" y="295193"/>
                  </a:lnTo>
                  <a:cubicBezTo>
                    <a:pt x="366796" y="310714"/>
                    <a:pt x="366766" y="335847"/>
                    <a:pt x="351245" y="351334"/>
                  </a:cubicBezTo>
                  <a:cubicBezTo>
                    <a:pt x="343807" y="358752"/>
                    <a:pt x="333734" y="362920"/>
                    <a:pt x="323229" y="3629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2" name="Picture Placeholder 67">
            <a:extLst>
              <a:ext uri="{FF2B5EF4-FFF2-40B4-BE49-F238E27FC236}">
                <a16:creationId xmlns:a16="http://schemas.microsoft.com/office/drawing/2014/main" id="{4FF5B235-D15F-42B7-A0B1-E2DF507A95DC}"/>
              </a:ext>
            </a:extLst>
          </p:cNvPr>
          <p:cNvGrpSpPr>
            <a:grpSpLocks noChangeAspect="1"/>
          </p:cNvGrpSpPr>
          <p:nvPr/>
        </p:nvGrpSpPr>
        <p:grpSpPr>
          <a:xfrm>
            <a:off x="5549351" y="3668951"/>
            <a:ext cx="655936" cy="810405"/>
            <a:chOff x="5549351" y="3668951"/>
            <a:chExt cx="655936" cy="810405"/>
          </a:xfrm>
        </p:grpSpPr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9C91EDEB-38AF-A34E-BD33-E147E18C6FB4}"/>
                </a:ext>
              </a:extLst>
            </p:cNvPr>
            <p:cNvSpPr/>
            <p:nvPr/>
          </p:nvSpPr>
          <p:spPr>
            <a:xfrm>
              <a:off x="5553232" y="4039995"/>
              <a:ext cx="642510" cy="439361"/>
            </a:xfrm>
            <a:custGeom>
              <a:avLst/>
              <a:gdLst>
                <a:gd name="connsiteX0" fmla="*/ 547455 w 642510"/>
                <a:gd name="connsiteY0" fmla="*/ 439362 h 439361"/>
                <a:gd name="connsiteX1" fmla="*/ 101215 w 642510"/>
                <a:gd name="connsiteY1" fmla="*/ 439362 h 439361"/>
                <a:gd name="connsiteX2" fmla="*/ 62114 w 642510"/>
                <a:gd name="connsiteY2" fmla="*/ 406364 h 439361"/>
                <a:gd name="connsiteX3" fmla="*/ 287 w 642510"/>
                <a:gd name="connsiteY3" fmla="*/ 44430 h 439361"/>
                <a:gd name="connsiteX4" fmla="*/ 34969 w 642510"/>
                <a:gd name="connsiteY4" fmla="*/ 286 h 439361"/>
                <a:gd name="connsiteX5" fmla="*/ 78440 w 642510"/>
                <a:gd name="connsiteY5" fmla="*/ 31033 h 439361"/>
                <a:gd name="connsiteX6" fmla="*/ 134610 w 642510"/>
                <a:gd name="connsiteY6" fmla="*/ 359968 h 439361"/>
                <a:gd name="connsiteX7" fmla="*/ 513415 w 642510"/>
                <a:gd name="connsiteY7" fmla="*/ 359968 h 439361"/>
                <a:gd name="connsiteX8" fmla="*/ 563433 w 642510"/>
                <a:gd name="connsiteY8" fmla="*/ 41205 h 439361"/>
                <a:gd name="connsiteX9" fmla="*/ 607838 w 642510"/>
                <a:gd name="connsiteY9" fmla="*/ 6860 h 439361"/>
                <a:gd name="connsiteX10" fmla="*/ 642186 w 642510"/>
                <a:gd name="connsiteY10" fmla="*/ 51267 h 439361"/>
                <a:gd name="connsiteX11" fmla="*/ 641833 w 642510"/>
                <a:gd name="connsiteY11" fmla="*/ 53511 h 439361"/>
                <a:gd name="connsiteX12" fmla="*/ 586556 w 642510"/>
                <a:gd name="connsiteY12" fmla="*/ 405818 h 439361"/>
                <a:gd name="connsiteX13" fmla="*/ 547455 w 642510"/>
                <a:gd name="connsiteY13" fmla="*/ 439362 h 43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2510" h="439361">
                  <a:moveTo>
                    <a:pt x="547455" y="439362"/>
                  </a:moveTo>
                  <a:lnTo>
                    <a:pt x="101215" y="439362"/>
                  </a:lnTo>
                  <a:cubicBezTo>
                    <a:pt x="81886" y="439347"/>
                    <a:pt x="65376" y="425418"/>
                    <a:pt x="62114" y="406364"/>
                  </a:cubicBezTo>
                  <a:lnTo>
                    <a:pt x="287" y="44430"/>
                  </a:lnTo>
                  <a:cubicBezTo>
                    <a:pt x="-2326" y="22663"/>
                    <a:pt x="13202" y="2898"/>
                    <a:pt x="34969" y="286"/>
                  </a:cubicBezTo>
                  <a:cubicBezTo>
                    <a:pt x="55204" y="-2143"/>
                    <a:pt x="73990" y="11145"/>
                    <a:pt x="78440" y="31033"/>
                  </a:cubicBezTo>
                  <a:lnTo>
                    <a:pt x="134610" y="359968"/>
                  </a:lnTo>
                  <a:lnTo>
                    <a:pt x="513415" y="359968"/>
                  </a:lnTo>
                  <a:lnTo>
                    <a:pt x="563433" y="41205"/>
                  </a:lnTo>
                  <a:cubicBezTo>
                    <a:pt x="566212" y="19458"/>
                    <a:pt x="586095" y="4081"/>
                    <a:pt x="607838" y="6860"/>
                  </a:cubicBezTo>
                  <a:cubicBezTo>
                    <a:pt x="629587" y="9638"/>
                    <a:pt x="644965" y="29520"/>
                    <a:pt x="642186" y="51267"/>
                  </a:cubicBezTo>
                  <a:cubicBezTo>
                    <a:pt x="642092" y="52018"/>
                    <a:pt x="641972" y="52766"/>
                    <a:pt x="641833" y="53511"/>
                  </a:cubicBezTo>
                  <a:lnTo>
                    <a:pt x="586556" y="405818"/>
                  </a:lnTo>
                  <a:cubicBezTo>
                    <a:pt x="583534" y="425086"/>
                    <a:pt x="566961" y="439307"/>
                    <a:pt x="547455" y="4393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CE94C899-15E1-F74E-9F59-F8492888A5C2}"/>
                </a:ext>
              </a:extLst>
            </p:cNvPr>
            <p:cNvSpPr/>
            <p:nvPr/>
          </p:nvSpPr>
          <p:spPr>
            <a:xfrm>
              <a:off x="5549351" y="3796439"/>
              <a:ext cx="655936" cy="372192"/>
            </a:xfrm>
            <a:custGeom>
              <a:avLst/>
              <a:gdLst>
                <a:gd name="connsiteX0" fmla="*/ 327795 w 655936"/>
                <a:gd name="connsiteY0" fmla="*/ 372143 h 372192"/>
                <a:gd name="connsiteX1" fmla="*/ 215801 w 655936"/>
                <a:gd name="connsiteY1" fmla="*/ 320885 h 372192"/>
                <a:gd name="connsiteX2" fmla="*/ 118494 w 655936"/>
                <a:gd name="connsiteY2" fmla="*/ 372143 h 372192"/>
                <a:gd name="connsiteX3" fmla="*/ 118494 w 655936"/>
                <a:gd name="connsiteY3" fmla="*/ 372143 h 372192"/>
                <a:gd name="connsiteX4" fmla="*/ 2580 w 655936"/>
                <a:gd name="connsiteY4" fmla="*/ 277864 h 372192"/>
                <a:gd name="connsiteX5" fmla="*/ 1737 w 655936"/>
                <a:gd name="connsiteY5" fmla="*/ 271612 h 372192"/>
                <a:gd name="connsiteX6" fmla="*/ 0 w 655936"/>
                <a:gd name="connsiteY6" fmla="*/ 246305 h 372192"/>
                <a:gd name="connsiteX7" fmla="*/ 259020 w 655936"/>
                <a:gd name="connsiteY7" fmla="*/ 583 h 372192"/>
                <a:gd name="connsiteX8" fmla="*/ 304883 w 655936"/>
                <a:gd name="connsiteY8" fmla="*/ 32960 h 372192"/>
                <a:gd name="connsiteX9" fmla="*/ 272506 w 655936"/>
                <a:gd name="connsiteY9" fmla="*/ 78823 h 372192"/>
                <a:gd name="connsiteX10" fmla="*/ 271822 w 655936"/>
                <a:gd name="connsiteY10" fmla="*/ 78934 h 372192"/>
                <a:gd name="connsiteX11" fmla="*/ 79145 w 655936"/>
                <a:gd name="connsiteY11" fmla="*/ 246156 h 372192"/>
                <a:gd name="connsiteX12" fmla="*/ 80534 w 655936"/>
                <a:gd name="connsiteY12" fmla="*/ 263424 h 372192"/>
                <a:gd name="connsiteX13" fmla="*/ 118246 w 655936"/>
                <a:gd name="connsiteY13" fmla="*/ 292750 h 372192"/>
                <a:gd name="connsiteX14" fmla="*/ 118246 w 655936"/>
                <a:gd name="connsiteY14" fmla="*/ 292750 h 372192"/>
                <a:gd name="connsiteX15" fmla="*/ 178039 w 655936"/>
                <a:gd name="connsiteY15" fmla="*/ 236232 h 372192"/>
                <a:gd name="connsiteX16" fmla="*/ 231290 w 655936"/>
                <a:gd name="connsiteY16" fmla="*/ 218457 h 372192"/>
                <a:gd name="connsiteX17" fmla="*/ 249989 w 655936"/>
                <a:gd name="connsiteY17" fmla="*/ 238217 h 372192"/>
                <a:gd name="connsiteX18" fmla="*/ 327695 w 655936"/>
                <a:gd name="connsiteY18" fmla="*/ 292800 h 372192"/>
                <a:gd name="connsiteX19" fmla="*/ 327695 w 655936"/>
                <a:gd name="connsiteY19" fmla="*/ 292800 h 372192"/>
                <a:gd name="connsiteX20" fmla="*/ 405699 w 655936"/>
                <a:gd name="connsiteY20" fmla="*/ 235190 h 372192"/>
                <a:gd name="connsiteX21" fmla="*/ 459473 w 655936"/>
                <a:gd name="connsiteY21" fmla="*/ 219059 h 372192"/>
                <a:gd name="connsiteX22" fmla="*/ 477302 w 655936"/>
                <a:gd name="connsiteY22" fmla="*/ 238763 h 372192"/>
                <a:gd name="connsiteX23" fmla="*/ 537244 w 655936"/>
                <a:gd name="connsiteY23" fmla="*/ 292800 h 372192"/>
                <a:gd name="connsiteX24" fmla="*/ 574906 w 655936"/>
                <a:gd name="connsiteY24" fmla="*/ 263623 h 372192"/>
                <a:gd name="connsiteX25" fmla="*/ 576543 w 655936"/>
                <a:gd name="connsiteY25" fmla="*/ 246206 h 372192"/>
                <a:gd name="connsiteX26" fmla="*/ 383916 w 655936"/>
                <a:gd name="connsiteY26" fmla="*/ 79034 h 372192"/>
                <a:gd name="connsiteX27" fmla="*/ 350743 w 655936"/>
                <a:gd name="connsiteY27" fmla="*/ 33743 h 372192"/>
                <a:gd name="connsiteX28" fmla="*/ 396033 w 655936"/>
                <a:gd name="connsiteY28" fmla="*/ 571 h 372192"/>
                <a:gd name="connsiteX29" fmla="*/ 396718 w 655936"/>
                <a:gd name="connsiteY29" fmla="*/ 683 h 372192"/>
                <a:gd name="connsiteX30" fmla="*/ 655937 w 655936"/>
                <a:gd name="connsiteY30" fmla="*/ 246206 h 372192"/>
                <a:gd name="connsiteX31" fmla="*/ 652910 w 655936"/>
                <a:gd name="connsiteY31" fmla="*/ 278658 h 372192"/>
                <a:gd name="connsiteX32" fmla="*/ 652215 w 655936"/>
                <a:gd name="connsiteY32" fmla="*/ 281833 h 372192"/>
                <a:gd name="connsiteX33" fmla="*/ 537244 w 655936"/>
                <a:gd name="connsiteY33" fmla="*/ 372193 h 372192"/>
                <a:gd name="connsiteX34" fmla="*/ 440384 w 655936"/>
                <a:gd name="connsiteY34" fmla="*/ 319446 h 372192"/>
                <a:gd name="connsiteX35" fmla="*/ 327795 w 655936"/>
                <a:gd name="connsiteY35" fmla="*/ 372193 h 372192"/>
                <a:gd name="connsiteX36" fmla="*/ 613957 w 655936"/>
                <a:gd name="connsiteY36" fmla="*/ 271959 h 372192"/>
                <a:gd name="connsiteX37" fmla="*/ 613957 w 655936"/>
                <a:gd name="connsiteY37" fmla="*/ 271959 h 372192"/>
                <a:gd name="connsiteX38" fmla="*/ 476558 w 655936"/>
                <a:gd name="connsiteY38" fmla="*/ 271314 h 372192"/>
                <a:gd name="connsiteX39" fmla="*/ 476558 w 655936"/>
                <a:gd name="connsiteY39" fmla="*/ 271314 h 372192"/>
                <a:gd name="connsiteX40" fmla="*/ 476558 w 655936"/>
                <a:gd name="connsiteY40" fmla="*/ 271314 h 372192"/>
                <a:gd name="connsiteX41" fmla="*/ 476558 w 655936"/>
                <a:gd name="connsiteY41" fmla="*/ 271314 h 372192"/>
                <a:gd name="connsiteX42" fmla="*/ 480230 w 655936"/>
                <a:gd name="connsiteY42" fmla="*/ 249133 h 372192"/>
                <a:gd name="connsiteX43" fmla="*/ 476607 w 655936"/>
                <a:gd name="connsiteY43" fmla="*/ 271314 h 372192"/>
                <a:gd name="connsiteX44" fmla="*/ 480230 w 655936"/>
                <a:gd name="connsiteY44" fmla="*/ 249084 h 372192"/>
                <a:gd name="connsiteX45" fmla="*/ 251478 w 655936"/>
                <a:gd name="connsiteY45" fmla="*/ 241889 h 372192"/>
                <a:gd name="connsiteX46" fmla="*/ 251478 w 655936"/>
                <a:gd name="connsiteY46" fmla="*/ 241889 h 372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55936" h="372192">
                  <a:moveTo>
                    <a:pt x="327795" y="372143"/>
                  </a:moveTo>
                  <a:cubicBezTo>
                    <a:pt x="281002" y="372143"/>
                    <a:pt x="242447" y="347035"/>
                    <a:pt x="215801" y="320885"/>
                  </a:cubicBezTo>
                  <a:cubicBezTo>
                    <a:pt x="193471" y="346390"/>
                    <a:pt x="160523" y="372044"/>
                    <a:pt x="118494" y="372143"/>
                  </a:cubicBezTo>
                  <a:lnTo>
                    <a:pt x="118494" y="372143"/>
                  </a:lnTo>
                  <a:cubicBezTo>
                    <a:pt x="62160" y="372828"/>
                    <a:pt x="13384" y="333157"/>
                    <a:pt x="2580" y="277864"/>
                  </a:cubicBezTo>
                  <a:cubicBezTo>
                    <a:pt x="2129" y="275806"/>
                    <a:pt x="1847" y="273715"/>
                    <a:pt x="1737" y="271612"/>
                  </a:cubicBezTo>
                  <a:cubicBezTo>
                    <a:pt x="616" y="263222"/>
                    <a:pt x="35" y="254769"/>
                    <a:pt x="0" y="246305"/>
                  </a:cubicBezTo>
                  <a:cubicBezTo>
                    <a:pt x="0" y="126570"/>
                    <a:pt x="106536" y="25543"/>
                    <a:pt x="259020" y="583"/>
                  </a:cubicBezTo>
                  <a:cubicBezTo>
                    <a:pt x="280626" y="-3141"/>
                    <a:pt x="301159" y="11355"/>
                    <a:pt x="304883" y="32960"/>
                  </a:cubicBezTo>
                  <a:cubicBezTo>
                    <a:pt x="308607" y="54565"/>
                    <a:pt x="294112" y="75099"/>
                    <a:pt x="272506" y="78823"/>
                  </a:cubicBezTo>
                  <a:cubicBezTo>
                    <a:pt x="272278" y="78862"/>
                    <a:pt x="272051" y="78899"/>
                    <a:pt x="271822" y="78934"/>
                  </a:cubicBezTo>
                  <a:cubicBezTo>
                    <a:pt x="160077" y="96996"/>
                    <a:pt x="79145" y="167408"/>
                    <a:pt x="79145" y="246156"/>
                  </a:cubicBezTo>
                  <a:cubicBezTo>
                    <a:pt x="79178" y="251939"/>
                    <a:pt x="79642" y="257711"/>
                    <a:pt x="80534" y="263424"/>
                  </a:cubicBezTo>
                  <a:cubicBezTo>
                    <a:pt x="84253" y="281100"/>
                    <a:pt x="100199" y="293501"/>
                    <a:pt x="118246" y="292750"/>
                  </a:cubicBezTo>
                  <a:lnTo>
                    <a:pt x="118246" y="292750"/>
                  </a:lnTo>
                  <a:cubicBezTo>
                    <a:pt x="141717" y="292750"/>
                    <a:pt x="169157" y="253947"/>
                    <a:pt x="178039" y="236232"/>
                  </a:cubicBezTo>
                  <a:cubicBezTo>
                    <a:pt x="187836" y="216618"/>
                    <a:pt x="211677" y="208661"/>
                    <a:pt x="231290" y="218457"/>
                  </a:cubicBezTo>
                  <a:cubicBezTo>
                    <a:pt x="239656" y="222635"/>
                    <a:pt x="246278" y="229633"/>
                    <a:pt x="249989" y="238217"/>
                  </a:cubicBezTo>
                  <a:cubicBezTo>
                    <a:pt x="257383" y="251217"/>
                    <a:pt x="291571" y="292800"/>
                    <a:pt x="327695" y="292800"/>
                  </a:cubicBezTo>
                  <a:lnTo>
                    <a:pt x="327695" y="292800"/>
                  </a:lnTo>
                  <a:cubicBezTo>
                    <a:pt x="372652" y="292800"/>
                    <a:pt x="405401" y="235785"/>
                    <a:pt x="405699" y="235190"/>
                  </a:cubicBezTo>
                  <a:cubicBezTo>
                    <a:pt x="416095" y="215887"/>
                    <a:pt x="440166" y="208665"/>
                    <a:pt x="459473" y="219059"/>
                  </a:cubicBezTo>
                  <a:cubicBezTo>
                    <a:pt x="467502" y="223384"/>
                    <a:pt x="473799" y="230342"/>
                    <a:pt x="477302" y="238763"/>
                  </a:cubicBezTo>
                  <a:cubicBezTo>
                    <a:pt x="489360" y="258909"/>
                    <a:pt x="522953" y="292800"/>
                    <a:pt x="537244" y="292800"/>
                  </a:cubicBezTo>
                  <a:cubicBezTo>
                    <a:pt x="562501" y="292800"/>
                    <a:pt x="571631" y="275135"/>
                    <a:pt x="574906" y="263623"/>
                  </a:cubicBezTo>
                  <a:cubicBezTo>
                    <a:pt x="575913" y="257870"/>
                    <a:pt x="576459" y="252046"/>
                    <a:pt x="576543" y="246206"/>
                  </a:cubicBezTo>
                  <a:cubicBezTo>
                    <a:pt x="576543" y="167557"/>
                    <a:pt x="495513" y="97344"/>
                    <a:pt x="383916" y="79034"/>
                  </a:cubicBezTo>
                  <a:cubicBezTo>
                    <a:pt x="362249" y="75687"/>
                    <a:pt x="347397" y="55410"/>
                    <a:pt x="350743" y="33743"/>
                  </a:cubicBezTo>
                  <a:cubicBezTo>
                    <a:pt x="354090" y="12076"/>
                    <a:pt x="374367" y="-2775"/>
                    <a:pt x="396033" y="571"/>
                  </a:cubicBezTo>
                  <a:cubicBezTo>
                    <a:pt x="396261" y="606"/>
                    <a:pt x="396490" y="643"/>
                    <a:pt x="396718" y="683"/>
                  </a:cubicBezTo>
                  <a:cubicBezTo>
                    <a:pt x="549302" y="25493"/>
                    <a:pt x="655937" y="126570"/>
                    <a:pt x="655937" y="246206"/>
                  </a:cubicBezTo>
                  <a:cubicBezTo>
                    <a:pt x="655842" y="257089"/>
                    <a:pt x="654830" y="267945"/>
                    <a:pt x="652910" y="278658"/>
                  </a:cubicBezTo>
                  <a:cubicBezTo>
                    <a:pt x="652910" y="279749"/>
                    <a:pt x="652513" y="280791"/>
                    <a:pt x="652215" y="281833"/>
                  </a:cubicBezTo>
                  <a:cubicBezTo>
                    <a:pt x="638222" y="336714"/>
                    <a:pt x="593117" y="372193"/>
                    <a:pt x="537244" y="372193"/>
                  </a:cubicBezTo>
                  <a:cubicBezTo>
                    <a:pt x="498391" y="372193"/>
                    <a:pt x="463755" y="344455"/>
                    <a:pt x="440384" y="319446"/>
                  </a:cubicBezTo>
                  <a:cubicBezTo>
                    <a:pt x="415574" y="345249"/>
                    <a:pt x="377316" y="372093"/>
                    <a:pt x="327795" y="372193"/>
                  </a:cubicBezTo>
                  <a:close/>
                  <a:moveTo>
                    <a:pt x="613957" y="271959"/>
                  </a:moveTo>
                  <a:lnTo>
                    <a:pt x="613957" y="271959"/>
                  </a:lnTo>
                  <a:close/>
                  <a:moveTo>
                    <a:pt x="476558" y="271314"/>
                  </a:moveTo>
                  <a:lnTo>
                    <a:pt x="476558" y="271314"/>
                  </a:lnTo>
                  <a:close/>
                  <a:moveTo>
                    <a:pt x="476558" y="271314"/>
                  </a:moveTo>
                  <a:lnTo>
                    <a:pt x="476558" y="271314"/>
                  </a:lnTo>
                  <a:close/>
                  <a:moveTo>
                    <a:pt x="480230" y="249133"/>
                  </a:moveTo>
                  <a:cubicBezTo>
                    <a:pt x="481182" y="256721"/>
                    <a:pt x="479927" y="264424"/>
                    <a:pt x="476607" y="271314"/>
                  </a:cubicBezTo>
                  <a:cubicBezTo>
                    <a:pt x="479937" y="264409"/>
                    <a:pt x="481192" y="256688"/>
                    <a:pt x="480230" y="249084"/>
                  </a:cubicBezTo>
                  <a:close/>
                  <a:moveTo>
                    <a:pt x="251478" y="241889"/>
                  </a:moveTo>
                  <a:lnTo>
                    <a:pt x="251478" y="24188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95510B04-16A8-F54A-BA31-A7D4AC2305FC}"/>
                </a:ext>
              </a:extLst>
            </p:cNvPr>
            <p:cNvSpPr/>
            <p:nvPr/>
          </p:nvSpPr>
          <p:spPr>
            <a:xfrm>
              <a:off x="5764655" y="3668951"/>
              <a:ext cx="231629" cy="231629"/>
            </a:xfrm>
            <a:custGeom>
              <a:avLst/>
              <a:gdLst>
                <a:gd name="connsiteX0" fmla="*/ 115815 w 231629"/>
                <a:gd name="connsiteY0" fmla="*/ 231629 h 231629"/>
                <a:gd name="connsiteX1" fmla="*/ 0 w 231629"/>
                <a:gd name="connsiteY1" fmla="*/ 115815 h 231629"/>
                <a:gd name="connsiteX2" fmla="*/ 115815 w 231629"/>
                <a:gd name="connsiteY2" fmla="*/ 0 h 231629"/>
                <a:gd name="connsiteX3" fmla="*/ 231630 w 231629"/>
                <a:gd name="connsiteY3" fmla="*/ 115815 h 231629"/>
                <a:gd name="connsiteX4" fmla="*/ 115815 w 231629"/>
                <a:gd name="connsiteY4" fmla="*/ 231629 h 231629"/>
                <a:gd name="connsiteX5" fmla="*/ 115815 w 231629"/>
                <a:gd name="connsiteY5" fmla="*/ 79393 h 231629"/>
                <a:gd name="connsiteX6" fmla="*/ 79393 w 231629"/>
                <a:gd name="connsiteY6" fmla="*/ 115815 h 231629"/>
                <a:gd name="connsiteX7" fmla="*/ 115815 w 231629"/>
                <a:gd name="connsiteY7" fmla="*/ 152236 h 231629"/>
                <a:gd name="connsiteX8" fmla="*/ 152236 w 231629"/>
                <a:gd name="connsiteY8" fmla="*/ 115815 h 231629"/>
                <a:gd name="connsiteX9" fmla="*/ 115815 w 231629"/>
                <a:gd name="connsiteY9" fmla="*/ 79393 h 2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629" h="231629">
                  <a:moveTo>
                    <a:pt x="115815" y="231629"/>
                  </a:moveTo>
                  <a:cubicBezTo>
                    <a:pt x="51852" y="231629"/>
                    <a:pt x="0" y="179777"/>
                    <a:pt x="0" y="115815"/>
                  </a:cubicBezTo>
                  <a:cubicBezTo>
                    <a:pt x="0" y="51852"/>
                    <a:pt x="51852" y="0"/>
                    <a:pt x="115815" y="0"/>
                  </a:cubicBezTo>
                  <a:cubicBezTo>
                    <a:pt x="179776" y="0"/>
                    <a:pt x="231630" y="51852"/>
                    <a:pt x="231630" y="115815"/>
                  </a:cubicBezTo>
                  <a:cubicBezTo>
                    <a:pt x="231545" y="179743"/>
                    <a:pt x="179741" y="231548"/>
                    <a:pt x="115815" y="231629"/>
                  </a:cubicBezTo>
                  <a:close/>
                  <a:moveTo>
                    <a:pt x="115815" y="79393"/>
                  </a:moveTo>
                  <a:cubicBezTo>
                    <a:pt x="95700" y="79393"/>
                    <a:pt x="79393" y="95699"/>
                    <a:pt x="79393" y="115815"/>
                  </a:cubicBezTo>
                  <a:cubicBezTo>
                    <a:pt x="79393" y="135930"/>
                    <a:pt x="95700" y="152236"/>
                    <a:pt x="115815" y="152236"/>
                  </a:cubicBezTo>
                  <a:cubicBezTo>
                    <a:pt x="135930" y="152236"/>
                    <a:pt x="152236" y="135930"/>
                    <a:pt x="152236" y="115815"/>
                  </a:cubicBezTo>
                  <a:cubicBezTo>
                    <a:pt x="152236" y="95699"/>
                    <a:pt x="135930" y="79393"/>
                    <a:pt x="11581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6" name="Picture Placeholder 69">
            <a:extLst>
              <a:ext uri="{FF2B5EF4-FFF2-40B4-BE49-F238E27FC236}">
                <a16:creationId xmlns:a16="http://schemas.microsoft.com/office/drawing/2014/main" id="{43644956-D969-4E97-9893-18320599ACC5}"/>
              </a:ext>
            </a:extLst>
          </p:cNvPr>
          <p:cNvGrpSpPr>
            <a:grpSpLocks noChangeAspect="1"/>
          </p:cNvGrpSpPr>
          <p:nvPr/>
        </p:nvGrpSpPr>
        <p:grpSpPr>
          <a:xfrm>
            <a:off x="6922989" y="3655901"/>
            <a:ext cx="543398" cy="840822"/>
            <a:chOff x="6922989" y="3655901"/>
            <a:chExt cx="543398" cy="8408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D2E56F2-6F41-7141-89EB-250D4F3E4CEE}"/>
                </a:ext>
              </a:extLst>
            </p:cNvPr>
            <p:cNvSpPr/>
            <p:nvPr/>
          </p:nvSpPr>
          <p:spPr>
            <a:xfrm>
              <a:off x="6922989" y="3708980"/>
              <a:ext cx="201089" cy="787743"/>
            </a:xfrm>
            <a:custGeom>
              <a:avLst/>
              <a:gdLst>
                <a:gd name="connsiteX0" fmla="*/ 161258 w 201089"/>
                <a:gd name="connsiteY0" fmla="*/ 787744 h 787743"/>
                <a:gd name="connsiteX1" fmla="*/ 140021 w 201089"/>
                <a:gd name="connsiteY1" fmla="*/ 781541 h 787743"/>
                <a:gd name="connsiteX2" fmla="*/ 20435 w 201089"/>
                <a:gd name="connsiteY2" fmla="*/ 692670 h 787743"/>
                <a:gd name="connsiteX3" fmla="*/ 3762 w 201089"/>
                <a:gd name="connsiteY3" fmla="*/ 514036 h 787743"/>
                <a:gd name="connsiteX4" fmla="*/ 1976 w 201089"/>
                <a:gd name="connsiteY4" fmla="*/ 283498 h 787743"/>
                <a:gd name="connsiteX5" fmla="*/ 41672 w 201089"/>
                <a:gd name="connsiteY5" fmla="*/ 67053 h 787743"/>
                <a:gd name="connsiteX6" fmla="*/ 48470 w 201089"/>
                <a:gd name="connsiteY6" fmla="*/ 34799 h 787743"/>
                <a:gd name="connsiteX7" fmla="*/ 95088 w 201089"/>
                <a:gd name="connsiteY7" fmla="*/ 469 h 787743"/>
                <a:gd name="connsiteX8" fmla="*/ 118783 w 201089"/>
                <a:gd name="connsiteY8" fmla="*/ 12917 h 787743"/>
                <a:gd name="connsiteX9" fmla="*/ 129203 w 201089"/>
                <a:gd name="connsiteY9" fmla="*/ 40208 h 787743"/>
                <a:gd name="connsiteX10" fmla="*/ 129203 w 201089"/>
                <a:gd name="connsiteY10" fmla="*/ 40208 h 787743"/>
                <a:gd name="connsiteX11" fmla="*/ 124688 w 201089"/>
                <a:gd name="connsiteY11" fmla="*/ 58419 h 787743"/>
                <a:gd name="connsiteX12" fmla="*/ 119279 w 201089"/>
                <a:gd name="connsiteY12" fmla="*/ 83676 h 787743"/>
                <a:gd name="connsiteX13" fmla="*/ 81270 w 201089"/>
                <a:gd name="connsiteY13" fmla="*/ 289006 h 787743"/>
                <a:gd name="connsiteX14" fmla="*/ 92037 w 201089"/>
                <a:gd name="connsiteY14" fmla="*/ 653271 h 787743"/>
                <a:gd name="connsiteX15" fmla="*/ 182695 w 201089"/>
                <a:gd name="connsiteY15" fmla="*/ 714454 h 787743"/>
                <a:gd name="connsiteX16" fmla="*/ 194882 w 201089"/>
                <a:gd name="connsiteY16" fmla="*/ 769255 h 787743"/>
                <a:gd name="connsiteX17" fmla="*/ 161358 w 201089"/>
                <a:gd name="connsiteY17" fmla="*/ 787644 h 787743"/>
                <a:gd name="connsiteX18" fmla="*/ 48322 w 201089"/>
                <a:gd name="connsiteY18" fmla="*/ 35196 h 787743"/>
                <a:gd name="connsiteX19" fmla="*/ 48322 w 201089"/>
                <a:gd name="connsiteY19" fmla="*/ 36040 h 787743"/>
                <a:gd name="connsiteX20" fmla="*/ 48322 w 201089"/>
                <a:gd name="connsiteY20" fmla="*/ 35196 h 78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1089" h="787743">
                  <a:moveTo>
                    <a:pt x="161258" y="787744"/>
                  </a:moveTo>
                  <a:cubicBezTo>
                    <a:pt x="153731" y="787753"/>
                    <a:pt x="146359" y="785600"/>
                    <a:pt x="140021" y="781541"/>
                  </a:cubicBezTo>
                  <a:cubicBezTo>
                    <a:pt x="31550" y="712667"/>
                    <a:pt x="25149" y="701106"/>
                    <a:pt x="20435" y="692670"/>
                  </a:cubicBezTo>
                  <a:cubicBezTo>
                    <a:pt x="15721" y="684235"/>
                    <a:pt x="10511" y="674807"/>
                    <a:pt x="3762" y="514036"/>
                  </a:cubicBezTo>
                  <a:cubicBezTo>
                    <a:pt x="1728" y="465656"/>
                    <a:pt x="-2490" y="346417"/>
                    <a:pt x="1976" y="283498"/>
                  </a:cubicBezTo>
                  <a:cubicBezTo>
                    <a:pt x="5350" y="235515"/>
                    <a:pt x="28920" y="125903"/>
                    <a:pt x="41672" y="67053"/>
                  </a:cubicBezTo>
                  <a:cubicBezTo>
                    <a:pt x="44699" y="52911"/>
                    <a:pt x="47825" y="38372"/>
                    <a:pt x="48470" y="34799"/>
                  </a:cubicBezTo>
                  <a:cubicBezTo>
                    <a:pt x="51863" y="12447"/>
                    <a:pt x="72734" y="-2923"/>
                    <a:pt x="95088" y="469"/>
                  </a:cubicBezTo>
                  <a:cubicBezTo>
                    <a:pt x="104158" y="1846"/>
                    <a:pt x="112503" y="6230"/>
                    <a:pt x="118783" y="12917"/>
                  </a:cubicBezTo>
                  <a:cubicBezTo>
                    <a:pt x="125511" y="20413"/>
                    <a:pt x="129223" y="30135"/>
                    <a:pt x="129203" y="40208"/>
                  </a:cubicBezTo>
                  <a:lnTo>
                    <a:pt x="129203" y="40208"/>
                  </a:lnTo>
                  <a:cubicBezTo>
                    <a:pt x="129156" y="46549"/>
                    <a:pt x="127609" y="52790"/>
                    <a:pt x="124688" y="58419"/>
                  </a:cubicBezTo>
                  <a:cubicBezTo>
                    <a:pt x="123497" y="64026"/>
                    <a:pt x="121810" y="71965"/>
                    <a:pt x="119279" y="83676"/>
                  </a:cubicBezTo>
                  <a:cubicBezTo>
                    <a:pt x="107916" y="136571"/>
                    <a:pt x="84247" y="246680"/>
                    <a:pt x="81270" y="289006"/>
                  </a:cubicBezTo>
                  <a:cubicBezTo>
                    <a:pt x="75117" y="375296"/>
                    <a:pt x="86232" y="600525"/>
                    <a:pt x="92037" y="653271"/>
                  </a:cubicBezTo>
                  <a:cubicBezTo>
                    <a:pt x="108561" y="665974"/>
                    <a:pt x="148655" y="692968"/>
                    <a:pt x="182695" y="714454"/>
                  </a:cubicBezTo>
                  <a:cubicBezTo>
                    <a:pt x="201193" y="726219"/>
                    <a:pt x="206649" y="750756"/>
                    <a:pt x="194882" y="769255"/>
                  </a:cubicBezTo>
                  <a:cubicBezTo>
                    <a:pt x="187590" y="780717"/>
                    <a:pt x="174943" y="787654"/>
                    <a:pt x="161358" y="787644"/>
                  </a:cubicBezTo>
                  <a:close/>
                  <a:moveTo>
                    <a:pt x="48322" y="35196"/>
                  </a:moveTo>
                  <a:cubicBezTo>
                    <a:pt x="48322" y="35544"/>
                    <a:pt x="48322" y="35841"/>
                    <a:pt x="48322" y="36040"/>
                  </a:cubicBezTo>
                  <a:cubicBezTo>
                    <a:pt x="48322" y="36238"/>
                    <a:pt x="48272" y="35196"/>
                    <a:pt x="48322" y="351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AD326FFA-DBAE-894C-9F3E-474EA0DF7802}"/>
                </a:ext>
              </a:extLst>
            </p:cNvPr>
            <p:cNvSpPr/>
            <p:nvPr/>
          </p:nvSpPr>
          <p:spPr>
            <a:xfrm>
              <a:off x="6958496" y="3655901"/>
              <a:ext cx="507890" cy="840822"/>
            </a:xfrm>
            <a:custGeom>
              <a:avLst/>
              <a:gdLst>
                <a:gd name="connsiteX0" fmla="*/ 129274 w 507890"/>
                <a:gd name="connsiteY0" fmla="*/ 840823 h 840822"/>
                <a:gd name="connsiteX1" fmla="*/ 89575 w 507890"/>
                <a:gd name="connsiteY1" fmla="*/ 801131 h 840822"/>
                <a:gd name="connsiteX2" fmla="*/ 89577 w 507890"/>
                <a:gd name="connsiteY2" fmla="*/ 800630 h 840822"/>
                <a:gd name="connsiteX3" fmla="*/ 82134 w 507890"/>
                <a:gd name="connsiteY3" fmla="*/ 359750 h 840822"/>
                <a:gd name="connsiteX4" fmla="*/ 82134 w 507890"/>
                <a:gd name="connsiteY4" fmla="*/ 358609 h 840822"/>
                <a:gd name="connsiteX5" fmla="*/ 21150 w 507890"/>
                <a:gd name="connsiteY5" fmla="*/ 117700 h 840822"/>
                <a:gd name="connsiteX6" fmla="*/ 20158 w 507890"/>
                <a:gd name="connsiteY6" fmla="*/ 114425 h 840822"/>
                <a:gd name="connsiteX7" fmla="*/ 2394 w 507890"/>
                <a:gd name="connsiteY7" fmla="*/ 53243 h 840822"/>
                <a:gd name="connsiteX8" fmla="*/ 26161 w 507890"/>
                <a:gd name="connsiteY8" fmla="*/ 2383 h 840822"/>
                <a:gd name="connsiteX9" fmla="*/ 39609 w 507890"/>
                <a:gd name="connsiteY9" fmla="*/ 0 h 840822"/>
                <a:gd name="connsiteX10" fmla="*/ 413651 w 507890"/>
                <a:gd name="connsiteY10" fmla="*/ 15333 h 840822"/>
                <a:gd name="connsiteX11" fmla="*/ 451561 w 507890"/>
                <a:gd name="connsiteY11" fmla="*/ 51258 h 840822"/>
                <a:gd name="connsiteX12" fmla="*/ 459699 w 507890"/>
                <a:gd name="connsiteY12" fmla="*/ 115765 h 840822"/>
                <a:gd name="connsiteX13" fmla="*/ 472600 w 507890"/>
                <a:gd name="connsiteY13" fmla="*/ 163153 h 840822"/>
                <a:gd name="connsiteX14" fmla="*/ 507334 w 507890"/>
                <a:gd name="connsiteY14" fmla="*/ 479981 h 840822"/>
                <a:gd name="connsiteX15" fmla="*/ 473394 w 507890"/>
                <a:gd name="connsiteY15" fmla="*/ 758452 h 840822"/>
                <a:gd name="connsiteX16" fmla="*/ 448584 w 507890"/>
                <a:gd name="connsiteY16" fmla="*/ 771751 h 840822"/>
                <a:gd name="connsiteX17" fmla="*/ 137462 w 507890"/>
                <a:gd name="connsiteY17" fmla="*/ 839830 h 840822"/>
                <a:gd name="connsiteX18" fmla="*/ 129274 w 507890"/>
                <a:gd name="connsiteY18" fmla="*/ 840823 h 840822"/>
                <a:gd name="connsiteX19" fmla="*/ 161131 w 507890"/>
                <a:gd name="connsiteY19" fmla="*/ 351811 h 840822"/>
                <a:gd name="connsiteX20" fmla="*/ 169417 w 507890"/>
                <a:gd name="connsiteY20" fmla="*/ 751704 h 840822"/>
                <a:gd name="connsiteX21" fmla="*/ 417124 w 507890"/>
                <a:gd name="connsiteY21" fmla="*/ 697468 h 840822"/>
                <a:gd name="connsiteX22" fmla="*/ 428189 w 507890"/>
                <a:gd name="connsiteY22" fmla="*/ 481172 h 840822"/>
                <a:gd name="connsiteX23" fmla="*/ 396680 w 507890"/>
                <a:gd name="connsiteY23" fmla="*/ 186475 h 840822"/>
                <a:gd name="connsiteX24" fmla="*/ 382092 w 507890"/>
                <a:gd name="connsiteY24" fmla="*/ 132636 h 840822"/>
                <a:gd name="connsiteX25" fmla="*/ 376187 w 507890"/>
                <a:gd name="connsiteY25" fmla="*/ 93237 h 840822"/>
                <a:gd name="connsiteX26" fmla="*/ 93349 w 507890"/>
                <a:gd name="connsiteY26" fmla="*/ 81676 h 840822"/>
                <a:gd name="connsiteX27" fmla="*/ 96276 w 507890"/>
                <a:gd name="connsiteY27" fmla="*/ 92890 h 840822"/>
                <a:gd name="connsiteX28" fmla="*/ 161131 w 507890"/>
                <a:gd name="connsiteY28" fmla="*/ 351811 h 840822"/>
                <a:gd name="connsiteX29" fmla="*/ 441389 w 507890"/>
                <a:gd name="connsiteY29" fmla="*/ 693003 h 840822"/>
                <a:gd name="connsiteX30" fmla="*/ 441389 w 507890"/>
                <a:gd name="connsiteY30" fmla="*/ 693003 h 840822"/>
                <a:gd name="connsiteX31" fmla="*/ 441389 w 507890"/>
                <a:gd name="connsiteY31" fmla="*/ 693003 h 840822"/>
                <a:gd name="connsiteX32" fmla="*/ 441389 w 507890"/>
                <a:gd name="connsiteY32" fmla="*/ 693003 h 840822"/>
                <a:gd name="connsiteX33" fmla="*/ 441389 w 507890"/>
                <a:gd name="connsiteY33" fmla="*/ 693003 h 840822"/>
                <a:gd name="connsiteX34" fmla="*/ 441389 w 507890"/>
                <a:gd name="connsiteY34" fmla="*/ 693003 h 840822"/>
                <a:gd name="connsiteX35" fmla="*/ 441389 w 507890"/>
                <a:gd name="connsiteY35" fmla="*/ 693003 h 840822"/>
                <a:gd name="connsiteX36" fmla="*/ 441389 w 507890"/>
                <a:gd name="connsiteY36" fmla="*/ 693003 h 840822"/>
                <a:gd name="connsiteX37" fmla="*/ 441389 w 507890"/>
                <a:gd name="connsiteY37" fmla="*/ 693003 h 840822"/>
                <a:gd name="connsiteX38" fmla="*/ 441389 w 507890"/>
                <a:gd name="connsiteY38" fmla="*/ 693003 h 8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07890" h="840822">
                  <a:moveTo>
                    <a:pt x="129274" y="840823"/>
                  </a:moveTo>
                  <a:cubicBezTo>
                    <a:pt x="107350" y="840823"/>
                    <a:pt x="89576" y="823053"/>
                    <a:pt x="89575" y="801131"/>
                  </a:cubicBezTo>
                  <a:cubicBezTo>
                    <a:pt x="89575" y="800962"/>
                    <a:pt x="89575" y="800798"/>
                    <a:pt x="89577" y="800630"/>
                  </a:cubicBezTo>
                  <a:cubicBezTo>
                    <a:pt x="89577" y="797305"/>
                    <a:pt x="93646" y="466881"/>
                    <a:pt x="82134" y="359750"/>
                  </a:cubicBezTo>
                  <a:cubicBezTo>
                    <a:pt x="82134" y="359353"/>
                    <a:pt x="82134" y="358956"/>
                    <a:pt x="82134" y="358609"/>
                  </a:cubicBezTo>
                  <a:cubicBezTo>
                    <a:pt x="77966" y="305961"/>
                    <a:pt x="66008" y="244828"/>
                    <a:pt x="21150" y="117700"/>
                  </a:cubicBezTo>
                  <a:cubicBezTo>
                    <a:pt x="20754" y="116609"/>
                    <a:pt x="20456" y="115517"/>
                    <a:pt x="20158" y="114425"/>
                  </a:cubicBezTo>
                  <a:cubicBezTo>
                    <a:pt x="9390" y="72744"/>
                    <a:pt x="2443" y="53441"/>
                    <a:pt x="2394" y="53243"/>
                  </a:cubicBezTo>
                  <a:cubicBezTo>
                    <a:pt x="-5088" y="32635"/>
                    <a:pt x="5553" y="9864"/>
                    <a:pt x="26161" y="2383"/>
                  </a:cubicBezTo>
                  <a:cubicBezTo>
                    <a:pt x="30472" y="818"/>
                    <a:pt x="35022" y="11"/>
                    <a:pt x="39609" y="0"/>
                  </a:cubicBezTo>
                  <a:lnTo>
                    <a:pt x="413651" y="15333"/>
                  </a:lnTo>
                  <a:cubicBezTo>
                    <a:pt x="433494" y="16138"/>
                    <a:pt x="449690" y="31486"/>
                    <a:pt x="451561" y="51258"/>
                  </a:cubicBezTo>
                  <a:cubicBezTo>
                    <a:pt x="453298" y="69767"/>
                    <a:pt x="457069" y="103658"/>
                    <a:pt x="459699" y="115765"/>
                  </a:cubicBezTo>
                  <a:cubicBezTo>
                    <a:pt x="463569" y="133777"/>
                    <a:pt x="467936" y="148019"/>
                    <a:pt x="472600" y="163153"/>
                  </a:cubicBezTo>
                  <a:cubicBezTo>
                    <a:pt x="488826" y="216148"/>
                    <a:pt x="505647" y="270979"/>
                    <a:pt x="507334" y="479981"/>
                  </a:cubicBezTo>
                  <a:cubicBezTo>
                    <a:pt x="511403" y="690670"/>
                    <a:pt x="492448" y="739001"/>
                    <a:pt x="473394" y="758452"/>
                  </a:cubicBezTo>
                  <a:cubicBezTo>
                    <a:pt x="466730" y="765384"/>
                    <a:pt x="458046" y="770039"/>
                    <a:pt x="448584" y="771751"/>
                  </a:cubicBezTo>
                  <a:lnTo>
                    <a:pt x="137462" y="839830"/>
                  </a:lnTo>
                  <a:cubicBezTo>
                    <a:pt x="134777" y="840455"/>
                    <a:pt x="132031" y="840788"/>
                    <a:pt x="129274" y="840823"/>
                  </a:cubicBezTo>
                  <a:close/>
                  <a:moveTo>
                    <a:pt x="161131" y="351811"/>
                  </a:moveTo>
                  <a:cubicBezTo>
                    <a:pt x="170410" y="439044"/>
                    <a:pt x="170112" y="653604"/>
                    <a:pt x="169417" y="751704"/>
                  </a:cubicBezTo>
                  <a:lnTo>
                    <a:pt x="417124" y="697468"/>
                  </a:lnTo>
                  <a:cubicBezTo>
                    <a:pt x="422086" y="678315"/>
                    <a:pt x="430968" y="623931"/>
                    <a:pt x="428189" y="481172"/>
                  </a:cubicBezTo>
                  <a:cubicBezTo>
                    <a:pt x="426353" y="283285"/>
                    <a:pt x="411269" y="234061"/>
                    <a:pt x="396680" y="186475"/>
                  </a:cubicBezTo>
                  <a:cubicBezTo>
                    <a:pt x="391718" y="170447"/>
                    <a:pt x="386756" y="153923"/>
                    <a:pt x="382092" y="132636"/>
                  </a:cubicBezTo>
                  <a:cubicBezTo>
                    <a:pt x="380008" y="123010"/>
                    <a:pt x="377924" y="107578"/>
                    <a:pt x="376187" y="93237"/>
                  </a:cubicBezTo>
                  <a:lnTo>
                    <a:pt x="93349" y="81676"/>
                  </a:lnTo>
                  <a:cubicBezTo>
                    <a:pt x="94291" y="85199"/>
                    <a:pt x="95284" y="88970"/>
                    <a:pt x="96276" y="92890"/>
                  </a:cubicBezTo>
                  <a:cubicBezTo>
                    <a:pt x="143614" y="226667"/>
                    <a:pt x="156466" y="293308"/>
                    <a:pt x="161131" y="351811"/>
                  </a:cubicBez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60CBC642-99A0-E246-883C-A6E3953ADADB}"/>
                </a:ext>
              </a:extLst>
            </p:cNvPr>
            <p:cNvSpPr/>
            <p:nvPr/>
          </p:nvSpPr>
          <p:spPr>
            <a:xfrm>
              <a:off x="7176772" y="3899123"/>
              <a:ext cx="143591" cy="148533"/>
            </a:xfrm>
            <a:custGeom>
              <a:avLst/>
              <a:gdLst>
                <a:gd name="connsiteX0" fmla="*/ 103923 w 143591"/>
                <a:gd name="connsiteY0" fmla="*/ 148533 h 148533"/>
                <a:gd name="connsiteX1" fmla="*/ 74796 w 143591"/>
                <a:gd name="connsiteY1" fmla="*/ 135830 h 148533"/>
                <a:gd name="connsiteX2" fmla="*/ 10289 w 143591"/>
                <a:gd name="connsiteY2" fmla="*/ 66361 h 148533"/>
                <a:gd name="connsiteX3" fmla="*/ 13032 w 143591"/>
                <a:gd name="connsiteY3" fmla="*/ 10289 h 148533"/>
                <a:gd name="connsiteX4" fmla="*/ 68494 w 143591"/>
                <a:gd name="connsiteY4" fmla="*/ 12374 h 148533"/>
                <a:gd name="connsiteX5" fmla="*/ 133001 w 143591"/>
                <a:gd name="connsiteY5" fmla="*/ 81843 h 148533"/>
                <a:gd name="connsiteX6" fmla="*/ 130887 w 143591"/>
                <a:gd name="connsiteY6" fmla="*/ 137943 h 148533"/>
                <a:gd name="connsiteX7" fmla="*/ 103923 w 143591"/>
                <a:gd name="connsiteY7" fmla="*/ 148533 h 14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591" h="148533">
                  <a:moveTo>
                    <a:pt x="103923" y="148533"/>
                  </a:moveTo>
                  <a:cubicBezTo>
                    <a:pt x="92868" y="148539"/>
                    <a:pt x="82314" y="143935"/>
                    <a:pt x="74796" y="135830"/>
                  </a:cubicBezTo>
                  <a:lnTo>
                    <a:pt x="10289" y="66361"/>
                  </a:lnTo>
                  <a:cubicBezTo>
                    <a:pt x="-4437" y="50120"/>
                    <a:pt x="-3209" y="25016"/>
                    <a:pt x="13032" y="10289"/>
                  </a:cubicBezTo>
                  <a:cubicBezTo>
                    <a:pt x="29014" y="-4203"/>
                    <a:pt x="53645" y="-3277"/>
                    <a:pt x="68494" y="12374"/>
                  </a:cubicBezTo>
                  <a:lnTo>
                    <a:pt x="133001" y="81843"/>
                  </a:lnTo>
                  <a:cubicBezTo>
                    <a:pt x="147907" y="97918"/>
                    <a:pt x="146965" y="123035"/>
                    <a:pt x="130887" y="137943"/>
                  </a:cubicBezTo>
                  <a:cubicBezTo>
                    <a:pt x="123553" y="144744"/>
                    <a:pt x="113927" y="148526"/>
                    <a:pt x="103923" y="1485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26539207-F069-9746-88AF-A788AE080B63}"/>
                </a:ext>
              </a:extLst>
            </p:cNvPr>
            <p:cNvSpPr/>
            <p:nvPr/>
          </p:nvSpPr>
          <p:spPr>
            <a:xfrm>
              <a:off x="7168375" y="4023210"/>
              <a:ext cx="144247" cy="149241"/>
            </a:xfrm>
            <a:custGeom>
              <a:avLst/>
              <a:gdLst>
                <a:gd name="connsiteX0" fmla="*/ 104579 w 144247"/>
                <a:gd name="connsiteY0" fmla="*/ 149242 h 149241"/>
                <a:gd name="connsiteX1" fmla="*/ 75502 w 144247"/>
                <a:gd name="connsiteY1" fmla="*/ 136588 h 149241"/>
                <a:gd name="connsiteX2" fmla="*/ 10995 w 144247"/>
                <a:gd name="connsiteY2" fmla="*/ 67119 h 149241"/>
                <a:gd name="connsiteX3" fmla="*/ 12274 w 144247"/>
                <a:gd name="connsiteY3" fmla="*/ 10994 h 149241"/>
                <a:gd name="connsiteX4" fmla="*/ 68398 w 144247"/>
                <a:gd name="connsiteY4" fmla="*/ 12274 h 149241"/>
                <a:gd name="connsiteX5" fmla="*/ 69150 w 144247"/>
                <a:gd name="connsiteY5" fmla="*/ 13083 h 149241"/>
                <a:gd name="connsiteX6" fmla="*/ 133657 w 144247"/>
                <a:gd name="connsiteY6" fmla="*/ 82551 h 149241"/>
                <a:gd name="connsiteX7" fmla="*/ 131543 w 144247"/>
                <a:gd name="connsiteY7" fmla="*/ 138653 h 149241"/>
                <a:gd name="connsiteX8" fmla="*/ 104579 w 144247"/>
                <a:gd name="connsiteY8" fmla="*/ 149242 h 14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247" h="149241">
                  <a:moveTo>
                    <a:pt x="104579" y="149242"/>
                  </a:moveTo>
                  <a:cubicBezTo>
                    <a:pt x="93544" y="149281"/>
                    <a:pt x="82994" y="144691"/>
                    <a:pt x="75502" y="136588"/>
                  </a:cubicBezTo>
                  <a:lnTo>
                    <a:pt x="10995" y="67119"/>
                  </a:lnTo>
                  <a:cubicBezTo>
                    <a:pt x="-4151" y="51268"/>
                    <a:pt x="-3578" y="26140"/>
                    <a:pt x="12274" y="10994"/>
                  </a:cubicBezTo>
                  <a:cubicBezTo>
                    <a:pt x="28125" y="-4151"/>
                    <a:pt x="53254" y="-3578"/>
                    <a:pt x="68398" y="12274"/>
                  </a:cubicBezTo>
                  <a:cubicBezTo>
                    <a:pt x="68653" y="12540"/>
                    <a:pt x="68904" y="12810"/>
                    <a:pt x="69150" y="13083"/>
                  </a:cubicBezTo>
                  <a:lnTo>
                    <a:pt x="133657" y="82551"/>
                  </a:lnTo>
                  <a:cubicBezTo>
                    <a:pt x="148563" y="98626"/>
                    <a:pt x="147620" y="123742"/>
                    <a:pt x="131543" y="138653"/>
                  </a:cubicBezTo>
                  <a:cubicBezTo>
                    <a:pt x="124209" y="145451"/>
                    <a:pt x="114583" y="149237"/>
                    <a:pt x="104579" y="14924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77EFC0C8-9A8B-FD42-985B-AA5715370E62}"/>
                </a:ext>
              </a:extLst>
            </p:cNvPr>
            <p:cNvSpPr/>
            <p:nvPr/>
          </p:nvSpPr>
          <p:spPr>
            <a:xfrm>
              <a:off x="7167498" y="4151748"/>
              <a:ext cx="144082" cy="148924"/>
            </a:xfrm>
            <a:custGeom>
              <a:avLst/>
              <a:gdLst>
                <a:gd name="connsiteX0" fmla="*/ 104216 w 144082"/>
                <a:gd name="connsiteY0" fmla="*/ 148924 h 148924"/>
                <a:gd name="connsiteX1" fmla="*/ 75089 w 144082"/>
                <a:gd name="connsiteY1" fmla="*/ 136271 h 148924"/>
                <a:gd name="connsiteX2" fmla="*/ 10582 w 144082"/>
                <a:gd name="connsiteY2" fmla="*/ 66802 h 148924"/>
                <a:gd name="connsiteX3" fmla="*/ 12765 w 144082"/>
                <a:gd name="connsiteY3" fmla="*/ 10581 h 148924"/>
                <a:gd name="connsiteX4" fmla="*/ 68986 w 144082"/>
                <a:gd name="connsiteY4" fmla="*/ 12765 h 148924"/>
                <a:gd name="connsiteX5" fmla="*/ 133493 w 144082"/>
                <a:gd name="connsiteY5" fmla="*/ 82234 h 148924"/>
                <a:gd name="connsiteX6" fmla="*/ 131379 w 144082"/>
                <a:gd name="connsiteY6" fmla="*/ 138335 h 148924"/>
                <a:gd name="connsiteX7" fmla="*/ 104216 w 144082"/>
                <a:gd name="connsiteY7" fmla="*/ 148924 h 14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082" h="148924">
                  <a:moveTo>
                    <a:pt x="104216" y="148924"/>
                  </a:moveTo>
                  <a:cubicBezTo>
                    <a:pt x="93171" y="148944"/>
                    <a:pt x="82615" y="144359"/>
                    <a:pt x="75089" y="136271"/>
                  </a:cubicBezTo>
                  <a:lnTo>
                    <a:pt x="10582" y="66802"/>
                  </a:lnTo>
                  <a:cubicBezTo>
                    <a:pt x="-4340" y="50675"/>
                    <a:pt x="-3362" y="25502"/>
                    <a:pt x="12765" y="10581"/>
                  </a:cubicBezTo>
                  <a:cubicBezTo>
                    <a:pt x="28893" y="-4340"/>
                    <a:pt x="54064" y="-3362"/>
                    <a:pt x="68986" y="12765"/>
                  </a:cubicBezTo>
                  <a:lnTo>
                    <a:pt x="133493" y="82234"/>
                  </a:lnTo>
                  <a:cubicBezTo>
                    <a:pt x="148399" y="98306"/>
                    <a:pt x="147456" y="123424"/>
                    <a:pt x="131379" y="138335"/>
                  </a:cubicBezTo>
                  <a:cubicBezTo>
                    <a:pt x="123995" y="145182"/>
                    <a:pt x="114285" y="148968"/>
                    <a:pt x="104216" y="1489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71">
            <a:extLst>
              <a:ext uri="{FF2B5EF4-FFF2-40B4-BE49-F238E27FC236}">
                <a16:creationId xmlns:a16="http://schemas.microsoft.com/office/drawing/2014/main" id="{4A4F81AC-9193-4C2C-918C-28E8722E803C}"/>
              </a:ext>
            </a:extLst>
          </p:cNvPr>
          <p:cNvGrpSpPr>
            <a:grpSpLocks noChangeAspect="1"/>
          </p:cNvGrpSpPr>
          <p:nvPr/>
        </p:nvGrpSpPr>
        <p:grpSpPr>
          <a:xfrm>
            <a:off x="8207142" y="3650641"/>
            <a:ext cx="610335" cy="847025"/>
            <a:chOff x="8207142" y="3650641"/>
            <a:chExt cx="610335" cy="847025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1C68BD6B-8189-9F49-8FED-C10D273C3676}"/>
                </a:ext>
              </a:extLst>
            </p:cNvPr>
            <p:cNvSpPr/>
            <p:nvPr/>
          </p:nvSpPr>
          <p:spPr>
            <a:xfrm>
              <a:off x="8475884" y="3953178"/>
              <a:ext cx="341593" cy="543941"/>
            </a:xfrm>
            <a:custGeom>
              <a:avLst/>
              <a:gdLst>
                <a:gd name="connsiteX0" fmla="*/ 251036 w 341593"/>
                <a:gd name="connsiteY0" fmla="*/ 543942 h 543941"/>
                <a:gd name="connsiteX1" fmla="*/ 39701 w 341593"/>
                <a:gd name="connsiteY1" fmla="*/ 543942 h 543941"/>
                <a:gd name="connsiteX2" fmla="*/ 0 w 341593"/>
                <a:gd name="connsiteY2" fmla="*/ 504250 h 543941"/>
                <a:gd name="connsiteX3" fmla="*/ 4 w 341593"/>
                <a:gd name="connsiteY3" fmla="*/ 503650 h 543941"/>
                <a:gd name="connsiteX4" fmla="*/ 6654 w 341593"/>
                <a:gd name="connsiteY4" fmla="*/ 39101 h 543941"/>
                <a:gd name="connsiteX5" fmla="*/ 46350 w 341593"/>
                <a:gd name="connsiteY5" fmla="*/ 0 h 543941"/>
                <a:gd name="connsiteX6" fmla="*/ 274903 w 341593"/>
                <a:gd name="connsiteY6" fmla="*/ 0 h 543941"/>
                <a:gd name="connsiteX7" fmla="*/ 314600 w 341593"/>
                <a:gd name="connsiteY7" fmla="*/ 39250 h 543941"/>
                <a:gd name="connsiteX8" fmla="*/ 314600 w 341593"/>
                <a:gd name="connsiteY8" fmla="*/ 46991 h 543941"/>
                <a:gd name="connsiteX9" fmla="*/ 314600 w 341593"/>
                <a:gd name="connsiteY9" fmla="*/ 53541 h 543941"/>
                <a:gd name="connsiteX10" fmla="*/ 341594 w 341593"/>
                <a:gd name="connsiteY10" fmla="*/ 107528 h 543941"/>
                <a:gd name="connsiteX11" fmla="*/ 341594 w 341593"/>
                <a:gd name="connsiteY11" fmla="*/ 109364 h 543941"/>
                <a:gd name="connsiteX12" fmla="*/ 341594 w 341593"/>
                <a:gd name="connsiteY12" fmla="*/ 448720 h 543941"/>
                <a:gd name="connsiteX13" fmla="*/ 290584 w 341593"/>
                <a:gd name="connsiteY13" fmla="*/ 523151 h 543941"/>
                <a:gd name="connsiteX14" fmla="*/ 251036 w 341593"/>
                <a:gd name="connsiteY14" fmla="*/ 543942 h 543941"/>
                <a:gd name="connsiteX15" fmla="*/ 79943 w 341593"/>
                <a:gd name="connsiteY15" fmla="*/ 464549 h 543941"/>
                <a:gd name="connsiteX16" fmla="*/ 235008 w 341593"/>
                <a:gd name="connsiteY16" fmla="*/ 464549 h 543941"/>
                <a:gd name="connsiteX17" fmla="*/ 239970 w 341593"/>
                <a:gd name="connsiteY17" fmla="*/ 461175 h 543941"/>
                <a:gd name="connsiteX18" fmla="*/ 262200 w 341593"/>
                <a:gd name="connsiteY18" fmla="*/ 443758 h 543941"/>
                <a:gd name="connsiteX19" fmla="*/ 262200 w 341593"/>
                <a:gd name="connsiteY19" fmla="*/ 115120 h 543941"/>
                <a:gd name="connsiteX20" fmla="*/ 249299 w 341593"/>
                <a:gd name="connsiteY20" fmla="*/ 99638 h 543941"/>
                <a:gd name="connsiteX21" fmla="*/ 232676 w 341593"/>
                <a:gd name="connsiteY21" fmla="*/ 79790 h 543941"/>
                <a:gd name="connsiteX22" fmla="*/ 85451 w 341593"/>
                <a:gd name="connsiteY22" fmla="*/ 79790 h 54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1593" h="543941">
                  <a:moveTo>
                    <a:pt x="251036" y="543942"/>
                  </a:moveTo>
                  <a:lnTo>
                    <a:pt x="39701" y="543942"/>
                  </a:lnTo>
                  <a:cubicBezTo>
                    <a:pt x="17777" y="543947"/>
                    <a:pt x="2" y="526173"/>
                    <a:pt x="0" y="504250"/>
                  </a:cubicBezTo>
                  <a:cubicBezTo>
                    <a:pt x="0" y="504052"/>
                    <a:pt x="1" y="503848"/>
                    <a:pt x="4" y="503650"/>
                  </a:cubicBezTo>
                  <a:lnTo>
                    <a:pt x="6654" y="39101"/>
                  </a:lnTo>
                  <a:cubicBezTo>
                    <a:pt x="6979" y="17410"/>
                    <a:pt x="24657" y="-2"/>
                    <a:pt x="46350" y="0"/>
                  </a:cubicBezTo>
                  <a:lnTo>
                    <a:pt x="274903" y="0"/>
                  </a:lnTo>
                  <a:cubicBezTo>
                    <a:pt x="296652" y="-1"/>
                    <a:pt x="314357" y="17501"/>
                    <a:pt x="314600" y="39250"/>
                  </a:cubicBezTo>
                  <a:cubicBezTo>
                    <a:pt x="314600" y="39250"/>
                    <a:pt x="314600" y="42723"/>
                    <a:pt x="314600" y="46991"/>
                  </a:cubicBezTo>
                  <a:cubicBezTo>
                    <a:pt x="314600" y="49770"/>
                    <a:pt x="314600" y="51953"/>
                    <a:pt x="314600" y="53541"/>
                  </a:cubicBezTo>
                  <a:cubicBezTo>
                    <a:pt x="328246" y="69370"/>
                    <a:pt x="340800" y="86142"/>
                    <a:pt x="341594" y="107528"/>
                  </a:cubicBezTo>
                  <a:cubicBezTo>
                    <a:pt x="341594" y="108074"/>
                    <a:pt x="341594" y="108818"/>
                    <a:pt x="341594" y="109364"/>
                  </a:cubicBezTo>
                  <a:lnTo>
                    <a:pt x="341594" y="448720"/>
                  </a:lnTo>
                  <a:cubicBezTo>
                    <a:pt x="341594" y="461572"/>
                    <a:pt x="336334" y="493130"/>
                    <a:pt x="290584" y="523151"/>
                  </a:cubicBezTo>
                  <a:cubicBezTo>
                    <a:pt x="281592" y="536132"/>
                    <a:pt x="266825" y="543897"/>
                    <a:pt x="251036" y="543942"/>
                  </a:cubicBezTo>
                  <a:close/>
                  <a:moveTo>
                    <a:pt x="79943" y="464549"/>
                  </a:moveTo>
                  <a:lnTo>
                    <a:pt x="235008" y="464549"/>
                  </a:lnTo>
                  <a:cubicBezTo>
                    <a:pt x="236571" y="463293"/>
                    <a:pt x="238229" y="462167"/>
                    <a:pt x="239970" y="461175"/>
                  </a:cubicBezTo>
                  <a:cubicBezTo>
                    <a:pt x="248168" y="456451"/>
                    <a:pt x="255650" y="450586"/>
                    <a:pt x="262200" y="443758"/>
                  </a:cubicBezTo>
                  <a:lnTo>
                    <a:pt x="262200" y="115120"/>
                  </a:lnTo>
                  <a:cubicBezTo>
                    <a:pt x="259322" y="111051"/>
                    <a:pt x="253418" y="104352"/>
                    <a:pt x="249299" y="99638"/>
                  </a:cubicBezTo>
                  <a:cubicBezTo>
                    <a:pt x="243493" y="93039"/>
                    <a:pt x="237589" y="86290"/>
                    <a:pt x="232676" y="79790"/>
                  </a:cubicBezTo>
                  <a:lnTo>
                    <a:pt x="85451" y="7979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EE643BF4-1CBF-F74E-AF33-04F30AF47400}"/>
                </a:ext>
              </a:extLst>
            </p:cNvPr>
            <p:cNvSpPr/>
            <p:nvPr/>
          </p:nvSpPr>
          <p:spPr>
            <a:xfrm>
              <a:off x="8207142" y="3650641"/>
              <a:ext cx="351066" cy="847025"/>
            </a:xfrm>
            <a:custGeom>
              <a:avLst/>
              <a:gdLst>
                <a:gd name="connsiteX0" fmla="*/ 304076 w 351066"/>
                <a:gd name="connsiteY0" fmla="*/ 847025 h 847025"/>
                <a:gd name="connsiteX1" fmla="*/ 39697 w 351066"/>
                <a:gd name="connsiteY1" fmla="*/ 847025 h 847025"/>
                <a:gd name="connsiteX2" fmla="*/ 0 w 351066"/>
                <a:gd name="connsiteY2" fmla="*/ 807329 h 847025"/>
                <a:gd name="connsiteX3" fmla="*/ 0 w 351066"/>
                <a:gd name="connsiteY3" fmla="*/ 398603 h 847025"/>
                <a:gd name="connsiteX4" fmla="*/ 56419 w 351066"/>
                <a:gd name="connsiteY4" fmla="*/ 282987 h 847025"/>
                <a:gd name="connsiteX5" fmla="*/ 62423 w 351066"/>
                <a:gd name="connsiteY5" fmla="*/ 276884 h 847025"/>
                <a:gd name="connsiteX6" fmla="*/ 79641 w 351066"/>
                <a:gd name="connsiteY6" fmla="*/ 102715 h 847025"/>
                <a:gd name="connsiteX7" fmla="*/ 72546 w 351066"/>
                <a:gd name="connsiteY7" fmla="*/ 70610 h 847025"/>
                <a:gd name="connsiteX8" fmla="*/ 78699 w 351066"/>
                <a:gd name="connsiteY8" fmla="*/ 36620 h 847025"/>
                <a:gd name="connsiteX9" fmla="*/ 118395 w 351066"/>
                <a:gd name="connsiteY9" fmla="*/ 0 h 847025"/>
                <a:gd name="connsiteX10" fmla="*/ 232771 w 351066"/>
                <a:gd name="connsiteY10" fmla="*/ 0 h 847025"/>
                <a:gd name="connsiteX11" fmla="*/ 271773 w 351066"/>
                <a:gd name="connsiteY11" fmla="*/ 32353 h 847025"/>
                <a:gd name="connsiteX12" fmla="*/ 278521 w 351066"/>
                <a:gd name="connsiteY12" fmla="*/ 70561 h 847025"/>
                <a:gd name="connsiteX13" fmla="*/ 271922 w 351066"/>
                <a:gd name="connsiteY13" fmla="*/ 101723 h 847025"/>
                <a:gd name="connsiteX14" fmla="*/ 288793 w 351066"/>
                <a:gd name="connsiteY14" fmla="*/ 277132 h 847025"/>
                <a:gd name="connsiteX15" fmla="*/ 294598 w 351066"/>
                <a:gd name="connsiteY15" fmla="*/ 283037 h 847025"/>
                <a:gd name="connsiteX16" fmla="*/ 289041 w 351066"/>
                <a:gd name="connsiteY16" fmla="*/ 288594 h 847025"/>
                <a:gd name="connsiteX17" fmla="*/ 289041 w 351066"/>
                <a:gd name="connsiteY17" fmla="*/ 288594 h 847025"/>
                <a:gd name="connsiteX18" fmla="*/ 266563 w 351066"/>
                <a:gd name="connsiteY18" fmla="*/ 311172 h 847025"/>
                <a:gd name="connsiteX19" fmla="*/ 289041 w 351066"/>
                <a:gd name="connsiteY19" fmla="*/ 288644 h 847025"/>
                <a:gd name="connsiteX20" fmla="*/ 289041 w 351066"/>
                <a:gd name="connsiteY20" fmla="*/ 289140 h 847025"/>
                <a:gd name="connsiteX21" fmla="*/ 289041 w 351066"/>
                <a:gd name="connsiteY21" fmla="*/ 288644 h 847025"/>
                <a:gd name="connsiteX22" fmla="*/ 294648 w 351066"/>
                <a:gd name="connsiteY22" fmla="*/ 283086 h 847025"/>
                <a:gd name="connsiteX23" fmla="*/ 351067 w 351066"/>
                <a:gd name="connsiteY23" fmla="*/ 398702 h 847025"/>
                <a:gd name="connsiteX24" fmla="*/ 348883 w 351066"/>
                <a:gd name="connsiteY24" fmla="*/ 603586 h 847025"/>
                <a:gd name="connsiteX25" fmla="*/ 346601 w 351066"/>
                <a:gd name="connsiteY25" fmla="*/ 744459 h 847025"/>
                <a:gd name="connsiteX26" fmla="*/ 345212 w 351066"/>
                <a:gd name="connsiteY26" fmla="*/ 791549 h 847025"/>
                <a:gd name="connsiteX27" fmla="*/ 344368 w 351066"/>
                <a:gd name="connsiteY27" fmla="*/ 806088 h 847025"/>
                <a:gd name="connsiteX28" fmla="*/ 343624 w 351066"/>
                <a:gd name="connsiteY28" fmla="*/ 812539 h 847025"/>
                <a:gd name="connsiteX29" fmla="*/ 304076 w 351066"/>
                <a:gd name="connsiteY29" fmla="*/ 847025 h 847025"/>
                <a:gd name="connsiteX30" fmla="*/ 79393 w 351066"/>
                <a:gd name="connsiteY30" fmla="*/ 767632 h 847025"/>
                <a:gd name="connsiteX31" fmla="*/ 266612 w 351066"/>
                <a:gd name="connsiteY31" fmla="*/ 767632 h 847025"/>
                <a:gd name="connsiteX32" fmla="*/ 271574 w 351066"/>
                <a:gd name="connsiteY32" fmla="*/ 398256 h 847025"/>
                <a:gd name="connsiteX33" fmla="*/ 238378 w 351066"/>
                <a:gd name="connsiteY33" fmla="*/ 339108 h 847025"/>
                <a:gd name="connsiteX34" fmla="*/ 238378 w 351066"/>
                <a:gd name="connsiteY34" fmla="*/ 339108 h 847025"/>
                <a:gd name="connsiteX35" fmla="*/ 266463 w 351066"/>
                <a:gd name="connsiteY35" fmla="*/ 311072 h 847025"/>
                <a:gd name="connsiteX36" fmla="*/ 238328 w 351066"/>
                <a:gd name="connsiteY36" fmla="*/ 339058 h 847025"/>
                <a:gd name="connsiteX37" fmla="*/ 209598 w 351066"/>
                <a:gd name="connsiteY37" fmla="*/ 289041 h 847025"/>
                <a:gd name="connsiteX38" fmla="*/ 190841 w 351066"/>
                <a:gd name="connsiteY38" fmla="*/ 101921 h 847025"/>
                <a:gd name="connsiteX39" fmla="*/ 192132 w 351066"/>
                <a:gd name="connsiteY39" fmla="*/ 79393 h 847025"/>
                <a:gd name="connsiteX40" fmla="*/ 158786 w 351066"/>
                <a:gd name="connsiteY40" fmla="*/ 79393 h 847025"/>
                <a:gd name="connsiteX41" fmla="*/ 160424 w 351066"/>
                <a:gd name="connsiteY41" fmla="*/ 99837 h 847025"/>
                <a:gd name="connsiteX42" fmla="*/ 141270 w 351066"/>
                <a:gd name="connsiteY42" fmla="*/ 289090 h 847025"/>
                <a:gd name="connsiteX43" fmla="*/ 112589 w 351066"/>
                <a:gd name="connsiteY43" fmla="*/ 338711 h 847025"/>
                <a:gd name="connsiteX44" fmla="*/ 79294 w 351066"/>
                <a:gd name="connsiteY44" fmla="*/ 398256 h 847025"/>
                <a:gd name="connsiteX45" fmla="*/ 61976 w 351066"/>
                <a:gd name="connsiteY45" fmla="*/ 288991 h 847025"/>
                <a:gd name="connsiteX46" fmla="*/ 61976 w 351066"/>
                <a:gd name="connsiteY46" fmla="*/ 288991 h 8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51066" h="847025">
                  <a:moveTo>
                    <a:pt x="304076" y="847025"/>
                  </a:moveTo>
                  <a:lnTo>
                    <a:pt x="39697" y="847025"/>
                  </a:lnTo>
                  <a:cubicBezTo>
                    <a:pt x="17773" y="847025"/>
                    <a:pt x="0" y="829251"/>
                    <a:pt x="0" y="807329"/>
                  </a:cubicBezTo>
                  <a:lnTo>
                    <a:pt x="0" y="398603"/>
                  </a:lnTo>
                  <a:cubicBezTo>
                    <a:pt x="0" y="339455"/>
                    <a:pt x="35330" y="304324"/>
                    <a:pt x="56419" y="282987"/>
                  </a:cubicBezTo>
                  <a:cubicBezTo>
                    <a:pt x="58106" y="281250"/>
                    <a:pt x="60438" y="278968"/>
                    <a:pt x="62423" y="276884"/>
                  </a:cubicBezTo>
                  <a:cubicBezTo>
                    <a:pt x="63961" y="246516"/>
                    <a:pt x="69370" y="169107"/>
                    <a:pt x="79641" y="102715"/>
                  </a:cubicBezTo>
                  <a:cubicBezTo>
                    <a:pt x="74310" y="92892"/>
                    <a:pt x="71851" y="81766"/>
                    <a:pt x="72546" y="70610"/>
                  </a:cubicBezTo>
                  <a:cubicBezTo>
                    <a:pt x="73524" y="59112"/>
                    <a:pt x="75584" y="47732"/>
                    <a:pt x="78699" y="36620"/>
                  </a:cubicBezTo>
                  <a:cubicBezTo>
                    <a:pt x="80309" y="15906"/>
                    <a:pt x="97618" y="-62"/>
                    <a:pt x="118395" y="0"/>
                  </a:cubicBezTo>
                  <a:lnTo>
                    <a:pt x="232771" y="0"/>
                  </a:lnTo>
                  <a:cubicBezTo>
                    <a:pt x="251859" y="5"/>
                    <a:pt x="268241" y="13594"/>
                    <a:pt x="271773" y="32353"/>
                  </a:cubicBezTo>
                  <a:cubicBezTo>
                    <a:pt x="274820" y="44935"/>
                    <a:pt x="277073" y="57696"/>
                    <a:pt x="278521" y="70561"/>
                  </a:cubicBezTo>
                  <a:cubicBezTo>
                    <a:pt x="279170" y="81353"/>
                    <a:pt x="276889" y="92120"/>
                    <a:pt x="271922" y="101723"/>
                  </a:cubicBezTo>
                  <a:cubicBezTo>
                    <a:pt x="284327" y="167172"/>
                    <a:pt x="287800" y="247359"/>
                    <a:pt x="288793" y="277132"/>
                  </a:cubicBezTo>
                  <a:cubicBezTo>
                    <a:pt x="290728" y="279216"/>
                    <a:pt x="292961" y="281399"/>
                    <a:pt x="294598" y="283037"/>
                  </a:cubicBezTo>
                  <a:lnTo>
                    <a:pt x="289041" y="288594"/>
                  </a:lnTo>
                  <a:lnTo>
                    <a:pt x="289041" y="288594"/>
                  </a:lnTo>
                  <a:lnTo>
                    <a:pt x="266563" y="311172"/>
                  </a:lnTo>
                  <a:lnTo>
                    <a:pt x="289041" y="288644"/>
                  </a:lnTo>
                  <a:cubicBezTo>
                    <a:pt x="289055" y="288809"/>
                    <a:pt x="289055" y="288975"/>
                    <a:pt x="289041" y="289140"/>
                  </a:cubicBezTo>
                  <a:cubicBezTo>
                    <a:pt x="289065" y="288975"/>
                    <a:pt x="289065" y="288808"/>
                    <a:pt x="289041" y="288644"/>
                  </a:cubicBezTo>
                  <a:lnTo>
                    <a:pt x="294648" y="283086"/>
                  </a:lnTo>
                  <a:cubicBezTo>
                    <a:pt x="315737" y="304225"/>
                    <a:pt x="351067" y="339555"/>
                    <a:pt x="351067" y="398702"/>
                  </a:cubicBezTo>
                  <a:cubicBezTo>
                    <a:pt x="351067" y="400042"/>
                    <a:pt x="350223" y="502459"/>
                    <a:pt x="348883" y="603586"/>
                  </a:cubicBezTo>
                  <a:cubicBezTo>
                    <a:pt x="348139" y="663131"/>
                    <a:pt x="347345" y="710469"/>
                    <a:pt x="346601" y="744459"/>
                  </a:cubicBezTo>
                  <a:cubicBezTo>
                    <a:pt x="346105" y="764853"/>
                    <a:pt x="345658" y="780732"/>
                    <a:pt x="345212" y="791549"/>
                  </a:cubicBezTo>
                  <a:cubicBezTo>
                    <a:pt x="344914" y="797802"/>
                    <a:pt x="344666" y="802714"/>
                    <a:pt x="344368" y="806088"/>
                  </a:cubicBezTo>
                  <a:cubicBezTo>
                    <a:pt x="344070" y="809462"/>
                    <a:pt x="343872" y="811050"/>
                    <a:pt x="343624" y="812539"/>
                  </a:cubicBezTo>
                  <a:cubicBezTo>
                    <a:pt x="341001" y="832353"/>
                    <a:pt x="324060" y="847125"/>
                    <a:pt x="304076" y="847025"/>
                  </a:cubicBezTo>
                  <a:close/>
                  <a:moveTo>
                    <a:pt x="79393" y="767632"/>
                  </a:moveTo>
                  <a:lnTo>
                    <a:pt x="266612" y="767632"/>
                  </a:lnTo>
                  <a:cubicBezTo>
                    <a:pt x="268696" y="693201"/>
                    <a:pt x="270731" y="515162"/>
                    <a:pt x="271574" y="398256"/>
                  </a:cubicBezTo>
                  <a:cubicBezTo>
                    <a:pt x="271574" y="374140"/>
                    <a:pt x="258425" y="359155"/>
                    <a:pt x="238378" y="339108"/>
                  </a:cubicBezTo>
                  <a:lnTo>
                    <a:pt x="238378" y="339108"/>
                  </a:lnTo>
                  <a:lnTo>
                    <a:pt x="266463" y="311072"/>
                  </a:lnTo>
                  <a:lnTo>
                    <a:pt x="238328" y="339058"/>
                  </a:lnTo>
                  <a:cubicBezTo>
                    <a:pt x="224187" y="324867"/>
                    <a:pt x="209598" y="310278"/>
                    <a:pt x="209598" y="289041"/>
                  </a:cubicBezTo>
                  <a:cubicBezTo>
                    <a:pt x="209598" y="275395"/>
                    <a:pt x="206075" y="169554"/>
                    <a:pt x="190841" y="101921"/>
                  </a:cubicBezTo>
                  <a:cubicBezTo>
                    <a:pt x="189039" y="94449"/>
                    <a:pt x="189488" y="86611"/>
                    <a:pt x="192132" y="79393"/>
                  </a:cubicBezTo>
                  <a:lnTo>
                    <a:pt x="158786" y="79393"/>
                  </a:lnTo>
                  <a:cubicBezTo>
                    <a:pt x="161114" y="85947"/>
                    <a:pt x="161678" y="92997"/>
                    <a:pt x="160424" y="99837"/>
                  </a:cubicBezTo>
                  <a:cubicBezTo>
                    <a:pt x="150685" y="162537"/>
                    <a:pt x="144292" y="225711"/>
                    <a:pt x="141270" y="289090"/>
                  </a:cubicBezTo>
                  <a:cubicBezTo>
                    <a:pt x="141270" y="310229"/>
                    <a:pt x="126682" y="324867"/>
                    <a:pt x="112589" y="338711"/>
                  </a:cubicBezTo>
                  <a:cubicBezTo>
                    <a:pt x="92443" y="358907"/>
                    <a:pt x="79294" y="373892"/>
                    <a:pt x="79294" y="398256"/>
                  </a:cubicBezTo>
                  <a:close/>
                  <a:moveTo>
                    <a:pt x="61976" y="288991"/>
                  </a:moveTo>
                  <a:lnTo>
                    <a:pt x="61976" y="28899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5" name="Picture Placeholder 73">
            <a:extLst>
              <a:ext uri="{FF2B5EF4-FFF2-40B4-BE49-F238E27FC236}">
                <a16:creationId xmlns:a16="http://schemas.microsoft.com/office/drawing/2014/main" id="{8BBFFA4D-3EDB-4080-9EB6-E74592EEC8BD}"/>
              </a:ext>
            </a:extLst>
          </p:cNvPr>
          <p:cNvGrpSpPr>
            <a:grpSpLocks noChangeAspect="1"/>
          </p:cNvGrpSpPr>
          <p:nvPr/>
        </p:nvGrpSpPr>
        <p:grpSpPr>
          <a:xfrm>
            <a:off x="9414442" y="3658858"/>
            <a:ext cx="830750" cy="836227"/>
            <a:chOff x="9414442" y="3658858"/>
            <a:chExt cx="830750" cy="836227"/>
          </a:xfrm>
        </p:grpSpPr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7804E0AC-CB3E-2144-ABC2-554E1B0754F6}"/>
                </a:ext>
              </a:extLst>
            </p:cNvPr>
            <p:cNvSpPr/>
            <p:nvPr/>
          </p:nvSpPr>
          <p:spPr>
            <a:xfrm>
              <a:off x="9437813" y="3682150"/>
              <a:ext cx="784007" cy="784006"/>
            </a:xfrm>
            <a:custGeom>
              <a:avLst/>
              <a:gdLst>
                <a:gd name="connsiteX0" fmla="*/ 0 w 784007"/>
                <a:gd name="connsiteY0" fmla="*/ 0 h 784006"/>
                <a:gd name="connsiteX1" fmla="*/ 784008 w 784007"/>
                <a:gd name="connsiteY1" fmla="*/ 0 h 784006"/>
                <a:gd name="connsiteX2" fmla="*/ 784008 w 784007"/>
                <a:gd name="connsiteY2" fmla="*/ 784007 h 784006"/>
                <a:gd name="connsiteX3" fmla="*/ 0 w 784007"/>
                <a:gd name="connsiteY3" fmla="*/ 784007 h 784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007" h="784006">
                  <a:moveTo>
                    <a:pt x="0" y="0"/>
                  </a:moveTo>
                  <a:lnTo>
                    <a:pt x="784008" y="0"/>
                  </a:lnTo>
                  <a:lnTo>
                    <a:pt x="784008" y="784007"/>
                  </a:lnTo>
                  <a:lnTo>
                    <a:pt x="0" y="784007"/>
                  </a:lnTo>
                  <a:close/>
                </a:path>
              </a:pathLst>
            </a:custGeom>
            <a:noFill/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784371AB-D365-C641-9E79-E9EAB431BCD7}"/>
                </a:ext>
              </a:extLst>
            </p:cNvPr>
            <p:cNvSpPr/>
            <p:nvPr/>
          </p:nvSpPr>
          <p:spPr>
            <a:xfrm>
              <a:off x="9414442" y="3658858"/>
              <a:ext cx="830750" cy="836227"/>
            </a:xfrm>
            <a:custGeom>
              <a:avLst/>
              <a:gdLst>
                <a:gd name="connsiteX0" fmla="*/ 791054 w 830750"/>
                <a:gd name="connsiteY0" fmla="*/ 836228 h 836227"/>
                <a:gd name="connsiteX1" fmla="*/ 751357 w 830750"/>
                <a:gd name="connsiteY1" fmla="*/ 796531 h 836227"/>
                <a:gd name="connsiteX2" fmla="*/ 751357 w 830750"/>
                <a:gd name="connsiteY2" fmla="*/ 255666 h 836227"/>
                <a:gd name="connsiteX3" fmla="*/ 415623 w 830750"/>
                <a:gd name="connsiteY3" fmla="*/ 84326 h 836227"/>
                <a:gd name="connsiteX4" fmla="*/ 79393 w 830750"/>
                <a:gd name="connsiteY4" fmla="*/ 260281 h 836227"/>
                <a:gd name="connsiteX5" fmla="*/ 79393 w 830750"/>
                <a:gd name="connsiteY5" fmla="*/ 796531 h 836227"/>
                <a:gd name="connsiteX6" fmla="*/ 39697 w 830750"/>
                <a:gd name="connsiteY6" fmla="*/ 836228 h 836227"/>
                <a:gd name="connsiteX7" fmla="*/ 0 w 830750"/>
                <a:gd name="connsiteY7" fmla="*/ 796531 h 836227"/>
                <a:gd name="connsiteX8" fmla="*/ 0 w 830750"/>
                <a:gd name="connsiteY8" fmla="*/ 236264 h 836227"/>
                <a:gd name="connsiteX9" fmla="*/ 21287 w 830750"/>
                <a:gd name="connsiteY9" fmla="*/ 201083 h 836227"/>
                <a:gd name="connsiteX10" fmla="*/ 396966 w 830750"/>
                <a:gd name="connsiteY10" fmla="*/ 4436 h 836227"/>
                <a:gd name="connsiteX11" fmla="*/ 433437 w 830750"/>
                <a:gd name="connsiteY11" fmla="*/ 4436 h 836227"/>
                <a:gd name="connsiteX12" fmla="*/ 809066 w 830750"/>
                <a:gd name="connsiteY12" fmla="*/ 196071 h 836227"/>
                <a:gd name="connsiteX13" fmla="*/ 830751 w 830750"/>
                <a:gd name="connsiteY13" fmla="*/ 231451 h 836227"/>
                <a:gd name="connsiteX14" fmla="*/ 830751 w 830750"/>
                <a:gd name="connsiteY14" fmla="*/ 796531 h 836227"/>
                <a:gd name="connsiteX15" fmla="*/ 791054 w 830750"/>
                <a:gd name="connsiteY15" fmla="*/ 836228 h 83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0750" h="836227">
                  <a:moveTo>
                    <a:pt x="791054" y="836228"/>
                  </a:moveTo>
                  <a:cubicBezTo>
                    <a:pt x="769132" y="836228"/>
                    <a:pt x="751357" y="818454"/>
                    <a:pt x="751357" y="796531"/>
                  </a:cubicBezTo>
                  <a:lnTo>
                    <a:pt x="751357" y="255666"/>
                  </a:lnTo>
                  <a:lnTo>
                    <a:pt x="415623" y="84326"/>
                  </a:lnTo>
                  <a:lnTo>
                    <a:pt x="79393" y="260281"/>
                  </a:lnTo>
                  <a:lnTo>
                    <a:pt x="79393" y="796531"/>
                  </a:lnTo>
                  <a:cubicBezTo>
                    <a:pt x="79393" y="818454"/>
                    <a:pt x="61621" y="836228"/>
                    <a:pt x="39697" y="836228"/>
                  </a:cubicBezTo>
                  <a:cubicBezTo>
                    <a:pt x="17773" y="836228"/>
                    <a:pt x="0" y="818454"/>
                    <a:pt x="0" y="796531"/>
                  </a:cubicBezTo>
                  <a:lnTo>
                    <a:pt x="0" y="236264"/>
                  </a:lnTo>
                  <a:cubicBezTo>
                    <a:pt x="-4" y="221490"/>
                    <a:pt x="8197" y="207935"/>
                    <a:pt x="21287" y="201083"/>
                  </a:cubicBezTo>
                  <a:lnTo>
                    <a:pt x="396966" y="4436"/>
                  </a:lnTo>
                  <a:cubicBezTo>
                    <a:pt x="408404" y="-1479"/>
                    <a:pt x="422000" y="-1479"/>
                    <a:pt x="433437" y="4436"/>
                  </a:cubicBezTo>
                  <a:lnTo>
                    <a:pt x="809066" y="196071"/>
                  </a:lnTo>
                  <a:cubicBezTo>
                    <a:pt x="822375" y="202847"/>
                    <a:pt x="830751" y="216518"/>
                    <a:pt x="830751" y="231451"/>
                  </a:cubicBezTo>
                  <a:lnTo>
                    <a:pt x="830751" y="796531"/>
                  </a:lnTo>
                  <a:cubicBezTo>
                    <a:pt x="830751" y="818454"/>
                    <a:pt x="812976" y="836228"/>
                    <a:pt x="791054" y="8362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76B91593-1F2B-0347-AA75-C658A91E7072}"/>
                </a:ext>
              </a:extLst>
            </p:cNvPr>
            <p:cNvSpPr/>
            <p:nvPr/>
          </p:nvSpPr>
          <p:spPr>
            <a:xfrm>
              <a:off x="9790369" y="4177166"/>
              <a:ext cx="317572" cy="317325"/>
            </a:xfrm>
            <a:custGeom>
              <a:avLst/>
              <a:gdLst>
                <a:gd name="connsiteX0" fmla="*/ 277628 w 317572"/>
                <a:gd name="connsiteY0" fmla="*/ 317324 h 317325"/>
                <a:gd name="connsiteX1" fmla="*/ 39697 w 317572"/>
                <a:gd name="connsiteY1" fmla="*/ 317324 h 317325"/>
                <a:gd name="connsiteX2" fmla="*/ 0 w 317572"/>
                <a:gd name="connsiteY2" fmla="*/ 277628 h 317325"/>
                <a:gd name="connsiteX3" fmla="*/ 0 w 317572"/>
                <a:gd name="connsiteY3" fmla="*/ 39697 h 317325"/>
                <a:gd name="connsiteX4" fmla="*/ 39697 w 317572"/>
                <a:gd name="connsiteY4" fmla="*/ 0 h 317325"/>
                <a:gd name="connsiteX5" fmla="*/ 277876 w 317572"/>
                <a:gd name="connsiteY5" fmla="*/ 0 h 317325"/>
                <a:gd name="connsiteX6" fmla="*/ 317573 w 317572"/>
                <a:gd name="connsiteY6" fmla="*/ 39697 h 317325"/>
                <a:gd name="connsiteX7" fmla="*/ 317573 w 317572"/>
                <a:gd name="connsiteY7" fmla="*/ 277876 h 317325"/>
                <a:gd name="connsiteX8" fmla="*/ 277628 w 317572"/>
                <a:gd name="connsiteY8" fmla="*/ 317324 h 317325"/>
                <a:gd name="connsiteX9" fmla="*/ 277628 w 317572"/>
                <a:gd name="connsiteY9" fmla="*/ 317324 h 317325"/>
                <a:gd name="connsiteX10" fmla="*/ 79393 w 317572"/>
                <a:gd name="connsiteY10" fmla="*/ 237931 h 317325"/>
                <a:gd name="connsiteX11" fmla="*/ 238180 w 317572"/>
                <a:gd name="connsiteY11" fmla="*/ 237931 h 317325"/>
                <a:gd name="connsiteX12" fmla="*/ 238180 w 317572"/>
                <a:gd name="connsiteY12" fmla="*/ 79393 h 317325"/>
                <a:gd name="connsiteX13" fmla="*/ 79393 w 317572"/>
                <a:gd name="connsiteY13" fmla="*/ 79393 h 3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572" h="317325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77876" y="0"/>
                  </a:lnTo>
                  <a:cubicBezTo>
                    <a:pt x="299799" y="0"/>
                    <a:pt x="317573" y="17774"/>
                    <a:pt x="317573" y="39697"/>
                  </a:cubicBezTo>
                  <a:lnTo>
                    <a:pt x="317573" y="277876"/>
                  </a:lnTo>
                  <a:cubicBezTo>
                    <a:pt x="317434" y="299798"/>
                    <a:pt x="299555" y="317463"/>
                    <a:pt x="277628" y="317324"/>
                  </a:cubicBezTo>
                  <a:cubicBezTo>
                    <a:pt x="277628" y="317324"/>
                    <a:pt x="277628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8180" y="237931"/>
                  </a:lnTo>
                  <a:lnTo>
                    <a:pt x="23818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6B9A1BE-9ABB-2F43-9887-032EEFA8D6F5}"/>
                </a:ext>
              </a:extLst>
            </p:cNvPr>
            <p:cNvSpPr/>
            <p:nvPr/>
          </p:nvSpPr>
          <p:spPr>
            <a:xfrm>
              <a:off x="9552437" y="4177166"/>
              <a:ext cx="317324" cy="317324"/>
            </a:xfrm>
            <a:custGeom>
              <a:avLst/>
              <a:gdLst>
                <a:gd name="connsiteX0" fmla="*/ 277628 w 317324"/>
                <a:gd name="connsiteY0" fmla="*/ 317324 h 317324"/>
                <a:gd name="connsiteX1" fmla="*/ 39697 w 317324"/>
                <a:gd name="connsiteY1" fmla="*/ 317324 h 317324"/>
                <a:gd name="connsiteX2" fmla="*/ 0 w 317324"/>
                <a:gd name="connsiteY2" fmla="*/ 277628 h 317324"/>
                <a:gd name="connsiteX3" fmla="*/ 0 w 317324"/>
                <a:gd name="connsiteY3" fmla="*/ 39697 h 317324"/>
                <a:gd name="connsiteX4" fmla="*/ 39697 w 317324"/>
                <a:gd name="connsiteY4" fmla="*/ 0 h 317324"/>
                <a:gd name="connsiteX5" fmla="*/ 277628 w 317324"/>
                <a:gd name="connsiteY5" fmla="*/ 0 h 317324"/>
                <a:gd name="connsiteX6" fmla="*/ 317325 w 317324"/>
                <a:gd name="connsiteY6" fmla="*/ 39697 h 317324"/>
                <a:gd name="connsiteX7" fmla="*/ 317325 w 317324"/>
                <a:gd name="connsiteY7" fmla="*/ 277876 h 317324"/>
                <a:gd name="connsiteX8" fmla="*/ 277628 w 317324"/>
                <a:gd name="connsiteY8" fmla="*/ 317324 h 317324"/>
                <a:gd name="connsiteX9" fmla="*/ 79393 w 317324"/>
                <a:gd name="connsiteY9" fmla="*/ 237931 h 317324"/>
                <a:gd name="connsiteX10" fmla="*/ 237931 w 317324"/>
                <a:gd name="connsiteY10" fmla="*/ 237931 h 317324"/>
                <a:gd name="connsiteX11" fmla="*/ 237931 w 317324"/>
                <a:gd name="connsiteY11" fmla="*/ 79393 h 317324"/>
                <a:gd name="connsiteX12" fmla="*/ 79393 w 317324"/>
                <a:gd name="connsiteY12" fmla="*/ 79393 h 3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324" h="317324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77628" y="0"/>
                  </a:lnTo>
                  <a:cubicBezTo>
                    <a:pt x="299552" y="0"/>
                    <a:pt x="317325" y="17774"/>
                    <a:pt x="317325" y="39697"/>
                  </a:cubicBezTo>
                  <a:lnTo>
                    <a:pt x="317325" y="277876"/>
                  </a:lnTo>
                  <a:cubicBezTo>
                    <a:pt x="317188" y="299704"/>
                    <a:pt x="299455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7931" y="237931"/>
                  </a:lnTo>
                  <a:lnTo>
                    <a:pt x="23793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E50A5E98-66DC-D747-B665-F8D95A83707A}"/>
                </a:ext>
              </a:extLst>
            </p:cNvPr>
            <p:cNvSpPr/>
            <p:nvPr/>
          </p:nvSpPr>
          <p:spPr>
            <a:xfrm>
              <a:off x="9667111" y="3939334"/>
              <a:ext cx="317324" cy="317324"/>
            </a:xfrm>
            <a:custGeom>
              <a:avLst/>
              <a:gdLst>
                <a:gd name="connsiteX0" fmla="*/ 277628 w 317324"/>
                <a:gd name="connsiteY0" fmla="*/ 317324 h 317324"/>
                <a:gd name="connsiteX1" fmla="*/ 39697 w 317324"/>
                <a:gd name="connsiteY1" fmla="*/ 317324 h 317324"/>
                <a:gd name="connsiteX2" fmla="*/ 0 w 317324"/>
                <a:gd name="connsiteY2" fmla="*/ 277628 h 317324"/>
                <a:gd name="connsiteX3" fmla="*/ 0 w 317324"/>
                <a:gd name="connsiteY3" fmla="*/ 39697 h 317324"/>
                <a:gd name="connsiteX4" fmla="*/ 39697 w 317324"/>
                <a:gd name="connsiteY4" fmla="*/ 0 h 317324"/>
                <a:gd name="connsiteX5" fmla="*/ 277628 w 317324"/>
                <a:gd name="connsiteY5" fmla="*/ 0 h 317324"/>
                <a:gd name="connsiteX6" fmla="*/ 317325 w 317324"/>
                <a:gd name="connsiteY6" fmla="*/ 39697 h 317324"/>
                <a:gd name="connsiteX7" fmla="*/ 317325 w 317324"/>
                <a:gd name="connsiteY7" fmla="*/ 277876 h 317324"/>
                <a:gd name="connsiteX8" fmla="*/ 277628 w 317324"/>
                <a:gd name="connsiteY8" fmla="*/ 317324 h 317324"/>
                <a:gd name="connsiteX9" fmla="*/ 79393 w 317324"/>
                <a:gd name="connsiteY9" fmla="*/ 237931 h 317324"/>
                <a:gd name="connsiteX10" fmla="*/ 238180 w 317324"/>
                <a:gd name="connsiteY10" fmla="*/ 237931 h 317324"/>
                <a:gd name="connsiteX11" fmla="*/ 238180 w 317324"/>
                <a:gd name="connsiteY11" fmla="*/ 79393 h 317324"/>
                <a:gd name="connsiteX12" fmla="*/ 79393 w 317324"/>
                <a:gd name="connsiteY12" fmla="*/ 79393 h 3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324" h="317324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77628" y="0"/>
                  </a:lnTo>
                  <a:cubicBezTo>
                    <a:pt x="299551" y="0"/>
                    <a:pt x="317325" y="17773"/>
                    <a:pt x="317325" y="39697"/>
                  </a:cubicBezTo>
                  <a:lnTo>
                    <a:pt x="317325" y="277876"/>
                  </a:lnTo>
                  <a:cubicBezTo>
                    <a:pt x="317191" y="299704"/>
                    <a:pt x="299456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8180" y="237931"/>
                  </a:lnTo>
                  <a:lnTo>
                    <a:pt x="23818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1" name="Picture Placeholder 75">
            <a:extLst>
              <a:ext uri="{FF2B5EF4-FFF2-40B4-BE49-F238E27FC236}">
                <a16:creationId xmlns:a16="http://schemas.microsoft.com/office/drawing/2014/main" id="{B18B6206-AB7D-48AD-9F92-A84802539786}"/>
              </a:ext>
            </a:extLst>
          </p:cNvPr>
          <p:cNvGrpSpPr>
            <a:grpSpLocks noChangeAspect="1"/>
          </p:cNvGrpSpPr>
          <p:nvPr/>
        </p:nvGrpSpPr>
        <p:grpSpPr>
          <a:xfrm>
            <a:off x="1566876" y="4819988"/>
            <a:ext cx="746036" cy="746395"/>
            <a:chOff x="1566876" y="4819988"/>
            <a:chExt cx="746036" cy="746395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45BA834F-659A-9D4F-9B15-DDDA5AD668B8}"/>
                </a:ext>
              </a:extLst>
            </p:cNvPr>
            <p:cNvSpPr/>
            <p:nvPr/>
          </p:nvSpPr>
          <p:spPr>
            <a:xfrm>
              <a:off x="1573147" y="5303832"/>
              <a:ext cx="255518" cy="250543"/>
            </a:xfrm>
            <a:custGeom>
              <a:avLst/>
              <a:gdLst>
                <a:gd name="connsiteX0" fmla="*/ 39635 w 255518"/>
                <a:gd name="connsiteY0" fmla="*/ 250543 h 250543"/>
                <a:gd name="connsiteX1" fmla="*/ 0 w 255518"/>
                <a:gd name="connsiteY1" fmla="*/ 210787 h 250543"/>
                <a:gd name="connsiteX2" fmla="*/ 12045 w 255518"/>
                <a:gd name="connsiteY2" fmla="*/ 182365 h 250543"/>
                <a:gd name="connsiteX3" fmla="*/ 188150 w 255518"/>
                <a:gd name="connsiteY3" fmla="*/ 11223 h 250543"/>
                <a:gd name="connsiteX4" fmla="*/ 244295 w 255518"/>
                <a:gd name="connsiteY4" fmla="*/ 12042 h 250543"/>
                <a:gd name="connsiteX5" fmla="*/ 243477 w 255518"/>
                <a:gd name="connsiteY5" fmla="*/ 68187 h 250543"/>
                <a:gd name="connsiteX6" fmla="*/ 67273 w 255518"/>
                <a:gd name="connsiteY6" fmla="*/ 239329 h 250543"/>
                <a:gd name="connsiteX7" fmla="*/ 39635 w 255518"/>
                <a:gd name="connsiteY7" fmla="*/ 250543 h 25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518" h="250543">
                  <a:moveTo>
                    <a:pt x="39635" y="250543"/>
                  </a:moveTo>
                  <a:cubicBezTo>
                    <a:pt x="17711" y="250509"/>
                    <a:pt x="-34" y="232710"/>
                    <a:pt x="0" y="210787"/>
                  </a:cubicBezTo>
                  <a:cubicBezTo>
                    <a:pt x="16" y="200074"/>
                    <a:pt x="4361" y="189828"/>
                    <a:pt x="12045" y="182365"/>
                  </a:cubicBezTo>
                  <a:lnTo>
                    <a:pt x="188150" y="11223"/>
                  </a:lnTo>
                  <a:cubicBezTo>
                    <a:pt x="203880" y="-4055"/>
                    <a:pt x="229017" y="-3688"/>
                    <a:pt x="244295" y="12042"/>
                  </a:cubicBezTo>
                  <a:cubicBezTo>
                    <a:pt x="259574" y="27771"/>
                    <a:pt x="259207" y="52909"/>
                    <a:pt x="243477" y="68187"/>
                  </a:cubicBezTo>
                  <a:lnTo>
                    <a:pt x="67273" y="239329"/>
                  </a:lnTo>
                  <a:cubicBezTo>
                    <a:pt x="59868" y="246519"/>
                    <a:pt x="49955" y="250539"/>
                    <a:pt x="39635" y="2505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73" name="Picture Placeholder 75">
              <a:extLst>
                <a:ext uri="{FF2B5EF4-FFF2-40B4-BE49-F238E27FC236}">
                  <a16:creationId xmlns:a16="http://schemas.microsoft.com/office/drawing/2014/main" id="{B18B6206-AB7D-48AD-9F92-A84802539786}"/>
                </a:ext>
              </a:extLst>
            </p:cNvPr>
            <p:cNvGrpSpPr/>
            <p:nvPr/>
          </p:nvGrpSpPr>
          <p:grpSpPr>
            <a:xfrm>
              <a:off x="1566876" y="4819988"/>
              <a:ext cx="746036" cy="746395"/>
              <a:chOff x="1566876" y="4819988"/>
              <a:chExt cx="746036" cy="746395"/>
            </a:xfrm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96D84CAF-D38A-4F4A-BB8B-02C4B7EB89FC}"/>
                  </a:ext>
                </a:extLst>
              </p:cNvPr>
              <p:cNvSpPr/>
              <p:nvPr/>
            </p:nvSpPr>
            <p:spPr>
              <a:xfrm>
                <a:off x="1566876" y="5048634"/>
                <a:ext cx="519096" cy="517749"/>
              </a:xfrm>
              <a:custGeom>
                <a:avLst/>
                <a:gdLst>
                  <a:gd name="connsiteX0" fmla="*/ 408981 w 519096"/>
                  <a:gd name="connsiteY0" fmla="*/ 517749 h 517749"/>
                  <a:gd name="connsiteX1" fmla="*/ 380945 w 519096"/>
                  <a:gd name="connsiteY1" fmla="*/ 506089 h 517749"/>
                  <a:gd name="connsiteX2" fmla="*/ 11618 w 519096"/>
                  <a:gd name="connsiteY2" fmla="*/ 136712 h 517749"/>
                  <a:gd name="connsiteX3" fmla="*/ 11618 w 519096"/>
                  <a:gd name="connsiteY3" fmla="*/ 80591 h 517749"/>
                  <a:gd name="connsiteX4" fmla="*/ 40150 w 519096"/>
                  <a:gd name="connsiteY4" fmla="*/ 52357 h 517749"/>
                  <a:gd name="connsiteX5" fmla="*/ 322988 w 519096"/>
                  <a:gd name="connsiteY5" fmla="*/ 22585 h 517749"/>
                  <a:gd name="connsiteX6" fmla="*/ 349606 w 519096"/>
                  <a:gd name="connsiteY6" fmla="*/ 72012 h 517749"/>
                  <a:gd name="connsiteX7" fmla="*/ 300179 w 519096"/>
                  <a:gd name="connsiteY7" fmla="*/ 98631 h 517749"/>
                  <a:gd name="connsiteX8" fmla="*/ 299765 w 519096"/>
                  <a:gd name="connsiteY8" fmla="*/ 98504 h 517749"/>
                  <a:gd name="connsiteX9" fmla="*/ 96320 w 519096"/>
                  <a:gd name="connsiteY9" fmla="*/ 108428 h 517749"/>
                  <a:gd name="connsiteX10" fmla="*/ 95824 w 519096"/>
                  <a:gd name="connsiteY10" fmla="*/ 108875 h 517749"/>
                  <a:gd name="connsiteX11" fmla="*/ 408981 w 519096"/>
                  <a:gd name="connsiteY11" fmla="*/ 422031 h 517749"/>
                  <a:gd name="connsiteX12" fmla="*/ 409477 w 519096"/>
                  <a:gd name="connsiteY12" fmla="*/ 421585 h 517749"/>
                  <a:gd name="connsiteX13" fmla="*/ 420989 w 519096"/>
                  <a:gd name="connsiteY13" fmla="*/ 218140 h 517749"/>
                  <a:gd name="connsiteX14" fmla="*/ 447213 w 519096"/>
                  <a:gd name="connsiteY14" fmla="*/ 168503 h 517749"/>
                  <a:gd name="connsiteX15" fmla="*/ 496611 w 519096"/>
                  <a:gd name="connsiteY15" fmla="*/ 193974 h 517749"/>
                  <a:gd name="connsiteX16" fmla="*/ 519089 w 519096"/>
                  <a:gd name="connsiteY16" fmla="*/ 330084 h 517749"/>
                  <a:gd name="connsiteX17" fmla="*/ 465598 w 519096"/>
                  <a:gd name="connsiteY17" fmla="*/ 477557 h 517749"/>
                  <a:gd name="connsiteX18" fmla="*/ 437066 w 519096"/>
                  <a:gd name="connsiteY18" fmla="*/ 506089 h 517749"/>
                  <a:gd name="connsiteX19" fmla="*/ 408981 w 519096"/>
                  <a:gd name="connsiteY19" fmla="*/ 517749 h 51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19096" h="517749">
                    <a:moveTo>
                      <a:pt x="408981" y="517749"/>
                    </a:moveTo>
                    <a:cubicBezTo>
                      <a:pt x="398451" y="517769"/>
                      <a:pt x="388354" y="513571"/>
                      <a:pt x="380945" y="506089"/>
                    </a:cubicBezTo>
                    <a:lnTo>
                      <a:pt x="11618" y="136712"/>
                    </a:lnTo>
                    <a:cubicBezTo>
                      <a:pt x="-3873" y="121212"/>
                      <a:pt x="-3873" y="96092"/>
                      <a:pt x="11618" y="80591"/>
                    </a:cubicBezTo>
                    <a:lnTo>
                      <a:pt x="40150" y="52357"/>
                    </a:lnTo>
                    <a:cubicBezTo>
                      <a:pt x="73395" y="19161"/>
                      <a:pt x="154277" y="-28872"/>
                      <a:pt x="322988" y="22585"/>
                    </a:cubicBezTo>
                    <a:cubicBezTo>
                      <a:pt x="343987" y="28883"/>
                      <a:pt x="355905" y="51012"/>
                      <a:pt x="349606" y="72012"/>
                    </a:cubicBezTo>
                    <a:cubicBezTo>
                      <a:pt x="343308" y="93012"/>
                      <a:pt x="321179" y="104929"/>
                      <a:pt x="300179" y="98631"/>
                    </a:cubicBezTo>
                    <a:cubicBezTo>
                      <a:pt x="300041" y="98590"/>
                      <a:pt x="299903" y="98547"/>
                      <a:pt x="299765" y="98504"/>
                    </a:cubicBezTo>
                    <a:cubicBezTo>
                      <a:pt x="265031" y="87885"/>
                      <a:pt x="147430" y="57170"/>
                      <a:pt x="96320" y="108428"/>
                    </a:cubicBezTo>
                    <a:lnTo>
                      <a:pt x="95824" y="108875"/>
                    </a:lnTo>
                    <a:lnTo>
                      <a:pt x="408981" y="422031"/>
                    </a:lnTo>
                    <a:lnTo>
                      <a:pt x="409477" y="421585"/>
                    </a:lnTo>
                    <a:cubicBezTo>
                      <a:pt x="452250" y="378811"/>
                      <a:pt x="443467" y="288551"/>
                      <a:pt x="420989" y="218140"/>
                    </a:cubicBezTo>
                    <a:cubicBezTo>
                      <a:pt x="414524" y="197191"/>
                      <a:pt x="426266" y="174968"/>
                      <a:pt x="447213" y="168503"/>
                    </a:cubicBezTo>
                    <a:cubicBezTo>
                      <a:pt x="467870" y="162129"/>
                      <a:pt x="489828" y="173452"/>
                      <a:pt x="496611" y="193974"/>
                    </a:cubicBezTo>
                    <a:cubicBezTo>
                      <a:pt x="505146" y="220720"/>
                      <a:pt x="519486" y="273913"/>
                      <a:pt x="519089" y="330084"/>
                    </a:cubicBezTo>
                    <a:cubicBezTo>
                      <a:pt x="518692" y="392854"/>
                      <a:pt x="500680" y="442475"/>
                      <a:pt x="465598" y="477557"/>
                    </a:cubicBezTo>
                    <a:lnTo>
                      <a:pt x="437066" y="506089"/>
                    </a:lnTo>
                    <a:cubicBezTo>
                      <a:pt x="429623" y="513551"/>
                      <a:pt x="419519" y="517744"/>
                      <a:pt x="408981" y="51774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23263134-10EE-2140-9504-58433AF966B9}"/>
                  </a:ext>
                </a:extLst>
              </p:cNvPr>
              <p:cNvSpPr/>
              <p:nvPr/>
            </p:nvSpPr>
            <p:spPr>
              <a:xfrm>
                <a:off x="1844734" y="4857099"/>
                <a:ext cx="433767" cy="433740"/>
              </a:xfrm>
              <a:custGeom>
                <a:avLst/>
                <a:gdLst>
                  <a:gd name="connsiteX0" fmla="*/ 180694 w 433767"/>
                  <a:gd name="connsiteY0" fmla="*/ 433741 h 433740"/>
                  <a:gd name="connsiteX1" fmla="*/ 140967 w 433767"/>
                  <a:gd name="connsiteY1" fmla="*/ 394075 h 433740"/>
                  <a:gd name="connsiteX2" fmla="*/ 152609 w 433767"/>
                  <a:gd name="connsiteY2" fmla="*/ 365959 h 433740"/>
                  <a:gd name="connsiteX3" fmla="*/ 337943 w 433767"/>
                  <a:gd name="connsiteY3" fmla="*/ 180626 h 433740"/>
                  <a:gd name="connsiteX4" fmla="*/ 253091 w 433767"/>
                  <a:gd name="connsiteY4" fmla="*/ 95774 h 433740"/>
                  <a:gd name="connsiteX5" fmla="*/ 67956 w 433767"/>
                  <a:gd name="connsiteY5" fmla="*/ 281108 h 433740"/>
                  <a:gd name="connsiteX6" fmla="*/ 11711 w 433767"/>
                  <a:gd name="connsiteY6" fmla="*/ 281232 h 433740"/>
                  <a:gd name="connsiteX7" fmla="*/ 11587 w 433767"/>
                  <a:gd name="connsiteY7" fmla="*/ 224987 h 433740"/>
                  <a:gd name="connsiteX8" fmla="*/ 224956 w 433767"/>
                  <a:gd name="connsiteY8" fmla="*/ 11618 h 433740"/>
                  <a:gd name="connsiteX9" fmla="*/ 281077 w 433767"/>
                  <a:gd name="connsiteY9" fmla="*/ 11618 h 433740"/>
                  <a:gd name="connsiteX10" fmla="*/ 422149 w 433767"/>
                  <a:gd name="connsiteY10" fmla="*/ 152590 h 433740"/>
                  <a:gd name="connsiteX11" fmla="*/ 422149 w 433767"/>
                  <a:gd name="connsiteY11" fmla="*/ 208711 h 433740"/>
                  <a:gd name="connsiteX12" fmla="*/ 208780 w 433767"/>
                  <a:gd name="connsiteY12" fmla="*/ 422080 h 433740"/>
                  <a:gd name="connsiteX13" fmla="*/ 180694 w 433767"/>
                  <a:gd name="connsiteY13" fmla="*/ 433741 h 43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3767" h="433740">
                    <a:moveTo>
                      <a:pt x="180694" y="433741"/>
                    </a:moveTo>
                    <a:cubicBezTo>
                      <a:pt x="158772" y="433756"/>
                      <a:pt x="140984" y="416001"/>
                      <a:pt x="140967" y="394075"/>
                    </a:cubicBezTo>
                    <a:cubicBezTo>
                      <a:pt x="140958" y="383529"/>
                      <a:pt x="145147" y="373412"/>
                      <a:pt x="152609" y="365959"/>
                    </a:cubicBezTo>
                    <a:lnTo>
                      <a:pt x="337943" y="180626"/>
                    </a:lnTo>
                    <a:lnTo>
                      <a:pt x="253091" y="95774"/>
                    </a:lnTo>
                    <a:lnTo>
                      <a:pt x="67956" y="281108"/>
                    </a:lnTo>
                    <a:cubicBezTo>
                      <a:pt x="52459" y="296674"/>
                      <a:pt x="27277" y="296729"/>
                      <a:pt x="11711" y="281232"/>
                    </a:cubicBezTo>
                    <a:cubicBezTo>
                      <a:pt x="-3855" y="265734"/>
                      <a:pt x="-3911" y="240553"/>
                      <a:pt x="11587" y="224987"/>
                    </a:cubicBezTo>
                    <a:lnTo>
                      <a:pt x="224956" y="11618"/>
                    </a:lnTo>
                    <a:cubicBezTo>
                      <a:pt x="240458" y="-3873"/>
                      <a:pt x="265576" y="-3873"/>
                      <a:pt x="281077" y="11618"/>
                    </a:cubicBezTo>
                    <a:lnTo>
                      <a:pt x="422149" y="152590"/>
                    </a:lnTo>
                    <a:cubicBezTo>
                      <a:pt x="437641" y="168090"/>
                      <a:pt x="437641" y="193210"/>
                      <a:pt x="422149" y="208711"/>
                    </a:cubicBezTo>
                    <a:lnTo>
                      <a:pt x="208780" y="422080"/>
                    </a:lnTo>
                    <a:cubicBezTo>
                      <a:pt x="201337" y="429543"/>
                      <a:pt x="191234" y="433736"/>
                      <a:pt x="180694" y="43374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6840A69-B2FC-7B40-BCDC-97C609C005DA}"/>
                  </a:ext>
                </a:extLst>
              </p:cNvPr>
              <p:cNvSpPr/>
              <p:nvPr/>
            </p:nvSpPr>
            <p:spPr>
              <a:xfrm>
                <a:off x="2020863" y="4819988"/>
                <a:ext cx="292049" cy="292068"/>
              </a:xfrm>
              <a:custGeom>
                <a:avLst/>
                <a:gdLst>
                  <a:gd name="connsiteX0" fmla="*/ 252519 w 292049"/>
                  <a:gd name="connsiteY0" fmla="*/ 292019 h 292068"/>
                  <a:gd name="connsiteX1" fmla="*/ 224285 w 292049"/>
                  <a:gd name="connsiteY1" fmla="*/ 280407 h 292068"/>
                  <a:gd name="connsiteX2" fmla="*/ 10916 w 292049"/>
                  <a:gd name="connsiteY2" fmla="*/ 67039 h 292068"/>
                  <a:gd name="connsiteX3" fmla="*/ 12355 w 292049"/>
                  <a:gd name="connsiteY3" fmla="*/ 10918 h 292068"/>
                  <a:gd name="connsiteX4" fmla="*/ 67037 w 292049"/>
                  <a:gd name="connsiteY4" fmla="*/ 10918 h 292068"/>
                  <a:gd name="connsiteX5" fmla="*/ 280406 w 292049"/>
                  <a:gd name="connsiteY5" fmla="*/ 224286 h 292068"/>
                  <a:gd name="connsiteX6" fmla="*/ 280436 w 292049"/>
                  <a:gd name="connsiteY6" fmla="*/ 280426 h 292068"/>
                  <a:gd name="connsiteX7" fmla="*/ 252321 w 292049"/>
                  <a:gd name="connsiteY7" fmla="*/ 292068 h 29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049" h="292068">
                    <a:moveTo>
                      <a:pt x="252519" y="292019"/>
                    </a:moveTo>
                    <a:cubicBezTo>
                      <a:pt x="241935" y="292067"/>
                      <a:pt x="231773" y="287887"/>
                      <a:pt x="224285" y="280407"/>
                    </a:cubicBezTo>
                    <a:lnTo>
                      <a:pt x="10916" y="67039"/>
                    </a:lnTo>
                    <a:cubicBezTo>
                      <a:pt x="-4184" y="51144"/>
                      <a:pt x="-3538" y="26018"/>
                      <a:pt x="12355" y="10918"/>
                    </a:cubicBezTo>
                    <a:cubicBezTo>
                      <a:pt x="27673" y="-3639"/>
                      <a:pt x="51714" y="-3639"/>
                      <a:pt x="67037" y="10918"/>
                    </a:cubicBezTo>
                    <a:lnTo>
                      <a:pt x="280406" y="224286"/>
                    </a:lnTo>
                    <a:cubicBezTo>
                      <a:pt x="295918" y="239781"/>
                      <a:pt x="295933" y="264915"/>
                      <a:pt x="280436" y="280426"/>
                    </a:cubicBezTo>
                    <a:cubicBezTo>
                      <a:pt x="272983" y="287888"/>
                      <a:pt x="262865" y="292077"/>
                      <a:pt x="252321" y="29206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77" name="Picture Placeholder 77">
            <a:extLst>
              <a:ext uri="{FF2B5EF4-FFF2-40B4-BE49-F238E27FC236}">
                <a16:creationId xmlns:a16="http://schemas.microsoft.com/office/drawing/2014/main" id="{13B10607-4BD6-49E9-8802-0F447A03C852}"/>
              </a:ext>
            </a:extLst>
          </p:cNvPr>
          <p:cNvGrpSpPr>
            <a:grpSpLocks noChangeAspect="1"/>
          </p:cNvGrpSpPr>
          <p:nvPr/>
        </p:nvGrpSpPr>
        <p:grpSpPr>
          <a:xfrm>
            <a:off x="2844365" y="4802721"/>
            <a:ext cx="833024" cy="780136"/>
            <a:chOff x="2844365" y="4802721"/>
            <a:chExt cx="833024" cy="780136"/>
          </a:xfrm>
        </p:grpSpPr>
        <p:grpSp>
          <p:nvGrpSpPr>
            <p:cNvPr id="178" name="Picture Placeholder 77">
              <a:extLst>
                <a:ext uri="{FF2B5EF4-FFF2-40B4-BE49-F238E27FC236}">
                  <a16:creationId xmlns:a16="http://schemas.microsoft.com/office/drawing/2014/main" id="{13B10607-4BD6-49E9-8802-0F447A03C852}"/>
                </a:ext>
              </a:extLst>
            </p:cNvPr>
            <p:cNvGrpSpPr/>
            <p:nvPr/>
          </p:nvGrpSpPr>
          <p:grpSpPr>
            <a:xfrm>
              <a:off x="2844365" y="4802721"/>
              <a:ext cx="833024" cy="780136"/>
              <a:chOff x="2844365" y="4802721"/>
              <a:chExt cx="833024" cy="780136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18729EE2-BA1B-3541-8F22-B9E44E08E35B}"/>
                  </a:ext>
                </a:extLst>
              </p:cNvPr>
              <p:cNvSpPr/>
              <p:nvPr/>
            </p:nvSpPr>
            <p:spPr>
              <a:xfrm>
                <a:off x="3218983" y="4802721"/>
                <a:ext cx="79393" cy="261649"/>
              </a:xfrm>
              <a:custGeom>
                <a:avLst/>
                <a:gdLst>
                  <a:gd name="connsiteX0" fmla="*/ 39697 w 79393"/>
                  <a:gd name="connsiteY0" fmla="*/ 261650 h 261649"/>
                  <a:gd name="connsiteX1" fmla="*/ 0 w 79393"/>
                  <a:gd name="connsiteY1" fmla="*/ 221953 h 261649"/>
                  <a:gd name="connsiteX2" fmla="*/ 0 w 79393"/>
                  <a:gd name="connsiteY2" fmla="*/ 39697 h 261649"/>
                  <a:gd name="connsiteX3" fmla="*/ 39697 w 79393"/>
                  <a:gd name="connsiteY3" fmla="*/ 0 h 261649"/>
                  <a:gd name="connsiteX4" fmla="*/ 79393 w 79393"/>
                  <a:gd name="connsiteY4" fmla="*/ 39697 h 261649"/>
                  <a:gd name="connsiteX5" fmla="*/ 79393 w 79393"/>
                  <a:gd name="connsiteY5" fmla="*/ 221953 h 261649"/>
                  <a:gd name="connsiteX6" fmla="*/ 39697 w 79393"/>
                  <a:gd name="connsiteY6" fmla="*/ 261650 h 26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1649">
                    <a:moveTo>
                      <a:pt x="39697" y="261650"/>
                    </a:moveTo>
                    <a:cubicBezTo>
                      <a:pt x="17773" y="261650"/>
                      <a:pt x="0" y="243877"/>
                      <a:pt x="0" y="22195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221953"/>
                    </a:lnTo>
                    <a:cubicBezTo>
                      <a:pt x="79393" y="243877"/>
                      <a:pt x="61621" y="261650"/>
                      <a:pt x="39697" y="26165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F3ADE583-EBA9-6D40-84BF-4C5D2CA670C1}"/>
                  </a:ext>
                </a:extLst>
              </p:cNvPr>
              <p:cNvSpPr/>
              <p:nvPr/>
            </p:nvSpPr>
            <p:spPr>
              <a:xfrm>
                <a:off x="2844365" y="4992173"/>
                <a:ext cx="833024" cy="590684"/>
              </a:xfrm>
              <a:custGeom>
                <a:avLst/>
                <a:gdLst>
                  <a:gd name="connsiteX0" fmla="*/ 695317 w 833024"/>
                  <a:gd name="connsiteY0" fmla="*/ 590685 h 590684"/>
                  <a:gd name="connsiteX1" fmla="*/ 500208 w 833024"/>
                  <a:gd name="connsiteY1" fmla="*/ 435273 h 590684"/>
                  <a:gd name="connsiteX2" fmla="*/ 452225 w 833024"/>
                  <a:gd name="connsiteY2" fmla="*/ 407088 h 590684"/>
                  <a:gd name="connsiteX3" fmla="*/ 378042 w 833024"/>
                  <a:gd name="connsiteY3" fmla="*/ 407088 h 590684"/>
                  <a:gd name="connsiteX4" fmla="*/ 331944 w 833024"/>
                  <a:gd name="connsiteY4" fmla="*/ 431898 h 590684"/>
                  <a:gd name="connsiteX5" fmla="*/ 324005 w 833024"/>
                  <a:gd name="connsiteY5" fmla="*/ 443758 h 590684"/>
                  <a:gd name="connsiteX6" fmla="*/ 134603 w 833024"/>
                  <a:gd name="connsiteY6" fmla="*/ 590437 h 590684"/>
                  <a:gd name="connsiteX7" fmla="*/ 27075 w 833024"/>
                  <a:gd name="connsiteY7" fmla="*/ 541511 h 590684"/>
                  <a:gd name="connsiteX8" fmla="*/ 6929 w 833024"/>
                  <a:gd name="connsiteY8" fmla="*/ 406542 h 590684"/>
                  <a:gd name="connsiteX9" fmla="*/ 7276 w 833024"/>
                  <a:gd name="connsiteY9" fmla="*/ 405203 h 590684"/>
                  <a:gd name="connsiteX10" fmla="*/ 100216 w 833024"/>
                  <a:gd name="connsiteY10" fmla="*/ 100135 h 590684"/>
                  <a:gd name="connsiteX11" fmla="*/ 230172 w 833024"/>
                  <a:gd name="connsiteY11" fmla="*/ 0 h 590684"/>
                  <a:gd name="connsiteX12" fmla="*/ 606198 w 833024"/>
                  <a:gd name="connsiteY12" fmla="*/ 0 h 590684"/>
                  <a:gd name="connsiteX13" fmla="*/ 735907 w 833024"/>
                  <a:gd name="connsiteY13" fmla="*/ 99241 h 590684"/>
                  <a:gd name="connsiteX14" fmla="*/ 827457 w 833024"/>
                  <a:gd name="connsiteY14" fmla="*/ 405649 h 590684"/>
                  <a:gd name="connsiteX15" fmla="*/ 828350 w 833024"/>
                  <a:gd name="connsiteY15" fmla="*/ 409222 h 590684"/>
                  <a:gd name="connsiteX16" fmla="*/ 803540 w 833024"/>
                  <a:gd name="connsiteY16" fmla="*/ 543892 h 590684"/>
                  <a:gd name="connsiteX17" fmla="*/ 695317 w 833024"/>
                  <a:gd name="connsiteY17" fmla="*/ 590685 h 590684"/>
                  <a:gd name="connsiteX18" fmla="*/ 378042 w 833024"/>
                  <a:gd name="connsiteY18" fmla="*/ 327695 h 590684"/>
                  <a:gd name="connsiteX19" fmla="*/ 452225 w 833024"/>
                  <a:gd name="connsiteY19" fmla="*/ 327695 h 590684"/>
                  <a:gd name="connsiteX20" fmla="*/ 569032 w 833024"/>
                  <a:gd name="connsiteY20" fmla="*/ 395725 h 590684"/>
                  <a:gd name="connsiteX21" fmla="*/ 695317 w 833024"/>
                  <a:gd name="connsiteY21" fmla="*/ 511292 h 590684"/>
                  <a:gd name="connsiteX22" fmla="*/ 742358 w 833024"/>
                  <a:gd name="connsiteY22" fmla="*/ 493527 h 590684"/>
                  <a:gd name="connsiteX23" fmla="*/ 750992 w 833024"/>
                  <a:gd name="connsiteY23" fmla="*/ 426539 h 590684"/>
                  <a:gd name="connsiteX24" fmla="*/ 659689 w 833024"/>
                  <a:gd name="connsiteY24" fmla="*/ 121422 h 590684"/>
                  <a:gd name="connsiteX25" fmla="*/ 659342 w 833024"/>
                  <a:gd name="connsiteY25" fmla="*/ 120231 h 590684"/>
                  <a:gd name="connsiteX26" fmla="*/ 606198 w 833024"/>
                  <a:gd name="connsiteY26" fmla="*/ 79393 h 590684"/>
                  <a:gd name="connsiteX27" fmla="*/ 230172 w 833024"/>
                  <a:gd name="connsiteY27" fmla="*/ 79393 h 590684"/>
                  <a:gd name="connsiteX28" fmla="*/ 176880 w 833024"/>
                  <a:gd name="connsiteY28" fmla="*/ 120777 h 590684"/>
                  <a:gd name="connsiteX29" fmla="*/ 176383 w 833024"/>
                  <a:gd name="connsiteY29" fmla="*/ 122464 h 590684"/>
                  <a:gd name="connsiteX30" fmla="*/ 83444 w 833024"/>
                  <a:gd name="connsiteY30" fmla="*/ 427879 h 590684"/>
                  <a:gd name="connsiteX31" fmla="*/ 90043 w 833024"/>
                  <a:gd name="connsiteY31" fmla="*/ 493428 h 590684"/>
                  <a:gd name="connsiteX32" fmla="*/ 134702 w 833024"/>
                  <a:gd name="connsiteY32" fmla="*/ 511292 h 590684"/>
                  <a:gd name="connsiteX33" fmla="*/ 258059 w 833024"/>
                  <a:gd name="connsiteY33" fmla="*/ 399943 h 590684"/>
                  <a:gd name="connsiteX34" fmla="*/ 266048 w 833024"/>
                  <a:gd name="connsiteY34" fmla="*/ 387935 h 590684"/>
                  <a:gd name="connsiteX35" fmla="*/ 378042 w 833024"/>
                  <a:gd name="connsiteY35" fmla="*/ 327695 h 590684"/>
                  <a:gd name="connsiteX36" fmla="*/ 138424 w 833024"/>
                  <a:gd name="connsiteY36" fmla="*/ 110952 h 590684"/>
                  <a:gd name="connsiteX37" fmla="*/ 138424 w 833024"/>
                  <a:gd name="connsiteY37" fmla="*/ 110952 h 59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833024" h="590684">
                    <a:moveTo>
                      <a:pt x="695317" y="590685"/>
                    </a:moveTo>
                    <a:cubicBezTo>
                      <a:pt x="589476" y="590685"/>
                      <a:pt x="537871" y="500871"/>
                      <a:pt x="500208" y="435273"/>
                    </a:cubicBezTo>
                    <a:cubicBezTo>
                      <a:pt x="490383" y="417990"/>
                      <a:pt x="472102" y="407252"/>
                      <a:pt x="452225" y="407088"/>
                    </a:cubicBezTo>
                    <a:lnTo>
                      <a:pt x="378042" y="407088"/>
                    </a:lnTo>
                    <a:cubicBezTo>
                      <a:pt x="359499" y="407148"/>
                      <a:pt x="342209" y="416457"/>
                      <a:pt x="331944" y="431898"/>
                    </a:cubicBezTo>
                    <a:lnTo>
                      <a:pt x="324005" y="443758"/>
                    </a:lnTo>
                    <a:cubicBezTo>
                      <a:pt x="275972" y="515857"/>
                      <a:pt x="226252" y="590437"/>
                      <a:pt x="134603" y="590437"/>
                    </a:cubicBezTo>
                    <a:cubicBezTo>
                      <a:pt x="89497" y="590437"/>
                      <a:pt x="51289" y="573069"/>
                      <a:pt x="27075" y="541511"/>
                    </a:cubicBezTo>
                    <a:cubicBezTo>
                      <a:pt x="180" y="506528"/>
                      <a:pt x="-6965" y="458594"/>
                      <a:pt x="6929" y="406542"/>
                    </a:cubicBezTo>
                    <a:cubicBezTo>
                      <a:pt x="6929" y="406096"/>
                      <a:pt x="7177" y="405649"/>
                      <a:pt x="7276" y="405203"/>
                    </a:cubicBezTo>
                    <a:lnTo>
                      <a:pt x="100216" y="100135"/>
                    </a:lnTo>
                    <a:cubicBezTo>
                      <a:pt x="115751" y="41106"/>
                      <a:pt x="169134" y="-26"/>
                      <a:pt x="230172" y="0"/>
                    </a:cubicBezTo>
                    <a:lnTo>
                      <a:pt x="606198" y="0"/>
                    </a:lnTo>
                    <a:cubicBezTo>
                      <a:pt x="666860" y="64"/>
                      <a:pt x="719979" y="40707"/>
                      <a:pt x="735907" y="99241"/>
                    </a:cubicBezTo>
                    <a:lnTo>
                      <a:pt x="827457" y="405649"/>
                    </a:lnTo>
                    <a:cubicBezTo>
                      <a:pt x="827790" y="406840"/>
                      <a:pt x="828087" y="408031"/>
                      <a:pt x="828350" y="409222"/>
                    </a:cubicBezTo>
                    <a:cubicBezTo>
                      <a:pt x="842244" y="478691"/>
                      <a:pt x="822545" y="520769"/>
                      <a:pt x="803540" y="543892"/>
                    </a:cubicBezTo>
                    <a:cubicBezTo>
                      <a:pt x="778978" y="574062"/>
                      <a:pt x="740472" y="590685"/>
                      <a:pt x="695317" y="590685"/>
                    </a:cubicBezTo>
                    <a:close/>
                    <a:moveTo>
                      <a:pt x="378042" y="327695"/>
                    </a:moveTo>
                    <a:lnTo>
                      <a:pt x="452225" y="327695"/>
                    </a:lnTo>
                    <a:cubicBezTo>
                      <a:pt x="500511" y="327898"/>
                      <a:pt x="545031" y="353825"/>
                      <a:pt x="569032" y="395725"/>
                    </a:cubicBezTo>
                    <a:cubicBezTo>
                      <a:pt x="607935" y="463408"/>
                      <a:pt x="639742" y="511292"/>
                      <a:pt x="695317" y="511292"/>
                    </a:cubicBezTo>
                    <a:cubicBezTo>
                      <a:pt x="707425" y="511292"/>
                      <a:pt x="729704" y="509009"/>
                      <a:pt x="742358" y="493527"/>
                    </a:cubicBezTo>
                    <a:cubicBezTo>
                      <a:pt x="756599" y="476160"/>
                      <a:pt x="755061" y="447876"/>
                      <a:pt x="750992" y="426539"/>
                    </a:cubicBezTo>
                    <a:lnTo>
                      <a:pt x="659689" y="121422"/>
                    </a:lnTo>
                    <a:cubicBezTo>
                      <a:pt x="659595" y="121018"/>
                      <a:pt x="659481" y="120621"/>
                      <a:pt x="659342" y="120231"/>
                    </a:cubicBezTo>
                    <a:cubicBezTo>
                      <a:pt x="652901" y="96166"/>
                      <a:pt x="631108" y="79421"/>
                      <a:pt x="606198" y="79393"/>
                    </a:cubicBezTo>
                    <a:lnTo>
                      <a:pt x="230172" y="79393"/>
                    </a:lnTo>
                    <a:cubicBezTo>
                      <a:pt x="205030" y="79366"/>
                      <a:pt x="183080" y="96412"/>
                      <a:pt x="176880" y="120777"/>
                    </a:cubicBezTo>
                    <a:cubicBezTo>
                      <a:pt x="176744" y="121347"/>
                      <a:pt x="176578" y="121911"/>
                      <a:pt x="176383" y="122464"/>
                    </a:cubicBezTo>
                    <a:lnTo>
                      <a:pt x="83444" y="427879"/>
                    </a:lnTo>
                    <a:cubicBezTo>
                      <a:pt x="76398" y="454873"/>
                      <a:pt x="78779" y="478740"/>
                      <a:pt x="90043" y="493428"/>
                    </a:cubicBezTo>
                    <a:cubicBezTo>
                      <a:pt x="99173" y="505287"/>
                      <a:pt x="114159" y="511292"/>
                      <a:pt x="134702" y="511292"/>
                    </a:cubicBezTo>
                    <a:cubicBezTo>
                      <a:pt x="181594" y="511292"/>
                      <a:pt x="210671" y="471049"/>
                      <a:pt x="258059" y="399943"/>
                    </a:cubicBezTo>
                    <a:lnTo>
                      <a:pt x="266048" y="387935"/>
                    </a:lnTo>
                    <a:cubicBezTo>
                      <a:pt x="290988" y="350426"/>
                      <a:pt x="332997" y="327829"/>
                      <a:pt x="378042" y="327695"/>
                    </a:cubicBezTo>
                    <a:close/>
                    <a:moveTo>
                      <a:pt x="138424" y="110952"/>
                    </a:moveTo>
                    <a:lnTo>
                      <a:pt x="138424" y="110952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9DE1A8C6-1D2D-BF4C-8782-24E0CC515B4E}"/>
                </a:ext>
              </a:extLst>
            </p:cNvPr>
            <p:cNvSpPr/>
            <p:nvPr/>
          </p:nvSpPr>
          <p:spPr>
            <a:xfrm>
              <a:off x="3074140" y="5133890"/>
              <a:ext cx="79393" cy="175508"/>
            </a:xfrm>
            <a:custGeom>
              <a:avLst/>
              <a:gdLst>
                <a:gd name="connsiteX0" fmla="*/ 39697 w 79393"/>
                <a:gd name="connsiteY0" fmla="*/ 175508 h 175508"/>
                <a:gd name="connsiteX1" fmla="*/ 0 w 79393"/>
                <a:gd name="connsiteY1" fmla="*/ 135812 h 175508"/>
                <a:gd name="connsiteX2" fmla="*/ 0 w 79393"/>
                <a:gd name="connsiteY2" fmla="*/ 39697 h 175508"/>
                <a:gd name="connsiteX3" fmla="*/ 39697 w 79393"/>
                <a:gd name="connsiteY3" fmla="*/ 0 h 175508"/>
                <a:gd name="connsiteX4" fmla="*/ 79393 w 79393"/>
                <a:gd name="connsiteY4" fmla="*/ 39697 h 175508"/>
                <a:gd name="connsiteX5" fmla="*/ 79393 w 79393"/>
                <a:gd name="connsiteY5" fmla="*/ 135812 h 175508"/>
                <a:gd name="connsiteX6" fmla="*/ 39697 w 79393"/>
                <a:gd name="connsiteY6" fmla="*/ 175508 h 17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508">
                  <a:moveTo>
                    <a:pt x="39697" y="175508"/>
                  </a:moveTo>
                  <a:cubicBezTo>
                    <a:pt x="17773" y="175508"/>
                    <a:pt x="0" y="157734"/>
                    <a:pt x="0" y="13581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5812"/>
                  </a:lnTo>
                  <a:cubicBezTo>
                    <a:pt x="79393" y="157734"/>
                    <a:pt x="61621" y="175508"/>
                    <a:pt x="39697" y="1755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2513129D-95A0-EB4A-A09F-C479D017698A}"/>
                </a:ext>
              </a:extLst>
            </p:cNvPr>
            <p:cNvSpPr/>
            <p:nvPr/>
          </p:nvSpPr>
          <p:spPr>
            <a:xfrm>
              <a:off x="3027298" y="5180732"/>
              <a:ext cx="175707" cy="79393"/>
            </a:xfrm>
            <a:custGeom>
              <a:avLst/>
              <a:gdLst>
                <a:gd name="connsiteX0" fmla="*/ 136010 w 175707"/>
                <a:gd name="connsiteY0" fmla="*/ 79393 h 79393"/>
                <a:gd name="connsiteX1" fmla="*/ 39697 w 175707"/>
                <a:gd name="connsiteY1" fmla="*/ 79393 h 79393"/>
                <a:gd name="connsiteX2" fmla="*/ 0 w 175707"/>
                <a:gd name="connsiteY2" fmla="*/ 39697 h 79393"/>
                <a:gd name="connsiteX3" fmla="*/ 39697 w 175707"/>
                <a:gd name="connsiteY3" fmla="*/ 0 h 79393"/>
                <a:gd name="connsiteX4" fmla="*/ 136010 w 175707"/>
                <a:gd name="connsiteY4" fmla="*/ 0 h 79393"/>
                <a:gd name="connsiteX5" fmla="*/ 175707 w 175707"/>
                <a:gd name="connsiteY5" fmla="*/ 39697 h 79393"/>
                <a:gd name="connsiteX6" fmla="*/ 136010 w 17570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707" h="79393">
                  <a:moveTo>
                    <a:pt x="13601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6010" y="0"/>
                  </a:lnTo>
                  <a:cubicBezTo>
                    <a:pt x="157934" y="0"/>
                    <a:pt x="175707" y="17773"/>
                    <a:pt x="175707" y="39697"/>
                  </a:cubicBezTo>
                  <a:cubicBezTo>
                    <a:pt x="175707" y="61620"/>
                    <a:pt x="157934" y="79393"/>
                    <a:pt x="13601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A4468CE2-3D57-9544-A469-64D53FA2200C}"/>
                </a:ext>
              </a:extLst>
            </p:cNvPr>
            <p:cNvSpPr/>
            <p:nvPr/>
          </p:nvSpPr>
          <p:spPr>
            <a:xfrm>
              <a:off x="3362438" y="5116646"/>
              <a:ext cx="79441" cy="79368"/>
            </a:xfrm>
            <a:custGeom>
              <a:avLst/>
              <a:gdLst>
                <a:gd name="connsiteX0" fmla="*/ 39795 w 79441"/>
                <a:gd name="connsiteY0" fmla="*/ 79369 h 79368"/>
                <a:gd name="connsiteX1" fmla="*/ 32054 w 79441"/>
                <a:gd name="connsiteY1" fmla="*/ 78625 h 79368"/>
                <a:gd name="connsiteX2" fmla="*/ 24611 w 79441"/>
                <a:gd name="connsiteY2" fmla="*/ 76342 h 79368"/>
                <a:gd name="connsiteX3" fmla="*/ 17763 w 79441"/>
                <a:gd name="connsiteY3" fmla="*/ 72670 h 79368"/>
                <a:gd name="connsiteX4" fmla="*/ 6698 w 79441"/>
                <a:gd name="connsiteY4" fmla="*/ 61704 h 79368"/>
                <a:gd name="connsiteX5" fmla="*/ 3026 w 79441"/>
                <a:gd name="connsiteY5" fmla="*/ 54856 h 79368"/>
                <a:gd name="connsiteX6" fmla="*/ 793 w 79441"/>
                <a:gd name="connsiteY6" fmla="*/ 47463 h 79368"/>
                <a:gd name="connsiteX7" fmla="*/ 793 w 79441"/>
                <a:gd name="connsiteY7" fmla="*/ 31931 h 79368"/>
                <a:gd name="connsiteX8" fmla="*/ 3026 w 79441"/>
                <a:gd name="connsiteY8" fmla="*/ 24488 h 79368"/>
                <a:gd name="connsiteX9" fmla="*/ 6698 w 79441"/>
                <a:gd name="connsiteY9" fmla="*/ 17641 h 79368"/>
                <a:gd name="connsiteX10" fmla="*/ 11660 w 79441"/>
                <a:gd name="connsiteY10" fmla="*/ 11637 h 79368"/>
                <a:gd name="connsiteX11" fmla="*/ 17713 w 79441"/>
                <a:gd name="connsiteY11" fmla="*/ 6675 h 79368"/>
                <a:gd name="connsiteX12" fmla="*/ 32004 w 79441"/>
                <a:gd name="connsiteY12" fmla="*/ 770 h 79368"/>
                <a:gd name="connsiteX13" fmla="*/ 78677 w 79441"/>
                <a:gd name="connsiteY13" fmla="*/ 31963 h 79368"/>
                <a:gd name="connsiteX14" fmla="*/ 79442 w 79441"/>
                <a:gd name="connsiteY14" fmla="*/ 39672 h 79368"/>
                <a:gd name="connsiteX15" fmla="*/ 78648 w 79441"/>
                <a:gd name="connsiteY15" fmla="*/ 47463 h 79368"/>
                <a:gd name="connsiteX16" fmla="*/ 76415 w 79441"/>
                <a:gd name="connsiteY16" fmla="*/ 54856 h 79368"/>
                <a:gd name="connsiteX17" fmla="*/ 72743 w 79441"/>
                <a:gd name="connsiteY17" fmla="*/ 61704 h 79368"/>
                <a:gd name="connsiteX18" fmla="*/ 61777 w 79441"/>
                <a:gd name="connsiteY18" fmla="*/ 72670 h 79368"/>
                <a:gd name="connsiteX19" fmla="*/ 54929 w 79441"/>
                <a:gd name="connsiteY19" fmla="*/ 76342 h 79368"/>
                <a:gd name="connsiteX20" fmla="*/ 47486 w 79441"/>
                <a:gd name="connsiteY20" fmla="*/ 78625 h 79368"/>
                <a:gd name="connsiteX21" fmla="*/ 39795 w 79441"/>
                <a:gd name="connsiteY21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1" h="79368">
                  <a:moveTo>
                    <a:pt x="39795" y="79369"/>
                  </a:moveTo>
                  <a:cubicBezTo>
                    <a:pt x="37194" y="79369"/>
                    <a:pt x="34604" y="79120"/>
                    <a:pt x="32054" y="78625"/>
                  </a:cubicBezTo>
                  <a:cubicBezTo>
                    <a:pt x="29508" y="78090"/>
                    <a:pt x="27017" y="77326"/>
                    <a:pt x="24611" y="76342"/>
                  </a:cubicBezTo>
                  <a:cubicBezTo>
                    <a:pt x="22214" y="75345"/>
                    <a:pt x="19921" y="74115"/>
                    <a:pt x="17763" y="72670"/>
                  </a:cubicBezTo>
                  <a:cubicBezTo>
                    <a:pt x="13352" y="69826"/>
                    <a:pt x="9581" y="66090"/>
                    <a:pt x="6698" y="61704"/>
                  </a:cubicBezTo>
                  <a:cubicBezTo>
                    <a:pt x="5244" y="59554"/>
                    <a:pt x="4013" y="57259"/>
                    <a:pt x="3026" y="54856"/>
                  </a:cubicBezTo>
                  <a:cubicBezTo>
                    <a:pt x="2033" y="52473"/>
                    <a:pt x="1289" y="49996"/>
                    <a:pt x="793" y="47463"/>
                  </a:cubicBezTo>
                  <a:cubicBezTo>
                    <a:pt x="-264" y="42340"/>
                    <a:pt x="-264" y="37054"/>
                    <a:pt x="793" y="31931"/>
                  </a:cubicBezTo>
                  <a:cubicBezTo>
                    <a:pt x="1294" y="29384"/>
                    <a:pt x="2043" y="26891"/>
                    <a:pt x="3026" y="24488"/>
                  </a:cubicBezTo>
                  <a:cubicBezTo>
                    <a:pt x="4033" y="22096"/>
                    <a:pt x="5264" y="19803"/>
                    <a:pt x="6698" y="17641"/>
                  </a:cubicBezTo>
                  <a:cubicBezTo>
                    <a:pt x="8132" y="15466"/>
                    <a:pt x="9794" y="13453"/>
                    <a:pt x="11660" y="11637"/>
                  </a:cubicBezTo>
                  <a:cubicBezTo>
                    <a:pt x="13506" y="9783"/>
                    <a:pt x="15535" y="8120"/>
                    <a:pt x="17713" y="6675"/>
                  </a:cubicBezTo>
                  <a:cubicBezTo>
                    <a:pt x="22060" y="3821"/>
                    <a:pt x="26908" y="1817"/>
                    <a:pt x="32004" y="770"/>
                  </a:cubicBezTo>
                  <a:cubicBezTo>
                    <a:pt x="53505" y="-3506"/>
                    <a:pt x="74405" y="10461"/>
                    <a:pt x="78677" y="31963"/>
                  </a:cubicBezTo>
                  <a:cubicBezTo>
                    <a:pt x="79184" y="34502"/>
                    <a:pt x="79442" y="37084"/>
                    <a:pt x="79442" y="39672"/>
                  </a:cubicBezTo>
                  <a:cubicBezTo>
                    <a:pt x="79452" y="42290"/>
                    <a:pt x="79184" y="44901"/>
                    <a:pt x="78648" y="47463"/>
                  </a:cubicBezTo>
                  <a:cubicBezTo>
                    <a:pt x="78151" y="49996"/>
                    <a:pt x="77407" y="52473"/>
                    <a:pt x="76415" y="54856"/>
                  </a:cubicBezTo>
                  <a:cubicBezTo>
                    <a:pt x="75427" y="57259"/>
                    <a:pt x="74197" y="59554"/>
                    <a:pt x="72743" y="61704"/>
                  </a:cubicBezTo>
                  <a:cubicBezTo>
                    <a:pt x="69890" y="66080"/>
                    <a:pt x="66153" y="69815"/>
                    <a:pt x="61777" y="72670"/>
                  </a:cubicBezTo>
                  <a:cubicBezTo>
                    <a:pt x="59618" y="74115"/>
                    <a:pt x="57326" y="75345"/>
                    <a:pt x="54929" y="76342"/>
                  </a:cubicBezTo>
                  <a:cubicBezTo>
                    <a:pt x="52522" y="77326"/>
                    <a:pt x="50031" y="78090"/>
                    <a:pt x="47486" y="78625"/>
                  </a:cubicBezTo>
                  <a:cubicBezTo>
                    <a:pt x="44950" y="79117"/>
                    <a:pt x="42375" y="79366"/>
                    <a:pt x="39795" y="793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25D692D1-F7F5-C141-B89E-8F9EF85B1A4B}"/>
                </a:ext>
              </a:extLst>
            </p:cNvPr>
            <p:cNvSpPr/>
            <p:nvPr/>
          </p:nvSpPr>
          <p:spPr>
            <a:xfrm>
              <a:off x="3428235" y="5179007"/>
              <a:ext cx="79441" cy="79430"/>
            </a:xfrm>
            <a:custGeom>
              <a:avLst/>
              <a:gdLst>
                <a:gd name="connsiteX0" fmla="*/ 39695 w 79441"/>
                <a:gd name="connsiteY0" fmla="*/ 79381 h 79430"/>
                <a:gd name="connsiteX1" fmla="*/ 11660 w 79441"/>
                <a:gd name="connsiteY1" fmla="*/ 67770 h 79430"/>
                <a:gd name="connsiteX2" fmla="*/ 6698 w 79441"/>
                <a:gd name="connsiteY2" fmla="*/ 61766 h 79430"/>
                <a:gd name="connsiteX3" fmla="*/ 3075 w 79441"/>
                <a:gd name="connsiteY3" fmla="*/ 54868 h 79430"/>
                <a:gd name="connsiteX4" fmla="*/ 793 w 79441"/>
                <a:gd name="connsiteY4" fmla="*/ 47475 h 79430"/>
                <a:gd name="connsiteX5" fmla="*/ 793 w 79441"/>
                <a:gd name="connsiteY5" fmla="*/ 31944 h 79430"/>
                <a:gd name="connsiteX6" fmla="*/ 3075 w 79441"/>
                <a:gd name="connsiteY6" fmla="*/ 24501 h 79430"/>
                <a:gd name="connsiteX7" fmla="*/ 6698 w 79441"/>
                <a:gd name="connsiteY7" fmla="*/ 17653 h 79430"/>
                <a:gd name="connsiteX8" fmla="*/ 11660 w 79441"/>
                <a:gd name="connsiteY8" fmla="*/ 11649 h 79430"/>
                <a:gd name="connsiteX9" fmla="*/ 17664 w 79441"/>
                <a:gd name="connsiteY9" fmla="*/ 6687 h 79430"/>
                <a:gd name="connsiteX10" fmla="*/ 24511 w 79441"/>
                <a:gd name="connsiteY10" fmla="*/ 3064 h 79430"/>
                <a:gd name="connsiteX11" fmla="*/ 31955 w 79441"/>
                <a:gd name="connsiteY11" fmla="*/ 782 h 79430"/>
                <a:gd name="connsiteX12" fmla="*/ 47486 w 79441"/>
                <a:gd name="connsiteY12" fmla="*/ 782 h 79430"/>
                <a:gd name="connsiteX13" fmla="*/ 54929 w 79441"/>
                <a:gd name="connsiteY13" fmla="*/ 3064 h 79430"/>
                <a:gd name="connsiteX14" fmla="*/ 67781 w 79441"/>
                <a:gd name="connsiteY14" fmla="*/ 11649 h 79430"/>
                <a:gd name="connsiteX15" fmla="*/ 72743 w 79441"/>
                <a:gd name="connsiteY15" fmla="*/ 17653 h 79430"/>
                <a:gd name="connsiteX16" fmla="*/ 76365 w 79441"/>
                <a:gd name="connsiteY16" fmla="*/ 24501 h 79430"/>
                <a:gd name="connsiteX17" fmla="*/ 78648 w 79441"/>
                <a:gd name="connsiteY17" fmla="*/ 31944 h 79430"/>
                <a:gd name="connsiteX18" fmla="*/ 79442 w 79441"/>
                <a:gd name="connsiteY18" fmla="*/ 39734 h 79430"/>
                <a:gd name="connsiteX19" fmla="*/ 39745 w 79441"/>
                <a:gd name="connsiteY19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1" h="79430">
                  <a:moveTo>
                    <a:pt x="39695" y="79381"/>
                  </a:moveTo>
                  <a:cubicBezTo>
                    <a:pt x="29181" y="79376"/>
                    <a:pt x="19098" y="75201"/>
                    <a:pt x="11660" y="67770"/>
                  </a:cubicBezTo>
                  <a:cubicBezTo>
                    <a:pt x="9809" y="65942"/>
                    <a:pt x="8146" y="63930"/>
                    <a:pt x="6698" y="61766"/>
                  </a:cubicBezTo>
                  <a:cubicBezTo>
                    <a:pt x="5288" y="59580"/>
                    <a:pt x="4073" y="57272"/>
                    <a:pt x="3075" y="54868"/>
                  </a:cubicBezTo>
                  <a:cubicBezTo>
                    <a:pt x="2068" y="52487"/>
                    <a:pt x="1304" y="50010"/>
                    <a:pt x="793" y="47475"/>
                  </a:cubicBezTo>
                  <a:cubicBezTo>
                    <a:pt x="-264" y="42352"/>
                    <a:pt x="-264" y="37067"/>
                    <a:pt x="793" y="31944"/>
                  </a:cubicBezTo>
                  <a:cubicBezTo>
                    <a:pt x="1309" y="29395"/>
                    <a:pt x="2078" y="26902"/>
                    <a:pt x="3075" y="24501"/>
                  </a:cubicBezTo>
                  <a:cubicBezTo>
                    <a:pt x="4083" y="22118"/>
                    <a:pt x="5298" y="19828"/>
                    <a:pt x="6698" y="17653"/>
                  </a:cubicBezTo>
                  <a:cubicBezTo>
                    <a:pt x="8156" y="15498"/>
                    <a:pt x="9819" y="13488"/>
                    <a:pt x="11660" y="11649"/>
                  </a:cubicBezTo>
                  <a:cubicBezTo>
                    <a:pt x="13486" y="9796"/>
                    <a:pt x="15500" y="8133"/>
                    <a:pt x="17664" y="6687"/>
                  </a:cubicBezTo>
                  <a:cubicBezTo>
                    <a:pt x="19827" y="5267"/>
                    <a:pt x="22120" y="4054"/>
                    <a:pt x="24511" y="3064"/>
                  </a:cubicBezTo>
                  <a:cubicBezTo>
                    <a:pt x="26913" y="2065"/>
                    <a:pt x="29404" y="1300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36" y="1300"/>
                    <a:pt x="52527" y="2065"/>
                    <a:pt x="54929" y="3064"/>
                  </a:cubicBezTo>
                  <a:cubicBezTo>
                    <a:pt x="59752" y="5018"/>
                    <a:pt x="64129" y="7940"/>
                    <a:pt x="67781" y="11649"/>
                  </a:cubicBezTo>
                  <a:cubicBezTo>
                    <a:pt x="69607" y="13501"/>
                    <a:pt x="71269" y="15510"/>
                    <a:pt x="72743" y="17653"/>
                  </a:cubicBezTo>
                  <a:cubicBezTo>
                    <a:pt x="74162" y="19816"/>
                    <a:pt x="75378" y="22109"/>
                    <a:pt x="76365" y="24501"/>
                  </a:cubicBezTo>
                  <a:cubicBezTo>
                    <a:pt x="77362" y="26902"/>
                    <a:pt x="78132" y="29395"/>
                    <a:pt x="78648" y="31944"/>
                  </a:cubicBezTo>
                  <a:cubicBezTo>
                    <a:pt x="79159" y="34510"/>
                    <a:pt x="79427" y="37118"/>
                    <a:pt x="79442" y="39734"/>
                  </a:cubicBezTo>
                  <a:cubicBezTo>
                    <a:pt x="79442" y="61658"/>
                    <a:pt x="61667" y="79431"/>
                    <a:pt x="39745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D59F354C-4538-1C4D-BB31-67F3BB09DEB9}"/>
                </a:ext>
              </a:extLst>
            </p:cNvPr>
            <p:cNvSpPr/>
            <p:nvPr/>
          </p:nvSpPr>
          <p:spPr>
            <a:xfrm>
              <a:off x="3296938" y="5181029"/>
              <a:ext cx="79391" cy="79494"/>
            </a:xfrm>
            <a:custGeom>
              <a:avLst/>
              <a:gdLst>
                <a:gd name="connsiteX0" fmla="*/ 39647 w 79391"/>
                <a:gd name="connsiteY0" fmla="*/ 79492 h 79494"/>
                <a:gd name="connsiteX1" fmla="*/ 31856 w 79391"/>
                <a:gd name="connsiteY1" fmla="*/ 78698 h 79494"/>
                <a:gd name="connsiteX2" fmla="*/ 24463 w 79391"/>
                <a:gd name="connsiteY2" fmla="*/ 76416 h 79494"/>
                <a:gd name="connsiteX3" fmla="*/ 17615 w 79391"/>
                <a:gd name="connsiteY3" fmla="*/ 72794 h 79494"/>
                <a:gd name="connsiteX4" fmla="*/ 11611 w 79391"/>
                <a:gd name="connsiteY4" fmla="*/ 67831 h 79494"/>
                <a:gd name="connsiteX5" fmla="*/ 6649 w 79391"/>
                <a:gd name="connsiteY5" fmla="*/ 61778 h 79494"/>
                <a:gd name="connsiteX6" fmla="*/ 3026 w 79391"/>
                <a:gd name="connsiteY6" fmla="*/ 54930 h 79494"/>
                <a:gd name="connsiteX7" fmla="*/ 744 w 79391"/>
                <a:gd name="connsiteY7" fmla="*/ 47487 h 79494"/>
                <a:gd name="connsiteX8" fmla="*/ 744 w 79391"/>
                <a:gd name="connsiteY8" fmla="*/ 32005 h 79494"/>
                <a:gd name="connsiteX9" fmla="*/ 3026 w 79391"/>
                <a:gd name="connsiteY9" fmla="*/ 24562 h 79494"/>
                <a:gd name="connsiteX10" fmla="*/ 6649 w 79391"/>
                <a:gd name="connsiteY10" fmla="*/ 17715 h 79494"/>
                <a:gd name="connsiteX11" fmla="*/ 11611 w 79391"/>
                <a:gd name="connsiteY11" fmla="*/ 11661 h 79494"/>
                <a:gd name="connsiteX12" fmla="*/ 17615 w 79391"/>
                <a:gd name="connsiteY12" fmla="*/ 6699 h 79494"/>
                <a:gd name="connsiteX13" fmla="*/ 24463 w 79391"/>
                <a:gd name="connsiteY13" fmla="*/ 3027 h 79494"/>
                <a:gd name="connsiteX14" fmla="*/ 31906 w 79391"/>
                <a:gd name="connsiteY14" fmla="*/ 744 h 79494"/>
                <a:gd name="connsiteX15" fmla="*/ 47437 w 79391"/>
                <a:gd name="connsiteY15" fmla="*/ 744 h 79494"/>
                <a:gd name="connsiteX16" fmla="*/ 54831 w 79391"/>
                <a:gd name="connsiteY16" fmla="*/ 3027 h 79494"/>
                <a:gd name="connsiteX17" fmla="*/ 61728 w 79391"/>
                <a:gd name="connsiteY17" fmla="*/ 6699 h 79494"/>
                <a:gd name="connsiteX18" fmla="*/ 67732 w 79391"/>
                <a:gd name="connsiteY18" fmla="*/ 11661 h 79494"/>
                <a:gd name="connsiteX19" fmla="*/ 72694 w 79391"/>
                <a:gd name="connsiteY19" fmla="*/ 17715 h 79494"/>
                <a:gd name="connsiteX20" fmla="*/ 76316 w 79391"/>
                <a:gd name="connsiteY20" fmla="*/ 24562 h 79494"/>
                <a:gd name="connsiteX21" fmla="*/ 78599 w 79391"/>
                <a:gd name="connsiteY21" fmla="*/ 32005 h 79494"/>
                <a:gd name="connsiteX22" fmla="*/ 78599 w 79391"/>
                <a:gd name="connsiteY22" fmla="*/ 47487 h 79494"/>
                <a:gd name="connsiteX23" fmla="*/ 76316 w 79391"/>
                <a:gd name="connsiteY23" fmla="*/ 54930 h 79494"/>
                <a:gd name="connsiteX24" fmla="*/ 72694 w 79391"/>
                <a:gd name="connsiteY24" fmla="*/ 61778 h 79494"/>
                <a:gd name="connsiteX25" fmla="*/ 67732 w 79391"/>
                <a:gd name="connsiteY25" fmla="*/ 67831 h 79494"/>
                <a:gd name="connsiteX26" fmla="*/ 61728 w 79391"/>
                <a:gd name="connsiteY26" fmla="*/ 72794 h 79494"/>
                <a:gd name="connsiteX27" fmla="*/ 54831 w 79391"/>
                <a:gd name="connsiteY27" fmla="*/ 76416 h 79494"/>
                <a:gd name="connsiteX28" fmla="*/ 47387 w 79391"/>
                <a:gd name="connsiteY28" fmla="*/ 78748 h 79494"/>
                <a:gd name="connsiteX29" fmla="*/ 39647 w 79391"/>
                <a:gd name="connsiteY29" fmla="*/ 79492 h 79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1" h="79494">
                  <a:moveTo>
                    <a:pt x="39647" y="79492"/>
                  </a:moveTo>
                  <a:cubicBezTo>
                    <a:pt x="37032" y="79502"/>
                    <a:pt x="34417" y="79234"/>
                    <a:pt x="31856" y="78698"/>
                  </a:cubicBezTo>
                  <a:cubicBezTo>
                    <a:pt x="29321" y="78187"/>
                    <a:pt x="26844" y="77423"/>
                    <a:pt x="24463" y="76416"/>
                  </a:cubicBezTo>
                  <a:cubicBezTo>
                    <a:pt x="22067" y="75433"/>
                    <a:pt x="19774" y="74223"/>
                    <a:pt x="17615" y="72794"/>
                  </a:cubicBezTo>
                  <a:cubicBezTo>
                    <a:pt x="15471" y="71320"/>
                    <a:pt x="13462" y="69660"/>
                    <a:pt x="11611" y="67831"/>
                  </a:cubicBezTo>
                  <a:cubicBezTo>
                    <a:pt x="9758" y="65986"/>
                    <a:pt x="8095" y="63958"/>
                    <a:pt x="6649" y="61778"/>
                  </a:cubicBezTo>
                  <a:cubicBezTo>
                    <a:pt x="5238" y="59609"/>
                    <a:pt x="4025" y="57317"/>
                    <a:pt x="3026" y="54930"/>
                  </a:cubicBezTo>
                  <a:cubicBezTo>
                    <a:pt x="2020" y="52531"/>
                    <a:pt x="1256" y="50038"/>
                    <a:pt x="744" y="47487"/>
                  </a:cubicBezTo>
                  <a:cubicBezTo>
                    <a:pt x="-248" y="42374"/>
                    <a:pt x="-248" y="37118"/>
                    <a:pt x="744" y="32005"/>
                  </a:cubicBezTo>
                  <a:cubicBezTo>
                    <a:pt x="1248" y="29453"/>
                    <a:pt x="2013" y="26958"/>
                    <a:pt x="3026" y="24562"/>
                  </a:cubicBezTo>
                  <a:cubicBezTo>
                    <a:pt x="4025" y="22175"/>
                    <a:pt x="5238" y="19883"/>
                    <a:pt x="6649" y="17715"/>
                  </a:cubicBezTo>
                  <a:cubicBezTo>
                    <a:pt x="8095" y="15535"/>
                    <a:pt x="9758" y="13507"/>
                    <a:pt x="11611" y="11661"/>
                  </a:cubicBezTo>
                  <a:cubicBezTo>
                    <a:pt x="13448" y="9818"/>
                    <a:pt x="15459" y="8156"/>
                    <a:pt x="17615" y="6699"/>
                  </a:cubicBezTo>
                  <a:cubicBezTo>
                    <a:pt x="19777" y="5263"/>
                    <a:pt x="22070" y="4033"/>
                    <a:pt x="24463" y="3027"/>
                  </a:cubicBezTo>
                  <a:cubicBezTo>
                    <a:pt x="26874" y="2049"/>
                    <a:pt x="29360" y="1286"/>
                    <a:pt x="31906" y="744"/>
                  </a:cubicBezTo>
                  <a:cubicBezTo>
                    <a:pt x="37037" y="-248"/>
                    <a:pt x="42306" y="-248"/>
                    <a:pt x="47437" y="744"/>
                  </a:cubicBezTo>
                  <a:cubicBezTo>
                    <a:pt x="49968" y="1279"/>
                    <a:pt x="52439" y="2042"/>
                    <a:pt x="54831" y="3027"/>
                  </a:cubicBezTo>
                  <a:cubicBezTo>
                    <a:pt x="57247" y="4021"/>
                    <a:pt x="59554" y="5251"/>
                    <a:pt x="61728" y="6699"/>
                  </a:cubicBezTo>
                  <a:cubicBezTo>
                    <a:pt x="63881" y="8156"/>
                    <a:pt x="65896" y="9818"/>
                    <a:pt x="67732" y="11661"/>
                  </a:cubicBezTo>
                  <a:cubicBezTo>
                    <a:pt x="69588" y="13507"/>
                    <a:pt x="71250" y="15535"/>
                    <a:pt x="72694" y="17715"/>
                  </a:cubicBezTo>
                  <a:cubicBezTo>
                    <a:pt x="74103" y="19884"/>
                    <a:pt x="75319" y="22175"/>
                    <a:pt x="76316" y="24562"/>
                  </a:cubicBezTo>
                  <a:cubicBezTo>
                    <a:pt x="77329" y="26958"/>
                    <a:pt x="78093" y="29453"/>
                    <a:pt x="78599" y="32005"/>
                  </a:cubicBezTo>
                  <a:cubicBezTo>
                    <a:pt x="79656" y="37112"/>
                    <a:pt x="79656" y="42381"/>
                    <a:pt x="78599" y="47487"/>
                  </a:cubicBezTo>
                  <a:cubicBezTo>
                    <a:pt x="78088" y="50038"/>
                    <a:pt x="77324" y="52531"/>
                    <a:pt x="76316" y="54930"/>
                  </a:cubicBezTo>
                  <a:cubicBezTo>
                    <a:pt x="75319" y="57317"/>
                    <a:pt x="74103" y="59609"/>
                    <a:pt x="72694" y="61778"/>
                  </a:cubicBezTo>
                  <a:cubicBezTo>
                    <a:pt x="71250" y="63958"/>
                    <a:pt x="69588" y="65986"/>
                    <a:pt x="67732" y="67831"/>
                  </a:cubicBezTo>
                  <a:cubicBezTo>
                    <a:pt x="65881" y="69660"/>
                    <a:pt x="63871" y="71320"/>
                    <a:pt x="61728" y="72794"/>
                  </a:cubicBezTo>
                  <a:cubicBezTo>
                    <a:pt x="59554" y="74223"/>
                    <a:pt x="57242" y="75438"/>
                    <a:pt x="54831" y="76416"/>
                  </a:cubicBezTo>
                  <a:cubicBezTo>
                    <a:pt x="52434" y="77443"/>
                    <a:pt x="49943" y="78222"/>
                    <a:pt x="47387" y="78748"/>
                  </a:cubicBezTo>
                  <a:cubicBezTo>
                    <a:pt x="44842" y="79264"/>
                    <a:pt x="42247" y="79517"/>
                    <a:pt x="39647" y="794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106CB0AA-E80B-7C4E-9015-2EBE7C31DBA0}"/>
                </a:ext>
              </a:extLst>
            </p:cNvPr>
            <p:cNvSpPr/>
            <p:nvPr/>
          </p:nvSpPr>
          <p:spPr>
            <a:xfrm>
              <a:off x="3364471" y="5245148"/>
              <a:ext cx="79393" cy="79384"/>
            </a:xfrm>
            <a:custGeom>
              <a:avLst/>
              <a:gdLst>
                <a:gd name="connsiteX0" fmla="*/ 39697 w 79393"/>
                <a:gd name="connsiteY0" fmla="*/ 79385 h 79384"/>
                <a:gd name="connsiteX1" fmla="*/ 31906 w 79393"/>
                <a:gd name="connsiteY1" fmla="*/ 78591 h 79384"/>
                <a:gd name="connsiteX2" fmla="*/ 24513 w 79393"/>
                <a:gd name="connsiteY2" fmla="*/ 76358 h 79384"/>
                <a:gd name="connsiteX3" fmla="*/ 17665 w 79393"/>
                <a:gd name="connsiteY3" fmla="*/ 72686 h 79384"/>
                <a:gd name="connsiteX4" fmla="*/ 11611 w 79393"/>
                <a:gd name="connsiteY4" fmla="*/ 67724 h 79384"/>
                <a:gd name="connsiteX5" fmla="*/ 6649 w 79393"/>
                <a:gd name="connsiteY5" fmla="*/ 61670 h 79384"/>
                <a:gd name="connsiteX6" fmla="*/ 3027 w 79393"/>
                <a:gd name="connsiteY6" fmla="*/ 54822 h 79384"/>
                <a:gd name="connsiteX7" fmla="*/ 744 w 79393"/>
                <a:gd name="connsiteY7" fmla="*/ 47379 h 79384"/>
                <a:gd name="connsiteX8" fmla="*/ 744 w 79393"/>
                <a:gd name="connsiteY8" fmla="*/ 31898 h 79384"/>
                <a:gd name="connsiteX9" fmla="*/ 6649 w 79393"/>
                <a:gd name="connsiteY9" fmla="*/ 17607 h 79384"/>
                <a:gd name="connsiteX10" fmla="*/ 11611 w 79393"/>
                <a:gd name="connsiteY10" fmla="*/ 11603 h 79384"/>
                <a:gd name="connsiteX11" fmla="*/ 17615 w 79393"/>
                <a:gd name="connsiteY11" fmla="*/ 6641 h 79384"/>
                <a:gd name="connsiteX12" fmla="*/ 24513 w 79393"/>
                <a:gd name="connsiteY12" fmla="*/ 2969 h 79384"/>
                <a:gd name="connsiteX13" fmla="*/ 31906 w 79393"/>
                <a:gd name="connsiteY13" fmla="*/ 736 h 79384"/>
                <a:gd name="connsiteX14" fmla="*/ 67732 w 79393"/>
                <a:gd name="connsiteY14" fmla="*/ 11603 h 79384"/>
                <a:gd name="connsiteX15" fmla="*/ 72694 w 79393"/>
                <a:gd name="connsiteY15" fmla="*/ 17607 h 79384"/>
                <a:gd name="connsiteX16" fmla="*/ 76317 w 79393"/>
                <a:gd name="connsiteY16" fmla="*/ 24454 h 79384"/>
                <a:gd name="connsiteX17" fmla="*/ 78599 w 79393"/>
                <a:gd name="connsiteY17" fmla="*/ 47379 h 79384"/>
                <a:gd name="connsiteX18" fmla="*/ 76317 w 79393"/>
                <a:gd name="connsiteY18" fmla="*/ 54822 h 79384"/>
                <a:gd name="connsiteX19" fmla="*/ 72694 w 79393"/>
                <a:gd name="connsiteY19" fmla="*/ 61670 h 79384"/>
                <a:gd name="connsiteX20" fmla="*/ 67732 w 79393"/>
                <a:gd name="connsiteY20" fmla="*/ 67724 h 79384"/>
                <a:gd name="connsiteX21" fmla="*/ 61728 w 79393"/>
                <a:gd name="connsiteY21" fmla="*/ 72686 h 79384"/>
                <a:gd name="connsiteX22" fmla="*/ 54881 w 79393"/>
                <a:gd name="connsiteY22" fmla="*/ 76358 h 79384"/>
                <a:gd name="connsiteX23" fmla="*/ 47437 w 79393"/>
                <a:gd name="connsiteY23" fmla="*/ 78591 h 79384"/>
                <a:gd name="connsiteX24" fmla="*/ 39697 w 79393"/>
                <a:gd name="connsiteY24" fmla="*/ 79385 h 79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384">
                  <a:moveTo>
                    <a:pt x="39697" y="79385"/>
                  </a:moveTo>
                  <a:cubicBezTo>
                    <a:pt x="37082" y="79389"/>
                    <a:pt x="34467" y="79126"/>
                    <a:pt x="31906" y="78591"/>
                  </a:cubicBezTo>
                  <a:cubicBezTo>
                    <a:pt x="29370" y="78094"/>
                    <a:pt x="26894" y="77350"/>
                    <a:pt x="24513" y="76358"/>
                  </a:cubicBezTo>
                  <a:cubicBezTo>
                    <a:pt x="22111" y="75370"/>
                    <a:pt x="19814" y="74140"/>
                    <a:pt x="17665" y="72686"/>
                  </a:cubicBezTo>
                  <a:cubicBezTo>
                    <a:pt x="15482" y="71242"/>
                    <a:pt x="13457" y="69579"/>
                    <a:pt x="11611" y="67724"/>
                  </a:cubicBezTo>
                  <a:cubicBezTo>
                    <a:pt x="9770" y="65863"/>
                    <a:pt x="8113" y="63838"/>
                    <a:pt x="6649" y="61670"/>
                  </a:cubicBezTo>
                  <a:cubicBezTo>
                    <a:pt x="5240" y="59501"/>
                    <a:pt x="4024" y="57209"/>
                    <a:pt x="3027" y="54822"/>
                  </a:cubicBezTo>
                  <a:cubicBezTo>
                    <a:pt x="2034" y="52416"/>
                    <a:pt x="1270" y="49925"/>
                    <a:pt x="744" y="47379"/>
                  </a:cubicBezTo>
                  <a:cubicBezTo>
                    <a:pt x="-248" y="42268"/>
                    <a:pt x="-248" y="37008"/>
                    <a:pt x="744" y="31898"/>
                  </a:cubicBezTo>
                  <a:cubicBezTo>
                    <a:pt x="1791" y="26801"/>
                    <a:pt x="3796" y="21954"/>
                    <a:pt x="6649" y="17607"/>
                  </a:cubicBezTo>
                  <a:cubicBezTo>
                    <a:pt x="8098" y="15443"/>
                    <a:pt x="9760" y="13434"/>
                    <a:pt x="11611" y="11603"/>
                  </a:cubicBezTo>
                  <a:cubicBezTo>
                    <a:pt x="13452" y="9762"/>
                    <a:pt x="15462" y="8100"/>
                    <a:pt x="17615" y="6641"/>
                  </a:cubicBezTo>
                  <a:cubicBezTo>
                    <a:pt x="19789" y="5193"/>
                    <a:pt x="22096" y="3963"/>
                    <a:pt x="24513" y="2969"/>
                  </a:cubicBezTo>
                  <a:cubicBezTo>
                    <a:pt x="26894" y="1978"/>
                    <a:pt x="29370" y="1230"/>
                    <a:pt x="31906" y="736"/>
                  </a:cubicBezTo>
                  <a:cubicBezTo>
                    <a:pt x="44912" y="-1791"/>
                    <a:pt x="58324" y="2277"/>
                    <a:pt x="67732" y="11603"/>
                  </a:cubicBezTo>
                  <a:cubicBezTo>
                    <a:pt x="69598" y="13419"/>
                    <a:pt x="71260" y="15433"/>
                    <a:pt x="72694" y="17607"/>
                  </a:cubicBezTo>
                  <a:cubicBezTo>
                    <a:pt x="74123" y="19765"/>
                    <a:pt x="75339" y="22058"/>
                    <a:pt x="76317" y="24454"/>
                  </a:cubicBezTo>
                  <a:cubicBezTo>
                    <a:pt x="79388" y="31689"/>
                    <a:pt x="80182" y="39683"/>
                    <a:pt x="78599" y="47379"/>
                  </a:cubicBezTo>
                  <a:cubicBezTo>
                    <a:pt x="78093" y="49930"/>
                    <a:pt x="77329" y="52426"/>
                    <a:pt x="76317" y="54822"/>
                  </a:cubicBezTo>
                  <a:cubicBezTo>
                    <a:pt x="75339" y="57219"/>
                    <a:pt x="74123" y="59511"/>
                    <a:pt x="72694" y="61670"/>
                  </a:cubicBezTo>
                  <a:cubicBezTo>
                    <a:pt x="71250" y="63848"/>
                    <a:pt x="69588" y="65878"/>
                    <a:pt x="67732" y="67724"/>
                  </a:cubicBezTo>
                  <a:cubicBezTo>
                    <a:pt x="65916" y="69589"/>
                    <a:pt x="63902" y="71252"/>
                    <a:pt x="61728" y="72686"/>
                  </a:cubicBezTo>
                  <a:cubicBezTo>
                    <a:pt x="59565" y="74120"/>
                    <a:pt x="57272" y="75350"/>
                    <a:pt x="54881" y="76358"/>
                  </a:cubicBezTo>
                  <a:cubicBezTo>
                    <a:pt x="52479" y="77340"/>
                    <a:pt x="49983" y="78089"/>
                    <a:pt x="47437" y="78591"/>
                  </a:cubicBezTo>
                  <a:cubicBezTo>
                    <a:pt x="44892" y="79126"/>
                    <a:pt x="42297" y="79389"/>
                    <a:pt x="39697" y="793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7" name="Picture Placeholder 79">
            <a:extLst>
              <a:ext uri="{FF2B5EF4-FFF2-40B4-BE49-F238E27FC236}">
                <a16:creationId xmlns:a16="http://schemas.microsoft.com/office/drawing/2014/main" id="{0D7994A1-2D90-4F24-9F19-B9CADDA4A120}"/>
              </a:ext>
            </a:extLst>
          </p:cNvPr>
          <p:cNvGrpSpPr>
            <a:grpSpLocks noChangeAspect="1"/>
          </p:cNvGrpSpPr>
          <p:nvPr/>
        </p:nvGrpSpPr>
        <p:grpSpPr>
          <a:xfrm>
            <a:off x="4158014" y="4826390"/>
            <a:ext cx="833821" cy="732996"/>
            <a:chOff x="4158014" y="4826390"/>
            <a:chExt cx="833821" cy="732996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F7106DCB-D49A-364B-A21C-E254233817A6}"/>
                </a:ext>
              </a:extLst>
            </p:cNvPr>
            <p:cNvSpPr/>
            <p:nvPr/>
          </p:nvSpPr>
          <p:spPr>
            <a:xfrm>
              <a:off x="4352547" y="4965527"/>
              <a:ext cx="448224" cy="79393"/>
            </a:xfrm>
            <a:custGeom>
              <a:avLst/>
              <a:gdLst>
                <a:gd name="connsiteX0" fmla="*/ 408528 w 448224"/>
                <a:gd name="connsiteY0" fmla="*/ 79393 h 79393"/>
                <a:gd name="connsiteX1" fmla="*/ 39697 w 448224"/>
                <a:gd name="connsiteY1" fmla="*/ 79393 h 79393"/>
                <a:gd name="connsiteX2" fmla="*/ 0 w 448224"/>
                <a:gd name="connsiteY2" fmla="*/ 39697 h 79393"/>
                <a:gd name="connsiteX3" fmla="*/ 39697 w 448224"/>
                <a:gd name="connsiteY3" fmla="*/ 0 h 79393"/>
                <a:gd name="connsiteX4" fmla="*/ 408528 w 448224"/>
                <a:gd name="connsiteY4" fmla="*/ 0 h 79393"/>
                <a:gd name="connsiteX5" fmla="*/ 448224 w 448224"/>
                <a:gd name="connsiteY5" fmla="*/ 39697 h 79393"/>
                <a:gd name="connsiteX6" fmla="*/ 408528 w 4482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224" h="79393">
                  <a:moveTo>
                    <a:pt x="4085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08528" y="0"/>
                  </a:lnTo>
                  <a:cubicBezTo>
                    <a:pt x="430450" y="0"/>
                    <a:pt x="448224" y="17773"/>
                    <a:pt x="448224" y="39697"/>
                  </a:cubicBezTo>
                  <a:cubicBezTo>
                    <a:pt x="448224" y="61620"/>
                    <a:pt x="430450" y="79393"/>
                    <a:pt x="4085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6C1AFD3D-65D4-814A-ADB4-855F47CCDDE9}"/>
                </a:ext>
              </a:extLst>
            </p:cNvPr>
            <p:cNvSpPr/>
            <p:nvPr/>
          </p:nvSpPr>
          <p:spPr>
            <a:xfrm>
              <a:off x="4307889" y="5059806"/>
              <a:ext cx="542503" cy="79393"/>
            </a:xfrm>
            <a:custGeom>
              <a:avLst/>
              <a:gdLst>
                <a:gd name="connsiteX0" fmla="*/ 502807 w 542503"/>
                <a:gd name="connsiteY0" fmla="*/ 79393 h 79393"/>
                <a:gd name="connsiteX1" fmla="*/ 39697 w 542503"/>
                <a:gd name="connsiteY1" fmla="*/ 79393 h 79393"/>
                <a:gd name="connsiteX2" fmla="*/ 0 w 542503"/>
                <a:gd name="connsiteY2" fmla="*/ 39697 h 79393"/>
                <a:gd name="connsiteX3" fmla="*/ 39697 w 542503"/>
                <a:gd name="connsiteY3" fmla="*/ 0 h 79393"/>
                <a:gd name="connsiteX4" fmla="*/ 502807 w 542503"/>
                <a:gd name="connsiteY4" fmla="*/ 0 h 79393"/>
                <a:gd name="connsiteX5" fmla="*/ 542504 w 542503"/>
                <a:gd name="connsiteY5" fmla="*/ 39697 h 79393"/>
                <a:gd name="connsiteX6" fmla="*/ 502807 w 5425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503" h="79393">
                  <a:moveTo>
                    <a:pt x="5028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2807" y="0"/>
                  </a:lnTo>
                  <a:cubicBezTo>
                    <a:pt x="524729" y="0"/>
                    <a:pt x="542504" y="17773"/>
                    <a:pt x="542504" y="39697"/>
                  </a:cubicBezTo>
                  <a:cubicBezTo>
                    <a:pt x="542504" y="61620"/>
                    <a:pt x="524729" y="79393"/>
                    <a:pt x="50280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A127EC4B-1910-504D-BD9F-839D7F916F46}"/>
                </a:ext>
              </a:extLst>
            </p:cNvPr>
            <p:cNvSpPr/>
            <p:nvPr/>
          </p:nvSpPr>
          <p:spPr>
            <a:xfrm>
              <a:off x="4158183" y="5202118"/>
              <a:ext cx="833628" cy="357268"/>
            </a:xfrm>
            <a:custGeom>
              <a:avLst/>
              <a:gdLst>
                <a:gd name="connsiteX0" fmla="*/ 793932 w 833628"/>
                <a:gd name="connsiteY0" fmla="*/ 357269 h 357268"/>
                <a:gd name="connsiteX1" fmla="*/ 39697 w 833628"/>
                <a:gd name="connsiteY1" fmla="*/ 357269 h 357268"/>
                <a:gd name="connsiteX2" fmla="*/ 0 w 833628"/>
                <a:gd name="connsiteY2" fmla="*/ 317572 h 357268"/>
                <a:gd name="connsiteX3" fmla="*/ 0 w 833628"/>
                <a:gd name="connsiteY3" fmla="*/ 39697 h 357268"/>
                <a:gd name="connsiteX4" fmla="*/ 39697 w 833628"/>
                <a:gd name="connsiteY4" fmla="*/ 0 h 357268"/>
                <a:gd name="connsiteX5" fmla="*/ 329531 w 833628"/>
                <a:gd name="connsiteY5" fmla="*/ 0 h 357268"/>
                <a:gd name="connsiteX6" fmla="*/ 369228 w 833628"/>
                <a:gd name="connsiteY6" fmla="*/ 39697 h 357268"/>
                <a:gd name="connsiteX7" fmla="*/ 329531 w 833628"/>
                <a:gd name="connsiteY7" fmla="*/ 79393 h 357268"/>
                <a:gd name="connsiteX8" fmla="*/ 79393 w 833628"/>
                <a:gd name="connsiteY8" fmla="*/ 79393 h 357268"/>
                <a:gd name="connsiteX9" fmla="*/ 79393 w 833628"/>
                <a:gd name="connsiteY9" fmla="*/ 277876 h 357268"/>
                <a:gd name="connsiteX10" fmla="*/ 754235 w 833628"/>
                <a:gd name="connsiteY10" fmla="*/ 277876 h 357268"/>
                <a:gd name="connsiteX11" fmla="*/ 754235 w 833628"/>
                <a:gd name="connsiteY11" fmla="*/ 79393 h 357268"/>
                <a:gd name="connsiteX12" fmla="*/ 512731 w 833628"/>
                <a:gd name="connsiteY12" fmla="*/ 79393 h 357268"/>
                <a:gd name="connsiteX13" fmla="*/ 473035 w 833628"/>
                <a:gd name="connsiteY13" fmla="*/ 39697 h 357268"/>
                <a:gd name="connsiteX14" fmla="*/ 512731 w 833628"/>
                <a:gd name="connsiteY14" fmla="*/ 0 h 357268"/>
                <a:gd name="connsiteX15" fmla="*/ 793932 w 833628"/>
                <a:gd name="connsiteY15" fmla="*/ 0 h 357268"/>
                <a:gd name="connsiteX16" fmla="*/ 833629 w 833628"/>
                <a:gd name="connsiteY16" fmla="*/ 39697 h 357268"/>
                <a:gd name="connsiteX17" fmla="*/ 833629 w 833628"/>
                <a:gd name="connsiteY17" fmla="*/ 317572 h 357268"/>
                <a:gd name="connsiteX18" fmla="*/ 793932 w 833628"/>
                <a:gd name="connsiteY18" fmla="*/ 357269 h 357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3628" h="357268">
                  <a:moveTo>
                    <a:pt x="793932" y="357269"/>
                  </a:moveTo>
                  <a:lnTo>
                    <a:pt x="39697" y="357269"/>
                  </a:lnTo>
                  <a:cubicBezTo>
                    <a:pt x="17773" y="357269"/>
                    <a:pt x="0" y="339495"/>
                    <a:pt x="0" y="3175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9531" y="0"/>
                  </a:lnTo>
                  <a:cubicBezTo>
                    <a:pt x="351455" y="0"/>
                    <a:pt x="369228" y="17773"/>
                    <a:pt x="369228" y="39697"/>
                  </a:cubicBezTo>
                  <a:cubicBezTo>
                    <a:pt x="369228" y="61619"/>
                    <a:pt x="351455" y="79393"/>
                    <a:pt x="329531" y="79393"/>
                  </a:cubicBezTo>
                  <a:lnTo>
                    <a:pt x="79393" y="79393"/>
                  </a:lnTo>
                  <a:lnTo>
                    <a:pt x="79393" y="277876"/>
                  </a:lnTo>
                  <a:lnTo>
                    <a:pt x="754235" y="277876"/>
                  </a:lnTo>
                  <a:lnTo>
                    <a:pt x="754235" y="79393"/>
                  </a:lnTo>
                  <a:lnTo>
                    <a:pt x="512731" y="79393"/>
                  </a:lnTo>
                  <a:cubicBezTo>
                    <a:pt x="490809" y="79393"/>
                    <a:pt x="473035" y="61619"/>
                    <a:pt x="473035" y="39697"/>
                  </a:cubicBezTo>
                  <a:cubicBezTo>
                    <a:pt x="473035" y="17773"/>
                    <a:pt x="490809" y="0"/>
                    <a:pt x="512731" y="0"/>
                  </a:cubicBezTo>
                  <a:lnTo>
                    <a:pt x="793932" y="0"/>
                  </a:lnTo>
                  <a:cubicBezTo>
                    <a:pt x="815854" y="0"/>
                    <a:pt x="833629" y="17773"/>
                    <a:pt x="833629" y="39697"/>
                  </a:cubicBezTo>
                  <a:lnTo>
                    <a:pt x="833629" y="317572"/>
                  </a:lnTo>
                  <a:cubicBezTo>
                    <a:pt x="833629" y="339495"/>
                    <a:pt x="815854" y="357269"/>
                    <a:pt x="793932" y="3572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3752A19A-F2BB-2240-8B75-4A2555A5E92C}"/>
                </a:ext>
              </a:extLst>
            </p:cNvPr>
            <p:cNvSpPr/>
            <p:nvPr/>
          </p:nvSpPr>
          <p:spPr>
            <a:xfrm>
              <a:off x="4448018" y="5203458"/>
              <a:ext cx="262592" cy="202055"/>
            </a:xfrm>
            <a:custGeom>
              <a:avLst/>
              <a:gdLst>
                <a:gd name="connsiteX0" fmla="*/ 131297 w 262592"/>
                <a:gd name="connsiteY0" fmla="*/ 202055 h 202055"/>
                <a:gd name="connsiteX1" fmla="*/ 0 w 262592"/>
                <a:gd name="connsiteY1" fmla="*/ 70709 h 202055"/>
                <a:gd name="connsiteX2" fmla="*/ 0 w 262592"/>
                <a:gd name="connsiteY2" fmla="*/ 39697 h 202055"/>
                <a:gd name="connsiteX3" fmla="*/ 39697 w 262592"/>
                <a:gd name="connsiteY3" fmla="*/ 0 h 202055"/>
                <a:gd name="connsiteX4" fmla="*/ 79393 w 262592"/>
                <a:gd name="connsiteY4" fmla="*/ 39697 h 202055"/>
                <a:gd name="connsiteX5" fmla="*/ 79393 w 262592"/>
                <a:gd name="connsiteY5" fmla="*/ 70709 h 202055"/>
                <a:gd name="connsiteX6" fmla="*/ 131297 w 262592"/>
                <a:gd name="connsiteY6" fmla="*/ 122613 h 202055"/>
                <a:gd name="connsiteX7" fmla="*/ 183200 w 262592"/>
                <a:gd name="connsiteY7" fmla="*/ 70709 h 202055"/>
                <a:gd name="connsiteX8" fmla="*/ 183200 w 262592"/>
                <a:gd name="connsiteY8" fmla="*/ 39697 h 202055"/>
                <a:gd name="connsiteX9" fmla="*/ 222896 w 262592"/>
                <a:gd name="connsiteY9" fmla="*/ 0 h 202055"/>
                <a:gd name="connsiteX10" fmla="*/ 262593 w 262592"/>
                <a:gd name="connsiteY10" fmla="*/ 39697 h 202055"/>
                <a:gd name="connsiteX11" fmla="*/ 262593 w 262592"/>
                <a:gd name="connsiteY11" fmla="*/ 70709 h 202055"/>
                <a:gd name="connsiteX12" fmla="*/ 131297 w 262592"/>
                <a:gd name="connsiteY12" fmla="*/ 202055 h 202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2592" h="202055">
                  <a:moveTo>
                    <a:pt x="131297" y="202055"/>
                  </a:moveTo>
                  <a:cubicBezTo>
                    <a:pt x="58798" y="201971"/>
                    <a:pt x="55" y="143205"/>
                    <a:pt x="0" y="7070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0709"/>
                  </a:lnTo>
                  <a:cubicBezTo>
                    <a:pt x="79393" y="99375"/>
                    <a:pt x="102631" y="122613"/>
                    <a:pt x="131297" y="122613"/>
                  </a:cubicBezTo>
                  <a:cubicBezTo>
                    <a:pt x="159962" y="122613"/>
                    <a:pt x="183200" y="99375"/>
                    <a:pt x="183200" y="70709"/>
                  </a:cubicBezTo>
                  <a:lnTo>
                    <a:pt x="183200" y="39697"/>
                  </a:lnTo>
                  <a:cubicBezTo>
                    <a:pt x="183200" y="17773"/>
                    <a:pt x="200974" y="0"/>
                    <a:pt x="222896" y="0"/>
                  </a:cubicBezTo>
                  <a:cubicBezTo>
                    <a:pt x="244819" y="0"/>
                    <a:pt x="262593" y="17773"/>
                    <a:pt x="262593" y="39697"/>
                  </a:cubicBezTo>
                  <a:lnTo>
                    <a:pt x="262593" y="70709"/>
                  </a:lnTo>
                  <a:cubicBezTo>
                    <a:pt x="262538" y="143210"/>
                    <a:pt x="203792" y="201971"/>
                    <a:pt x="131297" y="2020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77D43009-6AE8-C04F-8584-04BAA2E867CC}"/>
                </a:ext>
              </a:extLst>
            </p:cNvPr>
            <p:cNvSpPr/>
            <p:nvPr/>
          </p:nvSpPr>
          <p:spPr>
            <a:xfrm>
              <a:off x="4158014" y="4826390"/>
              <a:ext cx="833821" cy="455318"/>
            </a:xfrm>
            <a:custGeom>
              <a:avLst/>
              <a:gdLst>
                <a:gd name="connsiteX0" fmla="*/ 39915 w 833821"/>
                <a:gd name="connsiteY0" fmla="*/ 455121 h 455318"/>
                <a:gd name="connsiteX1" fmla="*/ 29991 w 833821"/>
                <a:gd name="connsiteY1" fmla="*/ 453880 h 455318"/>
                <a:gd name="connsiteX2" fmla="*/ 1211 w 833821"/>
                <a:gd name="connsiteY2" fmla="*/ 405699 h 455318"/>
                <a:gd name="connsiteX3" fmla="*/ 96483 w 833821"/>
                <a:gd name="connsiteY3" fmla="*/ 29772 h 455318"/>
                <a:gd name="connsiteX4" fmla="*/ 134988 w 833821"/>
                <a:gd name="connsiteY4" fmla="*/ 0 h 455318"/>
                <a:gd name="connsiteX5" fmla="*/ 705627 w 833821"/>
                <a:gd name="connsiteY5" fmla="*/ 0 h 455318"/>
                <a:gd name="connsiteX6" fmla="*/ 744232 w 833821"/>
                <a:gd name="connsiteY6" fmla="*/ 30616 h 455318"/>
                <a:gd name="connsiteX7" fmla="*/ 832755 w 833821"/>
                <a:gd name="connsiteY7" fmla="*/ 406493 h 455318"/>
                <a:gd name="connsiteX8" fmla="*/ 803206 w 833821"/>
                <a:gd name="connsiteY8" fmla="*/ 454253 h 455318"/>
                <a:gd name="connsiteX9" fmla="*/ 755446 w 833821"/>
                <a:gd name="connsiteY9" fmla="*/ 424704 h 455318"/>
                <a:gd name="connsiteX10" fmla="*/ 674167 w 833821"/>
                <a:gd name="connsiteY10" fmla="*/ 79195 h 455318"/>
                <a:gd name="connsiteX11" fmla="*/ 165852 w 833821"/>
                <a:gd name="connsiteY11" fmla="*/ 79195 h 455318"/>
                <a:gd name="connsiteX12" fmla="*/ 78371 w 833821"/>
                <a:gd name="connsiteY12" fmla="*/ 425150 h 455318"/>
                <a:gd name="connsiteX13" fmla="*/ 39915 w 833821"/>
                <a:gd name="connsiteY13" fmla="*/ 455121 h 45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3821" h="455318">
                  <a:moveTo>
                    <a:pt x="39915" y="455121"/>
                  </a:moveTo>
                  <a:cubicBezTo>
                    <a:pt x="36568" y="455136"/>
                    <a:pt x="33232" y="454719"/>
                    <a:pt x="29991" y="453880"/>
                  </a:cubicBezTo>
                  <a:cubicBezTo>
                    <a:pt x="8743" y="448517"/>
                    <a:pt x="-4140" y="426950"/>
                    <a:pt x="1211" y="405699"/>
                  </a:cubicBezTo>
                  <a:lnTo>
                    <a:pt x="96483" y="29772"/>
                  </a:lnTo>
                  <a:cubicBezTo>
                    <a:pt x="101015" y="12221"/>
                    <a:pt x="116861" y="-32"/>
                    <a:pt x="134988" y="0"/>
                  </a:cubicBezTo>
                  <a:lnTo>
                    <a:pt x="705627" y="0"/>
                  </a:lnTo>
                  <a:cubicBezTo>
                    <a:pt x="724036" y="18"/>
                    <a:pt x="740019" y="12693"/>
                    <a:pt x="744232" y="30616"/>
                  </a:cubicBezTo>
                  <a:lnTo>
                    <a:pt x="832755" y="406493"/>
                  </a:lnTo>
                  <a:cubicBezTo>
                    <a:pt x="837782" y="427841"/>
                    <a:pt x="824553" y="449226"/>
                    <a:pt x="803206" y="454253"/>
                  </a:cubicBezTo>
                  <a:cubicBezTo>
                    <a:pt x="781859" y="459279"/>
                    <a:pt x="760473" y="446050"/>
                    <a:pt x="755446" y="424704"/>
                  </a:cubicBezTo>
                  <a:lnTo>
                    <a:pt x="674167" y="79195"/>
                  </a:lnTo>
                  <a:lnTo>
                    <a:pt x="165852" y="79195"/>
                  </a:lnTo>
                  <a:lnTo>
                    <a:pt x="78371" y="425150"/>
                  </a:lnTo>
                  <a:cubicBezTo>
                    <a:pt x="73920" y="442760"/>
                    <a:pt x="58082" y="455106"/>
                    <a:pt x="39915" y="4551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3" name="Picture Placeholder 81">
            <a:extLst>
              <a:ext uri="{FF2B5EF4-FFF2-40B4-BE49-F238E27FC236}">
                <a16:creationId xmlns:a16="http://schemas.microsoft.com/office/drawing/2014/main" id="{716C013F-1984-4654-B761-7E8D7FB0536E}"/>
              </a:ext>
            </a:extLst>
          </p:cNvPr>
          <p:cNvGrpSpPr>
            <a:grpSpLocks noChangeAspect="1"/>
          </p:cNvGrpSpPr>
          <p:nvPr/>
        </p:nvGrpSpPr>
        <p:grpSpPr>
          <a:xfrm>
            <a:off x="5502982" y="4773516"/>
            <a:ext cx="779045" cy="838568"/>
            <a:chOff x="5502982" y="4773516"/>
            <a:chExt cx="779045" cy="838568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6DEFE676-C9CB-D345-84B5-33CE1BC12C1E}"/>
                </a:ext>
              </a:extLst>
            </p:cNvPr>
            <p:cNvSpPr/>
            <p:nvPr/>
          </p:nvSpPr>
          <p:spPr>
            <a:xfrm>
              <a:off x="6016076" y="5412536"/>
              <a:ext cx="128892" cy="198158"/>
            </a:xfrm>
            <a:custGeom>
              <a:avLst/>
              <a:gdLst>
                <a:gd name="connsiteX0" fmla="*/ 89203 w 128892"/>
                <a:gd name="connsiteY0" fmla="*/ 198159 h 198158"/>
                <a:gd name="connsiteX1" fmla="*/ 52533 w 128892"/>
                <a:gd name="connsiteY1" fmla="*/ 173695 h 198158"/>
                <a:gd name="connsiteX2" fmla="*/ 2912 w 128892"/>
                <a:gd name="connsiteY2" fmla="*/ 54606 h 198158"/>
                <a:gd name="connsiteX3" fmla="*/ 24810 w 128892"/>
                <a:gd name="connsiteY3" fmla="*/ 2911 h 198158"/>
                <a:gd name="connsiteX4" fmla="*/ 76202 w 128892"/>
                <a:gd name="connsiteY4" fmla="*/ 24089 h 198158"/>
                <a:gd name="connsiteX5" fmla="*/ 125823 w 128892"/>
                <a:gd name="connsiteY5" fmla="*/ 143179 h 198158"/>
                <a:gd name="connsiteX6" fmla="*/ 104471 w 128892"/>
                <a:gd name="connsiteY6" fmla="*/ 195097 h 198158"/>
                <a:gd name="connsiteX7" fmla="*/ 89203 w 128892"/>
                <a:gd name="connsiteY7" fmla="*/ 198159 h 19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892" h="198158">
                  <a:moveTo>
                    <a:pt x="89203" y="198159"/>
                  </a:moveTo>
                  <a:cubicBezTo>
                    <a:pt x="73160" y="198163"/>
                    <a:pt x="58691" y="188512"/>
                    <a:pt x="52533" y="173695"/>
                  </a:cubicBezTo>
                  <a:lnTo>
                    <a:pt x="2912" y="54606"/>
                  </a:lnTo>
                  <a:cubicBezTo>
                    <a:pt x="-5315" y="34286"/>
                    <a:pt x="4485" y="11143"/>
                    <a:pt x="24810" y="2911"/>
                  </a:cubicBezTo>
                  <a:cubicBezTo>
                    <a:pt x="44847" y="-5202"/>
                    <a:pt x="67697" y="4211"/>
                    <a:pt x="76202" y="24089"/>
                  </a:cubicBezTo>
                  <a:lnTo>
                    <a:pt x="125823" y="143179"/>
                  </a:lnTo>
                  <a:cubicBezTo>
                    <a:pt x="134263" y="163414"/>
                    <a:pt x="124701" y="186656"/>
                    <a:pt x="104471" y="195097"/>
                  </a:cubicBezTo>
                  <a:cubicBezTo>
                    <a:pt x="99633" y="197116"/>
                    <a:pt x="94443" y="198159"/>
                    <a:pt x="89203" y="19815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FD452273-660E-E34F-AAD6-BD0D3578160D}"/>
                </a:ext>
              </a:extLst>
            </p:cNvPr>
            <p:cNvSpPr/>
            <p:nvPr/>
          </p:nvSpPr>
          <p:spPr>
            <a:xfrm>
              <a:off x="5683023" y="5413926"/>
              <a:ext cx="128882" cy="198158"/>
            </a:xfrm>
            <a:custGeom>
              <a:avLst/>
              <a:gdLst>
                <a:gd name="connsiteX0" fmla="*/ 39680 w 128882"/>
                <a:gd name="connsiteY0" fmla="*/ 198158 h 198158"/>
                <a:gd name="connsiteX1" fmla="*/ 0 w 128882"/>
                <a:gd name="connsiteY1" fmla="*/ 158447 h 198158"/>
                <a:gd name="connsiteX2" fmla="*/ 3060 w 128882"/>
                <a:gd name="connsiteY2" fmla="*/ 143178 h 198158"/>
                <a:gd name="connsiteX3" fmla="*/ 52681 w 128882"/>
                <a:gd name="connsiteY3" fmla="*/ 24089 h 198158"/>
                <a:gd name="connsiteX4" fmla="*/ 104794 w 128882"/>
                <a:gd name="connsiteY4" fmla="*/ 3213 h 198158"/>
                <a:gd name="connsiteX5" fmla="*/ 125971 w 128882"/>
                <a:gd name="connsiteY5" fmla="*/ 54606 h 198158"/>
                <a:gd name="connsiteX6" fmla="*/ 76350 w 128882"/>
                <a:gd name="connsiteY6" fmla="*/ 173695 h 198158"/>
                <a:gd name="connsiteX7" fmla="*/ 39680 w 128882"/>
                <a:gd name="connsiteY7" fmla="*/ 198158 h 19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882" h="198158">
                  <a:moveTo>
                    <a:pt x="39680" y="198158"/>
                  </a:moveTo>
                  <a:cubicBezTo>
                    <a:pt x="17756" y="198148"/>
                    <a:pt x="-9" y="180369"/>
                    <a:pt x="0" y="158447"/>
                  </a:cubicBezTo>
                  <a:cubicBezTo>
                    <a:pt x="2" y="153202"/>
                    <a:pt x="1043" y="148016"/>
                    <a:pt x="3060" y="143178"/>
                  </a:cubicBezTo>
                  <a:lnTo>
                    <a:pt x="52681" y="24089"/>
                  </a:lnTo>
                  <a:cubicBezTo>
                    <a:pt x="61306" y="3933"/>
                    <a:pt x="84638" y="-5416"/>
                    <a:pt x="104794" y="3213"/>
                  </a:cubicBezTo>
                  <a:cubicBezTo>
                    <a:pt x="124671" y="11718"/>
                    <a:pt x="134086" y="34564"/>
                    <a:pt x="125971" y="54606"/>
                  </a:cubicBezTo>
                  <a:lnTo>
                    <a:pt x="76350" y="173695"/>
                  </a:lnTo>
                  <a:cubicBezTo>
                    <a:pt x="70193" y="188512"/>
                    <a:pt x="55724" y="198163"/>
                    <a:pt x="39680" y="1981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6D0DD873-5ADB-9D49-A0B1-E9FD02B6A01C}"/>
                </a:ext>
              </a:extLst>
            </p:cNvPr>
            <p:cNvSpPr/>
            <p:nvPr/>
          </p:nvSpPr>
          <p:spPr>
            <a:xfrm>
              <a:off x="5766842" y="4773516"/>
              <a:ext cx="203063" cy="177224"/>
            </a:xfrm>
            <a:custGeom>
              <a:avLst/>
              <a:gdLst>
                <a:gd name="connsiteX0" fmla="*/ 151813 w 203063"/>
                <a:gd name="connsiteY0" fmla="*/ 177224 h 177224"/>
                <a:gd name="connsiteX1" fmla="*/ 112129 w 203063"/>
                <a:gd name="connsiteY1" fmla="*/ 137515 h 177224"/>
                <a:gd name="connsiteX2" fmla="*/ 119560 w 203063"/>
                <a:gd name="connsiteY2" fmla="*/ 114404 h 177224"/>
                <a:gd name="connsiteX3" fmla="*/ 123678 w 203063"/>
                <a:gd name="connsiteY3" fmla="*/ 101553 h 177224"/>
                <a:gd name="connsiteX4" fmla="*/ 100525 w 203063"/>
                <a:gd name="connsiteY4" fmla="*/ 80494 h 177224"/>
                <a:gd name="connsiteX5" fmla="*/ 79466 w 203063"/>
                <a:gd name="connsiteY5" fmla="*/ 101553 h 177224"/>
                <a:gd name="connsiteX6" fmla="*/ 82493 w 203063"/>
                <a:gd name="connsiteY6" fmla="*/ 112816 h 177224"/>
                <a:gd name="connsiteX7" fmla="*/ 69212 w 203063"/>
                <a:gd name="connsiteY7" fmla="*/ 167362 h 177224"/>
                <a:gd name="connsiteX8" fmla="*/ 14666 w 203063"/>
                <a:gd name="connsiteY8" fmla="*/ 154082 h 177224"/>
                <a:gd name="connsiteX9" fmla="*/ 14264 w 203063"/>
                <a:gd name="connsiteY9" fmla="*/ 153406 h 177224"/>
                <a:gd name="connsiteX10" fmla="*/ 49673 w 203063"/>
                <a:gd name="connsiteY10" fmla="*/ 14264 h 177224"/>
                <a:gd name="connsiteX11" fmla="*/ 188815 w 203063"/>
                <a:gd name="connsiteY11" fmla="*/ 49673 h 177224"/>
                <a:gd name="connsiteX12" fmla="*/ 184116 w 203063"/>
                <a:gd name="connsiteY12" fmla="*/ 160601 h 177224"/>
                <a:gd name="connsiteX13" fmla="*/ 151813 w 203063"/>
                <a:gd name="connsiteY13" fmla="*/ 17722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3063" h="177224">
                  <a:moveTo>
                    <a:pt x="151813" y="177224"/>
                  </a:moveTo>
                  <a:cubicBezTo>
                    <a:pt x="129889" y="177217"/>
                    <a:pt x="112123" y="159438"/>
                    <a:pt x="112129" y="137515"/>
                  </a:cubicBezTo>
                  <a:cubicBezTo>
                    <a:pt x="112132" y="129224"/>
                    <a:pt x="114731" y="121143"/>
                    <a:pt x="119560" y="114404"/>
                  </a:cubicBezTo>
                  <a:cubicBezTo>
                    <a:pt x="122255" y="110663"/>
                    <a:pt x="123697" y="106164"/>
                    <a:pt x="123678" y="101553"/>
                  </a:cubicBezTo>
                  <a:cubicBezTo>
                    <a:pt x="123100" y="89344"/>
                    <a:pt x="112733" y="79915"/>
                    <a:pt x="100525" y="80494"/>
                  </a:cubicBezTo>
                  <a:cubicBezTo>
                    <a:pt x="89126" y="81034"/>
                    <a:pt x="80006" y="90154"/>
                    <a:pt x="79466" y="101553"/>
                  </a:cubicBezTo>
                  <a:cubicBezTo>
                    <a:pt x="79427" y="105513"/>
                    <a:pt x="80474" y="109408"/>
                    <a:pt x="82493" y="112816"/>
                  </a:cubicBezTo>
                  <a:cubicBezTo>
                    <a:pt x="93888" y="131546"/>
                    <a:pt x="87942" y="155967"/>
                    <a:pt x="69212" y="167362"/>
                  </a:cubicBezTo>
                  <a:cubicBezTo>
                    <a:pt x="50483" y="178757"/>
                    <a:pt x="26061" y="172811"/>
                    <a:pt x="14666" y="154082"/>
                  </a:cubicBezTo>
                  <a:cubicBezTo>
                    <a:pt x="14530" y="153858"/>
                    <a:pt x="14396" y="153633"/>
                    <a:pt x="14264" y="153406"/>
                  </a:cubicBezTo>
                  <a:cubicBezTo>
                    <a:pt x="-14381" y="105205"/>
                    <a:pt x="1472" y="42909"/>
                    <a:pt x="49673" y="14264"/>
                  </a:cubicBezTo>
                  <a:cubicBezTo>
                    <a:pt x="97874" y="-14381"/>
                    <a:pt x="160170" y="1472"/>
                    <a:pt x="188815" y="49673"/>
                  </a:cubicBezTo>
                  <a:cubicBezTo>
                    <a:pt x="209398" y="84306"/>
                    <a:pt x="207552" y="127833"/>
                    <a:pt x="184116" y="160601"/>
                  </a:cubicBezTo>
                  <a:cubicBezTo>
                    <a:pt x="176665" y="171033"/>
                    <a:pt x="164633" y="177225"/>
                    <a:pt x="151813" y="1772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372B8D10-92EA-E94F-9B5C-3329B47FA16C}"/>
                </a:ext>
              </a:extLst>
            </p:cNvPr>
            <p:cNvSpPr/>
            <p:nvPr/>
          </p:nvSpPr>
          <p:spPr>
            <a:xfrm>
              <a:off x="5502982" y="5152249"/>
              <a:ext cx="163748" cy="79393"/>
            </a:xfrm>
            <a:custGeom>
              <a:avLst/>
              <a:gdLst>
                <a:gd name="connsiteX0" fmla="*/ 124052 w 163748"/>
                <a:gd name="connsiteY0" fmla="*/ 79393 h 79393"/>
                <a:gd name="connsiteX1" fmla="*/ 124052 w 163748"/>
                <a:gd name="connsiteY1" fmla="*/ 79393 h 79393"/>
                <a:gd name="connsiteX2" fmla="*/ 39697 w 163748"/>
                <a:gd name="connsiteY2" fmla="*/ 79393 h 79393"/>
                <a:gd name="connsiteX3" fmla="*/ 0 w 163748"/>
                <a:gd name="connsiteY3" fmla="*/ 39697 h 79393"/>
                <a:gd name="connsiteX4" fmla="*/ 39697 w 163748"/>
                <a:gd name="connsiteY4" fmla="*/ 0 h 79393"/>
                <a:gd name="connsiteX5" fmla="*/ 39697 w 163748"/>
                <a:gd name="connsiteY5" fmla="*/ 0 h 79393"/>
                <a:gd name="connsiteX6" fmla="*/ 124052 w 163748"/>
                <a:gd name="connsiteY6" fmla="*/ 0 h 79393"/>
                <a:gd name="connsiteX7" fmla="*/ 163748 w 163748"/>
                <a:gd name="connsiteY7" fmla="*/ 39697 h 79393"/>
                <a:gd name="connsiteX8" fmla="*/ 124052 w 163748"/>
                <a:gd name="connsiteY8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748" h="79393">
                  <a:moveTo>
                    <a:pt x="124052" y="79393"/>
                  </a:moveTo>
                  <a:lnTo>
                    <a:pt x="124052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124052" y="0"/>
                  </a:lnTo>
                  <a:cubicBezTo>
                    <a:pt x="145976" y="0"/>
                    <a:pt x="163748" y="17773"/>
                    <a:pt x="163748" y="39697"/>
                  </a:cubicBezTo>
                  <a:cubicBezTo>
                    <a:pt x="163748" y="61620"/>
                    <a:pt x="145976" y="79393"/>
                    <a:pt x="12405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98" name="Picture Placeholder 81">
              <a:extLst>
                <a:ext uri="{FF2B5EF4-FFF2-40B4-BE49-F238E27FC236}">
                  <a16:creationId xmlns:a16="http://schemas.microsoft.com/office/drawing/2014/main" id="{716C013F-1984-4654-B761-7E8D7FB0536E}"/>
                </a:ext>
              </a:extLst>
            </p:cNvPr>
            <p:cNvGrpSpPr/>
            <p:nvPr/>
          </p:nvGrpSpPr>
          <p:grpSpPr>
            <a:xfrm>
              <a:off x="5589223" y="4862166"/>
              <a:ext cx="692804" cy="654199"/>
              <a:chOff x="5589223" y="4862166"/>
              <a:chExt cx="692804" cy="654199"/>
            </a:xfrm>
            <a:solidFill>
              <a:srgbClr val="C42828"/>
            </a:solidFill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8A282B47-09D8-7246-BE26-E9FCC9AC18EC}"/>
                  </a:ext>
                </a:extLst>
              </p:cNvPr>
              <p:cNvSpPr/>
              <p:nvPr/>
            </p:nvSpPr>
            <p:spPr>
              <a:xfrm>
                <a:off x="5589223" y="4862166"/>
                <a:ext cx="645000" cy="654199"/>
              </a:xfrm>
              <a:custGeom>
                <a:avLst/>
                <a:gdLst>
                  <a:gd name="connsiteX0" fmla="*/ 322535 w 645000"/>
                  <a:gd name="connsiteY0" fmla="*/ 654200 h 654199"/>
                  <a:gd name="connsiteX1" fmla="*/ 0 w 645000"/>
                  <a:gd name="connsiteY1" fmla="*/ 331665 h 654199"/>
                  <a:gd name="connsiteX2" fmla="*/ 322535 w 645000"/>
                  <a:gd name="connsiteY2" fmla="*/ 9131 h 654199"/>
                  <a:gd name="connsiteX3" fmla="*/ 429468 w 645000"/>
                  <a:gd name="connsiteY3" fmla="*/ 26994 h 654199"/>
                  <a:gd name="connsiteX4" fmla="*/ 453335 w 645000"/>
                  <a:gd name="connsiteY4" fmla="*/ 17567 h 654199"/>
                  <a:gd name="connsiteX5" fmla="*/ 535061 w 645000"/>
                  <a:gd name="connsiteY5" fmla="*/ 7047 h 654199"/>
                  <a:gd name="connsiteX6" fmla="*/ 556497 w 645000"/>
                  <a:gd name="connsiteY6" fmla="*/ 90559 h 654199"/>
                  <a:gd name="connsiteX7" fmla="*/ 556199 w 645000"/>
                  <a:gd name="connsiteY7" fmla="*/ 107827 h 654199"/>
                  <a:gd name="connsiteX8" fmla="*/ 634897 w 645000"/>
                  <a:gd name="connsiteY8" fmla="*/ 247906 h 654199"/>
                  <a:gd name="connsiteX9" fmla="*/ 606589 w 645000"/>
                  <a:gd name="connsiteY9" fmla="*/ 296410 h 654199"/>
                  <a:gd name="connsiteX10" fmla="*/ 558085 w 645000"/>
                  <a:gd name="connsiteY10" fmla="*/ 268101 h 654199"/>
                  <a:gd name="connsiteX11" fmla="*/ 491146 w 645000"/>
                  <a:gd name="connsiteY11" fmla="*/ 155065 h 654199"/>
                  <a:gd name="connsiteX12" fmla="*/ 477004 w 645000"/>
                  <a:gd name="connsiteY12" fmla="*/ 93635 h 654199"/>
                  <a:gd name="connsiteX13" fmla="*/ 411753 w 645000"/>
                  <a:gd name="connsiteY13" fmla="*/ 104998 h 654199"/>
                  <a:gd name="connsiteX14" fmla="*/ 322436 w 645000"/>
                  <a:gd name="connsiteY14" fmla="*/ 88524 h 654199"/>
                  <a:gd name="connsiteX15" fmla="*/ 79294 w 645000"/>
                  <a:gd name="connsiteY15" fmla="*/ 331665 h 654199"/>
                  <a:gd name="connsiteX16" fmla="*/ 322436 w 645000"/>
                  <a:gd name="connsiteY16" fmla="*/ 574807 h 654199"/>
                  <a:gd name="connsiteX17" fmla="*/ 567016 w 645000"/>
                  <a:gd name="connsiteY17" fmla="*/ 388630 h 654199"/>
                  <a:gd name="connsiteX18" fmla="*/ 615942 w 645000"/>
                  <a:gd name="connsiteY18" fmla="*/ 361041 h 654199"/>
                  <a:gd name="connsiteX19" fmla="*/ 643531 w 645000"/>
                  <a:gd name="connsiteY19" fmla="*/ 409967 h 654199"/>
                  <a:gd name="connsiteX20" fmla="*/ 322535 w 645000"/>
                  <a:gd name="connsiteY20" fmla="*/ 654200 h 654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45000" h="654199">
                    <a:moveTo>
                      <a:pt x="322535" y="654200"/>
                    </a:moveTo>
                    <a:cubicBezTo>
                      <a:pt x="144404" y="654200"/>
                      <a:pt x="0" y="509799"/>
                      <a:pt x="0" y="331665"/>
                    </a:cubicBezTo>
                    <a:cubicBezTo>
                      <a:pt x="0" y="153535"/>
                      <a:pt x="144404" y="9131"/>
                      <a:pt x="322535" y="9131"/>
                    </a:cubicBezTo>
                    <a:cubicBezTo>
                      <a:pt x="358926" y="9077"/>
                      <a:pt x="395070" y="15115"/>
                      <a:pt x="429468" y="26994"/>
                    </a:cubicBezTo>
                    <a:cubicBezTo>
                      <a:pt x="436216" y="24563"/>
                      <a:pt x="446090" y="20544"/>
                      <a:pt x="453335" y="17567"/>
                    </a:cubicBezTo>
                    <a:cubicBezTo>
                      <a:pt x="492139" y="1738"/>
                      <a:pt x="513475" y="-6996"/>
                      <a:pt x="535061" y="7047"/>
                    </a:cubicBezTo>
                    <a:cubicBezTo>
                      <a:pt x="558035" y="21933"/>
                      <a:pt x="557489" y="47835"/>
                      <a:pt x="556497" y="90559"/>
                    </a:cubicBezTo>
                    <a:cubicBezTo>
                      <a:pt x="556497" y="95521"/>
                      <a:pt x="556249" y="102368"/>
                      <a:pt x="556199" y="107827"/>
                    </a:cubicBezTo>
                    <a:cubicBezTo>
                      <a:pt x="593965" y="147031"/>
                      <a:pt x="621058" y="195257"/>
                      <a:pt x="634897" y="247906"/>
                    </a:cubicBezTo>
                    <a:cubicBezTo>
                      <a:pt x="640475" y="269117"/>
                      <a:pt x="627802" y="290833"/>
                      <a:pt x="606589" y="296410"/>
                    </a:cubicBezTo>
                    <a:cubicBezTo>
                      <a:pt x="585376" y="301987"/>
                      <a:pt x="563662" y="289313"/>
                      <a:pt x="558085" y="268101"/>
                    </a:cubicBezTo>
                    <a:cubicBezTo>
                      <a:pt x="546746" y="224919"/>
                      <a:pt x="523563" y="185766"/>
                      <a:pt x="491146" y="155065"/>
                    </a:cubicBezTo>
                    <a:cubicBezTo>
                      <a:pt x="476706" y="141420"/>
                      <a:pt x="476260" y="124995"/>
                      <a:pt x="477004" y="93635"/>
                    </a:cubicBezTo>
                    <a:cubicBezTo>
                      <a:pt x="446339" y="106139"/>
                      <a:pt x="429815" y="111995"/>
                      <a:pt x="411753" y="104998"/>
                    </a:cubicBezTo>
                    <a:cubicBezTo>
                      <a:pt x="383251" y="94047"/>
                      <a:pt x="352969" y="88462"/>
                      <a:pt x="322436" y="88524"/>
                    </a:cubicBezTo>
                    <a:cubicBezTo>
                      <a:pt x="188152" y="88524"/>
                      <a:pt x="79294" y="197382"/>
                      <a:pt x="79294" y="331665"/>
                    </a:cubicBezTo>
                    <a:cubicBezTo>
                      <a:pt x="79294" y="465949"/>
                      <a:pt x="188152" y="574807"/>
                      <a:pt x="322436" y="574807"/>
                    </a:cubicBezTo>
                    <a:cubicBezTo>
                      <a:pt x="432296" y="574807"/>
                      <a:pt x="537442" y="494769"/>
                      <a:pt x="567016" y="388630"/>
                    </a:cubicBezTo>
                    <a:cubicBezTo>
                      <a:pt x="572906" y="367501"/>
                      <a:pt x="594814" y="355149"/>
                      <a:pt x="615942" y="361041"/>
                    </a:cubicBezTo>
                    <a:cubicBezTo>
                      <a:pt x="637071" y="366933"/>
                      <a:pt x="649421" y="388838"/>
                      <a:pt x="643531" y="409967"/>
                    </a:cubicBezTo>
                    <a:cubicBezTo>
                      <a:pt x="604827" y="549203"/>
                      <a:pt x="466782" y="654200"/>
                      <a:pt x="322535" y="65420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13103D2-2D89-0F4F-9557-6A7318B7D973}"/>
                  </a:ext>
                </a:extLst>
              </p:cNvPr>
              <p:cNvSpPr/>
              <p:nvPr/>
            </p:nvSpPr>
            <p:spPr>
              <a:xfrm>
                <a:off x="6150037" y="5079704"/>
                <a:ext cx="131991" cy="218331"/>
              </a:xfrm>
              <a:custGeom>
                <a:avLst/>
                <a:gdLst>
                  <a:gd name="connsiteX0" fmla="*/ 92295 w 131991"/>
                  <a:gd name="connsiteY0" fmla="*/ 218331 h 218331"/>
                  <a:gd name="connsiteX1" fmla="*/ 44659 w 131991"/>
                  <a:gd name="connsiteY1" fmla="*/ 218331 h 218331"/>
                  <a:gd name="connsiteX2" fmla="*/ 4962 w 131991"/>
                  <a:gd name="connsiteY2" fmla="*/ 178634 h 218331"/>
                  <a:gd name="connsiteX3" fmla="*/ 44659 w 131991"/>
                  <a:gd name="connsiteY3" fmla="*/ 138938 h 218331"/>
                  <a:gd name="connsiteX4" fmla="*/ 52598 w 131991"/>
                  <a:gd name="connsiteY4" fmla="*/ 138938 h 218331"/>
                  <a:gd name="connsiteX5" fmla="*/ 52598 w 131991"/>
                  <a:gd name="connsiteY5" fmla="*/ 79393 h 218331"/>
                  <a:gd name="connsiteX6" fmla="*/ 39697 w 131991"/>
                  <a:gd name="connsiteY6" fmla="*/ 79393 h 218331"/>
                  <a:gd name="connsiteX7" fmla="*/ 0 w 131991"/>
                  <a:gd name="connsiteY7" fmla="*/ 39697 h 218331"/>
                  <a:gd name="connsiteX8" fmla="*/ 39697 w 131991"/>
                  <a:gd name="connsiteY8" fmla="*/ 0 h 218331"/>
                  <a:gd name="connsiteX9" fmla="*/ 92295 w 131991"/>
                  <a:gd name="connsiteY9" fmla="*/ 0 h 218331"/>
                  <a:gd name="connsiteX10" fmla="*/ 131991 w 131991"/>
                  <a:gd name="connsiteY10" fmla="*/ 39697 h 218331"/>
                  <a:gd name="connsiteX11" fmla="*/ 131991 w 131991"/>
                  <a:gd name="connsiteY11" fmla="*/ 178634 h 218331"/>
                  <a:gd name="connsiteX12" fmla="*/ 92295 w 131991"/>
                  <a:gd name="connsiteY12" fmla="*/ 218331 h 21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991" h="218331">
                    <a:moveTo>
                      <a:pt x="92295" y="218331"/>
                    </a:moveTo>
                    <a:lnTo>
                      <a:pt x="44659" y="218331"/>
                    </a:lnTo>
                    <a:cubicBezTo>
                      <a:pt x="22736" y="218331"/>
                      <a:pt x="4962" y="200557"/>
                      <a:pt x="4962" y="178634"/>
                    </a:cubicBezTo>
                    <a:cubicBezTo>
                      <a:pt x="4962" y="156711"/>
                      <a:pt x="22736" y="138938"/>
                      <a:pt x="44659" y="138938"/>
                    </a:cubicBezTo>
                    <a:lnTo>
                      <a:pt x="52598" y="138938"/>
                    </a:lnTo>
                    <a:lnTo>
                      <a:pt x="52598" y="79393"/>
                    </a:lnTo>
                    <a:lnTo>
                      <a:pt x="39697" y="79393"/>
                    </a:lnTo>
                    <a:cubicBezTo>
                      <a:pt x="17774" y="79393"/>
                      <a:pt x="0" y="61620"/>
                      <a:pt x="0" y="39697"/>
                    </a:cubicBezTo>
                    <a:cubicBezTo>
                      <a:pt x="0" y="17773"/>
                      <a:pt x="17774" y="0"/>
                      <a:pt x="39697" y="0"/>
                    </a:cubicBezTo>
                    <a:lnTo>
                      <a:pt x="92295" y="0"/>
                    </a:lnTo>
                    <a:cubicBezTo>
                      <a:pt x="114217" y="0"/>
                      <a:pt x="131991" y="17773"/>
                      <a:pt x="131991" y="39697"/>
                    </a:cubicBezTo>
                    <a:lnTo>
                      <a:pt x="131991" y="178634"/>
                    </a:lnTo>
                    <a:cubicBezTo>
                      <a:pt x="131991" y="200557"/>
                      <a:pt x="114217" y="218331"/>
                      <a:pt x="92295" y="21833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7A4D8A7B-F639-EA41-9237-E23F08F25242}"/>
                </a:ext>
              </a:extLst>
            </p:cNvPr>
            <p:cNvSpPr/>
            <p:nvPr/>
          </p:nvSpPr>
          <p:spPr>
            <a:xfrm>
              <a:off x="6009511" y="5103635"/>
              <a:ext cx="79442" cy="79428"/>
            </a:xfrm>
            <a:custGeom>
              <a:avLst/>
              <a:gdLst>
                <a:gd name="connsiteX0" fmla="*/ 39746 w 79442"/>
                <a:gd name="connsiteY0" fmla="*/ 79429 h 79428"/>
                <a:gd name="connsiteX1" fmla="*/ 32005 w 79442"/>
                <a:gd name="connsiteY1" fmla="*/ 78684 h 79428"/>
                <a:gd name="connsiteX2" fmla="*/ 24562 w 79442"/>
                <a:gd name="connsiteY2" fmla="*/ 76402 h 79428"/>
                <a:gd name="connsiteX3" fmla="*/ 17715 w 79442"/>
                <a:gd name="connsiteY3" fmla="*/ 72730 h 79428"/>
                <a:gd name="connsiteX4" fmla="*/ 11661 w 79442"/>
                <a:gd name="connsiteY4" fmla="*/ 67768 h 79428"/>
                <a:gd name="connsiteX5" fmla="*/ 6699 w 79442"/>
                <a:gd name="connsiteY5" fmla="*/ 61714 h 79428"/>
                <a:gd name="connsiteX6" fmla="*/ 3076 w 79442"/>
                <a:gd name="connsiteY6" fmla="*/ 54866 h 79428"/>
                <a:gd name="connsiteX7" fmla="*/ 794 w 79442"/>
                <a:gd name="connsiteY7" fmla="*/ 47473 h 79428"/>
                <a:gd name="connsiteX8" fmla="*/ 0 w 79442"/>
                <a:gd name="connsiteY8" fmla="*/ 39682 h 79428"/>
                <a:gd name="connsiteX9" fmla="*/ 794 w 79442"/>
                <a:gd name="connsiteY9" fmla="*/ 31942 h 79428"/>
                <a:gd name="connsiteX10" fmla="*/ 3076 w 79442"/>
                <a:gd name="connsiteY10" fmla="*/ 24498 h 79428"/>
                <a:gd name="connsiteX11" fmla="*/ 6699 w 79442"/>
                <a:gd name="connsiteY11" fmla="*/ 17651 h 79428"/>
                <a:gd name="connsiteX12" fmla="*/ 17665 w 79442"/>
                <a:gd name="connsiteY12" fmla="*/ 6685 h 79428"/>
                <a:gd name="connsiteX13" fmla="*/ 24513 w 79442"/>
                <a:gd name="connsiteY13" fmla="*/ 3062 h 79428"/>
                <a:gd name="connsiteX14" fmla="*/ 31956 w 79442"/>
                <a:gd name="connsiteY14" fmla="*/ 780 h 79428"/>
                <a:gd name="connsiteX15" fmla="*/ 54881 w 79442"/>
                <a:gd name="connsiteY15" fmla="*/ 3062 h 79428"/>
                <a:gd name="connsiteX16" fmla="*/ 61728 w 79442"/>
                <a:gd name="connsiteY16" fmla="*/ 6685 h 79428"/>
                <a:gd name="connsiteX17" fmla="*/ 67782 w 79442"/>
                <a:gd name="connsiteY17" fmla="*/ 11647 h 79428"/>
                <a:gd name="connsiteX18" fmla="*/ 72744 w 79442"/>
                <a:gd name="connsiteY18" fmla="*/ 17651 h 79428"/>
                <a:gd name="connsiteX19" fmla="*/ 76416 w 79442"/>
                <a:gd name="connsiteY19" fmla="*/ 24498 h 79428"/>
                <a:gd name="connsiteX20" fmla="*/ 78649 w 79442"/>
                <a:gd name="connsiteY20" fmla="*/ 31942 h 79428"/>
                <a:gd name="connsiteX21" fmla="*/ 79443 w 79442"/>
                <a:gd name="connsiteY21" fmla="*/ 39682 h 79428"/>
                <a:gd name="connsiteX22" fmla="*/ 78649 w 79442"/>
                <a:gd name="connsiteY22" fmla="*/ 47473 h 79428"/>
                <a:gd name="connsiteX23" fmla="*/ 76416 w 79442"/>
                <a:gd name="connsiteY23" fmla="*/ 54866 h 79428"/>
                <a:gd name="connsiteX24" fmla="*/ 72744 w 79442"/>
                <a:gd name="connsiteY24" fmla="*/ 61714 h 79428"/>
                <a:gd name="connsiteX25" fmla="*/ 61778 w 79442"/>
                <a:gd name="connsiteY25" fmla="*/ 72680 h 79428"/>
                <a:gd name="connsiteX26" fmla="*/ 54930 w 79442"/>
                <a:gd name="connsiteY26" fmla="*/ 76352 h 79428"/>
                <a:gd name="connsiteX27" fmla="*/ 47487 w 79442"/>
                <a:gd name="connsiteY27" fmla="*/ 78635 h 79428"/>
                <a:gd name="connsiteX28" fmla="*/ 39746 w 79442"/>
                <a:gd name="connsiteY28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442" h="79428">
                  <a:moveTo>
                    <a:pt x="39746" y="79429"/>
                  </a:moveTo>
                  <a:cubicBezTo>
                    <a:pt x="37146" y="79427"/>
                    <a:pt x="34556" y="79177"/>
                    <a:pt x="32005" y="78684"/>
                  </a:cubicBezTo>
                  <a:cubicBezTo>
                    <a:pt x="29460" y="78143"/>
                    <a:pt x="26974" y="77379"/>
                    <a:pt x="24562" y="76402"/>
                  </a:cubicBezTo>
                  <a:cubicBezTo>
                    <a:pt x="22171" y="75395"/>
                    <a:pt x="19878" y="74166"/>
                    <a:pt x="17715" y="72730"/>
                  </a:cubicBezTo>
                  <a:cubicBezTo>
                    <a:pt x="15531" y="71285"/>
                    <a:pt x="13507" y="69623"/>
                    <a:pt x="11661" y="67768"/>
                  </a:cubicBezTo>
                  <a:cubicBezTo>
                    <a:pt x="9820" y="65910"/>
                    <a:pt x="8158" y="63883"/>
                    <a:pt x="6699" y="61714"/>
                  </a:cubicBezTo>
                  <a:cubicBezTo>
                    <a:pt x="5260" y="59562"/>
                    <a:pt x="4044" y="57267"/>
                    <a:pt x="3076" y="54866"/>
                  </a:cubicBezTo>
                  <a:cubicBezTo>
                    <a:pt x="2069" y="52485"/>
                    <a:pt x="1305" y="50007"/>
                    <a:pt x="794" y="47473"/>
                  </a:cubicBezTo>
                  <a:cubicBezTo>
                    <a:pt x="283" y="44907"/>
                    <a:pt x="20" y="42298"/>
                    <a:pt x="0" y="39682"/>
                  </a:cubicBezTo>
                  <a:cubicBezTo>
                    <a:pt x="20" y="37083"/>
                    <a:pt x="283" y="34491"/>
                    <a:pt x="794" y="31942"/>
                  </a:cubicBezTo>
                  <a:cubicBezTo>
                    <a:pt x="1310" y="29393"/>
                    <a:pt x="2079" y="26900"/>
                    <a:pt x="3076" y="24498"/>
                  </a:cubicBezTo>
                  <a:cubicBezTo>
                    <a:pt x="4064" y="22107"/>
                    <a:pt x="5280" y="19814"/>
                    <a:pt x="6699" y="17651"/>
                  </a:cubicBezTo>
                  <a:cubicBezTo>
                    <a:pt x="9592" y="13304"/>
                    <a:pt x="13318" y="9576"/>
                    <a:pt x="17665" y="6685"/>
                  </a:cubicBezTo>
                  <a:cubicBezTo>
                    <a:pt x="19823" y="5255"/>
                    <a:pt x="22116" y="4041"/>
                    <a:pt x="24513" y="3062"/>
                  </a:cubicBezTo>
                  <a:cubicBezTo>
                    <a:pt x="26914" y="2063"/>
                    <a:pt x="29405" y="1298"/>
                    <a:pt x="31956" y="780"/>
                  </a:cubicBezTo>
                  <a:cubicBezTo>
                    <a:pt x="39652" y="-782"/>
                    <a:pt x="47641" y="14"/>
                    <a:pt x="54881" y="3062"/>
                  </a:cubicBezTo>
                  <a:cubicBezTo>
                    <a:pt x="57282" y="4030"/>
                    <a:pt x="59575" y="5245"/>
                    <a:pt x="61728" y="6685"/>
                  </a:cubicBezTo>
                  <a:cubicBezTo>
                    <a:pt x="63907" y="8131"/>
                    <a:pt x="65936" y="9793"/>
                    <a:pt x="67782" y="11647"/>
                  </a:cubicBezTo>
                  <a:cubicBezTo>
                    <a:pt x="69648" y="13463"/>
                    <a:pt x="71310" y="15476"/>
                    <a:pt x="72744" y="17651"/>
                  </a:cubicBezTo>
                  <a:cubicBezTo>
                    <a:pt x="74178" y="19813"/>
                    <a:pt x="75409" y="22106"/>
                    <a:pt x="76416" y="24498"/>
                  </a:cubicBezTo>
                  <a:cubicBezTo>
                    <a:pt x="77398" y="26901"/>
                    <a:pt x="78148" y="29394"/>
                    <a:pt x="78649" y="31942"/>
                  </a:cubicBezTo>
                  <a:cubicBezTo>
                    <a:pt x="79185" y="34487"/>
                    <a:pt x="79448" y="37082"/>
                    <a:pt x="79443" y="39682"/>
                  </a:cubicBezTo>
                  <a:cubicBezTo>
                    <a:pt x="79448" y="42300"/>
                    <a:pt x="79185" y="44910"/>
                    <a:pt x="78649" y="47473"/>
                  </a:cubicBezTo>
                  <a:cubicBezTo>
                    <a:pt x="78153" y="50006"/>
                    <a:pt x="77408" y="52483"/>
                    <a:pt x="76416" y="54866"/>
                  </a:cubicBezTo>
                  <a:cubicBezTo>
                    <a:pt x="75428" y="57269"/>
                    <a:pt x="74198" y="59564"/>
                    <a:pt x="72744" y="61714"/>
                  </a:cubicBezTo>
                  <a:cubicBezTo>
                    <a:pt x="69891" y="66090"/>
                    <a:pt x="66154" y="69825"/>
                    <a:pt x="61778" y="72680"/>
                  </a:cubicBezTo>
                  <a:cubicBezTo>
                    <a:pt x="59619" y="74125"/>
                    <a:pt x="57327" y="75355"/>
                    <a:pt x="54930" y="76352"/>
                  </a:cubicBezTo>
                  <a:cubicBezTo>
                    <a:pt x="52524" y="77336"/>
                    <a:pt x="50033" y="78100"/>
                    <a:pt x="47487" y="78635"/>
                  </a:cubicBezTo>
                  <a:cubicBezTo>
                    <a:pt x="44937" y="79147"/>
                    <a:pt x="42346" y="79413"/>
                    <a:pt x="39746" y="79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2" name="Picture Placeholder 83">
            <a:extLst>
              <a:ext uri="{FF2B5EF4-FFF2-40B4-BE49-F238E27FC236}">
                <a16:creationId xmlns:a16="http://schemas.microsoft.com/office/drawing/2014/main" id="{83B95373-CE5B-4B75-82B2-DD8C418F45A0}"/>
              </a:ext>
            </a:extLst>
          </p:cNvPr>
          <p:cNvGrpSpPr>
            <a:grpSpLocks noChangeAspect="1"/>
          </p:cNvGrpSpPr>
          <p:nvPr/>
        </p:nvGrpSpPr>
        <p:grpSpPr>
          <a:xfrm>
            <a:off x="6997140" y="4851399"/>
            <a:ext cx="424753" cy="682780"/>
            <a:chOff x="6997140" y="4851399"/>
            <a:chExt cx="424753" cy="682780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4EE9C0AF-A3AD-2F47-86CE-378A84146C6D}"/>
                </a:ext>
              </a:extLst>
            </p:cNvPr>
            <p:cNvSpPr/>
            <p:nvPr/>
          </p:nvSpPr>
          <p:spPr>
            <a:xfrm>
              <a:off x="6997140" y="4851399"/>
              <a:ext cx="424753" cy="681788"/>
            </a:xfrm>
            <a:custGeom>
              <a:avLst/>
              <a:gdLst>
                <a:gd name="connsiteX0" fmla="*/ 253066 w 424753"/>
                <a:gd name="connsiteY0" fmla="*/ 681788 h 681788"/>
                <a:gd name="connsiteX1" fmla="*/ 108669 w 424753"/>
                <a:gd name="connsiteY1" fmla="*/ 681788 h 681788"/>
                <a:gd name="connsiteX2" fmla="*/ 80386 w 424753"/>
                <a:gd name="connsiteY2" fmla="*/ 669879 h 681788"/>
                <a:gd name="connsiteX3" fmla="*/ 68973 w 424753"/>
                <a:gd name="connsiteY3" fmla="*/ 641595 h 681788"/>
                <a:gd name="connsiteX4" fmla="*/ 70461 w 424753"/>
                <a:gd name="connsiteY4" fmla="*/ 433189 h 681788"/>
                <a:gd name="connsiteX5" fmla="*/ 40193 w 424753"/>
                <a:gd name="connsiteY5" fmla="*/ 433685 h 681788"/>
                <a:gd name="connsiteX6" fmla="*/ 11909 w 424753"/>
                <a:gd name="connsiteY6" fmla="*/ 422272 h 681788"/>
                <a:gd name="connsiteX7" fmla="*/ 0 w 424753"/>
                <a:gd name="connsiteY7" fmla="*/ 393988 h 681788"/>
                <a:gd name="connsiteX8" fmla="*/ 0 w 424753"/>
                <a:gd name="connsiteY8" fmla="*/ 289289 h 681788"/>
                <a:gd name="connsiteX9" fmla="*/ 39200 w 424753"/>
                <a:gd name="connsiteY9" fmla="*/ 249592 h 681788"/>
                <a:gd name="connsiteX10" fmla="*/ 68477 w 424753"/>
                <a:gd name="connsiteY10" fmla="*/ 249096 h 681788"/>
                <a:gd name="connsiteX11" fmla="*/ 68477 w 424753"/>
                <a:gd name="connsiteY11" fmla="*/ 191536 h 681788"/>
                <a:gd name="connsiteX12" fmla="*/ 246119 w 424753"/>
                <a:gd name="connsiteY12" fmla="*/ 0 h 681788"/>
                <a:gd name="connsiteX13" fmla="*/ 247111 w 424753"/>
                <a:gd name="connsiteY13" fmla="*/ 0 h 681788"/>
                <a:gd name="connsiteX14" fmla="*/ 385057 w 424753"/>
                <a:gd name="connsiteY14" fmla="*/ 0 h 681788"/>
                <a:gd name="connsiteX15" fmla="*/ 424754 w 424753"/>
                <a:gd name="connsiteY15" fmla="*/ 39697 h 681788"/>
                <a:gd name="connsiteX16" fmla="*/ 385057 w 424753"/>
                <a:gd name="connsiteY16" fmla="*/ 79393 h 681788"/>
                <a:gd name="connsiteX17" fmla="*/ 248104 w 424753"/>
                <a:gd name="connsiteY17" fmla="*/ 79393 h 681788"/>
                <a:gd name="connsiteX18" fmla="*/ 148366 w 424753"/>
                <a:gd name="connsiteY18" fmla="*/ 191536 h 681788"/>
                <a:gd name="connsiteX19" fmla="*/ 148366 w 424753"/>
                <a:gd name="connsiteY19" fmla="*/ 288296 h 681788"/>
                <a:gd name="connsiteX20" fmla="*/ 109166 w 424753"/>
                <a:gd name="connsiteY20" fmla="*/ 327993 h 681788"/>
                <a:gd name="connsiteX21" fmla="*/ 79889 w 424753"/>
                <a:gd name="connsiteY21" fmla="*/ 328489 h 681788"/>
                <a:gd name="connsiteX22" fmla="*/ 79889 w 424753"/>
                <a:gd name="connsiteY22" fmla="*/ 353796 h 681788"/>
                <a:gd name="connsiteX23" fmla="*/ 110158 w 424753"/>
                <a:gd name="connsiteY23" fmla="*/ 353299 h 681788"/>
                <a:gd name="connsiteX24" fmla="*/ 138442 w 424753"/>
                <a:gd name="connsiteY24" fmla="*/ 364712 h 681788"/>
                <a:gd name="connsiteX25" fmla="*/ 149855 w 424753"/>
                <a:gd name="connsiteY25" fmla="*/ 392996 h 681788"/>
                <a:gd name="connsiteX26" fmla="*/ 148366 w 424753"/>
                <a:gd name="connsiteY26" fmla="*/ 601899 h 681788"/>
                <a:gd name="connsiteX27" fmla="*/ 252570 w 424753"/>
                <a:gd name="connsiteY27" fmla="*/ 601899 h 681788"/>
                <a:gd name="connsiteX28" fmla="*/ 292266 w 424753"/>
                <a:gd name="connsiteY28" fmla="*/ 641595 h 681788"/>
                <a:gd name="connsiteX29" fmla="*/ 253066 w 424753"/>
                <a:gd name="connsiteY29" fmla="*/ 681788 h 68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4753" h="681788">
                  <a:moveTo>
                    <a:pt x="253066" y="681788"/>
                  </a:moveTo>
                  <a:lnTo>
                    <a:pt x="108669" y="681788"/>
                  </a:lnTo>
                  <a:cubicBezTo>
                    <a:pt x="98249" y="681788"/>
                    <a:pt x="87829" y="677322"/>
                    <a:pt x="80386" y="669879"/>
                  </a:cubicBezTo>
                  <a:cubicBezTo>
                    <a:pt x="72942" y="662436"/>
                    <a:pt x="68973" y="652016"/>
                    <a:pt x="68973" y="641595"/>
                  </a:cubicBezTo>
                  <a:lnTo>
                    <a:pt x="70461" y="433189"/>
                  </a:lnTo>
                  <a:lnTo>
                    <a:pt x="40193" y="433685"/>
                  </a:lnTo>
                  <a:cubicBezTo>
                    <a:pt x="29772" y="433685"/>
                    <a:pt x="19352" y="429715"/>
                    <a:pt x="11909" y="422272"/>
                  </a:cubicBezTo>
                  <a:cubicBezTo>
                    <a:pt x="4466" y="414829"/>
                    <a:pt x="0" y="404905"/>
                    <a:pt x="0" y="393988"/>
                  </a:cubicBezTo>
                  <a:lnTo>
                    <a:pt x="0" y="289289"/>
                  </a:lnTo>
                  <a:cubicBezTo>
                    <a:pt x="0" y="267456"/>
                    <a:pt x="17367" y="250088"/>
                    <a:pt x="39200" y="249592"/>
                  </a:cubicBezTo>
                  <a:lnTo>
                    <a:pt x="68477" y="249096"/>
                  </a:lnTo>
                  <a:lnTo>
                    <a:pt x="68477" y="191536"/>
                  </a:lnTo>
                  <a:cubicBezTo>
                    <a:pt x="68477" y="86836"/>
                    <a:pt x="146381" y="2481"/>
                    <a:pt x="246119" y="0"/>
                  </a:cubicBezTo>
                  <a:cubicBezTo>
                    <a:pt x="246615" y="0"/>
                    <a:pt x="246615" y="0"/>
                    <a:pt x="247111" y="0"/>
                  </a:cubicBezTo>
                  <a:lnTo>
                    <a:pt x="385057" y="0"/>
                  </a:lnTo>
                  <a:cubicBezTo>
                    <a:pt x="406890" y="0"/>
                    <a:pt x="424754" y="17863"/>
                    <a:pt x="424754" y="39697"/>
                  </a:cubicBezTo>
                  <a:cubicBezTo>
                    <a:pt x="424754" y="61530"/>
                    <a:pt x="406890" y="79393"/>
                    <a:pt x="385057" y="79393"/>
                  </a:cubicBezTo>
                  <a:lnTo>
                    <a:pt x="248104" y="79393"/>
                  </a:lnTo>
                  <a:cubicBezTo>
                    <a:pt x="198979" y="80882"/>
                    <a:pt x="148366" y="123059"/>
                    <a:pt x="148366" y="191536"/>
                  </a:cubicBezTo>
                  <a:lnTo>
                    <a:pt x="148366" y="288296"/>
                  </a:lnTo>
                  <a:cubicBezTo>
                    <a:pt x="148366" y="310129"/>
                    <a:pt x="130999" y="327497"/>
                    <a:pt x="109166" y="327993"/>
                  </a:cubicBezTo>
                  <a:lnTo>
                    <a:pt x="79889" y="328489"/>
                  </a:lnTo>
                  <a:lnTo>
                    <a:pt x="79889" y="353796"/>
                  </a:lnTo>
                  <a:lnTo>
                    <a:pt x="110158" y="353299"/>
                  </a:lnTo>
                  <a:cubicBezTo>
                    <a:pt x="120578" y="353299"/>
                    <a:pt x="130999" y="357269"/>
                    <a:pt x="138442" y="364712"/>
                  </a:cubicBezTo>
                  <a:cubicBezTo>
                    <a:pt x="145885" y="372155"/>
                    <a:pt x="150351" y="382576"/>
                    <a:pt x="149855" y="392996"/>
                  </a:cubicBezTo>
                  <a:lnTo>
                    <a:pt x="148366" y="601899"/>
                  </a:lnTo>
                  <a:lnTo>
                    <a:pt x="252570" y="601899"/>
                  </a:lnTo>
                  <a:cubicBezTo>
                    <a:pt x="274403" y="601899"/>
                    <a:pt x="292266" y="619762"/>
                    <a:pt x="292266" y="641595"/>
                  </a:cubicBezTo>
                  <a:cubicBezTo>
                    <a:pt x="292266" y="663429"/>
                    <a:pt x="274899" y="681788"/>
                    <a:pt x="253066" y="6817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239AD49E-6133-4043-BAAB-36A0A1A36CAE}"/>
                </a:ext>
              </a:extLst>
            </p:cNvPr>
            <p:cNvSpPr/>
            <p:nvPr/>
          </p:nvSpPr>
          <p:spPr>
            <a:xfrm>
              <a:off x="7210509" y="4852392"/>
              <a:ext cx="211384" cy="681788"/>
            </a:xfrm>
            <a:custGeom>
              <a:avLst/>
              <a:gdLst>
                <a:gd name="connsiteX0" fmla="*/ 40193 w 211384"/>
                <a:gd name="connsiteY0" fmla="*/ 681788 h 681788"/>
                <a:gd name="connsiteX1" fmla="*/ 496 w 211384"/>
                <a:gd name="connsiteY1" fmla="*/ 642092 h 681788"/>
                <a:gd name="connsiteX2" fmla="*/ 496 w 211384"/>
                <a:gd name="connsiteY2" fmla="*/ 394981 h 681788"/>
                <a:gd name="connsiteX3" fmla="*/ 39697 w 211384"/>
                <a:gd name="connsiteY3" fmla="*/ 355284 h 681788"/>
                <a:gd name="connsiteX4" fmla="*/ 116113 w 211384"/>
                <a:gd name="connsiteY4" fmla="*/ 354788 h 681788"/>
                <a:gd name="connsiteX5" fmla="*/ 116113 w 211384"/>
                <a:gd name="connsiteY5" fmla="*/ 324023 h 681788"/>
                <a:gd name="connsiteX6" fmla="*/ 39697 w 211384"/>
                <a:gd name="connsiteY6" fmla="*/ 323527 h 681788"/>
                <a:gd name="connsiteX7" fmla="*/ 0 w 211384"/>
                <a:gd name="connsiteY7" fmla="*/ 283830 h 681788"/>
                <a:gd name="connsiteX8" fmla="*/ 0 w 211384"/>
                <a:gd name="connsiteY8" fmla="*/ 198483 h 681788"/>
                <a:gd name="connsiteX9" fmla="*/ 496 w 211384"/>
                <a:gd name="connsiteY9" fmla="*/ 191536 h 681788"/>
                <a:gd name="connsiteX10" fmla="*/ 72446 w 211384"/>
                <a:gd name="connsiteY10" fmla="*/ 122067 h 681788"/>
                <a:gd name="connsiteX11" fmla="*/ 131991 w 211384"/>
                <a:gd name="connsiteY11" fmla="*/ 121074 h 681788"/>
                <a:gd name="connsiteX12" fmla="*/ 131991 w 211384"/>
                <a:gd name="connsiteY12" fmla="*/ 39697 h 681788"/>
                <a:gd name="connsiteX13" fmla="*/ 171688 w 211384"/>
                <a:gd name="connsiteY13" fmla="*/ 0 h 681788"/>
                <a:gd name="connsiteX14" fmla="*/ 211384 w 211384"/>
                <a:gd name="connsiteY14" fmla="*/ 39697 h 681788"/>
                <a:gd name="connsiteX15" fmla="*/ 211384 w 211384"/>
                <a:gd name="connsiteY15" fmla="*/ 161763 h 681788"/>
                <a:gd name="connsiteX16" fmla="*/ 199475 w 211384"/>
                <a:gd name="connsiteY16" fmla="*/ 190047 h 681788"/>
                <a:gd name="connsiteX17" fmla="*/ 170695 w 211384"/>
                <a:gd name="connsiteY17" fmla="*/ 200964 h 681788"/>
                <a:gd name="connsiteX18" fmla="*/ 80882 w 211384"/>
                <a:gd name="connsiteY18" fmla="*/ 200964 h 681788"/>
                <a:gd name="connsiteX19" fmla="*/ 79393 w 211384"/>
                <a:gd name="connsiteY19" fmla="*/ 203445 h 681788"/>
                <a:gd name="connsiteX20" fmla="*/ 79393 w 211384"/>
                <a:gd name="connsiteY20" fmla="*/ 244630 h 681788"/>
                <a:gd name="connsiteX21" fmla="*/ 155809 w 211384"/>
                <a:gd name="connsiteY21" fmla="*/ 245126 h 681788"/>
                <a:gd name="connsiteX22" fmla="*/ 195506 w 211384"/>
                <a:gd name="connsiteY22" fmla="*/ 284823 h 681788"/>
                <a:gd name="connsiteX23" fmla="*/ 195506 w 211384"/>
                <a:gd name="connsiteY23" fmla="*/ 394484 h 681788"/>
                <a:gd name="connsiteX24" fmla="*/ 156305 w 211384"/>
                <a:gd name="connsiteY24" fmla="*/ 434181 h 681788"/>
                <a:gd name="connsiteX25" fmla="*/ 79889 w 211384"/>
                <a:gd name="connsiteY25" fmla="*/ 434677 h 681788"/>
                <a:gd name="connsiteX26" fmla="*/ 79889 w 211384"/>
                <a:gd name="connsiteY26" fmla="*/ 642092 h 681788"/>
                <a:gd name="connsiteX27" fmla="*/ 40193 w 211384"/>
                <a:gd name="connsiteY27" fmla="*/ 681788 h 68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1384" h="681788">
                  <a:moveTo>
                    <a:pt x="40193" y="681788"/>
                  </a:moveTo>
                  <a:cubicBezTo>
                    <a:pt x="18360" y="681788"/>
                    <a:pt x="496" y="663925"/>
                    <a:pt x="496" y="642092"/>
                  </a:cubicBezTo>
                  <a:lnTo>
                    <a:pt x="496" y="394981"/>
                  </a:lnTo>
                  <a:cubicBezTo>
                    <a:pt x="496" y="373148"/>
                    <a:pt x="17863" y="355284"/>
                    <a:pt x="39697" y="355284"/>
                  </a:cubicBezTo>
                  <a:lnTo>
                    <a:pt x="116113" y="354788"/>
                  </a:lnTo>
                  <a:lnTo>
                    <a:pt x="116113" y="324023"/>
                  </a:lnTo>
                  <a:lnTo>
                    <a:pt x="39697" y="323527"/>
                  </a:lnTo>
                  <a:cubicBezTo>
                    <a:pt x="17863" y="323527"/>
                    <a:pt x="0" y="305663"/>
                    <a:pt x="0" y="283830"/>
                  </a:cubicBezTo>
                  <a:lnTo>
                    <a:pt x="0" y="198483"/>
                  </a:lnTo>
                  <a:cubicBezTo>
                    <a:pt x="0" y="196002"/>
                    <a:pt x="0" y="194017"/>
                    <a:pt x="496" y="191536"/>
                  </a:cubicBezTo>
                  <a:cubicBezTo>
                    <a:pt x="5955" y="160275"/>
                    <a:pt x="30765" y="125044"/>
                    <a:pt x="72446" y="122067"/>
                  </a:cubicBezTo>
                  <a:cubicBezTo>
                    <a:pt x="87829" y="121074"/>
                    <a:pt x="111647" y="121074"/>
                    <a:pt x="131991" y="121074"/>
                  </a:cubicBezTo>
                  <a:lnTo>
                    <a:pt x="131991" y="39697"/>
                  </a:lnTo>
                  <a:cubicBezTo>
                    <a:pt x="131991" y="17863"/>
                    <a:pt x="149855" y="0"/>
                    <a:pt x="171688" y="0"/>
                  </a:cubicBezTo>
                  <a:cubicBezTo>
                    <a:pt x="193521" y="0"/>
                    <a:pt x="211384" y="17863"/>
                    <a:pt x="211384" y="39697"/>
                  </a:cubicBezTo>
                  <a:lnTo>
                    <a:pt x="211384" y="161763"/>
                  </a:lnTo>
                  <a:cubicBezTo>
                    <a:pt x="211384" y="172680"/>
                    <a:pt x="206919" y="182604"/>
                    <a:pt x="199475" y="190047"/>
                  </a:cubicBezTo>
                  <a:cubicBezTo>
                    <a:pt x="191536" y="197490"/>
                    <a:pt x="181116" y="201460"/>
                    <a:pt x="170695" y="200964"/>
                  </a:cubicBezTo>
                  <a:cubicBezTo>
                    <a:pt x="153328" y="200468"/>
                    <a:pt x="104204" y="199475"/>
                    <a:pt x="80882" y="200964"/>
                  </a:cubicBezTo>
                  <a:cubicBezTo>
                    <a:pt x="80386" y="201956"/>
                    <a:pt x="79889" y="202949"/>
                    <a:pt x="79393" y="203445"/>
                  </a:cubicBezTo>
                  <a:lnTo>
                    <a:pt x="79393" y="244630"/>
                  </a:lnTo>
                  <a:lnTo>
                    <a:pt x="155809" y="245126"/>
                  </a:lnTo>
                  <a:cubicBezTo>
                    <a:pt x="177642" y="245126"/>
                    <a:pt x="195506" y="262990"/>
                    <a:pt x="195506" y="284823"/>
                  </a:cubicBezTo>
                  <a:lnTo>
                    <a:pt x="195506" y="394484"/>
                  </a:lnTo>
                  <a:cubicBezTo>
                    <a:pt x="195506" y="416318"/>
                    <a:pt x="178138" y="434181"/>
                    <a:pt x="156305" y="434181"/>
                  </a:cubicBezTo>
                  <a:lnTo>
                    <a:pt x="79889" y="434677"/>
                  </a:lnTo>
                  <a:lnTo>
                    <a:pt x="79889" y="642092"/>
                  </a:lnTo>
                  <a:cubicBezTo>
                    <a:pt x="79889" y="663925"/>
                    <a:pt x="62026" y="681788"/>
                    <a:pt x="40193" y="6817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5" name="Picture Placeholder 85">
            <a:extLst>
              <a:ext uri="{FF2B5EF4-FFF2-40B4-BE49-F238E27FC236}">
                <a16:creationId xmlns:a16="http://schemas.microsoft.com/office/drawing/2014/main" id="{4C1EB178-FCD1-4D36-A829-5CDD62AD2558}"/>
              </a:ext>
            </a:extLst>
          </p:cNvPr>
          <p:cNvGrpSpPr>
            <a:grpSpLocks noChangeAspect="1"/>
          </p:cNvGrpSpPr>
          <p:nvPr/>
        </p:nvGrpSpPr>
        <p:grpSpPr>
          <a:xfrm>
            <a:off x="8189604" y="4851399"/>
            <a:ext cx="676330" cy="682780"/>
            <a:chOff x="8189604" y="4851399"/>
            <a:chExt cx="676330" cy="682780"/>
          </a:xfrm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BDA3DF05-C99A-244E-BB32-8A5F002A31A6}"/>
                </a:ext>
              </a:extLst>
            </p:cNvPr>
            <p:cNvSpPr/>
            <p:nvPr/>
          </p:nvSpPr>
          <p:spPr>
            <a:xfrm>
              <a:off x="8189604" y="4851399"/>
              <a:ext cx="676330" cy="682780"/>
            </a:xfrm>
            <a:custGeom>
              <a:avLst/>
              <a:gdLst>
                <a:gd name="connsiteX0" fmla="*/ 501666 w 676330"/>
                <a:gd name="connsiteY0" fmla="*/ 682781 h 682780"/>
                <a:gd name="connsiteX1" fmla="*/ 174169 w 676330"/>
                <a:gd name="connsiteY1" fmla="*/ 682781 h 682780"/>
                <a:gd name="connsiteX2" fmla="*/ 0 w 676330"/>
                <a:gd name="connsiteY2" fmla="*/ 508612 h 682780"/>
                <a:gd name="connsiteX3" fmla="*/ 0 w 676330"/>
                <a:gd name="connsiteY3" fmla="*/ 174169 h 682780"/>
                <a:gd name="connsiteX4" fmla="*/ 174169 w 676330"/>
                <a:gd name="connsiteY4" fmla="*/ 0 h 682780"/>
                <a:gd name="connsiteX5" fmla="*/ 501666 w 676330"/>
                <a:gd name="connsiteY5" fmla="*/ 0 h 682780"/>
                <a:gd name="connsiteX6" fmla="*/ 676331 w 676330"/>
                <a:gd name="connsiteY6" fmla="*/ 174169 h 682780"/>
                <a:gd name="connsiteX7" fmla="*/ 676331 w 676330"/>
                <a:gd name="connsiteY7" fmla="*/ 508116 h 682780"/>
                <a:gd name="connsiteX8" fmla="*/ 501666 w 676330"/>
                <a:gd name="connsiteY8" fmla="*/ 682781 h 682780"/>
                <a:gd name="connsiteX9" fmla="*/ 174169 w 676330"/>
                <a:gd name="connsiteY9" fmla="*/ 79393 h 682780"/>
                <a:gd name="connsiteX10" fmla="*/ 79393 w 676330"/>
                <a:gd name="connsiteY10" fmla="*/ 174169 h 682780"/>
                <a:gd name="connsiteX11" fmla="*/ 79393 w 676330"/>
                <a:gd name="connsiteY11" fmla="*/ 508116 h 682780"/>
                <a:gd name="connsiteX12" fmla="*/ 174169 w 676330"/>
                <a:gd name="connsiteY12" fmla="*/ 602891 h 682780"/>
                <a:gd name="connsiteX13" fmla="*/ 501666 w 676330"/>
                <a:gd name="connsiteY13" fmla="*/ 602891 h 682780"/>
                <a:gd name="connsiteX14" fmla="*/ 596938 w 676330"/>
                <a:gd name="connsiteY14" fmla="*/ 508116 h 682780"/>
                <a:gd name="connsiteX15" fmla="*/ 596938 w 676330"/>
                <a:gd name="connsiteY15" fmla="*/ 174169 h 682780"/>
                <a:gd name="connsiteX16" fmla="*/ 501666 w 676330"/>
                <a:gd name="connsiteY16" fmla="*/ 79393 h 682780"/>
                <a:gd name="connsiteX17" fmla="*/ 174169 w 676330"/>
                <a:gd name="connsiteY17" fmla="*/ 79393 h 68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6330" h="682780">
                  <a:moveTo>
                    <a:pt x="501666" y="682781"/>
                  </a:moveTo>
                  <a:lnTo>
                    <a:pt x="174169" y="682781"/>
                  </a:lnTo>
                  <a:cubicBezTo>
                    <a:pt x="77905" y="682781"/>
                    <a:pt x="0" y="604380"/>
                    <a:pt x="0" y="508612"/>
                  </a:cubicBezTo>
                  <a:lnTo>
                    <a:pt x="0" y="174169"/>
                  </a:lnTo>
                  <a:cubicBezTo>
                    <a:pt x="0" y="77904"/>
                    <a:pt x="78401" y="0"/>
                    <a:pt x="174169" y="0"/>
                  </a:cubicBezTo>
                  <a:lnTo>
                    <a:pt x="501666" y="0"/>
                  </a:lnTo>
                  <a:cubicBezTo>
                    <a:pt x="597930" y="0"/>
                    <a:pt x="676331" y="78401"/>
                    <a:pt x="676331" y="174169"/>
                  </a:cubicBezTo>
                  <a:lnTo>
                    <a:pt x="676331" y="508116"/>
                  </a:lnTo>
                  <a:cubicBezTo>
                    <a:pt x="676331" y="604380"/>
                    <a:pt x="597930" y="682781"/>
                    <a:pt x="501666" y="682781"/>
                  </a:cubicBezTo>
                  <a:close/>
                  <a:moveTo>
                    <a:pt x="174169" y="79393"/>
                  </a:moveTo>
                  <a:cubicBezTo>
                    <a:pt x="121571" y="79393"/>
                    <a:pt x="79393" y="122067"/>
                    <a:pt x="79393" y="174169"/>
                  </a:cubicBezTo>
                  <a:lnTo>
                    <a:pt x="79393" y="508116"/>
                  </a:lnTo>
                  <a:cubicBezTo>
                    <a:pt x="79393" y="560714"/>
                    <a:pt x="122067" y="602891"/>
                    <a:pt x="174169" y="602891"/>
                  </a:cubicBezTo>
                  <a:lnTo>
                    <a:pt x="501666" y="602891"/>
                  </a:lnTo>
                  <a:cubicBezTo>
                    <a:pt x="554264" y="602891"/>
                    <a:pt x="596938" y="560218"/>
                    <a:pt x="596938" y="508116"/>
                  </a:cubicBezTo>
                  <a:lnTo>
                    <a:pt x="596938" y="174169"/>
                  </a:lnTo>
                  <a:cubicBezTo>
                    <a:pt x="596938" y="121571"/>
                    <a:pt x="554264" y="79393"/>
                    <a:pt x="501666" y="79393"/>
                  </a:cubicBezTo>
                  <a:lnTo>
                    <a:pt x="174169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336CBF29-3619-F84D-B42E-B9444E9A3187}"/>
                </a:ext>
              </a:extLst>
            </p:cNvPr>
            <p:cNvSpPr/>
            <p:nvPr/>
          </p:nvSpPr>
          <p:spPr>
            <a:xfrm>
              <a:off x="8326557" y="5005223"/>
              <a:ext cx="395973" cy="395973"/>
            </a:xfrm>
            <a:custGeom>
              <a:avLst/>
              <a:gdLst>
                <a:gd name="connsiteX0" fmla="*/ 197987 w 395973"/>
                <a:gd name="connsiteY0" fmla="*/ 395973 h 395973"/>
                <a:gd name="connsiteX1" fmla="*/ 0 w 395973"/>
                <a:gd name="connsiteY1" fmla="*/ 197987 h 395973"/>
                <a:gd name="connsiteX2" fmla="*/ 197987 w 395973"/>
                <a:gd name="connsiteY2" fmla="*/ 0 h 395973"/>
                <a:gd name="connsiteX3" fmla="*/ 395974 w 395973"/>
                <a:gd name="connsiteY3" fmla="*/ 197987 h 395973"/>
                <a:gd name="connsiteX4" fmla="*/ 197987 w 395973"/>
                <a:gd name="connsiteY4" fmla="*/ 395973 h 395973"/>
                <a:gd name="connsiteX5" fmla="*/ 197987 w 395973"/>
                <a:gd name="connsiteY5" fmla="*/ 79393 h 395973"/>
                <a:gd name="connsiteX6" fmla="*/ 79393 w 395973"/>
                <a:gd name="connsiteY6" fmla="*/ 197987 h 395973"/>
                <a:gd name="connsiteX7" fmla="*/ 197987 w 395973"/>
                <a:gd name="connsiteY7" fmla="*/ 316580 h 395973"/>
                <a:gd name="connsiteX8" fmla="*/ 316580 w 395973"/>
                <a:gd name="connsiteY8" fmla="*/ 197987 h 395973"/>
                <a:gd name="connsiteX9" fmla="*/ 197987 w 395973"/>
                <a:gd name="connsiteY9" fmla="*/ 79393 h 39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5973" h="395973">
                  <a:moveTo>
                    <a:pt x="197987" y="395973"/>
                  </a:moveTo>
                  <a:cubicBezTo>
                    <a:pt x="88821" y="395973"/>
                    <a:pt x="0" y="307152"/>
                    <a:pt x="0" y="197987"/>
                  </a:cubicBezTo>
                  <a:cubicBezTo>
                    <a:pt x="0" y="88821"/>
                    <a:pt x="88821" y="0"/>
                    <a:pt x="197987" y="0"/>
                  </a:cubicBezTo>
                  <a:cubicBezTo>
                    <a:pt x="307152" y="0"/>
                    <a:pt x="395974" y="88821"/>
                    <a:pt x="395974" y="197987"/>
                  </a:cubicBezTo>
                  <a:cubicBezTo>
                    <a:pt x="395974" y="307152"/>
                    <a:pt x="307152" y="395973"/>
                    <a:pt x="197987" y="395973"/>
                  </a:cubicBezTo>
                  <a:close/>
                  <a:moveTo>
                    <a:pt x="197987" y="79393"/>
                  </a:moveTo>
                  <a:cubicBezTo>
                    <a:pt x="132487" y="79393"/>
                    <a:pt x="79393" y="132487"/>
                    <a:pt x="79393" y="197987"/>
                  </a:cubicBezTo>
                  <a:cubicBezTo>
                    <a:pt x="79393" y="263486"/>
                    <a:pt x="132487" y="316580"/>
                    <a:pt x="197987" y="316580"/>
                  </a:cubicBezTo>
                  <a:cubicBezTo>
                    <a:pt x="263486" y="316580"/>
                    <a:pt x="316580" y="263486"/>
                    <a:pt x="316580" y="197987"/>
                  </a:cubicBezTo>
                  <a:cubicBezTo>
                    <a:pt x="316580" y="132487"/>
                    <a:pt x="263486" y="79393"/>
                    <a:pt x="19798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EDB9AAB1-2F56-204A-90BD-8E1C8093B9E3}"/>
                </a:ext>
              </a:extLst>
            </p:cNvPr>
            <p:cNvSpPr/>
            <p:nvPr/>
          </p:nvSpPr>
          <p:spPr>
            <a:xfrm>
              <a:off x="8654054" y="4987360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26BE161-6BE4-F7FC-D1E5-FB3C3D0EA5DD}"/>
              </a:ext>
            </a:extLst>
          </p:cNvPr>
          <p:cNvGrpSpPr/>
          <p:nvPr/>
        </p:nvGrpSpPr>
        <p:grpSpPr>
          <a:xfrm>
            <a:off x="9468027" y="4819988"/>
            <a:ext cx="777165" cy="730072"/>
            <a:chOff x="5488711" y="3709141"/>
            <a:chExt cx="777165" cy="73007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7260A6F3-3018-7AF2-B751-3D3C75BA3050}"/>
                </a:ext>
              </a:extLst>
            </p:cNvPr>
            <p:cNvSpPr/>
            <p:nvPr/>
          </p:nvSpPr>
          <p:spPr>
            <a:xfrm>
              <a:off x="5885330" y="3709141"/>
              <a:ext cx="310829" cy="330426"/>
            </a:xfrm>
            <a:custGeom>
              <a:avLst/>
              <a:gdLst>
                <a:gd name="connsiteX0" fmla="*/ 39699 w 310829"/>
                <a:gd name="connsiteY0" fmla="*/ 330427 h 330426"/>
                <a:gd name="connsiteX1" fmla="*/ 12805 w 310829"/>
                <a:gd name="connsiteY1" fmla="*/ 319907 h 330426"/>
                <a:gd name="connsiteX2" fmla="*/ 10522 w 310829"/>
                <a:gd name="connsiteY2" fmla="*/ 263836 h 330426"/>
                <a:gd name="connsiteX3" fmla="*/ 241953 w 310829"/>
                <a:gd name="connsiteY3" fmla="*/ 12805 h 330426"/>
                <a:gd name="connsiteX4" fmla="*/ 298025 w 310829"/>
                <a:gd name="connsiteY4" fmla="*/ 10522 h 330426"/>
                <a:gd name="connsiteX5" fmla="*/ 300307 w 310829"/>
                <a:gd name="connsiteY5" fmla="*/ 66593 h 330426"/>
                <a:gd name="connsiteX6" fmla="*/ 68876 w 310829"/>
                <a:gd name="connsiteY6" fmla="*/ 317624 h 330426"/>
                <a:gd name="connsiteX7" fmla="*/ 39699 w 310829"/>
                <a:gd name="connsiteY7" fmla="*/ 330427 h 330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29" h="330426">
                  <a:moveTo>
                    <a:pt x="39699" y="330427"/>
                  </a:moveTo>
                  <a:cubicBezTo>
                    <a:pt x="30073" y="330427"/>
                    <a:pt x="20446" y="326953"/>
                    <a:pt x="12805" y="319907"/>
                  </a:cubicBezTo>
                  <a:cubicBezTo>
                    <a:pt x="-3322" y="305070"/>
                    <a:pt x="-4364" y="279913"/>
                    <a:pt x="10522" y="263836"/>
                  </a:cubicBezTo>
                  <a:lnTo>
                    <a:pt x="241953" y="12805"/>
                  </a:lnTo>
                  <a:cubicBezTo>
                    <a:pt x="256839" y="-3322"/>
                    <a:pt x="281947" y="-4364"/>
                    <a:pt x="298025" y="10522"/>
                  </a:cubicBezTo>
                  <a:cubicBezTo>
                    <a:pt x="314151" y="25359"/>
                    <a:pt x="315193" y="50516"/>
                    <a:pt x="300307" y="66593"/>
                  </a:cubicBezTo>
                  <a:lnTo>
                    <a:pt x="68876" y="317624"/>
                  </a:lnTo>
                  <a:cubicBezTo>
                    <a:pt x="61036" y="326110"/>
                    <a:pt x="50367" y="330427"/>
                    <a:pt x="39699" y="3304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ACC16FD2-8327-8590-E422-BF1DC6CFEB16}"/>
                </a:ext>
              </a:extLst>
            </p:cNvPr>
            <p:cNvSpPr/>
            <p:nvPr/>
          </p:nvSpPr>
          <p:spPr>
            <a:xfrm>
              <a:off x="5516866" y="4083996"/>
              <a:ext cx="333665" cy="355217"/>
            </a:xfrm>
            <a:custGeom>
              <a:avLst/>
              <a:gdLst>
                <a:gd name="connsiteX0" fmla="*/ 39679 w 333665"/>
                <a:gd name="connsiteY0" fmla="*/ 355217 h 355217"/>
                <a:gd name="connsiteX1" fmla="*/ 12785 w 333665"/>
                <a:gd name="connsiteY1" fmla="*/ 344698 h 355217"/>
                <a:gd name="connsiteX2" fmla="*/ 10502 w 333665"/>
                <a:gd name="connsiteY2" fmla="*/ 288626 h 355217"/>
                <a:gd name="connsiteX3" fmla="*/ 264809 w 333665"/>
                <a:gd name="connsiteY3" fmla="*/ 12785 h 355217"/>
                <a:gd name="connsiteX4" fmla="*/ 320880 w 333665"/>
                <a:gd name="connsiteY4" fmla="*/ 10502 h 355217"/>
                <a:gd name="connsiteX5" fmla="*/ 323163 w 333665"/>
                <a:gd name="connsiteY5" fmla="*/ 66574 h 355217"/>
                <a:gd name="connsiteX6" fmla="*/ 68856 w 333665"/>
                <a:gd name="connsiteY6" fmla="*/ 342415 h 355217"/>
                <a:gd name="connsiteX7" fmla="*/ 39679 w 333665"/>
                <a:gd name="connsiteY7" fmla="*/ 355217 h 355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665" h="355217">
                  <a:moveTo>
                    <a:pt x="39679" y="355217"/>
                  </a:moveTo>
                  <a:cubicBezTo>
                    <a:pt x="30053" y="355217"/>
                    <a:pt x="20427" y="351744"/>
                    <a:pt x="12785" y="344698"/>
                  </a:cubicBezTo>
                  <a:cubicBezTo>
                    <a:pt x="-3342" y="329812"/>
                    <a:pt x="-4334" y="304703"/>
                    <a:pt x="10502" y="288626"/>
                  </a:cubicBezTo>
                  <a:lnTo>
                    <a:pt x="264809" y="12785"/>
                  </a:lnTo>
                  <a:cubicBezTo>
                    <a:pt x="279695" y="-3342"/>
                    <a:pt x="304803" y="-4334"/>
                    <a:pt x="320880" y="10502"/>
                  </a:cubicBezTo>
                  <a:cubicBezTo>
                    <a:pt x="337007" y="25389"/>
                    <a:pt x="337999" y="50497"/>
                    <a:pt x="323163" y="66574"/>
                  </a:cubicBezTo>
                  <a:lnTo>
                    <a:pt x="68856" y="342415"/>
                  </a:lnTo>
                  <a:cubicBezTo>
                    <a:pt x="61016" y="350900"/>
                    <a:pt x="50348" y="355217"/>
                    <a:pt x="39679" y="35521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2746C492-BB50-FC07-FD3E-FD0B34BE5F60}"/>
                </a:ext>
              </a:extLst>
            </p:cNvPr>
            <p:cNvSpPr/>
            <p:nvPr/>
          </p:nvSpPr>
          <p:spPr>
            <a:xfrm>
              <a:off x="5488711" y="3709144"/>
              <a:ext cx="777165" cy="730069"/>
            </a:xfrm>
            <a:custGeom>
              <a:avLst/>
              <a:gdLst>
                <a:gd name="connsiteX0" fmla="*/ 737466 w 777165"/>
                <a:gd name="connsiteY0" fmla="*/ 730069 h 730069"/>
                <a:gd name="connsiteX1" fmla="*/ 530052 w 777165"/>
                <a:gd name="connsiteY1" fmla="*/ 730069 h 730069"/>
                <a:gd name="connsiteX2" fmla="*/ 498344 w 777165"/>
                <a:gd name="connsiteY2" fmla="*/ 714240 h 730069"/>
                <a:gd name="connsiteX3" fmla="*/ 7992 w 777165"/>
                <a:gd name="connsiteY3" fmla="*/ 63564 h 730069"/>
                <a:gd name="connsiteX4" fmla="*/ 4171 w 777165"/>
                <a:gd name="connsiteY4" fmla="*/ 21982 h 730069"/>
                <a:gd name="connsiteX5" fmla="*/ 39699 w 777165"/>
                <a:gd name="connsiteY5" fmla="*/ 0 h 730069"/>
                <a:gd name="connsiteX6" fmla="*/ 247164 w 777165"/>
                <a:gd name="connsiteY6" fmla="*/ 0 h 730069"/>
                <a:gd name="connsiteX7" fmla="*/ 278871 w 777165"/>
                <a:gd name="connsiteY7" fmla="*/ 15829 h 730069"/>
                <a:gd name="connsiteX8" fmla="*/ 769174 w 777165"/>
                <a:gd name="connsiteY8" fmla="*/ 666505 h 730069"/>
                <a:gd name="connsiteX9" fmla="*/ 772995 w 777165"/>
                <a:gd name="connsiteY9" fmla="*/ 708087 h 730069"/>
                <a:gd name="connsiteX10" fmla="*/ 737466 w 777165"/>
                <a:gd name="connsiteY10" fmla="*/ 730069 h 730069"/>
                <a:gd name="connsiteX11" fmla="*/ 549850 w 777165"/>
                <a:gd name="connsiteY11" fmla="*/ 650676 h 730069"/>
                <a:gd name="connsiteX12" fmla="*/ 657875 w 777165"/>
                <a:gd name="connsiteY12" fmla="*/ 650676 h 730069"/>
                <a:gd name="connsiteX13" fmla="*/ 227365 w 777165"/>
                <a:gd name="connsiteY13" fmla="*/ 79343 h 730069"/>
                <a:gd name="connsiteX14" fmla="*/ 119291 w 777165"/>
                <a:gd name="connsiteY14" fmla="*/ 79343 h 730069"/>
                <a:gd name="connsiteX15" fmla="*/ 549801 w 777165"/>
                <a:gd name="connsiteY15" fmla="*/ 650626 h 7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77165" h="730069">
                  <a:moveTo>
                    <a:pt x="737466" y="730069"/>
                  </a:moveTo>
                  <a:lnTo>
                    <a:pt x="530052" y="730069"/>
                  </a:lnTo>
                  <a:cubicBezTo>
                    <a:pt x="517597" y="730069"/>
                    <a:pt x="505837" y="724214"/>
                    <a:pt x="498344" y="714240"/>
                  </a:cubicBezTo>
                  <a:lnTo>
                    <a:pt x="7992" y="63564"/>
                  </a:lnTo>
                  <a:cubicBezTo>
                    <a:pt x="-1089" y="51556"/>
                    <a:pt x="-2528" y="35429"/>
                    <a:pt x="4171" y="21982"/>
                  </a:cubicBezTo>
                  <a:cubicBezTo>
                    <a:pt x="10870" y="8535"/>
                    <a:pt x="24664" y="0"/>
                    <a:pt x="39699" y="0"/>
                  </a:cubicBezTo>
                  <a:lnTo>
                    <a:pt x="247164" y="0"/>
                  </a:lnTo>
                  <a:cubicBezTo>
                    <a:pt x="259619" y="0"/>
                    <a:pt x="271379" y="5855"/>
                    <a:pt x="278871" y="15829"/>
                  </a:cubicBezTo>
                  <a:lnTo>
                    <a:pt x="769174" y="666505"/>
                  </a:lnTo>
                  <a:cubicBezTo>
                    <a:pt x="778255" y="678513"/>
                    <a:pt x="779694" y="694640"/>
                    <a:pt x="772995" y="708087"/>
                  </a:cubicBezTo>
                  <a:cubicBezTo>
                    <a:pt x="766296" y="721534"/>
                    <a:pt x="752501" y="730069"/>
                    <a:pt x="737466" y="730069"/>
                  </a:cubicBezTo>
                  <a:close/>
                  <a:moveTo>
                    <a:pt x="549850" y="650676"/>
                  </a:moveTo>
                  <a:lnTo>
                    <a:pt x="657875" y="650676"/>
                  </a:lnTo>
                  <a:lnTo>
                    <a:pt x="227365" y="79343"/>
                  </a:lnTo>
                  <a:lnTo>
                    <a:pt x="119291" y="79343"/>
                  </a:lnTo>
                  <a:lnTo>
                    <a:pt x="549801" y="65062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24185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1A154C-B0A0-8A45-AD4D-9515D06C8E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en-BE" dirty="0"/>
          </a:p>
        </p:txBody>
      </p:sp>
      <p:grpSp>
        <p:nvGrpSpPr>
          <p:cNvPr id="10" name="Picture Placeholder 49">
            <a:extLst>
              <a:ext uri="{FF2B5EF4-FFF2-40B4-BE49-F238E27FC236}">
                <a16:creationId xmlns:a16="http://schemas.microsoft.com/office/drawing/2014/main" id="{9A70980A-643E-43A8-BC3C-2D0913D928BD}"/>
              </a:ext>
            </a:extLst>
          </p:cNvPr>
          <p:cNvGrpSpPr>
            <a:grpSpLocks noChangeAspect="1"/>
          </p:cNvGrpSpPr>
          <p:nvPr/>
        </p:nvGrpSpPr>
        <p:grpSpPr>
          <a:xfrm>
            <a:off x="2825464" y="2615624"/>
            <a:ext cx="833628" cy="679797"/>
            <a:chOff x="2825464" y="2615624"/>
            <a:chExt cx="833628" cy="679797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37C5A63D-7437-A143-ACEF-7048BA3DD79D}"/>
                </a:ext>
              </a:extLst>
            </p:cNvPr>
            <p:cNvSpPr/>
            <p:nvPr/>
          </p:nvSpPr>
          <p:spPr>
            <a:xfrm>
              <a:off x="2825464" y="2660274"/>
              <a:ext cx="833628" cy="635147"/>
            </a:xfrm>
            <a:custGeom>
              <a:avLst/>
              <a:gdLst>
                <a:gd name="connsiteX0" fmla="*/ 416765 w 833628"/>
                <a:gd name="connsiteY0" fmla="*/ 635145 h 635147"/>
                <a:gd name="connsiteX1" fmla="*/ 394038 w 833628"/>
                <a:gd name="connsiteY1" fmla="*/ 627999 h 635147"/>
                <a:gd name="connsiteX2" fmla="*/ 390168 w 833628"/>
                <a:gd name="connsiteY2" fmla="*/ 625270 h 635147"/>
                <a:gd name="connsiteX3" fmla="*/ 67633 w 833628"/>
                <a:gd name="connsiteY3" fmla="*/ 605769 h 635147"/>
                <a:gd name="connsiteX4" fmla="*/ 56717 w 833628"/>
                <a:gd name="connsiteY4" fmla="*/ 605769 h 635147"/>
                <a:gd name="connsiteX5" fmla="*/ 40143 w 833628"/>
                <a:gd name="connsiteY5" fmla="*/ 605769 h 635147"/>
                <a:gd name="connsiteX6" fmla="*/ 11810 w 833628"/>
                <a:gd name="connsiteY6" fmla="*/ 594307 h 635147"/>
                <a:gd name="connsiteX7" fmla="*/ 0 w 833628"/>
                <a:gd name="connsiteY7" fmla="*/ 566073 h 635147"/>
                <a:gd name="connsiteX8" fmla="*/ 0 w 833628"/>
                <a:gd name="connsiteY8" fmla="*/ 39945 h 635147"/>
                <a:gd name="connsiteX9" fmla="*/ 39250 w 833628"/>
                <a:gd name="connsiteY9" fmla="*/ 248 h 635147"/>
                <a:gd name="connsiteX10" fmla="*/ 55377 w 833628"/>
                <a:gd name="connsiteY10" fmla="*/ 248 h 635147"/>
                <a:gd name="connsiteX11" fmla="*/ 122811 w 833628"/>
                <a:gd name="connsiteY11" fmla="*/ 248 h 635147"/>
                <a:gd name="connsiteX12" fmla="*/ 162508 w 833628"/>
                <a:gd name="connsiteY12" fmla="*/ 39945 h 635147"/>
                <a:gd name="connsiteX13" fmla="*/ 122811 w 833628"/>
                <a:gd name="connsiteY13" fmla="*/ 79641 h 635147"/>
                <a:gd name="connsiteX14" fmla="*/ 79393 w 833628"/>
                <a:gd name="connsiteY14" fmla="*/ 79641 h 635147"/>
                <a:gd name="connsiteX15" fmla="*/ 79393 w 833628"/>
                <a:gd name="connsiteY15" fmla="*/ 526575 h 635147"/>
                <a:gd name="connsiteX16" fmla="*/ 324718 w 833628"/>
                <a:gd name="connsiteY16" fmla="*/ 537342 h 635147"/>
                <a:gd name="connsiteX17" fmla="*/ 416913 w 833628"/>
                <a:gd name="connsiteY17" fmla="*/ 550145 h 635147"/>
                <a:gd name="connsiteX18" fmla="*/ 508910 w 833628"/>
                <a:gd name="connsiteY18" fmla="*/ 537342 h 635147"/>
                <a:gd name="connsiteX19" fmla="*/ 754235 w 833628"/>
                <a:gd name="connsiteY19" fmla="*/ 526575 h 635147"/>
                <a:gd name="connsiteX20" fmla="*/ 754235 w 833628"/>
                <a:gd name="connsiteY20" fmla="*/ 79393 h 635147"/>
                <a:gd name="connsiteX21" fmla="*/ 720344 w 833628"/>
                <a:gd name="connsiteY21" fmla="*/ 79393 h 635147"/>
                <a:gd name="connsiteX22" fmla="*/ 680648 w 833628"/>
                <a:gd name="connsiteY22" fmla="*/ 39697 h 635147"/>
                <a:gd name="connsiteX23" fmla="*/ 720344 w 833628"/>
                <a:gd name="connsiteY23" fmla="*/ 0 h 635147"/>
                <a:gd name="connsiteX24" fmla="*/ 765003 w 833628"/>
                <a:gd name="connsiteY24" fmla="*/ 0 h 635147"/>
                <a:gd name="connsiteX25" fmla="*/ 778301 w 833628"/>
                <a:gd name="connsiteY25" fmla="*/ 0 h 635147"/>
                <a:gd name="connsiteX26" fmla="*/ 794378 w 833628"/>
                <a:gd name="connsiteY26" fmla="*/ 0 h 635147"/>
                <a:gd name="connsiteX27" fmla="*/ 833629 w 833628"/>
                <a:gd name="connsiteY27" fmla="*/ 39697 h 635147"/>
                <a:gd name="connsiteX28" fmla="*/ 833629 w 833628"/>
                <a:gd name="connsiteY28" fmla="*/ 566321 h 635147"/>
                <a:gd name="connsiteX29" fmla="*/ 821819 w 833628"/>
                <a:gd name="connsiteY29" fmla="*/ 594555 h 635147"/>
                <a:gd name="connsiteX30" fmla="*/ 793485 w 833628"/>
                <a:gd name="connsiteY30" fmla="*/ 606017 h 635147"/>
                <a:gd name="connsiteX31" fmla="*/ 776912 w 833628"/>
                <a:gd name="connsiteY31" fmla="*/ 606017 h 635147"/>
                <a:gd name="connsiteX32" fmla="*/ 765995 w 833628"/>
                <a:gd name="connsiteY32" fmla="*/ 606017 h 635147"/>
                <a:gd name="connsiteX33" fmla="*/ 443461 w 833628"/>
                <a:gd name="connsiteY33" fmla="*/ 625518 h 635147"/>
                <a:gd name="connsiteX34" fmla="*/ 439491 w 833628"/>
                <a:gd name="connsiteY34" fmla="*/ 628297 h 635147"/>
                <a:gd name="connsiteX35" fmla="*/ 416765 w 833628"/>
                <a:gd name="connsiteY35" fmla="*/ 635145 h 635147"/>
                <a:gd name="connsiteX36" fmla="*/ 450407 w 833628"/>
                <a:gd name="connsiteY36" fmla="*/ 620259 h 635147"/>
                <a:gd name="connsiteX37" fmla="*/ 450407 w 833628"/>
                <a:gd name="connsiteY37" fmla="*/ 620259 h 635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33628" h="635147">
                  <a:moveTo>
                    <a:pt x="416765" y="635145"/>
                  </a:moveTo>
                  <a:cubicBezTo>
                    <a:pt x="408636" y="635145"/>
                    <a:pt x="400703" y="632654"/>
                    <a:pt x="394038" y="627999"/>
                  </a:cubicBezTo>
                  <a:lnTo>
                    <a:pt x="390168" y="625270"/>
                  </a:lnTo>
                  <a:cubicBezTo>
                    <a:pt x="364514" y="621003"/>
                    <a:pt x="258921" y="605769"/>
                    <a:pt x="67633" y="605769"/>
                  </a:cubicBezTo>
                  <a:lnTo>
                    <a:pt x="56717" y="605769"/>
                  </a:lnTo>
                  <a:lnTo>
                    <a:pt x="40143" y="605769"/>
                  </a:lnTo>
                  <a:cubicBezTo>
                    <a:pt x="29538" y="605933"/>
                    <a:pt x="19318" y="601800"/>
                    <a:pt x="11810" y="594307"/>
                  </a:cubicBezTo>
                  <a:cubicBezTo>
                    <a:pt x="4258" y="586854"/>
                    <a:pt x="5" y="576687"/>
                    <a:pt x="0" y="566073"/>
                  </a:cubicBezTo>
                  <a:lnTo>
                    <a:pt x="0" y="39945"/>
                  </a:lnTo>
                  <a:cubicBezTo>
                    <a:pt x="-1" y="18194"/>
                    <a:pt x="17501" y="493"/>
                    <a:pt x="39250" y="248"/>
                  </a:cubicBezTo>
                  <a:lnTo>
                    <a:pt x="55377" y="248"/>
                  </a:lnTo>
                  <a:cubicBezTo>
                    <a:pt x="59991" y="248"/>
                    <a:pt x="122166" y="248"/>
                    <a:pt x="122811" y="248"/>
                  </a:cubicBezTo>
                  <a:cubicBezTo>
                    <a:pt x="144735" y="248"/>
                    <a:pt x="162508" y="18021"/>
                    <a:pt x="162508" y="39945"/>
                  </a:cubicBezTo>
                  <a:cubicBezTo>
                    <a:pt x="162508" y="61869"/>
                    <a:pt x="144735" y="79641"/>
                    <a:pt x="122811" y="79641"/>
                  </a:cubicBezTo>
                  <a:lnTo>
                    <a:pt x="79393" y="79641"/>
                  </a:lnTo>
                  <a:lnTo>
                    <a:pt x="79393" y="526575"/>
                  </a:lnTo>
                  <a:cubicBezTo>
                    <a:pt x="192181" y="526972"/>
                    <a:pt x="274700" y="532579"/>
                    <a:pt x="324718" y="537342"/>
                  </a:cubicBezTo>
                  <a:cubicBezTo>
                    <a:pt x="381335" y="542751"/>
                    <a:pt x="405352" y="546820"/>
                    <a:pt x="416913" y="550145"/>
                  </a:cubicBezTo>
                  <a:cubicBezTo>
                    <a:pt x="428674" y="546820"/>
                    <a:pt x="452988" y="542701"/>
                    <a:pt x="508910" y="537342"/>
                  </a:cubicBezTo>
                  <a:cubicBezTo>
                    <a:pt x="558878" y="532380"/>
                    <a:pt x="641447" y="526922"/>
                    <a:pt x="754235" y="526575"/>
                  </a:cubicBezTo>
                  <a:lnTo>
                    <a:pt x="754235" y="79393"/>
                  </a:lnTo>
                  <a:lnTo>
                    <a:pt x="720344" y="79393"/>
                  </a:lnTo>
                  <a:cubicBezTo>
                    <a:pt x="698422" y="79393"/>
                    <a:pt x="680648" y="61620"/>
                    <a:pt x="680648" y="39697"/>
                  </a:cubicBezTo>
                  <a:cubicBezTo>
                    <a:pt x="680648" y="17773"/>
                    <a:pt x="698422" y="0"/>
                    <a:pt x="720344" y="0"/>
                  </a:cubicBezTo>
                  <a:lnTo>
                    <a:pt x="765003" y="0"/>
                  </a:lnTo>
                  <a:cubicBezTo>
                    <a:pt x="769419" y="0"/>
                    <a:pt x="773836" y="0"/>
                    <a:pt x="778301" y="0"/>
                  </a:cubicBezTo>
                  <a:lnTo>
                    <a:pt x="794378" y="0"/>
                  </a:lnTo>
                  <a:cubicBezTo>
                    <a:pt x="816127" y="245"/>
                    <a:pt x="833629" y="17946"/>
                    <a:pt x="833629" y="39697"/>
                  </a:cubicBezTo>
                  <a:lnTo>
                    <a:pt x="833629" y="566321"/>
                  </a:lnTo>
                  <a:cubicBezTo>
                    <a:pt x="833624" y="576935"/>
                    <a:pt x="829371" y="587102"/>
                    <a:pt x="821819" y="594555"/>
                  </a:cubicBezTo>
                  <a:cubicBezTo>
                    <a:pt x="814306" y="602043"/>
                    <a:pt x="804089" y="606176"/>
                    <a:pt x="793485" y="606017"/>
                  </a:cubicBezTo>
                  <a:lnTo>
                    <a:pt x="776912" y="606017"/>
                  </a:lnTo>
                  <a:lnTo>
                    <a:pt x="765995" y="606017"/>
                  </a:lnTo>
                  <a:cubicBezTo>
                    <a:pt x="574509" y="606017"/>
                    <a:pt x="468966" y="621301"/>
                    <a:pt x="443461" y="625518"/>
                  </a:cubicBezTo>
                  <a:lnTo>
                    <a:pt x="439491" y="628297"/>
                  </a:lnTo>
                  <a:cubicBezTo>
                    <a:pt x="432791" y="632842"/>
                    <a:pt x="424861" y="635234"/>
                    <a:pt x="416765" y="635145"/>
                  </a:cubicBezTo>
                  <a:close/>
                  <a:moveTo>
                    <a:pt x="450407" y="620259"/>
                  </a:moveTo>
                  <a:lnTo>
                    <a:pt x="450407" y="620259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0454C70-2EF7-064A-93C1-17B2FDC581D6}"/>
                </a:ext>
              </a:extLst>
            </p:cNvPr>
            <p:cNvSpPr/>
            <p:nvPr/>
          </p:nvSpPr>
          <p:spPr>
            <a:xfrm>
              <a:off x="2919793" y="2615624"/>
              <a:ext cx="645020" cy="654985"/>
            </a:xfrm>
            <a:custGeom>
              <a:avLst/>
              <a:gdLst>
                <a:gd name="connsiteX0" fmla="*/ 322485 w 645020"/>
                <a:gd name="connsiteY0" fmla="*/ 654985 h 654985"/>
                <a:gd name="connsiteX1" fmla="*/ 295194 w 645020"/>
                <a:gd name="connsiteY1" fmla="*/ 644068 h 654985"/>
                <a:gd name="connsiteX2" fmla="*/ 287403 w 645020"/>
                <a:gd name="connsiteY2" fmla="*/ 636675 h 654985"/>
                <a:gd name="connsiteX3" fmla="*/ 230836 w 645020"/>
                <a:gd name="connsiteY3" fmla="*/ 602933 h 654985"/>
                <a:gd name="connsiteX4" fmla="*/ 52747 w 645020"/>
                <a:gd name="connsiteY4" fmla="*/ 569439 h 654985"/>
                <a:gd name="connsiteX5" fmla="*/ 40292 w 645020"/>
                <a:gd name="connsiteY5" fmla="*/ 569439 h 654985"/>
                <a:gd name="connsiteX6" fmla="*/ 4 w 645020"/>
                <a:gd name="connsiteY6" fmla="*/ 530343 h 654985"/>
                <a:gd name="connsiteX7" fmla="*/ 0 w 645020"/>
                <a:gd name="connsiteY7" fmla="*/ 529742 h 654985"/>
                <a:gd name="connsiteX8" fmla="*/ 0 w 645020"/>
                <a:gd name="connsiteY8" fmla="*/ 39937 h 654985"/>
                <a:gd name="connsiteX9" fmla="*/ 39101 w 645020"/>
                <a:gd name="connsiteY9" fmla="*/ 240 h 654985"/>
                <a:gd name="connsiteX10" fmla="*/ 51159 w 645020"/>
                <a:gd name="connsiteY10" fmla="*/ 240 h 654985"/>
                <a:gd name="connsiteX11" fmla="*/ 61083 w 645020"/>
                <a:gd name="connsiteY11" fmla="*/ 240 h 654985"/>
                <a:gd name="connsiteX12" fmla="*/ 322485 w 645020"/>
                <a:gd name="connsiteY12" fmla="*/ 68667 h 654985"/>
                <a:gd name="connsiteX13" fmla="*/ 593911 w 645020"/>
                <a:gd name="connsiteY13" fmla="*/ 91 h 654985"/>
                <a:gd name="connsiteX14" fmla="*/ 605919 w 645020"/>
                <a:gd name="connsiteY14" fmla="*/ 91 h 654985"/>
                <a:gd name="connsiteX15" fmla="*/ 645020 w 645020"/>
                <a:gd name="connsiteY15" fmla="*/ 39788 h 654985"/>
                <a:gd name="connsiteX16" fmla="*/ 645020 w 645020"/>
                <a:gd name="connsiteY16" fmla="*/ 529941 h 654985"/>
                <a:gd name="connsiteX17" fmla="*/ 605323 w 645020"/>
                <a:gd name="connsiteY17" fmla="*/ 569637 h 654985"/>
                <a:gd name="connsiteX18" fmla="*/ 604728 w 645020"/>
                <a:gd name="connsiteY18" fmla="*/ 569637 h 654985"/>
                <a:gd name="connsiteX19" fmla="*/ 592273 w 645020"/>
                <a:gd name="connsiteY19" fmla="*/ 569637 h 654985"/>
                <a:gd name="connsiteX20" fmla="*/ 414234 w 645020"/>
                <a:gd name="connsiteY20" fmla="*/ 603131 h 654985"/>
                <a:gd name="connsiteX21" fmla="*/ 357617 w 645020"/>
                <a:gd name="connsiteY21" fmla="*/ 636923 h 654985"/>
                <a:gd name="connsiteX22" fmla="*/ 349777 w 645020"/>
                <a:gd name="connsiteY22" fmla="*/ 644168 h 654985"/>
                <a:gd name="connsiteX23" fmla="*/ 322485 w 645020"/>
                <a:gd name="connsiteY23" fmla="*/ 654985 h 654985"/>
                <a:gd name="connsiteX24" fmla="*/ 79344 w 645020"/>
                <a:gd name="connsiteY24" fmla="*/ 490294 h 654985"/>
                <a:gd name="connsiteX25" fmla="*/ 322485 w 645020"/>
                <a:gd name="connsiteY25" fmla="*/ 563633 h 654985"/>
                <a:gd name="connsiteX26" fmla="*/ 565627 w 645020"/>
                <a:gd name="connsiteY26" fmla="*/ 490294 h 654985"/>
                <a:gd name="connsiteX27" fmla="*/ 565627 w 645020"/>
                <a:gd name="connsiteY27" fmla="*/ 79683 h 654985"/>
                <a:gd name="connsiteX28" fmla="*/ 347296 w 645020"/>
                <a:gd name="connsiteY28" fmla="*/ 148358 h 654985"/>
                <a:gd name="connsiteX29" fmla="*/ 297973 w 645020"/>
                <a:gd name="connsiteY29" fmla="*/ 148358 h 654985"/>
                <a:gd name="connsiteX30" fmla="*/ 79641 w 645020"/>
                <a:gd name="connsiteY30" fmla="*/ 79683 h 654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45020" h="654985">
                  <a:moveTo>
                    <a:pt x="322485" y="654985"/>
                  </a:moveTo>
                  <a:cubicBezTo>
                    <a:pt x="312320" y="655005"/>
                    <a:pt x="302542" y="651090"/>
                    <a:pt x="295194" y="644068"/>
                  </a:cubicBezTo>
                  <a:lnTo>
                    <a:pt x="287403" y="636675"/>
                  </a:lnTo>
                  <a:cubicBezTo>
                    <a:pt x="270180" y="622890"/>
                    <a:pt x="251146" y="611537"/>
                    <a:pt x="230836" y="602933"/>
                  </a:cubicBezTo>
                  <a:cubicBezTo>
                    <a:pt x="195406" y="587153"/>
                    <a:pt x="135266" y="568198"/>
                    <a:pt x="52747" y="569439"/>
                  </a:cubicBezTo>
                  <a:lnTo>
                    <a:pt x="40292" y="569439"/>
                  </a:lnTo>
                  <a:cubicBezTo>
                    <a:pt x="18371" y="569766"/>
                    <a:pt x="333" y="552265"/>
                    <a:pt x="4" y="530343"/>
                  </a:cubicBezTo>
                  <a:cubicBezTo>
                    <a:pt x="1" y="530144"/>
                    <a:pt x="0" y="529941"/>
                    <a:pt x="0" y="529742"/>
                  </a:cubicBezTo>
                  <a:lnTo>
                    <a:pt x="0" y="39937"/>
                  </a:lnTo>
                  <a:cubicBezTo>
                    <a:pt x="-2" y="18243"/>
                    <a:pt x="17410" y="565"/>
                    <a:pt x="39101" y="240"/>
                  </a:cubicBezTo>
                  <a:lnTo>
                    <a:pt x="51159" y="240"/>
                  </a:lnTo>
                  <a:lnTo>
                    <a:pt x="61083" y="240"/>
                  </a:lnTo>
                  <a:cubicBezTo>
                    <a:pt x="191338" y="-8"/>
                    <a:pt x="277330" y="39688"/>
                    <a:pt x="322485" y="68667"/>
                  </a:cubicBezTo>
                  <a:cubicBezTo>
                    <a:pt x="368781" y="38894"/>
                    <a:pt x="457900" y="-2191"/>
                    <a:pt x="593911" y="91"/>
                  </a:cubicBezTo>
                  <a:lnTo>
                    <a:pt x="605919" y="91"/>
                  </a:lnTo>
                  <a:cubicBezTo>
                    <a:pt x="627608" y="417"/>
                    <a:pt x="645020" y="18094"/>
                    <a:pt x="645020" y="39788"/>
                  </a:cubicBezTo>
                  <a:lnTo>
                    <a:pt x="645020" y="529941"/>
                  </a:lnTo>
                  <a:cubicBezTo>
                    <a:pt x="645020" y="551863"/>
                    <a:pt x="627246" y="569637"/>
                    <a:pt x="605323" y="569637"/>
                  </a:cubicBezTo>
                  <a:lnTo>
                    <a:pt x="604728" y="569637"/>
                  </a:lnTo>
                  <a:lnTo>
                    <a:pt x="592273" y="569637"/>
                  </a:lnTo>
                  <a:cubicBezTo>
                    <a:pt x="509804" y="568546"/>
                    <a:pt x="449713" y="587302"/>
                    <a:pt x="414234" y="603131"/>
                  </a:cubicBezTo>
                  <a:cubicBezTo>
                    <a:pt x="393880" y="611706"/>
                    <a:pt x="374824" y="623079"/>
                    <a:pt x="357617" y="636923"/>
                  </a:cubicBezTo>
                  <a:lnTo>
                    <a:pt x="349777" y="644168"/>
                  </a:lnTo>
                  <a:cubicBezTo>
                    <a:pt x="342396" y="651129"/>
                    <a:pt x="332630" y="655000"/>
                    <a:pt x="322485" y="654985"/>
                  </a:cubicBezTo>
                  <a:close/>
                  <a:moveTo>
                    <a:pt x="79344" y="490294"/>
                  </a:moveTo>
                  <a:cubicBezTo>
                    <a:pt x="207514" y="494363"/>
                    <a:pt x="288098" y="539418"/>
                    <a:pt x="322485" y="563633"/>
                  </a:cubicBezTo>
                  <a:cubicBezTo>
                    <a:pt x="356773" y="539369"/>
                    <a:pt x="437258" y="494164"/>
                    <a:pt x="565627" y="490294"/>
                  </a:cubicBezTo>
                  <a:lnTo>
                    <a:pt x="565627" y="79683"/>
                  </a:lnTo>
                  <a:cubicBezTo>
                    <a:pt x="438201" y="83950"/>
                    <a:pt x="366648" y="132876"/>
                    <a:pt x="347296" y="148358"/>
                  </a:cubicBezTo>
                  <a:cubicBezTo>
                    <a:pt x="332849" y="159811"/>
                    <a:pt x="312419" y="159811"/>
                    <a:pt x="297973" y="148358"/>
                  </a:cubicBezTo>
                  <a:cubicBezTo>
                    <a:pt x="278472" y="132926"/>
                    <a:pt x="207018" y="83851"/>
                    <a:pt x="79641" y="796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FC5FD3A-F627-5D43-B587-AD253C28FB36}"/>
                </a:ext>
              </a:extLst>
            </p:cNvPr>
            <p:cNvSpPr/>
            <p:nvPr/>
          </p:nvSpPr>
          <p:spPr>
            <a:xfrm>
              <a:off x="3205062" y="2684340"/>
              <a:ext cx="79393" cy="585524"/>
            </a:xfrm>
            <a:custGeom>
              <a:avLst/>
              <a:gdLst>
                <a:gd name="connsiteX0" fmla="*/ 39697 w 79393"/>
                <a:gd name="connsiteY0" fmla="*/ 585524 h 585524"/>
                <a:gd name="connsiteX1" fmla="*/ 0 w 79393"/>
                <a:gd name="connsiteY1" fmla="*/ 545828 h 585524"/>
                <a:gd name="connsiteX2" fmla="*/ 0 w 79393"/>
                <a:gd name="connsiteY2" fmla="*/ 39697 h 585524"/>
                <a:gd name="connsiteX3" fmla="*/ 39697 w 79393"/>
                <a:gd name="connsiteY3" fmla="*/ 0 h 585524"/>
                <a:gd name="connsiteX4" fmla="*/ 79393 w 79393"/>
                <a:gd name="connsiteY4" fmla="*/ 39697 h 585524"/>
                <a:gd name="connsiteX5" fmla="*/ 79393 w 79393"/>
                <a:gd name="connsiteY5" fmla="*/ 545828 h 585524"/>
                <a:gd name="connsiteX6" fmla="*/ 39697 w 79393"/>
                <a:gd name="connsiteY6" fmla="*/ 585524 h 585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85524">
                  <a:moveTo>
                    <a:pt x="39697" y="585524"/>
                  </a:moveTo>
                  <a:cubicBezTo>
                    <a:pt x="17773" y="585524"/>
                    <a:pt x="0" y="567750"/>
                    <a:pt x="0" y="54582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45828"/>
                  </a:lnTo>
                  <a:cubicBezTo>
                    <a:pt x="79393" y="567750"/>
                    <a:pt x="61621" y="585524"/>
                    <a:pt x="39697" y="5855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" name="Picture Placeholder 51">
            <a:extLst>
              <a:ext uri="{FF2B5EF4-FFF2-40B4-BE49-F238E27FC236}">
                <a16:creationId xmlns:a16="http://schemas.microsoft.com/office/drawing/2014/main" id="{DC1E4E06-A7DF-4CBA-80FB-FAB6FEEF4B35}"/>
              </a:ext>
            </a:extLst>
          </p:cNvPr>
          <p:cNvGrpSpPr>
            <a:grpSpLocks noChangeAspect="1"/>
          </p:cNvGrpSpPr>
          <p:nvPr/>
        </p:nvGrpSpPr>
        <p:grpSpPr>
          <a:xfrm>
            <a:off x="4139796" y="2562274"/>
            <a:ext cx="839979" cy="786487"/>
            <a:chOff x="4139796" y="2562274"/>
            <a:chExt cx="839979" cy="786487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DF38A1B-1C9B-E84E-9F25-508A22B2D7F7}"/>
                </a:ext>
              </a:extLst>
            </p:cNvPr>
            <p:cNvSpPr/>
            <p:nvPr/>
          </p:nvSpPr>
          <p:spPr>
            <a:xfrm>
              <a:off x="4706638" y="2831416"/>
              <a:ext cx="273138" cy="250585"/>
            </a:xfrm>
            <a:custGeom>
              <a:avLst/>
              <a:gdLst>
                <a:gd name="connsiteX0" fmla="*/ 233442 w 273138"/>
                <a:gd name="connsiteY0" fmla="*/ 249145 h 250585"/>
                <a:gd name="connsiteX1" fmla="*/ 193745 w 273138"/>
                <a:gd name="connsiteY1" fmla="*/ 212228 h 250585"/>
                <a:gd name="connsiteX2" fmla="*/ 136681 w 273138"/>
                <a:gd name="connsiteY2" fmla="*/ 116906 h 250585"/>
                <a:gd name="connsiteX3" fmla="*/ 79419 w 273138"/>
                <a:gd name="connsiteY3" fmla="*/ 212277 h 250585"/>
                <a:gd name="connsiteX4" fmla="*/ 38308 w 273138"/>
                <a:gd name="connsiteY4" fmla="*/ 250560 h 250585"/>
                <a:gd name="connsiteX5" fmla="*/ 26 w 273138"/>
                <a:gd name="connsiteY5" fmla="*/ 209449 h 250585"/>
                <a:gd name="connsiteX6" fmla="*/ 26 w 273138"/>
                <a:gd name="connsiteY6" fmla="*/ 201013 h 250585"/>
                <a:gd name="connsiteX7" fmla="*/ 5682 w 273138"/>
                <a:gd name="connsiteY7" fmla="*/ 180570 h 250585"/>
                <a:gd name="connsiteX8" fmla="*/ 102641 w 273138"/>
                <a:gd name="connsiteY8" fmla="*/ 19253 h 250585"/>
                <a:gd name="connsiteX9" fmla="*/ 136681 w 273138"/>
                <a:gd name="connsiteY9" fmla="*/ 0 h 250585"/>
                <a:gd name="connsiteX10" fmla="*/ 136681 w 273138"/>
                <a:gd name="connsiteY10" fmla="*/ 0 h 250585"/>
                <a:gd name="connsiteX11" fmla="*/ 170671 w 273138"/>
                <a:gd name="connsiteY11" fmla="*/ 19302 h 250585"/>
                <a:gd name="connsiteX12" fmla="*/ 267481 w 273138"/>
                <a:gd name="connsiteY12" fmla="*/ 180719 h 250585"/>
                <a:gd name="connsiteX13" fmla="*/ 273138 w 273138"/>
                <a:gd name="connsiteY13" fmla="*/ 201063 h 250585"/>
                <a:gd name="connsiteX14" fmla="*/ 273138 w 273138"/>
                <a:gd name="connsiteY14" fmla="*/ 209449 h 250585"/>
                <a:gd name="connsiteX15" fmla="*/ 233442 w 273138"/>
                <a:gd name="connsiteY15" fmla="*/ 249145 h 25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138" h="250585">
                  <a:moveTo>
                    <a:pt x="233442" y="249145"/>
                  </a:moveTo>
                  <a:cubicBezTo>
                    <a:pt x="212556" y="249195"/>
                    <a:pt x="195209" y="233058"/>
                    <a:pt x="193745" y="212228"/>
                  </a:cubicBezTo>
                  <a:lnTo>
                    <a:pt x="136681" y="116906"/>
                  </a:lnTo>
                  <a:lnTo>
                    <a:pt x="79419" y="212277"/>
                  </a:lnTo>
                  <a:cubicBezTo>
                    <a:pt x="78640" y="234200"/>
                    <a:pt x="60230" y="251339"/>
                    <a:pt x="38308" y="250560"/>
                  </a:cubicBezTo>
                  <a:cubicBezTo>
                    <a:pt x="16386" y="249781"/>
                    <a:pt x="-753" y="231371"/>
                    <a:pt x="26" y="209449"/>
                  </a:cubicBezTo>
                  <a:lnTo>
                    <a:pt x="26" y="201013"/>
                  </a:lnTo>
                  <a:cubicBezTo>
                    <a:pt x="21" y="193813"/>
                    <a:pt x="1976" y="186747"/>
                    <a:pt x="5682" y="180570"/>
                  </a:cubicBezTo>
                  <a:lnTo>
                    <a:pt x="102641" y="19253"/>
                  </a:lnTo>
                  <a:cubicBezTo>
                    <a:pt x="109821" y="7304"/>
                    <a:pt x="122743" y="-4"/>
                    <a:pt x="136681" y="0"/>
                  </a:cubicBezTo>
                  <a:lnTo>
                    <a:pt x="136681" y="0"/>
                  </a:lnTo>
                  <a:cubicBezTo>
                    <a:pt x="150615" y="23"/>
                    <a:pt x="163516" y="7349"/>
                    <a:pt x="170671" y="19302"/>
                  </a:cubicBezTo>
                  <a:lnTo>
                    <a:pt x="267481" y="180719"/>
                  </a:lnTo>
                  <a:cubicBezTo>
                    <a:pt x="271188" y="186857"/>
                    <a:pt x="273143" y="193893"/>
                    <a:pt x="273138" y="201063"/>
                  </a:cubicBezTo>
                  <a:lnTo>
                    <a:pt x="273138" y="209449"/>
                  </a:lnTo>
                  <a:cubicBezTo>
                    <a:pt x="273138" y="231371"/>
                    <a:pt x="255364" y="249145"/>
                    <a:pt x="233442" y="2491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977D3FFF-DEC4-5D44-8D83-9662F71AA8C5}"/>
                </a:ext>
              </a:extLst>
            </p:cNvPr>
            <p:cNvSpPr/>
            <p:nvPr/>
          </p:nvSpPr>
          <p:spPr>
            <a:xfrm>
              <a:off x="4141061" y="2698185"/>
              <a:ext cx="273038" cy="250510"/>
            </a:xfrm>
            <a:custGeom>
              <a:avLst/>
              <a:gdLst>
                <a:gd name="connsiteX0" fmla="*/ 233342 w 273038"/>
                <a:gd name="connsiteY0" fmla="*/ 249096 h 250510"/>
                <a:gd name="connsiteX1" fmla="*/ 193645 w 273038"/>
                <a:gd name="connsiteY1" fmla="*/ 212128 h 250510"/>
                <a:gd name="connsiteX2" fmla="*/ 136581 w 273038"/>
                <a:gd name="connsiteY2" fmla="*/ 116857 h 250510"/>
                <a:gd name="connsiteX3" fmla="*/ 79418 w 273038"/>
                <a:gd name="connsiteY3" fmla="*/ 212178 h 250510"/>
                <a:gd name="connsiteX4" fmla="*/ 38332 w 273038"/>
                <a:gd name="connsiteY4" fmla="*/ 250485 h 250510"/>
                <a:gd name="connsiteX5" fmla="*/ 25 w 273038"/>
                <a:gd name="connsiteY5" fmla="*/ 209399 h 250510"/>
                <a:gd name="connsiteX6" fmla="*/ 25 w 273038"/>
                <a:gd name="connsiteY6" fmla="*/ 201013 h 250510"/>
                <a:gd name="connsiteX7" fmla="*/ 5781 w 273038"/>
                <a:gd name="connsiteY7" fmla="*/ 180421 h 250510"/>
                <a:gd name="connsiteX8" fmla="*/ 102740 w 273038"/>
                <a:gd name="connsiteY8" fmla="*/ 19253 h 250510"/>
                <a:gd name="connsiteX9" fmla="*/ 136780 w 273038"/>
                <a:gd name="connsiteY9" fmla="*/ 0 h 250510"/>
                <a:gd name="connsiteX10" fmla="*/ 136780 w 273038"/>
                <a:gd name="connsiteY10" fmla="*/ 0 h 250510"/>
                <a:gd name="connsiteX11" fmla="*/ 170770 w 273038"/>
                <a:gd name="connsiteY11" fmla="*/ 19302 h 250510"/>
                <a:gd name="connsiteX12" fmla="*/ 267381 w 273038"/>
                <a:gd name="connsiteY12" fmla="*/ 180421 h 250510"/>
                <a:gd name="connsiteX13" fmla="*/ 273038 w 273038"/>
                <a:gd name="connsiteY13" fmla="*/ 200815 h 250510"/>
                <a:gd name="connsiteX14" fmla="*/ 273038 w 273038"/>
                <a:gd name="connsiteY14" fmla="*/ 209201 h 250510"/>
                <a:gd name="connsiteX15" fmla="*/ 233540 w 273038"/>
                <a:gd name="connsiteY15" fmla="*/ 249095 h 250510"/>
                <a:gd name="connsiteX16" fmla="*/ 233342 w 273038"/>
                <a:gd name="connsiteY16" fmla="*/ 249096 h 25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3038" h="250510">
                  <a:moveTo>
                    <a:pt x="233342" y="249096"/>
                  </a:moveTo>
                  <a:cubicBezTo>
                    <a:pt x="212441" y="249145"/>
                    <a:pt x="195082" y="232980"/>
                    <a:pt x="193645" y="212128"/>
                  </a:cubicBezTo>
                  <a:lnTo>
                    <a:pt x="136581" y="116857"/>
                  </a:lnTo>
                  <a:lnTo>
                    <a:pt x="79418" y="212178"/>
                  </a:lnTo>
                  <a:cubicBezTo>
                    <a:pt x="78651" y="234102"/>
                    <a:pt x="60256" y="251252"/>
                    <a:pt x="38332" y="250485"/>
                  </a:cubicBezTo>
                  <a:cubicBezTo>
                    <a:pt x="16408" y="249718"/>
                    <a:pt x="-743" y="231323"/>
                    <a:pt x="25" y="209399"/>
                  </a:cubicBezTo>
                  <a:lnTo>
                    <a:pt x="25" y="201013"/>
                  </a:lnTo>
                  <a:cubicBezTo>
                    <a:pt x="24" y="193752"/>
                    <a:pt x="2015" y="186629"/>
                    <a:pt x="5781" y="180421"/>
                  </a:cubicBezTo>
                  <a:lnTo>
                    <a:pt x="102740" y="19253"/>
                  </a:lnTo>
                  <a:cubicBezTo>
                    <a:pt x="109919" y="7304"/>
                    <a:pt x="122840" y="-4"/>
                    <a:pt x="136780" y="0"/>
                  </a:cubicBezTo>
                  <a:lnTo>
                    <a:pt x="136780" y="0"/>
                  </a:lnTo>
                  <a:cubicBezTo>
                    <a:pt x="150712" y="23"/>
                    <a:pt x="163612" y="7349"/>
                    <a:pt x="170770" y="19302"/>
                  </a:cubicBezTo>
                  <a:lnTo>
                    <a:pt x="267381" y="180421"/>
                  </a:lnTo>
                  <a:cubicBezTo>
                    <a:pt x="271094" y="186575"/>
                    <a:pt x="273051" y="193628"/>
                    <a:pt x="273038" y="200815"/>
                  </a:cubicBezTo>
                  <a:lnTo>
                    <a:pt x="273038" y="209201"/>
                  </a:lnTo>
                  <a:cubicBezTo>
                    <a:pt x="273148" y="231124"/>
                    <a:pt x="255464" y="248986"/>
                    <a:pt x="233540" y="249095"/>
                  </a:cubicBezTo>
                  <a:cubicBezTo>
                    <a:pt x="233474" y="249096"/>
                    <a:pt x="233408" y="249096"/>
                    <a:pt x="233342" y="2490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FE8FD3E6-D521-B74E-966D-2FF044ED2A9D}"/>
                </a:ext>
              </a:extLst>
            </p:cNvPr>
            <p:cNvSpPr/>
            <p:nvPr/>
          </p:nvSpPr>
          <p:spPr>
            <a:xfrm>
              <a:off x="4233772" y="2654420"/>
              <a:ext cx="651513" cy="218727"/>
            </a:xfrm>
            <a:custGeom>
              <a:avLst/>
              <a:gdLst>
                <a:gd name="connsiteX0" fmla="*/ 612028 w 651513"/>
                <a:gd name="connsiteY0" fmla="*/ 218727 h 218727"/>
                <a:gd name="connsiteX1" fmla="*/ 602649 w 651513"/>
                <a:gd name="connsiteY1" fmla="*/ 217586 h 218727"/>
                <a:gd name="connsiteX2" fmla="*/ 32011 w 651513"/>
                <a:gd name="connsiteY2" fmla="*/ 78648 h 218727"/>
                <a:gd name="connsiteX3" fmla="*/ 760 w 651513"/>
                <a:gd name="connsiteY3" fmla="*/ 32010 h 218727"/>
                <a:gd name="connsiteX4" fmla="*/ 47398 w 651513"/>
                <a:gd name="connsiteY4" fmla="*/ 760 h 218727"/>
                <a:gd name="connsiteX5" fmla="*/ 50619 w 651513"/>
                <a:gd name="connsiteY5" fmla="*/ 1537 h 218727"/>
                <a:gd name="connsiteX6" fmla="*/ 621257 w 651513"/>
                <a:gd name="connsiteY6" fmla="*/ 140475 h 218727"/>
                <a:gd name="connsiteX7" fmla="*/ 650365 w 651513"/>
                <a:gd name="connsiteY7" fmla="*/ 188481 h 218727"/>
                <a:gd name="connsiteX8" fmla="*/ 611879 w 651513"/>
                <a:gd name="connsiteY8" fmla="*/ 218727 h 21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1513" h="218727">
                  <a:moveTo>
                    <a:pt x="612028" y="218727"/>
                  </a:moveTo>
                  <a:cubicBezTo>
                    <a:pt x="608867" y="218736"/>
                    <a:pt x="605716" y="218353"/>
                    <a:pt x="602649" y="217586"/>
                  </a:cubicBezTo>
                  <a:lnTo>
                    <a:pt x="32011" y="78648"/>
                  </a:lnTo>
                  <a:cubicBezTo>
                    <a:pt x="10503" y="74399"/>
                    <a:pt x="-3489" y="53518"/>
                    <a:pt x="760" y="32010"/>
                  </a:cubicBezTo>
                  <a:cubicBezTo>
                    <a:pt x="5009" y="10502"/>
                    <a:pt x="25890" y="-3489"/>
                    <a:pt x="47398" y="760"/>
                  </a:cubicBezTo>
                  <a:cubicBezTo>
                    <a:pt x="48481" y="974"/>
                    <a:pt x="49556" y="1234"/>
                    <a:pt x="50619" y="1537"/>
                  </a:cubicBezTo>
                  <a:lnTo>
                    <a:pt x="621257" y="140475"/>
                  </a:lnTo>
                  <a:cubicBezTo>
                    <a:pt x="642549" y="145694"/>
                    <a:pt x="655580" y="167187"/>
                    <a:pt x="650365" y="188481"/>
                  </a:cubicBezTo>
                  <a:cubicBezTo>
                    <a:pt x="646018" y="206213"/>
                    <a:pt x="630134" y="218694"/>
                    <a:pt x="611879" y="2187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9651423F-7A9D-AC4B-8753-CBED2BA4DC47}"/>
                </a:ext>
              </a:extLst>
            </p:cNvPr>
            <p:cNvSpPr/>
            <p:nvPr/>
          </p:nvSpPr>
          <p:spPr>
            <a:xfrm>
              <a:off x="4706862" y="3007669"/>
              <a:ext cx="269837" cy="79889"/>
            </a:xfrm>
            <a:custGeom>
              <a:avLst/>
              <a:gdLst>
                <a:gd name="connsiteX0" fmla="*/ 230141 w 269837"/>
                <a:gd name="connsiteY0" fmla="*/ 79889 h 79889"/>
                <a:gd name="connsiteX1" fmla="*/ 230141 w 269837"/>
                <a:gd name="connsiteY1" fmla="*/ 79889 h 79889"/>
                <a:gd name="connsiteX2" fmla="*/ 39697 w 269837"/>
                <a:gd name="connsiteY2" fmla="*/ 79393 h 79889"/>
                <a:gd name="connsiteX3" fmla="*/ 0 w 269837"/>
                <a:gd name="connsiteY3" fmla="*/ 39697 h 79889"/>
                <a:gd name="connsiteX4" fmla="*/ 39697 w 269837"/>
                <a:gd name="connsiteY4" fmla="*/ 0 h 79889"/>
                <a:gd name="connsiteX5" fmla="*/ 39697 w 269837"/>
                <a:gd name="connsiteY5" fmla="*/ 0 h 79889"/>
                <a:gd name="connsiteX6" fmla="*/ 230141 w 269837"/>
                <a:gd name="connsiteY6" fmla="*/ 496 h 79889"/>
                <a:gd name="connsiteX7" fmla="*/ 269838 w 269837"/>
                <a:gd name="connsiteY7" fmla="*/ 40193 h 79889"/>
                <a:gd name="connsiteX8" fmla="*/ 230141 w 269837"/>
                <a:gd name="connsiteY8" fmla="*/ 79889 h 7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837" h="79889">
                  <a:moveTo>
                    <a:pt x="230141" y="79889"/>
                  </a:moveTo>
                  <a:lnTo>
                    <a:pt x="230141" y="79889"/>
                  </a:ln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39697" y="0"/>
                  </a:lnTo>
                  <a:lnTo>
                    <a:pt x="230141" y="496"/>
                  </a:lnTo>
                  <a:cubicBezTo>
                    <a:pt x="252063" y="496"/>
                    <a:pt x="269838" y="18270"/>
                    <a:pt x="269838" y="40193"/>
                  </a:cubicBezTo>
                  <a:cubicBezTo>
                    <a:pt x="269838" y="62115"/>
                    <a:pt x="252063" y="79889"/>
                    <a:pt x="230141" y="798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81A18A6-CF2E-F847-825C-DB8764C666F5}"/>
                </a:ext>
              </a:extLst>
            </p:cNvPr>
            <p:cNvSpPr/>
            <p:nvPr/>
          </p:nvSpPr>
          <p:spPr>
            <a:xfrm>
              <a:off x="4143915" y="2871609"/>
              <a:ext cx="269837" cy="79839"/>
            </a:xfrm>
            <a:custGeom>
              <a:avLst/>
              <a:gdLst>
                <a:gd name="connsiteX0" fmla="*/ 230141 w 269837"/>
                <a:gd name="connsiteY0" fmla="*/ 79840 h 79839"/>
                <a:gd name="connsiteX1" fmla="*/ 230141 w 269837"/>
                <a:gd name="connsiteY1" fmla="*/ 79840 h 79839"/>
                <a:gd name="connsiteX2" fmla="*/ 39697 w 269837"/>
                <a:gd name="connsiteY2" fmla="*/ 79393 h 79839"/>
                <a:gd name="connsiteX3" fmla="*/ 0 w 269837"/>
                <a:gd name="connsiteY3" fmla="*/ 39697 h 79839"/>
                <a:gd name="connsiteX4" fmla="*/ 39697 w 269837"/>
                <a:gd name="connsiteY4" fmla="*/ 0 h 79839"/>
                <a:gd name="connsiteX5" fmla="*/ 39697 w 269837"/>
                <a:gd name="connsiteY5" fmla="*/ 0 h 79839"/>
                <a:gd name="connsiteX6" fmla="*/ 230141 w 269837"/>
                <a:gd name="connsiteY6" fmla="*/ 447 h 79839"/>
                <a:gd name="connsiteX7" fmla="*/ 269838 w 269837"/>
                <a:gd name="connsiteY7" fmla="*/ 40143 h 79839"/>
                <a:gd name="connsiteX8" fmla="*/ 230141 w 269837"/>
                <a:gd name="connsiteY8" fmla="*/ 79840 h 7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837" h="79839">
                  <a:moveTo>
                    <a:pt x="230141" y="79840"/>
                  </a:moveTo>
                  <a:lnTo>
                    <a:pt x="230141" y="79840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230141" y="447"/>
                  </a:lnTo>
                  <a:cubicBezTo>
                    <a:pt x="252065" y="447"/>
                    <a:pt x="269838" y="18219"/>
                    <a:pt x="269838" y="40143"/>
                  </a:cubicBezTo>
                  <a:cubicBezTo>
                    <a:pt x="269838" y="62067"/>
                    <a:pt x="252065" y="79840"/>
                    <a:pt x="230141" y="798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9F4A63AA-126D-524D-AAD1-7F2DC6388A10}"/>
                </a:ext>
              </a:extLst>
            </p:cNvPr>
            <p:cNvSpPr/>
            <p:nvPr/>
          </p:nvSpPr>
          <p:spPr>
            <a:xfrm>
              <a:off x="4321954" y="3269368"/>
              <a:ext cx="464301" cy="79393"/>
            </a:xfrm>
            <a:custGeom>
              <a:avLst/>
              <a:gdLst>
                <a:gd name="connsiteX0" fmla="*/ 424605 w 464301"/>
                <a:gd name="connsiteY0" fmla="*/ 79393 h 79393"/>
                <a:gd name="connsiteX1" fmla="*/ 39697 w 464301"/>
                <a:gd name="connsiteY1" fmla="*/ 79393 h 79393"/>
                <a:gd name="connsiteX2" fmla="*/ 0 w 464301"/>
                <a:gd name="connsiteY2" fmla="*/ 39697 h 79393"/>
                <a:gd name="connsiteX3" fmla="*/ 39697 w 464301"/>
                <a:gd name="connsiteY3" fmla="*/ 0 h 79393"/>
                <a:gd name="connsiteX4" fmla="*/ 424605 w 464301"/>
                <a:gd name="connsiteY4" fmla="*/ 0 h 79393"/>
                <a:gd name="connsiteX5" fmla="*/ 464301 w 464301"/>
                <a:gd name="connsiteY5" fmla="*/ 39697 h 79393"/>
                <a:gd name="connsiteX6" fmla="*/ 424605 w 4643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301" h="79393">
                  <a:moveTo>
                    <a:pt x="42460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4605" y="0"/>
                  </a:lnTo>
                  <a:cubicBezTo>
                    <a:pt x="446527" y="0"/>
                    <a:pt x="464301" y="17774"/>
                    <a:pt x="464301" y="39697"/>
                  </a:cubicBezTo>
                  <a:cubicBezTo>
                    <a:pt x="464301" y="61619"/>
                    <a:pt x="446527" y="79393"/>
                    <a:pt x="42460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6591C662-725D-B248-A60B-E5A24A9425C7}"/>
                </a:ext>
              </a:extLst>
            </p:cNvPr>
            <p:cNvSpPr/>
            <p:nvPr/>
          </p:nvSpPr>
          <p:spPr>
            <a:xfrm>
              <a:off x="4705224" y="3020967"/>
              <a:ext cx="272914" cy="176103"/>
            </a:xfrm>
            <a:custGeom>
              <a:avLst/>
              <a:gdLst>
                <a:gd name="connsiteX0" fmla="*/ 136656 w 272914"/>
                <a:gd name="connsiteY0" fmla="*/ 176104 h 176103"/>
                <a:gd name="connsiteX1" fmla="*/ 0 w 272914"/>
                <a:gd name="connsiteY1" fmla="*/ 39697 h 176103"/>
                <a:gd name="connsiteX2" fmla="*/ 39697 w 272914"/>
                <a:gd name="connsiteY2" fmla="*/ 0 h 176103"/>
                <a:gd name="connsiteX3" fmla="*/ 79393 w 272914"/>
                <a:gd name="connsiteY3" fmla="*/ 39697 h 176103"/>
                <a:gd name="connsiteX4" fmla="*/ 136457 w 272914"/>
                <a:gd name="connsiteY4" fmla="*/ 96760 h 176103"/>
                <a:gd name="connsiteX5" fmla="*/ 193521 w 272914"/>
                <a:gd name="connsiteY5" fmla="*/ 39697 h 176103"/>
                <a:gd name="connsiteX6" fmla="*/ 233217 w 272914"/>
                <a:gd name="connsiteY6" fmla="*/ 0 h 176103"/>
                <a:gd name="connsiteX7" fmla="*/ 272914 w 272914"/>
                <a:gd name="connsiteY7" fmla="*/ 39697 h 176103"/>
                <a:gd name="connsiteX8" fmla="*/ 136656 w 272914"/>
                <a:gd name="connsiteY8" fmla="*/ 176104 h 17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14" h="176103">
                  <a:moveTo>
                    <a:pt x="136656" y="176104"/>
                  </a:moveTo>
                  <a:cubicBezTo>
                    <a:pt x="61282" y="176104"/>
                    <a:pt x="139" y="115070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cubicBezTo>
                    <a:pt x="79393" y="71211"/>
                    <a:pt x="104943" y="96760"/>
                    <a:pt x="136457" y="96760"/>
                  </a:cubicBezTo>
                  <a:cubicBezTo>
                    <a:pt x="167971" y="96760"/>
                    <a:pt x="193521" y="71211"/>
                    <a:pt x="193521" y="39697"/>
                  </a:cubicBezTo>
                  <a:cubicBezTo>
                    <a:pt x="193521" y="17774"/>
                    <a:pt x="211295" y="0"/>
                    <a:pt x="233217" y="0"/>
                  </a:cubicBezTo>
                  <a:cubicBezTo>
                    <a:pt x="255140" y="0"/>
                    <a:pt x="272914" y="17774"/>
                    <a:pt x="272914" y="39697"/>
                  </a:cubicBezTo>
                  <a:cubicBezTo>
                    <a:pt x="272860" y="114951"/>
                    <a:pt x="211910" y="175965"/>
                    <a:pt x="136656" y="1761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44525147-E2B9-FF42-9015-190BBFC2F5CF}"/>
                </a:ext>
              </a:extLst>
            </p:cNvPr>
            <p:cNvSpPr/>
            <p:nvPr/>
          </p:nvSpPr>
          <p:spPr>
            <a:xfrm>
              <a:off x="4139796" y="2889621"/>
              <a:ext cx="272914" cy="176103"/>
            </a:xfrm>
            <a:custGeom>
              <a:avLst/>
              <a:gdLst>
                <a:gd name="connsiteX0" fmla="*/ 136656 w 272914"/>
                <a:gd name="connsiteY0" fmla="*/ 176104 h 176103"/>
                <a:gd name="connsiteX1" fmla="*/ 0 w 272914"/>
                <a:gd name="connsiteY1" fmla="*/ 39697 h 176103"/>
                <a:gd name="connsiteX2" fmla="*/ 39697 w 272914"/>
                <a:gd name="connsiteY2" fmla="*/ 0 h 176103"/>
                <a:gd name="connsiteX3" fmla="*/ 79393 w 272914"/>
                <a:gd name="connsiteY3" fmla="*/ 39697 h 176103"/>
                <a:gd name="connsiteX4" fmla="*/ 136457 w 272914"/>
                <a:gd name="connsiteY4" fmla="*/ 96760 h 176103"/>
                <a:gd name="connsiteX5" fmla="*/ 193521 w 272914"/>
                <a:gd name="connsiteY5" fmla="*/ 39697 h 176103"/>
                <a:gd name="connsiteX6" fmla="*/ 233218 w 272914"/>
                <a:gd name="connsiteY6" fmla="*/ 0 h 176103"/>
                <a:gd name="connsiteX7" fmla="*/ 272914 w 272914"/>
                <a:gd name="connsiteY7" fmla="*/ 39697 h 176103"/>
                <a:gd name="connsiteX8" fmla="*/ 136656 w 272914"/>
                <a:gd name="connsiteY8" fmla="*/ 176104 h 17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14" h="176103">
                  <a:moveTo>
                    <a:pt x="136656" y="176104"/>
                  </a:moveTo>
                  <a:cubicBezTo>
                    <a:pt x="61291" y="176079"/>
                    <a:pt x="164" y="115061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79393" y="71212"/>
                    <a:pt x="104941" y="96760"/>
                    <a:pt x="136457" y="96760"/>
                  </a:cubicBezTo>
                  <a:cubicBezTo>
                    <a:pt x="167973" y="96760"/>
                    <a:pt x="193521" y="71212"/>
                    <a:pt x="193521" y="39697"/>
                  </a:cubicBezTo>
                  <a:cubicBezTo>
                    <a:pt x="193521" y="17773"/>
                    <a:pt x="211294" y="0"/>
                    <a:pt x="233218" y="0"/>
                  </a:cubicBezTo>
                  <a:cubicBezTo>
                    <a:pt x="255141" y="0"/>
                    <a:pt x="272914" y="17773"/>
                    <a:pt x="272914" y="39697"/>
                  </a:cubicBezTo>
                  <a:cubicBezTo>
                    <a:pt x="272860" y="114951"/>
                    <a:pt x="211910" y="175965"/>
                    <a:pt x="136656" y="1761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9BB889E-CA83-B545-99E6-A3FEF0282D97}"/>
                </a:ext>
              </a:extLst>
            </p:cNvPr>
            <p:cNvSpPr/>
            <p:nvPr/>
          </p:nvSpPr>
          <p:spPr>
            <a:xfrm>
              <a:off x="4518005" y="2562274"/>
              <a:ext cx="79393" cy="739348"/>
            </a:xfrm>
            <a:custGeom>
              <a:avLst/>
              <a:gdLst>
                <a:gd name="connsiteX0" fmla="*/ 39697 w 79393"/>
                <a:gd name="connsiteY0" fmla="*/ 739348 h 739348"/>
                <a:gd name="connsiteX1" fmla="*/ 0 w 79393"/>
                <a:gd name="connsiteY1" fmla="*/ 699652 h 739348"/>
                <a:gd name="connsiteX2" fmla="*/ 0 w 79393"/>
                <a:gd name="connsiteY2" fmla="*/ 39697 h 739348"/>
                <a:gd name="connsiteX3" fmla="*/ 39697 w 79393"/>
                <a:gd name="connsiteY3" fmla="*/ 0 h 739348"/>
                <a:gd name="connsiteX4" fmla="*/ 79393 w 79393"/>
                <a:gd name="connsiteY4" fmla="*/ 39697 h 739348"/>
                <a:gd name="connsiteX5" fmla="*/ 79393 w 79393"/>
                <a:gd name="connsiteY5" fmla="*/ 699652 h 739348"/>
                <a:gd name="connsiteX6" fmla="*/ 39697 w 79393"/>
                <a:gd name="connsiteY6" fmla="*/ 739348 h 73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739348">
                  <a:moveTo>
                    <a:pt x="39697" y="739348"/>
                  </a:moveTo>
                  <a:cubicBezTo>
                    <a:pt x="17773" y="739348"/>
                    <a:pt x="0" y="721574"/>
                    <a:pt x="0" y="699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699652"/>
                  </a:lnTo>
                  <a:cubicBezTo>
                    <a:pt x="79393" y="721574"/>
                    <a:pt x="61621" y="739348"/>
                    <a:pt x="39697" y="7393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4" name="Picture Placeholder 61">
            <a:extLst>
              <a:ext uri="{FF2B5EF4-FFF2-40B4-BE49-F238E27FC236}">
                <a16:creationId xmlns:a16="http://schemas.microsoft.com/office/drawing/2014/main" id="{6224F7AF-0C1C-42D2-A665-18B92D67DAEB}"/>
              </a:ext>
            </a:extLst>
          </p:cNvPr>
          <p:cNvGrpSpPr>
            <a:grpSpLocks noChangeAspect="1"/>
          </p:cNvGrpSpPr>
          <p:nvPr/>
        </p:nvGrpSpPr>
        <p:grpSpPr>
          <a:xfrm>
            <a:off x="1507559" y="3821088"/>
            <a:ext cx="834223" cy="506130"/>
            <a:chOff x="1507559" y="3821088"/>
            <a:chExt cx="834223" cy="506130"/>
          </a:xfrm>
        </p:grpSpPr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A983CEE5-8A97-234A-BED9-1A66E188EFB5}"/>
                </a:ext>
              </a:extLst>
            </p:cNvPr>
            <p:cNvSpPr/>
            <p:nvPr/>
          </p:nvSpPr>
          <p:spPr>
            <a:xfrm>
              <a:off x="1736608" y="3848677"/>
              <a:ext cx="79393" cy="210689"/>
            </a:xfrm>
            <a:custGeom>
              <a:avLst/>
              <a:gdLst>
                <a:gd name="connsiteX0" fmla="*/ 39697 w 79393"/>
                <a:gd name="connsiteY0" fmla="*/ 210689 h 210689"/>
                <a:gd name="connsiteX1" fmla="*/ 0 w 79393"/>
                <a:gd name="connsiteY1" fmla="*/ 170993 h 210689"/>
                <a:gd name="connsiteX2" fmla="*/ 0 w 79393"/>
                <a:gd name="connsiteY2" fmla="*/ 39697 h 210689"/>
                <a:gd name="connsiteX3" fmla="*/ 39697 w 79393"/>
                <a:gd name="connsiteY3" fmla="*/ 0 h 210689"/>
                <a:gd name="connsiteX4" fmla="*/ 79393 w 79393"/>
                <a:gd name="connsiteY4" fmla="*/ 39697 h 210689"/>
                <a:gd name="connsiteX5" fmla="*/ 79393 w 79393"/>
                <a:gd name="connsiteY5" fmla="*/ 170993 h 210689"/>
                <a:gd name="connsiteX6" fmla="*/ 39697 w 79393"/>
                <a:gd name="connsiteY6" fmla="*/ 210689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89">
                  <a:moveTo>
                    <a:pt x="39697" y="210689"/>
                  </a:moveTo>
                  <a:cubicBezTo>
                    <a:pt x="17773" y="210689"/>
                    <a:pt x="0" y="192917"/>
                    <a:pt x="0" y="1709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0993"/>
                  </a:lnTo>
                  <a:cubicBezTo>
                    <a:pt x="79393" y="192917"/>
                    <a:pt x="61621" y="210689"/>
                    <a:pt x="39697" y="2106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661B55CE-DA42-AA41-A718-2507C12AEB11}"/>
                </a:ext>
              </a:extLst>
            </p:cNvPr>
            <p:cNvSpPr/>
            <p:nvPr/>
          </p:nvSpPr>
          <p:spPr>
            <a:xfrm>
              <a:off x="1933950" y="3848677"/>
              <a:ext cx="79393" cy="210689"/>
            </a:xfrm>
            <a:custGeom>
              <a:avLst/>
              <a:gdLst>
                <a:gd name="connsiteX0" fmla="*/ 39697 w 79393"/>
                <a:gd name="connsiteY0" fmla="*/ 210689 h 210689"/>
                <a:gd name="connsiteX1" fmla="*/ 0 w 79393"/>
                <a:gd name="connsiteY1" fmla="*/ 170993 h 210689"/>
                <a:gd name="connsiteX2" fmla="*/ 0 w 79393"/>
                <a:gd name="connsiteY2" fmla="*/ 39697 h 210689"/>
                <a:gd name="connsiteX3" fmla="*/ 39697 w 79393"/>
                <a:gd name="connsiteY3" fmla="*/ 0 h 210689"/>
                <a:gd name="connsiteX4" fmla="*/ 79393 w 79393"/>
                <a:gd name="connsiteY4" fmla="*/ 39697 h 210689"/>
                <a:gd name="connsiteX5" fmla="*/ 79393 w 79393"/>
                <a:gd name="connsiteY5" fmla="*/ 170993 h 210689"/>
                <a:gd name="connsiteX6" fmla="*/ 39697 w 79393"/>
                <a:gd name="connsiteY6" fmla="*/ 210689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89">
                  <a:moveTo>
                    <a:pt x="39697" y="210689"/>
                  </a:moveTo>
                  <a:cubicBezTo>
                    <a:pt x="17773" y="210689"/>
                    <a:pt x="0" y="192917"/>
                    <a:pt x="0" y="1709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70993"/>
                  </a:lnTo>
                  <a:cubicBezTo>
                    <a:pt x="79393" y="192917"/>
                    <a:pt x="61619" y="210689"/>
                    <a:pt x="39697" y="2106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B33DAC4-011F-A24F-AF63-627B503F9408}"/>
                </a:ext>
              </a:extLst>
            </p:cNvPr>
            <p:cNvSpPr/>
            <p:nvPr/>
          </p:nvSpPr>
          <p:spPr>
            <a:xfrm>
              <a:off x="1611415" y="3979973"/>
              <a:ext cx="599269" cy="79393"/>
            </a:xfrm>
            <a:custGeom>
              <a:avLst/>
              <a:gdLst>
                <a:gd name="connsiteX0" fmla="*/ 559573 w 599269"/>
                <a:gd name="connsiteY0" fmla="*/ 79393 h 79393"/>
                <a:gd name="connsiteX1" fmla="*/ 39697 w 599269"/>
                <a:gd name="connsiteY1" fmla="*/ 79393 h 79393"/>
                <a:gd name="connsiteX2" fmla="*/ 0 w 599269"/>
                <a:gd name="connsiteY2" fmla="*/ 39697 h 79393"/>
                <a:gd name="connsiteX3" fmla="*/ 39697 w 599269"/>
                <a:gd name="connsiteY3" fmla="*/ 0 h 79393"/>
                <a:gd name="connsiteX4" fmla="*/ 559573 w 599269"/>
                <a:gd name="connsiteY4" fmla="*/ 0 h 79393"/>
                <a:gd name="connsiteX5" fmla="*/ 599270 w 599269"/>
                <a:gd name="connsiteY5" fmla="*/ 39697 h 79393"/>
                <a:gd name="connsiteX6" fmla="*/ 559573 w 5992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9269" h="79393">
                  <a:moveTo>
                    <a:pt x="5595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59573" y="0"/>
                  </a:lnTo>
                  <a:cubicBezTo>
                    <a:pt x="581496" y="0"/>
                    <a:pt x="599270" y="17773"/>
                    <a:pt x="599270" y="39697"/>
                  </a:cubicBezTo>
                  <a:cubicBezTo>
                    <a:pt x="599270" y="61620"/>
                    <a:pt x="581496" y="79393"/>
                    <a:pt x="55957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3E9106E7-4C6E-6744-920A-67A408B6A7BD}"/>
                </a:ext>
              </a:extLst>
            </p:cNvPr>
            <p:cNvSpPr/>
            <p:nvPr/>
          </p:nvSpPr>
          <p:spPr>
            <a:xfrm>
              <a:off x="2131292" y="3848677"/>
              <a:ext cx="204969" cy="259962"/>
            </a:xfrm>
            <a:custGeom>
              <a:avLst/>
              <a:gdLst>
                <a:gd name="connsiteX0" fmla="*/ 165237 w 204969"/>
                <a:gd name="connsiteY0" fmla="*/ 259913 h 259962"/>
                <a:gd name="connsiteX1" fmla="*/ 150748 w 204969"/>
                <a:gd name="connsiteY1" fmla="*/ 257184 h 259962"/>
                <a:gd name="connsiteX2" fmla="*/ 25207 w 204969"/>
                <a:gd name="connsiteY2" fmla="*/ 208109 h 259962"/>
                <a:gd name="connsiteX3" fmla="*/ 0 w 204969"/>
                <a:gd name="connsiteY3" fmla="*/ 171142 h 259962"/>
                <a:gd name="connsiteX4" fmla="*/ 0 w 204969"/>
                <a:gd name="connsiteY4" fmla="*/ 39697 h 259962"/>
                <a:gd name="connsiteX5" fmla="*/ 39697 w 204969"/>
                <a:gd name="connsiteY5" fmla="*/ 0 h 259962"/>
                <a:gd name="connsiteX6" fmla="*/ 79393 w 204969"/>
                <a:gd name="connsiteY6" fmla="*/ 39697 h 259962"/>
                <a:gd name="connsiteX7" fmla="*/ 79393 w 204969"/>
                <a:gd name="connsiteY7" fmla="*/ 143900 h 259962"/>
                <a:gd name="connsiteX8" fmla="*/ 179726 w 204969"/>
                <a:gd name="connsiteY8" fmla="*/ 183299 h 259962"/>
                <a:gd name="connsiteX9" fmla="*/ 202229 w 204969"/>
                <a:gd name="connsiteY9" fmla="*/ 234731 h 259962"/>
                <a:gd name="connsiteX10" fmla="*/ 165237 w 204969"/>
                <a:gd name="connsiteY10" fmla="*/ 259963 h 25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69" h="259962">
                  <a:moveTo>
                    <a:pt x="165237" y="259913"/>
                  </a:moveTo>
                  <a:cubicBezTo>
                    <a:pt x="160280" y="259902"/>
                    <a:pt x="155368" y="258977"/>
                    <a:pt x="150748" y="257184"/>
                  </a:cubicBezTo>
                  <a:lnTo>
                    <a:pt x="25207" y="208109"/>
                  </a:lnTo>
                  <a:cubicBezTo>
                    <a:pt x="9999" y="202147"/>
                    <a:pt x="-5" y="187477"/>
                    <a:pt x="0" y="17114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43900"/>
                  </a:lnTo>
                  <a:lnTo>
                    <a:pt x="179726" y="183299"/>
                  </a:lnTo>
                  <a:cubicBezTo>
                    <a:pt x="200145" y="191287"/>
                    <a:pt x="210218" y="214314"/>
                    <a:pt x="202229" y="234731"/>
                  </a:cubicBezTo>
                  <a:cubicBezTo>
                    <a:pt x="196270" y="249957"/>
                    <a:pt x="181587" y="259973"/>
                    <a:pt x="165237" y="2599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FB4E5216-14B8-1249-9AB6-D85AAD58AF86}"/>
                </a:ext>
              </a:extLst>
            </p:cNvPr>
            <p:cNvSpPr/>
            <p:nvPr/>
          </p:nvSpPr>
          <p:spPr>
            <a:xfrm>
              <a:off x="1507559" y="3821088"/>
              <a:ext cx="834223" cy="440482"/>
            </a:xfrm>
            <a:custGeom>
              <a:avLst/>
              <a:gdLst>
                <a:gd name="connsiteX0" fmla="*/ 794726 w 834223"/>
                <a:gd name="connsiteY0" fmla="*/ 440483 h 440482"/>
                <a:gd name="connsiteX1" fmla="*/ 728978 w 834223"/>
                <a:gd name="connsiteY1" fmla="*/ 440483 h 440482"/>
                <a:gd name="connsiteX2" fmla="*/ 689282 w 834223"/>
                <a:gd name="connsiteY2" fmla="*/ 400786 h 440482"/>
                <a:gd name="connsiteX3" fmla="*/ 728978 w 834223"/>
                <a:gd name="connsiteY3" fmla="*/ 361090 h 440482"/>
                <a:gd name="connsiteX4" fmla="*/ 755029 w 834223"/>
                <a:gd name="connsiteY4" fmla="*/ 361090 h 440482"/>
                <a:gd name="connsiteX5" fmla="*/ 755029 w 834223"/>
                <a:gd name="connsiteY5" fmla="*/ 288544 h 440482"/>
                <a:gd name="connsiteX6" fmla="*/ 730219 w 834223"/>
                <a:gd name="connsiteY6" fmla="*/ 101921 h 440482"/>
                <a:gd name="connsiteX7" fmla="*/ 704515 w 834223"/>
                <a:gd name="connsiteY7" fmla="*/ 79393 h 440482"/>
                <a:gd name="connsiteX8" fmla="*/ 79294 w 834223"/>
                <a:gd name="connsiteY8" fmla="*/ 79393 h 440482"/>
                <a:gd name="connsiteX9" fmla="*/ 79294 w 834223"/>
                <a:gd name="connsiteY9" fmla="*/ 361090 h 440482"/>
                <a:gd name="connsiteX10" fmla="*/ 105246 w 834223"/>
                <a:gd name="connsiteY10" fmla="*/ 361090 h 440482"/>
                <a:gd name="connsiteX11" fmla="*/ 144942 w 834223"/>
                <a:gd name="connsiteY11" fmla="*/ 400786 h 440482"/>
                <a:gd name="connsiteX12" fmla="*/ 105246 w 834223"/>
                <a:gd name="connsiteY12" fmla="*/ 440483 h 440482"/>
                <a:gd name="connsiteX13" fmla="*/ 39697 w 834223"/>
                <a:gd name="connsiteY13" fmla="*/ 440483 h 440482"/>
                <a:gd name="connsiteX14" fmla="*/ 0 w 834223"/>
                <a:gd name="connsiteY14" fmla="*/ 400786 h 440482"/>
                <a:gd name="connsiteX15" fmla="*/ 0 w 834223"/>
                <a:gd name="connsiteY15" fmla="*/ 56121 h 440482"/>
                <a:gd name="connsiteX16" fmla="*/ 56121 w 834223"/>
                <a:gd name="connsiteY16" fmla="*/ 0 h 440482"/>
                <a:gd name="connsiteX17" fmla="*/ 704416 w 834223"/>
                <a:gd name="connsiteY17" fmla="*/ 0 h 440482"/>
                <a:gd name="connsiteX18" fmla="*/ 808620 w 834223"/>
                <a:gd name="connsiteY18" fmla="*/ 91451 h 440482"/>
                <a:gd name="connsiteX19" fmla="*/ 833877 w 834223"/>
                <a:gd name="connsiteY19" fmla="*/ 280655 h 440482"/>
                <a:gd name="connsiteX20" fmla="*/ 834224 w 834223"/>
                <a:gd name="connsiteY20" fmla="*/ 285914 h 440482"/>
                <a:gd name="connsiteX21" fmla="*/ 834224 w 834223"/>
                <a:gd name="connsiteY21" fmla="*/ 400786 h 440482"/>
                <a:gd name="connsiteX22" fmla="*/ 794726 w 834223"/>
                <a:gd name="connsiteY22" fmla="*/ 440483 h 44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4223" h="440482">
                  <a:moveTo>
                    <a:pt x="794726" y="440483"/>
                  </a:moveTo>
                  <a:lnTo>
                    <a:pt x="728978" y="440483"/>
                  </a:lnTo>
                  <a:cubicBezTo>
                    <a:pt x="707056" y="440483"/>
                    <a:pt x="689282" y="422709"/>
                    <a:pt x="689282" y="400786"/>
                  </a:cubicBezTo>
                  <a:cubicBezTo>
                    <a:pt x="689282" y="378864"/>
                    <a:pt x="707056" y="361090"/>
                    <a:pt x="728978" y="361090"/>
                  </a:cubicBezTo>
                  <a:lnTo>
                    <a:pt x="755029" y="361090"/>
                  </a:lnTo>
                  <a:lnTo>
                    <a:pt x="755029" y="288544"/>
                  </a:lnTo>
                  <a:lnTo>
                    <a:pt x="730219" y="101921"/>
                  </a:lnTo>
                  <a:cubicBezTo>
                    <a:pt x="728482" y="89044"/>
                    <a:pt x="717506" y="79425"/>
                    <a:pt x="704515" y="79393"/>
                  </a:cubicBezTo>
                  <a:lnTo>
                    <a:pt x="79294" y="79393"/>
                  </a:lnTo>
                  <a:lnTo>
                    <a:pt x="79294" y="361090"/>
                  </a:lnTo>
                  <a:lnTo>
                    <a:pt x="105246" y="361090"/>
                  </a:lnTo>
                  <a:cubicBezTo>
                    <a:pt x="127170" y="361090"/>
                    <a:pt x="144942" y="378864"/>
                    <a:pt x="144942" y="400786"/>
                  </a:cubicBezTo>
                  <a:cubicBezTo>
                    <a:pt x="144942" y="422709"/>
                    <a:pt x="127170" y="440483"/>
                    <a:pt x="105246" y="440483"/>
                  </a:cubicBezTo>
                  <a:lnTo>
                    <a:pt x="39697" y="440483"/>
                  </a:lnTo>
                  <a:cubicBezTo>
                    <a:pt x="17773" y="440483"/>
                    <a:pt x="0" y="422709"/>
                    <a:pt x="0" y="400786"/>
                  </a:cubicBezTo>
                  <a:lnTo>
                    <a:pt x="0" y="56121"/>
                  </a:lnTo>
                  <a:cubicBezTo>
                    <a:pt x="27" y="25137"/>
                    <a:pt x="25138" y="27"/>
                    <a:pt x="56121" y="0"/>
                  </a:cubicBezTo>
                  <a:lnTo>
                    <a:pt x="704416" y="0"/>
                  </a:lnTo>
                  <a:cubicBezTo>
                    <a:pt x="757093" y="240"/>
                    <a:pt x="801544" y="39251"/>
                    <a:pt x="808620" y="91451"/>
                  </a:cubicBezTo>
                  <a:lnTo>
                    <a:pt x="833877" y="280655"/>
                  </a:lnTo>
                  <a:cubicBezTo>
                    <a:pt x="834095" y="282400"/>
                    <a:pt x="834209" y="284156"/>
                    <a:pt x="834224" y="285914"/>
                  </a:cubicBezTo>
                  <a:lnTo>
                    <a:pt x="834224" y="400786"/>
                  </a:lnTo>
                  <a:cubicBezTo>
                    <a:pt x="834224" y="422634"/>
                    <a:pt x="816574" y="440374"/>
                    <a:pt x="794726" y="4404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3555A8E-9DBC-784C-A48D-288C2929BB11}"/>
                </a:ext>
              </a:extLst>
            </p:cNvPr>
            <p:cNvSpPr/>
            <p:nvPr/>
          </p:nvSpPr>
          <p:spPr>
            <a:xfrm>
              <a:off x="1704553" y="4182178"/>
              <a:ext cx="429566" cy="79393"/>
            </a:xfrm>
            <a:custGeom>
              <a:avLst/>
              <a:gdLst>
                <a:gd name="connsiteX0" fmla="*/ 389870 w 429566"/>
                <a:gd name="connsiteY0" fmla="*/ 79393 h 79393"/>
                <a:gd name="connsiteX1" fmla="*/ 39697 w 429566"/>
                <a:gd name="connsiteY1" fmla="*/ 79393 h 79393"/>
                <a:gd name="connsiteX2" fmla="*/ 0 w 429566"/>
                <a:gd name="connsiteY2" fmla="*/ 39697 h 79393"/>
                <a:gd name="connsiteX3" fmla="*/ 39697 w 429566"/>
                <a:gd name="connsiteY3" fmla="*/ 0 h 79393"/>
                <a:gd name="connsiteX4" fmla="*/ 389870 w 429566"/>
                <a:gd name="connsiteY4" fmla="*/ 0 h 79393"/>
                <a:gd name="connsiteX5" fmla="*/ 429567 w 429566"/>
                <a:gd name="connsiteY5" fmla="*/ 39697 h 79393"/>
                <a:gd name="connsiteX6" fmla="*/ 389870 w 42956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566" h="79393">
                  <a:moveTo>
                    <a:pt x="38987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89870" y="0"/>
                  </a:lnTo>
                  <a:cubicBezTo>
                    <a:pt x="411793" y="0"/>
                    <a:pt x="429567" y="17774"/>
                    <a:pt x="429567" y="39697"/>
                  </a:cubicBezTo>
                  <a:cubicBezTo>
                    <a:pt x="429567" y="61619"/>
                    <a:pt x="411793" y="79393"/>
                    <a:pt x="38987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91C77BB8-A928-FD48-88F0-232717D9BD21}"/>
                </a:ext>
              </a:extLst>
            </p:cNvPr>
            <p:cNvSpPr/>
            <p:nvPr/>
          </p:nvSpPr>
          <p:spPr>
            <a:xfrm>
              <a:off x="2057406" y="4116530"/>
              <a:ext cx="210689" cy="210689"/>
            </a:xfrm>
            <a:custGeom>
              <a:avLst/>
              <a:gdLst>
                <a:gd name="connsiteX0" fmla="*/ 105345 w 210689"/>
                <a:gd name="connsiteY0" fmla="*/ 210689 h 210689"/>
                <a:gd name="connsiteX1" fmla="*/ 0 w 210689"/>
                <a:gd name="connsiteY1" fmla="*/ 105345 h 210689"/>
                <a:gd name="connsiteX2" fmla="*/ 105345 w 210689"/>
                <a:gd name="connsiteY2" fmla="*/ 0 h 210689"/>
                <a:gd name="connsiteX3" fmla="*/ 210690 w 210689"/>
                <a:gd name="connsiteY3" fmla="*/ 105345 h 210689"/>
                <a:gd name="connsiteX4" fmla="*/ 105345 w 210689"/>
                <a:gd name="connsiteY4" fmla="*/ 210689 h 210689"/>
                <a:gd name="connsiteX5" fmla="*/ 105345 w 210689"/>
                <a:gd name="connsiteY5" fmla="*/ 79393 h 210689"/>
                <a:gd name="connsiteX6" fmla="*/ 79393 w 210689"/>
                <a:gd name="connsiteY6" fmla="*/ 105345 h 210689"/>
                <a:gd name="connsiteX7" fmla="*/ 105345 w 210689"/>
                <a:gd name="connsiteY7" fmla="*/ 131296 h 210689"/>
                <a:gd name="connsiteX8" fmla="*/ 131296 w 210689"/>
                <a:gd name="connsiteY8" fmla="*/ 105345 h 210689"/>
                <a:gd name="connsiteX9" fmla="*/ 105543 w 210689"/>
                <a:gd name="connsiteY9" fmla="*/ 79195 h 210689"/>
                <a:gd name="connsiteX10" fmla="*/ 105345 w 210689"/>
                <a:gd name="connsiteY10" fmla="*/ 79195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9" h="210689">
                  <a:moveTo>
                    <a:pt x="105345" y="210689"/>
                  </a:moveTo>
                  <a:cubicBezTo>
                    <a:pt x="47165" y="210689"/>
                    <a:pt x="0" y="163525"/>
                    <a:pt x="0" y="105345"/>
                  </a:cubicBezTo>
                  <a:cubicBezTo>
                    <a:pt x="0" y="47164"/>
                    <a:pt x="47165" y="0"/>
                    <a:pt x="105345" y="0"/>
                  </a:cubicBezTo>
                  <a:cubicBezTo>
                    <a:pt x="163525" y="0"/>
                    <a:pt x="210690" y="47164"/>
                    <a:pt x="210690" y="105345"/>
                  </a:cubicBezTo>
                  <a:cubicBezTo>
                    <a:pt x="210635" y="163500"/>
                    <a:pt x="163500" y="210635"/>
                    <a:pt x="105345" y="210689"/>
                  </a:cubicBezTo>
                  <a:close/>
                  <a:moveTo>
                    <a:pt x="105345" y="79393"/>
                  </a:moveTo>
                  <a:cubicBezTo>
                    <a:pt x="91014" y="79393"/>
                    <a:pt x="79393" y="91014"/>
                    <a:pt x="79393" y="105345"/>
                  </a:cubicBezTo>
                  <a:cubicBezTo>
                    <a:pt x="79393" y="119675"/>
                    <a:pt x="91014" y="131296"/>
                    <a:pt x="105345" y="131296"/>
                  </a:cubicBezTo>
                  <a:cubicBezTo>
                    <a:pt x="119675" y="131296"/>
                    <a:pt x="131296" y="119675"/>
                    <a:pt x="131296" y="105345"/>
                  </a:cubicBezTo>
                  <a:cubicBezTo>
                    <a:pt x="131406" y="91014"/>
                    <a:pt x="119879" y="79304"/>
                    <a:pt x="105543" y="79195"/>
                  </a:cubicBezTo>
                  <a:cubicBezTo>
                    <a:pt x="105479" y="79195"/>
                    <a:pt x="105409" y="79195"/>
                    <a:pt x="105345" y="791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F3EDF32-A0F5-B84E-8A6E-BC4D53ACFEE7}"/>
                </a:ext>
              </a:extLst>
            </p:cNvPr>
            <p:cNvSpPr/>
            <p:nvPr/>
          </p:nvSpPr>
          <p:spPr>
            <a:xfrm>
              <a:off x="1573257" y="4116530"/>
              <a:ext cx="210689" cy="210689"/>
            </a:xfrm>
            <a:custGeom>
              <a:avLst/>
              <a:gdLst>
                <a:gd name="connsiteX0" fmla="*/ 105295 w 210689"/>
                <a:gd name="connsiteY0" fmla="*/ 210689 h 210689"/>
                <a:gd name="connsiteX1" fmla="*/ 0 w 210689"/>
                <a:gd name="connsiteY1" fmla="*/ 105295 h 210689"/>
                <a:gd name="connsiteX2" fmla="*/ 105394 w 210689"/>
                <a:gd name="connsiteY2" fmla="*/ 0 h 210689"/>
                <a:gd name="connsiteX3" fmla="*/ 210690 w 210689"/>
                <a:gd name="connsiteY3" fmla="*/ 105345 h 210689"/>
                <a:gd name="connsiteX4" fmla="*/ 105295 w 210689"/>
                <a:gd name="connsiteY4" fmla="*/ 210689 h 210689"/>
                <a:gd name="connsiteX5" fmla="*/ 105295 w 210689"/>
                <a:gd name="connsiteY5" fmla="*/ 79393 h 210689"/>
                <a:gd name="connsiteX6" fmla="*/ 79393 w 210689"/>
                <a:gd name="connsiteY6" fmla="*/ 105394 h 210689"/>
                <a:gd name="connsiteX7" fmla="*/ 105394 w 210689"/>
                <a:gd name="connsiteY7" fmla="*/ 131296 h 210689"/>
                <a:gd name="connsiteX8" fmla="*/ 131297 w 210689"/>
                <a:gd name="connsiteY8" fmla="*/ 105345 h 210689"/>
                <a:gd name="connsiteX9" fmla="*/ 105544 w 210689"/>
                <a:gd name="connsiteY9" fmla="*/ 79195 h 210689"/>
                <a:gd name="connsiteX10" fmla="*/ 105295 w 210689"/>
                <a:gd name="connsiteY10" fmla="*/ 79195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9" h="210689">
                  <a:moveTo>
                    <a:pt x="105295" y="210689"/>
                  </a:moveTo>
                  <a:cubicBezTo>
                    <a:pt x="47115" y="210660"/>
                    <a:pt x="-27" y="163475"/>
                    <a:pt x="0" y="105295"/>
                  </a:cubicBezTo>
                  <a:cubicBezTo>
                    <a:pt x="27" y="47115"/>
                    <a:pt x="47214" y="-27"/>
                    <a:pt x="105394" y="0"/>
                  </a:cubicBezTo>
                  <a:cubicBezTo>
                    <a:pt x="163555" y="27"/>
                    <a:pt x="210690" y="47184"/>
                    <a:pt x="210690" y="105345"/>
                  </a:cubicBezTo>
                  <a:cubicBezTo>
                    <a:pt x="210608" y="163510"/>
                    <a:pt x="163461" y="210635"/>
                    <a:pt x="105295" y="210689"/>
                  </a:cubicBezTo>
                  <a:close/>
                  <a:moveTo>
                    <a:pt x="105295" y="79393"/>
                  </a:moveTo>
                  <a:cubicBezTo>
                    <a:pt x="90963" y="79423"/>
                    <a:pt x="79366" y="91064"/>
                    <a:pt x="79393" y="105394"/>
                  </a:cubicBezTo>
                  <a:cubicBezTo>
                    <a:pt x="79420" y="119725"/>
                    <a:pt x="91062" y="131326"/>
                    <a:pt x="105394" y="131296"/>
                  </a:cubicBezTo>
                  <a:cubicBezTo>
                    <a:pt x="119708" y="131267"/>
                    <a:pt x="131297" y="119660"/>
                    <a:pt x="131297" y="105345"/>
                  </a:cubicBezTo>
                  <a:cubicBezTo>
                    <a:pt x="131406" y="91014"/>
                    <a:pt x="119876" y="79304"/>
                    <a:pt x="105544" y="79195"/>
                  </a:cubicBezTo>
                  <a:cubicBezTo>
                    <a:pt x="105461" y="79195"/>
                    <a:pt x="105378" y="79195"/>
                    <a:pt x="105295" y="791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1" name="Picture Placeholder 63">
            <a:extLst>
              <a:ext uri="{FF2B5EF4-FFF2-40B4-BE49-F238E27FC236}">
                <a16:creationId xmlns:a16="http://schemas.microsoft.com/office/drawing/2014/main" id="{3A9C66AB-A132-477C-BA56-99E09273E3BD}"/>
              </a:ext>
            </a:extLst>
          </p:cNvPr>
          <p:cNvGrpSpPr>
            <a:grpSpLocks noChangeAspect="1"/>
          </p:cNvGrpSpPr>
          <p:nvPr/>
        </p:nvGrpSpPr>
        <p:grpSpPr>
          <a:xfrm>
            <a:off x="2827945" y="3843417"/>
            <a:ext cx="828616" cy="461472"/>
            <a:chOff x="2827945" y="3843417"/>
            <a:chExt cx="828616" cy="461472"/>
          </a:xfrm>
        </p:grpSpPr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2100EB3-05B2-D747-A019-CE86BD22A28B}"/>
                </a:ext>
              </a:extLst>
            </p:cNvPr>
            <p:cNvSpPr/>
            <p:nvPr/>
          </p:nvSpPr>
          <p:spPr>
            <a:xfrm>
              <a:off x="3028810" y="4159054"/>
              <a:ext cx="387041" cy="79393"/>
            </a:xfrm>
            <a:custGeom>
              <a:avLst/>
              <a:gdLst>
                <a:gd name="connsiteX0" fmla="*/ 347345 w 387041"/>
                <a:gd name="connsiteY0" fmla="*/ 79393 h 79393"/>
                <a:gd name="connsiteX1" fmla="*/ 39697 w 387041"/>
                <a:gd name="connsiteY1" fmla="*/ 79393 h 79393"/>
                <a:gd name="connsiteX2" fmla="*/ 0 w 387041"/>
                <a:gd name="connsiteY2" fmla="*/ 39697 h 79393"/>
                <a:gd name="connsiteX3" fmla="*/ 39697 w 387041"/>
                <a:gd name="connsiteY3" fmla="*/ 0 h 79393"/>
                <a:gd name="connsiteX4" fmla="*/ 347345 w 387041"/>
                <a:gd name="connsiteY4" fmla="*/ 0 h 79393"/>
                <a:gd name="connsiteX5" fmla="*/ 387042 w 387041"/>
                <a:gd name="connsiteY5" fmla="*/ 39697 h 79393"/>
                <a:gd name="connsiteX6" fmla="*/ 347345 w 3870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041" h="79393">
                  <a:moveTo>
                    <a:pt x="34734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47345" y="0"/>
                  </a:lnTo>
                  <a:cubicBezTo>
                    <a:pt x="369268" y="0"/>
                    <a:pt x="387042" y="17774"/>
                    <a:pt x="387042" y="39697"/>
                  </a:cubicBezTo>
                  <a:cubicBezTo>
                    <a:pt x="387042" y="61619"/>
                    <a:pt x="369268" y="79393"/>
                    <a:pt x="34734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455D398-16E1-D546-BEF5-20496E2351E3}"/>
                </a:ext>
              </a:extLst>
            </p:cNvPr>
            <p:cNvSpPr/>
            <p:nvPr/>
          </p:nvSpPr>
          <p:spPr>
            <a:xfrm>
              <a:off x="3178515" y="3876663"/>
              <a:ext cx="79393" cy="164145"/>
            </a:xfrm>
            <a:custGeom>
              <a:avLst/>
              <a:gdLst>
                <a:gd name="connsiteX0" fmla="*/ 39697 w 79393"/>
                <a:gd name="connsiteY0" fmla="*/ 164145 h 164145"/>
                <a:gd name="connsiteX1" fmla="*/ 0 w 79393"/>
                <a:gd name="connsiteY1" fmla="*/ 124449 h 164145"/>
                <a:gd name="connsiteX2" fmla="*/ 0 w 79393"/>
                <a:gd name="connsiteY2" fmla="*/ 39697 h 164145"/>
                <a:gd name="connsiteX3" fmla="*/ 39697 w 79393"/>
                <a:gd name="connsiteY3" fmla="*/ 0 h 164145"/>
                <a:gd name="connsiteX4" fmla="*/ 79393 w 79393"/>
                <a:gd name="connsiteY4" fmla="*/ 39697 h 164145"/>
                <a:gd name="connsiteX5" fmla="*/ 79393 w 79393"/>
                <a:gd name="connsiteY5" fmla="*/ 124449 h 164145"/>
                <a:gd name="connsiteX6" fmla="*/ 39697 w 79393"/>
                <a:gd name="connsiteY6" fmla="*/ 164145 h 16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4145">
                  <a:moveTo>
                    <a:pt x="39697" y="164145"/>
                  </a:moveTo>
                  <a:cubicBezTo>
                    <a:pt x="17773" y="164145"/>
                    <a:pt x="0" y="146373"/>
                    <a:pt x="0" y="12444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4449"/>
                  </a:lnTo>
                  <a:cubicBezTo>
                    <a:pt x="79393" y="146373"/>
                    <a:pt x="61621" y="164145"/>
                    <a:pt x="39697" y="16414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386A58F-63F0-2946-92AE-895D0D78BF89}"/>
                </a:ext>
              </a:extLst>
            </p:cNvPr>
            <p:cNvSpPr/>
            <p:nvPr/>
          </p:nvSpPr>
          <p:spPr>
            <a:xfrm>
              <a:off x="3053570" y="3971736"/>
              <a:ext cx="436067" cy="79393"/>
            </a:xfrm>
            <a:custGeom>
              <a:avLst/>
              <a:gdLst>
                <a:gd name="connsiteX0" fmla="*/ 396371 w 436067"/>
                <a:gd name="connsiteY0" fmla="*/ 79393 h 79393"/>
                <a:gd name="connsiteX1" fmla="*/ 39697 w 436067"/>
                <a:gd name="connsiteY1" fmla="*/ 79393 h 79393"/>
                <a:gd name="connsiteX2" fmla="*/ 0 w 436067"/>
                <a:gd name="connsiteY2" fmla="*/ 39697 h 79393"/>
                <a:gd name="connsiteX3" fmla="*/ 39697 w 436067"/>
                <a:gd name="connsiteY3" fmla="*/ 0 h 79393"/>
                <a:gd name="connsiteX4" fmla="*/ 396371 w 436067"/>
                <a:gd name="connsiteY4" fmla="*/ 0 h 79393"/>
                <a:gd name="connsiteX5" fmla="*/ 436067 w 436067"/>
                <a:gd name="connsiteY5" fmla="*/ 39697 h 79393"/>
                <a:gd name="connsiteX6" fmla="*/ 396371 w 43606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067" h="79393">
                  <a:moveTo>
                    <a:pt x="39637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371" y="0"/>
                  </a:lnTo>
                  <a:cubicBezTo>
                    <a:pt x="418293" y="0"/>
                    <a:pt x="436067" y="17773"/>
                    <a:pt x="436067" y="39697"/>
                  </a:cubicBezTo>
                  <a:cubicBezTo>
                    <a:pt x="436067" y="61620"/>
                    <a:pt x="418293" y="79393"/>
                    <a:pt x="39637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BBE5C89D-C9A3-4F48-A37C-92283ED55071}"/>
                </a:ext>
              </a:extLst>
            </p:cNvPr>
            <p:cNvSpPr/>
            <p:nvPr/>
          </p:nvSpPr>
          <p:spPr>
            <a:xfrm>
              <a:off x="2827945" y="3843417"/>
              <a:ext cx="828616" cy="395030"/>
            </a:xfrm>
            <a:custGeom>
              <a:avLst/>
              <a:gdLst>
                <a:gd name="connsiteX0" fmla="*/ 755724 w 828616"/>
                <a:gd name="connsiteY0" fmla="*/ 395030 h 395030"/>
                <a:gd name="connsiteX1" fmla="*/ 691217 w 828616"/>
                <a:gd name="connsiteY1" fmla="*/ 395030 h 395030"/>
                <a:gd name="connsiteX2" fmla="*/ 651520 w 828616"/>
                <a:gd name="connsiteY2" fmla="*/ 355334 h 395030"/>
                <a:gd name="connsiteX3" fmla="*/ 691217 w 828616"/>
                <a:gd name="connsiteY3" fmla="*/ 315637 h 395030"/>
                <a:gd name="connsiteX4" fmla="*/ 749273 w 828616"/>
                <a:gd name="connsiteY4" fmla="*/ 315637 h 395030"/>
                <a:gd name="connsiteX5" fmla="*/ 749273 w 828616"/>
                <a:gd name="connsiteY5" fmla="*/ 249592 h 395030"/>
                <a:gd name="connsiteX6" fmla="*/ 632317 w 828616"/>
                <a:gd name="connsiteY6" fmla="*/ 211632 h 395030"/>
                <a:gd name="connsiteX7" fmla="*/ 614652 w 828616"/>
                <a:gd name="connsiteY7" fmla="*/ 203445 h 395030"/>
                <a:gd name="connsiteX8" fmla="*/ 503154 w 828616"/>
                <a:gd name="connsiteY8" fmla="*/ 114128 h 395030"/>
                <a:gd name="connsiteX9" fmla="*/ 403417 w 828616"/>
                <a:gd name="connsiteY9" fmla="*/ 79393 h 395030"/>
                <a:gd name="connsiteX10" fmla="*/ 315687 w 828616"/>
                <a:gd name="connsiteY10" fmla="*/ 79393 h 395030"/>
                <a:gd name="connsiteX11" fmla="*/ 211484 w 828616"/>
                <a:gd name="connsiteY11" fmla="*/ 118048 h 395030"/>
                <a:gd name="connsiteX12" fmla="*/ 136010 w 828616"/>
                <a:gd name="connsiteY12" fmla="*/ 193918 h 395030"/>
                <a:gd name="connsiteX13" fmla="*/ 107875 w 828616"/>
                <a:gd name="connsiteY13" fmla="*/ 205579 h 395030"/>
                <a:gd name="connsiteX14" fmla="*/ 80832 w 828616"/>
                <a:gd name="connsiteY14" fmla="*/ 205579 h 395030"/>
                <a:gd name="connsiteX15" fmla="*/ 79393 w 828616"/>
                <a:gd name="connsiteY15" fmla="*/ 289189 h 395030"/>
                <a:gd name="connsiteX16" fmla="*/ 91253 w 828616"/>
                <a:gd name="connsiteY16" fmla="*/ 315637 h 395030"/>
                <a:gd name="connsiteX17" fmla="*/ 107875 w 828616"/>
                <a:gd name="connsiteY17" fmla="*/ 315637 h 395030"/>
                <a:gd name="connsiteX18" fmla="*/ 147572 w 828616"/>
                <a:gd name="connsiteY18" fmla="*/ 355334 h 395030"/>
                <a:gd name="connsiteX19" fmla="*/ 107875 w 828616"/>
                <a:gd name="connsiteY19" fmla="*/ 395030 h 395030"/>
                <a:gd name="connsiteX20" fmla="*/ 91253 w 828616"/>
                <a:gd name="connsiteY20" fmla="*/ 395030 h 395030"/>
                <a:gd name="connsiteX21" fmla="*/ 0 w 828616"/>
                <a:gd name="connsiteY21" fmla="*/ 288892 h 395030"/>
                <a:gd name="connsiteX22" fmla="*/ 0 w 828616"/>
                <a:gd name="connsiteY22" fmla="*/ 288197 h 395030"/>
                <a:gd name="connsiteX23" fmla="*/ 1737 w 828616"/>
                <a:gd name="connsiteY23" fmla="*/ 188956 h 395030"/>
                <a:gd name="connsiteX24" fmla="*/ 74630 w 828616"/>
                <a:gd name="connsiteY24" fmla="*/ 126384 h 395030"/>
                <a:gd name="connsiteX25" fmla="*/ 91401 w 828616"/>
                <a:gd name="connsiteY25" fmla="*/ 126384 h 395030"/>
                <a:gd name="connsiteX26" fmla="*/ 156256 w 828616"/>
                <a:gd name="connsiteY26" fmla="*/ 61033 h 395030"/>
                <a:gd name="connsiteX27" fmla="*/ 158241 w 828616"/>
                <a:gd name="connsiteY27" fmla="*/ 59148 h 395030"/>
                <a:gd name="connsiteX28" fmla="*/ 315687 w 828616"/>
                <a:gd name="connsiteY28" fmla="*/ 0 h 395030"/>
                <a:gd name="connsiteX29" fmla="*/ 403417 w 828616"/>
                <a:gd name="connsiteY29" fmla="*/ 0 h 395030"/>
                <a:gd name="connsiteX30" fmla="*/ 552725 w 828616"/>
                <a:gd name="connsiteY30" fmla="*/ 52399 h 395030"/>
                <a:gd name="connsiteX31" fmla="*/ 656532 w 828616"/>
                <a:gd name="connsiteY31" fmla="*/ 135415 h 395030"/>
                <a:gd name="connsiteX32" fmla="*/ 828617 w 828616"/>
                <a:gd name="connsiteY32" fmla="*/ 235252 h 395030"/>
                <a:gd name="connsiteX33" fmla="*/ 828617 w 828616"/>
                <a:gd name="connsiteY33" fmla="*/ 237683 h 395030"/>
                <a:gd name="connsiteX34" fmla="*/ 828617 w 828616"/>
                <a:gd name="connsiteY34" fmla="*/ 322038 h 395030"/>
                <a:gd name="connsiteX35" fmla="*/ 755724 w 828616"/>
                <a:gd name="connsiteY35" fmla="*/ 395030 h 39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28616" h="395030">
                  <a:moveTo>
                    <a:pt x="755724" y="395030"/>
                  </a:moveTo>
                  <a:lnTo>
                    <a:pt x="691217" y="395030"/>
                  </a:lnTo>
                  <a:cubicBezTo>
                    <a:pt x="669295" y="395030"/>
                    <a:pt x="651520" y="377256"/>
                    <a:pt x="651520" y="355334"/>
                  </a:cubicBezTo>
                  <a:cubicBezTo>
                    <a:pt x="651520" y="333411"/>
                    <a:pt x="669295" y="315637"/>
                    <a:pt x="691217" y="315637"/>
                  </a:cubicBezTo>
                  <a:lnTo>
                    <a:pt x="749273" y="315637"/>
                  </a:lnTo>
                  <a:lnTo>
                    <a:pt x="749273" y="249592"/>
                  </a:lnTo>
                  <a:cubicBezTo>
                    <a:pt x="739994" y="242645"/>
                    <a:pt x="710867" y="225973"/>
                    <a:pt x="632317" y="211632"/>
                  </a:cubicBezTo>
                  <a:cubicBezTo>
                    <a:pt x="625842" y="210412"/>
                    <a:pt x="619768" y="207598"/>
                    <a:pt x="614652" y="203445"/>
                  </a:cubicBezTo>
                  <a:lnTo>
                    <a:pt x="503154" y="114128"/>
                  </a:lnTo>
                  <a:cubicBezTo>
                    <a:pt x="474791" y="91607"/>
                    <a:pt x="439633" y="79363"/>
                    <a:pt x="403417" y="79393"/>
                  </a:cubicBezTo>
                  <a:lnTo>
                    <a:pt x="315687" y="79393"/>
                  </a:lnTo>
                  <a:cubicBezTo>
                    <a:pt x="277440" y="79357"/>
                    <a:pt x="240455" y="93077"/>
                    <a:pt x="211484" y="118048"/>
                  </a:cubicBezTo>
                  <a:lnTo>
                    <a:pt x="136010" y="193918"/>
                  </a:lnTo>
                  <a:cubicBezTo>
                    <a:pt x="128555" y="201391"/>
                    <a:pt x="118431" y="205587"/>
                    <a:pt x="107875" y="205579"/>
                  </a:cubicBezTo>
                  <a:lnTo>
                    <a:pt x="80832" y="205579"/>
                  </a:lnTo>
                  <a:lnTo>
                    <a:pt x="79393" y="289189"/>
                  </a:lnTo>
                  <a:cubicBezTo>
                    <a:pt x="79393" y="315637"/>
                    <a:pt x="87432" y="315637"/>
                    <a:pt x="91253" y="315637"/>
                  </a:cubicBezTo>
                  <a:lnTo>
                    <a:pt x="107875" y="315637"/>
                  </a:lnTo>
                  <a:cubicBezTo>
                    <a:pt x="129799" y="315637"/>
                    <a:pt x="147572" y="333411"/>
                    <a:pt x="147572" y="355334"/>
                  </a:cubicBezTo>
                  <a:cubicBezTo>
                    <a:pt x="147572" y="377256"/>
                    <a:pt x="129799" y="395030"/>
                    <a:pt x="107875" y="395030"/>
                  </a:cubicBezTo>
                  <a:lnTo>
                    <a:pt x="91253" y="395030"/>
                  </a:lnTo>
                  <a:cubicBezTo>
                    <a:pt x="35826" y="395030"/>
                    <a:pt x="0" y="353349"/>
                    <a:pt x="0" y="288892"/>
                  </a:cubicBezTo>
                  <a:lnTo>
                    <a:pt x="0" y="288197"/>
                  </a:lnTo>
                  <a:lnTo>
                    <a:pt x="1737" y="188956"/>
                  </a:lnTo>
                  <a:cubicBezTo>
                    <a:pt x="1737" y="160027"/>
                    <a:pt x="21089" y="126384"/>
                    <a:pt x="74630" y="126384"/>
                  </a:cubicBezTo>
                  <a:lnTo>
                    <a:pt x="91401" y="126384"/>
                  </a:lnTo>
                  <a:lnTo>
                    <a:pt x="156256" y="61033"/>
                  </a:lnTo>
                  <a:lnTo>
                    <a:pt x="158241" y="59148"/>
                  </a:lnTo>
                  <a:cubicBezTo>
                    <a:pt x="201821" y="21004"/>
                    <a:pt x="257771" y="-14"/>
                    <a:pt x="315687" y="0"/>
                  </a:cubicBezTo>
                  <a:lnTo>
                    <a:pt x="403417" y="0"/>
                  </a:lnTo>
                  <a:cubicBezTo>
                    <a:pt x="457682" y="67"/>
                    <a:pt x="510320" y="18540"/>
                    <a:pt x="552725" y="52399"/>
                  </a:cubicBezTo>
                  <a:lnTo>
                    <a:pt x="656532" y="135415"/>
                  </a:lnTo>
                  <a:cubicBezTo>
                    <a:pt x="735429" y="150797"/>
                    <a:pt x="825243" y="180073"/>
                    <a:pt x="828617" y="235252"/>
                  </a:cubicBezTo>
                  <a:cubicBezTo>
                    <a:pt x="828617" y="236046"/>
                    <a:pt x="828617" y="236840"/>
                    <a:pt x="828617" y="237683"/>
                  </a:cubicBezTo>
                  <a:lnTo>
                    <a:pt x="828617" y="322038"/>
                  </a:lnTo>
                  <a:cubicBezTo>
                    <a:pt x="828617" y="362310"/>
                    <a:pt x="795996" y="394976"/>
                    <a:pt x="755724" y="39503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AF66DE3-7D6D-454D-8981-8EA3B11B17F4}"/>
                </a:ext>
              </a:extLst>
            </p:cNvPr>
            <p:cNvSpPr/>
            <p:nvPr/>
          </p:nvSpPr>
          <p:spPr>
            <a:xfrm>
              <a:off x="3339783" y="4092612"/>
              <a:ext cx="212277" cy="212277"/>
            </a:xfrm>
            <a:custGeom>
              <a:avLst/>
              <a:gdLst>
                <a:gd name="connsiteX0" fmla="*/ 106139 w 212277"/>
                <a:gd name="connsiteY0" fmla="*/ 212277 h 212277"/>
                <a:gd name="connsiteX1" fmla="*/ 0 w 212277"/>
                <a:gd name="connsiteY1" fmla="*/ 106139 h 212277"/>
                <a:gd name="connsiteX2" fmla="*/ 106139 w 212277"/>
                <a:gd name="connsiteY2" fmla="*/ 0 h 212277"/>
                <a:gd name="connsiteX3" fmla="*/ 212278 w 212277"/>
                <a:gd name="connsiteY3" fmla="*/ 106139 h 212277"/>
                <a:gd name="connsiteX4" fmla="*/ 106139 w 212277"/>
                <a:gd name="connsiteY4" fmla="*/ 212277 h 212277"/>
                <a:gd name="connsiteX5" fmla="*/ 106139 w 212277"/>
                <a:gd name="connsiteY5" fmla="*/ 79393 h 212277"/>
                <a:gd name="connsiteX6" fmla="*/ 79393 w 212277"/>
                <a:gd name="connsiteY6" fmla="*/ 106139 h 212277"/>
                <a:gd name="connsiteX7" fmla="*/ 106139 w 212277"/>
                <a:gd name="connsiteY7" fmla="*/ 132884 h 212277"/>
                <a:gd name="connsiteX8" fmla="*/ 132884 w 212277"/>
                <a:gd name="connsiteY8" fmla="*/ 106139 h 212277"/>
                <a:gd name="connsiteX9" fmla="*/ 106139 w 212277"/>
                <a:gd name="connsiteY9" fmla="*/ 79393 h 21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77" h="212277">
                  <a:moveTo>
                    <a:pt x="106139" y="212277"/>
                  </a:moveTo>
                  <a:cubicBezTo>
                    <a:pt x="47522" y="212277"/>
                    <a:pt x="0" y="164756"/>
                    <a:pt x="0" y="106139"/>
                  </a:cubicBezTo>
                  <a:cubicBezTo>
                    <a:pt x="0" y="47522"/>
                    <a:pt x="47522" y="0"/>
                    <a:pt x="106139" y="0"/>
                  </a:cubicBezTo>
                  <a:cubicBezTo>
                    <a:pt x="164756" y="0"/>
                    <a:pt x="212278" y="47522"/>
                    <a:pt x="212278" y="106139"/>
                  </a:cubicBezTo>
                  <a:cubicBezTo>
                    <a:pt x="212193" y="164726"/>
                    <a:pt x="164726" y="212193"/>
                    <a:pt x="106139" y="212277"/>
                  </a:cubicBezTo>
                  <a:close/>
                  <a:moveTo>
                    <a:pt x="106139" y="79393"/>
                  </a:moveTo>
                  <a:cubicBezTo>
                    <a:pt x="91367" y="79393"/>
                    <a:pt x="79393" y="91367"/>
                    <a:pt x="79393" y="106139"/>
                  </a:cubicBezTo>
                  <a:cubicBezTo>
                    <a:pt x="79393" y="120911"/>
                    <a:pt x="91367" y="132884"/>
                    <a:pt x="106139" y="132884"/>
                  </a:cubicBezTo>
                  <a:cubicBezTo>
                    <a:pt x="120911" y="132884"/>
                    <a:pt x="132884" y="120911"/>
                    <a:pt x="132884" y="106139"/>
                  </a:cubicBezTo>
                  <a:cubicBezTo>
                    <a:pt x="132855" y="91377"/>
                    <a:pt x="120901" y="79423"/>
                    <a:pt x="10613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70CE3D17-3BF5-C84F-8EEB-70FBE4DBA9C6}"/>
                </a:ext>
              </a:extLst>
            </p:cNvPr>
            <p:cNvSpPr/>
            <p:nvPr/>
          </p:nvSpPr>
          <p:spPr>
            <a:xfrm>
              <a:off x="2896124" y="4092612"/>
              <a:ext cx="212277" cy="212277"/>
            </a:xfrm>
            <a:custGeom>
              <a:avLst/>
              <a:gdLst>
                <a:gd name="connsiteX0" fmla="*/ 106139 w 212277"/>
                <a:gd name="connsiteY0" fmla="*/ 212277 h 212277"/>
                <a:gd name="connsiteX1" fmla="*/ 0 w 212277"/>
                <a:gd name="connsiteY1" fmla="*/ 106139 h 212277"/>
                <a:gd name="connsiteX2" fmla="*/ 106139 w 212277"/>
                <a:gd name="connsiteY2" fmla="*/ 0 h 212277"/>
                <a:gd name="connsiteX3" fmla="*/ 212278 w 212277"/>
                <a:gd name="connsiteY3" fmla="*/ 106139 h 212277"/>
                <a:gd name="connsiteX4" fmla="*/ 106139 w 212277"/>
                <a:gd name="connsiteY4" fmla="*/ 212277 h 212277"/>
                <a:gd name="connsiteX5" fmla="*/ 106139 w 212277"/>
                <a:gd name="connsiteY5" fmla="*/ 79393 h 212277"/>
                <a:gd name="connsiteX6" fmla="*/ 79393 w 212277"/>
                <a:gd name="connsiteY6" fmla="*/ 106139 h 212277"/>
                <a:gd name="connsiteX7" fmla="*/ 106139 w 212277"/>
                <a:gd name="connsiteY7" fmla="*/ 132884 h 212277"/>
                <a:gd name="connsiteX8" fmla="*/ 132884 w 212277"/>
                <a:gd name="connsiteY8" fmla="*/ 106139 h 212277"/>
                <a:gd name="connsiteX9" fmla="*/ 106139 w 212277"/>
                <a:gd name="connsiteY9" fmla="*/ 79393 h 21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77" h="212277">
                  <a:moveTo>
                    <a:pt x="106139" y="212277"/>
                  </a:moveTo>
                  <a:cubicBezTo>
                    <a:pt x="47520" y="212277"/>
                    <a:pt x="0" y="164756"/>
                    <a:pt x="0" y="106139"/>
                  </a:cubicBezTo>
                  <a:cubicBezTo>
                    <a:pt x="0" y="47522"/>
                    <a:pt x="47520" y="0"/>
                    <a:pt x="106139" y="0"/>
                  </a:cubicBezTo>
                  <a:cubicBezTo>
                    <a:pt x="164758" y="0"/>
                    <a:pt x="212278" y="47522"/>
                    <a:pt x="212278" y="106139"/>
                  </a:cubicBezTo>
                  <a:cubicBezTo>
                    <a:pt x="212196" y="164726"/>
                    <a:pt x="164724" y="212193"/>
                    <a:pt x="106139" y="212277"/>
                  </a:cubicBezTo>
                  <a:close/>
                  <a:moveTo>
                    <a:pt x="106139" y="79393"/>
                  </a:moveTo>
                  <a:cubicBezTo>
                    <a:pt x="91368" y="79393"/>
                    <a:pt x="79393" y="91367"/>
                    <a:pt x="79393" y="106139"/>
                  </a:cubicBezTo>
                  <a:cubicBezTo>
                    <a:pt x="79393" y="120911"/>
                    <a:pt x="91368" y="132884"/>
                    <a:pt x="106139" y="132884"/>
                  </a:cubicBezTo>
                  <a:cubicBezTo>
                    <a:pt x="120910" y="132884"/>
                    <a:pt x="132884" y="120911"/>
                    <a:pt x="132884" y="106139"/>
                  </a:cubicBezTo>
                  <a:cubicBezTo>
                    <a:pt x="132857" y="91377"/>
                    <a:pt x="120898" y="79423"/>
                    <a:pt x="10613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5" name="Picture Placeholder 65">
            <a:extLst>
              <a:ext uri="{FF2B5EF4-FFF2-40B4-BE49-F238E27FC236}">
                <a16:creationId xmlns:a16="http://schemas.microsoft.com/office/drawing/2014/main" id="{07AAA1FC-946F-4EE5-BE8A-6EE725E39A96}"/>
              </a:ext>
            </a:extLst>
          </p:cNvPr>
          <p:cNvGrpSpPr>
            <a:grpSpLocks noChangeAspect="1"/>
          </p:cNvGrpSpPr>
          <p:nvPr/>
        </p:nvGrpSpPr>
        <p:grpSpPr>
          <a:xfrm>
            <a:off x="4152896" y="3862571"/>
            <a:ext cx="813780" cy="423165"/>
            <a:chOff x="4152896" y="3862571"/>
            <a:chExt cx="813780" cy="423165"/>
          </a:xfrm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BCE3B35B-0C5D-2D4B-AE0C-EED6B31C91F8}"/>
                </a:ext>
              </a:extLst>
            </p:cNvPr>
            <p:cNvSpPr/>
            <p:nvPr/>
          </p:nvSpPr>
          <p:spPr>
            <a:xfrm>
              <a:off x="4157759" y="3971191"/>
              <a:ext cx="443509" cy="200219"/>
            </a:xfrm>
            <a:custGeom>
              <a:avLst/>
              <a:gdLst>
                <a:gd name="connsiteX0" fmla="*/ 403814 w 443509"/>
                <a:gd name="connsiteY0" fmla="*/ 200219 h 200219"/>
                <a:gd name="connsiteX1" fmla="*/ 39796 w 443509"/>
                <a:gd name="connsiteY1" fmla="*/ 200219 h 200219"/>
                <a:gd name="connsiteX2" fmla="*/ 99 w 443509"/>
                <a:gd name="connsiteY2" fmla="*/ 160523 h 200219"/>
                <a:gd name="connsiteX3" fmla="*/ 39796 w 443509"/>
                <a:gd name="connsiteY3" fmla="*/ 120826 h 200219"/>
                <a:gd name="connsiteX4" fmla="*/ 334146 w 443509"/>
                <a:gd name="connsiteY4" fmla="*/ 120826 h 200219"/>
                <a:gd name="connsiteX5" fmla="*/ 309931 w 443509"/>
                <a:gd name="connsiteY5" fmla="*/ 79939 h 200219"/>
                <a:gd name="connsiteX6" fmla="*/ 39697 w 443509"/>
                <a:gd name="connsiteY6" fmla="*/ 79393 h 200219"/>
                <a:gd name="connsiteX7" fmla="*/ 0 w 443509"/>
                <a:gd name="connsiteY7" fmla="*/ 39697 h 200219"/>
                <a:gd name="connsiteX8" fmla="*/ 39697 w 443509"/>
                <a:gd name="connsiteY8" fmla="*/ 0 h 200219"/>
                <a:gd name="connsiteX9" fmla="*/ 39697 w 443509"/>
                <a:gd name="connsiteY9" fmla="*/ 0 h 200219"/>
                <a:gd name="connsiteX10" fmla="*/ 332459 w 443509"/>
                <a:gd name="connsiteY10" fmla="*/ 595 h 200219"/>
                <a:gd name="connsiteX11" fmla="*/ 366499 w 443509"/>
                <a:gd name="connsiteY11" fmla="*/ 20047 h 200219"/>
                <a:gd name="connsiteX12" fmla="*/ 437953 w 443509"/>
                <a:gd name="connsiteY12" fmla="*/ 140178 h 200219"/>
                <a:gd name="connsiteX13" fmla="*/ 424052 w 443509"/>
                <a:gd name="connsiteY13" fmla="*/ 194568 h 200219"/>
                <a:gd name="connsiteX14" fmla="*/ 403814 w 443509"/>
                <a:gd name="connsiteY14" fmla="*/ 200120 h 20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3509" h="200219">
                  <a:moveTo>
                    <a:pt x="403814" y="200219"/>
                  </a:moveTo>
                  <a:lnTo>
                    <a:pt x="39796" y="200219"/>
                  </a:lnTo>
                  <a:cubicBezTo>
                    <a:pt x="17872" y="200219"/>
                    <a:pt x="99" y="182445"/>
                    <a:pt x="99" y="160523"/>
                  </a:cubicBezTo>
                  <a:cubicBezTo>
                    <a:pt x="99" y="138599"/>
                    <a:pt x="17872" y="120826"/>
                    <a:pt x="39796" y="120826"/>
                  </a:cubicBezTo>
                  <a:lnTo>
                    <a:pt x="334146" y="120826"/>
                  </a:lnTo>
                  <a:lnTo>
                    <a:pt x="309931" y="7993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332459" y="595"/>
                  </a:lnTo>
                  <a:cubicBezTo>
                    <a:pt x="346439" y="633"/>
                    <a:pt x="359369" y="8021"/>
                    <a:pt x="366499" y="20047"/>
                  </a:cubicBezTo>
                  <a:lnTo>
                    <a:pt x="437953" y="140178"/>
                  </a:lnTo>
                  <a:cubicBezTo>
                    <a:pt x="449134" y="159037"/>
                    <a:pt x="442910" y="183388"/>
                    <a:pt x="424052" y="194568"/>
                  </a:cubicBezTo>
                  <a:cubicBezTo>
                    <a:pt x="417926" y="198200"/>
                    <a:pt x="410936" y="200120"/>
                    <a:pt x="403814" y="2001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F61689DD-F970-464E-85D4-36A194BB1B42}"/>
                </a:ext>
              </a:extLst>
            </p:cNvPr>
            <p:cNvSpPr/>
            <p:nvPr/>
          </p:nvSpPr>
          <p:spPr>
            <a:xfrm>
              <a:off x="4597354" y="3971786"/>
              <a:ext cx="328136" cy="198136"/>
            </a:xfrm>
            <a:custGeom>
              <a:avLst/>
              <a:gdLst>
                <a:gd name="connsiteX0" fmla="*/ 288440 w 328136"/>
                <a:gd name="connsiteY0" fmla="*/ 198136 h 198136"/>
                <a:gd name="connsiteX1" fmla="*/ 106927 w 328136"/>
                <a:gd name="connsiteY1" fmla="*/ 198136 h 198136"/>
                <a:gd name="connsiteX2" fmla="*/ 72193 w 328136"/>
                <a:gd name="connsiteY2" fmla="*/ 177990 h 198136"/>
                <a:gd name="connsiteX3" fmla="*/ 5155 w 328136"/>
                <a:gd name="connsiteY3" fmla="*/ 59248 h 198136"/>
                <a:gd name="connsiteX4" fmla="*/ 20153 w 328136"/>
                <a:gd name="connsiteY4" fmla="*/ 5149 h 198136"/>
                <a:gd name="connsiteX5" fmla="*/ 39890 w 328136"/>
                <a:gd name="connsiteY5" fmla="*/ 0 h 198136"/>
                <a:gd name="connsiteX6" fmla="*/ 202596 w 328136"/>
                <a:gd name="connsiteY6" fmla="*/ 0 h 198136"/>
                <a:gd name="connsiteX7" fmla="*/ 242293 w 328136"/>
                <a:gd name="connsiteY7" fmla="*/ 39697 h 198136"/>
                <a:gd name="connsiteX8" fmla="*/ 202596 w 328136"/>
                <a:gd name="connsiteY8" fmla="*/ 79394 h 198136"/>
                <a:gd name="connsiteX9" fmla="*/ 107771 w 328136"/>
                <a:gd name="connsiteY9" fmla="*/ 79394 h 198136"/>
                <a:gd name="connsiteX10" fmla="*/ 130051 w 328136"/>
                <a:gd name="connsiteY10" fmla="*/ 118743 h 198136"/>
                <a:gd name="connsiteX11" fmla="*/ 288440 w 328136"/>
                <a:gd name="connsiteY11" fmla="*/ 118743 h 198136"/>
                <a:gd name="connsiteX12" fmla="*/ 328137 w 328136"/>
                <a:gd name="connsiteY12" fmla="*/ 158439 h 198136"/>
                <a:gd name="connsiteX13" fmla="*/ 288440 w 328136"/>
                <a:gd name="connsiteY13" fmla="*/ 198136 h 19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136" h="198136">
                  <a:moveTo>
                    <a:pt x="288440" y="198136"/>
                  </a:moveTo>
                  <a:lnTo>
                    <a:pt x="106927" y="198136"/>
                  </a:lnTo>
                  <a:cubicBezTo>
                    <a:pt x="92557" y="198205"/>
                    <a:pt x="79269" y="190499"/>
                    <a:pt x="72193" y="177990"/>
                  </a:cubicBezTo>
                  <a:lnTo>
                    <a:pt x="5155" y="59248"/>
                  </a:lnTo>
                  <a:cubicBezTo>
                    <a:pt x="-5642" y="40167"/>
                    <a:pt x="1072" y="15946"/>
                    <a:pt x="20153" y="5149"/>
                  </a:cubicBezTo>
                  <a:cubicBezTo>
                    <a:pt x="26170" y="1743"/>
                    <a:pt x="32973" y="-32"/>
                    <a:pt x="39890" y="0"/>
                  </a:cubicBezTo>
                  <a:lnTo>
                    <a:pt x="202596" y="0"/>
                  </a:lnTo>
                  <a:cubicBezTo>
                    <a:pt x="224519" y="0"/>
                    <a:pt x="242293" y="17773"/>
                    <a:pt x="242293" y="39697"/>
                  </a:cubicBezTo>
                  <a:cubicBezTo>
                    <a:pt x="242293" y="61621"/>
                    <a:pt x="224519" y="79394"/>
                    <a:pt x="202596" y="79394"/>
                  </a:cubicBezTo>
                  <a:lnTo>
                    <a:pt x="107771" y="79394"/>
                  </a:lnTo>
                  <a:lnTo>
                    <a:pt x="130051" y="118743"/>
                  </a:lnTo>
                  <a:lnTo>
                    <a:pt x="288440" y="118743"/>
                  </a:lnTo>
                  <a:cubicBezTo>
                    <a:pt x="310363" y="118743"/>
                    <a:pt x="328137" y="136515"/>
                    <a:pt x="328137" y="158439"/>
                  </a:cubicBezTo>
                  <a:cubicBezTo>
                    <a:pt x="328137" y="180362"/>
                    <a:pt x="310363" y="198136"/>
                    <a:pt x="288440" y="1981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B1C2C961-1378-0D42-9910-ADC30D4027C7}"/>
                </a:ext>
              </a:extLst>
            </p:cNvPr>
            <p:cNvSpPr/>
            <p:nvPr/>
          </p:nvSpPr>
          <p:spPr>
            <a:xfrm>
              <a:off x="4152896" y="3862571"/>
              <a:ext cx="813780" cy="423165"/>
            </a:xfrm>
            <a:custGeom>
              <a:avLst/>
              <a:gdLst>
                <a:gd name="connsiteX0" fmla="*/ 602197 w 813780"/>
                <a:gd name="connsiteY0" fmla="*/ 423165 h 423165"/>
                <a:gd name="connsiteX1" fmla="*/ 39697 w 813780"/>
                <a:gd name="connsiteY1" fmla="*/ 423165 h 423165"/>
                <a:gd name="connsiteX2" fmla="*/ 0 w 813780"/>
                <a:gd name="connsiteY2" fmla="*/ 383469 h 423165"/>
                <a:gd name="connsiteX3" fmla="*/ 39697 w 813780"/>
                <a:gd name="connsiteY3" fmla="*/ 343772 h 423165"/>
                <a:gd name="connsiteX4" fmla="*/ 602197 w 813780"/>
                <a:gd name="connsiteY4" fmla="*/ 343772 h 423165"/>
                <a:gd name="connsiteX5" fmla="*/ 734387 w 813780"/>
                <a:gd name="connsiteY5" fmla="*/ 289735 h 423165"/>
                <a:gd name="connsiteX6" fmla="*/ 623286 w 813780"/>
                <a:gd name="connsiteY6" fmla="*/ 174417 h 423165"/>
                <a:gd name="connsiteX7" fmla="*/ 566470 w 813780"/>
                <a:gd name="connsiteY7" fmla="*/ 120380 h 423165"/>
                <a:gd name="connsiteX8" fmla="*/ 464351 w 813780"/>
                <a:gd name="connsiteY8" fmla="*/ 79393 h 423165"/>
                <a:gd name="connsiteX9" fmla="*/ 39697 w 813780"/>
                <a:gd name="connsiteY9" fmla="*/ 79393 h 423165"/>
                <a:gd name="connsiteX10" fmla="*/ 0 w 813780"/>
                <a:gd name="connsiteY10" fmla="*/ 39697 h 423165"/>
                <a:gd name="connsiteX11" fmla="*/ 39697 w 813780"/>
                <a:gd name="connsiteY11" fmla="*/ 0 h 423165"/>
                <a:gd name="connsiteX12" fmla="*/ 464351 w 813780"/>
                <a:gd name="connsiteY12" fmla="*/ 0 h 423165"/>
                <a:gd name="connsiteX13" fmla="*/ 621301 w 813780"/>
                <a:gd name="connsiteY13" fmla="*/ 62969 h 423165"/>
                <a:gd name="connsiteX14" fmla="*/ 677968 w 813780"/>
                <a:gd name="connsiteY14" fmla="*/ 116857 h 423165"/>
                <a:gd name="connsiteX15" fmla="*/ 813780 w 813780"/>
                <a:gd name="connsiteY15" fmla="*/ 289735 h 423165"/>
                <a:gd name="connsiteX16" fmla="*/ 602197 w 813780"/>
                <a:gd name="connsiteY16" fmla="*/ 423165 h 423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3780" h="423165">
                  <a:moveTo>
                    <a:pt x="602197" y="423165"/>
                  </a:moveTo>
                  <a:lnTo>
                    <a:pt x="39697" y="423165"/>
                  </a:lnTo>
                  <a:cubicBezTo>
                    <a:pt x="17773" y="423165"/>
                    <a:pt x="0" y="405391"/>
                    <a:pt x="0" y="383469"/>
                  </a:cubicBezTo>
                  <a:cubicBezTo>
                    <a:pt x="0" y="361546"/>
                    <a:pt x="17773" y="343772"/>
                    <a:pt x="39697" y="343772"/>
                  </a:cubicBezTo>
                  <a:lnTo>
                    <a:pt x="602197" y="343772"/>
                  </a:lnTo>
                  <a:cubicBezTo>
                    <a:pt x="653307" y="343772"/>
                    <a:pt x="734387" y="328886"/>
                    <a:pt x="734387" y="289735"/>
                  </a:cubicBezTo>
                  <a:cubicBezTo>
                    <a:pt x="734387" y="279811"/>
                    <a:pt x="692557" y="240115"/>
                    <a:pt x="623286" y="174417"/>
                  </a:cubicBezTo>
                  <a:lnTo>
                    <a:pt x="566470" y="120380"/>
                  </a:lnTo>
                  <a:cubicBezTo>
                    <a:pt x="539005" y="94032"/>
                    <a:pt x="502410" y="79343"/>
                    <a:pt x="464351" y="79393"/>
                  </a:cubicBezTo>
                  <a:lnTo>
                    <a:pt x="39697" y="79393"/>
                  </a:lnTo>
                  <a:cubicBezTo>
                    <a:pt x="17773" y="79393"/>
                    <a:pt x="0" y="61621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4351" y="0"/>
                  </a:lnTo>
                  <a:cubicBezTo>
                    <a:pt x="522839" y="-74"/>
                    <a:pt x="579084" y="22492"/>
                    <a:pt x="621301" y="62969"/>
                  </a:cubicBezTo>
                  <a:lnTo>
                    <a:pt x="677968" y="116857"/>
                  </a:lnTo>
                  <a:cubicBezTo>
                    <a:pt x="793039" y="226022"/>
                    <a:pt x="813780" y="245871"/>
                    <a:pt x="813780" y="289735"/>
                  </a:cubicBezTo>
                  <a:cubicBezTo>
                    <a:pt x="813780" y="370766"/>
                    <a:pt x="730715" y="423165"/>
                    <a:pt x="602197" y="4231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0D2CD2A-6DE6-A245-87BC-536B16509B86}"/>
                </a:ext>
              </a:extLst>
            </p:cNvPr>
            <p:cNvSpPr/>
            <p:nvPr/>
          </p:nvSpPr>
          <p:spPr>
            <a:xfrm>
              <a:off x="4294315" y="3971191"/>
              <a:ext cx="79393" cy="200219"/>
            </a:xfrm>
            <a:custGeom>
              <a:avLst/>
              <a:gdLst>
                <a:gd name="connsiteX0" fmla="*/ 39697 w 79393"/>
                <a:gd name="connsiteY0" fmla="*/ 200219 h 200219"/>
                <a:gd name="connsiteX1" fmla="*/ 0 w 79393"/>
                <a:gd name="connsiteY1" fmla="*/ 160523 h 200219"/>
                <a:gd name="connsiteX2" fmla="*/ 0 w 79393"/>
                <a:gd name="connsiteY2" fmla="*/ 39697 h 200219"/>
                <a:gd name="connsiteX3" fmla="*/ 39697 w 79393"/>
                <a:gd name="connsiteY3" fmla="*/ 0 h 200219"/>
                <a:gd name="connsiteX4" fmla="*/ 79393 w 79393"/>
                <a:gd name="connsiteY4" fmla="*/ 39697 h 200219"/>
                <a:gd name="connsiteX5" fmla="*/ 79393 w 79393"/>
                <a:gd name="connsiteY5" fmla="*/ 160523 h 200219"/>
                <a:gd name="connsiteX6" fmla="*/ 39697 w 79393"/>
                <a:gd name="connsiteY6" fmla="*/ 200219 h 20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0219">
                  <a:moveTo>
                    <a:pt x="39697" y="200219"/>
                  </a:moveTo>
                  <a:cubicBezTo>
                    <a:pt x="17773" y="200219"/>
                    <a:pt x="0" y="182445"/>
                    <a:pt x="0" y="1605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0523"/>
                  </a:lnTo>
                  <a:cubicBezTo>
                    <a:pt x="79393" y="182445"/>
                    <a:pt x="61621" y="200219"/>
                    <a:pt x="39697" y="20021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5" name="Picture Placeholder 75">
            <a:extLst>
              <a:ext uri="{FF2B5EF4-FFF2-40B4-BE49-F238E27FC236}">
                <a16:creationId xmlns:a16="http://schemas.microsoft.com/office/drawing/2014/main" id="{E1750AC9-4B1E-46F3-BFEC-807310C1612D}"/>
              </a:ext>
            </a:extLst>
          </p:cNvPr>
          <p:cNvGrpSpPr>
            <a:grpSpLocks noChangeAspect="1"/>
          </p:cNvGrpSpPr>
          <p:nvPr/>
        </p:nvGrpSpPr>
        <p:grpSpPr>
          <a:xfrm>
            <a:off x="1538053" y="4789942"/>
            <a:ext cx="803657" cy="805668"/>
            <a:chOff x="1538053" y="4789942"/>
            <a:chExt cx="803657" cy="805668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3D3EA111-5375-8F4F-A676-FA5D875F3F9A}"/>
                </a:ext>
              </a:extLst>
            </p:cNvPr>
            <p:cNvSpPr/>
            <p:nvPr/>
          </p:nvSpPr>
          <p:spPr>
            <a:xfrm>
              <a:off x="1538053" y="5117736"/>
              <a:ext cx="433883" cy="477874"/>
            </a:xfrm>
            <a:custGeom>
              <a:avLst/>
              <a:gdLst>
                <a:gd name="connsiteX0" fmla="*/ 216942 w 433883"/>
                <a:gd name="connsiteY0" fmla="*/ 477874 h 477874"/>
                <a:gd name="connsiteX1" fmla="*/ 197639 w 433883"/>
                <a:gd name="connsiteY1" fmla="*/ 472912 h 477874"/>
                <a:gd name="connsiteX2" fmla="*/ 20394 w 433883"/>
                <a:gd name="connsiteY2" fmla="*/ 374266 h 477874"/>
                <a:gd name="connsiteX3" fmla="*/ 0 w 433883"/>
                <a:gd name="connsiteY3" fmla="*/ 339532 h 477874"/>
                <a:gd name="connsiteX4" fmla="*/ 0 w 433883"/>
                <a:gd name="connsiteY4" fmla="*/ 133209 h 477874"/>
                <a:gd name="connsiteX5" fmla="*/ 21188 w 433883"/>
                <a:gd name="connsiteY5" fmla="*/ 98127 h 477874"/>
                <a:gd name="connsiteX6" fmla="*/ 198433 w 433883"/>
                <a:gd name="connsiteY6" fmla="*/ 4592 h 477874"/>
                <a:gd name="connsiteX7" fmla="*/ 235500 w 433883"/>
                <a:gd name="connsiteY7" fmla="*/ 4592 h 477874"/>
                <a:gd name="connsiteX8" fmla="*/ 412745 w 433883"/>
                <a:gd name="connsiteY8" fmla="*/ 98127 h 477874"/>
                <a:gd name="connsiteX9" fmla="*/ 433884 w 433883"/>
                <a:gd name="connsiteY9" fmla="*/ 133209 h 477874"/>
                <a:gd name="connsiteX10" fmla="*/ 433884 w 433883"/>
                <a:gd name="connsiteY10" fmla="*/ 339581 h 477874"/>
                <a:gd name="connsiteX11" fmla="*/ 413490 w 433883"/>
                <a:gd name="connsiteY11" fmla="*/ 374316 h 477874"/>
                <a:gd name="connsiteX12" fmla="*/ 236244 w 433883"/>
                <a:gd name="connsiteY12" fmla="*/ 472862 h 477874"/>
                <a:gd name="connsiteX13" fmla="*/ 216942 w 433883"/>
                <a:gd name="connsiteY13" fmla="*/ 477874 h 477874"/>
                <a:gd name="connsiteX14" fmla="*/ 79393 w 433883"/>
                <a:gd name="connsiteY14" fmla="*/ 316210 h 477874"/>
                <a:gd name="connsiteX15" fmla="*/ 216942 w 433883"/>
                <a:gd name="connsiteY15" fmla="*/ 392775 h 477874"/>
                <a:gd name="connsiteX16" fmla="*/ 354491 w 433883"/>
                <a:gd name="connsiteY16" fmla="*/ 316210 h 477874"/>
                <a:gd name="connsiteX17" fmla="*/ 354491 w 433883"/>
                <a:gd name="connsiteY17" fmla="*/ 156928 h 477874"/>
                <a:gd name="connsiteX18" fmla="*/ 216942 w 433883"/>
                <a:gd name="connsiteY18" fmla="*/ 84581 h 477874"/>
                <a:gd name="connsiteX19" fmla="*/ 79393 w 433883"/>
                <a:gd name="connsiteY19" fmla="*/ 156928 h 47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3883" h="477874">
                  <a:moveTo>
                    <a:pt x="216942" y="477874"/>
                  </a:moveTo>
                  <a:cubicBezTo>
                    <a:pt x="210191" y="477889"/>
                    <a:pt x="203547" y="476182"/>
                    <a:pt x="197639" y="472912"/>
                  </a:cubicBezTo>
                  <a:lnTo>
                    <a:pt x="20394" y="374266"/>
                  </a:lnTo>
                  <a:cubicBezTo>
                    <a:pt x="7791" y="367255"/>
                    <a:pt x="-17" y="353956"/>
                    <a:pt x="0" y="339532"/>
                  </a:cubicBezTo>
                  <a:lnTo>
                    <a:pt x="0" y="133209"/>
                  </a:lnTo>
                  <a:cubicBezTo>
                    <a:pt x="13" y="118491"/>
                    <a:pt x="8168" y="104989"/>
                    <a:pt x="21188" y="98127"/>
                  </a:cubicBezTo>
                  <a:lnTo>
                    <a:pt x="198433" y="4592"/>
                  </a:lnTo>
                  <a:cubicBezTo>
                    <a:pt x="210030" y="-1531"/>
                    <a:pt x="223903" y="-1531"/>
                    <a:pt x="235500" y="4592"/>
                  </a:cubicBezTo>
                  <a:lnTo>
                    <a:pt x="412745" y="98127"/>
                  </a:lnTo>
                  <a:cubicBezTo>
                    <a:pt x="425746" y="105002"/>
                    <a:pt x="433880" y="118502"/>
                    <a:pt x="433884" y="133209"/>
                  </a:cubicBezTo>
                  <a:lnTo>
                    <a:pt x="433884" y="339581"/>
                  </a:lnTo>
                  <a:cubicBezTo>
                    <a:pt x="433901" y="354006"/>
                    <a:pt x="426093" y="367304"/>
                    <a:pt x="413490" y="374316"/>
                  </a:cubicBezTo>
                  <a:lnTo>
                    <a:pt x="236244" y="472862"/>
                  </a:lnTo>
                  <a:cubicBezTo>
                    <a:pt x="230348" y="476167"/>
                    <a:pt x="223700" y="477889"/>
                    <a:pt x="216942" y="477874"/>
                  </a:cubicBezTo>
                  <a:close/>
                  <a:moveTo>
                    <a:pt x="79393" y="316210"/>
                  </a:moveTo>
                  <a:lnTo>
                    <a:pt x="216942" y="392775"/>
                  </a:lnTo>
                  <a:lnTo>
                    <a:pt x="354491" y="316210"/>
                  </a:lnTo>
                  <a:lnTo>
                    <a:pt x="354491" y="156928"/>
                  </a:lnTo>
                  <a:lnTo>
                    <a:pt x="216942" y="84581"/>
                  </a:lnTo>
                  <a:lnTo>
                    <a:pt x="79393" y="15692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864BD3D4-82D8-7F4C-8398-73B8CD4BFB47}"/>
                </a:ext>
              </a:extLst>
            </p:cNvPr>
            <p:cNvSpPr/>
            <p:nvPr/>
          </p:nvSpPr>
          <p:spPr>
            <a:xfrm>
              <a:off x="1538203" y="5210952"/>
              <a:ext cx="434029" cy="178087"/>
            </a:xfrm>
            <a:custGeom>
              <a:avLst/>
              <a:gdLst>
                <a:gd name="connsiteX0" fmla="*/ 216990 w 434029"/>
                <a:gd name="connsiteY0" fmla="*/ 178087 h 178087"/>
                <a:gd name="connsiteX1" fmla="*/ 197688 w 434029"/>
                <a:gd name="connsiteY1" fmla="*/ 173125 h 178087"/>
                <a:gd name="connsiteX2" fmla="*/ 20442 w 434029"/>
                <a:gd name="connsiteY2" fmla="*/ 74479 h 178087"/>
                <a:gd name="connsiteX3" fmla="*/ 5010 w 434029"/>
                <a:gd name="connsiteY3" fmla="*/ 20442 h 178087"/>
                <a:gd name="connsiteX4" fmla="*/ 59047 w 434029"/>
                <a:gd name="connsiteY4" fmla="*/ 5010 h 178087"/>
                <a:gd name="connsiteX5" fmla="*/ 216990 w 434029"/>
                <a:gd name="connsiteY5" fmla="*/ 92988 h 178087"/>
                <a:gd name="connsiteX6" fmla="*/ 374983 w 434029"/>
                <a:gd name="connsiteY6" fmla="*/ 5110 h 178087"/>
                <a:gd name="connsiteX7" fmla="*/ 429020 w 434029"/>
                <a:gd name="connsiteY7" fmla="*/ 20542 h 178087"/>
                <a:gd name="connsiteX8" fmla="*/ 413587 w 434029"/>
                <a:gd name="connsiteY8" fmla="*/ 74579 h 178087"/>
                <a:gd name="connsiteX9" fmla="*/ 236293 w 434029"/>
                <a:gd name="connsiteY9" fmla="*/ 172877 h 178087"/>
                <a:gd name="connsiteX10" fmla="*/ 216990 w 434029"/>
                <a:gd name="connsiteY10" fmla="*/ 178087 h 17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4029" h="178087">
                  <a:moveTo>
                    <a:pt x="216990" y="178087"/>
                  </a:moveTo>
                  <a:cubicBezTo>
                    <a:pt x="210236" y="178117"/>
                    <a:pt x="203589" y="176410"/>
                    <a:pt x="197688" y="173125"/>
                  </a:cubicBezTo>
                  <a:lnTo>
                    <a:pt x="20442" y="74479"/>
                  </a:lnTo>
                  <a:cubicBezTo>
                    <a:pt x="1259" y="63821"/>
                    <a:pt x="-5650" y="39626"/>
                    <a:pt x="5010" y="20442"/>
                  </a:cubicBezTo>
                  <a:cubicBezTo>
                    <a:pt x="15671" y="1259"/>
                    <a:pt x="39864" y="-5650"/>
                    <a:pt x="59047" y="5010"/>
                  </a:cubicBezTo>
                  <a:lnTo>
                    <a:pt x="216990" y="92988"/>
                  </a:lnTo>
                  <a:lnTo>
                    <a:pt x="374983" y="5110"/>
                  </a:lnTo>
                  <a:cubicBezTo>
                    <a:pt x="394166" y="-5551"/>
                    <a:pt x="418359" y="1358"/>
                    <a:pt x="429020" y="20542"/>
                  </a:cubicBezTo>
                  <a:cubicBezTo>
                    <a:pt x="439680" y="39725"/>
                    <a:pt x="432771" y="63920"/>
                    <a:pt x="413587" y="74579"/>
                  </a:cubicBezTo>
                  <a:lnTo>
                    <a:pt x="236293" y="172877"/>
                  </a:lnTo>
                  <a:cubicBezTo>
                    <a:pt x="230415" y="176246"/>
                    <a:pt x="223766" y="178043"/>
                    <a:pt x="216990" y="17808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9275CC0-A207-404B-8CDC-D2F6B5C70581}"/>
                </a:ext>
              </a:extLst>
            </p:cNvPr>
            <p:cNvSpPr/>
            <p:nvPr/>
          </p:nvSpPr>
          <p:spPr>
            <a:xfrm>
              <a:off x="1716837" y="5301459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3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21" y="265620"/>
                    <a:pt x="39697" y="265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505805D8-637E-ED41-A40E-36A5A0D20F86}"/>
                </a:ext>
              </a:extLst>
            </p:cNvPr>
            <p:cNvSpPr/>
            <p:nvPr/>
          </p:nvSpPr>
          <p:spPr>
            <a:xfrm>
              <a:off x="1899356" y="5109278"/>
              <a:ext cx="256723" cy="384411"/>
            </a:xfrm>
            <a:custGeom>
              <a:avLst/>
              <a:gdLst>
                <a:gd name="connsiteX0" fmla="*/ 39831 w 256723"/>
                <a:gd name="connsiteY0" fmla="*/ 384411 h 384411"/>
                <a:gd name="connsiteX1" fmla="*/ 0 w 256723"/>
                <a:gd name="connsiteY1" fmla="*/ 344849 h 384411"/>
                <a:gd name="connsiteX2" fmla="*/ 20479 w 256723"/>
                <a:gd name="connsiteY2" fmla="*/ 309980 h 384411"/>
                <a:gd name="connsiteX3" fmla="*/ 177330 w 256723"/>
                <a:gd name="connsiteY3" fmla="*/ 222747 h 384411"/>
                <a:gd name="connsiteX4" fmla="*/ 177330 w 256723"/>
                <a:gd name="connsiteY4" fmla="*/ 39697 h 384411"/>
                <a:gd name="connsiteX5" fmla="*/ 217027 w 256723"/>
                <a:gd name="connsiteY5" fmla="*/ 0 h 384411"/>
                <a:gd name="connsiteX6" fmla="*/ 256724 w 256723"/>
                <a:gd name="connsiteY6" fmla="*/ 39697 h 384411"/>
                <a:gd name="connsiteX7" fmla="*/ 256724 w 256723"/>
                <a:gd name="connsiteY7" fmla="*/ 246069 h 384411"/>
                <a:gd name="connsiteX8" fmla="*/ 236329 w 256723"/>
                <a:gd name="connsiteY8" fmla="*/ 280803 h 384411"/>
                <a:gd name="connsiteX9" fmla="*/ 59084 w 256723"/>
                <a:gd name="connsiteY9" fmla="*/ 379400 h 384411"/>
                <a:gd name="connsiteX10" fmla="*/ 39831 w 256723"/>
                <a:gd name="connsiteY10" fmla="*/ 384411 h 384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723" h="384411">
                  <a:moveTo>
                    <a:pt x="39831" y="384411"/>
                  </a:moveTo>
                  <a:cubicBezTo>
                    <a:pt x="17907" y="384486"/>
                    <a:pt x="75" y="366771"/>
                    <a:pt x="0" y="344849"/>
                  </a:cubicBezTo>
                  <a:cubicBezTo>
                    <a:pt x="-49" y="330360"/>
                    <a:pt x="7801" y="316997"/>
                    <a:pt x="20479" y="309980"/>
                  </a:cubicBezTo>
                  <a:lnTo>
                    <a:pt x="177330" y="222747"/>
                  </a:lnTo>
                  <a:lnTo>
                    <a:pt x="177330" y="39697"/>
                  </a:lnTo>
                  <a:cubicBezTo>
                    <a:pt x="177330" y="17773"/>
                    <a:pt x="195105" y="0"/>
                    <a:pt x="217027" y="0"/>
                  </a:cubicBezTo>
                  <a:cubicBezTo>
                    <a:pt x="238949" y="0"/>
                    <a:pt x="256724" y="17773"/>
                    <a:pt x="256724" y="39697"/>
                  </a:cubicBezTo>
                  <a:lnTo>
                    <a:pt x="256724" y="246069"/>
                  </a:lnTo>
                  <a:cubicBezTo>
                    <a:pt x="256738" y="260494"/>
                    <a:pt x="248933" y="273792"/>
                    <a:pt x="236329" y="280803"/>
                  </a:cubicBezTo>
                  <a:lnTo>
                    <a:pt x="59084" y="379400"/>
                  </a:lnTo>
                  <a:cubicBezTo>
                    <a:pt x="53196" y="382680"/>
                    <a:pt x="46570" y="384402"/>
                    <a:pt x="39831" y="3844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B6168415-ABEB-9240-A698-036AFDD0C75D}"/>
                </a:ext>
              </a:extLst>
            </p:cNvPr>
            <p:cNvSpPr/>
            <p:nvPr/>
          </p:nvSpPr>
          <p:spPr>
            <a:xfrm>
              <a:off x="1899554" y="5109093"/>
              <a:ext cx="256785" cy="178025"/>
            </a:xfrm>
            <a:custGeom>
              <a:avLst/>
              <a:gdLst>
                <a:gd name="connsiteX0" fmla="*/ 39831 w 256785"/>
                <a:gd name="connsiteY0" fmla="*/ 178026 h 178025"/>
                <a:gd name="connsiteX1" fmla="*/ 0 w 256785"/>
                <a:gd name="connsiteY1" fmla="*/ 138463 h 178025"/>
                <a:gd name="connsiteX2" fmla="*/ 20479 w 256785"/>
                <a:gd name="connsiteY2" fmla="*/ 103594 h 178025"/>
                <a:gd name="connsiteX3" fmla="*/ 197774 w 256785"/>
                <a:gd name="connsiteY3" fmla="*/ 4998 h 178025"/>
                <a:gd name="connsiteX4" fmla="*/ 251786 w 256785"/>
                <a:gd name="connsiteY4" fmla="*/ 20455 h 178025"/>
                <a:gd name="connsiteX5" fmla="*/ 236329 w 256785"/>
                <a:gd name="connsiteY5" fmla="*/ 74467 h 178025"/>
                <a:gd name="connsiteX6" fmla="*/ 59084 w 256785"/>
                <a:gd name="connsiteY6" fmla="*/ 173014 h 178025"/>
                <a:gd name="connsiteX7" fmla="*/ 39831 w 256785"/>
                <a:gd name="connsiteY7" fmla="*/ 178026 h 17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785" h="178025">
                  <a:moveTo>
                    <a:pt x="39831" y="178026"/>
                  </a:moveTo>
                  <a:cubicBezTo>
                    <a:pt x="17907" y="178100"/>
                    <a:pt x="75" y="160385"/>
                    <a:pt x="0" y="138463"/>
                  </a:cubicBezTo>
                  <a:cubicBezTo>
                    <a:pt x="-49" y="123974"/>
                    <a:pt x="7801" y="110609"/>
                    <a:pt x="20479" y="103594"/>
                  </a:cubicBezTo>
                  <a:lnTo>
                    <a:pt x="197774" y="4998"/>
                  </a:lnTo>
                  <a:cubicBezTo>
                    <a:pt x="216958" y="-5648"/>
                    <a:pt x="241138" y="1272"/>
                    <a:pt x="251786" y="20455"/>
                  </a:cubicBezTo>
                  <a:cubicBezTo>
                    <a:pt x="262435" y="39638"/>
                    <a:pt x="255513" y="63821"/>
                    <a:pt x="236329" y="74467"/>
                  </a:cubicBezTo>
                  <a:lnTo>
                    <a:pt x="59084" y="173014"/>
                  </a:lnTo>
                  <a:cubicBezTo>
                    <a:pt x="53196" y="176294"/>
                    <a:pt x="46570" y="178016"/>
                    <a:pt x="39831" y="17802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5853581-FF1D-D84C-AAA7-11611CB402A5}"/>
                </a:ext>
              </a:extLst>
            </p:cNvPr>
            <p:cNvSpPr/>
            <p:nvPr/>
          </p:nvSpPr>
          <p:spPr>
            <a:xfrm>
              <a:off x="1900979" y="5199488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3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21" y="265620"/>
                    <a:pt x="39697" y="265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C3DE714-C2E3-6749-A316-CDBB0C781240}"/>
                </a:ext>
              </a:extLst>
            </p:cNvPr>
            <p:cNvSpPr/>
            <p:nvPr/>
          </p:nvSpPr>
          <p:spPr>
            <a:xfrm>
              <a:off x="2085037" y="4912497"/>
              <a:ext cx="256673" cy="477931"/>
            </a:xfrm>
            <a:custGeom>
              <a:avLst/>
              <a:gdLst>
                <a:gd name="connsiteX0" fmla="*/ 39979 w 256673"/>
                <a:gd name="connsiteY0" fmla="*/ 477931 h 477931"/>
                <a:gd name="connsiteX1" fmla="*/ 149 w 256673"/>
                <a:gd name="connsiteY1" fmla="*/ 438369 h 477931"/>
                <a:gd name="connsiteX2" fmla="*/ 20627 w 256673"/>
                <a:gd name="connsiteY2" fmla="*/ 403500 h 477931"/>
                <a:gd name="connsiteX3" fmla="*/ 177478 w 256673"/>
                <a:gd name="connsiteY3" fmla="*/ 316267 h 477931"/>
                <a:gd name="connsiteX4" fmla="*/ 177478 w 256673"/>
                <a:gd name="connsiteY4" fmla="*/ 157183 h 477931"/>
                <a:gd name="connsiteX5" fmla="*/ 21173 w 256673"/>
                <a:gd name="connsiteY5" fmla="*/ 74813 h 477931"/>
                <a:gd name="connsiteX6" fmla="*/ 4600 w 256673"/>
                <a:gd name="connsiteY6" fmla="*/ 21173 h 477931"/>
                <a:gd name="connsiteX7" fmla="*/ 58240 w 256673"/>
                <a:gd name="connsiteY7" fmla="*/ 4600 h 477931"/>
                <a:gd name="connsiteX8" fmla="*/ 235485 w 256673"/>
                <a:gd name="connsiteY8" fmla="*/ 98135 h 477931"/>
                <a:gd name="connsiteX9" fmla="*/ 256673 w 256673"/>
                <a:gd name="connsiteY9" fmla="*/ 133266 h 477931"/>
                <a:gd name="connsiteX10" fmla="*/ 256673 w 256673"/>
                <a:gd name="connsiteY10" fmla="*/ 339639 h 477931"/>
                <a:gd name="connsiteX11" fmla="*/ 236279 w 256673"/>
                <a:gd name="connsiteY11" fmla="*/ 374373 h 477931"/>
                <a:gd name="connsiteX12" fmla="*/ 59034 w 256673"/>
                <a:gd name="connsiteY12" fmla="*/ 472969 h 477931"/>
                <a:gd name="connsiteX13" fmla="*/ 39979 w 256673"/>
                <a:gd name="connsiteY13" fmla="*/ 477931 h 47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6673" h="477931">
                  <a:moveTo>
                    <a:pt x="39979" y="477931"/>
                  </a:moveTo>
                  <a:cubicBezTo>
                    <a:pt x="18057" y="478006"/>
                    <a:pt x="223" y="460291"/>
                    <a:pt x="149" y="438369"/>
                  </a:cubicBezTo>
                  <a:cubicBezTo>
                    <a:pt x="99" y="423880"/>
                    <a:pt x="7949" y="410517"/>
                    <a:pt x="20627" y="403500"/>
                  </a:cubicBezTo>
                  <a:lnTo>
                    <a:pt x="177478" y="316267"/>
                  </a:lnTo>
                  <a:lnTo>
                    <a:pt x="177478" y="157183"/>
                  </a:lnTo>
                  <a:lnTo>
                    <a:pt x="21173" y="74813"/>
                  </a:lnTo>
                  <a:cubicBezTo>
                    <a:pt x="1786" y="64577"/>
                    <a:pt x="-5637" y="40562"/>
                    <a:pt x="4600" y="21173"/>
                  </a:cubicBezTo>
                  <a:cubicBezTo>
                    <a:pt x="14837" y="1784"/>
                    <a:pt x="38853" y="-5636"/>
                    <a:pt x="58240" y="4600"/>
                  </a:cubicBezTo>
                  <a:lnTo>
                    <a:pt x="235485" y="98135"/>
                  </a:lnTo>
                  <a:cubicBezTo>
                    <a:pt x="248520" y="105005"/>
                    <a:pt x="256678" y="118531"/>
                    <a:pt x="256673" y="133266"/>
                  </a:cubicBezTo>
                  <a:lnTo>
                    <a:pt x="256673" y="339639"/>
                  </a:lnTo>
                  <a:cubicBezTo>
                    <a:pt x="256688" y="354063"/>
                    <a:pt x="248883" y="367362"/>
                    <a:pt x="236279" y="374373"/>
                  </a:cubicBezTo>
                  <a:lnTo>
                    <a:pt x="59034" y="472969"/>
                  </a:lnTo>
                  <a:cubicBezTo>
                    <a:pt x="53208" y="476215"/>
                    <a:pt x="46648" y="477922"/>
                    <a:pt x="39979" y="4779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B01B171-7063-9742-978A-EE654A0F1A02}"/>
                </a:ext>
              </a:extLst>
            </p:cNvPr>
            <p:cNvSpPr/>
            <p:nvPr/>
          </p:nvSpPr>
          <p:spPr>
            <a:xfrm>
              <a:off x="2080224" y="5005771"/>
              <a:ext cx="256770" cy="178087"/>
            </a:xfrm>
            <a:custGeom>
              <a:avLst/>
              <a:gdLst>
                <a:gd name="connsiteX0" fmla="*/ 39831 w 256770"/>
                <a:gd name="connsiteY0" fmla="*/ 178087 h 178087"/>
                <a:gd name="connsiteX1" fmla="*/ 0 w 256770"/>
                <a:gd name="connsiteY1" fmla="*/ 138525 h 178087"/>
                <a:gd name="connsiteX2" fmla="*/ 20479 w 256770"/>
                <a:gd name="connsiteY2" fmla="*/ 103656 h 178087"/>
                <a:gd name="connsiteX3" fmla="*/ 197724 w 256770"/>
                <a:gd name="connsiteY3" fmla="*/ 5010 h 178087"/>
                <a:gd name="connsiteX4" fmla="*/ 251761 w 256770"/>
                <a:gd name="connsiteY4" fmla="*/ 20442 h 178087"/>
                <a:gd name="connsiteX5" fmla="*/ 236329 w 256770"/>
                <a:gd name="connsiteY5" fmla="*/ 74479 h 178087"/>
                <a:gd name="connsiteX6" fmla="*/ 59084 w 256770"/>
                <a:gd name="connsiteY6" fmla="*/ 173076 h 178087"/>
                <a:gd name="connsiteX7" fmla="*/ 39831 w 256770"/>
                <a:gd name="connsiteY7" fmla="*/ 178087 h 17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770" h="178087">
                  <a:moveTo>
                    <a:pt x="39831" y="178087"/>
                  </a:moveTo>
                  <a:cubicBezTo>
                    <a:pt x="17908" y="178162"/>
                    <a:pt x="75" y="160449"/>
                    <a:pt x="0" y="138525"/>
                  </a:cubicBezTo>
                  <a:cubicBezTo>
                    <a:pt x="-49" y="124036"/>
                    <a:pt x="7801" y="110671"/>
                    <a:pt x="20479" y="103656"/>
                  </a:cubicBezTo>
                  <a:lnTo>
                    <a:pt x="197724" y="5010"/>
                  </a:lnTo>
                  <a:cubicBezTo>
                    <a:pt x="216907" y="-5650"/>
                    <a:pt x="241102" y="1259"/>
                    <a:pt x="251761" y="20442"/>
                  </a:cubicBezTo>
                  <a:cubicBezTo>
                    <a:pt x="262420" y="39626"/>
                    <a:pt x="255512" y="63819"/>
                    <a:pt x="236329" y="74479"/>
                  </a:cubicBezTo>
                  <a:lnTo>
                    <a:pt x="59084" y="173076"/>
                  </a:lnTo>
                  <a:cubicBezTo>
                    <a:pt x="53204" y="176370"/>
                    <a:pt x="46574" y="178096"/>
                    <a:pt x="39831" y="17808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BA2BC53B-DCDB-DD4E-8492-EEE9E0AAAEC0}"/>
                </a:ext>
              </a:extLst>
            </p:cNvPr>
            <p:cNvSpPr/>
            <p:nvPr/>
          </p:nvSpPr>
          <p:spPr>
            <a:xfrm>
              <a:off x="2081648" y="5096277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4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19" y="265620"/>
                    <a:pt x="39697" y="265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0388E819-149F-4145-8E15-D40305FB20DF}"/>
                </a:ext>
              </a:extLst>
            </p:cNvPr>
            <p:cNvSpPr/>
            <p:nvPr/>
          </p:nvSpPr>
          <p:spPr>
            <a:xfrm>
              <a:off x="1711924" y="4789942"/>
              <a:ext cx="433983" cy="477923"/>
            </a:xfrm>
            <a:custGeom>
              <a:avLst/>
              <a:gdLst>
                <a:gd name="connsiteX0" fmla="*/ 216942 w 433983"/>
                <a:gd name="connsiteY0" fmla="*/ 477924 h 477923"/>
                <a:gd name="connsiteX1" fmla="*/ 197639 w 433983"/>
                <a:gd name="connsiteY1" fmla="*/ 472962 h 477923"/>
                <a:gd name="connsiteX2" fmla="*/ 20394 w 433983"/>
                <a:gd name="connsiteY2" fmla="*/ 374266 h 477923"/>
                <a:gd name="connsiteX3" fmla="*/ 0 w 433983"/>
                <a:gd name="connsiteY3" fmla="*/ 339532 h 477923"/>
                <a:gd name="connsiteX4" fmla="*/ 0 w 433983"/>
                <a:gd name="connsiteY4" fmla="*/ 133209 h 477923"/>
                <a:gd name="connsiteX5" fmla="*/ 21138 w 433983"/>
                <a:gd name="connsiteY5" fmla="*/ 98127 h 477923"/>
                <a:gd name="connsiteX6" fmla="*/ 198384 w 433983"/>
                <a:gd name="connsiteY6" fmla="*/ 4592 h 477923"/>
                <a:gd name="connsiteX7" fmla="*/ 235450 w 433983"/>
                <a:gd name="connsiteY7" fmla="*/ 4592 h 477923"/>
                <a:gd name="connsiteX8" fmla="*/ 412696 w 433983"/>
                <a:gd name="connsiteY8" fmla="*/ 98127 h 477923"/>
                <a:gd name="connsiteX9" fmla="*/ 433983 w 433983"/>
                <a:gd name="connsiteY9" fmla="*/ 133209 h 477923"/>
                <a:gd name="connsiteX10" fmla="*/ 433983 w 433983"/>
                <a:gd name="connsiteY10" fmla="*/ 339581 h 477923"/>
                <a:gd name="connsiteX11" fmla="*/ 413589 w 433983"/>
                <a:gd name="connsiteY11" fmla="*/ 374316 h 477923"/>
                <a:gd name="connsiteX12" fmla="*/ 236244 w 433983"/>
                <a:gd name="connsiteY12" fmla="*/ 472912 h 477923"/>
                <a:gd name="connsiteX13" fmla="*/ 216942 w 433983"/>
                <a:gd name="connsiteY13" fmla="*/ 477924 h 477923"/>
                <a:gd name="connsiteX14" fmla="*/ 79393 w 433983"/>
                <a:gd name="connsiteY14" fmla="*/ 316260 h 477923"/>
                <a:gd name="connsiteX15" fmla="*/ 216942 w 433983"/>
                <a:gd name="connsiteY15" fmla="*/ 392775 h 477923"/>
                <a:gd name="connsiteX16" fmla="*/ 354590 w 433983"/>
                <a:gd name="connsiteY16" fmla="*/ 316260 h 477923"/>
                <a:gd name="connsiteX17" fmla="*/ 354590 w 433983"/>
                <a:gd name="connsiteY17" fmla="*/ 157225 h 477923"/>
                <a:gd name="connsiteX18" fmla="*/ 216942 w 433983"/>
                <a:gd name="connsiteY18" fmla="*/ 84581 h 477923"/>
                <a:gd name="connsiteX19" fmla="*/ 79393 w 433983"/>
                <a:gd name="connsiteY19" fmla="*/ 157225 h 47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3983" h="477923">
                  <a:moveTo>
                    <a:pt x="216942" y="477924"/>
                  </a:moveTo>
                  <a:cubicBezTo>
                    <a:pt x="210191" y="477939"/>
                    <a:pt x="203547" y="476232"/>
                    <a:pt x="197639" y="472962"/>
                  </a:cubicBezTo>
                  <a:lnTo>
                    <a:pt x="20394" y="374266"/>
                  </a:lnTo>
                  <a:cubicBezTo>
                    <a:pt x="7790" y="367253"/>
                    <a:pt x="-17" y="353955"/>
                    <a:pt x="0" y="339532"/>
                  </a:cubicBezTo>
                  <a:lnTo>
                    <a:pt x="0" y="133209"/>
                  </a:lnTo>
                  <a:cubicBezTo>
                    <a:pt x="3" y="118502"/>
                    <a:pt x="8138" y="105002"/>
                    <a:pt x="21138" y="98127"/>
                  </a:cubicBezTo>
                  <a:lnTo>
                    <a:pt x="198384" y="4592"/>
                  </a:lnTo>
                  <a:cubicBezTo>
                    <a:pt x="209981" y="-1531"/>
                    <a:pt x="223854" y="-1531"/>
                    <a:pt x="235450" y="4592"/>
                  </a:cubicBezTo>
                  <a:lnTo>
                    <a:pt x="412696" y="98127"/>
                  </a:lnTo>
                  <a:cubicBezTo>
                    <a:pt x="425756" y="104962"/>
                    <a:pt x="433948" y="118470"/>
                    <a:pt x="433983" y="133209"/>
                  </a:cubicBezTo>
                  <a:lnTo>
                    <a:pt x="433983" y="339581"/>
                  </a:lnTo>
                  <a:cubicBezTo>
                    <a:pt x="433998" y="354004"/>
                    <a:pt x="426193" y="367302"/>
                    <a:pt x="413589" y="374316"/>
                  </a:cubicBezTo>
                  <a:lnTo>
                    <a:pt x="236244" y="472912"/>
                  </a:lnTo>
                  <a:cubicBezTo>
                    <a:pt x="230342" y="476197"/>
                    <a:pt x="223698" y="477924"/>
                    <a:pt x="216942" y="477924"/>
                  </a:cubicBezTo>
                  <a:close/>
                  <a:moveTo>
                    <a:pt x="79393" y="316260"/>
                  </a:moveTo>
                  <a:lnTo>
                    <a:pt x="216942" y="392775"/>
                  </a:lnTo>
                  <a:lnTo>
                    <a:pt x="354590" y="316260"/>
                  </a:lnTo>
                  <a:lnTo>
                    <a:pt x="354590" y="157225"/>
                  </a:lnTo>
                  <a:lnTo>
                    <a:pt x="216942" y="84581"/>
                  </a:lnTo>
                  <a:lnTo>
                    <a:pt x="79393" y="15722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E80D69AF-27A2-2F4C-AB52-15F43A89623A}"/>
                </a:ext>
              </a:extLst>
            </p:cNvPr>
            <p:cNvSpPr/>
            <p:nvPr/>
          </p:nvSpPr>
          <p:spPr>
            <a:xfrm>
              <a:off x="1712074" y="4883853"/>
              <a:ext cx="433979" cy="178136"/>
            </a:xfrm>
            <a:custGeom>
              <a:avLst/>
              <a:gdLst>
                <a:gd name="connsiteX0" fmla="*/ 216990 w 433979"/>
                <a:gd name="connsiteY0" fmla="*/ 178137 h 178136"/>
                <a:gd name="connsiteX1" fmla="*/ 197688 w 433979"/>
                <a:gd name="connsiteY1" fmla="*/ 173175 h 178136"/>
                <a:gd name="connsiteX2" fmla="*/ 20442 w 433979"/>
                <a:gd name="connsiteY2" fmla="*/ 74479 h 178136"/>
                <a:gd name="connsiteX3" fmla="*/ 5010 w 433979"/>
                <a:gd name="connsiteY3" fmla="*/ 20442 h 178136"/>
                <a:gd name="connsiteX4" fmla="*/ 59047 w 433979"/>
                <a:gd name="connsiteY4" fmla="*/ 5010 h 178136"/>
                <a:gd name="connsiteX5" fmla="*/ 216990 w 433979"/>
                <a:gd name="connsiteY5" fmla="*/ 93087 h 178136"/>
                <a:gd name="connsiteX6" fmla="*/ 374933 w 433979"/>
                <a:gd name="connsiteY6" fmla="*/ 5209 h 178136"/>
                <a:gd name="connsiteX7" fmla="*/ 428970 w 433979"/>
                <a:gd name="connsiteY7" fmla="*/ 20641 h 178136"/>
                <a:gd name="connsiteX8" fmla="*/ 413538 w 433979"/>
                <a:gd name="connsiteY8" fmla="*/ 74678 h 178136"/>
                <a:gd name="connsiteX9" fmla="*/ 236293 w 433979"/>
                <a:gd name="connsiteY9" fmla="*/ 173125 h 178136"/>
                <a:gd name="connsiteX10" fmla="*/ 216990 w 433979"/>
                <a:gd name="connsiteY10" fmla="*/ 178137 h 17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3979" h="178136">
                  <a:moveTo>
                    <a:pt x="216990" y="178137"/>
                  </a:moveTo>
                  <a:cubicBezTo>
                    <a:pt x="210239" y="178151"/>
                    <a:pt x="203595" y="176443"/>
                    <a:pt x="197688" y="173175"/>
                  </a:cubicBezTo>
                  <a:lnTo>
                    <a:pt x="20442" y="74479"/>
                  </a:lnTo>
                  <a:cubicBezTo>
                    <a:pt x="1259" y="63819"/>
                    <a:pt x="-5650" y="39626"/>
                    <a:pt x="5010" y="20442"/>
                  </a:cubicBezTo>
                  <a:cubicBezTo>
                    <a:pt x="15671" y="1259"/>
                    <a:pt x="39864" y="-5650"/>
                    <a:pt x="59047" y="5010"/>
                  </a:cubicBezTo>
                  <a:lnTo>
                    <a:pt x="216990" y="93087"/>
                  </a:lnTo>
                  <a:lnTo>
                    <a:pt x="374933" y="5209"/>
                  </a:lnTo>
                  <a:cubicBezTo>
                    <a:pt x="394116" y="-5452"/>
                    <a:pt x="418311" y="1457"/>
                    <a:pt x="428970" y="20641"/>
                  </a:cubicBezTo>
                  <a:cubicBezTo>
                    <a:pt x="439628" y="39824"/>
                    <a:pt x="432721" y="64017"/>
                    <a:pt x="413538" y="74678"/>
                  </a:cubicBezTo>
                  <a:lnTo>
                    <a:pt x="236293" y="173125"/>
                  </a:lnTo>
                  <a:cubicBezTo>
                    <a:pt x="230390" y="176411"/>
                    <a:pt x="223746" y="178136"/>
                    <a:pt x="216990" y="1781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BD922EA-2BB2-124D-84D6-D527C52BF692}"/>
                </a:ext>
              </a:extLst>
            </p:cNvPr>
            <p:cNvSpPr/>
            <p:nvPr/>
          </p:nvSpPr>
          <p:spPr>
            <a:xfrm>
              <a:off x="1890708" y="4979569"/>
              <a:ext cx="79393" cy="265569"/>
            </a:xfrm>
            <a:custGeom>
              <a:avLst/>
              <a:gdLst>
                <a:gd name="connsiteX0" fmla="*/ 39697 w 79393"/>
                <a:gd name="connsiteY0" fmla="*/ 265570 h 265569"/>
                <a:gd name="connsiteX1" fmla="*/ 0 w 79393"/>
                <a:gd name="connsiteY1" fmla="*/ 225873 h 265569"/>
                <a:gd name="connsiteX2" fmla="*/ 0 w 79393"/>
                <a:gd name="connsiteY2" fmla="*/ 39697 h 265569"/>
                <a:gd name="connsiteX3" fmla="*/ 39697 w 79393"/>
                <a:gd name="connsiteY3" fmla="*/ 0 h 265569"/>
                <a:gd name="connsiteX4" fmla="*/ 79393 w 79393"/>
                <a:gd name="connsiteY4" fmla="*/ 39697 h 265569"/>
                <a:gd name="connsiteX5" fmla="*/ 79393 w 79393"/>
                <a:gd name="connsiteY5" fmla="*/ 225873 h 265569"/>
                <a:gd name="connsiteX6" fmla="*/ 39697 w 79393"/>
                <a:gd name="connsiteY6" fmla="*/ 265570 h 26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569">
                  <a:moveTo>
                    <a:pt x="39697" y="265570"/>
                  </a:moveTo>
                  <a:cubicBezTo>
                    <a:pt x="17773" y="265570"/>
                    <a:pt x="0" y="247797"/>
                    <a:pt x="0" y="2258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5873"/>
                  </a:lnTo>
                  <a:cubicBezTo>
                    <a:pt x="79393" y="247797"/>
                    <a:pt x="61621" y="265570"/>
                    <a:pt x="39697" y="26557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6" name="Picture Placeholder 77">
            <a:extLst>
              <a:ext uri="{FF2B5EF4-FFF2-40B4-BE49-F238E27FC236}">
                <a16:creationId xmlns:a16="http://schemas.microsoft.com/office/drawing/2014/main" id="{319D3089-7619-493B-A9E0-1994F3993E9B}"/>
              </a:ext>
            </a:extLst>
          </p:cNvPr>
          <p:cNvGrpSpPr>
            <a:grpSpLocks noChangeAspect="1"/>
          </p:cNvGrpSpPr>
          <p:nvPr/>
        </p:nvGrpSpPr>
        <p:grpSpPr>
          <a:xfrm>
            <a:off x="2846083" y="4832443"/>
            <a:ext cx="822811" cy="720691"/>
            <a:chOff x="2846083" y="4832443"/>
            <a:chExt cx="822811" cy="720691"/>
          </a:xfrm>
        </p:grpSpPr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A3D322A-D648-3743-BE8F-A3446D46A4C2}"/>
                </a:ext>
              </a:extLst>
            </p:cNvPr>
            <p:cNvSpPr/>
            <p:nvPr/>
          </p:nvSpPr>
          <p:spPr>
            <a:xfrm>
              <a:off x="3033054" y="5092109"/>
              <a:ext cx="198433" cy="417409"/>
            </a:xfrm>
            <a:custGeom>
              <a:avLst/>
              <a:gdLst>
                <a:gd name="connsiteX0" fmla="*/ 158737 w 198433"/>
                <a:gd name="connsiteY0" fmla="*/ 417409 h 417409"/>
                <a:gd name="connsiteX1" fmla="*/ 119040 w 198433"/>
                <a:gd name="connsiteY1" fmla="*/ 377713 h 417409"/>
                <a:gd name="connsiteX2" fmla="*/ 119040 w 198433"/>
                <a:gd name="connsiteY2" fmla="*/ 218926 h 417409"/>
                <a:gd name="connsiteX3" fmla="*/ 15879 w 198433"/>
                <a:gd name="connsiteY3" fmla="*/ 141717 h 417409"/>
                <a:gd name="connsiteX4" fmla="*/ 0 w 198433"/>
                <a:gd name="connsiteY4" fmla="*/ 109959 h 417409"/>
                <a:gd name="connsiteX5" fmla="*/ 0 w 198433"/>
                <a:gd name="connsiteY5" fmla="*/ 39697 h 417409"/>
                <a:gd name="connsiteX6" fmla="*/ 39697 w 198433"/>
                <a:gd name="connsiteY6" fmla="*/ 0 h 417409"/>
                <a:gd name="connsiteX7" fmla="*/ 79393 w 198433"/>
                <a:gd name="connsiteY7" fmla="*/ 39697 h 417409"/>
                <a:gd name="connsiteX8" fmla="*/ 79393 w 198433"/>
                <a:gd name="connsiteY8" fmla="*/ 90111 h 417409"/>
                <a:gd name="connsiteX9" fmla="*/ 182555 w 198433"/>
                <a:gd name="connsiteY9" fmla="*/ 167668 h 417409"/>
                <a:gd name="connsiteX10" fmla="*/ 198433 w 198433"/>
                <a:gd name="connsiteY10" fmla="*/ 199426 h 417409"/>
                <a:gd name="connsiteX11" fmla="*/ 198433 w 198433"/>
                <a:gd name="connsiteY11" fmla="*/ 378060 h 417409"/>
                <a:gd name="connsiteX12" fmla="*/ 158737 w 198433"/>
                <a:gd name="connsiteY12" fmla="*/ 417409 h 41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8433" h="417409">
                  <a:moveTo>
                    <a:pt x="158737" y="417409"/>
                  </a:moveTo>
                  <a:cubicBezTo>
                    <a:pt x="136813" y="417409"/>
                    <a:pt x="119040" y="399635"/>
                    <a:pt x="119040" y="377713"/>
                  </a:cubicBezTo>
                  <a:lnTo>
                    <a:pt x="119040" y="218926"/>
                  </a:lnTo>
                  <a:lnTo>
                    <a:pt x="15879" y="141717"/>
                  </a:lnTo>
                  <a:cubicBezTo>
                    <a:pt x="5883" y="134220"/>
                    <a:pt x="0" y="122454"/>
                    <a:pt x="0" y="109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90111"/>
                  </a:lnTo>
                  <a:lnTo>
                    <a:pt x="182555" y="167668"/>
                  </a:lnTo>
                  <a:cubicBezTo>
                    <a:pt x="192550" y="175166"/>
                    <a:pt x="198433" y="186931"/>
                    <a:pt x="198433" y="199426"/>
                  </a:cubicBezTo>
                  <a:lnTo>
                    <a:pt x="198433" y="378060"/>
                  </a:lnTo>
                  <a:cubicBezTo>
                    <a:pt x="198243" y="399848"/>
                    <a:pt x="180526" y="417409"/>
                    <a:pt x="158737" y="41740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9181FF10-94A0-4640-9EA1-155A685FA55A}"/>
                </a:ext>
              </a:extLst>
            </p:cNvPr>
            <p:cNvSpPr/>
            <p:nvPr/>
          </p:nvSpPr>
          <p:spPr>
            <a:xfrm>
              <a:off x="3361990" y="5092208"/>
              <a:ext cx="126235" cy="422023"/>
            </a:xfrm>
            <a:custGeom>
              <a:avLst/>
              <a:gdLst>
                <a:gd name="connsiteX0" fmla="*/ 39697 w 126235"/>
                <a:gd name="connsiteY0" fmla="*/ 422024 h 422023"/>
                <a:gd name="connsiteX1" fmla="*/ 0 w 126235"/>
                <a:gd name="connsiteY1" fmla="*/ 382327 h 422023"/>
                <a:gd name="connsiteX2" fmla="*/ 0 w 126235"/>
                <a:gd name="connsiteY2" fmla="*/ 265768 h 422023"/>
                <a:gd name="connsiteX3" fmla="*/ 12108 w 126235"/>
                <a:gd name="connsiteY3" fmla="*/ 237038 h 422023"/>
                <a:gd name="connsiteX4" fmla="*/ 46842 w 126235"/>
                <a:gd name="connsiteY4" fmla="*/ 204140 h 422023"/>
                <a:gd name="connsiteX5" fmla="*/ 46842 w 126235"/>
                <a:gd name="connsiteY5" fmla="*/ 39697 h 422023"/>
                <a:gd name="connsiteX6" fmla="*/ 86539 w 126235"/>
                <a:gd name="connsiteY6" fmla="*/ 0 h 422023"/>
                <a:gd name="connsiteX7" fmla="*/ 126236 w 126235"/>
                <a:gd name="connsiteY7" fmla="*/ 39697 h 422023"/>
                <a:gd name="connsiteX8" fmla="*/ 126236 w 126235"/>
                <a:gd name="connsiteY8" fmla="*/ 221110 h 422023"/>
                <a:gd name="connsiteX9" fmla="*/ 113930 w 126235"/>
                <a:gd name="connsiteY9" fmla="*/ 249791 h 422023"/>
                <a:gd name="connsiteX10" fmla="*/ 79493 w 126235"/>
                <a:gd name="connsiteY10" fmla="*/ 282739 h 422023"/>
                <a:gd name="connsiteX11" fmla="*/ 79493 w 126235"/>
                <a:gd name="connsiteY11" fmla="*/ 382327 h 422023"/>
                <a:gd name="connsiteX12" fmla="*/ 39796 w 126235"/>
                <a:gd name="connsiteY12" fmla="*/ 422024 h 422023"/>
                <a:gd name="connsiteX13" fmla="*/ 39697 w 126235"/>
                <a:gd name="connsiteY13" fmla="*/ 422024 h 42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6235" h="422023">
                  <a:moveTo>
                    <a:pt x="39697" y="422024"/>
                  </a:moveTo>
                  <a:cubicBezTo>
                    <a:pt x="17775" y="422024"/>
                    <a:pt x="0" y="404250"/>
                    <a:pt x="0" y="382327"/>
                  </a:cubicBezTo>
                  <a:lnTo>
                    <a:pt x="0" y="265768"/>
                  </a:lnTo>
                  <a:cubicBezTo>
                    <a:pt x="-49" y="254941"/>
                    <a:pt x="4322" y="244560"/>
                    <a:pt x="12108" y="237038"/>
                  </a:cubicBezTo>
                  <a:lnTo>
                    <a:pt x="46842" y="204140"/>
                  </a:lnTo>
                  <a:lnTo>
                    <a:pt x="46842" y="39697"/>
                  </a:lnTo>
                  <a:cubicBezTo>
                    <a:pt x="46842" y="17773"/>
                    <a:pt x="64617" y="0"/>
                    <a:pt x="86539" y="0"/>
                  </a:cubicBezTo>
                  <a:cubicBezTo>
                    <a:pt x="108461" y="0"/>
                    <a:pt x="126236" y="17773"/>
                    <a:pt x="126236" y="39697"/>
                  </a:cubicBezTo>
                  <a:lnTo>
                    <a:pt x="126236" y="221110"/>
                  </a:lnTo>
                  <a:cubicBezTo>
                    <a:pt x="126221" y="231947"/>
                    <a:pt x="121775" y="242313"/>
                    <a:pt x="113930" y="249791"/>
                  </a:cubicBezTo>
                  <a:lnTo>
                    <a:pt x="79493" y="282739"/>
                  </a:lnTo>
                  <a:lnTo>
                    <a:pt x="79493" y="382327"/>
                  </a:lnTo>
                  <a:cubicBezTo>
                    <a:pt x="79493" y="404250"/>
                    <a:pt x="61719" y="422024"/>
                    <a:pt x="39796" y="422024"/>
                  </a:cubicBezTo>
                  <a:cubicBezTo>
                    <a:pt x="39762" y="422024"/>
                    <a:pt x="39732" y="422024"/>
                    <a:pt x="39697" y="4220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CC28719-6C7A-A345-8D12-769C3569B51B}"/>
                </a:ext>
              </a:extLst>
            </p:cNvPr>
            <p:cNvSpPr/>
            <p:nvPr/>
          </p:nvSpPr>
          <p:spPr>
            <a:xfrm>
              <a:off x="3260913" y="5025121"/>
              <a:ext cx="79939" cy="484099"/>
            </a:xfrm>
            <a:custGeom>
              <a:avLst/>
              <a:gdLst>
                <a:gd name="connsiteX0" fmla="*/ 39697 w 79939"/>
                <a:gd name="connsiteY0" fmla="*/ 484099 h 484099"/>
                <a:gd name="connsiteX1" fmla="*/ 0 w 79939"/>
                <a:gd name="connsiteY1" fmla="*/ 444403 h 484099"/>
                <a:gd name="connsiteX2" fmla="*/ 0 w 79939"/>
                <a:gd name="connsiteY2" fmla="*/ 191337 h 484099"/>
                <a:gd name="connsiteX3" fmla="*/ 546 w 79939"/>
                <a:gd name="connsiteY3" fmla="*/ 39697 h 484099"/>
                <a:gd name="connsiteX4" fmla="*/ 40242 w 79939"/>
                <a:gd name="connsiteY4" fmla="*/ 0 h 484099"/>
                <a:gd name="connsiteX5" fmla="*/ 40242 w 79939"/>
                <a:gd name="connsiteY5" fmla="*/ 0 h 484099"/>
                <a:gd name="connsiteX6" fmla="*/ 79939 w 79939"/>
                <a:gd name="connsiteY6" fmla="*/ 39697 h 484099"/>
                <a:gd name="connsiteX7" fmla="*/ 79393 w 79939"/>
                <a:gd name="connsiteY7" fmla="*/ 191238 h 484099"/>
                <a:gd name="connsiteX8" fmla="*/ 79393 w 79939"/>
                <a:gd name="connsiteY8" fmla="*/ 443956 h 484099"/>
                <a:gd name="connsiteX9" fmla="*/ 40146 w 79939"/>
                <a:gd name="connsiteY9" fmla="*/ 484094 h 484099"/>
                <a:gd name="connsiteX10" fmla="*/ 39697 w 79939"/>
                <a:gd name="connsiteY10" fmla="*/ 484099 h 48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939" h="484099">
                  <a:moveTo>
                    <a:pt x="39697" y="484099"/>
                  </a:moveTo>
                  <a:cubicBezTo>
                    <a:pt x="17773" y="484099"/>
                    <a:pt x="0" y="466325"/>
                    <a:pt x="0" y="444403"/>
                  </a:cubicBezTo>
                  <a:lnTo>
                    <a:pt x="0" y="191337"/>
                  </a:lnTo>
                  <a:lnTo>
                    <a:pt x="546" y="39697"/>
                  </a:lnTo>
                  <a:cubicBezTo>
                    <a:pt x="546" y="17773"/>
                    <a:pt x="18318" y="0"/>
                    <a:pt x="40242" y="0"/>
                  </a:cubicBezTo>
                  <a:lnTo>
                    <a:pt x="40242" y="0"/>
                  </a:lnTo>
                  <a:cubicBezTo>
                    <a:pt x="62165" y="0"/>
                    <a:pt x="79939" y="17773"/>
                    <a:pt x="79939" y="39697"/>
                  </a:cubicBezTo>
                  <a:lnTo>
                    <a:pt x="79393" y="191238"/>
                  </a:lnTo>
                  <a:lnTo>
                    <a:pt x="79393" y="443956"/>
                  </a:lnTo>
                  <a:cubicBezTo>
                    <a:pt x="79641" y="465879"/>
                    <a:pt x="62071" y="483851"/>
                    <a:pt x="40146" y="484094"/>
                  </a:cubicBezTo>
                  <a:cubicBezTo>
                    <a:pt x="39996" y="484099"/>
                    <a:pt x="39846" y="484099"/>
                    <a:pt x="39697" y="48409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DD27F82-2133-DF42-91B5-5EC2B3377FFC}"/>
                </a:ext>
              </a:extLst>
            </p:cNvPr>
            <p:cNvSpPr/>
            <p:nvPr/>
          </p:nvSpPr>
          <p:spPr>
            <a:xfrm>
              <a:off x="2846083" y="4832443"/>
              <a:ext cx="822811" cy="720691"/>
            </a:xfrm>
            <a:custGeom>
              <a:avLst/>
              <a:gdLst>
                <a:gd name="connsiteX0" fmla="*/ 609145 w 822811"/>
                <a:gd name="connsiteY0" fmla="*/ 720692 h 720691"/>
                <a:gd name="connsiteX1" fmla="*/ 285121 w 822811"/>
                <a:gd name="connsiteY1" fmla="*/ 720692 h 720691"/>
                <a:gd name="connsiteX2" fmla="*/ 214064 w 822811"/>
                <a:gd name="connsiteY2" fmla="*/ 650628 h 720691"/>
                <a:gd name="connsiteX3" fmla="*/ 209747 w 822811"/>
                <a:gd name="connsiteY3" fmla="*/ 568704 h 720691"/>
                <a:gd name="connsiteX4" fmla="*/ 170696 w 822811"/>
                <a:gd name="connsiteY4" fmla="*/ 535756 h 720691"/>
                <a:gd name="connsiteX5" fmla="*/ 170696 w 822811"/>
                <a:gd name="connsiteY5" fmla="*/ 535756 h 720691"/>
                <a:gd name="connsiteX6" fmla="*/ 143206 w 822811"/>
                <a:gd name="connsiteY6" fmla="*/ 535756 h 720691"/>
                <a:gd name="connsiteX7" fmla="*/ 50514 w 822811"/>
                <a:gd name="connsiteY7" fmla="*/ 498441 h 720691"/>
                <a:gd name="connsiteX8" fmla="*/ 38357 w 822811"/>
                <a:gd name="connsiteY8" fmla="*/ 486879 h 720691"/>
                <a:gd name="connsiteX9" fmla="*/ 0 w 822811"/>
                <a:gd name="connsiteY9" fmla="*/ 396768 h 720691"/>
                <a:gd name="connsiteX10" fmla="*/ 0 w 822811"/>
                <a:gd name="connsiteY10" fmla="*/ 220416 h 720691"/>
                <a:gd name="connsiteX11" fmla="*/ 40590 w 822811"/>
                <a:gd name="connsiteY11" fmla="*/ 121572 h 720691"/>
                <a:gd name="connsiteX12" fmla="*/ 69767 w 822811"/>
                <a:gd name="connsiteY12" fmla="*/ 91799 h 720691"/>
                <a:gd name="connsiteX13" fmla="*/ 176799 w 822811"/>
                <a:gd name="connsiteY13" fmla="*/ 47141 h 720691"/>
                <a:gd name="connsiteX14" fmla="*/ 198136 w 822811"/>
                <a:gd name="connsiteY14" fmla="*/ 47141 h 720691"/>
                <a:gd name="connsiteX15" fmla="*/ 224534 w 822811"/>
                <a:gd name="connsiteY15" fmla="*/ 20743 h 720691"/>
                <a:gd name="connsiteX16" fmla="*/ 274949 w 822811"/>
                <a:gd name="connsiteY16" fmla="*/ 1 h 720691"/>
                <a:gd name="connsiteX17" fmla="*/ 575502 w 822811"/>
                <a:gd name="connsiteY17" fmla="*/ 1 h 720691"/>
                <a:gd name="connsiteX18" fmla="*/ 671419 w 822811"/>
                <a:gd name="connsiteY18" fmla="*/ 40293 h 720691"/>
                <a:gd name="connsiteX19" fmla="*/ 786291 w 822811"/>
                <a:gd name="connsiteY19" fmla="*/ 157646 h 720691"/>
                <a:gd name="connsiteX20" fmla="*/ 822812 w 822811"/>
                <a:gd name="connsiteY20" fmla="*/ 246963 h 720691"/>
                <a:gd name="connsiteX21" fmla="*/ 822812 w 822811"/>
                <a:gd name="connsiteY21" fmla="*/ 247311 h 720691"/>
                <a:gd name="connsiteX22" fmla="*/ 820182 w 822811"/>
                <a:gd name="connsiteY22" fmla="*/ 565131 h 720691"/>
                <a:gd name="connsiteX23" fmla="*/ 785100 w 822811"/>
                <a:gd name="connsiteY23" fmla="*/ 622542 h 720691"/>
                <a:gd name="connsiteX24" fmla="*/ 727292 w 822811"/>
                <a:gd name="connsiteY24" fmla="*/ 657674 h 720691"/>
                <a:gd name="connsiteX25" fmla="*/ 679755 w 822811"/>
                <a:gd name="connsiteY25" fmla="*/ 657674 h 720691"/>
                <a:gd name="connsiteX26" fmla="*/ 609145 w 822811"/>
                <a:gd name="connsiteY26" fmla="*/ 720692 h 720691"/>
                <a:gd name="connsiteX27" fmla="*/ 293060 w 822811"/>
                <a:gd name="connsiteY27" fmla="*/ 641299 h 720691"/>
                <a:gd name="connsiteX28" fmla="*/ 601305 w 822811"/>
                <a:gd name="connsiteY28" fmla="*/ 641299 h 720691"/>
                <a:gd name="connsiteX29" fmla="*/ 671915 w 822811"/>
                <a:gd name="connsiteY29" fmla="*/ 578479 h 720691"/>
                <a:gd name="connsiteX30" fmla="*/ 716226 w 822811"/>
                <a:gd name="connsiteY30" fmla="*/ 578479 h 720691"/>
                <a:gd name="connsiteX31" fmla="*/ 741037 w 822811"/>
                <a:gd name="connsiteY31" fmla="*/ 553669 h 720691"/>
                <a:gd name="connsiteX32" fmla="*/ 743567 w 822811"/>
                <a:gd name="connsiteY32" fmla="*/ 246864 h 720691"/>
                <a:gd name="connsiteX33" fmla="*/ 729723 w 822811"/>
                <a:gd name="connsiteY33" fmla="*/ 213072 h 720691"/>
                <a:gd name="connsiteX34" fmla="*/ 614702 w 822811"/>
                <a:gd name="connsiteY34" fmla="*/ 95968 h 720691"/>
                <a:gd name="connsiteX35" fmla="*/ 575353 w 822811"/>
                <a:gd name="connsiteY35" fmla="*/ 79394 h 720691"/>
                <a:gd name="connsiteX36" fmla="*/ 278224 w 822811"/>
                <a:gd name="connsiteY36" fmla="*/ 79394 h 720691"/>
                <a:gd name="connsiteX37" fmla="*/ 251875 w 822811"/>
                <a:gd name="connsiteY37" fmla="*/ 105792 h 720691"/>
                <a:gd name="connsiteX38" fmla="*/ 201560 w 822811"/>
                <a:gd name="connsiteY38" fmla="*/ 126633 h 720691"/>
                <a:gd name="connsiteX39" fmla="*/ 176749 w 822811"/>
                <a:gd name="connsiteY39" fmla="*/ 126633 h 720691"/>
                <a:gd name="connsiteX40" fmla="*/ 126087 w 822811"/>
                <a:gd name="connsiteY40" fmla="*/ 147772 h 720691"/>
                <a:gd name="connsiteX41" fmla="*/ 96959 w 822811"/>
                <a:gd name="connsiteY41" fmla="*/ 177544 h 720691"/>
                <a:gd name="connsiteX42" fmla="*/ 79245 w 822811"/>
                <a:gd name="connsiteY42" fmla="*/ 220664 h 720691"/>
                <a:gd name="connsiteX43" fmla="*/ 79245 w 822811"/>
                <a:gd name="connsiteY43" fmla="*/ 396768 h 720691"/>
                <a:gd name="connsiteX44" fmla="*/ 93238 w 822811"/>
                <a:gd name="connsiteY44" fmla="*/ 429567 h 720691"/>
                <a:gd name="connsiteX45" fmla="*/ 105395 w 822811"/>
                <a:gd name="connsiteY45" fmla="*/ 441278 h 720691"/>
                <a:gd name="connsiteX46" fmla="*/ 143057 w 822811"/>
                <a:gd name="connsiteY46" fmla="*/ 456164 h 720691"/>
                <a:gd name="connsiteX47" fmla="*/ 173474 w 822811"/>
                <a:gd name="connsiteY47" fmla="*/ 456164 h 720691"/>
                <a:gd name="connsiteX48" fmla="*/ 220366 w 822811"/>
                <a:gd name="connsiteY48" fmla="*/ 474127 h 720691"/>
                <a:gd name="connsiteX49" fmla="*/ 288297 w 822811"/>
                <a:gd name="connsiteY49" fmla="*/ 553520 h 720691"/>
                <a:gd name="connsiteX50" fmla="*/ 740788 w 822811"/>
                <a:gd name="connsiteY50" fmla="*/ 564337 h 720691"/>
                <a:gd name="connsiteX51" fmla="*/ 740788 w 822811"/>
                <a:gd name="connsiteY51" fmla="*/ 564337 h 720691"/>
                <a:gd name="connsiteX52" fmla="*/ 783115 w 822811"/>
                <a:gd name="connsiteY52" fmla="*/ 247360 h 720691"/>
                <a:gd name="connsiteX53" fmla="*/ 783115 w 822811"/>
                <a:gd name="connsiteY53" fmla="*/ 247360 h 720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22811" h="720691">
                  <a:moveTo>
                    <a:pt x="609145" y="720692"/>
                  </a:moveTo>
                  <a:lnTo>
                    <a:pt x="285121" y="720692"/>
                  </a:lnTo>
                  <a:cubicBezTo>
                    <a:pt x="246283" y="720642"/>
                    <a:pt x="214660" y="689461"/>
                    <a:pt x="214064" y="650628"/>
                  </a:cubicBezTo>
                  <a:lnTo>
                    <a:pt x="209747" y="568704"/>
                  </a:lnTo>
                  <a:cubicBezTo>
                    <a:pt x="201510" y="560765"/>
                    <a:pt x="185681" y="547367"/>
                    <a:pt x="170696" y="535756"/>
                  </a:cubicBezTo>
                  <a:lnTo>
                    <a:pt x="170696" y="535756"/>
                  </a:lnTo>
                  <a:lnTo>
                    <a:pt x="143206" y="535756"/>
                  </a:lnTo>
                  <a:cubicBezTo>
                    <a:pt x="108635" y="535830"/>
                    <a:pt x="75392" y="522447"/>
                    <a:pt x="50514" y="498441"/>
                  </a:cubicBezTo>
                  <a:lnTo>
                    <a:pt x="38357" y="486879"/>
                  </a:lnTo>
                  <a:cubicBezTo>
                    <a:pt x="13895" y="463275"/>
                    <a:pt x="54" y="430758"/>
                    <a:pt x="0" y="396768"/>
                  </a:cubicBezTo>
                  <a:lnTo>
                    <a:pt x="0" y="220416"/>
                  </a:lnTo>
                  <a:cubicBezTo>
                    <a:pt x="-83" y="183395"/>
                    <a:pt x="14513" y="147850"/>
                    <a:pt x="40590" y="121572"/>
                  </a:cubicBezTo>
                  <a:lnTo>
                    <a:pt x="69767" y="91799"/>
                  </a:lnTo>
                  <a:cubicBezTo>
                    <a:pt x="98093" y="63282"/>
                    <a:pt x="136605" y="47213"/>
                    <a:pt x="176799" y="47141"/>
                  </a:cubicBezTo>
                  <a:lnTo>
                    <a:pt x="198136" y="47141"/>
                  </a:lnTo>
                  <a:lnTo>
                    <a:pt x="224534" y="20743"/>
                  </a:lnTo>
                  <a:cubicBezTo>
                    <a:pt x="237888" y="7363"/>
                    <a:pt x="256046" y="-107"/>
                    <a:pt x="274949" y="1"/>
                  </a:cubicBezTo>
                  <a:lnTo>
                    <a:pt x="575502" y="1"/>
                  </a:lnTo>
                  <a:cubicBezTo>
                    <a:pt x="611566" y="108"/>
                    <a:pt x="646097" y="14612"/>
                    <a:pt x="671419" y="40293"/>
                  </a:cubicBezTo>
                  <a:lnTo>
                    <a:pt x="786291" y="157646"/>
                  </a:lnTo>
                  <a:cubicBezTo>
                    <a:pt x="809732" y="181462"/>
                    <a:pt x="822851" y="213548"/>
                    <a:pt x="822812" y="246963"/>
                  </a:cubicBezTo>
                  <a:lnTo>
                    <a:pt x="822812" y="247311"/>
                  </a:lnTo>
                  <a:lnTo>
                    <a:pt x="820182" y="565131"/>
                  </a:lnTo>
                  <a:cubicBezTo>
                    <a:pt x="820182" y="579174"/>
                    <a:pt x="814426" y="593216"/>
                    <a:pt x="785100" y="622542"/>
                  </a:cubicBezTo>
                  <a:cubicBezTo>
                    <a:pt x="755774" y="651868"/>
                    <a:pt x="741682" y="657674"/>
                    <a:pt x="727292" y="657674"/>
                  </a:cubicBezTo>
                  <a:lnTo>
                    <a:pt x="679755" y="657674"/>
                  </a:lnTo>
                  <a:cubicBezTo>
                    <a:pt x="675582" y="693535"/>
                    <a:pt x="645249" y="720608"/>
                    <a:pt x="609145" y="720692"/>
                  </a:cubicBezTo>
                  <a:close/>
                  <a:moveTo>
                    <a:pt x="293060" y="641299"/>
                  </a:moveTo>
                  <a:lnTo>
                    <a:pt x="601305" y="641299"/>
                  </a:lnTo>
                  <a:cubicBezTo>
                    <a:pt x="605547" y="605508"/>
                    <a:pt x="635870" y="578529"/>
                    <a:pt x="671915" y="578479"/>
                  </a:cubicBezTo>
                  <a:lnTo>
                    <a:pt x="716226" y="578479"/>
                  </a:lnTo>
                  <a:cubicBezTo>
                    <a:pt x="725029" y="570758"/>
                    <a:pt x="733316" y="562471"/>
                    <a:pt x="741037" y="553669"/>
                  </a:cubicBezTo>
                  <a:lnTo>
                    <a:pt x="743567" y="246864"/>
                  </a:lnTo>
                  <a:cubicBezTo>
                    <a:pt x="743547" y="234223"/>
                    <a:pt x="738580" y="222092"/>
                    <a:pt x="729723" y="213072"/>
                  </a:cubicBezTo>
                  <a:lnTo>
                    <a:pt x="614702" y="95968"/>
                  </a:lnTo>
                  <a:cubicBezTo>
                    <a:pt x="604331" y="85401"/>
                    <a:pt x="590160" y="79431"/>
                    <a:pt x="575353" y="79394"/>
                  </a:cubicBezTo>
                  <a:lnTo>
                    <a:pt x="278224" y="79394"/>
                  </a:lnTo>
                  <a:lnTo>
                    <a:pt x="251875" y="105792"/>
                  </a:lnTo>
                  <a:cubicBezTo>
                    <a:pt x="238562" y="119183"/>
                    <a:pt x="220442" y="126688"/>
                    <a:pt x="201560" y="126633"/>
                  </a:cubicBezTo>
                  <a:lnTo>
                    <a:pt x="176749" y="126633"/>
                  </a:lnTo>
                  <a:cubicBezTo>
                    <a:pt x="157721" y="126653"/>
                    <a:pt x="139486" y="134261"/>
                    <a:pt x="126087" y="147772"/>
                  </a:cubicBezTo>
                  <a:lnTo>
                    <a:pt x="96959" y="177544"/>
                  </a:lnTo>
                  <a:cubicBezTo>
                    <a:pt x="85586" y="189010"/>
                    <a:pt x="79217" y="204514"/>
                    <a:pt x="79245" y="220664"/>
                  </a:cubicBezTo>
                  <a:lnTo>
                    <a:pt x="79245" y="396768"/>
                  </a:lnTo>
                  <a:cubicBezTo>
                    <a:pt x="79281" y="409144"/>
                    <a:pt x="84329" y="420977"/>
                    <a:pt x="93238" y="429567"/>
                  </a:cubicBezTo>
                  <a:lnTo>
                    <a:pt x="105395" y="441278"/>
                  </a:lnTo>
                  <a:cubicBezTo>
                    <a:pt x="115545" y="450934"/>
                    <a:pt x="129048" y="456273"/>
                    <a:pt x="143057" y="456164"/>
                  </a:cubicBezTo>
                  <a:lnTo>
                    <a:pt x="173474" y="456164"/>
                  </a:lnTo>
                  <a:cubicBezTo>
                    <a:pt x="190775" y="456224"/>
                    <a:pt x="207455" y="462610"/>
                    <a:pt x="220366" y="474127"/>
                  </a:cubicBezTo>
                  <a:cubicBezTo>
                    <a:pt x="282293" y="522209"/>
                    <a:pt x="288049" y="536847"/>
                    <a:pt x="288297" y="553520"/>
                  </a:cubicBezTo>
                  <a:close/>
                  <a:moveTo>
                    <a:pt x="740788" y="564337"/>
                  </a:moveTo>
                  <a:lnTo>
                    <a:pt x="740788" y="564337"/>
                  </a:lnTo>
                  <a:close/>
                  <a:moveTo>
                    <a:pt x="783115" y="247360"/>
                  </a:moveTo>
                  <a:lnTo>
                    <a:pt x="783115" y="24736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2764158-9D21-E44E-9CE7-1D90A985B114}"/>
                </a:ext>
              </a:extLst>
            </p:cNvPr>
            <p:cNvSpPr/>
            <p:nvPr/>
          </p:nvSpPr>
          <p:spPr>
            <a:xfrm>
              <a:off x="3403275" y="50842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290F4EE-C830-8A44-A066-9B438B2AD296}"/>
                </a:ext>
              </a:extLst>
            </p:cNvPr>
            <p:cNvSpPr/>
            <p:nvPr/>
          </p:nvSpPr>
          <p:spPr>
            <a:xfrm>
              <a:off x="3254413" y="501971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7F16212-6D7E-C44A-A729-81D803E0468A}"/>
                </a:ext>
              </a:extLst>
            </p:cNvPr>
            <p:cNvSpPr/>
            <p:nvPr/>
          </p:nvSpPr>
          <p:spPr>
            <a:xfrm>
              <a:off x="3027199" y="5088834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4" name="Picture Placeholder 79">
            <a:extLst>
              <a:ext uri="{FF2B5EF4-FFF2-40B4-BE49-F238E27FC236}">
                <a16:creationId xmlns:a16="http://schemas.microsoft.com/office/drawing/2014/main" id="{D5C4F61D-4D09-4E5A-9CAD-6C2D9D3DB596}"/>
              </a:ext>
            </a:extLst>
          </p:cNvPr>
          <p:cNvGrpSpPr>
            <a:grpSpLocks noChangeAspect="1"/>
          </p:cNvGrpSpPr>
          <p:nvPr/>
        </p:nvGrpSpPr>
        <p:grpSpPr>
          <a:xfrm>
            <a:off x="4157474" y="4915031"/>
            <a:ext cx="834932" cy="555535"/>
            <a:chOff x="4157474" y="4915031"/>
            <a:chExt cx="834932" cy="555535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8DCF96E-85E0-2A48-B2C9-EF71C3AD05D3}"/>
                </a:ext>
              </a:extLst>
            </p:cNvPr>
            <p:cNvSpPr/>
            <p:nvPr/>
          </p:nvSpPr>
          <p:spPr>
            <a:xfrm>
              <a:off x="4913013" y="5010731"/>
              <a:ext cx="79393" cy="459834"/>
            </a:xfrm>
            <a:custGeom>
              <a:avLst/>
              <a:gdLst>
                <a:gd name="connsiteX0" fmla="*/ 39697 w 79393"/>
                <a:gd name="connsiteY0" fmla="*/ 459835 h 459834"/>
                <a:gd name="connsiteX1" fmla="*/ 0 w 79393"/>
                <a:gd name="connsiteY1" fmla="*/ 420138 h 459834"/>
                <a:gd name="connsiteX2" fmla="*/ 0 w 79393"/>
                <a:gd name="connsiteY2" fmla="*/ 39697 h 459834"/>
                <a:gd name="connsiteX3" fmla="*/ 39697 w 79393"/>
                <a:gd name="connsiteY3" fmla="*/ 0 h 459834"/>
                <a:gd name="connsiteX4" fmla="*/ 79393 w 79393"/>
                <a:gd name="connsiteY4" fmla="*/ 39697 h 459834"/>
                <a:gd name="connsiteX5" fmla="*/ 79393 w 79393"/>
                <a:gd name="connsiteY5" fmla="*/ 420138 h 459834"/>
                <a:gd name="connsiteX6" fmla="*/ 39697 w 79393"/>
                <a:gd name="connsiteY6" fmla="*/ 459835 h 45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9834">
                  <a:moveTo>
                    <a:pt x="39697" y="459835"/>
                  </a:moveTo>
                  <a:cubicBezTo>
                    <a:pt x="17774" y="459835"/>
                    <a:pt x="0" y="442061"/>
                    <a:pt x="0" y="42013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420138"/>
                  </a:lnTo>
                  <a:cubicBezTo>
                    <a:pt x="79393" y="442061"/>
                    <a:pt x="61619" y="459835"/>
                    <a:pt x="39697" y="45983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812C98D-0094-0F4F-83B9-1521D9A8E816}"/>
                </a:ext>
              </a:extLst>
            </p:cNvPr>
            <p:cNvSpPr/>
            <p:nvPr/>
          </p:nvSpPr>
          <p:spPr>
            <a:xfrm>
              <a:off x="4157474" y="4915031"/>
              <a:ext cx="833726" cy="267934"/>
            </a:xfrm>
            <a:custGeom>
              <a:avLst/>
              <a:gdLst>
                <a:gd name="connsiteX0" fmla="*/ 416928 w 833726"/>
                <a:gd name="connsiteY0" fmla="*/ 267934 h 267934"/>
                <a:gd name="connsiteX1" fmla="*/ 407549 w 833726"/>
                <a:gd name="connsiteY1" fmla="*/ 266792 h 267934"/>
                <a:gd name="connsiteX2" fmla="*/ 30432 w 833726"/>
                <a:gd name="connsiteY2" fmla="*/ 175193 h 267934"/>
                <a:gd name="connsiteX3" fmla="*/ 1108 w 833726"/>
                <a:gd name="connsiteY3" fmla="*/ 127321 h 267934"/>
                <a:gd name="connsiteX4" fmla="*/ 29886 w 833726"/>
                <a:gd name="connsiteY4" fmla="*/ 98132 h 267934"/>
                <a:gd name="connsiteX5" fmla="*/ 407004 w 833726"/>
                <a:gd name="connsiteY5" fmla="*/ 1223 h 267934"/>
                <a:gd name="connsiteX6" fmla="*/ 426554 w 833726"/>
                <a:gd name="connsiteY6" fmla="*/ 1223 h 267934"/>
                <a:gd name="connsiteX7" fmla="*/ 803672 w 833726"/>
                <a:gd name="connsiteY7" fmla="*/ 95502 h 267934"/>
                <a:gd name="connsiteX8" fmla="*/ 832526 w 833726"/>
                <a:gd name="connsiteY8" fmla="*/ 143658 h 267934"/>
                <a:gd name="connsiteX9" fmla="*/ 803672 w 833726"/>
                <a:gd name="connsiteY9" fmla="*/ 172513 h 267934"/>
                <a:gd name="connsiteX10" fmla="*/ 426554 w 833726"/>
                <a:gd name="connsiteY10" fmla="*/ 266792 h 267934"/>
                <a:gd name="connsiteX11" fmla="*/ 416928 w 833726"/>
                <a:gd name="connsiteY11" fmla="*/ 267934 h 267934"/>
                <a:gd name="connsiteX12" fmla="*/ 203559 w 833726"/>
                <a:gd name="connsiteY12" fmla="*/ 135496 h 267934"/>
                <a:gd name="connsiteX13" fmla="*/ 416928 w 833726"/>
                <a:gd name="connsiteY13" fmla="*/ 187350 h 267934"/>
                <a:gd name="connsiteX14" fmla="*/ 630297 w 833726"/>
                <a:gd name="connsiteY14" fmla="*/ 133958 h 267934"/>
                <a:gd name="connsiteX15" fmla="*/ 416928 w 833726"/>
                <a:gd name="connsiteY15" fmla="*/ 80616 h 26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3726" h="267934">
                  <a:moveTo>
                    <a:pt x="416928" y="267934"/>
                  </a:moveTo>
                  <a:cubicBezTo>
                    <a:pt x="413767" y="267928"/>
                    <a:pt x="410619" y="267545"/>
                    <a:pt x="407549" y="266792"/>
                  </a:cubicBezTo>
                  <a:lnTo>
                    <a:pt x="30432" y="175193"/>
                  </a:lnTo>
                  <a:cubicBezTo>
                    <a:pt x="9115" y="170071"/>
                    <a:pt x="-4014" y="148638"/>
                    <a:pt x="1108" y="127321"/>
                  </a:cubicBezTo>
                  <a:cubicBezTo>
                    <a:pt x="4546" y="113008"/>
                    <a:pt x="15623" y="101773"/>
                    <a:pt x="29886" y="98132"/>
                  </a:cubicBezTo>
                  <a:lnTo>
                    <a:pt x="407004" y="1223"/>
                  </a:lnTo>
                  <a:cubicBezTo>
                    <a:pt x="413419" y="-408"/>
                    <a:pt x="420139" y="-408"/>
                    <a:pt x="426554" y="1223"/>
                  </a:cubicBezTo>
                  <a:lnTo>
                    <a:pt x="803672" y="95502"/>
                  </a:lnTo>
                  <a:cubicBezTo>
                    <a:pt x="824939" y="100832"/>
                    <a:pt x="837856" y="122392"/>
                    <a:pt x="832526" y="143658"/>
                  </a:cubicBezTo>
                  <a:cubicBezTo>
                    <a:pt x="828969" y="157862"/>
                    <a:pt x="817878" y="168953"/>
                    <a:pt x="803672" y="172513"/>
                  </a:cubicBezTo>
                  <a:lnTo>
                    <a:pt x="426554" y="266792"/>
                  </a:lnTo>
                  <a:cubicBezTo>
                    <a:pt x="423404" y="267565"/>
                    <a:pt x="420171" y="267948"/>
                    <a:pt x="416928" y="267934"/>
                  </a:cubicBezTo>
                  <a:close/>
                  <a:moveTo>
                    <a:pt x="203559" y="135496"/>
                  </a:moveTo>
                  <a:lnTo>
                    <a:pt x="416928" y="187350"/>
                  </a:lnTo>
                  <a:lnTo>
                    <a:pt x="630297" y="133958"/>
                  </a:lnTo>
                  <a:lnTo>
                    <a:pt x="416928" y="8061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02360C36-7621-7744-BED3-D25A6DA18554}"/>
                </a:ext>
              </a:extLst>
            </p:cNvPr>
            <p:cNvSpPr/>
            <p:nvPr/>
          </p:nvSpPr>
          <p:spPr>
            <a:xfrm>
              <a:off x="4254496" y="5060475"/>
              <a:ext cx="644822" cy="405823"/>
            </a:xfrm>
            <a:custGeom>
              <a:avLst/>
              <a:gdLst>
                <a:gd name="connsiteX0" fmla="*/ 322982 w 644822"/>
                <a:gd name="connsiteY0" fmla="*/ 405823 h 405823"/>
                <a:gd name="connsiteX1" fmla="*/ 88226 w 644822"/>
                <a:gd name="connsiteY1" fmla="*/ 370345 h 405823"/>
                <a:gd name="connsiteX2" fmla="*/ 1192 w 644822"/>
                <a:gd name="connsiteY2" fmla="*/ 263214 h 405823"/>
                <a:gd name="connsiteX3" fmla="*/ 1 w 644822"/>
                <a:gd name="connsiteY3" fmla="*/ 39920 h 405823"/>
                <a:gd name="connsiteX4" fmla="*/ 39474 w 644822"/>
                <a:gd name="connsiteY4" fmla="*/ 1 h 405823"/>
                <a:gd name="connsiteX5" fmla="*/ 79394 w 644822"/>
                <a:gd name="connsiteY5" fmla="*/ 39474 h 405823"/>
                <a:gd name="connsiteX6" fmla="*/ 80585 w 644822"/>
                <a:gd name="connsiteY6" fmla="*/ 263015 h 405823"/>
                <a:gd name="connsiteX7" fmla="*/ 322982 w 644822"/>
                <a:gd name="connsiteY7" fmla="*/ 326430 h 405823"/>
                <a:gd name="connsiteX8" fmla="*/ 565429 w 644822"/>
                <a:gd name="connsiteY8" fmla="*/ 263214 h 405823"/>
                <a:gd name="connsiteX9" fmla="*/ 564238 w 644822"/>
                <a:gd name="connsiteY9" fmla="*/ 39920 h 405823"/>
                <a:gd name="connsiteX10" fmla="*/ 603935 w 644822"/>
                <a:gd name="connsiteY10" fmla="*/ 224 h 405823"/>
                <a:gd name="connsiteX11" fmla="*/ 603935 w 644822"/>
                <a:gd name="connsiteY11" fmla="*/ 224 h 405823"/>
                <a:gd name="connsiteX12" fmla="*/ 643631 w 644822"/>
                <a:gd name="connsiteY12" fmla="*/ 39920 h 405823"/>
                <a:gd name="connsiteX13" fmla="*/ 644822 w 644822"/>
                <a:gd name="connsiteY13" fmla="*/ 263462 h 405823"/>
                <a:gd name="connsiteX14" fmla="*/ 557787 w 644822"/>
                <a:gd name="connsiteY14" fmla="*/ 370791 h 405823"/>
                <a:gd name="connsiteX15" fmla="*/ 322982 w 644822"/>
                <a:gd name="connsiteY15" fmla="*/ 405823 h 405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822" h="405823">
                  <a:moveTo>
                    <a:pt x="322982" y="405823"/>
                  </a:moveTo>
                  <a:cubicBezTo>
                    <a:pt x="221508" y="405823"/>
                    <a:pt x="142511" y="393865"/>
                    <a:pt x="88226" y="370345"/>
                  </a:cubicBezTo>
                  <a:cubicBezTo>
                    <a:pt x="12505" y="337545"/>
                    <a:pt x="1192" y="289165"/>
                    <a:pt x="1192" y="263214"/>
                  </a:cubicBezTo>
                  <a:lnTo>
                    <a:pt x="1" y="39920"/>
                  </a:lnTo>
                  <a:cubicBezTo>
                    <a:pt x="-123" y="17997"/>
                    <a:pt x="17550" y="124"/>
                    <a:pt x="39474" y="1"/>
                  </a:cubicBezTo>
                  <a:cubicBezTo>
                    <a:pt x="61398" y="-123"/>
                    <a:pt x="79270" y="17550"/>
                    <a:pt x="79394" y="39474"/>
                  </a:cubicBezTo>
                  <a:lnTo>
                    <a:pt x="80585" y="263015"/>
                  </a:lnTo>
                  <a:cubicBezTo>
                    <a:pt x="80585" y="283856"/>
                    <a:pt x="139832" y="326430"/>
                    <a:pt x="322982" y="326430"/>
                  </a:cubicBezTo>
                  <a:cubicBezTo>
                    <a:pt x="506132" y="326430"/>
                    <a:pt x="565429" y="283856"/>
                    <a:pt x="565429" y="263214"/>
                  </a:cubicBezTo>
                  <a:lnTo>
                    <a:pt x="564238" y="39920"/>
                  </a:lnTo>
                  <a:cubicBezTo>
                    <a:pt x="564238" y="17997"/>
                    <a:pt x="582012" y="224"/>
                    <a:pt x="603935" y="224"/>
                  </a:cubicBezTo>
                  <a:lnTo>
                    <a:pt x="603935" y="224"/>
                  </a:lnTo>
                  <a:cubicBezTo>
                    <a:pt x="625857" y="224"/>
                    <a:pt x="643631" y="17997"/>
                    <a:pt x="643631" y="39920"/>
                  </a:cubicBezTo>
                  <a:lnTo>
                    <a:pt x="644822" y="263462"/>
                  </a:lnTo>
                  <a:cubicBezTo>
                    <a:pt x="644822" y="289612"/>
                    <a:pt x="633509" y="337893"/>
                    <a:pt x="557787" y="370791"/>
                  </a:cubicBezTo>
                  <a:cubicBezTo>
                    <a:pt x="503453" y="393865"/>
                    <a:pt x="424456" y="405823"/>
                    <a:pt x="322982" y="4058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7DF82CA-B067-0C40-8C94-4A565B30DE06}"/>
                </a:ext>
              </a:extLst>
            </p:cNvPr>
            <p:cNvSpPr/>
            <p:nvPr/>
          </p:nvSpPr>
          <p:spPr>
            <a:xfrm>
              <a:off x="4911129" y="5383842"/>
              <a:ext cx="79440" cy="79380"/>
            </a:xfrm>
            <a:custGeom>
              <a:avLst/>
              <a:gdLst>
                <a:gd name="connsiteX0" fmla="*/ 39745 w 79440"/>
                <a:gd name="connsiteY0" fmla="*/ 79381 h 79380"/>
                <a:gd name="connsiteX1" fmla="*/ 11660 w 79440"/>
                <a:gd name="connsiteY1" fmla="*/ 67769 h 79380"/>
                <a:gd name="connsiteX2" fmla="*/ 6698 w 79440"/>
                <a:gd name="connsiteY2" fmla="*/ 61716 h 79380"/>
                <a:gd name="connsiteX3" fmla="*/ 3026 w 79440"/>
                <a:gd name="connsiteY3" fmla="*/ 54868 h 79380"/>
                <a:gd name="connsiteX4" fmla="*/ 793 w 79440"/>
                <a:gd name="connsiteY4" fmla="*/ 47425 h 79380"/>
                <a:gd name="connsiteX5" fmla="*/ 793 w 79440"/>
                <a:gd name="connsiteY5" fmla="*/ 31943 h 79380"/>
                <a:gd name="connsiteX6" fmla="*/ 3026 w 79440"/>
                <a:gd name="connsiteY6" fmla="*/ 24500 h 79380"/>
                <a:gd name="connsiteX7" fmla="*/ 6698 w 79440"/>
                <a:gd name="connsiteY7" fmla="*/ 17653 h 79380"/>
                <a:gd name="connsiteX8" fmla="*/ 11660 w 79440"/>
                <a:gd name="connsiteY8" fmla="*/ 11648 h 79380"/>
                <a:gd name="connsiteX9" fmla="*/ 17713 w 79440"/>
                <a:gd name="connsiteY9" fmla="*/ 6686 h 79380"/>
                <a:gd name="connsiteX10" fmla="*/ 24561 w 79440"/>
                <a:gd name="connsiteY10" fmla="*/ 3064 h 79380"/>
                <a:gd name="connsiteX11" fmla="*/ 32004 w 79440"/>
                <a:gd name="connsiteY11" fmla="*/ 782 h 79380"/>
                <a:gd name="connsiteX12" fmla="*/ 47486 w 79440"/>
                <a:gd name="connsiteY12" fmla="*/ 782 h 79380"/>
                <a:gd name="connsiteX13" fmla="*/ 54929 w 79440"/>
                <a:gd name="connsiteY13" fmla="*/ 3064 h 79380"/>
                <a:gd name="connsiteX14" fmla="*/ 61777 w 79440"/>
                <a:gd name="connsiteY14" fmla="*/ 6686 h 79380"/>
                <a:gd name="connsiteX15" fmla="*/ 72743 w 79440"/>
                <a:gd name="connsiteY15" fmla="*/ 17653 h 79380"/>
                <a:gd name="connsiteX16" fmla="*/ 76415 w 79440"/>
                <a:gd name="connsiteY16" fmla="*/ 24500 h 79380"/>
                <a:gd name="connsiteX17" fmla="*/ 78648 w 79440"/>
                <a:gd name="connsiteY17" fmla="*/ 31943 h 79380"/>
                <a:gd name="connsiteX18" fmla="*/ 78648 w 79440"/>
                <a:gd name="connsiteY18" fmla="*/ 47425 h 79380"/>
                <a:gd name="connsiteX19" fmla="*/ 76415 w 79440"/>
                <a:gd name="connsiteY19" fmla="*/ 54868 h 79380"/>
                <a:gd name="connsiteX20" fmla="*/ 72743 w 79440"/>
                <a:gd name="connsiteY20" fmla="*/ 61716 h 79380"/>
                <a:gd name="connsiteX21" fmla="*/ 67781 w 79440"/>
                <a:gd name="connsiteY21" fmla="*/ 67769 h 79380"/>
                <a:gd name="connsiteX22" fmla="*/ 39745 w 79440"/>
                <a:gd name="connsiteY22" fmla="*/ 79381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0" h="79380">
                  <a:moveTo>
                    <a:pt x="39745" y="79381"/>
                  </a:moveTo>
                  <a:cubicBezTo>
                    <a:pt x="29220" y="79351"/>
                    <a:pt x="19133" y="75178"/>
                    <a:pt x="11660" y="67769"/>
                  </a:cubicBezTo>
                  <a:cubicBezTo>
                    <a:pt x="9804" y="65924"/>
                    <a:pt x="8142" y="63899"/>
                    <a:pt x="6698" y="61716"/>
                  </a:cubicBezTo>
                  <a:cubicBezTo>
                    <a:pt x="5254" y="59557"/>
                    <a:pt x="4023" y="57265"/>
                    <a:pt x="3026" y="54868"/>
                  </a:cubicBezTo>
                  <a:cubicBezTo>
                    <a:pt x="2033" y="52466"/>
                    <a:pt x="1289" y="49976"/>
                    <a:pt x="793" y="47425"/>
                  </a:cubicBezTo>
                  <a:cubicBezTo>
                    <a:pt x="-264" y="42319"/>
                    <a:pt x="-264" y="37049"/>
                    <a:pt x="793" y="31943"/>
                  </a:cubicBezTo>
                  <a:cubicBezTo>
                    <a:pt x="1289" y="29393"/>
                    <a:pt x="2033" y="26902"/>
                    <a:pt x="3026" y="24500"/>
                  </a:cubicBezTo>
                  <a:cubicBezTo>
                    <a:pt x="4023" y="22104"/>
                    <a:pt x="5254" y="19811"/>
                    <a:pt x="6698" y="17653"/>
                  </a:cubicBezTo>
                  <a:cubicBezTo>
                    <a:pt x="8132" y="15479"/>
                    <a:pt x="9794" y="13465"/>
                    <a:pt x="11660" y="11648"/>
                  </a:cubicBezTo>
                  <a:cubicBezTo>
                    <a:pt x="13506" y="9793"/>
                    <a:pt x="15535" y="8130"/>
                    <a:pt x="17713" y="6686"/>
                  </a:cubicBezTo>
                  <a:cubicBezTo>
                    <a:pt x="19872" y="5257"/>
                    <a:pt x="22164" y="4042"/>
                    <a:pt x="24561" y="3064"/>
                  </a:cubicBezTo>
                  <a:cubicBezTo>
                    <a:pt x="26953" y="2037"/>
                    <a:pt x="29449" y="1268"/>
                    <a:pt x="32004" y="782"/>
                  </a:cubicBezTo>
                  <a:cubicBezTo>
                    <a:pt x="37110" y="-261"/>
                    <a:pt x="42380" y="-261"/>
                    <a:pt x="47486" y="782"/>
                  </a:cubicBezTo>
                  <a:cubicBezTo>
                    <a:pt x="50041" y="1268"/>
                    <a:pt x="52537" y="2037"/>
                    <a:pt x="54929" y="3064"/>
                  </a:cubicBezTo>
                  <a:cubicBezTo>
                    <a:pt x="57326" y="4042"/>
                    <a:pt x="59618" y="5257"/>
                    <a:pt x="61777" y="6686"/>
                  </a:cubicBezTo>
                  <a:cubicBezTo>
                    <a:pt x="66123" y="9579"/>
                    <a:pt x="69850" y="13306"/>
                    <a:pt x="72743" y="17653"/>
                  </a:cubicBezTo>
                  <a:cubicBezTo>
                    <a:pt x="74187" y="19811"/>
                    <a:pt x="75417" y="22104"/>
                    <a:pt x="76415" y="24500"/>
                  </a:cubicBezTo>
                  <a:cubicBezTo>
                    <a:pt x="77407" y="26902"/>
                    <a:pt x="78151" y="29393"/>
                    <a:pt x="78648" y="31943"/>
                  </a:cubicBezTo>
                  <a:cubicBezTo>
                    <a:pt x="79705" y="37049"/>
                    <a:pt x="79705" y="42319"/>
                    <a:pt x="78648" y="47425"/>
                  </a:cubicBezTo>
                  <a:cubicBezTo>
                    <a:pt x="78151" y="49976"/>
                    <a:pt x="77407" y="52466"/>
                    <a:pt x="76415" y="54868"/>
                  </a:cubicBezTo>
                  <a:cubicBezTo>
                    <a:pt x="75417" y="57265"/>
                    <a:pt x="74187" y="59557"/>
                    <a:pt x="72743" y="61716"/>
                  </a:cubicBezTo>
                  <a:cubicBezTo>
                    <a:pt x="71284" y="63884"/>
                    <a:pt x="69622" y="65914"/>
                    <a:pt x="67781" y="67769"/>
                  </a:cubicBezTo>
                  <a:cubicBezTo>
                    <a:pt x="60323" y="75168"/>
                    <a:pt x="50250" y="79336"/>
                    <a:pt x="39745" y="7938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9" name="Picture Placeholder 39">
            <a:extLst>
              <a:ext uri="{FF2B5EF4-FFF2-40B4-BE49-F238E27FC236}">
                <a16:creationId xmlns:a16="http://schemas.microsoft.com/office/drawing/2014/main" id="{6A7AB1C0-F255-4981-AA4A-A87808BD26FD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32" y="1467207"/>
            <a:ext cx="757714" cy="739348"/>
            <a:chOff x="5483229" y="1467207"/>
            <a:chExt cx="757714" cy="739348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95CD982-A029-FC4D-92BC-BCF0634E6877}"/>
                </a:ext>
              </a:extLst>
            </p:cNvPr>
            <p:cNvSpPr/>
            <p:nvPr/>
          </p:nvSpPr>
          <p:spPr>
            <a:xfrm>
              <a:off x="5619809" y="1467207"/>
              <a:ext cx="576097" cy="734386"/>
            </a:xfrm>
            <a:custGeom>
              <a:avLst/>
              <a:gdLst>
                <a:gd name="connsiteX0" fmla="*/ 221235 w 576097"/>
                <a:gd name="connsiteY0" fmla="*/ 734386 h 734386"/>
                <a:gd name="connsiteX1" fmla="*/ 71380 w 576097"/>
                <a:gd name="connsiteY1" fmla="*/ 684269 h 734386"/>
                <a:gd name="connsiteX2" fmla="*/ 53169 w 576097"/>
                <a:gd name="connsiteY2" fmla="*/ 683922 h 734386"/>
                <a:gd name="connsiteX3" fmla="*/ 14217 w 576097"/>
                <a:gd name="connsiteY3" fmla="*/ 643481 h 734386"/>
                <a:gd name="connsiteX4" fmla="*/ 54658 w 576097"/>
                <a:gd name="connsiteY4" fmla="*/ 604529 h 734386"/>
                <a:gd name="connsiteX5" fmla="*/ 97927 w 576097"/>
                <a:gd name="connsiteY5" fmla="*/ 605372 h 734386"/>
                <a:gd name="connsiteX6" fmla="*/ 135589 w 576097"/>
                <a:gd name="connsiteY6" fmla="*/ 635443 h 734386"/>
                <a:gd name="connsiteX7" fmla="*/ 221135 w 576097"/>
                <a:gd name="connsiteY7" fmla="*/ 654993 h 734386"/>
                <a:gd name="connsiteX8" fmla="*/ 260832 w 576097"/>
                <a:gd name="connsiteY8" fmla="*/ 694690 h 734386"/>
                <a:gd name="connsiteX9" fmla="*/ 221135 w 576097"/>
                <a:gd name="connsiteY9" fmla="*/ 734386 h 734386"/>
                <a:gd name="connsiteX10" fmla="*/ 39921 w 576097"/>
                <a:gd name="connsiteY10" fmla="*/ 314546 h 734386"/>
                <a:gd name="connsiteX11" fmla="*/ 1 w 576097"/>
                <a:gd name="connsiteY11" fmla="*/ 275072 h 734386"/>
                <a:gd name="connsiteX12" fmla="*/ 39474 w 576097"/>
                <a:gd name="connsiteY12" fmla="*/ 235152 h 734386"/>
                <a:gd name="connsiteX13" fmla="*/ 100855 w 576097"/>
                <a:gd name="connsiteY13" fmla="*/ 234061 h 734386"/>
                <a:gd name="connsiteX14" fmla="*/ 149880 w 576097"/>
                <a:gd name="connsiteY14" fmla="*/ 145141 h 734386"/>
                <a:gd name="connsiteX15" fmla="*/ 150327 w 576097"/>
                <a:gd name="connsiteY15" fmla="*/ 143205 h 734386"/>
                <a:gd name="connsiteX16" fmla="*/ 255969 w 576097"/>
                <a:gd name="connsiteY16" fmla="*/ 0 h 734386"/>
                <a:gd name="connsiteX17" fmla="*/ 341367 w 576097"/>
                <a:gd name="connsiteY17" fmla="*/ 49323 h 734386"/>
                <a:gd name="connsiteX18" fmla="*/ 358486 w 576097"/>
                <a:gd name="connsiteY18" fmla="*/ 125888 h 734386"/>
                <a:gd name="connsiteX19" fmla="*/ 358486 w 576097"/>
                <a:gd name="connsiteY19" fmla="*/ 128418 h 734386"/>
                <a:gd name="connsiteX20" fmla="*/ 359726 w 576097"/>
                <a:gd name="connsiteY20" fmla="*/ 228255 h 734386"/>
                <a:gd name="connsiteX21" fmla="*/ 536575 w 576097"/>
                <a:gd name="connsiteY21" fmla="*/ 229049 h 734386"/>
                <a:gd name="connsiteX22" fmla="*/ 576097 w 576097"/>
                <a:gd name="connsiteY22" fmla="*/ 268919 h 734386"/>
                <a:gd name="connsiteX23" fmla="*/ 536227 w 576097"/>
                <a:gd name="connsiteY23" fmla="*/ 308442 h 734386"/>
                <a:gd name="connsiteX24" fmla="*/ 320327 w 576097"/>
                <a:gd name="connsiteY24" fmla="*/ 307648 h 734386"/>
                <a:gd name="connsiteX25" fmla="*/ 280631 w 576097"/>
                <a:gd name="connsiteY25" fmla="*/ 268398 h 734386"/>
                <a:gd name="connsiteX26" fmla="*/ 279043 w 576097"/>
                <a:gd name="connsiteY26" fmla="*/ 130651 h 734386"/>
                <a:gd name="connsiteX27" fmla="*/ 256366 w 576097"/>
                <a:gd name="connsiteY27" fmla="*/ 79393 h 734386"/>
                <a:gd name="connsiteX28" fmla="*/ 227636 w 576097"/>
                <a:gd name="connsiteY28" fmla="*/ 161317 h 734386"/>
                <a:gd name="connsiteX29" fmla="*/ 227140 w 576097"/>
                <a:gd name="connsiteY29" fmla="*/ 163302 h 734386"/>
                <a:gd name="connsiteX30" fmla="*/ 153751 w 576097"/>
                <a:gd name="connsiteY30" fmla="*/ 296434 h 734386"/>
                <a:gd name="connsiteX31" fmla="*/ 153751 w 576097"/>
                <a:gd name="connsiteY31" fmla="*/ 296434 h 734386"/>
                <a:gd name="connsiteX32" fmla="*/ 121050 w 576097"/>
                <a:gd name="connsiteY32" fmla="*/ 312610 h 734386"/>
                <a:gd name="connsiteX33" fmla="*/ 110481 w 576097"/>
                <a:gd name="connsiteY33" fmla="*/ 313107 h 734386"/>
                <a:gd name="connsiteX34" fmla="*/ 81652 w 576097"/>
                <a:gd name="connsiteY34" fmla="*/ 313851 h 734386"/>
                <a:gd name="connsiteX35" fmla="*/ 40367 w 576097"/>
                <a:gd name="connsiteY35" fmla="*/ 314496 h 734386"/>
                <a:gd name="connsiteX36" fmla="*/ 82842 w 576097"/>
                <a:gd name="connsiteY36" fmla="*/ 266116 h 734386"/>
                <a:gd name="connsiteX37" fmla="*/ 82842 w 576097"/>
                <a:gd name="connsiteY37" fmla="*/ 266116 h 734386"/>
                <a:gd name="connsiteX38" fmla="*/ 82842 w 576097"/>
                <a:gd name="connsiteY38" fmla="*/ 266116 h 734386"/>
                <a:gd name="connsiteX39" fmla="*/ 82842 w 576097"/>
                <a:gd name="connsiteY39" fmla="*/ 266116 h 734386"/>
                <a:gd name="connsiteX40" fmla="*/ 87805 w 576097"/>
                <a:gd name="connsiteY40" fmla="*/ 252272 h 734386"/>
                <a:gd name="connsiteX41" fmla="*/ 82842 w 576097"/>
                <a:gd name="connsiteY41" fmla="*/ 266116 h 734386"/>
                <a:gd name="connsiteX42" fmla="*/ 87904 w 576097"/>
                <a:gd name="connsiteY42" fmla="*/ 252222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76097" h="734386">
                  <a:moveTo>
                    <a:pt x="221235" y="734386"/>
                  </a:moveTo>
                  <a:cubicBezTo>
                    <a:pt x="178561" y="734386"/>
                    <a:pt x="104328" y="734386"/>
                    <a:pt x="71380" y="684269"/>
                  </a:cubicBezTo>
                  <a:lnTo>
                    <a:pt x="53169" y="683922"/>
                  </a:lnTo>
                  <a:cubicBezTo>
                    <a:pt x="31245" y="683510"/>
                    <a:pt x="13806" y="665404"/>
                    <a:pt x="14217" y="643481"/>
                  </a:cubicBezTo>
                  <a:cubicBezTo>
                    <a:pt x="14628" y="621559"/>
                    <a:pt x="32734" y="604117"/>
                    <a:pt x="54658" y="604529"/>
                  </a:cubicBezTo>
                  <a:lnTo>
                    <a:pt x="97927" y="605372"/>
                  </a:lnTo>
                  <a:cubicBezTo>
                    <a:pt x="115825" y="605754"/>
                    <a:pt x="131252" y="618075"/>
                    <a:pt x="135589" y="635443"/>
                  </a:cubicBezTo>
                  <a:cubicBezTo>
                    <a:pt x="137078" y="641298"/>
                    <a:pt x="140551" y="654993"/>
                    <a:pt x="221135" y="654993"/>
                  </a:cubicBezTo>
                  <a:cubicBezTo>
                    <a:pt x="243059" y="654993"/>
                    <a:pt x="260832" y="672767"/>
                    <a:pt x="260832" y="694690"/>
                  </a:cubicBezTo>
                  <a:cubicBezTo>
                    <a:pt x="260832" y="716612"/>
                    <a:pt x="243059" y="734386"/>
                    <a:pt x="221135" y="734386"/>
                  </a:cubicBezTo>
                  <a:close/>
                  <a:moveTo>
                    <a:pt x="39921" y="314546"/>
                  </a:moveTo>
                  <a:cubicBezTo>
                    <a:pt x="17997" y="314669"/>
                    <a:pt x="124" y="296996"/>
                    <a:pt x="1" y="275072"/>
                  </a:cubicBezTo>
                  <a:cubicBezTo>
                    <a:pt x="-122" y="253148"/>
                    <a:pt x="17550" y="235276"/>
                    <a:pt x="39474" y="235152"/>
                  </a:cubicBezTo>
                  <a:cubicBezTo>
                    <a:pt x="60860" y="235152"/>
                    <a:pt x="85175" y="234458"/>
                    <a:pt x="100855" y="234061"/>
                  </a:cubicBezTo>
                  <a:cubicBezTo>
                    <a:pt x="121100" y="205033"/>
                    <a:pt x="145117" y="165485"/>
                    <a:pt x="149880" y="145141"/>
                  </a:cubicBezTo>
                  <a:lnTo>
                    <a:pt x="150327" y="143205"/>
                  </a:lnTo>
                  <a:cubicBezTo>
                    <a:pt x="164469" y="82767"/>
                    <a:pt x="183870" y="0"/>
                    <a:pt x="255969" y="0"/>
                  </a:cubicBezTo>
                  <a:cubicBezTo>
                    <a:pt x="305590" y="0"/>
                    <a:pt x="329706" y="26845"/>
                    <a:pt x="341367" y="49323"/>
                  </a:cubicBezTo>
                  <a:cubicBezTo>
                    <a:pt x="353623" y="72992"/>
                    <a:pt x="356600" y="101276"/>
                    <a:pt x="358486" y="125888"/>
                  </a:cubicBezTo>
                  <a:cubicBezTo>
                    <a:pt x="358486" y="126731"/>
                    <a:pt x="358486" y="127575"/>
                    <a:pt x="358486" y="128418"/>
                  </a:cubicBezTo>
                  <a:lnTo>
                    <a:pt x="359726" y="228255"/>
                  </a:lnTo>
                  <a:lnTo>
                    <a:pt x="536575" y="229049"/>
                  </a:lnTo>
                  <a:cubicBezTo>
                    <a:pt x="558497" y="229145"/>
                    <a:pt x="576192" y="246995"/>
                    <a:pt x="576097" y="268919"/>
                  </a:cubicBezTo>
                  <a:cubicBezTo>
                    <a:pt x="576003" y="290843"/>
                    <a:pt x="558150" y="308538"/>
                    <a:pt x="536227" y="308442"/>
                  </a:cubicBezTo>
                  <a:lnTo>
                    <a:pt x="320327" y="307648"/>
                  </a:lnTo>
                  <a:cubicBezTo>
                    <a:pt x="298577" y="307650"/>
                    <a:pt x="280875" y="290148"/>
                    <a:pt x="280631" y="268398"/>
                  </a:cubicBezTo>
                  <a:lnTo>
                    <a:pt x="279043" y="130651"/>
                  </a:lnTo>
                  <a:cubicBezTo>
                    <a:pt x="275272" y="79939"/>
                    <a:pt x="268523" y="79393"/>
                    <a:pt x="256366" y="79393"/>
                  </a:cubicBezTo>
                  <a:cubicBezTo>
                    <a:pt x="244953" y="87432"/>
                    <a:pt x="233293" y="137201"/>
                    <a:pt x="227636" y="161317"/>
                  </a:cubicBezTo>
                  <a:lnTo>
                    <a:pt x="227140" y="163302"/>
                  </a:lnTo>
                  <a:cubicBezTo>
                    <a:pt x="215727" y="212029"/>
                    <a:pt x="164022" y="282838"/>
                    <a:pt x="153751" y="296434"/>
                  </a:cubicBezTo>
                  <a:lnTo>
                    <a:pt x="153751" y="296434"/>
                  </a:lnTo>
                  <a:cubicBezTo>
                    <a:pt x="145900" y="306546"/>
                    <a:pt x="133852" y="312506"/>
                    <a:pt x="121050" y="312610"/>
                  </a:cubicBezTo>
                  <a:cubicBezTo>
                    <a:pt x="118470" y="312610"/>
                    <a:pt x="114848" y="312958"/>
                    <a:pt x="110481" y="313107"/>
                  </a:cubicBezTo>
                  <a:cubicBezTo>
                    <a:pt x="102592" y="313404"/>
                    <a:pt x="92122" y="313652"/>
                    <a:pt x="81652" y="313851"/>
                  </a:cubicBezTo>
                  <a:cubicBezTo>
                    <a:pt x="61009" y="314248"/>
                    <a:pt x="40367" y="314496"/>
                    <a:pt x="40367" y="314496"/>
                  </a:cubicBezTo>
                  <a:close/>
                  <a:moveTo>
                    <a:pt x="82842" y="266116"/>
                  </a:moveTo>
                  <a:lnTo>
                    <a:pt x="82842" y="266116"/>
                  </a:lnTo>
                  <a:close/>
                  <a:moveTo>
                    <a:pt x="82842" y="266116"/>
                  </a:moveTo>
                  <a:lnTo>
                    <a:pt x="82842" y="266116"/>
                  </a:lnTo>
                  <a:close/>
                  <a:moveTo>
                    <a:pt x="87805" y="252272"/>
                  </a:moveTo>
                  <a:cubicBezTo>
                    <a:pt x="85291" y="256532"/>
                    <a:pt x="83607" y="261229"/>
                    <a:pt x="82842" y="266116"/>
                  </a:cubicBezTo>
                  <a:cubicBezTo>
                    <a:pt x="83644" y="261208"/>
                    <a:pt x="85361" y="256495"/>
                    <a:pt x="87904" y="2522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ADB635BC-BADF-3B4D-8AD0-C1A97D787480}"/>
                </a:ext>
              </a:extLst>
            </p:cNvPr>
            <p:cNvSpPr/>
            <p:nvPr/>
          </p:nvSpPr>
          <p:spPr>
            <a:xfrm>
              <a:off x="5766364" y="1696643"/>
              <a:ext cx="474579" cy="504951"/>
            </a:xfrm>
            <a:custGeom>
              <a:avLst/>
              <a:gdLst>
                <a:gd name="connsiteX0" fmla="*/ 39946 w 474579"/>
                <a:gd name="connsiteY0" fmla="*/ 504951 h 504951"/>
                <a:gd name="connsiteX1" fmla="*/ 1 w 474579"/>
                <a:gd name="connsiteY1" fmla="*/ 465502 h 504951"/>
                <a:gd name="connsiteX2" fmla="*/ 39449 w 474579"/>
                <a:gd name="connsiteY2" fmla="*/ 425557 h 504951"/>
                <a:gd name="connsiteX3" fmla="*/ 315539 w 474579"/>
                <a:gd name="connsiteY3" fmla="*/ 421588 h 504951"/>
                <a:gd name="connsiteX4" fmla="*/ 323776 w 474579"/>
                <a:gd name="connsiteY4" fmla="*/ 405957 h 504951"/>
                <a:gd name="connsiteX5" fmla="*/ 319509 w 474579"/>
                <a:gd name="connsiteY5" fmla="*/ 384819 h 504951"/>
                <a:gd name="connsiteX6" fmla="*/ 307203 w 474579"/>
                <a:gd name="connsiteY6" fmla="*/ 343088 h 504951"/>
                <a:gd name="connsiteX7" fmla="*/ 347594 w 474579"/>
                <a:gd name="connsiteY7" fmla="*/ 316739 h 504951"/>
                <a:gd name="connsiteX8" fmla="*/ 362480 w 474579"/>
                <a:gd name="connsiteY8" fmla="*/ 301506 h 504951"/>
                <a:gd name="connsiteX9" fmla="*/ 346155 w 474579"/>
                <a:gd name="connsiteY9" fmla="*/ 277638 h 504951"/>
                <a:gd name="connsiteX10" fmla="*/ 340588 w 474579"/>
                <a:gd name="connsiteY10" fmla="*/ 221775 h 504951"/>
                <a:gd name="connsiteX11" fmla="*/ 371114 w 474579"/>
                <a:gd name="connsiteY11" fmla="*/ 207226 h 504951"/>
                <a:gd name="connsiteX12" fmla="*/ 371114 w 474579"/>
                <a:gd name="connsiteY12" fmla="*/ 207226 h 504951"/>
                <a:gd name="connsiteX13" fmla="*/ 384810 w 474579"/>
                <a:gd name="connsiteY13" fmla="*/ 205639 h 504951"/>
                <a:gd name="connsiteX14" fmla="*/ 385752 w 474579"/>
                <a:gd name="connsiteY14" fmla="*/ 193630 h 504951"/>
                <a:gd name="connsiteX15" fmla="*/ 367294 w 474579"/>
                <a:gd name="connsiteY15" fmla="*/ 177752 h 504951"/>
                <a:gd name="connsiteX16" fmla="*/ 350065 w 474579"/>
                <a:gd name="connsiteY16" fmla="*/ 124322 h 504951"/>
                <a:gd name="connsiteX17" fmla="*/ 380542 w 474579"/>
                <a:gd name="connsiteY17" fmla="*/ 103023 h 504951"/>
                <a:gd name="connsiteX18" fmla="*/ 395131 w 474579"/>
                <a:gd name="connsiteY18" fmla="*/ 87293 h 504951"/>
                <a:gd name="connsiteX19" fmla="*/ 384264 w 474579"/>
                <a:gd name="connsiteY19" fmla="*/ 79007 h 504951"/>
                <a:gd name="connsiteX20" fmla="*/ 350487 w 474579"/>
                <a:gd name="connsiteY20" fmla="*/ 34165 h 504951"/>
                <a:gd name="connsiteX21" fmla="*/ 388928 w 474579"/>
                <a:gd name="connsiteY21" fmla="*/ 10 h 504951"/>
                <a:gd name="connsiteX22" fmla="*/ 449217 w 474579"/>
                <a:gd name="connsiteY22" fmla="*/ 27203 h 504951"/>
                <a:gd name="connsiteX23" fmla="*/ 474574 w 474579"/>
                <a:gd name="connsiteY23" fmla="*/ 88137 h 504951"/>
                <a:gd name="connsiteX24" fmla="*/ 450061 w 474579"/>
                <a:gd name="connsiteY24" fmla="*/ 146689 h 504951"/>
                <a:gd name="connsiteX25" fmla="*/ 465394 w 474579"/>
                <a:gd name="connsiteY25" fmla="*/ 192688 h 504951"/>
                <a:gd name="connsiteX26" fmla="*/ 450160 w 474579"/>
                <a:gd name="connsiteY26" fmla="*/ 251538 h 504951"/>
                <a:gd name="connsiteX27" fmla="*/ 435026 w 474579"/>
                <a:gd name="connsiteY27" fmla="*/ 267764 h 504951"/>
                <a:gd name="connsiteX28" fmla="*/ 441873 w 474579"/>
                <a:gd name="connsiteY28" fmla="*/ 301506 h 504951"/>
                <a:gd name="connsiteX29" fmla="*/ 400887 w 474579"/>
                <a:gd name="connsiteY29" fmla="*/ 379658 h 504951"/>
                <a:gd name="connsiteX30" fmla="*/ 403318 w 474579"/>
                <a:gd name="connsiteY30" fmla="*/ 405957 h 504951"/>
                <a:gd name="connsiteX31" fmla="*/ 328292 w 474579"/>
                <a:gd name="connsiteY31" fmla="*/ 500534 h 504951"/>
                <a:gd name="connsiteX32" fmla="*/ 40491 w 474579"/>
                <a:gd name="connsiteY32" fmla="*/ 504951 h 5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74579" h="504951">
                  <a:moveTo>
                    <a:pt x="39946" y="504951"/>
                  </a:moveTo>
                  <a:cubicBezTo>
                    <a:pt x="18022" y="505090"/>
                    <a:pt x="138" y="487425"/>
                    <a:pt x="1" y="465502"/>
                  </a:cubicBezTo>
                  <a:cubicBezTo>
                    <a:pt x="-136" y="443580"/>
                    <a:pt x="17525" y="425696"/>
                    <a:pt x="39449" y="425557"/>
                  </a:cubicBezTo>
                  <a:cubicBezTo>
                    <a:pt x="137202" y="424367"/>
                    <a:pt x="282244" y="422431"/>
                    <a:pt x="315539" y="421588"/>
                  </a:cubicBezTo>
                  <a:cubicBezTo>
                    <a:pt x="320521" y="417906"/>
                    <a:pt x="323553" y="412150"/>
                    <a:pt x="323776" y="405957"/>
                  </a:cubicBezTo>
                  <a:cubicBezTo>
                    <a:pt x="324158" y="398663"/>
                    <a:pt x="322689" y="391394"/>
                    <a:pt x="319509" y="384819"/>
                  </a:cubicBezTo>
                  <a:cubicBezTo>
                    <a:pt x="305962" y="374895"/>
                    <a:pt x="302290" y="359314"/>
                    <a:pt x="307203" y="343088"/>
                  </a:cubicBezTo>
                  <a:cubicBezTo>
                    <a:pt x="312115" y="326862"/>
                    <a:pt x="330078" y="316739"/>
                    <a:pt x="347594" y="316739"/>
                  </a:cubicBezTo>
                  <a:cubicBezTo>
                    <a:pt x="355782" y="316352"/>
                    <a:pt x="362282" y="309703"/>
                    <a:pt x="362480" y="301506"/>
                  </a:cubicBezTo>
                  <a:cubicBezTo>
                    <a:pt x="362480" y="295700"/>
                    <a:pt x="353697" y="283940"/>
                    <a:pt x="346155" y="277638"/>
                  </a:cubicBezTo>
                  <a:cubicBezTo>
                    <a:pt x="329190" y="263749"/>
                    <a:pt x="326699" y="238741"/>
                    <a:pt x="340588" y="221775"/>
                  </a:cubicBezTo>
                  <a:cubicBezTo>
                    <a:pt x="348085" y="212615"/>
                    <a:pt x="359280" y="207281"/>
                    <a:pt x="371114" y="207226"/>
                  </a:cubicBezTo>
                  <a:lnTo>
                    <a:pt x="371114" y="207226"/>
                  </a:lnTo>
                  <a:cubicBezTo>
                    <a:pt x="375734" y="207415"/>
                    <a:pt x="380354" y="206879"/>
                    <a:pt x="384810" y="205639"/>
                  </a:cubicBezTo>
                  <a:cubicBezTo>
                    <a:pt x="385544" y="201680"/>
                    <a:pt x="385857" y="197655"/>
                    <a:pt x="385752" y="193630"/>
                  </a:cubicBezTo>
                  <a:cubicBezTo>
                    <a:pt x="383718" y="188966"/>
                    <a:pt x="373198" y="180729"/>
                    <a:pt x="367294" y="177752"/>
                  </a:cubicBezTo>
                  <a:cubicBezTo>
                    <a:pt x="347783" y="167755"/>
                    <a:pt x="340067" y="143834"/>
                    <a:pt x="350065" y="124322"/>
                  </a:cubicBezTo>
                  <a:cubicBezTo>
                    <a:pt x="356064" y="112609"/>
                    <a:pt x="367482" y="104632"/>
                    <a:pt x="380542" y="103023"/>
                  </a:cubicBezTo>
                  <a:cubicBezTo>
                    <a:pt x="386666" y="99109"/>
                    <a:pt x="391687" y="93694"/>
                    <a:pt x="395131" y="87293"/>
                  </a:cubicBezTo>
                  <a:cubicBezTo>
                    <a:pt x="394287" y="82033"/>
                    <a:pt x="386695" y="79652"/>
                    <a:pt x="384264" y="79007"/>
                  </a:cubicBezTo>
                  <a:cubicBezTo>
                    <a:pt x="362555" y="75951"/>
                    <a:pt x="347430" y="55874"/>
                    <a:pt x="350487" y="34165"/>
                  </a:cubicBezTo>
                  <a:cubicBezTo>
                    <a:pt x="353201" y="14898"/>
                    <a:pt x="369477" y="436"/>
                    <a:pt x="388928" y="10"/>
                  </a:cubicBezTo>
                  <a:cubicBezTo>
                    <a:pt x="401929" y="-337"/>
                    <a:pt x="429468" y="7950"/>
                    <a:pt x="449217" y="27203"/>
                  </a:cubicBezTo>
                  <a:cubicBezTo>
                    <a:pt x="465677" y="43171"/>
                    <a:pt x="474847" y="65206"/>
                    <a:pt x="474574" y="88137"/>
                  </a:cubicBezTo>
                  <a:cubicBezTo>
                    <a:pt x="474574" y="109176"/>
                    <a:pt x="464649" y="130017"/>
                    <a:pt x="450061" y="146689"/>
                  </a:cubicBezTo>
                  <a:cubicBezTo>
                    <a:pt x="459841" y="160048"/>
                    <a:pt x="465205" y="176131"/>
                    <a:pt x="465394" y="192688"/>
                  </a:cubicBezTo>
                  <a:cubicBezTo>
                    <a:pt x="465394" y="209856"/>
                    <a:pt x="463657" y="232037"/>
                    <a:pt x="450160" y="251538"/>
                  </a:cubicBezTo>
                  <a:cubicBezTo>
                    <a:pt x="445962" y="257681"/>
                    <a:pt x="440861" y="263149"/>
                    <a:pt x="435026" y="267764"/>
                  </a:cubicBezTo>
                  <a:cubicBezTo>
                    <a:pt x="439462" y="278462"/>
                    <a:pt x="441789" y="289924"/>
                    <a:pt x="441873" y="301506"/>
                  </a:cubicBezTo>
                  <a:cubicBezTo>
                    <a:pt x="441913" y="332717"/>
                    <a:pt x="426585" y="361944"/>
                    <a:pt x="400887" y="379658"/>
                  </a:cubicBezTo>
                  <a:cubicBezTo>
                    <a:pt x="402524" y="388327"/>
                    <a:pt x="403338" y="397135"/>
                    <a:pt x="403318" y="405957"/>
                  </a:cubicBezTo>
                  <a:cubicBezTo>
                    <a:pt x="403318" y="459597"/>
                    <a:pt x="358660" y="497805"/>
                    <a:pt x="328292" y="500534"/>
                  </a:cubicBezTo>
                  <a:cubicBezTo>
                    <a:pt x="317921" y="501427"/>
                    <a:pt x="143603" y="503710"/>
                    <a:pt x="40491" y="5049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9699E410-0D5E-6742-A95A-80E06FADCAFB}"/>
                </a:ext>
              </a:extLst>
            </p:cNvPr>
            <p:cNvSpPr/>
            <p:nvPr/>
          </p:nvSpPr>
          <p:spPr>
            <a:xfrm>
              <a:off x="5483229" y="1659537"/>
              <a:ext cx="211930" cy="547018"/>
            </a:xfrm>
            <a:custGeom>
              <a:avLst/>
              <a:gdLst>
                <a:gd name="connsiteX0" fmla="*/ 40242 w 211930"/>
                <a:gd name="connsiteY0" fmla="*/ 547018 h 547018"/>
                <a:gd name="connsiteX1" fmla="*/ 546 w 211930"/>
                <a:gd name="connsiteY1" fmla="*/ 507322 h 547018"/>
                <a:gd name="connsiteX2" fmla="*/ 0 w 211930"/>
                <a:gd name="connsiteY2" fmla="*/ 39697 h 547018"/>
                <a:gd name="connsiteX3" fmla="*/ 39697 w 211930"/>
                <a:gd name="connsiteY3" fmla="*/ 0 h 547018"/>
                <a:gd name="connsiteX4" fmla="*/ 170596 w 211930"/>
                <a:gd name="connsiteY4" fmla="*/ 0 h 547018"/>
                <a:gd name="connsiteX5" fmla="*/ 210293 w 211930"/>
                <a:gd name="connsiteY5" fmla="*/ 39697 h 547018"/>
                <a:gd name="connsiteX6" fmla="*/ 211930 w 211930"/>
                <a:gd name="connsiteY6" fmla="*/ 506826 h 547018"/>
                <a:gd name="connsiteX7" fmla="*/ 172234 w 211930"/>
                <a:gd name="connsiteY7" fmla="*/ 546522 h 547018"/>
                <a:gd name="connsiteX8" fmla="*/ 40391 w 211930"/>
                <a:gd name="connsiteY8" fmla="*/ 547018 h 547018"/>
                <a:gd name="connsiteX9" fmla="*/ 79443 w 211930"/>
                <a:gd name="connsiteY9" fmla="*/ 79393 h 547018"/>
                <a:gd name="connsiteX10" fmla="*/ 79889 w 211930"/>
                <a:gd name="connsiteY10" fmla="*/ 467625 h 547018"/>
                <a:gd name="connsiteX11" fmla="*/ 132339 w 211930"/>
                <a:gd name="connsiteY11" fmla="*/ 467625 h 547018"/>
                <a:gd name="connsiteX12" fmla="*/ 130999 w 211930"/>
                <a:gd name="connsiteY12" fmla="*/ 79790 h 54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930" h="547018">
                  <a:moveTo>
                    <a:pt x="40242" y="547018"/>
                  </a:moveTo>
                  <a:cubicBezTo>
                    <a:pt x="18318" y="547018"/>
                    <a:pt x="546" y="529244"/>
                    <a:pt x="546" y="50732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70596" y="0"/>
                  </a:lnTo>
                  <a:cubicBezTo>
                    <a:pt x="192520" y="0"/>
                    <a:pt x="210293" y="17773"/>
                    <a:pt x="210293" y="39697"/>
                  </a:cubicBezTo>
                  <a:lnTo>
                    <a:pt x="211930" y="506826"/>
                  </a:lnTo>
                  <a:cubicBezTo>
                    <a:pt x="211930" y="528748"/>
                    <a:pt x="194158" y="546522"/>
                    <a:pt x="172234" y="546522"/>
                  </a:cubicBezTo>
                  <a:lnTo>
                    <a:pt x="40391" y="547018"/>
                  </a:lnTo>
                  <a:close/>
                  <a:moveTo>
                    <a:pt x="79443" y="79393"/>
                  </a:moveTo>
                  <a:lnTo>
                    <a:pt x="79889" y="467625"/>
                  </a:lnTo>
                  <a:lnTo>
                    <a:pt x="132339" y="467625"/>
                  </a:lnTo>
                  <a:lnTo>
                    <a:pt x="130999" y="7979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41">
            <a:extLst>
              <a:ext uri="{FF2B5EF4-FFF2-40B4-BE49-F238E27FC236}">
                <a16:creationId xmlns:a16="http://schemas.microsoft.com/office/drawing/2014/main" id="{B0B2C13A-7C01-4F23-86BF-22BDB9DA2AFC}"/>
              </a:ext>
            </a:extLst>
          </p:cNvPr>
          <p:cNvGrpSpPr>
            <a:grpSpLocks noChangeAspect="1"/>
          </p:cNvGrpSpPr>
          <p:nvPr/>
        </p:nvGrpSpPr>
        <p:grpSpPr>
          <a:xfrm>
            <a:off x="8093340" y="1467207"/>
            <a:ext cx="757716" cy="739348"/>
            <a:chOff x="6800737" y="1467207"/>
            <a:chExt cx="757716" cy="739348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51ACD28-9719-0A4F-BC27-42B27E2AE4E5}"/>
                </a:ext>
              </a:extLst>
            </p:cNvPr>
            <p:cNvSpPr/>
            <p:nvPr/>
          </p:nvSpPr>
          <p:spPr>
            <a:xfrm>
              <a:off x="6937466" y="1472169"/>
              <a:ext cx="576072" cy="734386"/>
            </a:xfrm>
            <a:custGeom>
              <a:avLst/>
              <a:gdLst>
                <a:gd name="connsiteX0" fmla="*/ 255820 w 576072"/>
                <a:gd name="connsiteY0" fmla="*/ 734386 h 734386"/>
                <a:gd name="connsiteX1" fmla="*/ 150327 w 576072"/>
                <a:gd name="connsiteY1" fmla="*/ 591181 h 734386"/>
                <a:gd name="connsiteX2" fmla="*/ 149880 w 576072"/>
                <a:gd name="connsiteY2" fmla="*/ 589246 h 734386"/>
                <a:gd name="connsiteX3" fmla="*/ 100855 w 576072"/>
                <a:gd name="connsiteY3" fmla="*/ 500325 h 734386"/>
                <a:gd name="connsiteX4" fmla="*/ 39474 w 576072"/>
                <a:gd name="connsiteY4" fmla="*/ 499234 h 734386"/>
                <a:gd name="connsiteX5" fmla="*/ 1 w 576072"/>
                <a:gd name="connsiteY5" fmla="*/ 459314 h 734386"/>
                <a:gd name="connsiteX6" fmla="*/ 39921 w 576072"/>
                <a:gd name="connsiteY6" fmla="*/ 419841 h 734386"/>
                <a:gd name="connsiteX7" fmla="*/ 40367 w 576072"/>
                <a:gd name="connsiteY7" fmla="*/ 419841 h 734386"/>
                <a:gd name="connsiteX8" fmla="*/ 81652 w 576072"/>
                <a:gd name="connsiteY8" fmla="*/ 420486 h 734386"/>
                <a:gd name="connsiteX9" fmla="*/ 110481 w 576072"/>
                <a:gd name="connsiteY9" fmla="*/ 421230 h 734386"/>
                <a:gd name="connsiteX10" fmla="*/ 121050 w 576072"/>
                <a:gd name="connsiteY10" fmla="*/ 421726 h 734386"/>
                <a:gd name="connsiteX11" fmla="*/ 156083 w 576072"/>
                <a:gd name="connsiteY11" fmla="*/ 441078 h 734386"/>
                <a:gd name="connsiteX12" fmla="*/ 227140 w 576072"/>
                <a:gd name="connsiteY12" fmla="*/ 571084 h 734386"/>
                <a:gd name="connsiteX13" fmla="*/ 227636 w 576072"/>
                <a:gd name="connsiteY13" fmla="*/ 573069 h 734386"/>
                <a:gd name="connsiteX14" fmla="*/ 256366 w 576072"/>
                <a:gd name="connsiteY14" fmla="*/ 654993 h 734386"/>
                <a:gd name="connsiteX15" fmla="*/ 279192 w 576072"/>
                <a:gd name="connsiteY15" fmla="*/ 603735 h 734386"/>
                <a:gd name="connsiteX16" fmla="*/ 280780 w 576072"/>
                <a:gd name="connsiteY16" fmla="*/ 465988 h 734386"/>
                <a:gd name="connsiteX17" fmla="*/ 320476 w 576072"/>
                <a:gd name="connsiteY17" fmla="*/ 426738 h 734386"/>
                <a:gd name="connsiteX18" fmla="*/ 536376 w 576072"/>
                <a:gd name="connsiteY18" fmla="*/ 425746 h 734386"/>
                <a:gd name="connsiteX19" fmla="*/ 536376 w 576072"/>
                <a:gd name="connsiteY19" fmla="*/ 425746 h 734386"/>
                <a:gd name="connsiteX20" fmla="*/ 576073 w 576072"/>
                <a:gd name="connsiteY20" fmla="*/ 465442 h 734386"/>
                <a:gd name="connsiteX21" fmla="*/ 536376 w 576072"/>
                <a:gd name="connsiteY21" fmla="*/ 505139 h 734386"/>
                <a:gd name="connsiteX22" fmla="*/ 359528 w 576072"/>
                <a:gd name="connsiteY22" fmla="*/ 505933 h 734386"/>
                <a:gd name="connsiteX23" fmla="*/ 358386 w 576072"/>
                <a:gd name="connsiteY23" fmla="*/ 605968 h 734386"/>
                <a:gd name="connsiteX24" fmla="*/ 358386 w 576072"/>
                <a:gd name="connsiteY24" fmla="*/ 608499 h 734386"/>
                <a:gd name="connsiteX25" fmla="*/ 341267 w 576072"/>
                <a:gd name="connsiteY25" fmla="*/ 685063 h 734386"/>
                <a:gd name="connsiteX26" fmla="*/ 255820 w 576072"/>
                <a:gd name="connsiteY26" fmla="*/ 734386 h 734386"/>
                <a:gd name="connsiteX27" fmla="*/ 116336 w 576072"/>
                <a:gd name="connsiteY27" fmla="*/ 501169 h 734386"/>
                <a:gd name="connsiteX28" fmla="*/ 116336 w 576072"/>
                <a:gd name="connsiteY28" fmla="*/ 501169 h 734386"/>
                <a:gd name="connsiteX29" fmla="*/ 82694 w 576072"/>
                <a:gd name="connsiteY29" fmla="*/ 468469 h 734386"/>
                <a:gd name="connsiteX30" fmla="*/ 88003 w 576072"/>
                <a:gd name="connsiteY30" fmla="*/ 482710 h 734386"/>
                <a:gd name="connsiteX31" fmla="*/ 82694 w 576072"/>
                <a:gd name="connsiteY31" fmla="*/ 468270 h 734386"/>
                <a:gd name="connsiteX32" fmla="*/ 82694 w 576072"/>
                <a:gd name="connsiteY32" fmla="*/ 468469 h 734386"/>
                <a:gd name="connsiteX33" fmla="*/ 82694 w 576072"/>
                <a:gd name="connsiteY33" fmla="*/ 468469 h 734386"/>
                <a:gd name="connsiteX34" fmla="*/ 53765 w 576072"/>
                <a:gd name="connsiteY34" fmla="*/ 129857 h 734386"/>
                <a:gd name="connsiteX35" fmla="*/ 13696 w 576072"/>
                <a:gd name="connsiteY35" fmla="*/ 90533 h 734386"/>
                <a:gd name="connsiteX36" fmla="*/ 53020 w 576072"/>
                <a:gd name="connsiteY36" fmla="*/ 50464 h 734386"/>
                <a:gd name="connsiteX37" fmla="*/ 71231 w 576072"/>
                <a:gd name="connsiteY37" fmla="*/ 50117 h 734386"/>
                <a:gd name="connsiteX38" fmla="*/ 221086 w 576072"/>
                <a:gd name="connsiteY38" fmla="*/ 0 h 734386"/>
                <a:gd name="connsiteX39" fmla="*/ 260782 w 576072"/>
                <a:gd name="connsiteY39" fmla="*/ 39697 h 734386"/>
                <a:gd name="connsiteX40" fmla="*/ 221086 w 576072"/>
                <a:gd name="connsiteY40" fmla="*/ 79393 h 734386"/>
                <a:gd name="connsiteX41" fmla="*/ 135440 w 576072"/>
                <a:gd name="connsiteY41" fmla="*/ 98944 h 734386"/>
                <a:gd name="connsiteX42" fmla="*/ 97778 w 576072"/>
                <a:gd name="connsiteY42" fmla="*/ 129014 h 734386"/>
                <a:gd name="connsiteX43" fmla="*/ 54509 w 576072"/>
                <a:gd name="connsiteY43" fmla="*/ 129857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76072" h="734386">
                  <a:moveTo>
                    <a:pt x="255820" y="734386"/>
                  </a:moveTo>
                  <a:cubicBezTo>
                    <a:pt x="183721" y="734386"/>
                    <a:pt x="164320" y="651619"/>
                    <a:pt x="150327" y="591181"/>
                  </a:cubicBezTo>
                  <a:lnTo>
                    <a:pt x="149880" y="589246"/>
                  </a:lnTo>
                  <a:cubicBezTo>
                    <a:pt x="144918" y="568901"/>
                    <a:pt x="121100" y="529354"/>
                    <a:pt x="100855" y="500325"/>
                  </a:cubicBezTo>
                  <a:cubicBezTo>
                    <a:pt x="85125" y="499928"/>
                    <a:pt x="60860" y="499482"/>
                    <a:pt x="39474" y="499234"/>
                  </a:cubicBezTo>
                  <a:cubicBezTo>
                    <a:pt x="17550" y="499110"/>
                    <a:pt x="-123" y="481236"/>
                    <a:pt x="1" y="459314"/>
                  </a:cubicBezTo>
                  <a:cubicBezTo>
                    <a:pt x="124" y="437391"/>
                    <a:pt x="17997" y="419718"/>
                    <a:pt x="39921" y="419841"/>
                  </a:cubicBezTo>
                  <a:lnTo>
                    <a:pt x="40367" y="419841"/>
                  </a:lnTo>
                  <a:cubicBezTo>
                    <a:pt x="40367" y="419841"/>
                    <a:pt x="61009" y="419841"/>
                    <a:pt x="81652" y="420486"/>
                  </a:cubicBezTo>
                  <a:cubicBezTo>
                    <a:pt x="92122" y="420486"/>
                    <a:pt x="102592" y="420932"/>
                    <a:pt x="110481" y="421230"/>
                  </a:cubicBezTo>
                  <a:cubicBezTo>
                    <a:pt x="114848" y="421230"/>
                    <a:pt x="118470" y="421528"/>
                    <a:pt x="121050" y="421726"/>
                  </a:cubicBezTo>
                  <a:cubicBezTo>
                    <a:pt x="125764" y="422024"/>
                    <a:pt x="145861" y="424356"/>
                    <a:pt x="156083" y="441078"/>
                  </a:cubicBezTo>
                  <a:cubicBezTo>
                    <a:pt x="170175" y="460182"/>
                    <a:pt x="216422" y="525433"/>
                    <a:pt x="227140" y="571084"/>
                  </a:cubicBezTo>
                  <a:lnTo>
                    <a:pt x="227636" y="573069"/>
                  </a:lnTo>
                  <a:cubicBezTo>
                    <a:pt x="233293" y="597185"/>
                    <a:pt x="244904" y="646955"/>
                    <a:pt x="256366" y="654993"/>
                  </a:cubicBezTo>
                  <a:cubicBezTo>
                    <a:pt x="268523" y="654993"/>
                    <a:pt x="275272" y="654348"/>
                    <a:pt x="279192" y="603735"/>
                  </a:cubicBezTo>
                  <a:lnTo>
                    <a:pt x="280780" y="465988"/>
                  </a:lnTo>
                  <a:cubicBezTo>
                    <a:pt x="281024" y="444239"/>
                    <a:pt x="298725" y="426736"/>
                    <a:pt x="320476" y="426738"/>
                  </a:cubicBezTo>
                  <a:lnTo>
                    <a:pt x="536376" y="425746"/>
                  </a:lnTo>
                  <a:lnTo>
                    <a:pt x="536376" y="425746"/>
                  </a:lnTo>
                  <a:cubicBezTo>
                    <a:pt x="558299" y="425746"/>
                    <a:pt x="576073" y="443520"/>
                    <a:pt x="576073" y="465442"/>
                  </a:cubicBezTo>
                  <a:cubicBezTo>
                    <a:pt x="576073" y="487364"/>
                    <a:pt x="558299" y="505139"/>
                    <a:pt x="536376" y="505139"/>
                  </a:cubicBezTo>
                  <a:lnTo>
                    <a:pt x="359528" y="505933"/>
                  </a:lnTo>
                  <a:lnTo>
                    <a:pt x="358386" y="605968"/>
                  </a:lnTo>
                  <a:cubicBezTo>
                    <a:pt x="358386" y="606811"/>
                    <a:pt x="358386" y="607655"/>
                    <a:pt x="358386" y="608499"/>
                  </a:cubicBezTo>
                  <a:cubicBezTo>
                    <a:pt x="356501" y="633309"/>
                    <a:pt x="353424" y="661394"/>
                    <a:pt x="341267" y="685063"/>
                  </a:cubicBezTo>
                  <a:cubicBezTo>
                    <a:pt x="329557" y="707541"/>
                    <a:pt x="305292" y="734386"/>
                    <a:pt x="255820" y="734386"/>
                  </a:cubicBezTo>
                  <a:close/>
                  <a:moveTo>
                    <a:pt x="116336" y="501169"/>
                  </a:moveTo>
                  <a:lnTo>
                    <a:pt x="116336" y="501169"/>
                  </a:lnTo>
                  <a:close/>
                  <a:moveTo>
                    <a:pt x="82694" y="468469"/>
                  </a:moveTo>
                  <a:cubicBezTo>
                    <a:pt x="83479" y="473525"/>
                    <a:pt x="85285" y="478373"/>
                    <a:pt x="88003" y="482710"/>
                  </a:cubicBezTo>
                  <a:cubicBezTo>
                    <a:pt x="85298" y="478294"/>
                    <a:pt x="83493" y="473386"/>
                    <a:pt x="82694" y="468270"/>
                  </a:cubicBezTo>
                  <a:close/>
                  <a:moveTo>
                    <a:pt x="82694" y="468469"/>
                  </a:moveTo>
                  <a:lnTo>
                    <a:pt x="82694" y="468469"/>
                  </a:lnTo>
                  <a:close/>
                  <a:moveTo>
                    <a:pt x="53765" y="129857"/>
                  </a:moveTo>
                  <a:cubicBezTo>
                    <a:pt x="31841" y="130063"/>
                    <a:pt x="13901" y="112457"/>
                    <a:pt x="13696" y="90533"/>
                  </a:cubicBezTo>
                  <a:cubicBezTo>
                    <a:pt x="13491" y="68609"/>
                    <a:pt x="31096" y="50670"/>
                    <a:pt x="53020" y="50464"/>
                  </a:cubicBezTo>
                  <a:lnTo>
                    <a:pt x="71231" y="50117"/>
                  </a:lnTo>
                  <a:cubicBezTo>
                    <a:pt x="104179" y="0"/>
                    <a:pt x="178412" y="0"/>
                    <a:pt x="221086" y="0"/>
                  </a:cubicBezTo>
                  <a:cubicBezTo>
                    <a:pt x="243010" y="0"/>
                    <a:pt x="260782" y="17773"/>
                    <a:pt x="260782" y="39697"/>
                  </a:cubicBezTo>
                  <a:cubicBezTo>
                    <a:pt x="260782" y="61620"/>
                    <a:pt x="243010" y="79393"/>
                    <a:pt x="221086" y="79393"/>
                  </a:cubicBezTo>
                  <a:cubicBezTo>
                    <a:pt x="140403" y="79393"/>
                    <a:pt x="137028" y="93088"/>
                    <a:pt x="135440" y="98944"/>
                  </a:cubicBezTo>
                  <a:cubicBezTo>
                    <a:pt x="131103" y="116313"/>
                    <a:pt x="115677" y="128630"/>
                    <a:pt x="97778" y="129014"/>
                  </a:cubicBezTo>
                  <a:lnTo>
                    <a:pt x="54509" y="129857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846FF44-6476-8740-9F51-44DB231316F6}"/>
                </a:ext>
              </a:extLst>
            </p:cNvPr>
            <p:cNvSpPr/>
            <p:nvPr/>
          </p:nvSpPr>
          <p:spPr>
            <a:xfrm>
              <a:off x="7084021" y="1472417"/>
              <a:ext cx="474432" cy="504891"/>
            </a:xfrm>
            <a:custGeom>
              <a:avLst/>
              <a:gdLst>
                <a:gd name="connsiteX0" fmla="*/ 389474 w 474432"/>
                <a:gd name="connsiteY0" fmla="*/ 504891 h 504891"/>
                <a:gd name="connsiteX1" fmla="*/ 388779 w 474432"/>
                <a:gd name="connsiteY1" fmla="*/ 504891 h 504891"/>
                <a:gd name="connsiteX2" fmla="*/ 349961 w 474432"/>
                <a:gd name="connsiteY2" fmla="*/ 464336 h 504891"/>
                <a:gd name="connsiteX3" fmla="*/ 384115 w 474432"/>
                <a:gd name="connsiteY3" fmla="*/ 425895 h 504891"/>
                <a:gd name="connsiteX4" fmla="*/ 394982 w 474432"/>
                <a:gd name="connsiteY4" fmla="*/ 417608 h 504891"/>
                <a:gd name="connsiteX5" fmla="*/ 380393 w 474432"/>
                <a:gd name="connsiteY5" fmla="*/ 401680 h 504891"/>
                <a:gd name="connsiteX6" fmla="*/ 346587 w 474432"/>
                <a:gd name="connsiteY6" fmla="*/ 356861 h 504891"/>
                <a:gd name="connsiteX7" fmla="*/ 367393 w 474432"/>
                <a:gd name="connsiteY7" fmla="*/ 327249 h 504891"/>
                <a:gd name="connsiteX8" fmla="*/ 385852 w 474432"/>
                <a:gd name="connsiteY8" fmla="*/ 311371 h 504891"/>
                <a:gd name="connsiteX9" fmla="*/ 384909 w 474432"/>
                <a:gd name="connsiteY9" fmla="*/ 299362 h 504891"/>
                <a:gd name="connsiteX10" fmla="*/ 371214 w 474432"/>
                <a:gd name="connsiteY10" fmla="*/ 297775 h 504891"/>
                <a:gd name="connsiteX11" fmla="*/ 371214 w 474432"/>
                <a:gd name="connsiteY11" fmla="*/ 297775 h 504891"/>
                <a:gd name="connsiteX12" fmla="*/ 331547 w 474432"/>
                <a:gd name="connsiteY12" fmla="*/ 258047 h 504891"/>
                <a:gd name="connsiteX13" fmla="*/ 346403 w 474432"/>
                <a:gd name="connsiteY13" fmla="*/ 227115 h 504891"/>
                <a:gd name="connsiteX14" fmla="*/ 362480 w 474432"/>
                <a:gd name="connsiteY14" fmla="*/ 203446 h 504891"/>
                <a:gd name="connsiteX15" fmla="*/ 347594 w 474432"/>
                <a:gd name="connsiteY15" fmla="*/ 188212 h 504891"/>
                <a:gd name="connsiteX16" fmla="*/ 307203 w 474432"/>
                <a:gd name="connsiteY16" fmla="*/ 161863 h 504891"/>
                <a:gd name="connsiteX17" fmla="*/ 319509 w 474432"/>
                <a:gd name="connsiteY17" fmla="*/ 120132 h 504891"/>
                <a:gd name="connsiteX18" fmla="*/ 323776 w 474432"/>
                <a:gd name="connsiteY18" fmla="*/ 98994 h 504891"/>
                <a:gd name="connsiteX19" fmla="*/ 315539 w 474432"/>
                <a:gd name="connsiteY19" fmla="*/ 83364 h 504891"/>
                <a:gd name="connsiteX20" fmla="*/ 39449 w 474432"/>
                <a:gd name="connsiteY20" fmla="*/ 79394 h 504891"/>
                <a:gd name="connsiteX21" fmla="*/ 1 w 474432"/>
                <a:gd name="connsiteY21" fmla="*/ 39449 h 504891"/>
                <a:gd name="connsiteX22" fmla="*/ 39946 w 474432"/>
                <a:gd name="connsiteY22" fmla="*/ 1 h 504891"/>
                <a:gd name="connsiteX23" fmla="*/ 40442 w 474432"/>
                <a:gd name="connsiteY23" fmla="*/ 1 h 504891"/>
                <a:gd name="connsiteX24" fmla="*/ 328242 w 474432"/>
                <a:gd name="connsiteY24" fmla="*/ 4417 h 504891"/>
                <a:gd name="connsiteX25" fmla="*/ 403269 w 474432"/>
                <a:gd name="connsiteY25" fmla="*/ 98994 h 504891"/>
                <a:gd name="connsiteX26" fmla="*/ 400837 w 474432"/>
                <a:gd name="connsiteY26" fmla="*/ 125293 h 504891"/>
                <a:gd name="connsiteX27" fmla="*/ 441725 w 474432"/>
                <a:gd name="connsiteY27" fmla="*/ 203198 h 504891"/>
                <a:gd name="connsiteX28" fmla="*/ 434877 w 474432"/>
                <a:gd name="connsiteY28" fmla="*/ 236940 h 504891"/>
                <a:gd name="connsiteX29" fmla="*/ 450011 w 474432"/>
                <a:gd name="connsiteY29" fmla="*/ 253166 h 504891"/>
                <a:gd name="connsiteX30" fmla="*/ 465245 w 474432"/>
                <a:gd name="connsiteY30" fmla="*/ 312016 h 504891"/>
                <a:gd name="connsiteX31" fmla="*/ 449912 w 474432"/>
                <a:gd name="connsiteY31" fmla="*/ 358113 h 504891"/>
                <a:gd name="connsiteX32" fmla="*/ 474425 w 474432"/>
                <a:gd name="connsiteY32" fmla="*/ 416666 h 504891"/>
                <a:gd name="connsiteX33" fmla="*/ 449069 w 474432"/>
                <a:gd name="connsiteY33" fmla="*/ 477699 h 504891"/>
                <a:gd name="connsiteX34" fmla="*/ 389474 w 474432"/>
                <a:gd name="connsiteY34" fmla="*/ 504891 h 504891"/>
                <a:gd name="connsiteX35" fmla="*/ 390814 w 474432"/>
                <a:gd name="connsiteY35" fmla="*/ 425498 h 504891"/>
                <a:gd name="connsiteX36" fmla="*/ 390814 w 474432"/>
                <a:gd name="connsiteY36" fmla="*/ 425498 h 50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74432" h="504891">
                  <a:moveTo>
                    <a:pt x="389474" y="504891"/>
                  </a:moveTo>
                  <a:lnTo>
                    <a:pt x="388779" y="504891"/>
                  </a:lnTo>
                  <a:cubicBezTo>
                    <a:pt x="366862" y="504410"/>
                    <a:pt x="349480" y="486254"/>
                    <a:pt x="349961" y="464336"/>
                  </a:cubicBezTo>
                  <a:cubicBezTo>
                    <a:pt x="350388" y="444885"/>
                    <a:pt x="364847" y="428609"/>
                    <a:pt x="384115" y="425895"/>
                  </a:cubicBezTo>
                  <a:cubicBezTo>
                    <a:pt x="386546" y="425250"/>
                    <a:pt x="394039" y="422868"/>
                    <a:pt x="394982" y="417608"/>
                  </a:cubicBezTo>
                  <a:cubicBezTo>
                    <a:pt x="391568" y="411134"/>
                    <a:pt x="386541" y="405649"/>
                    <a:pt x="380393" y="401680"/>
                  </a:cubicBezTo>
                  <a:cubicBezTo>
                    <a:pt x="358679" y="398639"/>
                    <a:pt x="343545" y="378572"/>
                    <a:pt x="346587" y="356861"/>
                  </a:cubicBezTo>
                  <a:cubicBezTo>
                    <a:pt x="348358" y="344219"/>
                    <a:pt x="356099" y="333201"/>
                    <a:pt x="367393" y="327249"/>
                  </a:cubicBezTo>
                  <a:cubicBezTo>
                    <a:pt x="374732" y="323512"/>
                    <a:pt x="381058" y="318066"/>
                    <a:pt x="385852" y="311371"/>
                  </a:cubicBezTo>
                  <a:cubicBezTo>
                    <a:pt x="385956" y="307346"/>
                    <a:pt x="385643" y="303321"/>
                    <a:pt x="384909" y="299362"/>
                  </a:cubicBezTo>
                  <a:cubicBezTo>
                    <a:pt x="380453" y="298122"/>
                    <a:pt x="375833" y="297586"/>
                    <a:pt x="371214" y="297775"/>
                  </a:cubicBezTo>
                  <a:lnTo>
                    <a:pt x="371214" y="297775"/>
                  </a:lnTo>
                  <a:cubicBezTo>
                    <a:pt x="349291" y="297758"/>
                    <a:pt x="331532" y="279971"/>
                    <a:pt x="331547" y="258047"/>
                  </a:cubicBezTo>
                  <a:cubicBezTo>
                    <a:pt x="331557" y="246018"/>
                    <a:pt x="337020" y="234642"/>
                    <a:pt x="346403" y="227115"/>
                  </a:cubicBezTo>
                  <a:cubicBezTo>
                    <a:pt x="353697" y="221011"/>
                    <a:pt x="362480" y="209251"/>
                    <a:pt x="362480" y="203446"/>
                  </a:cubicBezTo>
                  <a:cubicBezTo>
                    <a:pt x="362282" y="195250"/>
                    <a:pt x="355782" y="188600"/>
                    <a:pt x="347594" y="188212"/>
                  </a:cubicBezTo>
                  <a:cubicBezTo>
                    <a:pt x="330078" y="188212"/>
                    <a:pt x="312264" y="178635"/>
                    <a:pt x="307203" y="161863"/>
                  </a:cubicBezTo>
                  <a:cubicBezTo>
                    <a:pt x="302142" y="145092"/>
                    <a:pt x="305962" y="129908"/>
                    <a:pt x="319509" y="120132"/>
                  </a:cubicBezTo>
                  <a:cubicBezTo>
                    <a:pt x="322689" y="113558"/>
                    <a:pt x="324158" y="106287"/>
                    <a:pt x="323776" y="98994"/>
                  </a:cubicBezTo>
                  <a:cubicBezTo>
                    <a:pt x="323553" y="92801"/>
                    <a:pt x="320521" y="87047"/>
                    <a:pt x="315539" y="83364"/>
                  </a:cubicBezTo>
                  <a:cubicBezTo>
                    <a:pt x="282244" y="82520"/>
                    <a:pt x="137202" y="80585"/>
                    <a:pt x="39449" y="79394"/>
                  </a:cubicBezTo>
                  <a:cubicBezTo>
                    <a:pt x="17525" y="79257"/>
                    <a:pt x="-136" y="61373"/>
                    <a:pt x="1" y="39449"/>
                  </a:cubicBezTo>
                  <a:cubicBezTo>
                    <a:pt x="138" y="17525"/>
                    <a:pt x="18022" y="-136"/>
                    <a:pt x="39946" y="1"/>
                  </a:cubicBezTo>
                  <a:lnTo>
                    <a:pt x="40442" y="1"/>
                  </a:lnTo>
                  <a:cubicBezTo>
                    <a:pt x="143454" y="1241"/>
                    <a:pt x="317772" y="3524"/>
                    <a:pt x="328242" y="4417"/>
                  </a:cubicBezTo>
                  <a:cubicBezTo>
                    <a:pt x="358858" y="7146"/>
                    <a:pt x="403269" y="45354"/>
                    <a:pt x="403269" y="98994"/>
                  </a:cubicBezTo>
                  <a:cubicBezTo>
                    <a:pt x="403288" y="107818"/>
                    <a:pt x="402475" y="116623"/>
                    <a:pt x="400837" y="125293"/>
                  </a:cubicBezTo>
                  <a:cubicBezTo>
                    <a:pt x="426427" y="142978"/>
                    <a:pt x="441705" y="172093"/>
                    <a:pt x="441725" y="203198"/>
                  </a:cubicBezTo>
                  <a:cubicBezTo>
                    <a:pt x="441640" y="214781"/>
                    <a:pt x="439313" y="226239"/>
                    <a:pt x="434877" y="236940"/>
                  </a:cubicBezTo>
                  <a:cubicBezTo>
                    <a:pt x="440712" y="241553"/>
                    <a:pt x="445813" y="247024"/>
                    <a:pt x="450011" y="253166"/>
                  </a:cubicBezTo>
                  <a:cubicBezTo>
                    <a:pt x="463508" y="272666"/>
                    <a:pt x="465245" y="294847"/>
                    <a:pt x="465245" y="312016"/>
                  </a:cubicBezTo>
                  <a:cubicBezTo>
                    <a:pt x="465076" y="328606"/>
                    <a:pt x="459712" y="344727"/>
                    <a:pt x="449912" y="358113"/>
                  </a:cubicBezTo>
                  <a:cubicBezTo>
                    <a:pt x="464401" y="374786"/>
                    <a:pt x="474425" y="395627"/>
                    <a:pt x="474425" y="416666"/>
                  </a:cubicBezTo>
                  <a:cubicBezTo>
                    <a:pt x="474727" y="439630"/>
                    <a:pt x="465553" y="461706"/>
                    <a:pt x="449069" y="477699"/>
                  </a:cubicBezTo>
                  <a:cubicBezTo>
                    <a:pt x="429667" y="496605"/>
                    <a:pt x="402921" y="504891"/>
                    <a:pt x="389474" y="504891"/>
                  </a:cubicBezTo>
                  <a:close/>
                  <a:moveTo>
                    <a:pt x="390814" y="425498"/>
                  </a:moveTo>
                  <a:lnTo>
                    <a:pt x="390814" y="42549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7298FE42-68E2-9F49-8DCF-3F1F3C2B163C}"/>
                </a:ext>
              </a:extLst>
            </p:cNvPr>
            <p:cNvSpPr/>
            <p:nvPr/>
          </p:nvSpPr>
          <p:spPr>
            <a:xfrm>
              <a:off x="6800737" y="1467207"/>
              <a:ext cx="211880" cy="547018"/>
            </a:xfrm>
            <a:custGeom>
              <a:avLst/>
              <a:gdLst>
                <a:gd name="connsiteX0" fmla="*/ 39697 w 211880"/>
                <a:gd name="connsiteY0" fmla="*/ 547018 h 547018"/>
                <a:gd name="connsiteX1" fmla="*/ 0 w 211880"/>
                <a:gd name="connsiteY1" fmla="*/ 507322 h 547018"/>
                <a:gd name="connsiteX2" fmla="*/ 546 w 211880"/>
                <a:gd name="connsiteY2" fmla="*/ 39697 h 547018"/>
                <a:gd name="connsiteX3" fmla="*/ 40242 w 211880"/>
                <a:gd name="connsiteY3" fmla="*/ 0 h 547018"/>
                <a:gd name="connsiteX4" fmla="*/ 40242 w 211880"/>
                <a:gd name="connsiteY4" fmla="*/ 0 h 547018"/>
                <a:gd name="connsiteX5" fmla="*/ 172184 w 211880"/>
                <a:gd name="connsiteY5" fmla="*/ 447 h 547018"/>
                <a:gd name="connsiteX6" fmla="*/ 211881 w 211880"/>
                <a:gd name="connsiteY6" fmla="*/ 40143 h 547018"/>
                <a:gd name="connsiteX7" fmla="*/ 210243 w 211880"/>
                <a:gd name="connsiteY7" fmla="*/ 507272 h 547018"/>
                <a:gd name="connsiteX8" fmla="*/ 170547 w 211880"/>
                <a:gd name="connsiteY8" fmla="*/ 546969 h 547018"/>
                <a:gd name="connsiteX9" fmla="*/ 170547 w 211880"/>
                <a:gd name="connsiteY9" fmla="*/ 507322 h 547018"/>
                <a:gd name="connsiteX10" fmla="*/ 170547 w 211880"/>
                <a:gd name="connsiteY10" fmla="*/ 507322 h 547018"/>
                <a:gd name="connsiteX11" fmla="*/ 79889 w 211880"/>
                <a:gd name="connsiteY11" fmla="*/ 79393 h 547018"/>
                <a:gd name="connsiteX12" fmla="*/ 79443 w 211880"/>
                <a:gd name="connsiteY12" fmla="*/ 467476 h 547018"/>
                <a:gd name="connsiteX13" fmla="*/ 130999 w 211880"/>
                <a:gd name="connsiteY13" fmla="*/ 467476 h 547018"/>
                <a:gd name="connsiteX14" fmla="*/ 132339 w 211880"/>
                <a:gd name="connsiteY14" fmla="*/ 79641 h 54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1880" h="547018">
                  <a:moveTo>
                    <a:pt x="39697" y="547018"/>
                  </a:moveTo>
                  <a:cubicBezTo>
                    <a:pt x="17773" y="547018"/>
                    <a:pt x="0" y="529244"/>
                    <a:pt x="0" y="507322"/>
                  </a:cubicBezTo>
                  <a:lnTo>
                    <a:pt x="546" y="39697"/>
                  </a:lnTo>
                  <a:cubicBezTo>
                    <a:pt x="546" y="17773"/>
                    <a:pt x="18318" y="0"/>
                    <a:pt x="40242" y="0"/>
                  </a:cubicBezTo>
                  <a:lnTo>
                    <a:pt x="40242" y="0"/>
                  </a:lnTo>
                  <a:lnTo>
                    <a:pt x="172184" y="447"/>
                  </a:lnTo>
                  <a:cubicBezTo>
                    <a:pt x="194108" y="447"/>
                    <a:pt x="211881" y="18219"/>
                    <a:pt x="211881" y="40143"/>
                  </a:cubicBezTo>
                  <a:lnTo>
                    <a:pt x="210243" y="507272"/>
                  </a:lnTo>
                  <a:cubicBezTo>
                    <a:pt x="210243" y="529195"/>
                    <a:pt x="192470" y="546969"/>
                    <a:pt x="170547" y="546969"/>
                  </a:cubicBezTo>
                  <a:close/>
                  <a:moveTo>
                    <a:pt x="170547" y="507322"/>
                  </a:moveTo>
                  <a:lnTo>
                    <a:pt x="170547" y="507322"/>
                  </a:lnTo>
                  <a:close/>
                  <a:moveTo>
                    <a:pt x="79889" y="79393"/>
                  </a:moveTo>
                  <a:lnTo>
                    <a:pt x="79443" y="467476"/>
                  </a:lnTo>
                  <a:lnTo>
                    <a:pt x="130999" y="467476"/>
                  </a:lnTo>
                  <a:lnTo>
                    <a:pt x="132339" y="7964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43">
            <a:extLst>
              <a:ext uri="{FF2B5EF4-FFF2-40B4-BE49-F238E27FC236}">
                <a16:creationId xmlns:a16="http://schemas.microsoft.com/office/drawing/2014/main" id="{683FECA7-5CAC-4F6F-8F5A-CFE12C73E272}"/>
              </a:ext>
            </a:extLst>
          </p:cNvPr>
          <p:cNvGrpSpPr>
            <a:grpSpLocks noChangeAspect="1"/>
          </p:cNvGrpSpPr>
          <p:nvPr/>
        </p:nvGrpSpPr>
        <p:grpSpPr>
          <a:xfrm>
            <a:off x="9410847" y="1445640"/>
            <a:ext cx="771333" cy="782549"/>
            <a:chOff x="8111461" y="1445640"/>
            <a:chExt cx="771333" cy="782549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08C14953-00C1-6240-A443-9D7B1B362EE1}"/>
                </a:ext>
              </a:extLst>
            </p:cNvPr>
            <p:cNvSpPr/>
            <p:nvPr/>
          </p:nvSpPr>
          <p:spPr>
            <a:xfrm>
              <a:off x="8564653" y="1841045"/>
              <a:ext cx="114137" cy="114132"/>
            </a:xfrm>
            <a:custGeom>
              <a:avLst/>
              <a:gdLst>
                <a:gd name="connsiteX0" fmla="*/ 39726 w 114137"/>
                <a:gd name="connsiteY0" fmla="*/ 114132 h 114132"/>
                <a:gd name="connsiteX1" fmla="*/ 0 w 114137"/>
                <a:gd name="connsiteY1" fmla="*/ 74465 h 114132"/>
                <a:gd name="connsiteX2" fmla="*/ 11641 w 114137"/>
                <a:gd name="connsiteY2" fmla="*/ 46350 h 114132"/>
                <a:gd name="connsiteX3" fmla="*/ 46376 w 114137"/>
                <a:gd name="connsiteY3" fmla="*/ 11616 h 114132"/>
                <a:gd name="connsiteX4" fmla="*/ 102521 w 114137"/>
                <a:gd name="connsiteY4" fmla="*/ 11641 h 114132"/>
                <a:gd name="connsiteX5" fmla="*/ 102497 w 114137"/>
                <a:gd name="connsiteY5" fmla="*/ 67786 h 114132"/>
                <a:gd name="connsiteX6" fmla="*/ 67762 w 114137"/>
                <a:gd name="connsiteY6" fmla="*/ 102521 h 114132"/>
                <a:gd name="connsiteX7" fmla="*/ 39726 w 114137"/>
                <a:gd name="connsiteY7" fmla="*/ 114132 h 11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37" h="114132">
                  <a:moveTo>
                    <a:pt x="39726" y="114132"/>
                  </a:moveTo>
                  <a:cubicBezTo>
                    <a:pt x="17804" y="114147"/>
                    <a:pt x="15" y="96393"/>
                    <a:pt x="0" y="74465"/>
                  </a:cubicBezTo>
                  <a:cubicBezTo>
                    <a:pt x="-10" y="63921"/>
                    <a:pt x="4178" y="53804"/>
                    <a:pt x="11641" y="46350"/>
                  </a:cubicBezTo>
                  <a:lnTo>
                    <a:pt x="46376" y="11616"/>
                  </a:lnTo>
                  <a:cubicBezTo>
                    <a:pt x="61887" y="-3882"/>
                    <a:pt x="87025" y="-3870"/>
                    <a:pt x="102521" y="11641"/>
                  </a:cubicBezTo>
                  <a:cubicBezTo>
                    <a:pt x="118018" y="27152"/>
                    <a:pt x="118008" y="52289"/>
                    <a:pt x="102497" y="67786"/>
                  </a:cubicBezTo>
                  <a:lnTo>
                    <a:pt x="67762" y="102521"/>
                  </a:lnTo>
                  <a:cubicBezTo>
                    <a:pt x="60324" y="109949"/>
                    <a:pt x="50241" y="114127"/>
                    <a:pt x="39726" y="1141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1ABFD5E0-14C1-7042-A001-A01634D61F5C}"/>
                </a:ext>
              </a:extLst>
            </p:cNvPr>
            <p:cNvSpPr/>
            <p:nvPr/>
          </p:nvSpPr>
          <p:spPr>
            <a:xfrm>
              <a:off x="8655647" y="1931535"/>
              <a:ext cx="120757" cy="115688"/>
            </a:xfrm>
            <a:custGeom>
              <a:avLst/>
              <a:gdLst>
                <a:gd name="connsiteX0" fmla="*/ 39637 w 120757"/>
                <a:gd name="connsiteY0" fmla="*/ 115689 h 115688"/>
                <a:gd name="connsiteX1" fmla="*/ 0 w 120757"/>
                <a:gd name="connsiteY1" fmla="*/ 75938 h 115688"/>
                <a:gd name="connsiteX2" fmla="*/ 13437 w 120757"/>
                <a:gd name="connsiteY2" fmla="*/ 46220 h 115688"/>
                <a:gd name="connsiteX3" fmla="*/ 53134 w 120757"/>
                <a:gd name="connsiteY3" fmla="*/ 11485 h 115688"/>
                <a:gd name="connsiteX4" fmla="*/ 109275 w 120757"/>
                <a:gd name="connsiteY4" fmla="*/ 11768 h 115688"/>
                <a:gd name="connsiteX5" fmla="*/ 108987 w 120757"/>
                <a:gd name="connsiteY5" fmla="*/ 67909 h 115688"/>
                <a:gd name="connsiteX6" fmla="*/ 105434 w 120757"/>
                <a:gd name="connsiteY6" fmla="*/ 71030 h 115688"/>
                <a:gd name="connsiteX7" fmla="*/ 65738 w 120757"/>
                <a:gd name="connsiteY7" fmla="*/ 105765 h 115688"/>
                <a:gd name="connsiteX8" fmla="*/ 39637 w 120757"/>
                <a:gd name="connsiteY8" fmla="*/ 115689 h 11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757" h="115688">
                  <a:moveTo>
                    <a:pt x="39637" y="115689"/>
                  </a:moveTo>
                  <a:cubicBezTo>
                    <a:pt x="17715" y="115659"/>
                    <a:pt x="-35" y="97860"/>
                    <a:pt x="0" y="75938"/>
                  </a:cubicBezTo>
                  <a:cubicBezTo>
                    <a:pt x="15" y="64564"/>
                    <a:pt x="4908" y="53742"/>
                    <a:pt x="13437" y="46220"/>
                  </a:cubicBezTo>
                  <a:lnTo>
                    <a:pt x="53134" y="11485"/>
                  </a:lnTo>
                  <a:cubicBezTo>
                    <a:pt x="68715" y="-3937"/>
                    <a:pt x="93848" y="-3813"/>
                    <a:pt x="109275" y="11768"/>
                  </a:cubicBezTo>
                  <a:cubicBezTo>
                    <a:pt x="124697" y="27349"/>
                    <a:pt x="124568" y="52487"/>
                    <a:pt x="108987" y="67909"/>
                  </a:cubicBezTo>
                  <a:cubicBezTo>
                    <a:pt x="107866" y="69020"/>
                    <a:pt x="106680" y="70062"/>
                    <a:pt x="105434" y="71030"/>
                  </a:cubicBezTo>
                  <a:lnTo>
                    <a:pt x="65738" y="105765"/>
                  </a:lnTo>
                  <a:cubicBezTo>
                    <a:pt x="58528" y="112126"/>
                    <a:pt x="49254" y="115649"/>
                    <a:pt x="39637" y="1156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2879F5BB-E9D6-024B-97A4-5E1D6B3889D3}"/>
                </a:ext>
              </a:extLst>
            </p:cNvPr>
            <p:cNvSpPr/>
            <p:nvPr/>
          </p:nvSpPr>
          <p:spPr>
            <a:xfrm>
              <a:off x="8275858" y="1559799"/>
              <a:ext cx="113415" cy="113433"/>
            </a:xfrm>
            <a:custGeom>
              <a:avLst/>
              <a:gdLst>
                <a:gd name="connsiteX0" fmla="*/ 39728 w 113415"/>
                <a:gd name="connsiteY0" fmla="*/ 113434 h 113433"/>
                <a:gd name="connsiteX1" fmla="*/ 0 w 113415"/>
                <a:gd name="connsiteY1" fmla="*/ 73769 h 113433"/>
                <a:gd name="connsiteX2" fmla="*/ 11643 w 113415"/>
                <a:gd name="connsiteY2" fmla="*/ 45652 h 113433"/>
                <a:gd name="connsiteX3" fmla="*/ 46377 w 113415"/>
                <a:gd name="connsiteY3" fmla="*/ 10917 h 113433"/>
                <a:gd name="connsiteX4" fmla="*/ 102498 w 113415"/>
                <a:gd name="connsiteY4" fmla="*/ 12355 h 113433"/>
                <a:gd name="connsiteX5" fmla="*/ 102498 w 113415"/>
                <a:gd name="connsiteY5" fmla="*/ 67038 h 113433"/>
                <a:gd name="connsiteX6" fmla="*/ 67764 w 113415"/>
                <a:gd name="connsiteY6" fmla="*/ 101773 h 113433"/>
                <a:gd name="connsiteX7" fmla="*/ 39728 w 113415"/>
                <a:gd name="connsiteY7" fmla="*/ 113434 h 1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415" h="113433">
                  <a:moveTo>
                    <a:pt x="39728" y="113434"/>
                  </a:moveTo>
                  <a:cubicBezTo>
                    <a:pt x="17804" y="113451"/>
                    <a:pt x="17" y="95692"/>
                    <a:pt x="0" y="73769"/>
                  </a:cubicBezTo>
                  <a:cubicBezTo>
                    <a:pt x="-8" y="63222"/>
                    <a:pt x="4181" y="53105"/>
                    <a:pt x="11643" y="45652"/>
                  </a:cubicBezTo>
                  <a:lnTo>
                    <a:pt x="46377" y="10917"/>
                  </a:lnTo>
                  <a:cubicBezTo>
                    <a:pt x="62272" y="-4183"/>
                    <a:pt x="87398" y="-3539"/>
                    <a:pt x="102498" y="12355"/>
                  </a:cubicBezTo>
                  <a:cubicBezTo>
                    <a:pt x="117055" y="27676"/>
                    <a:pt x="117055" y="51717"/>
                    <a:pt x="102498" y="67038"/>
                  </a:cubicBezTo>
                  <a:lnTo>
                    <a:pt x="67764" y="101773"/>
                  </a:lnTo>
                  <a:cubicBezTo>
                    <a:pt x="60352" y="109249"/>
                    <a:pt x="50256" y="113449"/>
                    <a:pt x="39728" y="1134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FFCCFD0-F796-4545-A0B1-3A288989B3C6}"/>
                </a:ext>
              </a:extLst>
            </p:cNvPr>
            <p:cNvSpPr/>
            <p:nvPr/>
          </p:nvSpPr>
          <p:spPr>
            <a:xfrm>
              <a:off x="8371676" y="1651129"/>
              <a:ext cx="114180" cy="114149"/>
            </a:xfrm>
            <a:custGeom>
              <a:avLst/>
              <a:gdLst>
                <a:gd name="connsiteX0" fmla="*/ 39728 w 114180"/>
                <a:gd name="connsiteY0" fmla="*/ 114150 h 114149"/>
                <a:gd name="connsiteX1" fmla="*/ 0 w 114180"/>
                <a:gd name="connsiteY1" fmla="*/ 74484 h 114149"/>
                <a:gd name="connsiteX2" fmla="*/ 11643 w 114180"/>
                <a:gd name="connsiteY2" fmla="*/ 46368 h 114149"/>
                <a:gd name="connsiteX3" fmla="*/ 46377 w 114180"/>
                <a:gd name="connsiteY3" fmla="*/ 11633 h 114149"/>
                <a:gd name="connsiteX4" fmla="*/ 102548 w 114180"/>
                <a:gd name="connsiteY4" fmla="*/ 11633 h 114149"/>
                <a:gd name="connsiteX5" fmla="*/ 102548 w 114180"/>
                <a:gd name="connsiteY5" fmla="*/ 67804 h 114149"/>
                <a:gd name="connsiteX6" fmla="*/ 67813 w 114180"/>
                <a:gd name="connsiteY6" fmla="*/ 102538 h 114149"/>
                <a:gd name="connsiteX7" fmla="*/ 39728 w 114180"/>
                <a:gd name="connsiteY7" fmla="*/ 114150 h 11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80" h="114149">
                  <a:moveTo>
                    <a:pt x="39728" y="114150"/>
                  </a:moveTo>
                  <a:cubicBezTo>
                    <a:pt x="17804" y="114167"/>
                    <a:pt x="17" y="96408"/>
                    <a:pt x="0" y="74484"/>
                  </a:cubicBezTo>
                  <a:cubicBezTo>
                    <a:pt x="-8" y="63937"/>
                    <a:pt x="4181" y="53821"/>
                    <a:pt x="11643" y="46368"/>
                  </a:cubicBezTo>
                  <a:lnTo>
                    <a:pt x="46377" y="11633"/>
                  </a:lnTo>
                  <a:cubicBezTo>
                    <a:pt x="61888" y="-3878"/>
                    <a:pt x="87037" y="-3878"/>
                    <a:pt x="102548" y="11633"/>
                  </a:cubicBezTo>
                  <a:cubicBezTo>
                    <a:pt x="118059" y="27144"/>
                    <a:pt x="118059" y="52293"/>
                    <a:pt x="102548" y="67804"/>
                  </a:cubicBezTo>
                  <a:lnTo>
                    <a:pt x="67813" y="102538"/>
                  </a:lnTo>
                  <a:cubicBezTo>
                    <a:pt x="60362" y="109981"/>
                    <a:pt x="50259" y="114158"/>
                    <a:pt x="39728" y="1141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12" name="Picture Placeholder 43">
              <a:extLst>
                <a:ext uri="{FF2B5EF4-FFF2-40B4-BE49-F238E27FC236}">
                  <a16:creationId xmlns:a16="http://schemas.microsoft.com/office/drawing/2014/main" id="{683FECA7-5CAC-4F6F-8F5A-CFE12C73E272}"/>
                </a:ext>
              </a:extLst>
            </p:cNvPr>
            <p:cNvGrpSpPr/>
            <p:nvPr/>
          </p:nvGrpSpPr>
          <p:grpSpPr>
            <a:xfrm>
              <a:off x="8111461" y="1445640"/>
              <a:ext cx="771333" cy="782549"/>
              <a:chOff x="8111461" y="1445640"/>
              <a:chExt cx="771333" cy="782549"/>
            </a:xfrm>
            <a:solidFill>
              <a:srgbClr val="C42828"/>
            </a:solidFill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53F9A874-EA49-1541-95CA-001023A5B02B}"/>
                  </a:ext>
                </a:extLst>
              </p:cNvPr>
              <p:cNvSpPr/>
              <p:nvPr/>
            </p:nvSpPr>
            <p:spPr>
              <a:xfrm>
                <a:off x="8111461" y="1445640"/>
                <a:ext cx="442042" cy="444980"/>
              </a:xfrm>
              <a:custGeom>
                <a:avLst/>
                <a:gdLst>
                  <a:gd name="connsiteX0" fmla="*/ 291160 w 442042"/>
                  <a:gd name="connsiteY0" fmla="*/ 444980 h 444980"/>
                  <a:gd name="connsiteX1" fmla="*/ 263273 w 442042"/>
                  <a:gd name="connsiteY1" fmla="*/ 433419 h 444980"/>
                  <a:gd name="connsiteX2" fmla="*/ 11795 w 442042"/>
                  <a:gd name="connsiteY2" fmla="*/ 184769 h 444980"/>
                  <a:gd name="connsiteX3" fmla="*/ 10406 w 442042"/>
                  <a:gd name="connsiteY3" fmla="*/ 129740 h 444980"/>
                  <a:gd name="connsiteX4" fmla="*/ 117437 w 442042"/>
                  <a:gd name="connsiteY4" fmla="*/ 12834 h 444980"/>
                  <a:gd name="connsiteX5" fmla="*/ 173527 w 442042"/>
                  <a:gd name="connsiteY5" fmla="*/ 10470 h 444980"/>
                  <a:gd name="connsiteX6" fmla="*/ 174749 w 442042"/>
                  <a:gd name="connsiteY6" fmla="*/ 11643 h 444980"/>
                  <a:gd name="connsiteX7" fmla="*/ 429254 w 442042"/>
                  <a:gd name="connsiteY7" fmla="*/ 265750 h 444980"/>
                  <a:gd name="connsiteX8" fmla="*/ 431530 w 442042"/>
                  <a:gd name="connsiteY8" fmla="*/ 321843 h 444980"/>
                  <a:gd name="connsiteX9" fmla="*/ 375437 w 442042"/>
                  <a:gd name="connsiteY9" fmla="*/ 324119 h 444980"/>
                  <a:gd name="connsiteX10" fmla="*/ 373232 w 442042"/>
                  <a:gd name="connsiteY10" fmla="*/ 321921 h 444980"/>
                  <a:gd name="connsiteX11" fmla="*/ 148004 w 442042"/>
                  <a:gd name="connsiteY11" fmla="*/ 97040 h 444980"/>
                  <a:gd name="connsiteX12" fmla="*/ 94761 w 442042"/>
                  <a:gd name="connsiteY12" fmla="*/ 155195 h 444980"/>
                  <a:gd name="connsiteX13" fmla="*/ 319096 w 442042"/>
                  <a:gd name="connsiteY13" fmla="*/ 377050 h 444980"/>
                  <a:gd name="connsiteX14" fmla="*/ 319426 w 442042"/>
                  <a:gd name="connsiteY14" fmla="*/ 433188 h 444980"/>
                  <a:gd name="connsiteX15" fmla="*/ 291160 w 442042"/>
                  <a:gd name="connsiteY15" fmla="*/ 444980 h 44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42042" h="444980">
                    <a:moveTo>
                      <a:pt x="291160" y="444980"/>
                    </a:moveTo>
                    <a:cubicBezTo>
                      <a:pt x="280704" y="444949"/>
                      <a:pt x="270683" y="440795"/>
                      <a:pt x="263273" y="433419"/>
                    </a:cubicBezTo>
                    <a:lnTo>
                      <a:pt x="11795" y="184769"/>
                    </a:lnTo>
                    <a:cubicBezTo>
                      <a:pt x="-3376" y="169778"/>
                      <a:pt x="-3990" y="145478"/>
                      <a:pt x="10406" y="129740"/>
                    </a:cubicBezTo>
                    <a:lnTo>
                      <a:pt x="117437" y="12834"/>
                    </a:lnTo>
                    <a:cubicBezTo>
                      <a:pt x="132274" y="-3308"/>
                      <a:pt x="157386" y="-4366"/>
                      <a:pt x="173527" y="10470"/>
                    </a:cubicBezTo>
                    <a:cubicBezTo>
                      <a:pt x="173943" y="10852"/>
                      <a:pt x="174350" y="11243"/>
                      <a:pt x="174749" y="11643"/>
                    </a:cubicBezTo>
                    <a:lnTo>
                      <a:pt x="429254" y="265750"/>
                    </a:lnTo>
                    <a:cubicBezTo>
                      <a:pt x="445373" y="280612"/>
                      <a:pt x="446391" y="305726"/>
                      <a:pt x="431530" y="321843"/>
                    </a:cubicBezTo>
                    <a:cubicBezTo>
                      <a:pt x="416668" y="337962"/>
                      <a:pt x="391554" y="338981"/>
                      <a:pt x="375437" y="324119"/>
                    </a:cubicBezTo>
                    <a:cubicBezTo>
                      <a:pt x="374673" y="323415"/>
                      <a:pt x="373938" y="322682"/>
                      <a:pt x="373232" y="321921"/>
                    </a:cubicBezTo>
                    <a:lnTo>
                      <a:pt x="148004" y="97040"/>
                    </a:lnTo>
                    <a:lnTo>
                      <a:pt x="94761" y="155195"/>
                    </a:lnTo>
                    <a:lnTo>
                      <a:pt x="319096" y="377050"/>
                    </a:lnTo>
                    <a:cubicBezTo>
                      <a:pt x="334689" y="392461"/>
                      <a:pt x="334837" y="417595"/>
                      <a:pt x="319426" y="433188"/>
                    </a:cubicBezTo>
                    <a:cubicBezTo>
                      <a:pt x="311961" y="440742"/>
                      <a:pt x="301780" y="444989"/>
                      <a:pt x="291160" y="44498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CD8F4694-77C5-B84F-81B4-3942730A7F74}"/>
                  </a:ext>
                </a:extLst>
              </p:cNvPr>
              <p:cNvSpPr/>
              <p:nvPr/>
            </p:nvSpPr>
            <p:spPr>
              <a:xfrm>
                <a:off x="8433746" y="1770760"/>
                <a:ext cx="449049" cy="457430"/>
              </a:xfrm>
              <a:custGeom>
                <a:avLst/>
                <a:gdLst>
                  <a:gd name="connsiteX0" fmla="*/ 305056 w 449049"/>
                  <a:gd name="connsiteY0" fmla="*/ 457430 h 457430"/>
                  <a:gd name="connsiteX1" fmla="*/ 277169 w 449049"/>
                  <a:gd name="connsiteY1" fmla="*/ 445968 h 457430"/>
                  <a:gd name="connsiteX2" fmla="*/ 12492 w 449049"/>
                  <a:gd name="connsiteY2" fmla="*/ 184119 h 457430"/>
                  <a:gd name="connsiteX3" fmla="*/ 10788 w 449049"/>
                  <a:gd name="connsiteY3" fmla="*/ 128006 h 457430"/>
                  <a:gd name="connsiteX4" fmla="*/ 66902 w 449049"/>
                  <a:gd name="connsiteY4" fmla="*/ 126302 h 457430"/>
                  <a:gd name="connsiteX5" fmla="*/ 68315 w 449049"/>
                  <a:gd name="connsiteY5" fmla="*/ 127701 h 457430"/>
                  <a:gd name="connsiteX6" fmla="*/ 302972 w 449049"/>
                  <a:gd name="connsiteY6" fmla="*/ 359826 h 457430"/>
                  <a:gd name="connsiteX7" fmla="*/ 354925 w 449049"/>
                  <a:gd name="connsiteY7" fmla="*/ 300282 h 457430"/>
                  <a:gd name="connsiteX8" fmla="*/ 121707 w 449049"/>
                  <a:gd name="connsiteY8" fmla="*/ 67064 h 457430"/>
                  <a:gd name="connsiteX9" fmla="*/ 123094 w 449049"/>
                  <a:gd name="connsiteY9" fmla="*/ 10942 h 457430"/>
                  <a:gd name="connsiteX10" fmla="*/ 177779 w 449049"/>
                  <a:gd name="connsiteY10" fmla="*/ 10894 h 457430"/>
                  <a:gd name="connsiteX11" fmla="*/ 437394 w 449049"/>
                  <a:gd name="connsiteY11" fmla="*/ 270162 h 457430"/>
                  <a:gd name="connsiteX12" fmla="*/ 439230 w 449049"/>
                  <a:gd name="connsiteY12" fmla="*/ 324397 h 457430"/>
                  <a:gd name="connsiteX13" fmla="*/ 335027 w 449049"/>
                  <a:gd name="connsiteY13" fmla="*/ 443487 h 457430"/>
                  <a:gd name="connsiteX14" fmla="*/ 306544 w 449049"/>
                  <a:gd name="connsiteY14" fmla="*/ 456984 h 457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9049" h="457430">
                    <a:moveTo>
                      <a:pt x="305056" y="457430"/>
                    </a:moveTo>
                    <a:cubicBezTo>
                      <a:pt x="294616" y="457425"/>
                      <a:pt x="284597" y="453307"/>
                      <a:pt x="277169" y="445968"/>
                    </a:cubicBezTo>
                    <a:lnTo>
                      <a:pt x="12492" y="184119"/>
                    </a:lnTo>
                    <a:cubicBezTo>
                      <a:pt x="-3474" y="169094"/>
                      <a:pt x="-4237" y="143971"/>
                      <a:pt x="10788" y="128006"/>
                    </a:cubicBezTo>
                    <a:cubicBezTo>
                      <a:pt x="25813" y="112040"/>
                      <a:pt x="50936" y="111277"/>
                      <a:pt x="66902" y="126302"/>
                    </a:cubicBezTo>
                    <a:cubicBezTo>
                      <a:pt x="67384" y="126757"/>
                      <a:pt x="67856" y="127223"/>
                      <a:pt x="68315" y="127701"/>
                    </a:cubicBezTo>
                    <a:lnTo>
                      <a:pt x="302972" y="359826"/>
                    </a:lnTo>
                    <a:lnTo>
                      <a:pt x="354925" y="300282"/>
                    </a:lnTo>
                    <a:lnTo>
                      <a:pt x="121707" y="67064"/>
                    </a:lnTo>
                    <a:cubicBezTo>
                      <a:pt x="106592" y="51184"/>
                      <a:pt x="107213" y="26057"/>
                      <a:pt x="123094" y="10942"/>
                    </a:cubicBezTo>
                    <a:cubicBezTo>
                      <a:pt x="138405" y="-3629"/>
                      <a:pt x="162446" y="-3650"/>
                      <a:pt x="177779" y="10894"/>
                    </a:cubicBezTo>
                    <a:lnTo>
                      <a:pt x="437394" y="270162"/>
                    </a:lnTo>
                    <a:cubicBezTo>
                      <a:pt x="452196" y="284934"/>
                      <a:pt x="453000" y="308658"/>
                      <a:pt x="439230" y="324397"/>
                    </a:cubicBezTo>
                    <a:lnTo>
                      <a:pt x="335027" y="443487"/>
                    </a:lnTo>
                    <a:cubicBezTo>
                      <a:pt x="327802" y="451724"/>
                      <a:pt x="317496" y="456607"/>
                      <a:pt x="306544" y="45698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88C61582-5755-3746-BC9B-3932AE3F8FB0}"/>
                </a:ext>
              </a:extLst>
            </p:cNvPr>
            <p:cNvSpPr/>
            <p:nvPr/>
          </p:nvSpPr>
          <p:spPr>
            <a:xfrm>
              <a:off x="8125237" y="1446170"/>
              <a:ext cx="733168" cy="759194"/>
            </a:xfrm>
            <a:custGeom>
              <a:avLst/>
              <a:gdLst>
                <a:gd name="connsiteX0" fmla="*/ 39651 w 733168"/>
                <a:gd name="connsiteY0" fmla="*/ 759195 h 759194"/>
                <a:gd name="connsiteX1" fmla="*/ 0 w 733168"/>
                <a:gd name="connsiteY1" fmla="*/ 719453 h 759194"/>
                <a:gd name="connsiteX2" fmla="*/ 3080 w 733168"/>
                <a:gd name="connsiteY2" fmla="*/ 704165 h 759194"/>
                <a:gd name="connsiteX3" fmla="*/ 44415 w 733168"/>
                <a:gd name="connsiteY3" fmla="*/ 605668 h 759194"/>
                <a:gd name="connsiteX4" fmla="*/ 51808 w 733168"/>
                <a:gd name="connsiteY4" fmla="*/ 593908 h 759194"/>
                <a:gd name="connsiteX5" fmla="*/ 595006 w 733168"/>
                <a:gd name="connsiteY5" fmla="*/ 12602 h 759194"/>
                <a:gd name="connsiteX6" fmla="*/ 651112 w 733168"/>
                <a:gd name="connsiteY6" fmla="*/ 10685 h 759194"/>
                <a:gd name="connsiteX7" fmla="*/ 652070 w 733168"/>
                <a:gd name="connsiteY7" fmla="*/ 11609 h 759194"/>
                <a:gd name="connsiteX8" fmla="*/ 721539 w 733168"/>
                <a:gd name="connsiteY8" fmla="*/ 81078 h 759194"/>
                <a:gd name="connsiteX9" fmla="*/ 722333 w 733168"/>
                <a:gd name="connsiteY9" fmla="*/ 136405 h 759194"/>
                <a:gd name="connsiteX10" fmla="*/ 482119 w 733168"/>
                <a:gd name="connsiteY10" fmla="*/ 391208 h 759194"/>
                <a:gd name="connsiteX11" fmla="*/ 182410 w 733168"/>
                <a:gd name="connsiteY11" fmla="*/ 715280 h 759194"/>
                <a:gd name="connsiteX12" fmla="*/ 163802 w 733168"/>
                <a:gd name="connsiteY12" fmla="*/ 726594 h 759194"/>
                <a:gd name="connsiteX13" fmla="*/ 50171 w 733168"/>
                <a:gd name="connsiteY13" fmla="*/ 757805 h 759194"/>
                <a:gd name="connsiteX14" fmla="*/ 39651 w 733168"/>
                <a:gd name="connsiteY14" fmla="*/ 759195 h 759194"/>
                <a:gd name="connsiteX15" fmla="*/ 153282 w 733168"/>
                <a:gd name="connsiteY15" fmla="*/ 688336 h 759194"/>
                <a:gd name="connsiteX16" fmla="*/ 153282 w 733168"/>
                <a:gd name="connsiteY16" fmla="*/ 688336 h 759194"/>
                <a:gd name="connsiteX17" fmla="*/ 114876 w 733168"/>
                <a:gd name="connsiteY17" fmla="*/ 642933 h 759194"/>
                <a:gd name="connsiteX18" fmla="*/ 107830 w 733168"/>
                <a:gd name="connsiteY18" fmla="*/ 659656 h 759194"/>
                <a:gd name="connsiteX19" fmla="*/ 131846 w 733168"/>
                <a:gd name="connsiteY19" fmla="*/ 653056 h 759194"/>
                <a:gd name="connsiteX20" fmla="*/ 334646 w 733168"/>
                <a:gd name="connsiteY20" fmla="*/ 433733 h 759194"/>
                <a:gd name="connsiteX21" fmla="*/ 334646 w 733168"/>
                <a:gd name="connsiteY21" fmla="*/ 433733 h 759194"/>
                <a:gd name="connsiteX22" fmla="*/ 423964 w 733168"/>
                <a:gd name="connsiteY22" fmla="*/ 337022 h 759194"/>
                <a:gd name="connsiteX23" fmla="*/ 637978 w 733168"/>
                <a:gd name="connsiteY23" fmla="*/ 110007 h 759194"/>
                <a:gd name="connsiteX24" fmla="*/ 624828 w 733168"/>
                <a:gd name="connsiteY24" fmla="*/ 96808 h 75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3168" h="759194">
                  <a:moveTo>
                    <a:pt x="39651" y="759195"/>
                  </a:moveTo>
                  <a:cubicBezTo>
                    <a:pt x="17727" y="759170"/>
                    <a:pt x="-25" y="741376"/>
                    <a:pt x="0" y="719453"/>
                  </a:cubicBezTo>
                  <a:cubicBezTo>
                    <a:pt x="6" y="714204"/>
                    <a:pt x="1053" y="709008"/>
                    <a:pt x="3080" y="704165"/>
                  </a:cubicBezTo>
                  <a:lnTo>
                    <a:pt x="44415" y="605668"/>
                  </a:lnTo>
                  <a:cubicBezTo>
                    <a:pt x="46169" y="601346"/>
                    <a:pt x="48672" y="597362"/>
                    <a:pt x="51808" y="593908"/>
                  </a:cubicBezTo>
                  <a:lnTo>
                    <a:pt x="595006" y="12602"/>
                  </a:lnTo>
                  <a:cubicBezTo>
                    <a:pt x="609972" y="-3421"/>
                    <a:pt x="635090" y="-4279"/>
                    <a:pt x="651112" y="10685"/>
                  </a:cubicBezTo>
                  <a:cubicBezTo>
                    <a:pt x="651435" y="10988"/>
                    <a:pt x="651758" y="11296"/>
                    <a:pt x="652070" y="11609"/>
                  </a:cubicBezTo>
                  <a:lnTo>
                    <a:pt x="721539" y="81078"/>
                  </a:lnTo>
                  <a:cubicBezTo>
                    <a:pt x="736733" y="96268"/>
                    <a:pt x="737080" y="120786"/>
                    <a:pt x="722333" y="136405"/>
                  </a:cubicBezTo>
                  <a:lnTo>
                    <a:pt x="482119" y="391208"/>
                  </a:lnTo>
                  <a:lnTo>
                    <a:pt x="182410" y="715280"/>
                  </a:lnTo>
                  <a:cubicBezTo>
                    <a:pt x="177402" y="720734"/>
                    <a:pt x="170950" y="724659"/>
                    <a:pt x="163802" y="726594"/>
                  </a:cubicBezTo>
                  <a:lnTo>
                    <a:pt x="50171" y="757805"/>
                  </a:lnTo>
                  <a:cubicBezTo>
                    <a:pt x="46741" y="758733"/>
                    <a:pt x="43204" y="759200"/>
                    <a:pt x="39651" y="759195"/>
                  </a:cubicBezTo>
                  <a:close/>
                  <a:moveTo>
                    <a:pt x="153282" y="688336"/>
                  </a:moveTo>
                  <a:lnTo>
                    <a:pt x="153282" y="688336"/>
                  </a:lnTo>
                  <a:close/>
                  <a:moveTo>
                    <a:pt x="114876" y="642933"/>
                  </a:moveTo>
                  <a:lnTo>
                    <a:pt x="107830" y="659656"/>
                  </a:lnTo>
                  <a:lnTo>
                    <a:pt x="131846" y="653056"/>
                  </a:lnTo>
                  <a:lnTo>
                    <a:pt x="334646" y="433733"/>
                  </a:lnTo>
                  <a:lnTo>
                    <a:pt x="334646" y="433733"/>
                  </a:lnTo>
                  <a:lnTo>
                    <a:pt x="423964" y="337022"/>
                  </a:lnTo>
                  <a:lnTo>
                    <a:pt x="637978" y="110007"/>
                  </a:lnTo>
                  <a:lnTo>
                    <a:pt x="624828" y="96808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358D926-C47F-D04A-BA59-C03543E7BFCF}"/>
                </a:ext>
              </a:extLst>
            </p:cNvPr>
            <p:cNvSpPr/>
            <p:nvPr/>
          </p:nvSpPr>
          <p:spPr>
            <a:xfrm>
              <a:off x="8649129" y="1507700"/>
              <a:ext cx="144349" cy="147122"/>
            </a:xfrm>
            <a:custGeom>
              <a:avLst/>
              <a:gdLst>
                <a:gd name="connsiteX0" fmla="*/ 104758 w 144349"/>
                <a:gd name="connsiteY0" fmla="*/ 147123 h 147122"/>
                <a:gd name="connsiteX1" fmla="*/ 76127 w 144349"/>
                <a:gd name="connsiteY1" fmla="*/ 134916 h 147122"/>
                <a:gd name="connsiteX2" fmla="*/ 12562 w 144349"/>
                <a:gd name="connsiteY2" fmla="*/ 68673 h 147122"/>
                <a:gd name="connsiteX3" fmla="*/ 10722 w 144349"/>
                <a:gd name="connsiteY3" fmla="*/ 12563 h 147122"/>
                <a:gd name="connsiteX4" fmla="*/ 66828 w 144349"/>
                <a:gd name="connsiteY4" fmla="*/ 10721 h 147122"/>
                <a:gd name="connsiteX5" fmla="*/ 69775 w 144349"/>
                <a:gd name="connsiteY5" fmla="*/ 13792 h 147122"/>
                <a:gd name="connsiteX6" fmla="*/ 133290 w 144349"/>
                <a:gd name="connsiteY6" fmla="*/ 79936 h 147122"/>
                <a:gd name="connsiteX7" fmla="*/ 132144 w 144349"/>
                <a:gd name="connsiteY7" fmla="*/ 136064 h 147122"/>
                <a:gd name="connsiteX8" fmla="*/ 104708 w 144349"/>
                <a:gd name="connsiteY8" fmla="*/ 147123 h 14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349" h="147122">
                  <a:moveTo>
                    <a:pt x="104758" y="147123"/>
                  </a:moveTo>
                  <a:cubicBezTo>
                    <a:pt x="93950" y="147121"/>
                    <a:pt x="83610" y="142713"/>
                    <a:pt x="76127" y="134916"/>
                  </a:cubicBezTo>
                  <a:lnTo>
                    <a:pt x="12562" y="68673"/>
                  </a:lnTo>
                  <a:cubicBezTo>
                    <a:pt x="-3440" y="53687"/>
                    <a:pt x="-4264" y="28566"/>
                    <a:pt x="10722" y="12563"/>
                  </a:cubicBezTo>
                  <a:cubicBezTo>
                    <a:pt x="25707" y="-3440"/>
                    <a:pt x="50825" y="-4264"/>
                    <a:pt x="66828" y="10721"/>
                  </a:cubicBezTo>
                  <a:cubicBezTo>
                    <a:pt x="67865" y="11691"/>
                    <a:pt x="68847" y="12716"/>
                    <a:pt x="69775" y="13792"/>
                  </a:cubicBezTo>
                  <a:lnTo>
                    <a:pt x="133290" y="79936"/>
                  </a:lnTo>
                  <a:cubicBezTo>
                    <a:pt x="148474" y="95753"/>
                    <a:pt x="147958" y="120882"/>
                    <a:pt x="132144" y="136064"/>
                  </a:cubicBezTo>
                  <a:cubicBezTo>
                    <a:pt x="124765" y="143147"/>
                    <a:pt x="114935" y="147108"/>
                    <a:pt x="104708" y="1471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7" name="Picture Placeholder 45">
            <a:extLst>
              <a:ext uri="{FF2B5EF4-FFF2-40B4-BE49-F238E27FC236}">
                <a16:creationId xmlns:a16="http://schemas.microsoft.com/office/drawing/2014/main" id="{1556FC64-13B1-4805-BD8A-2E3C8FF934BB}"/>
              </a:ext>
            </a:extLst>
          </p:cNvPr>
          <p:cNvGrpSpPr>
            <a:grpSpLocks noChangeAspect="1"/>
          </p:cNvGrpSpPr>
          <p:nvPr/>
        </p:nvGrpSpPr>
        <p:grpSpPr>
          <a:xfrm>
            <a:off x="1446362" y="2518720"/>
            <a:ext cx="846873" cy="777612"/>
            <a:chOff x="9391149" y="1447998"/>
            <a:chExt cx="846873" cy="777612"/>
          </a:xfrm>
        </p:grpSpPr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C010538E-F7A7-404B-9F0F-27BF49739DC9}"/>
                </a:ext>
              </a:extLst>
            </p:cNvPr>
            <p:cNvSpPr/>
            <p:nvPr/>
          </p:nvSpPr>
          <p:spPr>
            <a:xfrm>
              <a:off x="9811933" y="1466860"/>
              <a:ext cx="426089" cy="425497"/>
            </a:xfrm>
            <a:custGeom>
              <a:avLst/>
              <a:gdLst>
                <a:gd name="connsiteX0" fmla="*/ 140817 w 426089"/>
                <a:gd name="connsiteY0" fmla="*/ 425498 h 425497"/>
                <a:gd name="connsiteX1" fmla="*/ 100942 w 426089"/>
                <a:gd name="connsiteY1" fmla="*/ 385983 h 425497"/>
                <a:gd name="connsiteX2" fmla="*/ 112682 w 426089"/>
                <a:gd name="connsiteY2" fmla="*/ 357616 h 425497"/>
                <a:gd name="connsiteX3" fmla="*/ 169151 w 426089"/>
                <a:gd name="connsiteY3" fmla="*/ 300751 h 425497"/>
                <a:gd name="connsiteX4" fmla="*/ 208847 w 426089"/>
                <a:gd name="connsiteY4" fmla="*/ 290827 h 425497"/>
                <a:gd name="connsiteX5" fmla="*/ 239711 w 426089"/>
                <a:gd name="connsiteY5" fmla="*/ 295293 h 425497"/>
                <a:gd name="connsiteX6" fmla="*/ 315730 w 426089"/>
                <a:gd name="connsiteY6" fmla="*/ 263784 h 425497"/>
                <a:gd name="connsiteX7" fmla="*/ 346594 w 426089"/>
                <a:gd name="connsiteY7" fmla="*/ 193868 h 425497"/>
                <a:gd name="connsiteX8" fmla="*/ 301142 w 426089"/>
                <a:gd name="connsiteY8" fmla="*/ 239321 h 425497"/>
                <a:gd name="connsiteX9" fmla="*/ 259560 w 426089"/>
                <a:gd name="connsiteY9" fmla="*/ 248451 h 425497"/>
                <a:gd name="connsiteX10" fmla="*/ 217779 w 426089"/>
                <a:gd name="connsiteY10" fmla="*/ 233565 h 425497"/>
                <a:gd name="connsiteX11" fmla="*/ 194110 w 426089"/>
                <a:gd name="connsiteY11" fmla="*/ 210144 h 425497"/>
                <a:gd name="connsiteX12" fmla="*/ 178827 w 426089"/>
                <a:gd name="connsiteY12" fmla="*/ 168710 h 425497"/>
                <a:gd name="connsiteX13" fmla="*/ 187907 w 426089"/>
                <a:gd name="connsiteY13" fmla="*/ 126731 h 425497"/>
                <a:gd name="connsiteX14" fmla="*/ 235493 w 426089"/>
                <a:gd name="connsiteY14" fmla="*/ 79195 h 425497"/>
                <a:gd name="connsiteX15" fmla="*/ 163891 w 426089"/>
                <a:gd name="connsiteY15" fmla="*/ 112044 h 425497"/>
                <a:gd name="connsiteX16" fmla="*/ 136599 w 426089"/>
                <a:gd name="connsiteY16" fmla="*/ 217388 h 425497"/>
                <a:gd name="connsiteX17" fmla="*/ 126030 w 426089"/>
                <a:gd name="connsiteY17" fmla="*/ 256688 h 425497"/>
                <a:gd name="connsiteX18" fmla="*/ 67478 w 426089"/>
                <a:gd name="connsiteY18" fmla="*/ 313504 h 425497"/>
                <a:gd name="connsiteX19" fmla="*/ 11282 w 426089"/>
                <a:gd name="connsiteY19" fmla="*/ 312784 h 425497"/>
                <a:gd name="connsiteX20" fmla="*/ 12002 w 426089"/>
                <a:gd name="connsiteY20" fmla="*/ 256589 h 425497"/>
                <a:gd name="connsiteX21" fmla="*/ 54775 w 426089"/>
                <a:gd name="connsiteY21" fmla="*/ 214907 h 425497"/>
                <a:gd name="connsiteX22" fmla="*/ 107472 w 426089"/>
                <a:gd name="connsiteY22" fmla="*/ 56121 h 425497"/>
                <a:gd name="connsiteX23" fmla="*/ 236734 w 426089"/>
                <a:gd name="connsiteY23" fmla="*/ 0 h 425497"/>
                <a:gd name="connsiteX24" fmla="*/ 316127 w 426089"/>
                <a:gd name="connsiteY24" fmla="*/ 18707 h 425497"/>
                <a:gd name="connsiteX25" fmla="*/ 336040 w 426089"/>
                <a:gd name="connsiteY25" fmla="*/ 87679 h 425497"/>
                <a:gd name="connsiteX26" fmla="*/ 327689 w 426089"/>
                <a:gd name="connsiteY26" fmla="*/ 98845 h 425497"/>
                <a:gd name="connsiteX27" fmla="*/ 261743 w 426089"/>
                <a:gd name="connsiteY27" fmla="*/ 164840 h 425497"/>
                <a:gd name="connsiteX28" fmla="*/ 261743 w 426089"/>
                <a:gd name="connsiteY28" fmla="*/ 165138 h 425497"/>
                <a:gd name="connsiteX29" fmla="*/ 262537 w 426089"/>
                <a:gd name="connsiteY29" fmla="*/ 165138 h 425497"/>
                <a:gd name="connsiteX30" fmla="*/ 328632 w 426089"/>
                <a:gd name="connsiteY30" fmla="*/ 99589 h 425497"/>
                <a:gd name="connsiteX31" fmla="*/ 400349 w 426089"/>
                <a:gd name="connsiteY31" fmla="*/ 99555 h 425497"/>
                <a:gd name="connsiteX32" fmla="*/ 410506 w 426089"/>
                <a:gd name="connsiteY32" fmla="*/ 114078 h 425497"/>
                <a:gd name="connsiteX33" fmla="*/ 425888 w 426089"/>
                <a:gd name="connsiteY33" fmla="*/ 182703 h 425497"/>
                <a:gd name="connsiteX34" fmla="*/ 371653 w 426089"/>
                <a:gd name="connsiteY34" fmla="*/ 320004 h 425497"/>
                <a:gd name="connsiteX35" fmla="*/ 239513 w 426089"/>
                <a:gd name="connsiteY35" fmla="*/ 374587 h 425497"/>
                <a:gd name="connsiteX36" fmla="*/ 210038 w 426089"/>
                <a:gd name="connsiteY36" fmla="*/ 372255 h 425497"/>
                <a:gd name="connsiteX37" fmla="*/ 168902 w 426089"/>
                <a:gd name="connsiteY37" fmla="*/ 413787 h 425497"/>
                <a:gd name="connsiteX38" fmla="*/ 140817 w 426089"/>
                <a:gd name="connsiteY38" fmla="*/ 425498 h 42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6089" h="425497">
                  <a:moveTo>
                    <a:pt x="140817" y="425498"/>
                  </a:moveTo>
                  <a:cubicBezTo>
                    <a:pt x="118895" y="425597"/>
                    <a:pt x="101041" y="407906"/>
                    <a:pt x="100942" y="385983"/>
                  </a:cubicBezTo>
                  <a:cubicBezTo>
                    <a:pt x="100892" y="375335"/>
                    <a:pt x="105120" y="365114"/>
                    <a:pt x="112682" y="357616"/>
                  </a:cubicBezTo>
                  <a:lnTo>
                    <a:pt x="169151" y="300751"/>
                  </a:lnTo>
                  <a:cubicBezTo>
                    <a:pt x="179526" y="290353"/>
                    <a:pt x="194800" y="286535"/>
                    <a:pt x="208847" y="290827"/>
                  </a:cubicBezTo>
                  <a:cubicBezTo>
                    <a:pt x="218866" y="293805"/>
                    <a:pt x="229261" y="295309"/>
                    <a:pt x="239711" y="295293"/>
                  </a:cubicBezTo>
                  <a:cubicBezTo>
                    <a:pt x="268248" y="295384"/>
                    <a:pt x="295629" y="284035"/>
                    <a:pt x="315730" y="263784"/>
                  </a:cubicBezTo>
                  <a:cubicBezTo>
                    <a:pt x="334824" y="245453"/>
                    <a:pt x="345915" y="220329"/>
                    <a:pt x="346594" y="193868"/>
                  </a:cubicBezTo>
                  <a:lnTo>
                    <a:pt x="301142" y="239321"/>
                  </a:lnTo>
                  <a:cubicBezTo>
                    <a:pt x="290225" y="250168"/>
                    <a:pt x="274019" y="253726"/>
                    <a:pt x="259560" y="248451"/>
                  </a:cubicBezTo>
                  <a:lnTo>
                    <a:pt x="217779" y="233565"/>
                  </a:lnTo>
                  <a:cubicBezTo>
                    <a:pt x="206838" y="229604"/>
                    <a:pt x="198184" y="221042"/>
                    <a:pt x="194110" y="210144"/>
                  </a:cubicBezTo>
                  <a:lnTo>
                    <a:pt x="178827" y="168710"/>
                  </a:lnTo>
                  <a:cubicBezTo>
                    <a:pt x="173368" y="154147"/>
                    <a:pt x="176916" y="137737"/>
                    <a:pt x="187907" y="126731"/>
                  </a:cubicBezTo>
                  <a:lnTo>
                    <a:pt x="235493" y="79195"/>
                  </a:lnTo>
                  <a:cubicBezTo>
                    <a:pt x="209691" y="79592"/>
                    <a:pt x="184980" y="90955"/>
                    <a:pt x="163891" y="112044"/>
                  </a:cubicBezTo>
                  <a:cubicBezTo>
                    <a:pt x="136406" y="139634"/>
                    <a:pt x="125966" y="179922"/>
                    <a:pt x="136599" y="217388"/>
                  </a:cubicBezTo>
                  <a:cubicBezTo>
                    <a:pt x="140569" y="231435"/>
                    <a:pt x="136510" y="246528"/>
                    <a:pt x="126030" y="256688"/>
                  </a:cubicBezTo>
                  <a:lnTo>
                    <a:pt x="67478" y="313504"/>
                  </a:lnTo>
                  <a:cubicBezTo>
                    <a:pt x="51761" y="328823"/>
                    <a:pt x="26602" y="328501"/>
                    <a:pt x="11282" y="312784"/>
                  </a:cubicBezTo>
                  <a:cubicBezTo>
                    <a:pt x="-4037" y="297068"/>
                    <a:pt x="-3715" y="271908"/>
                    <a:pt x="12002" y="256589"/>
                  </a:cubicBezTo>
                  <a:lnTo>
                    <a:pt x="54775" y="214907"/>
                  </a:lnTo>
                  <a:cubicBezTo>
                    <a:pt x="46383" y="156636"/>
                    <a:pt x="65905" y="97813"/>
                    <a:pt x="107472" y="56121"/>
                  </a:cubicBezTo>
                  <a:cubicBezTo>
                    <a:pt x="144191" y="19402"/>
                    <a:pt x="188850" y="0"/>
                    <a:pt x="236734" y="0"/>
                  </a:cubicBezTo>
                  <a:cubicBezTo>
                    <a:pt x="264293" y="-32"/>
                    <a:pt x="291481" y="6374"/>
                    <a:pt x="316127" y="18707"/>
                  </a:cubicBezTo>
                  <a:cubicBezTo>
                    <a:pt x="340670" y="32255"/>
                    <a:pt x="349586" y="63134"/>
                    <a:pt x="336040" y="87679"/>
                  </a:cubicBezTo>
                  <a:cubicBezTo>
                    <a:pt x="333782" y="91767"/>
                    <a:pt x="330974" y="95524"/>
                    <a:pt x="327689" y="98845"/>
                  </a:cubicBezTo>
                  <a:lnTo>
                    <a:pt x="261743" y="164840"/>
                  </a:lnTo>
                  <a:lnTo>
                    <a:pt x="261743" y="165138"/>
                  </a:lnTo>
                  <a:lnTo>
                    <a:pt x="262537" y="165138"/>
                  </a:lnTo>
                  <a:lnTo>
                    <a:pt x="328632" y="99589"/>
                  </a:lnTo>
                  <a:cubicBezTo>
                    <a:pt x="348425" y="79775"/>
                    <a:pt x="380535" y="79759"/>
                    <a:pt x="400349" y="99555"/>
                  </a:cubicBezTo>
                  <a:cubicBezTo>
                    <a:pt x="404561" y="103762"/>
                    <a:pt x="408000" y="108678"/>
                    <a:pt x="410506" y="114078"/>
                  </a:cubicBezTo>
                  <a:cubicBezTo>
                    <a:pt x="419805" y="135814"/>
                    <a:pt x="425020" y="159078"/>
                    <a:pt x="425888" y="182703"/>
                  </a:cubicBezTo>
                  <a:cubicBezTo>
                    <a:pt x="428325" y="234129"/>
                    <a:pt x="408576" y="284127"/>
                    <a:pt x="371653" y="320004"/>
                  </a:cubicBezTo>
                  <a:cubicBezTo>
                    <a:pt x="336655" y="355106"/>
                    <a:pt x="289079" y="374759"/>
                    <a:pt x="239513" y="374587"/>
                  </a:cubicBezTo>
                  <a:cubicBezTo>
                    <a:pt x="229643" y="374581"/>
                    <a:pt x="219789" y="373801"/>
                    <a:pt x="210038" y="372255"/>
                  </a:cubicBezTo>
                  <a:lnTo>
                    <a:pt x="168902" y="413787"/>
                  </a:lnTo>
                  <a:cubicBezTo>
                    <a:pt x="161469" y="421266"/>
                    <a:pt x="151361" y="425480"/>
                    <a:pt x="140817" y="42549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2013FF6-B864-5F49-8BEB-6717FE308C49}"/>
                </a:ext>
              </a:extLst>
            </p:cNvPr>
            <p:cNvSpPr/>
            <p:nvPr/>
          </p:nvSpPr>
          <p:spPr>
            <a:xfrm>
              <a:off x="9475778" y="1814651"/>
              <a:ext cx="415496" cy="410959"/>
            </a:xfrm>
            <a:custGeom>
              <a:avLst/>
              <a:gdLst>
                <a:gd name="connsiteX0" fmla="*/ 106901 w 415496"/>
                <a:gd name="connsiteY0" fmla="*/ 410959 h 410959"/>
                <a:gd name="connsiteX1" fmla="*/ 30385 w 415496"/>
                <a:gd name="connsiteY1" fmla="*/ 381981 h 410959"/>
                <a:gd name="connsiteX2" fmla="*/ 117 w 415496"/>
                <a:gd name="connsiteY2" fmla="*/ 307550 h 410959"/>
                <a:gd name="connsiteX3" fmla="*/ 30336 w 415496"/>
                <a:gd name="connsiteY3" fmla="*/ 228157 h 410959"/>
                <a:gd name="connsiteX4" fmla="*/ 247724 w 415496"/>
                <a:gd name="connsiteY4" fmla="*/ 10917 h 410959"/>
                <a:gd name="connsiteX5" fmla="*/ 303845 w 415496"/>
                <a:gd name="connsiteY5" fmla="*/ 12355 h 410959"/>
                <a:gd name="connsiteX6" fmla="*/ 303845 w 415496"/>
                <a:gd name="connsiteY6" fmla="*/ 67038 h 410959"/>
                <a:gd name="connsiteX7" fmla="*/ 86457 w 415496"/>
                <a:gd name="connsiteY7" fmla="*/ 284427 h 410959"/>
                <a:gd name="connsiteX8" fmla="*/ 86854 w 415496"/>
                <a:gd name="connsiteY8" fmla="*/ 326158 h 410959"/>
                <a:gd name="connsiteX9" fmla="*/ 138807 w 415496"/>
                <a:gd name="connsiteY9" fmla="*/ 322436 h 410959"/>
                <a:gd name="connsiteX10" fmla="*/ 347710 w 415496"/>
                <a:gd name="connsiteY10" fmla="*/ 113533 h 410959"/>
                <a:gd name="connsiteX11" fmla="*/ 403856 w 415496"/>
                <a:gd name="connsiteY11" fmla="*/ 113508 h 410959"/>
                <a:gd name="connsiteX12" fmla="*/ 403881 w 415496"/>
                <a:gd name="connsiteY12" fmla="*/ 169654 h 410959"/>
                <a:gd name="connsiteX13" fmla="*/ 192447 w 415496"/>
                <a:gd name="connsiteY13" fmla="*/ 381088 h 410959"/>
                <a:gd name="connsiteX14" fmla="*/ 187485 w 415496"/>
                <a:gd name="connsiteY14" fmla="*/ 385306 h 410959"/>
                <a:gd name="connsiteX15" fmla="*/ 106901 w 415496"/>
                <a:gd name="connsiteY15" fmla="*/ 410959 h 41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5496" h="410959">
                  <a:moveTo>
                    <a:pt x="106901" y="410959"/>
                  </a:moveTo>
                  <a:cubicBezTo>
                    <a:pt x="77426" y="410959"/>
                    <a:pt x="49440" y="401035"/>
                    <a:pt x="30385" y="381981"/>
                  </a:cubicBezTo>
                  <a:cubicBezTo>
                    <a:pt x="11326" y="361840"/>
                    <a:pt x="524" y="335278"/>
                    <a:pt x="117" y="307550"/>
                  </a:cubicBezTo>
                  <a:cubicBezTo>
                    <a:pt x="-1266" y="278041"/>
                    <a:pt x="9681" y="249280"/>
                    <a:pt x="30336" y="228157"/>
                  </a:cubicBezTo>
                  <a:lnTo>
                    <a:pt x="247724" y="10917"/>
                  </a:lnTo>
                  <a:cubicBezTo>
                    <a:pt x="263619" y="-4183"/>
                    <a:pt x="288745" y="-3539"/>
                    <a:pt x="303845" y="12355"/>
                  </a:cubicBezTo>
                  <a:cubicBezTo>
                    <a:pt x="318402" y="27676"/>
                    <a:pt x="318402" y="51717"/>
                    <a:pt x="303845" y="67038"/>
                  </a:cubicBezTo>
                  <a:lnTo>
                    <a:pt x="86457" y="284427"/>
                  </a:lnTo>
                  <a:cubicBezTo>
                    <a:pt x="75540" y="295393"/>
                    <a:pt x="78964" y="318169"/>
                    <a:pt x="86854" y="326158"/>
                  </a:cubicBezTo>
                  <a:cubicBezTo>
                    <a:pt x="93205" y="332658"/>
                    <a:pt x="118016" y="335784"/>
                    <a:pt x="138807" y="322436"/>
                  </a:cubicBezTo>
                  <a:lnTo>
                    <a:pt x="347710" y="113533"/>
                  </a:lnTo>
                  <a:cubicBezTo>
                    <a:pt x="363208" y="98022"/>
                    <a:pt x="388345" y="98012"/>
                    <a:pt x="403856" y="113508"/>
                  </a:cubicBezTo>
                  <a:cubicBezTo>
                    <a:pt x="419367" y="129005"/>
                    <a:pt x="419377" y="154143"/>
                    <a:pt x="403881" y="169654"/>
                  </a:cubicBezTo>
                  <a:lnTo>
                    <a:pt x="192447" y="381088"/>
                  </a:lnTo>
                  <a:cubicBezTo>
                    <a:pt x="190920" y="382636"/>
                    <a:pt x="189260" y="384050"/>
                    <a:pt x="187485" y="385306"/>
                  </a:cubicBezTo>
                  <a:cubicBezTo>
                    <a:pt x="163927" y="401993"/>
                    <a:pt x="135770" y="410955"/>
                    <a:pt x="106901" y="4109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19888B3-0755-AF45-A1C2-8EA780351753}"/>
                </a:ext>
              </a:extLst>
            </p:cNvPr>
            <p:cNvSpPr/>
            <p:nvPr/>
          </p:nvSpPr>
          <p:spPr>
            <a:xfrm>
              <a:off x="9391149" y="1447998"/>
              <a:ext cx="833311" cy="775197"/>
            </a:xfrm>
            <a:custGeom>
              <a:avLst/>
              <a:gdLst>
                <a:gd name="connsiteX0" fmla="*/ 726143 w 833311"/>
                <a:gd name="connsiteY0" fmla="*/ 775181 h 775197"/>
                <a:gd name="connsiteX1" fmla="*/ 649182 w 833311"/>
                <a:gd name="connsiteY1" fmla="*/ 747443 h 775197"/>
                <a:gd name="connsiteX2" fmla="*/ 243334 w 833311"/>
                <a:gd name="connsiteY2" fmla="*/ 341744 h 775197"/>
                <a:gd name="connsiteX3" fmla="*/ 238074 w 833311"/>
                <a:gd name="connsiteY3" fmla="*/ 341447 h 775197"/>
                <a:gd name="connsiteX4" fmla="*/ 223188 w 833311"/>
                <a:gd name="connsiteY4" fmla="*/ 371219 h 775197"/>
                <a:gd name="connsiteX5" fmla="*/ 143794 w 833311"/>
                <a:gd name="connsiteY5" fmla="*/ 425306 h 775197"/>
                <a:gd name="connsiteX6" fmla="*/ 20834 w 833311"/>
                <a:gd name="connsiteY6" fmla="*/ 335542 h 775197"/>
                <a:gd name="connsiteX7" fmla="*/ 21975 w 833311"/>
                <a:gd name="connsiteY7" fmla="*/ 231090 h 775197"/>
                <a:gd name="connsiteX8" fmla="*/ 51152 w 833311"/>
                <a:gd name="connsiteY8" fmla="*/ 201913 h 775197"/>
                <a:gd name="connsiteX9" fmla="*/ 88765 w 833311"/>
                <a:gd name="connsiteY9" fmla="*/ 189657 h 775197"/>
                <a:gd name="connsiteX10" fmla="*/ 100972 w 833311"/>
                <a:gd name="connsiteY10" fmla="*/ 152044 h 775197"/>
                <a:gd name="connsiteX11" fmla="*/ 185625 w 833311"/>
                <a:gd name="connsiteY11" fmla="*/ 67689 h 775197"/>
                <a:gd name="connsiteX12" fmla="*/ 343022 w 833311"/>
                <a:gd name="connsiteY12" fmla="*/ 7 h 775197"/>
                <a:gd name="connsiteX13" fmla="*/ 474219 w 833311"/>
                <a:gd name="connsiteY13" fmla="*/ 67540 h 775197"/>
                <a:gd name="connsiteX14" fmla="*/ 475062 w 833311"/>
                <a:gd name="connsiteY14" fmla="*/ 109371 h 775197"/>
                <a:gd name="connsiteX15" fmla="*/ 440328 w 833311"/>
                <a:gd name="connsiteY15" fmla="*/ 129219 h 775197"/>
                <a:gd name="connsiteX16" fmla="*/ 365897 w 833311"/>
                <a:gd name="connsiteY16" fmla="*/ 156163 h 775197"/>
                <a:gd name="connsiteX17" fmla="*/ 386589 w 833311"/>
                <a:gd name="connsiteY17" fmla="*/ 179286 h 775197"/>
                <a:gd name="connsiteX18" fmla="*/ 802014 w 833311"/>
                <a:gd name="connsiteY18" fmla="*/ 594810 h 775197"/>
                <a:gd name="connsiteX19" fmla="*/ 802014 w 833311"/>
                <a:gd name="connsiteY19" fmla="*/ 746153 h 775197"/>
                <a:gd name="connsiteX20" fmla="*/ 801170 w 833311"/>
                <a:gd name="connsiteY20" fmla="*/ 746996 h 775197"/>
                <a:gd name="connsiteX21" fmla="*/ 799136 w 833311"/>
                <a:gd name="connsiteY21" fmla="*/ 748882 h 775197"/>
                <a:gd name="connsiteX22" fmla="*/ 726143 w 833311"/>
                <a:gd name="connsiteY22" fmla="*/ 775181 h 775197"/>
                <a:gd name="connsiteX23" fmla="*/ 772737 w 833311"/>
                <a:gd name="connsiteY23" fmla="*/ 718862 h 775197"/>
                <a:gd name="connsiteX24" fmla="*/ 772737 w 833311"/>
                <a:gd name="connsiteY24" fmla="*/ 718862 h 775197"/>
                <a:gd name="connsiteX25" fmla="*/ 704459 w 833311"/>
                <a:gd name="connsiteY25" fmla="*/ 690280 h 775197"/>
                <a:gd name="connsiteX26" fmla="*/ 745744 w 833311"/>
                <a:gd name="connsiteY26" fmla="*/ 689734 h 775197"/>
                <a:gd name="connsiteX27" fmla="*/ 745744 w 833311"/>
                <a:gd name="connsiteY27" fmla="*/ 650732 h 775197"/>
                <a:gd name="connsiteX28" fmla="*/ 745744 w 833311"/>
                <a:gd name="connsiteY28" fmla="*/ 650732 h 775197"/>
                <a:gd name="connsiteX29" fmla="*/ 329922 w 833311"/>
                <a:gd name="connsiteY29" fmla="*/ 234861 h 775197"/>
                <a:gd name="connsiteX30" fmla="*/ 328433 w 833311"/>
                <a:gd name="connsiteY30" fmla="*/ 233273 h 775197"/>
                <a:gd name="connsiteX31" fmla="*/ 277076 w 833311"/>
                <a:gd name="connsiteY31" fmla="*/ 176110 h 775197"/>
                <a:gd name="connsiteX32" fmla="*/ 272759 w 833311"/>
                <a:gd name="connsiteY32" fmla="*/ 128971 h 775197"/>
                <a:gd name="connsiteX33" fmla="*/ 342823 w 833311"/>
                <a:gd name="connsiteY33" fmla="*/ 79350 h 775197"/>
                <a:gd name="connsiteX34" fmla="*/ 241597 w 833311"/>
                <a:gd name="connsiteY34" fmla="*/ 123215 h 775197"/>
                <a:gd name="connsiteX35" fmla="*/ 168456 w 833311"/>
                <a:gd name="connsiteY35" fmla="*/ 196653 h 775197"/>
                <a:gd name="connsiteX36" fmla="*/ 153570 w 833311"/>
                <a:gd name="connsiteY36" fmla="*/ 253370 h 775197"/>
                <a:gd name="connsiteX37" fmla="*/ 96208 w 833311"/>
                <a:gd name="connsiteY37" fmla="*/ 269000 h 775197"/>
                <a:gd name="connsiteX38" fmla="*/ 81322 w 833311"/>
                <a:gd name="connsiteY38" fmla="*/ 283887 h 775197"/>
                <a:gd name="connsiteX39" fmla="*/ 140321 w 833311"/>
                <a:gd name="connsiteY39" fmla="*/ 341744 h 775197"/>
                <a:gd name="connsiteX40" fmla="*/ 156299 w 833311"/>
                <a:gd name="connsiteY40" fmla="*/ 326858 h 775197"/>
                <a:gd name="connsiteX41" fmla="*/ 168754 w 833311"/>
                <a:gd name="connsiteY41" fmla="*/ 280810 h 775197"/>
                <a:gd name="connsiteX42" fmla="*/ 265117 w 833311"/>
                <a:gd name="connsiteY42" fmla="*/ 263741 h 775197"/>
                <a:gd name="connsiteX43" fmla="*/ 289134 w 833311"/>
                <a:gd name="connsiteY43" fmla="*/ 275153 h 77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33311" h="775197">
                  <a:moveTo>
                    <a:pt x="726143" y="775181"/>
                  </a:moveTo>
                  <a:cubicBezTo>
                    <a:pt x="694783" y="775181"/>
                    <a:pt x="665209" y="763471"/>
                    <a:pt x="649182" y="747443"/>
                  </a:cubicBezTo>
                  <a:lnTo>
                    <a:pt x="243334" y="341744"/>
                  </a:lnTo>
                  <a:lnTo>
                    <a:pt x="238074" y="341447"/>
                  </a:lnTo>
                  <a:cubicBezTo>
                    <a:pt x="236333" y="352679"/>
                    <a:pt x="231128" y="363087"/>
                    <a:pt x="223188" y="371219"/>
                  </a:cubicBezTo>
                  <a:cubicBezTo>
                    <a:pt x="206713" y="390670"/>
                    <a:pt x="174510" y="423618"/>
                    <a:pt x="143794" y="425306"/>
                  </a:cubicBezTo>
                  <a:cubicBezTo>
                    <a:pt x="130992" y="426050"/>
                    <a:pt x="101021" y="427687"/>
                    <a:pt x="20834" y="335542"/>
                  </a:cubicBezTo>
                  <a:cubicBezTo>
                    <a:pt x="-7383" y="306259"/>
                    <a:pt x="-6875" y="259750"/>
                    <a:pt x="21975" y="231090"/>
                  </a:cubicBezTo>
                  <a:lnTo>
                    <a:pt x="51152" y="201913"/>
                  </a:lnTo>
                  <a:cubicBezTo>
                    <a:pt x="62764" y="190302"/>
                    <a:pt x="75963" y="189458"/>
                    <a:pt x="88765" y="189657"/>
                  </a:cubicBezTo>
                  <a:cubicBezTo>
                    <a:pt x="88517" y="176656"/>
                    <a:pt x="89559" y="163507"/>
                    <a:pt x="100972" y="152044"/>
                  </a:cubicBezTo>
                  <a:lnTo>
                    <a:pt x="185625" y="67689"/>
                  </a:lnTo>
                  <a:cubicBezTo>
                    <a:pt x="219069" y="33749"/>
                    <a:pt x="296924" y="453"/>
                    <a:pt x="343022" y="7"/>
                  </a:cubicBezTo>
                  <a:cubicBezTo>
                    <a:pt x="411449" y="-638"/>
                    <a:pt x="461665" y="46104"/>
                    <a:pt x="474219" y="67540"/>
                  </a:cubicBezTo>
                  <a:cubicBezTo>
                    <a:pt x="482068" y="80298"/>
                    <a:pt x="482390" y="96306"/>
                    <a:pt x="475062" y="109371"/>
                  </a:cubicBezTo>
                  <a:cubicBezTo>
                    <a:pt x="467826" y="121680"/>
                    <a:pt x="454608" y="129234"/>
                    <a:pt x="440328" y="129219"/>
                  </a:cubicBezTo>
                  <a:cubicBezTo>
                    <a:pt x="427526" y="129765"/>
                    <a:pt x="392097" y="143311"/>
                    <a:pt x="365897" y="156163"/>
                  </a:cubicBezTo>
                  <a:lnTo>
                    <a:pt x="386589" y="179286"/>
                  </a:lnTo>
                  <a:lnTo>
                    <a:pt x="802014" y="594810"/>
                  </a:lnTo>
                  <a:cubicBezTo>
                    <a:pt x="843745" y="636630"/>
                    <a:pt x="843745" y="704333"/>
                    <a:pt x="802014" y="746153"/>
                  </a:cubicBezTo>
                  <a:lnTo>
                    <a:pt x="801170" y="746996"/>
                  </a:lnTo>
                  <a:lnTo>
                    <a:pt x="799136" y="748882"/>
                  </a:lnTo>
                  <a:cubicBezTo>
                    <a:pt x="778846" y="766289"/>
                    <a:pt x="752874" y="775647"/>
                    <a:pt x="726143" y="775181"/>
                  </a:cubicBezTo>
                  <a:close/>
                  <a:moveTo>
                    <a:pt x="772737" y="718862"/>
                  </a:moveTo>
                  <a:lnTo>
                    <a:pt x="772737" y="718862"/>
                  </a:lnTo>
                  <a:close/>
                  <a:moveTo>
                    <a:pt x="704459" y="690280"/>
                  </a:moveTo>
                  <a:cubicBezTo>
                    <a:pt x="710414" y="694051"/>
                    <a:pt x="732445" y="700204"/>
                    <a:pt x="745744" y="689734"/>
                  </a:cubicBezTo>
                  <a:cubicBezTo>
                    <a:pt x="756427" y="678927"/>
                    <a:pt x="756427" y="661540"/>
                    <a:pt x="745744" y="650732"/>
                  </a:cubicBezTo>
                  <a:lnTo>
                    <a:pt x="745744" y="650732"/>
                  </a:lnTo>
                  <a:lnTo>
                    <a:pt x="329922" y="234861"/>
                  </a:lnTo>
                  <a:cubicBezTo>
                    <a:pt x="329426" y="234365"/>
                    <a:pt x="328880" y="233819"/>
                    <a:pt x="328433" y="233273"/>
                  </a:cubicBezTo>
                  <a:lnTo>
                    <a:pt x="277076" y="176110"/>
                  </a:lnTo>
                  <a:cubicBezTo>
                    <a:pt x="265400" y="163068"/>
                    <a:pt x="263647" y="143917"/>
                    <a:pt x="272759" y="128971"/>
                  </a:cubicBezTo>
                  <a:cubicBezTo>
                    <a:pt x="283229" y="111802"/>
                    <a:pt x="311661" y="93839"/>
                    <a:pt x="342823" y="79350"/>
                  </a:cubicBezTo>
                  <a:cubicBezTo>
                    <a:pt x="317120" y="80094"/>
                    <a:pt x="260056" y="104806"/>
                    <a:pt x="241597" y="123215"/>
                  </a:cubicBezTo>
                  <a:lnTo>
                    <a:pt x="168456" y="196653"/>
                  </a:lnTo>
                  <a:cubicBezTo>
                    <a:pt x="169051" y="217345"/>
                    <a:pt x="168456" y="238236"/>
                    <a:pt x="153570" y="253370"/>
                  </a:cubicBezTo>
                  <a:cubicBezTo>
                    <a:pt x="138683" y="268504"/>
                    <a:pt x="116255" y="269348"/>
                    <a:pt x="96208" y="269000"/>
                  </a:cubicBezTo>
                  <a:lnTo>
                    <a:pt x="81322" y="283887"/>
                  </a:lnTo>
                  <a:cubicBezTo>
                    <a:pt x="99306" y="304816"/>
                    <a:pt x="119045" y="324172"/>
                    <a:pt x="140321" y="341744"/>
                  </a:cubicBezTo>
                  <a:cubicBezTo>
                    <a:pt x="145912" y="337074"/>
                    <a:pt x="151245" y="332105"/>
                    <a:pt x="156299" y="326858"/>
                  </a:cubicBezTo>
                  <a:cubicBezTo>
                    <a:pt x="154331" y="310475"/>
                    <a:pt x="158796" y="293967"/>
                    <a:pt x="168754" y="280810"/>
                  </a:cubicBezTo>
                  <a:cubicBezTo>
                    <a:pt x="178975" y="268206"/>
                    <a:pt x="194904" y="256496"/>
                    <a:pt x="265117" y="263741"/>
                  </a:cubicBezTo>
                  <a:cubicBezTo>
                    <a:pt x="274197" y="264671"/>
                    <a:pt x="282678" y="268701"/>
                    <a:pt x="289134" y="2751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53">
            <a:extLst>
              <a:ext uri="{FF2B5EF4-FFF2-40B4-BE49-F238E27FC236}">
                <a16:creationId xmlns:a16="http://schemas.microsoft.com/office/drawing/2014/main" id="{F7F12133-B8B8-47B4-B7DA-9F031714E5E0}"/>
              </a:ext>
            </a:extLst>
          </p:cNvPr>
          <p:cNvGrpSpPr>
            <a:grpSpLocks noChangeAspect="1"/>
          </p:cNvGrpSpPr>
          <p:nvPr/>
        </p:nvGrpSpPr>
        <p:grpSpPr>
          <a:xfrm>
            <a:off x="5471565" y="2551109"/>
            <a:ext cx="811511" cy="808552"/>
            <a:chOff x="5471565" y="2551109"/>
            <a:chExt cx="811511" cy="80855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C9CCC63-5225-1744-A484-5CAC348994D4}"/>
                </a:ext>
              </a:extLst>
            </p:cNvPr>
            <p:cNvSpPr/>
            <p:nvPr/>
          </p:nvSpPr>
          <p:spPr>
            <a:xfrm>
              <a:off x="5620160" y="2812660"/>
              <a:ext cx="193257" cy="301941"/>
            </a:xfrm>
            <a:custGeom>
              <a:avLst/>
              <a:gdLst>
                <a:gd name="connsiteX0" fmla="*/ 153625 w 193257"/>
                <a:gd name="connsiteY0" fmla="*/ 301942 h 301941"/>
                <a:gd name="connsiteX1" fmla="*/ 118246 w 193257"/>
                <a:gd name="connsiteY1" fmla="*/ 280307 h 301941"/>
                <a:gd name="connsiteX2" fmla="*/ 4366 w 193257"/>
                <a:gd name="connsiteY2" fmla="*/ 57808 h 301941"/>
                <a:gd name="connsiteX3" fmla="*/ 21634 w 193257"/>
                <a:gd name="connsiteY3" fmla="*/ 4366 h 301941"/>
                <a:gd name="connsiteX4" fmla="*/ 75076 w 193257"/>
                <a:gd name="connsiteY4" fmla="*/ 21634 h 301941"/>
                <a:gd name="connsiteX5" fmla="*/ 188906 w 193257"/>
                <a:gd name="connsiteY5" fmla="*/ 244183 h 301941"/>
                <a:gd name="connsiteX6" fmla="*/ 171638 w 193257"/>
                <a:gd name="connsiteY6" fmla="*/ 297575 h 301941"/>
                <a:gd name="connsiteX7" fmla="*/ 153625 w 193257"/>
                <a:gd name="connsiteY7" fmla="*/ 301942 h 30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257" h="301941">
                  <a:moveTo>
                    <a:pt x="153625" y="301942"/>
                  </a:moveTo>
                  <a:cubicBezTo>
                    <a:pt x="138704" y="301951"/>
                    <a:pt x="125035" y="293595"/>
                    <a:pt x="118246" y="280307"/>
                  </a:cubicBezTo>
                  <a:lnTo>
                    <a:pt x="4366" y="57808"/>
                  </a:lnTo>
                  <a:cubicBezTo>
                    <a:pt x="-5623" y="38282"/>
                    <a:pt x="2109" y="14355"/>
                    <a:pt x="21634" y="4366"/>
                  </a:cubicBezTo>
                  <a:cubicBezTo>
                    <a:pt x="41160" y="-5623"/>
                    <a:pt x="65087" y="2109"/>
                    <a:pt x="75076" y="21634"/>
                  </a:cubicBezTo>
                  <a:lnTo>
                    <a:pt x="188906" y="244183"/>
                  </a:lnTo>
                  <a:cubicBezTo>
                    <a:pt x="198871" y="263694"/>
                    <a:pt x="191142" y="287591"/>
                    <a:pt x="171638" y="297575"/>
                  </a:cubicBezTo>
                  <a:cubicBezTo>
                    <a:pt x="166069" y="300448"/>
                    <a:pt x="159892" y="301946"/>
                    <a:pt x="153625" y="30194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03D856BF-0EBF-E347-8EC9-D2C9E1169904}"/>
                </a:ext>
              </a:extLst>
            </p:cNvPr>
            <p:cNvSpPr/>
            <p:nvPr/>
          </p:nvSpPr>
          <p:spPr>
            <a:xfrm>
              <a:off x="5952799" y="2692510"/>
              <a:ext cx="190513" cy="234724"/>
            </a:xfrm>
            <a:custGeom>
              <a:avLst/>
              <a:gdLst>
                <a:gd name="connsiteX0" fmla="*/ 114493 w 190513"/>
                <a:gd name="connsiteY0" fmla="*/ 234724 h 234724"/>
                <a:gd name="connsiteX1" fmla="*/ 74578 w 190513"/>
                <a:gd name="connsiteY1" fmla="*/ 195247 h 234724"/>
                <a:gd name="connsiteX2" fmla="*/ 89682 w 190513"/>
                <a:gd name="connsiteY2" fmla="*/ 163866 h 234724"/>
                <a:gd name="connsiteX3" fmla="*/ 105412 w 190513"/>
                <a:gd name="connsiteY3" fmla="*/ 103527 h 234724"/>
                <a:gd name="connsiteX4" fmla="*/ 50333 w 190513"/>
                <a:gd name="connsiteY4" fmla="*/ 82636 h 234724"/>
                <a:gd name="connsiteX5" fmla="*/ 1457 w 190513"/>
                <a:gd name="connsiteY5" fmla="*/ 55020 h 234724"/>
                <a:gd name="connsiteX6" fmla="*/ 25523 w 190513"/>
                <a:gd name="connsiteY6" fmla="*/ 7312 h 234724"/>
                <a:gd name="connsiteX7" fmla="*/ 175824 w 190513"/>
                <a:gd name="connsiteY7" fmla="*/ 66510 h 234724"/>
                <a:gd name="connsiteX8" fmla="*/ 139055 w 190513"/>
                <a:gd name="connsiteY8" fmla="*/ 226189 h 234724"/>
                <a:gd name="connsiteX9" fmla="*/ 114493 w 190513"/>
                <a:gd name="connsiteY9" fmla="*/ 234724 h 23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13" h="234724">
                  <a:moveTo>
                    <a:pt x="114493" y="234724"/>
                  </a:moveTo>
                  <a:cubicBezTo>
                    <a:pt x="92570" y="234845"/>
                    <a:pt x="74697" y="217171"/>
                    <a:pt x="74578" y="195247"/>
                  </a:cubicBezTo>
                  <a:cubicBezTo>
                    <a:pt x="74508" y="183019"/>
                    <a:pt x="80081" y="171441"/>
                    <a:pt x="89682" y="163866"/>
                  </a:cubicBezTo>
                  <a:cubicBezTo>
                    <a:pt x="110374" y="147540"/>
                    <a:pt x="116428" y="124417"/>
                    <a:pt x="105412" y="103527"/>
                  </a:cubicBezTo>
                  <a:cubicBezTo>
                    <a:pt x="94396" y="82636"/>
                    <a:pt x="74498" y="74648"/>
                    <a:pt x="50333" y="82636"/>
                  </a:cubicBezTo>
                  <a:cubicBezTo>
                    <a:pt x="29209" y="88507"/>
                    <a:pt x="7327" y="76143"/>
                    <a:pt x="1457" y="55020"/>
                  </a:cubicBezTo>
                  <a:cubicBezTo>
                    <a:pt x="-4026" y="35290"/>
                    <a:pt x="6399" y="14627"/>
                    <a:pt x="25523" y="7312"/>
                  </a:cubicBezTo>
                  <a:cubicBezTo>
                    <a:pt x="87102" y="-13131"/>
                    <a:pt x="146101" y="10141"/>
                    <a:pt x="175824" y="66510"/>
                  </a:cubicBezTo>
                  <a:cubicBezTo>
                    <a:pt x="204852" y="121589"/>
                    <a:pt x="189966" y="186096"/>
                    <a:pt x="139055" y="226189"/>
                  </a:cubicBezTo>
                  <a:cubicBezTo>
                    <a:pt x="132073" y="231735"/>
                    <a:pt x="123410" y="234745"/>
                    <a:pt x="114493" y="2347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EB12E3EA-07E4-3947-8773-3C1CFE52653C}"/>
                </a:ext>
              </a:extLst>
            </p:cNvPr>
            <p:cNvSpPr/>
            <p:nvPr/>
          </p:nvSpPr>
          <p:spPr>
            <a:xfrm>
              <a:off x="5604120" y="3056299"/>
              <a:ext cx="255294" cy="303362"/>
            </a:xfrm>
            <a:custGeom>
              <a:avLst/>
              <a:gdLst>
                <a:gd name="connsiteX0" fmla="*/ 169467 w 255294"/>
                <a:gd name="connsiteY0" fmla="*/ 303330 h 303362"/>
                <a:gd name="connsiteX1" fmla="*/ 88436 w 255294"/>
                <a:gd name="connsiteY1" fmla="*/ 264129 h 303362"/>
                <a:gd name="connsiteX2" fmla="*/ 87493 w 255294"/>
                <a:gd name="connsiteY2" fmla="*/ 262343 h 303362"/>
                <a:gd name="connsiteX3" fmla="*/ 4279 w 255294"/>
                <a:gd name="connsiteY3" fmla="*/ 97801 h 303362"/>
                <a:gd name="connsiteX4" fmla="*/ 21796 w 255294"/>
                <a:gd name="connsiteY4" fmla="*/ 44458 h 303362"/>
                <a:gd name="connsiteX5" fmla="*/ 75138 w 255294"/>
                <a:gd name="connsiteY5" fmla="*/ 61975 h 303362"/>
                <a:gd name="connsiteX6" fmla="*/ 155871 w 255294"/>
                <a:gd name="connsiteY6" fmla="*/ 221654 h 303362"/>
                <a:gd name="connsiteX7" fmla="*/ 173139 w 255294"/>
                <a:gd name="connsiteY7" fmla="*/ 223986 h 303362"/>
                <a:gd name="connsiteX8" fmla="*/ 175918 w 255294"/>
                <a:gd name="connsiteY8" fmla="*/ 214856 h 303362"/>
                <a:gd name="connsiteX9" fmla="*/ 96524 w 255294"/>
                <a:gd name="connsiteY9" fmla="*/ 57608 h 303362"/>
                <a:gd name="connsiteX10" fmla="*/ 114090 w 255294"/>
                <a:gd name="connsiteY10" fmla="*/ 4266 h 303362"/>
                <a:gd name="connsiteX11" fmla="*/ 167432 w 255294"/>
                <a:gd name="connsiteY11" fmla="*/ 21831 h 303362"/>
                <a:gd name="connsiteX12" fmla="*/ 248364 w 255294"/>
                <a:gd name="connsiteY12" fmla="*/ 182205 h 303362"/>
                <a:gd name="connsiteX13" fmla="*/ 250150 w 255294"/>
                <a:gd name="connsiteY13" fmla="*/ 186374 h 303362"/>
                <a:gd name="connsiteX14" fmla="*/ 211843 w 255294"/>
                <a:gd name="connsiteY14" fmla="*/ 293852 h 303362"/>
                <a:gd name="connsiteX15" fmla="*/ 169467 w 255294"/>
                <a:gd name="connsiteY15" fmla="*/ 303330 h 30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5294" h="303362">
                  <a:moveTo>
                    <a:pt x="169467" y="303330"/>
                  </a:moveTo>
                  <a:cubicBezTo>
                    <a:pt x="138553" y="303330"/>
                    <a:pt x="103968" y="291321"/>
                    <a:pt x="88436" y="264129"/>
                  </a:cubicBezTo>
                  <a:lnTo>
                    <a:pt x="87493" y="262343"/>
                  </a:lnTo>
                  <a:lnTo>
                    <a:pt x="4279" y="97801"/>
                  </a:lnTo>
                  <a:cubicBezTo>
                    <a:pt x="-5613" y="78235"/>
                    <a:pt x="2229" y="54353"/>
                    <a:pt x="21796" y="44458"/>
                  </a:cubicBezTo>
                  <a:cubicBezTo>
                    <a:pt x="41363" y="34564"/>
                    <a:pt x="65245" y="42409"/>
                    <a:pt x="75138" y="61975"/>
                  </a:cubicBezTo>
                  <a:lnTo>
                    <a:pt x="155871" y="221654"/>
                  </a:lnTo>
                  <a:cubicBezTo>
                    <a:pt x="161402" y="223624"/>
                    <a:pt x="167283" y="224418"/>
                    <a:pt x="173139" y="223986"/>
                  </a:cubicBezTo>
                  <a:cubicBezTo>
                    <a:pt x="174991" y="221307"/>
                    <a:pt x="175963" y="218116"/>
                    <a:pt x="175918" y="214856"/>
                  </a:cubicBezTo>
                  <a:lnTo>
                    <a:pt x="96524" y="57608"/>
                  </a:lnTo>
                  <a:cubicBezTo>
                    <a:pt x="86645" y="38028"/>
                    <a:pt x="94509" y="14145"/>
                    <a:pt x="114090" y="4266"/>
                  </a:cubicBezTo>
                  <a:cubicBezTo>
                    <a:pt x="133671" y="-5614"/>
                    <a:pt x="157553" y="2251"/>
                    <a:pt x="167432" y="21831"/>
                  </a:cubicBezTo>
                  <a:lnTo>
                    <a:pt x="248364" y="182205"/>
                  </a:lnTo>
                  <a:cubicBezTo>
                    <a:pt x="249061" y="183550"/>
                    <a:pt x="249657" y="184945"/>
                    <a:pt x="250150" y="186374"/>
                  </a:cubicBezTo>
                  <a:cubicBezTo>
                    <a:pt x="264639" y="225624"/>
                    <a:pt x="247471" y="273855"/>
                    <a:pt x="211843" y="293852"/>
                  </a:cubicBezTo>
                  <a:cubicBezTo>
                    <a:pt x="198721" y="300471"/>
                    <a:pt x="184159" y="303732"/>
                    <a:pt x="169467" y="3033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FA92D69-C38A-FE42-8A6C-2936AECD31F6}"/>
                </a:ext>
              </a:extLst>
            </p:cNvPr>
            <p:cNvSpPr/>
            <p:nvPr/>
          </p:nvSpPr>
          <p:spPr>
            <a:xfrm>
              <a:off x="5471565" y="2551109"/>
              <a:ext cx="679684" cy="620725"/>
            </a:xfrm>
            <a:custGeom>
              <a:avLst/>
              <a:gdLst>
                <a:gd name="connsiteX0" fmla="*/ 150182 w 679684"/>
                <a:gd name="connsiteY0" fmla="*/ 620705 h 620725"/>
                <a:gd name="connsiteX1" fmla="*/ 113364 w 679684"/>
                <a:gd name="connsiteY1" fmla="*/ 615743 h 620725"/>
                <a:gd name="connsiteX2" fmla="*/ 18340 w 679684"/>
                <a:gd name="connsiteY2" fmla="*/ 534464 h 620725"/>
                <a:gd name="connsiteX3" fmla="*/ 85924 w 679684"/>
                <a:gd name="connsiteY3" fmla="*/ 311668 h 620725"/>
                <a:gd name="connsiteX4" fmla="*/ 169386 w 679684"/>
                <a:gd name="connsiteY4" fmla="*/ 266364 h 620725"/>
                <a:gd name="connsiteX5" fmla="*/ 381266 w 679684"/>
                <a:gd name="connsiteY5" fmla="*/ 21982 h 620725"/>
                <a:gd name="connsiteX6" fmla="*/ 416696 w 679684"/>
                <a:gd name="connsiteY6" fmla="*/ 0 h 620725"/>
                <a:gd name="connsiteX7" fmla="*/ 416696 w 679684"/>
                <a:gd name="connsiteY7" fmla="*/ 0 h 620725"/>
                <a:gd name="connsiteX8" fmla="*/ 452125 w 679684"/>
                <a:gd name="connsiteY8" fmla="*/ 21783 h 620725"/>
                <a:gd name="connsiteX9" fmla="*/ 675418 w 679684"/>
                <a:gd name="connsiteY9" fmla="*/ 463408 h 620725"/>
                <a:gd name="connsiteX10" fmla="*/ 657862 w 679684"/>
                <a:gd name="connsiteY10" fmla="*/ 516730 h 620725"/>
                <a:gd name="connsiteX11" fmla="*/ 634233 w 679684"/>
                <a:gd name="connsiteY11" fmla="*/ 520571 h 620725"/>
                <a:gd name="connsiteX12" fmla="*/ 321027 w 679684"/>
                <a:gd name="connsiteY12" fmla="*/ 558530 h 620725"/>
                <a:gd name="connsiteX13" fmla="*/ 319637 w 679684"/>
                <a:gd name="connsiteY13" fmla="*/ 559275 h 620725"/>
                <a:gd name="connsiteX14" fmla="*/ 239301 w 679684"/>
                <a:gd name="connsiteY14" fmla="*/ 598971 h 620725"/>
                <a:gd name="connsiteX15" fmla="*/ 150182 w 679684"/>
                <a:gd name="connsiteY15" fmla="*/ 620705 h 620725"/>
                <a:gd name="connsiteX16" fmla="*/ 414363 w 679684"/>
                <a:gd name="connsiteY16" fmla="*/ 123059 h 620725"/>
                <a:gd name="connsiteX17" fmla="*/ 207246 w 679684"/>
                <a:gd name="connsiteY17" fmla="*/ 336180 h 620725"/>
                <a:gd name="connsiteX18" fmla="*/ 123735 w 679684"/>
                <a:gd name="connsiteY18" fmla="*/ 381434 h 620725"/>
                <a:gd name="connsiteX19" fmla="*/ 89000 w 679684"/>
                <a:gd name="connsiteY19" fmla="*/ 498341 h 620725"/>
                <a:gd name="connsiteX20" fmla="*/ 137678 w 679684"/>
                <a:gd name="connsiteY20" fmla="*/ 539972 h 620725"/>
                <a:gd name="connsiteX21" fmla="*/ 204567 w 679684"/>
                <a:gd name="connsiteY21" fmla="*/ 527518 h 620725"/>
                <a:gd name="connsiteX22" fmla="*/ 283960 w 679684"/>
                <a:gd name="connsiteY22" fmla="*/ 488516 h 620725"/>
                <a:gd name="connsiteX23" fmla="*/ 572654 w 679684"/>
                <a:gd name="connsiteY23" fmla="*/ 436116 h 62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79684" h="620725">
                  <a:moveTo>
                    <a:pt x="150182" y="620705"/>
                  </a:moveTo>
                  <a:cubicBezTo>
                    <a:pt x="137729" y="620933"/>
                    <a:pt x="125314" y="619256"/>
                    <a:pt x="113364" y="615743"/>
                  </a:cubicBezTo>
                  <a:cubicBezTo>
                    <a:pt x="72061" y="602509"/>
                    <a:pt x="37817" y="573218"/>
                    <a:pt x="18340" y="534464"/>
                  </a:cubicBezTo>
                  <a:cubicBezTo>
                    <a:pt x="-22746" y="454129"/>
                    <a:pt x="7523" y="354143"/>
                    <a:pt x="85924" y="311668"/>
                  </a:cubicBezTo>
                  <a:lnTo>
                    <a:pt x="169386" y="266364"/>
                  </a:lnTo>
                  <a:cubicBezTo>
                    <a:pt x="290163" y="200914"/>
                    <a:pt x="380373" y="23768"/>
                    <a:pt x="381266" y="21982"/>
                  </a:cubicBezTo>
                  <a:cubicBezTo>
                    <a:pt x="387968" y="8543"/>
                    <a:pt x="401679" y="36"/>
                    <a:pt x="416696" y="0"/>
                  </a:cubicBezTo>
                  <a:lnTo>
                    <a:pt x="416696" y="0"/>
                  </a:lnTo>
                  <a:cubicBezTo>
                    <a:pt x="431669" y="-2"/>
                    <a:pt x="445368" y="8422"/>
                    <a:pt x="452125" y="21783"/>
                  </a:cubicBezTo>
                  <a:lnTo>
                    <a:pt x="675418" y="463408"/>
                  </a:lnTo>
                  <a:cubicBezTo>
                    <a:pt x="685298" y="482978"/>
                    <a:pt x="677438" y="506855"/>
                    <a:pt x="657862" y="516730"/>
                  </a:cubicBezTo>
                  <a:cubicBezTo>
                    <a:pt x="650568" y="520412"/>
                    <a:pt x="642316" y="521752"/>
                    <a:pt x="634233" y="520571"/>
                  </a:cubicBezTo>
                  <a:cubicBezTo>
                    <a:pt x="632298" y="520571"/>
                    <a:pt x="441109" y="493428"/>
                    <a:pt x="321027" y="558530"/>
                  </a:cubicBezTo>
                  <a:lnTo>
                    <a:pt x="319637" y="559275"/>
                  </a:lnTo>
                  <a:lnTo>
                    <a:pt x="239301" y="598971"/>
                  </a:lnTo>
                  <a:cubicBezTo>
                    <a:pt x="211595" y="612791"/>
                    <a:pt x="181141" y="620219"/>
                    <a:pt x="150182" y="620705"/>
                  </a:cubicBezTo>
                  <a:close/>
                  <a:moveTo>
                    <a:pt x="414363" y="123059"/>
                  </a:moveTo>
                  <a:cubicBezTo>
                    <a:pt x="372632" y="188559"/>
                    <a:pt x="299045" y="286311"/>
                    <a:pt x="207246" y="336180"/>
                  </a:cubicBezTo>
                  <a:lnTo>
                    <a:pt x="123735" y="381434"/>
                  </a:lnTo>
                  <a:cubicBezTo>
                    <a:pt x="82600" y="404720"/>
                    <a:pt x="67253" y="456372"/>
                    <a:pt x="89000" y="498341"/>
                  </a:cubicBezTo>
                  <a:cubicBezTo>
                    <a:pt x="98972" y="518194"/>
                    <a:pt x="116517" y="533199"/>
                    <a:pt x="137678" y="539972"/>
                  </a:cubicBezTo>
                  <a:cubicBezTo>
                    <a:pt x="137926" y="539972"/>
                    <a:pt x="163828" y="547167"/>
                    <a:pt x="204567" y="527518"/>
                  </a:cubicBezTo>
                  <a:lnTo>
                    <a:pt x="283960" y="488516"/>
                  </a:lnTo>
                  <a:cubicBezTo>
                    <a:pt x="376602" y="438597"/>
                    <a:pt x="496734" y="433288"/>
                    <a:pt x="572654" y="43611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3CC18A52-8A07-274E-BE59-9F219912B87B}"/>
                </a:ext>
              </a:extLst>
            </p:cNvPr>
            <p:cNvSpPr/>
            <p:nvPr/>
          </p:nvSpPr>
          <p:spPr>
            <a:xfrm>
              <a:off x="6129134" y="2665808"/>
              <a:ext cx="122615" cy="103185"/>
            </a:xfrm>
            <a:custGeom>
              <a:avLst/>
              <a:gdLst>
                <a:gd name="connsiteX0" fmla="*/ 39583 w 122615"/>
                <a:gd name="connsiteY0" fmla="*/ 103185 h 103185"/>
                <a:gd name="connsiteX1" fmla="*/ 0 w 122615"/>
                <a:gd name="connsiteY1" fmla="*/ 63375 h 103185"/>
                <a:gd name="connsiteX2" fmla="*/ 20479 w 122615"/>
                <a:gd name="connsiteY2" fmla="*/ 28754 h 103185"/>
                <a:gd name="connsiteX3" fmla="*/ 61813 w 122615"/>
                <a:gd name="connsiteY3" fmla="*/ 6078 h 103185"/>
                <a:gd name="connsiteX4" fmla="*/ 116539 w 122615"/>
                <a:gd name="connsiteY4" fmla="*/ 18601 h 103185"/>
                <a:gd name="connsiteX5" fmla="*/ 104015 w 122615"/>
                <a:gd name="connsiteY5" fmla="*/ 73326 h 103185"/>
                <a:gd name="connsiteX6" fmla="*/ 99971 w 122615"/>
                <a:gd name="connsiteY6" fmla="*/ 75547 h 103185"/>
                <a:gd name="connsiteX7" fmla="*/ 58637 w 122615"/>
                <a:gd name="connsiteY7" fmla="*/ 98174 h 103185"/>
                <a:gd name="connsiteX8" fmla="*/ 39583 w 122615"/>
                <a:gd name="connsiteY8" fmla="*/ 103185 h 1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615" h="103185">
                  <a:moveTo>
                    <a:pt x="39583" y="103185"/>
                  </a:moveTo>
                  <a:cubicBezTo>
                    <a:pt x="17660" y="103122"/>
                    <a:pt x="-64" y="85299"/>
                    <a:pt x="0" y="63375"/>
                  </a:cubicBezTo>
                  <a:cubicBezTo>
                    <a:pt x="40" y="48975"/>
                    <a:pt x="7880" y="35726"/>
                    <a:pt x="20479" y="28754"/>
                  </a:cubicBezTo>
                  <a:lnTo>
                    <a:pt x="61813" y="6078"/>
                  </a:lnTo>
                  <a:cubicBezTo>
                    <a:pt x="80381" y="-5576"/>
                    <a:pt x="104884" y="31"/>
                    <a:pt x="116539" y="18601"/>
                  </a:cubicBezTo>
                  <a:cubicBezTo>
                    <a:pt x="128190" y="37172"/>
                    <a:pt x="122583" y="61673"/>
                    <a:pt x="104015" y="73326"/>
                  </a:cubicBezTo>
                  <a:cubicBezTo>
                    <a:pt x="102710" y="74144"/>
                    <a:pt x="101360" y="74886"/>
                    <a:pt x="99971" y="75547"/>
                  </a:cubicBezTo>
                  <a:lnTo>
                    <a:pt x="58637" y="98174"/>
                  </a:lnTo>
                  <a:cubicBezTo>
                    <a:pt x="52807" y="101419"/>
                    <a:pt x="46257" y="103143"/>
                    <a:pt x="39583" y="1031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BA087656-A28F-CF47-ABC0-65768ECF0DF7}"/>
                </a:ext>
              </a:extLst>
            </p:cNvPr>
            <p:cNvSpPr/>
            <p:nvPr/>
          </p:nvSpPr>
          <p:spPr>
            <a:xfrm>
              <a:off x="6033625" y="2553441"/>
              <a:ext cx="94874" cy="124101"/>
            </a:xfrm>
            <a:custGeom>
              <a:avLst/>
              <a:gdLst>
                <a:gd name="connsiteX0" fmla="*/ 39671 w 94874"/>
                <a:gd name="connsiteY0" fmla="*/ 124101 h 124101"/>
                <a:gd name="connsiteX1" fmla="*/ 26671 w 94874"/>
                <a:gd name="connsiteY1" fmla="*/ 121868 h 124101"/>
                <a:gd name="connsiteX2" fmla="*/ 2207 w 94874"/>
                <a:gd name="connsiteY2" fmla="*/ 71354 h 124101"/>
                <a:gd name="connsiteX3" fmla="*/ 17640 w 94874"/>
                <a:gd name="connsiteY3" fmla="*/ 26696 h 124101"/>
                <a:gd name="connsiteX4" fmla="*/ 68178 w 94874"/>
                <a:gd name="connsiteY4" fmla="*/ 2208 h 124101"/>
                <a:gd name="connsiteX5" fmla="*/ 92666 w 94874"/>
                <a:gd name="connsiteY5" fmla="*/ 52747 h 124101"/>
                <a:gd name="connsiteX6" fmla="*/ 77184 w 94874"/>
                <a:gd name="connsiteY6" fmla="*/ 97405 h 124101"/>
                <a:gd name="connsiteX7" fmla="*/ 39671 w 94874"/>
                <a:gd name="connsiteY7" fmla="*/ 124101 h 1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874" h="124101">
                  <a:moveTo>
                    <a:pt x="39671" y="124101"/>
                  </a:moveTo>
                  <a:cubicBezTo>
                    <a:pt x="35240" y="124109"/>
                    <a:pt x="30844" y="123354"/>
                    <a:pt x="26671" y="121868"/>
                  </a:cubicBezTo>
                  <a:cubicBezTo>
                    <a:pt x="5969" y="114670"/>
                    <a:pt x="-4983" y="92058"/>
                    <a:pt x="2207" y="71354"/>
                  </a:cubicBezTo>
                  <a:lnTo>
                    <a:pt x="17640" y="26696"/>
                  </a:lnTo>
                  <a:cubicBezTo>
                    <a:pt x="24835" y="5978"/>
                    <a:pt x="47462" y="-4986"/>
                    <a:pt x="68178" y="2208"/>
                  </a:cubicBezTo>
                  <a:cubicBezTo>
                    <a:pt x="88895" y="9402"/>
                    <a:pt x="99861" y="32028"/>
                    <a:pt x="92666" y="52747"/>
                  </a:cubicBezTo>
                  <a:lnTo>
                    <a:pt x="77184" y="97405"/>
                  </a:lnTo>
                  <a:cubicBezTo>
                    <a:pt x="71647" y="113387"/>
                    <a:pt x="56587" y="124104"/>
                    <a:pt x="39671" y="1241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A9D28A28-1241-4F42-80F1-F7837ACF7933}"/>
                </a:ext>
              </a:extLst>
            </p:cNvPr>
            <p:cNvSpPr/>
            <p:nvPr/>
          </p:nvSpPr>
          <p:spPr>
            <a:xfrm>
              <a:off x="6156931" y="2820847"/>
              <a:ext cx="126144" cy="85596"/>
            </a:xfrm>
            <a:custGeom>
              <a:avLst/>
              <a:gdLst>
                <a:gd name="connsiteX0" fmla="*/ 86514 w 126144"/>
                <a:gd name="connsiteY0" fmla="*/ 85596 h 85596"/>
                <a:gd name="connsiteX1" fmla="*/ 81254 w 126144"/>
                <a:gd name="connsiteY1" fmla="*/ 85249 h 85596"/>
                <a:gd name="connsiteX2" fmla="*/ 34512 w 126144"/>
                <a:gd name="connsiteY2" fmla="*/ 79096 h 85596"/>
                <a:gd name="connsiteX3" fmla="*/ 348 w 126144"/>
                <a:gd name="connsiteY3" fmla="*/ 34512 h 85596"/>
                <a:gd name="connsiteX4" fmla="*/ 44932 w 126144"/>
                <a:gd name="connsiteY4" fmla="*/ 348 h 85596"/>
                <a:gd name="connsiteX5" fmla="*/ 91675 w 126144"/>
                <a:gd name="connsiteY5" fmla="*/ 6550 h 85596"/>
                <a:gd name="connsiteX6" fmla="*/ 125794 w 126144"/>
                <a:gd name="connsiteY6" fmla="*/ 51134 h 85596"/>
                <a:gd name="connsiteX7" fmla="*/ 86713 w 126144"/>
                <a:gd name="connsiteY7" fmla="*/ 85596 h 8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44" h="85596">
                  <a:moveTo>
                    <a:pt x="86514" y="85596"/>
                  </a:moveTo>
                  <a:cubicBezTo>
                    <a:pt x="84753" y="85603"/>
                    <a:pt x="82996" y="85486"/>
                    <a:pt x="81254" y="85249"/>
                  </a:cubicBezTo>
                  <a:lnTo>
                    <a:pt x="34512" y="79096"/>
                  </a:lnTo>
                  <a:cubicBezTo>
                    <a:pt x="12768" y="76218"/>
                    <a:pt x="-2530" y="56257"/>
                    <a:pt x="348" y="34512"/>
                  </a:cubicBezTo>
                  <a:cubicBezTo>
                    <a:pt x="3226" y="12766"/>
                    <a:pt x="23188" y="-2530"/>
                    <a:pt x="44932" y="348"/>
                  </a:cubicBezTo>
                  <a:lnTo>
                    <a:pt x="91675" y="6550"/>
                  </a:lnTo>
                  <a:cubicBezTo>
                    <a:pt x="113409" y="9440"/>
                    <a:pt x="128682" y="29401"/>
                    <a:pt x="125794" y="51134"/>
                  </a:cubicBezTo>
                  <a:cubicBezTo>
                    <a:pt x="123184" y="70759"/>
                    <a:pt x="106511" y="85461"/>
                    <a:pt x="86713" y="855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9" name="Picture Placeholder 55">
            <a:extLst>
              <a:ext uri="{FF2B5EF4-FFF2-40B4-BE49-F238E27FC236}">
                <a16:creationId xmlns:a16="http://schemas.microsoft.com/office/drawing/2014/main" id="{AE1E6251-FE54-4C9E-98D5-70BB99276B08}"/>
              </a:ext>
            </a:extLst>
          </p:cNvPr>
          <p:cNvGrpSpPr>
            <a:grpSpLocks noChangeAspect="1"/>
          </p:cNvGrpSpPr>
          <p:nvPr/>
        </p:nvGrpSpPr>
        <p:grpSpPr>
          <a:xfrm>
            <a:off x="6827906" y="2535627"/>
            <a:ext cx="734039" cy="839781"/>
            <a:chOff x="6827906" y="2535627"/>
            <a:chExt cx="734039" cy="839781"/>
          </a:xfrm>
        </p:grpSpPr>
        <p:grpSp>
          <p:nvGrpSpPr>
            <p:cNvPr id="130" name="Picture Placeholder 55">
              <a:extLst>
                <a:ext uri="{FF2B5EF4-FFF2-40B4-BE49-F238E27FC236}">
                  <a16:creationId xmlns:a16="http://schemas.microsoft.com/office/drawing/2014/main" id="{AE1E6251-FE54-4C9E-98D5-70BB99276B08}"/>
                </a:ext>
              </a:extLst>
            </p:cNvPr>
            <p:cNvGrpSpPr/>
            <p:nvPr/>
          </p:nvGrpSpPr>
          <p:grpSpPr>
            <a:xfrm>
              <a:off x="6827906" y="2538902"/>
              <a:ext cx="734039" cy="836505"/>
              <a:chOff x="6827906" y="2538902"/>
              <a:chExt cx="734039" cy="836505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06237265-BB16-4543-9FD7-60A30853EA58}"/>
                  </a:ext>
                </a:extLst>
              </p:cNvPr>
              <p:cNvSpPr/>
              <p:nvPr/>
            </p:nvSpPr>
            <p:spPr>
              <a:xfrm>
                <a:off x="6827906" y="2538902"/>
                <a:ext cx="447082" cy="834074"/>
              </a:xfrm>
              <a:custGeom>
                <a:avLst/>
                <a:gdLst>
                  <a:gd name="connsiteX0" fmla="*/ 223541 w 447082"/>
                  <a:gd name="connsiteY0" fmla="*/ 834074 h 834074"/>
                  <a:gd name="connsiteX1" fmla="*/ 57858 w 447082"/>
                  <a:gd name="connsiteY1" fmla="*/ 701240 h 834074"/>
                  <a:gd name="connsiteX2" fmla="*/ 0 w 447082"/>
                  <a:gd name="connsiteY2" fmla="*/ 417012 h 834074"/>
                  <a:gd name="connsiteX3" fmla="*/ 57858 w 447082"/>
                  <a:gd name="connsiteY3" fmla="*/ 132835 h 834074"/>
                  <a:gd name="connsiteX4" fmla="*/ 223541 w 447082"/>
                  <a:gd name="connsiteY4" fmla="*/ 0 h 834074"/>
                  <a:gd name="connsiteX5" fmla="*/ 389225 w 447082"/>
                  <a:gd name="connsiteY5" fmla="*/ 132835 h 834074"/>
                  <a:gd name="connsiteX6" fmla="*/ 447083 w 447082"/>
                  <a:gd name="connsiteY6" fmla="*/ 417012 h 834074"/>
                  <a:gd name="connsiteX7" fmla="*/ 389225 w 447082"/>
                  <a:gd name="connsiteY7" fmla="*/ 701240 h 834074"/>
                  <a:gd name="connsiteX8" fmla="*/ 223541 w 447082"/>
                  <a:gd name="connsiteY8" fmla="*/ 834074 h 834074"/>
                  <a:gd name="connsiteX9" fmla="*/ 223541 w 447082"/>
                  <a:gd name="connsiteY9" fmla="*/ 79393 h 834074"/>
                  <a:gd name="connsiteX10" fmla="*/ 79641 w 447082"/>
                  <a:gd name="connsiteY10" fmla="*/ 416814 h 834074"/>
                  <a:gd name="connsiteX11" fmla="*/ 223790 w 447082"/>
                  <a:gd name="connsiteY11" fmla="*/ 754483 h 834074"/>
                  <a:gd name="connsiteX12" fmla="*/ 367690 w 447082"/>
                  <a:gd name="connsiteY12" fmla="*/ 417062 h 834074"/>
                  <a:gd name="connsiteX13" fmla="*/ 223541 w 447082"/>
                  <a:gd name="connsiteY13" fmla="*/ 79393 h 83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7082" h="834074">
                    <a:moveTo>
                      <a:pt x="223541" y="834074"/>
                    </a:moveTo>
                    <a:cubicBezTo>
                      <a:pt x="158439" y="834074"/>
                      <a:pt x="99490" y="786935"/>
                      <a:pt x="57858" y="701240"/>
                    </a:cubicBezTo>
                    <a:cubicBezTo>
                      <a:pt x="20543" y="624675"/>
                      <a:pt x="0" y="523746"/>
                      <a:pt x="0" y="417012"/>
                    </a:cubicBezTo>
                    <a:cubicBezTo>
                      <a:pt x="0" y="310278"/>
                      <a:pt x="20543" y="209399"/>
                      <a:pt x="57858" y="132835"/>
                    </a:cubicBezTo>
                    <a:cubicBezTo>
                      <a:pt x="99589" y="46941"/>
                      <a:pt x="158439" y="0"/>
                      <a:pt x="223541" y="0"/>
                    </a:cubicBezTo>
                    <a:cubicBezTo>
                      <a:pt x="288644" y="0"/>
                      <a:pt x="347444" y="46941"/>
                      <a:pt x="389225" y="132835"/>
                    </a:cubicBezTo>
                    <a:cubicBezTo>
                      <a:pt x="426540" y="209399"/>
                      <a:pt x="447083" y="310328"/>
                      <a:pt x="447083" y="417012"/>
                    </a:cubicBezTo>
                    <a:cubicBezTo>
                      <a:pt x="447083" y="523697"/>
                      <a:pt x="426490" y="624675"/>
                      <a:pt x="389225" y="701240"/>
                    </a:cubicBezTo>
                    <a:cubicBezTo>
                      <a:pt x="347444" y="786935"/>
                      <a:pt x="288644" y="834074"/>
                      <a:pt x="223541" y="834074"/>
                    </a:cubicBezTo>
                    <a:close/>
                    <a:moveTo>
                      <a:pt x="223541" y="79393"/>
                    </a:moveTo>
                    <a:cubicBezTo>
                      <a:pt x="155363" y="79393"/>
                      <a:pt x="79641" y="218033"/>
                      <a:pt x="79641" y="416814"/>
                    </a:cubicBezTo>
                    <a:cubicBezTo>
                      <a:pt x="79641" y="615594"/>
                      <a:pt x="155611" y="754483"/>
                      <a:pt x="223790" y="754483"/>
                    </a:cubicBezTo>
                    <a:cubicBezTo>
                      <a:pt x="291968" y="754483"/>
                      <a:pt x="367690" y="615842"/>
                      <a:pt x="367690" y="417062"/>
                    </a:cubicBezTo>
                    <a:cubicBezTo>
                      <a:pt x="367690" y="218281"/>
                      <a:pt x="291671" y="79393"/>
                      <a:pt x="223541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82C80546-CABD-8A4A-849B-0B471B21E8FC}"/>
                  </a:ext>
                </a:extLst>
              </p:cNvPr>
              <p:cNvSpPr/>
              <p:nvPr/>
            </p:nvSpPr>
            <p:spPr>
              <a:xfrm>
                <a:off x="7298460" y="2541532"/>
                <a:ext cx="263486" cy="833875"/>
              </a:xfrm>
              <a:custGeom>
                <a:avLst/>
                <a:gdLst>
                  <a:gd name="connsiteX0" fmla="*/ 39697 w 263486"/>
                  <a:gd name="connsiteY0" fmla="*/ 833876 h 833875"/>
                  <a:gd name="connsiteX1" fmla="*/ 0 w 263486"/>
                  <a:gd name="connsiteY1" fmla="*/ 794179 h 833875"/>
                  <a:gd name="connsiteX2" fmla="*/ 39697 w 263486"/>
                  <a:gd name="connsiteY2" fmla="*/ 754483 h 833875"/>
                  <a:gd name="connsiteX3" fmla="*/ 183845 w 263486"/>
                  <a:gd name="connsiteY3" fmla="*/ 416814 h 833875"/>
                  <a:gd name="connsiteX4" fmla="*/ 39945 w 263486"/>
                  <a:gd name="connsiteY4" fmla="*/ 79393 h 833875"/>
                  <a:gd name="connsiteX5" fmla="*/ 248 w 263486"/>
                  <a:gd name="connsiteY5" fmla="*/ 39697 h 833875"/>
                  <a:gd name="connsiteX6" fmla="*/ 39945 w 263486"/>
                  <a:gd name="connsiteY6" fmla="*/ 0 h 833875"/>
                  <a:gd name="connsiteX7" fmla="*/ 205628 w 263486"/>
                  <a:gd name="connsiteY7" fmla="*/ 132835 h 833875"/>
                  <a:gd name="connsiteX8" fmla="*/ 263486 w 263486"/>
                  <a:gd name="connsiteY8" fmla="*/ 417062 h 833875"/>
                  <a:gd name="connsiteX9" fmla="*/ 205628 w 263486"/>
                  <a:gd name="connsiteY9" fmla="*/ 701240 h 833875"/>
                  <a:gd name="connsiteX10" fmla="*/ 39697 w 263486"/>
                  <a:gd name="connsiteY10" fmla="*/ 833876 h 833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3486" h="833875">
                    <a:moveTo>
                      <a:pt x="39697" y="833876"/>
                    </a:moveTo>
                    <a:cubicBezTo>
                      <a:pt x="17774" y="833876"/>
                      <a:pt x="0" y="816101"/>
                      <a:pt x="0" y="794179"/>
                    </a:cubicBezTo>
                    <a:cubicBezTo>
                      <a:pt x="0" y="772257"/>
                      <a:pt x="17774" y="754483"/>
                      <a:pt x="39697" y="754483"/>
                    </a:cubicBezTo>
                    <a:cubicBezTo>
                      <a:pt x="107876" y="754483"/>
                      <a:pt x="183845" y="615545"/>
                      <a:pt x="183845" y="416814"/>
                    </a:cubicBezTo>
                    <a:cubicBezTo>
                      <a:pt x="183845" y="218083"/>
                      <a:pt x="107876" y="79393"/>
                      <a:pt x="39945" y="79393"/>
                    </a:cubicBezTo>
                    <a:cubicBezTo>
                      <a:pt x="18022" y="79393"/>
                      <a:pt x="248" y="61620"/>
                      <a:pt x="248" y="39697"/>
                    </a:cubicBezTo>
                    <a:cubicBezTo>
                      <a:pt x="248" y="17773"/>
                      <a:pt x="18022" y="0"/>
                      <a:pt x="39945" y="0"/>
                    </a:cubicBezTo>
                    <a:cubicBezTo>
                      <a:pt x="105047" y="0"/>
                      <a:pt x="163997" y="47140"/>
                      <a:pt x="205628" y="132835"/>
                    </a:cubicBezTo>
                    <a:cubicBezTo>
                      <a:pt x="242943" y="209399"/>
                      <a:pt x="263486" y="310328"/>
                      <a:pt x="263486" y="417062"/>
                    </a:cubicBezTo>
                    <a:cubicBezTo>
                      <a:pt x="263486" y="523796"/>
                      <a:pt x="242943" y="624675"/>
                      <a:pt x="205628" y="701240"/>
                    </a:cubicBezTo>
                    <a:cubicBezTo>
                      <a:pt x="163649" y="786686"/>
                      <a:pt x="104799" y="833876"/>
                      <a:pt x="39697" y="83387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372A247D-F5B3-6C49-B610-86DFB3B0D9DA}"/>
                  </a:ext>
                </a:extLst>
              </p:cNvPr>
              <p:cNvSpPr/>
              <p:nvPr/>
            </p:nvSpPr>
            <p:spPr>
              <a:xfrm>
                <a:off x="6932556" y="2668015"/>
                <a:ext cx="156945" cy="573119"/>
              </a:xfrm>
              <a:custGeom>
                <a:avLst/>
                <a:gdLst>
                  <a:gd name="connsiteX0" fmla="*/ 117006 w 156945"/>
                  <a:gd name="connsiteY0" fmla="*/ 573119 h 573119"/>
                  <a:gd name="connsiteX1" fmla="*/ 24463 w 156945"/>
                  <a:gd name="connsiteY1" fmla="*/ 472935 h 573119"/>
                  <a:gd name="connsiteX2" fmla="*/ 0 w 156945"/>
                  <a:gd name="connsiteY2" fmla="*/ 286559 h 573119"/>
                  <a:gd name="connsiteX3" fmla="*/ 24463 w 156945"/>
                  <a:gd name="connsiteY3" fmla="*/ 100135 h 573119"/>
                  <a:gd name="connsiteX4" fmla="*/ 117006 w 156945"/>
                  <a:gd name="connsiteY4" fmla="*/ 0 h 573119"/>
                  <a:gd name="connsiteX5" fmla="*/ 156517 w 156945"/>
                  <a:gd name="connsiteY5" fmla="*/ 39881 h 573119"/>
                  <a:gd name="connsiteX6" fmla="*/ 121670 w 156945"/>
                  <a:gd name="connsiteY6" fmla="*/ 79095 h 573119"/>
                  <a:gd name="connsiteX7" fmla="*/ 79393 w 156945"/>
                  <a:gd name="connsiteY7" fmla="*/ 286559 h 573119"/>
                  <a:gd name="connsiteX8" fmla="*/ 121670 w 156945"/>
                  <a:gd name="connsiteY8" fmla="*/ 493974 h 573119"/>
                  <a:gd name="connsiteX9" fmla="*/ 156694 w 156945"/>
                  <a:gd name="connsiteY9" fmla="*/ 537849 h 573119"/>
                  <a:gd name="connsiteX10" fmla="*/ 117006 w 156945"/>
                  <a:gd name="connsiteY10" fmla="*/ 573119 h 5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945" h="573119">
                    <a:moveTo>
                      <a:pt x="117006" y="573119"/>
                    </a:moveTo>
                    <a:cubicBezTo>
                      <a:pt x="89069" y="573119"/>
                      <a:pt x="50365" y="555702"/>
                      <a:pt x="24463" y="472935"/>
                    </a:cubicBezTo>
                    <a:cubicBezTo>
                      <a:pt x="8684" y="422619"/>
                      <a:pt x="0" y="356376"/>
                      <a:pt x="0" y="286559"/>
                    </a:cubicBezTo>
                    <a:cubicBezTo>
                      <a:pt x="0" y="216743"/>
                      <a:pt x="8684" y="150500"/>
                      <a:pt x="24463" y="100135"/>
                    </a:cubicBezTo>
                    <a:cubicBezTo>
                      <a:pt x="50365" y="17367"/>
                      <a:pt x="88970" y="0"/>
                      <a:pt x="117006" y="0"/>
                    </a:cubicBezTo>
                    <a:cubicBezTo>
                      <a:pt x="138929" y="102"/>
                      <a:pt x="156619" y="17957"/>
                      <a:pt x="156517" y="39881"/>
                    </a:cubicBezTo>
                    <a:cubicBezTo>
                      <a:pt x="156424" y="59859"/>
                      <a:pt x="141499" y="76655"/>
                      <a:pt x="121670" y="79095"/>
                    </a:cubicBezTo>
                    <a:cubicBezTo>
                      <a:pt x="106486" y="92791"/>
                      <a:pt x="79393" y="165932"/>
                      <a:pt x="79393" y="286559"/>
                    </a:cubicBezTo>
                    <a:cubicBezTo>
                      <a:pt x="79393" y="407187"/>
                      <a:pt x="106486" y="480080"/>
                      <a:pt x="121670" y="493974"/>
                    </a:cubicBezTo>
                    <a:cubicBezTo>
                      <a:pt x="143457" y="496415"/>
                      <a:pt x="159138" y="516060"/>
                      <a:pt x="156694" y="537849"/>
                    </a:cubicBezTo>
                    <a:cubicBezTo>
                      <a:pt x="154431" y="558024"/>
                      <a:pt x="137309" y="573243"/>
                      <a:pt x="117006" y="57311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1B6AEE5F-0F55-9F45-8AB8-D2C958903D3F}"/>
                </a:ext>
              </a:extLst>
            </p:cNvPr>
            <p:cNvSpPr/>
            <p:nvPr/>
          </p:nvSpPr>
          <p:spPr>
            <a:xfrm>
              <a:off x="7011552" y="2538803"/>
              <a:ext cx="366499" cy="81775"/>
            </a:xfrm>
            <a:custGeom>
              <a:avLst/>
              <a:gdLst>
                <a:gd name="connsiteX0" fmla="*/ 326654 w 366499"/>
                <a:gd name="connsiteY0" fmla="*/ 81775 h 81775"/>
                <a:gd name="connsiteX1" fmla="*/ 326306 w 366499"/>
                <a:gd name="connsiteY1" fmla="*/ 81775 h 81775"/>
                <a:gd name="connsiteX2" fmla="*/ 39548 w 366499"/>
                <a:gd name="connsiteY2" fmla="*/ 79393 h 81775"/>
                <a:gd name="connsiteX3" fmla="*/ 0 w 366499"/>
                <a:gd name="connsiteY3" fmla="*/ 39548 h 81775"/>
                <a:gd name="connsiteX4" fmla="*/ 39846 w 366499"/>
                <a:gd name="connsiteY4" fmla="*/ 0 h 81775"/>
                <a:gd name="connsiteX5" fmla="*/ 40193 w 366499"/>
                <a:gd name="connsiteY5" fmla="*/ 0 h 81775"/>
                <a:gd name="connsiteX6" fmla="*/ 326951 w 366499"/>
                <a:gd name="connsiteY6" fmla="*/ 2382 h 81775"/>
                <a:gd name="connsiteX7" fmla="*/ 366499 w 366499"/>
                <a:gd name="connsiteY7" fmla="*/ 42227 h 81775"/>
                <a:gd name="connsiteX8" fmla="*/ 326654 w 366499"/>
                <a:gd name="connsiteY8" fmla="*/ 81775 h 8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499" h="81775">
                  <a:moveTo>
                    <a:pt x="326654" y="81775"/>
                  </a:moveTo>
                  <a:lnTo>
                    <a:pt x="326306" y="81775"/>
                  </a:lnTo>
                  <a:lnTo>
                    <a:pt x="39548" y="79393"/>
                  </a:lnTo>
                  <a:cubicBezTo>
                    <a:pt x="17624" y="79311"/>
                    <a:pt x="-82" y="61472"/>
                    <a:pt x="0" y="39548"/>
                  </a:cubicBezTo>
                  <a:cubicBezTo>
                    <a:pt x="83" y="17624"/>
                    <a:pt x="17922" y="-82"/>
                    <a:pt x="39846" y="0"/>
                  </a:cubicBezTo>
                  <a:lnTo>
                    <a:pt x="40193" y="0"/>
                  </a:lnTo>
                  <a:lnTo>
                    <a:pt x="326951" y="2382"/>
                  </a:lnTo>
                  <a:cubicBezTo>
                    <a:pt x="348874" y="2464"/>
                    <a:pt x="366583" y="20304"/>
                    <a:pt x="366499" y="42227"/>
                  </a:cubicBezTo>
                  <a:cubicBezTo>
                    <a:pt x="366415" y="64151"/>
                    <a:pt x="348576" y="81858"/>
                    <a:pt x="326654" y="8177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AF4A09F1-BBD4-7C4B-A41B-F99AB98E9A92}"/>
                </a:ext>
              </a:extLst>
            </p:cNvPr>
            <p:cNvSpPr/>
            <p:nvPr/>
          </p:nvSpPr>
          <p:spPr>
            <a:xfrm>
              <a:off x="7011552" y="3293583"/>
              <a:ext cx="366499" cy="81825"/>
            </a:xfrm>
            <a:custGeom>
              <a:avLst/>
              <a:gdLst>
                <a:gd name="connsiteX0" fmla="*/ 326654 w 366499"/>
                <a:gd name="connsiteY0" fmla="*/ 81825 h 81825"/>
                <a:gd name="connsiteX1" fmla="*/ 326306 w 366499"/>
                <a:gd name="connsiteY1" fmla="*/ 81825 h 81825"/>
                <a:gd name="connsiteX2" fmla="*/ 39548 w 366499"/>
                <a:gd name="connsiteY2" fmla="*/ 79393 h 81825"/>
                <a:gd name="connsiteX3" fmla="*/ 0 w 366499"/>
                <a:gd name="connsiteY3" fmla="*/ 39548 h 81825"/>
                <a:gd name="connsiteX4" fmla="*/ 39846 w 366499"/>
                <a:gd name="connsiteY4" fmla="*/ 0 h 81825"/>
                <a:gd name="connsiteX5" fmla="*/ 40193 w 366499"/>
                <a:gd name="connsiteY5" fmla="*/ 0 h 81825"/>
                <a:gd name="connsiteX6" fmla="*/ 326951 w 366499"/>
                <a:gd name="connsiteY6" fmla="*/ 2432 h 81825"/>
                <a:gd name="connsiteX7" fmla="*/ 366499 w 366499"/>
                <a:gd name="connsiteY7" fmla="*/ 42277 h 81825"/>
                <a:gd name="connsiteX8" fmla="*/ 326654 w 366499"/>
                <a:gd name="connsiteY8" fmla="*/ 81825 h 8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499" h="81825">
                  <a:moveTo>
                    <a:pt x="326654" y="81825"/>
                  </a:moveTo>
                  <a:lnTo>
                    <a:pt x="326306" y="81825"/>
                  </a:lnTo>
                  <a:lnTo>
                    <a:pt x="39548" y="79393"/>
                  </a:lnTo>
                  <a:cubicBezTo>
                    <a:pt x="17624" y="79309"/>
                    <a:pt x="-82" y="61470"/>
                    <a:pt x="0" y="39548"/>
                  </a:cubicBezTo>
                  <a:cubicBezTo>
                    <a:pt x="83" y="17626"/>
                    <a:pt x="17922" y="-84"/>
                    <a:pt x="39846" y="0"/>
                  </a:cubicBezTo>
                  <a:lnTo>
                    <a:pt x="40193" y="0"/>
                  </a:lnTo>
                  <a:lnTo>
                    <a:pt x="326951" y="2432"/>
                  </a:lnTo>
                  <a:cubicBezTo>
                    <a:pt x="348874" y="2516"/>
                    <a:pt x="366583" y="20355"/>
                    <a:pt x="366499" y="42277"/>
                  </a:cubicBezTo>
                  <a:cubicBezTo>
                    <a:pt x="366415" y="64199"/>
                    <a:pt x="348576" y="81909"/>
                    <a:pt x="326654" y="8182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B86BE5D1-5350-2443-8802-70522817C91E}"/>
                </a:ext>
              </a:extLst>
            </p:cNvPr>
            <p:cNvSpPr/>
            <p:nvPr/>
          </p:nvSpPr>
          <p:spPr>
            <a:xfrm>
              <a:off x="7230110" y="2535627"/>
              <a:ext cx="205773" cy="834223"/>
            </a:xfrm>
            <a:custGeom>
              <a:avLst/>
              <a:gdLst>
                <a:gd name="connsiteX0" fmla="*/ 39867 w 205773"/>
                <a:gd name="connsiteY0" fmla="*/ 834223 h 834223"/>
                <a:gd name="connsiteX1" fmla="*/ 202 w 205773"/>
                <a:gd name="connsiteY1" fmla="*/ 794497 h 834223"/>
                <a:gd name="connsiteX2" fmla="*/ 32771 w 205773"/>
                <a:gd name="connsiteY2" fmla="*/ 755475 h 834223"/>
                <a:gd name="connsiteX3" fmla="*/ 87950 w 205773"/>
                <a:gd name="connsiteY3" fmla="*/ 699454 h 834223"/>
                <a:gd name="connsiteX4" fmla="*/ 62445 w 205773"/>
                <a:gd name="connsiteY4" fmla="*/ 620060 h 834223"/>
                <a:gd name="connsiteX5" fmla="*/ 67059 w 205773"/>
                <a:gd name="connsiteY5" fmla="*/ 586170 h 834223"/>
                <a:gd name="connsiteX6" fmla="*/ 119608 w 205773"/>
                <a:gd name="connsiteY6" fmla="*/ 506131 h 834223"/>
                <a:gd name="connsiteX7" fmla="*/ 79911 w 205773"/>
                <a:gd name="connsiteY7" fmla="*/ 437109 h 834223"/>
                <a:gd name="connsiteX8" fmla="*/ 79911 w 205773"/>
                <a:gd name="connsiteY8" fmla="*/ 397859 h 834223"/>
                <a:gd name="connsiteX9" fmla="*/ 119608 w 205773"/>
                <a:gd name="connsiteY9" fmla="*/ 327199 h 834223"/>
                <a:gd name="connsiteX10" fmla="*/ 68399 w 205773"/>
                <a:gd name="connsiteY10" fmla="*/ 253909 h 834223"/>
                <a:gd name="connsiteX11" fmla="*/ 63437 w 205773"/>
                <a:gd name="connsiteY11" fmla="*/ 218381 h 834223"/>
                <a:gd name="connsiteX12" fmla="*/ 87305 w 205773"/>
                <a:gd name="connsiteY12" fmla="*/ 148515 h 834223"/>
                <a:gd name="connsiteX13" fmla="*/ 30886 w 205773"/>
                <a:gd name="connsiteY13" fmla="*/ 78401 h 834223"/>
                <a:gd name="connsiteX14" fmla="*/ 1001 w 205773"/>
                <a:gd name="connsiteY14" fmla="*/ 30877 h 834223"/>
                <a:gd name="connsiteX15" fmla="*/ 39867 w 205773"/>
                <a:gd name="connsiteY15" fmla="*/ 0 h 834223"/>
                <a:gd name="connsiteX16" fmla="*/ 164663 w 205773"/>
                <a:gd name="connsiteY16" fmla="*/ 121720 h 834223"/>
                <a:gd name="connsiteX17" fmla="*/ 168732 w 205773"/>
                <a:gd name="connsiteY17" fmla="*/ 155859 h 834223"/>
                <a:gd name="connsiteX18" fmla="*/ 145063 w 205773"/>
                <a:gd name="connsiteY18" fmla="*/ 225030 h 834223"/>
                <a:gd name="connsiteX19" fmla="*/ 198654 w 205773"/>
                <a:gd name="connsiteY19" fmla="*/ 302091 h 834223"/>
                <a:gd name="connsiteX20" fmla="*/ 200688 w 205773"/>
                <a:gd name="connsiteY20" fmla="*/ 344219 h 834223"/>
                <a:gd name="connsiteX21" fmla="*/ 159850 w 205773"/>
                <a:gd name="connsiteY21" fmla="*/ 416814 h 834223"/>
                <a:gd name="connsiteX22" fmla="*/ 200390 w 205773"/>
                <a:gd name="connsiteY22" fmla="*/ 487424 h 834223"/>
                <a:gd name="connsiteX23" fmla="*/ 199199 w 205773"/>
                <a:gd name="connsiteY23" fmla="*/ 529056 h 834223"/>
                <a:gd name="connsiteX24" fmla="*/ 143674 w 205773"/>
                <a:gd name="connsiteY24" fmla="*/ 613411 h 834223"/>
                <a:gd name="connsiteX25" fmla="*/ 170122 w 205773"/>
                <a:gd name="connsiteY25" fmla="*/ 695285 h 834223"/>
                <a:gd name="connsiteX26" fmla="*/ 163621 w 205773"/>
                <a:gd name="connsiteY26" fmla="*/ 731806 h 834223"/>
                <a:gd name="connsiteX27" fmla="*/ 39867 w 205773"/>
                <a:gd name="connsiteY27" fmla="*/ 834223 h 834223"/>
                <a:gd name="connsiteX28" fmla="*/ 39867 w 205773"/>
                <a:gd name="connsiteY28" fmla="*/ 754830 h 834223"/>
                <a:gd name="connsiteX29" fmla="*/ 39867 w 205773"/>
                <a:gd name="connsiteY29" fmla="*/ 754830 h 834223"/>
                <a:gd name="connsiteX30" fmla="*/ 39867 w 205773"/>
                <a:gd name="connsiteY30" fmla="*/ 79493 h 834223"/>
                <a:gd name="connsiteX31" fmla="*/ 39867 w 205773"/>
                <a:gd name="connsiteY31" fmla="*/ 79493 h 83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5773" h="834223">
                  <a:moveTo>
                    <a:pt x="39867" y="834223"/>
                  </a:moveTo>
                  <a:cubicBezTo>
                    <a:pt x="17943" y="834208"/>
                    <a:pt x="185" y="816419"/>
                    <a:pt x="202" y="794497"/>
                  </a:cubicBezTo>
                  <a:cubicBezTo>
                    <a:pt x="217" y="775334"/>
                    <a:pt x="13920" y="758914"/>
                    <a:pt x="32771" y="755475"/>
                  </a:cubicBezTo>
                  <a:cubicBezTo>
                    <a:pt x="43043" y="749173"/>
                    <a:pt x="66117" y="725703"/>
                    <a:pt x="87950" y="699454"/>
                  </a:cubicBezTo>
                  <a:lnTo>
                    <a:pt x="62445" y="620060"/>
                  </a:lnTo>
                  <a:cubicBezTo>
                    <a:pt x="58788" y="608648"/>
                    <a:pt x="60485" y="596193"/>
                    <a:pt x="67059" y="586170"/>
                  </a:cubicBezTo>
                  <a:lnTo>
                    <a:pt x="119608" y="506131"/>
                  </a:lnTo>
                  <a:lnTo>
                    <a:pt x="79911" y="437109"/>
                  </a:lnTo>
                  <a:cubicBezTo>
                    <a:pt x="72989" y="424941"/>
                    <a:pt x="72989" y="410027"/>
                    <a:pt x="79911" y="397859"/>
                  </a:cubicBezTo>
                  <a:lnTo>
                    <a:pt x="119608" y="327199"/>
                  </a:lnTo>
                  <a:lnTo>
                    <a:pt x="68399" y="253909"/>
                  </a:lnTo>
                  <a:cubicBezTo>
                    <a:pt x="61184" y="243532"/>
                    <a:pt x="59338" y="230339"/>
                    <a:pt x="63437" y="218381"/>
                  </a:cubicBezTo>
                  <a:lnTo>
                    <a:pt x="87305" y="148515"/>
                  </a:lnTo>
                  <a:cubicBezTo>
                    <a:pt x="65571" y="116410"/>
                    <a:pt x="41802" y="86688"/>
                    <a:pt x="30886" y="78401"/>
                  </a:cubicBezTo>
                  <a:cubicBezTo>
                    <a:pt x="9510" y="73530"/>
                    <a:pt x="-3870" y="52253"/>
                    <a:pt x="1001" y="30877"/>
                  </a:cubicBezTo>
                  <a:cubicBezTo>
                    <a:pt x="5130" y="12755"/>
                    <a:pt x="21281" y="-76"/>
                    <a:pt x="39867" y="0"/>
                  </a:cubicBezTo>
                  <a:cubicBezTo>
                    <a:pt x="54059" y="0"/>
                    <a:pt x="87305" y="0"/>
                    <a:pt x="164663" y="121720"/>
                  </a:cubicBezTo>
                  <a:cubicBezTo>
                    <a:pt x="171134" y="131892"/>
                    <a:pt x="172628" y="144452"/>
                    <a:pt x="168732" y="155859"/>
                  </a:cubicBezTo>
                  <a:lnTo>
                    <a:pt x="145063" y="225030"/>
                  </a:lnTo>
                  <a:lnTo>
                    <a:pt x="198654" y="302091"/>
                  </a:lnTo>
                  <a:cubicBezTo>
                    <a:pt x="207352" y="314582"/>
                    <a:pt x="208141" y="330948"/>
                    <a:pt x="200688" y="344219"/>
                  </a:cubicBezTo>
                  <a:lnTo>
                    <a:pt x="159850" y="416814"/>
                  </a:lnTo>
                  <a:lnTo>
                    <a:pt x="200390" y="487424"/>
                  </a:lnTo>
                  <a:cubicBezTo>
                    <a:pt x="207888" y="500410"/>
                    <a:pt x="207427" y="516517"/>
                    <a:pt x="199199" y="529056"/>
                  </a:cubicBezTo>
                  <a:lnTo>
                    <a:pt x="143674" y="613411"/>
                  </a:lnTo>
                  <a:lnTo>
                    <a:pt x="170122" y="695285"/>
                  </a:lnTo>
                  <a:cubicBezTo>
                    <a:pt x="174126" y="707785"/>
                    <a:pt x="171695" y="721455"/>
                    <a:pt x="163621" y="731806"/>
                  </a:cubicBezTo>
                  <a:cubicBezTo>
                    <a:pt x="83930" y="834223"/>
                    <a:pt x="51925" y="834223"/>
                    <a:pt x="39867" y="834223"/>
                  </a:cubicBezTo>
                  <a:close/>
                  <a:moveTo>
                    <a:pt x="39867" y="754830"/>
                  </a:moveTo>
                  <a:lnTo>
                    <a:pt x="39867" y="754830"/>
                  </a:lnTo>
                  <a:close/>
                  <a:moveTo>
                    <a:pt x="39867" y="79493"/>
                  </a:moveTo>
                  <a:lnTo>
                    <a:pt x="39867" y="794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7" name="Picture Placeholder 57">
            <a:extLst>
              <a:ext uri="{FF2B5EF4-FFF2-40B4-BE49-F238E27FC236}">
                <a16:creationId xmlns:a16="http://schemas.microsoft.com/office/drawing/2014/main" id="{9AF5824F-F433-4A0B-99DF-4442A193D937}"/>
              </a:ext>
            </a:extLst>
          </p:cNvPr>
          <p:cNvGrpSpPr>
            <a:grpSpLocks noChangeAspect="1"/>
          </p:cNvGrpSpPr>
          <p:nvPr/>
        </p:nvGrpSpPr>
        <p:grpSpPr>
          <a:xfrm>
            <a:off x="8208890" y="2576166"/>
            <a:ext cx="606918" cy="798646"/>
            <a:chOff x="8208890" y="2576166"/>
            <a:chExt cx="606918" cy="798646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C15F9777-5724-9046-ACD7-4CB3F2FCF984}"/>
                </a:ext>
              </a:extLst>
            </p:cNvPr>
            <p:cNvSpPr/>
            <p:nvPr/>
          </p:nvSpPr>
          <p:spPr>
            <a:xfrm>
              <a:off x="8575884" y="2960783"/>
              <a:ext cx="239924" cy="405395"/>
            </a:xfrm>
            <a:custGeom>
              <a:avLst/>
              <a:gdLst>
                <a:gd name="connsiteX0" fmla="*/ 166368 w 239924"/>
                <a:gd name="connsiteY0" fmla="*/ 405395 h 405395"/>
                <a:gd name="connsiteX1" fmla="*/ 73826 w 239924"/>
                <a:gd name="connsiteY1" fmla="*/ 338854 h 405395"/>
                <a:gd name="connsiteX2" fmla="*/ 5101 w 239924"/>
                <a:gd name="connsiteY2" fmla="*/ 271618 h 405395"/>
                <a:gd name="connsiteX3" fmla="*/ 7383 w 239924"/>
                <a:gd name="connsiteY3" fmla="*/ 229093 h 405395"/>
                <a:gd name="connsiteX4" fmla="*/ 85189 w 239924"/>
                <a:gd name="connsiteY4" fmla="*/ 36465 h 405395"/>
                <a:gd name="connsiteX5" fmla="*/ 127987 w 239924"/>
                <a:gd name="connsiteY5" fmla="*/ 134 h 405395"/>
                <a:gd name="connsiteX6" fmla="*/ 149398 w 239924"/>
                <a:gd name="connsiteY6" fmla="*/ 8578 h 405395"/>
                <a:gd name="connsiteX7" fmla="*/ 236731 w 239924"/>
                <a:gd name="connsiteY7" fmla="*/ 137592 h 405395"/>
                <a:gd name="connsiteX8" fmla="*/ 227650 w 239924"/>
                <a:gd name="connsiteY8" fmla="*/ 273057 h 405395"/>
                <a:gd name="connsiteX9" fmla="*/ 200855 w 239924"/>
                <a:gd name="connsiteY9" fmla="*/ 387929 h 405395"/>
                <a:gd name="connsiteX10" fmla="*/ 171082 w 239924"/>
                <a:gd name="connsiteY10" fmla="*/ 405097 h 405395"/>
                <a:gd name="connsiteX11" fmla="*/ 166368 w 239924"/>
                <a:gd name="connsiteY11" fmla="*/ 405395 h 405395"/>
                <a:gd name="connsiteX12" fmla="*/ 91243 w 239924"/>
                <a:gd name="connsiteY12" fmla="*/ 246609 h 405395"/>
                <a:gd name="connsiteX13" fmla="*/ 143295 w 239924"/>
                <a:gd name="connsiteY13" fmla="*/ 294691 h 405395"/>
                <a:gd name="connsiteX14" fmla="*/ 160315 w 239924"/>
                <a:gd name="connsiteY14" fmla="*/ 159177 h 405395"/>
                <a:gd name="connsiteX15" fmla="*/ 147264 w 239924"/>
                <a:gd name="connsiteY15" fmla="*/ 127966 h 405395"/>
                <a:gd name="connsiteX16" fmla="*/ 91243 w 239924"/>
                <a:gd name="connsiteY16" fmla="*/ 246659 h 405395"/>
                <a:gd name="connsiteX17" fmla="*/ 72089 w 239924"/>
                <a:gd name="connsiteY17" fmla="*/ 275091 h 405395"/>
                <a:gd name="connsiteX18" fmla="*/ 72089 w 239924"/>
                <a:gd name="connsiteY18" fmla="*/ 275091 h 40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9924" h="405395">
                  <a:moveTo>
                    <a:pt x="166368" y="405395"/>
                  </a:moveTo>
                  <a:cubicBezTo>
                    <a:pt x="149795" y="405395"/>
                    <a:pt x="136596" y="396364"/>
                    <a:pt x="73826" y="338854"/>
                  </a:cubicBezTo>
                  <a:cubicBezTo>
                    <a:pt x="9914" y="280252"/>
                    <a:pt x="7681" y="276232"/>
                    <a:pt x="5101" y="271618"/>
                  </a:cubicBezTo>
                  <a:cubicBezTo>
                    <a:pt x="-2449" y="258200"/>
                    <a:pt x="-1560" y="241627"/>
                    <a:pt x="7383" y="229093"/>
                  </a:cubicBezTo>
                  <a:cubicBezTo>
                    <a:pt x="52538" y="165926"/>
                    <a:pt x="80177" y="97548"/>
                    <a:pt x="85189" y="36465"/>
                  </a:cubicBezTo>
                  <a:cubicBezTo>
                    <a:pt x="86975" y="14614"/>
                    <a:pt x="106134" y="-1652"/>
                    <a:pt x="127987" y="134"/>
                  </a:cubicBezTo>
                  <a:cubicBezTo>
                    <a:pt x="135802" y="773"/>
                    <a:pt x="143250" y="3711"/>
                    <a:pt x="149398" y="8578"/>
                  </a:cubicBezTo>
                  <a:cubicBezTo>
                    <a:pt x="190583" y="42039"/>
                    <a:pt x="220966" y="86925"/>
                    <a:pt x="236731" y="137592"/>
                  </a:cubicBezTo>
                  <a:cubicBezTo>
                    <a:pt x="239509" y="147070"/>
                    <a:pt x="245365" y="166819"/>
                    <a:pt x="227650" y="273057"/>
                  </a:cubicBezTo>
                  <a:cubicBezTo>
                    <a:pt x="210977" y="373340"/>
                    <a:pt x="204130" y="383215"/>
                    <a:pt x="200855" y="387929"/>
                  </a:cubicBezTo>
                  <a:cubicBezTo>
                    <a:pt x="194012" y="397833"/>
                    <a:pt x="183081" y="404135"/>
                    <a:pt x="171082" y="405097"/>
                  </a:cubicBezTo>
                  <a:cubicBezTo>
                    <a:pt x="169395" y="405346"/>
                    <a:pt x="167857" y="405395"/>
                    <a:pt x="166368" y="405395"/>
                  </a:cubicBezTo>
                  <a:close/>
                  <a:moveTo>
                    <a:pt x="91243" y="246609"/>
                  </a:moveTo>
                  <a:cubicBezTo>
                    <a:pt x="106129" y="260602"/>
                    <a:pt x="125679" y="278763"/>
                    <a:pt x="143295" y="294691"/>
                  </a:cubicBezTo>
                  <a:cubicBezTo>
                    <a:pt x="152574" y="244128"/>
                    <a:pt x="162746" y="176991"/>
                    <a:pt x="160315" y="159177"/>
                  </a:cubicBezTo>
                  <a:cubicBezTo>
                    <a:pt x="157015" y="148365"/>
                    <a:pt x="152643" y="137910"/>
                    <a:pt x="147264" y="127966"/>
                  </a:cubicBezTo>
                  <a:cubicBezTo>
                    <a:pt x="133758" y="169771"/>
                    <a:pt x="114931" y="209661"/>
                    <a:pt x="91243" y="246659"/>
                  </a:cubicBezTo>
                  <a:close/>
                  <a:moveTo>
                    <a:pt x="72089" y="275091"/>
                  </a:moveTo>
                  <a:cubicBezTo>
                    <a:pt x="72089" y="275091"/>
                    <a:pt x="72089" y="275091"/>
                    <a:pt x="72089" y="2750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9BB897E0-1894-C441-BF3C-1539ED49F87B}"/>
                </a:ext>
              </a:extLst>
            </p:cNvPr>
            <p:cNvSpPr/>
            <p:nvPr/>
          </p:nvSpPr>
          <p:spPr>
            <a:xfrm>
              <a:off x="8208890" y="2967830"/>
              <a:ext cx="239944" cy="405096"/>
            </a:xfrm>
            <a:custGeom>
              <a:avLst/>
              <a:gdLst>
                <a:gd name="connsiteX0" fmla="*/ 73427 w 239944"/>
                <a:gd name="connsiteY0" fmla="*/ 405097 h 405096"/>
                <a:gd name="connsiteX1" fmla="*/ 68862 w 239944"/>
                <a:gd name="connsiteY1" fmla="*/ 405097 h 405096"/>
                <a:gd name="connsiteX2" fmla="*/ 39090 w 239944"/>
                <a:gd name="connsiteY2" fmla="*/ 387928 h 405096"/>
                <a:gd name="connsiteX3" fmla="*/ 12295 w 239944"/>
                <a:gd name="connsiteY3" fmla="*/ 273056 h 405096"/>
                <a:gd name="connsiteX4" fmla="*/ 3214 w 239944"/>
                <a:gd name="connsiteY4" fmla="*/ 137592 h 405096"/>
                <a:gd name="connsiteX5" fmla="*/ 3214 w 239944"/>
                <a:gd name="connsiteY5" fmla="*/ 137592 h 405096"/>
                <a:gd name="connsiteX6" fmla="*/ 90547 w 239944"/>
                <a:gd name="connsiteY6" fmla="*/ 8578 h 405096"/>
                <a:gd name="connsiteX7" fmla="*/ 146311 w 239944"/>
                <a:gd name="connsiteY7" fmla="*/ 15054 h 405096"/>
                <a:gd name="connsiteX8" fmla="*/ 154756 w 239944"/>
                <a:gd name="connsiteY8" fmla="*/ 36465 h 405096"/>
                <a:gd name="connsiteX9" fmla="*/ 232561 w 239944"/>
                <a:gd name="connsiteY9" fmla="*/ 229092 h 405096"/>
                <a:gd name="connsiteX10" fmla="*/ 234844 w 239944"/>
                <a:gd name="connsiteY10" fmla="*/ 271617 h 405096"/>
                <a:gd name="connsiteX11" fmla="*/ 166119 w 239944"/>
                <a:gd name="connsiteY11" fmla="*/ 338853 h 405096"/>
                <a:gd name="connsiteX12" fmla="*/ 73427 w 239944"/>
                <a:gd name="connsiteY12" fmla="*/ 405097 h 405096"/>
                <a:gd name="connsiteX13" fmla="*/ 79531 w 239944"/>
                <a:gd name="connsiteY13" fmla="*/ 158879 h 405096"/>
                <a:gd name="connsiteX14" fmla="*/ 96551 w 239944"/>
                <a:gd name="connsiteY14" fmla="*/ 294344 h 405096"/>
                <a:gd name="connsiteX15" fmla="*/ 148603 w 239944"/>
                <a:gd name="connsiteY15" fmla="*/ 246261 h 405096"/>
                <a:gd name="connsiteX16" fmla="*/ 92531 w 239944"/>
                <a:gd name="connsiteY16" fmla="*/ 127717 h 405096"/>
                <a:gd name="connsiteX17" fmla="*/ 79531 w 239944"/>
                <a:gd name="connsiteY17" fmla="*/ 158879 h 405096"/>
                <a:gd name="connsiteX18" fmla="*/ 167806 w 239944"/>
                <a:gd name="connsiteY18" fmla="*/ 274843 h 405096"/>
                <a:gd name="connsiteX19" fmla="*/ 167806 w 239944"/>
                <a:gd name="connsiteY19" fmla="*/ 274843 h 405096"/>
                <a:gd name="connsiteX20" fmla="*/ 79283 w 239944"/>
                <a:gd name="connsiteY20" fmla="*/ 159723 h 405096"/>
                <a:gd name="connsiteX21" fmla="*/ 79283 w 239944"/>
                <a:gd name="connsiteY21" fmla="*/ 159723 h 405096"/>
                <a:gd name="connsiteX22" fmla="*/ 79283 w 239944"/>
                <a:gd name="connsiteY22" fmla="*/ 159723 h 405096"/>
                <a:gd name="connsiteX23" fmla="*/ 41174 w 239944"/>
                <a:gd name="connsiteY23" fmla="*/ 148608 h 405096"/>
                <a:gd name="connsiteX24" fmla="*/ 41174 w 239944"/>
                <a:gd name="connsiteY24" fmla="*/ 148608 h 4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9944" h="405096">
                  <a:moveTo>
                    <a:pt x="73427" y="405097"/>
                  </a:moveTo>
                  <a:cubicBezTo>
                    <a:pt x="71939" y="405097"/>
                    <a:pt x="70450" y="405097"/>
                    <a:pt x="68862" y="405097"/>
                  </a:cubicBezTo>
                  <a:cubicBezTo>
                    <a:pt x="56867" y="404124"/>
                    <a:pt x="45939" y="397823"/>
                    <a:pt x="39090" y="387928"/>
                  </a:cubicBezTo>
                  <a:cubicBezTo>
                    <a:pt x="35815" y="382966"/>
                    <a:pt x="29166" y="373340"/>
                    <a:pt x="12295" y="273056"/>
                  </a:cubicBezTo>
                  <a:cubicBezTo>
                    <a:pt x="-5420" y="166818"/>
                    <a:pt x="386" y="147069"/>
                    <a:pt x="3214" y="137592"/>
                  </a:cubicBezTo>
                  <a:lnTo>
                    <a:pt x="3214" y="137592"/>
                  </a:lnTo>
                  <a:cubicBezTo>
                    <a:pt x="18978" y="86924"/>
                    <a:pt x="49360" y="42039"/>
                    <a:pt x="90547" y="8578"/>
                  </a:cubicBezTo>
                  <a:cubicBezTo>
                    <a:pt x="107734" y="-5033"/>
                    <a:pt x="132700" y="-2134"/>
                    <a:pt x="146311" y="15054"/>
                  </a:cubicBezTo>
                  <a:cubicBezTo>
                    <a:pt x="151179" y="21200"/>
                    <a:pt x="154117" y="28651"/>
                    <a:pt x="154756" y="36465"/>
                  </a:cubicBezTo>
                  <a:cubicBezTo>
                    <a:pt x="159718" y="97498"/>
                    <a:pt x="187406" y="165925"/>
                    <a:pt x="232561" y="229092"/>
                  </a:cubicBezTo>
                  <a:cubicBezTo>
                    <a:pt x="241504" y="241627"/>
                    <a:pt x="242394" y="258200"/>
                    <a:pt x="234844" y="271617"/>
                  </a:cubicBezTo>
                  <a:cubicBezTo>
                    <a:pt x="232263" y="276232"/>
                    <a:pt x="229882" y="280202"/>
                    <a:pt x="166119" y="338853"/>
                  </a:cubicBezTo>
                  <a:cubicBezTo>
                    <a:pt x="103349" y="396016"/>
                    <a:pt x="90050" y="405097"/>
                    <a:pt x="73427" y="405097"/>
                  </a:cubicBezTo>
                  <a:close/>
                  <a:moveTo>
                    <a:pt x="79531" y="158879"/>
                  </a:moveTo>
                  <a:cubicBezTo>
                    <a:pt x="77099" y="176693"/>
                    <a:pt x="87272" y="243830"/>
                    <a:pt x="96551" y="294344"/>
                  </a:cubicBezTo>
                  <a:cubicBezTo>
                    <a:pt x="114166" y="278465"/>
                    <a:pt x="133717" y="260304"/>
                    <a:pt x="148603" y="246261"/>
                  </a:cubicBezTo>
                  <a:cubicBezTo>
                    <a:pt x="124915" y="209309"/>
                    <a:pt x="106070" y="169468"/>
                    <a:pt x="92531" y="127717"/>
                  </a:cubicBezTo>
                  <a:cubicBezTo>
                    <a:pt x="87173" y="137646"/>
                    <a:pt x="82819" y="148087"/>
                    <a:pt x="79531" y="158879"/>
                  </a:cubicBezTo>
                  <a:close/>
                  <a:moveTo>
                    <a:pt x="167806" y="274843"/>
                  </a:moveTo>
                  <a:lnTo>
                    <a:pt x="167806" y="274843"/>
                  </a:lnTo>
                  <a:close/>
                  <a:moveTo>
                    <a:pt x="79283" y="159723"/>
                  </a:moveTo>
                  <a:lnTo>
                    <a:pt x="79283" y="159723"/>
                  </a:lnTo>
                  <a:lnTo>
                    <a:pt x="79283" y="159723"/>
                  </a:lnTo>
                  <a:close/>
                  <a:moveTo>
                    <a:pt x="41174" y="148608"/>
                  </a:moveTo>
                  <a:lnTo>
                    <a:pt x="41174" y="148608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8D39CC44-3A7E-A249-99C7-00568DD79980}"/>
                </a:ext>
              </a:extLst>
            </p:cNvPr>
            <p:cNvSpPr/>
            <p:nvPr/>
          </p:nvSpPr>
          <p:spPr>
            <a:xfrm>
              <a:off x="8322837" y="2576166"/>
              <a:ext cx="377089" cy="656631"/>
            </a:xfrm>
            <a:custGeom>
              <a:avLst/>
              <a:gdLst>
                <a:gd name="connsiteX0" fmla="*/ 374756 w 377089"/>
                <a:gd name="connsiteY0" fmla="*/ 449465 h 656631"/>
                <a:gd name="connsiteX1" fmla="*/ 258892 w 377089"/>
                <a:gd name="connsiteY1" fmla="*/ 79394 h 656631"/>
                <a:gd name="connsiteX2" fmla="*/ 188778 w 377089"/>
                <a:gd name="connsiteY2" fmla="*/ 1 h 656631"/>
                <a:gd name="connsiteX3" fmla="*/ 119309 w 377089"/>
                <a:gd name="connsiteY3" fmla="*/ 79394 h 656631"/>
                <a:gd name="connsiteX4" fmla="*/ 3047 w 377089"/>
                <a:gd name="connsiteY4" fmla="*/ 449366 h 656631"/>
                <a:gd name="connsiteX5" fmla="*/ 99609 w 377089"/>
                <a:gd name="connsiteY5" fmla="*/ 656632 h 656631"/>
                <a:gd name="connsiteX6" fmla="*/ 278244 w 377089"/>
                <a:gd name="connsiteY6" fmla="*/ 656632 h 656631"/>
                <a:gd name="connsiteX7" fmla="*/ 374756 w 377089"/>
                <a:gd name="connsiteY7" fmla="*/ 449465 h 65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7089" h="656631">
                  <a:moveTo>
                    <a:pt x="374756" y="449465"/>
                  </a:moveTo>
                  <a:cubicBezTo>
                    <a:pt x="393017" y="277629"/>
                    <a:pt x="299333" y="133729"/>
                    <a:pt x="258892" y="79394"/>
                  </a:cubicBezTo>
                  <a:cubicBezTo>
                    <a:pt x="258892" y="79394"/>
                    <a:pt x="197610" y="-346"/>
                    <a:pt x="188778" y="1"/>
                  </a:cubicBezTo>
                  <a:cubicBezTo>
                    <a:pt x="176720" y="348"/>
                    <a:pt x="119309" y="79394"/>
                    <a:pt x="119309" y="79394"/>
                  </a:cubicBezTo>
                  <a:cubicBezTo>
                    <a:pt x="61798" y="156654"/>
                    <a:pt x="-16453" y="330177"/>
                    <a:pt x="3047" y="449366"/>
                  </a:cubicBezTo>
                  <a:cubicBezTo>
                    <a:pt x="22548" y="568555"/>
                    <a:pt x="99609" y="656632"/>
                    <a:pt x="99609" y="656632"/>
                  </a:cubicBezTo>
                  <a:lnTo>
                    <a:pt x="278244" y="656632"/>
                  </a:lnTo>
                  <a:cubicBezTo>
                    <a:pt x="278244" y="656632"/>
                    <a:pt x="355355" y="563543"/>
                    <a:pt x="374756" y="449465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1F59393D-AF3C-7341-B2C8-EE9A13BBD230}"/>
                </a:ext>
              </a:extLst>
            </p:cNvPr>
            <p:cNvSpPr/>
            <p:nvPr/>
          </p:nvSpPr>
          <p:spPr>
            <a:xfrm>
              <a:off x="8468495" y="3007619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3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21" y="367193"/>
                    <a:pt x="39697" y="3671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F092C7E4-1CB2-1242-AB2F-49CBD12B7A9C}"/>
                </a:ext>
              </a:extLst>
            </p:cNvPr>
            <p:cNvSpPr/>
            <p:nvPr/>
          </p:nvSpPr>
          <p:spPr>
            <a:xfrm>
              <a:off x="8410984" y="2772864"/>
              <a:ext cx="203048" cy="203047"/>
            </a:xfrm>
            <a:custGeom>
              <a:avLst/>
              <a:gdLst>
                <a:gd name="connsiteX0" fmla="*/ 101574 w 203048"/>
                <a:gd name="connsiteY0" fmla="*/ 203048 h 203047"/>
                <a:gd name="connsiteX1" fmla="*/ 0 w 203048"/>
                <a:gd name="connsiteY1" fmla="*/ 101574 h 203047"/>
                <a:gd name="connsiteX2" fmla="*/ 101474 w 203048"/>
                <a:gd name="connsiteY2" fmla="*/ 0 h 203047"/>
                <a:gd name="connsiteX3" fmla="*/ 203048 w 203048"/>
                <a:gd name="connsiteY3" fmla="*/ 101474 h 203047"/>
                <a:gd name="connsiteX4" fmla="*/ 203048 w 203048"/>
                <a:gd name="connsiteY4" fmla="*/ 101524 h 203047"/>
                <a:gd name="connsiteX5" fmla="*/ 101574 w 203048"/>
                <a:gd name="connsiteY5" fmla="*/ 203048 h 203047"/>
                <a:gd name="connsiteX6" fmla="*/ 101574 w 203048"/>
                <a:gd name="connsiteY6" fmla="*/ 79393 h 203047"/>
                <a:gd name="connsiteX7" fmla="*/ 79393 w 203048"/>
                <a:gd name="connsiteY7" fmla="*/ 101474 h 203047"/>
                <a:gd name="connsiteX8" fmla="*/ 101474 w 203048"/>
                <a:gd name="connsiteY8" fmla="*/ 123655 h 203047"/>
                <a:gd name="connsiteX9" fmla="*/ 123655 w 203048"/>
                <a:gd name="connsiteY9" fmla="*/ 101574 h 203047"/>
                <a:gd name="connsiteX10" fmla="*/ 123655 w 203048"/>
                <a:gd name="connsiteY10" fmla="*/ 101524 h 203047"/>
                <a:gd name="connsiteX11" fmla="*/ 101574 w 203048"/>
                <a:gd name="connsiteY11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3048" h="203047">
                  <a:moveTo>
                    <a:pt x="101574" y="203048"/>
                  </a:moveTo>
                  <a:cubicBezTo>
                    <a:pt x="45504" y="203075"/>
                    <a:pt x="27" y="157643"/>
                    <a:pt x="0" y="101574"/>
                  </a:cubicBezTo>
                  <a:cubicBezTo>
                    <a:pt x="-27" y="45504"/>
                    <a:pt x="45404" y="27"/>
                    <a:pt x="101474" y="0"/>
                  </a:cubicBezTo>
                  <a:cubicBezTo>
                    <a:pt x="157544" y="-27"/>
                    <a:pt x="203018" y="45404"/>
                    <a:pt x="203048" y="101474"/>
                  </a:cubicBezTo>
                  <a:cubicBezTo>
                    <a:pt x="203048" y="101491"/>
                    <a:pt x="203048" y="101508"/>
                    <a:pt x="203048" y="101524"/>
                  </a:cubicBezTo>
                  <a:cubicBezTo>
                    <a:pt x="202964" y="157541"/>
                    <a:pt x="157591" y="202939"/>
                    <a:pt x="101574" y="203048"/>
                  </a:cubicBezTo>
                  <a:close/>
                  <a:moveTo>
                    <a:pt x="101574" y="79393"/>
                  </a:moveTo>
                  <a:cubicBezTo>
                    <a:pt x="89351" y="79366"/>
                    <a:pt x="79421" y="89252"/>
                    <a:pt x="79393" y="101474"/>
                  </a:cubicBezTo>
                  <a:cubicBezTo>
                    <a:pt x="79366" y="113697"/>
                    <a:pt x="89252" y="123627"/>
                    <a:pt x="101474" y="123655"/>
                  </a:cubicBezTo>
                  <a:cubicBezTo>
                    <a:pt x="113697" y="123682"/>
                    <a:pt x="123628" y="113796"/>
                    <a:pt x="123655" y="101574"/>
                  </a:cubicBezTo>
                  <a:cubicBezTo>
                    <a:pt x="123655" y="101557"/>
                    <a:pt x="123655" y="101540"/>
                    <a:pt x="123655" y="101524"/>
                  </a:cubicBezTo>
                  <a:cubicBezTo>
                    <a:pt x="123655" y="89321"/>
                    <a:pt x="113777" y="79420"/>
                    <a:pt x="10157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3" name="Picture Placeholder 59">
            <a:extLst>
              <a:ext uri="{FF2B5EF4-FFF2-40B4-BE49-F238E27FC236}">
                <a16:creationId xmlns:a16="http://schemas.microsoft.com/office/drawing/2014/main" id="{A6B8485E-00D7-4C3B-A0D6-61AD1D897760}"/>
              </a:ext>
            </a:extLst>
          </p:cNvPr>
          <p:cNvGrpSpPr>
            <a:grpSpLocks noChangeAspect="1"/>
          </p:cNvGrpSpPr>
          <p:nvPr/>
        </p:nvGrpSpPr>
        <p:grpSpPr>
          <a:xfrm>
            <a:off x="9413102" y="2539349"/>
            <a:ext cx="833386" cy="832337"/>
            <a:chOff x="9413102" y="2539349"/>
            <a:chExt cx="833386" cy="832337"/>
          </a:xfrm>
        </p:grpSpPr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44E28221-00BE-4148-AA38-AA59C5FD5762}"/>
                </a:ext>
              </a:extLst>
            </p:cNvPr>
            <p:cNvSpPr/>
            <p:nvPr/>
          </p:nvSpPr>
          <p:spPr>
            <a:xfrm>
              <a:off x="9413102" y="2720948"/>
              <a:ext cx="367248" cy="414493"/>
            </a:xfrm>
            <a:custGeom>
              <a:avLst/>
              <a:gdLst>
                <a:gd name="connsiteX0" fmla="*/ 39746 w 367248"/>
                <a:gd name="connsiteY0" fmla="*/ 414494 h 414493"/>
                <a:gd name="connsiteX1" fmla="*/ 0 w 367248"/>
                <a:gd name="connsiteY1" fmla="*/ 374847 h 414493"/>
                <a:gd name="connsiteX2" fmla="*/ 50 w 367248"/>
                <a:gd name="connsiteY2" fmla="*/ 372812 h 414493"/>
                <a:gd name="connsiteX3" fmla="*/ 5012 w 367248"/>
                <a:gd name="connsiteY3" fmla="*/ 273571 h 414493"/>
                <a:gd name="connsiteX4" fmla="*/ 19253 w 367248"/>
                <a:gd name="connsiteY4" fmla="*/ 245089 h 414493"/>
                <a:gd name="connsiteX5" fmla="*/ 302091 w 367248"/>
                <a:gd name="connsiteY5" fmla="*/ 9242 h 414493"/>
                <a:gd name="connsiteX6" fmla="*/ 358008 w 367248"/>
                <a:gd name="connsiteY6" fmla="*/ 14236 h 414493"/>
                <a:gd name="connsiteX7" fmla="*/ 367243 w 367248"/>
                <a:gd name="connsiteY7" fmla="*/ 40354 h 414493"/>
                <a:gd name="connsiteX8" fmla="*/ 364117 w 367248"/>
                <a:gd name="connsiteY8" fmla="*/ 229260 h 414493"/>
                <a:gd name="connsiteX9" fmla="*/ 342532 w 367248"/>
                <a:gd name="connsiteY9" fmla="*/ 263994 h 414493"/>
                <a:gd name="connsiteX10" fmla="*/ 57858 w 367248"/>
                <a:gd name="connsiteY10" fmla="*/ 410127 h 414493"/>
                <a:gd name="connsiteX11" fmla="*/ 39746 w 367248"/>
                <a:gd name="connsiteY11" fmla="*/ 414494 h 414493"/>
                <a:gd name="connsiteX12" fmla="*/ 83462 w 367248"/>
                <a:gd name="connsiteY12" fmla="*/ 294908 h 414493"/>
                <a:gd name="connsiteX13" fmla="*/ 82817 w 367248"/>
                <a:gd name="connsiteY13" fmla="*/ 308057 h 414493"/>
                <a:gd name="connsiteX14" fmla="*/ 285220 w 367248"/>
                <a:gd name="connsiteY14" fmla="*/ 204152 h 414493"/>
                <a:gd name="connsiteX15" fmla="*/ 286510 w 367248"/>
                <a:gd name="connsiteY15" fmla="*/ 125701 h 41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7248" h="414493">
                  <a:moveTo>
                    <a:pt x="39746" y="414494"/>
                  </a:moveTo>
                  <a:cubicBezTo>
                    <a:pt x="17822" y="414523"/>
                    <a:pt x="27" y="396769"/>
                    <a:pt x="0" y="374847"/>
                  </a:cubicBezTo>
                  <a:cubicBezTo>
                    <a:pt x="-1" y="374167"/>
                    <a:pt x="16" y="373492"/>
                    <a:pt x="50" y="372812"/>
                  </a:cubicBezTo>
                  <a:lnTo>
                    <a:pt x="5012" y="273571"/>
                  </a:lnTo>
                  <a:cubicBezTo>
                    <a:pt x="5576" y="262506"/>
                    <a:pt x="10739" y="252179"/>
                    <a:pt x="19253" y="245089"/>
                  </a:cubicBezTo>
                  <a:lnTo>
                    <a:pt x="302091" y="9242"/>
                  </a:lnTo>
                  <a:cubicBezTo>
                    <a:pt x="318912" y="-4820"/>
                    <a:pt x="343946" y="-2584"/>
                    <a:pt x="358008" y="14236"/>
                  </a:cubicBezTo>
                  <a:cubicBezTo>
                    <a:pt x="364123" y="21551"/>
                    <a:pt x="367401" y="30822"/>
                    <a:pt x="367243" y="40354"/>
                  </a:cubicBezTo>
                  <a:lnTo>
                    <a:pt x="364117" y="229260"/>
                  </a:lnTo>
                  <a:cubicBezTo>
                    <a:pt x="363898" y="243938"/>
                    <a:pt x="355596" y="257298"/>
                    <a:pt x="342532" y="263994"/>
                  </a:cubicBezTo>
                  <a:lnTo>
                    <a:pt x="57858" y="410127"/>
                  </a:lnTo>
                  <a:cubicBezTo>
                    <a:pt x="52253" y="413000"/>
                    <a:pt x="46044" y="414494"/>
                    <a:pt x="39746" y="414494"/>
                  </a:cubicBezTo>
                  <a:close/>
                  <a:moveTo>
                    <a:pt x="83462" y="294908"/>
                  </a:moveTo>
                  <a:lnTo>
                    <a:pt x="82817" y="308057"/>
                  </a:lnTo>
                  <a:lnTo>
                    <a:pt x="285220" y="204152"/>
                  </a:lnTo>
                  <a:lnTo>
                    <a:pt x="286510" y="12570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20228171-2FB7-0A42-BBC2-37963C0680DE}"/>
                </a:ext>
              </a:extLst>
            </p:cNvPr>
            <p:cNvSpPr/>
            <p:nvPr/>
          </p:nvSpPr>
          <p:spPr>
            <a:xfrm>
              <a:off x="9884323" y="2720651"/>
              <a:ext cx="362165" cy="414394"/>
            </a:xfrm>
            <a:custGeom>
              <a:avLst/>
              <a:gdLst>
                <a:gd name="connsiteX0" fmla="*/ 322463 w 362165"/>
                <a:gd name="connsiteY0" fmla="*/ 414246 h 414394"/>
                <a:gd name="connsiteX1" fmla="*/ 304103 w 362165"/>
                <a:gd name="connsiteY1" fmla="*/ 409730 h 414394"/>
                <a:gd name="connsiteX2" fmla="*/ 24391 w 362165"/>
                <a:gd name="connsiteY2" fmla="*/ 263498 h 414394"/>
                <a:gd name="connsiteX3" fmla="*/ 7127 w 362165"/>
                <a:gd name="connsiteY3" fmla="*/ 210079 h 414394"/>
                <a:gd name="connsiteX4" fmla="*/ 60545 w 362165"/>
                <a:gd name="connsiteY4" fmla="*/ 192815 h 414394"/>
                <a:gd name="connsiteX5" fmla="*/ 61160 w 362165"/>
                <a:gd name="connsiteY5" fmla="*/ 193136 h 414394"/>
                <a:gd name="connsiteX6" fmla="*/ 279194 w 362165"/>
                <a:gd name="connsiteY6" fmla="*/ 307263 h 414394"/>
                <a:gd name="connsiteX7" fmla="*/ 278747 w 362165"/>
                <a:gd name="connsiteY7" fmla="*/ 299374 h 414394"/>
                <a:gd name="connsiteX8" fmla="*/ 13624 w 362165"/>
                <a:gd name="connsiteY8" fmla="*/ 69630 h 414394"/>
                <a:gd name="connsiteX9" fmla="*/ 9763 w 362165"/>
                <a:gd name="connsiteY9" fmla="*/ 13623 h 414394"/>
                <a:gd name="connsiteX10" fmla="*/ 65626 w 362165"/>
                <a:gd name="connsiteY10" fmla="*/ 9638 h 414394"/>
                <a:gd name="connsiteX11" fmla="*/ 343502 w 362165"/>
                <a:gd name="connsiteY11" fmla="*/ 250448 h 414394"/>
                <a:gd name="connsiteX12" fmla="*/ 357148 w 362165"/>
                <a:gd name="connsiteY12" fmla="*/ 278334 h 414394"/>
                <a:gd name="connsiteX13" fmla="*/ 362110 w 362165"/>
                <a:gd name="connsiteY13" fmla="*/ 372614 h 414394"/>
                <a:gd name="connsiteX14" fmla="*/ 324552 w 362165"/>
                <a:gd name="connsiteY14" fmla="*/ 414340 h 414394"/>
                <a:gd name="connsiteX15" fmla="*/ 322413 w 362165"/>
                <a:gd name="connsiteY15" fmla="*/ 414394 h 41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2165" h="414394">
                  <a:moveTo>
                    <a:pt x="322463" y="414246"/>
                  </a:moveTo>
                  <a:cubicBezTo>
                    <a:pt x="316067" y="414251"/>
                    <a:pt x="309765" y="412702"/>
                    <a:pt x="304103" y="409730"/>
                  </a:cubicBezTo>
                  <a:lnTo>
                    <a:pt x="24391" y="263498"/>
                  </a:lnTo>
                  <a:cubicBezTo>
                    <a:pt x="4872" y="253514"/>
                    <a:pt x="-2857" y="229598"/>
                    <a:pt x="7127" y="210079"/>
                  </a:cubicBezTo>
                  <a:cubicBezTo>
                    <a:pt x="17112" y="190560"/>
                    <a:pt x="41029" y="182831"/>
                    <a:pt x="60545" y="192815"/>
                  </a:cubicBezTo>
                  <a:cubicBezTo>
                    <a:pt x="60753" y="192920"/>
                    <a:pt x="60957" y="193027"/>
                    <a:pt x="61160" y="193136"/>
                  </a:cubicBezTo>
                  <a:lnTo>
                    <a:pt x="279194" y="307263"/>
                  </a:lnTo>
                  <a:lnTo>
                    <a:pt x="278747" y="299374"/>
                  </a:lnTo>
                  <a:lnTo>
                    <a:pt x="13624" y="69630"/>
                  </a:lnTo>
                  <a:cubicBezTo>
                    <a:pt x="-2908" y="55229"/>
                    <a:pt x="-4635" y="30155"/>
                    <a:pt x="9763" y="13623"/>
                  </a:cubicBezTo>
                  <a:cubicBezTo>
                    <a:pt x="24113" y="-2852"/>
                    <a:pt x="49083" y="-4632"/>
                    <a:pt x="65626" y="9638"/>
                  </a:cubicBezTo>
                  <a:lnTo>
                    <a:pt x="343502" y="250448"/>
                  </a:lnTo>
                  <a:cubicBezTo>
                    <a:pt x="351650" y="257505"/>
                    <a:pt x="356572" y="267572"/>
                    <a:pt x="357148" y="278334"/>
                  </a:cubicBezTo>
                  <a:lnTo>
                    <a:pt x="362110" y="372614"/>
                  </a:lnTo>
                  <a:cubicBezTo>
                    <a:pt x="363261" y="394506"/>
                    <a:pt x="346445" y="413189"/>
                    <a:pt x="324552" y="414340"/>
                  </a:cubicBezTo>
                  <a:cubicBezTo>
                    <a:pt x="323838" y="414380"/>
                    <a:pt x="323128" y="414394"/>
                    <a:pt x="322413" y="41439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DE45097-4456-8047-8DAD-48E747E19B56}"/>
                </a:ext>
              </a:extLst>
            </p:cNvPr>
            <p:cNvSpPr/>
            <p:nvPr/>
          </p:nvSpPr>
          <p:spPr>
            <a:xfrm>
              <a:off x="9502431" y="3095702"/>
              <a:ext cx="272957" cy="275984"/>
            </a:xfrm>
            <a:custGeom>
              <a:avLst/>
              <a:gdLst>
                <a:gd name="connsiteX0" fmla="*/ 39685 w 272957"/>
                <a:gd name="connsiteY0" fmla="*/ 275984 h 275984"/>
                <a:gd name="connsiteX1" fmla="*/ 0 w 272957"/>
                <a:gd name="connsiteY1" fmla="*/ 236278 h 275984"/>
                <a:gd name="connsiteX2" fmla="*/ 11202 w 272957"/>
                <a:gd name="connsiteY2" fmla="*/ 208649 h 275984"/>
                <a:gd name="connsiteX3" fmla="*/ 201597 w 272957"/>
                <a:gd name="connsiteY3" fmla="*/ 12101 h 275984"/>
                <a:gd name="connsiteX4" fmla="*/ 257729 w 272957"/>
                <a:gd name="connsiteY4" fmla="*/ 11158 h 275984"/>
                <a:gd name="connsiteX5" fmla="*/ 269826 w 272957"/>
                <a:gd name="connsiteY5" fmla="*/ 39095 h 275984"/>
                <a:gd name="connsiteX6" fmla="*/ 272952 w 272957"/>
                <a:gd name="connsiteY6" fmla="*/ 232616 h 275984"/>
                <a:gd name="connsiteX7" fmla="*/ 233910 w 272957"/>
                <a:gd name="connsiteY7" fmla="*/ 272957 h 275984"/>
                <a:gd name="connsiteX8" fmla="*/ 233851 w 272957"/>
                <a:gd name="connsiteY8" fmla="*/ 272957 h 275984"/>
                <a:gd name="connsiteX9" fmla="*/ 40330 w 272957"/>
                <a:gd name="connsiteY9" fmla="*/ 275984 h 275984"/>
                <a:gd name="connsiteX10" fmla="*/ 191971 w 272957"/>
                <a:gd name="connsiteY10" fmla="*/ 136153 h 275984"/>
                <a:gd name="connsiteX11" fmla="*/ 134857 w 272957"/>
                <a:gd name="connsiteY11" fmla="*/ 195102 h 275984"/>
                <a:gd name="connsiteX12" fmla="*/ 192914 w 272957"/>
                <a:gd name="connsiteY12" fmla="*/ 194209 h 27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57" h="275984">
                  <a:moveTo>
                    <a:pt x="39685" y="275984"/>
                  </a:moveTo>
                  <a:cubicBezTo>
                    <a:pt x="17761" y="275979"/>
                    <a:pt x="-6" y="258200"/>
                    <a:pt x="0" y="236278"/>
                  </a:cubicBezTo>
                  <a:cubicBezTo>
                    <a:pt x="3" y="225961"/>
                    <a:pt x="4021" y="216052"/>
                    <a:pt x="11202" y="208649"/>
                  </a:cubicBezTo>
                  <a:lnTo>
                    <a:pt x="201597" y="12101"/>
                  </a:lnTo>
                  <a:cubicBezTo>
                    <a:pt x="216838" y="-3658"/>
                    <a:pt x="241969" y="-4080"/>
                    <a:pt x="257729" y="11158"/>
                  </a:cubicBezTo>
                  <a:cubicBezTo>
                    <a:pt x="265313" y="18492"/>
                    <a:pt x="269666" y="28546"/>
                    <a:pt x="269826" y="39095"/>
                  </a:cubicBezTo>
                  <a:lnTo>
                    <a:pt x="272952" y="232616"/>
                  </a:lnTo>
                  <a:cubicBezTo>
                    <a:pt x="273311" y="254538"/>
                    <a:pt x="255831" y="272600"/>
                    <a:pt x="233910" y="272957"/>
                  </a:cubicBezTo>
                  <a:cubicBezTo>
                    <a:pt x="233890" y="272957"/>
                    <a:pt x="233871" y="272957"/>
                    <a:pt x="233851" y="272957"/>
                  </a:cubicBezTo>
                  <a:lnTo>
                    <a:pt x="40330" y="275984"/>
                  </a:lnTo>
                  <a:close/>
                  <a:moveTo>
                    <a:pt x="191971" y="136153"/>
                  </a:moveTo>
                  <a:lnTo>
                    <a:pt x="134857" y="195102"/>
                  </a:lnTo>
                  <a:lnTo>
                    <a:pt x="192914" y="19420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0D9C4D3C-A442-A548-8921-AB32CA919BBD}"/>
                </a:ext>
              </a:extLst>
            </p:cNvPr>
            <p:cNvSpPr/>
            <p:nvPr/>
          </p:nvSpPr>
          <p:spPr>
            <a:xfrm>
              <a:off x="9883600" y="3094071"/>
              <a:ext cx="262882" cy="275779"/>
            </a:xfrm>
            <a:custGeom>
              <a:avLst/>
              <a:gdLst>
                <a:gd name="connsiteX0" fmla="*/ 223249 w 262882"/>
                <a:gd name="connsiteY0" fmla="*/ 275779 h 275779"/>
                <a:gd name="connsiteX1" fmla="*/ 222604 w 262882"/>
                <a:gd name="connsiteY1" fmla="*/ 275779 h 275779"/>
                <a:gd name="connsiteX2" fmla="*/ 39007 w 262882"/>
                <a:gd name="connsiteY2" fmla="*/ 272802 h 275779"/>
                <a:gd name="connsiteX3" fmla="*/ 5 w 262882"/>
                <a:gd name="connsiteY3" fmla="*/ 232460 h 275779"/>
                <a:gd name="connsiteX4" fmla="*/ 3132 w 262882"/>
                <a:gd name="connsiteY4" fmla="*/ 38940 h 275779"/>
                <a:gd name="connsiteX5" fmla="*/ 43577 w 262882"/>
                <a:gd name="connsiteY5" fmla="*/ 7 h 275779"/>
                <a:gd name="connsiteX6" fmla="*/ 72005 w 262882"/>
                <a:gd name="connsiteY6" fmla="*/ 12790 h 275779"/>
                <a:gd name="connsiteX7" fmla="*/ 252476 w 262882"/>
                <a:gd name="connsiteY7" fmla="*/ 209288 h 275779"/>
                <a:gd name="connsiteX8" fmla="*/ 249980 w 262882"/>
                <a:gd name="connsiteY8" fmla="*/ 265374 h 275779"/>
                <a:gd name="connsiteX9" fmla="*/ 223249 w 262882"/>
                <a:gd name="connsiteY9" fmla="*/ 275779 h 275779"/>
                <a:gd name="connsiteX10" fmla="*/ 79944 w 262882"/>
                <a:gd name="connsiteY10" fmla="*/ 194054 h 275779"/>
                <a:gd name="connsiteX11" fmla="*/ 131500 w 262882"/>
                <a:gd name="connsiteY11" fmla="*/ 194898 h 275779"/>
                <a:gd name="connsiteX12" fmla="*/ 80838 w 262882"/>
                <a:gd name="connsiteY12" fmla="*/ 139719 h 2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2882" h="275779">
                  <a:moveTo>
                    <a:pt x="223249" y="275779"/>
                  </a:moveTo>
                  <a:lnTo>
                    <a:pt x="222604" y="275779"/>
                  </a:lnTo>
                  <a:lnTo>
                    <a:pt x="39007" y="272802"/>
                  </a:lnTo>
                  <a:cubicBezTo>
                    <a:pt x="17100" y="272420"/>
                    <a:pt x="-354" y="254368"/>
                    <a:pt x="5" y="232460"/>
                  </a:cubicBezTo>
                  <a:lnTo>
                    <a:pt x="3132" y="38940"/>
                  </a:lnTo>
                  <a:cubicBezTo>
                    <a:pt x="3551" y="17022"/>
                    <a:pt x="21660" y="-410"/>
                    <a:pt x="43577" y="7"/>
                  </a:cubicBezTo>
                  <a:cubicBezTo>
                    <a:pt x="54400" y="216"/>
                    <a:pt x="64666" y="4830"/>
                    <a:pt x="72005" y="12790"/>
                  </a:cubicBezTo>
                  <a:lnTo>
                    <a:pt x="252476" y="209288"/>
                  </a:lnTo>
                  <a:cubicBezTo>
                    <a:pt x="267273" y="225464"/>
                    <a:pt x="266156" y="250572"/>
                    <a:pt x="249980" y="265374"/>
                  </a:cubicBezTo>
                  <a:cubicBezTo>
                    <a:pt x="242681" y="272053"/>
                    <a:pt x="233149" y="275764"/>
                    <a:pt x="223249" y="275779"/>
                  </a:cubicBezTo>
                  <a:close/>
                  <a:moveTo>
                    <a:pt x="79944" y="194054"/>
                  </a:moveTo>
                  <a:lnTo>
                    <a:pt x="131500" y="194898"/>
                  </a:lnTo>
                  <a:lnTo>
                    <a:pt x="80838" y="13971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ED5FB4B8-5B9E-2247-966F-86CC8BFF0ED3}"/>
                </a:ext>
              </a:extLst>
            </p:cNvPr>
            <p:cNvSpPr/>
            <p:nvPr/>
          </p:nvSpPr>
          <p:spPr>
            <a:xfrm>
              <a:off x="9700683" y="2539349"/>
              <a:ext cx="263299" cy="829310"/>
            </a:xfrm>
            <a:custGeom>
              <a:avLst/>
              <a:gdLst>
                <a:gd name="connsiteX0" fmla="*/ 223562 w 263299"/>
                <a:gd name="connsiteY0" fmla="*/ 829311 h 829310"/>
                <a:gd name="connsiteX1" fmla="*/ 39966 w 263299"/>
                <a:gd name="connsiteY1" fmla="*/ 829311 h 829310"/>
                <a:gd name="connsiteX2" fmla="*/ 269 w 263299"/>
                <a:gd name="connsiteY2" fmla="*/ 789614 h 829310"/>
                <a:gd name="connsiteX3" fmla="*/ 269 w 263299"/>
                <a:gd name="connsiteY3" fmla="*/ 136209 h 829310"/>
                <a:gd name="connsiteX4" fmla="*/ 31679 w 263299"/>
                <a:gd name="connsiteY4" fmla="*/ 38803 h 829310"/>
                <a:gd name="connsiteX5" fmla="*/ 129382 w 263299"/>
                <a:gd name="connsiteY5" fmla="*/ 0 h 829310"/>
                <a:gd name="connsiteX6" fmla="*/ 227780 w 263299"/>
                <a:gd name="connsiteY6" fmla="*/ 38158 h 829310"/>
                <a:gd name="connsiteX7" fmla="*/ 263259 w 263299"/>
                <a:gd name="connsiteY7" fmla="*/ 135365 h 829310"/>
                <a:gd name="connsiteX8" fmla="*/ 263259 w 263299"/>
                <a:gd name="connsiteY8" fmla="*/ 789614 h 829310"/>
                <a:gd name="connsiteX9" fmla="*/ 223562 w 263299"/>
                <a:gd name="connsiteY9" fmla="*/ 829311 h 829310"/>
                <a:gd name="connsiteX10" fmla="*/ 79662 w 263299"/>
                <a:gd name="connsiteY10" fmla="*/ 749917 h 829310"/>
                <a:gd name="connsiteX11" fmla="*/ 183866 w 263299"/>
                <a:gd name="connsiteY11" fmla="*/ 749917 h 829310"/>
                <a:gd name="connsiteX12" fmla="*/ 183866 w 263299"/>
                <a:gd name="connsiteY12" fmla="*/ 134621 h 829310"/>
                <a:gd name="connsiteX13" fmla="*/ 183866 w 263299"/>
                <a:gd name="connsiteY13" fmla="*/ 132586 h 829310"/>
                <a:gd name="connsiteX14" fmla="*/ 169873 w 263299"/>
                <a:gd name="connsiteY14" fmla="*/ 92543 h 829310"/>
                <a:gd name="connsiteX15" fmla="*/ 129333 w 263299"/>
                <a:gd name="connsiteY15" fmla="*/ 79393 h 829310"/>
                <a:gd name="connsiteX16" fmla="*/ 90777 w 263299"/>
                <a:gd name="connsiteY16" fmla="*/ 91749 h 829310"/>
                <a:gd name="connsiteX17" fmla="*/ 79414 w 263299"/>
                <a:gd name="connsiteY17" fmla="*/ 130999 h 829310"/>
                <a:gd name="connsiteX18" fmla="*/ 79414 w 263299"/>
                <a:gd name="connsiteY18" fmla="*/ 134621 h 829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3299" h="829310">
                  <a:moveTo>
                    <a:pt x="223562" y="829311"/>
                  </a:moveTo>
                  <a:lnTo>
                    <a:pt x="39966" y="829311"/>
                  </a:lnTo>
                  <a:cubicBezTo>
                    <a:pt x="18042" y="829311"/>
                    <a:pt x="269" y="811536"/>
                    <a:pt x="269" y="789614"/>
                  </a:cubicBezTo>
                  <a:lnTo>
                    <a:pt x="269" y="136209"/>
                  </a:lnTo>
                  <a:cubicBezTo>
                    <a:pt x="-574" y="123804"/>
                    <a:pt x="-1468" y="75523"/>
                    <a:pt x="31679" y="38803"/>
                  </a:cubicBezTo>
                  <a:cubicBezTo>
                    <a:pt x="47657" y="21089"/>
                    <a:pt x="77578" y="0"/>
                    <a:pt x="129382" y="0"/>
                  </a:cubicBezTo>
                  <a:cubicBezTo>
                    <a:pt x="181186" y="0"/>
                    <a:pt x="211257" y="20791"/>
                    <a:pt x="227780" y="38158"/>
                  </a:cubicBezTo>
                  <a:cubicBezTo>
                    <a:pt x="263160" y="75473"/>
                    <a:pt x="263557" y="125193"/>
                    <a:pt x="263259" y="135365"/>
                  </a:cubicBezTo>
                  <a:lnTo>
                    <a:pt x="263259" y="789614"/>
                  </a:lnTo>
                  <a:cubicBezTo>
                    <a:pt x="263259" y="811536"/>
                    <a:pt x="245485" y="829311"/>
                    <a:pt x="223562" y="829311"/>
                  </a:cubicBezTo>
                  <a:close/>
                  <a:moveTo>
                    <a:pt x="79662" y="749917"/>
                  </a:moveTo>
                  <a:lnTo>
                    <a:pt x="183866" y="749917"/>
                  </a:lnTo>
                  <a:lnTo>
                    <a:pt x="183866" y="134621"/>
                  </a:lnTo>
                  <a:cubicBezTo>
                    <a:pt x="183866" y="133926"/>
                    <a:pt x="183866" y="133232"/>
                    <a:pt x="183866" y="132586"/>
                  </a:cubicBezTo>
                  <a:cubicBezTo>
                    <a:pt x="183866" y="125937"/>
                    <a:pt x="181931" y="104997"/>
                    <a:pt x="169873" y="92543"/>
                  </a:cubicBezTo>
                  <a:cubicBezTo>
                    <a:pt x="161288" y="83710"/>
                    <a:pt x="148040" y="79393"/>
                    <a:pt x="129333" y="79393"/>
                  </a:cubicBezTo>
                  <a:cubicBezTo>
                    <a:pt x="110626" y="79393"/>
                    <a:pt x="98369" y="83561"/>
                    <a:pt x="90777" y="91749"/>
                  </a:cubicBezTo>
                  <a:cubicBezTo>
                    <a:pt x="79861" y="103608"/>
                    <a:pt x="78868" y="124101"/>
                    <a:pt x="79414" y="130999"/>
                  </a:cubicBezTo>
                  <a:cubicBezTo>
                    <a:pt x="79488" y="132205"/>
                    <a:pt x="79488" y="133415"/>
                    <a:pt x="79414" y="1346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67">
            <a:extLst>
              <a:ext uri="{FF2B5EF4-FFF2-40B4-BE49-F238E27FC236}">
                <a16:creationId xmlns:a16="http://schemas.microsoft.com/office/drawing/2014/main" id="{E9EC28A2-D0D4-499E-850F-D7989009F04D}"/>
              </a:ext>
            </a:extLst>
          </p:cNvPr>
          <p:cNvGrpSpPr>
            <a:grpSpLocks noChangeAspect="1"/>
          </p:cNvGrpSpPr>
          <p:nvPr/>
        </p:nvGrpSpPr>
        <p:grpSpPr>
          <a:xfrm>
            <a:off x="5466063" y="3797667"/>
            <a:ext cx="825423" cy="552972"/>
            <a:chOff x="5466063" y="3797667"/>
            <a:chExt cx="825423" cy="55297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51EB290B-F2A5-944A-8A42-7B5E5CB65F92}"/>
                </a:ext>
              </a:extLst>
            </p:cNvPr>
            <p:cNvSpPr/>
            <p:nvPr/>
          </p:nvSpPr>
          <p:spPr>
            <a:xfrm>
              <a:off x="5951571" y="4010701"/>
              <a:ext cx="339914" cy="339939"/>
            </a:xfrm>
            <a:custGeom>
              <a:avLst/>
              <a:gdLst>
                <a:gd name="connsiteX0" fmla="*/ 169906 w 339914"/>
                <a:gd name="connsiteY0" fmla="*/ 339939 h 339939"/>
                <a:gd name="connsiteX1" fmla="*/ 0 w 339914"/>
                <a:gd name="connsiteY1" fmla="*/ 169944 h 339939"/>
                <a:gd name="connsiteX2" fmla="*/ 84708 w 339914"/>
                <a:gd name="connsiteY2" fmla="*/ 22962 h 339939"/>
                <a:gd name="connsiteX3" fmla="*/ 109915 w 339914"/>
                <a:gd name="connsiteY3" fmla="*/ 18000 h 339939"/>
                <a:gd name="connsiteX4" fmla="*/ 131649 w 339914"/>
                <a:gd name="connsiteY4" fmla="*/ 4404 h 339939"/>
                <a:gd name="connsiteX5" fmla="*/ 335511 w 339914"/>
                <a:gd name="connsiteY5" fmla="*/ 131711 h 339939"/>
                <a:gd name="connsiteX6" fmla="*/ 208204 w 339914"/>
                <a:gd name="connsiteY6" fmla="*/ 335573 h 339939"/>
                <a:gd name="connsiteX7" fmla="*/ 169807 w 339914"/>
                <a:gd name="connsiteY7" fmla="*/ 339939 h 339939"/>
                <a:gd name="connsiteX8" fmla="*/ 135172 w 339914"/>
                <a:gd name="connsiteY8" fmla="*/ 82408 h 339939"/>
                <a:gd name="connsiteX9" fmla="*/ 124355 w 339914"/>
                <a:gd name="connsiteY9" fmla="*/ 91637 h 339939"/>
                <a:gd name="connsiteX10" fmla="*/ 92523 w 339914"/>
                <a:gd name="connsiteY10" fmla="*/ 213873 h 339939"/>
                <a:gd name="connsiteX11" fmla="*/ 214764 w 339914"/>
                <a:gd name="connsiteY11" fmla="*/ 245705 h 339939"/>
                <a:gd name="connsiteX12" fmla="*/ 246590 w 339914"/>
                <a:gd name="connsiteY12" fmla="*/ 123468 h 339939"/>
                <a:gd name="connsiteX13" fmla="*/ 149165 w 339914"/>
                <a:gd name="connsiteY13" fmla="*/ 81713 h 339939"/>
                <a:gd name="connsiteX14" fmla="*/ 135370 w 339914"/>
                <a:gd name="connsiteY14" fmla="*/ 82408 h 33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9914" h="339939">
                  <a:moveTo>
                    <a:pt x="169906" y="339939"/>
                  </a:moveTo>
                  <a:cubicBezTo>
                    <a:pt x="76044" y="339915"/>
                    <a:pt x="-25" y="263806"/>
                    <a:pt x="0" y="169944"/>
                  </a:cubicBezTo>
                  <a:cubicBezTo>
                    <a:pt x="20" y="109353"/>
                    <a:pt x="32288" y="53354"/>
                    <a:pt x="84708" y="22962"/>
                  </a:cubicBezTo>
                  <a:cubicBezTo>
                    <a:pt x="92319" y="18538"/>
                    <a:pt x="101197" y="16792"/>
                    <a:pt x="109915" y="18000"/>
                  </a:cubicBezTo>
                  <a:cubicBezTo>
                    <a:pt x="115433" y="11164"/>
                    <a:pt x="123084" y="6376"/>
                    <a:pt x="131649" y="4404"/>
                  </a:cubicBezTo>
                  <a:cubicBezTo>
                    <a:pt x="223100" y="-16736"/>
                    <a:pt x="314372" y="40262"/>
                    <a:pt x="335511" y="131711"/>
                  </a:cubicBezTo>
                  <a:cubicBezTo>
                    <a:pt x="356649" y="223162"/>
                    <a:pt x="299655" y="314434"/>
                    <a:pt x="208204" y="335573"/>
                  </a:cubicBezTo>
                  <a:cubicBezTo>
                    <a:pt x="195610" y="338486"/>
                    <a:pt x="182728" y="339949"/>
                    <a:pt x="169807" y="339939"/>
                  </a:cubicBezTo>
                  <a:close/>
                  <a:moveTo>
                    <a:pt x="135172" y="82408"/>
                  </a:moveTo>
                  <a:cubicBezTo>
                    <a:pt x="132160" y="86120"/>
                    <a:pt x="128493" y="89248"/>
                    <a:pt x="124355" y="91637"/>
                  </a:cubicBezTo>
                  <a:cubicBezTo>
                    <a:pt x="81810" y="116603"/>
                    <a:pt x="67559" y="171328"/>
                    <a:pt x="92523" y="213873"/>
                  </a:cubicBezTo>
                  <a:cubicBezTo>
                    <a:pt x="117487" y="256418"/>
                    <a:pt x="172219" y="270669"/>
                    <a:pt x="214764" y="245705"/>
                  </a:cubicBezTo>
                  <a:cubicBezTo>
                    <a:pt x="257308" y="220741"/>
                    <a:pt x="271559" y="166014"/>
                    <a:pt x="246590" y="123468"/>
                  </a:cubicBezTo>
                  <a:cubicBezTo>
                    <a:pt x="226777" y="89701"/>
                    <a:pt x="187284" y="72774"/>
                    <a:pt x="149165" y="81713"/>
                  </a:cubicBezTo>
                  <a:cubicBezTo>
                    <a:pt x="144644" y="82764"/>
                    <a:pt x="139975" y="82999"/>
                    <a:pt x="135370" y="824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2A2D6E08-5160-A041-99B8-B03584B0AA7F}"/>
                </a:ext>
              </a:extLst>
            </p:cNvPr>
            <p:cNvSpPr/>
            <p:nvPr/>
          </p:nvSpPr>
          <p:spPr>
            <a:xfrm>
              <a:off x="5796908" y="4100304"/>
              <a:ext cx="160771" cy="160771"/>
            </a:xfrm>
            <a:custGeom>
              <a:avLst/>
              <a:gdLst>
                <a:gd name="connsiteX0" fmla="*/ 80386 w 160771"/>
                <a:gd name="connsiteY0" fmla="*/ 160771 h 160771"/>
                <a:gd name="connsiteX1" fmla="*/ 0 w 160771"/>
                <a:gd name="connsiteY1" fmla="*/ 80386 h 160771"/>
                <a:gd name="connsiteX2" fmla="*/ 80386 w 160771"/>
                <a:gd name="connsiteY2" fmla="*/ 0 h 160771"/>
                <a:gd name="connsiteX3" fmla="*/ 160771 w 160771"/>
                <a:gd name="connsiteY3" fmla="*/ 80386 h 160771"/>
                <a:gd name="connsiteX4" fmla="*/ 160771 w 160771"/>
                <a:gd name="connsiteY4" fmla="*/ 80534 h 160771"/>
                <a:gd name="connsiteX5" fmla="*/ 80386 w 160771"/>
                <a:gd name="connsiteY5" fmla="*/ 160771 h 160771"/>
                <a:gd name="connsiteX6" fmla="*/ 80386 w 160771"/>
                <a:gd name="connsiteY6" fmla="*/ 79393 h 160771"/>
                <a:gd name="connsiteX7" fmla="*/ 79393 w 160771"/>
                <a:gd name="connsiteY7" fmla="*/ 80386 h 160771"/>
                <a:gd name="connsiteX8" fmla="*/ 81378 w 160771"/>
                <a:gd name="connsiteY8" fmla="*/ 80386 h 160771"/>
                <a:gd name="connsiteX9" fmla="*/ 80386 w 160771"/>
                <a:gd name="connsiteY9" fmla="*/ 79393 h 16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71" h="160771">
                  <a:moveTo>
                    <a:pt x="80386" y="160771"/>
                  </a:moveTo>
                  <a:cubicBezTo>
                    <a:pt x="35990" y="160771"/>
                    <a:pt x="0" y="124781"/>
                    <a:pt x="0" y="80386"/>
                  </a:cubicBezTo>
                  <a:cubicBezTo>
                    <a:pt x="0" y="35990"/>
                    <a:pt x="35990" y="0"/>
                    <a:pt x="80386" y="0"/>
                  </a:cubicBezTo>
                  <a:cubicBezTo>
                    <a:pt x="124782" y="0"/>
                    <a:pt x="160771" y="35990"/>
                    <a:pt x="160771" y="80386"/>
                  </a:cubicBezTo>
                  <a:cubicBezTo>
                    <a:pt x="160771" y="80435"/>
                    <a:pt x="160771" y="80485"/>
                    <a:pt x="160771" y="80534"/>
                  </a:cubicBezTo>
                  <a:cubicBezTo>
                    <a:pt x="160632" y="124851"/>
                    <a:pt x="124701" y="160716"/>
                    <a:pt x="80386" y="160771"/>
                  </a:cubicBezTo>
                  <a:close/>
                  <a:moveTo>
                    <a:pt x="80386" y="79393"/>
                  </a:moveTo>
                  <a:cubicBezTo>
                    <a:pt x="79837" y="79393"/>
                    <a:pt x="79393" y="79840"/>
                    <a:pt x="79393" y="80386"/>
                  </a:cubicBezTo>
                  <a:cubicBezTo>
                    <a:pt x="79393" y="81527"/>
                    <a:pt x="81378" y="81527"/>
                    <a:pt x="81378" y="80386"/>
                  </a:cubicBezTo>
                  <a:cubicBezTo>
                    <a:pt x="81378" y="79840"/>
                    <a:pt x="80934" y="79393"/>
                    <a:pt x="8038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61226907-3799-4A4C-A267-6C05AF221E9F}"/>
                </a:ext>
              </a:extLst>
            </p:cNvPr>
            <p:cNvSpPr/>
            <p:nvPr/>
          </p:nvSpPr>
          <p:spPr>
            <a:xfrm>
              <a:off x="5595078" y="3809015"/>
              <a:ext cx="193394" cy="95782"/>
            </a:xfrm>
            <a:custGeom>
              <a:avLst/>
              <a:gdLst>
                <a:gd name="connsiteX0" fmla="*/ 39769 w 193394"/>
                <a:gd name="connsiteY0" fmla="*/ 95783 h 95782"/>
                <a:gd name="connsiteX1" fmla="*/ 0 w 193394"/>
                <a:gd name="connsiteY1" fmla="*/ 56159 h 95782"/>
                <a:gd name="connsiteX2" fmla="*/ 19027 w 193394"/>
                <a:gd name="connsiteY2" fmla="*/ 22195 h 95782"/>
                <a:gd name="connsiteX3" fmla="*/ 104821 w 193394"/>
                <a:gd name="connsiteY3" fmla="*/ 64 h 95782"/>
                <a:gd name="connsiteX4" fmla="*/ 153698 w 193394"/>
                <a:gd name="connsiteY4" fmla="*/ 64 h 95782"/>
                <a:gd name="connsiteX5" fmla="*/ 193394 w 193394"/>
                <a:gd name="connsiteY5" fmla="*/ 39761 h 95782"/>
                <a:gd name="connsiteX6" fmla="*/ 153698 w 193394"/>
                <a:gd name="connsiteY6" fmla="*/ 79458 h 95782"/>
                <a:gd name="connsiteX7" fmla="*/ 104821 w 193394"/>
                <a:gd name="connsiteY7" fmla="*/ 79458 h 95782"/>
                <a:gd name="connsiteX8" fmla="*/ 60163 w 193394"/>
                <a:gd name="connsiteY8" fmla="*/ 89928 h 95782"/>
                <a:gd name="connsiteX9" fmla="*/ 39769 w 193394"/>
                <a:gd name="connsiteY9" fmla="*/ 95783 h 9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394" h="95782">
                  <a:moveTo>
                    <a:pt x="39769" y="95783"/>
                  </a:moveTo>
                  <a:cubicBezTo>
                    <a:pt x="17845" y="95822"/>
                    <a:pt x="40" y="78082"/>
                    <a:pt x="0" y="56159"/>
                  </a:cubicBezTo>
                  <a:cubicBezTo>
                    <a:pt x="-25" y="42291"/>
                    <a:pt x="7188" y="29416"/>
                    <a:pt x="19027" y="22195"/>
                  </a:cubicBezTo>
                  <a:cubicBezTo>
                    <a:pt x="44968" y="6880"/>
                    <a:pt x="74709" y="-791"/>
                    <a:pt x="104821" y="64"/>
                  </a:cubicBezTo>
                  <a:lnTo>
                    <a:pt x="153698" y="64"/>
                  </a:lnTo>
                  <a:cubicBezTo>
                    <a:pt x="175622" y="64"/>
                    <a:pt x="193394" y="17837"/>
                    <a:pt x="193394" y="39761"/>
                  </a:cubicBezTo>
                  <a:cubicBezTo>
                    <a:pt x="193394" y="61685"/>
                    <a:pt x="175622" y="79458"/>
                    <a:pt x="153698" y="79458"/>
                  </a:cubicBezTo>
                  <a:lnTo>
                    <a:pt x="104821" y="79458"/>
                  </a:lnTo>
                  <a:cubicBezTo>
                    <a:pt x="89244" y="78646"/>
                    <a:pt x="73756" y="82277"/>
                    <a:pt x="60163" y="89928"/>
                  </a:cubicBezTo>
                  <a:cubicBezTo>
                    <a:pt x="54030" y="93712"/>
                    <a:pt x="46975" y="95738"/>
                    <a:pt x="39769" y="957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B9D7FB59-89B7-0A4A-A9B6-91166D0CFB78}"/>
                </a:ext>
              </a:extLst>
            </p:cNvPr>
            <p:cNvSpPr/>
            <p:nvPr/>
          </p:nvSpPr>
          <p:spPr>
            <a:xfrm>
              <a:off x="5466063" y="4010788"/>
              <a:ext cx="337090" cy="339852"/>
            </a:xfrm>
            <a:custGeom>
              <a:avLst/>
              <a:gdLst>
                <a:gd name="connsiteX0" fmla="*/ 167048 w 337090"/>
                <a:gd name="connsiteY0" fmla="*/ 339852 h 339852"/>
                <a:gd name="connsiteX1" fmla="*/ 25 w 337090"/>
                <a:gd name="connsiteY1" fmla="*/ 167023 h 339852"/>
                <a:gd name="connsiteX2" fmla="*/ 167048 w 337090"/>
                <a:gd name="connsiteY2" fmla="*/ 0 h 339852"/>
                <a:gd name="connsiteX3" fmla="*/ 207389 w 337090"/>
                <a:gd name="connsiteY3" fmla="*/ 4962 h 339852"/>
                <a:gd name="connsiteX4" fmla="*/ 228230 w 337090"/>
                <a:gd name="connsiteY4" fmla="*/ 17764 h 339852"/>
                <a:gd name="connsiteX5" fmla="*/ 252048 w 337090"/>
                <a:gd name="connsiteY5" fmla="*/ 22726 h 339852"/>
                <a:gd name="connsiteX6" fmla="*/ 314335 w 337090"/>
                <a:gd name="connsiteY6" fmla="*/ 254787 h 339852"/>
                <a:gd name="connsiteX7" fmla="*/ 167048 w 337090"/>
                <a:gd name="connsiteY7" fmla="*/ 339802 h 339852"/>
                <a:gd name="connsiteX8" fmla="*/ 167048 w 337090"/>
                <a:gd name="connsiteY8" fmla="*/ 79393 h 339852"/>
                <a:gd name="connsiteX9" fmla="*/ 76571 w 337090"/>
                <a:gd name="connsiteY9" fmla="*/ 169931 h 339852"/>
                <a:gd name="connsiteX10" fmla="*/ 167111 w 337090"/>
                <a:gd name="connsiteY10" fmla="*/ 260409 h 339852"/>
                <a:gd name="connsiteX11" fmla="*/ 257588 w 337090"/>
                <a:gd name="connsiteY11" fmla="*/ 169871 h 339852"/>
                <a:gd name="connsiteX12" fmla="*/ 212302 w 337090"/>
                <a:gd name="connsiteY12" fmla="*/ 91501 h 339852"/>
                <a:gd name="connsiteX13" fmla="*/ 201981 w 337090"/>
                <a:gd name="connsiteY13" fmla="*/ 82916 h 339852"/>
                <a:gd name="connsiteX14" fmla="*/ 188583 w 337090"/>
                <a:gd name="connsiteY14" fmla="*/ 81973 h 339852"/>
                <a:gd name="connsiteX15" fmla="*/ 167048 w 337090"/>
                <a:gd name="connsiteY15" fmla="*/ 79393 h 3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7090" h="339852">
                  <a:moveTo>
                    <a:pt x="167048" y="339852"/>
                  </a:moveTo>
                  <a:cubicBezTo>
                    <a:pt x="73200" y="338249"/>
                    <a:pt x="-1578" y="260871"/>
                    <a:pt x="25" y="167023"/>
                  </a:cubicBezTo>
                  <a:cubicBezTo>
                    <a:pt x="1591" y="75434"/>
                    <a:pt x="75460" y="1565"/>
                    <a:pt x="167048" y="0"/>
                  </a:cubicBezTo>
                  <a:cubicBezTo>
                    <a:pt x="180644" y="53"/>
                    <a:pt x="194186" y="1718"/>
                    <a:pt x="207389" y="4962"/>
                  </a:cubicBezTo>
                  <a:cubicBezTo>
                    <a:pt x="215511" y="6930"/>
                    <a:pt x="222804" y="11410"/>
                    <a:pt x="228230" y="17764"/>
                  </a:cubicBezTo>
                  <a:cubicBezTo>
                    <a:pt x="236494" y="16864"/>
                    <a:pt x="244831" y="18601"/>
                    <a:pt x="252048" y="22726"/>
                  </a:cubicBezTo>
                  <a:cubicBezTo>
                    <a:pt x="333331" y="69608"/>
                    <a:pt x="361218" y="173509"/>
                    <a:pt x="314335" y="254787"/>
                  </a:cubicBezTo>
                  <a:cubicBezTo>
                    <a:pt x="283975" y="307425"/>
                    <a:pt x="227814" y="339842"/>
                    <a:pt x="167048" y="339802"/>
                  </a:cubicBezTo>
                  <a:close/>
                  <a:moveTo>
                    <a:pt x="167048" y="79393"/>
                  </a:moveTo>
                  <a:cubicBezTo>
                    <a:pt x="117061" y="79410"/>
                    <a:pt x="76554" y="119947"/>
                    <a:pt x="76571" y="169931"/>
                  </a:cubicBezTo>
                  <a:cubicBezTo>
                    <a:pt x="76589" y="219919"/>
                    <a:pt x="117125" y="260429"/>
                    <a:pt x="167111" y="260409"/>
                  </a:cubicBezTo>
                  <a:cubicBezTo>
                    <a:pt x="217098" y="260390"/>
                    <a:pt x="257605" y="219854"/>
                    <a:pt x="257588" y="169871"/>
                  </a:cubicBezTo>
                  <a:cubicBezTo>
                    <a:pt x="257576" y="137534"/>
                    <a:pt x="240313" y="107658"/>
                    <a:pt x="212302" y="91501"/>
                  </a:cubicBezTo>
                  <a:cubicBezTo>
                    <a:pt x="208408" y="89233"/>
                    <a:pt x="204919" y="86332"/>
                    <a:pt x="201981" y="82916"/>
                  </a:cubicBezTo>
                  <a:cubicBezTo>
                    <a:pt x="197494" y="83365"/>
                    <a:pt x="192963" y="83046"/>
                    <a:pt x="188583" y="81973"/>
                  </a:cubicBezTo>
                  <a:cubicBezTo>
                    <a:pt x="181536" y="80242"/>
                    <a:pt x="174304" y="79375"/>
                    <a:pt x="16704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D0F2B984-3497-4B4A-88B4-30FD3135263E}"/>
                </a:ext>
              </a:extLst>
            </p:cNvPr>
            <p:cNvSpPr/>
            <p:nvPr/>
          </p:nvSpPr>
          <p:spPr>
            <a:xfrm>
              <a:off x="5652874" y="3827007"/>
              <a:ext cx="243762" cy="358147"/>
            </a:xfrm>
            <a:custGeom>
              <a:avLst/>
              <a:gdLst>
                <a:gd name="connsiteX0" fmla="*/ 204125 w 243762"/>
                <a:gd name="connsiteY0" fmla="*/ 358148 h 358147"/>
                <a:gd name="connsiteX1" fmla="*/ 169887 w 243762"/>
                <a:gd name="connsiteY1" fmla="*/ 338597 h 358147"/>
                <a:gd name="connsiteX2" fmla="*/ 6536 w 243762"/>
                <a:gd name="connsiteY2" fmla="*/ 61515 h 358147"/>
                <a:gd name="connsiteX3" fmla="*/ 17887 w 243762"/>
                <a:gd name="connsiteY3" fmla="*/ 6536 h 358147"/>
                <a:gd name="connsiteX4" fmla="*/ 72867 w 243762"/>
                <a:gd name="connsiteY4" fmla="*/ 17887 h 358147"/>
                <a:gd name="connsiteX5" fmla="*/ 74913 w 243762"/>
                <a:gd name="connsiteY5" fmla="*/ 21372 h 358147"/>
                <a:gd name="connsiteX6" fmla="*/ 238264 w 243762"/>
                <a:gd name="connsiteY6" fmla="*/ 298305 h 358147"/>
                <a:gd name="connsiteX7" fmla="*/ 224206 w 243762"/>
                <a:gd name="connsiteY7" fmla="*/ 352655 h 358147"/>
                <a:gd name="connsiteX8" fmla="*/ 204125 w 243762"/>
                <a:gd name="connsiteY8" fmla="*/ 358148 h 3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762" h="358147">
                  <a:moveTo>
                    <a:pt x="204125" y="358148"/>
                  </a:moveTo>
                  <a:cubicBezTo>
                    <a:pt x="190054" y="358158"/>
                    <a:pt x="177028" y="350720"/>
                    <a:pt x="169887" y="338597"/>
                  </a:cubicBezTo>
                  <a:lnTo>
                    <a:pt x="6536" y="61515"/>
                  </a:lnTo>
                  <a:cubicBezTo>
                    <a:pt x="-5512" y="43198"/>
                    <a:pt x="-430" y="18583"/>
                    <a:pt x="17887" y="6536"/>
                  </a:cubicBezTo>
                  <a:cubicBezTo>
                    <a:pt x="36203" y="-5512"/>
                    <a:pt x="60819" y="-430"/>
                    <a:pt x="72867" y="17887"/>
                  </a:cubicBezTo>
                  <a:cubicBezTo>
                    <a:pt x="73607" y="19013"/>
                    <a:pt x="74290" y="20176"/>
                    <a:pt x="74913" y="21372"/>
                  </a:cubicBezTo>
                  <a:lnTo>
                    <a:pt x="238264" y="298305"/>
                  </a:lnTo>
                  <a:cubicBezTo>
                    <a:pt x="249391" y="317196"/>
                    <a:pt x="243097" y="341530"/>
                    <a:pt x="224206" y="352655"/>
                  </a:cubicBezTo>
                  <a:cubicBezTo>
                    <a:pt x="218120" y="356242"/>
                    <a:pt x="211188" y="358138"/>
                    <a:pt x="204125" y="3581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127FE97B-D1B5-5B49-932E-2F4A7F4D42D3}"/>
                </a:ext>
              </a:extLst>
            </p:cNvPr>
            <p:cNvSpPr/>
            <p:nvPr/>
          </p:nvSpPr>
          <p:spPr>
            <a:xfrm>
              <a:off x="5902700" y="3797667"/>
              <a:ext cx="258350" cy="157644"/>
            </a:xfrm>
            <a:custGeom>
              <a:avLst/>
              <a:gdLst>
                <a:gd name="connsiteX0" fmla="*/ 192677 w 258350"/>
                <a:gd name="connsiteY0" fmla="*/ 157645 h 157644"/>
                <a:gd name="connsiteX1" fmla="*/ 152956 w 258350"/>
                <a:gd name="connsiteY1" fmla="*/ 117972 h 157644"/>
                <a:gd name="connsiteX2" fmla="*/ 177096 w 258350"/>
                <a:gd name="connsiteY2" fmla="*/ 81428 h 157644"/>
                <a:gd name="connsiteX3" fmla="*/ 171340 w 258350"/>
                <a:gd name="connsiteY3" fmla="*/ 79393 h 157644"/>
                <a:gd name="connsiteX4" fmla="*/ 39697 w 258350"/>
                <a:gd name="connsiteY4" fmla="*/ 79393 h 157644"/>
                <a:gd name="connsiteX5" fmla="*/ 0 w 258350"/>
                <a:gd name="connsiteY5" fmla="*/ 39697 h 157644"/>
                <a:gd name="connsiteX6" fmla="*/ 39697 w 258350"/>
                <a:gd name="connsiteY6" fmla="*/ 0 h 157644"/>
                <a:gd name="connsiteX7" fmla="*/ 171340 w 258350"/>
                <a:gd name="connsiteY7" fmla="*/ 0 h 157644"/>
                <a:gd name="connsiteX8" fmla="*/ 249245 w 258350"/>
                <a:gd name="connsiteY8" fmla="*/ 46594 h 157644"/>
                <a:gd name="connsiteX9" fmla="*/ 218103 w 258350"/>
                <a:gd name="connsiteY9" fmla="*/ 150004 h 157644"/>
                <a:gd name="connsiteX10" fmla="*/ 204289 w 258350"/>
                <a:gd name="connsiteY10" fmla="*/ 155759 h 157644"/>
                <a:gd name="connsiteX11" fmla="*/ 192677 w 258350"/>
                <a:gd name="connsiteY11" fmla="*/ 157645 h 157644"/>
                <a:gd name="connsiteX12" fmla="*/ 179379 w 258350"/>
                <a:gd name="connsiteY12" fmla="*/ 84206 h 157644"/>
                <a:gd name="connsiteX13" fmla="*/ 179379 w 258350"/>
                <a:gd name="connsiteY13" fmla="*/ 84206 h 15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50" h="157644">
                  <a:moveTo>
                    <a:pt x="192677" y="157645"/>
                  </a:moveTo>
                  <a:cubicBezTo>
                    <a:pt x="170755" y="157658"/>
                    <a:pt x="152971" y="139895"/>
                    <a:pt x="152956" y="117972"/>
                  </a:cubicBezTo>
                  <a:cubicBezTo>
                    <a:pt x="152946" y="102052"/>
                    <a:pt x="162448" y="87667"/>
                    <a:pt x="177096" y="81428"/>
                  </a:cubicBezTo>
                  <a:cubicBezTo>
                    <a:pt x="175464" y="80116"/>
                    <a:pt x="173434" y="79399"/>
                    <a:pt x="171340" y="79393"/>
                  </a:cubicBez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1340" y="0"/>
                  </a:lnTo>
                  <a:cubicBezTo>
                    <a:pt x="203911" y="-22"/>
                    <a:pt x="233853" y="17886"/>
                    <a:pt x="249245" y="46594"/>
                  </a:cubicBezTo>
                  <a:cubicBezTo>
                    <a:pt x="269202" y="83750"/>
                    <a:pt x="255259" y="130048"/>
                    <a:pt x="218103" y="150004"/>
                  </a:cubicBezTo>
                  <a:cubicBezTo>
                    <a:pt x="213697" y="152370"/>
                    <a:pt x="209072" y="154298"/>
                    <a:pt x="204289" y="155759"/>
                  </a:cubicBezTo>
                  <a:cubicBezTo>
                    <a:pt x="200532" y="156961"/>
                    <a:pt x="196622" y="157596"/>
                    <a:pt x="192677" y="157645"/>
                  </a:cubicBezTo>
                  <a:close/>
                  <a:moveTo>
                    <a:pt x="179379" y="84206"/>
                  </a:moveTo>
                  <a:lnTo>
                    <a:pt x="179379" y="8420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5BEC2777-8356-2049-AC4B-769409881961}"/>
                </a:ext>
              </a:extLst>
            </p:cNvPr>
            <p:cNvSpPr/>
            <p:nvPr/>
          </p:nvSpPr>
          <p:spPr>
            <a:xfrm>
              <a:off x="5593454" y="3929460"/>
              <a:ext cx="445613" cy="291074"/>
            </a:xfrm>
            <a:custGeom>
              <a:avLst/>
              <a:gdLst>
                <a:gd name="connsiteX0" fmla="*/ 235013 w 445613"/>
                <a:gd name="connsiteY0" fmla="*/ 291075 h 291074"/>
                <a:gd name="connsiteX1" fmla="*/ 39656 w 445613"/>
                <a:gd name="connsiteY1" fmla="*/ 291075 h 291074"/>
                <a:gd name="connsiteX2" fmla="*/ 0 w 445613"/>
                <a:gd name="connsiteY2" fmla="*/ 251339 h 291074"/>
                <a:gd name="connsiteX3" fmla="*/ 5318 w 445613"/>
                <a:gd name="connsiteY3" fmla="*/ 231530 h 291074"/>
                <a:gd name="connsiteX4" fmla="*/ 126145 w 445613"/>
                <a:gd name="connsiteY4" fmla="*/ 22081 h 291074"/>
                <a:gd name="connsiteX5" fmla="*/ 127336 w 445613"/>
                <a:gd name="connsiteY5" fmla="*/ 19848 h 291074"/>
                <a:gd name="connsiteX6" fmla="*/ 161673 w 445613"/>
                <a:gd name="connsiteY6" fmla="*/ 0 h 291074"/>
                <a:gd name="connsiteX7" fmla="*/ 161673 w 445613"/>
                <a:gd name="connsiteY7" fmla="*/ 0 h 291074"/>
                <a:gd name="connsiteX8" fmla="*/ 405956 w 445613"/>
                <a:gd name="connsiteY8" fmla="*/ 0 h 291074"/>
                <a:gd name="connsiteX9" fmla="*/ 445613 w 445613"/>
                <a:gd name="connsiteY9" fmla="*/ 39737 h 291074"/>
                <a:gd name="connsiteX10" fmla="*/ 440294 w 445613"/>
                <a:gd name="connsiteY10" fmla="*/ 59545 h 291074"/>
                <a:gd name="connsiteX11" fmla="*/ 338571 w 445613"/>
                <a:gd name="connsiteY11" fmla="*/ 235748 h 291074"/>
                <a:gd name="connsiteX12" fmla="*/ 284381 w 445613"/>
                <a:gd name="connsiteY12" fmla="*/ 250411 h 291074"/>
                <a:gd name="connsiteX13" fmla="*/ 284336 w 445613"/>
                <a:gd name="connsiteY13" fmla="*/ 250386 h 291074"/>
                <a:gd name="connsiteX14" fmla="*/ 273370 w 445613"/>
                <a:gd name="connsiteY14" fmla="*/ 241057 h 291074"/>
                <a:gd name="connsiteX15" fmla="*/ 274709 w 445613"/>
                <a:gd name="connsiteY15" fmla="*/ 250981 h 291074"/>
                <a:gd name="connsiteX16" fmla="*/ 235412 w 445613"/>
                <a:gd name="connsiteY16" fmla="*/ 291075 h 291074"/>
                <a:gd name="connsiteX17" fmla="*/ 235013 w 445613"/>
                <a:gd name="connsiteY17" fmla="*/ 291075 h 291074"/>
                <a:gd name="connsiteX18" fmla="*/ 108430 w 445613"/>
                <a:gd name="connsiteY18" fmla="*/ 211682 h 291074"/>
                <a:gd name="connsiteX19" fmla="*/ 235013 w 445613"/>
                <a:gd name="connsiteY19" fmla="*/ 211682 h 291074"/>
                <a:gd name="connsiteX20" fmla="*/ 265827 w 445613"/>
                <a:gd name="connsiteY20" fmla="*/ 226568 h 291074"/>
                <a:gd name="connsiteX21" fmla="*/ 269797 w 445613"/>
                <a:gd name="connsiteY21" fmla="*/ 196498 h 291074"/>
                <a:gd name="connsiteX22" fmla="*/ 337182 w 445613"/>
                <a:gd name="connsiteY22" fmla="*/ 79443 h 291074"/>
                <a:gd name="connsiteX23" fmla="*/ 184747 w 445613"/>
                <a:gd name="connsiteY23" fmla="*/ 79443 h 29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5613" h="291074">
                  <a:moveTo>
                    <a:pt x="235013" y="291075"/>
                  </a:moveTo>
                  <a:lnTo>
                    <a:pt x="39656" y="291075"/>
                  </a:lnTo>
                  <a:cubicBezTo>
                    <a:pt x="17732" y="291050"/>
                    <a:pt x="-22" y="273261"/>
                    <a:pt x="0" y="251339"/>
                  </a:cubicBezTo>
                  <a:cubicBezTo>
                    <a:pt x="7" y="244382"/>
                    <a:pt x="1841" y="237554"/>
                    <a:pt x="5318" y="231530"/>
                  </a:cubicBezTo>
                  <a:lnTo>
                    <a:pt x="126145" y="22081"/>
                  </a:lnTo>
                  <a:lnTo>
                    <a:pt x="127336" y="19848"/>
                  </a:lnTo>
                  <a:cubicBezTo>
                    <a:pt x="134420" y="7579"/>
                    <a:pt x="147506" y="14"/>
                    <a:pt x="161673" y="0"/>
                  </a:cubicBezTo>
                  <a:lnTo>
                    <a:pt x="161673" y="0"/>
                  </a:lnTo>
                  <a:lnTo>
                    <a:pt x="405956" y="0"/>
                  </a:lnTo>
                  <a:cubicBezTo>
                    <a:pt x="427879" y="22"/>
                    <a:pt x="445633" y="17813"/>
                    <a:pt x="445613" y="39737"/>
                  </a:cubicBezTo>
                  <a:cubicBezTo>
                    <a:pt x="445603" y="46692"/>
                    <a:pt x="443772" y="53522"/>
                    <a:pt x="440294" y="59545"/>
                  </a:cubicBezTo>
                  <a:lnTo>
                    <a:pt x="338571" y="235748"/>
                  </a:lnTo>
                  <a:cubicBezTo>
                    <a:pt x="327656" y="254763"/>
                    <a:pt x="303395" y="261327"/>
                    <a:pt x="284381" y="250411"/>
                  </a:cubicBezTo>
                  <a:cubicBezTo>
                    <a:pt x="284366" y="250401"/>
                    <a:pt x="284351" y="250396"/>
                    <a:pt x="284336" y="250386"/>
                  </a:cubicBezTo>
                  <a:cubicBezTo>
                    <a:pt x="280158" y="247950"/>
                    <a:pt x="276445" y="244789"/>
                    <a:pt x="273370" y="241057"/>
                  </a:cubicBezTo>
                  <a:cubicBezTo>
                    <a:pt x="274251" y="244293"/>
                    <a:pt x="274701" y="247627"/>
                    <a:pt x="274709" y="250981"/>
                  </a:cubicBezTo>
                  <a:cubicBezTo>
                    <a:pt x="274929" y="272904"/>
                    <a:pt x="257335" y="290852"/>
                    <a:pt x="235412" y="291075"/>
                  </a:cubicBezTo>
                  <a:cubicBezTo>
                    <a:pt x="235279" y="291075"/>
                    <a:pt x="235146" y="291075"/>
                    <a:pt x="235013" y="291075"/>
                  </a:cubicBezTo>
                  <a:close/>
                  <a:moveTo>
                    <a:pt x="108430" y="211682"/>
                  </a:moveTo>
                  <a:lnTo>
                    <a:pt x="235013" y="211682"/>
                  </a:lnTo>
                  <a:cubicBezTo>
                    <a:pt x="247006" y="211736"/>
                    <a:pt x="258332" y="217205"/>
                    <a:pt x="265827" y="226568"/>
                  </a:cubicBezTo>
                  <a:cubicBezTo>
                    <a:pt x="263118" y="216416"/>
                    <a:pt x="264546" y="205601"/>
                    <a:pt x="269797" y="196498"/>
                  </a:cubicBezTo>
                  <a:lnTo>
                    <a:pt x="337182" y="79443"/>
                  </a:lnTo>
                  <a:lnTo>
                    <a:pt x="184747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D4240114-D81A-774D-B26F-4DA091A248D7}"/>
                </a:ext>
              </a:extLst>
            </p:cNvPr>
            <p:cNvSpPr/>
            <p:nvPr/>
          </p:nvSpPr>
          <p:spPr>
            <a:xfrm>
              <a:off x="5902677" y="3802458"/>
              <a:ext cx="258627" cy="418077"/>
            </a:xfrm>
            <a:custGeom>
              <a:avLst/>
              <a:gdLst>
                <a:gd name="connsiteX0" fmla="*/ 218801 w 258627"/>
                <a:gd name="connsiteY0" fmla="*/ 418077 h 418077"/>
                <a:gd name="connsiteX1" fmla="*/ 183719 w 258627"/>
                <a:gd name="connsiteY1" fmla="*/ 396939 h 418077"/>
                <a:gd name="connsiteX2" fmla="*/ 4637 w 258627"/>
                <a:gd name="connsiteY2" fmla="*/ 58327 h 418077"/>
                <a:gd name="connsiteX3" fmla="*/ 21112 w 258627"/>
                <a:gd name="connsiteY3" fmla="*/ 4637 h 418077"/>
                <a:gd name="connsiteX4" fmla="*/ 74801 w 258627"/>
                <a:gd name="connsiteY4" fmla="*/ 21112 h 418077"/>
                <a:gd name="connsiteX5" fmla="*/ 253882 w 258627"/>
                <a:gd name="connsiteY5" fmla="*/ 359574 h 418077"/>
                <a:gd name="connsiteX6" fmla="*/ 237731 w 258627"/>
                <a:gd name="connsiteY6" fmla="*/ 413338 h 418077"/>
                <a:gd name="connsiteX7" fmla="*/ 218801 w 258627"/>
                <a:gd name="connsiteY7" fmla="*/ 418077 h 41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627" h="418077">
                  <a:moveTo>
                    <a:pt x="218801" y="418077"/>
                  </a:moveTo>
                  <a:cubicBezTo>
                    <a:pt x="204093" y="418072"/>
                    <a:pt x="190596" y="409939"/>
                    <a:pt x="183719" y="396939"/>
                  </a:cubicBezTo>
                  <a:lnTo>
                    <a:pt x="4637" y="58327"/>
                  </a:lnTo>
                  <a:cubicBezTo>
                    <a:pt x="-5640" y="38952"/>
                    <a:pt x="1736" y="14914"/>
                    <a:pt x="21112" y="4637"/>
                  </a:cubicBezTo>
                  <a:cubicBezTo>
                    <a:pt x="40488" y="-5639"/>
                    <a:pt x="64525" y="1736"/>
                    <a:pt x="74801" y="21112"/>
                  </a:cubicBezTo>
                  <a:lnTo>
                    <a:pt x="253882" y="359574"/>
                  </a:lnTo>
                  <a:cubicBezTo>
                    <a:pt x="264268" y="378882"/>
                    <a:pt x="257038" y="402953"/>
                    <a:pt x="237731" y="413338"/>
                  </a:cubicBezTo>
                  <a:cubicBezTo>
                    <a:pt x="231910" y="416469"/>
                    <a:pt x="225405" y="418097"/>
                    <a:pt x="218801" y="4180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8" name="Picture Placeholder 69">
            <a:extLst>
              <a:ext uri="{FF2B5EF4-FFF2-40B4-BE49-F238E27FC236}">
                <a16:creationId xmlns:a16="http://schemas.microsoft.com/office/drawing/2014/main" id="{B996FE41-26BB-4899-A0F9-F8EAA718BF73}"/>
              </a:ext>
            </a:extLst>
          </p:cNvPr>
          <p:cNvGrpSpPr>
            <a:grpSpLocks noChangeAspect="1"/>
          </p:cNvGrpSpPr>
          <p:nvPr/>
        </p:nvGrpSpPr>
        <p:grpSpPr>
          <a:xfrm>
            <a:off x="6774065" y="3750825"/>
            <a:ext cx="841322" cy="646656"/>
            <a:chOff x="6774065" y="3750825"/>
            <a:chExt cx="841322" cy="646656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4B9C0C7A-17C9-724B-BC48-01A55B752593}"/>
                </a:ext>
              </a:extLst>
            </p:cNvPr>
            <p:cNvSpPr/>
            <p:nvPr/>
          </p:nvSpPr>
          <p:spPr>
            <a:xfrm>
              <a:off x="7103838" y="3759345"/>
              <a:ext cx="261526" cy="451272"/>
            </a:xfrm>
            <a:custGeom>
              <a:avLst/>
              <a:gdLst>
                <a:gd name="connsiteX0" fmla="*/ 164055 w 261526"/>
                <a:gd name="connsiteY0" fmla="*/ 451265 h 451272"/>
                <a:gd name="connsiteX1" fmla="*/ 13258 w 261526"/>
                <a:gd name="connsiteY1" fmla="*/ 357879 h 451272"/>
                <a:gd name="connsiteX2" fmla="*/ 27251 w 261526"/>
                <a:gd name="connsiteY2" fmla="*/ 225193 h 451272"/>
                <a:gd name="connsiteX3" fmla="*/ 83173 w 261526"/>
                <a:gd name="connsiteY3" fmla="*/ 219884 h 451272"/>
                <a:gd name="connsiteX4" fmla="*/ 88483 w 261526"/>
                <a:gd name="connsiteY4" fmla="*/ 275807 h 451272"/>
                <a:gd name="connsiteX5" fmla="*/ 85208 w 261526"/>
                <a:gd name="connsiteY5" fmla="*/ 324088 h 451272"/>
                <a:gd name="connsiteX6" fmla="*/ 145993 w 261526"/>
                <a:gd name="connsiteY6" fmla="*/ 370284 h 451272"/>
                <a:gd name="connsiteX7" fmla="*/ 166784 w 261526"/>
                <a:gd name="connsiteY7" fmla="*/ 343191 h 451272"/>
                <a:gd name="connsiteX8" fmla="*/ 108877 w 261526"/>
                <a:gd name="connsiteY8" fmla="*/ 96031 h 451272"/>
                <a:gd name="connsiteX9" fmla="*/ 89029 w 261526"/>
                <a:gd name="connsiteY9" fmla="*/ 57922 h 451272"/>
                <a:gd name="connsiteX10" fmla="*/ 106098 w 261526"/>
                <a:gd name="connsiteY10" fmla="*/ 4431 h 451272"/>
                <a:gd name="connsiteX11" fmla="*/ 159589 w 261526"/>
                <a:gd name="connsiteY11" fmla="*/ 21501 h 451272"/>
                <a:gd name="connsiteX12" fmla="*/ 179438 w 261526"/>
                <a:gd name="connsiteY12" fmla="*/ 59014 h 451272"/>
                <a:gd name="connsiteX13" fmla="*/ 234021 w 261526"/>
                <a:gd name="connsiteY13" fmla="*/ 386213 h 451272"/>
                <a:gd name="connsiteX14" fmla="*/ 231589 w 261526"/>
                <a:gd name="connsiteY14" fmla="*/ 389736 h 451272"/>
                <a:gd name="connsiteX15" fmla="*/ 196110 w 261526"/>
                <a:gd name="connsiteY15" fmla="*/ 435982 h 451272"/>
                <a:gd name="connsiteX16" fmla="*/ 164055 w 261526"/>
                <a:gd name="connsiteY16" fmla="*/ 451265 h 451272"/>
                <a:gd name="connsiteX17" fmla="*/ 199584 w 261526"/>
                <a:gd name="connsiteY17" fmla="*/ 365372 h 451272"/>
                <a:gd name="connsiteX18" fmla="*/ 199584 w 261526"/>
                <a:gd name="connsiteY18" fmla="*/ 365372 h 45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1526" h="451272">
                  <a:moveTo>
                    <a:pt x="164055" y="451265"/>
                  </a:moveTo>
                  <a:cubicBezTo>
                    <a:pt x="99997" y="451781"/>
                    <a:pt x="41338" y="415459"/>
                    <a:pt x="13258" y="357879"/>
                  </a:cubicBezTo>
                  <a:cubicBezTo>
                    <a:pt x="-8476" y="311633"/>
                    <a:pt x="-3266" y="262012"/>
                    <a:pt x="27251" y="225193"/>
                  </a:cubicBezTo>
                  <a:cubicBezTo>
                    <a:pt x="41228" y="208285"/>
                    <a:pt x="66265" y="205908"/>
                    <a:pt x="83173" y="219884"/>
                  </a:cubicBezTo>
                  <a:cubicBezTo>
                    <a:pt x="100082" y="233861"/>
                    <a:pt x="102460" y="258898"/>
                    <a:pt x="88483" y="275807"/>
                  </a:cubicBezTo>
                  <a:cubicBezTo>
                    <a:pt x="74093" y="293223"/>
                    <a:pt x="80246" y="313518"/>
                    <a:pt x="85208" y="324088"/>
                  </a:cubicBezTo>
                  <a:cubicBezTo>
                    <a:pt x="97292" y="348011"/>
                    <a:pt x="119708" y="365047"/>
                    <a:pt x="145993" y="370284"/>
                  </a:cubicBezTo>
                  <a:lnTo>
                    <a:pt x="166784" y="343191"/>
                  </a:lnTo>
                  <a:cubicBezTo>
                    <a:pt x="203057" y="281314"/>
                    <a:pt x="168323" y="208719"/>
                    <a:pt x="108877" y="96031"/>
                  </a:cubicBezTo>
                  <a:cubicBezTo>
                    <a:pt x="102261" y="83526"/>
                    <a:pt x="95645" y="70824"/>
                    <a:pt x="89029" y="57922"/>
                  </a:cubicBezTo>
                  <a:cubicBezTo>
                    <a:pt x="78971" y="38438"/>
                    <a:pt x="86614" y="14489"/>
                    <a:pt x="106098" y="4431"/>
                  </a:cubicBezTo>
                  <a:cubicBezTo>
                    <a:pt x="125583" y="-5627"/>
                    <a:pt x="149532" y="2016"/>
                    <a:pt x="159589" y="21501"/>
                  </a:cubicBezTo>
                  <a:cubicBezTo>
                    <a:pt x="166139" y="34203"/>
                    <a:pt x="172739" y="46708"/>
                    <a:pt x="179438" y="59014"/>
                  </a:cubicBezTo>
                  <a:cubicBezTo>
                    <a:pt x="239975" y="173836"/>
                    <a:pt x="297138" y="282307"/>
                    <a:pt x="234021" y="386213"/>
                  </a:cubicBezTo>
                  <a:cubicBezTo>
                    <a:pt x="233271" y="387428"/>
                    <a:pt x="232462" y="388604"/>
                    <a:pt x="231589" y="389736"/>
                  </a:cubicBezTo>
                  <a:lnTo>
                    <a:pt x="196110" y="435982"/>
                  </a:lnTo>
                  <a:cubicBezTo>
                    <a:pt x="188429" y="445837"/>
                    <a:pt x="176550" y="451499"/>
                    <a:pt x="164055" y="451265"/>
                  </a:cubicBezTo>
                  <a:close/>
                  <a:moveTo>
                    <a:pt x="199584" y="365372"/>
                  </a:moveTo>
                  <a:lnTo>
                    <a:pt x="199584" y="365372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6704114A-FCAB-204A-B555-96FCAF6D6F44}"/>
                </a:ext>
              </a:extLst>
            </p:cNvPr>
            <p:cNvSpPr/>
            <p:nvPr/>
          </p:nvSpPr>
          <p:spPr>
            <a:xfrm>
              <a:off x="7337511" y="4119606"/>
              <a:ext cx="277876" cy="277875"/>
            </a:xfrm>
            <a:custGeom>
              <a:avLst/>
              <a:gdLst>
                <a:gd name="connsiteX0" fmla="*/ 138938 w 277876"/>
                <a:gd name="connsiteY0" fmla="*/ 277876 h 277875"/>
                <a:gd name="connsiteX1" fmla="*/ 0 w 277876"/>
                <a:gd name="connsiteY1" fmla="*/ 138938 h 277875"/>
                <a:gd name="connsiteX2" fmla="*/ 138938 w 277876"/>
                <a:gd name="connsiteY2" fmla="*/ 0 h 277875"/>
                <a:gd name="connsiteX3" fmla="*/ 277876 w 277876"/>
                <a:gd name="connsiteY3" fmla="*/ 138938 h 277875"/>
                <a:gd name="connsiteX4" fmla="*/ 138938 w 277876"/>
                <a:gd name="connsiteY4" fmla="*/ 277876 h 277875"/>
                <a:gd name="connsiteX5" fmla="*/ 138938 w 277876"/>
                <a:gd name="connsiteY5" fmla="*/ 79046 h 277875"/>
                <a:gd name="connsiteX6" fmla="*/ 79393 w 277876"/>
                <a:gd name="connsiteY6" fmla="*/ 138591 h 277875"/>
                <a:gd name="connsiteX7" fmla="*/ 138938 w 277876"/>
                <a:gd name="connsiteY7" fmla="*/ 198135 h 277875"/>
                <a:gd name="connsiteX8" fmla="*/ 198483 w 277876"/>
                <a:gd name="connsiteY8" fmla="*/ 138591 h 277875"/>
                <a:gd name="connsiteX9" fmla="*/ 138938 w 277876"/>
                <a:gd name="connsiteY9" fmla="*/ 79046 h 2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876" h="277875">
                  <a:moveTo>
                    <a:pt x="138938" y="277876"/>
                  </a:moveTo>
                  <a:cubicBezTo>
                    <a:pt x="62205" y="277876"/>
                    <a:pt x="0" y="215671"/>
                    <a:pt x="0" y="138938"/>
                  </a:cubicBezTo>
                  <a:cubicBezTo>
                    <a:pt x="0" y="62204"/>
                    <a:pt x="62205" y="0"/>
                    <a:pt x="138938" y="0"/>
                  </a:cubicBezTo>
                  <a:cubicBezTo>
                    <a:pt x="215672" y="0"/>
                    <a:pt x="277876" y="62204"/>
                    <a:pt x="277876" y="138938"/>
                  </a:cubicBezTo>
                  <a:cubicBezTo>
                    <a:pt x="277712" y="215602"/>
                    <a:pt x="215602" y="277712"/>
                    <a:pt x="138938" y="277876"/>
                  </a:cubicBezTo>
                  <a:close/>
                  <a:moveTo>
                    <a:pt x="138938" y="79046"/>
                  </a:moveTo>
                  <a:cubicBezTo>
                    <a:pt x="106054" y="79046"/>
                    <a:pt x="79393" y="105707"/>
                    <a:pt x="79393" y="138591"/>
                  </a:cubicBezTo>
                  <a:cubicBezTo>
                    <a:pt x="79393" y="171474"/>
                    <a:pt x="106054" y="198135"/>
                    <a:pt x="138938" y="198135"/>
                  </a:cubicBezTo>
                  <a:cubicBezTo>
                    <a:pt x="171822" y="198135"/>
                    <a:pt x="198483" y="171474"/>
                    <a:pt x="198483" y="138591"/>
                  </a:cubicBezTo>
                  <a:cubicBezTo>
                    <a:pt x="198349" y="105762"/>
                    <a:pt x="171767" y="79180"/>
                    <a:pt x="138938" y="790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01CF90F3-3FA1-E542-BB35-79CEF7A5769C}"/>
                </a:ext>
              </a:extLst>
            </p:cNvPr>
            <p:cNvSpPr/>
            <p:nvPr/>
          </p:nvSpPr>
          <p:spPr>
            <a:xfrm>
              <a:off x="7005995" y="3994777"/>
              <a:ext cx="496712" cy="320037"/>
            </a:xfrm>
            <a:custGeom>
              <a:avLst/>
              <a:gdLst>
                <a:gd name="connsiteX0" fmla="*/ 288197 w 496712"/>
                <a:gd name="connsiteY0" fmla="*/ 320037 h 320037"/>
                <a:gd name="connsiteX1" fmla="*/ 39697 w 496712"/>
                <a:gd name="connsiteY1" fmla="*/ 320037 h 320037"/>
                <a:gd name="connsiteX2" fmla="*/ 0 w 496712"/>
                <a:gd name="connsiteY2" fmla="*/ 280341 h 320037"/>
                <a:gd name="connsiteX3" fmla="*/ 39697 w 496712"/>
                <a:gd name="connsiteY3" fmla="*/ 240644 h 320037"/>
                <a:gd name="connsiteX4" fmla="*/ 267555 w 496712"/>
                <a:gd name="connsiteY4" fmla="*/ 240644 h 320037"/>
                <a:gd name="connsiteX5" fmla="*/ 424505 w 496712"/>
                <a:gd name="connsiteY5" fmla="*/ 16904 h 320037"/>
                <a:gd name="connsiteX6" fmla="*/ 479808 w 496712"/>
                <a:gd name="connsiteY6" fmla="*/ 7203 h 320037"/>
                <a:gd name="connsiteX7" fmla="*/ 489509 w 496712"/>
                <a:gd name="connsiteY7" fmla="*/ 62506 h 320037"/>
                <a:gd name="connsiteX8" fmla="*/ 320798 w 496712"/>
                <a:gd name="connsiteY8" fmla="*/ 302968 h 320037"/>
                <a:gd name="connsiteX9" fmla="*/ 288197 w 496712"/>
                <a:gd name="connsiteY9" fmla="*/ 320037 h 32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712" h="320037">
                  <a:moveTo>
                    <a:pt x="288197" y="320037"/>
                  </a:moveTo>
                  <a:lnTo>
                    <a:pt x="39697" y="320037"/>
                  </a:lnTo>
                  <a:cubicBezTo>
                    <a:pt x="17773" y="320037"/>
                    <a:pt x="0" y="302263"/>
                    <a:pt x="0" y="280341"/>
                  </a:cubicBezTo>
                  <a:cubicBezTo>
                    <a:pt x="0" y="258418"/>
                    <a:pt x="17773" y="240644"/>
                    <a:pt x="39697" y="240644"/>
                  </a:cubicBezTo>
                  <a:lnTo>
                    <a:pt x="267555" y="240644"/>
                  </a:lnTo>
                  <a:lnTo>
                    <a:pt x="424505" y="16904"/>
                  </a:lnTo>
                  <a:cubicBezTo>
                    <a:pt x="437099" y="-1046"/>
                    <a:pt x="461860" y="-5389"/>
                    <a:pt x="479808" y="7203"/>
                  </a:cubicBezTo>
                  <a:cubicBezTo>
                    <a:pt x="497756" y="19796"/>
                    <a:pt x="502102" y="44555"/>
                    <a:pt x="489509" y="62506"/>
                  </a:cubicBezTo>
                  <a:lnTo>
                    <a:pt x="320798" y="302968"/>
                  </a:lnTo>
                  <a:cubicBezTo>
                    <a:pt x="313385" y="313656"/>
                    <a:pt x="301203" y="320032"/>
                    <a:pt x="288197" y="32003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4F8302E-935C-414B-ACD9-E7E290432DA6}"/>
                </a:ext>
              </a:extLst>
            </p:cNvPr>
            <p:cNvSpPr/>
            <p:nvPr/>
          </p:nvSpPr>
          <p:spPr>
            <a:xfrm>
              <a:off x="6807175" y="4184889"/>
              <a:ext cx="278438" cy="212593"/>
            </a:xfrm>
            <a:custGeom>
              <a:avLst/>
              <a:gdLst>
                <a:gd name="connsiteX0" fmla="*/ 139126 w 278438"/>
                <a:gd name="connsiteY0" fmla="*/ 212593 h 212593"/>
                <a:gd name="connsiteX1" fmla="*/ 0 w 278438"/>
                <a:gd name="connsiteY1" fmla="*/ 73844 h 212593"/>
                <a:gd name="connsiteX2" fmla="*/ 8028 w 278438"/>
                <a:gd name="connsiteY2" fmla="*/ 27111 h 212593"/>
                <a:gd name="connsiteX3" fmla="*/ 58269 w 278438"/>
                <a:gd name="connsiteY3" fmla="*/ 2062 h 212593"/>
                <a:gd name="connsiteX4" fmla="*/ 83319 w 278438"/>
                <a:gd name="connsiteY4" fmla="*/ 52303 h 212593"/>
                <a:gd name="connsiteX5" fmla="*/ 82856 w 278438"/>
                <a:gd name="connsiteY5" fmla="*/ 53608 h 212593"/>
                <a:gd name="connsiteX6" fmla="*/ 119942 w 278438"/>
                <a:gd name="connsiteY6" fmla="*/ 129210 h 212593"/>
                <a:gd name="connsiteX7" fmla="*/ 195545 w 278438"/>
                <a:gd name="connsiteY7" fmla="*/ 92124 h 212593"/>
                <a:gd name="connsiteX8" fmla="*/ 195545 w 278438"/>
                <a:gd name="connsiteY8" fmla="*/ 53608 h 212593"/>
                <a:gd name="connsiteX9" fmla="*/ 220595 w 278438"/>
                <a:gd name="connsiteY9" fmla="*/ 3367 h 212593"/>
                <a:gd name="connsiteX10" fmla="*/ 270373 w 278438"/>
                <a:gd name="connsiteY10" fmla="*/ 27111 h 212593"/>
                <a:gd name="connsiteX11" fmla="*/ 186007 w 278438"/>
                <a:gd name="connsiteY11" fmla="*/ 204564 h 212593"/>
                <a:gd name="connsiteX12" fmla="*/ 139225 w 278438"/>
                <a:gd name="connsiteY12" fmla="*/ 212593 h 21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8438" h="212593">
                  <a:moveTo>
                    <a:pt x="139126" y="212593"/>
                  </a:moveTo>
                  <a:cubicBezTo>
                    <a:pt x="62393" y="212697"/>
                    <a:pt x="104" y="150577"/>
                    <a:pt x="0" y="73844"/>
                  </a:cubicBezTo>
                  <a:cubicBezTo>
                    <a:pt x="-21" y="57920"/>
                    <a:pt x="2694" y="42111"/>
                    <a:pt x="8028" y="27111"/>
                  </a:cubicBezTo>
                  <a:cubicBezTo>
                    <a:pt x="14985" y="6320"/>
                    <a:pt x="37478" y="-4894"/>
                    <a:pt x="58269" y="2062"/>
                  </a:cubicBezTo>
                  <a:cubicBezTo>
                    <a:pt x="79060" y="9019"/>
                    <a:pt x="90275" y="31512"/>
                    <a:pt x="83319" y="52303"/>
                  </a:cubicBezTo>
                  <a:cubicBezTo>
                    <a:pt x="83172" y="52740"/>
                    <a:pt x="83018" y="53177"/>
                    <a:pt x="82856" y="53608"/>
                  </a:cubicBezTo>
                  <a:cubicBezTo>
                    <a:pt x="72220" y="84725"/>
                    <a:pt x="88824" y="118577"/>
                    <a:pt x="119942" y="129210"/>
                  </a:cubicBezTo>
                  <a:cubicBezTo>
                    <a:pt x="151060" y="139849"/>
                    <a:pt x="184909" y="123246"/>
                    <a:pt x="195545" y="92124"/>
                  </a:cubicBezTo>
                  <a:cubicBezTo>
                    <a:pt x="199812" y="79639"/>
                    <a:pt x="199812" y="66093"/>
                    <a:pt x="195545" y="53608"/>
                  </a:cubicBezTo>
                  <a:cubicBezTo>
                    <a:pt x="188589" y="32817"/>
                    <a:pt x="199804" y="10324"/>
                    <a:pt x="220595" y="3367"/>
                  </a:cubicBezTo>
                  <a:cubicBezTo>
                    <a:pt x="240874" y="-3416"/>
                    <a:pt x="262884" y="7079"/>
                    <a:pt x="270373" y="27111"/>
                  </a:cubicBezTo>
                  <a:cubicBezTo>
                    <a:pt x="296079" y="99408"/>
                    <a:pt x="258307" y="178861"/>
                    <a:pt x="186007" y="204564"/>
                  </a:cubicBezTo>
                  <a:cubicBezTo>
                    <a:pt x="170990" y="209904"/>
                    <a:pt x="155165" y="212618"/>
                    <a:pt x="139225" y="2125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AC38C319-FCA2-2D4B-9B48-F1935E3802F9}"/>
                </a:ext>
              </a:extLst>
            </p:cNvPr>
            <p:cNvSpPr/>
            <p:nvPr/>
          </p:nvSpPr>
          <p:spPr>
            <a:xfrm>
              <a:off x="6853132" y="3969947"/>
              <a:ext cx="131802" cy="163753"/>
            </a:xfrm>
            <a:custGeom>
              <a:avLst/>
              <a:gdLst>
                <a:gd name="connsiteX0" fmla="*/ 39629 w 131802"/>
                <a:gd name="connsiteY0" fmla="*/ 163751 h 163753"/>
                <a:gd name="connsiteX1" fmla="*/ 18738 w 131802"/>
                <a:gd name="connsiteY1" fmla="*/ 157797 h 163753"/>
                <a:gd name="connsiteX2" fmla="*/ 5936 w 131802"/>
                <a:gd name="connsiteY2" fmla="*/ 103214 h 163753"/>
                <a:gd name="connsiteX3" fmla="*/ 58088 w 131802"/>
                <a:gd name="connsiteY3" fmla="*/ 18859 h 163753"/>
                <a:gd name="connsiteX4" fmla="*/ 112943 w 131802"/>
                <a:gd name="connsiteY4" fmla="*/ 5983 h 163753"/>
                <a:gd name="connsiteX5" fmla="*/ 125820 w 131802"/>
                <a:gd name="connsiteY5" fmla="*/ 60838 h 163753"/>
                <a:gd name="connsiteX6" fmla="*/ 73619 w 131802"/>
                <a:gd name="connsiteY6" fmla="*/ 145193 h 163753"/>
                <a:gd name="connsiteX7" fmla="*/ 39629 w 131802"/>
                <a:gd name="connsiteY7" fmla="*/ 163751 h 16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802" h="163753">
                  <a:moveTo>
                    <a:pt x="39629" y="163751"/>
                  </a:moveTo>
                  <a:cubicBezTo>
                    <a:pt x="32243" y="163774"/>
                    <a:pt x="25002" y="161710"/>
                    <a:pt x="18738" y="157797"/>
                  </a:cubicBezTo>
                  <a:cubicBezTo>
                    <a:pt x="156" y="146241"/>
                    <a:pt x="-5570" y="121827"/>
                    <a:pt x="5936" y="103214"/>
                  </a:cubicBezTo>
                  <a:lnTo>
                    <a:pt x="58088" y="18859"/>
                  </a:lnTo>
                  <a:cubicBezTo>
                    <a:pt x="69680" y="156"/>
                    <a:pt x="94240" y="-5610"/>
                    <a:pt x="112943" y="5983"/>
                  </a:cubicBezTo>
                  <a:cubicBezTo>
                    <a:pt x="131647" y="17575"/>
                    <a:pt x="137412" y="42135"/>
                    <a:pt x="125820" y="60838"/>
                  </a:cubicBezTo>
                  <a:lnTo>
                    <a:pt x="73619" y="145193"/>
                  </a:lnTo>
                  <a:cubicBezTo>
                    <a:pt x="66279" y="156861"/>
                    <a:pt x="53412" y="163886"/>
                    <a:pt x="39629" y="1637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55E8B56-2279-6E43-964D-E5F9040106A3}"/>
                </a:ext>
              </a:extLst>
            </p:cNvPr>
            <p:cNvSpPr/>
            <p:nvPr/>
          </p:nvSpPr>
          <p:spPr>
            <a:xfrm>
              <a:off x="6774065" y="4051209"/>
              <a:ext cx="349148" cy="213984"/>
            </a:xfrm>
            <a:custGeom>
              <a:avLst/>
              <a:gdLst>
                <a:gd name="connsiteX0" fmla="*/ 307651 w 349148"/>
                <a:gd name="connsiteY0" fmla="*/ 213984 h 213984"/>
                <a:gd name="connsiteX1" fmla="*/ 39699 w 349148"/>
                <a:gd name="connsiteY1" fmla="*/ 213984 h 213984"/>
                <a:gd name="connsiteX2" fmla="*/ 3 w 349148"/>
                <a:gd name="connsiteY2" fmla="*/ 174288 h 213984"/>
                <a:gd name="connsiteX3" fmla="*/ 87484 w 349148"/>
                <a:gd name="connsiteY3" fmla="*/ 19074 h 213984"/>
                <a:gd name="connsiteX4" fmla="*/ 288895 w 349148"/>
                <a:gd name="connsiteY4" fmla="*/ 37633 h 213984"/>
                <a:gd name="connsiteX5" fmla="*/ 346703 w 349148"/>
                <a:gd name="connsiteY5" fmla="*/ 180987 h 213984"/>
                <a:gd name="connsiteX6" fmla="*/ 307651 w 349148"/>
                <a:gd name="connsiteY6" fmla="*/ 213984 h 213984"/>
                <a:gd name="connsiteX7" fmla="*/ 85053 w 349148"/>
                <a:gd name="connsiteY7" fmla="*/ 134591 h 213984"/>
                <a:gd name="connsiteX8" fmla="*/ 266764 w 349148"/>
                <a:gd name="connsiteY8" fmla="*/ 134591 h 213984"/>
                <a:gd name="connsiteX9" fmla="*/ 241557 w 349148"/>
                <a:gd name="connsiteY9" fmla="*/ 101643 h 213984"/>
                <a:gd name="connsiteX10" fmla="*/ 123310 w 349148"/>
                <a:gd name="connsiteY10" fmla="*/ 90181 h 213984"/>
                <a:gd name="connsiteX11" fmla="*/ 85053 w 349148"/>
                <a:gd name="connsiteY11" fmla="*/ 134591 h 2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148" h="213984">
                  <a:moveTo>
                    <a:pt x="307651" y="213984"/>
                  </a:moveTo>
                  <a:lnTo>
                    <a:pt x="39699" y="213984"/>
                  </a:lnTo>
                  <a:cubicBezTo>
                    <a:pt x="17776" y="213984"/>
                    <a:pt x="3" y="196210"/>
                    <a:pt x="3" y="174288"/>
                  </a:cubicBezTo>
                  <a:cubicBezTo>
                    <a:pt x="-344" y="102834"/>
                    <a:pt x="30718" y="47755"/>
                    <a:pt x="87484" y="19074"/>
                  </a:cubicBezTo>
                  <a:cubicBezTo>
                    <a:pt x="149312" y="-12187"/>
                    <a:pt x="232129" y="-4347"/>
                    <a:pt x="288895" y="37633"/>
                  </a:cubicBezTo>
                  <a:cubicBezTo>
                    <a:pt x="335638" y="72367"/>
                    <a:pt x="356726" y="124618"/>
                    <a:pt x="346703" y="180987"/>
                  </a:cubicBezTo>
                  <a:cubicBezTo>
                    <a:pt x="343444" y="200021"/>
                    <a:pt x="326962" y="213950"/>
                    <a:pt x="307651" y="213984"/>
                  </a:cubicBezTo>
                  <a:close/>
                  <a:moveTo>
                    <a:pt x="85053" y="134591"/>
                  </a:moveTo>
                  <a:lnTo>
                    <a:pt x="266764" y="134591"/>
                  </a:lnTo>
                  <a:cubicBezTo>
                    <a:pt x="262000" y="121248"/>
                    <a:pt x="253187" y="109731"/>
                    <a:pt x="241557" y="101643"/>
                  </a:cubicBezTo>
                  <a:cubicBezTo>
                    <a:pt x="209005" y="77478"/>
                    <a:pt x="158194" y="72516"/>
                    <a:pt x="123310" y="90181"/>
                  </a:cubicBezTo>
                  <a:cubicBezTo>
                    <a:pt x="105049" y="99167"/>
                    <a:pt x="91235" y="115200"/>
                    <a:pt x="85053" y="1345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F9BC97DD-A139-9945-9FDD-3998C8610F12}"/>
                </a:ext>
              </a:extLst>
            </p:cNvPr>
            <p:cNvSpPr/>
            <p:nvPr/>
          </p:nvSpPr>
          <p:spPr>
            <a:xfrm>
              <a:off x="7365350" y="4076882"/>
              <a:ext cx="136319" cy="191437"/>
            </a:xfrm>
            <a:custGeom>
              <a:avLst/>
              <a:gdLst>
                <a:gd name="connsiteX0" fmla="*/ 96610 w 136319"/>
                <a:gd name="connsiteY0" fmla="*/ 191438 h 191437"/>
                <a:gd name="connsiteX1" fmla="*/ 61181 w 136319"/>
                <a:gd name="connsiteY1" fmla="*/ 169704 h 191437"/>
                <a:gd name="connsiteX2" fmla="*/ 4663 w 136319"/>
                <a:gd name="connsiteY2" fmla="*/ 58355 h 191437"/>
                <a:gd name="connsiteX3" fmla="*/ 21052 w 136319"/>
                <a:gd name="connsiteY3" fmla="*/ 4662 h 191437"/>
                <a:gd name="connsiteX4" fmla="*/ 74747 w 136319"/>
                <a:gd name="connsiteY4" fmla="*/ 21054 h 191437"/>
                <a:gd name="connsiteX5" fmla="*/ 75422 w 136319"/>
                <a:gd name="connsiteY5" fmla="*/ 22380 h 191437"/>
                <a:gd name="connsiteX6" fmla="*/ 131989 w 136319"/>
                <a:gd name="connsiteY6" fmla="*/ 133729 h 191437"/>
                <a:gd name="connsiteX7" fmla="*/ 114627 w 136319"/>
                <a:gd name="connsiteY7" fmla="*/ 187116 h 191437"/>
                <a:gd name="connsiteX8" fmla="*/ 96610 w 136319"/>
                <a:gd name="connsiteY8" fmla="*/ 191438 h 19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19" h="191437">
                  <a:moveTo>
                    <a:pt x="96610" y="191438"/>
                  </a:moveTo>
                  <a:cubicBezTo>
                    <a:pt x="81649" y="191448"/>
                    <a:pt x="67949" y="183047"/>
                    <a:pt x="61181" y="169704"/>
                  </a:cubicBezTo>
                  <a:lnTo>
                    <a:pt x="4663" y="58355"/>
                  </a:lnTo>
                  <a:cubicBezTo>
                    <a:pt x="-5639" y="39001"/>
                    <a:pt x="1700" y="14962"/>
                    <a:pt x="21052" y="4662"/>
                  </a:cubicBezTo>
                  <a:cubicBezTo>
                    <a:pt x="40409" y="-5638"/>
                    <a:pt x="64446" y="1701"/>
                    <a:pt x="74747" y="21054"/>
                  </a:cubicBezTo>
                  <a:cubicBezTo>
                    <a:pt x="74980" y="21492"/>
                    <a:pt x="75203" y="21934"/>
                    <a:pt x="75422" y="22380"/>
                  </a:cubicBezTo>
                  <a:lnTo>
                    <a:pt x="131989" y="133729"/>
                  </a:lnTo>
                  <a:cubicBezTo>
                    <a:pt x="141938" y="153264"/>
                    <a:pt x="134163" y="177167"/>
                    <a:pt x="114627" y="187116"/>
                  </a:cubicBezTo>
                  <a:cubicBezTo>
                    <a:pt x="109045" y="189959"/>
                    <a:pt x="102872" y="191438"/>
                    <a:pt x="96610" y="1914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BC4C923A-A7E8-9B42-B7F1-C7AAFD914839}"/>
                </a:ext>
              </a:extLst>
            </p:cNvPr>
            <p:cNvSpPr/>
            <p:nvPr/>
          </p:nvSpPr>
          <p:spPr>
            <a:xfrm>
              <a:off x="6832422" y="3970149"/>
              <a:ext cx="368930" cy="79393"/>
            </a:xfrm>
            <a:custGeom>
              <a:avLst/>
              <a:gdLst>
                <a:gd name="connsiteX0" fmla="*/ 329234 w 368930"/>
                <a:gd name="connsiteY0" fmla="*/ 79393 h 79393"/>
                <a:gd name="connsiteX1" fmla="*/ 39697 w 368930"/>
                <a:gd name="connsiteY1" fmla="*/ 79393 h 79393"/>
                <a:gd name="connsiteX2" fmla="*/ 0 w 368930"/>
                <a:gd name="connsiteY2" fmla="*/ 39697 h 79393"/>
                <a:gd name="connsiteX3" fmla="*/ 39697 w 368930"/>
                <a:gd name="connsiteY3" fmla="*/ 0 h 79393"/>
                <a:gd name="connsiteX4" fmla="*/ 329234 w 368930"/>
                <a:gd name="connsiteY4" fmla="*/ 0 h 79393"/>
                <a:gd name="connsiteX5" fmla="*/ 368930 w 368930"/>
                <a:gd name="connsiteY5" fmla="*/ 39697 h 79393"/>
                <a:gd name="connsiteX6" fmla="*/ 329234 w 36893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30" h="79393">
                  <a:moveTo>
                    <a:pt x="32923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29234" y="0"/>
                  </a:lnTo>
                  <a:cubicBezTo>
                    <a:pt x="351158" y="0"/>
                    <a:pt x="368930" y="17773"/>
                    <a:pt x="368930" y="39697"/>
                  </a:cubicBezTo>
                  <a:cubicBezTo>
                    <a:pt x="368930" y="61620"/>
                    <a:pt x="351158" y="79393"/>
                    <a:pt x="32923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0AF02E30-3672-764C-BA04-B08400D18939}"/>
                </a:ext>
              </a:extLst>
            </p:cNvPr>
            <p:cNvSpPr/>
            <p:nvPr/>
          </p:nvSpPr>
          <p:spPr>
            <a:xfrm>
              <a:off x="7109355" y="3750825"/>
              <a:ext cx="162359" cy="79393"/>
            </a:xfrm>
            <a:custGeom>
              <a:avLst/>
              <a:gdLst>
                <a:gd name="connsiteX0" fmla="*/ 122662 w 162359"/>
                <a:gd name="connsiteY0" fmla="*/ 79393 h 79393"/>
                <a:gd name="connsiteX1" fmla="*/ 39697 w 162359"/>
                <a:gd name="connsiteY1" fmla="*/ 79393 h 79393"/>
                <a:gd name="connsiteX2" fmla="*/ 0 w 162359"/>
                <a:gd name="connsiteY2" fmla="*/ 39697 h 79393"/>
                <a:gd name="connsiteX3" fmla="*/ 39697 w 162359"/>
                <a:gd name="connsiteY3" fmla="*/ 0 h 79393"/>
                <a:gd name="connsiteX4" fmla="*/ 122662 w 162359"/>
                <a:gd name="connsiteY4" fmla="*/ 0 h 79393"/>
                <a:gd name="connsiteX5" fmla="*/ 162359 w 162359"/>
                <a:gd name="connsiteY5" fmla="*/ 39697 h 79393"/>
                <a:gd name="connsiteX6" fmla="*/ 122662 w 1623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9" h="79393">
                  <a:moveTo>
                    <a:pt x="1226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2662" y="0"/>
                  </a:lnTo>
                  <a:cubicBezTo>
                    <a:pt x="144586" y="0"/>
                    <a:pt x="162359" y="17773"/>
                    <a:pt x="162359" y="39697"/>
                  </a:cubicBezTo>
                  <a:cubicBezTo>
                    <a:pt x="162359" y="61620"/>
                    <a:pt x="144586" y="79393"/>
                    <a:pt x="1226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700CC4CC-C29F-0B4E-8561-0800DB76D46C}"/>
                </a:ext>
              </a:extLst>
            </p:cNvPr>
            <p:cNvSpPr/>
            <p:nvPr/>
          </p:nvSpPr>
          <p:spPr>
            <a:xfrm>
              <a:off x="7215655" y="3810085"/>
              <a:ext cx="289886" cy="261835"/>
            </a:xfrm>
            <a:custGeom>
              <a:avLst/>
              <a:gdLst>
                <a:gd name="connsiteX0" fmla="*/ 250076 w 289886"/>
                <a:gd name="connsiteY0" fmla="*/ 261836 h 261835"/>
                <a:gd name="connsiteX1" fmla="*/ 246652 w 289886"/>
                <a:gd name="connsiteY1" fmla="*/ 261836 h 261835"/>
                <a:gd name="connsiteX2" fmla="*/ 3511 w 289886"/>
                <a:gd name="connsiteY2" fmla="*/ 56009 h 261835"/>
                <a:gd name="connsiteX3" fmla="*/ 23409 w 289886"/>
                <a:gd name="connsiteY3" fmla="*/ 3511 h 261835"/>
                <a:gd name="connsiteX4" fmla="*/ 75907 w 289886"/>
                <a:gd name="connsiteY4" fmla="*/ 23409 h 261835"/>
                <a:gd name="connsiteX5" fmla="*/ 255783 w 289886"/>
                <a:gd name="connsiteY5" fmla="*/ 182741 h 261835"/>
                <a:gd name="connsiteX6" fmla="*/ 289485 w 289886"/>
                <a:gd name="connsiteY6" fmla="*/ 227638 h 261835"/>
                <a:gd name="connsiteX7" fmla="*/ 250027 w 289886"/>
                <a:gd name="connsiteY7" fmla="*/ 261737 h 261835"/>
                <a:gd name="connsiteX8" fmla="*/ 253450 w 289886"/>
                <a:gd name="connsiteY8" fmla="*/ 182443 h 261835"/>
                <a:gd name="connsiteX9" fmla="*/ 255137 w 289886"/>
                <a:gd name="connsiteY9" fmla="*/ 182443 h 26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9886" h="261835">
                  <a:moveTo>
                    <a:pt x="250076" y="261836"/>
                  </a:moveTo>
                  <a:cubicBezTo>
                    <a:pt x="248985" y="261836"/>
                    <a:pt x="247794" y="261836"/>
                    <a:pt x="246652" y="261836"/>
                  </a:cubicBezTo>
                  <a:cubicBezTo>
                    <a:pt x="212960" y="258958"/>
                    <a:pt x="58094" y="178324"/>
                    <a:pt x="3511" y="56009"/>
                  </a:cubicBezTo>
                  <a:cubicBezTo>
                    <a:pt x="-5492" y="36018"/>
                    <a:pt x="3417" y="12513"/>
                    <a:pt x="23409" y="3511"/>
                  </a:cubicBezTo>
                  <a:cubicBezTo>
                    <a:pt x="43401" y="-5492"/>
                    <a:pt x="66906" y="3417"/>
                    <a:pt x="75907" y="23409"/>
                  </a:cubicBezTo>
                  <a:cubicBezTo>
                    <a:pt x="114066" y="108905"/>
                    <a:pt x="229732" y="175347"/>
                    <a:pt x="255783" y="182741"/>
                  </a:cubicBezTo>
                  <a:cubicBezTo>
                    <a:pt x="277487" y="185832"/>
                    <a:pt x="292576" y="205933"/>
                    <a:pt x="289485" y="227638"/>
                  </a:cubicBezTo>
                  <a:cubicBezTo>
                    <a:pt x="286691" y="247261"/>
                    <a:pt x="269850" y="261816"/>
                    <a:pt x="250027" y="261737"/>
                  </a:cubicBezTo>
                  <a:close/>
                  <a:moveTo>
                    <a:pt x="253450" y="182443"/>
                  </a:moveTo>
                  <a:lnTo>
                    <a:pt x="255137" y="182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9" name="Picture Placeholder 71">
            <a:extLst>
              <a:ext uri="{FF2B5EF4-FFF2-40B4-BE49-F238E27FC236}">
                <a16:creationId xmlns:a16="http://schemas.microsoft.com/office/drawing/2014/main" id="{0DA54CF2-F42A-4E6C-AB7F-752F405E45DC}"/>
              </a:ext>
            </a:extLst>
          </p:cNvPr>
          <p:cNvGrpSpPr>
            <a:grpSpLocks noChangeAspect="1"/>
          </p:cNvGrpSpPr>
          <p:nvPr/>
        </p:nvGrpSpPr>
        <p:grpSpPr>
          <a:xfrm>
            <a:off x="8095297" y="3730629"/>
            <a:ext cx="834298" cy="687048"/>
            <a:chOff x="8095297" y="3730629"/>
            <a:chExt cx="834298" cy="687048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6D60ED51-07BA-5B4B-9E32-C9C3FCE2A564}"/>
                </a:ext>
              </a:extLst>
            </p:cNvPr>
            <p:cNvSpPr/>
            <p:nvPr/>
          </p:nvSpPr>
          <p:spPr>
            <a:xfrm>
              <a:off x="8363547" y="3730629"/>
              <a:ext cx="160618" cy="142809"/>
            </a:xfrm>
            <a:custGeom>
              <a:avLst/>
              <a:gdLst>
                <a:gd name="connsiteX0" fmla="*/ 120926 w 160618"/>
                <a:gd name="connsiteY0" fmla="*/ 142808 h 142809"/>
                <a:gd name="connsiteX1" fmla="*/ 84703 w 160618"/>
                <a:gd name="connsiteY1" fmla="*/ 119437 h 142809"/>
                <a:gd name="connsiteX2" fmla="*/ 66889 w 160618"/>
                <a:gd name="connsiteY2" fmla="*/ 79393 h 142809"/>
                <a:gd name="connsiteX3" fmla="*/ 39697 w 160618"/>
                <a:gd name="connsiteY3" fmla="*/ 79393 h 142809"/>
                <a:gd name="connsiteX4" fmla="*/ 0 w 160618"/>
                <a:gd name="connsiteY4" fmla="*/ 39697 h 142809"/>
                <a:gd name="connsiteX5" fmla="*/ 39697 w 160618"/>
                <a:gd name="connsiteY5" fmla="*/ 0 h 142809"/>
                <a:gd name="connsiteX6" fmla="*/ 92295 w 160618"/>
                <a:gd name="connsiteY6" fmla="*/ 0 h 142809"/>
                <a:gd name="connsiteX7" fmla="*/ 128468 w 160618"/>
                <a:gd name="connsiteY7" fmla="*/ 23471 h 142809"/>
                <a:gd name="connsiteX8" fmla="*/ 157099 w 160618"/>
                <a:gd name="connsiteY8" fmla="*/ 86886 h 142809"/>
                <a:gd name="connsiteX9" fmla="*/ 137251 w 160618"/>
                <a:gd name="connsiteY9" fmla="*/ 139385 h 142809"/>
                <a:gd name="connsiteX10" fmla="*/ 120926 w 160618"/>
                <a:gd name="connsiteY10" fmla="*/ 142808 h 14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0618" h="142809">
                  <a:moveTo>
                    <a:pt x="120926" y="142808"/>
                  </a:moveTo>
                  <a:cubicBezTo>
                    <a:pt x="105305" y="142824"/>
                    <a:pt x="91127" y="133676"/>
                    <a:pt x="84703" y="119437"/>
                  </a:cubicBezTo>
                  <a:lnTo>
                    <a:pt x="6688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2295" y="0"/>
                  </a:lnTo>
                  <a:cubicBezTo>
                    <a:pt x="107921" y="22"/>
                    <a:pt x="122081" y="9209"/>
                    <a:pt x="128468" y="23471"/>
                  </a:cubicBezTo>
                  <a:lnTo>
                    <a:pt x="157099" y="86886"/>
                  </a:lnTo>
                  <a:cubicBezTo>
                    <a:pt x="166109" y="106864"/>
                    <a:pt x="157225" y="130364"/>
                    <a:pt x="137251" y="139385"/>
                  </a:cubicBezTo>
                  <a:cubicBezTo>
                    <a:pt x="132119" y="141688"/>
                    <a:pt x="126551" y="142856"/>
                    <a:pt x="120926" y="14280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BDE9B131-52CF-7A47-9564-2C4C8F154803}"/>
                </a:ext>
              </a:extLst>
            </p:cNvPr>
            <p:cNvSpPr/>
            <p:nvPr/>
          </p:nvSpPr>
          <p:spPr>
            <a:xfrm>
              <a:off x="8561633" y="4044927"/>
              <a:ext cx="174516" cy="79393"/>
            </a:xfrm>
            <a:custGeom>
              <a:avLst/>
              <a:gdLst>
                <a:gd name="connsiteX0" fmla="*/ 134820 w 174516"/>
                <a:gd name="connsiteY0" fmla="*/ 79393 h 79393"/>
                <a:gd name="connsiteX1" fmla="*/ 39697 w 174516"/>
                <a:gd name="connsiteY1" fmla="*/ 79393 h 79393"/>
                <a:gd name="connsiteX2" fmla="*/ 0 w 174516"/>
                <a:gd name="connsiteY2" fmla="*/ 39697 h 79393"/>
                <a:gd name="connsiteX3" fmla="*/ 39697 w 174516"/>
                <a:gd name="connsiteY3" fmla="*/ 0 h 79393"/>
                <a:gd name="connsiteX4" fmla="*/ 134820 w 174516"/>
                <a:gd name="connsiteY4" fmla="*/ 0 h 79393"/>
                <a:gd name="connsiteX5" fmla="*/ 174516 w 174516"/>
                <a:gd name="connsiteY5" fmla="*/ 39697 h 79393"/>
                <a:gd name="connsiteX6" fmla="*/ 134820 w 17451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516" h="79393">
                  <a:moveTo>
                    <a:pt x="134820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4820" y="0"/>
                  </a:lnTo>
                  <a:cubicBezTo>
                    <a:pt x="156742" y="0"/>
                    <a:pt x="174516" y="17773"/>
                    <a:pt x="174516" y="39697"/>
                  </a:cubicBezTo>
                  <a:cubicBezTo>
                    <a:pt x="174516" y="61620"/>
                    <a:pt x="156742" y="79393"/>
                    <a:pt x="13482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0070554A-7BD5-8A45-80EA-7E82523A4769}"/>
                </a:ext>
              </a:extLst>
            </p:cNvPr>
            <p:cNvSpPr/>
            <p:nvPr/>
          </p:nvSpPr>
          <p:spPr>
            <a:xfrm>
              <a:off x="8295101" y="3838753"/>
              <a:ext cx="365093" cy="168412"/>
            </a:xfrm>
            <a:custGeom>
              <a:avLst/>
              <a:gdLst>
                <a:gd name="connsiteX0" fmla="*/ 39765 w 365093"/>
                <a:gd name="connsiteY0" fmla="*/ 168413 h 168412"/>
                <a:gd name="connsiteX1" fmla="*/ 0 w 365093"/>
                <a:gd name="connsiteY1" fmla="*/ 128785 h 168412"/>
                <a:gd name="connsiteX2" fmla="*/ 2897 w 365093"/>
                <a:gd name="connsiteY2" fmla="*/ 113830 h 168412"/>
                <a:gd name="connsiteX3" fmla="*/ 21852 w 365093"/>
                <a:gd name="connsiteY3" fmla="*/ 68328 h 168412"/>
                <a:gd name="connsiteX4" fmla="*/ 81397 w 365093"/>
                <a:gd name="connsiteY4" fmla="*/ 0 h 168412"/>
                <a:gd name="connsiteX5" fmla="*/ 260032 w 365093"/>
                <a:gd name="connsiteY5" fmla="*/ 0 h 168412"/>
                <a:gd name="connsiteX6" fmla="*/ 326722 w 365093"/>
                <a:gd name="connsiteY6" fmla="*/ 61133 h 168412"/>
                <a:gd name="connsiteX7" fmla="*/ 358132 w 365093"/>
                <a:gd name="connsiteY7" fmla="*/ 106089 h 168412"/>
                <a:gd name="connsiteX8" fmla="*/ 347836 w 365093"/>
                <a:gd name="connsiteY8" fmla="*/ 161292 h 168412"/>
                <a:gd name="connsiteX9" fmla="*/ 292632 w 365093"/>
                <a:gd name="connsiteY9" fmla="*/ 150996 h 168412"/>
                <a:gd name="connsiteX10" fmla="*/ 241870 w 365093"/>
                <a:gd name="connsiteY10" fmla="*/ 79393 h 168412"/>
                <a:gd name="connsiteX11" fmla="*/ 103875 w 365093"/>
                <a:gd name="connsiteY11" fmla="*/ 79393 h 168412"/>
                <a:gd name="connsiteX12" fmla="*/ 76633 w 365093"/>
                <a:gd name="connsiteY12" fmla="*/ 143305 h 168412"/>
                <a:gd name="connsiteX13" fmla="*/ 39765 w 365093"/>
                <a:gd name="connsiteY13" fmla="*/ 168413 h 168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5093" h="168412">
                  <a:moveTo>
                    <a:pt x="39765" y="168413"/>
                  </a:moveTo>
                  <a:cubicBezTo>
                    <a:pt x="17841" y="168450"/>
                    <a:pt x="38" y="150708"/>
                    <a:pt x="0" y="128785"/>
                  </a:cubicBezTo>
                  <a:cubicBezTo>
                    <a:pt x="-9" y="123659"/>
                    <a:pt x="975" y="118581"/>
                    <a:pt x="2897" y="113830"/>
                  </a:cubicBezTo>
                  <a:cubicBezTo>
                    <a:pt x="3294" y="112887"/>
                    <a:pt x="12126" y="90855"/>
                    <a:pt x="21852" y="68328"/>
                  </a:cubicBezTo>
                  <a:cubicBezTo>
                    <a:pt x="40956" y="24265"/>
                    <a:pt x="51624" y="0"/>
                    <a:pt x="81397" y="0"/>
                  </a:cubicBezTo>
                  <a:lnTo>
                    <a:pt x="260032" y="0"/>
                  </a:lnTo>
                  <a:cubicBezTo>
                    <a:pt x="283304" y="0"/>
                    <a:pt x="291640" y="11760"/>
                    <a:pt x="326722" y="61133"/>
                  </a:cubicBezTo>
                  <a:cubicBezTo>
                    <a:pt x="342501" y="83363"/>
                    <a:pt x="357487" y="105196"/>
                    <a:pt x="358132" y="106089"/>
                  </a:cubicBezTo>
                  <a:cubicBezTo>
                    <a:pt x="370532" y="124176"/>
                    <a:pt x="365922" y="148891"/>
                    <a:pt x="347836" y="161292"/>
                  </a:cubicBezTo>
                  <a:cubicBezTo>
                    <a:pt x="329749" y="173693"/>
                    <a:pt x="305033" y="169083"/>
                    <a:pt x="292632" y="150996"/>
                  </a:cubicBezTo>
                  <a:cubicBezTo>
                    <a:pt x="274967" y="125243"/>
                    <a:pt x="253928" y="95421"/>
                    <a:pt x="241870" y="79393"/>
                  </a:cubicBezTo>
                  <a:lnTo>
                    <a:pt x="103875" y="79393"/>
                  </a:lnTo>
                  <a:cubicBezTo>
                    <a:pt x="96333" y="95569"/>
                    <a:pt x="85466" y="121273"/>
                    <a:pt x="76633" y="143305"/>
                  </a:cubicBezTo>
                  <a:cubicBezTo>
                    <a:pt x="70653" y="158440"/>
                    <a:pt x="56039" y="168392"/>
                    <a:pt x="39765" y="1684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4063E6A0-534A-F747-A0C9-E6D964B6BE4D}"/>
                </a:ext>
              </a:extLst>
            </p:cNvPr>
            <p:cNvSpPr/>
            <p:nvPr/>
          </p:nvSpPr>
          <p:spPr>
            <a:xfrm>
              <a:off x="8163376" y="3946777"/>
              <a:ext cx="690897" cy="265770"/>
            </a:xfrm>
            <a:custGeom>
              <a:avLst/>
              <a:gdLst>
                <a:gd name="connsiteX0" fmla="*/ 39698 w 690897"/>
                <a:gd name="connsiteY0" fmla="*/ 265768 h 265770"/>
                <a:gd name="connsiteX1" fmla="*/ 0 w 690897"/>
                <a:gd name="connsiteY1" fmla="*/ 226072 h 265770"/>
                <a:gd name="connsiteX2" fmla="*/ 2681 w 690897"/>
                <a:gd name="connsiteY2" fmla="*/ 211731 h 265770"/>
                <a:gd name="connsiteX3" fmla="*/ 39747 w 690897"/>
                <a:gd name="connsiteY3" fmla="*/ 118048 h 265770"/>
                <a:gd name="connsiteX4" fmla="*/ 66741 w 690897"/>
                <a:gd name="connsiteY4" fmla="*/ 52945 h 265770"/>
                <a:gd name="connsiteX5" fmla="*/ 117900 w 690897"/>
                <a:gd name="connsiteY5" fmla="*/ 0 h 265770"/>
                <a:gd name="connsiteX6" fmla="*/ 507472 w 690897"/>
                <a:gd name="connsiteY6" fmla="*/ 0 h 265770"/>
                <a:gd name="connsiteX7" fmla="*/ 563048 w 690897"/>
                <a:gd name="connsiteY7" fmla="*/ 44361 h 265770"/>
                <a:gd name="connsiteX8" fmla="*/ 612668 w 690897"/>
                <a:gd name="connsiteY8" fmla="*/ 108868 h 265770"/>
                <a:gd name="connsiteX9" fmla="*/ 682981 w 690897"/>
                <a:gd name="connsiteY9" fmla="*/ 202254 h 265770"/>
                <a:gd name="connsiteX10" fmla="*/ 674967 w 690897"/>
                <a:gd name="connsiteY10" fmla="*/ 257854 h 265770"/>
                <a:gd name="connsiteX11" fmla="*/ 619367 w 690897"/>
                <a:gd name="connsiteY11" fmla="*/ 249840 h 265770"/>
                <a:gd name="connsiteX12" fmla="*/ 489659 w 690897"/>
                <a:gd name="connsiteY12" fmla="*/ 79393 h 265770"/>
                <a:gd name="connsiteX13" fmla="*/ 141817 w 690897"/>
                <a:gd name="connsiteY13" fmla="*/ 79393 h 265770"/>
                <a:gd name="connsiteX14" fmla="*/ 76715 w 690897"/>
                <a:gd name="connsiteY14" fmla="*/ 240412 h 265770"/>
                <a:gd name="connsiteX15" fmla="*/ 39698 w 690897"/>
                <a:gd name="connsiteY15" fmla="*/ 265768 h 26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0897" h="265770">
                  <a:moveTo>
                    <a:pt x="39698" y="265768"/>
                  </a:moveTo>
                  <a:cubicBezTo>
                    <a:pt x="17774" y="265768"/>
                    <a:pt x="0" y="247999"/>
                    <a:pt x="0" y="226072"/>
                  </a:cubicBezTo>
                  <a:cubicBezTo>
                    <a:pt x="0" y="221169"/>
                    <a:pt x="909" y="216306"/>
                    <a:pt x="2681" y="211731"/>
                  </a:cubicBezTo>
                  <a:cubicBezTo>
                    <a:pt x="2681" y="211285"/>
                    <a:pt x="21040" y="164344"/>
                    <a:pt x="39747" y="118048"/>
                  </a:cubicBezTo>
                  <a:cubicBezTo>
                    <a:pt x="50763" y="90657"/>
                    <a:pt x="59893" y="68774"/>
                    <a:pt x="66741" y="52945"/>
                  </a:cubicBezTo>
                  <a:cubicBezTo>
                    <a:pt x="80635" y="21089"/>
                    <a:pt x="89815" y="0"/>
                    <a:pt x="117900" y="0"/>
                  </a:cubicBezTo>
                  <a:lnTo>
                    <a:pt x="507472" y="0"/>
                  </a:lnTo>
                  <a:cubicBezTo>
                    <a:pt x="528363" y="0"/>
                    <a:pt x="535707" y="9378"/>
                    <a:pt x="563048" y="44361"/>
                  </a:cubicBezTo>
                  <a:cubicBezTo>
                    <a:pt x="575254" y="59991"/>
                    <a:pt x="591927" y="81676"/>
                    <a:pt x="612668" y="108868"/>
                  </a:cubicBezTo>
                  <a:cubicBezTo>
                    <a:pt x="647701" y="155015"/>
                    <a:pt x="682634" y="201807"/>
                    <a:pt x="682981" y="202254"/>
                  </a:cubicBezTo>
                  <a:cubicBezTo>
                    <a:pt x="696121" y="219820"/>
                    <a:pt x="692533" y="244714"/>
                    <a:pt x="674967" y="257854"/>
                  </a:cubicBezTo>
                  <a:cubicBezTo>
                    <a:pt x="657401" y="270993"/>
                    <a:pt x="632507" y="267406"/>
                    <a:pt x="619367" y="249840"/>
                  </a:cubicBezTo>
                  <a:cubicBezTo>
                    <a:pt x="568655" y="181909"/>
                    <a:pt x="512286" y="107578"/>
                    <a:pt x="489659" y="79393"/>
                  </a:cubicBezTo>
                  <a:lnTo>
                    <a:pt x="141817" y="79393"/>
                  </a:lnTo>
                  <a:cubicBezTo>
                    <a:pt x="127774" y="111150"/>
                    <a:pt x="100483" y="179081"/>
                    <a:pt x="76715" y="240412"/>
                  </a:cubicBezTo>
                  <a:cubicBezTo>
                    <a:pt x="70793" y="255695"/>
                    <a:pt x="56088" y="265768"/>
                    <a:pt x="39698" y="2657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9EA403D2-AC0C-9E4C-9F62-EB4B3213721F}"/>
                </a:ext>
              </a:extLst>
            </p:cNvPr>
            <p:cNvSpPr/>
            <p:nvPr/>
          </p:nvSpPr>
          <p:spPr>
            <a:xfrm>
              <a:off x="8304995" y="4044927"/>
              <a:ext cx="85744" cy="79393"/>
            </a:xfrm>
            <a:custGeom>
              <a:avLst/>
              <a:gdLst>
                <a:gd name="connsiteX0" fmla="*/ 46048 w 85744"/>
                <a:gd name="connsiteY0" fmla="*/ 79393 h 79393"/>
                <a:gd name="connsiteX1" fmla="*/ 39697 w 85744"/>
                <a:gd name="connsiteY1" fmla="*/ 79393 h 79393"/>
                <a:gd name="connsiteX2" fmla="*/ 0 w 85744"/>
                <a:gd name="connsiteY2" fmla="*/ 39697 h 79393"/>
                <a:gd name="connsiteX3" fmla="*/ 39697 w 85744"/>
                <a:gd name="connsiteY3" fmla="*/ 0 h 79393"/>
                <a:gd name="connsiteX4" fmla="*/ 46048 w 85744"/>
                <a:gd name="connsiteY4" fmla="*/ 0 h 79393"/>
                <a:gd name="connsiteX5" fmla="*/ 85745 w 85744"/>
                <a:gd name="connsiteY5" fmla="*/ 39697 h 79393"/>
                <a:gd name="connsiteX6" fmla="*/ 46048 w 857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4" h="79393">
                  <a:moveTo>
                    <a:pt x="460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048" y="0"/>
                  </a:lnTo>
                  <a:cubicBezTo>
                    <a:pt x="67972" y="0"/>
                    <a:pt x="85745" y="17773"/>
                    <a:pt x="85745" y="39697"/>
                  </a:cubicBezTo>
                  <a:cubicBezTo>
                    <a:pt x="85745" y="61620"/>
                    <a:pt x="67972" y="79393"/>
                    <a:pt x="4604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01CBD957-8197-C04F-AB62-8394C298D51A}"/>
                </a:ext>
              </a:extLst>
            </p:cNvPr>
            <p:cNvSpPr/>
            <p:nvPr/>
          </p:nvSpPr>
          <p:spPr>
            <a:xfrm>
              <a:off x="8120802" y="4141141"/>
              <a:ext cx="808793" cy="251179"/>
            </a:xfrm>
            <a:custGeom>
              <a:avLst/>
              <a:gdLst>
                <a:gd name="connsiteX0" fmla="*/ 653902 w 808793"/>
                <a:gd name="connsiteY0" fmla="*/ 251180 h 251179"/>
                <a:gd name="connsiteX1" fmla="*/ 614245 w 808793"/>
                <a:gd name="connsiteY1" fmla="*/ 211444 h 251179"/>
                <a:gd name="connsiteX2" fmla="*/ 620954 w 808793"/>
                <a:gd name="connsiteY2" fmla="*/ 189402 h 251179"/>
                <a:gd name="connsiteX3" fmla="*/ 694591 w 808793"/>
                <a:gd name="connsiteY3" fmla="*/ 79393 h 251179"/>
                <a:gd name="connsiteX4" fmla="*/ 79592 w 808793"/>
                <a:gd name="connsiteY4" fmla="*/ 79393 h 251179"/>
                <a:gd name="connsiteX5" fmla="*/ 81130 w 808793"/>
                <a:gd name="connsiteY5" fmla="*/ 196002 h 251179"/>
                <a:gd name="connsiteX6" fmla="*/ 47211 w 808793"/>
                <a:gd name="connsiteY6" fmla="*/ 240735 h 251179"/>
                <a:gd name="connsiteX7" fmla="*/ 8684 w 808793"/>
                <a:gd name="connsiteY7" fmla="*/ 223293 h 251179"/>
                <a:gd name="connsiteX8" fmla="*/ 0 w 808793"/>
                <a:gd name="connsiteY8" fmla="*/ 39697 h 251179"/>
                <a:gd name="connsiteX9" fmla="*/ 39697 w 808793"/>
                <a:gd name="connsiteY9" fmla="*/ 0 h 251179"/>
                <a:gd name="connsiteX10" fmla="*/ 769122 w 808793"/>
                <a:gd name="connsiteY10" fmla="*/ 0 h 251179"/>
                <a:gd name="connsiteX11" fmla="*/ 808793 w 808793"/>
                <a:gd name="connsiteY11" fmla="*/ 39721 h 251179"/>
                <a:gd name="connsiteX12" fmla="*/ 802119 w 808793"/>
                <a:gd name="connsiteY12" fmla="*/ 61728 h 251179"/>
                <a:gd name="connsiteX13" fmla="*/ 686751 w 808793"/>
                <a:gd name="connsiteY13" fmla="*/ 233515 h 251179"/>
                <a:gd name="connsiteX14" fmla="*/ 653902 w 808793"/>
                <a:gd name="connsiteY14" fmla="*/ 251180 h 251179"/>
                <a:gd name="connsiteX15" fmla="*/ 75027 w 808793"/>
                <a:gd name="connsiteY15" fmla="*/ 179677 h 251179"/>
                <a:gd name="connsiteX16" fmla="*/ 75027 w 808793"/>
                <a:gd name="connsiteY16" fmla="*/ 179677 h 251179"/>
                <a:gd name="connsiteX17" fmla="*/ 75027 w 808793"/>
                <a:gd name="connsiteY17" fmla="*/ 179677 h 251179"/>
                <a:gd name="connsiteX18" fmla="*/ 75027 w 808793"/>
                <a:gd name="connsiteY18" fmla="*/ 179677 h 25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08793" h="251179">
                  <a:moveTo>
                    <a:pt x="653902" y="251180"/>
                  </a:moveTo>
                  <a:cubicBezTo>
                    <a:pt x="631980" y="251160"/>
                    <a:pt x="614225" y="233366"/>
                    <a:pt x="614245" y="211444"/>
                  </a:cubicBezTo>
                  <a:cubicBezTo>
                    <a:pt x="614255" y="203594"/>
                    <a:pt x="616587" y="195922"/>
                    <a:pt x="620954" y="189402"/>
                  </a:cubicBezTo>
                  <a:lnTo>
                    <a:pt x="694591" y="79393"/>
                  </a:lnTo>
                  <a:lnTo>
                    <a:pt x="79592" y="79393"/>
                  </a:lnTo>
                  <a:cubicBezTo>
                    <a:pt x="79939" y="130155"/>
                    <a:pt x="80534" y="184738"/>
                    <a:pt x="81130" y="196002"/>
                  </a:cubicBezTo>
                  <a:cubicBezTo>
                    <a:pt x="84117" y="217721"/>
                    <a:pt x="68930" y="237748"/>
                    <a:pt x="47211" y="240735"/>
                  </a:cubicBezTo>
                  <a:cubicBezTo>
                    <a:pt x="32082" y="242814"/>
                    <a:pt x="17102" y="236036"/>
                    <a:pt x="8684" y="223293"/>
                  </a:cubicBezTo>
                  <a:cubicBezTo>
                    <a:pt x="794" y="211334"/>
                    <a:pt x="794" y="211334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69122" y="0"/>
                  </a:lnTo>
                  <a:cubicBezTo>
                    <a:pt x="791044" y="15"/>
                    <a:pt x="808808" y="17799"/>
                    <a:pt x="808793" y="39721"/>
                  </a:cubicBezTo>
                  <a:cubicBezTo>
                    <a:pt x="808788" y="47556"/>
                    <a:pt x="806466" y="55213"/>
                    <a:pt x="802119" y="61728"/>
                  </a:cubicBezTo>
                  <a:lnTo>
                    <a:pt x="686751" y="233515"/>
                  </a:lnTo>
                  <a:cubicBezTo>
                    <a:pt x="679422" y="244501"/>
                    <a:pt x="667106" y="251120"/>
                    <a:pt x="653902" y="251180"/>
                  </a:cubicBezTo>
                  <a:close/>
                  <a:moveTo>
                    <a:pt x="75027" y="179677"/>
                  </a:moveTo>
                  <a:lnTo>
                    <a:pt x="75027" y="179677"/>
                  </a:lnTo>
                  <a:close/>
                  <a:moveTo>
                    <a:pt x="75027" y="179677"/>
                  </a:moveTo>
                  <a:lnTo>
                    <a:pt x="75027" y="179677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7C15014B-4C33-DD40-A7B2-E464F2D088C2}"/>
                </a:ext>
              </a:extLst>
            </p:cNvPr>
            <p:cNvSpPr/>
            <p:nvPr/>
          </p:nvSpPr>
          <p:spPr>
            <a:xfrm>
              <a:off x="8095297" y="4290698"/>
              <a:ext cx="829655" cy="126979"/>
            </a:xfrm>
            <a:custGeom>
              <a:avLst/>
              <a:gdLst>
                <a:gd name="connsiteX0" fmla="*/ 483306 w 829655"/>
                <a:gd name="connsiteY0" fmla="*/ 126979 h 126979"/>
                <a:gd name="connsiteX1" fmla="*/ 372354 w 829655"/>
                <a:gd name="connsiteY1" fmla="*/ 91798 h 126979"/>
                <a:gd name="connsiteX2" fmla="*/ 261352 w 829655"/>
                <a:gd name="connsiteY2" fmla="*/ 126979 h 126979"/>
                <a:gd name="connsiteX3" fmla="*/ 261352 w 829655"/>
                <a:gd name="connsiteY3" fmla="*/ 126979 h 126979"/>
                <a:gd name="connsiteX4" fmla="*/ 150400 w 829655"/>
                <a:gd name="connsiteY4" fmla="*/ 91798 h 126979"/>
                <a:gd name="connsiteX5" fmla="*/ 39697 w 829655"/>
                <a:gd name="connsiteY5" fmla="*/ 126979 h 126979"/>
                <a:gd name="connsiteX6" fmla="*/ 39697 w 829655"/>
                <a:gd name="connsiteY6" fmla="*/ 126979 h 126979"/>
                <a:gd name="connsiteX7" fmla="*/ 0 w 829655"/>
                <a:gd name="connsiteY7" fmla="*/ 87283 h 126979"/>
                <a:gd name="connsiteX8" fmla="*/ 39697 w 829655"/>
                <a:gd name="connsiteY8" fmla="*/ 47586 h 126979"/>
                <a:gd name="connsiteX9" fmla="*/ 121769 w 829655"/>
                <a:gd name="connsiteY9" fmla="*/ 12107 h 126979"/>
                <a:gd name="connsiteX10" fmla="*/ 150301 w 829655"/>
                <a:gd name="connsiteY10" fmla="*/ 0 h 126979"/>
                <a:gd name="connsiteX11" fmla="*/ 150301 w 829655"/>
                <a:gd name="connsiteY11" fmla="*/ 0 h 126979"/>
                <a:gd name="connsiteX12" fmla="*/ 178833 w 829655"/>
                <a:gd name="connsiteY12" fmla="*/ 12107 h 126979"/>
                <a:gd name="connsiteX13" fmla="*/ 339332 w 829655"/>
                <a:gd name="connsiteY13" fmla="*/ 16499 h 126979"/>
                <a:gd name="connsiteX14" fmla="*/ 343723 w 829655"/>
                <a:gd name="connsiteY14" fmla="*/ 12107 h 126979"/>
                <a:gd name="connsiteX15" fmla="*/ 399854 w 829655"/>
                <a:gd name="connsiteY15" fmla="*/ 11175 h 126979"/>
                <a:gd name="connsiteX16" fmla="*/ 400787 w 829655"/>
                <a:gd name="connsiteY16" fmla="*/ 12107 h 126979"/>
                <a:gd name="connsiteX17" fmla="*/ 561216 w 829655"/>
                <a:gd name="connsiteY17" fmla="*/ 16519 h 126979"/>
                <a:gd name="connsiteX18" fmla="*/ 565627 w 829655"/>
                <a:gd name="connsiteY18" fmla="*/ 12107 h 126979"/>
                <a:gd name="connsiteX19" fmla="*/ 621758 w 829655"/>
                <a:gd name="connsiteY19" fmla="*/ 11175 h 126979"/>
                <a:gd name="connsiteX20" fmla="*/ 622691 w 829655"/>
                <a:gd name="connsiteY20" fmla="*/ 12107 h 126979"/>
                <a:gd name="connsiteX21" fmla="*/ 769072 w 829655"/>
                <a:gd name="connsiteY21" fmla="*/ 27788 h 126979"/>
                <a:gd name="connsiteX22" fmla="*/ 823714 w 829655"/>
                <a:gd name="connsiteY22" fmla="*/ 40659 h 126979"/>
                <a:gd name="connsiteX23" fmla="*/ 813731 w 829655"/>
                <a:gd name="connsiteY23" fmla="*/ 93337 h 126979"/>
                <a:gd name="connsiteX24" fmla="*/ 594159 w 829655"/>
                <a:gd name="connsiteY24" fmla="*/ 91749 h 126979"/>
                <a:gd name="connsiteX25" fmla="*/ 483306 w 829655"/>
                <a:gd name="connsiteY25" fmla="*/ 126979 h 12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29655" h="126979">
                  <a:moveTo>
                    <a:pt x="483306" y="126979"/>
                  </a:moveTo>
                  <a:cubicBezTo>
                    <a:pt x="443567" y="127054"/>
                    <a:pt x="404790" y="114758"/>
                    <a:pt x="372354" y="91798"/>
                  </a:cubicBezTo>
                  <a:cubicBezTo>
                    <a:pt x="339895" y="114748"/>
                    <a:pt x="301106" y="127044"/>
                    <a:pt x="261352" y="126979"/>
                  </a:cubicBezTo>
                  <a:lnTo>
                    <a:pt x="261352" y="126979"/>
                  </a:lnTo>
                  <a:cubicBezTo>
                    <a:pt x="221613" y="127054"/>
                    <a:pt x="182837" y="114758"/>
                    <a:pt x="150400" y="91798"/>
                  </a:cubicBezTo>
                  <a:cubicBezTo>
                    <a:pt x="118030" y="114703"/>
                    <a:pt x="79350" y="126994"/>
                    <a:pt x="39697" y="126979"/>
                  </a:cubicBezTo>
                  <a:lnTo>
                    <a:pt x="39697" y="126979"/>
                  </a:lnTo>
                  <a:cubicBezTo>
                    <a:pt x="17773" y="126979"/>
                    <a:pt x="0" y="109205"/>
                    <a:pt x="0" y="87283"/>
                  </a:cubicBezTo>
                  <a:cubicBezTo>
                    <a:pt x="0" y="65360"/>
                    <a:pt x="17773" y="47586"/>
                    <a:pt x="39697" y="47586"/>
                  </a:cubicBezTo>
                  <a:cubicBezTo>
                    <a:pt x="70741" y="47413"/>
                    <a:pt x="100376" y="34605"/>
                    <a:pt x="121769" y="12107"/>
                  </a:cubicBezTo>
                  <a:cubicBezTo>
                    <a:pt x="129246" y="4372"/>
                    <a:pt x="139543" y="5"/>
                    <a:pt x="150301" y="0"/>
                  </a:cubicBezTo>
                  <a:lnTo>
                    <a:pt x="150301" y="0"/>
                  </a:lnTo>
                  <a:cubicBezTo>
                    <a:pt x="161060" y="5"/>
                    <a:pt x="171356" y="4372"/>
                    <a:pt x="178833" y="12107"/>
                  </a:cubicBezTo>
                  <a:cubicBezTo>
                    <a:pt x="221941" y="57639"/>
                    <a:pt x="293799" y="59604"/>
                    <a:pt x="339332" y="16499"/>
                  </a:cubicBezTo>
                  <a:cubicBezTo>
                    <a:pt x="340835" y="15075"/>
                    <a:pt x="342300" y="13611"/>
                    <a:pt x="343723" y="12107"/>
                  </a:cubicBezTo>
                  <a:cubicBezTo>
                    <a:pt x="358966" y="-3652"/>
                    <a:pt x="384097" y="-4069"/>
                    <a:pt x="399854" y="11175"/>
                  </a:cubicBezTo>
                  <a:cubicBezTo>
                    <a:pt x="400170" y="11482"/>
                    <a:pt x="400481" y="11790"/>
                    <a:pt x="400787" y="12107"/>
                  </a:cubicBezTo>
                  <a:cubicBezTo>
                    <a:pt x="443869" y="57625"/>
                    <a:pt x="515694" y="59604"/>
                    <a:pt x="561216" y="16519"/>
                  </a:cubicBezTo>
                  <a:cubicBezTo>
                    <a:pt x="562724" y="15090"/>
                    <a:pt x="564198" y="13616"/>
                    <a:pt x="565627" y="12107"/>
                  </a:cubicBezTo>
                  <a:cubicBezTo>
                    <a:pt x="580870" y="-3652"/>
                    <a:pt x="606003" y="-4069"/>
                    <a:pt x="621758" y="11175"/>
                  </a:cubicBezTo>
                  <a:cubicBezTo>
                    <a:pt x="622075" y="11482"/>
                    <a:pt x="622383" y="11790"/>
                    <a:pt x="622691" y="12107"/>
                  </a:cubicBezTo>
                  <a:cubicBezTo>
                    <a:pt x="661142" y="52310"/>
                    <a:pt x="722979" y="58934"/>
                    <a:pt x="769072" y="27788"/>
                  </a:cubicBezTo>
                  <a:cubicBezTo>
                    <a:pt x="787714" y="16251"/>
                    <a:pt x="812182" y="22017"/>
                    <a:pt x="823714" y="40659"/>
                  </a:cubicBezTo>
                  <a:cubicBezTo>
                    <a:pt x="834537" y="58155"/>
                    <a:pt x="830205" y="81016"/>
                    <a:pt x="813731" y="93337"/>
                  </a:cubicBezTo>
                  <a:cubicBezTo>
                    <a:pt x="747358" y="138615"/>
                    <a:pt x="659867" y="137980"/>
                    <a:pt x="594159" y="91749"/>
                  </a:cubicBezTo>
                  <a:cubicBezTo>
                    <a:pt x="561756" y="114703"/>
                    <a:pt x="523018" y="127019"/>
                    <a:pt x="483306" y="1269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6ECFDF35-B463-6346-8AB2-C6712F523B5E}"/>
                </a:ext>
              </a:extLst>
            </p:cNvPr>
            <p:cNvSpPr/>
            <p:nvPr/>
          </p:nvSpPr>
          <p:spPr>
            <a:xfrm>
              <a:off x="8410042" y="4047706"/>
              <a:ext cx="85645" cy="79393"/>
            </a:xfrm>
            <a:custGeom>
              <a:avLst/>
              <a:gdLst>
                <a:gd name="connsiteX0" fmla="*/ 45949 w 85645"/>
                <a:gd name="connsiteY0" fmla="*/ 79393 h 79393"/>
                <a:gd name="connsiteX1" fmla="*/ 39697 w 85645"/>
                <a:gd name="connsiteY1" fmla="*/ 79393 h 79393"/>
                <a:gd name="connsiteX2" fmla="*/ 0 w 85645"/>
                <a:gd name="connsiteY2" fmla="*/ 39697 h 79393"/>
                <a:gd name="connsiteX3" fmla="*/ 39697 w 85645"/>
                <a:gd name="connsiteY3" fmla="*/ 0 h 79393"/>
                <a:gd name="connsiteX4" fmla="*/ 45949 w 85645"/>
                <a:gd name="connsiteY4" fmla="*/ 0 h 79393"/>
                <a:gd name="connsiteX5" fmla="*/ 85645 w 85645"/>
                <a:gd name="connsiteY5" fmla="*/ 39697 h 79393"/>
                <a:gd name="connsiteX6" fmla="*/ 45949 w 856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45" h="79393">
                  <a:moveTo>
                    <a:pt x="4594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949" y="0"/>
                  </a:lnTo>
                  <a:cubicBezTo>
                    <a:pt x="67873" y="0"/>
                    <a:pt x="85645" y="17773"/>
                    <a:pt x="85645" y="39697"/>
                  </a:cubicBezTo>
                  <a:cubicBezTo>
                    <a:pt x="85645" y="61620"/>
                    <a:pt x="67873" y="79393"/>
                    <a:pt x="4594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8" name="Picture Placeholder 73">
            <a:extLst>
              <a:ext uri="{FF2B5EF4-FFF2-40B4-BE49-F238E27FC236}">
                <a16:creationId xmlns:a16="http://schemas.microsoft.com/office/drawing/2014/main" id="{829C8812-90AD-431D-A13D-9376B79CFC4F}"/>
              </a:ext>
            </a:extLst>
          </p:cNvPr>
          <p:cNvGrpSpPr>
            <a:grpSpLocks noChangeAspect="1"/>
          </p:cNvGrpSpPr>
          <p:nvPr/>
        </p:nvGrpSpPr>
        <p:grpSpPr>
          <a:xfrm>
            <a:off x="9433592" y="3655176"/>
            <a:ext cx="792393" cy="837924"/>
            <a:chOff x="9433592" y="3655176"/>
            <a:chExt cx="792393" cy="837924"/>
          </a:xfrm>
        </p:grpSpPr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59C17DDF-5289-CE4D-8514-A6C5F1BAB873}"/>
                </a:ext>
              </a:extLst>
            </p:cNvPr>
            <p:cNvSpPr/>
            <p:nvPr/>
          </p:nvSpPr>
          <p:spPr>
            <a:xfrm>
              <a:off x="10001435" y="3933729"/>
              <a:ext cx="224550" cy="226913"/>
            </a:xfrm>
            <a:custGeom>
              <a:avLst/>
              <a:gdLst>
                <a:gd name="connsiteX0" fmla="*/ 151066 w 224550"/>
                <a:gd name="connsiteY0" fmla="*/ 226914 h 226913"/>
                <a:gd name="connsiteX1" fmla="*/ 137569 w 224550"/>
                <a:gd name="connsiteY1" fmla="*/ 224532 h 226913"/>
                <a:gd name="connsiteX2" fmla="*/ 23441 w 224550"/>
                <a:gd name="connsiteY2" fmla="*/ 183247 h 226913"/>
                <a:gd name="connsiteX3" fmla="*/ 3494 w 224550"/>
                <a:gd name="connsiteY3" fmla="*/ 130772 h 226913"/>
                <a:gd name="connsiteX4" fmla="*/ 50435 w 224550"/>
                <a:gd name="connsiteY4" fmla="*/ 108816 h 226913"/>
                <a:gd name="connsiteX5" fmla="*/ 130771 w 224550"/>
                <a:gd name="connsiteY5" fmla="*/ 137844 h 226913"/>
                <a:gd name="connsiteX6" fmla="*/ 134691 w 224550"/>
                <a:gd name="connsiteY6" fmla="*/ 129508 h 226913"/>
                <a:gd name="connsiteX7" fmla="*/ 52370 w 224550"/>
                <a:gd name="connsiteY7" fmla="*/ 72444 h 226913"/>
                <a:gd name="connsiteX8" fmla="*/ 42069 w 224550"/>
                <a:gd name="connsiteY8" fmla="*/ 17258 h 226913"/>
                <a:gd name="connsiteX9" fmla="*/ 97252 w 224550"/>
                <a:gd name="connsiteY9" fmla="*/ 6956 h 226913"/>
                <a:gd name="connsiteX10" fmla="*/ 97525 w 224550"/>
                <a:gd name="connsiteY10" fmla="*/ 7144 h 226913"/>
                <a:gd name="connsiteX11" fmla="*/ 207435 w 224550"/>
                <a:gd name="connsiteY11" fmla="*/ 83361 h 226913"/>
                <a:gd name="connsiteX12" fmla="*/ 220733 w 224550"/>
                <a:gd name="connsiteY12" fmla="*/ 132982 h 226913"/>
                <a:gd name="connsiteX13" fmla="*/ 186942 w 224550"/>
                <a:gd name="connsiteY13" fmla="*/ 204386 h 226913"/>
                <a:gd name="connsiteX14" fmla="*/ 151066 w 224550"/>
                <a:gd name="connsiteY14" fmla="*/ 226914 h 22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550" h="226913">
                  <a:moveTo>
                    <a:pt x="151066" y="226914"/>
                  </a:moveTo>
                  <a:cubicBezTo>
                    <a:pt x="146461" y="226923"/>
                    <a:pt x="141891" y="226120"/>
                    <a:pt x="137569" y="224532"/>
                  </a:cubicBezTo>
                  <a:lnTo>
                    <a:pt x="23441" y="183247"/>
                  </a:lnTo>
                  <a:cubicBezTo>
                    <a:pt x="3444" y="174265"/>
                    <a:pt x="-5488" y="150772"/>
                    <a:pt x="3494" y="130772"/>
                  </a:cubicBezTo>
                  <a:cubicBezTo>
                    <a:pt x="11547" y="112840"/>
                    <a:pt x="31510" y="103502"/>
                    <a:pt x="50435" y="108816"/>
                  </a:cubicBezTo>
                  <a:lnTo>
                    <a:pt x="130771" y="137844"/>
                  </a:lnTo>
                  <a:lnTo>
                    <a:pt x="134691" y="129508"/>
                  </a:lnTo>
                  <a:lnTo>
                    <a:pt x="52370" y="72444"/>
                  </a:lnTo>
                  <a:cubicBezTo>
                    <a:pt x="34288" y="60050"/>
                    <a:pt x="29674" y="35342"/>
                    <a:pt x="42069" y="17258"/>
                  </a:cubicBezTo>
                  <a:cubicBezTo>
                    <a:pt x="54464" y="-826"/>
                    <a:pt x="79170" y="-5438"/>
                    <a:pt x="97252" y="6956"/>
                  </a:cubicBezTo>
                  <a:cubicBezTo>
                    <a:pt x="97346" y="7018"/>
                    <a:pt x="97436" y="7081"/>
                    <a:pt x="97525" y="7144"/>
                  </a:cubicBezTo>
                  <a:lnTo>
                    <a:pt x="207435" y="83361"/>
                  </a:lnTo>
                  <a:cubicBezTo>
                    <a:pt x="223413" y="94417"/>
                    <a:pt x="229045" y="115416"/>
                    <a:pt x="220733" y="132982"/>
                  </a:cubicBezTo>
                  <a:lnTo>
                    <a:pt x="186942" y="204386"/>
                  </a:lnTo>
                  <a:cubicBezTo>
                    <a:pt x="180322" y="218180"/>
                    <a:pt x="166369" y="226948"/>
                    <a:pt x="151066" y="2269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034F85A0-8279-934C-9D03-F23CC3AEC62B}"/>
                </a:ext>
              </a:extLst>
            </p:cNvPr>
            <p:cNvSpPr/>
            <p:nvPr/>
          </p:nvSpPr>
          <p:spPr>
            <a:xfrm>
              <a:off x="9433592" y="3673559"/>
              <a:ext cx="143308" cy="208710"/>
            </a:xfrm>
            <a:custGeom>
              <a:avLst/>
              <a:gdLst>
                <a:gd name="connsiteX0" fmla="*/ 74881 w 143308"/>
                <a:gd name="connsiteY0" fmla="*/ 208711 h 208710"/>
                <a:gd name="connsiteX1" fmla="*/ 49078 w 143308"/>
                <a:gd name="connsiteY1" fmla="*/ 199233 h 208710"/>
                <a:gd name="connsiteX2" fmla="*/ 8092 w 143308"/>
                <a:gd name="connsiteY2" fmla="*/ 64215 h 208710"/>
                <a:gd name="connsiteX3" fmla="*/ 143308 w 143308"/>
                <a:gd name="connsiteY3" fmla="*/ 6110 h 208710"/>
                <a:gd name="connsiteX4" fmla="*/ 117108 w 143308"/>
                <a:gd name="connsiteY4" fmla="*/ 80987 h 208710"/>
                <a:gd name="connsiteX5" fmla="*/ 117654 w 143308"/>
                <a:gd name="connsiteY5" fmla="*/ 80987 h 208710"/>
                <a:gd name="connsiteX6" fmla="*/ 80885 w 143308"/>
                <a:gd name="connsiteY6" fmla="*/ 95873 h 208710"/>
                <a:gd name="connsiteX7" fmla="*/ 100734 w 143308"/>
                <a:gd name="connsiteY7" fmla="*/ 138895 h 208710"/>
                <a:gd name="connsiteX8" fmla="*/ 104889 w 143308"/>
                <a:gd name="connsiteY8" fmla="*/ 194880 h 208710"/>
                <a:gd name="connsiteX9" fmla="*/ 74931 w 143308"/>
                <a:gd name="connsiteY9" fmla="*/ 208661 h 20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308" h="208710">
                  <a:moveTo>
                    <a:pt x="74881" y="208711"/>
                  </a:moveTo>
                  <a:cubicBezTo>
                    <a:pt x="65426" y="208725"/>
                    <a:pt x="56276" y="205364"/>
                    <a:pt x="49078" y="199233"/>
                  </a:cubicBezTo>
                  <a:cubicBezTo>
                    <a:pt x="22035" y="176259"/>
                    <a:pt x="-17066" y="121974"/>
                    <a:pt x="8092" y="64215"/>
                  </a:cubicBezTo>
                  <a:cubicBezTo>
                    <a:pt x="37368" y="-2921"/>
                    <a:pt x="105001" y="-7338"/>
                    <a:pt x="143308" y="6110"/>
                  </a:cubicBezTo>
                  <a:lnTo>
                    <a:pt x="117108" y="80987"/>
                  </a:lnTo>
                  <a:lnTo>
                    <a:pt x="117654" y="80987"/>
                  </a:lnTo>
                  <a:cubicBezTo>
                    <a:pt x="105497" y="77166"/>
                    <a:pt x="89222" y="76621"/>
                    <a:pt x="80885" y="95873"/>
                  </a:cubicBezTo>
                  <a:cubicBezTo>
                    <a:pt x="73293" y="113340"/>
                    <a:pt x="100436" y="138646"/>
                    <a:pt x="100734" y="138895"/>
                  </a:cubicBezTo>
                  <a:cubicBezTo>
                    <a:pt x="117341" y="153207"/>
                    <a:pt x="119201" y="178273"/>
                    <a:pt x="104889" y="194880"/>
                  </a:cubicBezTo>
                  <a:cubicBezTo>
                    <a:pt x="97373" y="203600"/>
                    <a:pt x="86443" y="208628"/>
                    <a:pt x="74931" y="2086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7D8304E4-8B9D-A24B-8F80-34A44758081A}"/>
                </a:ext>
              </a:extLst>
            </p:cNvPr>
            <p:cNvSpPr/>
            <p:nvPr/>
          </p:nvSpPr>
          <p:spPr>
            <a:xfrm>
              <a:off x="9511419" y="3984192"/>
              <a:ext cx="362088" cy="508908"/>
            </a:xfrm>
            <a:custGeom>
              <a:avLst/>
              <a:gdLst>
                <a:gd name="connsiteX0" fmla="*/ 39679 w 362088"/>
                <a:gd name="connsiteY0" fmla="*/ 508909 h 508908"/>
                <a:gd name="connsiteX1" fmla="*/ 17895 w 362088"/>
                <a:gd name="connsiteY1" fmla="*/ 502359 h 508908"/>
                <a:gd name="connsiteX2" fmla="*/ 6530 w 362088"/>
                <a:gd name="connsiteY2" fmla="*/ 447384 h 508908"/>
                <a:gd name="connsiteX3" fmla="*/ 6532 w 362088"/>
                <a:gd name="connsiteY3" fmla="*/ 447379 h 508908"/>
                <a:gd name="connsiteX4" fmla="*/ 289072 w 362088"/>
                <a:gd name="connsiteY4" fmla="*/ 18011 h 508908"/>
                <a:gd name="connsiteX5" fmla="*/ 344077 w 362088"/>
                <a:gd name="connsiteY5" fmla="*/ 6474 h 508908"/>
                <a:gd name="connsiteX6" fmla="*/ 355614 w 362088"/>
                <a:gd name="connsiteY6" fmla="*/ 61479 h 508908"/>
                <a:gd name="connsiteX7" fmla="*/ 72776 w 362088"/>
                <a:gd name="connsiteY7" fmla="*/ 491045 h 508908"/>
                <a:gd name="connsiteX8" fmla="*/ 39679 w 362088"/>
                <a:gd name="connsiteY8" fmla="*/ 508909 h 50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088" h="508908">
                  <a:moveTo>
                    <a:pt x="39679" y="508909"/>
                  </a:moveTo>
                  <a:cubicBezTo>
                    <a:pt x="31930" y="508923"/>
                    <a:pt x="24351" y="506646"/>
                    <a:pt x="17895" y="502359"/>
                  </a:cubicBezTo>
                  <a:cubicBezTo>
                    <a:pt x="-425" y="490316"/>
                    <a:pt x="-5513" y="465704"/>
                    <a:pt x="6530" y="447384"/>
                  </a:cubicBezTo>
                  <a:cubicBezTo>
                    <a:pt x="6531" y="447379"/>
                    <a:pt x="6531" y="447379"/>
                    <a:pt x="6532" y="447379"/>
                  </a:cubicBezTo>
                  <a:lnTo>
                    <a:pt x="289072" y="18011"/>
                  </a:lnTo>
                  <a:cubicBezTo>
                    <a:pt x="301076" y="-364"/>
                    <a:pt x="325702" y="-5529"/>
                    <a:pt x="344077" y="6474"/>
                  </a:cubicBezTo>
                  <a:cubicBezTo>
                    <a:pt x="362452" y="18478"/>
                    <a:pt x="367617" y="43104"/>
                    <a:pt x="355614" y="61479"/>
                  </a:cubicBezTo>
                  <a:lnTo>
                    <a:pt x="72776" y="491045"/>
                  </a:lnTo>
                  <a:cubicBezTo>
                    <a:pt x="65443" y="502180"/>
                    <a:pt x="53011" y="508889"/>
                    <a:pt x="39679" y="50890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94CA8E78-C8F9-564F-A794-5B99AEE26CC4}"/>
                </a:ext>
              </a:extLst>
            </p:cNvPr>
            <p:cNvSpPr/>
            <p:nvPr/>
          </p:nvSpPr>
          <p:spPr>
            <a:xfrm>
              <a:off x="9794289" y="3982008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6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6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73" y="511093"/>
                    <a:pt x="0" y="493319"/>
                    <a:pt x="0" y="4713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471396"/>
                  </a:lnTo>
                  <a:cubicBezTo>
                    <a:pt x="79393" y="493319"/>
                    <a:pt x="61621" y="511093"/>
                    <a:pt x="39697" y="5110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6BA98B72-4B78-5B40-8ADE-FF64BD263588}"/>
                </a:ext>
              </a:extLst>
            </p:cNvPr>
            <p:cNvSpPr/>
            <p:nvPr/>
          </p:nvSpPr>
          <p:spPr>
            <a:xfrm>
              <a:off x="9793937" y="3979153"/>
              <a:ext cx="362383" cy="513948"/>
            </a:xfrm>
            <a:custGeom>
              <a:avLst/>
              <a:gdLst>
                <a:gd name="connsiteX0" fmla="*/ 322936 w 362383"/>
                <a:gd name="connsiteY0" fmla="*/ 513948 h 513948"/>
                <a:gd name="connsiteX1" fmla="*/ 289640 w 362383"/>
                <a:gd name="connsiteY1" fmla="*/ 495936 h 513948"/>
                <a:gd name="connsiteX2" fmla="*/ 7100 w 362383"/>
                <a:gd name="connsiteY2" fmla="*/ 62350 h 513948"/>
                <a:gd name="connsiteX3" fmla="*/ 17050 w 362383"/>
                <a:gd name="connsiteY3" fmla="*/ 7100 h 513948"/>
                <a:gd name="connsiteX4" fmla="*/ 72301 w 362383"/>
                <a:gd name="connsiteY4" fmla="*/ 17050 h 513948"/>
                <a:gd name="connsiteX5" fmla="*/ 73591 w 362383"/>
                <a:gd name="connsiteY5" fmla="*/ 19031 h 513948"/>
                <a:gd name="connsiteX6" fmla="*/ 355934 w 362383"/>
                <a:gd name="connsiteY6" fmla="*/ 452567 h 513948"/>
                <a:gd name="connsiteX7" fmla="*/ 344367 w 362383"/>
                <a:gd name="connsiteY7" fmla="*/ 507502 h 513948"/>
                <a:gd name="connsiteX8" fmla="*/ 322737 w 362383"/>
                <a:gd name="connsiteY8" fmla="*/ 513948 h 51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383" h="513948">
                  <a:moveTo>
                    <a:pt x="322936" y="513948"/>
                  </a:moveTo>
                  <a:cubicBezTo>
                    <a:pt x="309503" y="513963"/>
                    <a:pt x="296979" y="507185"/>
                    <a:pt x="289640" y="495936"/>
                  </a:cubicBezTo>
                  <a:lnTo>
                    <a:pt x="7100" y="62350"/>
                  </a:lnTo>
                  <a:cubicBezTo>
                    <a:pt x="-5410" y="44345"/>
                    <a:pt x="-955" y="19609"/>
                    <a:pt x="17050" y="7100"/>
                  </a:cubicBezTo>
                  <a:cubicBezTo>
                    <a:pt x="35055" y="-5410"/>
                    <a:pt x="59791" y="-955"/>
                    <a:pt x="72301" y="17050"/>
                  </a:cubicBezTo>
                  <a:cubicBezTo>
                    <a:pt x="72750" y="17698"/>
                    <a:pt x="73181" y="18359"/>
                    <a:pt x="73591" y="19031"/>
                  </a:cubicBezTo>
                  <a:lnTo>
                    <a:pt x="355934" y="452567"/>
                  </a:lnTo>
                  <a:cubicBezTo>
                    <a:pt x="367907" y="470932"/>
                    <a:pt x="362732" y="495524"/>
                    <a:pt x="344367" y="507502"/>
                  </a:cubicBezTo>
                  <a:cubicBezTo>
                    <a:pt x="337931" y="511700"/>
                    <a:pt x="330419" y="513938"/>
                    <a:pt x="322737" y="5139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A13E6217-5290-EB49-A3AE-AA595812804C}"/>
                </a:ext>
              </a:extLst>
            </p:cNvPr>
            <p:cNvSpPr/>
            <p:nvPr/>
          </p:nvSpPr>
          <p:spPr>
            <a:xfrm>
              <a:off x="9485941" y="3655176"/>
              <a:ext cx="645024" cy="478423"/>
            </a:xfrm>
            <a:custGeom>
              <a:avLst/>
              <a:gdLst>
                <a:gd name="connsiteX0" fmla="*/ 538588 w 645024"/>
                <a:gd name="connsiteY0" fmla="*/ 478423 h 478423"/>
                <a:gd name="connsiteX1" fmla="*/ 523702 w 645024"/>
                <a:gd name="connsiteY1" fmla="*/ 475446 h 478423"/>
                <a:gd name="connsiteX2" fmla="*/ 24567 w 645024"/>
                <a:gd name="connsiteY2" fmla="*/ 272001 h 478423"/>
                <a:gd name="connsiteX3" fmla="*/ 3011 w 645024"/>
                <a:gd name="connsiteY3" fmla="*/ 220165 h 478423"/>
                <a:gd name="connsiteX4" fmla="*/ 3974 w 645024"/>
                <a:gd name="connsiteY4" fmla="*/ 218014 h 478423"/>
                <a:gd name="connsiteX5" fmla="*/ 98750 w 645024"/>
                <a:gd name="connsiteY5" fmla="*/ 22359 h 478423"/>
                <a:gd name="connsiteX6" fmla="*/ 151802 w 645024"/>
                <a:gd name="connsiteY6" fmla="*/ 4000 h 478423"/>
                <a:gd name="connsiteX7" fmla="*/ 154325 w 645024"/>
                <a:gd name="connsiteY7" fmla="*/ 5339 h 478423"/>
                <a:gd name="connsiteX8" fmla="*/ 625176 w 645024"/>
                <a:gd name="connsiteY8" fmla="*/ 277559 h 478423"/>
                <a:gd name="connsiteX9" fmla="*/ 640459 w 645024"/>
                <a:gd name="connsiteY9" fmla="*/ 330405 h 478423"/>
                <a:gd name="connsiteX10" fmla="*/ 573769 w 645024"/>
                <a:gd name="connsiteY10" fmla="*/ 457185 h 478423"/>
                <a:gd name="connsiteX11" fmla="*/ 538588 w 645024"/>
                <a:gd name="connsiteY11" fmla="*/ 478423 h 478423"/>
                <a:gd name="connsiteX12" fmla="*/ 93738 w 645024"/>
                <a:gd name="connsiteY12" fmla="*/ 214441 h 478423"/>
                <a:gd name="connsiteX13" fmla="*/ 520476 w 645024"/>
                <a:gd name="connsiteY13" fmla="*/ 388362 h 478423"/>
                <a:gd name="connsiteX14" fmla="*/ 552432 w 645024"/>
                <a:gd name="connsiteY14" fmla="*/ 327179 h 478423"/>
                <a:gd name="connsiteX15" fmla="*/ 151546 w 645024"/>
                <a:gd name="connsiteY15" fmla="*/ 95451 h 478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5024" h="478423">
                  <a:moveTo>
                    <a:pt x="538588" y="478423"/>
                  </a:moveTo>
                  <a:cubicBezTo>
                    <a:pt x="533477" y="478427"/>
                    <a:pt x="528416" y="477415"/>
                    <a:pt x="523702" y="475446"/>
                  </a:cubicBezTo>
                  <a:lnTo>
                    <a:pt x="24567" y="272001"/>
                  </a:lnTo>
                  <a:cubicBezTo>
                    <a:pt x="4300" y="263639"/>
                    <a:pt x="-5351" y="240431"/>
                    <a:pt x="3011" y="220165"/>
                  </a:cubicBezTo>
                  <a:cubicBezTo>
                    <a:pt x="3311" y="219438"/>
                    <a:pt x="3632" y="218721"/>
                    <a:pt x="3974" y="218014"/>
                  </a:cubicBezTo>
                  <a:lnTo>
                    <a:pt x="98750" y="22359"/>
                  </a:lnTo>
                  <a:cubicBezTo>
                    <a:pt x="108330" y="2639"/>
                    <a:pt x="132082" y="-5581"/>
                    <a:pt x="151802" y="4000"/>
                  </a:cubicBezTo>
                  <a:cubicBezTo>
                    <a:pt x="152659" y="4416"/>
                    <a:pt x="153500" y="4863"/>
                    <a:pt x="154325" y="5339"/>
                  </a:cubicBezTo>
                  <a:lnTo>
                    <a:pt x="625176" y="277559"/>
                  </a:lnTo>
                  <a:cubicBezTo>
                    <a:pt x="643630" y="288217"/>
                    <a:pt x="650374" y="311542"/>
                    <a:pt x="640459" y="330405"/>
                  </a:cubicBezTo>
                  <a:lnTo>
                    <a:pt x="573769" y="457185"/>
                  </a:lnTo>
                  <a:cubicBezTo>
                    <a:pt x="566902" y="470256"/>
                    <a:pt x="553350" y="478437"/>
                    <a:pt x="538588" y="478423"/>
                  </a:cubicBezTo>
                  <a:close/>
                  <a:moveTo>
                    <a:pt x="93738" y="214441"/>
                  </a:moveTo>
                  <a:lnTo>
                    <a:pt x="520476" y="388362"/>
                  </a:lnTo>
                  <a:lnTo>
                    <a:pt x="552432" y="327179"/>
                  </a:lnTo>
                  <a:lnTo>
                    <a:pt x="151546" y="9545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5" name="Picture Placeholder 37">
            <a:extLst>
              <a:ext uri="{FF2B5EF4-FFF2-40B4-BE49-F238E27FC236}">
                <a16:creationId xmlns:a16="http://schemas.microsoft.com/office/drawing/2014/main" id="{342F4E63-7F56-4525-B603-0A5713ED45C6}"/>
              </a:ext>
            </a:extLst>
          </p:cNvPr>
          <p:cNvGrpSpPr>
            <a:grpSpLocks noChangeAspect="1"/>
          </p:cNvGrpSpPr>
          <p:nvPr/>
        </p:nvGrpSpPr>
        <p:grpSpPr>
          <a:xfrm>
            <a:off x="4125280" y="1512858"/>
            <a:ext cx="839086" cy="647549"/>
            <a:chOff x="4125280" y="1512858"/>
            <a:chExt cx="839086" cy="647549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13332EB1-F2C1-CA4F-9B53-002CD0AC223A}"/>
                </a:ext>
              </a:extLst>
            </p:cNvPr>
            <p:cNvSpPr/>
            <p:nvPr/>
          </p:nvSpPr>
          <p:spPr>
            <a:xfrm>
              <a:off x="4125280" y="1512858"/>
              <a:ext cx="839086" cy="647549"/>
            </a:xfrm>
            <a:custGeom>
              <a:avLst/>
              <a:gdLst>
                <a:gd name="connsiteX0" fmla="*/ 647551 w 839086"/>
                <a:gd name="connsiteY0" fmla="*/ 647550 h 647549"/>
                <a:gd name="connsiteX1" fmla="*/ 191040 w 839086"/>
                <a:gd name="connsiteY1" fmla="*/ 647550 h 647549"/>
                <a:gd name="connsiteX2" fmla="*/ 0 w 839086"/>
                <a:gd name="connsiteY2" fmla="*/ 457007 h 647549"/>
                <a:gd name="connsiteX3" fmla="*/ 0 w 839086"/>
                <a:gd name="connsiteY3" fmla="*/ 191040 h 647549"/>
                <a:gd name="connsiteX4" fmla="*/ 191040 w 839086"/>
                <a:gd name="connsiteY4" fmla="*/ 0 h 647549"/>
                <a:gd name="connsiteX5" fmla="*/ 648047 w 839086"/>
                <a:gd name="connsiteY5" fmla="*/ 0 h 647549"/>
                <a:gd name="connsiteX6" fmla="*/ 839087 w 839086"/>
                <a:gd name="connsiteY6" fmla="*/ 191040 h 647549"/>
                <a:gd name="connsiteX7" fmla="*/ 839087 w 839086"/>
                <a:gd name="connsiteY7" fmla="*/ 456510 h 647549"/>
                <a:gd name="connsiteX8" fmla="*/ 647551 w 839086"/>
                <a:gd name="connsiteY8" fmla="*/ 647550 h 647549"/>
                <a:gd name="connsiteX9" fmla="*/ 191040 w 839086"/>
                <a:gd name="connsiteY9" fmla="*/ 79889 h 647549"/>
                <a:gd name="connsiteX10" fmla="*/ 79393 w 839086"/>
                <a:gd name="connsiteY10" fmla="*/ 191040 h 647549"/>
                <a:gd name="connsiteX11" fmla="*/ 79393 w 839086"/>
                <a:gd name="connsiteY11" fmla="*/ 456510 h 647549"/>
                <a:gd name="connsiteX12" fmla="*/ 191040 w 839086"/>
                <a:gd name="connsiteY12" fmla="*/ 568157 h 647549"/>
                <a:gd name="connsiteX13" fmla="*/ 648047 w 839086"/>
                <a:gd name="connsiteY13" fmla="*/ 568157 h 647549"/>
                <a:gd name="connsiteX14" fmla="*/ 759694 w 839086"/>
                <a:gd name="connsiteY14" fmla="*/ 456510 h 647549"/>
                <a:gd name="connsiteX15" fmla="*/ 759694 w 839086"/>
                <a:gd name="connsiteY15" fmla="*/ 191040 h 647549"/>
                <a:gd name="connsiteX16" fmla="*/ 648047 w 839086"/>
                <a:gd name="connsiteY16" fmla="*/ 79393 h 647549"/>
                <a:gd name="connsiteX17" fmla="*/ 191040 w 839086"/>
                <a:gd name="connsiteY17" fmla="*/ 79393 h 64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9086" h="647549">
                  <a:moveTo>
                    <a:pt x="647551" y="647550"/>
                  </a:moveTo>
                  <a:lnTo>
                    <a:pt x="191040" y="647550"/>
                  </a:lnTo>
                  <a:cubicBezTo>
                    <a:pt x="85844" y="647550"/>
                    <a:pt x="0" y="562202"/>
                    <a:pt x="0" y="457007"/>
                  </a:cubicBezTo>
                  <a:lnTo>
                    <a:pt x="0" y="191040"/>
                  </a:lnTo>
                  <a:cubicBezTo>
                    <a:pt x="0" y="85844"/>
                    <a:pt x="85844" y="0"/>
                    <a:pt x="191040" y="0"/>
                  </a:cubicBezTo>
                  <a:lnTo>
                    <a:pt x="648047" y="0"/>
                  </a:lnTo>
                  <a:cubicBezTo>
                    <a:pt x="753243" y="0"/>
                    <a:pt x="839087" y="85844"/>
                    <a:pt x="839087" y="191040"/>
                  </a:cubicBezTo>
                  <a:lnTo>
                    <a:pt x="839087" y="456510"/>
                  </a:lnTo>
                  <a:cubicBezTo>
                    <a:pt x="838591" y="562202"/>
                    <a:pt x="752747" y="647550"/>
                    <a:pt x="647551" y="647550"/>
                  </a:cubicBezTo>
                  <a:close/>
                  <a:moveTo>
                    <a:pt x="191040" y="79889"/>
                  </a:moveTo>
                  <a:cubicBezTo>
                    <a:pt x="129510" y="79889"/>
                    <a:pt x="79393" y="130006"/>
                    <a:pt x="79393" y="191040"/>
                  </a:cubicBezTo>
                  <a:lnTo>
                    <a:pt x="79393" y="456510"/>
                  </a:lnTo>
                  <a:cubicBezTo>
                    <a:pt x="79393" y="518040"/>
                    <a:pt x="129510" y="568157"/>
                    <a:pt x="191040" y="568157"/>
                  </a:cubicBezTo>
                  <a:lnTo>
                    <a:pt x="648047" y="568157"/>
                  </a:lnTo>
                  <a:cubicBezTo>
                    <a:pt x="709577" y="568157"/>
                    <a:pt x="759694" y="518040"/>
                    <a:pt x="759694" y="456510"/>
                  </a:cubicBezTo>
                  <a:lnTo>
                    <a:pt x="759694" y="191040"/>
                  </a:lnTo>
                  <a:cubicBezTo>
                    <a:pt x="759694" y="129510"/>
                    <a:pt x="709577" y="79393"/>
                    <a:pt x="648047" y="79393"/>
                  </a:cubicBezTo>
                  <a:lnTo>
                    <a:pt x="191040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87" name="Picture Placeholder 37">
              <a:extLst>
                <a:ext uri="{FF2B5EF4-FFF2-40B4-BE49-F238E27FC236}">
                  <a16:creationId xmlns:a16="http://schemas.microsoft.com/office/drawing/2014/main" id="{342F4E63-7F56-4525-B603-0A5713ED45C6}"/>
                </a:ext>
              </a:extLst>
            </p:cNvPr>
            <p:cNvGrpSpPr/>
            <p:nvPr/>
          </p:nvGrpSpPr>
          <p:grpSpPr>
            <a:xfrm>
              <a:off x="4404809" y="1668419"/>
              <a:ext cx="310191" cy="342134"/>
              <a:chOff x="4404809" y="1668419"/>
              <a:chExt cx="310191" cy="342134"/>
            </a:xfrm>
          </p:grpSpPr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F1AB807-C683-D840-BC97-05C45A355D45}"/>
                  </a:ext>
                </a:extLst>
              </p:cNvPr>
              <p:cNvSpPr/>
              <p:nvPr/>
            </p:nvSpPr>
            <p:spPr>
              <a:xfrm>
                <a:off x="4405141" y="1668419"/>
                <a:ext cx="309859" cy="342134"/>
              </a:xfrm>
              <a:custGeom>
                <a:avLst/>
                <a:gdLst>
                  <a:gd name="connsiteX0" fmla="*/ 39697 w 309859"/>
                  <a:gd name="connsiteY0" fmla="*/ 342135 h 342134"/>
                  <a:gd name="connsiteX1" fmla="*/ 0 w 309859"/>
                  <a:gd name="connsiteY1" fmla="*/ 302438 h 342134"/>
                  <a:gd name="connsiteX2" fmla="*/ 0 w 309859"/>
                  <a:gd name="connsiteY2" fmla="*/ 39448 h 342134"/>
                  <a:gd name="connsiteX3" fmla="*/ 19848 w 309859"/>
                  <a:gd name="connsiteY3" fmla="*/ 5210 h 342134"/>
                  <a:gd name="connsiteX4" fmla="*/ 59545 w 309859"/>
                  <a:gd name="connsiteY4" fmla="*/ 5210 h 342134"/>
                  <a:gd name="connsiteX5" fmla="*/ 289785 w 309859"/>
                  <a:gd name="connsiteY5" fmla="*/ 136705 h 342134"/>
                  <a:gd name="connsiteX6" fmla="*/ 304671 w 309859"/>
                  <a:gd name="connsiteY6" fmla="*/ 190792 h 342134"/>
                  <a:gd name="connsiteX7" fmla="*/ 250585 w 309859"/>
                  <a:gd name="connsiteY7" fmla="*/ 205678 h 342134"/>
                  <a:gd name="connsiteX8" fmla="*/ 79393 w 309859"/>
                  <a:gd name="connsiteY8" fmla="*/ 107925 h 342134"/>
                  <a:gd name="connsiteX9" fmla="*/ 79393 w 309859"/>
                  <a:gd name="connsiteY9" fmla="*/ 302438 h 342134"/>
                  <a:gd name="connsiteX10" fmla="*/ 39697 w 309859"/>
                  <a:gd name="connsiteY10" fmla="*/ 342135 h 342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859" h="342134">
                    <a:moveTo>
                      <a:pt x="39697" y="342135"/>
                    </a:moveTo>
                    <a:cubicBezTo>
                      <a:pt x="17863" y="342135"/>
                      <a:pt x="0" y="324271"/>
                      <a:pt x="0" y="302438"/>
                    </a:cubicBezTo>
                    <a:lnTo>
                      <a:pt x="0" y="39448"/>
                    </a:lnTo>
                    <a:cubicBezTo>
                      <a:pt x="0" y="25058"/>
                      <a:pt x="7443" y="12157"/>
                      <a:pt x="19848" y="5210"/>
                    </a:cubicBezTo>
                    <a:cubicBezTo>
                      <a:pt x="32253" y="-1737"/>
                      <a:pt x="47140" y="-1737"/>
                      <a:pt x="59545" y="5210"/>
                    </a:cubicBezTo>
                    <a:lnTo>
                      <a:pt x="289785" y="136705"/>
                    </a:lnTo>
                    <a:cubicBezTo>
                      <a:pt x="308641" y="147622"/>
                      <a:pt x="315588" y="171936"/>
                      <a:pt x="304671" y="190792"/>
                    </a:cubicBezTo>
                    <a:cubicBezTo>
                      <a:pt x="293755" y="209647"/>
                      <a:pt x="269441" y="216594"/>
                      <a:pt x="250585" y="205678"/>
                    </a:cubicBezTo>
                    <a:lnTo>
                      <a:pt x="79393" y="107925"/>
                    </a:lnTo>
                    <a:lnTo>
                      <a:pt x="79393" y="302438"/>
                    </a:lnTo>
                    <a:cubicBezTo>
                      <a:pt x="79393" y="324767"/>
                      <a:pt x="61530" y="342135"/>
                      <a:pt x="39697" y="34213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AFC8CBB5-D9F4-BD42-9EAF-9714B6723F7D}"/>
                  </a:ext>
                </a:extLst>
              </p:cNvPr>
              <p:cNvSpPr/>
              <p:nvPr/>
            </p:nvSpPr>
            <p:spPr>
              <a:xfrm>
                <a:off x="4404809" y="1799830"/>
                <a:ext cx="309801" cy="210723"/>
              </a:xfrm>
              <a:custGeom>
                <a:avLst/>
                <a:gdLst>
                  <a:gd name="connsiteX0" fmla="*/ 40029 w 309801"/>
                  <a:gd name="connsiteY0" fmla="*/ 210724 h 210723"/>
                  <a:gd name="connsiteX1" fmla="*/ 5294 w 309801"/>
                  <a:gd name="connsiteY1" fmla="*/ 190876 h 210723"/>
                  <a:gd name="connsiteX2" fmla="*/ 20180 w 309801"/>
                  <a:gd name="connsiteY2" fmla="*/ 136789 h 210723"/>
                  <a:gd name="connsiteX3" fmla="*/ 250421 w 309801"/>
                  <a:gd name="connsiteY3" fmla="*/ 5294 h 210723"/>
                  <a:gd name="connsiteX4" fmla="*/ 304507 w 309801"/>
                  <a:gd name="connsiteY4" fmla="*/ 20180 h 210723"/>
                  <a:gd name="connsiteX5" fmla="*/ 289621 w 309801"/>
                  <a:gd name="connsiteY5" fmla="*/ 74267 h 210723"/>
                  <a:gd name="connsiteX6" fmla="*/ 59381 w 309801"/>
                  <a:gd name="connsiteY6" fmla="*/ 205762 h 210723"/>
                  <a:gd name="connsiteX7" fmla="*/ 40029 w 309801"/>
                  <a:gd name="connsiteY7" fmla="*/ 210724 h 21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9801" h="210723">
                    <a:moveTo>
                      <a:pt x="40029" y="210724"/>
                    </a:moveTo>
                    <a:cubicBezTo>
                      <a:pt x="26135" y="210724"/>
                      <a:pt x="12737" y="203777"/>
                      <a:pt x="5294" y="190876"/>
                    </a:cubicBezTo>
                    <a:cubicBezTo>
                      <a:pt x="-5622" y="172020"/>
                      <a:pt x="828" y="147706"/>
                      <a:pt x="20180" y="136789"/>
                    </a:cubicBezTo>
                    <a:lnTo>
                      <a:pt x="250421" y="5294"/>
                    </a:lnTo>
                    <a:cubicBezTo>
                      <a:pt x="269277" y="-5622"/>
                      <a:pt x="293591" y="828"/>
                      <a:pt x="304507" y="20180"/>
                    </a:cubicBezTo>
                    <a:cubicBezTo>
                      <a:pt x="315424" y="39036"/>
                      <a:pt x="308973" y="63350"/>
                      <a:pt x="289621" y="74267"/>
                    </a:cubicBezTo>
                    <a:lnTo>
                      <a:pt x="59381" y="205762"/>
                    </a:lnTo>
                    <a:cubicBezTo>
                      <a:pt x="53426" y="209235"/>
                      <a:pt x="46479" y="210724"/>
                      <a:pt x="40029" y="21072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90" name="Picture Placeholder 35">
            <a:extLst>
              <a:ext uri="{FF2B5EF4-FFF2-40B4-BE49-F238E27FC236}">
                <a16:creationId xmlns:a16="http://schemas.microsoft.com/office/drawing/2014/main" id="{6798AC23-44CA-4F6C-9C4E-D722C3ABD6F3}"/>
              </a:ext>
            </a:extLst>
          </p:cNvPr>
          <p:cNvGrpSpPr>
            <a:grpSpLocks noChangeAspect="1"/>
          </p:cNvGrpSpPr>
          <p:nvPr/>
        </p:nvGrpSpPr>
        <p:grpSpPr>
          <a:xfrm>
            <a:off x="2792886" y="1402701"/>
            <a:ext cx="868363" cy="868362"/>
            <a:chOff x="2792886" y="1402701"/>
            <a:chExt cx="868363" cy="86836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9D0B659-39AF-8B45-872A-9FBADB2CA812}"/>
                </a:ext>
              </a:extLst>
            </p:cNvPr>
            <p:cNvSpPr/>
            <p:nvPr/>
          </p:nvSpPr>
          <p:spPr>
            <a:xfrm>
              <a:off x="2820350" y="1429685"/>
              <a:ext cx="813898" cy="813837"/>
            </a:xfrm>
            <a:custGeom>
              <a:avLst/>
              <a:gdLst>
                <a:gd name="connsiteX0" fmla="*/ 406717 w 813898"/>
                <a:gd name="connsiteY0" fmla="*/ 813838 h 813837"/>
                <a:gd name="connsiteX1" fmla="*/ 200790 w 813898"/>
                <a:gd name="connsiteY1" fmla="*/ 757816 h 813837"/>
                <a:gd name="connsiteX2" fmla="*/ 73712 w 813898"/>
                <a:gd name="connsiteY2" fmla="*/ 796967 h 813837"/>
                <a:gd name="connsiteX3" fmla="*/ 24091 w 813898"/>
                <a:gd name="connsiteY3" fmla="*/ 770713 h 813837"/>
                <a:gd name="connsiteX4" fmla="*/ 23744 w 813898"/>
                <a:gd name="connsiteY4" fmla="*/ 748537 h 813837"/>
                <a:gd name="connsiteX5" fmla="*/ 59669 w 813898"/>
                <a:gd name="connsiteY5" fmla="*/ 618977 h 813837"/>
                <a:gd name="connsiteX6" fmla="*/ 194919 w 813898"/>
                <a:gd name="connsiteY6" fmla="*/ 59669 h 813837"/>
                <a:gd name="connsiteX7" fmla="*/ 754230 w 813898"/>
                <a:gd name="connsiteY7" fmla="*/ 194919 h 813837"/>
                <a:gd name="connsiteX8" fmla="*/ 618979 w 813898"/>
                <a:gd name="connsiteY8" fmla="*/ 754229 h 813837"/>
                <a:gd name="connsiteX9" fmla="*/ 407014 w 813898"/>
                <a:gd name="connsiteY9" fmla="*/ 813838 h 813837"/>
                <a:gd name="connsiteX10" fmla="*/ 203966 w 813898"/>
                <a:gd name="connsiteY10" fmla="*/ 676289 h 813837"/>
                <a:gd name="connsiteX11" fmla="*/ 233193 w 813898"/>
                <a:gd name="connsiteY11" fmla="*/ 684675 h 813837"/>
                <a:gd name="connsiteX12" fmla="*/ 683551 w 813898"/>
                <a:gd name="connsiteY12" fmla="*/ 580244 h 813837"/>
                <a:gd name="connsiteX13" fmla="*/ 579119 w 813898"/>
                <a:gd name="connsiteY13" fmla="*/ 129886 h 813837"/>
                <a:gd name="connsiteX14" fmla="*/ 128762 w 813898"/>
                <a:gd name="connsiteY14" fmla="*/ 234317 h 813837"/>
                <a:gd name="connsiteX15" fmla="*/ 132066 w 813898"/>
                <a:gd name="connsiteY15" fmla="*/ 585434 h 813837"/>
                <a:gd name="connsiteX16" fmla="*/ 138814 w 813898"/>
                <a:gd name="connsiteY16" fmla="*/ 630589 h 813837"/>
                <a:gd name="connsiteX17" fmla="*/ 119363 w 813898"/>
                <a:gd name="connsiteY17" fmla="*/ 700058 h 813837"/>
                <a:gd name="connsiteX18" fmla="*/ 187790 w 813898"/>
                <a:gd name="connsiteY18" fmla="*/ 678969 h 813837"/>
                <a:gd name="connsiteX19" fmla="*/ 203966 w 813898"/>
                <a:gd name="connsiteY19" fmla="*/ 676289 h 813837"/>
                <a:gd name="connsiteX20" fmla="*/ 62497 w 813898"/>
                <a:gd name="connsiteY20" fmla="*/ 608458 h 813837"/>
                <a:gd name="connsiteX21" fmla="*/ 62497 w 813898"/>
                <a:gd name="connsiteY21" fmla="*/ 608458 h 8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3898" h="813837">
                  <a:moveTo>
                    <a:pt x="406717" y="813838"/>
                  </a:moveTo>
                  <a:cubicBezTo>
                    <a:pt x="334307" y="813863"/>
                    <a:pt x="263207" y="794521"/>
                    <a:pt x="200790" y="757816"/>
                  </a:cubicBezTo>
                  <a:lnTo>
                    <a:pt x="73712" y="796967"/>
                  </a:lnTo>
                  <a:cubicBezTo>
                    <a:pt x="52759" y="803418"/>
                    <a:pt x="30543" y="791662"/>
                    <a:pt x="24091" y="770713"/>
                  </a:cubicBezTo>
                  <a:cubicBezTo>
                    <a:pt x="21871" y="763503"/>
                    <a:pt x="21750" y="755811"/>
                    <a:pt x="23744" y="748537"/>
                  </a:cubicBezTo>
                  <a:cubicBezTo>
                    <a:pt x="30988" y="721990"/>
                    <a:pt x="48157" y="659567"/>
                    <a:pt x="59669" y="618977"/>
                  </a:cubicBezTo>
                  <a:cubicBezTo>
                    <a:pt x="-57432" y="427181"/>
                    <a:pt x="3122" y="176770"/>
                    <a:pt x="194919" y="59669"/>
                  </a:cubicBezTo>
                  <a:cubicBezTo>
                    <a:pt x="386716" y="-57431"/>
                    <a:pt x="637126" y="3122"/>
                    <a:pt x="754230" y="194919"/>
                  </a:cubicBezTo>
                  <a:cubicBezTo>
                    <a:pt x="871330" y="386716"/>
                    <a:pt x="810773" y="637129"/>
                    <a:pt x="618979" y="754229"/>
                  </a:cubicBezTo>
                  <a:cubicBezTo>
                    <a:pt x="555147" y="793201"/>
                    <a:pt x="481803" y="813828"/>
                    <a:pt x="407014" y="813838"/>
                  </a:cubicBezTo>
                  <a:close/>
                  <a:moveTo>
                    <a:pt x="203966" y="676289"/>
                  </a:moveTo>
                  <a:cubicBezTo>
                    <a:pt x="214301" y="676299"/>
                    <a:pt x="224426" y="679202"/>
                    <a:pt x="233193" y="684675"/>
                  </a:cubicBezTo>
                  <a:cubicBezTo>
                    <a:pt x="386394" y="780200"/>
                    <a:pt x="588026" y="733447"/>
                    <a:pt x="683551" y="580244"/>
                  </a:cubicBezTo>
                  <a:cubicBezTo>
                    <a:pt x="779076" y="427043"/>
                    <a:pt x="732323" y="225411"/>
                    <a:pt x="579119" y="129886"/>
                  </a:cubicBezTo>
                  <a:cubicBezTo>
                    <a:pt x="425919" y="34360"/>
                    <a:pt x="224287" y="81116"/>
                    <a:pt x="128762" y="234317"/>
                  </a:cubicBezTo>
                  <a:cubicBezTo>
                    <a:pt x="61577" y="342065"/>
                    <a:pt x="62866" y="478968"/>
                    <a:pt x="132066" y="585434"/>
                  </a:cubicBezTo>
                  <a:cubicBezTo>
                    <a:pt x="140773" y="598787"/>
                    <a:pt x="143236" y="615271"/>
                    <a:pt x="138814" y="630589"/>
                  </a:cubicBezTo>
                  <a:cubicBezTo>
                    <a:pt x="133505" y="649097"/>
                    <a:pt x="126310" y="674900"/>
                    <a:pt x="119363" y="700058"/>
                  </a:cubicBezTo>
                  <a:lnTo>
                    <a:pt x="187790" y="678969"/>
                  </a:lnTo>
                  <a:cubicBezTo>
                    <a:pt x="193019" y="677277"/>
                    <a:pt x="198471" y="676374"/>
                    <a:pt x="203966" y="676289"/>
                  </a:cubicBezTo>
                  <a:close/>
                  <a:moveTo>
                    <a:pt x="62497" y="608458"/>
                  </a:moveTo>
                  <a:lnTo>
                    <a:pt x="62497" y="60845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814BE526-B8FC-964F-A51A-E9CDABDE9A01}"/>
                </a:ext>
              </a:extLst>
            </p:cNvPr>
            <p:cNvSpPr/>
            <p:nvPr/>
          </p:nvSpPr>
          <p:spPr>
            <a:xfrm>
              <a:off x="2982374" y="1595540"/>
              <a:ext cx="502318" cy="475204"/>
            </a:xfrm>
            <a:custGeom>
              <a:avLst/>
              <a:gdLst>
                <a:gd name="connsiteX0" fmla="*/ 338228 w 502318"/>
                <a:gd name="connsiteY0" fmla="*/ 475204 h 475204"/>
                <a:gd name="connsiteX1" fmla="*/ 293917 w 502318"/>
                <a:gd name="connsiteY1" fmla="*/ 471731 h 475204"/>
                <a:gd name="connsiteX2" fmla="*/ 11525 w 502318"/>
                <a:gd name="connsiteY2" fmla="*/ 222188 h 475204"/>
                <a:gd name="connsiteX3" fmla="*/ 60451 w 502318"/>
                <a:gd name="connsiteY3" fmla="*/ 18049 h 475204"/>
                <a:gd name="connsiteX4" fmla="*/ 86998 w 502318"/>
                <a:gd name="connsiteY4" fmla="*/ 3808 h 475204"/>
                <a:gd name="connsiteX5" fmla="*/ 171354 w 502318"/>
                <a:gd name="connsiteY5" fmla="*/ 17999 h 475204"/>
                <a:gd name="connsiteX6" fmla="*/ 229956 w 502318"/>
                <a:gd name="connsiteY6" fmla="*/ 141555 h 475204"/>
                <a:gd name="connsiteX7" fmla="*/ 206783 w 502318"/>
                <a:gd name="connsiteY7" fmla="*/ 202390 h 475204"/>
                <a:gd name="connsiteX8" fmla="*/ 245388 w 502318"/>
                <a:gd name="connsiteY8" fmla="*/ 241392 h 475204"/>
                <a:gd name="connsiteX9" fmla="*/ 289451 w 502318"/>
                <a:gd name="connsiteY9" fmla="*/ 273595 h 475204"/>
                <a:gd name="connsiteX10" fmla="*/ 307860 w 502318"/>
                <a:gd name="connsiteY10" fmla="*/ 248785 h 475204"/>
                <a:gd name="connsiteX11" fmla="*/ 314361 w 502318"/>
                <a:gd name="connsiteY11" fmla="*/ 240846 h 475204"/>
                <a:gd name="connsiteX12" fmla="*/ 393009 w 502318"/>
                <a:gd name="connsiteY12" fmla="*/ 230922 h 475204"/>
                <a:gd name="connsiteX13" fmla="*/ 421442 w 502318"/>
                <a:gd name="connsiteY13" fmla="*/ 248289 h 475204"/>
                <a:gd name="connsiteX14" fmla="*/ 475529 w 502318"/>
                <a:gd name="connsiteY14" fmla="*/ 281535 h 475204"/>
                <a:gd name="connsiteX15" fmla="*/ 501580 w 502318"/>
                <a:gd name="connsiteY15" fmla="*/ 335770 h 475204"/>
                <a:gd name="connsiteX16" fmla="*/ 338228 w 502318"/>
                <a:gd name="connsiteY16" fmla="*/ 475204 h 475204"/>
                <a:gd name="connsiteX17" fmla="*/ 111312 w 502318"/>
                <a:gd name="connsiteY17" fmla="*/ 80075 h 475204"/>
                <a:gd name="connsiteX18" fmla="*/ 90472 w 502318"/>
                <a:gd name="connsiteY18" fmla="*/ 112973 h 475204"/>
                <a:gd name="connsiteX19" fmla="*/ 85510 w 502318"/>
                <a:gd name="connsiteY19" fmla="*/ 193557 h 475204"/>
                <a:gd name="connsiteX20" fmla="*/ 305578 w 502318"/>
                <a:gd name="connsiteY20" fmla="*/ 393082 h 475204"/>
                <a:gd name="connsiteX21" fmla="*/ 338129 w 502318"/>
                <a:gd name="connsiteY21" fmla="*/ 395712 h 475204"/>
                <a:gd name="connsiteX22" fmla="*/ 419110 w 502318"/>
                <a:gd name="connsiteY22" fmla="*/ 341129 h 475204"/>
                <a:gd name="connsiteX23" fmla="*/ 377875 w 502318"/>
                <a:gd name="connsiteY23" fmla="*/ 315177 h 475204"/>
                <a:gd name="connsiteX24" fmla="*/ 364478 w 502318"/>
                <a:gd name="connsiteY24" fmla="*/ 306494 h 475204"/>
                <a:gd name="connsiteX25" fmla="*/ 303791 w 502318"/>
                <a:gd name="connsiteY25" fmla="*/ 360233 h 475204"/>
                <a:gd name="connsiteX26" fmla="*/ 289798 w 502318"/>
                <a:gd name="connsiteY26" fmla="*/ 360531 h 475204"/>
                <a:gd name="connsiteX27" fmla="*/ 194378 w 502318"/>
                <a:gd name="connsiteY27" fmla="*/ 302524 h 475204"/>
                <a:gd name="connsiteX28" fmla="*/ 120393 w 502318"/>
                <a:gd name="connsiteY28" fmla="*/ 202539 h 475204"/>
                <a:gd name="connsiteX29" fmla="*/ 131062 w 502318"/>
                <a:gd name="connsiteY29" fmla="*/ 168251 h 475204"/>
                <a:gd name="connsiteX30" fmla="*/ 150116 w 502318"/>
                <a:gd name="connsiteY30" fmla="*/ 143440 h 475204"/>
                <a:gd name="connsiteX31" fmla="*/ 118160 w 502318"/>
                <a:gd name="connsiteY31" fmla="*/ 79479 h 475204"/>
                <a:gd name="connsiteX32" fmla="*/ 111312 w 502318"/>
                <a:gd name="connsiteY32" fmla="*/ 80075 h 475204"/>
                <a:gd name="connsiteX33" fmla="*/ 437023 w 502318"/>
                <a:gd name="connsiteY33" fmla="*/ 351103 h 475204"/>
                <a:gd name="connsiteX34" fmla="*/ 437023 w 502318"/>
                <a:gd name="connsiteY34" fmla="*/ 351103 h 475204"/>
                <a:gd name="connsiteX35" fmla="*/ 423278 w 502318"/>
                <a:gd name="connsiteY35" fmla="*/ 322720 h 475204"/>
                <a:gd name="connsiteX36" fmla="*/ 423278 w 502318"/>
                <a:gd name="connsiteY36" fmla="*/ 322720 h 475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02318" h="475204">
                  <a:moveTo>
                    <a:pt x="338228" y="475204"/>
                  </a:moveTo>
                  <a:cubicBezTo>
                    <a:pt x="323392" y="475120"/>
                    <a:pt x="308585" y="473959"/>
                    <a:pt x="293917" y="471731"/>
                  </a:cubicBezTo>
                  <a:cubicBezTo>
                    <a:pt x="157857" y="451337"/>
                    <a:pt x="52264" y="328178"/>
                    <a:pt x="11525" y="222188"/>
                  </a:cubicBezTo>
                  <a:cubicBezTo>
                    <a:pt x="-22515" y="133715"/>
                    <a:pt x="26411" y="52237"/>
                    <a:pt x="60451" y="18049"/>
                  </a:cubicBezTo>
                  <a:cubicBezTo>
                    <a:pt x="67721" y="10813"/>
                    <a:pt x="76949" y="5862"/>
                    <a:pt x="86998" y="3808"/>
                  </a:cubicBezTo>
                  <a:cubicBezTo>
                    <a:pt x="112106" y="-1154"/>
                    <a:pt x="148032" y="-5124"/>
                    <a:pt x="171354" y="17999"/>
                  </a:cubicBezTo>
                  <a:cubicBezTo>
                    <a:pt x="181575" y="28221"/>
                    <a:pt x="229956" y="109053"/>
                    <a:pt x="229956" y="141555"/>
                  </a:cubicBezTo>
                  <a:cubicBezTo>
                    <a:pt x="229956" y="164976"/>
                    <a:pt x="221173" y="183931"/>
                    <a:pt x="206783" y="202390"/>
                  </a:cubicBezTo>
                  <a:cubicBezTo>
                    <a:pt x="218133" y="216810"/>
                    <a:pt x="231084" y="229894"/>
                    <a:pt x="245388" y="241392"/>
                  </a:cubicBezTo>
                  <a:cubicBezTo>
                    <a:pt x="259338" y="253100"/>
                    <a:pt x="274059" y="263859"/>
                    <a:pt x="289451" y="273595"/>
                  </a:cubicBezTo>
                  <a:cubicBezTo>
                    <a:pt x="296049" y="265677"/>
                    <a:pt x="302195" y="257394"/>
                    <a:pt x="307860" y="248785"/>
                  </a:cubicBezTo>
                  <a:cubicBezTo>
                    <a:pt x="309761" y="245931"/>
                    <a:pt x="311939" y="243272"/>
                    <a:pt x="314361" y="240846"/>
                  </a:cubicBezTo>
                  <a:cubicBezTo>
                    <a:pt x="330438" y="224620"/>
                    <a:pt x="361103" y="215192"/>
                    <a:pt x="393009" y="230922"/>
                  </a:cubicBezTo>
                  <a:cubicBezTo>
                    <a:pt x="402790" y="236202"/>
                    <a:pt x="412277" y="241999"/>
                    <a:pt x="421442" y="248289"/>
                  </a:cubicBezTo>
                  <a:cubicBezTo>
                    <a:pt x="435137" y="257270"/>
                    <a:pt x="453894" y="269526"/>
                    <a:pt x="475529" y="281535"/>
                  </a:cubicBezTo>
                  <a:cubicBezTo>
                    <a:pt x="494841" y="292255"/>
                    <a:pt x="505281" y="313997"/>
                    <a:pt x="501580" y="335770"/>
                  </a:cubicBezTo>
                  <a:cubicBezTo>
                    <a:pt x="486644" y="425732"/>
                    <a:pt x="428637" y="475204"/>
                    <a:pt x="338228" y="475204"/>
                  </a:cubicBezTo>
                  <a:close/>
                  <a:moveTo>
                    <a:pt x="111312" y="80075"/>
                  </a:moveTo>
                  <a:cubicBezTo>
                    <a:pt x="103042" y="90144"/>
                    <a:pt x="96043" y="101193"/>
                    <a:pt x="90472" y="112973"/>
                  </a:cubicBezTo>
                  <a:cubicBezTo>
                    <a:pt x="77422" y="140910"/>
                    <a:pt x="75586" y="168052"/>
                    <a:pt x="85510" y="193557"/>
                  </a:cubicBezTo>
                  <a:cubicBezTo>
                    <a:pt x="119301" y="281386"/>
                    <a:pt x="205741" y="378097"/>
                    <a:pt x="305578" y="393082"/>
                  </a:cubicBezTo>
                  <a:cubicBezTo>
                    <a:pt x="316350" y="394754"/>
                    <a:pt x="327227" y="395632"/>
                    <a:pt x="338129" y="395712"/>
                  </a:cubicBezTo>
                  <a:cubicBezTo>
                    <a:pt x="382788" y="395712"/>
                    <a:pt x="407598" y="379089"/>
                    <a:pt x="419110" y="341129"/>
                  </a:cubicBezTo>
                  <a:cubicBezTo>
                    <a:pt x="402735" y="331205"/>
                    <a:pt x="388841" y="322323"/>
                    <a:pt x="377875" y="315177"/>
                  </a:cubicBezTo>
                  <a:cubicBezTo>
                    <a:pt x="372913" y="312002"/>
                    <a:pt x="368348" y="308925"/>
                    <a:pt x="364478" y="306494"/>
                  </a:cubicBezTo>
                  <a:cubicBezTo>
                    <a:pt x="346713" y="331304"/>
                    <a:pt x="324136" y="356115"/>
                    <a:pt x="303791" y="360233"/>
                  </a:cubicBezTo>
                  <a:cubicBezTo>
                    <a:pt x="299183" y="361176"/>
                    <a:pt x="294442" y="361275"/>
                    <a:pt x="289798" y="360531"/>
                  </a:cubicBezTo>
                  <a:cubicBezTo>
                    <a:pt x="266725" y="356958"/>
                    <a:pt x="219039" y="323018"/>
                    <a:pt x="194378" y="302524"/>
                  </a:cubicBezTo>
                  <a:cubicBezTo>
                    <a:pt x="164109" y="277267"/>
                    <a:pt x="126695" y="239456"/>
                    <a:pt x="120393" y="202539"/>
                  </a:cubicBezTo>
                  <a:cubicBezTo>
                    <a:pt x="118281" y="190062"/>
                    <a:pt x="122244" y="177326"/>
                    <a:pt x="131062" y="168251"/>
                  </a:cubicBezTo>
                  <a:cubicBezTo>
                    <a:pt x="139001" y="160063"/>
                    <a:pt x="148330" y="149544"/>
                    <a:pt x="150116" y="143440"/>
                  </a:cubicBezTo>
                  <a:cubicBezTo>
                    <a:pt x="146047" y="130241"/>
                    <a:pt x="128084" y="96251"/>
                    <a:pt x="118160" y="79479"/>
                  </a:cubicBezTo>
                  <a:cubicBezTo>
                    <a:pt x="116275" y="79578"/>
                    <a:pt x="114091" y="79777"/>
                    <a:pt x="111312" y="80075"/>
                  </a:cubicBezTo>
                  <a:close/>
                  <a:moveTo>
                    <a:pt x="437023" y="351103"/>
                  </a:moveTo>
                  <a:lnTo>
                    <a:pt x="437023" y="351103"/>
                  </a:lnTo>
                  <a:close/>
                  <a:moveTo>
                    <a:pt x="423278" y="322720"/>
                  </a:moveTo>
                  <a:lnTo>
                    <a:pt x="423278" y="32272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3" name="Picture Placeholder 33">
            <a:extLst>
              <a:ext uri="{FF2B5EF4-FFF2-40B4-BE49-F238E27FC236}">
                <a16:creationId xmlns:a16="http://schemas.microsoft.com/office/drawing/2014/main" id="{00A1B859-36FE-4EFF-89ED-1F3A5FEDE76F}"/>
              </a:ext>
            </a:extLst>
          </p:cNvPr>
          <p:cNvGrpSpPr>
            <a:grpSpLocks noChangeAspect="1"/>
          </p:cNvGrpSpPr>
          <p:nvPr/>
        </p:nvGrpSpPr>
        <p:grpSpPr>
          <a:xfrm>
            <a:off x="1574123" y="1495987"/>
            <a:ext cx="670872" cy="682284"/>
            <a:chOff x="1574123" y="1495987"/>
            <a:chExt cx="670872" cy="682284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3EF73CF4-459C-114E-9EDA-254B79F74FA4}"/>
                </a:ext>
              </a:extLst>
            </p:cNvPr>
            <p:cNvSpPr/>
            <p:nvPr/>
          </p:nvSpPr>
          <p:spPr>
            <a:xfrm>
              <a:off x="1800393" y="1710349"/>
              <a:ext cx="443113" cy="466434"/>
            </a:xfrm>
            <a:custGeom>
              <a:avLst/>
              <a:gdLst>
                <a:gd name="connsiteX0" fmla="*/ 158786 w 443113"/>
                <a:gd name="connsiteY0" fmla="*/ 466434 h 466434"/>
                <a:gd name="connsiteX1" fmla="*/ 39697 w 443113"/>
                <a:gd name="connsiteY1" fmla="*/ 466434 h 466434"/>
                <a:gd name="connsiteX2" fmla="*/ 11413 w 443113"/>
                <a:gd name="connsiteY2" fmla="*/ 455022 h 466434"/>
                <a:gd name="connsiteX3" fmla="*/ 0 w 443113"/>
                <a:gd name="connsiteY3" fmla="*/ 426738 h 466434"/>
                <a:gd name="connsiteX4" fmla="*/ 496 w 443113"/>
                <a:gd name="connsiteY4" fmla="*/ 39697 h 466434"/>
                <a:gd name="connsiteX5" fmla="*/ 40193 w 443113"/>
                <a:gd name="connsiteY5" fmla="*/ 0 h 466434"/>
                <a:gd name="connsiteX6" fmla="*/ 79889 w 443113"/>
                <a:gd name="connsiteY6" fmla="*/ 39697 h 466434"/>
                <a:gd name="connsiteX7" fmla="*/ 79393 w 443113"/>
                <a:gd name="connsiteY7" fmla="*/ 387041 h 466434"/>
                <a:gd name="connsiteX8" fmla="*/ 119090 w 443113"/>
                <a:gd name="connsiteY8" fmla="*/ 387041 h 466434"/>
                <a:gd name="connsiteX9" fmla="*/ 119586 w 443113"/>
                <a:gd name="connsiteY9" fmla="*/ 268944 h 466434"/>
                <a:gd name="connsiteX10" fmla="*/ 119586 w 443113"/>
                <a:gd name="connsiteY10" fmla="*/ 265967 h 466434"/>
                <a:gd name="connsiteX11" fmla="*/ 142908 w 443113"/>
                <a:gd name="connsiteY11" fmla="*/ 191536 h 466434"/>
                <a:gd name="connsiteX12" fmla="*/ 229744 w 443113"/>
                <a:gd name="connsiteY12" fmla="*/ 152335 h 466434"/>
                <a:gd name="connsiteX13" fmla="*/ 328986 w 443113"/>
                <a:gd name="connsiteY13" fmla="*/ 268944 h 466434"/>
                <a:gd name="connsiteX14" fmla="*/ 328986 w 443113"/>
                <a:gd name="connsiteY14" fmla="*/ 386545 h 466434"/>
                <a:gd name="connsiteX15" fmla="*/ 403417 w 443113"/>
                <a:gd name="connsiteY15" fmla="*/ 386545 h 466434"/>
                <a:gd name="connsiteX16" fmla="*/ 443113 w 443113"/>
                <a:gd name="connsiteY16" fmla="*/ 426242 h 466434"/>
                <a:gd name="connsiteX17" fmla="*/ 403417 w 443113"/>
                <a:gd name="connsiteY17" fmla="*/ 465938 h 466434"/>
                <a:gd name="connsiteX18" fmla="*/ 288793 w 443113"/>
                <a:gd name="connsiteY18" fmla="*/ 465938 h 466434"/>
                <a:gd name="connsiteX19" fmla="*/ 260509 w 443113"/>
                <a:gd name="connsiteY19" fmla="*/ 454029 h 466434"/>
                <a:gd name="connsiteX20" fmla="*/ 249096 w 443113"/>
                <a:gd name="connsiteY20" fmla="*/ 425746 h 466434"/>
                <a:gd name="connsiteX21" fmla="*/ 249096 w 443113"/>
                <a:gd name="connsiteY21" fmla="*/ 270433 h 466434"/>
                <a:gd name="connsiteX22" fmla="*/ 224782 w 443113"/>
                <a:gd name="connsiteY22" fmla="*/ 231232 h 466434"/>
                <a:gd name="connsiteX23" fmla="*/ 197987 w 443113"/>
                <a:gd name="connsiteY23" fmla="*/ 270433 h 466434"/>
                <a:gd name="connsiteX24" fmla="*/ 197491 w 443113"/>
                <a:gd name="connsiteY24" fmla="*/ 426738 h 466434"/>
                <a:gd name="connsiteX25" fmla="*/ 158786 w 443113"/>
                <a:gd name="connsiteY25" fmla="*/ 466434 h 46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3113" h="466434">
                  <a:moveTo>
                    <a:pt x="158786" y="466434"/>
                  </a:moveTo>
                  <a:lnTo>
                    <a:pt x="39697" y="466434"/>
                  </a:lnTo>
                  <a:cubicBezTo>
                    <a:pt x="29276" y="466434"/>
                    <a:pt x="18856" y="462465"/>
                    <a:pt x="11413" y="455022"/>
                  </a:cubicBezTo>
                  <a:cubicBezTo>
                    <a:pt x="3970" y="447579"/>
                    <a:pt x="0" y="437654"/>
                    <a:pt x="0" y="426738"/>
                  </a:cubicBezTo>
                  <a:lnTo>
                    <a:pt x="496" y="39697"/>
                  </a:lnTo>
                  <a:cubicBezTo>
                    <a:pt x="496" y="17863"/>
                    <a:pt x="18360" y="0"/>
                    <a:pt x="40193" y="0"/>
                  </a:cubicBezTo>
                  <a:cubicBezTo>
                    <a:pt x="62026" y="0"/>
                    <a:pt x="79889" y="17863"/>
                    <a:pt x="79889" y="39697"/>
                  </a:cubicBezTo>
                  <a:lnTo>
                    <a:pt x="79393" y="387041"/>
                  </a:lnTo>
                  <a:lnTo>
                    <a:pt x="119090" y="387041"/>
                  </a:lnTo>
                  <a:lnTo>
                    <a:pt x="119586" y="268944"/>
                  </a:lnTo>
                  <a:cubicBezTo>
                    <a:pt x="119586" y="267952"/>
                    <a:pt x="119586" y="266959"/>
                    <a:pt x="119586" y="265967"/>
                  </a:cubicBezTo>
                  <a:cubicBezTo>
                    <a:pt x="122067" y="234706"/>
                    <a:pt x="129510" y="210392"/>
                    <a:pt x="142908" y="191536"/>
                  </a:cubicBezTo>
                  <a:cubicBezTo>
                    <a:pt x="162260" y="164244"/>
                    <a:pt x="193025" y="150351"/>
                    <a:pt x="229744" y="152335"/>
                  </a:cubicBezTo>
                  <a:cubicBezTo>
                    <a:pt x="287304" y="155313"/>
                    <a:pt x="327001" y="202452"/>
                    <a:pt x="328986" y="268944"/>
                  </a:cubicBezTo>
                  <a:cubicBezTo>
                    <a:pt x="329482" y="289289"/>
                    <a:pt x="329482" y="346849"/>
                    <a:pt x="328986" y="386545"/>
                  </a:cubicBezTo>
                  <a:lnTo>
                    <a:pt x="403417" y="386545"/>
                  </a:lnTo>
                  <a:cubicBezTo>
                    <a:pt x="425250" y="386545"/>
                    <a:pt x="443113" y="404409"/>
                    <a:pt x="443113" y="426242"/>
                  </a:cubicBezTo>
                  <a:cubicBezTo>
                    <a:pt x="443113" y="448075"/>
                    <a:pt x="425250" y="465938"/>
                    <a:pt x="403417" y="465938"/>
                  </a:cubicBezTo>
                  <a:lnTo>
                    <a:pt x="288793" y="465938"/>
                  </a:lnTo>
                  <a:cubicBezTo>
                    <a:pt x="278372" y="465938"/>
                    <a:pt x="267952" y="461969"/>
                    <a:pt x="260509" y="454029"/>
                  </a:cubicBezTo>
                  <a:cubicBezTo>
                    <a:pt x="253066" y="446586"/>
                    <a:pt x="249096" y="436166"/>
                    <a:pt x="249096" y="425746"/>
                  </a:cubicBezTo>
                  <a:cubicBezTo>
                    <a:pt x="249096" y="424257"/>
                    <a:pt x="250089" y="300701"/>
                    <a:pt x="249096" y="270433"/>
                  </a:cubicBezTo>
                  <a:cubicBezTo>
                    <a:pt x="248600" y="256043"/>
                    <a:pt x="245126" y="232225"/>
                    <a:pt x="224782" y="231232"/>
                  </a:cubicBezTo>
                  <a:cubicBezTo>
                    <a:pt x="214362" y="230736"/>
                    <a:pt x="201460" y="229744"/>
                    <a:pt x="197987" y="270433"/>
                  </a:cubicBezTo>
                  <a:lnTo>
                    <a:pt x="197491" y="426738"/>
                  </a:lnTo>
                  <a:cubicBezTo>
                    <a:pt x="198483" y="448571"/>
                    <a:pt x="180620" y="466434"/>
                    <a:pt x="158786" y="46643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1E669CDC-AC0F-124F-9B3C-F7CD31F1095F}"/>
                </a:ext>
              </a:extLst>
            </p:cNvPr>
            <p:cNvSpPr/>
            <p:nvPr/>
          </p:nvSpPr>
          <p:spPr>
            <a:xfrm>
              <a:off x="1583055" y="1710349"/>
              <a:ext cx="190047" cy="467923"/>
            </a:xfrm>
            <a:custGeom>
              <a:avLst/>
              <a:gdLst>
                <a:gd name="connsiteX0" fmla="*/ 150351 w 190047"/>
                <a:gd name="connsiteY0" fmla="*/ 467923 h 467923"/>
                <a:gd name="connsiteX1" fmla="*/ 39697 w 190047"/>
                <a:gd name="connsiteY1" fmla="*/ 467923 h 467923"/>
                <a:gd name="connsiteX2" fmla="*/ 11413 w 190047"/>
                <a:gd name="connsiteY2" fmla="*/ 456510 h 467923"/>
                <a:gd name="connsiteX3" fmla="*/ 0 w 190047"/>
                <a:gd name="connsiteY3" fmla="*/ 428227 h 467923"/>
                <a:gd name="connsiteX4" fmla="*/ 496 w 190047"/>
                <a:gd name="connsiteY4" fmla="*/ 39697 h 467923"/>
                <a:gd name="connsiteX5" fmla="*/ 40193 w 190047"/>
                <a:gd name="connsiteY5" fmla="*/ 0 h 467923"/>
                <a:gd name="connsiteX6" fmla="*/ 150351 w 190047"/>
                <a:gd name="connsiteY6" fmla="*/ 0 h 467923"/>
                <a:gd name="connsiteX7" fmla="*/ 178635 w 190047"/>
                <a:gd name="connsiteY7" fmla="*/ 11413 h 467923"/>
                <a:gd name="connsiteX8" fmla="*/ 190047 w 190047"/>
                <a:gd name="connsiteY8" fmla="*/ 39697 h 467923"/>
                <a:gd name="connsiteX9" fmla="*/ 190047 w 190047"/>
                <a:gd name="connsiteY9" fmla="*/ 428227 h 467923"/>
                <a:gd name="connsiteX10" fmla="*/ 150351 w 190047"/>
                <a:gd name="connsiteY10" fmla="*/ 467923 h 467923"/>
                <a:gd name="connsiteX11" fmla="*/ 79393 w 190047"/>
                <a:gd name="connsiteY11" fmla="*/ 388530 h 467923"/>
                <a:gd name="connsiteX12" fmla="*/ 110654 w 190047"/>
                <a:gd name="connsiteY12" fmla="*/ 388530 h 467923"/>
                <a:gd name="connsiteX13" fmla="*/ 110654 w 190047"/>
                <a:gd name="connsiteY13" fmla="*/ 79393 h 467923"/>
                <a:gd name="connsiteX14" fmla="*/ 79889 w 190047"/>
                <a:gd name="connsiteY14" fmla="*/ 79393 h 467923"/>
                <a:gd name="connsiteX15" fmla="*/ 79393 w 190047"/>
                <a:gd name="connsiteY15" fmla="*/ 388530 h 4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047" h="467923">
                  <a:moveTo>
                    <a:pt x="150351" y="467923"/>
                  </a:moveTo>
                  <a:lnTo>
                    <a:pt x="39697" y="467923"/>
                  </a:lnTo>
                  <a:cubicBezTo>
                    <a:pt x="29276" y="467923"/>
                    <a:pt x="18856" y="463953"/>
                    <a:pt x="11413" y="456510"/>
                  </a:cubicBezTo>
                  <a:cubicBezTo>
                    <a:pt x="3970" y="449067"/>
                    <a:pt x="0" y="439143"/>
                    <a:pt x="0" y="428227"/>
                  </a:cubicBezTo>
                  <a:lnTo>
                    <a:pt x="496" y="39697"/>
                  </a:lnTo>
                  <a:cubicBezTo>
                    <a:pt x="496" y="17863"/>
                    <a:pt x="18360" y="0"/>
                    <a:pt x="40193" y="0"/>
                  </a:cubicBezTo>
                  <a:lnTo>
                    <a:pt x="150351" y="0"/>
                  </a:lnTo>
                  <a:cubicBezTo>
                    <a:pt x="160771" y="0"/>
                    <a:pt x="171192" y="3970"/>
                    <a:pt x="178635" y="11413"/>
                  </a:cubicBezTo>
                  <a:cubicBezTo>
                    <a:pt x="186078" y="18856"/>
                    <a:pt x="190047" y="28780"/>
                    <a:pt x="190047" y="39697"/>
                  </a:cubicBezTo>
                  <a:lnTo>
                    <a:pt x="190047" y="428227"/>
                  </a:lnTo>
                  <a:cubicBezTo>
                    <a:pt x="190047" y="450060"/>
                    <a:pt x="172184" y="467923"/>
                    <a:pt x="150351" y="467923"/>
                  </a:cubicBezTo>
                  <a:close/>
                  <a:moveTo>
                    <a:pt x="79393" y="388530"/>
                  </a:moveTo>
                  <a:lnTo>
                    <a:pt x="110654" y="388530"/>
                  </a:lnTo>
                  <a:lnTo>
                    <a:pt x="110654" y="79393"/>
                  </a:lnTo>
                  <a:lnTo>
                    <a:pt x="79889" y="79393"/>
                  </a:lnTo>
                  <a:lnTo>
                    <a:pt x="79393" y="38853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1A2A4245-DBF0-0B49-A992-ADE39E66E8E1}"/>
                </a:ext>
              </a:extLst>
            </p:cNvPr>
            <p:cNvSpPr/>
            <p:nvPr/>
          </p:nvSpPr>
          <p:spPr>
            <a:xfrm>
              <a:off x="1574123" y="1495987"/>
              <a:ext cx="202452" cy="195505"/>
            </a:xfrm>
            <a:custGeom>
              <a:avLst/>
              <a:gdLst>
                <a:gd name="connsiteX0" fmla="*/ 101226 w 202452"/>
                <a:gd name="connsiteY0" fmla="*/ 195506 h 195505"/>
                <a:gd name="connsiteX1" fmla="*/ 0 w 202452"/>
                <a:gd name="connsiteY1" fmla="*/ 97753 h 195505"/>
                <a:gd name="connsiteX2" fmla="*/ 101226 w 202452"/>
                <a:gd name="connsiteY2" fmla="*/ 0 h 195505"/>
                <a:gd name="connsiteX3" fmla="*/ 202453 w 202452"/>
                <a:gd name="connsiteY3" fmla="*/ 97753 h 195505"/>
                <a:gd name="connsiteX4" fmla="*/ 101226 w 202452"/>
                <a:gd name="connsiteY4" fmla="*/ 195506 h 195505"/>
                <a:gd name="connsiteX5" fmla="*/ 101226 w 202452"/>
                <a:gd name="connsiteY5" fmla="*/ 78897 h 195505"/>
                <a:gd name="connsiteX6" fmla="*/ 79393 w 202452"/>
                <a:gd name="connsiteY6" fmla="*/ 97257 h 195505"/>
                <a:gd name="connsiteX7" fmla="*/ 101226 w 202452"/>
                <a:gd name="connsiteY7" fmla="*/ 115616 h 195505"/>
                <a:gd name="connsiteX8" fmla="*/ 123059 w 202452"/>
                <a:gd name="connsiteY8" fmla="*/ 97257 h 195505"/>
                <a:gd name="connsiteX9" fmla="*/ 101226 w 202452"/>
                <a:gd name="connsiteY9" fmla="*/ 78897 h 195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2452" h="195505">
                  <a:moveTo>
                    <a:pt x="101226" y="195506"/>
                  </a:moveTo>
                  <a:cubicBezTo>
                    <a:pt x="45651" y="195506"/>
                    <a:pt x="0" y="151343"/>
                    <a:pt x="0" y="97753"/>
                  </a:cubicBezTo>
                  <a:cubicBezTo>
                    <a:pt x="0" y="44162"/>
                    <a:pt x="45155" y="0"/>
                    <a:pt x="101226" y="0"/>
                  </a:cubicBezTo>
                  <a:cubicBezTo>
                    <a:pt x="157298" y="0"/>
                    <a:pt x="202453" y="44162"/>
                    <a:pt x="202453" y="97753"/>
                  </a:cubicBezTo>
                  <a:cubicBezTo>
                    <a:pt x="202453" y="151343"/>
                    <a:pt x="156802" y="195506"/>
                    <a:pt x="101226" y="195506"/>
                  </a:cubicBezTo>
                  <a:close/>
                  <a:moveTo>
                    <a:pt x="101226" y="78897"/>
                  </a:moveTo>
                  <a:cubicBezTo>
                    <a:pt x="89317" y="78897"/>
                    <a:pt x="79393" y="87332"/>
                    <a:pt x="79393" y="97257"/>
                  </a:cubicBezTo>
                  <a:cubicBezTo>
                    <a:pt x="79393" y="107677"/>
                    <a:pt x="89317" y="115616"/>
                    <a:pt x="101226" y="115616"/>
                  </a:cubicBezTo>
                  <a:cubicBezTo>
                    <a:pt x="113135" y="115616"/>
                    <a:pt x="123059" y="107181"/>
                    <a:pt x="123059" y="97257"/>
                  </a:cubicBezTo>
                  <a:cubicBezTo>
                    <a:pt x="123059" y="87332"/>
                    <a:pt x="113135" y="78897"/>
                    <a:pt x="101226" y="788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0383C0DF-D5D5-1948-9718-2DF2CF416971}"/>
                </a:ext>
              </a:extLst>
            </p:cNvPr>
            <p:cNvSpPr/>
            <p:nvPr/>
          </p:nvSpPr>
          <p:spPr>
            <a:xfrm>
              <a:off x="1801882" y="1702889"/>
              <a:ext cx="443113" cy="474390"/>
            </a:xfrm>
            <a:custGeom>
              <a:avLst/>
              <a:gdLst>
                <a:gd name="connsiteX0" fmla="*/ 403417 w 443113"/>
                <a:gd name="connsiteY0" fmla="*/ 474390 h 474390"/>
                <a:gd name="connsiteX1" fmla="*/ 363720 w 443113"/>
                <a:gd name="connsiteY1" fmla="*/ 434694 h 474390"/>
                <a:gd name="connsiteX2" fmla="*/ 363720 w 443113"/>
                <a:gd name="connsiteY2" fmla="*/ 261517 h 474390"/>
                <a:gd name="connsiteX3" fmla="*/ 268944 w 443113"/>
                <a:gd name="connsiteY3" fmla="*/ 79906 h 474390"/>
                <a:gd name="connsiteX4" fmla="*/ 179131 w 443113"/>
                <a:gd name="connsiteY4" fmla="*/ 134985 h 474390"/>
                <a:gd name="connsiteX5" fmla="*/ 177642 w 443113"/>
                <a:gd name="connsiteY5" fmla="*/ 136969 h 474390"/>
                <a:gd name="connsiteX6" fmla="*/ 133480 w 443113"/>
                <a:gd name="connsiteY6" fmla="*/ 148878 h 474390"/>
                <a:gd name="connsiteX7" fmla="*/ 106685 w 443113"/>
                <a:gd name="connsiteY7" fmla="*/ 102235 h 474390"/>
                <a:gd name="connsiteX8" fmla="*/ 106188 w 443113"/>
                <a:gd name="connsiteY8" fmla="*/ 85860 h 474390"/>
                <a:gd name="connsiteX9" fmla="*/ 39697 w 443113"/>
                <a:gd name="connsiteY9" fmla="*/ 85860 h 474390"/>
                <a:gd name="connsiteX10" fmla="*/ 0 w 443113"/>
                <a:gd name="connsiteY10" fmla="*/ 46164 h 474390"/>
                <a:gd name="connsiteX11" fmla="*/ 39697 w 443113"/>
                <a:gd name="connsiteY11" fmla="*/ 6467 h 474390"/>
                <a:gd name="connsiteX12" fmla="*/ 145389 w 443113"/>
                <a:gd name="connsiteY12" fmla="*/ 6467 h 474390"/>
                <a:gd name="connsiteX13" fmla="*/ 179627 w 443113"/>
                <a:gd name="connsiteY13" fmla="*/ 25819 h 474390"/>
                <a:gd name="connsiteX14" fmla="*/ 269937 w 443113"/>
                <a:gd name="connsiteY14" fmla="*/ 16 h 474390"/>
                <a:gd name="connsiteX15" fmla="*/ 423265 w 443113"/>
                <a:gd name="connsiteY15" fmla="*/ 93303 h 474390"/>
                <a:gd name="connsiteX16" fmla="*/ 443113 w 443113"/>
                <a:gd name="connsiteY16" fmla="*/ 261021 h 474390"/>
                <a:gd name="connsiteX17" fmla="*/ 443113 w 443113"/>
                <a:gd name="connsiteY17" fmla="*/ 434197 h 474390"/>
                <a:gd name="connsiteX18" fmla="*/ 403417 w 443113"/>
                <a:gd name="connsiteY18" fmla="*/ 474390 h 47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3113" h="474390">
                  <a:moveTo>
                    <a:pt x="403417" y="474390"/>
                  </a:moveTo>
                  <a:cubicBezTo>
                    <a:pt x="381583" y="474390"/>
                    <a:pt x="363720" y="456527"/>
                    <a:pt x="363720" y="434694"/>
                  </a:cubicBezTo>
                  <a:lnTo>
                    <a:pt x="363720" y="261517"/>
                  </a:lnTo>
                  <a:cubicBezTo>
                    <a:pt x="363720" y="128038"/>
                    <a:pt x="355781" y="81394"/>
                    <a:pt x="268944" y="79906"/>
                  </a:cubicBezTo>
                  <a:cubicBezTo>
                    <a:pt x="225774" y="79409"/>
                    <a:pt x="197491" y="113151"/>
                    <a:pt x="179131" y="134985"/>
                  </a:cubicBezTo>
                  <a:lnTo>
                    <a:pt x="177642" y="136969"/>
                  </a:lnTo>
                  <a:cubicBezTo>
                    <a:pt x="166726" y="149871"/>
                    <a:pt x="149358" y="154833"/>
                    <a:pt x="133480" y="148878"/>
                  </a:cubicBezTo>
                  <a:cubicBezTo>
                    <a:pt x="107677" y="139450"/>
                    <a:pt x="107181" y="115136"/>
                    <a:pt x="106685" y="102235"/>
                  </a:cubicBezTo>
                  <a:cubicBezTo>
                    <a:pt x="106685" y="97769"/>
                    <a:pt x="106685" y="91815"/>
                    <a:pt x="106188" y="85860"/>
                  </a:cubicBezTo>
                  <a:lnTo>
                    <a:pt x="39697" y="85860"/>
                  </a:lnTo>
                  <a:cubicBezTo>
                    <a:pt x="17863" y="85860"/>
                    <a:pt x="0" y="67997"/>
                    <a:pt x="0" y="46164"/>
                  </a:cubicBezTo>
                  <a:cubicBezTo>
                    <a:pt x="0" y="24330"/>
                    <a:pt x="17863" y="6467"/>
                    <a:pt x="39697" y="6467"/>
                  </a:cubicBezTo>
                  <a:lnTo>
                    <a:pt x="145389" y="6467"/>
                  </a:lnTo>
                  <a:cubicBezTo>
                    <a:pt x="159779" y="6467"/>
                    <a:pt x="172680" y="14406"/>
                    <a:pt x="179627" y="25819"/>
                  </a:cubicBezTo>
                  <a:cubicBezTo>
                    <a:pt x="203445" y="10437"/>
                    <a:pt x="233217" y="-480"/>
                    <a:pt x="269937" y="16"/>
                  </a:cubicBezTo>
                  <a:cubicBezTo>
                    <a:pt x="346849" y="1505"/>
                    <a:pt x="398455" y="32766"/>
                    <a:pt x="423265" y="93303"/>
                  </a:cubicBezTo>
                  <a:cubicBezTo>
                    <a:pt x="443113" y="141435"/>
                    <a:pt x="443113" y="199491"/>
                    <a:pt x="443113" y="261021"/>
                  </a:cubicBezTo>
                  <a:lnTo>
                    <a:pt x="443113" y="434197"/>
                  </a:lnTo>
                  <a:cubicBezTo>
                    <a:pt x="443113" y="456527"/>
                    <a:pt x="425250" y="474390"/>
                    <a:pt x="403417" y="4743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8" name="Picture Placeholder 47">
            <a:extLst>
              <a:ext uri="{FF2B5EF4-FFF2-40B4-BE49-F238E27FC236}">
                <a16:creationId xmlns:a16="http://schemas.microsoft.com/office/drawing/2014/main" id="{711C0ADD-5B01-164F-955F-DC855F09632D}"/>
              </a:ext>
            </a:extLst>
          </p:cNvPr>
          <p:cNvGrpSpPr>
            <a:grpSpLocks noChangeAspect="1"/>
          </p:cNvGrpSpPr>
          <p:nvPr/>
        </p:nvGrpSpPr>
        <p:grpSpPr>
          <a:xfrm>
            <a:off x="5480350" y="4868767"/>
            <a:ext cx="834223" cy="648046"/>
            <a:chOff x="1507956" y="2631494"/>
            <a:chExt cx="834223" cy="648046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7D7D9A39-4E05-F84A-A2E4-DFDED5C1D165}"/>
                </a:ext>
              </a:extLst>
            </p:cNvPr>
            <p:cNvSpPr/>
            <p:nvPr/>
          </p:nvSpPr>
          <p:spPr>
            <a:xfrm>
              <a:off x="1650665" y="2631494"/>
              <a:ext cx="551981" cy="415325"/>
            </a:xfrm>
            <a:custGeom>
              <a:avLst/>
              <a:gdLst>
                <a:gd name="connsiteX0" fmla="*/ 512285 w 551981"/>
                <a:gd name="connsiteY0" fmla="*/ 415325 h 415325"/>
                <a:gd name="connsiteX1" fmla="*/ 39697 w 551981"/>
                <a:gd name="connsiteY1" fmla="*/ 415325 h 415325"/>
                <a:gd name="connsiteX2" fmla="*/ 0 w 551981"/>
                <a:gd name="connsiteY2" fmla="*/ 375629 h 415325"/>
                <a:gd name="connsiteX3" fmla="*/ 0 w 551981"/>
                <a:gd name="connsiteY3" fmla="*/ 100680 h 415325"/>
                <a:gd name="connsiteX4" fmla="*/ 100234 w 551981"/>
                <a:gd name="connsiteY4" fmla="*/ 0 h 415325"/>
                <a:gd name="connsiteX5" fmla="*/ 451747 w 551981"/>
                <a:gd name="connsiteY5" fmla="*/ 0 h 415325"/>
                <a:gd name="connsiteX6" fmla="*/ 551981 w 551981"/>
                <a:gd name="connsiteY6" fmla="*/ 100680 h 415325"/>
                <a:gd name="connsiteX7" fmla="*/ 551981 w 551981"/>
                <a:gd name="connsiteY7" fmla="*/ 375629 h 415325"/>
                <a:gd name="connsiteX8" fmla="*/ 512285 w 551981"/>
                <a:gd name="connsiteY8" fmla="*/ 415325 h 415325"/>
                <a:gd name="connsiteX9" fmla="*/ 79393 w 551981"/>
                <a:gd name="connsiteY9" fmla="*/ 335932 h 415325"/>
                <a:gd name="connsiteX10" fmla="*/ 472588 w 551981"/>
                <a:gd name="connsiteY10" fmla="*/ 335932 h 415325"/>
                <a:gd name="connsiteX11" fmla="*/ 472588 w 551981"/>
                <a:gd name="connsiteY11" fmla="*/ 100680 h 415325"/>
                <a:gd name="connsiteX12" fmla="*/ 451747 w 551981"/>
                <a:gd name="connsiteY12" fmla="*/ 79393 h 415325"/>
                <a:gd name="connsiteX13" fmla="*/ 100234 w 551981"/>
                <a:gd name="connsiteY13" fmla="*/ 79393 h 415325"/>
                <a:gd name="connsiteX14" fmla="*/ 79393 w 551981"/>
                <a:gd name="connsiteY14" fmla="*/ 100680 h 41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1981" h="415325">
                  <a:moveTo>
                    <a:pt x="512285" y="415325"/>
                  </a:moveTo>
                  <a:lnTo>
                    <a:pt x="39697" y="415325"/>
                  </a:lnTo>
                  <a:cubicBezTo>
                    <a:pt x="17773" y="415325"/>
                    <a:pt x="0" y="397551"/>
                    <a:pt x="0" y="375629"/>
                  </a:cubicBezTo>
                  <a:lnTo>
                    <a:pt x="0" y="100680"/>
                  </a:lnTo>
                  <a:cubicBezTo>
                    <a:pt x="-55" y="45228"/>
                    <a:pt x="44781" y="192"/>
                    <a:pt x="100234" y="0"/>
                  </a:cubicBezTo>
                  <a:lnTo>
                    <a:pt x="451747" y="0"/>
                  </a:lnTo>
                  <a:cubicBezTo>
                    <a:pt x="507199" y="192"/>
                    <a:pt x="552036" y="45228"/>
                    <a:pt x="551981" y="100680"/>
                  </a:cubicBezTo>
                  <a:lnTo>
                    <a:pt x="551981" y="375629"/>
                  </a:lnTo>
                  <a:cubicBezTo>
                    <a:pt x="551981" y="397551"/>
                    <a:pt x="534207" y="415325"/>
                    <a:pt x="512285" y="415325"/>
                  </a:cubicBezTo>
                  <a:close/>
                  <a:moveTo>
                    <a:pt x="79393" y="335932"/>
                  </a:moveTo>
                  <a:lnTo>
                    <a:pt x="472588" y="335932"/>
                  </a:lnTo>
                  <a:lnTo>
                    <a:pt x="472588" y="100680"/>
                  </a:lnTo>
                  <a:cubicBezTo>
                    <a:pt x="472697" y="89052"/>
                    <a:pt x="463373" y="79530"/>
                    <a:pt x="451747" y="79393"/>
                  </a:cubicBezTo>
                  <a:lnTo>
                    <a:pt x="100234" y="79393"/>
                  </a:lnTo>
                  <a:cubicBezTo>
                    <a:pt x="88606" y="79530"/>
                    <a:pt x="79283" y="89052"/>
                    <a:pt x="79393" y="1006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95E9928C-F24A-BD46-A1C1-89717B0FFEDD}"/>
                </a:ext>
              </a:extLst>
            </p:cNvPr>
            <p:cNvSpPr/>
            <p:nvPr/>
          </p:nvSpPr>
          <p:spPr>
            <a:xfrm>
              <a:off x="2166721" y="3102891"/>
              <a:ext cx="79740" cy="173672"/>
            </a:xfrm>
            <a:custGeom>
              <a:avLst/>
              <a:gdLst>
                <a:gd name="connsiteX0" fmla="*/ 39697 w 79740"/>
                <a:gd name="connsiteY0" fmla="*/ 173672 h 173672"/>
                <a:gd name="connsiteX1" fmla="*/ 39697 w 79740"/>
                <a:gd name="connsiteY1" fmla="*/ 173672 h 173672"/>
                <a:gd name="connsiteX2" fmla="*/ 0 w 79740"/>
                <a:gd name="connsiteY2" fmla="*/ 133976 h 173672"/>
                <a:gd name="connsiteX3" fmla="*/ 347 w 79740"/>
                <a:gd name="connsiteY3" fmla="*/ 39697 h 173672"/>
                <a:gd name="connsiteX4" fmla="*/ 40044 w 79740"/>
                <a:gd name="connsiteY4" fmla="*/ 0 h 173672"/>
                <a:gd name="connsiteX5" fmla="*/ 40044 w 79740"/>
                <a:gd name="connsiteY5" fmla="*/ 0 h 173672"/>
                <a:gd name="connsiteX6" fmla="*/ 79741 w 79740"/>
                <a:gd name="connsiteY6" fmla="*/ 39697 h 173672"/>
                <a:gd name="connsiteX7" fmla="*/ 79393 w 79740"/>
                <a:gd name="connsiteY7" fmla="*/ 133976 h 173672"/>
                <a:gd name="connsiteX8" fmla="*/ 39697 w 79740"/>
                <a:gd name="connsiteY8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3672">
                  <a:moveTo>
                    <a:pt x="39697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lnTo>
                    <a:pt x="347" y="39697"/>
                  </a:lnTo>
                  <a:cubicBezTo>
                    <a:pt x="347" y="17774"/>
                    <a:pt x="18122" y="0"/>
                    <a:pt x="40044" y="0"/>
                  </a:cubicBezTo>
                  <a:lnTo>
                    <a:pt x="40044" y="0"/>
                  </a:lnTo>
                  <a:cubicBezTo>
                    <a:pt x="61966" y="0"/>
                    <a:pt x="79741" y="17774"/>
                    <a:pt x="79741" y="39697"/>
                  </a:cubicBezTo>
                  <a:lnTo>
                    <a:pt x="79393" y="133976"/>
                  </a:lnTo>
                  <a:cubicBezTo>
                    <a:pt x="79393" y="155898"/>
                    <a:pt x="61619" y="173672"/>
                    <a:pt x="39697" y="1736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AA8A792-B6F3-8C45-AFB4-A59382A2B2C6}"/>
                </a:ext>
              </a:extLst>
            </p:cNvPr>
            <p:cNvSpPr/>
            <p:nvPr/>
          </p:nvSpPr>
          <p:spPr>
            <a:xfrm>
              <a:off x="1601144" y="3105868"/>
              <a:ext cx="79740" cy="173672"/>
            </a:xfrm>
            <a:custGeom>
              <a:avLst/>
              <a:gdLst>
                <a:gd name="connsiteX0" fmla="*/ 39697 w 79740"/>
                <a:gd name="connsiteY0" fmla="*/ 173672 h 173672"/>
                <a:gd name="connsiteX1" fmla="*/ 39697 w 79740"/>
                <a:gd name="connsiteY1" fmla="*/ 173672 h 173672"/>
                <a:gd name="connsiteX2" fmla="*/ 0 w 79740"/>
                <a:gd name="connsiteY2" fmla="*/ 133976 h 173672"/>
                <a:gd name="connsiteX3" fmla="*/ 347 w 79740"/>
                <a:gd name="connsiteY3" fmla="*/ 39697 h 173672"/>
                <a:gd name="connsiteX4" fmla="*/ 40044 w 79740"/>
                <a:gd name="connsiteY4" fmla="*/ 0 h 173672"/>
                <a:gd name="connsiteX5" fmla="*/ 40044 w 79740"/>
                <a:gd name="connsiteY5" fmla="*/ 0 h 173672"/>
                <a:gd name="connsiteX6" fmla="*/ 79741 w 79740"/>
                <a:gd name="connsiteY6" fmla="*/ 39697 h 173672"/>
                <a:gd name="connsiteX7" fmla="*/ 79393 w 79740"/>
                <a:gd name="connsiteY7" fmla="*/ 133976 h 173672"/>
                <a:gd name="connsiteX8" fmla="*/ 39697 w 79740"/>
                <a:gd name="connsiteY8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3672">
                  <a:moveTo>
                    <a:pt x="39697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347" y="39697"/>
                  </a:lnTo>
                  <a:cubicBezTo>
                    <a:pt x="347" y="17774"/>
                    <a:pt x="18120" y="0"/>
                    <a:pt x="40044" y="0"/>
                  </a:cubicBezTo>
                  <a:lnTo>
                    <a:pt x="40044" y="0"/>
                  </a:lnTo>
                  <a:cubicBezTo>
                    <a:pt x="61968" y="0"/>
                    <a:pt x="79741" y="17774"/>
                    <a:pt x="79741" y="39697"/>
                  </a:cubicBezTo>
                  <a:lnTo>
                    <a:pt x="79393" y="133976"/>
                  </a:lnTo>
                  <a:cubicBezTo>
                    <a:pt x="79393" y="155898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C90A7F6F-4AE3-6748-98B7-0E9CD9FEE3D5}"/>
                </a:ext>
              </a:extLst>
            </p:cNvPr>
            <p:cNvSpPr/>
            <p:nvPr/>
          </p:nvSpPr>
          <p:spPr>
            <a:xfrm>
              <a:off x="1507956" y="2812014"/>
              <a:ext cx="834223" cy="365610"/>
            </a:xfrm>
            <a:custGeom>
              <a:avLst/>
              <a:gdLst>
                <a:gd name="connsiteX0" fmla="*/ 793932 w 834223"/>
                <a:gd name="connsiteY0" fmla="*/ 365605 h 365610"/>
                <a:gd name="connsiteX1" fmla="*/ 39697 w 834223"/>
                <a:gd name="connsiteY1" fmla="*/ 365605 h 365610"/>
                <a:gd name="connsiteX2" fmla="*/ 0 w 834223"/>
                <a:gd name="connsiteY2" fmla="*/ 325909 h 365610"/>
                <a:gd name="connsiteX3" fmla="*/ 0 w 834223"/>
                <a:gd name="connsiteY3" fmla="*/ 100581 h 365610"/>
                <a:gd name="connsiteX4" fmla="*/ 29772 w 834223"/>
                <a:gd name="connsiteY4" fmla="*/ 34734 h 365610"/>
                <a:gd name="connsiteX5" fmla="*/ 114128 w 834223"/>
                <a:gd name="connsiteY5" fmla="*/ 0 h 365610"/>
                <a:gd name="connsiteX6" fmla="*/ 218629 w 834223"/>
                <a:gd name="connsiteY6" fmla="*/ 100680 h 365610"/>
                <a:gd name="connsiteX7" fmla="*/ 218629 w 834223"/>
                <a:gd name="connsiteY7" fmla="*/ 157000 h 365610"/>
                <a:gd name="connsiteX8" fmla="*/ 615595 w 834223"/>
                <a:gd name="connsiteY8" fmla="*/ 157000 h 365610"/>
                <a:gd name="connsiteX9" fmla="*/ 615595 w 834223"/>
                <a:gd name="connsiteY9" fmla="*/ 100581 h 365610"/>
                <a:gd name="connsiteX10" fmla="*/ 645367 w 834223"/>
                <a:gd name="connsiteY10" fmla="*/ 34734 h 365610"/>
                <a:gd name="connsiteX11" fmla="*/ 729723 w 834223"/>
                <a:gd name="connsiteY11" fmla="*/ 0 h 365610"/>
                <a:gd name="connsiteX12" fmla="*/ 834224 w 834223"/>
                <a:gd name="connsiteY12" fmla="*/ 100680 h 365610"/>
                <a:gd name="connsiteX13" fmla="*/ 834224 w 834223"/>
                <a:gd name="connsiteY13" fmla="*/ 326008 h 365610"/>
                <a:gd name="connsiteX14" fmla="*/ 794433 w 834223"/>
                <a:gd name="connsiteY14" fmla="*/ 365610 h 365610"/>
                <a:gd name="connsiteX15" fmla="*/ 793932 w 834223"/>
                <a:gd name="connsiteY15" fmla="*/ 365605 h 365610"/>
                <a:gd name="connsiteX16" fmla="*/ 79393 w 834223"/>
                <a:gd name="connsiteY16" fmla="*/ 286212 h 365610"/>
                <a:gd name="connsiteX17" fmla="*/ 754235 w 834223"/>
                <a:gd name="connsiteY17" fmla="*/ 286212 h 365610"/>
                <a:gd name="connsiteX18" fmla="*/ 754235 w 834223"/>
                <a:gd name="connsiteY18" fmla="*/ 100581 h 365610"/>
                <a:gd name="connsiteX19" fmla="*/ 727490 w 834223"/>
                <a:gd name="connsiteY19" fmla="*/ 79244 h 365610"/>
                <a:gd name="connsiteX20" fmla="*/ 726944 w 834223"/>
                <a:gd name="connsiteY20" fmla="*/ 79244 h 365610"/>
                <a:gd name="connsiteX21" fmla="*/ 700496 w 834223"/>
                <a:gd name="connsiteY21" fmla="*/ 91401 h 365610"/>
                <a:gd name="connsiteX22" fmla="*/ 694690 w 834223"/>
                <a:gd name="connsiteY22" fmla="*/ 100432 h 365610"/>
                <a:gd name="connsiteX23" fmla="*/ 694690 w 834223"/>
                <a:gd name="connsiteY23" fmla="*/ 196746 h 365610"/>
                <a:gd name="connsiteX24" fmla="*/ 654994 w 834223"/>
                <a:gd name="connsiteY24" fmla="*/ 236443 h 365610"/>
                <a:gd name="connsiteX25" fmla="*/ 178635 w 834223"/>
                <a:gd name="connsiteY25" fmla="*/ 236443 h 365610"/>
                <a:gd name="connsiteX26" fmla="*/ 138938 w 834223"/>
                <a:gd name="connsiteY26" fmla="*/ 196746 h 365610"/>
                <a:gd name="connsiteX27" fmla="*/ 138938 w 834223"/>
                <a:gd name="connsiteY27" fmla="*/ 100581 h 365610"/>
                <a:gd name="connsiteX28" fmla="*/ 112193 w 834223"/>
                <a:gd name="connsiteY28" fmla="*/ 79244 h 365610"/>
                <a:gd name="connsiteX29" fmla="*/ 111647 w 834223"/>
                <a:gd name="connsiteY29" fmla="*/ 79244 h 365610"/>
                <a:gd name="connsiteX30" fmla="*/ 85199 w 834223"/>
                <a:gd name="connsiteY30" fmla="*/ 91401 h 365610"/>
                <a:gd name="connsiteX31" fmla="*/ 79393 w 834223"/>
                <a:gd name="connsiteY31" fmla="*/ 100432 h 36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4223" h="365610">
                  <a:moveTo>
                    <a:pt x="793932" y="365605"/>
                  </a:moveTo>
                  <a:lnTo>
                    <a:pt x="39697" y="365605"/>
                  </a:lnTo>
                  <a:cubicBezTo>
                    <a:pt x="17773" y="365605"/>
                    <a:pt x="0" y="347831"/>
                    <a:pt x="0" y="325909"/>
                  </a:cubicBezTo>
                  <a:lnTo>
                    <a:pt x="0" y="100581"/>
                  </a:lnTo>
                  <a:cubicBezTo>
                    <a:pt x="613" y="75510"/>
                    <a:pt x="11353" y="51755"/>
                    <a:pt x="29772" y="34734"/>
                  </a:cubicBezTo>
                  <a:cubicBezTo>
                    <a:pt x="52342" y="12685"/>
                    <a:pt x="82576" y="236"/>
                    <a:pt x="114128" y="0"/>
                  </a:cubicBezTo>
                  <a:cubicBezTo>
                    <a:pt x="172680" y="1092"/>
                    <a:pt x="218629" y="45353"/>
                    <a:pt x="218629" y="100680"/>
                  </a:cubicBezTo>
                  <a:lnTo>
                    <a:pt x="218629" y="157000"/>
                  </a:lnTo>
                  <a:lnTo>
                    <a:pt x="615595" y="157000"/>
                  </a:lnTo>
                  <a:lnTo>
                    <a:pt x="615595" y="100581"/>
                  </a:lnTo>
                  <a:cubicBezTo>
                    <a:pt x="616205" y="75510"/>
                    <a:pt x="626948" y="51755"/>
                    <a:pt x="645367" y="34734"/>
                  </a:cubicBezTo>
                  <a:cubicBezTo>
                    <a:pt x="667945" y="12694"/>
                    <a:pt x="698174" y="246"/>
                    <a:pt x="729723" y="0"/>
                  </a:cubicBezTo>
                  <a:cubicBezTo>
                    <a:pt x="788275" y="1092"/>
                    <a:pt x="834224" y="45353"/>
                    <a:pt x="834224" y="100680"/>
                  </a:cubicBezTo>
                  <a:lnTo>
                    <a:pt x="834224" y="326008"/>
                  </a:lnTo>
                  <a:cubicBezTo>
                    <a:pt x="834169" y="347930"/>
                    <a:pt x="816356" y="365660"/>
                    <a:pt x="794433" y="365610"/>
                  </a:cubicBezTo>
                  <a:cubicBezTo>
                    <a:pt x="794264" y="365610"/>
                    <a:pt x="794101" y="365610"/>
                    <a:pt x="793932" y="365605"/>
                  </a:cubicBezTo>
                  <a:close/>
                  <a:moveTo>
                    <a:pt x="79393" y="286212"/>
                  </a:moveTo>
                  <a:lnTo>
                    <a:pt x="754235" y="286212"/>
                  </a:lnTo>
                  <a:lnTo>
                    <a:pt x="754235" y="100581"/>
                  </a:lnTo>
                  <a:cubicBezTo>
                    <a:pt x="754235" y="88523"/>
                    <a:pt x="742971" y="79542"/>
                    <a:pt x="727490" y="79244"/>
                  </a:cubicBezTo>
                  <a:lnTo>
                    <a:pt x="726944" y="79244"/>
                  </a:lnTo>
                  <a:cubicBezTo>
                    <a:pt x="717000" y="80156"/>
                    <a:pt x="707666" y="84446"/>
                    <a:pt x="700496" y="91401"/>
                  </a:cubicBezTo>
                  <a:cubicBezTo>
                    <a:pt x="697643" y="93711"/>
                    <a:pt x="695608" y="96877"/>
                    <a:pt x="694690" y="100432"/>
                  </a:cubicBezTo>
                  <a:lnTo>
                    <a:pt x="694690" y="196746"/>
                  </a:lnTo>
                  <a:cubicBezTo>
                    <a:pt x="694690" y="218668"/>
                    <a:pt x="676916" y="236443"/>
                    <a:pt x="654994" y="236443"/>
                  </a:cubicBezTo>
                  <a:lnTo>
                    <a:pt x="178635" y="236443"/>
                  </a:lnTo>
                  <a:cubicBezTo>
                    <a:pt x="156711" y="236443"/>
                    <a:pt x="138938" y="218668"/>
                    <a:pt x="138938" y="196746"/>
                  </a:cubicBezTo>
                  <a:lnTo>
                    <a:pt x="138938" y="100581"/>
                  </a:lnTo>
                  <a:cubicBezTo>
                    <a:pt x="138938" y="88523"/>
                    <a:pt x="127674" y="79542"/>
                    <a:pt x="112193" y="79244"/>
                  </a:cubicBezTo>
                  <a:lnTo>
                    <a:pt x="111647" y="79244"/>
                  </a:lnTo>
                  <a:cubicBezTo>
                    <a:pt x="101701" y="80156"/>
                    <a:pt x="92367" y="84446"/>
                    <a:pt x="85199" y="91401"/>
                  </a:cubicBezTo>
                  <a:cubicBezTo>
                    <a:pt x="82345" y="93711"/>
                    <a:pt x="80310" y="96877"/>
                    <a:pt x="79393" y="1004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8" name="Picture Placeholder 35">
            <a:extLst>
              <a:ext uri="{FF2B5EF4-FFF2-40B4-BE49-F238E27FC236}">
                <a16:creationId xmlns:a16="http://schemas.microsoft.com/office/drawing/2014/main" id="{6743279C-2EFB-8B45-B2D0-FD2EF088495C}"/>
              </a:ext>
            </a:extLst>
          </p:cNvPr>
          <p:cNvGrpSpPr>
            <a:grpSpLocks noChangeAspect="1"/>
          </p:cNvGrpSpPr>
          <p:nvPr/>
        </p:nvGrpSpPr>
        <p:grpSpPr>
          <a:xfrm>
            <a:off x="5380989" y="1383322"/>
            <a:ext cx="868363" cy="868362"/>
            <a:chOff x="5380989" y="1383322"/>
            <a:chExt cx="868363" cy="868362"/>
          </a:xfrm>
          <a:noFill/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CFEE4BA-60C7-F741-9B00-B681A934959F}"/>
                </a:ext>
              </a:extLst>
            </p:cNvPr>
            <p:cNvSpPr/>
            <p:nvPr/>
          </p:nvSpPr>
          <p:spPr>
            <a:xfrm>
              <a:off x="5425433" y="1476313"/>
              <a:ext cx="566053" cy="552077"/>
            </a:xfrm>
            <a:custGeom>
              <a:avLst/>
              <a:gdLst>
                <a:gd name="connsiteX0" fmla="*/ 130717 w 566053"/>
                <a:gd name="connsiteY0" fmla="*/ 552077 h 552077"/>
                <a:gd name="connsiteX1" fmla="*/ 107891 w 566053"/>
                <a:gd name="connsiteY1" fmla="*/ 544634 h 552077"/>
                <a:gd name="connsiteX2" fmla="*/ 92012 w 566053"/>
                <a:gd name="connsiteY2" fmla="*/ 503449 h 552077"/>
                <a:gd name="connsiteX3" fmla="*/ 95982 w 566053"/>
                <a:gd name="connsiteY3" fmla="*/ 485089 h 552077"/>
                <a:gd name="connsiteX4" fmla="*/ 103425 w 566053"/>
                <a:gd name="connsiteY4" fmla="*/ 451843 h 552077"/>
                <a:gd name="connsiteX5" fmla="*/ 9642 w 566053"/>
                <a:gd name="connsiteY5" fmla="*/ 192327 h 552077"/>
                <a:gd name="connsiteX6" fmla="*/ 190261 w 566053"/>
                <a:gd name="connsiteY6" fmla="*/ 14685 h 552077"/>
                <a:gd name="connsiteX7" fmla="*/ 517262 w 566053"/>
                <a:gd name="connsiteY7" fmla="*/ 111446 h 552077"/>
                <a:gd name="connsiteX8" fmla="*/ 565890 w 566053"/>
                <a:gd name="connsiteY8" fmla="*/ 234505 h 552077"/>
                <a:gd name="connsiteX9" fmla="*/ 529667 w 566053"/>
                <a:gd name="connsiteY9" fmla="*/ 277675 h 552077"/>
                <a:gd name="connsiteX10" fmla="*/ 486497 w 566053"/>
                <a:gd name="connsiteY10" fmla="*/ 241452 h 552077"/>
                <a:gd name="connsiteX11" fmla="*/ 454244 w 566053"/>
                <a:gd name="connsiteY11" fmla="*/ 160074 h 552077"/>
                <a:gd name="connsiteX12" fmla="*/ 214576 w 566053"/>
                <a:gd name="connsiteY12" fmla="*/ 90605 h 552077"/>
                <a:gd name="connsiteX13" fmla="*/ 85562 w 566053"/>
                <a:gd name="connsiteY13" fmla="*/ 214657 h 552077"/>
                <a:gd name="connsiteX14" fmla="*/ 156519 w 566053"/>
                <a:gd name="connsiteY14" fmla="*/ 393291 h 552077"/>
                <a:gd name="connsiteX15" fmla="*/ 184307 w 566053"/>
                <a:gd name="connsiteY15" fmla="*/ 433484 h 552077"/>
                <a:gd name="connsiteX16" fmla="*/ 228469 w 566053"/>
                <a:gd name="connsiteY16" fmla="*/ 426041 h 552077"/>
                <a:gd name="connsiteX17" fmla="*/ 281067 w 566053"/>
                <a:gd name="connsiteY17" fmla="*/ 431995 h 552077"/>
                <a:gd name="connsiteX18" fmla="*/ 301412 w 566053"/>
                <a:gd name="connsiteY18" fmla="*/ 434476 h 552077"/>
                <a:gd name="connsiteX19" fmla="*/ 335650 w 566053"/>
                <a:gd name="connsiteY19" fmla="*/ 478639 h 552077"/>
                <a:gd name="connsiteX20" fmla="*/ 291488 w 566053"/>
                <a:gd name="connsiteY20" fmla="*/ 512877 h 552077"/>
                <a:gd name="connsiteX21" fmla="*/ 270647 w 566053"/>
                <a:gd name="connsiteY21" fmla="*/ 510396 h 552077"/>
                <a:gd name="connsiteX22" fmla="*/ 221026 w 566053"/>
                <a:gd name="connsiteY22" fmla="*/ 504441 h 552077"/>
                <a:gd name="connsiteX23" fmla="*/ 220034 w 566053"/>
                <a:gd name="connsiteY23" fmla="*/ 504441 h 552077"/>
                <a:gd name="connsiteX24" fmla="*/ 217553 w 566053"/>
                <a:gd name="connsiteY24" fmla="*/ 504441 h 552077"/>
                <a:gd name="connsiteX25" fmla="*/ 172894 w 566053"/>
                <a:gd name="connsiteY25" fmla="*/ 531733 h 552077"/>
                <a:gd name="connsiteX26" fmla="*/ 150565 w 566053"/>
                <a:gd name="connsiteY26" fmla="*/ 545627 h 552077"/>
                <a:gd name="connsiteX27" fmla="*/ 130717 w 566053"/>
                <a:gd name="connsiteY27" fmla="*/ 552077 h 55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6053" h="552077">
                  <a:moveTo>
                    <a:pt x="130717" y="552077"/>
                  </a:moveTo>
                  <a:cubicBezTo>
                    <a:pt x="122777" y="552077"/>
                    <a:pt x="114838" y="549596"/>
                    <a:pt x="107891" y="544634"/>
                  </a:cubicBezTo>
                  <a:cubicBezTo>
                    <a:pt x="94990" y="535206"/>
                    <a:pt x="88539" y="519328"/>
                    <a:pt x="92012" y="503449"/>
                  </a:cubicBezTo>
                  <a:cubicBezTo>
                    <a:pt x="93501" y="496998"/>
                    <a:pt x="94493" y="491044"/>
                    <a:pt x="95982" y="485089"/>
                  </a:cubicBezTo>
                  <a:cubicBezTo>
                    <a:pt x="98463" y="473677"/>
                    <a:pt x="100448" y="462760"/>
                    <a:pt x="103425" y="451843"/>
                  </a:cubicBezTo>
                  <a:cubicBezTo>
                    <a:pt x="16093" y="386840"/>
                    <a:pt x="-18642" y="290080"/>
                    <a:pt x="9642" y="192327"/>
                  </a:cubicBezTo>
                  <a:cubicBezTo>
                    <a:pt x="34948" y="104995"/>
                    <a:pt x="95486" y="45450"/>
                    <a:pt x="190261" y="14685"/>
                  </a:cubicBezTo>
                  <a:cubicBezTo>
                    <a:pt x="309351" y="-24019"/>
                    <a:pt x="443823" y="15678"/>
                    <a:pt x="517262" y="111446"/>
                  </a:cubicBezTo>
                  <a:cubicBezTo>
                    <a:pt x="545050" y="146676"/>
                    <a:pt x="561921" y="189350"/>
                    <a:pt x="565890" y="234505"/>
                  </a:cubicBezTo>
                  <a:cubicBezTo>
                    <a:pt x="567875" y="256338"/>
                    <a:pt x="551500" y="275690"/>
                    <a:pt x="529667" y="277675"/>
                  </a:cubicBezTo>
                  <a:cubicBezTo>
                    <a:pt x="507834" y="279660"/>
                    <a:pt x="488482" y="263285"/>
                    <a:pt x="486497" y="241452"/>
                  </a:cubicBezTo>
                  <a:cubicBezTo>
                    <a:pt x="484016" y="211679"/>
                    <a:pt x="472603" y="183396"/>
                    <a:pt x="454244" y="160074"/>
                  </a:cubicBezTo>
                  <a:cubicBezTo>
                    <a:pt x="400653" y="90109"/>
                    <a:pt x="302404" y="61825"/>
                    <a:pt x="214576" y="90605"/>
                  </a:cubicBezTo>
                  <a:cubicBezTo>
                    <a:pt x="145603" y="112934"/>
                    <a:pt x="103425" y="153623"/>
                    <a:pt x="85562" y="214657"/>
                  </a:cubicBezTo>
                  <a:cubicBezTo>
                    <a:pt x="65713" y="282637"/>
                    <a:pt x="92012" y="347640"/>
                    <a:pt x="156519" y="393291"/>
                  </a:cubicBezTo>
                  <a:cubicBezTo>
                    <a:pt x="171902" y="404208"/>
                    <a:pt x="181330" y="417605"/>
                    <a:pt x="184307" y="433484"/>
                  </a:cubicBezTo>
                  <a:cubicBezTo>
                    <a:pt x="198201" y="427033"/>
                    <a:pt x="213583" y="424552"/>
                    <a:pt x="228469" y="426041"/>
                  </a:cubicBezTo>
                  <a:cubicBezTo>
                    <a:pt x="245837" y="427529"/>
                    <a:pt x="263204" y="430010"/>
                    <a:pt x="281067" y="431995"/>
                  </a:cubicBezTo>
                  <a:cubicBezTo>
                    <a:pt x="287518" y="432988"/>
                    <a:pt x="294465" y="433980"/>
                    <a:pt x="301412" y="434476"/>
                  </a:cubicBezTo>
                  <a:cubicBezTo>
                    <a:pt x="323245" y="436957"/>
                    <a:pt x="338627" y="456806"/>
                    <a:pt x="335650" y="478639"/>
                  </a:cubicBezTo>
                  <a:cubicBezTo>
                    <a:pt x="333169" y="500472"/>
                    <a:pt x="313321" y="515854"/>
                    <a:pt x="291488" y="512877"/>
                  </a:cubicBezTo>
                  <a:cubicBezTo>
                    <a:pt x="284541" y="511884"/>
                    <a:pt x="277594" y="510892"/>
                    <a:pt x="270647" y="510396"/>
                  </a:cubicBezTo>
                  <a:cubicBezTo>
                    <a:pt x="253280" y="507915"/>
                    <a:pt x="236905" y="505930"/>
                    <a:pt x="221026" y="504441"/>
                  </a:cubicBezTo>
                  <a:cubicBezTo>
                    <a:pt x="220530" y="504441"/>
                    <a:pt x="220530" y="504441"/>
                    <a:pt x="220034" y="504441"/>
                  </a:cubicBezTo>
                  <a:cubicBezTo>
                    <a:pt x="219041" y="504441"/>
                    <a:pt x="218545" y="504441"/>
                    <a:pt x="217553" y="504441"/>
                  </a:cubicBezTo>
                  <a:cubicBezTo>
                    <a:pt x="203163" y="512877"/>
                    <a:pt x="188277" y="521809"/>
                    <a:pt x="172894" y="531733"/>
                  </a:cubicBezTo>
                  <a:cubicBezTo>
                    <a:pt x="165947" y="536199"/>
                    <a:pt x="158504" y="541161"/>
                    <a:pt x="150565" y="545627"/>
                  </a:cubicBezTo>
                  <a:cubicBezTo>
                    <a:pt x="145603" y="550092"/>
                    <a:pt x="138160" y="552077"/>
                    <a:pt x="130717" y="5520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81C2B82A-E08B-D946-A14B-DBAF2D305649}"/>
                </a:ext>
              </a:extLst>
            </p:cNvPr>
            <p:cNvSpPr/>
            <p:nvPr/>
          </p:nvSpPr>
          <p:spPr>
            <a:xfrm>
              <a:off x="5708274" y="1697639"/>
              <a:ext cx="496900" cy="461254"/>
            </a:xfrm>
            <a:custGeom>
              <a:avLst/>
              <a:gdLst>
                <a:gd name="connsiteX0" fmla="*/ 389238 w 496900"/>
                <a:gd name="connsiteY0" fmla="*/ 461254 h 461254"/>
                <a:gd name="connsiteX1" fmla="*/ 372864 w 496900"/>
                <a:gd name="connsiteY1" fmla="*/ 457781 h 461254"/>
                <a:gd name="connsiteX2" fmla="*/ 352023 w 496900"/>
                <a:gd name="connsiteY2" fmla="*/ 447360 h 461254"/>
                <a:gd name="connsiteX3" fmla="*/ 325724 w 496900"/>
                <a:gd name="connsiteY3" fmla="*/ 435947 h 461254"/>
                <a:gd name="connsiteX4" fmla="*/ 304387 w 496900"/>
                <a:gd name="connsiteY4" fmla="*/ 440413 h 461254"/>
                <a:gd name="connsiteX5" fmla="*/ 271637 w 496900"/>
                <a:gd name="connsiteY5" fmla="*/ 447360 h 461254"/>
                <a:gd name="connsiteX6" fmla="*/ 72658 w 496900"/>
                <a:gd name="connsiteY6" fmla="*/ 381861 h 461254"/>
                <a:gd name="connsiteX7" fmla="*/ 708 w 496900"/>
                <a:gd name="connsiteY7" fmla="*/ 207196 h 461254"/>
                <a:gd name="connsiteX8" fmla="*/ 104912 w 496900"/>
                <a:gd name="connsiteY8" fmla="*/ 41463 h 461254"/>
                <a:gd name="connsiteX9" fmla="*/ 450272 w 496900"/>
                <a:gd name="connsiteY9" fmla="*/ 94061 h 461254"/>
                <a:gd name="connsiteX10" fmla="*/ 425958 w 496900"/>
                <a:gd name="connsiteY10" fmla="*/ 379380 h 461254"/>
                <a:gd name="connsiteX11" fmla="*/ 419507 w 496900"/>
                <a:gd name="connsiteY11" fmla="*/ 385831 h 461254"/>
                <a:gd name="connsiteX12" fmla="*/ 420003 w 496900"/>
                <a:gd name="connsiteY12" fmla="*/ 386823 h 461254"/>
                <a:gd name="connsiteX13" fmla="*/ 421988 w 496900"/>
                <a:gd name="connsiteY13" fmla="*/ 390793 h 461254"/>
                <a:gd name="connsiteX14" fmla="*/ 428439 w 496900"/>
                <a:gd name="connsiteY14" fmla="*/ 415107 h 461254"/>
                <a:gd name="connsiteX15" fmla="*/ 413056 w 496900"/>
                <a:gd name="connsiteY15" fmla="*/ 452322 h 461254"/>
                <a:gd name="connsiteX16" fmla="*/ 389238 w 496900"/>
                <a:gd name="connsiteY16" fmla="*/ 461254 h 461254"/>
                <a:gd name="connsiteX17" fmla="*/ 418019 w 496900"/>
                <a:gd name="connsiteY17" fmla="*/ 383846 h 461254"/>
                <a:gd name="connsiteX18" fmla="*/ 418019 w 496900"/>
                <a:gd name="connsiteY18" fmla="*/ 383846 h 461254"/>
                <a:gd name="connsiteX19" fmla="*/ 418019 w 496900"/>
                <a:gd name="connsiteY19" fmla="*/ 383846 h 461254"/>
                <a:gd name="connsiteX20" fmla="*/ 247323 w 496900"/>
                <a:gd name="connsiteY20" fmla="*/ 80167 h 461254"/>
                <a:gd name="connsiteX21" fmla="*/ 148082 w 496900"/>
                <a:gd name="connsiteY21" fmla="*/ 108451 h 461254"/>
                <a:gd name="connsiteX22" fmla="*/ 79605 w 496900"/>
                <a:gd name="connsiteY22" fmla="*/ 214143 h 461254"/>
                <a:gd name="connsiteX23" fmla="*/ 126249 w 496900"/>
                <a:gd name="connsiteY23" fmla="*/ 323805 h 461254"/>
                <a:gd name="connsiteX24" fmla="*/ 263698 w 496900"/>
                <a:gd name="connsiteY24" fmla="*/ 368463 h 461254"/>
                <a:gd name="connsiteX25" fmla="*/ 282554 w 496900"/>
                <a:gd name="connsiteY25" fmla="*/ 363997 h 461254"/>
                <a:gd name="connsiteX26" fmla="*/ 333167 w 496900"/>
                <a:gd name="connsiteY26" fmla="*/ 357051 h 461254"/>
                <a:gd name="connsiteX27" fmla="*/ 343587 w 496900"/>
                <a:gd name="connsiteY27" fmla="*/ 358539 h 461254"/>
                <a:gd name="connsiteX28" fmla="*/ 372367 w 496900"/>
                <a:gd name="connsiteY28" fmla="*/ 320827 h 461254"/>
                <a:gd name="connsiteX29" fmla="*/ 386757 w 496900"/>
                <a:gd name="connsiteY29" fmla="*/ 143185 h 461254"/>
                <a:gd name="connsiteX30" fmla="*/ 247323 w 496900"/>
                <a:gd name="connsiteY30" fmla="*/ 80167 h 46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96900" h="461254">
                  <a:moveTo>
                    <a:pt x="389238" y="461254"/>
                  </a:moveTo>
                  <a:cubicBezTo>
                    <a:pt x="383780" y="461254"/>
                    <a:pt x="378322" y="460262"/>
                    <a:pt x="372864" y="457781"/>
                  </a:cubicBezTo>
                  <a:cubicBezTo>
                    <a:pt x="365421" y="454307"/>
                    <a:pt x="358474" y="450834"/>
                    <a:pt x="352023" y="447360"/>
                  </a:cubicBezTo>
                  <a:cubicBezTo>
                    <a:pt x="342099" y="441902"/>
                    <a:pt x="331678" y="436940"/>
                    <a:pt x="325724" y="435947"/>
                  </a:cubicBezTo>
                  <a:cubicBezTo>
                    <a:pt x="321258" y="435451"/>
                    <a:pt x="312326" y="437932"/>
                    <a:pt x="304387" y="440413"/>
                  </a:cubicBezTo>
                  <a:cubicBezTo>
                    <a:pt x="294463" y="443391"/>
                    <a:pt x="283546" y="446368"/>
                    <a:pt x="271637" y="447360"/>
                  </a:cubicBezTo>
                  <a:cubicBezTo>
                    <a:pt x="194725" y="454803"/>
                    <a:pt x="127737" y="432970"/>
                    <a:pt x="72658" y="381861"/>
                  </a:cubicBezTo>
                  <a:cubicBezTo>
                    <a:pt x="21549" y="334721"/>
                    <a:pt x="-4750" y="271207"/>
                    <a:pt x="708" y="207196"/>
                  </a:cubicBezTo>
                  <a:cubicBezTo>
                    <a:pt x="6166" y="141697"/>
                    <a:pt x="43878" y="81160"/>
                    <a:pt x="104912" y="41463"/>
                  </a:cubicBezTo>
                  <a:cubicBezTo>
                    <a:pt x="214573" y="-30487"/>
                    <a:pt x="372367" y="-6173"/>
                    <a:pt x="450272" y="94061"/>
                  </a:cubicBezTo>
                  <a:cubicBezTo>
                    <a:pt x="520733" y="184867"/>
                    <a:pt x="510313" y="304949"/>
                    <a:pt x="425958" y="379380"/>
                  </a:cubicBezTo>
                  <a:cubicBezTo>
                    <a:pt x="422981" y="382357"/>
                    <a:pt x="420996" y="384342"/>
                    <a:pt x="419507" y="385831"/>
                  </a:cubicBezTo>
                  <a:cubicBezTo>
                    <a:pt x="419507" y="385831"/>
                    <a:pt x="420003" y="386327"/>
                    <a:pt x="420003" y="386823"/>
                  </a:cubicBezTo>
                  <a:cubicBezTo>
                    <a:pt x="420996" y="388312"/>
                    <a:pt x="421492" y="389800"/>
                    <a:pt x="421988" y="390793"/>
                  </a:cubicBezTo>
                  <a:cubicBezTo>
                    <a:pt x="424965" y="398732"/>
                    <a:pt x="427447" y="406671"/>
                    <a:pt x="428439" y="415107"/>
                  </a:cubicBezTo>
                  <a:cubicBezTo>
                    <a:pt x="430424" y="429497"/>
                    <a:pt x="424965" y="443887"/>
                    <a:pt x="413056" y="452322"/>
                  </a:cubicBezTo>
                  <a:cubicBezTo>
                    <a:pt x="406110" y="458773"/>
                    <a:pt x="397674" y="461254"/>
                    <a:pt x="389238" y="461254"/>
                  </a:cubicBezTo>
                  <a:close/>
                  <a:moveTo>
                    <a:pt x="418019" y="383846"/>
                  </a:moveTo>
                  <a:lnTo>
                    <a:pt x="418019" y="383846"/>
                  </a:lnTo>
                  <a:lnTo>
                    <a:pt x="418019" y="383846"/>
                  </a:lnTo>
                  <a:close/>
                  <a:moveTo>
                    <a:pt x="247323" y="80167"/>
                  </a:moveTo>
                  <a:cubicBezTo>
                    <a:pt x="212589" y="80167"/>
                    <a:pt x="177358" y="89595"/>
                    <a:pt x="148082" y="108451"/>
                  </a:cubicBezTo>
                  <a:cubicBezTo>
                    <a:pt x="107393" y="135246"/>
                    <a:pt x="83079" y="172462"/>
                    <a:pt x="79605" y="214143"/>
                  </a:cubicBezTo>
                  <a:cubicBezTo>
                    <a:pt x="76132" y="253840"/>
                    <a:pt x="93003" y="293040"/>
                    <a:pt x="126249" y="323805"/>
                  </a:cubicBezTo>
                  <a:cubicBezTo>
                    <a:pt x="164457" y="359035"/>
                    <a:pt x="209611" y="373922"/>
                    <a:pt x="263698" y="368463"/>
                  </a:cubicBezTo>
                  <a:cubicBezTo>
                    <a:pt x="268660" y="367967"/>
                    <a:pt x="275607" y="365982"/>
                    <a:pt x="282554" y="363997"/>
                  </a:cubicBezTo>
                  <a:cubicBezTo>
                    <a:pt x="296448" y="360028"/>
                    <a:pt x="313815" y="355066"/>
                    <a:pt x="333167" y="357051"/>
                  </a:cubicBezTo>
                  <a:cubicBezTo>
                    <a:pt x="336641" y="357547"/>
                    <a:pt x="340114" y="358043"/>
                    <a:pt x="343587" y="358539"/>
                  </a:cubicBezTo>
                  <a:cubicBezTo>
                    <a:pt x="351031" y="339683"/>
                    <a:pt x="365421" y="326782"/>
                    <a:pt x="372367" y="320827"/>
                  </a:cubicBezTo>
                  <a:cubicBezTo>
                    <a:pt x="425462" y="273688"/>
                    <a:pt x="431416" y="200745"/>
                    <a:pt x="386757" y="143185"/>
                  </a:cubicBezTo>
                  <a:cubicBezTo>
                    <a:pt x="355496" y="102496"/>
                    <a:pt x="301410" y="80167"/>
                    <a:pt x="247323" y="801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8380EED-3B48-AE4E-88E0-24EB3201D5A7}"/>
                </a:ext>
              </a:extLst>
            </p:cNvPr>
            <p:cNvSpPr/>
            <p:nvPr/>
          </p:nvSpPr>
          <p:spPr>
            <a:xfrm>
              <a:off x="5834974" y="1848256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AEAF4E4-9BB7-7444-9007-5553F073DE6D}"/>
                </a:ext>
              </a:extLst>
            </p:cNvPr>
            <p:cNvSpPr/>
            <p:nvPr/>
          </p:nvSpPr>
          <p:spPr>
            <a:xfrm>
              <a:off x="5973912" y="1848256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8B653FC6-4C1C-DD41-859E-ED309DC45D04}"/>
                </a:ext>
              </a:extLst>
            </p:cNvPr>
            <p:cNvSpPr/>
            <p:nvPr/>
          </p:nvSpPr>
          <p:spPr>
            <a:xfrm>
              <a:off x="5616675" y="1654735"/>
              <a:ext cx="74950" cy="72830"/>
            </a:xfrm>
            <a:custGeom>
              <a:avLst/>
              <a:gdLst>
                <a:gd name="connsiteX0" fmla="*/ 37227 w 74950"/>
                <a:gd name="connsiteY0" fmla="*/ 72458 h 72830"/>
                <a:gd name="connsiteX1" fmla="*/ 74939 w 74950"/>
                <a:gd name="connsiteY1" fmla="*/ 37723 h 72830"/>
                <a:gd name="connsiteX2" fmla="*/ 40204 w 74950"/>
                <a:gd name="connsiteY2" fmla="*/ 12 h 72830"/>
                <a:gd name="connsiteX3" fmla="*/ 37723 w 74950"/>
                <a:gd name="connsiteY3" fmla="*/ 12 h 72830"/>
                <a:gd name="connsiteX4" fmla="*/ 12 w 74950"/>
                <a:gd name="connsiteY4" fmla="*/ 34746 h 72830"/>
                <a:gd name="connsiteX5" fmla="*/ 34746 w 74950"/>
                <a:gd name="connsiteY5" fmla="*/ 72458 h 72830"/>
                <a:gd name="connsiteX6" fmla="*/ 37227 w 74950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50" h="72830">
                  <a:moveTo>
                    <a:pt x="37227" y="72458"/>
                  </a:moveTo>
                  <a:cubicBezTo>
                    <a:pt x="57076" y="72954"/>
                    <a:pt x="73947" y="57572"/>
                    <a:pt x="74939" y="37723"/>
                  </a:cubicBezTo>
                  <a:cubicBezTo>
                    <a:pt x="75435" y="17875"/>
                    <a:pt x="60053" y="1004"/>
                    <a:pt x="40204" y="12"/>
                  </a:cubicBezTo>
                  <a:cubicBezTo>
                    <a:pt x="39212" y="12"/>
                    <a:pt x="38220" y="12"/>
                    <a:pt x="37723" y="12"/>
                  </a:cubicBezTo>
                  <a:cubicBezTo>
                    <a:pt x="17875" y="-485"/>
                    <a:pt x="1004" y="14898"/>
                    <a:pt x="12" y="34746"/>
                  </a:cubicBezTo>
                  <a:cubicBezTo>
                    <a:pt x="-485" y="54594"/>
                    <a:pt x="14898" y="71465"/>
                    <a:pt x="34746" y="72458"/>
                  </a:cubicBezTo>
                  <a:cubicBezTo>
                    <a:pt x="35242" y="72954"/>
                    <a:pt x="36235" y="72954"/>
                    <a:pt x="37227" y="724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E05456D9-FF37-B940-B03C-03DFBB50A790}"/>
                </a:ext>
              </a:extLst>
            </p:cNvPr>
            <p:cNvSpPr/>
            <p:nvPr/>
          </p:nvSpPr>
          <p:spPr>
            <a:xfrm>
              <a:off x="5755581" y="1654735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CFA88040-120C-FF47-8493-91C20B82B80D}"/>
              </a:ext>
            </a:extLst>
          </p:cNvPr>
          <p:cNvGrpSpPr>
            <a:grpSpLocks noChangeAspect="1"/>
          </p:cNvGrpSpPr>
          <p:nvPr/>
        </p:nvGrpSpPr>
        <p:grpSpPr>
          <a:xfrm>
            <a:off x="6949802" y="4773197"/>
            <a:ext cx="539400" cy="839190"/>
            <a:chOff x="6949802" y="4773197"/>
            <a:chExt cx="539400" cy="839190"/>
          </a:xfrm>
        </p:grpSpPr>
        <p:sp>
          <p:nvSpPr>
            <p:cNvPr id="30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6965631" y="4994181"/>
              <a:ext cx="523571" cy="618206"/>
            </a:xfrm>
            <a:custGeom>
              <a:avLst/>
              <a:gdLst>
                <a:gd name="connsiteX0" fmla="*/ 350322 w 523571"/>
                <a:gd name="connsiteY0" fmla="*/ 618201 h 618206"/>
                <a:gd name="connsiteX1" fmla="*/ 310562 w 523571"/>
                <a:gd name="connsiteY1" fmla="*/ 578569 h 618206"/>
                <a:gd name="connsiteX2" fmla="*/ 336181 w 523571"/>
                <a:gd name="connsiteY2" fmla="*/ 541388 h 618206"/>
                <a:gd name="connsiteX3" fmla="*/ 443461 w 523571"/>
                <a:gd name="connsiteY3" fmla="*/ 399573 h 618206"/>
                <a:gd name="connsiteX4" fmla="*/ 296881 w 523571"/>
                <a:gd name="connsiteY4" fmla="*/ 216472 h 618206"/>
                <a:gd name="connsiteX5" fmla="*/ 265521 w 523571"/>
                <a:gd name="connsiteY5" fmla="*/ 177669 h 618206"/>
                <a:gd name="connsiteX6" fmla="*/ 265521 w 523571"/>
                <a:gd name="connsiteY6" fmla="*/ 164321 h 618206"/>
                <a:gd name="connsiteX7" fmla="*/ 221259 w 523571"/>
                <a:gd name="connsiteY7" fmla="*/ 84928 h 618206"/>
                <a:gd name="connsiteX8" fmla="*/ 146480 w 523571"/>
                <a:gd name="connsiteY8" fmla="*/ 103287 h 618206"/>
                <a:gd name="connsiteX9" fmla="*/ 106784 w 523571"/>
                <a:gd name="connsiteY9" fmla="*/ 98325 h 618206"/>
                <a:gd name="connsiteX10" fmla="*/ 79393 w 523571"/>
                <a:gd name="connsiteY10" fmla="*/ 164470 h 618206"/>
                <a:gd name="connsiteX11" fmla="*/ 79393 w 523571"/>
                <a:gd name="connsiteY11" fmla="*/ 577711 h 618206"/>
                <a:gd name="connsiteX12" fmla="*/ 39697 w 523571"/>
                <a:gd name="connsiteY12" fmla="*/ 617407 h 618206"/>
                <a:gd name="connsiteX13" fmla="*/ 0 w 523571"/>
                <a:gd name="connsiteY13" fmla="*/ 577711 h 618206"/>
                <a:gd name="connsiteX14" fmla="*/ 0 w 523571"/>
                <a:gd name="connsiteY14" fmla="*/ 164321 h 618206"/>
                <a:gd name="connsiteX15" fmla="*/ 76714 w 523571"/>
                <a:gd name="connsiteY15" fmla="*/ 20719 h 618206"/>
                <a:gd name="connsiteX16" fmla="*/ 114425 w 523571"/>
                <a:gd name="connsiteY16" fmla="*/ 17146 h 618206"/>
                <a:gd name="connsiteX17" fmla="*/ 195406 w 523571"/>
                <a:gd name="connsiteY17" fmla="*/ 7569 h 618206"/>
                <a:gd name="connsiteX18" fmla="*/ 232870 w 523571"/>
                <a:gd name="connsiteY18" fmla="*/ 2607 h 618206"/>
                <a:gd name="connsiteX19" fmla="*/ 344070 w 523571"/>
                <a:gd name="connsiteY19" fmla="*/ 147549 h 618206"/>
                <a:gd name="connsiteX20" fmla="*/ 522457 w 523571"/>
                <a:gd name="connsiteY20" fmla="*/ 407413 h 618206"/>
                <a:gd name="connsiteX21" fmla="*/ 364415 w 523571"/>
                <a:gd name="connsiteY21" fmla="*/ 615820 h 618206"/>
                <a:gd name="connsiteX22" fmla="*/ 350322 w 523571"/>
                <a:gd name="connsiteY22" fmla="*/ 618201 h 6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3571" h="618206">
                  <a:moveTo>
                    <a:pt x="350322" y="618201"/>
                  </a:moveTo>
                  <a:cubicBezTo>
                    <a:pt x="328399" y="618237"/>
                    <a:pt x="310597" y="600492"/>
                    <a:pt x="310562" y="578569"/>
                  </a:cubicBezTo>
                  <a:cubicBezTo>
                    <a:pt x="310536" y="562053"/>
                    <a:pt x="320738" y="547246"/>
                    <a:pt x="336181" y="541388"/>
                  </a:cubicBezTo>
                  <a:cubicBezTo>
                    <a:pt x="395727" y="518003"/>
                    <a:pt x="437157" y="463235"/>
                    <a:pt x="443461" y="399573"/>
                  </a:cubicBezTo>
                  <a:cubicBezTo>
                    <a:pt x="452293" y="310801"/>
                    <a:pt x="374785" y="233244"/>
                    <a:pt x="296881" y="216472"/>
                  </a:cubicBezTo>
                  <a:cubicBezTo>
                    <a:pt x="278590" y="212543"/>
                    <a:pt x="265524" y="196377"/>
                    <a:pt x="265521" y="177669"/>
                  </a:cubicBezTo>
                  <a:lnTo>
                    <a:pt x="265521" y="164321"/>
                  </a:lnTo>
                  <a:cubicBezTo>
                    <a:pt x="265341" y="132022"/>
                    <a:pt x="248639" y="102063"/>
                    <a:pt x="221259" y="84928"/>
                  </a:cubicBezTo>
                  <a:cubicBezTo>
                    <a:pt x="198191" y="97022"/>
                    <a:pt x="172527" y="103323"/>
                    <a:pt x="146480" y="103287"/>
                  </a:cubicBezTo>
                  <a:cubicBezTo>
                    <a:pt x="133091" y="103324"/>
                    <a:pt x="119752" y="101656"/>
                    <a:pt x="106784" y="98325"/>
                  </a:cubicBezTo>
                  <a:cubicBezTo>
                    <a:pt x="89229" y="115859"/>
                    <a:pt x="79374" y="139658"/>
                    <a:pt x="79393" y="164470"/>
                  </a:cubicBezTo>
                  <a:lnTo>
                    <a:pt x="79393" y="577711"/>
                  </a:lnTo>
                  <a:cubicBezTo>
                    <a:pt x="79393" y="599635"/>
                    <a:pt x="61620" y="617407"/>
                    <a:pt x="39697" y="617407"/>
                  </a:cubicBezTo>
                  <a:cubicBezTo>
                    <a:pt x="17773" y="617407"/>
                    <a:pt x="0" y="599635"/>
                    <a:pt x="0" y="577711"/>
                  </a:cubicBezTo>
                  <a:lnTo>
                    <a:pt x="0" y="164321"/>
                  </a:lnTo>
                  <a:cubicBezTo>
                    <a:pt x="29" y="106657"/>
                    <a:pt x="28799" y="52802"/>
                    <a:pt x="76714" y="20719"/>
                  </a:cubicBezTo>
                  <a:cubicBezTo>
                    <a:pt x="87869" y="13220"/>
                    <a:pt x="102061" y="11875"/>
                    <a:pt x="114425" y="17146"/>
                  </a:cubicBezTo>
                  <a:cubicBezTo>
                    <a:pt x="141197" y="28611"/>
                    <a:pt x="172047" y="24962"/>
                    <a:pt x="195406" y="7569"/>
                  </a:cubicBezTo>
                  <a:cubicBezTo>
                    <a:pt x="206256" y="-304"/>
                    <a:pt x="220345" y="-2170"/>
                    <a:pt x="232870" y="2607"/>
                  </a:cubicBezTo>
                  <a:cubicBezTo>
                    <a:pt x="294406" y="25949"/>
                    <a:pt x="337461" y="82068"/>
                    <a:pt x="344070" y="147549"/>
                  </a:cubicBezTo>
                  <a:cubicBezTo>
                    <a:pt x="443957" y="183078"/>
                    <a:pt x="534713" y="284601"/>
                    <a:pt x="522457" y="407413"/>
                  </a:cubicBezTo>
                  <a:cubicBezTo>
                    <a:pt x="513141" y="501067"/>
                    <a:pt x="452083" y="581583"/>
                    <a:pt x="364415" y="615820"/>
                  </a:cubicBezTo>
                  <a:cubicBezTo>
                    <a:pt x="359904" y="617474"/>
                    <a:pt x="355126" y="618281"/>
                    <a:pt x="350322" y="61820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34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6949802" y="4773197"/>
              <a:ext cx="324122" cy="324122"/>
            </a:xfrm>
            <a:custGeom>
              <a:avLst/>
              <a:gdLst>
                <a:gd name="connsiteX0" fmla="*/ 162309 w 324122"/>
                <a:gd name="connsiteY0" fmla="*/ 324122 h 324122"/>
                <a:gd name="connsiteX1" fmla="*/ 0 w 324122"/>
                <a:gd name="connsiteY1" fmla="*/ 162309 h 324122"/>
                <a:gd name="connsiteX2" fmla="*/ 161813 w 324122"/>
                <a:gd name="connsiteY2" fmla="*/ 0 h 324122"/>
                <a:gd name="connsiteX3" fmla="*/ 324123 w 324122"/>
                <a:gd name="connsiteY3" fmla="*/ 161813 h 324122"/>
                <a:gd name="connsiteX4" fmla="*/ 324123 w 324122"/>
                <a:gd name="connsiteY4" fmla="*/ 162061 h 324122"/>
                <a:gd name="connsiteX5" fmla="*/ 258375 w 324122"/>
                <a:gd name="connsiteY5" fmla="*/ 292415 h 324122"/>
                <a:gd name="connsiteX6" fmla="*/ 162309 w 324122"/>
                <a:gd name="connsiteY6" fmla="*/ 324122 h 324122"/>
                <a:gd name="connsiteX7" fmla="*/ 162309 w 324122"/>
                <a:gd name="connsiteY7" fmla="*/ 79393 h 324122"/>
                <a:gd name="connsiteX8" fmla="*/ 79295 w 324122"/>
                <a:gd name="connsiteY8" fmla="*/ 161812 h 324122"/>
                <a:gd name="connsiteX9" fmla="*/ 161714 w 324122"/>
                <a:gd name="connsiteY9" fmla="*/ 244827 h 324122"/>
                <a:gd name="connsiteX10" fmla="*/ 244729 w 324122"/>
                <a:gd name="connsiteY10" fmla="*/ 162408 h 324122"/>
                <a:gd name="connsiteX11" fmla="*/ 244730 w 324122"/>
                <a:gd name="connsiteY11" fmla="*/ 162061 h 324122"/>
                <a:gd name="connsiteX12" fmla="*/ 162359 w 324122"/>
                <a:gd name="connsiteY12" fmla="*/ 79393 h 324122"/>
                <a:gd name="connsiteX13" fmla="*/ 162309 w 324122"/>
                <a:gd name="connsiteY13" fmla="*/ 79393 h 32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4122" h="324122">
                  <a:moveTo>
                    <a:pt x="162309" y="324122"/>
                  </a:moveTo>
                  <a:cubicBezTo>
                    <a:pt x="72806" y="324259"/>
                    <a:pt x="137" y="251813"/>
                    <a:pt x="0" y="162309"/>
                  </a:cubicBezTo>
                  <a:cubicBezTo>
                    <a:pt x="-137" y="72805"/>
                    <a:pt x="72309" y="137"/>
                    <a:pt x="161813" y="0"/>
                  </a:cubicBezTo>
                  <a:cubicBezTo>
                    <a:pt x="251317" y="-137"/>
                    <a:pt x="323986" y="72309"/>
                    <a:pt x="324123" y="161813"/>
                  </a:cubicBezTo>
                  <a:cubicBezTo>
                    <a:pt x="324123" y="161896"/>
                    <a:pt x="324123" y="161978"/>
                    <a:pt x="324123" y="162061"/>
                  </a:cubicBezTo>
                  <a:cubicBezTo>
                    <a:pt x="323971" y="213445"/>
                    <a:pt x="299606" y="261750"/>
                    <a:pt x="258375" y="292415"/>
                  </a:cubicBezTo>
                  <a:cubicBezTo>
                    <a:pt x="230591" y="313030"/>
                    <a:pt x="196906" y="324148"/>
                    <a:pt x="162309" y="324122"/>
                  </a:cubicBezTo>
                  <a:close/>
                  <a:moveTo>
                    <a:pt x="162309" y="79393"/>
                  </a:moveTo>
                  <a:cubicBezTo>
                    <a:pt x="116626" y="79228"/>
                    <a:pt x="79459" y="116129"/>
                    <a:pt x="79295" y="161812"/>
                  </a:cubicBezTo>
                  <a:cubicBezTo>
                    <a:pt x="79130" y="207496"/>
                    <a:pt x="116031" y="244663"/>
                    <a:pt x="161714" y="244827"/>
                  </a:cubicBezTo>
                  <a:cubicBezTo>
                    <a:pt x="207398" y="244992"/>
                    <a:pt x="244565" y="208091"/>
                    <a:pt x="244729" y="162408"/>
                  </a:cubicBezTo>
                  <a:cubicBezTo>
                    <a:pt x="244729" y="162292"/>
                    <a:pt x="244730" y="162177"/>
                    <a:pt x="244730" y="162061"/>
                  </a:cubicBezTo>
                  <a:cubicBezTo>
                    <a:pt x="244812" y="116487"/>
                    <a:pt x="207933" y="79475"/>
                    <a:pt x="162359" y="79393"/>
                  </a:cubicBezTo>
                  <a:cubicBezTo>
                    <a:pt x="162343" y="79393"/>
                    <a:pt x="162326" y="79393"/>
                    <a:pt x="16230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36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7073457" y="5265030"/>
              <a:ext cx="189550" cy="173382"/>
            </a:xfrm>
            <a:custGeom>
              <a:avLst/>
              <a:gdLst>
                <a:gd name="connsiteX0" fmla="*/ 55773 w 189550"/>
                <a:gd name="connsiteY0" fmla="*/ 173382 h 173382"/>
                <a:gd name="connsiteX1" fmla="*/ 27738 w 189550"/>
                <a:gd name="connsiteY1" fmla="*/ 161770 h 173382"/>
                <a:gd name="connsiteX2" fmla="*/ 27781 w 189550"/>
                <a:gd name="connsiteY2" fmla="*/ 27738 h 173382"/>
                <a:gd name="connsiteX3" fmla="*/ 161814 w 189550"/>
                <a:gd name="connsiteY3" fmla="*/ 27781 h 173382"/>
                <a:gd name="connsiteX4" fmla="*/ 189551 w 189550"/>
                <a:gd name="connsiteY4" fmla="*/ 94485 h 173382"/>
                <a:gd name="connsiteX5" fmla="*/ 149854 w 189550"/>
                <a:gd name="connsiteY5" fmla="*/ 134181 h 173382"/>
                <a:gd name="connsiteX6" fmla="*/ 110158 w 189550"/>
                <a:gd name="connsiteY6" fmla="*/ 94485 h 173382"/>
                <a:gd name="connsiteX7" fmla="*/ 94766 w 189550"/>
                <a:gd name="connsiteY7" fmla="*/ 79012 h 173382"/>
                <a:gd name="connsiteX8" fmla="*/ 79294 w 189550"/>
                <a:gd name="connsiteY8" fmla="*/ 94404 h 173382"/>
                <a:gd name="connsiteX9" fmla="*/ 83859 w 189550"/>
                <a:gd name="connsiteY9" fmla="*/ 105401 h 173382"/>
                <a:gd name="connsiteX10" fmla="*/ 84290 w 189550"/>
                <a:gd name="connsiteY10" fmla="*/ 161539 h 173382"/>
                <a:gd name="connsiteX11" fmla="*/ 55773 w 189550"/>
                <a:gd name="connsiteY11" fmla="*/ 173382 h 173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550" h="173382">
                  <a:moveTo>
                    <a:pt x="55773" y="173382"/>
                  </a:moveTo>
                  <a:cubicBezTo>
                    <a:pt x="45259" y="173377"/>
                    <a:pt x="35176" y="169201"/>
                    <a:pt x="27738" y="161770"/>
                  </a:cubicBezTo>
                  <a:cubicBezTo>
                    <a:pt x="-9263" y="124746"/>
                    <a:pt x="-9243" y="64738"/>
                    <a:pt x="27781" y="27738"/>
                  </a:cubicBezTo>
                  <a:cubicBezTo>
                    <a:pt x="64805" y="-9263"/>
                    <a:pt x="124813" y="-9243"/>
                    <a:pt x="161814" y="27781"/>
                  </a:cubicBezTo>
                  <a:cubicBezTo>
                    <a:pt x="179503" y="45482"/>
                    <a:pt x="189474" y="69460"/>
                    <a:pt x="189551" y="94485"/>
                  </a:cubicBezTo>
                  <a:cubicBezTo>
                    <a:pt x="189551" y="116408"/>
                    <a:pt x="171778" y="134181"/>
                    <a:pt x="149854" y="134181"/>
                  </a:cubicBezTo>
                  <a:cubicBezTo>
                    <a:pt x="127930" y="134181"/>
                    <a:pt x="110158" y="116408"/>
                    <a:pt x="110158" y="94485"/>
                  </a:cubicBezTo>
                  <a:cubicBezTo>
                    <a:pt x="110180" y="85962"/>
                    <a:pt x="103289" y="79035"/>
                    <a:pt x="94766" y="79012"/>
                  </a:cubicBezTo>
                  <a:cubicBezTo>
                    <a:pt x="86243" y="78990"/>
                    <a:pt x="79316" y="85881"/>
                    <a:pt x="79294" y="94404"/>
                  </a:cubicBezTo>
                  <a:cubicBezTo>
                    <a:pt x="79283" y="98533"/>
                    <a:pt x="80927" y="102494"/>
                    <a:pt x="83859" y="105401"/>
                  </a:cubicBezTo>
                  <a:cubicBezTo>
                    <a:pt x="99480" y="120784"/>
                    <a:pt x="99673" y="145918"/>
                    <a:pt x="84290" y="161539"/>
                  </a:cubicBezTo>
                  <a:cubicBezTo>
                    <a:pt x="76772" y="169173"/>
                    <a:pt x="66487" y="173444"/>
                    <a:pt x="55773" y="1733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2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7088304" y="5357423"/>
              <a:ext cx="174743" cy="178195"/>
            </a:xfrm>
            <a:custGeom>
              <a:avLst/>
              <a:gdLst>
                <a:gd name="connsiteX0" fmla="*/ 135008 w 174743"/>
                <a:gd name="connsiteY0" fmla="*/ 178196 h 178195"/>
                <a:gd name="connsiteX1" fmla="*/ 106476 w 174743"/>
                <a:gd name="connsiteY1" fmla="*/ 166088 h 178195"/>
                <a:gd name="connsiteX2" fmla="*/ 11650 w 174743"/>
                <a:gd name="connsiteY2" fmla="*/ 67790 h 178195"/>
                <a:gd name="connsiteX3" fmla="*/ 11603 w 174743"/>
                <a:gd name="connsiteY3" fmla="*/ 11650 h 178195"/>
                <a:gd name="connsiteX4" fmla="*/ 67743 w 174743"/>
                <a:gd name="connsiteY4" fmla="*/ 11603 h 178195"/>
                <a:gd name="connsiteX5" fmla="*/ 68764 w 174743"/>
                <a:gd name="connsiteY5" fmla="*/ 12661 h 178195"/>
                <a:gd name="connsiteX6" fmla="*/ 163589 w 174743"/>
                <a:gd name="connsiteY6" fmla="*/ 110761 h 178195"/>
                <a:gd name="connsiteX7" fmla="*/ 162636 w 174743"/>
                <a:gd name="connsiteY7" fmla="*/ 166893 h 178195"/>
                <a:gd name="connsiteX8" fmla="*/ 135008 w 174743"/>
                <a:gd name="connsiteY8" fmla="*/ 178047 h 17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743" h="178195">
                  <a:moveTo>
                    <a:pt x="135008" y="178196"/>
                  </a:moveTo>
                  <a:cubicBezTo>
                    <a:pt x="124249" y="178193"/>
                    <a:pt x="113953" y="173824"/>
                    <a:pt x="106476" y="166088"/>
                  </a:cubicBezTo>
                  <a:lnTo>
                    <a:pt x="11650" y="67790"/>
                  </a:lnTo>
                  <a:cubicBezTo>
                    <a:pt x="-3865" y="52300"/>
                    <a:pt x="-3886" y="27166"/>
                    <a:pt x="11603" y="11650"/>
                  </a:cubicBezTo>
                  <a:cubicBezTo>
                    <a:pt x="27093" y="-3865"/>
                    <a:pt x="52227" y="-3886"/>
                    <a:pt x="67743" y="11603"/>
                  </a:cubicBezTo>
                  <a:cubicBezTo>
                    <a:pt x="68090" y="11950"/>
                    <a:pt x="68430" y="12302"/>
                    <a:pt x="68764" y="12661"/>
                  </a:cubicBezTo>
                  <a:lnTo>
                    <a:pt x="163589" y="110761"/>
                  </a:lnTo>
                  <a:cubicBezTo>
                    <a:pt x="178826" y="126525"/>
                    <a:pt x="178400" y="151656"/>
                    <a:pt x="162636" y="166893"/>
                  </a:cubicBezTo>
                  <a:cubicBezTo>
                    <a:pt x="155224" y="174057"/>
                    <a:pt x="145316" y="178057"/>
                    <a:pt x="135008" y="1780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6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7183863" y="5265024"/>
              <a:ext cx="189551" cy="165200"/>
            </a:xfrm>
            <a:custGeom>
              <a:avLst/>
              <a:gdLst>
                <a:gd name="connsiteX0" fmla="*/ 140427 w 189551"/>
                <a:gd name="connsiteY0" fmla="*/ 165200 h 165200"/>
                <a:gd name="connsiteX1" fmla="*/ 100770 w 189551"/>
                <a:gd name="connsiteY1" fmla="*/ 125464 h 165200"/>
                <a:gd name="connsiteX2" fmla="*/ 107578 w 189551"/>
                <a:gd name="connsiteY2" fmla="*/ 103274 h 165200"/>
                <a:gd name="connsiteX3" fmla="*/ 110158 w 189551"/>
                <a:gd name="connsiteY3" fmla="*/ 94739 h 165200"/>
                <a:gd name="connsiteX4" fmla="*/ 94776 w 189551"/>
                <a:gd name="connsiteY4" fmla="*/ 79356 h 165200"/>
                <a:gd name="connsiteX5" fmla="*/ 79393 w 189551"/>
                <a:gd name="connsiteY5" fmla="*/ 94739 h 165200"/>
                <a:gd name="connsiteX6" fmla="*/ 39697 w 189551"/>
                <a:gd name="connsiteY6" fmla="*/ 134435 h 165200"/>
                <a:gd name="connsiteX7" fmla="*/ 0 w 189551"/>
                <a:gd name="connsiteY7" fmla="*/ 94739 h 165200"/>
                <a:gd name="connsiteX8" fmla="*/ 94812 w 189551"/>
                <a:gd name="connsiteY8" fmla="*/ 0 h 165200"/>
                <a:gd name="connsiteX9" fmla="*/ 189551 w 189551"/>
                <a:gd name="connsiteY9" fmla="*/ 94812 h 165200"/>
                <a:gd name="connsiteX10" fmla="*/ 173375 w 189551"/>
                <a:gd name="connsiteY10" fmla="*/ 147734 h 165200"/>
                <a:gd name="connsiteX11" fmla="*/ 140427 w 189551"/>
                <a:gd name="connsiteY11" fmla="*/ 165200 h 16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551" h="165200">
                  <a:moveTo>
                    <a:pt x="140427" y="165200"/>
                  </a:moveTo>
                  <a:cubicBezTo>
                    <a:pt x="118503" y="165178"/>
                    <a:pt x="100748" y="147388"/>
                    <a:pt x="100770" y="125464"/>
                  </a:cubicBezTo>
                  <a:cubicBezTo>
                    <a:pt x="100777" y="117554"/>
                    <a:pt x="103148" y="109827"/>
                    <a:pt x="107578" y="103274"/>
                  </a:cubicBezTo>
                  <a:cubicBezTo>
                    <a:pt x="109290" y="100759"/>
                    <a:pt x="110190" y="97781"/>
                    <a:pt x="110158" y="94739"/>
                  </a:cubicBezTo>
                  <a:cubicBezTo>
                    <a:pt x="110158" y="86243"/>
                    <a:pt x="103271" y="79356"/>
                    <a:pt x="94776" y="79356"/>
                  </a:cubicBezTo>
                  <a:cubicBezTo>
                    <a:pt x="86280" y="79356"/>
                    <a:pt x="79393" y="86243"/>
                    <a:pt x="79393" y="94739"/>
                  </a:cubicBezTo>
                  <a:cubicBezTo>
                    <a:pt x="79393" y="116663"/>
                    <a:pt x="61620" y="134435"/>
                    <a:pt x="39697" y="134435"/>
                  </a:cubicBezTo>
                  <a:cubicBezTo>
                    <a:pt x="17773" y="134435"/>
                    <a:pt x="0" y="116663"/>
                    <a:pt x="0" y="94739"/>
                  </a:cubicBezTo>
                  <a:cubicBezTo>
                    <a:pt x="20" y="42396"/>
                    <a:pt x="42469" y="-20"/>
                    <a:pt x="94812" y="0"/>
                  </a:cubicBezTo>
                  <a:cubicBezTo>
                    <a:pt x="147155" y="20"/>
                    <a:pt x="189572" y="42469"/>
                    <a:pt x="189551" y="94812"/>
                  </a:cubicBezTo>
                  <a:cubicBezTo>
                    <a:pt x="189544" y="113669"/>
                    <a:pt x="183912" y="132095"/>
                    <a:pt x="173375" y="147734"/>
                  </a:cubicBezTo>
                  <a:cubicBezTo>
                    <a:pt x="165981" y="158673"/>
                    <a:pt x="153631" y="165220"/>
                    <a:pt x="140427" y="1652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8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7183615" y="5265307"/>
              <a:ext cx="189650" cy="173600"/>
            </a:xfrm>
            <a:custGeom>
              <a:avLst/>
              <a:gdLst>
                <a:gd name="connsiteX0" fmla="*/ 133728 w 189650"/>
                <a:gd name="connsiteY0" fmla="*/ 173601 h 173600"/>
                <a:gd name="connsiteX1" fmla="*/ 94050 w 189650"/>
                <a:gd name="connsiteY1" fmla="*/ 133886 h 173600"/>
                <a:gd name="connsiteX2" fmla="*/ 105692 w 189650"/>
                <a:gd name="connsiteY2" fmla="*/ 105819 h 173600"/>
                <a:gd name="connsiteX3" fmla="*/ 110208 w 189650"/>
                <a:gd name="connsiteY3" fmla="*/ 94952 h 173600"/>
                <a:gd name="connsiteX4" fmla="*/ 93926 w 189650"/>
                <a:gd name="connsiteY4" fmla="*/ 80420 h 173600"/>
                <a:gd name="connsiteX5" fmla="*/ 79393 w 189650"/>
                <a:gd name="connsiteY5" fmla="*/ 94952 h 173600"/>
                <a:gd name="connsiteX6" fmla="*/ 39697 w 189650"/>
                <a:gd name="connsiteY6" fmla="*/ 134649 h 173600"/>
                <a:gd name="connsiteX7" fmla="*/ 0 w 189650"/>
                <a:gd name="connsiteY7" fmla="*/ 94952 h 173600"/>
                <a:gd name="connsiteX8" fmla="*/ 94698 w 189650"/>
                <a:gd name="connsiteY8" fmla="*/ 0 h 173600"/>
                <a:gd name="connsiteX9" fmla="*/ 189650 w 189650"/>
                <a:gd name="connsiteY9" fmla="*/ 94698 h 173600"/>
                <a:gd name="connsiteX10" fmla="*/ 161813 w 189650"/>
                <a:gd name="connsiteY10" fmla="*/ 161940 h 173600"/>
                <a:gd name="connsiteX11" fmla="*/ 133728 w 189650"/>
                <a:gd name="connsiteY11" fmla="*/ 173601 h 1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650" h="173600">
                  <a:moveTo>
                    <a:pt x="133728" y="173601"/>
                  </a:moveTo>
                  <a:cubicBezTo>
                    <a:pt x="111804" y="173591"/>
                    <a:pt x="94040" y="155810"/>
                    <a:pt x="94050" y="133886"/>
                  </a:cubicBezTo>
                  <a:cubicBezTo>
                    <a:pt x="94055" y="123357"/>
                    <a:pt x="98243" y="113260"/>
                    <a:pt x="105692" y="105819"/>
                  </a:cubicBezTo>
                  <a:cubicBezTo>
                    <a:pt x="108592" y="102948"/>
                    <a:pt x="110219" y="99033"/>
                    <a:pt x="110208" y="94952"/>
                  </a:cubicBezTo>
                  <a:cubicBezTo>
                    <a:pt x="109725" y="86443"/>
                    <a:pt x="102435" y="79937"/>
                    <a:pt x="93926" y="80420"/>
                  </a:cubicBezTo>
                  <a:cubicBezTo>
                    <a:pt x="86091" y="80864"/>
                    <a:pt x="79838" y="87118"/>
                    <a:pt x="79393" y="94952"/>
                  </a:cubicBezTo>
                  <a:cubicBezTo>
                    <a:pt x="79393" y="116876"/>
                    <a:pt x="61621" y="134649"/>
                    <a:pt x="39697" y="134649"/>
                  </a:cubicBezTo>
                  <a:cubicBezTo>
                    <a:pt x="17773" y="134649"/>
                    <a:pt x="0" y="116876"/>
                    <a:pt x="0" y="94952"/>
                  </a:cubicBezTo>
                  <a:cubicBezTo>
                    <a:pt x="-70" y="42582"/>
                    <a:pt x="42328" y="70"/>
                    <a:pt x="94698" y="0"/>
                  </a:cubicBezTo>
                  <a:cubicBezTo>
                    <a:pt x="147069" y="-70"/>
                    <a:pt x="189580" y="42328"/>
                    <a:pt x="189650" y="94698"/>
                  </a:cubicBezTo>
                  <a:cubicBezTo>
                    <a:pt x="189684" y="119922"/>
                    <a:pt x="179667" y="144121"/>
                    <a:pt x="161813" y="161940"/>
                  </a:cubicBezTo>
                  <a:cubicBezTo>
                    <a:pt x="154371" y="169401"/>
                    <a:pt x="144266" y="173596"/>
                    <a:pt x="133728" y="1736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0" name="Picture Placeholder 5">
              <a:extLst>
                <a:ext uri="{FF2B5EF4-FFF2-40B4-BE49-F238E27FC236}">
                  <a16:creationId xmlns:a16="http://schemas.microsoft.com/office/drawing/2014/main" id="{0A02DA3D-5217-5741-A757-66AC3AF8530D}"/>
                </a:ext>
              </a:extLst>
            </p:cNvPr>
            <p:cNvSpPr/>
            <p:nvPr/>
          </p:nvSpPr>
          <p:spPr>
            <a:xfrm>
              <a:off x="7183575" y="5356907"/>
              <a:ext cx="175866" cy="179455"/>
            </a:xfrm>
            <a:custGeom>
              <a:avLst/>
              <a:gdLst>
                <a:gd name="connsiteX0" fmla="*/ 39686 w 175866"/>
                <a:gd name="connsiteY0" fmla="*/ 179456 h 179455"/>
                <a:gd name="connsiteX1" fmla="*/ 0 w 175866"/>
                <a:gd name="connsiteY1" fmla="*/ 139749 h 179455"/>
                <a:gd name="connsiteX2" fmla="*/ 11154 w 175866"/>
                <a:gd name="connsiteY2" fmla="*/ 112170 h 179455"/>
                <a:gd name="connsiteX3" fmla="*/ 105980 w 175866"/>
                <a:gd name="connsiteY3" fmla="*/ 13921 h 179455"/>
                <a:gd name="connsiteX4" fmla="*/ 161945 w 175866"/>
                <a:gd name="connsiteY4" fmla="*/ 9508 h 179455"/>
                <a:gd name="connsiteX5" fmla="*/ 166359 w 175866"/>
                <a:gd name="connsiteY5" fmla="*/ 65473 h 179455"/>
                <a:gd name="connsiteX6" fmla="*/ 162895 w 175866"/>
                <a:gd name="connsiteY6" fmla="*/ 69050 h 179455"/>
                <a:gd name="connsiteX7" fmla="*/ 68069 w 175866"/>
                <a:gd name="connsiteY7" fmla="*/ 167299 h 179455"/>
                <a:gd name="connsiteX8" fmla="*/ 39686 w 175866"/>
                <a:gd name="connsiteY8" fmla="*/ 179456 h 179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866" h="179455">
                  <a:moveTo>
                    <a:pt x="39686" y="179456"/>
                  </a:moveTo>
                  <a:cubicBezTo>
                    <a:pt x="17762" y="179450"/>
                    <a:pt x="-6" y="161673"/>
                    <a:pt x="0" y="139749"/>
                  </a:cubicBezTo>
                  <a:cubicBezTo>
                    <a:pt x="3" y="129458"/>
                    <a:pt x="4002" y="119570"/>
                    <a:pt x="11154" y="112170"/>
                  </a:cubicBezTo>
                  <a:lnTo>
                    <a:pt x="105980" y="13921"/>
                  </a:lnTo>
                  <a:cubicBezTo>
                    <a:pt x="120215" y="-2752"/>
                    <a:pt x="145272" y="-4728"/>
                    <a:pt x="161945" y="9508"/>
                  </a:cubicBezTo>
                  <a:cubicBezTo>
                    <a:pt x="178619" y="23743"/>
                    <a:pt x="180595" y="48800"/>
                    <a:pt x="166359" y="65473"/>
                  </a:cubicBezTo>
                  <a:cubicBezTo>
                    <a:pt x="165280" y="66737"/>
                    <a:pt x="164123" y="67931"/>
                    <a:pt x="162895" y="69050"/>
                  </a:cubicBezTo>
                  <a:lnTo>
                    <a:pt x="68069" y="167299"/>
                  </a:lnTo>
                  <a:cubicBezTo>
                    <a:pt x="60637" y="175015"/>
                    <a:pt x="50400" y="179400"/>
                    <a:pt x="39686" y="17945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AE5E0E27-FDAA-9646-8ACD-7A83BA23D238}"/>
              </a:ext>
            </a:extLst>
          </p:cNvPr>
          <p:cNvGrpSpPr>
            <a:grpSpLocks noChangeAspect="1"/>
          </p:cNvGrpSpPr>
          <p:nvPr/>
        </p:nvGrpSpPr>
        <p:grpSpPr>
          <a:xfrm>
            <a:off x="8101818" y="4767248"/>
            <a:ext cx="851244" cy="851139"/>
            <a:chOff x="8101818" y="4767248"/>
            <a:chExt cx="851244" cy="851139"/>
          </a:xfrm>
        </p:grpSpPr>
        <p:sp>
          <p:nvSpPr>
            <p:cNvPr id="64" name="Picture Placeholder 7">
              <a:extLst>
                <a:ext uri="{FF2B5EF4-FFF2-40B4-BE49-F238E27FC236}">
                  <a16:creationId xmlns:a16="http://schemas.microsoft.com/office/drawing/2014/main" id="{9141156E-9C11-5443-A9CA-8AD408153B38}"/>
                </a:ext>
              </a:extLst>
            </p:cNvPr>
            <p:cNvSpPr/>
            <p:nvPr/>
          </p:nvSpPr>
          <p:spPr>
            <a:xfrm>
              <a:off x="8101818" y="4767248"/>
              <a:ext cx="851244" cy="851139"/>
            </a:xfrm>
            <a:custGeom>
              <a:avLst/>
              <a:gdLst>
                <a:gd name="connsiteX0" fmla="*/ 70915 w 851244"/>
                <a:gd name="connsiteY0" fmla="*/ 851138 h 851139"/>
                <a:gd name="connsiteX1" fmla="*/ 255 w 851244"/>
                <a:gd name="connsiteY1" fmla="*/ 785788 h 851139"/>
                <a:gd name="connsiteX2" fmla="*/ 18068 w 851244"/>
                <a:gd name="connsiteY2" fmla="*/ 736167 h 851139"/>
                <a:gd name="connsiteX3" fmla="*/ 178195 w 851244"/>
                <a:gd name="connsiteY3" fmla="*/ 500022 h 851139"/>
                <a:gd name="connsiteX4" fmla="*/ 232777 w 851244"/>
                <a:gd name="connsiteY4" fmla="*/ 418297 h 851139"/>
                <a:gd name="connsiteX5" fmla="*/ 624384 w 851244"/>
                <a:gd name="connsiteY5" fmla="*/ 26839 h 851139"/>
                <a:gd name="connsiteX6" fmla="*/ 771014 w 851244"/>
                <a:gd name="connsiteY6" fmla="*/ 34034 h 851139"/>
                <a:gd name="connsiteX7" fmla="*/ 817211 w 851244"/>
                <a:gd name="connsiteY7" fmla="*/ 80231 h 851139"/>
                <a:gd name="connsiteX8" fmla="*/ 817211 w 851244"/>
                <a:gd name="connsiteY8" fmla="*/ 80231 h 851139"/>
                <a:gd name="connsiteX9" fmla="*/ 824406 w 851244"/>
                <a:gd name="connsiteY9" fmla="*/ 226860 h 851139"/>
                <a:gd name="connsiteX10" fmla="*/ 433146 w 851244"/>
                <a:gd name="connsiteY10" fmla="*/ 618367 h 851139"/>
                <a:gd name="connsiteX11" fmla="*/ 351073 w 851244"/>
                <a:gd name="connsiteY11" fmla="*/ 672950 h 851139"/>
                <a:gd name="connsiteX12" fmla="*/ 115127 w 851244"/>
                <a:gd name="connsiteY12" fmla="*/ 833076 h 851139"/>
                <a:gd name="connsiteX13" fmla="*/ 70915 w 851244"/>
                <a:gd name="connsiteY13" fmla="*/ 851138 h 851139"/>
                <a:gd name="connsiteX14" fmla="*/ 691174 w 851244"/>
                <a:gd name="connsiteY14" fmla="*/ 79288 h 851139"/>
                <a:gd name="connsiteX15" fmla="*/ 680555 w 851244"/>
                <a:gd name="connsiteY15" fmla="*/ 83010 h 851139"/>
                <a:gd name="connsiteX16" fmla="*/ 288899 w 851244"/>
                <a:gd name="connsiteY16" fmla="*/ 474616 h 851139"/>
                <a:gd name="connsiteX17" fmla="*/ 251733 w 851244"/>
                <a:gd name="connsiteY17" fmla="*/ 530191 h 851139"/>
                <a:gd name="connsiteX18" fmla="*/ 162911 w 851244"/>
                <a:gd name="connsiteY18" fmla="*/ 688283 h 851139"/>
                <a:gd name="connsiteX19" fmla="*/ 320904 w 851244"/>
                <a:gd name="connsiteY19" fmla="*/ 599512 h 851139"/>
                <a:gd name="connsiteX20" fmla="*/ 376727 w 851244"/>
                <a:gd name="connsiteY20" fmla="*/ 561998 h 851139"/>
                <a:gd name="connsiteX21" fmla="*/ 768235 w 851244"/>
                <a:gd name="connsiteY21" fmla="*/ 170491 h 851139"/>
                <a:gd name="connsiteX22" fmla="*/ 761089 w 851244"/>
                <a:gd name="connsiteY22" fmla="*/ 136154 h 851139"/>
                <a:gd name="connsiteX23" fmla="*/ 714893 w 851244"/>
                <a:gd name="connsiteY23" fmla="*/ 89957 h 851139"/>
                <a:gd name="connsiteX24" fmla="*/ 691174 w 851244"/>
                <a:gd name="connsiteY24" fmla="*/ 79288 h 85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51244" h="851139">
                  <a:moveTo>
                    <a:pt x="70915" y="851138"/>
                  </a:moveTo>
                  <a:cubicBezTo>
                    <a:pt x="34077" y="850724"/>
                    <a:pt x="3539" y="822481"/>
                    <a:pt x="255" y="785788"/>
                  </a:cubicBezTo>
                  <a:cubicBezTo>
                    <a:pt x="-1406" y="767431"/>
                    <a:pt x="5112" y="749276"/>
                    <a:pt x="18068" y="736167"/>
                  </a:cubicBezTo>
                  <a:cubicBezTo>
                    <a:pt x="86401" y="668704"/>
                    <a:pt x="140808" y="588469"/>
                    <a:pt x="178195" y="500022"/>
                  </a:cubicBezTo>
                  <a:cubicBezTo>
                    <a:pt x="190723" y="469395"/>
                    <a:pt x="209286" y="441602"/>
                    <a:pt x="232777" y="418297"/>
                  </a:cubicBezTo>
                  <a:lnTo>
                    <a:pt x="624384" y="26839"/>
                  </a:lnTo>
                  <a:cubicBezTo>
                    <a:pt x="662840" y="-11567"/>
                    <a:pt x="728588" y="-8391"/>
                    <a:pt x="771014" y="34034"/>
                  </a:cubicBezTo>
                  <a:lnTo>
                    <a:pt x="817211" y="80231"/>
                  </a:lnTo>
                  <a:lnTo>
                    <a:pt x="817211" y="80231"/>
                  </a:lnTo>
                  <a:cubicBezTo>
                    <a:pt x="859636" y="122607"/>
                    <a:pt x="862812" y="188404"/>
                    <a:pt x="824406" y="226860"/>
                  </a:cubicBezTo>
                  <a:lnTo>
                    <a:pt x="433146" y="618367"/>
                  </a:lnTo>
                  <a:cubicBezTo>
                    <a:pt x="409727" y="641883"/>
                    <a:pt x="381815" y="660446"/>
                    <a:pt x="351073" y="672950"/>
                  </a:cubicBezTo>
                  <a:cubicBezTo>
                    <a:pt x="303388" y="692352"/>
                    <a:pt x="209257" y="738946"/>
                    <a:pt x="115127" y="833076"/>
                  </a:cubicBezTo>
                  <a:cubicBezTo>
                    <a:pt x="103394" y="844761"/>
                    <a:pt x="87473" y="851266"/>
                    <a:pt x="70915" y="851138"/>
                  </a:cubicBezTo>
                  <a:close/>
                  <a:moveTo>
                    <a:pt x="691174" y="79288"/>
                  </a:moveTo>
                  <a:cubicBezTo>
                    <a:pt x="687284" y="79092"/>
                    <a:pt x="683471" y="80428"/>
                    <a:pt x="680555" y="83010"/>
                  </a:cubicBezTo>
                  <a:lnTo>
                    <a:pt x="288899" y="474616"/>
                  </a:lnTo>
                  <a:cubicBezTo>
                    <a:pt x="272912" y="490465"/>
                    <a:pt x="260273" y="509364"/>
                    <a:pt x="251733" y="530191"/>
                  </a:cubicBezTo>
                  <a:cubicBezTo>
                    <a:pt x="228418" y="586185"/>
                    <a:pt x="198606" y="639245"/>
                    <a:pt x="162911" y="688283"/>
                  </a:cubicBezTo>
                  <a:cubicBezTo>
                    <a:pt x="211893" y="652570"/>
                    <a:pt x="264925" y="622772"/>
                    <a:pt x="320904" y="599512"/>
                  </a:cubicBezTo>
                  <a:cubicBezTo>
                    <a:pt x="341845" y="590888"/>
                    <a:pt x="360831" y="578129"/>
                    <a:pt x="376727" y="561998"/>
                  </a:cubicBezTo>
                  <a:lnTo>
                    <a:pt x="768235" y="170491"/>
                  </a:lnTo>
                  <a:cubicBezTo>
                    <a:pt x="774686" y="164090"/>
                    <a:pt x="772949" y="148063"/>
                    <a:pt x="761089" y="136154"/>
                  </a:cubicBezTo>
                  <a:lnTo>
                    <a:pt x="714893" y="89957"/>
                  </a:lnTo>
                  <a:cubicBezTo>
                    <a:pt x="708666" y="83463"/>
                    <a:pt x="700163" y="79639"/>
                    <a:pt x="691174" y="792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6" name="Picture Placeholder 7">
              <a:extLst>
                <a:ext uri="{FF2B5EF4-FFF2-40B4-BE49-F238E27FC236}">
                  <a16:creationId xmlns:a16="http://schemas.microsoft.com/office/drawing/2014/main" id="{9141156E-9C11-5443-A9CA-8AD408153B38}"/>
                </a:ext>
              </a:extLst>
            </p:cNvPr>
            <p:cNvSpPr/>
            <p:nvPr/>
          </p:nvSpPr>
          <p:spPr>
            <a:xfrm>
              <a:off x="8633508" y="4863181"/>
              <a:ext cx="223369" cy="223519"/>
            </a:xfrm>
            <a:custGeom>
              <a:avLst/>
              <a:gdLst>
                <a:gd name="connsiteX0" fmla="*/ 183649 w 223369"/>
                <a:gd name="connsiteY0" fmla="*/ 223519 h 223519"/>
                <a:gd name="connsiteX1" fmla="*/ 143953 w 223369"/>
                <a:gd name="connsiteY1" fmla="*/ 186949 h 223519"/>
                <a:gd name="connsiteX2" fmla="*/ 36673 w 223369"/>
                <a:gd name="connsiteY2" fmla="*/ 79520 h 223519"/>
                <a:gd name="connsiteX3" fmla="*/ 127 w 223369"/>
                <a:gd name="connsiteY3" fmla="*/ 36673 h 223519"/>
                <a:gd name="connsiteX4" fmla="*/ 42974 w 223369"/>
                <a:gd name="connsiteY4" fmla="*/ 127 h 223519"/>
                <a:gd name="connsiteX5" fmla="*/ 223247 w 223369"/>
                <a:gd name="connsiteY5" fmla="*/ 180448 h 223519"/>
                <a:gd name="connsiteX6" fmla="*/ 186825 w 223369"/>
                <a:gd name="connsiteY6" fmla="*/ 223122 h 223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369" h="223519">
                  <a:moveTo>
                    <a:pt x="183649" y="223519"/>
                  </a:moveTo>
                  <a:cubicBezTo>
                    <a:pt x="162890" y="223584"/>
                    <a:pt x="145587" y="207643"/>
                    <a:pt x="143953" y="186949"/>
                  </a:cubicBezTo>
                  <a:cubicBezTo>
                    <a:pt x="137485" y="130568"/>
                    <a:pt x="93044" y="86065"/>
                    <a:pt x="36673" y="79520"/>
                  </a:cubicBezTo>
                  <a:cubicBezTo>
                    <a:pt x="14749" y="77780"/>
                    <a:pt x="-1613" y="58596"/>
                    <a:pt x="127" y="36673"/>
                  </a:cubicBezTo>
                  <a:cubicBezTo>
                    <a:pt x="1867" y="14749"/>
                    <a:pt x="21051" y="-1613"/>
                    <a:pt x="42974" y="127"/>
                  </a:cubicBezTo>
                  <a:cubicBezTo>
                    <a:pt x="138288" y="9742"/>
                    <a:pt x="213658" y="85132"/>
                    <a:pt x="223247" y="180448"/>
                  </a:cubicBezTo>
                  <a:cubicBezTo>
                    <a:pt x="224959" y="202285"/>
                    <a:pt x="208660" y="221382"/>
                    <a:pt x="186825" y="2231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8" name="Picture Placeholder 7">
              <a:extLst>
                <a:ext uri="{FF2B5EF4-FFF2-40B4-BE49-F238E27FC236}">
                  <a16:creationId xmlns:a16="http://schemas.microsoft.com/office/drawing/2014/main" id="{9141156E-9C11-5443-A9CA-8AD408153B38}"/>
                </a:ext>
              </a:extLst>
            </p:cNvPr>
            <p:cNvSpPr/>
            <p:nvPr/>
          </p:nvSpPr>
          <p:spPr>
            <a:xfrm>
              <a:off x="8279417" y="5237150"/>
              <a:ext cx="202899" cy="203742"/>
            </a:xfrm>
            <a:custGeom>
              <a:avLst/>
              <a:gdLst>
                <a:gd name="connsiteX0" fmla="*/ 162955 w 202899"/>
                <a:gd name="connsiteY0" fmla="*/ 203743 h 203742"/>
                <a:gd name="connsiteX1" fmla="*/ 162955 w 202899"/>
                <a:gd name="connsiteY1" fmla="*/ 203743 h 203742"/>
                <a:gd name="connsiteX2" fmla="*/ 0 w 202899"/>
                <a:gd name="connsiteY2" fmla="*/ 39697 h 203742"/>
                <a:gd name="connsiteX3" fmla="*/ 39697 w 202899"/>
                <a:gd name="connsiteY3" fmla="*/ 0 h 203742"/>
                <a:gd name="connsiteX4" fmla="*/ 39697 w 202899"/>
                <a:gd name="connsiteY4" fmla="*/ 0 h 203742"/>
                <a:gd name="connsiteX5" fmla="*/ 79393 w 202899"/>
                <a:gd name="connsiteY5" fmla="*/ 39697 h 203742"/>
                <a:gd name="connsiteX6" fmla="*/ 163203 w 202899"/>
                <a:gd name="connsiteY6" fmla="*/ 124052 h 203742"/>
                <a:gd name="connsiteX7" fmla="*/ 202899 w 202899"/>
                <a:gd name="connsiteY7" fmla="*/ 163748 h 203742"/>
                <a:gd name="connsiteX8" fmla="*/ 163203 w 202899"/>
                <a:gd name="connsiteY8" fmla="*/ 203445 h 20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899" h="203742">
                  <a:moveTo>
                    <a:pt x="162955" y="203743"/>
                  </a:moveTo>
                  <a:lnTo>
                    <a:pt x="162955" y="203743"/>
                  </a:lnTo>
                  <a:cubicBezTo>
                    <a:pt x="73685" y="201026"/>
                    <a:pt x="2120" y="128982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cubicBezTo>
                    <a:pt x="81633" y="85116"/>
                    <a:pt x="117799" y="121517"/>
                    <a:pt x="163203" y="124052"/>
                  </a:cubicBezTo>
                  <a:cubicBezTo>
                    <a:pt x="185126" y="124052"/>
                    <a:pt x="202899" y="141824"/>
                    <a:pt x="202899" y="163748"/>
                  </a:cubicBezTo>
                  <a:cubicBezTo>
                    <a:pt x="202899" y="185672"/>
                    <a:pt x="185126" y="203445"/>
                    <a:pt x="163203" y="2034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0" name="Picture Placeholder 7">
              <a:extLst>
                <a:ext uri="{FF2B5EF4-FFF2-40B4-BE49-F238E27FC236}">
                  <a16:creationId xmlns:a16="http://schemas.microsoft.com/office/drawing/2014/main" id="{9141156E-9C11-5443-A9CA-8AD408153B38}"/>
                </a:ext>
              </a:extLst>
            </p:cNvPr>
            <p:cNvSpPr/>
            <p:nvPr/>
          </p:nvSpPr>
          <p:spPr>
            <a:xfrm>
              <a:off x="8640359" y="5005769"/>
              <a:ext cx="79442" cy="79393"/>
            </a:xfrm>
            <a:custGeom>
              <a:avLst/>
              <a:gdLst>
                <a:gd name="connsiteX0" fmla="*/ 39746 w 79442"/>
                <a:gd name="connsiteY0" fmla="*/ 79393 h 79393"/>
                <a:gd name="connsiteX1" fmla="*/ 31956 w 79442"/>
                <a:gd name="connsiteY1" fmla="*/ 78599 h 79393"/>
                <a:gd name="connsiteX2" fmla="*/ 24562 w 79442"/>
                <a:gd name="connsiteY2" fmla="*/ 76317 h 79393"/>
                <a:gd name="connsiteX3" fmla="*/ 17715 w 79442"/>
                <a:gd name="connsiteY3" fmla="*/ 72694 h 79393"/>
                <a:gd name="connsiteX4" fmla="*/ 11661 w 79442"/>
                <a:gd name="connsiteY4" fmla="*/ 67732 h 79393"/>
                <a:gd name="connsiteX5" fmla="*/ 6699 w 79442"/>
                <a:gd name="connsiteY5" fmla="*/ 61728 h 79393"/>
                <a:gd name="connsiteX6" fmla="*/ 3027 w 79442"/>
                <a:gd name="connsiteY6" fmla="*/ 54880 h 79393"/>
                <a:gd name="connsiteX7" fmla="*/ 744 w 79442"/>
                <a:gd name="connsiteY7" fmla="*/ 47437 h 79393"/>
                <a:gd name="connsiteX8" fmla="*/ 0 w 79442"/>
                <a:gd name="connsiteY8" fmla="*/ 39696 h 79393"/>
                <a:gd name="connsiteX9" fmla="*/ 744 w 79442"/>
                <a:gd name="connsiteY9" fmla="*/ 31906 h 79393"/>
                <a:gd name="connsiteX10" fmla="*/ 3027 w 79442"/>
                <a:gd name="connsiteY10" fmla="*/ 24513 h 79393"/>
                <a:gd name="connsiteX11" fmla="*/ 6699 w 79442"/>
                <a:gd name="connsiteY11" fmla="*/ 17665 h 79393"/>
                <a:gd name="connsiteX12" fmla="*/ 11661 w 79442"/>
                <a:gd name="connsiteY12" fmla="*/ 11611 h 79393"/>
                <a:gd name="connsiteX13" fmla="*/ 17715 w 79442"/>
                <a:gd name="connsiteY13" fmla="*/ 6649 h 79393"/>
                <a:gd name="connsiteX14" fmla="*/ 24562 w 79442"/>
                <a:gd name="connsiteY14" fmla="*/ 3027 h 79393"/>
                <a:gd name="connsiteX15" fmla="*/ 31956 w 79442"/>
                <a:gd name="connsiteY15" fmla="*/ 744 h 79393"/>
                <a:gd name="connsiteX16" fmla="*/ 47487 w 79442"/>
                <a:gd name="connsiteY16" fmla="*/ 744 h 79393"/>
                <a:gd name="connsiteX17" fmla="*/ 54930 w 79442"/>
                <a:gd name="connsiteY17" fmla="*/ 3027 h 79393"/>
                <a:gd name="connsiteX18" fmla="*/ 61778 w 79442"/>
                <a:gd name="connsiteY18" fmla="*/ 6649 h 79393"/>
                <a:gd name="connsiteX19" fmla="*/ 67782 w 79442"/>
                <a:gd name="connsiteY19" fmla="*/ 11611 h 79393"/>
                <a:gd name="connsiteX20" fmla="*/ 72744 w 79442"/>
                <a:gd name="connsiteY20" fmla="*/ 17665 h 79393"/>
                <a:gd name="connsiteX21" fmla="*/ 76366 w 79442"/>
                <a:gd name="connsiteY21" fmla="*/ 24513 h 79393"/>
                <a:gd name="connsiteX22" fmla="*/ 78649 w 79442"/>
                <a:gd name="connsiteY22" fmla="*/ 31906 h 79393"/>
                <a:gd name="connsiteX23" fmla="*/ 79443 w 79442"/>
                <a:gd name="connsiteY23" fmla="*/ 39696 h 79393"/>
                <a:gd name="connsiteX24" fmla="*/ 78649 w 79442"/>
                <a:gd name="connsiteY24" fmla="*/ 47437 h 79393"/>
                <a:gd name="connsiteX25" fmla="*/ 76366 w 79442"/>
                <a:gd name="connsiteY25" fmla="*/ 54880 h 79393"/>
                <a:gd name="connsiteX26" fmla="*/ 72744 w 79442"/>
                <a:gd name="connsiteY26" fmla="*/ 61728 h 79393"/>
                <a:gd name="connsiteX27" fmla="*/ 61778 w 79442"/>
                <a:gd name="connsiteY27" fmla="*/ 72694 h 79393"/>
                <a:gd name="connsiteX28" fmla="*/ 54930 w 79442"/>
                <a:gd name="connsiteY28" fmla="*/ 76317 h 79393"/>
                <a:gd name="connsiteX29" fmla="*/ 47487 w 79442"/>
                <a:gd name="connsiteY29" fmla="*/ 78599 h 79393"/>
                <a:gd name="connsiteX30" fmla="*/ 39746 w 79442"/>
                <a:gd name="connsiteY30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9442" h="79393">
                  <a:moveTo>
                    <a:pt x="39746" y="79393"/>
                  </a:moveTo>
                  <a:cubicBezTo>
                    <a:pt x="37130" y="79375"/>
                    <a:pt x="34522" y="79109"/>
                    <a:pt x="31956" y="78599"/>
                  </a:cubicBezTo>
                  <a:cubicBezTo>
                    <a:pt x="29421" y="78088"/>
                    <a:pt x="26944" y="77323"/>
                    <a:pt x="24562" y="76317"/>
                  </a:cubicBezTo>
                  <a:cubicBezTo>
                    <a:pt x="22161" y="75348"/>
                    <a:pt x="19866" y="74134"/>
                    <a:pt x="17715" y="72694"/>
                  </a:cubicBezTo>
                  <a:cubicBezTo>
                    <a:pt x="15535" y="71248"/>
                    <a:pt x="13507" y="69586"/>
                    <a:pt x="11661" y="67732"/>
                  </a:cubicBezTo>
                  <a:cubicBezTo>
                    <a:pt x="9806" y="65905"/>
                    <a:pt x="8144" y="63893"/>
                    <a:pt x="6699" y="61728"/>
                  </a:cubicBezTo>
                  <a:cubicBezTo>
                    <a:pt x="5263" y="59566"/>
                    <a:pt x="4033" y="57273"/>
                    <a:pt x="3027" y="54880"/>
                  </a:cubicBezTo>
                  <a:cubicBezTo>
                    <a:pt x="2043" y="52473"/>
                    <a:pt x="1279" y="49982"/>
                    <a:pt x="744" y="47437"/>
                  </a:cubicBezTo>
                  <a:cubicBezTo>
                    <a:pt x="249" y="44887"/>
                    <a:pt x="-1" y="42295"/>
                    <a:pt x="0" y="39696"/>
                  </a:cubicBezTo>
                  <a:cubicBezTo>
                    <a:pt x="2" y="37082"/>
                    <a:pt x="251" y="34474"/>
                    <a:pt x="744" y="31906"/>
                  </a:cubicBezTo>
                  <a:cubicBezTo>
                    <a:pt x="1279" y="29377"/>
                    <a:pt x="2043" y="26902"/>
                    <a:pt x="3027" y="24513"/>
                  </a:cubicBezTo>
                  <a:cubicBezTo>
                    <a:pt x="4012" y="22110"/>
                    <a:pt x="5243" y="19815"/>
                    <a:pt x="6699" y="17665"/>
                  </a:cubicBezTo>
                  <a:cubicBezTo>
                    <a:pt x="8143" y="15484"/>
                    <a:pt x="9806" y="13455"/>
                    <a:pt x="11661" y="11611"/>
                  </a:cubicBezTo>
                  <a:cubicBezTo>
                    <a:pt x="13519" y="9772"/>
                    <a:pt x="15546" y="8110"/>
                    <a:pt x="17715" y="6649"/>
                  </a:cubicBezTo>
                  <a:cubicBezTo>
                    <a:pt x="19877" y="5228"/>
                    <a:pt x="22170" y="4015"/>
                    <a:pt x="24562" y="3027"/>
                  </a:cubicBezTo>
                  <a:cubicBezTo>
                    <a:pt x="26952" y="2043"/>
                    <a:pt x="29427" y="1279"/>
                    <a:pt x="31956" y="744"/>
                  </a:cubicBezTo>
                  <a:cubicBezTo>
                    <a:pt x="37085" y="-248"/>
                    <a:pt x="42357" y="-248"/>
                    <a:pt x="47487" y="744"/>
                  </a:cubicBezTo>
                  <a:cubicBezTo>
                    <a:pt x="50030" y="1285"/>
                    <a:pt x="52521" y="2049"/>
                    <a:pt x="54930" y="3027"/>
                  </a:cubicBezTo>
                  <a:cubicBezTo>
                    <a:pt x="57312" y="4036"/>
                    <a:pt x="59603" y="5248"/>
                    <a:pt x="61778" y="6649"/>
                  </a:cubicBezTo>
                  <a:cubicBezTo>
                    <a:pt x="63931" y="8111"/>
                    <a:pt x="65941" y="9772"/>
                    <a:pt x="67782" y="11611"/>
                  </a:cubicBezTo>
                  <a:cubicBezTo>
                    <a:pt x="69635" y="13457"/>
                    <a:pt x="71298" y="15485"/>
                    <a:pt x="72744" y="17665"/>
                  </a:cubicBezTo>
                  <a:cubicBezTo>
                    <a:pt x="74184" y="19816"/>
                    <a:pt x="75398" y="22111"/>
                    <a:pt x="76366" y="24513"/>
                  </a:cubicBezTo>
                  <a:cubicBezTo>
                    <a:pt x="77373" y="26894"/>
                    <a:pt x="78138" y="29371"/>
                    <a:pt x="78649" y="31906"/>
                  </a:cubicBezTo>
                  <a:cubicBezTo>
                    <a:pt x="79159" y="34472"/>
                    <a:pt x="79424" y="37080"/>
                    <a:pt x="79443" y="39696"/>
                  </a:cubicBezTo>
                  <a:cubicBezTo>
                    <a:pt x="79427" y="42296"/>
                    <a:pt x="79161" y="44888"/>
                    <a:pt x="78649" y="47437"/>
                  </a:cubicBezTo>
                  <a:cubicBezTo>
                    <a:pt x="78137" y="49988"/>
                    <a:pt x="77373" y="52481"/>
                    <a:pt x="76366" y="54880"/>
                  </a:cubicBezTo>
                  <a:cubicBezTo>
                    <a:pt x="75377" y="57272"/>
                    <a:pt x="74164" y="59565"/>
                    <a:pt x="72744" y="61728"/>
                  </a:cubicBezTo>
                  <a:cubicBezTo>
                    <a:pt x="69816" y="66045"/>
                    <a:pt x="66095" y="69766"/>
                    <a:pt x="61778" y="72694"/>
                  </a:cubicBezTo>
                  <a:cubicBezTo>
                    <a:pt x="59614" y="74114"/>
                    <a:pt x="57322" y="75327"/>
                    <a:pt x="54930" y="76317"/>
                  </a:cubicBezTo>
                  <a:cubicBezTo>
                    <a:pt x="52529" y="77316"/>
                    <a:pt x="50036" y="78081"/>
                    <a:pt x="47487" y="78599"/>
                  </a:cubicBezTo>
                  <a:cubicBezTo>
                    <a:pt x="44938" y="79109"/>
                    <a:pt x="42346" y="79374"/>
                    <a:pt x="3974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2" name="Picture Placeholder 7">
              <a:extLst>
                <a:ext uri="{FF2B5EF4-FFF2-40B4-BE49-F238E27FC236}">
                  <a16:creationId xmlns:a16="http://schemas.microsoft.com/office/drawing/2014/main" id="{9141156E-9C11-5443-A9CA-8AD408153B38}"/>
                </a:ext>
              </a:extLst>
            </p:cNvPr>
            <p:cNvSpPr/>
            <p:nvPr/>
          </p:nvSpPr>
          <p:spPr>
            <a:xfrm>
              <a:off x="8435691" y="5086083"/>
              <a:ext cx="203498" cy="203466"/>
            </a:xfrm>
            <a:custGeom>
              <a:avLst/>
              <a:gdLst>
                <a:gd name="connsiteX0" fmla="*/ 39728 w 203498"/>
                <a:gd name="connsiteY0" fmla="*/ 203467 h 203466"/>
                <a:gd name="connsiteX1" fmla="*/ 0 w 203498"/>
                <a:gd name="connsiteY1" fmla="*/ 163802 h 203466"/>
                <a:gd name="connsiteX2" fmla="*/ 11642 w 203498"/>
                <a:gd name="connsiteY2" fmla="*/ 135685 h 203466"/>
                <a:gd name="connsiteX3" fmla="*/ 135694 w 203498"/>
                <a:gd name="connsiteY3" fmla="*/ 11633 h 203466"/>
                <a:gd name="connsiteX4" fmla="*/ 191865 w 203498"/>
                <a:gd name="connsiteY4" fmla="*/ 11633 h 203466"/>
                <a:gd name="connsiteX5" fmla="*/ 191865 w 203498"/>
                <a:gd name="connsiteY5" fmla="*/ 67804 h 203466"/>
                <a:gd name="connsiteX6" fmla="*/ 67813 w 203498"/>
                <a:gd name="connsiteY6" fmla="*/ 191856 h 203466"/>
                <a:gd name="connsiteX7" fmla="*/ 39728 w 203498"/>
                <a:gd name="connsiteY7" fmla="*/ 203467 h 20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498" h="203466">
                  <a:moveTo>
                    <a:pt x="39728" y="203467"/>
                  </a:moveTo>
                  <a:cubicBezTo>
                    <a:pt x="17804" y="203484"/>
                    <a:pt x="17" y="185725"/>
                    <a:pt x="0" y="163802"/>
                  </a:cubicBezTo>
                  <a:cubicBezTo>
                    <a:pt x="-8" y="153255"/>
                    <a:pt x="4181" y="143139"/>
                    <a:pt x="11642" y="135685"/>
                  </a:cubicBezTo>
                  <a:lnTo>
                    <a:pt x="135694" y="11633"/>
                  </a:lnTo>
                  <a:cubicBezTo>
                    <a:pt x="151205" y="-3878"/>
                    <a:pt x="176354" y="-3878"/>
                    <a:pt x="191865" y="11633"/>
                  </a:cubicBezTo>
                  <a:cubicBezTo>
                    <a:pt x="207376" y="27144"/>
                    <a:pt x="207376" y="52293"/>
                    <a:pt x="191865" y="67804"/>
                  </a:cubicBezTo>
                  <a:lnTo>
                    <a:pt x="67813" y="191856"/>
                  </a:lnTo>
                  <a:cubicBezTo>
                    <a:pt x="60362" y="199298"/>
                    <a:pt x="50259" y="203475"/>
                    <a:pt x="39728" y="20346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C71314E8-4CD0-FB41-8B66-A3099DD596C2}"/>
              </a:ext>
            </a:extLst>
          </p:cNvPr>
          <p:cNvGrpSpPr>
            <a:grpSpLocks noChangeAspect="1"/>
          </p:cNvGrpSpPr>
          <p:nvPr/>
        </p:nvGrpSpPr>
        <p:grpSpPr>
          <a:xfrm>
            <a:off x="9433573" y="4777981"/>
            <a:ext cx="822941" cy="829637"/>
            <a:chOff x="9433573" y="4777981"/>
            <a:chExt cx="822941" cy="829637"/>
          </a:xfrm>
        </p:grpSpPr>
        <p:grpSp>
          <p:nvGrpSpPr>
            <p:cNvPr id="76" name="Picture Placeholder 28">
              <a:extLst>
                <a:ext uri="{FF2B5EF4-FFF2-40B4-BE49-F238E27FC236}">
                  <a16:creationId xmlns:a16="http://schemas.microsoft.com/office/drawing/2014/main" id="{8356BE59-EE80-6642-8CC2-51373945AC10}"/>
                </a:ext>
              </a:extLst>
            </p:cNvPr>
            <p:cNvGrpSpPr/>
            <p:nvPr/>
          </p:nvGrpSpPr>
          <p:grpSpPr>
            <a:xfrm>
              <a:off x="9562239" y="5003735"/>
              <a:ext cx="481321" cy="481320"/>
              <a:chOff x="9562239" y="5003735"/>
              <a:chExt cx="481321" cy="481320"/>
            </a:xfrm>
            <a:solidFill>
              <a:srgbClr val="EF463C"/>
            </a:solidFill>
          </p:grpSpPr>
          <p:sp>
            <p:nvSpPr>
              <p:cNvPr id="78" name="Picture Placeholder 28">
                <a:extLst>
                  <a:ext uri="{FF2B5EF4-FFF2-40B4-BE49-F238E27FC236}">
                    <a16:creationId xmlns:a16="http://schemas.microsoft.com/office/drawing/2014/main" id="{C0ED1803-40CC-0940-A8E6-0D93ABE67886}"/>
                  </a:ext>
                </a:extLst>
              </p:cNvPr>
              <p:cNvSpPr/>
              <p:nvPr/>
            </p:nvSpPr>
            <p:spPr>
              <a:xfrm>
                <a:off x="9562239" y="5003735"/>
                <a:ext cx="481321" cy="481320"/>
              </a:xfrm>
              <a:custGeom>
                <a:avLst/>
                <a:gdLst>
                  <a:gd name="connsiteX0" fmla="*/ 240611 w 481321"/>
                  <a:gd name="connsiteY0" fmla="*/ 481321 h 481320"/>
                  <a:gd name="connsiteX1" fmla="*/ 0 w 481321"/>
                  <a:gd name="connsiteY1" fmla="*/ 240611 h 481320"/>
                  <a:gd name="connsiteX2" fmla="*/ 240710 w 481321"/>
                  <a:gd name="connsiteY2" fmla="*/ 0 h 481320"/>
                  <a:gd name="connsiteX3" fmla="*/ 481321 w 481321"/>
                  <a:gd name="connsiteY3" fmla="*/ 240660 h 481320"/>
                  <a:gd name="connsiteX4" fmla="*/ 240611 w 481321"/>
                  <a:gd name="connsiteY4" fmla="*/ 481321 h 481320"/>
                  <a:gd name="connsiteX5" fmla="*/ 240611 w 481321"/>
                  <a:gd name="connsiteY5" fmla="*/ 79393 h 481320"/>
                  <a:gd name="connsiteX6" fmla="*/ 79393 w 481321"/>
                  <a:gd name="connsiteY6" fmla="*/ 240710 h 481320"/>
                  <a:gd name="connsiteX7" fmla="*/ 240710 w 481321"/>
                  <a:gd name="connsiteY7" fmla="*/ 401928 h 481320"/>
                  <a:gd name="connsiteX8" fmla="*/ 401928 w 481321"/>
                  <a:gd name="connsiteY8" fmla="*/ 240660 h 481320"/>
                  <a:gd name="connsiteX9" fmla="*/ 240611 w 481321"/>
                  <a:gd name="connsiteY9" fmla="*/ 79393 h 48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1321" h="481320">
                    <a:moveTo>
                      <a:pt x="240611" y="481321"/>
                    </a:moveTo>
                    <a:cubicBezTo>
                      <a:pt x="107698" y="481293"/>
                      <a:pt x="-27" y="373524"/>
                      <a:pt x="0" y="240611"/>
                    </a:cubicBezTo>
                    <a:cubicBezTo>
                      <a:pt x="27" y="107698"/>
                      <a:pt x="107797" y="-27"/>
                      <a:pt x="240710" y="0"/>
                    </a:cubicBezTo>
                    <a:cubicBezTo>
                      <a:pt x="373604" y="27"/>
                      <a:pt x="481321" y="107767"/>
                      <a:pt x="481321" y="240660"/>
                    </a:cubicBezTo>
                    <a:cubicBezTo>
                      <a:pt x="481157" y="373525"/>
                      <a:pt x="373476" y="481184"/>
                      <a:pt x="240611" y="481321"/>
                    </a:cubicBezTo>
                    <a:close/>
                    <a:moveTo>
                      <a:pt x="240611" y="79393"/>
                    </a:moveTo>
                    <a:cubicBezTo>
                      <a:pt x="151545" y="79421"/>
                      <a:pt x="79366" y="151645"/>
                      <a:pt x="79393" y="240710"/>
                    </a:cubicBezTo>
                    <a:cubicBezTo>
                      <a:pt x="79421" y="329775"/>
                      <a:pt x="151645" y="401955"/>
                      <a:pt x="240710" y="401928"/>
                    </a:cubicBezTo>
                    <a:cubicBezTo>
                      <a:pt x="329756" y="401900"/>
                      <a:pt x="401928" y="329706"/>
                      <a:pt x="401928" y="240660"/>
                    </a:cubicBezTo>
                    <a:cubicBezTo>
                      <a:pt x="401819" y="151621"/>
                      <a:pt x="329651" y="79475"/>
                      <a:pt x="240611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  <p:sp>
            <p:nvSpPr>
              <p:cNvPr id="80" name="Picture Placeholder 28">
                <a:extLst>
                  <a:ext uri="{FF2B5EF4-FFF2-40B4-BE49-F238E27FC236}">
                    <a16:creationId xmlns:a16="http://schemas.microsoft.com/office/drawing/2014/main" id="{FF0751D5-B132-EE4F-AFFB-A9DB466513A7}"/>
                  </a:ext>
                </a:extLst>
              </p:cNvPr>
              <p:cNvSpPr/>
              <p:nvPr/>
            </p:nvSpPr>
            <p:spPr>
              <a:xfrm>
                <a:off x="9763154" y="5104217"/>
                <a:ext cx="179924" cy="179874"/>
              </a:xfrm>
              <a:custGeom>
                <a:avLst/>
                <a:gdLst>
                  <a:gd name="connsiteX0" fmla="*/ 140228 w 179924"/>
                  <a:gd name="connsiteY0" fmla="*/ 179875 h 179874"/>
                  <a:gd name="connsiteX1" fmla="*/ 39697 w 179924"/>
                  <a:gd name="connsiteY1" fmla="*/ 179875 h 179874"/>
                  <a:gd name="connsiteX2" fmla="*/ 0 w 179924"/>
                  <a:gd name="connsiteY2" fmla="*/ 140178 h 179874"/>
                  <a:gd name="connsiteX3" fmla="*/ 0 w 179924"/>
                  <a:gd name="connsiteY3" fmla="*/ 39697 h 179874"/>
                  <a:gd name="connsiteX4" fmla="*/ 39697 w 179924"/>
                  <a:gd name="connsiteY4" fmla="*/ 0 h 179874"/>
                  <a:gd name="connsiteX5" fmla="*/ 79393 w 179924"/>
                  <a:gd name="connsiteY5" fmla="*/ 39697 h 179874"/>
                  <a:gd name="connsiteX6" fmla="*/ 79393 w 179924"/>
                  <a:gd name="connsiteY6" fmla="*/ 100482 h 179874"/>
                  <a:gd name="connsiteX7" fmla="*/ 140228 w 179924"/>
                  <a:gd name="connsiteY7" fmla="*/ 100482 h 179874"/>
                  <a:gd name="connsiteX8" fmla="*/ 179925 w 179924"/>
                  <a:gd name="connsiteY8" fmla="*/ 140178 h 179874"/>
                  <a:gd name="connsiteX9" fmla="*/ 140228 w 179924"/>
                  <a:gd name="connsiteY9" fmla="*/ 179875 h 17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924" h="179874">
                    <a:moveTo>
                      <a:pt x="140228" y="179875"/>
                    </a:moveTo>
                    <a:lnTo>
                      <a:pt x="39697" y="179875"/>
                    </a:lnTo>
                    <a:cubicBezTo>
                      <a:pt x="17773" y="179875"/>
                      <a:pt x="0" y="162102"/>
                      <a:pt x="0" y="1401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00482"/>
                    </a:lnTo>
                    <a:lnTo>
                      <a:pt x="140228" y="100482"/>
                    </a:lnTo>
                    <a:cubicBezTo>
                      <a:pt x="162152" y="100482"/>
                      <a:pt x="179925" y="118255"/>
                      <a:pt x="179925" y="140178"/>
                    </a:cubicBezTo>
                    <a:cubicBezTo>
                      <a:pt x="179925" y="162102"/>
                      <a:pt x="162152" y="179875"/>
                      <a:pt x="140228" y="17987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</p:grpSp>
        <p:sp>
          <p:nvSpPr>
            <p:cNvPr id="203" name="Picture Placeholder 28">
              <a:extLst>
                <a:ext uri="{FF2B5EF4-FFF2-40B4-BE49-F238E27FC236}">
                  <a16:creationId xmlns:a16="http://schemas.microsoft.com/office/drawing/2014/main" id="{5864FE72-23AB-4743-8541-7A9441CB4F64}"/>
                </a:ext>
              </a:extLst>
            </p:cNvPr>
            <p:cNvSpPr/>
            <p:nvPr/>
          </p:nvSpPr>
          <p:spPr>
            <a:xfrm>
              <a:off x="10079035" y="4777981"/>
              <a:ext cx="177479" cy="270561"/>
            </a:xfrm>
            <a:custGeom>
              <a:avLst/>
              <a:gdLst>
                <a:gd name="connsiteX0" fmla="*/ 44614 w 177479"/>
                <a:gd name="connsiteY0" fmla="*/ 270561 h 270561"/>
                <a:gd name="connsiteX1" fmla="*/ 4935 w 177479"/>
                <a:gd name="connsiteY1" fmla="*/ 230846 h 270561"/>
                <a:gd name="connsiteX2" fmla="*/ 16578 w 177479"/>
                <a:gd name="connsiteY2" fmla="*/ 202779 h 270561"/>
                <a:gd name="connsiteX3" fmla="*/ 81680 w 177479"/>
                <a:gd name="connsiteY3" fmla="*/ 137727 h 270561"/>
                <a:gd name="connsiteX4" fmla="*/ 11616 w 177479"/>
                <a:gd name="connsiteY4" fmla="*/ 67762 h 270561"/>
                <a:gd name="connsiteX5" fmla="*/ 11641 w 177479"/>
                <a:gd name="connsiteY5" fmla="*/ 11616 h 270561"/>
                <a:gd name="connsiteX6" fmla="*/ 67786 w 177479"/>
                <a:gd name="connsiteY6" fmla="*/ 11641 h 270561"/>
                <a:gd name="connsiteX7" fmla="*/ 165837 w 177479"/>
                <a:gd name="connsiteY7" fmla="*/ 109641 h 270561"/>
                <a:gd name="connsiteX8" fmla="*/ 165868 w 177479"/>
                <a:gd name="connsiteY8" fmla="*/ 165781 h 270561"/>
                <a:gd name="connsiteX9" fmla="*/ 165837 w 177479"/>
                <a:gd name="connsiteY9" fmla="*/ 165812 h 270561"/>
                <a:gd name="connsiteX10" fmla="*/ 72699 w 177479"/>
                <a:gd name="connsiteY10" fmla="*/ 258950 h 270561"/>
                <a:gd name="connsiteX11" fmla="*/ 44614 w 177479"/>
                <a:gd name="connsiteY11" fmla="*/ 270561 h 27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479" h="270561">
                  <a:moveTo>
                    <a:pt x="44614" y="270561"/>
                  </a:moveTo>
                  <a:cubicBezTo>
                    <a:pt x="22690" y="270551"/>
                    <a:pt x="4925" y="252770"/>
                    <a:pt x="4935" y="230846"/>
                  </a:cubicBezTo>
                  <a:cubicBezTo>
                    <a:pt x="4940" y="220317"/>
                    <a:pt x="9128" y="210221"/>
                    <a:pt x="16578" y="202779"/>
                  </a:cubicBezTo>
                  <a:lnTo>
                    <a:pt x="81680" y="137727"/>
                  </a:lnTo>
                  <a:lnTo>
                    <a:pt x="11616" y="67762"/>
                  </a:lnTo>
                  <a:cubicBezTo>
                    <a:pt x="-3882" y="52250"/>
                    <a:pt x="-3870" y="27113"/>
                    <a:pt x="11641" y="11616"/>
                  </a:cubicBezTo>
                  <a:cubicBezTo>
                    <a:pt x="27152" y="-3882"/>
                    <a:pt x="52289" y="-3871"/>
                    <a:pt x="67786" y="11641"/>
                  </a:cubicBezTo>
                  <a:lnTo>
                    <a:pt x="165837" y="109641"/>
                  </a:lnTo>
                  <a:cubicBezTo>
                    <a:pt x="181348" y="125135"/>
                    <a:pt x="181362" y="150270"/>
                    <a:pt x="165868" y="165781"/>
                  </a:cubicBezTo>
                  <a:cubicBezTo>
                    <a:pt x="165858" y="165791"/>
                    <a:pt x="165847" y="165802"/>
                    <a:pt x="165837" y="165812"/>
                  </a:cubicBezTo>
                  <a:lnTo>
                    <a:pt x="72699" y="258950"/>
                  </a:lnTo>
                  <a:cubicBezTo>
                    <a:pt x="65248" y="266393"/>
                    <a:pt x="55145" y="270570"/>
                    <a:pt x="44614" y="2705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4" name="Picture Placeholder 28">
              <a:extLst>
                <a:ext uri="{FF2B5EF4-FFF2-40B4-BE49-F238E27FC236}">
                  <a16:creationId xmlns:a16="http://schemas.microsoft.com/office/drawing/2014/main" id="{4108D423-D559-BE41-9FFB-40B05D13F1AB}"/>
                </a:ext>
              </a:extLst>
            </p:cNvPr>
            <p:cNvSpPr/>
            <p:nvPr/>
          </p:nvSpPr>
          <p:spPr>
            <a:xfrm>
              <a:off x="9433573" y="4871347"/>
              <a:ext cx="775472" cy="736271"/>
            </a:xfrm>
            <a:custGeom>
              <a:avLst/>
              <a:gdLst>
                <a:gd name="connsiteX0" fmla="*/ 368136 w 775472"/>
                <a:gd name="connsiteY0" fmla="*/ 736272 h 736271"/>
                <a:gd name="connsiteX1" fmla="*/ 0 w 775472"/>
                <a:gd name="connsiteY1" fmla="*/ 368136 h 736271"/>
                <a:gd name="connsiteX2" fmla="*/ 368136 w 775472"/>
                <a:gd name="connsiteY2" fmla="*/ 0 h 736271"/>
                <a:gd name="connsiteX3" fmla="*/ 735776 w 775472"/>
                <a:gd name="connsiteY3" fmla="*/ 0 h 736271"/>
                <a:gd name="connsiteX4" fmla="*/ 775473 w 775472"/>
                <a:gd name="connsiteY4" fmla="*/ 39697 h 736271"/>
                <a:gd name="connsiteX5" fmla="*/ 735776 w 775472"/>
                <a:gd name="connsiteY5" fmla="*/ 79393 h 736271"/>
                <a:gd name="connsiteX6" fmla="*/ 368136 w 775472"/>
                <a:gd name="connsiteY6" fmla="*/ 79393 h 736271"/>
                <a:gd name="connsiteX7" fmla="*/ 79592 w 775472"/>
                <a:gd name="connsiteY7" fmla="*/ 368334 h 736271"/>
                <a:gd name="connsiteX8" fmla="*/ 368533 w 775472"/>
                <a:gd name="connsiteY8" fmla="*/ 656879 h 736271"/>
                <a:gd name="connsiteX9" fmla="*/ 657078 w 775472"/>
                <a:gd name="connsiteY9" fmla="*/ 368136 h 736271"/>
                <a:gd name="connsiteX10" fmla="*/ 696775 w 775472"/>
                <a:gd name="connsiteY10" fmla="*/ 328439 h 736271"/>
                <a:gd name="connsiteX11" fmla="*/ 736471 w 775472"/>
                <a:gd name="connsiteY11" fmla="*/ 368136 h 736271"/>
                <a:gd name="connsiteX12" fmla="*/ 368136 w 775472"/>
                <a:gd name="connsiteY12" fmla="*/ 736272 h 7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5472" h="736271">
                  <a:moveTo>
                    <a:pt x="368136" y="736272"/>
                  </a:moveTo>
                  <a:cubicBezTo>
                    <a:pt x="164820" y="736272"/>
                    <a:pt x="0" y="571452"/>
                    <a:pt x="0" y="368136"/>
                  </a:cubicBezTo>
                  <a:cubicBezTo>
                    <a:pt x="0" y="164820"/>
                    <a:pt x="164820" y="0"/>
                    <a:pt x="368136" y="0"/>
                  </a:cubicBezTo>
                  <a:lnTo>
                    <a:pt x="735776" y="0"/>
                  </a:lnTo>
                  <a:cubicBezTo>
                    <a:pt x="757700" y="0"/>
                    <a:pt x="775473" y="17773"/>
                    <a:pt x="775473" y="39697"/>
                  </a:cubicBezTo>
                  <a:cubicBezTo>
                    <a:pt x="775473" y="61620"/>
                    <a:pt x="757700" y="79393"/>
                    <a:pt x="735776" y="79393"/>
                  </a:cubicBezTo>
                  <a:lnTo>
                    <a:pt x="368136" y="79393"/>
                  </a:lnTo>
                  <a:cubicBezTo>
                    <a:pt x="208668" y="79503"/>
                    <a:pt x="79482" y="208866"/>
                    <a:pt x="79592" y="368334"/>
                  </a:cubicBezTo>
                  <a:cubicBezTo>
                    <a:pt x="79701" y="527803"/>
                    <a:pt x="209065" y="656988"/>
                    <a:pt x="368533" y="656879"/>
                  </a:cubicBezTo>
                  <a:cubicBezTo>
                    <a:pt x="527924" y="656769"/>
                    <a:pt x="657078" y="527527"/>
                    <a:pt x="657078" y="368136"/>
                  </a:cubicBezTo>
                  <a:cubicBezTo>
                    <a:pt x="657078" y="346212"/>
                    <a:pt x="674851" y="328439"/>
                    <a:pt x="696775" y="328439"/>
                  </a:cubicBezTo>
                  <a:cubicBezTo>
                    <a:pt x="718698" y="328439"/>
                    <a:pt x="736471" y="346212"/>
                    <a:pt x="736471" y="368136"/>
                  </a:cubicBezTo>
                  <a:cubicBezTo>
                    <a:pt x="736252" y="571438"/>
                    <a:pt x="571439" y="736162"/>
                    <a:pt x="368136" y="7362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417764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83A9DE4-B722-4847-8C67-77424F47F94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  <a:endParaRPr lang="fr-FR" dirty="0"/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B60A2D53-6A26-4D56-B11B-9F7F757293C9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/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D7EADE39-8E65-4E6D-9FD4-212B164D2CD8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EE140058-BEF3-400A-B7A3-BFE41E21DD6E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20DE2389-6674-4837-9DB7-D388B1B77DBE}"/>
              </a:ext>
            </a:extLst>
          </p:cNvPr>
          <p:cNvPicPr>
            <a:picLocks noGrp="1" noChangeAspect="1"/>
          </p:cNvPicPr>
          <p:nvPr>
            <p:ph type="pic" sz="quarter" idx="26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/>
      </p:pic>
      <p:pic>
        <p:nvPicPr>
          <p:cNvPr id="37" name="Picture Placeholder 36">
            <a:extLst>
              <a:ext uri="{FF2B5EF4-FFF2-40B4-BE49-F238E27FC236}">
                <a16:creationId xmlns:a16="http://schemas.microsoft.com/office/drawing/2014/main" id="{A19F618B-C7F8-4104-AA3F-7080F09832CD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/>
      </p:pic>
      <p:pic>
        <p:nvPicPr>
          <p:cNvPr id="39" name="Picture Placeholder 38">
            <a:extLst>
              <a:ext uri="{FF2B5EF4-FFF2-40B4-BE49-F238E27FC236}">
                <a16:creationId xmlns:a16="http://schemas.microsoft.com/office/drawing/2014/main" id="{51CE6CEE-AD42-41E1-AC92-5D82E0F49D94}"/>
              </a:ext>
            </a:extLst>
          </p:cNvPr>
          <p:cNvPicPr>
            <a:picLocks noGrp="1" noChangeAspect="1"/>
          </p:cNvPicPr>
          <p:nvPr>
            <p:ph type="pic" sz="quarter" idx="28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/>
      </p:pic>
      <p:pic>
        <p:nvPicPr>
          <p:cNvPr id="41" name="Picture Placeholder 40">
            <a:extLst>
              <a:ext uri="{FF2B5EF4-FFF2-40B4-BE49-F238E27FC236}">
                <a16:creationId xmlns:a16="http://schemas.microsoft.com/office/drawing/2014/main" id="{1794B8D6-20BB-482A-9E61-48AFD3872B27}"/>
              </a:ext>
            </a:extLst>
          </p:cNvPr>
          <p:cNvPicPr>
            <a:picLocks noGrp="1" noChangeAspect="1"/>
          </p:cNvPicPr>
          <p:nvPr>
            <p:ph type="pic" sz="quarter" idx="29"/>
          </p:nvPr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>
            <a:fillRect/>
          </a:stretch>
        </p:blipFill>
        <p:spPr/>
      </p:pic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71B7BC80-2B66-4C67-9853-BA728A9EEE67}"/>
              </a:ext>
            </a:extLst>
          </p:cNvPr>
          <p:cNvPicPr>
            <a:picLocks noGrp="1" noChangeAspect="1"/>
          </p:cNvPicPr>
          <p:nvPr>
            <p:ph type="pic" sz="quarter" idx="30"/>
          </p:nvPr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50" name="Group 49">
            <a:extLst>
              <a:ext uri="{FF2B5EF4-FFF2-40B4-BE49-F238E27FC236}">
                <a16:creationId xmlns:a16="http://schemas.microsoft.com/office/drawing/2014/main" id="{0C8055F0-12A1-D849-8116-4132D78A3968}"/>
              </a:ext>
            </a:extLst>
          </p:cNvPr>
          <p:cNvGrpSpPr/>
          <p:nvPr/>
        </p:nvGrpSpPr>
        <p:grpSpPr>
          <a:xfrm>
            <a:off x="2834247" y="3653668"/>
            <a:ext cx="796461" cy="841021"/>
            <a:chOff x="2834247" y="3653668"/>
            <a:chExt cx="796461" cy="841021"/>
          </a:xfrm>
        </p:grpSpPr>
        <p:grpSp>
          <p:nvGrpSpPr>
            <p:cNvPr id="5" name="Picture Placeholder 2">
              <a:extLst>
                <a:ext uri="{FF2B5EF4-FFF2-40B4-BE49-F238E27FC236}">
                  <a16:creationId xmlns:a16="http://schemas.microsoft.com/office/drawing/2014/main" id="{442CD8CB-78AF-DD4E-AE96-85C802E7E145}"/>
                </a:ext>
              </a:extLst>
            </p:cNvPr>
            <p:cNvGrpSpPr/>
            <p:nvPr/>
          </p:nvGrpSpPr>
          <p:grpSpPr>
            <a:xfrm>
              <a:off x="3076346" y="3653668"/>
              <a:ext cx="554362" cy="841021"/>
              <a:chOff x="3076346" y="3653668"/>
              <a:chExt cx="554362" cy="841021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18F4BA68-7B5F-CD41-942D-EF5424D841F8}"/>
                  </a:ext>
                </a:extLst>
              </p:cNvPr>
              <p:cNvSpPr/>
              <p:nvPr/>
            </p:nvSpPr>
            <p:spPr>
              <a:xfrm>
                <a:off x="3076346" y="3653668"/>
                <a:ext cx="554362" cy="841021"/>
              </a:xfrm>
              <a:custGeom>
                <a:avLst/>
                <a:gdLst>
                  <a:gd name="connsiteX0" fmla="*/ 514716 w 554362"/>
                  <a:gd name="connsiteY0" fmla="*/ 841021 h 841021"/>
                  <a:gd name="connsiteX1" fmla="*/ 39697 w 554362"/>
                  <a:gd name="connsiteY1" fmla="*/ 841021 h 841021"/>
                  <a:gd name="connsiteX2" fmla="*/ 0 w 554362"/>
                  <a:gd name="connsiteY2" fmla="*/ 801324 h 841021"/>
                  <a:gd name="connsiteX3" fmla="*/ 0 w 554362"/>
                  <a:gd name="connsiteY3" fmla="*/ 39697 h 841021"/>
                  <a:gd name="connsiteX4" fmla="*/ 39697 w 554362"/>
                  <a:gd name="connsiteY4" fmla="*/ 0 h 841021"/>
                  <a:gd name="connsiteX5" fmla="*/ 39697 w 554362"/>
                  <a:gd name="connsiteY5" fmla="*/ 0 h 841021"/>
                  <a:gd name="connsiteX6" fmla="*/ 514666 w 554362"/>
                  <a:gd name="connsiteY6" fmla="*/ 844 h 841021"/>
                  <a:gd name="connsiteX7" fmla="*/ 554363 w 554362"/>
                  <a:gd name="connsiteY7" fmla="*/ 40540 h 841021"/>
                  <a:gd name="connsiteX8" fmla="*/ 554363 w 554362"/>
                  <a:gd name="connsiteY8" fmla="*/ 801324 h 841021"/>
                  <a:gd name="connsiteX9" fmla="*/ 514716 w 554362"/>
                  <a:gd name="connsiteY9" fmla="*/ 841021 h 841021"/>
                  <a:gd name="connsiteX10" fmla="*/ 79393 w 554362"/>
                  <a:gd name="connsiteY10" fmla="*/ 761628 h 841021"/>
                  <a:gd name="connsiteX11" fmla="*/ 475019 w 554362"/>
                  <a:gd name="connsiteY11" fmla="*/ 761628 h 841021"/>
                  <a:gd name="connsiteX12" fmla="*/ 475019 w 554362"/>
                  <a:gd name="connsiteY12" fmla="*/ 80187 h 841021"/>
                  <a:gd name="connsiteX13" fmla="*/ 79393 w 554362"/>
                  <a:gd name="connsiteY13" fmla="*/ 79492 h 84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4362" h="841021">
                    <a:moveTo>
                      <a:pt x="514716" y="841021"/>
                    </a:moveTo>
                    <a:lnTo>
                      <a:pt x="39697" y="841021"/>
                    </a:lnTo>
                    <a:cubicBezTo>
                      <a:pt x="17773" y="841021"/>
                      <a:pt x="0" y="823248"/>
                      <a:pt x="0" y="80132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lnTo>
                      <a:pt x="514666" y="844"/>
                    </a:lnTo>
                    <a:cubicBezTo>
                      <a:pt x="536590" y="844"/>
                      <a:pt x="554363" y="18616"/>
                      <a:pt x="554363" y="40540"/>
                    </a:cubicBezTo>
                    <a:lnTo>
                      <a:pt x="554363" y="801324"/>
                    </a:lnTo>
                    <a:cubicBezTo>
                      <a:pt x="554363" y="823229"/>
                      <a:pt x="536620" y="840994"/>
                      <a:pt x="514716" y="841021"/>
                    </a:cubicBezTo>
                    <a:close/>
                    <a:moveTo>
                      <a:pt x="79393" y="761628"/>
                    </a:moveTo>
                    <a:lnTo>
                      <a:pt x="475019" y="761628"/>
                    </a:lnTo>
                    <a:lnTo>
                      <a:pt x="475019" y="80187"/>
                    </a:lnTo>
                    <a:lnTo>
                      <a:pt x="79393" y="79492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2E2EBAE2-E090-9943-BD1F-B4535E2CCF20}"/>
                  </a:ext>
                </a:extLst>
              </p:cNvPr>
              <p:cNvSpPr/>
              <p:nvPr/>
            </p:nvSpPr>
            <p:spPr>
              <a:xfrm>
                <a:off x="3309266" y="4320173"/>
                <a:ext cx="80981" cy="79393"/>
              </a:xfrm>
              <a:custGeom>
                <a:avLst/>
                <a:gdLst>
                  <a:gd name="connsiteX0" fmla="*/ 41284 w 80981"/>
                  <a:gd name="connsiteY0" fmla="*/ 79393 h 79393"/>
                  <a:gd name="connsiteX1" fmla="*/ 39697 w 80981"/>
                  <a:gd name="connsiteY1" fmla="*/ 79393 h 79393"/>
                  <a:gd name="connsiteX2" fmla="*/ 0 w 80981"/>
                  <a:gd name="connsiteY2" fmla="*/ 39697 h 79393"/>
                  <a:gd name="connsiteX3" fmla="*/ 39697 w 80981"/>
                  <a:gd name="connsiteY3" fmla="*/ 0 h 79393"/>
                  <a:gd name="connsiteX4" fmla="*/ 41284 w 80981"/>
                  <a:gd name="connsiteY4" fmla="*/ 0 h 79393"/>
                  <a:gd name="connsiteX5" fmla="*/ 80981 w 80981"/>
                  <a:gd name="connsiteY5" fmla="*/ 39697 h 79393"/>
                  <a:gd name="connsiteX6" fmla="*/ 41284 w 8098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981" h="79393">
                    <a:moveTo>
                      <a:pt x="4128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41284" y="0"/>
                    </a:lnTo>
                    <a:cubicBezTo>
                      <a:pt x="63208" y="0"/>
                      <a:pt x="80981" y="17773"/>
                      <a:pt x="80981" y="39697"/>
                    </a:cubicBezTo>
                    <a:cubicBezTo>
                      <a:pt x="80981" y="61620"/>
                      <a:pt x="63208" y="79393"/>
                      <a:pt x="41284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DF109051-010C-C840-BC1F-A86ABB7FBBD6}"/>
                  </a:ext>
                </a:extLst>
              </p:cNvPr>
              <p:cNvSpPr/>
              <p:nvPr/>
            </p:nvSpPr>
            <p:spPr>
              <a:xfrm>
                <a:off x="3284456" y="3754100"/>
                <a:ext cx="130502" cy="79393"/>
              </a:xfrm>
              <a:custGeom>
                <a:avLst/>
                <a:gdLst>
                  <a:gd name="connsiteX0" fmla="*/ 90806 w 130502"/>
                  <a:gd name="connsiteY0" fmla="*/ 79393 h 79393"/>
                  <a:gd name="connsiteX1" fmla="*/ 39697 w 130502"/>
                  <a:gd name="connsiteY1" fmla="*/ 79393 h 79393"/>
                  <a:gd name="connsiteX2" fmla="*/ 0 w 130502"/>
                  <a:gd name="connsiteY2" fmla="*/ 39697 h 79393"/>
                  <a:gd name="connsiteX3" fmla="*/ 39697 w 130502"/>
                  <a:gd name="connsiteY3" fmla="*/ 0 h 79393"/>
                  <a:gd name="connsiteX4" fmla="*/ 90806 w 130502"/>
                  <a:gd name="connsiteY4" fmla="*/ 0 h 79393"/>
                  <a:gd name="connsiteX5" fmla="*/ 130503 w 130502"/>
                  <a:gd name="connsiteY5" fmla="*/ 39697 h 79393"/>
                  <a:gd name="connsiteX6" fmla="*/ 90806 w 1305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502" h="79393">
                    <a:moveTo>
                      <a:pt x="90806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90806" y="0"/>
                    </a:lnTo>
                    <a:cubicBezTo>
                      <a:pt x="112730" y="0"/>
                      <a:pt x="130503" y="17773"/>
                      <a:pt x="130503" y="39697"/>
                    </a:cubicBezTo>
                    <a:cubicBezTo>
                      <a:pt x="130503" y="61620"/>
                      <a:pt x="112730" y="79393"/>
                      <a:pt x="90806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Picture Placeholder 2">
              <a:extLst>
                <a:ext uri="{FF2B5EF4-FFF2-40B4-BE49-F238E27FC236}">
                  <a16:creationId xmlns:a16="http://schemas.microsoft.com/office/drawing/2014/main" id="{0DB9456D-119A-F444-9752-15B78B355DD9}"/>
                </a:ext>
              </a:extLst>
            </p:cNvPr>
            <p:cNvGrpSpPr/>
            <p:nvPr/>
          </p:nvGrpSpPr>
          <p:grpSpPr>
            <a:xfrm>
              <a:off x="2834247" y="3867578"/>
              <a:ext cx="565707" cy="496856"/>
              <a:chOff x="2834247" y="3867578"/>
              <a:chExt cx="565707" cy="496856"/>
            </a:xfrm>
          </p:grpSpPr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3F6E690A-5D95-2046-957C-4BBA01BA1FE3}"/>
                  </a:ext>
                </a:extLst>
              </p:cNvPr>
              <p:cNvSpPr/>
              <p:nvPr/>
            </p:nvSpPr>
            <p:spPr>
              <a:xfrm>
                <a:off x="2834247" y="3965137"/>
                <a:ext cx="559374" cy="81080"/>
              </a:xfrm>
              <a:custGeom>
                <a:avLst/>
                <a:gdLst>
                  <a:gd name="connsiteX0" fmla="*/ 39697 w 559374"/>
                  <a:gd name="connsiteY0" fmla="*/ 81080 h 81080"/>
                  <a:gd name="connsiteX1" fmla="*/ 0 w 559374"/>
                  <a:gd name="connsiteY1" fmla="*/ 41384 h 81080"/>
                  <a:gd name="connsiteX2" fmla="*/ 39697 w 559374"/>
                  <a:gd name="connsiteY2" fmla="*/ 1687 h 81080"/>
                  <a:gd name="connsiteX3" fmla="*/ 519678 w 559374"/>
                  <a:gd name="connsiteY3" fmla="*/ 0 h 81080"/>
                  <a:gd name="connsiteX4" fmla="*/ 519678 w 559374"/>
                  <a:gd name="connsiteY4" fmla="*/ 0 h 81080"/>
                  <a:gd name="connsiteX5" fmla="*/ 559375 w 559374"/>
                  <a:gd name="connsiteY5" fmla="*/ 39697 h 81080"/>
                  <a:gd name="connsiteX6" fmla="*/ 519678 w 559374"/>
                  <a:gd name="connsiteY6" fmla="*/ 79393 h 81080"/>
                  <a:gd name="connsiteX7" fmla="*/ 39498 w 559374"/>
                  <a:gd name="connsiteY7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9374" h="81080">
                    <a:moveTo>
                      <a:pt x="39697" y="81080"/>
                    </a:moveTo>
                    <a:cubicBezTo>
                      <a:pt x="17773" y="81080"/>
                      <a:pt x="0" y="63307"/>
                      <a:pt x="0" y="41384"/>
                    </a:cubicBezTo>
                    <a:cubicBezTo>
                      <a:pt x="0" y="19460"/>
                      <a:pt x="17773" y="1687"/>
                      <a:pt x="39697" y="1687"/>
                    </a:cubicBezTo>
                    <a:lnTo>
                      <a:pt x="519678" y="0"/>
                    </a:lnTo>
                    <a:lnTo>
                      <a:pt x="519678" y="0"/>
                    </a:lnTo>
                    <a:cubicBezTo>
                      <a:pt x="541602" y="0"/>
                      <a:pt x="559375" y="17773"/>
                      <a:pt x="559375" y="39697"/>
                    </a:cubicBezTo>
                    <a:cubicBezTo>
                      <a:pt x="559375" y="61620"/>
                      <a:pt x="541602" y="79393"/>
                      <a:pt x="519678" y="79393"/>
                    </a:cubicBezTo>
                    <a:lnTo>
                      <a:pt x="39498" y="81080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B3D755FC-79C5-3844-AFFC-0AD1E789E5DB}"/>
                  </a:ext>
                </a:extLst>
              </p:cNvPr>
              <p:cNvSpPr/>
              <p:nvPr/>
            </p:nvSpPr>
            <p:spPr>
              <a:xfrm>
                <a:off x="3221309" y="3867578"/>
                <a:ext cx="178645" cy="272918"/>
              </a:xfrm>
              <a:custGeom>
                <a:avLst/>
                <a:gdLst>
                  <a:gd name="connsiteX0" fmla="*/ 44638 w 178645"/>
                  <a:gd name="connsiteY0" fmla="*/ 272918 h 272918"/>
                  <a:gd name="connsiteX1" fmla="*/ 4960 w 178645"/>
                  <a:gd name="connsiteY1" fmla="*/ 233203 h 272918"/>
                  <a:gd name="connsiteX2" fmla="*/ 16603 w 178645"/>
                  <a:gd name="connsiteY2" fmla="*/ 205136 h 272918"/>
                  <a:gd name="connsiteX3" fmla="*/ 82995 w 178645"/>
                  <a:gd name="connsiteY3" fmla="*/ 138942 h 272918"/>
                  <a:gd name="connsiteX4" fmla="*/ 11641 w 178645"/>
                  <a:gd name="connsiteY4" fmla="*/ 67786 h 272918"/>
                  <a:gd name="connsiteX5" fmla="*/ 11616 w 178645"/>
                  <a:gd name="connsiteY5" fmla="*/ 11641 h 272918"/>
                  <a:gd name="connsiteX6" fmla="*/ 67762 w 178645"/>
                  <a:gd name="connsiteY6" fmla="*/ 11616 h 272918"/>
                  <a:gd name="connsiteX7" fmla="*/ 167003 w 178645"/>
                  <a:gd name="connsiteY7" fmla="*/ 110857 h 272918"/>
                  <a:gd name="connsiteX8" fmla="*/ 167034 w 178645"/>
                  <a:gd name="connsiteY8" fmla="*/ 166997 h 272918"/>
                  <a:gd name="connsiteX9" fmla="*/ 167003 w 178645"/>
                  <a:gd name="connsiteY9" fmla="*/ 167028 h 272918"/>
                  <a:gd name="connsiteX10" fmla="*/ 72724 w 178645"/>
                  <a:gd name="connsiteY10" fmla="*/ 261307 h 272918"/>
                  <a:gd name="connsiteX11" fmla="*/ 44638 w 178645"/>
                  <a:gd name="connsiteY11" fmla="*/ 272918 h 27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8645" h="272918">
                    <a:moveTo>
                      <a:pt x="44638" y="272918"/>
                    </a:moveTo>
                    <a:cubicBezTo>
                      <a:pt x="22715" y="272908"/>
                      <a:pt x="4950" y="255127"/>
                      <a:pt x="4960" y="233203"/>
                    </a:cubicBezTo>
                    <a:cubicBezTo>
                      <a:pt x="4965" y="222674"/>
                      <a:pt x="9153" y="212578"/>
                      <a:pt x="16603" y="205136"/>
                    </a:cubicBezTo>
                    <a:lnTo>
                      <a:pt x="82995" y="138942"/>
                    </a:lnTo>
                    <a:lnTo>
                      <a:pt x="11641" y="67786"/>
                    </a:lnTo>
                    <a:cubicBezTo>
                      <a:pt x="-3870" y="52289"/>
                      <a:pt x="-3882" y="27152"/>
                      <a:pt x="11616" y="11641"/>
                    </a:cubicBezTo>
                    <a:cubicBezTo>
                      <a:pt x="27113" y="-3870"/>
                      <a:pt x="52251" y="-3882"/>
                      <a:pt x="67762" y="11616"/>
                    </a:cubicBezTo>
                    <a:lnTo>
                      <a:pt x="167003" y="110857"/>
                    </a:lnTo>
                    <a:cubicBezTo>
                      <a:pt x="182514" y="126351"/>
                      <a:pt x="182528" y="151485"/>
                      <a:pt x="167034" y="166997"/>
                    </a:cubicBezTo>
                    <a:cubicBezTo>
                      <a:pt x="167024" y="167007"/>
                      <a:pt x="167014" y="167017"/>
                      <a:pt x="167003" y="167028"/>
                    </a:cubicBezTo>
                    <a:lnTo>
                      <a:pt x="72724" y="261307"/>
                    </a:lnTo>
                    <a:cubicBezTo>
                      <a:pt x="65273" y="268750"/>
                      <a:pt x="55170" y="272927"/>
                      <a:pt x="44638" y="27291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75E10B75-4670-8D41-883E-CE58A59E40F7}"/>
                  </a:ext>
                </a:extLst>
              </p:cNvPr>
              <p:cNvSpPr/>
              <p:nvPr/>
            </p:nvSpPr>
            <p:spPr>
              <a:xfrm>
                <a:off x="2852457" y="4185800"/>
                <a:ext cx="504990" cy="81080"/>
              </a:xfrm>
              <a:custGeom>
                <a:avLst/>
                <a:gdLst>
                  <a:gd name="connsiteX0" fmla="*/ 39697 w 504990"/>
                  <a:gd name="connsiteY0" fmla="*/ 81080 h 81080"/>
                  <a:gd name="connsiteX1" fmla="*/ 0 w 504990"/>
                  <a:gd name="connsiteY1" fmla="*/ 41384 h 81080"/>
                  <a:gd name="connsiteX2" fmla="*/ 39697 w 504990"/>
                  <a:gd name="connsiteY2" fmla="*/ 1687 h 81080"/>
                  <a:gd name="connsiteX3" fmla="*/ 465294 w 504990"/>
                  <a:gd name="connsiteY3" fmla="*/ 0 h 81080"/>
                  <a:gd name="connsiteX4" fmla="*/ 465294 w 504990"/>
                  <a:gd name="connsiteY4" fmla="*/ 0 h 81080"/>
                  <a:gd name="connsiteX5" fmla="*/ 504990 w 504990"/>
                  <a:gd name="connsiteY5" fmla="*/ 39697 h 81080"/>
                  <a:gd name="connsiteX6" fmla="*/ 465294 w 504990"/>
                  <a:gd name="connsiteY6" fmla="*/ 79393 h 81080"/>
                  <a:gd name="connsiteX7" fmla="*/ 39994 w 504990"/>
                  <a:gd name="connsiteY7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4990" h="81080">
                    <a:moveTo>
                      <a:pt x="39697" y="81080"/>
                    </a:moveTo>
                    <a:cubicBezTo>
                      <a:pt x="17773" y="81080"/>
                      <a:pt x="0" y="63307"/>
                      <a:pt x="0" y="41384"/>
                    </a:cubicBezTo>
                    <a:cubicBezTo>
                      <a:pt x="0" y="19460"/>
                      <a:pt x="17773" y="1687"/>
                      <a:pt x="39697" y="1687"/>
                    </a:cubicBezTo>
                    <a:lnTo>
                      <a:pt x="465294" y="0"/>
                    </a:lnTo>
                    <a:lnTo>
                      <a:pt x="465294" y="0"/>
                    </a:lnTo>
                    <a:cubicBezTo>
                      <a:pt x="487218" y="0"/>
                      <a:pt x="504990" y="17773"/>
                      <a:pt x="504990" y="39697"/>
                    </a:cubicBezTo>
                    <a:cubicBezTo>
                      <a:pt x="504990" y="61620"/>
                      <a:pt x="487218" y="79393"/>
                      <a:pt x="465294" y="79393"/>
                    </a:cubicBezTo>
                    <a:lnTo>
                      <a:pt x="39994" y="81080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13A33921-0F72-7045-B9DA-0904C2D124FC}"/>
                  </a:ext>
                </a:extLst>
              </p:cNvPr>
              <p:cNvSpPr/>
              <p:nvPr/>
            </p:nvSpPr>
            <p:spPr>
              <a:xfrm>
                <a:off x="2846323" y="4091499"/>
                <a:ext cx="178597" cy="272935"/>
              </a:xfrm>
              <a:custGeom>
                <a:avLst/>
                <a:gdLst>
                  <a:gd name="connsiteX0" fmla="*/ 138969 w 178597"/>
                  <a:gd name="connsiteY0" fmla="*/ 272936 h 272935"/>
                  <a:gd name="connsiteX1" fmla="*/ 110884 w 178597"/>
                  <a:gd name="connsiteY1" fmla="*/ 261325 h 272935"/>
                  <a:gd name="connsiteX2" fmla="*/ 11642 w 178597"/>
                  <a:gd name="connsiteY2" fmla="*/ 162083 h 272935"/>
                  <a:gd name="connsiteX3" fmla="*/ 11611 w 178597"/>
                  <a:gd name="connsiteY3" fmla="*/ 105944 h 272935"/>
                  <a:gd name="connsiteX4" fmla="*/ 11642 w 178597"/>
                  <a:gd name="connsiteY4" fmla="*/ 105913 h 272935"/>
                  <a:gd name="connsiteX5" fmla="*/ 105922 w 178597"/>
                  <a:gd name="connsiteY5" fmla="*/ 11633 h 272935"/>
                  <a:gd name="connsiteX6" fmla="*/ 162093 w 178597"/>
                  <a:gd name="connsiteY6" fmla="*/ 11633 h 272935"/>
                  <a:gd name="connsiteX7" fmla="*/ 162093 w 178597"/>
                  <a:gd name="connsiteY7" fmla="*/ 67804 h 272935"/>
                  <a:gd name="connsiteX8" fmla="*/ 95750 w 178597"/>
                  <a:gd name="connsiteY8" fmla="*/ 133998 h 272935"/>
                  <a:gd name="connsiteX9" fmla="*/ 166955 w 178597"/>
                  <a:gd name="connsiteY9" fmla="*/ 205154 h 272935"/>
                  <a:gd name="connsiteX10" fmla="*/ 166987 w 178597"/>
                  <a:gd name="connsiteY10" fmla="*/ 261293 h 272935"/>
                  <a:gd name="connsiteX11" fmla="*/ 138969 w 178597"/>
                  <a:gd name="connsiteY11" fmla="*/ 272936 h 27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8597" h="272935">
                    <a:moveTo>
                      <a:pt x="138969" y="272936"/>
                    </a:moveTo>
                    <a:cubicBezTo>
                      <a:pt x="128438" y="272944"/>
                      <a:pt x="118335" y="268767"/>
                      <a:pt x="110884" y="261325"/>
                    </a:cubicBezTo>
                    <a:lnTo>
                      <a:pt x="11642" y="162083"/>
                    </a:lnTo>
                    <a:cubicBezTo>
                      <a:pt x="-3869" y="146589"/>
                      <a:pt x="-3883" y="121455"/>
                      <a:pt x="11611" y="105944"/>
                    </a:cubicBezTo>
                    <a:cubicBezTo>
                      <a:pt x="11622" y="105933"/>
                      <a:pt x="11632" y="105923"/>
                      <a:pt x="11642" y="105913"/>
                    </a:cubicBezTo>
                    <a:lnTo>
                      <a:pt x="105922" y="11633"/>
                    </a:lnTo>
                    <a:cubicBezTo>
                      <a:pt x="121433" y="-3878"/>
                      <a:pt x="146581" y="-3878"/>
                      <a:pt x="162093" y="11633"/>
                    </a:cubicBezTo>
                    <a:cubicBezTo>
                      <a:pt x="177604" y="27144"/>
                      <a:pt x="177604" y="52293"/>
                      <a:pt x="162093" y="67804"/>
                    </a:cubicBezTo>
                    <a:lnTo>
                      <a:pt x="95750" y="133998"/>
                    </a:lnTo>
                    <a:lnTo>
                      <a:pt x="166955" y="205154"/>
                    </a:lnTo>
                    <a:cubicBezTo>
                      <a:pt x="182467" y="220648"/>
                      <a:pt x="182481" y="245782"/>
                      <a:pt x="166987" y="261293"/>
                    </a:cubicBezTo>
                    <a:cubicBezTo>
                      <a:pt x="159558" y="268731"/>
                      <a:pt x="149482" y="272918"/>
                      <a:pt x="138969" y="27293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DF95BD47-7AB6-9E4C-9ED9-7AAD28F48AD9}"/>
              </a:ext>
            </a:extLst>
          </p:cNvPr>
          <p:cNvGrpSpPr/>
          <p:nvPr/>
        </p:nvGrpSpPr>
        <p:grpSpPr>
          <a:xfrm>
            <a:off x="4138001" y="3679489"/>
            <a:ext cx="843695" cy="789149"/>
            <a:chOff x="4138001" y="3679489"/>
            <a:chExt cx="843695" cy="789149"/>
          </a:xfrm>
        </p:grpSpPr>
        <p:sp>
          <p:nvSpPr>
            <p:cNvPr id="18" name="Picture Placeholder 16">
              <a:extLst>
                <a:ext uri="{FF2B5EF4-FFF2-40B4-BE49-F238E27FC236}">
                  <a16:creationId xmlns:a16="http://schemas.microsoft.com/office/drawing/2014/main" id="{6078C6A4-7C56-4343-BC87-2648CADE9241}"/>
                </a:ext>
              </a:extLst>
            </p:cNvPr>
            <p:cNvSpPr/>
            <p:nvPr/>
          </p:nvSpPr>
          <p:spPr>
            <a:xfrm>
              <a:off x="4443177" y="3867682"/>
              <a:ext cx="287800" cy="412943"/>
            </a:xfrm>
            <a:custGeom>
              <a:avLst/>
              <a:gdLst>
                <a:gd name="connsiteX0" fmla="*/ 143900 w 287800"/>
                <a:gd name="connsiteY0" fmla="*/ 412943 h 412943"/>
                <a:gd name="connsiteX1" fmla="*/ 11363 w 287800"/>
                <a:gd name="connsiteY1" fmla="*/ 338165 h 412943"/>
                <a:gd name="connsiteX2" fmla="*/ 29326 w 287800"/>
                <a:gd name="connsiteY2" fmla="*/ 284972 h 412943"/>
                <a:gd name="connsiteX3" fmla="*/ 82519 w 287800"/>
                <a:gd name="connsiteY3" fmla="*/ 302934 h 412943"/>
                <a:gd name="connsiteX4" fmla="*/ 143900 w 287800"/>
                <a:gd name="connsiteY4" fmla="*/ 333550 h 412943"/>
                <a:gd name="connsiteX5" fmla="*/ 208407 w 287800"/>
                <a:gd name="connsiteY5" fmla="*/ 289884 h 412943"/>
                <a:gd name="connsiteX6" fmla="*/ 138938 w 287800"/>
                <a:gd name="connsiteY6" fmla="*/ 245871 h 412943"/>
                <a:gd name="connsiteX7" fmla="*/ 0 w 287800"/>
                <a:gd name="connsiteY7" fmla="*/ 123059 h 412943"/>
                <a:gd name="connsiteX8" fmla="*/ 143900 w 287800"/>
                <a:gd name="connsiteY8" fmla="*/ 0 h 412943"/>
                <a:gd name="connsiteX9" fmla="*/ 274502 w 287800"/>
                <a:gd name="connsiteY9" fmla="*/ 71007 h 412943"/>
                <a:gd name="connsiteX10" fmla="*/ 258499 w 287800"/>
                <a:gd name="connsiteY10" fmla="*/ 124821 h 412943"/>
                <a:gd name="connsiteX11" fmla="*/ 204686 w 287800"/>
                <a:gd name="connsiteY11" fmla="*/ 108818 h 412943"/>
                <a:gd name="connsiteX12" fmla="*/ 143900 w 287800"/>
                <a:gd name="connsiteY12" fmla="*/ 79393 h 412943"/>
                <a:gd name="connsiteX13" fmla="*/ 79393 w 287800"/>
                <a:gd name="connsiteY13" fmla="*/ 123059 h 412943"/>
                <a:gd name="connsiteX14" fmla="*/ 148862 w 287800"/>
                <a:gd name="connsiteY14" fmla="*/ 167073 h 412943"/>
                <a:gd name="connsiteX15" fmla="*/ 287800 w 287800"/>
                <a:gd name="connsiteY15" fmla="*/ 289884 h 412943"/>
                <a:gd name="connsiteX16" fmla="*/ 143900 w 287800"/>
                <a:gd name="connsiteY16" fmla="*/ 412943 h 412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7800" h="412943">
                  <a:moveTo>
                    <a:pt x="143900" y="412943"/>
                  </a:moveTo>
                  <a:cubicBezTo>
                    <a:pt x="85893" y="412943"/>
                    <a:pt x="33891" y="383618"/>
                    <a:pt x="11363" y="338165"/>
                  </a:cubicBezTo>
                  <a:cubicBezTo>
                    <a:pt x="1634" y="318516"/>
                    <a:pt x="9677" y="294700"/>
                    <a:pt x="29326" y="284972"/>
                  </a:cubicBezTo>
                  <a:cubicBezTo>
                    <a:pt x="48975" y="275243"/>
                    <a:pt x="72791" y="283285"/>
                    <a:pt x="82519" y="302934"/>
                  </a:cubicBezTo>
                  <a:cubicBezTo>
                    <a:pt x="91451" y="320996"/>
                    <a:pt x="116708" y="333550"/>
                    <a:pt x="143900" y="333550"/>
                  </a:cubicBezTo>
                  <a:cubicBezTo>
                    <a:pt x="178932" y="333550"/>
                    <a:pt x="208407" y="313702"/>
                    <a:pt x="208407" y="289884"/>
                  </a:cubicBezTo>
                  <a:cubicBezTo>
                    <a:pt x="208407" y="270929"/>
                    <a:pt x="208407" y="254554"/>
                    <a:pt x="138938" y="245871"/>
                  </a:cubicBezTo>
                  <a:cubicBezTo>
                    <a:pt x="24066" y="231481"/>
                    <a:pt x="0" y="171142"/>
                    <a:pt x="0" y="123059"/>
                  </a:cubicBezTo>
                  <a:cubicBezTo>
                    <a:pt x="0" y="55129"/>
                    <a:pt x="64507" y="0"/>
                    <a:pt x="143900" y="0"/>
                  </a:cubicBezTo>
                  <a:cubicBezTo>
                    <a:pt x="199823" y="0"/>
                    <a:pt x="251081" y="27837"/>
                    <a:pt x="274502" y="71007"/>
                  </a:cubicBezTo>
                  <a:cubicBezTo>
                    <a:pt x="284943" y="90286"/>
                    <a:pt x="277779" y="114380"/>
                    <a:pt x="258499" y="124821"/>
                  </a:cubicBezTo>
                  <a:cubicBezTo>
                    <a:pt x="239220" y="135262"/>
                    <a:pt x="215127" y="128097"/>
                    <a:pt x="204686" y="108818"/>
                  </a:cubicBezTo>
                  <a:cubicBezTo>
                    <a:pt x="196746" y="94180"/>
                    <a:pt x="174913" y="79393"/>
                    <a:pt x="143900" y="79393"/>
                  </a:cubicBezTo>
                  <a:cubicBezTo>
                    <a:pt x="109166" y="79393"/>
                    <a:pt x="79393" y="99241"/>
                    <a:pt x="79393" y="123059"/>
                  </a:cubicBezTo>
                  <a:cubicBezTo>
                    <a:pt x="79393" y="134522"/>
                    <a:pt x="79393" y="158389"/>
                    <a:pt x="148862" y="167073"/>
                  </a:cubicBezTo>
                  <a:cubicBezTo>
                    <a:pt x="186872" y="172035"/>
                    <a:pt x="287800" y="184440"/>
                    <a:pt x="287800" y="289884"/>
                  </a:cubicBezTo>
                  <a:cubicBezTo>
                    <a:pt x="287800" y="357815"/>
                    <a:pt x="223293" y="412943"/>
                    <a:pt x="143900" y="4129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Picture Placeholder 16">
              <a:extLst>
                <a:ext uri="{FF2B5EF4-FFF2-40B4-BE49-F238E27FC236}">
                  <a16:creationId xmlns:a16="http://schemas.microsoft.com/office/drawing/2014/main" id="{6078C6A4-7C56-4343-BC87-2648CADE9241}"/>
                </a:ext>
              </a:extLst>
            </p:cNvPr>
            <p:cNvSpPr/>
            <p:nvPr/>
          </p:nvSpPr>
          <p:spPr>
            <a:xfrm>
              <a:off x="4547381" y="3819004"/>
              <a:ext cx="79393" cy="510299"/>
            </a:xfrm>
            <a:custGeom>
              <a:avLst/>
              <a:gdLst>
                <a:gd name="connsiteX0" fmla="*/ 39697 w 79393"/>
                <a:gd name="connsiteY0" fmla="*/ 510299 h 510299"/>
                <a:gd name="connsiteX1" fmla="*/ 0 w 79393"/>
                <a:gd name="connsiteY1" fmla="*/ 470603 h 510299"/>
                <a:gd name="connsiteX2" fmla="*/ 0 w 79393"/>
                <a:gd name="connsiteY2" fmla="*/ 39697 h 510299"/>
                <a:gd name="connsiteX3" fmla="*/ 39697 w 79393"/>
                <a:gd name="connsiteY3" fmla="*/ 0 h 510299"/>
                <a:gd name="connsiteX4" fmla="*/ 79393 w 79393"/>
                <a:gd name="connsiteY4" fmla="*/ 39697 h 510299"/>
                <a:gd name="connsiteX5" fmla="*/ 79393 w 79393"/>
                <a:gd name="connsiteY5" fmla="*/ 470603 h 510299"/>
                <a:gd name="connsiteX6" fmla="*/ 39697 w 79393"/>
                <a:gd name="connsiteY6" fmla="*/ 510299 h 51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0299">
                  <a:moveTo>
                    <a:pt x="39697" y="510299"/>
                  </a:moveTo>
                  <a:cubicBezTo>
                    <a:pt x="17773" y="510299"/>
                    <a:pt x="0" y="492526"/>
                    <a:pt x="0" y="4706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470603"/>
                  </a:lnTo>
                  <a:cubicBezTo>
                    <a:pt x="79393" y="492526"/>
                    <a:pt x="61620" y="510299"/>
                    <a:pt x="39697" y="51029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Picture Placeholder 16">
              <a:extLst>
                <a:ext uri="{FF2B5EF4-FFF2-40B4-BE49-F238E27FC236}">
                  <a16:creationId xmlns:a16="http://schemas.microsoft.com/office/drawing/2014/main" id="{6078C6A4-7C56-4343-BC87-2648CADE9241}"/>
                </a:ext>
              </a:extLst>
            </p:cNvPr>
            <p:cNvSpPr/>
            <p:nvPr/>
          </p:nvSpPr>
          <p:spPr>
            <a:xfrm>
              <a:off x="4138001" y="4098738"/>
              <a:ext cx="253619" cy="202529"/>
            </a:xfrm>
            <a:custGeom>
              <a:avLst/>
              <a:gdLst>
                <a:gd name="connsiteX0" fmla="*/ 39705 w 253619"/>
                <a:gd name="connsiteY0" fmla="*/ 202529 h 202529"/>
                <a:gd name="connsiteX1" fmla="*/ 23032 w 253619"/>
                <a:gd name="connsiteY1" fmla="*/ 198808 h 202529"/>
                <a:gd name="connsiteX2" fmla="*/ 3680 w 253619"/>
                <a:gd name="connsiteY2" fmla="*/ 146111 h 202529"/>
                <a:gd name="connsiteX3" fmla="*/ 60695 w 253619"/>
                <a:gd name="connsiteY3" fmla="*/ 23051 h 202529"/>
                <a:gd name="connsiteX4" fmla="*/ 113383 w 253619"/>
                <a:gd name="connsiteY4" fmla="*/ 3672 h 202529"/>
                <a:gd name="connsiteX5" fmla="*/ 113441 w 253619"/>
                <a:gd name="connsiteY5" fmla="*/ 3699 h 202529"/>
                <a:gd name="connsiteX6" fmla="*/ 230348 w 253619"/>
                <a:gd name="connsiteY6" fmla="*/ 57885 h 202529"/>
                <a:gd name="connsiteX7" fmla="*/ 250049 w 253619"/>
                <a:gd name="connsiteY7" fmla="*/ 110454 h 202529"/>
                <a:gd name="connsiteX8" fmla="*/ 197479 w 253619"/>
                <a:gd name="connsiteY8" fmla="*/ 130155 h 202529"/>
                <a:gd name="connsiteX9" fmla="*/ 197003 w 253619"/>
                <a:gd name="connsiteY9" fmla="*/ 129934 h 202529"/>
                <a:gd name="connsiteX10" fmla="*/ 116071 w 253619"/>
                <a:gd name="connsiteY10" fmla="*/ 92421 h 202529"/>
                <a:gd name="connsiteX11" fmla="*/ 75730 w 253619"/>
                <a:gd name="connsiteY11" fmla="*/ 179505 h 202529"/>
                <a:gd name="connsiteX12" fmla="*/ 39705 w 253619"/>
                <a:gd name="connsiteY12" fmla="*/ 202529 h 20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619" h="202529">
                  <a:moveTo>
                    <a:pt x="39705" y="202529"/>
                  </a:moveTo>
                  <a:cubicBezTo>
                    <a:pt x="33941" y="202531"/>
                    <a:pt x="28248" y="201260"/>
                    <a:pt x="23032" y="198808"/>
                  </a:cubicBezTo>
                  <a:cubicBezTo>
                    <a:pt x="3137" y="189600"/>
                    <a:pt x="-5527" y="166007"/>
                    <a:pt x="3680" y="146111"/>
                  </a:cubicBezTo>
                  <a:lnTo>
                    <a:pt x="60695" y="23051"/>
                  </a:lnTo>
                  <a:cubicBezTo>
                    <a:pt x="69893" y="3150"/>
                    <a:pt x="93482" y="-5526"/>
                    <a:pt x="113383" y="3672"/>
                  </a:cubicBezTo>
                  <a:cubicBezTo>
                    <a:pt x="113403" y="3681"/>
                    <a:pt x="113422" y="3690"/>
                    <a:pt x="113441" y="3699"/>
                  </a:cubicBezTo>
                  <a:lnTo>
                    <a:pt x="230348" y="57885"/>
                  </a:lnTo>
                  <a:cubicBezTo>
                    <a:pt x="250305" y="66961"/>
                    <a:pt x="259125" y="90498"/>
                    <a:pt x="250049" y="110454"/>
                  </a:cubicBezTo>
                  <a:cubicBezTo>
                    <a:pt x="240972" y="130411"/>
                    <a:pt x="217436" y="139231"/>
                    <a:pt x="197479" y="130155"/>
                  </a:cubicBezTo>
                  <a:cubicBezTo>
                    <a:pt x="197320" y="130082"/>
                    <a:pt x="197161" y="130009"/>
                    <a:pt x="197003" y="129934"/>
                  </a:cubicBezTo>
                  <a:lnTo>
                    <a:pt x="116071" y="92421"/>
                  </a:lnTo>
                  <a:lnTo>
                    <a:pt x="75730" y="179505"/>
                  </a:lnTo>
                  <a:cubicBezTo>
                    <a:pt x="69233" y="193543"/>
                    <a:pt x="55173" y="202529"/>
                    <a:pt x="39705" y="2025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Picture Placeholder 16">
              <a:extLst>
                <a:ext uri="{FF2B5EF4-FFF2-40B4-BE49-F238E27FC236}">
                  <a16:creationId xmlns:a16="http://schemas.microsoft.com/office/drawing/2014/main" id="{6078C6A4-7C56-4343-BC87-2648CADE9241}"/>
                </a:ext>
              </a:extLst>
            </p:cNvPr>
            <p:cNvSpPr/>
            <p:nvPr/>
          </p:nvSpPr>
          <p:spPr>
            <a:xfrm>
              <a:off x="4219605" y="3679489"/>
              <a:ext cx="762091" cy="789149"/>
            </a:xfrm>
            <a:custGeom>
              <a:avLst/>
              <a:gdLst>
                <a:gd name="connsiteX0" fmla="*/ 366729 w 762091"/>
                <a:gd name="connsiteY0" fmla="*/ 789149 h 789149"/>
                <a:gd name="connsiteX1" fmla="*/ 2810 w 762091"/>
                <a:gd name="connsiteY1" fmla="*/ 545363 h 789149"/>
                <a:gd name="connsiteX2" fmla="*/ 25064 w 762091"/>
                <a:gd name="connsiteY2" fmla="*/ 493823 h 789149"/>
                <a:gd name="connsiteX3" fmla="*/ 76199 w 762091"/>
                <a:gd name="connsiteY3" fmla="*/ 515094 h 789149"/>
                <a:gd name="connsiteX4" fmla="*/ 487756 w 762091"/>
                <a:gd name="connsiteY4" fmla="*/ 685936 h 789149"/>
                <a:gd name="connsiteX5" fmla="*/ 658597 w 762091"/>
                <a:gd name="connsiteY5" fmla="*/ 274380 h 789149"/>
                <a:gd name="connsiteX6" fmla="*/ 247041 w 762091"/>
                <a:gd name="connsiteY6" fmla="*/ 103538 h 789149"/>
                <a:gd name="connsiteX7" fmla="*/ 87711 w 762091"/>
                <a:gd name="connsiteY7" fmla="*/ 249624 h 789149"/>
                <a:gd name="connsiteX8" fmla="*/ 34170 w 762091"/>
                <a:gd name="connsiteY8" fmla="*/ 266594 h 789149"/>
                <a:gd name="connsiteX9" fmla="*/ 17200 w 762091"/>
                <a:gd name="connsiteY9" fmla="*/ 213053 h 789149"/>
                <a:gd name="connsiteX10" fmla="*/ 549038 w 762091"/>
                <a:gd name="connsiteY10" fmla="*/ 44342 h 789149"/>
                <a:gd name="connsiteX11" fmla="*/ 717750 w 762091"/>
                <a:gd name="connsiteY11" fmla="*/ 576179 h 789149"/>
                <a:gd name="connsiteX12" fmla="*/ 366729 w 762091"/>
                <a:gd name="connsiteY12" fmla="*/ 789149 h 7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2091" h="789149">
                  <a:moveTo>
                    <a:pt x="366729" y="789149"/>
                  </a:moveTo>
                  <a:cubicBezTo>
                    <a:pt x="207294" y="788928"/>
                    <a:pt x="63679" y="692721"/>
                    <a:pt x="2810" y="545363"/>
                  </a:cubicBezTo>
                  <a:cubicBezTo>
                    <a:pt x="-5277" y="524985"/>
                    <a:pt x="4686" y="501910"/>
                    <a:pt x="25064" y="493823"/>
                  </a:cubicBezTo>
                  <a:cubicBezTo>
                    <a:pt x="45057" y="485888"/>
                    <a:pt x="67732" y="495321"/>
                    <a:pt x="76199" y="515094"/>
                  </a:cubicBezTo>
                  <a:cubicBezTo>
                    <a:pt x="142671" y="675919"/>
                    <a:pt x="326931" y="752407"/>
                    <a:pt x="487756" y="685936"/>
                  </a:cubicBezTo>
                  <a:cubicBezTo>
                    <a:pt x="648580" y="619464"/>
                    <a:pt x="725069" y="435204"/>
                    <a:pt x="658597" y="274380"/>
                  </a:cubicBezTo>
                  <a:cubicBezTo>
                    <a:pt x="592126" y="113555"/>
                    <a:pt x="407866" y="37067"/>
                    <a:pt x="247041" y="103538"/>
                  </a:cubicBezTo>
                  <a:cubicBezTo>
                    <a:pt x="178367" y="131922"/>
                    <a:pt x="121934" y="183664"/>
                    <a:pt x="87711" y="249624"/>
                  </a:cubicBezTo>
                  <a:cubicBezTo>
                    <a:pt x="77612" y="269095"/>
                    <a:pt x="53641" y="276692"/>
                    <a:pt x="34170" y="266594"/>
                  </a:cubicBezTo>
                  <a:cubicBezTo>
                    <a:pt x="14699" y="256495"/>
                    <a:pt x="7101" y="232524"/>
                    <a:pt x="17200" y="213053"/>
                  </a:cubicBezTo>
                  <a:cubicBezTo>
                    <a:pt x="117474" y="19602"/>
                    <a:pt x="355586" y="-55933"/>
                    <a:pt x="549038" y="44342"/>
                  </a:cubicBezTo>
                  <a:cubicBezTo>
                    <a:pt x="742489" y="144616"/>
                    <a:pt x="818024" y="382728"/>
                    <a:pt x="717750" y="576179"/>
                  </a:cubicBezTo>
                  <a:cubicBezTo>
                    <a:pt x="649807" y="707255"/>
                    <a:pt x="514367" y="789428"/>
                    <a:pt x="366729" y="7891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F2D91BA-3F11-5248-A125-9FB2E62C596A}"/>
              </a:ext>
            </a:extLst>
          </p:cNvPr>
          <p:cNvGrpSpPr/>
          <p:nvPr/>
        </p:nvGrpSpPr>
        <p:grpSpPr>
          <a:xfrm>
            <a:off x="5455509" y="3679489"/>
            <a:ext cx="843695" cy="789149"/>
            <a:chOff x="5455509" y="3679489"/>
            <a:chExt cx="843695" cy="789149"/>
          </a:xfrm>
        </p:grpSpPr>
        <p:sp>
          <p:nvSpPr>
            <p:cNvPr id="42" name="Picture Placeholder 39">
              <a:extLst>
                <a:ext uri="{FF2B5EF4-FFF2-40B4-BE49-F238E27FC236}">
                  <a16:creationId xmlns:a16="http://schemas.microsoft.com/office/drawing/2014/main" id="{AC7ED69F-650B-244E-9452-A5648E074D9E}"/>
                </a:ext>
              </a:extLst>
            </p:cNvPr>
            <p:cNvSpPr/>
            <p:nvPr/>
          </p:nvSpPr>
          <p:spPr>
            <a:xfrm>
              <a:off x="5455509" y="4098738"/>
              <a:ext cx="253619" cy="202529"/>
            </a:xfrm>
            <a:custGeom>
              <a:avLst/>
              <a:gdLst>
                <a:gd name="connsiteX0" fmla="*/ 39705 w 253619"/>
                <a:gd name="connsiteY0" fmla="*/ 202529 h 202529"/>
                <a:gd name="connsiteX1" fmla="*/ 23032 w 253619"/>
                <a:gd name="connsiteY1" fmla="*/ 198808 h 202529"/>
                <a:gd name="connsiteX2" fmla="*/ 3680 w 253619"/>
                <a:gd name="connsiteY2" fmla="*/ 146111 h 202529"/>
                <a:gd name="connsiteX3" fmla="*/ 60695 w 253619"/>
                <a:gd name="connsiteY3" fmla="*/ 23051 h 202529"/>
                <a:gd name="connsiteX4" fmla="*/ 113383 w 253619"/>
                <a:gd name="connsiteY4" fmla="*/ 3672 h 202529"/>
                <a:gd name="connsiteX5" fmla="*/ 113441 w 253619"/>
                <a:gd name="connsiteY5" fmla="*/ 3699 h 202529"/>
                <a:gd name="connsiteX6" fmla="*/ 230348 w 253619"/>
                <a:gd name="connsiteY6" fmla="*/ 57885 h 202529"/>
                <a:gd name="connsiteX7" fmla="*/ 250049 w 253619"/>
                <a:gd name="connsiteY7" fmla="*/ 110454 h 202529"/>
                <a:gd name="connsiteX8" fmla="*/ 197479 w 253619"/>
                <a:gd name="connsiteY8" fmla="*/ 130155 h 202529"/>
                <a:gd name="connsiteX9" fmla="*/ 197003 w 253619"/>
                <a:gd name="connsiteY9" fmla="*/ 129934 h 202529"/>
                <a:gd name="connsiteX10" fmla="*/ 116071 w 253619"/>
                <a:gd name="connsiteY10" fmla="*/ 92421 h 202529"/>
                <a:gd name="connsiteX11" fmla="*/ 75730 w 253619"/>
                <a:gd name="connsiteY11" fmla="*/ 179505 h 202529"/>
                <a:gd name="connsiteX12" fmla="*/ 39705 w 253619"/>
                <a:gd name="connsiteY12" fmla="*/ 202529 h 20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619" h="202529">
                  <a:moveTo>
                    <a:pt x="39705" y="202529"/>
                  </a:moveTo>
                  <a:cubicBezTo>
                    <a:pt x="33941" y="202531"/>
                    <a:pt x="28248" y="201260"/>
                    <a:pt x="23032" y="198808"/>
                  </a:cubicBezTo>
                  <a:cubicBezTo>
                    <a:pt x="3137" y="189600"/>
                    <a:pt x="-5527" y="166007"/>
                    <a:pt x="3680" y="146111"/>
                  </a:cubicBezTo>
                  <a:lnTo>
                    <a:pt x="60695" y="23051"/>
                  </a:lnTo>
                  <a:cubicBezTo>
                    <a:pt x="69893" y="3150"/>
                    <a:pt x="93482" y="-5526"/>
                    <a:pt x="113383" y="3672"/>
                  </a:cubicBezTo>
                  <a:cubicBezTo>
                    <a:pt x="113403" y="3681"/>
                    <a:pt x="113422" y="3690"/>
                    <a:pt x="113441" y="3699"/>
                  </a:cubicBezTo>
                  <a:lnTo>
                    <a:pt x="230348" y="57885"/>
                  </a:lnTo>
                  <a:cubicBezTo>
                    <a:pt x="250305" y="66961"/>
                    <a:pt x="259125" y="90498"/>
                    <a:pt x="250049" y="110454"/>
                  </a:cubicBezTo>
                  <a:cubicBezTo>
                    <a:pt x="240972" y="130411"/>
                    <a:pt x="217436" y="139231"/>
                    <a:pt x="197479" y="130155"/>
                  </a:cubicBezTo>
                  <a:cubicBezTo>
                    <a:pt x="197320" y="130082"/>
                    <a:pt x="197161" y="130009"/>
                    <a:pt x="197003" y="129934"/>
                  </a:cubicBezTo>
                  <a:lnTo>
                    <a:pt x="116071" y="92421"/>
                  </a:lnTo>
                  <a:lnTo>
                    <a:pt x="75730" y="179505"/>
                  </a:lnTo>
                  <a:cubicBezTo>
                    <a:pt x="69233" y="193543"/>
                    <a:pt x="55173" y="202529"/>
                    <a:pt x="39705" y="2025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Picture Placeholder 39">
              <a:extLst>
                <a:ext uri="{FF2B5EF4-FFF2-40B4-BE49-F238E27FC236}">
                  <a16:creationId xmlns:a16="http://schemas.microsoft.com/office/drawing/2014/main" id="{AC7ED69F-650B-244E-9452-A5648E074D9E}"/>
                </a:ext>
              </a:extLst>
            </p:cNvPr>
            <p:cNvSpPr/>
            <p:nvPr/>
          </p:nvSpPr>
          <p:spPr>
            <a:xfrm>
              <a:off x="5536708" y="3679489"/>
              <a:ext cx="762496" cy="789149"/>
            </a:xfrm>
            <a:custGeom>
              <a:avLst/>
              <a:gdLst>
                <a:gd name="connsiteX0" fmla="*/ 367133 w 762496"/>
                <a:gd name="connsiteY0" fmla="*/ 789149 h 789149"/>
                <a:gd name="connsiteX1" fmla="*/ 3215 w 762496"/>
                <a:gd name="connsiteY1" fmla="*/ 545363 h 789149"/>
                <a:gd name="connsiteX2" fmla="*/ 24081 w 762496"/>
                <a:gd name="connsiteY2" fmla="*/ 493245 h 789149"/>
                <a:gd name="connsiteX3" fmla="*/ 76199 w 762496"/>
                <a:gd name="connsiteY3" fmla="*/ 514111 h 789149"/>
                <a:gd name="connsiteX4" fmla="*/ 76604 w 762496"/>
                <a:gd name="connsiteY4" fmla="*/ 515094 h 789149"/>
                <a:gd name="connsiteX5" fmla="*/ 488160 w 762496"/>
                <a:gd name="connsiteY5" fmla="*/ 685936 h 789149"/>
                <a:gd name="connsiteX6" fmla="*/ 659002 w 762496"/>
                <a:gd name="connsiteY6" fmla="*/ 274380 h 789149"/>
                <a:gd name="connsiteX7" fmla="*/ 247446 w 762496"/>
                <a:gd name="connsiteY7" fmla="*/ 103538 h 789149"/>
                <a:gd name="connsiteX8" fmla="*/ 88116 w 762496"/>
                <a:gd name="connsiteY8" fmla="*/ 249624 h 789149"/>
                <a:gd name="connsiteX9" fmla="*/ 34575 w 762496"/>
                <a:gd name="connsiteY9" fmla="*/ 266594 h 789149"/>
                <a:gd name="connsiteX10" fmla="*/ 17605 w 762496"/>
                <a:gd name="connsiteY10" fmla="*/ 213053 h 789149"/>
                <a:gd name="connsiteX11" fmla="*/ 549443 w 762496"/>
                <a:gd name="connsiteY11" fmla="*/ 44342 h 789149"/>
                <a:gd name="connsiteX12" fmla="*/ 718154 w 762496"/>
                <a:gd name="connsiteY12" fmla="*/ 576179 h 789149"/>
                <a:gd name="connsiteX13" fmla="*/ 367134 w 762496"/>
                <a:gd name="connsiteY13" fmla="*/ 789149 h 7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496" h="789149">
                  <a:moveTo>
                    <a:pt x="367133" y="789149"/>
                  </a:moveTo>
                  <a:cubicBezTo>
                    <a:pt x="207698" y="788928"/>
                    <a:pt x="64084" y="692721"/>
                    <a:pt x="3215" y="545363"/>
                  </a:cubicBezTo>
                  <a:cubicBezTo>
                    <a:pt x="-5415" y="525209"/>
                    <a:pt x="3927" y="501875"/>
                    <a:pt x="24081" y="493245"/>
                  </a:cubicBezTo>
                  <a:cubicBezTo>
                    <a:pt x="44235" y="484616"/>
                    <a:pt x="67569" y="493958"/>
                    <a:pt x="76199" y="514111"/>
                  </a:cubicBezTo>
                  <a:cubicBezTo>
                    <a:pt x="76338" y="514437"/>
                    <a:pt x="76473" y="514765"/>
                    <a:pt x="76604" y="515094"/>
                  </a:cubicBezTo>
                  <a:cubicBezTo>
                    <a:pt x="143076" y="675919"/>
                    <a:pt x="327336" y="752407"/>
                    <a:pt x="488160" y="685936"/>
                  </a:cubicBezTo>
                  <a:cubicBezTo>
                    <a:pt x="648985" y="619464"/>
                    <a:pt x="725474" y="435204"/>
                    <a:pt x="659002" y="274380"/>
                  </a:cubicBezTo>
                  <a:cubicBezTo>
                    <a:pt x="592531" y="113555"/>
                    <a:pt x="408270" y="37067"/>
                    <a:pt x="247446" y="103538"/>
                  </a:cubicBezTo>
                  <a:cubicBezTo>
                    <a:pt x="178771" y="131922"/>
                    <a:pt x="122339" y="183664"/>
                    <a:pt x="88116" y="249624"/>
                  </a:cubicBezTo>
                  <a:cubicBezTo>
                    <a:pt x="78017" y="269095"/>
                    <a:pt x="54046" y="276692"/>
                    <a:pt x="34575" y="266594"/>
                  </a:cubicBezTo>
                  <a:cubicBezTo>
                    <a:pt x="15104" y="256495"/>
                    <a:pt x="7506" y="232524"/>
                    <a:pt x="17605" y="213053"/>
                  </a:cubicBezTo>
                  <a:cubicBezTo>
                    <a:pt x="117879" y="19602"/>
                    <a:pt x="355991" y="-55933"/>
                    <a:pt x="549443" y="44342"/>
                  </a:cubicBezTo>
                  <a:cubicBezTo>
                    <a:pt x="742894" y="144616"/>
                    <a:pt x="818429" y="382728"/>
                    <a:pt x="718154" y="576179"/>
                  </a:cubicBezTo>
                  <a:cubicBezTo>
                    <a:pt x="650212" y="707255"/>
                    <a:pt x="514772" y="789428"/>
                    <a:pt x="367134" y="7891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Picture Placeholder 39">
              <a:extLst>
                <a:ext uri="{FF2B5EF4-FFF2-40B4-BE49-F238E27FC236}">
                  <a16:creationId xmlns:a16="http://schemas.microsoft.com/office/drawing/2014/main" id="{AC7ED69F-650B-244E-9452-A5648E074D9E}"/>
                </a:ext>
              </a:extLst>
            </p:cNvPr>
            <p:cNvSpPr/>
            <p:nvPr/>
          </p:nvSpPr>
          <p:spPr>
            <a:xfrm>
              <a:off x="5754383" y="3867682"/>
              <a:ext cx="279125" cy="412943"/>
            </a:xfrm>
            <a:custGeom>
              <a:avLst/>
              <a:gdLst>
                <a:gd name="connsiteX0" fmla="*/ 183597 w 279125"/>
                <a:gd name="connsiteY0" fmla="*/ 412943 h 412943"/>
                <a:gd name="connsiteX1" fmla="*/ 0 w 279125"/>
                <a:gd name="connsiteY1" fmla="*/ 206472 h 412943"/>
                <a:gd name="connsiteX2" fmla="*/ 183597 w 279125"/>
                <a:gd name="connsiteY2" fmla="*/ 0 h 412943"/>
                <a:gd name="connsiteX3" fmla="*/ 254554 w 279125"/>
                <a:gd name="connsiteY3" fmla="*/ 15879 h 412943"/>
                <a:gd name="connsiteX4" fmla="*/ 273658 w 279125"/>
                <a:gd name="connsiteY4" fmla="*/ 68675 h 412943"/>
                <a:gd name="connsiteX5" fmla="*/ 220862 w 279125"/>
                <a:gd name="connsiteY5" fmla="*/ 87779 h 412943"/>
                <a:gd name="connsiteX6" fmla="*/ 183597 w 279125"/>
                <a:gd name="connsiteY6" fmla="*/ 79393 h 412943"/>
                <a:gd name="connsiteX7" fmla="*/ 79393 w 279125"/>
                <a:gd name="connsiteY7" fmla="*/ 206472 h 412943"/>
                <a:gd name="connsiteX8" fmla="*/ 183597 w 279125"/>
                <a:gd name="connsiteY8" fmla="*/ 333550 h 412943"/>
                <a:gd name="connsiteX9" fmla="*/ 220862 w 279125"/>
                <a:gd name="connsiteY9" fmla="*/ 325164 h 412943"/>
                <a:gd name="connsiteX10" fmla="*/ 274512 w 279125"/>
                <a:gd name="connsiteY10" fmla="*/ 341696 h 412943"/>
                <a:gd name="connsiteX11" fmla="*/ 257980 w 279125"/>
                <a:gd name="connsiteY11" fmla="*/ 395346 h 412943"/>
                <a:gd name="connsiteX12" fmla="*/ 254406 w 279125"/>
                <a:gd name="connsiteY12" fmla="*/ 397015 h 412943"/>
                <a:gd name="connsiteX13" fmla="*/ 183597 w 279125"/>
                <a:gd name="connsiteY13" fmla="*/ 412943 h 412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9125" h="412943">
                  <a:moveTo>
                    <a:pt x="183597" y="412943"/>
                  </a:moveTo>
                  <a:cubicBezTo>
                    <a:pt x="82222" y="412943"/>
                    <a:pt x="0" y="320351"/>
                    <a:pt x="0" y="206472"/>
                  </a:cubicBezTo>
                  <a:cubicBezTo>
                    <a:pt x="0" y="92592"/>
                    <a:pt x="82420" y="0"/>
                    <a:pt x="183597" y="0"/>
                  </a:cubicBezTo>
                  <a:cubicBezTo>
                    <a:pt x="208131" y="-4"/>
                    <a:pt x="232362" y="5419"/>
                    <a:pt x="254554" y="15879"/>
                  </a:cubicBezTo>
                  <a:cubicBezTo>
                    <a:pt x="274409" y="25183"/>
                    <a:pt x="282962" y="48820"/>
                    <a:pt x="273658" y="68675"/>
                  </a:cubicBezTo>
                  <a:cubicBezTo>
                    <a:pt x="264355" y="88530"/>
                    <a:pt x="240717" y="97083"/>
                    <a:pt x="220862" y="87779"/>
                  </a:cubicBezTo>
                  <a:cubicBezTo>
                    <a:pt x="209210" y="82271"/>
                    <a:pt x="196485" y="79408"/>
                    <a:pt x="183597" y="79393"/>
                  </a:cubicBezTo>
                  <a:cubicBezTo>
                    <a:pt x="126037" y="79393"/>
                    <a:pt x="79393" y="136407"/>
                    <a:pt x="79393" y="206472"/>
                  </a:cubicBezTo>
                  <a:cubicBezTo>
                    <a:pt x="79393" y="276536"/>
                    <a:pt x="126235" y="333550"/>
                    <a:pt x="183597" y="333550"/>
                  </a:cubicBezTo>
                  <a:cubicBezTo>
                    <a:pt x="196485" y="333536"/>
                    <a:pt x="209210" y="330672"/>
                    <a:pt x="220862" y="325164"/>
                  </a:cubicBezTo>
                  <a:cubicBezTo>
                    <a:pt x="240242" y="314915"/>
                    <a:pt x="264262" y="322316"/>
                    <a:pt x="274512" y="341696"/>
                  </a:cubicBezTo>
                  <a:cubicBezTo>
                    <a:pt x="284762" y="361077"/>
                    <a:pt x="277360" y="385097"/>
                    <a:pt x="257980" y="395346"/>
                  </a:cubicBezTo>
                  <a:cubicBezTo>
                    <a:pt x="256817" y="395962"/>
                    <a:pt x="255624" y="396518"/>
                    <a:pt x="254406" y="397015"/>
                  </a:cubicBezTo>
                  <a:cubicBezTo>
                    <a:pt x="232267" y="407485"/>
                    <a:pt x="208086" y="412924"/>
                    <a:pt x="183597" y="4129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Picture Placeholder 39">
              <a:extLst>
                <a:ext uri="{FF2B5EF4-FFF2-40B4-BE49-F238E27FC236}">
                  <a16:creationId xmlns:a16="http://schemas.microsoft.com/office/drawing/2014/main" id="{AC7ED69F-650B-244E-9452-A5648E074D9E}"/>
                </a:ext>
              </a:extLst>
            </p:cNvPr>
            <p:cNvSpPr/>
            <p:nvPr/>
          </p:nvSpPr>
          <p:spPr>
            <a:xfrm>
              <a:off x="5722775" y="3991585"/>
              <a:ext cx="284922" cy="79393"/>
            </a:xfrm>
            <a:custGeom>
              <a:avLst/>
              <a:gdLst>
                <a:gd name="connsiteX0" fmla="*/ 245226 w 284922"/>
                <a:gd name="connsiteY0" fmla="*/ 79393 h 79393"/>
                <a:gd name="connsiteX1" fmla="*/ 39697 w 284922"/>
                <a:gd name="connsiteY1" fmla="*/ 79393 h 79393"/>
                <a:gd name="connsiteX2" fmla="*/ 0 w 284922"/>
                <a:gd name="connsiteY2" fmla="*/ 39697 h 79393"/>
                <a:gd name="connsiteX3" fmla="*/ 39697 w 284922"/>
                <a:gd name="connsiteY3" fmla="*/ 0 h 79393"/>
                <a:gd name="connsiteX4" fmla="*/ 245226 w 284922"/>
                <a:gd name="connsiteY4" fmla="*/ 0 h 79393"/>
                <a:gd name="connsiteX5" fmla="*/ 284922 w 284922"/>
                <a:gd name="connsiteY5" fmla="*/ 39697 h 79393"/>
                <a:gd name="connsiteX6" fmla="*/ 245226 w 28492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922" h="79393">
                  <a:moveTo>
                    <a:pt x="24522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45226" y="0"/>
                  </a:lnTo>
                  <a:cubicBezTo>
                    <a:pt x="267150" y="0"/>
                    <a:pt x="284922" y="17773"/>
                    <a:pt x="284922" y="39697"/>
                  </a:cubicBezTo>
                  <a:cubicBezTo>
                    <a:pt x="284922" y="61620"/>
                    <a:pt x="267150" y="79393"/>
                    <a:pt x="24522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Picture Placeholder 39">
              <a:extLst>
                <a:ext uri="{FF2B5EF4-FFF2-40B4-BE49-F238E27FC236}">
                  <a16:creationId xmlns:a16="http://schemas.microsoft.com/office/drawing/2014/main" id="{AC7ED69F-650B-244E-9452-A5648E074D9E}"/>
                </a:ext>
              </a:extLst>
            </p:cNvPr>
            <p:cNvSpPr/>
            <p:nvPr/>
          </p:nvSpPr>
          <p:spPr>
            <a:xfrm>
              <a:off x="5722775" y="4082291"/>
              <a:ext cx="284922" cy="79393"/>
            </a:xfrm>
            <a:custGeom>
              <a:avLst/>
              <a:gdLst>
                <a:gd name="connsiteX0" fmla="*/ 245226 w 284922"/>
                <a:gd name="connsiteY0" fmla="*/ 79393 h 79393"/>
                <a:gd name="connsiteX1" fmla="*/ 39697 w 284922"/>
                <a:gd name="connsiteY1" fmla="*/ 79393 h 79393"/>
                <a:gd name="connsiteX2" fmla="*/ 0 w 284922"/>
                <a:gd name="connsiteY2" fmla="*/ 39697 h 79393"/>
                <a:gd name="connsiteX3" fmla="*/ 39697 w 284922"/>
                <a:gd name="connsiteY3" fmla="*/ 0 h 79393"/>
                <a:gd name="connsiteX4" fmla="*/ 245226 w 284922"/>
                <a:gd name="connsiteY4" fmla="*/ 0 h 79393"/>
                <a:gd name="connsiteX5" fmla="*/ 284922 w 284922"/>
                <a:gd name="connsiteY5" fmla="*/ 39697 h 79393"/>
                <a:gd name="connsiteX6" fmla="*/ 245226 w 28492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922" h="79393">
                  <a:moveTo>
                    <a:pt x="24522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45226" y="0"/>
                  </a:lnTo>
                  <a:cubicBezTo>
                    <a:pt x="267150" y="0"/>
                    <a:pt x="284922" y="17773"/>
                    <a:pt x="284922" y="39697"/>
                  </a:cubicBezTo>
                  <a:cubicBezTo>
                    <a:pt x="284922" y="61620"/>
                    <a:pt x="267150" y="79393"/>
                    <a:pt x="24522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ACF13FA6-DF2E-974D-9E73-95113807A1E6}"/>
              </a:ext>
            </a:extLst>
          </p:cNvPr>
          <p:cNvGrpSpPr>
            <a:grpSpLocks noChangeAspect="1"/>
          </p:cNvGrpSpPr>
          <p:nvPr/>
        </p:nvGrpSpPr>
        <p:grpSpPr>
          <a:xfrm>
            <a:off x="8090890" y="3667462"/>
            <a:ext cx="842662" cy="813581"/>
            <a:chOff x="8090890" y="3667462"/>
            <a:chExt cx="842662" cy="813581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30F36843-FE33-D244-BD36-A940F0079494}"/>
                </a:ext>
              </a:extLst>
            </p:cNvPr>
            <p:cNvSpPr/>
            <p:nvPr/>
          </p:nvSpPr>
          <p:spPr>
            <a:xfrm>
              <a:off x="8120531" y="3761187"/>
              <a:ext cx="717894" cy="717870"/>
            </a:xfrm>
            <a:custGeom>
              <a:avLst/>
              <a:gdLst>
                <a:gd name="connsiteX0" fmla="*/ 608622 w 717894"/>
                <a:gd name="connsiteY0" fmla="*/ 717871 h 717870"/>
                <a:gd name="connsiteX1" fmla="*/ 225054 w 717894"/>
                <a:gd name="connsiteY1" fmla="*/ 492891 h 717870"/>
                <a:gd name="connsiteX2" fmla="*/ 29697 w 717894"/>
                <a:gd name="connsiteY2" fmla="*/ 29930 h 717870"/>
                <a:gd name="connsiteX3" fmla="*/ 427159 w 717894"/>
                <a:gd name="connsiteY3" fmla="*/ 164402 h 717870"/>
                <a:gd name="connsiteX4" fmla="*/ 429750 w 717894"/>
                <a:gd name="connsiteY4" fmla="*/ 220482 h 717870"/>
                <a:gd name="connsiteX5" fmla="*/ 375256 w 717894"/>
                <a:gd name="connsiteY5" fmla="*/ 224443 h 717870"/>
                <a:gd name="connsiteX6" fmla="*/ 85818 w 717894"/>
                <a:gd name="connsiteY6" fmla="*/ 86100 h 717870"/>
                <a:gd name="connsiteX7" fmla="*/ 281175 w 717894"/>
                <a:gd name="connsiteY7" fmla="*/ 436720 h 717870"/>
                <a:gd name="connsiteX8" fmla="*/ 631845 w 717894"/>
                <a:gd name="connsiteY8" fmla="*/ 632077 h 717870"/>
                <a:gd name="connsiteX9" fmla="*/ 494197 w 717894"/>
                <a:gd name="connsiteY9" fmla="*/ 343483 h 717870"/>
                <a:gd name="connsiteX10" fmla="*/ 496980 w 717894"/>
                <a:gd name="connsiteY10" fmla="*/ 287412 h 717870"/>
                <a:gd name="connsiteX11" fmla="*/ 553052 w 717894"/>
                <a:gd name="connsiteY11" fmla="*/ 290197 h 717870"/>
                <a:gd name="connsiteX12" fmla="*/ 554287 w 717894"/>
                <a:gd name="connsiteY12" fmla="*/ 291629 h 717870"/>
                <a:gd name="connsiteX13" fmla="*/ 687966 w 717894"/>
                <a:gd name="connsiteY13" fmla="*/ 688247 h 717870"/>
                <a:gd name="connsiteX14" fmla="*/ 608622 w 717894"/>
                <a:gd name="connsiteY14" fmla="*/ 717871 h 717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7894" h="717870">
                  <a:moveTo>
                    <a:pt x="608622" y="717871"/>
                  </a:moveTo>
                  <a:cubicBezTo>
                    <a:pt x="504418" y="717871"/>
                    <a:pt x="350594" y="618282"/>
                    <a:pt x="225054" y="492891"/>
                  </a:cubicBezTo>
                  <a:cubicBezTo>
                    <a:pt x="61305" y="329143"/>
                    <a:pt x="-58132" y="117758"/>
                    <a:pt x="29697" y="29930"/>
                  </a:cubicBezTo>
                  <a:cubicBezTo>
                    <a:pt x="112514" y="-52887"/>
                    <a:pt x="295565" y="50622"/>
                    <a:pt x="427159" y="164402"/>
                  </a:cubicBezTo>
                  <a:cubicBezTo>
                    <a:pt x="443360" y="179172"/>
                    <a:pt x="444520" y="204280"/>
                    <a:pt x="429750" y="220482"/>
                  </a:cubicBezTo>
                  <a:cubicBezTo>
                    <a:pt x="415528" y="236081"/>
                    <a:pt x="391584" y="237822"/>
                    <a:pt x="375256" y="224443"/>
                  </a:cubicBezTo>
                  <a:cubicBezTo>
                    <a:pt x="222523" y="92402"/>
                    <a:pt x="107304" y="64565"/>
                    <a:pt x="85818" y="86100"/>
                  </a:cubicBezTo>
                  <a:cubicBezTo>
                    <a:pt x="59469" y="112449"/>
                    <a:pt x="104525" y="260070"/>
                    <a:pt x="281175" y="436720"/>
                  </a:cubicBezTo>
                  <a:cubicBezTo>
                    <a:pt x="457825" y="613370"/>
                    <a:pt x="605496" y="658376"/>
                    <a:pt x="631845" y="632077"/>
                  </a:cubicBezTo>
                  <a:cubicBezTo>
                    <a:pt x="653330" y="610641"/>
                    <a:pt x="625692" y="495868"/>
                    <a:pt x="494197" y="343483"/>
                  </a:cubicBezTo>
                  <a:cubicBezTo>
                    <a:pt x="479484" y="327231"/>
                    <a:pt x="480730" y="302127"/>
                    <a:pt x="496980" y="287412"/>
                  </a:cubicBezTo>
                  <a:cubicBezTo>
                    <a:pt x="513231" y="272698"/>
                    <a:pt x="538334" y="273944"/>
                    <a:pt x="553052" y="290197"/>
                  </a:cubicBezTo>
                  <a:cubicBezTo>
                    <a:pt x="553474" y="290664"/>
                    <a:pt x="553885" y="291142"/>
                    <a:pt x="554287" y="291629"/>
                  </a:cubicBezTo>
                  <a:cubicBezTo>
                    <a:pt x="667621" y="422975"/>
                    <a:pt x="770634" y="605629"/>
                    <a:pt x="687966" y="688247"/>
                  </a:cubicBezTo>
                  <a:cubicBezTo>
                    <a:pt x="667522" y="708691"/>
                    <a:pt x="640330" y="717871"/>
                    <a:pt x="608622" y="7178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8126B9AA-4A0A-6542-B1B5-AF5B3AF0609C}"/>
                </a:ext>
              </a:extLst>
            </p:cNvPr>
            <p:cNvSpPr/>
            <p:nvPr/>
          </p:nvSpPr>
          <p:spPr>
            <a:xfrm>
              <a:off x="8090890" y="4017494"/>
              <a:ext cx="460043" cy="463549"/>
            </a:xfrm>
            <a:custGeom>
              <a:avLst/>
              <a:gdLst>
                <a:gd name="connsiteX0" fmla="*/ 247747 w 460043"/>
                <a:gd name="connsiteY0" fmla="*/ 463549 h 463549"/>
                <a:gd name="connsiteX1" fmla="*/ 0 w 460043"/>
                <a:gd name="connsiteY1" fmla="*/ 215684 h 463549"/>
                <a:gd name="connsiteX2" fmla="*/ 115607 w 460043"/>
                <a:gd name="connsiteY2" fmla="*/ 6146 h 463549"/>
                <a:gd name="connsiteX3" fmla="*/ 170389 w 460043"/>
                <a:gd name="connsiteY3" fmla="*/ 18501 h 463549"/>
                <a:gd name="connsiteX4" fmla="*/ 158033 w 460043"/>
                <a:gd name="connsiteY4" fmla="*/ 73283 h 463549"/>
                <a:gd name="connsiteX5" fmla="*/ 105382 w 460043"/>
                <a:gd name="connsiteY5" fmla="*/ 305488 h 463549"/>
                <a:gd name="connsiteX6" fmla="*/ 337588 w 460043"/>
                <a:gd name="connsiteY6" fmla="*/ 358140 h 463549"/>
                <a:gd name="connsiteX7" fmla="*/ 387380 w 460043"/>
                <a:gd name="connsiteY7" fmla="*/ 309874 h 463549"/>
                <a:gd name="connsiteX8" fmla="*/ 442608 w 460043"/>
                <a:gd name="connsiteY8" fmla="*/ 299305 h 463549"/>
                <a:gd name="connsiteX9" fmla="*/ 453177 w 460043"/>
                <a:gd name="connsiteY9" fmla="*/ 354533 h 463549"/>
                <a:gd name="connsiteX10" fmla="*/ 247747 w 460043"/>
                <a:gd name="connsiteY10" fmla="*/ 463549 h 46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043" h="463549">
                  <a:moveTo>
                    <a:pt x="247747" y="463549"/>
                  </a:moveTo>
                  <a:cubicBezTo>
                    <a:pt x="110888" y="463515"/>
                    <a:pt x="-32" y="352543"/>
                    <a:pt x="0" y="215684"/>
                  </a:cubicBezTo>
                  <a:cubicBezTo>
                    <a:pt x="20" y="130624"/>
                    <a:pt x="43664" y="51523"/>
                    <a:pt x="115607" y="6146"/>
                  </a:cubicBezTo>
                  <a:cubicBezTo>
                    <a:pt x="134147" y="-5570"/>
                    <a:pt x="158673" y="-38"/>
                    <a:pt x="170389" y="18501"/>
                  </a:cubicBezTo>
                  <a:cubicBezTo>
                    <a:pt x="182104" y="37041"/>
                    <a:pt x="176572" y="61567"/>
                    <a:pt x="158033" y="73283"/>
                  </a:cubicBezTo>
                  <a:cubicBezTo>
                    <a:pt x="79371" y="122864"/>
                    <a:pt x="55798" y="226829"/>
                    <a:pt x="105382" y="305488"/>
                  </a:cubicBezTo>
                  <a:cubicBezTo>
                    <a:pt x="154964" y="384151"/>
                    <a:pt x="258927" y="407726"/>
                    <a:pt x="337588" y="358140"/>
                  </a:cubicBezTo>
                  <a:cubicBezTo>
                    <a:pt x="357355" y="345680"/>
                    <a:pt x="374312" y="329246"/>
                    <a:pt x="387380" y="309874"/>
                  </a:cubicBezTo>
                  <a:cubicBezTo>
                    <a:pt x="399712" y="291703"/>
                    <a:pt x="424439" y="286974"/>
                    <a:pt x="442608" y="299305"/>
                  </a:cubicBezTo>
                  <a:cubicBezTo>
                    <a:pt x="460777" y="311636"/>
                    <a:pt x="465510" y="336362"/>
                    <a:pt x="453177" y="354533"/>
                  </a:cubicBezTo>
                  <a:cubicBezTo>
                    <a:pt x="407076" y="422756"/>
                    <a:pt x="330087" y="463614"/>
                    <a:pt x="247747" y="4635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3AD4775-3086-5944-BD06-592524778369}"/>
                </a:ext>
              </a:extLst>
            </p:cNvPr>
            <p:cNvSpPr/>
            <p:nvPr/>
          </p:nvSpPr>
          <p:spPr>
            <a:xfrm>
              <a:off x="8438156" y="3667462"/>
              <a:ext cx="495396" cy="494670"/>
            </a:xfrm>
            <a:custGeom>
              <a:avLst/>
              <a:gdLst>
                <a:gd name="connsiteX0" fmla="*/ 121294 w 495396"/>
                <a:gd name="connsiteY0" fmla="*/ 494669 h 494670"/>
                <a:gd name="connsiteX1" fmla="*/ 46515 w 495396"/>
                <a:gd name="connsiteY1" fmla="*/ 463755 h 494670"/>
                <a:gd name="connsiteX2" fmla="*/ 31232 w 495396"/>
                <a:gd name="connsiteY2" fmla="*/ 448422 h 494670"/>
                <a:gd name="connsiteX3" fmla="*/ 20911 w 495396"/>
                <a:gd name="connsiteY3" fmla="*/ 310675 h 494670"/>
                <a:gd name="connsiteX4" fmla="*/ 21308 w 495396"/>
                <a:gd name="connsiteY4" fmla="*/ 310129 h 494670"/>
                <a:gd name="connsiteX5" fmla="*/ 25179 w 495396"/>
                <a:gd name="connsiteY5" fmla="*/ 305663 h 494670"/>
                <a:gd name="connsiteX6" fmla="*/ 25625 w 495396"/>
                <a:gd name="connsiteY6" fmla="*/ 305167 h 494670"/>
                <a:gd name="connsiteX7" fmla="*/ 49245 w 495396"/>
                <a:gd name="connsiteY7" fmla="*/ 267654 h 494670"/>
                <a:gd name="connsiteX8" fmla="*/ 55199 w 495396"/>
                <a:gd name="connsiteY8" fmla="*/ 251478 h 494670"/>
                <a:gd name="connsiteX9" fmla="*/ 71375 w 495396"/>
                <a:gd name="connsiteY9" fmla="*/ 178634 h 494670"/>
                <a:gd name="connsiteX10" fmla="*/ 281916 w 495396"/>
                <a:gd name="connsiteY10" fmla="*/ 0 h 494670"/>
                <a:gd name="connsiteX11" fmla="*/ 283653 w 495396"/>
                <a:gd name="connsiteY11" fmla="*/ 0 h 494670"/>
                <a:gd name="connsiteX12" fmla="*/ 495390 w 495396"/>
                <a:gd name="connsiteY12" fmla="*/ 214990 h 494670"/>
                <a:gd name="connsiteX13" fmla="*/ 431672 w 495396"/>
                <a:gd name="connsiteY13" fmla="*/ 365456 h 494670"/>
                <a:gd name="connsiteX14" fmla="*/ 315510 w 495396"/>
                <a:gd name="connsiteY14" fmla="*/ 424058 h 494670"/>
                <a:gd name="connsiteX15" fmla="*/ 243361 w 495396"/>
                <a:gd name="connsiteY15" fmla="*/ 439788 h 494670"/>
                <a:gd name="connsiteX16" fmla="*/ 227234 w 495396"/>
                <a:gd name="connsiteY16" fmla="*/ 445743 h 494670"/>
                <a:gd name="connsiteX17" fmla="*/ 191160 w 495396"/>
                <a:gd name="connsiteY17" fmla="*/ 468419 h 494670"/>
                <a:gd name="connsiteX18" fmla="*/ 190763 w 495396"/>
                <a:gd name="connsiteY18" fmla="*/ 468717 h 494670"/>
                <a:gd name="connsiteX19" fmla="*/ 186347 w 495396"/>
                <a:gd name="connsiteY19" fmla="*/ 472488 h 494670"/>
                <a:gd name="connsiteX20" fmla="*/ 184660 w 495396"/>
                <a:gd name="connsiteY20" fmla="*/ 473778 h 494670"/>
                <a:gd name="connsiteX21" fmla="*/ 121294 w 495396"/>
                <a:gd name="connsiteY21" fmla="*/ 494669 h 494670"/>
                <a:gd name="connsiteX22" fmla="*/ 162479 w 495396"/>
                <a:gd name="connsiteY22" fmla="*/ 440632 h 494670"/>
                <a:gd name="connsiteX23" fmla="*/ 162479 w 495396"/>
                <a:gd name="connsiteY23" fmla="*/ 440632 h 494670"/>
                <a:gd name="connsiteX24" fmla="*/ 83781 w 495396"/>
                <a:gd name="connsiteY24" fmla="*/ 359552 h 494670"/>
                <a:gd name="connsiteX25" fmla="*/ 87353 w 495396"/>
                <a:gd name="connsiteY25" fmla="*/ 392549 h 494670"/>
                <a:gd name="connsiteX26" fmla="*/ 102686 w 495396"/>
                <a:gd name="connsiteY26" fmla="*/ 407882 h 494670"/>
                <a:gd name="connsiteX27" fmla="*/ 136726 w 495396"/>
                <a:gd name="connsiteY27" fmla="*/ 410710 h 494670"/>
                <a:gd name="connsiteX28" fmla="*/ 197611 w 495396"/>
                <a:gd name="connsiteY28" fmla="*/ 372155 h 494670"/>
                <a:gd name="connsiteX29" fmla="*/ 199050 w 495396"/>
                <a:gd name="connsiteY29" fmla="*/ 371609 h 494670"/>
                <a:gd name="connsiteX30" fmla="*/ 216615 w 495396"/>
                <a:gd name="connsiteY30" fmla="*/ 365109 h 494670"/>
                <a:gd name="connsiteX31" fmla="*/ 218005 w 495396"/>
                <a:gd name="connsiteY31" fmla="*/ 364662 h 494670"/>
                <a:gd name="connsiteX32" fmla="*/ 303055 w 495396"/>
                <a:gd name="connsiteY32" fmla="*/ 345757 h 494670"/>
                <a:gd name="connsiteX33" fmla="*/ 414523 w 495396"/>
                <a:gd name="connsiteY33" fmla="*/ 192547 h 494670"/>
                <a:gd name="connsiteX34" fmla="*/ 282909 w 495396"/>
                <a:gd name="connsiteY34" fmla="*/ 79443 h 494670"/>
                <a:gd name="connsiteX35" fmla="*/ 281916 w 495396"/>
                <a:gd name="connsiteY35" fmla="*/ 79443 h 494670"/>
                <a:gd name="connsiteX36" fmla="*/ 149727 w 495396"/>
                <a:gd name="connsiteY36" fmla="*/ 191685 h 494670"/>
                <a:gd name="connsiteX37" fmla="*/ 130424 w 495396"/>
                <a:gd name="connsiteY37" fmla="*/ 277181 h 494670"/>
                <a:gd name="connsiteX38" fmla="*/ 129928 w 495396"/>
                <a:gd name="connsiteY38" fmla="*/ 278521 h 494670"/>
                <a:gd name="connsiteX39" fmla="*/ 123477 w 495396"/>
                <a:gd name="connsiteY39" fmla="*/ 296136 h 494670"/>
                <a:gd name="connsiteX40" fmla="*/ 122931 w 495396"/>
                <a:gd name="connsiteY40" fmla="*/ 297526 h 494670"/>
                <a:gd name="connsiteX41" fmla="*/ 83781 w 495396"/>
                <a:gd name="connsiteY41" fmla="*/ 359552 h 4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95396" h="494670">
                  <a:moveTo>
                    <a:pt x="121294" y="494669"/>
                  </a:moveTo>
                  <a:cubicBezTo>
                    <a:pt x="93243" y="494748"/>
                    <a:pt x="66323" y="483618"/>
                    <a:pt x="46515" y="463755"/>
                  </a:cubicBezTo>
                  <a:lnTo>
                    <a:pt x="31232" y="448422"/>
                  </a:lnTo>
                  <a:cubicBezTo>
                    <a:pt x="-6095" y="411513"/>
                    <a:pt x="-10499" y="352735"/>
                    <a:pt x="20911" y="310675"/>
                  </a:cubicBezTo>
                  <a:lnTo>
                    <a:pt x="21308" y="310129"/>
                  </a:lnTo>
                  <a:cubicBezTo>
                    <a:pt x="22491" y="308551"/>
                    <a:pt x="23784" y="307058"/>
                    <a:pt x="25179" y="305663"/>
                  </a:cubicBezTo>
                  <a:lnTo>
                    <a:pt x="25625" y="305167"/>
                  </a:lnTo>
                  <a:cubicBezTo>
                    <a:pt x="35891" y="294340"/>
                    <a:pt x="43917" y="281591"/>
                    <a:pt x="49245" y="267654"/>
                  </a:cubicBezTo>
                  <a:lnTo>
                    <a:pt x="55199" y="251478"/>
                  </a:lnTo>
                  <a:cubicBezTo>
                    <a:pt x="62420" y="227639"/>
                    <a:pt x="67828" y="203289"/>
                    <a:pt x="71375" y="178634"/>
                  </a:cubicBezTo>
                  <a:cubicBezTo>
                    <a:pt x="88378" y="75586"/>
                    <a:pt x="177475" y="-9"/>
                    <a:pt x="281916" y="0"/>
                  </a:cubicBezTo>
                  <a:lnTo>
                    <a:pt x="283653" y="0"/>
                  </a:lnTo>
                  <a:cubicBezTo>
                    <a:pt x="401492" y="899"/>
                    <a:pt x="496288" y="97153"/>
                    <a:pt x="495390" y="214990"/>
                  </a:cubicBezTo>
                  <a:cubicBezTo>
                    <a:pt x="494958" y="271613"/>
                    <a:pt x="472033" y="325742"/>
                    <a:pt x="431672" y="365456"/>
                  </a:cubicBezTo>
                  <a:cubicBezTo>
                    <a:pt x="400043" y="396670"/>
                    <a:pt x="359409" y="417168"/>
                    <a:pt x="315510" y="424058"/>
                  </a:cubicBezTo>
                  <a:cubicBezTo>
                    <a:pt x="291096" y="427459"/>
                    <a:pt x="266975" y="432718"/>
                    <a:pt x="243361" y="439788"/>
                  </a:cubicBezTo>
                  <a:lnTo>
                    <a:pt x="227234" y="445743"/>
                  </a:lnTo>
                  <a:cubicBezTo>
                    <a:pt x="213847" y="450875"/>
                    <a:pt x="201590" y="458579"/>
                    <a:pt x="191160" y="468419"/>
                  </a:cubicBezTo>
                  <a:lnTo>
                    <a:pt x="190763" y="468717"/>
                  </a:lnTo>
                  <a:cubicBezTo>
                    <a:pt x="189384" y="470077"/>
                    <a:pt x="187910" y="471337"/>
                    <a:pt x="186347" y="472488"/>
                  </a:cubicBezTo>
                  <a:lnTo>
                    <a:pt x="184660" y="473778"/>
                  </a:lnTo>
                  <a:cubicBezTo>
                    <a:pt x="166379" y="487459"/>
                    <a:pt x="144129" y="494793"/>
                    <a:pt x="121294" y="494669"/>
                  </a:cubicBezTo>
                  <a:close/>
                  <a:moveTo>
                    <a:pt x="162479" y="440632"/>
                  </a:moveTo>
                  <a:lnTo>
                    <a:pt x="162479" y="440632"/>
                  </a:lnTo>
                  <a:close/>
                  <a:moveTo>
                    <a:pt x="83781" y="359552"/>
                  </a:moveTo>
                  <a:cubicBezTo>
                    <a:pt x="76863" y="369974"/>
                    <a:pt x="78365" y="383849"/>
                    <a:pt x="87353" y="392549"/>
                  </a:cubicBezTo>
                  <a:lnTo>
                    <a:pt x="102686" y="407882"/>
                  </a:lnTo>
                  <a:cubicBezTo>
                    <a:pt x="111875" y="416891"/>
                    <a:pt x="126177" y="418079"/>
                    <a:pt x="136726" y="410710"/>
                  </a:cubicBezTo>
                  <a:cubicBezTo>
                    <a:pt x="154381" y="394097"/>
                    <a:pt x="175043" y="381010"/>
                    <a:pt x="197611" y="372155"/>
                  </a:cubicBezTo>
                  <a:lnTo>
                    <a:pt x="199050" y="371609"/>
                  </a:lnTo>
                  <a:lnTo>
                    <a:pt x="216615" y="365109"/>
                  </a:lnTo>
                  <a:lnTo>
                    <a:pt x="218005" y="364662"/>
                  </a:lnTo>
                  <a:cubicBezTo>
                    <a:pt x="245812" y="356132"/>
                    <a:pt x="274250" y="349810"/>
                    <a:pt x="303055" y="345757"/>
                  </a:cubicBezTo>
                  <a:cubicBezTo>
                    <a:pt x="376146" y="334231"/>
                    <a:pt x="426050" y="265636"/>
                    <a:pt x="414523" y="192547"/>
                  </a:cubicBezTo>
                  <a:cubicBezTo>
                    <a:pt x="404296" y="127686"/>
                    <a:pt x="348567" y="79798"/>
                    <a:pt x="282909" y="79443"/>
                  </a:cubicBezTo>
                  <a:lnTo>
                    <a:pt x="281916" y="79443"/>
                  </a:lnTo>
                  <a:cubicBezTo>
                    <a:pt x="216318" y="79449"/>
                    <a:pt x="160370" y="126954"/>
                    <a:pt x="149727" y="191685"/>
                  </a:cubicBezTo>
                  <a:cubicBezTo>
                    <a:pt x="145544" y="220645"/>
                    <a:pt x="139088" y="249232"/>
                    <a:pt x="130424" y="277181"/>
                  </a:cubicBezTo>
                  <a:cubicBezTo>
                    <a:pt x="130424" y="277628"/>
                    <a:pt x="130126" y="278074"/>
                    <a:pt x="129928" y="278521"/>
                  </a:cubicBezTo>
                  <a:lnTo>
                    <a:pt x="123477" y="296136"/>
                  </a:lnTo>
                  <a:cubicBezTo>
                    <a:pt x="123265" y="296587"/>
                    <a:pt x="123083" y="297051"/>
                    <a:pt x="122931" y="297526"/>
                  </a:cubicBezTo>
                  <a:cubicBezTo>
                    <a:pt x="113949" y="320505"/>
                    <a:pt x="100661" y="341557"/>
                    <a:pt x="83781" y="35955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4290F008-3BBB-8A4D-B0C8-0507DA0D033D}"/>
              </a:ext>
            </a:extLst>
          </p:cNvPr>
          <p:cNvGrpSpPr>
            <a:grpSpLocks noChangeAspect="1"/>
          </p:cNvGrpSpPr>
          <p:nvPr/>
        </p:nvGrpSpPr>
        <p:grpSpPr>
          <a:xfrm>
            <a:off x="9698818" y="3653638"/>
            <a:ext cx="261997" cy="841001"/>
            <a:chOff x="9698818" y="3653638"/>
            <a:chExt cx="261997" cy="841001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1561661-2DF0-7343-AC6F-B7EDF2B733AE}"/>
                </a:ext>
              </a:extLst>
            </p:cNvPr>
            <p:cNvSpPr/>
            <p:nvPr/>
          </p:nvSpPr>
          <p:spPr>
            <a:xfrm>
              <a:off x="9698818" y="4017090"/>
              <a:ext cx="261997" cy="477549"/>
            </a:xfrm>
            <a:custGeom>
              <a:avLst/>
              <a:gdLst>
                <a:gd name="connsiteX0" fmla="*/ 206770 w 261997"/>
                <a:gd name="connsiteY0" fmla="*/ 477550 h 477549"/>
                <a:gd name="connsiteX1" fmla="*/ 55228 w 261997"/>
                <a:gd name="connsiteY1" fmla="*/ 477550 h 477549"/>
                <a:gd name="connsiteX2" fmla="*/ 0 w 261997"/>
                <a:gd name="connsiteY2" fmla="*/ 422371 h 477549"/>
                <a:gd name="connsiteX3" fmla="*/ 0 w 261997"/>
                <a:gd name="connsiteY3" fmla="*/ 55178 h 477549"/>
                <a:gd name="connsiteX4" fmla="*/ 55228 w 261997"/>
                <a:gd name="connsiteY4" fmla="*/ 0 h 477549"/>
                <a:gd name="connsiteX5" fmla="*/ 206770 w 261997"/>
                <a:gd name="connsiteY5" fmla="*/ 0 h 477549"/>
                <a:gd name="connsiteX6" fmla="*/ 261998 w 261997"/>
                <a:gd name="connsiteY6" fmla="*/ 55228 h 477549"/>
                <a:gd name="connsiteX7" fmla="*/ 261998 w 261997"/>
                <a:gd name="connsiteY7" fmla="*/ 422421 h 477549"/>
                <a:gd name="connsiteX8" fmla="*/ 206770 w 261997"/>
                <a:gd name="connsiteY8" fmla="*/ 477550 h 477549"/>
                <a:gd name="connsiteX9" fmla="*/ 79393 w 261997"/>
                <a:gd name="connsiteY9" fmla="*/ 398156 h 477549"/>
                <a:gd name="connsiteX10" fmla="*/ 182604 w 261997"/>
                <a:gd name="connsiteY10" fmla="*/ 398156 h 477549"/>
                <a:gd name="connsiteX11" fmla="*/ 182604 w 261997"/>
                <a:gd name="connsiteY11" fmla="*/ 79393 h 477549"/>
                <a:gd name="connsiteX12" fmla="*/ 79393 w 261997"/>
                <a:gd name="connsiteY12" fmla="*/ 79393 h 47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997" h="477549">
                  <a:moveTo>
                    <a:pt x="206770" y="477550"/>
                  </a:moveTo>
                  <a:lnTo>
                    <a:pt x="55228" y="477550"/>
                  </a:lnTo>
                  <a:cubicBezTo>
                    <a:pt x="24757" y="477520"/>
                    <a:pt x="55" y="452843"/>
                    <a:pt x="0" y="422371"/>
                  </a:cubicBezTo>
                  <a:lnTo>
                    <a:pt x="0" y="55178"/>
                  </a:lnTo>
                  <a:cubicBezTo>
                    <a:pt x="55" y="24708"/>
                    <a:pt x="24757" y="27"/>
                    <a:pt x="55228" y="0"/>
                  </a:cubicBezTo>
                  <a:lnTo>
                    <a:pt x="206770" y="0"/>
                  </a:lnTo>
                  <a:cubicBezTo>
                    <a:pt x="237262" y="27"/>
                    <a:pt x="261968" y="24738"/>
                    <a:pt x="261998" y="55228"/>
                  </a:cubicBezTo>
                  <a:lnTo>
                    <a:pt x="261998" y="422421"/>
                  </a:lnTo>
                  <a:cubicBezTo>
                    <a:pt x="261913" y="452873"/>
                    <a:pt x="237222" y="477525"/>
                    <a:pt x="206770" y="477550"/>
                  </a:cubicBezTo>
                  <a:close/>
                  <a:moveTo>
                    <a:pt x="79393" y="398156"/>
                  </a:moveTo>
                  <a:lnTo>
                    <a:pt x="182604" y="398156"/>
                  </a:lnTo>
                  <a:lnTo>
                    <a:pt x="18260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FD25A02-0FCD-2041-9BC4-CB63A95F1DAB}"/>
                </a:ext>
              </a:extLst>
            </p:cNvPr>
            <p:cNvSpPr/>
            <p:nvPr/>
          </p:nvSpPr>
          <p:spPr>
            <a:xfrm>
              <a:off x="9789029" y="3924746"/>
              <a:ext cx="79393" cy="171737"/>
            </a:xfrm>
            <a:custGeom>
              <a:avLst/>
              <a:gdLst>
                <a:gd name="connsiteX0" fmla="*/ 39697 w 79393"/>
                <a:gd name="connsiteY0" fmla="*/ 171737 h 171737"/>
                <a:gd name="connsiteX1" fmla="*/ 0 w 79393"/>
                <a:gd name="connsiteY1" fmla="*/ 132041 h 171737"/>
                <a:gd name="connsiteX2" fmla="*/ 0 w 79393"/>
                <a:gd name="connsiteY2" fmla="*/ 39697 h 171737"/>
                <a:gd name="connsiteX3" fmla="*/ 39697 w 79393"/>
                <a:gd name="connsiteY3" fmla="*/ 0 h 171737"/>
                <a:gd name="connsiteX4" fmla="*/ 79393 w 79393"/>
                <a:gd name="connsiteY4" fmla="*/ 39697 h 171737"/>
                <a:gd name="connsiteX5" fmla="*/ 79393 w 79393"/>
                <a:gd name="connsiteY5" fmla="*/ 132041 h 171737"/>
                <a:gd name="connsiteX6" fmla="*/ 39697 w 79393"/>
                <a:gd name="connsiteY6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1737">
                  <a:moveTo>
                    <a:pt x="39697" y="171737"/>
                  </a:moveTo>
                  <a:cubicBezTo>
                    <a:pt x="17773" y="171737"/>
                    <a:pt x="0" y="153965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2041"/>
                  </a:lnTo>
                  <a:cubicBezTo>
                    <a:pt x="79393" y="153965"/>
                    <a:pt x="61621" y="171737"/>
                    <a:pt x="39697" y="17173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B0DBAE35-0439-7442-A78E-4715E192129D}"/>
                </a:ext>
              </a:extLst>
            </p:cNvPr>
            <p:cNvSpPr/>
            <p:nvPr/>
          </p:nvSpPr>
          <p:spPr>
            <a:xfrm>
              <a:off x="9709983" y="3653638"/>
              <a:ext cx="239072" cy="339534"/>
            </a:xfrm>
            <a:custGeom>
              <a:avLst/>
              <a:gdLst>
                <a:gd name="connsiteX0" fmla="*/ 127922 w 239072"/>
                <a:gd name="connsiteY0" fmla="*/ 339535 h 339534"/>
                <a:gd name="connsiteX1" fmla="*/ 111200 w 239072"/>
                <a:gd name="connsiteY1" fmla="*/ 339535 h 339534"/>
                <a:gd name="connsiteX2" fmla="*/ 106635 w 239072"/>
                <a:gd name="connsiteY2" fmla="*/ 339237 h 339534"/>
                <a:gd name="connsiteX3" fmla="*/ 0 w 239072"/>
                <a:gd name="connsiteY3" fmla="*/ 212357 h 339534"/>
                <a:gd name="connsiteX4" fmla="*/ 52400 w 239072"/>
                <a:gd name="connsiteY4" fmla="*/ 79126 h 339534"/>
                <a:gd name="connsiteX5" fmla="*/ 129907 w 239072"/>
                <a:gd name="connsiteY5" fmla="*/ 5836 h 339534"/>
                <a:gd name="connsiteX6" fmla="*/ 195044 w 239072"/>
                <a:gd name="connsiteY6" fmla="*/ 25112 h 339534"/>
                <a:gd name="connsiteX7" fmla="*/ 200865 w 239072"/>
                <a:gd name="connsiteY7" fmla="*/ 48758 h 339534"/>
                <a:gd name="connsiteX8" fmla="*/ 221259 w 239072"/>
                <a:gd name="connsiteY8" fmla="*/ 145965 h 339534"/>
                <a:gd name="connsiteX9" fmla="*/ 239073 w 239072"/>
                <a:gd name="connsiteY9" fmla="*/ 212357 h 339534"/>
                <a:gd name="connsiteX10" fmla="*/ 132487 w 239072"/>
                <a:gd name="connsiteY10" fmla="*/ 339237 h 339534"/>
                <a:gd name="connsiteX11" fmla="*/ 127922 w 239072"/>
                <a:gd name="connsiteY11" fmla="*/ 339535 h 339534"/>
                <a:gd name="connsiteX12" fmla="*/ 113929 w 239072"/>
                <a:gd name="connsiteY12" fmla="*/ 260142 h 339534"/>
                <a:gd name="connsiteX13" fmla="*/ 125193 w 239072"/>
                <a:gd name="connsiteY13" fmla="*/ 260142 h 339534"/>
                <a:gd name="connsiteX14" fmla="*/ 159928 w 239072"/>
                <a:gd name="connsiteY14" fmla="*/ 212357 h 339534"/>
                <a:gd name="connsiteX15" fmla="*/ 149408 w 239072"/>
                <a:gd name="connsiteY15" fmla="*/ 179210 h 339534"/>
                <a:gd name="connsiteX16" fmla="*/ 126980 w 239072"/>
                <a:gd name="connsiteY16" fmla="*/ 113413 h 339534"/>
                <a:gd name="connsiteX17" fmla="*/ 115864 w 239072"/>
                <a:gd name="connsiteY17" fmla="*/ 127158 h 339534"/>
                <a:gd name="connsiteX18" fmla="*/ 79641 w 239072"/>
                <a:gd name="connsiteY18" fmla="*/ 212357 h 339534"/>
                <a:gd name="connsiteX19" fmla="*/ 113929 w 239072"/>
                <a:gd name="connsiteY19" fmla="*/ 260142 h 339534"/>
                <a:gd name="connsiteX20" fmla="*/ 121472 w 239072"/>
                <a:gd name="connsiteY20" fmla="*/ 47666 h 339534"/>
                <a:gd name="connsiteX21" fmla="*/ 121472 w 239072"/>
                <a:gd name="connsiteY21" fmla="*/ 47666 h 33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9072" h="339534">
                  <a:moveTo>
                    <a:pt x="127922" y="339535"/>
                  </a:moveTo>
                  <a:lnTo>
                    <a:pt x="111200" y="339535"/>
                  </a:lnTo>
                  <a:cubicBezTo>
                    <a:pt x="109673" y="339536"/>
                    <a:pt x="108148" y="339437"/>
                    <a:pt x="106635" y="339237"/>
                  </a:cubicBezTo>
                  <a:cubicBezTo>
                    <a:pt x="45850" y="332241"/>
                    <a:pt x="0" y="277658"/>
                    <a:pt x="0" y="212357"/>
                  </a:cubicBezTo>
                  <a:cubicBezTo>
                    <a:pt x="0" y="159263"/>
                    <a:pt x="28482" y="110635"/>
                    <a:pt x="52400" y="79126"/>
                  </a:cubicBezTo>
                  <a:cubicBezTo>
                    <a:pt x="76317" y="47616"/>
                    <a:pt x="107727" y="17844"/>
                    <a:pt x="129907" y="5836"/>
                  </a:cubicBezTo>
                  <a:cubicBezTo>
                    <a:pt x="153217" y="-6828"/>
                    <a:pt x="182381" y="1802"/>
                    <a:pt x="195044" y="25112"/>
                  </a:cubicBezTo>
                  <a:cubicBezTo>
                    <a:pt x="198984" y="32363"/>
                    <a:pt x="200989" y="40507"/>
                    <a:pt x="200865" y="48758"/>
                  </a:cubicBezTo>
                  <a:cubicBezTo>
                    <a:pt x="200170" y="100314"/>
                    <a:pt x="210789" y="123486"/>
                    <a:pt x="221259" y="145965"/>
                  </a:cubicBezTo>
                  <a:cubicBezTo>
                    <a:pt x="229595" y="164027"/>
                    <a:pt x="239073" y="184520"/>
                    <a:pt x="239073" y="212357"/>
                  </a:cubicBezTo>
                  <a:cubicBezTo>
                    <a:pt x="239073" y="277658"/>
                    <a:pt x="193273" y="332241"/>
                    <a:pt x="132487" y="339237"/>
                  </a:cubicBezTo>
                  <a:cubicBezTo>
                    <a:pt x="130974" y="339435"/>
                    <a:pt x="129449" y="339534"/>
                    <a:pt x="127922" y="339535"/>
                  </a:cubicBezTo>
                  <a:close/>
                  <a:moveTo>
                    <a:pt x="113929" y="260142"/>
                  </a:moveTo>
                  <a:lnTo>
                    <a:pt x="125193" y="260142"/>
                  </a:lnTo>
                  <a:cubicBezTo>
                    <a:pt x="144694" y="256768"/>
                    <a:pt x="159928" y="236175"/>
                    <a:pt x="159928" y="212357"/>
                  </a:cubicBezTo>
                  <a:cubicBezTo>
                    <a:pt x="159928" y="202433"/>
                    <a:pt x="156553" y="194593"/>
                    <a:pt x="149408" y="179210"/>
                  </a:cubicBezTo>
                  <a:cubicBezTo>
                    <a:pt x="139077" y="158357"/>
                    <a:pt x="131536" y="136235"/>
                    <a:pt x="126980" y="113413"/>
                  </a:cubicBezTo>
                  <a:cubicBezTo>
                    <a:pt x="123308" y="117730"/>
                    <a:pt x="119536" y="122296"/>
                    <a:pt x="115864" y="127158"/>
                  </a:cubicBezTo>
                  <a:cubicBezTo>
                    <a:pt x="92543" y="157923"/>
                    <a:pt x="79641" y="188192"/>
                    <a:pt x="79641" y="212357"/>
                  </a:cubicBezTo>
                  <a:cubicBezTo>
                    <a:pt x="79641" y="236522"/>
                    <a:pt x="94428" y="256768"/>
                    <a:pt x="113929" y="260142"/>
                  </a:cubicBezTo>
                  <a:close/>
                  <a:moveTo>
                    <a:pt x="121472" y="47666"/>
                  </a:moveTo>
                  <a:lnTo>
                    <a:pt x="121472" y="4766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27CDB325-2B48-9345-A6D8-700ED0FF7C11}"/>
              </a:ext>
            </a:extLst>
          </p:cNvPr>
          <p:cNvGrpSpPr>
            <a:grpSpLocks noChangeAspect="1"/>
          </p:cNvGrpSpPr>
          <p:nvPr/>
        </p:nvGrpSpPr>
        <p:grpSpPr>
          <a:xfrm>
            <a:off x="1759529" y="4768533"/>
            <a:ext cx="361139" cy="848513"/>
            <a:chOff x="1759529" y="4768533"/>
            <a:chExt cx="361139" cy="848513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629E983C-F05B-2547-9E40-10B39D39BF71}"/>
                </a:ext>
              </a:extLst>
            </p:cNvPr>
            <p:cNvSpPr/>
            <p:nvPr/>
          </p:nvSpPr>
          <p:spPr>
            <a:xfrm>
              <a:off x="1759529" y="4768533"/>
              <a:ext cx="361139" cy="848513"/>
            </a:xfrm>
            <a:custGeom>
              <a:avLst/>
              <a:gdLst>
                <a:gd name="connsiteX0" fmla="*/ 274236 w 361139"/>
                <a:gd name="connsiteY0" fmla="*/ 848514 h 848513"/>
                <a:gd name="connsiteX1" fmla="*/ 86619 w 361139"/>
                <a:gd name="connsiteY1" fmla="*/ 848514 h 848513"/>
                <a:gd name="connsiteX2" fmla="*/ 31 w 361139"/>
                <a:gd name="connsiteY2" fmla="*/ 761926 h 848513"/>
                <a:gd name="connsiteX3" fmla="*/ 31 w 361139"/>
                <a:gd name="connsiteY3" fmla="*/ 499283 h 848513"/>
                <a:gd name="connsiteX4" fmla="*/ 33228 w 361139"/>
                <a:gd name="connsiteY4" fmla="*/ 427036 h 848513"/>
                <a:gd name="connsiteX5" fmla="*/ 35957 w 361139"/>
                <a:gd name="connsiteY5" fmla="*/ 424257 h 848513"/>
                <a:gd name="connsiteX6" fmla="*/ 33228 w 361139"/>
                <a:gd name="connsiteY6" fmla="*/ 421776 h 848513"/>
                <a:gd name="connsiteX7" fmla="*/ 180 w 361139"/>
                <a:gd name="connsiteY7" fmla="*/ 343226 h 848513"/>
                <a:gd name="connsiteX8" fmla="*/ 180 w 361139"/>
                <a:gd name="connsiteY8" fmla="*/ 234408 h 848513"/>
                <a:gd name="connsiteX9" fmla="*/ 67714 w 361139"/>
                <a:gd name="connsiteY9" fmla="*/ 138094 h 848513"/>
                <a:gd name="connsiteX10" fmla="*/ 65680 w 361139"/>
                <a:gd name="connsiteY10" fmla="*/ 124052 h 848513"/>
                <a:gd name="connsiteX11" fmla="*/ 65680 w 361139"/>
                <a:gd name="connsiteY11" fmla="*/ 67831 h 848513"/>
                <a:gd name="connsiteX12" fmla="*/ 133313 w 361139"/>
                <a:gd name="connsiteY12" fmla="*/ 0 h 848513"/>
                <a:gd name="connsiteX13" fmla="*/ 227592 w 361139"/>
                <a:gd name="connsiteY13" fmla="*/ 0 h 848513"/>
                <a:gd name="connsiteX14" fmla="*/ 295424 w 361139"/>
                <a:gd name="connsiteY14" fmla="*/ 67831 h 848513"/>
                <a:gd name="connsiteX15" fmla="*/ 295424 w 361139"/>
                <a:gd name="connsiteY15" fmla="*/ 124052 h 848513"/>
                <a:gd name="connsiteX16" fmla="*/ 293389 w 361139"/>
                <a:gd name="connsiteY16" fmla="*/ 138045 h 848513"/>
                <a:gd name="connsiteX17" fmla="*/ 360973 w 361139"/>
                <a:gd name="connsiteY17" fmla="*/ 233813 h 848513"/>
                <a:gd name="connsiteX18" fmla="*/ 360973 w 361139"/>
                <a:gd name="connsiteY18" fmla="*/ 343722 h 848513"/>
                <a:gd name="connsiteX19" fmla="*/ 328173 w 361139"/>
                <a:gd name="connsiteY19" fmla="*/ 421230 h 848513"/>
                <a:gd name="connsiteX20" fmla="*/ 325146 w 361139"/>
                <a:gd name="connsiteY20" fmla="*/ 424257 h 848513"/>
                <a:gd name="connsiteX21" fmla="*/ 327925 w 361139"/>
                <a:gd name="connsiteY21" fmla="*/ 427085 h 848513"/>
                <a:gd name="connsiteX22" fmla="*/ 361072 w 361139"/>
                <a:gd name="connsiteY22" fmla="*/ 499283 h 848513"/>
                <a:gd name="connsiteX23" fmla="*/ 361072 w 361139"/>
                <a:gd name="connsiteY23" fmla="*/ 761926 h 848513"/>
                <a:gd name="connsiteX24" fmla="*/ 274285 w 361139"/>
                <a:gd name="connsiteY24" fmla="*/ 848514 h 848513"/>
                <a:gd name="connsiteX25" fmla="*/ 274236 w 361139"/>
                <a:gd name="connsiteY25" fmla="*/ 848514 h 848513"/>
                <a:gd name="connsiteX26" fmla="*/ 79573 w 361139"/>
                <a:gd name="connsiteY26" fmla="*/ 237137 h 848513"/>
                <a:gd name="connsiteX27" fmla="*/ 79573 w 361139"/>
                <a:gd name="connsiteY27" fmla="*/ 344318 h 848513"/>
                <a:gd name="connsiteX28" fmla="*/ 79573 w 361139"/>
                <a:gd name="connsiteY28" fmla="*/ 347146 h 848513"/>
                <a:gd name="connsiteX29" fmla="*/ 89249 w 361139"/>
                <a:gd name="connsiteY29" fmla="*/ 365208 h 848513"/>
                <a:gd name="connsiteX30" fmla="*/ 117037 w 361139"/>
                <a:gd name="connsiteY30" fmla="*/ 424257 h 848513"/>
                <a:gd name="connsiteX31" fmla="*/ 89448 w 361139"/>
                <a:gd name="connsiteY31" fmla="*/ 483206 h 848513"/>
                <a:gd name="connsiteX32" fmla="*/ 79524 w 361139"/>
                <a:gd name="connsiteY32" fmla="*/ 499283 h 848513"/>
                <a:gd name="connsiteX33" fmla="*/ 79524 w 361139"/>
                <a:gd name="connsiteY33" fmla="*/ 761926 h 848513"/>
                <a:gd name="connsiteX34" fmla="*/ 86619 w 361139"/>
                <a:gd name="connsiteY34" fmla="*/ 769121 h 848513"/>
                <a:gd name="connsiteX35" fmla="*/ 274236 w 361139"/>
                <a:gd name="connsiteY35" fmla="*/ 769121 h 848513"/>
                <a:gd name="connsiteX36" fmla="*/ 281431 w 361139"/>
                <a:gd name="connsiteY36" fmla="*/ 761926 h 848513"/>
                <a:gd name="connsiteX37" fmla="*/ 281431 w 361139"/>
                <a:gd name="connsiteY37" fmla="*/ 499283 h 848513"/>
                <a:gd name="connsiteX38" fmla="*/ 271506 w 361139"/>
                <a:gd name="connsiteY38" fmla="*/ 483256 h 848513"/>
                <a:gd name="connsiteX39" fmla="*/ 243818 w 361139"/>
                <a:gd name="connsiteY39" fmla="*/ 424257 h 848513"/>
                <a:gd name="connsiteX40" fmla="*/ 271358 w 361139"/>
                <a:gd name="connsiteY40" fmla="*/ 365407 h 848513"/>
                <a:gd name="connsiteX41" fmla="*/ 281282 w 361139"/>
                <a:gd name="connsiteY41" fmla="*/ 347791 h 848513"/>
                <a:gd name="connsiteX42" fmla="*/ 281282 w 361139"/>
                <a:gd name="connsiteY42" fmla="*/ 344963 h 848513"/>
                <a:gd name="connsiteX43" fmla="*/ 281282 w 361139"/>
                <a:gd name="connsiteY43" fmla="*/ 236591 h 848513"/>
                <a:gd name="connsiteX44" fmla="*/ 227195 w 361139"/>
                <a:gd name="connsiteY44" fmla="*/ 190891 h 848513"/>
                <a:gd name="connsiteX45" fmla="*/ 206354 w 361139"/>
                <a:gd name="connsiteY45" fmla="*/ 156156 h 848513"/>
                <a:gd name="connsiteX46" fmla="*/ 206354 w 361139"/>
                <a:gd name="connsiteY46" fmla="*/ 133480 h 848513"/>
                <a:gd name="connsiteX47" fmla="*/ 215733 w 361139"/>
                <a:gd name="connsiteY47" fmla="*/ 107875 h 848513"/>
                <a:gd name="connsiteX48" fmla="*/ 215733 w 361139"/>
                <a:gd name="connsiteY48" fmla="*/ 79393 h 848513"/>
                <a:gd name="connsiteX49" fmla="*/ 145073 w 361139"/>
                <a:gd name="connsiteY49" fmla="*/ 79393 h 848513"/>
                <a:gd name="connsiteX50" fmla="*/ 145073 w 361139"/>
                <a:gd name="connsiteY50" fmla="*/ 107875 h 848513"/>
                <a:gd name="connsiteX51" fmla="*/ 154451 w 361139"/>
                <a:gd name="connsiteY51" fmla="*/ 133480 h 848513"/>
                <a:gd name="connsiteX52" fmla="*/ 154451 w 361139"/>
                <a:gd name="connsiteY52" fmla="*/ 155958 h 848513"/>
                <a:gd name="connsiteX53" fmla="*/ 133610 w 361139"/>
                <a:gd name="connsiteY53" fmla="*/ 190692 h 848513"/>
                <a:gd name="connsiteX54" fmla="*/ 79573 w 361139"/>
                <a:gd name="connsiteY54" fmla="*/ 237137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9" h="848513">
                  <a:moveTo>
                    <a:pt x="274236" y="848514"/>
                  </a:moveTo>
                  <a:lnTo>
                    <a:pt x="86619" y="848514"/>
                  </a:lnTo>
                  <a:cubicBezTo>
                    <a:pt x="38821" y="848459"/>
                    <a:pt x="86" y="809725"/>
                    <a:pt x="31" y="761926"/>
                  </a:cubicBezTo>
                  <a:lnTo>
                    <a:pt x="31" y="499283"/>
                  </a:lnTo>
                  <a:cubicBezTo>
                    <a:pt x="31" y="460083"/>
                    <a:pt x="21616" y="438548"/>
                    <a:pt x="33228" y="427036"/>
                  </a:cubicBezTo>
                  <a:lnTo>
                    <a:pt x="35957" y="424257"/>
                  </a:lnTo>
                  <a:lnTo>
                    <a:pt x="33228" y="421776"/>
                  </a:lnTo>
                  <a:cubicBezTo>
                    <a:pt x="21467" y="409917"/>
                    <a:pt x="-2301" y="386049"/>
                    <a:pt x="180" y="343226"/>
                  </a:cubicBezTo>
                  <a:lnTo>
                    <a:pt x="180" y="234408"/>
                  </a:lnTo>
                  <a:cubicBezTo>
                    <a:pt x="1718" y="192727"/>
                    <a:pt x="36006" y="159977"/>
                    <a:pt x="67714" y="138094"/>
                  </a:cubicBezTo>
                  <a:cubicBezTo>
                    <a:pt x="66371" y="133534"/>
                    <a:pt x="65686" y="128805"/>
                    <a:pt x="65680" y="124052"/>
                  </a:cubicBezTo>
                  <a:lnTo>
                    <a:pt x="65680" y="67831"/>
                  </a:lnTo>
                  <a:cubicBezTo>
                    <a:pt x="65734" y="30469"/>
                    <a:pt x="95951" y="164"/>
                    <a:pt x="133313" y="0"/>
                  </a:cubicBezTo>
                  <a:lnTo>
                    <a:pt x="227592" y="0"/>
                  </a:lnTo>
                  <a:cubicBezTo>
                    <a:pt x="265041" y="27"/>
                    <a:pt x="295394" y="30381"/>
                    <a:pt x="295424" y="67831"/>
                  </a:cubicBezTo>
                  <a:lnTo>
                    <a:pt x="295424" y="124052"/>
                  </a:lnTo>
                  <a:cubicBezTo>
                    <a:pt x="295414" y="128789"/>
                    <a:pt x="294729" y="133500"/>
                    <a:pt x="293389" y="138045"/>
                  </a:cubicBezTo>
                  <a:cubicBezTo>
                    <a:pt x="325097" y="159679"/>
                    <a:pt x="359434" y="192628"/>
                    <a:pt x="360973" y="233813"/>
                  </a:cubicBezTo>
                  <a:lnTo>
                    <a:pt x="360973" y="343722"/>
                  </a:lnTo>
                  <a:cubicBezTo>
                    <a:pt x="363354" y="385900"/>
                    <a:pt x="339636" y="409718"/>
                    <a:pt x="328173" y="421230"/>
                  </a:cubicBezTo>
                  <a:cubicBezTo>
                    <a:pt x="327181" y="422222"/>
                    <a:pt x="326139" y="423314"/>
                    <a:pt x="325146" y="424257"/>
                  </a:cubicBezTo>
                  <a:lnTo>
                    <a:pt x="327925" y="427085"/>
                  </a:lnTo>
                  <a:cubicBezTo>
                    <a:pt x="339487" y="438548"/>
                    <a:pt x="361072" y="460083"/>
                    <a:pt x="361072" y="499283"/>
                  </a:cubicBezTo>
                  <a:lnTo>
                    <a:pt x="361072" y="761926"/>
                  </a:lnTo>
                  <a:cubicBezTo>
                    <a:pt x="361017" y="809800"/>
                    <a:pt x="322159" y="848568"/>
                    <a:pt x="274285" y="848514"/>
                  </a:cubicBezTo>
                  <a:cubicBezTo>
                    <a:pt x="274270" y="848514"/>
                    <a:pt x="274250" y="848514"/>
                    <a:pt x="274236" y="848514"/>
                  </a:cubicBezTo>
                  <a:close/>
                  <a:moveTo>
                    <a:pt x="79573" y="237137"/>
                  </a:moveTo>
                  <a:lnTo>
                    <a:pt x="79573" y="344318"/>
                  </a:lnTo>
                  <a:cubicBezTo>
                    <a:pt x="79573" y="345261"/>
                    <a:pt x="79573" y="346204"/>
                    <a:pt x="79573" y="347146"/>
                  </a:cubicBezTo>
                  <a:cubicBezTo>
                    <a:pt x="79028" y="354391"/>
                    <a:pt x="80318" y="356177"/>
                    <a:pt x="89249" y="365208"/>
                  </a:cubicBezTo>
                  <a:cubicBezTo>
                    <a:pt x="100464" y="376373"/>
                    <a:pt x="117037" y="392996"/>
                    <a:pt x="117037" y="424257"/>
                  </a:cubicBezTo>
                  <a:cubicBezTo>
                    <a:pt x="117037" y="455518"/>
                    <a:pt x="100414" y="472190"/>
                    <a:pt x="89448" y="483206"/>
                  </a:cubicBezTo>
                  <a:cubicBezTo>
                    <a:pt x="80715" y="491840"/>
                    <a:pt x="79524" y="493825"/>
                    <a:pt x="79524" y="499283"/>
                  </a:cubicBezTo>
                  <a:lnTo>
                    <a:pt x="79524" y="761926"/>
                  </a:lnTo>
                  <a:cubicBezTo>
                    <a:pt x="79523" y="765861"/>
                    <a:pt x="82685" y="769066"/>
                    <a:pt x="86619" y="769121"/>
                  </a:cubicBezTo>
                  <a:lnTo>
                    <a:pt x="274236" y="769121"/>
                  </a:lnTo>
                  <a:cubicBezTo>
                    <a:pt x="278210" y="769121"/>
                    <a:pt x="281431" y="765900"/>
                    <a:pt x="281431" y="761926"/>
                  </a:cubicBezTo>
                  <a:lnTo>
                    <a:pt x="281431" y="499283"/>
                  </a:lnTo>
                  <a:cubicBezTo>
                    <a:pt x="281431" y="493825"/>
                    <a:pt x="280240" y="491840"/>
                    <a:pt x="271506" y="483256"/>
                  </a:cubicBezTo>
                  <a:cubicBezTo>
                    <a:pt x="260441" y="472190"/>
                    <a:pt x="243818" y="455568"/>
                    <a:pt x="243818" y="424257"/>
                  </a:cubicBezTo>
                  <a:cubicBezTo>
                    <a:pt x="243818" y="392946"/>
                    <a:pt x="260391" y="376373"/>
                    <a:pt x="271358" y="365407"/>
                  </a:cubicBezTo>
                  <a:cubicBezTo>
                    <a:pt x="280885" y="355830"/>
                    <a:pt x="281828" y="354242"/>
                    <a:pt x="281282" y="347791"/>
                  </a:cubicBezTo>
                  <a:cubicBezTo>
                    <a:pt x="281282" y="346849"/>
                    <a:pt x="281282" y="345906"/>
                    <a:pt x="281282" y="344963"/>
                  </a:cubicBezTo>
                  <a:lnTo>
                    <a:pt x="281282" y="236591"/>
                  </a:lnTo>
                  <a:cubicBezTo>
                    <a:pt x="280190" y="230190"/>
                    <a:pt x="263418" y="210392"/>
                    <a:pt x="227195" y="190891"/>
                  </a:cubicBezTo>
                  <a:cubicBezTo>
                    <a:pt x="214419" y="183995"/>
                    <a:pt x="206427" y="170674"/>
                    <a:pt x="206354" y="156156"/>
                  </a:cubicBezTo>
                  <a:lnTo>
                    <a:pt x="206354" y="133480"/>
                  </a:lnTo>
                  <a:cubicBezTo>
                    <a:pt x="206333" y="124101"/>
                    <a:pt x="209659" y="115022"/>
                    <a:pt x="215733" y="107875"/>
                  </a:cubicBezTo>
                  <a:lnTo>
                    <a:pt x="215733" y="79393"/>
                  </a:lnTo>
                  <a:lnTo>
                    <a:pt x="145073" y="79393"/>
                  </a:lnTo>
                  <a:lnTo>
                    <a:pt x="145073" y="107875"/>
                  </a:lnTo>
                  <a:cubicBezTo>
                    <a:pt x="151147" y="115022"/>
                    <a:pt x="154472" y="124101"/>
                    <a:pt x="154451" y="133480"/>
                  </a:cubicBezTo>
                  <a:lnTo>
                    <a:pt x="154451" y="155958"/>
                  </a:lnTo>
                  <a:cubicBezTo>
                    <a:pt x="154379" y="170476"/>
                    <a:pt x="146386" y="183797"/>
                    <a:pt x="133610" y="190692"/>
                  </a:cubicBezTo>
                  <a:cubicBezTo>
                    <a:pt x="97536" y="210342"/>
                    <a:pt x="80516" y="230687"/>
                    <a:pt x="79573" y="23713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09C0F75-43F2-BE4D-A6C0-2665C2EB7150}"/>
                </a:ext>
              </a:extLst>
            </p:cNvPr>
            <p:cNvSpPr/>
            <p:nvPr/>
          </p:nvSpPr>
          <p:spPr>
            <a:xfrm>
              <a:off x="1768244" y="5434492"/>
              <a:ext cx="350818" cy="79393"/>
            </a:xfrm>
            <a:custGeom>
              <a:avLst/>
              <a:gdLst>
                <a:gd name="connsiteX0" fmla="*/ 311122 w 350818"/>
                <a:gd name="connsiteY0" fmla="*/ 79393 h 79393"/>
                <a:gd name="connsiteX1" fmla="*/ 39697 w 350818"/>
                <a:gd name="connsiteY1" fmla="*/ 79393 h 79393"/>
                <a:gd name="connsiteX2" fmla="*/ 0 w 350818"/>
                <a:gd name="connsiteY2" fmla="*/ 39697 h 79393"/>
                <a:gd name="connsiteX3" fmla="*/ 39697 w 350818"/>
                <a:gd name="connsiteY3" fmla="*/ 0 h 79393"/>
                <a:gd name="connsiteX4" fmla="*/ 311122 w 350818"/>
                <a:gd name="connsiteY4" fmla="*/ 0 h 79393"/>
                <a:gd name="connsiteX5" fmla="*/ 350819 w 350818"/>
                <a:gd name="connsiteY5" fmla="*/ 39697 h 79393"/>
                <a:gd name="connsiteX6" fmla="*/ 311122 w 3508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818" h="79393">
                  <a:moveTo>
                    <a:pt x="31112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11122" y="0"/>
                  </a:lnTo>
                  <a:cubicBezTo>
                    <a:pt x="333045" y="0"/>
                    <a:pt x="350819" y="17774"/>
                    <a:pt x="350819" y="39697"/>
                  </a:cubicBezTo>
                  <a:cubicBezTo>
                    <a:pt x="350819" y="61619"/>
                    <a:pt x="333045" y="79393"/>
                    <a:pt x="31112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54863207-FC06-554D-A37B-11C5BD65C9A8}"/>
                </a:ext>
              </a:extLst>
            </p:cNvPr>
            <p:cNvSpPr/>
            <p:nvPr/>
          </p:nvSpPr>
          <p:spPr>
            <a:xfrm>
              <a:off x="1768244" y="5275011"/>
              <a:ext cx="350818" cy="79393"/>
            </a:xfrm>
            <a:custGeom>
              <a:avLst/>
              <a:gdLst>
                <a:gd name="connsiteX0" fmla="*/ 311122 w 350818"/>
                <a:gd name="connsiteY0" fmla="*/ 79393 h 79393"/>
                <a:gd name="connsiteX1" fmla="*/ 39697 w 350818"/>
                <a:gd name="connsiteY1" fmla="*/ 79393 h 79393"/>
                <a:gd name="connsiteX2" fmla="*/ 0 w 350818"/>
                <a:gd name="connsiteY2" fmla="*/ 39697 h 79393"/>
                <a:gd name="connsiteX3" fmla="*/ 39697 w 350818"/>
                <a:gd name="connsiteY3" fmla="*/ 0 h 79393"/>
                <a:gd name="connsiteX4" fmla="*/ 311122 w 350818"/>
                <a:gd name="connsiteY4" fmla="*/ 0 h 79393"/>
                <a:gd name="connsiteX5" fmla="*/ 350819 w 350818"/>
                <a:gd name="connsiteY5" fmla="*/ 39697 h 79393"/>
                <a:gd name="connsiteX6" fmla="*/ 311122 w 3508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818" h="79393">
                  <a:moveTo>
                    <a:pt x="31112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11122" y="0"/>
                  </a:lnTo>
                  <a:cubicBezTo>
                    <a:pt x="333045" y="0"/>
                    <a:pt x="350819" y="17774"/>
                    <a:pt x="350819" y="39697"/>
                  </a:cubicBezTo>
                  <a:cubicBezTo>
                    <a:pt x="350819" y="61619"/>
                    <a:pt x="333045" y="79393"/>
                    <a:pt x="31112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980076B-6641-C845-AFD6-607E5D5D725E}"/>
                </a:ext>
              </a:extLst>
            </p:cNvPr>
            <p:cNvSpPr/>
            <p:nvPr/>
          </p:nvSpPr>
          <p:spPr>
            <a:xfrm>
              <a:off x="1833296" y="4871694"/>
              <a:ext cx="210689" cy="79393"/>
            </a:xfrm>
            <a:custGeom>
              <a:avLst/>
              <a:gdLst>
                <a:gd name="connsiteX0" fmla="*/ 171043 w 210689"/>
                <a:gd name="connsiteY0" fmla="*/ 79393 h 79393"/>
                <a:gd name="connsiteX1" fmla="*/ 39697 w 210689"/>
                <a:gd name="connsiteY1" fmla="*/ 79393 h 79393"/>
                <a:gd name="connsiteX2" fmla="*/ 0 w 210689"/>
                <a:gd name="connsiteY2" fmla="*/ 39697 h 79393"/>
                <a:gd name="connsiteX3" fmla="*/ 39697 w 210689"/>
                <a:gd name="connsiteY3" fmla="*/ 0 h 79393"/>
                <a:gd name="connsiteX4" fmla="*/ 170993 w 210689"/>
                <a:gd name="connsiteY4" fmla="*/ 0 h 79393"/>
                <a:gd name="connsiteX5" fmla="*/ 210690 w 210689"/>
                <a:gd name="connsiteY5" fmla="*/ 39697 h 79393"/>
                <a:gd name="connsiteX6" fmla="*/ 170993 w 2106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689" h="79393">
                  <a:moveTo>
                    <a:pt x="17104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0993" y="0"/>
                  </a:lnTo>
                  <a:cubicBezTo>
                    <a:pt x="192916" y="0"/>
                    <a:pt x="210690" y="17773"/>
                    <a:pt x="210690" y="39697"/>
                  </a:cubicBezTo>
                  <a:cubicBezTo>
                    <a:pt x="210690" y="61620"/>
                    <a:pt x="192916" y="79393"/>
                    <a:pt x="17099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CB75916D-2E69-F542-9C74-FCEAB0C58D5A}"/>
              </a:ext>
            </a:extLst>
          </p:cNvPr>
          <p:cNvGrpSpPr>
            <a:grpSpLocks noChangeAspect="1"/>
          </p:cNvGrpSpPr>
          <p:nvPr/>
        </p:nvGrpSpPr>
        <p:grpSpPr>
          <a:xfrm>
            <a:off x="3007946" y="4768528"/>
            <a:ext cx="499085" cy="848517"/>
            <a:chOff x="3007946" y="4768528"/>
            <a:chExt cx="499085" cy="848517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305A84B-3C6A-CD48-9261-395EFE534DD4}"/>
                </a:ext>
              </a:extLst>
            </p:cNvPr>
            <p:cNvSpPr/>
            <p:nvPr/>
          </p:nvSpPr>
          <p:spPr>
            <a:xfrm>
              <a:off x="3007946" y="4838001"/>
              <a:ext cx="499085" cy="779044"/>
            </a:xfrm>
            <a:custGeom>
              <a:avLst/>
              <a:gdLst>
                <a:gd name="connsiteX0" fmla="*/ 375480 w 499085"/>
                <a:gd name="connsiteY0" fmla="*/ 779045 h 779044"/>
                <a:gd name="connsiteX1" fmla="*/ 123605 w 499085"/>
                <a:gd name="connsiteY1" fmla="*/ 779045 h 779044"/>
                <a:gd name="connsiteX2" fmla="*/ 101623 w 499085"/>
                <a:gd name="connsiteY2" fmla="*/ 772396 h 779044"/>
                <a:gd name="connsiteX3" fmla="*/ 17665 w 499085"/>
                <a:gd name="connsiteY3" fmla="*/ 716424 h 779044"/>
                <a:gd name="connsiteX4" fmla="*/ 0 w 499085"/>
                <a:gd name="connsiteY4" fmla="*/ 683376 h 779044"/>
                <a:gd name="connsiteX5" fmla="*/ 0 w 499085"/>
                <a:gd name="connsiteY5" fmla="*/ 95768 h 779044"/>
                <a:gd name="connsiteX6" fmla="*/ 17665 w 499085"/>
                <a:gd name="connsiteY6" fmla="*/ 62721 h 779044"/>
                <a:gd name="connsiteX7" fmla="*/ 101623 w 499085"/>
                <a:gd name="connsiteY7" fmla="*/ 6749 h 779044"/>
                <a:gd name="connsiteX8" fmla="*/ 123605 w 499085"/>
                <a:gd name="connsiteY8" fmla="*/ 0 h 779044"/>
                <a:gd name="connsiteX9" fmla="*/ 375480 w 499085"/>
                <a:gd name="connsiteY9" fmla="*/ 0 h 779044"/>
                <a:gd name="connsiteX10" fmla="*/ 397462 w 499085"/>
                <a:gd name="connsiteY10" fmla="*/ 6649 h 779044"/>
                <a:gd name="connsiteX11" fmla="*/ 481420 w 499085"/>
                <a:gd name="connsiteY11" fmla="*/ 62621 h 779044"/>
                <a:gd name="connsiteX12" fmla="*/ 499085 w 499085"/>
                <a:gd name="connsiteY12" fmla="*/ 95669 h 779044"/>
                <a:gd name="connsiteX13" fmla="*/ 499085 w 499085"/>
                <a:gd name="connsiteY13" fmla="*/ 683376 h 779044"/>
                <a:gd name="connsiteX14" fmla="*/ 481420 w 499085"/>
                <a:gd name="connsiteY14" fmla="*/ 716424 h 779044"/>
                <a:gd name="connsiteX15" fmla="*/ 397462 w 499085"/>
                <a:gd name="connsiteY15" fmla="*/ 772396 h 779044"/>
                <a:gd name="connsiteX16" fmla="*/ 375480 w 499085"/>
                <a:gd name="connsiteY16" fmla="*/ 779045 h 779044"/>
                <a:gd name="connsiteX17" fmla="*/ 135663 w 499085"/>
                <a:gd name="connsiteY17" fmla="*/ 699652 h 779044"/>
                <a:gd name="connsiteX18" fmla="*/ 363422 w 499085"/>
                <a:gd name="connsiteY18" fmla="*/ 699652 h 779044"/>
                <a:gd name="connsiteX19" fmla="*/ 419692 w 499085"/>
                <a:gd name="connsiteY19" fmla="*/ 662139 h 779044"/>
                <a:gd name="connsiteX20" fmla="*/ 419692 w 499085"/>
                <a:gd name="connsiteY20" fmla="*/ 117006 h 779044"/>
                <a:gd name="connsiteX21" fmla="*/ 363422 w 499085"/>
                <a:gd name="connsiteY21" fmla="*/ 79393 h 779044"/>
                <a:gd name="connsiteX22" fmla="*/ 135663 w 499085"/>
                <a:gd name="connsiteY22" fmla="*/ 79393 h 779044"/>
                <a:gd name="connsiteX23" fmla="*/ 79393 w 499085"/>
                <a:gd name="connsiteY23" fmla="*/ 117006 h 779044"/>
                <a:gd name="connsiteX24" fmla="*/ 79393 w 499085"/>
                <a:gd name="connsiteY24" fmla="*/ 662139 h 77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9085" h="779044">
                  <a:moveTo>
                    <a:pt x="375480" y="779045"/>
                  </a:moveTo>
                  <a:lnTo>
                    <a:pt x="123605" y="779045"/>
                  </a:lnTo>
                  <a:cubicBezTo>
                    <a:pt x="115783" y="779045"/>
                    <a:pt x="108136" y="776728"/>
                    <a:pt x="101623" y="772396"/>
                  </a:cubicBezTo>
                  <a:lnTo>
                    <a:pt x="17665" y="716424"/>
                  </a:lnTo>
                  <a:cubicBezTo>
                    <a:pt x="6621" y="709055"/>
                    <a:pt x="-8" y="696655"/>
                    <a:pt x="0" y="683376"/>
                  </a:cubicBezTo>
                  <a:lnTo>
                    <a:pt x="0" y="95768"/>
                  </a:lnTo>
                  <a:cubicBezTo>
                    <a:pt x="-8" y="82492"/>
                    <a:pt x="6621" y="70089"/>
                    <a:pt x="17665" y="62721"/>
                  </a:cubicBezTo>
                  <a:lnTo>
                    <a:pt x="101623" y="6749"/>
                  </a:lnTo>
                  <a:cubicBezTo>
                    <a:pt x="108115" y="2361"/>
                    <a:pt x="115770" y="11"/>
                    <a:pt x="123605" y="0"/>
                  </a:cubicBezTo>
                  <a:lnTo>
                    <a:pt x="375480" y="0"/>
                  </a:lnTo>
                  <a:cubicBezTo>
                    <a:pt x="383305" y="-19"/>
                    <a:pt x="390957" y="2297"/>
                    <a:pt x="397462" y="6649"/>
                  </a:cubicBezTo>
                  <a:lnTo>
                    <a:pt x="481420" y="62621"/>
                  </a:lnTo>
                  <a:cubicBezTo>
                    <a:pt x="492466" y="69990"/>
                    <a:pt x="499095" y="82392"/>
                    <a:pt x="499085" y="95669"/>
                  </a:cubicBezTo>
                  <a:lnTo>
                    <a:pt x="499085" y="683376"/>
                  </a:lnTo>
                  <a:cubicBezTo>
                    <a:pt x="499095" y="696655"/>
                    <a:pt x="492466" y="709055"/>
                    <a:pt x="481420" y="716424"/>
                  </a:cubicBezTo>
                  <a:lnTo>
                    <a:pt x="397462" y="772396"/>
                  </a:lnTo>
                  <a:cubicBezTo>
                    <a:pt x="390952" y="776728"/>
                    <a:pt x="383300" y="779045"/>
                    <a:pt x="375480" y="779045"/>
                  </a:cubicBezTo>
                  <a:close/>
                  <a:moveTo>
                    <a:pt x="135663" y="699652"/>
                  </a:moveTo>
                  <a:lnTo>
                    <a:pt x="363422" y="699652"/>
                  </a:lnTo>
                  <a:lnTo>
                    <a:pt x="419692" y="662139"/>
                  </a:lnTo>
                  <a:lnTo>
                    <a:pt x="419692" y="117006"/>
                  </a:lnTo>
                  <a:lnTo>
                    <a:pt x="363422" y="79393"/>
                  </a:lnTo>
                  <a:lnTo>
                    <a:pt x="135663" y="79393"/>
                  </a:lnTo>
                  <a:lnTo>
                    <a:pt x="79393" y="117006"/>
                  </a:lnTo>
                  <a:lnTo>
                    <a:pt x="79393" y="662139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05D6273F-BBC9-E644-9345-AEE7785E09E5}"/>
                </a:ext>
              </a:extLst>
            </p:cNvPr>
            <p:cNvSpPr/>
            <p:nvPr/>
          </p:nvSpPr>
          <p:spPr>
            <a:xfrm>
              <a:off x="3007946" y="4943843"/>
              <a:ext cx="499085" cy="79393"/>
            </a:xfrm>
            <a:custGeom>
              <a:avLst/>
              <a:gdLst>
                <a:gd name="connsiteX0" fmla="*/ 459389 w 499085"/>
                <a:gd name="connsiteY0" fmla="*/ 79393 h 79393"/>
                <a:gd name="connsiteX1" fmla="*/ 39697 w 499085"/>
                <a:gd name="connsiteY1" fmla="*/ 79393 h 79393"/>
                <a:gd name="connsiteX2" fmla="*/ 0 w 499085"/>
                <a:gd name="connsiteY2" fmla="*/ 39697 h 79393"/>
                <a:gd name="connsiteX3" fmla="*/ 39697 w 499085"/>
                <a:gd name="connsiteY3" fmla="*/ 0 h 79393"/>
                <a:gd name="connsiteX4" fmla="*/ 459389 w 499085"/>
                <a:gd name="connsiteY4" fmla="*/ 0 h 79393"/>
                <a:gd name="connsiteX5" fmla="*/ 499085 w 499085"/>
                <a:gd name="connsiteY5" fmla="*/ 39697 h 79393"/>
                <a:gd name="connsiteX6" fmla="*/ 459389 w 49908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9085" h="79393">
                  <a:moveTo>
                    <a:pt x="45938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9389" y="0"/>
                  </a:lnTo>
                  <a:cubicBezTo>
                    <a:pt x="481311" y="0"/>
                    <a:pt x="499085" y="17773"/>
                    <a:pt x="499085" y="39697"/>
                  </a:cubicBezTo>
                  <a:cubicBezTo>
                    <a:pt x="499085" y="61620"/>
                    <a:pt x="481311" y="79393"/>
                    <a:pt x="45938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005244FA-A8C4-F342-AF82-44306B6026E3}"/>
                </a:ext>
              </a:extLst>
            </p:cNvPr>
            <p:cNvSpPr/>
            <p:nvPr/>
          </p:nvSpPr>
          <p:spPr>
            <a:xfrm>
              <a:off x="3064067" y="4838002"/>
              <a:ext cx="387041" cy="79393"/>
            </a:xfrm>
            <a:custGeom>
              <a:avLst/>
              <a:gdLst>
                <a:gd name="connsiteX0" fmla="*/ 347345 w 387041"/>
                <a:gd name="connsiteY0" fmla="*/ 79393 h 79393"/>
                <a:gd name="connsiteX1" fmla="*/ 39697 w 387041"/>
                <a:gd name="connsiteY1" fmla="*/ 79393 h 79393"/>
                <a:gd name="connsiteX2" fmla="*/ 0 w 387041"/>
                <a:gd name="connsiteY2" fmla="*/ 39697 h 79393"/>
                <a:gd name="connsiteX3" fmla="*/ 39697 w 387041"/>
                <a:gd name="connsiteY3" fmla="*/ 0 h 79393"/>
                <a:gd name="connsiteX4" fmla="*/ 347345 w 387041"/>
                <a:gd name="connsiteY4" fmla="*/ 0 h 79393"/>
                <a:gd name="connsiteX5" fmla="*/ 387042 w 387041"/>
                <a:gd name="connsiteY5" fmla="*/ 39697 h 79393"/>
                <a:gd name="connsiteX6" fmla="*/ 347345 w 3870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041" h="79393">
                  <a:moveTo>
                    <a:pt x="34734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47345" y="0"/>
                  </a:lnTo>
                  <a:cubicBezTo>
                    <a:pt x="369268" y="0"/>
                    <a:pt x="387042" y="17773"/>
                    <a:pt x="387042" y="39697"/>
                  </a:cubicBezTo>
                  <a:cubicBezTo>
                    <a:pt x="387042" y="61620"/>
                    <a:pt x="369268" y="79393"/>
                    <a:pt x="34734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FCA45221-6B6D-724E-8ED4-E78CFA480591}"/>
                </a:ext>
              </a:extLst>
            </p:cNvPr>
            <p:cNvSpPr/>
            <p:nvPr/>
          </p:nvSpPr>
          <p:spPr>
            <a:xfrm>
              <a:off x="3259740" y="4768528"/>
              <a:ext cx="135376" cy="135370"/>
            </a:xfrm>
            <a:custGeom>
              <a:avLst/>
              <a:gdLst>
                <a:gd name="connsiteX0" fmla="*/ 39927 w 135376"/>
                <a:gd name="connsiteY0" fmla="*/ 135370 h 135370"/>
                <a:gd name="connsiteX1" fmla="*/ 1 w 135376"/>
                <a:gd name="connsiteY1" fmla="*/ 95904 h 135370"/>
                <a:gd name="connsiteX2" fmla="*/ 11643 w 135376"/>
                <a:gd name="connsiteY2" fmla="*/ 67588 h 135370"/>
                <a:gd name="connsiteX3" fmla="*/ 67615 w 135376"/>
                <a:gd name="connsiteY3" fmla="*/ 11616 h 135370"/>
                <a:gd name="connsiteX4" fmla="*/ 123761 w 135376"/>
                <a:gd name="connsiteY4" fmla="*/ 11641 h 135370"/>
                <a:gd name="connsiteX5" fmla="*/ 123736 w 135376"/>
                <a:gd name="connsiteY5" fmla="*/ 67786 h 135370"/>
                <a:gd name="connsiteX6" fmla="*/ 67814 w 135376"/>
                <a:gd name="connsiteY6" fmla="*/ 123759 h 135370"/>
                <a:gd name="connsiteX7" fmla="*/ 39927 w 135376"/>
                <a:gd name="connsiteY7" fmla="*/ 135370 h 1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376" h="135370">
                  <a:moveTo>
                    <a:pt x="39927" y="135370"/>
                  </a:moveTo>
                  <a:cubicBezTo>
                    <a:pt x="18004" y="135497"/>
                    <a:pt x="128" y="117828"/>
                    <a:pt x="1" y="95904"/>
                  </a:cubicBezTo>
                  <a:cubicBezTo>
                    <a:pt x="-61" y="85289"/>
                    <a:pt x="4132" y="75090"/>
                    <a:pt x="11643" y="67588"/>
                  </a:cubicBezTo>
                  <a:lnTo>
                    <a:pt x="67615" y="11616"/>
                  </a:lnTo>
                  <a:cubicBezTo>
                    <a:pt x="83127" y="-3882"/>
                    <a:pt x="108265" y="-3870"/>
                    <a:pt x="123761" y="11641"/>
                  </a:cubicBezTo>
                  <a:cubicBezTo>
                    <a:pt x="139258" y="27152"/>
                    <a:pt x="139248" y="52289"/>
                    <a:pt x="123736" y="67786"/>
                  </a:cubicBezTo>
                  <a:lnTo>
                    <a:pt x="67814" y="123759"/>
                  </a:lnTo>
                  <a:cubicBezTo>
                    <a:pt x="60410" y="131153"/>
                    <a:pt x="50390" y="135326"/>
                    <a:pt x="39927" y="13537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5E8681EB-495D-7C4E-8359-3A7F7B8DB350}"/>
                </a:ext>
              </a:extLst>
            </p:cNvPr>
            <p:cNvSpPr/>
            <p:nvPr/>
          </p:nvSpPr>
          <p:spPr>
            <a:xfrm>
              <a:off x="3007946" y="5436377"/>
              <a:ext cx="499085" cy="79393"/>
            </a:xfrm>
            <a:custGeom>
              <a:avLst/>
              <a:gdLst>
                <a:gd name="connsiteX0" fmla="*/ 459389 w 499085"/>
                <a:gd name="connsiteY0" fmla="*/ 79393 h 79393"/>
                <a:gd name="connsiteX1" fmla="*/ 39697 w 499085"/>
                <a:gd name="connsiteY1" fmla="*/ 79393 h 79393"/>
                <a:gd name="connsiteX2" fmla="*/ 0 w 499085"/>
                <a:gd name="connsiteY2" fmla="*/ 39697 h 79393"/>
                <a:gd name="connsiteX3" fmla="*/ 39697 w 499085"/>
                <a:gd name="connsiteY3" fmla="*/ 0 h 79393"/>
                <a:gd name="connsiteX4" fmla="*/ 459389 w 499085"/>
                <a:gd name="connsiteY4" fmla="*/ 0 h 79393"/>
                <a:gd name="connsiteX5" fmla="*/ 499085 w 499085"/>
                <a:gd name="connsiteY5" fmla="*/ 39697 h 79393"/>
                <a:gd name="connsiteX6" fmla="*/ 459389 w 49908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9085" h="79393">
                  <a:moveTo>
                    <a:pt x="45938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59389" y="0"/>
                  </a:lnTo>
                  <a:cubicBezTo>
                    <a:pt x="481311" y="0"/>
                    <a:pt x="499085" y="17774"/>
                    <a:pt x="499085" y="39697"/>
                  </a:cubicBezTo>
                  <a:cubicBezTo>
                    <a:pt x="499085" y="61619"/>
                    <a:pt x="481311" y="79393"/>
                    <a:pt x="45938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F3CC23D0-600A-6743-B122-A04F5CA16D02}"/>
              </a:ext>
            </a:extLst>
          </p:cNvPr>
          <p:cNvGrpSpPr>
            <a:grpSpLocks noChangeAspect="1"/>
          </p:cNvGrpSpPr>
          <p:nvPr/>
        </p:nvGrpSpPr>
        <p:grpSpPr>
          <a:xfrm>
            <a:off x="4348875" y="4768517"/>
            <a:ext cx="453330" cy="848530"/>
            <a:chOff x="4348875" y="4768517"/>
            <a:chExt cx="453330" cy="848530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DAA3AAA-D043-9F4D-87F1-037B0C642D6B}"/>
                </a:ext>
              </a:extLst>
            </p:cNvPr>
            <p:cNvSpPr/>
            <p:nvPr/>
          </p:nvSpPr>
          <p:spPr>
            <a:xfrm>
              <a:off x="4348875" y="4894703"/>
              <a:ext cx="452243" cy="722344"/>
            </a:xfrm>
            <a:custGeom>
              <a:avLst/>
              <a:gdLst>
                <a:gd name="connsiteX0" fmla="*/ 184291 w 452243"/>
                <a:gd name="connsiteY0" fmla="*/ 722343 h 722344"/>
                <a:gd name="connsiteX1" fmla="*/ 172928 w 452243"/>
                <a:gd name="connsiteY1" fmla="*/ 720705 h 722344"/>
                <a:gd name="connsiteX2" fmla="*/ 28383 w 452243"/>
                <a:gd name="connsiteY2" fmla="*/ 677684 h 722344"/>
                <a:gd name="connsiteX3" fmla="*/ 0 w 452243"/>
                <a:gd name="connsiteY3" fmla="*/ 639625 h 722344"/>
                <a:gd name="connsiteX4" fmla="*/ 0 w 452243"/>
                <a:gd name="connsiteY4" fmla="*/ 133246 h 722344"/>
                <a:gd name="connsiteX5" fmla="*/ 15928 w 452243"/>
                <a:gd name="connsiteY5" fmla="*/ 101439 h 722344"/>
                <a:gd name="connsiteX6" fmla="*/ 89069 w 452243"/>
                <a:gd name="connsiteY6" fmla="*/ 46857 h 722344"/>
                <a:gd name="connsiteX7" fmla="*/ 106139 w 452243"/>
                <a:gd name="connsiteY7" fmla="*/ 39562 h 722344"/>
                <a:gd name="connsiteX8" fmla="*/ 336081 w 452243"/>
                <a:gd name="connsiteY8" fmla="*/ 560 h 722344"/>
                <a:gd name="connsiteX9" fmla="*/ 374637 w 452243"/>
                <a:gd name="connsiteY9" fmla="*/ 16092 h 722344"/>
                <a:gd name="connsiteX10" fmla="*/ 444453 w 452243"/>
                <a:gd name="connsiteY10" fmla="*/ 110371 h 722344"/>
                <a:gd name="connsiteX11" fmla="*/ 452244 w 452243"/>
                <a:gd name="connsiteY11" fmla="*/ 133941 h 722344"/>
                <a:gd name="connsiteX12" fmla="*/ 452244 w 452243"/>
                <a:gd name="connsiteY12" fmla="*/ 640072 h 722344"/>
                <a:gd name="connsiteX13" fmla="*/ 419841 w 452243"/>
                <a:gd name="connsiteY13" fmla="*/ 679123 h 722344"/>
                <a:gd name="connsiteX14" fmla="*/ 191586 w 452243"/>
                <a:gd name="connsiteY14" fmla="*/ 721648 h 722344"/>
                <a:gd name="connsiteX15" fmla="*/ 184291 w 452243"/>
                <a:gd name="connsiteY15" fmla="*/ 722343 h 722344"/>
                <a:gd name="connsiteX16" fmla="*/ 79393 w 452243"/>
                <a:gd name="connsiteY16" fmla="*/ 610051 h 722344"/>
                <a:gd name="connsiteX17" fmla="*/ 186425 w 452243"/>
                <a:gd name="connsiteY17" fmla="*/ 641858 h 722344"/>
                <a:gd name="connsiteX18" fmla="*/ 372850 w 452243"/>
                <a:gd name="connsiteY18" fmla="*/ 607124 h 722344"/>
                <a:gd name="connsiteX19" fmla="*/ 372850 w 452243"/>
                <a:gd name="connsiteY19" fmla="*/ 147190 h 722344"/>
                <a:gd name="connsiteX20" fmla="*/ 325314 w 452243"/>
                <a:gd name="connsiteY20" fmla="*/ 82683 h 722344"/>
                <a:gd name="connsiteX21" fmla="*/ 128865 w 452243"/>
                <a:gd name="connsiteY21" fmla="*/ 116226 h 722344"/>
                <a:gd name="connsiteX22" fmla="*/ 79244 w 452243"/>
                <a:gd name="connsiteY22" fmla="*/ 153144 h 722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2243" h="722344">
                  <a:moveTo>
                    <a:pt x="184291" y="722343"/>
                  </a:moveTo>
                  <a:cubicBezTo>
                    <a:pt x="180445" y="722343"/>
                    <a:pt x="176619" y="721792"/>
                    <a:pt x="172928" y="720705"/>
                  </a:cubicBezTo>
                  <a:lnTo>
                    <a:pt x="28383" y="677684"/>
                  </a:lnTo>
                  <a:cubicBezTo>
                    <a:pt x="11542" y="672678"/>
                    <a:pt x="-4" y="657196"/>
                    <a:pt x="0" y="639625"/>
                  </a:cubicBezTo>
                  <a:lnTo>
                    <a:pt x="0" y="133246"/>
                  </a:lnTo>
                  <a:cubicBezTo>
                    <a:pt x="-4" y="120725"/>
                    <a:pt x="5900" y="108936"/>
                    <a:pt x="15928" y="101439"/>
                  </a:cubicBezTo>
                  <a:lnTo>
                    <a:pt x="89069" y="46857"/>
                  </a:lnTo>
                  <a:cubicBezTo>
                    <a:pt x="94092" y="43092"/>
                    <a:pt x="99947" y="40590"/>
                    <a:pt x="106139" y="39562"/>
                  </a:cubicBezTo>
                  <a:lnTo>
                    <a:pt x="336081" y="560"/>
                  </a:lnTo>
                  <a:cubicBezTo>
                    <a:pt x="350834" y="-1942"/>
                    <a:pt x="365740" y="4062"/>
                    <a:pt x="374637" y="16092"/>
                  </a:cubicBezTo>
                  <a:lnTo>
                    <a:pt x="444453" y="110371"/>
                  </a:lnTo>
                  <a:cubicBezTo>
                    <a:pt x="449504" y="117193"/>
                    <a:pt x="452234" y="125453"/>
                    <a:pt x="452244" y="133941"/>
                  </a:cubicBezTo>
                  <a:lnTo>
                    <a:pt x="452244" y="640072"/>
                  </a:lnTo>
                  <a:cubicBezTo>
                    <a:pt x="452258" y="659196"/>
                    <a:pt x="438637" y="675610"/>
                    <a:pt x="419841" y="679123"/>
                  </a:cubicBezTo>
                  <a:lnTo>
                    <a:pt x="191586" y="721648"/>
                  </a:lnTo>
                  <a:cubicBezTo>
                    <a:pt x="189185" y="722130"/>
                    <a:pt x="186740" y="722363"/>
                    <a:pt x="184291" y="722343"/>
                  </a:cubicBezTo>
                  <a:close/>
                  <a:moveTo>
                    <a:pt x="79393" y="610051"/>
                  </a:moveTo>
                  <a:lnTo>
                    <a:pt x="186425" y="641858"/>
                  </a:lnTo>
                  <a:lnTo>
                    <a:pt x="372850" y="607124"/>
                  </a:lnTo>
                  <a:lnTo>
                    <a:pt x="372850" y="147190"/>
                  </a:lnTo>
                  <a:lnTo>
                    <a:pt x="325314" y="82683"/>
                  </a:lnTo>
                  <a:lnTo>
                    <a:pt x="128865" y="116226"/>
                  </a:lnTo>
                  <a:lnTo>
                    <a:pt x="79244" y="15314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0E920FD1-A64A-0E4D-AC26-5F02F2502DCC}"/>
                </a:ext>
              </a:extLst>
            </p:cNvPr>
            <p:cNvSpPr/>
            <p:nvPr/>
          </p:nvSpPr>
          <p:spPr>
            <a:xfrm>
              <a:off x="4493470" y="4988907"/>
              <a:ext cx="308735" cy="628139"/>
            </a:xfrm>
            <a:custGeom>
              <a:avLst/>
              <a:gdLst>
                <a:gd name="connsiteX0" fmla="*/ 39697 w 308735"/>
                <a:gd name="connsiteY0" fmla="*/ 628139 h 628139"/>
                <a:gd name="connsiteX1" fmla="*/ 39697 w 308735"/>
                <a:gd name="connsiteY1" fmla="*/ 628139 h 628139"/>
                <a:gd name="connsiteX2" fmla="*/ 0 w 308735"/>
                <a:gd name="connsiteY2" fmla="*/ 588443 h 628139"/>
                <a:gd name="connsiteX3" fmla="*/ 0 w 308735"/>
                <a:gd name="connsiteY3" fmla="*/ 83552 h 628139"/>
                <a:gd name="connsiteX4" fmla="*/ 32253 w 308735"/>
                <a:gd name="connsiteY4" fmla="*/ 44600 h 628139"/>
                <a:gd name="connsiteX5" fmla="*/ 260509 w 308735"/>
                <a:gd name="connsiteY5" fmla="*/ 934 h 628139"/>
                <a:gd name="connsiteX6" fmla="*/ 307802 w 308735"/>
                <a:gd name="connsiteY6" fmla="*/ 31183 h 628139"/>
                <a:gd name="connsiteX7" fmla="*/ 277554 w 308735"/>
                <a:gd name="connsiteY7" fmla="*/ 78476 h 628139"/>
                <a:gd name="connsiteX8" fmla="*/ 275395 w 308735"/>
                <a:gd name="connsiteY8" fmla="*/ 78888 h 628139"/>
                <a:gd name="connsiteX9" fmla="*/ 79443 w 308735"/>
                <a:gd name="connsiteY9" fmla="*/ 116401 h 628139"/>
                <a:gd name="connsiteX10" fmla="*/ 79443 w 308735"/>
                <a:gd name="connsiteY10" fmla="*/ 588443 h 628139"/>
                <a:gd name="connsiteX11" fmla="*/ 39746 w 308735"/>
                <a:gd name="connsiteY11" fmla="*/ 628139 h 628139"/>
                <a:gd name="connsiteX12" fmla="*/ 39697 w 308735"/>
                <a:gd name="connsiteY12" fmla="*/ 628139 h 628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8735" h="628139">
                  <a:moveTo>
                    <a:pt x="39697" y="628139"/>
                  </a:moveTo>
                  <a:lnTo>
                    <a:pt x="39697" y="628139"/>
                  </a:lnTo>
                  <a:cubicBezTo>
                    <a:pt x="17773" y="628139"/>
                    <a:pt x="0" y="610365"/>
                    <a:pt x="0" y="588443"/>
                  </a:cubicBezTo>
                  <a:lnTo>
                    <a:pt x="0" y="83552"/>
                  </a:lnTo>
                  <a:cubicBezTo>
                    <a:pt x="19" y="64514"/>
                    <a:pt x="13552" y="48170"/>
                    <a:pt x="32253" y="44600"/>
                  </a:cubicBezTo>
                  <a:lnTo>
                    <a:pt x="260509" y="934"/>
                  </a:lnTo>
                  <a:cubicBezTo>
                    <a:pt x="281920" y="-3773"/>
                    <a:pt x="303093" y="9770"/>
                    <a:pt x="307802" y="31183"/>
                  </a:cubicBezTo>
                  <a:cubicBezTo>
                    <a:pt x="312506" y="52596"/>
                    <a:pt x="298965" y="73770"/>
                    <a:pt x="277554" y="78476"/>
                  </a:cubicBezTo>
                  <a:cubicBezTo>
                    <a:pt x="276839" y="78633"/>
                    <a:pt x="276120" y="78770"/>
                    <a:pt x="275395" y="78888"/>
                  </a:cubicBezTo>
                  <a:lnTo>
                    <a:pt x="79443" y="116401"/>
                  </a:lnTo>
                  <a:lnTo>
                    <a:pt x="79443" y="588443"/>
                  </a:lnTo>
                  <a:cubicBezTo>
                    <a:pt x="79443" y="610365"/>
                    <a:pt x="61670" y="628139"/>
                    <a:pt x="39746" y="628139"/>
                  </a:cubicBezTo>
                  <a:cubicBezTo>
                    <a:pt x="39730" y="628139"/>
                    <a:pt x="39713" y="628139"/>
                    <a:pt x="39697" y="62813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8510801C-5316-004E-BEC1-9E212CDDB3CA}"/>
                </a:ext>
              </a:extLst>
            </p:cNvPr>
            <p:cNvSpPr/>
            <p:nvPr/>
          </p:nvSpPr>
          <p:spPr>
            <a:xfrm>
              <a:off x="4421960" y="4944705"/>
              <a:ext cx="150780" cy="167451"/>
            </a:xfrm>
            <a:custGeom>
              <a:avLst/>
              <a:gdLst>
                <a:gd name="connsiteX0" fmla="*/ 111306 w 150780"/>
                <a:gd name="connsiteY0" fmla="*/ 167451 h 167451"/>
                <a:gd name="connsiteX1" fmla="*/ 80442 w 150780"/>
                <a:gd name="connsiteY1" fmla="*/ 152565 h 167451"/>
                <a:gd name="connsiteX2" fmla="*/ 8888 w 150780"/>
                <a:gd name="connsiteY2" fmla="*/ 64737 h 167451"/>
                <a:gd name="connsiteX3" fmla="*/ 14669 w 150780"/>
                <a:gd name="connsiteY3" fmla="*/ 8888 h 167451"/>
                <a:gd name="connsiteX4" fmla="*/ 70517 w 150780"/>
                <a:gd name="connsiteY4" fmla="*/ 14669 h 167451"/>
                <a:gd name="connsiteX5" fmla="*/ 142071 w 150780"/>
                <a:gd name="connsiteY5" fmla="*/ 102746 h 167451"/>
                <a:gd name="connsiteX6" fmla="*/ 135894 w 150780"/>
                <a:gd name="connsiteY6" fmla="*/ 158544 h 167451"/>
                <a:gd name="connsiteX7" fmla="*/ 111306 w 150780"/>
                <a:gd name="connsiteY7" fmla="*/ 167253 h 16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780" h="167451">
                  <a:moveTo>
                    <a:pt x="111306" y="167451"/>
                  </a:moveTo>
                  <a:cubicBezTo>
                    <a:pt x="99295" y="167414"/>
                    <a:pt x="87948" y="161941"/>
                    <a:pt x="80442" y="152565"/>
                  </a:cubicBezTo>
                  <a:lnTo>
                    <a:pt x="8888" y="64737"/>
                  </a:lnTo>
                  <a:cubicBezTo>
                    <a:pt x="-4937" y="47718"/>
                    <a:pt x="-2349" y="22714"/>
                    <a:pt x="14669" y="8888"/>
                  </a:cubicBezTo>
                  <a:cubicBezTo>
                    <a:pt x="31688" y="-4937"/>
                    <a:pt x="56692" y="-2349"/>
                    <a:pt x="70517" y="14669"/>
                  </a:cubicBezTo>
                  <a:lnTo>
                    <a:pt x="142071" y="102746"/>
                  </a:lnTo>
                  <a:cubicBezTo>
                    <a:pt x="155773" y="119860"/>
                    <a:pt x="153008" y="144842"/>
                    <a:pt x="135894" y="158544"/>
                  </a:cubicBezTo>
                  <a:cubicBezTo>
                    <a:pt x="128913" y="164134"/>
                    <a:pt x="120249" y="167203"/>
                    <a:pt x="111306" y="1672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19350B19-7EF7-254D-99A6-D2209A326711}"/>
                </a:ext>
              </a:extLst>
            </p:cNvPr>
            <p:cNvSpPr/>
            <p:nvPr/>
          </p:nvSpPr>
          <p:spPr>
            <a:xfrm>
              <a:off x="4423902" y="4768517"/>
              <a:ext cx="285368" cy="212987"/>
            </a:xfrm>
            <a:custGeom>
              <a:avLst/>
              <a:gdLst>
                <a:gd name="connsiteX0" fmla="*/ 39697 w 285368"/>
                <a:gd name="connsiteY0" fmla="*/ 212988 h 212987"/>
                <a:gd name="connsiteX1" fmla="*/ 0 w 285368"/>
                <a:gd name="connsiteY1" fmla="*/ 173291 h 212987"/>
                <a:gd name="connsiteX2" fmla="*/ 0 w 285368"/>
                <a:gd name="connsiteY2" fmla="*/ 71221 h 212987"/>
                <a:gd name="connsiteX3" fmla="*/ 33692 w 285368"/>
                <a:gd name="connsiteY3" fmla="*/ 31971 h 212987"/>
                <a:gd name="connsiteX4" fmla="*/ 239668 w 285368"/>
                <a:gd name="connsiteY4" fmla="*/ 462 h 212987"/>
                <a:gd name="connsiteX5" fmla="*/ 284912 w 285368"/>
                <a:gd name="connsiteY5" fmla="*/ 33698 h 212987"/>
                <a:gd name="connsiteX6" fmla="*/ 285369 w 285368"/>
                <a:gd name="connsiteY6" fmla="*/ 39712 h 212987"/>
                <a:gd name="connsiteX7" fmla="*/ 285369 w 285368"/>
                <a:gd name="connsiteY7" fmla="*/ 151259 h 212987"/>
                <a:gd name="connsiteX8" fmla="*/ 245672 w 285368"/>
                <a:gd name="connsiteY8" fmla="*/ 190956 h 212987"/>
                <a:gd name="connsiteX9" fmla="*/ 205976 w 285368"/>
                <a:gd name="connsiteY9" fmla="*/ 151259 h 212987"/>
                <a:gd name="connsiteX10" fmla="*/ 205976 w 285368"/>
                <a:gd name="connsiteY10" fmla="*/ 85959 h 212987"/>
                <a:gd name="connsiteX11" fmla="*/ 79393 w 285368"/>
                <a:gd name="connsiteY11" fmla="*/ 105311 h 212987"/>
                <a:gd name="connsiteX12" fmla="*/ 79393 w 285368"/>
                <a:gd name="connsiteY12" fmla="*/ 173291 h 212987"/>
                <a:gd name="connsiteX13" fmla="*/ 39697 w 285368"/>
                <a:gd name="connsiteY13" fmla="*/ 212988 h 21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368" h="212987">
                  <a:moveTo>
                    <a:pt x="39697" y="212988"/>
                  </a:moveTo>
                  <a:cubicBezTo>
                    <a:pt x="17773" y="212988"/>
                    <a:pt x="0" y="195215"/>
                    <a:pt x="0" y="173291"/>
                  </a:cubicBezTo>
                  <a:lnTo>
                    <a:pt x="0" y="71221"/>
                  </a:lnTo>
                  <a:cubicBezTo>
                    <a:pt x="-5" y="51612"/>
                    <a:pt x="14309" y="34937"/>
                    <a:pt x="33692" y="31971"/>
                  </a:cubicBezTo>
                  <a:lnTo>
                    <a:pt x="239668" y="462"/>
                  </a:lnTo>
                  <a:cubicBezTo>
                    <a:pt x="261338" y="-2854"/>
                    <a:pt x="281598" y="12026"/>
                    <a:pt x="284912" y="33698"/>
                  </a:cubicBezTo>
                  <a:cubicBezTo>
                    <a:pt x="285215" y="35688"/>
                    <a:pt x="285369" y="37699"/>
                    <a:pt x="285369" y="39712"/>
                  </a:cubicBezTo>
                  <a:lnTo>
                    <a:pt x="285369" y="151259"/>
                  </a:lnTo>
                  <a:cubicBezTo>
                    <a:pt x="285369" y="173183"/>
                    <a:pt x="267595" y="190956"/>
                    <a:pt x="245672" y="190956"/>
                  </a:cubicBezTo>
                  <a:cubicBezTo>
                    <a:pt x="223750" y="190956"/>
                    <a:pt x="205976" y="173183"/>
                    <a:pt x="205976" y="151259"/>
                  </a:cubicBezTo>
                  <a:lnTo>
                    <a:pt x="205976" y="85959"/>
                  </a:lnTo>
                  <a:lnTo>
                    <a:pt x="79393" y="105311"/>
                  </a:lnTo>
                  <a:lnTo>
                    <a:pt x="79393" y="173291"/>
                  </a:lnTo>
                  <a:cubicBezTo>
                    <a:pt x="79393" y="195215"/>
                    <a:pt x="61621" y="212988"/>
                    <a:pt x="39697" y="2129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D71512BA-3EDA-AD4C-85E8-888DF9A037BD}"/>
              </a:ext>
            </a:extLst>
          </p:cNvPr>
          <p:cNvGrpSpPr>
            <a:grpSpLocks noChangeAspect="1"/>
          </p:cNvGrpSpPr>
          <p:nvPr/>
        </p:nvGrpSpPr>
        <p:grpSpPr>
          <a:xfrm>
            <a:off x="5475343" y="4778456"/>
            <a:ext cx="834223" cy="828914"/>
            <a:chOff x="5475343" y="4778456"/>
            <a:chExt cx="834223" cy="828914"/>
          </a:xfrm>
        </p:grpSpPr>
        <p:grpSp>
          <p:nvGrpSpPr>
            <p:cNvPr id="146" name="Picture Placeholder 68">
              <a:extLst>
                <a:ext uri="{FF2B5EF4-FFF2-40B4-BE49-F238E27FC236}">
                  <a16:creationId xmlns:a16="http://schemas.microsoft.com/office/drawing/2014/main" id="{76299AE6-1738-D944-9DED-D2B7CB50A80E}"/>
                </a:ext>
              </a:extLst>
            </p:cNvPr>
            <p:cNvGrpSpPr/>
            <p:nvPr/>
          </p:nvGrpSpPr>
          <p:grpSpPr>
            <a:xfrm>
              <a:off x="5475343" y="4778456"/>
              <a:ext cx="637031" cy="828914"/>
              <a:chOff x="5475343" y="4778456"/>
              <a:chExt cx="637031" cy="828914"/>
            </a:xfrm>
            <a:solidFill>
              <a:srgbClr val="C42828"/>
            </a:solidFill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911490-4529-0D40-AC95-29F082FE0086}"/>
                  </a:ext>
                </a:extLst>
              </p:cNvPr>
              <p:cNvSpPr/>
              <p:nvPr/>
            </p:nvSpPr>
            <p:spPr>
              <a:xfrm>
                <a:off x="5475343" y="4778456"/>
                <a:ext cx="637031" cy="828914"/>
              </a:xfrm>
              <a:custGeom>
                <a:avLst/>
                <a:gdLst>
                  <a:gd name="connsiteX0" fmla="*/ 597285 w 637031"/>
                  <a:gd name="connsiteY0" fmla="*/ 828915 h 828914"/>
                  <a:gd name="connsiteX1" fmla="*/ 39697 w 637031"/>
                  <a:gd name="connsiteY1" fmla="*/ 828915 h 828914"/>
                  <a:gd name="connsiteX2" fmla="*/ 0 w 637031"/>
                  <a:gd name="connsiteY2" fmla="*/ 789218 h 828914"/>
                  <a:gd name="connsiteX3" fmla="*/ 0 w 637031"/>
                  <a:gd name="connsiteY3" fmla="*/ 39698 h 828914"/>
                  <a:gd name="connsiteX4" fmla="*/ 39697 w 637031"/>
                  <a:gd name="connsiteY4" fmla="*/ 1 h 828914"/>
                  <a:gd name="connsiteX5" fmla="*/ 411257 w 637031"/>
                  <a:gd name="connsiteY5" fmla="*/ 1 h 828914"/>
                  <a:gd name="connsiteX6" fmla="*/ 439491 w 637031"/>
                  <a:gd name="connsiteY6" fmla="*/ 11513 h 828914"/>
                  <a:gd name="connsiteX7" fmla="*/ 625519 w 637031"/>
                  <a:gd name="connsiteY7" fmla="*/ 199228 h 828914"/>
                  <a:gd name="connsiteX8" fmla="*/ 637031 w 637031"/>
                  <a:gd name="connsiteY8" fmla="*/ 227164 h 828914"/>
                  <a:gd name="connsiteX9" fmla="*/ 637031 w 637031"/>
                  <a:gd name="connsiteY9" fmla="*/ 387886 h 828914"/>
                  <a:gd name="connsiteX10" fmla="*/ 597335 w 637031"/>
                  <a:gd name="connsiteY10" fmla="*/ 427582 h 828914"/>
                  <a:gd name="connsiteX11" fmla="*/ 557638 w 637031"/>
                  <a:gd name="connsiteY11" fmla="*/ 387886 h 828914"/>
                  <a:gd name="connsiteX12" fmla="*/ 557638 w 637031"/>
                  <a:gd name="connsiteY12" fmla="*/ 243490 h 828914"/>
                  <a:gd name="connsiteX13" fmla="*/ 394832 w 637031"/>
                  <a:gd name="connsiteY13" fmla="*/ 79394 h 828914"/>
                  <a:gd name="connsiteX14" fmla="*/ 79393 w 637031"/>
                  <a:gd name="connsiteY14" fmla="*/ 79394 h 828914"/>
                  <a:gd name="connsiteX15" fmla="*/ 79393 w 637031"/>
                  <a:gd name="connsiteY15" fmla="*/ 749770 h 828914"/>
                  <a:gd name="connsiteX16" fmla="*/ 557588 w 637031"/>
                  <a:gd name="connsiteY16" fmla="*/ 749770 h 828914"/>
                  <a:gd name="connsiteX17" fmla="*/ 557588 w 637031"/>
                  <a:gd name="connsiteY17" fmla="*/ 684221 h 828914"/>
                  <a:gd name="connsiteX18" fmla="*/ 597285 w 637031"/>
                  <a:gd name="connsiteY18" fmla="*/ 644524 h 828914"/>
                  <a:gd name="connsiteX19" fmla="*/ 636982 w 637031"/>
                  <a:gd name="connsiteY19" fmla="*/ 684221 h 828914"/>
                  <a:gd name="connsiteX20" fmla="*/ 636982 w 637031"/>
                  <a:gd name="connsiteY20" fmla="*/ 789218 h 828914"/>
                  <a:gd name="connsiteX21" fmla="*/ 597285 w 637031"/>
                  <a:gd name="connsiteY21" fmla="*/ 828915 h 828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37031" h="828914">
                    <a:moveTo>
                      <a:pt x="597285" y="828915"/>
                    </a:moveTo>
                    <a:lnTo>
                      <a:pt x="39697" y="828915"/>
                    </a:lnTo>
                    <a:cubicBezTo>
                      <a:pt x="17773" y="828915"/>
                      <a:pt x="0" y="811140"/>
                      <a:pt x="0" y="789218"/>
                    </a:cubicBezTo>
                    <a:lnTo>
                      <a:pt x="0" y="39698"/>
                    </a:lnTo>
                    <a:cubicBezTo>
                      <a:pt x="0" y="17774"/>
                      <a:pt x="17773" y="1"/>
                      <a:pt x="39697" y="1"/>
                    </a:cubicBezTo>
                    <a:lnTo>
                      <a:pt x="411257" y="1"/>
                    </a:lnTo>
                    <a:cubicBezTo>
                      <a:pt x="421825" y="-73"/>
                      <a:pt x="431987" y="4070"/>
                      <a:pt x="439491" y="11513"/>
                    </a:cubicBezTo>
                    <a:lnTo>
                      <a:pt x="625519" y="199228"/>
                    </a:lnTo>
                    <a:cubicBezTo>
                      <a:pt x="632888" y="206659"/>
                      <a:pt x="637026" y="216699"/>
                      <a:pt x="637031" y="227164"/>
                    </a:cubicBezTo>
                    <a:lnTo>
                      <a:pt x="637031" y="387886"/>
                    </a:lnTo>
                    <a:cubicBezTo>
                      <a:pt x="637031" y="409810"/>
                      <a:pt x="619257" y="427582"/>
                      <a:pt x="597335" y="427582"/>
                    </a:cubicBezTo>
                    <a:cubicBezTo>
                      <a:pt x="575412" y="427582"/>
                      <a:pt x="557638" y="409810"/>
                      <a:pt x="557638" y="387886"/>
                    </a:cubicBezTo>
                    <a:lnTo>
                      <a:pt x="557638" y="243490"/>
                    </a:lnTo>
                    <a:lnTo>
                      <a:pt x="394832" y="79394"/>
                    </a:lnTo>
                    <a:lnTo>
                      <a:pt x="79393" y="79394"/>
                    </a:lnTo>
                    <a:lnTo>
                      <a:pt x="79393" y="749770"/>
                    </a:lnTo>
                    <a:lnTo>
                      <a:pt x="557588" y="749770"/>
                    </a:lnTo>
                    <a:lnTo>
                      <a:pt x="557588" y="684221"/>
                    </a:lnTo>
                    <a:cubicBezTo>
                      <a:pt x="557588" y="662298"/>
                      <a:pt x="575362" y="644524"/>
                      <a:pt x="597285" y="644524"/>
                    </a:cubicBezTo>
                    <a:cubicBezTo>
                      <a:pt x="619207" y="644524"/>
                      <a:pt x="636982" y="662298"/>
                      <a:pt x="636982" y="684221"/>
                    </a:cubicBezTo>
                    <a:lnTo>
                      <a:pt x="636982" y="789218"/>
                    </a:lnTo>
                    <a:cubicBezTo>
                      <a:pt x="636982" y="811140"/>
                      <a:pt x="619207" y="828915"/>
                      <a:pt x="597285" y="82891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9BD8C85-5855-064B-BB37-051EE8DE7719}"/>
                  </a:ext>
                </a:extLst>
              </p:cNvPr>
              <p:cNvSpPr/>
              <p:nvPr/>
            </p:nvSpPr>
            <p:spPr>
              <a:xfrm>
                <a:off x="5832017" y="4778457"/>
                <a:ext cx="265421" cy="266860"/>
              </a:xfrm>
              <a:custGeom>
                <a:avLst/>
                <a:gdLst>
                  <a:gd name="connsiteX0" fmla="*/ 225725 w 265421"/>
                  <a:gd name="connsiteY0" fmla="*/ 266860 h 266860"/>
                  <a:gd name="connsiteX1" fmla="*/ 39697 w 265421"/>
                  <a:gd name="connsiteY1" fmla="*/ 266860 h 266860"/>
                  <a:gd name="connsiteX2" fmla="*/ 0 w 265421"/>
                  <a:gd name="connsiteY2" fmla="*/ 227164 h 266860"/>
                  <a:gd name="connsiteX3" fmla="*/ 0 w 265421"/>
                  <a:gd name="connsiteY3" fmla="*/ 39697 h 266860"/>
                  <a:gd name="connsiteX4" fmla="*/ 39697 w 265421"/>
                  <a:gd name="connsiteY4" fmla="*/ 0 h 266860"/>
                  <a:gd name="connsiteX5" fmla="*/ 79393 w 265421"/>
                  <a:gd name="connsiteY5" fmla="*/ 39697 h 266860"/>
                  <a:gd name="connsiteX6" fmla="*/ 79393 w 265421"/>
                  <a:gd name="connsiteY6" fmla="*/ 187467 h 266860"/>
                  <a:gd name="connsiteX7" fmla="*/ 225725 w 265421"/>
                  <a:gd name="connsiteY7" fmla="*/ 187467 h 266860"/>
                  <a:gd name="connsiteX8" fmla="*/ 265421 w 265421"/>
                  <a:gd name="connsiteY8" fmla="*/ 227164 h 266860"/>
                  <a:gd name="connsiteX9" fmla="*/ 225725 w 265421"/>
                  <a:gd name="connsiteY9" fmla="*/ 266860 h 26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6860">
                    <a:moveTo>
                      <a:pt x="225725" y="266860"/>
                    </a:moveTo>
                    <a:lnTo>
                      <a:pt x="39697" y="266860"/>
                    </a:lnTo>
                    <a:cubicBezTo>
                      <a:pt x="17773" y="266860"/>
                      <a:pt x="0" y="249087"/>
                      <a:pt x="0" y="22716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7467"/>
                    </a:lnTo>
                    <a:lnTo>
                      <a:pt x="225725" y="187467"/>
                    </a:lnTo>
                    <a:cubicBezTo>
                      <a:pt x="247647" y="187467"/>
                      <a:pt x="265421" y="205240"/>
                      <a:pt x="265421" y="227164"/>
                    </a:cubicBezTo>
                    <a:cubicBezTo>
                      <a:pt x="265421" y="249087"/>
                      <a:pt x="247647" y="266860"/>
                      <a:pt x="225725" y="26686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740276F0-BCD8-9040-B7D0-C2B5562FFCA1}"/>
                </a:ext>
              </a:extLst>
            </p:cNvPr>
            <p:cNvSpPr/>
            <p:nvPr/>
          </p:nvSpPr>
          <p:spPr>
            <a:xfrm>
              <a:off x="5633981" y="5112007"/>
              <a:ext cx="503600" cy="247011"/>
            </a:xfrm>
            <a:custGeom>
              <a:avLst/>
              <a:gdLst>
                <a:gd name="connsiteX0" fmla="*/ 125392 w 503600"/>
                <a:gd name="connsiteY0" fmla="*/ 247012 h 247011"/>
                <a:gd name="connsiteX1" fmla="*/ 123506 w 503600"/>
                <a:gd name="connsiteY1" fmla="*/ 247012 h 247011"/>
                <a:gd name="connsiteX2" fmla="*/ 0 w 503600"/>
                <a:gd name="connsiteY2" fmla="*/ 123506 h 247011"/>
                <a:gd name="connsiteX3" fmla="*/ 123506 w 503600"/>
                <a:gd name="connsiteY3" fmla="*/ 0 h 247011"/>
                <a:gd name="connsiteX4" fmla="*/ 380095 w 503600"/>
                <a:gd name="connsiteY4" fmla="*/ 0 h 247011"/>
                <a:gd name="connsiteX5" fmla="*/ 503601 w 503600"/>
                <a:gd name="connsiteY5" fmla="*/ 123506 h 247011"/>
                <a:gd name="connsiteX6" fmla="*/ 380095 w 503600"/>
                <a:gd name="connsiteY6" fmla="*/ 247012 h 247011"/>
                <a:gd name="connsiteX7" fmla="*/ 380095 w 503600"/>
                <a:gd name="connsiteY7" fmla="*/ 247012 h 247011"/>
                <a:gd name="connsiteX8" fmla="*/ 340398 w 503600"/>
                <a:gd name="connsiteY8" fmla="*/ 207315 h 247011"/>
                <a:gd name="connsiteX9" fmla="*/ 380095 w 503600"/>
                <a:gd name="connsiteY9" fmla="*/ 167619 h 247011"/>
                <a:gd name="connsiteX10" fmla="*/ 380095 w 503600"/>
                <a:gd name="connsiteY10" fmla="*/ 167619 h 247011"/>
                <a:gd name="connsiteX11" fmla="*/ 424208 w 503600"/>
                <a:gd name="connsiteY11" fmla="*/ 123506 h 247011"/>
                <a:gd name="connsiteX12" fmla="*/ 380095 w 503600"/>
                <a:gd name="connsiteY12" fmla="*/ 79393 h 247011"/>
                <a:gd name="connsiteX13" fmla="*/ 123605 w 503600"/>
                <a:gd name="connsiteY13" fmla="*/ 79393 h 247011"/>
                <a:gd name="connsiteX14" fmla="*/ 79492 w 503600"/>
                <a:gd name="connsiteY14" fmla="*/ 123506 h 247011"/>
                <a:gd name="connsiteX15" fmla="*/ 123605 w 503600"/>
                <a:gd name="connsiteY15" fmla="*/ 167619 h 247011"/>
                <a:gd name="connsiteX16" fmla="*/ 125441 w 503600"/>
                <a:gd name="connsiteY16" fmla="*/ 167619 h 247011"/>
                <a:gd name="connsiteX17" fmla="*/ 165138 w 503600"/>
                <a:gd name="connsiteY17" fmla="*/ 207315 h 247011"/>
                <a:gd name="connsiteX18" fmla="*/ 125441 w 503600"/>
                <a:gd name="connsiteY18" fmla="*/ 247012 h 24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600" h="247011">
                  <a:moveTo>
                    <a:pt x="125392" y="247012"/>
                  </a:moveTo>
                  <a:lnTo>
                    <a:pt x="123506" y="247012"/>
                  </a:lnTo>
                  <a:cubicBezTo>
                    <a:pt x="55295" y="247012"/>
                    <a:pt x="0" y="191714"/>
                    <a:pt x="0" y="123506"/>
                  </a:cubicBezTo>
                  <a:cubicBezTo>
                    <a:pt x="0" y="55295"/>
                    <a:pt x="55295" y="0"/>
                    <a:pt x="123506" y="0"/>
                  </a:cubicBezTo>
                  <a:lnTo>
                    <a:pt x="380095" y="0"/>
                  </a:lnTo>
                  <a:cubicBezTo>
                    <a:pt x="448304" y="0"/>
                    <a:pt x="503601" y="55295"/>
                    <a:pt x="503601" y="123506"/>
                  </a:cubicBezTo>
                  <a:cubicBezTo>
                    <a:pt x="503601" y="191714"/>
                    <a:pt x="448304" y="247012"/>
                    <a:pt x="380095" y="247012"/>
                  </a:cubicBezTo>
                  <a:lnTo>
                    <a:pt x="380095" y="247012"/>
                  </a:lnTo>
                  <a:cubicBezTo>
                    <a:pt x="358172" y="247012"/>
                    <a:pt x="340398" y="229238"/>
                    <a:pt x="340398" y="207315"/>
                  </a:cubicBezTo>
                  <a:cubicBezTo>
                    <a:pt x="340398" y="185393"/>
                    <a:pt x="358172" y="167619"/>
                    <a:pt x="380095" y="167619"/>
                  </a:cubicBezTo>
                  <a:lnTo>
                    <a:pt x="380095" y="167619"/>
                  </a:lnTo>
                  <a:cubicBezTo>
                    <a:pt x="404459" y="167619"/>
                    <a:pt x="424208" y="147870"/>
                    <a:pt x="424208" y="123506"/>
                  </a:cubicBezTo>
                  <a:cubicBezTo>
                    <a:pt x="424208" y="99143"/>
                    <a:pt x="404459" y="79393"/>
                    <a:pt x="380095" y="79393"/>
                  </a:cubicBezTo>
                  <a:lnTo>
                    <a:pt x="123605" y="79393"/>
                  </a:lnTo>
                  <a:cubicBezTo>
                    <a:pt x="99242" y="79393"/>
                    <a:pt x="79492" y="99143"/>
                    <a:pt x="79492" y="123506"/>
                  </a:cubicBezTo>
                  <a:cubicBezTo>
                    <a:pt x="79492" y="147870"/>
                    <a:pt x="99242" y="167619"/>
                    <a:pt x="123605" y="167619"/>
                  </a:cubicBezTo>
                  <a:lnTo>
                    <a:pt x="125441" y="167619"/>
                  </a:lnTo>
                  <a:cubicBezTo>
                    <a:pt x="147365" y="167619"/>
                    <a:pt x="165138" y="185393"/>
                    <a:pt x="165138" y="207315"/>
                  </a:cubicBezTo>
                  <a:cubicBezTo>
                    <a:pt x="165138" y="229238"/>
                    <a:pt x="147365" y="247012"/>
                    <a:pt x="125441" y="24701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130DC41-517C-634A-8B98-81AB71182A94}"/>
                </a:ext>
              </a:extLst>
            </p:cNvPr>
            <p:cNvSpPr/>
            <p:nvPr/>
          </p:nvSpPr>
          <p:spPr>
            <a:xfrm>
              <a:off x="5806855" y="5230650"/>
              <a:ext cx="502711" cy="247011"/>
            </a:xfrm>
            <a:custGeom>
              <a:avLst/>
              <a:gdLst>
                <a:gd name="connsiteX0" fmla="*/ 122865 w 502711"/>
                <a:gd name="connsiteY0" fmla="*/ 246913 h 247011"/>
                <a:gd name="connsiteX1" fmla="*/ 2 w 502711"/>
                <a:gd name="connsiteY1" fmla="*/ 122767 h 247011"/>
                <a:gd name="connsiteX2" fmla="*/ 118598 w 502711"/>
                <a:gd name="connsiteY2" fmla="*/ 0 h 247011"/>
                <a:gd name="connsiteX3" fmla="*/ 121029 w 502711"/>
                <a:gd name="connsiteY3" fmla="*/ 0 h 247011"/>
                <a:gd name="connsiteX4" fmla="*/ 122865 w 502711"/>
                <a:gd name="connsiteY4" fmla="*/ 0 h 247011"/>
                <a:gd name="connsiteX5" fmla="*/ 162562 w 502711"/>
                <a:gd name="connsiteY5" fmla="*/ 39697 h 247011"/>
                <a:gd name="connsiteX6" fmla="*/ 122865 w 502711"/>
                <a:gd name="connsiteY6" fmla="*/ 79393 h 247011"/>
                <a:gd name="connsiteX7" fmla="*/ 78752 w 502711"/>
                <a:gd name="connsiteY7" fmla="*/ 123506 h 247011"/>
                <a:gd name="connsiteX8" fmla="*/ 122865 w 502711"/>
                <a:gd name="connsiteY8" fmla="*/ 167619 h 247011"/>
                <a:gd name="connsiteX9" fmla="*/ 379206 w 502711"/>
                <a:gd name="connsiteY9" fmla="*/ 167619 h 247011"/>
                <a:gd name="connsiteX10" fmla="*/ 423319 w 502711"/>
                <a:gd name="connsiteY10" fmla="*/ 123506 h 247011"/>
                <a:gd name="connsiteX11" fmla="*/ 379206 w 502711"/>
                <a:gd name="connsiteY11" fmla="*/ 79393 h 247011"/>
                <a:gd name="connsiteX12" fmla="*/ 339509 w 502711"/>
                <a:gd name="connsiteY12" fmla="*/ 39697 h 247011"/>
                <a:gd name="connsiteX13" fmla="*/ 379206 w 502711"/>
                <a:gd name="connsiteY13" fmla="*/ 0 h 247011"/>
                <a:gd name="connsiteX14" fmla="*/ 379206 w 502711"/>
                <a:gd name="connsiteY14" fmla="*/ 0 h 247011"/>
                <a:gd name="connsiteX15" fmla="*/ 502712 w 502711"/>
                <a:gd name="connsiteY15" fmla="*/ 123506 h 247011"/>
                <a:gd name="connsiteX16" fmla="*/ 379206 w 502711"/>
                <a:gd name="connsiteY16" fmla="*/ 247012 h 247011"/>
                <a:gd name="connsiteX17" fmla="*/ 122865 w 502711"/>
                <a:gd name="connsiteY17" fmla="*/ 247012 h 24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2711" h="247011">
                  <a:moveTo>
                    <a:pt x="122865" y="246913"/>
                  </a:moveTo>
                  <a:cubicBezTo>
                    <a:pt x="54655" y="246560"/>
                    <a:pt x="-352" y="190975"/>
                    <a:pt x="2" y="122767"/>
                  </a:cubicBezTo>
                  <a:cubicBezTo>
                    <a:pt x="345" y="56716"/>
                    <a:pt x="52597" y="2625"/>
                    <a:pt x="118598" y="0"/>
                  </a:cubicBezTo>
                  <a:lnTo>
                    <a:pt x="121029" y="0"/>
                  </a:lnTo>
                  <a:lnTo>
                    <a:pt x="122865" y="0"/>
                  </a:lnTo>
                  <a:cubicBezTo>
                    <a:pt x="144789" y="0"/>
                    <a:pt x="162562" y="17773"/>
                    <a:pt x="162562" y="39697"/>
                  </a:cubicBezTo>
                  <a:cubicBezTo>
                    <a:pt x="162562" y="61619"/>
                    <a:pt x="144789" y="79393"/>
                    <a:pt x="122865" y="79393"/>
                  </a:cubicBezTo>
                  <a:cubicBezTo>
                    <a:pt x="98502" y="79393"/>
                    <a:pt x="78752" y="99142"/>
                    <a:pt x="78752" y="123506"/>
                  </a:cubicBezTo>
                  <a:cubicBezTo>
                    <a:pt x="78752" y="147870"/>
                    <a:pt x="98502" y="167619"/>
                    <a:pt x="122865" y="167619"/>
                  </a:cubicBezTo>
                  <a:lnTo>
                    <a:pt x="379206" y="167619"/>
                  </a:lnTo>
                  <a:cubicBezTo>
                    <a:pt x="403570" y="167619"/>
                    <a:pt x="423319" y="147870"/>
                    <a:pt x="423319" y="123506"/>
                  </a:cubicBezTo>
                  <a:cubicBezTo>
                    <a:pt x="423319" y="99142"/>
                    <a:pt x="403570" y="79393"/>
                    <a:pt x="379206" y="79393"/>
                  </a:cubicBezTo>
                  <a:cubicBezTo>
                    <a:pt x="357283" y="79393"/>
                    <a:pt x="339509" y="61619"/>
                    <a:pt x="339509" y="39697"/>
                  </a:cubicBezTo>
                  <a:cubicBezTo>
                    <a:pt x="339509" y="17773"/>
                    <a:pt x="357283" y="0"/>
                    <a:pt x="379206" y="0"/>
                  </a:cubicBezTo>
                  <a:lnTo>
                    <a:pt x="379206" y="0"/>
                  </a:lnTo>
                  <a:cubicBezTo>
                    <a:pt x="447415" y="0"/>
                    <a:pt x="502712" y="55297"/>
                    <a:pt x="502712" y="123506"/>
                  </a:cubicBezTo>
                  <a:cubicBezTo>
                    <a:pt x="502712" y="191715"/>
                    <a:pt x="447415" y="247012"/>
                    <a:pt x="379206" y="247012"/>
                  </a:cubicBezTo>
                  <a:lnTo>
                    <a:pt x="122865" y="247012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BADC4C2F-0329-1F4D-9BDF-159F5C6930B1}"/>
              </a:ext>
            </a:extLst>
          </p:cNvPr>
          <p:cNvGrpSpPr>
            <a:grpSpLocks noChangeAspect="1"/>
          </p:cNvGrpSpPr>
          <p:nvPr/>
        </p:nvGrpSpPr>
        <p:grpSpPr>
          <a:xfrm>
            <a:off x="6788625" y="4881911"/>
            <a:ext cx="842758" cy="621900"/>
            <a:chOff x="6788625" y="4881911"/>
            <a:chExt cx="842758" cy="621900"/>
          </a:xfrm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2C2D9313-3624-E541-AF14-E69B6E1FE3C4}"/>
                </a:ext>
              </a:extLst>
            </p:cNvPr>
            <p:cNvSpPr/>
            <p:nvPr/>
          </p:nvSpPr>
          <p:spPr>
            <a:xfrm>
              <a:off x="6788625" y="4881911"/>
              <a:ext cx="454762" cy="462866"/>
            </a:xfrm>
            <a:custGeom>
              <a:avLst/>
              <a:gdLst>
                <a:gd name="connsiteX0" fmla="*/ 283095 w 454762"/>
                <a:gd name="connsiteY0" fmla="*/ 462867 h 462866"/>
                <a:gd name="connsiteX1" fmla="*/ 153486 w 454762"/>
                <a:gd name="connsiteY1" fmla="*/ 409723 h 462866"/>
                <a:gd name="connsiteX2" fmla="*/ 9 w 454762"/>
                <a:gd name="connsiteY2" fmla="*/ 41190 h 462866"/>
                <a:gd name="connsiteX3" fmla="*/ 37175 w 454762"/>
                <a:gd name="connsiteY3" fmla="*/ 749 h 462866"/>
                <a:gd name="connsiteX4" fmla="*/ 265083 w 454762"/>
                <a:gd name="connsiteY4" fmla="*/ 40446 h 462866"/>
                <a:gd name="connsiteX5" fmla="*/ 447538 w 454762"/>
                <a:gd name="connsiteY5" fmla="*/ 216351 h 462866"/>
                <a:gd name="connsiteX6" fmla="*/ 421934 w 454762"/>
                <a:gd name="connsiteY6" fmla="*/ 397715 h 462866"/>
                <a:gd name="connsiteX7" fmla="*/ 417716 w 454762"/>
                <a:gd name="connsiteY7" fmla="*/ 403322 h 462866"/>
                <a:gd name="connsiteX8" fmla="*/ 283095 w 454762"/>
                <a:gd name="connsiteY8" fmla="*/ 462867 h 462866"/>
                <a:gd name="connsiteX9" fmla="*/ 83123 w 454762"/>
                <a:gd name="connsiteY9" fmla="*/ 80143 h 462866"/>
                <a:gd name="connsiteX10" fmla="*/ 204645 w 454762"/>
                <a:gd name="connsiteY10" fmla="*/ 348987 h 462866"/>
                <a:gd name="connsiteX11" fmla="*/ 312322 w 454762"/>
                <a:gd name="connsiteY11" fmla="*/ 378760 h 462866"/>
                <a:gd name="connsiteX12" fmla="*/ 356186 w 454762"/>
                <a:gd name="connsiteY12" fmla="*/ 352907 h 462866"/>
                <a:gd name="connsiteX13" fmla="*/ 370527 w 454762"/>
                <a:gd name="connsiteY13" fmla="*/ 236745 h 462866"/>
                <a:gd name="connsiteX14" fmla="*/ 235310 w 454762"/>
                <a:gd name="connsiteY14" fmla="*/ 114381 h 462866"/>
                <a:gd name="connsiteX15" fmla="*/ 83123 w 454762"/>
                <a:gd name="connsiteY15" fmla="*/ 80143 h 462866"/>
                <a:gd name="connsiteX16" fmla="*/ 388192 w 454762"/>
                <a:gd name="connsiteY16" fmla="*/ 376874 h 462866"/>
                <a:gd name="connsiteX17" fmla="*/ 388192 w 454762"/>
                <a:gd name="connsiteY17" fmla="*/ 376874 h 462866"/>
                <a:gd name="connsiteX18" fmla="*/ 388192 w 454762"/>
                <a:gd name="connsiteY18" fmla="*/ 376874 h 462866"/>
                <a:gd name="connsiteX19" fmla="*/ 388192 w 454762"/>
                <a:gd name="connsiteY19" fmla="*/ 376874 h 46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762" h="462866">
                  <a:moveTo>
                    <a:pt x="283095" y="462867"/>
                  </a:moveTo>
                  <a:cubicBezTo>
                    <a:pt x="244837" y="462867"/>
                    <a:pt x="200625" y="449420"/>
                    <a:pt x="153486" y="409723"/>
                  </a:cubicBezTo>
                  <a:cubicBezTo>
                    <a:pt x="8246" y="287359"/>
                    <a:pt x="306" y="51214"/>
                    <a:pt x="9" y="41190"/>
                  </a:cubicBezTo>
                  <a:cubicBezTo>
                    <a:pt x="-433" y="19932"/>
                    <a:pt x="15954" y="2101"/>
                    <a:pt x="37175" y="749"/>
                  </a:cubicBezTo>
                  <a:cubicBezTo>
                    <a:pt x="103815" y="-3716"/>
                    <a:pt x="193182" y="12063"/>
                    <a:pt x="265083" y="40446"/>
                  </a:cubicBezTo>
                  <a:cubicBezTo>
                    <a:pt x="364820" y="80143"/>
                    <a:pt x="427938" y="141077"/>
                    <a:pt x="447538" y="216351"/>
                  </a:cubicBezTo>
                  <a:cubicBezTo>
                    <a:pt x="472795" y="314203"/>
                    <a:pt x="423869" y="394440"/>
                    <a:pt x="421934" y="397715"/>
                  </a:cubicBezTo>
                  <a:cubicBezTo>
                    <a:pt x="420685" y="399695"/>
                    <a:pt x="419274" y="401570"/>
                    <a:pt x="417716" y="403322"/>
                  </a:cubicBezTo>
                  <a:cubicBezTo>
                    <a:pt x="416922" y="404314"/>
                    <a:pt x="362935" y="462867"/>
                    <a:pt x="283095" y="462867"/>
                  </a:cubicBezTo>
                  <a:close/>
                  <a:moveTo>
                    <a:pt x="83123" y="80143"/>
                  </a:moveTo>
                  <a:cubicBezTo>
                    <a:pt x="91410" y="146337"/>
                    <a:pt x="118850" y="276740"/>
                    <a:pt x="204645" y="348987"/>
                  </a:cubicBezTo>
                  <a:cubicBezTo>
                    <a:pt x="241711" y="380199"/>
                    <a:pt x="276942" y="389924"/>
                    <a:pt x="312322" y="378760"/>
                  </a:cubicBezTo>
                  <a:cubicBezTo>
                    <a:pt x="328612" y="373351"/>
                    <a:pt x="343565" y="364541"/>
                    <a:pt x="356186" y="352907"/>
                  </a:cubicBezTo>
                  <a:cubicBezTo>
                    <a:pt x="362935" y="339857"/>
                    <a:pt x="384818" y="291576"/>
                    <a:pt x="370527" y="236745"/>
                  </a:cubicBezTo>
                  <a:cubicBezTo>
                    <a:pt x="354102" y="173578"/>
                    <a:pt x="288008" y="135370"/>
                    <a:pt x="235310" y="114381"/>
                  </a:cubicBezTo>
                  <a:cubicBezTo>
                    <a:pt x="186587" y="95395"/>
                    <a:pt x="135283" y="83854"/>
                    <a:pt x="83123" y="80143"/>
                  </a:cubicBezTo>
                  <a:close/>
                  <a:moveTo>
                    <a:pt x="388192" y="376874"/>
                  </a:moveTo>
                  <a:lnTo>
                    <a:pt x="388192" y="376874"/>
                  </a:lnTo>
                  <a:close/>
                  <a:moveTo>
                    <a:pt x="388192" y="376874"/>
                  </a:moveTo>
                  <a:lnTo>
                    <a:pt x="388192" y="37687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758975C3-4FBD-4442-AA9A-38A0BE652D37}"/>
                </a:ext>
              </a:extLst>
            </p:cNvPr>
            <p:cNvSpPr/>
            <p:nvPr/>
          </p:nvSpPr>
          <p:spPr>
            <a:xfrm>
              <a:off x="7258605" y="4963536"/>
              <a:ext cx="372778" cy="388238"/>
            </a:xfrm>
            <a:custGeom>
              <a:avLst/>
              <a:gdLst>
                <a:gd name="connsiteX0" fmla="*/ 132028 w 372778"/>
                <a:gd name="connsiteY0" fmla="*/ 388238 h 388238"/>
                <a:gd name="connsiteX1" fmla="*/ 94564 w 372778"/>
                <a:gd name="connsiteY1" fmla="*/ 383276 h 388238"/>
                <a:gd name="connsiteX2" fmla="*/ 30057 w 372778"/>
                <a:gd name="connsiteY2" fmla="*/ 345862 h 388238"/>
                <a:gd name="connsiteX3" fmla="*/ 25393 w 372778"/>
                <a:gd name="connsiteY3" fmla="*/ 339858 h 388238"/>
                <a:gd name="connsiteX4" fmla="*/ 6636 w 372778"/>
                <a:gd name="connsiteY4" fmla="*/ 193278 h 388238"/>
                <a:gd name="connsiteX5" fmla="*/ 6636 w 372778"/>
                <a:gd name="connsiteY5" fmla="*/ 193278 h 388238"/>
                <a:gd name="connsiteX6" fmla="*/ 331007 w 372778"/>
                <a:gd name="connsiteY6" fmla="*/ 55 h 388238"/>
                <a:gd name="connsiteX7" fmla="*/ 372723 w 372778"/>
                <a:gd name="connsiteY7" fmla="*/ 37623 h 388238"/>
                <a:gd name="connsiteX8" fmla="*/ 372738 w 372778"/>
                <a:gd name="connsiteY8" fmla="*/ 41488 h 388238"/>
                <a:gd name="connsiteX9" fmla="*/ 247197 w 372778"/>
                <a:gd name="connsiteY9" fmla="*/ 338667 h 388238"/>
                <a:gd name="connsiteX10" fmla="*/ 132028 w 372778"/>
                <a:gd name="connsiteY10" fmla="*/ 388238 h 388238"/>
                <a:gd name="connsiteX11" fmla="*/ 90644 w 372778"/>
                <a:gd name="connsiteY11" fmla="*/ 293959 h 388238"/>
                <a:gd name="connsiteX12" fmla="*/ 194153 w 372778"/>
                <a:gd name="connsiteY12" fmla="*/ 279618 h 388238"/>
                <a:gd name="connsiteX13" fmla="*/ 287489 w 372778"/>
                <a:gd name="connsiteY13" fmla="*/ 84907 h 388238"/>
                <a:gd name="connsiteX14" fmla="*/ 83201 w 372778"/>
                <a:gd name="connsiteY14" fmla="*/ 214218 h 388238"/>
                <a:gd name="connsiteX15" fmla="*/ 90644 w 372778"/>
                <a:gd name="connsiteY15" fmla="*/ 293810 h 38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8" h="388238">
                  <a:moveTo>
                    <a:pt x="132028" y="388238"/>
                  </a:moveTo>
                  <a:cubicBezTo>
                    <a:pt x="119374" y="388273"/>
                    <a:pt x="106771" y="386605"/>
                    <a:pt x="94564" y="383276"/>
                  </a:cubicBezTo>
                  <a:cubicBezTo>
                    <a:pt x="70225" y="376508"/>
                    <a:pt x="48020" y="363631"/>
                    <a:pt x="30057" y="345862"/>
                  </a:cubicBezTo>
                  <a:cubicBezTo>
                    <a:pt x="28310" y="344016"/>
                    <a:pt x="26747" y="342006"/>
                    <a:pt x="25393" y="339858"/>
                  </a:cubicBezTo>
                  <a:cubicBezTo>
                    <a:pt x="132" y="295358"/>
                    <a:pt x="-6605" y="242705"/>
                    <a:pt x="6636" y="193278"/>
                  </a:cubicBezTo>
                  <a:lnTo>
                    <a:pt x="6636" y="193278"/>
                  </a:lnTo>
                  <a:cubicBezTo>
                    <a:pt x="45290" y="52058"/>
                    <a:pt x="235685" y="5166"/>
                    <a:pt x="331007" y="55"/>
                  </a:cubicBezTo>
                  <a:cubicBezTo>
                    <a:pt x="352899" y="-1091"/>
                    <a:pt x="371577" y="15729"/>
                    <a:pt x="372723" y="37623"/>
                  </a:cubicBezTo>
                  <a:cubicBezTo>
                    <a:pt x="372792" y="38910"/>
                    <a:pt x="372797" y="40200"/>
                    <a:pt x="372738" y="41488"/>
                  </a:cubicBezTo>
                  <a:cubicBezTo>
                    <a:pt x="372390" y="49329"/>
                    <a:pt x="362814" y="235009"/>
                    <a:pt x="247197" y="338667"/>
                  </a:cubicBezTo>
                  <a:cubicBezTo>
                    <a:pt x="204523" y="376825"/>
                    <a:pt x="164529" y="388238"/>
                    <a:pt x="132028" y="388238"/>
                  </a:cubicBezTo>
                  <a:close/>
                  <a:moveTo>
                    <a:pt x="90644" y="293959"/>
                  </a:moveTo>
                  <a:cubicBezTo>
                    <a:pt x="104438" y="305868"/>
                    <a:pt x="141257" y="327105"/>
                    <a:pt x="194153" y="279618"/>
                  </a:cubicBezTo>
                  <a:cubicBezTo>
                    <a:pt x="253946" y="225929"/>
                    <a:pt x="278012" y="138596"/>
                    <a:pt x="287489" y="84907"/>
                  </a:cubicBezTo>
                  <a:cubicBezTo>
                    <a:pt x="205218" y="99197"/>
                    <a:pt x="103545" y="139837"/>
                    <a:pt x="83201" y="214218"/>
                  </a:cubicBezTo>
                  <a:cubicBezTo>
                    <a:pt x="76065" y="240784"/>
                    <a:pt x="78705" y="269028"/>
                    <a:pt x="90644" y="2938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7187D12C-C054-B94E-A044-9FE26AF1672E}"/>
                </a:ext>
              </a:extLst>
            </p:cNvPr>
            <p:cNvSpPr/>
            <p:nvPr/>
          </p:nvSpPr>
          <p:spPr>
            <a:xfrm>
              <a:off x="6979125" y="5070862"/>
              <a:ext cx="431413" cy="432949"/>
            </a:xfrm>
            <a:custGeom>
              <a:avLst/>
              <a:gdLst>
                <a:gd name="connsiteX0" fmla="*/ 266913 w 431413"/>
                <a:gd name="connsiteY0" fmla="*/ 432950 h 432949"/>
                <a:gd name="connsiteX1" fmla="*/ 263737 w 431413"/>
                <a:gd name="connsiteY1" fmla="*/ 432950 h 432949"/>
                <a:gd name="connsiteX2" fmla="*/ 227315 w 431413"/>
                <a:gd name="connsiteY2" fmla="*/ 396826 h 432949"/>
                <a:gd name="connsiteX3" fmla="*/ 13450 w 431413"/>
                <a:gd name="connsiteY3" fmla="*/ 69478 h 432949"/>
                <a:gd name="connsiteX4" fmla="*/ 9916 w 431413"/>
                <a:gd name="connsiteY4" fmla="*/ 13450 h 432949"/>
                <a:gd name="connsiteX5" fmla="*/ 65155 w 431413"/>
                <a:gd name="connsiteY5" fmla="*/ 9239 h 432949"/>
                <a:gd name="connsiteX6" fmla="*/ 267657 w 431413"/>
                <a:gd name="connsiteY6" fmla="*/ 254365 h 432949"/>
                <a:gd name="connsiteX7" fmla="*/ 364020 w 431413"/>
                <a:gd name="connsiteY7" fmla="*/ 124458 h 432949"/>
                <a:gd name="connsiteX8" fmla="*/ 420166 w 431413"/>
                <a:gd name="connsiteY8" fmla="*/ 125227 h 432949"/>
                <a:gd name="connsiteX9" fmla="*/ 419397 w 431413"/>
                <a:gd name="connsiteY9" fmla="*/ 181373 h 432949"/>
                <a:gd name="connsiteX10" fmla="*/ 310529 w 431413"/>
                <a:gd name="connsiteY10" fmla="*/ 380104 h 432949"/>
                <a:gd name="connsiteX11" fmla="*/ 305567 w 431413"/>
                <a:gd name="connsiteY11" fmla="*/ 402830 h 432949"/>
                <a:gd name="connsiteX12" fmla="*/ 266913 w 431413"/>
                <a:gd name="connsiteY12" fmla="*/ 432950 h 432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413" h="432949">
                  <a:moveTo>
                    <a:pt x="266913" y="432950"/>
                  </a:moveTo>
                  <a:lnTo>
                    <a:pt x="263737" y="432950"/>
                  </a:lnTo>
                  <a:cubicBezTo>
                    <a:pt x="244402" y="431421"/>
                    <a:pt x="229001" y="416148"/>
                    <a:pt x="227315" y="396826"/>
                  </a:cubicBezTo>
                  <a:cubicBezTo>
                    <a:pt x="216299" y="268308"/>
                    <a:pt x="104950" y="147978"/>
                    <a:pt x="13450" y="69478"/>
                  </a:cubicBezTo>
                  <a:cubicBezTo>
                    <a:pt x="-2998" y="54982"/>
                    <a:pt x="-4580" y="29898"/>
                    <a:pt x="9916" y="13450"/>
                  </a:cubicBezTo>
                  <a:cubicBezTo>
                    <a:pt x="24144" y="-2693"/>
                    <a:pt x="48644" y="-4561"/>
                    <a:pt x="65155" y="9239"/>
                  </a:cubicBezTo>
                  <a:cubicBezTo>
                    <a:pt x="160823" y="91311"/>
                    <a:pt x="228407" y="173334"/>
                    <a:pt x="267657" y="254365"/>
                  </a:cubicBezTo>
                  <a:cubicBezTo>
                    <a:pt x="286414" y="215313"/>
                    <a:pt x="315739" y="171498"/>
                    <a:pt x="364020" y="124458"/>
                  </a:cubicBezTo>
                  <a:cubicBezTo>
                    <a:pt x="379735" y="109166"/>
                    <a:pt x="404873" y="109511"/>
                    <a:pt x="420166" y="125227"/>
                  </a:cubicBezTo>
                  <a:cubicBezTo>
                    <a:pt x="435459" y="140944"/>
                    <a:pt x="435112" y="166081"/>
                    <a:pt x="419397" y="181373"/>
                  </a:cubicBezTo>
                  <a:cubicBezTo>
                    <a:pt x="335538" y="263048"/>
                    <a:pt x="321098" y="330681"/>
                    <a:pt x="310529" y="380104"/>
                  </a:cubicBezTo>
                  <a:cubicBezTo>
                    <a:pt x="308842" y="388043"/>
                    <a:pt x="307205" y="395585"/>
                    <a:pt x="305567" y="402830"/>
                  </a:cubicBezTo>
                  <a:cubicBezTo>
                    <a:pt x="301156" y="420574"/>
                    <a:pt x="285196" y="433009"/>
                    <a:pt x="266913" y="43295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9323959-4FEF-FF42-AB28-433A3EA503F6}"/>
              </a:ext>
            </a:extLst>
          </p:cNvPr>
          <p:cNvGrpSpPr>
            <a:grpSpLocks noChangeAspect="1"/>
          </p:cNvGrpSpPr>
          <p:nvPr/>
        </p:nvGrpSpPr>
        <p:grpSpPr>
          <a:xfrm>
            <a:off x="8109020" y="4997929"/>
            <a:ext cx="837002" cy="389720"/>
            <a:chOff x="8109020" y="4997929"/>
            <a:chExt cx="837002" cy="389720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47D9BCFD-43FB-894D-BEFA-A15316766EA7}"/>
                </a:ext>
              </a:extLst>
            </p:cNvPr>
            <p:cNvSpPr/>
            <p:nvPr/>
          </p:nvSpPr>
          <p:spPr>
            <a:xfrm>
              <a:off x="8109020" y="4997929"/>
              <a:ext cx="837002" cy="389720"/>
            </a:xfrm>
            <a:custGeom>
              <a:avLst/>
              <a:gdLst>
                <a:gd name="connsiteX0" fmla="*/ 642142 w 837002"/>
                <a:gd name="connsiteY0" fmla="*/ 389721 h 389720"/>
                <a:gd name="connsiteX1" fmla="*/ 402275 w 837002"/>
                <a:gd name="connsiteY1" fmla="*/ 238527 h 389720"/>
                <a:gd name="connsiteX2" fmla="*/ 386992 w 837002"/>
                <a:gd name="connsiteY2" fmla="*/ 218976 h 389720"/>
                <a:gd name="connsiteX3" fmla="*/ 194861 w 837002"/>
                <a:gd name="connsiteY3" fmla="*/ 79393 h 389720"/>
                <a:gd name="connsiteX4" fmla="*/ 79393 w 837002"/>
                <a:gd name="connsiteY4" fmla="*/ 194860 h 389720"/>
                <a:gd name="connsiteX5" fmla="*/ 39697 w 837002"/>
                <a:gd name="connsiteY5" fmla="*/ 234557 h 389720"/>
                <a:gd name="connsiteX6" fmla="*/ 0 w 837002"/>
                <a:gd name="connsiteY6" fmla="*/ 194860 h 389720"/>
                <a:gd name="connsiteX7" fmla="*/ 194861 w 837002"/>
                <a:gd name="connsiteY7" fmla="*/ 0 h 389720"/>
                <a:gd name="connsiteX8" fmla="*/ 450011 w 837002"/>
                <a:gd name="connsiteY8" fmla="*/ 170745 h 389720"/>
                <a:gd name="connsiteX9" fmla="*/ 464301 w 837002"/>
                <a:gd name="connsiteY9" fmla="*/ 189005 h 389720"/>
                <a:gd name="connsiteX10" fmla="*/ 642142 w 837002"/>
                <a:gd name="connsiteY10" fmla="*/ 310328 h 389720"/>
                <a:gd name="connsiteX11" fmla="*/ 757610 w 837002"/>
                <a:gd name="connsiteY11" fmla="*/ 194860 h 389720"/>
                <a:gd name="connsiteX12" fmla="*/ 797306 w 837002"/>
                <a:gd name="connsiteY12" fmla="*/ 155164 h 389720"/>
                <a:gd name="connsiteX13" fmla="*/ 837003 w 837002"/>
                <a:gd name="connsiteY13" fmla="*/ 194860 h 389720"/>
                <a:gd name="connsiteX14" fmla="*/ 642142 w 837002"/>
                <a:gd name="connsiteY14" fmla="*/ 389721 h 38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7002" h="389720">
                  <a:moveTo>
                    <a:pt x="642142" y="389721"/>
                  </a:moveTo>
                  <a:cubicBezTo>
                    <a:pt x="537194" y="389721"/>
                    <a:pt x="462019" y="313305"/>
                    <a:pt x="402275" y="238527"/>
                  </a:cubicBezTo>
                  <a:cubicBezTo>
                    <a:pt x="397313" y="232175"/>
                    <a:pt x="392351" y="225675"/>
                    <a:pt x="386992" y="218976"/>
                  </a:cubicBezTo>
                  <a:cubicBezTo>
                    <a:pt x="311072" y="119735"/>
                    <a:pt x="255398" y="79393"/>
                    <a:pt x="194861" y="79393"/>
                  </a:cubicBezTo>
                  <a:cubicBezTo>
                    <a:pt x="131124" y="79475"/>
                    <a:pt x="79475" y="131124"/>
                    <a:pt x="79393" y="194860"/>
                  </a:cubicBezTo>
                  <a:cubicBezTo>
                    <a:pt x="79393" y="216784"/>
                    <a:pt x="61621" y="234557"/>
                    <a:pt x="39697" y="234557"/>
                  </a:cubicBezTo>
                  <a:cubicBezTo>
                    <a:pt x="17773" y="234557"/>
                    <a:pt x="0" y="216784"/>
                    <a:pt x="0" y="194860"/>
                  </a:cubicBezTo>
                  <a:cubicBezTo>
                    <a:pt x="137" y="87299"/>
                    <a:pt x="87299" y="136"/>
                    <a:pt x="194861" y="0"/>
                  </a:cubicBezTo>
                  <a:cubicBezTo>
                    <a:pt x="304523" y="0"/>
                    <a:pt x="385404" y="86290"/>
                    <a:pt x="450011" y="170745"/>
                  </a:cubicBezTo>
                  <a:cubicBezTo>
                    <a:pt x="454774" y="176964"/>
                    <a:pt x="459538" y="183051"/>
                    <a:pt x="464301" y="189005"/>
                  </a:cubicBezTo>
                  <a:cubicBezTo>
                    <a:pt x="532232" y="274055"/>
                    <a:pt x="585426" y="310328"/>
                    <a:pt x="642142" y="310328"/>
                  </a:cubicBezTo>
                  <a:cubicBezTo>
                    <a:pt x="705880" y="310243"/>
                    <a:pt x="757525" y="258598"/>
                    <a:pt x="757610" y="194860"/>
                  </a:cubicBezTo>
                  <a:cubicBezTo>
                    <a:pt x="757610" y="172937"/>
                    <a:pt x="775384" y="155164"/>
                    <a:pt x="797306" y="155164"/>
                  </a:cubicBezTo>
                  <a:cubicBezTo>
                    <a:pt x="819229" y="155164"/>
                    <a:pt x="837003" y="172937"/>
                    <a:pt x="837003" y="194860"/>
                  </a:cubicBezTo>
                  <a:cubicBezTo>
                    <a:pt x="836864" y="302423"/>
                    <a:pt x="749705" y="389582"/>
                    <a:pt x="642142" y="38972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03C8CB40-421E-EA41-9A06-8AB397CFE9FC}"/>
                </a:ext>
              </a:extLst>
            </p:cNvPr>
            <p:cNvSpPr/>
            <p:nvPr/>
          </p:nvSpPr>
          <p:spPr>
            <a:xfrm>
              <a:off x="8109020" y="4997929"/>
              <a:ext cx="837002" cy="389720"/>
            </a:xfrm>
            <a:custGeom>
              <a:avLst/>
              <a:gdLst>
                <a:gd name="connsiteX0" fmla="*/ 194861 w 837002"/>
                <a:gd name="connsiteY0" fmla="*/ 389721 h 389720"/>
                <a:gd name="connsiteX1" fmla="*/ 0 w 837002"/>
                <a:gd name="connsiteY1" fmla="*/ 194860 h 389720"/>
                <a:gd name="connsiteX2" fmla="*/ 39697 w 837002"/>
                <a:gd name="connsiteY2" fmla="*/ 155164 h 389720"/>
                <a:gd name="connsiteX3" fmla="*/ 79393 w 837002"/>
                <a:gd name="connsiteY3" fmla="*/ 194860 h 389720"/>
                <a:gd name="connsiteX4" fmla="*/ 194861 w 837002"/>
                <a:gd name="connsiteY4" fmla="*/ 310328 h 389720"/>
                <a:gd name="connsiteX5" fmla="*/ 386992 w 837002"/>
                <a:gd name="connsiteY5" fmla="*/ 170745 h 389720"/>
                <a:gd name="connsiteX6" fmla="*/ 500624 w 837002"/>
                <a:gd name="connsiteY6" fmla="*/ 51209 h 389720"/>
                <a:gd name="connsiteX7" fmla="*/ 642142 w 837002"/>
                <a:gd name="connsiteY7" fmla="*/ 0 h 389720"/>
                <a:gd name="connsiteX8" fmla="*/ 837003 w 837002"/>
                <a:gd name="connsiteY8" fmla="*/ 194860 h 389720"/>
                <a:gd name="connsiteX9" fmla="*/ 797306 w 837002"/>
                <a:gd name="connsiteY9" fmla="*/ 234557 h 389720"/>
                <a:gd name="connsiteX10" fmla="*/ 757610 w 837002"/>
                <a:gd name="connsiteY10" fmla="*/ 194860 h 389720"/>
                <a:gd name="connsiteX11" fmla="*/ 642142 w 837002"/>
                <a:gd name="connsiteY11" fmla="*/ 79393 h 389720"/>
                <a:gd name="connsiteX12" fmla="*/ 450011 w 837002"/>
                <a:gd name="connsiteY12" fmla="*/ 218976 h 389720"/>
                <a:gd name="connsiteX13" fmla="*/ 336379 w 837002"/>
                <a:gd name="connsiteY13" fmla="*/ 338512 h 389720"/>
                <a:gd name="connsiteX14" fmla="*/ 194861 w 837002"/>
                <a:gd name="connsiteY14" fmla="*/ 389721 h 38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7002" h="389720">
                  <a:moveTo>
                    <a:pt x="194861" y="389721"/>
                  </a:moveTo>
                  <a:cubicBezTo>
                    <a:pt x="87299" y="389582"/>
                    <a:pt x="137" y="302423"/>
                    <a:pt x="0" y="194860"/>
                  </a:cubicBezTo>
                  <a:cubicBezTo>
                    <a:pt x="0" y="172937"/>
                    <a:pt x="17773" y="155164"/>
                    <a:pt x="39697" y="155164"/>
                  </a:cubicBezTo>
                  <a:cubicBezTo>
                    <a:pt x="61621" y="155164"/>
                    <a:pt x="79393" y="172937"/>
                    <a:pt x="79393" y="194860"/>
                  </a:cubicBezTo>
                  <a:cubicBezTo>
                    <a:pt x="79475" y="258598"/>
                    <a:pt x="131124" y="310243"/>
                    <a:pt x="194861" y="310328"/>
                  </a:cubicBezTo>
                  <a:cubicBezTo>
                    <a:pt x="255398" y="310328"/>
                    <a:pt x="311072" y="269887"/>
                    <a:pt x="386992" y="170745"/>
                  </a:cubicBezTo>
                  <a:cubicBezTo>
                    <a:pt x="428971" y="115864"/>
                    <a:pt x="465095" y="77904"/>
                    <a:pt x="500624" y="51209"/>
                  </a:cubicBezTo>
                  <a:cubicBezTo>
                    <a:pt x="546523" y="16772"/>
                    <a:pt x="592819" y="0"/>
                    <a:pt x="642142" y="0"/>
                  </a:cubicBezTo>
                  <a:cubicBezTo>
                    <a:pt x="749705" y="136"/>
                    <a:pt x="836864" y="87299"/>
                    <a:pt x="837003" y="194860"/>
                  </a:cubicBezTo>
                  <a:cubicBezTo>
                    <a:pt x="837003" y="216784"/>
                    <a:pt x="819229" y="234557"/>
                    <a:pt x="797306" y="234557"/>
                  </a:cubicBezTo>
                  <a:cubicBezTo>
                    <a:pt x="775384" y="234557"/>
                    <a:pt x="757610" y="216784"/>
                    <a:pt x="757610" y="194860"/>
                  </a:cubicBezTo>
                  <a:cubicBezTo>
                    <a:pt x="757525" y="131124"/>
                    <a:pt x="705880" y="79475"/>
                    <a:pt x="642142" y="79393"/>
                  </a:cubicBezTo>
                  <a:cubicBezTo>
                    <a:pt x="581605" y="79393"/>
                    <a:pt x="525930" y="119834"/>
                    <a:pt x="450011" y="218976"/>
                  </a:cubicBezTo>
                  <a:cubicBezTo>
                    <a:pt x="408031" y="273857"/>
                    <a:pt x="371907" y="311816"/>
                    <a:pt x="336379" y="338512"/>
                  </a:cubicBezTo>
                  <a:cubicBezTo>
                    <a:pt x="290480" y="372949"/>
                    <a:pt x="244184" y="389721"/>
                    <a:pt x="194861" y="3897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7E03B5C-76BC-C742-8496-44D5F13DFE7B}"/>
              </a:ext>
            </a:extLst>
          </p:cNvPr>
          <p:cNvGrpSpPr>
            <a:grpSpLocks noChangeAspect="1"/>
          </p:cNvGrpSpPr>
          <p:nvPr/>
        </p:nvGrpSpPr>
        <p:grpSpPr>
          <a:xfrm>
            <a:off x="9556483" y="4788087"/>
            <a:ext cx="577089" cy="808813"/>
            <a:chOff x="9556483" y="4788087"/>
            <a:chExt cx="577089" cy="808813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CBD67169-A51A-7C47-AF7F-095060BC937C}"/>
                </a:ext>
              </a:extLst>
            </p:cNvPr>
            <p:cNvSpPr/>
            <p:nvPr/>
          </p:nvSpPr>
          <p:spPr>
            <a:xfrm>
              <a:off x="9804934" y="4788087"/>
              <a:ext cx="328638" cy="808813"/>
            </a:xfrm>
            <a:custGeom>
              <a:avLst/>
              <a:gdLst>
                <a:gd name="connsiteX0" fmla="*/ 39697 w 328638"/>
                <a:gd name="connsiteY0" fmla="*/ 808814 h 808813"/>
                <a:gd name="connsiteX1" fmla="*/ 0 w 328638"/>
                <a:gd name="connsiteY1" fmla="*/ 769117 h 808813"/>
                <a:gd name="connsiteX2" fmla="*/ 39697 w 328638"/>
                <a:gd name="connsiteY2" fmla="*/ 729421 h 808813"/>
                <a:gd name="connsiteX3" fmla="*/ 249245 w 328638"/>
                <a:gd name="connsiteY3" fmla="*/ 519872 h 808813"/>
                <a:gd name="connsiteX4" fmla="*/ 122960 w 328638"/>
                <a:gd name="connsiteY4" fmla="*/ 235099 h 808813"/>
                <a:gd name="connsiteX5" fmla="*/ 97554 w 328638"/>
                <a:gd name="connsiteY5" fmla="*/ 203293 h 808813"/>
                <a:gd name="connsiteX6" fmla="*/ 5210 w 328638"/>
                <a:gd name="connsiteY6" fmla="*/ 50659 h 808813"/>
                <a:gd name="connsiteX7" fmla="*/ 32413 w 328638"/>
                <a:gd name="connsiteY7" fmla="*/ 1551 h 808813"/>
                <a:gd name="connsiteX8" fmla="*/ 81522 w 328638"/>
                <a:gd name="connsiteY8" fmla="*/ 28754 h 808813"/>
                <a:gd name="connsiteX9" fmla="*/ 81874 w 328638"/>
                <a:gd name="connsiteY9" fmla="*/ 30067 h 808813"/>
                <a:gd name="connsiteX10" fmla="*/ 159283 w 328638"/>
                <a:gd name="connsiteY10" fmla="*/ 153424 h 808813"/>
                <a:gd name="connsiteX11" fmla="*/ 185730 w 328638"/>
                <a:gd name="connsiteY11" fmla="*/ 186570 h 808813"/>
                <a:gd name="connsiteX12" fmla="*/ 328638 w 328638"/>
                <a:gd name="connsiteY12" fmla="*/ 519972 h 808813"/>
                <a:gd name="connsiteX13" fmla="*/ 39697 w 328638"/>
                <a:gd name="connsiteY13" fmla="*/ 808814 h 80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638" h="808813">
                  <a:moveTo>
                    <a:pt x="39697" y="808814"/>
                  </a:moveTo>
                  <a:cubicBezTo>
                    <a:pt x="17773" y="808814"/>
                    <a:pt x="0" y="791040"/>
                    <a:pt x="0" y="769117"/>
                  </a:cubicBezTo>
                  <a:cubicBezTo>
                    <a:pt x="0" y="747195"/>
                    <a:pt x="17773" y="729421"/>
                    <a:pt x="39697" y="729421"/>
                  </a:cubicBezTo>
                  <a:cubicBezTo>
                    <a:pt x="155358" y="729257"/>
                    <a:pt x="249081" y="635533"/>
                    <a:pt x="249245" y="519872"/>
                  </a:cubicBezTo>
                  <a:cubicBezTo>
                    <a:pt x="249245" y="398103"/>
                    <a:pt x="185036" y="315237"/>
                    <a:pt x="122960" y="235099"/>
                  </a:cubicBezTo>
                  <a:cubicBezTo>
                    <a:pt x="114773" y="224530"/>
                    <a:pt x="106040" y="213713"/>
                    <a:pt x="97554" y="203293"/>
                  </a:cubicBezTo>
                  <a:cubicBezTo>
                    <a:pt x="59843" y="156649"/>
                    <a:pt x="20791" y="108467"/>
                    <a:pt x="5210" y="50659"/>
                  </a:cubicBezTo>
                  <a:cubicBezTo>
                    <a:pt x="-839" y="29586"/>
                    <a:pt x="11341" y="7600"/>
                    <a:pt x="32413" y="1551"/>
                  </a:cubicBezTo>
                  <a:cubicBezTo>
                    <a:pt x="53486" y="-4498"/>
                    <a:pt x="75473" y="7681"/>
                    <a:pt x="81522" y="28754"/>
                  </a:cubicBezTo>
                  <a:cubicBezTo>
                    <a:pt x="81646" y="29190"/>
                    <a:pt x="81764" y="29627"/>
                    <a:pt x="81874" y="30067"/>
                  </a:cubicBezTo>
                  <a:cubicBezTo>
                    <a:pt x="93089" y="71649"/>
                    <a:pt x="125243" y="111395"/>
                    <a:pt x="159283" y="153424"/>
                  </a:cubicBezTo>
                  <a:cubicBezTo>
                    <a:pt x="168016" y="164191"/>
                    <a:pt x="176997" y="175306"/>
                    <a:pt x="185730" y="186570"/>
                  </a:cubicBezTo>
                  <a:cubicBezTo>
                    <a:pt x="249394" y="268742"/>
                    <a:pt x="328638" y="371060"/>
                    <a:pt x="328638" y="519972"/>
                  </a:cubicBezTo>
                  <a:cubicBezTo>
                    <a:pt x="328365" y="679418"/>
                    <a:pt x="199143" y="808595"/>
                    <a:pt x="39697" y="8088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5D5408EF-03D2-D942-B6B7-13A45AEF9C47}"/>
                </a:ext>
              </a:extLst>
            </p:cNvPr>
            <p:cNvSpPr/>
            <p:nvPr/>
          </p:nvSpPr>
          <p:spPr>
            <a:xfrm>
              <a:off x="9556483" y="4788740"/>
              <a:ext cx="328974" cy="808160"/>
            </a:xfrm>
            <a:custGeom>
              <a:avLst/>
              <a:gdLst>
                <a:gd name="connsiteX0" fmla="*/ 288148 w 328974"/>
                <a:gd name="connsiteY0" fmla="*/ 808161 h 808160"/>
                <a:gd name="connsiteX1" fmla="*/ 0 w 328974"/>
                <a:gd name="connsiteY1" fmla="*/ 519220 h 808160"/>
                <a:gd name="connsiteX2" fmla="*/ 142312 w 328974"/>
                <a:gd name="connsiteY2" fmla="*/ 186414 h 808160"/>
                <a:gd name="connsiteX3" fmla="*/ 176451 w 328974"/>
                <a:gd name="connsiteY3" fmla="*/ 144534 h 808160"/>
                <a:gd name="connsiteX4" fmla="*/ 250883 w 328974"/>
                <a:gd name="connsiteY4" fmla="*/ 29563 h 808160"/>
                <a:gd name="connsiteX5" fmla="*/ 299412 w 328974"/>
                <a:gd name="connsiteY5" fmla="*/ 1329 h 808160"/>
                <a:gd name="connsiteX6" fmla="*/ 327646 w 328974"/>
                <a:gd name="connsiteY6" fmla="*/ 49858 h 808160"/>
                <a:gd name="connsiteX7" fmla="*/ 237336 w 328974"/>
                <a:gd name="connsiteY7" fmla="*/ 195494 h 808160"/>
                <a:gd name="connsiteX8" fmla="*/ 205231 w 328974"/>
                <a:gd name="connsiteY8" fmla="*/ 234893 h 808160"/>
                <a:gd name="connsiteX9" fmla="*/ 79443 w 328974"/>
                <a:gd name="connsiteY9" fmla="*/ 519220 h 808160"/>
                <a:gd name="connsiteX10" fmla="*/ 288197 w 328974"/>
                <a:gd name="connsiteY10" fmla="*/ 728768 h 808160"/>
                <a:gd name="connsiteX11" fmla="*/ 327894 w 328974"/>
                <a:gd name="connsiteY11" fmla="*/ 768464 h 808160"/>
                <a:gd name="connsiteX12" fmla="*/ 288197 w 328974"/>
                <a:gd name="connsiteY12" fmla="*/ 808161 h 80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974" h="808160">
                  <a:moveTo>
                    <a:pt x="288148" y="808161"/>
                  </a:moveTo>
                  <a:cubicBezTo>
                    <a:pt x="128869" y="807749"/>
                    <a:pt x="-28" y="678497"/>
                    <a:pt x="0" y="519220"/>
                  </a:cubicBezTo>
                  <a:cubicBezTo>
                    <a:pt x="0" y="370606"/>
                    <a:pt x="78897" y="268486"/>
                    <a:pt x="142312" y="186414"/>
                  </a:cubicBezTo>
                  <a:cubicBezTo>
                    <a:pt x="153378" y="172073"/>
                    <a:pt x="165088" y="158080"/>
                    <a:pt x="176451" y="144534"/>
                  </a:cubicBezTo>
                  <a:cubicBezTo>
                    <a:pt x="209499" y="104837"/>
                    <a:pt x="240958" y="67820"/>
                    <a:pt x="250883" y="29563"/>
                  </a:cubicBezTo>
                  <a:cubicBezTo>
                    <a:pt x="256487" y="8365"/>
                    <a:pt x="278214" y="-4276"/>
                    <a:pt x="299412" y="1329"/>
                  </a:cubicBezTo>
                  <a:cubicBezTo>
                    <a:pt x="320609" y="6933"/>
                    <a:pt x="333250" y="28660"/>
                    <a:pt x="327646" y="49858"/>
                  </a:cubicBezTo>
                  <a:cubicBezTo>
                    <a:pt x="312760" y="105234"/>
                    <a:pt x="274552" y="151133"/>
                    <a:pt x="237336" y="195494"/>
                  </a:cubicBezTo>
                  <a:cubicBezTo>
                    <a:pt x="226023" y="209041"/>
                    <a:pt x="215304" y="221843"/>
                    <a:pt x="205231" y="234893"/>
                  </a:cubicBezTo>
                  <a:cubicBezTo>
                    <a:pt x="143354" y="314931"/>
                    <a:pt x="79443" y="397699"/>
                    <a:pt x="79443" y="519220"/>
                  </a:cubicBezTo>
                  <a:cubicBezTo>
                    <a:pt x="79360" y="634672"/>
                    <a:pt x="172743" y="728411"/>
                    <a:pt x="288197" y="728768"/>
                  </a:cubicBezTo>
                  <a:cubicBezTo>
                    <a:pt x="310121" y="728768"/>
                    <a:pt x="327894" y="746542"/>
                    <a:pt x="327894" y="768464"/>
                  </a:cubicBezTo>
                  <a:cubicBezTo>
                    <a:pt x="327894" y="790387"/>
                    <a:pt x="310121" y="808161"/>
                    <a:pt x="288197" y="8081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1E1BDB4B-E89C-364C-92E7-B2102DA176B9}"/>
              </a:ext>
            </a:extLst>
          </p:cNvPr>
          <p:cNvGrpSpPr>
            <a:grpSpLocks noChangeAspect="1"/>
          </p:cNvGrpSpPr>
          <p:nvPr/>
        </p:nvGrpSpPr>
        <p:grpSpPr>
          <a:xfrm>
            <a:off x="1514525" y="1422549"/>
            <a:ext cx="728089" cy="838589"/>
            <a:chOff x="1514525" y="1422549"/>
            <a:chExt cx="728089" cy="838589"/>
          </a:xfrm>
        </p:grpSpPr>
        <p:sp>
          <p:nvSpPr>
            <p:cNvPr id="75" name="Picture Placeholder 33">
              <a:extLst>
                <a:ext uri="{FF2B5EF4-FFF2-40B4-BE49-F238E27FC236}">
                  <a16:creationId xmlns:a16="http://schemas.microsoft.com/office/drawing/2014/main" id="{E6445354-E6F0-0449-A443-1A7A8FEFDFD5}"/>
                </a:ext>
              </a:extLst>
            </p:cNvPr>
            <p:cNvSpPr/>
            <p:nvPr/>
          </p:nvSpPr>
          <p:spPr>
            <a:xfrm>
              <a:off x="1632576" y="1437584"/>
              <a:ext cx="232324" cy="232324"/>
            </a:xfrm>
            <a:custGeom>
              <a:avLst/>
              <a:gdLst>
                <a:gd name="connsiteX0" fmla="*/ 116460 w 232324"/>
                <a:gd name="connsiteY0" fmla="*/ 232324 h 232324"/>
                <a:gd name="connsiteX1" fmla="*/ 0 w 232324"/>
                <a:gd name="connsiteY1" fmla="*/ 116460 h 232324"/>
                <a:gd name="connsiteX2" fmla="*/ 115864 w 232324"/>
                <a:gd name="connsiteY2" fmla="*/ 0 h 232324"/>
                <a:gd name="connsiteX3" fmla="*/ 232324 w 232324"/>
                <a:gd name="connsiteY3" fmla="*/ 115864 h 232324"/>
                <a:gd name="connsiteX4" fmla="*/ 232324 w 232324"/>
                <a:gd name="connsiteY4" fmla="*/ 116211 h 232324"/>
                <a:gd name="connsiteX5" fmla="*/ 116460 w 232324"/>
                <a:gd name="connsiteY5" fmla="*/ 232324 h 232324"/>
                <a:gd name="connsiteX6" fmla="*/ 116460 w 232324"/>
                <a:gd name="connsiteY6" fmla="*/ 79442 h 232324"/>
                <a:gd name="connsiteX7" fmla="*/ 79394 w 232324"/>
                <a:gd name="connsiteY7" fmla="*/ 115912 h 232324"/>
                <a:gd name="connsiteX8" fmla="*/ 115864 w 232324"/>
                <a:gd name="connsiteY8" fmla="*/ 152978 h 232324"/>
                <a:gd name="connsiteX9" fmla="*/ 152930 w 232324"/>
                <a:gd name="connsiteY9" fmla="*/ 116508 h 232324"/>
                <a:gd name="connsiteX10" fmla="*/ 152931 w 232324"/>
                <a:gd name="connsiteY10" fmla="*/ 116211 h 232324"/>
                <a:gd name="connsiteX11" fmla="*/ 116561 w 232324"/>
                <a:gd name="connsiteY11" fmla="*/ 79245 h 232324"/>
                <a:gd name="connsiteX12" fmla="*/ 116460 w 232324"/>
                <a:gd name="connsiteY12" fmla="*/ 79244 h 23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324" h="232324">
                  <a:moveTo>
                    <a:pt x="116460" y="232324"/>
                  </a:moveTo>
                  <a:cubicBezTo>
                    <a:pt x="52306" y="232488"/>
                    <a:pt x="165" y="180614"/>
                    <a:pt x="0" y="116460"/>
                  </a:cubicBezTo>
                  <a:cubicBezTo>
                    <a:pt x="-164" y="52305"/>
                    <a:pt x="51710" y="165"/>
                    <a:pt x="115864" y="0"/>
                  </a:cubicBezTo>
                  <a:cubicBezTo>
                    <a:pt x="180019" y="-164"/>
                    <a:pt x="232160" y="51710"/>
                    <a:pt x="232324" y="115864"/>
                  </a:cubicBezTo>
                  <a:cubicBezTo>
                    <a:pt x="232324" y="115980"/>
                    <a:pt x="232324" y="116096"/>
                    <a:pt x="232324" y="116211"/>
                  </a:cubicBezTo>
                  <a:cubicBezTo>
                    <a:pt x="232297" y="180230"/>
                    <a:pt x="180479" y="232160"/>
                    <a:pt x="116460" y="232324"/>
                  </a:cubicBezTo>
                  <a:close/>
                  <a:moveTo>
                    <a:pt x="116460" y="79442"/>
                  </a:moveTo>
                  <a:cubicBezTo>
                    <a:pt x="96154" y="79278"/>
                    <a:pt x="79559" y="95606"/>
                    <a:pt x="79394" y="115912"/>
                  </a:cubicBezTo>
                  <a:cubicBezTo>
                    <a:pt x="79230" y="136219"/>
                    <a:pt x="95558" y="152813"/>
                    <a:pt x="115864" y="152978"/>
                  </a:cubicBezTo>
                  <a:cubicBezTo>
                    <a:pt x="136171" y="153142"/>
                    <a:pt x="152766" y="136814"/>
                    <a:pt x="152930" y="116508"/>
                  </a:cubicBezTo>
                  <a:cubicBezTo>
                    <a:pt x="152931" y="116409"/>
                    <a:pt x="152931" y="116310"/>
                    <a:pt x="152931" y="116211"/>
                  </a:cubicBezTo>
                  <a:cubicBezTo>
                    <a:pt x="153096" y="95960"/>
                    <a:pt x="136812" y="79409"/>
                    <a:pt x="116561" y="79245"/>
                  </a:cubicBezTo>
                  <a:cubicBezTo>
                    <a:pt x="116527" y="79244"/>
                    <a:pt x="116494" y="79244"/>
                    <a:pt x="116460" y="7924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6" name="Picture Placeholder 33">
              <a:extLst>
                <a:ext uri="{FF2B5EF4-FFF2-40B4-BE49-F238E27FC236}">
                  <a16:creationId xmlns:a16="http://schemas.microsoft.com/office/drawing/2014/main" id="{E6445354-E6F0-0449-A443-1A7A8FEFDFD5}"/>
                </a:ext>
              </a:extLst>
            </p:cNvPr>
            <p:cNvSpPr/>
            <p:nvPr/>
          </p:nvSpPr>
          <p:spPr>
            <a:xfrm>
              <a:off x="1576721" y="1422549"/>
              <a:ext cx="665893" cy="837747"/>
            </a:xfrm>
            <a:custGeom>
              <a:avLst/>
              <a:gdLst>
                <a:gd name="connsiteX0" fmla="*/ 572358 w 665893"/>
                <a:gd name="connsiteY0" fmla="*/ 837746 h 837747"/>
                <a:gd name="connsiteX1" fmla="*/ 483040 w 665893"/>
                <a:gd name="connsiteY1" fmla="*/ 772197 h 837747"/>
                <a:gd name="connsiteX2" fmla="*/ 483040 w 665893"/>
                <a:gd name="connsiteY2" fmla="*/ 772197 h 837747"/>
                <a:gd name="connsiteX3" fmla="*/ 483040 w 665893"/>
                <a:gd name="connsiteY3" fmla="*/ 771850 h 837747"/>
                <a:gd name="connsiteX4" fmla="*/ 450936 w 665893"/>
                <a:gd name="connsiteY4" fmla="*/ 661394 h 837747"/>
                <a:gd name="connsiteX5" fmla="*/ 368466 w 665893"/>
                <a:gd name="connsiteY5" fmla="*/ 793485 h 837747"/>
                <a:gd name="connsiteX6" fmla="*/ 368466 w 665893"/>
                <a:gd name="connsiteY6" fmla="*/ 793485 h 837747"/>
                <a:gd name="connsiteX7" fmla="*/ 368466 w 665893"/>
                <a:gd name="connsiteY7" fmla="*/ 793485 h 837747"/>
                <a:gd name="connsiteX8" fmla="*/ 310509 w 665893"/>
                <a:gd name="connsiteY8" fmla="*/ 834967 h 837747"/>
                <a:gd name="connsiteX9" fmla="*/ 198596 w 665893"/>
                <a:gd name="connsiteY9" fmla="*/ 764053 h 837747"/>
                <a:gd name="connsiteX10" fmla="*/ 209928 w 665893"/>
                <a:gd name="connsiteY10" fmla="*/ 694938 h 837747"/>
                <a:gd name="connsiteX11" fmla="*/ 209928 w 665893"/>
                <a:gd name="connsiteY11" fmla="*/ 694640 h 837747"/>
                <a:gd name="connsiteX12" fmla="*/ 264808 w 665893"/>
                <a:gd name="connsiteY12" fmla="*/ 606365 h 837747"/>
                <a:gd name="connsiteX13" fmla="*/ 232009 w 665893"/>
                <a:gd name="connsiteY13" fmla="*/ 577238 h 837747"/>
                <a:gd name="connsiteX14" fmla="*/ 231513 w 665893"/>
                <a:gd name="connsiteY14" fmla="*/ 576841 h 837747"/>
                <a:gd name="connsiteX15" fmla="*/ 197076 w 665893"/>
                <a:gd name="connsiteY15" fmla="*/ 525682 h 837747"/>
                <a:gd name="connsiteX16" fmla="*/ 184869 w 665893"/>
                <a:gd name="connsiteY16" fmla="*/ 490649 h 837747"/>
                <a:gd name="connsiteX17" fmla="*/ 170876 w 665893"/>
                <a:gd name="connsiteY17" fmla="*/ 527270 h 837747"/>
                <a:gd name="connsiteX18" fmla="*/ 170578 w 665893"/>
                <a:gd name="connsiteY18" fmla="*/ 528113 h 837747"/>
                <a:gd name="connsiteX19" fmla="*/ 170578 w 665893"/>
                <a:gd name="connsiteY19" fmla="*/ 528460 h 837747"/>
                <a:gd name="connsiteX20" fmla="*/ 170231 w 665893"/>
                <a:gd name="connsiteY20" fmla="*/ 529304 h 837747"/>
                <a:gd name="connsiteX21" fmla="*/ 170231 w 665893"/>
                <a:gd name="connsiteY21" fmla="*/ 529304 h 837747"/>
                <a:gd name="connsiteX22" fmla="*/ 89399 w 665893"/>
                <a:gd name="connsiteY22" fmla="*/ 582448 h 837747"/>
                <a:gd name="connsiteX23" fmla="*/ 57145 w 665893"/>
                <a:gd name="connsiteY23" fmla="*/ 576444 h 837747"/>
                <a:gd name="connsiteX24" fmla="*/ 4746 w 665893"/>
                <a:gd name="connsiteY24" fmla="*/ 465740 h 837747"/>
                <a:gd name="connsiteX25" fmla="*/ 5044 w 665893"/>
                <a:gd name="connsiteY25" fmla="*/ 464797 h 837747"/>
                <a:gd name="connsiteX26" fmla="*/ 5490 w 665893"/>
                <a:gd name="connsiteY26" fmla="*/ 463606 h 837747"/>
                <a:gd name="connsiteX27" fmla="*/ 69451 w 665893"/>
                <a:gd name="connsiteY27" fmla="*/ 296930 h 837747"/>
                <a:gd name="connsiteX28" fmla="*/ 69451 w 665893"/>
                <a:gd name="connsiteY28" fmla="*/ 296682 h 837747"/>
                <a:gd name="connsiteX29" fmla="*/ 132916 w 665893"/>
                <a:gd name="connsiteY29" fmla="*/ 234507 h 837747"/>
                <a:gd name="connsiteX30" fmla="*/ 133313 w 665893"/>
                <a:gd name="connsiteY30" fmla="*/ 234507 h 837747"/>
                <a:gd name="connsiteX31" fmla="*/ 262823 w 665893"/>
                <a:gd name="connsiteY31" fmla="*/ 188559 h 837747"/>
                <a:gd name="connsiteX32" fmla="*/ 302173 w 665893"/>
                <a:gd name="connsiteY32" fmla="*/ 88920 h 837747"/>
                <a:gd name="connsiteX33" fmla="*/ 302173 w 665893"/>
                <a:gd name="connsiteY33" fmla="*/ 87531 h 837747"/>
                <a:gd name="connsiteX34" fmla="*/ 302173 w 665893"/>
                <a:gd name="connsiteY34" fmla="*/ 87531 h 837747"/>
                <a:gd name="connsiteX35" fmla="*/ 391093 w 665893"/>
                <a:gd name="connsiteY35" fmla="*/ 0 h 837747"/>
                <a:gd name="connsiteX36" fmla="*/ 480410 w 665893"/>
                <a:gd name="connsiteY36" fmla="*/ 87581 h 837747"/>
                <a:gd name="connsiteX37" fmla="*/ 480410 w 665893"/>
                <a:gd name="connsiteY37" fmla="*/ 87581 h 837747"/>
                <a:gd name="connsiteX38" fmla="*/ 480410 w 665893"/>
                <a:gd name="connsiteY38" fmla="*/ 88970 h 837747"/>
                <a:gd name="connsiteX39" fmla="*/ 399826 w 665893"/>
                <a:gd name="connsiteY39" fmla="*/ 303232 h 837747"/>
                <a:gd name="connsiteX40" fmla="*/ 438431 w 665893"/>
                <a:gd name="connsiteY40" fmla="*/ 413787 h 837747"/>
                <a:gd name="connsiteX41" fmla="*/ 469990 w 665893"/>
                <a:gd name="connsiteY41" fmla="*/ 407485 h 837747"/>
                <a:gd name="connsiteX42" fmla="*/ 470387 w 665893"/>
                <a:gd name="connsiteY42" fmla="*/ 407485 h 837747"/>
                <a:gd name="connsiteX43" fmla="*/ 592950 w 665893"/>
                <a:gd name="connsiteY43" fmla="*/ 481916 h 837747"/>
                <a:gd name="connsiteX44" fmla="*/ 662419 w 665893"/>
                <a:gd name="connsiteY44" fmla="*/ 718805 h 837747"/>
                <a:gd name="connsiteX45" fmla="*/ 662419 w 665893"/>
                <a:gd name="connsiteY45" fmla="*/ 719202 h 837747"/>
                <a:gd name="connsiteX46" fmla="*/ 662419 w 665893"/>
                <a:gd name="connsiteY46" fmla="*/ 719599 h 837747"/>
                <a:gd name="connsiteX47" fmla="*/ 598855 w 665893"/>
                <a:gd name="connsiteY47" fmla="*/ 834074 h 837747"/>
                <a:gd name="connsiteX48" fmla="*/ 572358 w 665893"/>
                <a:gd name="connsiteY48" fmla="*/ 837746 h 837747"/>
                <a:gd name="connsiteX49" fmla="*/ 334724 w 665893"/>
                <a:gd name="connsiteY49" fmla="*/ 772545 h 837747"/>
                <a:gd name="connsiteX50" fmla="*/ 334724 w 665893"/>
                <a:gd name="connsiteY50" fmla="*/ 772545 h 837747"/>
                <a:gd name="connsiteX51" fmla="*/ 558861 w 665893"/>
                <a:gd name="connsiteY51" fmla="*/ 749272 h 837747"/>
                <a:gd name="connsiteX52" fmla="*/ 576575 w 665893"/>
                <a:gd name="connsiteY52" fmla="*/ 757807 h 837747"/>
                <a:gd name="connsiteX53" fmla="*/ 586003 w 665893"/>
                <a:gd name="connsiteY53" fmla="*/ 741085 h 837747"/>
                <a:gd name="connsiteX54" fmla="*/ 586003 w 665893"/>
                <a:gd name="connsiteY54" fmla="*/ 740589 h 837747"/>
                <a:gd name="connsiteX55" fmla="*/ 516534 w 665893"/>
                <a:gd name="connsiteY55" fmla="*/ 504196 h 837747"/>
                <a:gd name="connsiteX56" fmla="*/ 485620 w 665893"/>
                <a:gd name="connsiteY56" fmla="*/ 485340 h 837747"/>
                <a:gd name="connsiteX57" fmla="*/ 484827 w 665893"/>
                <a:gd name="connsiteY57" fmla="*/ 485340 h 837747"/>
                <a:gd name="connsiteX58" fmla="*/ 419923 w 665893"/>
                <a:gd name="connsiteY58" fmla="*/ 498291 h 837747"/>
                <a:gd name="connsiteX59" fmla="*/ 374668 w 665893"/>
                <a:gd name="connsiteY59" fmla="*/ 472488 h 837747"/>
                <a:gd name="connsiteX60" fmla="*/ 316761 w 665893"/>
                <a:gd name="connsiteY60" fmla="*/ 306507 h 837747"/>
                <a:gd name="connsiteX61" fmla="*/ 326685 w 665893"/>
                <a:gd name="connsiteY61" fmla="*/ 264925 h 837747"/>
                <a:gd name="connsiteX62" fmla="*/ 401116 w 665893"/>
                <a:gd name="connsiteY62" fmla="*/ 89565 h 837747"/>
                <a:gd name="connsiteX63" fmla="*/ 401116 w 665893"/>
                <a:gd name="connsiteY63" fmla="*/ 89317 h 837747"/>
                <a:gd name="connsiteX64" fmla="*/ 391192 w 665893"/>
                <a:gd name="connsiteY64" fmla="*/ 79393 h 837747"/>
                <a:gd name="connsiteX65" fmla="*/ 381661 w 665893"/>
                <a:gd name="connsiteY65" fmla="*/ 89114 h 837747"/>
                <a:gd name="connsiteX66" fmla="*/ 381665 w 665893"/>
                <a:gd name="connsiteY66" fmla="*/ 89317 h 837747"/>
                <a:gd name="connsiteX67" fmla="*/ 381665 w 665893"/>
                <a:gd name="connsiteY67" fmla="*/ 89814 h 837747"/>
                <a:gd name="connsiteX68" fmla="*/ 318299 w 665893"/>
                <a:gd name="connsiteY68" fmla="*/ 245474 h 837747"/>
                <a:gd name="connsiteX69" fmla="*/ 290363 w 665893"/>
                <a:gd name="connsiteY69" fmla="*/ 262990 h 837747"/>
                <a:gd name="connsiteX70" fmla="*/ 290363 w 665893"/>
                <a:gd name="connsiteY70" fmla="*/ 262990 h 837747"/>
                <a:gd name="connsiteX71" fmla="*/ 159960 w 665893"/>
                <a:gd name="connsiteY71" fmla="*/ 309137 h 837747"/>
                <a:gd name="connsiteX72" fmla="*/ 159960 w 665893"/>
                <a:gd name="connsiteY72" fmla="*/ 309137 h 837747"/>
                <a:gd name="connsiteX73" fmla="*/ 159960 w 665893"/>
                <a:gd name="connsiteY73" fmla="*/ 309137 h 837747"/>
                <a:gd name="connsiteX74" fmla="*/ 143932 w 665893"/>
                <a:gd name="connsiteY74" fmla="*/ 324966 h 837747"/>
                <a:gd name="connsiteX75" fmla="*/ 143932 w 665893"/>
                <a:gd name="connsiteY75" fmla="*/ 324966 h 837747"/>
                <a:gd name="connsiteX76" fmla="*/ 79822 w 665893"/>
                <a:gd name="connsiteY76" fmla="*/ 491543 h 837747"/>
                <a:gd name="connsiteX77" fmla="*/ 79822 w 665893"/>
                <a:gd name="connsiteY77" fmla="*/ 491543 h 837747"/>
                <a:gd name="connsiteX78" fmla="*/ 85479 w 665893"/>
                <a:gd name="connsiteY78" fmla="*/ 502112 h 837747"/>
                <a:gd name="connsiteX79" fmla="*/ 89300 w 665893"/>
                <a:gd name="connsiteY79" fmla="*/ 502856 h 837747"/>
                <a:gd name="connsiteX80" fmla="*/ 96991 w 665893"/>
                <a:gd name="connsiteY80" fmla="*/ 498291 h 837747"/>
                <a:gd name="connsiteX81" fmla="*/ 96991 w 665893"/>
                <a:gd name="connsiteY81" fmla="*/ 498291 h 837747"/>
                <a:gd name="connsiteX82" fmla="*/ 149539 w 665893"/>
                <a:gd name="connsiteY82" fmla="*/ 360842 h 837747"/>
                <a:gd name="connsiteX83" fmla="*/ 200914 w 665893"/>
                <a:gd name="connsiteY83" fmla="*/ 338209 h 837747"/>
                <a:gd name="connsiteX84" fmla="*/ 223970 w 665893"/>
                <a:gd name="connsiteY84" fmla="*/ 361983 h 837747"/>
                <a:gd name="connsiteX85" fmla="*/ 271954 w 665893"/>
                <a:gd name="connsiteY85" fmla="*/ 499581 h 837747"/>
                <a:gd name="connsiteX86" fmla="*/ 284260 w 665893"/>
                <a:gd name="connsiteY86" fmla="*/ 517643 h 837747"/>
                <a:gd name="connsiteX87" fmla="*/ 284557 w 665893"/>
                <a:gd name="connsiteY87" fmla="*/ 517643 h 837747"/>
                <a:gd name="connsiteX88" fmla="*/ 342415 w 665893"/>
                <a:gd name="connsiteY88" fmla="*/ 569050 h 837747"/>
                <a:gd name="connsiteX89" fmla="*/ 349808 w 665893"/>
                <a:gd name="connsiteY89" fmla="*/ 619663 h 837747"/>
                <a:gd name="connsiteX90" fmla="*/ 277313 w 665893"/>
                <a:gd name="connsiteY90" fmla="*/ 736619 h 837747"/>
                <a:gd name="connsiteX91" fmla="*/ 277313 w 665893"/>
                <a:gd name="connsiteY91" fmla="*/ 736619 h 837747"/>
                <a:gd name="connsiteX92" fmla="*/ 282275 w 665893"/>
                <a:gd name="connsiteY92" fmla="*/ 755574 h 837747"/>
                <a:gd name="connsiteX93" fmla="*/ 292695 w 665893"/>
                <a:gd name="connsiteY93" fmla="*/ 757460 h 837747"/>
                <a:gd name="connsiteX94" fmla="*/ 300932 w 665893"/>
                <a:gd name="connsiteY94" fmla="*/ 751605 h 837747"/>
                <a:gd name="connsiteX95" fmla="*/ 301230 w 665893"/>
                <a:gd name="connsiteY95" fmla="*/ 751158 h 837747"/>
                <a:gd name="connsiteX96" fmla="*/ 391788 w 665893"/>
                <a:gd name="connsiteY96" fmla="*/ 605372 h 837747"/>
                <a:gd name="connsiteX97" fmla="*/ 393723 w 665893"/>
                <a:gd name="connsiteY97" fmla="*/ 580860 h 837747"/>
                <a:gd name="connsiteX98" fmla="*/ 414567 w 665893"/>
                <a:gd name="connsiteY98" fmla="*/ 528733 h 837747"/>
                <a:gd name="connsiteX99" fmla="*/ 422503 w 665893"/>
                <a:gd name="connsiteY99" fmla="*/ 526277 h 837747"/>
                <a:gd name="connsiteX100" fmla="*/ 454409 w 665893"/>
                <a:gd name="connsiteY100" fmla="*/ 519926 h 837747"/>
                <a:gd name="connsiteX101" fmla="*/ 500308 w 665893"/>
                <a:gd name="connsiteY101" fmla="*/ 547763 h 837747"/>
                <a:gd name="connsiteX102" fmla="*/ 558613 w 665893"/>
                <a:gd name="connsiteY102" fmla="*/ 748627 h 837747"/>
                <a:gd name="connsiteX103" fmla="*/ 558613 w 665893"/>
                <a:gd name="connsiteY103" fmla="*/ 749024 h 837747"/>
                <a:gd name="connsiteX104" fmla="*/ 171174 w 665893"/>
                <a:gd name="connsiteY104" fmla="*/ 526476 h 837747"/>
                <a:gd name="connsiteX105" fmla="*/ 171174 w 665893"/>
                <a:gd name="connsiteY105" fmla="*/ 526476 h 837747"/>
                <a:gd name="connsiteX106" fmla="*/ 171174 w 665893"/>
                <a:gd name="connsiteY106" fmla="*/ 526476 h 837747"/>
                <a:gd name="connsiteX107" fmla="*/ 171174 w 665893"/>
                <a:gd name="connsiteY107" fmla="*/ 526476 h 837747"/>
                <a:gd name="connsiteX108" fmla="*/ 171174 w 665893"/>
                <a:gd name="connsiteY108" fmla="*/ 526476 h 837747"/>
                <a:gd name="connsiteX109" fmla="*/ 171174 w 665893"/>
                <a:gd name="connsiteY109" fmla="*/ 526476 h 83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665893" h="837747">
                  <a:moveTo>
                    <a:pt x="572358" y="837746"/>
                  </a:moveTo>
                  <a:cubicBezTo>
                    <a:pt x="531533" y="837539"/>
                    <a:pt x="495480" y="811080"/>
                    <a:pt x="483040" y="772197"/>
                  </a:cubicBezTo>
                  <a:lnTo>
                    <a:pt x="483040" y="772197"/>
                  </a:lnTo>
                  <a:lnTo>
                    <a:pt x="483040" y="771850"/>
                  </a:lnTo>
                  <a:lnTo>
                    <a:pt x="450936" y="661394"/>
                  </a:lnTo>
                  <a:lnTo>
                    <a:pt x="368466" y="793485"/>
                  </a:lnTo>
                  <a:lnTo>
                    <a:pt x="368466" y="793485"/>
                  </a:lnTo>
                  <a:lnTo>
                    <a:pt x="368466" y="793485"/>
                  </a:lnTo>
                  <a:cubicBezTo>
                    <a:pt x="355493" y="814526"/>
                    <a:pt x="334610" y="829473"/>
                    <a:pt x="310509" y="834967"/>
                  </a:cubicBezTo>
                  <a:cubicBezTo>
                    <a:pt x="260022" y="846289"/>
                    <a:pt x="209917" y="814539"/>
                    <a:pt x="198596" y="764053"/>
                  </a:cubicBezTo>
                  <a:cubicBezTo>
                    <a:pt x="193296" y="740416"/>
                    <a:pt x="197357" y="715645"/>
                    <a:pt x="209928" y="694938"/>
                  </a:cubicBezTo>
                  <a:lnTo>
                    <a:pt x="209928" y="694640"/>
                  </a:lnTo>
                  <a:lnTo>
                    <a:pt x="264808" y="606365"/>
                  </a:lnTo>
                  <a:lnTo>
                    <a:pt x="232009" y="577238"/>
                  </a:lnTo>
                  <a:lnTo>
                    <a:pt x="231513" y="576841"/>
                  </a:lnTo>
                  <a:cubicBezTo>
                    <a:pt x="215881" y="562984"/>
                    <a:pt x="204030" y="545379"/>
                    <a:pt x="197076" y="525682"/>
                  </a:cubicBezTo>
                  <a:lnTo>
                    <a:pt x="184869" y="490649"/>
                  </a:lnTo>
                  <a:lnTo>
                    <a:pt x="170876" y="527270"/>
                  </a:lnTo>
                  <a:lnTo>
                    <a:pt x="170578" y="528113"/>
                  </a:lnTo>
                  <a:lnTo>
                    <a:pt x="170578" y="528460"/>
                  </a:lnTo>
                  <a:cubicBezTo>
                    <a:pt x="170578" y="528758"/>
                    <a:pt x="170330" y="529056"/>
                    <a:pt x="170231" y="529304"/>
                  </a:cubicBezTo>
                  <a:lnTo>
                    <a:pt x="170231" y="529304"/>
                  </a:lnTo>
                  <a:cubicBezTo>
                    <a:pt x="156370" y="561616"/>
                    <a:pt x="124558" y="582531"/>
                    <a:pt x="89399" y="582448"/>
                  </a:cubicBezTo>
                  <a:cubicBezTo>
                    <a:pt x="78370" y="582440"/>
                    <a:pt x="67438" y="580405"/>
                    <a:pt x="57145" y="576444"/>
                  </a:cubicBezTo>
                  <a:cubicBezTo>
                    <a:pt x="12586" y="559817"/>
                    <a:pt x="-10642" y="510742"/>
                    <a:pt x="4746" y="465740"/>
                  </a:cubicBezTo>
                  <a:lnTo>
                    <a:pt x="5044" y="464797"/>
                  </a:lnTo>
                  <a:lnTo>
                    <a:pt x="5490" y="463606"/>
                  </a:lnTo>
                  <a:lnTo>
                    <a:pt x="69451" y="296930"/>
                  </a:lnTo>
                  <a:lnTo>
                    <a:pt x="69451" y="296682"/>
                  </a:lnTo>
                  <a:cubicBezTo>
                    <a:pt x="80497" y="267674"/>
                    <a:pt x="103688" y="244955"/>
                    <a:pt x="132916" y="234507"/>
                  </a:cubicBezTo>
                  <a:lnTo>
                    <a:pt x="133313" y="234507"/>
                  </a:lnTo>
                  <a:lnTo>
                    <a:pt x="262823" y="188559"/>
                  </a:lnTo>
                  <a:cubicBezTo>
                    <a:pt x="288170" y="161581"/>
                    <a:pt x="302246" y="125937"/>
                    <a:pt x="302173" y="88920"/>
                  </a:cubicBezTo>
                  <a:lnTo>
                    <a:pt x="302173" y="87531"/>
                  </a:lnTo>
                  <a:lnTo>
                    <a:pt x="302173" y="87531"/>
                  </a:lnTo>
                  <a:cubicBezTo>
                    <a:pt x="302878" y="38942"/>
                    <a:pt x="342499" y="-59"/>
                    <a:pt x="391093" y="0"/>
                  </a:cubicBezTo>
                  <a:cubicBezTo>
                    <a:pt x="439569" y="434"/>
                    <a:pt x="479025" y="39122"/>
                    <a:pt x="480410" y="87581"/>
                  </a:cubicBezTo>
                  <a:lnTo>
                    <a:pt x="480410" y="87581"/>
                  </a:lnTo>
                  <a:lnTo>
                    <a:pt x="480410" y="88970"/>
                  </a:lnTo>
                  <a:cubicBezTo>
                    <a:pt x="480494" y="167813"/>
                    <a:pt x="451846" y="243985"/>
                    <a:pt x="399826" y="303232"/>
                  </a:cubicBezTo>
                  <a:lnTo>
                    <a:pt x="438431" y="413787"/>
                  </a:lnTo>
                  <a:lnTo>
                    <a:pt x="469990" y="407485"/>
                  </a:lnTo>
                  <a:lnTo>
                    <a:pt x="470387" y="407485"/>
                  </a:lnTo>
                  <a:cubicBezTo>
                    <a:pt x="524385" y="396626"/>
                    <a:pt x="577686" y="428995"/>
                    <a:pt x="592950" y="481916"/>
                  </a:cubicBezTo>
                  <a:lnTo>
                    <a:pt x="662419" y="718805"/>
                  </a:lnTo>
                  <a:cubicBezTo>
                    <a:pt x="662391" y="718936"/>
                    <a:pt x="662391" y="719071"/>
                    <a:pt x="662419" y="719202"/>
                  </a:cubicBezTo>
                  <a:cubicBezTo>
                    <a:pt x="662419" y="719202"/>
                    <a:pt x="662419" y="719450"/>
                    <a:pt x="662419" y="719599"/>
                  </a:cubicBezTo>
                  <a:cubicBezTo>
                    <a:pt x="676183" y="768729"/>
                    <a:pt x="647834" y="819784"/>
                    <a:pt x="598855" y="834074"/>
                  </a:cubicBezTo>
                  <a:cubicBezTo>
                    <a:pt x="590242" y="836551"/>
                    <a:pt x="581320" y="837788"/>
                    <a:pt x="572358" y="837746"/>
                  </a:cubicBezTo>
                  <a:close/>
                  <a:moveTo>
                    <a:pt x="334724" y="772545"/>
                  </a:moveTo>
                  <a:lnTo>
                    <a:pt x="334724" y="772545"/>
                  </a:lnTo>
                  <a:close/>
                  <a:moveTo>
                    <a:pt x="558861" y="749272"/>
                  </a:moveTo>
                  <a:cubicBezTo>
                    <a:pt x="561636" y="756302"/>
                    <a:pt x="569348" y="760018"/>
                    <a:pt x="576575" y="757807"/>
                  </a:cubicBezTo>
                  <a:cubicBezTo>
                    <a:pt x="583770" y="755760"/>
                    <a:pt x="587975" y="748301"/>
                    <a:pt x="586003" y="741085"/>
                  </a:cubicBezTo>
                  <a:lnTo>
                    <a:pt x="586003" y="740589"/>
                  </a:lnTo>
                  <a:lnTo>
                    <a:pt x="516534" y="504196"/>
                  </a:lnTo>
                  <a:cubicBezTo>
                    <a:pt x="512780" y="490768"/>
                    <a:pt x="499278" y="482532"/>
                    <a:pt x="485620" y="485340"/>
                  </a:cubicBezTo>
                  <a:lnTo>
                    <a:pt x="484827" y="485340"/>
                  </a:lnTo>
                  <a:lnTo>
                    <a:pt x="419923" y="498291"/>
                  </a:lnTo>
                  <a:cubicBezTo>
                    <a:pt x="400515" y="502175"/>
                    <a:pt x="381211" y="491168"/>
                    <a:pt x="374668" y="472488"/>
                  </a:cubicBezTo>
                  <a:lnTo>
                    <a:pt x="316761" y="306507"/>
                  </a:lnTo>
                  <a:cubicBezTo>
                    <a:pt x="311686" y="291897"/>
                    <a:pt x="315559" y="275669"/>
                    <a:pt x="326685" y="264925"/>
                  </a:cubicBezTo>
                  <a:cubicBezTo>
                    <a:pt x="374176" y="218933"/>
                    <a:pt x="401026" y="155676"/>
                    <a:pt x="401116" y="89565"/>
                  </a:cubicBezTo>
                  <a:lnTo>
                    <a:pt x="401116" y="89317"/>
                  </a:lnTo>
                  <a:cubicBezTo>
                    <a:pt x="400821" y="83963"/>
                    <a:pt x="396546" y="79689"/>
                    <a:pt x="391192" y="79393"/>
                  </a:cubicBezTo>
                  <a:cubicBezTo>
                    <a:pt x="385876" y="79445"/>
                    <a:pt x="381609" y="83797"/>
                    <a:pt x="381661" y="89114"/>
                  </a:cubicBezTo>
                  <a:cubicBezTo>
                    <a:pt x="381662" y="89182"/>
                    <a:pt x="381663" y="89249"/>
                    <a:pt x="381665" y="89317"/>
                  </a:cubicBezTo>
                  <a:lnTo>
                    <a:pt x="381665" y="89814"/>
                  </a:lnTo>
                  <a:cubicBezTo>
                    <a:pt x="381511" y="147951"/>
                    <a:pt x="358793" y="203758"/>
                    <a:pt x="318299" y="245474"/>
                  </a:cubicBezTo>
                  <a:cubicBezTo>
                    <a:pt x="310463" y="253389"/>
                    <a:pt x="300901" y="259384"/>
                    <a:pt x="290363" y="262990"/>
                  </a:cubicBezTo>
                  <a:lnTo>
                    <a:pt x="290363" y="262990"/>
                  </a:lnTo>
                  <a:lnTo>
                    <a:pt x="159960" y="309137"/>
                  </a:lnTo>
                  <a:lnTo>
                    <a:pt x="159960" y="309137"/>
                  </a:lnTo>
                  <a:lnTo>
                    <a:pt x="159960" y="309137"/>
                  </a:lnTo>
                  <a:cubicBezTo>
                    <a:pt x="152566" y="311826"/>
                    <a:pt x="146712" y="317606"/>
                    <a:pt x="143932" y="324966"/>
                  </a:cubicBezTo>
                  <a:lnTo>
                    <a:pt x="143932" y="324966"/>
                  </a:lnTo>
                  <a:lnTo>
                    <a:pt x="79822" y="491543"/>
                  </a:lnTo>
                  <a:cubicBezTo>
                    <a:pt x="79822" y="491543"/>
                    <a:pt x="79822" y="491543"/>
                    <a:pt x="79822" y="491543"/>
                  </a:cubicBezTo>
                  <a:cubicBezTo>
                    <a:pt x="78636" y="496005"/>
                    <a:pt x="81108" y="500623"/>
                    <a:pt x="85479" y="502112"/>
                  </a:cubicBezTo>
                  <a:cubicBezTo>
                    <a:pt x="86696" y="502592"/>
                    <a:pt x="87991" y="502844"/>
                    <a:pt x="89300" y="502856"/>
                  </a:cubicBezTo>
                  <a:cubicBezTo>
                    <a:pt x="92532" y="502955"/>
                    <a:pt x="95529" y="501176"/>
                    <a:pt x="96991" y="498291"/>
                  </a:cubicBezTo>
                  <a:lnTo>
                    <a:pt x="96991" y="498291"/>
                  </a:lnTo>
                  <a:lnTo>
                    <a:pt x="149539" y="360842"/>
                  </a:lnTo>
                  <a:cubicBezTo>
                    <a:pt x="157476" y="340405"/>
                    <a:pt x="180477" y="330272"/>
                    <a:pt x="200914" y="338209"/>
                  </a:cubicBezTo>
                  <a:cubicBezTo>
                    <a:pt x="211696" y="342396"/>
                    <a:pt x="220115" y="351078"/>
                    <a:pt x="223970" y="361983"/>
                  </a:cubicBezTo>
                  <a:lnTo>
                    <a:pt x="271954" y="499581"/>
                  </a:lnTo>
                  <a:cubicBezTo>
                    <a:pt x="274462" y="506546"/>
                    <a:pt x="278696" y="512760"/>
                    <a:pt x="284260" y="517643"/>
                  </a:cubicBezTo>
                  <a:lnTo>
                    <a:pt x="284557" y="517643"/>
                  </a:lnTo>
                  <a:lnTo>
                    <a:pt x="342415" y="569050"/>
                  </a:lnTo>
                  <a:cubicBezTo>
                    <a:pt x="356869" y="581873"/>
                    <a:pt x="359990" y="603241"/>
                    <a:pt x="349808" y="619663"/>
                  </a:cubicBezTo>
                  <a:lnTo>
                    <a:pt x="277313" y="736619"/>
                  </a:lnTo>
                  <a:lnTo>
                    <a:pt x="277313" y="736619"/>
                  </a:lnTo>
                  <a:cubicBezTo>
                    <a:pt x="273500" y="743231"/>
                    <a:pt x="275712" y="751679"/>
                    <a:pt x="282275" y="755574"/>
                  </a:cubicBezTo>
                  <a:cubicBezTo>
                    <a:pt x="285355" y="757575"/>
                    <a:pt x="289109" y="758254"/>
                    <a:pt x="292695" y="757460"/>
                  </a:cubicBezTo>
                  <a:cubicBezTo>
                    <a:pt x="296102" y="756663"/>
                    <a:pt x="299060" y="754561"/>
                    <a:pt x="300932" y="751605"/>
                  </a:cubicBezTo>
                  <a:lnTo>
                    <a:pt x="301230" y="751158"/>
                  </a:lnTo>
                  <a:lnTo>
                    <a:pt x="391788" y="605372"/>
                  </a:lnTo>
                  <a:cubicBezTo>
                    <a:pt x="396439" y="598022"/>
                    <a:pt x="397164" y="588849"/>
                    <a:pt x="393723" y="580860"/>
                  </a:cubicBezTo>
                  <a:cubicBezTo>
                    <a:pt x="385084" y="560710"/>
                    <a:pt x="394417" y="537372"/>
                    <a:pt x="414567" y="528733"/>
                  </a:cubicBezTo>
                  <a:cubicBezTo>
                    <a:pt x="417119" y="527639"/>
                    <a:pt x="419779" y="526816"/>
                    <a:pt x="422503" y="526277"/>
                  </a:cubicBezTo>
                  <a:lnTo>
                    <a:pt x="454409" y="519926"/>
                  </a:lnTo>
                  <a:cubicBezTo>
                    <a:pt x="474615" y="515886"/>
                    <a:pt x="494552" y="527977"/>
                    <a:pt x="500308" y="547763"/>
                  </a:cubicBezTo>
                  <a:lnTo>
                    <a:pt x="558613" y="748627"/>
                  </a:lnTo>
                  <a:lnTo>
                    <a:pt x="558613" y="749024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7" name="Picture Placeholder 33">
              <a:extLst>
                <a:ext uri="{FF2B5EF4-FFF2-40B4-BE49-F238E27FC236}">
                  <a16:creationId xmlns:a16="http://schemas.microsoft.com/office/drawing/2014/main" id="{E6445354-E6F0-0449-A443-1A7A8FEFDFD5}"/>
                </a:ext>
              </a:extLst>
            </p:cNvPr>
            <p:cNvSpPr/>
            <p:nvPr/>
          </p:nvSpPr>
          <p:spPr>
            <a:xfrm>
              <a:off x="1514525" y="2101995"/>
              <a:ext cx="213961" cy="159143"/>
            </a:xfrm>
            <a:custGeom>
              <a:avLst/>
              <a:gdLst>
                <a:gd name="connsiteX0" fmla="*/ 174221 w 213961"/>
                <a:gd name="connsiteY0" fmla="*/ 159144 h 159143"/>
                <a:gd name="connsiteX1" fmla="*/ 154026 w 213961"/>
                <a:gd name="connsiteY1" fmla="*/ 153586 h 159143"/>
                <a:gd name="connsiteX2" fmla="*/ 20050 w 213961"/>
                <a:gd name="connsiteY2" fmla="*/ 74193 h 159143"/>
                <a:gd name="connsiteX3" fmla="*/ 5214 w 213961"/>
                <a:gd name="connsiteY3" fmla="*/ 20050 h 159143"/>
                <a:gd name="connsiteX4" fmla="*/ 59357 w 213961"/>
                <a:gd name="connsiteY4" fmla="*/ 5214 h 159143"/>
                <a:gd name="connsiteX5" fmla="*/ 60540 w 213961"/>
                <a:gd name="connsiteY5" fmla="*/ 5915 h 159143"/>
                <a:gd name="connsiteX6" fmla="*/ 194516 w 213961"/>
                <a:gd name="connsiteY6" fmla="*/ 85308 h 159143"/>
                <a:gd name="connsiteX7" fmla="*/ 208398 w 213961"/>
                <a:gd name="connsiteY7" fmla="*/ 139704 h 159143"/>
                <a:gd name="connsiteX8" fmla="*/ 174221 w 213961"/>
                <a:gd name="connsiteY8" fmla="*/ 159144 h 15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961" h="159143">
                  <a:moveTo>
                    <a:pt x="174221" y="159144"/>
                  </a:moveTo>
                  <a:cubicBezTo>
                    <a:pt x="167113" y="159133"/>
                    <a:pt x="160138" y="157213"/>
                    <a:pt x="154026" y="153586"/>
                  </a:cubicBezTo>
                  <a:lnTo>
                    <a:pt x="20050" y="74193"/>
                  </a:lnTo>
                  <a:cubicBezTo>
                    <a:pt x="1001" y="63339"/>
                    <a:pt x="-5641" y="39098"/>
                    <a:pt x="5214" y="20050"/>
                  </a:cubicBezTo>
                  <a:cubicBezTo>
                    <a:pt x="16068" y="1001"/>
                    <a:pt x="40309" y="-5641"/>
                    <a:pt x="59357" y="5214"/>
                  </a:cubicBezTo>
                  <a:cubicBezTo>
                    <a:pt x="59756" y="5441"/>
                    <a:pt x="60150" y="5674"/>
                    <a:pt x="60540" y="5915"/>
                  </a:cubicBezTo>
                  <a:lnTo>
                    <a:pt x="194516" y="85308"/>
                  </a:lnTo>
                  <a:cubicBezTo>
                    <a:pt x="213371" y="96496"/>
                    <a:pt x="219586" y="120850"/>
                    <a:pt x="208398" y="139704"/>
                  </a:cubicBezTo>
                  <a:cubicBezTo>
                    <a:pt x="201241" y="151767"/>
                    <a:pt x="188248" y="159157"/>
                    <a:pt x="174221" y="15914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8" name="Picture Placeholder 33">
              <a:extLst>
                <a:ext uri="{FF2B5EF4-FFF2-40B4-BE49-F238E27FC236}">
                  <a16:creationId xmlns:a16="http://schemas.microsoft.com/office/drawing/2014/main" id="{E6445354-E6F0-0449-A443-1A7A8FEFDFD5}"/>
                </a:ext>
              </a:extLst>
            </p:cNvPr>
            <p:cNvSpPr/>
            <p:nvPr/>
          </p:nvSpPr>
          <p:spPr>
            <a:xfrm>
              <a:off x="1604308" y="2037737"/>
              <a:ext cx="159111" cy="124161"/>
            </a:xfrm>
            <a:custGeom>
              <a:avLst/>
              <a:gdLst>
                <a:gd name="connsiteX0" fmla="*/ 119173 w 159111"/>
                <a:gd name="connsiteY0" fmla="*/ 124160 h 124161"/>
                <a:gd name="connsiteX1" fmla="*/ 99772 w 159111"/>
                <a:gd name="connsiteY1" fmla="*/ 119198 h 124161"/>
                <a:gd name="connsiteX2" fmla="*/ 20379 w 159111"/>
                <a:gd name="connsiteY2" fmla="*/ 74540 h 124161"/>
                <a:gd name="connsiteX3" fmla="*/ 5071 w 159111"/>
                <a:gd name="connsiteY3" fmla="*/ 20379 h 124161"/>
                <a:gd name="connsiteX4" fmla="*/ 59232 w 159111"/>
                <a:gd name="connsiteY4" fmla="*/ 5071 h 124161"/>
                <a:gd name="connsiteX5" fmla="*/ 138625 w 159111"/>
                <a:gd name="connsiteY5" fmla="*/ 49729 h 124161"/>
                <a:gd name="connsiteX6" fmla="*/ 154143 w 159111"/>
                <a:gd name="connsiteY6" fmla="*/ 103681 h 124161"/>
                <a:gd name="connsiteX7" fmla="*/ 119173 w 159111"/>
                <a:gd name="connsiteY7" fmla="*/ 124160 h 12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111" h="124161">
                  <a:moveTo>
                    <a:pt x="119173" y="124160"/>
                  </a:moveTo>
                  <a:cubicBezTo>
                    <a:pt x="112386" y="124209"/>
                    <a:pt x="105702" y="122500"/>
                    <a:pt x="99772" y="119198"/>
                  </a:cubicBezTo>
                  <a:lnTo>
                    <a:pt x="20379" y="74540"/>
                  </a:lnTo>
                  <a:cubicBezTo>
                    <a:pt x="1195" y="63811"/>
                    <a:pt x="-5658" y="39562"/>
                    <a:pt x="5071" y="20379"/>
                  </a:cubicBezTo>
                  <a:cubicBezTo>
                    <a:pt x="15800" y="1195"/>
                    <a:pt x="40048" y="-5658"/>
                    <a:pt x="59232" y="5071"/>
                  </a:cubicBezTo>
                  <a:lnTo>
                    <a:pt x="138625" y="49729"/>
                  </a:lnTo>
                  <a:cubicBezTo>
                    <a:pt x="157809" y="60342"/>
                    <a:pt x="164756" y="84497"/>
                    <a:pt x="154143" y="103681"/>
                  </a:cubicBezTo>
                  <a:cubicBezTo>
                    <a:pt x="147111" y="116391"/>
                    <a:pt x="133699" y="124246"/>
                    <a:pt x="119173" y="1241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A302F1C-CD9A-B041-8D0D-E47560CCECA4}"/>
              </a:ext>
            </a:extLst>
          </p:cNvPr>
          <p:cNvGrpSpPr>
            <a:grpSpLocks noChangeAspect="1"/>
          </p:cNvGrpSpPr>
          <p:nvPr/>
        </p:nvGrpSpPr>
        <p:grpSpPr>
          <a:xfrm>
            <a:off x="2812719" y="1416207"/>
            <a:ext cx="828795" cy="841112"/>
            <a:chOff x="2812719" y="1416207"/>
            <a:chExt cx="828795" cy="841112"/>
          </a:xfrm>
        </p:grpSpPr>
        <p:sp>
          <p:nvSpPr>
            <p:cNvPr id="79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2812719" y="1416207"/>
              <a:ext cx="297743" cy="565665"/>
            </a:xfrm>
            <a:custGeom>
              <a:avLst/>
              <a:gdLst>
                <a:gd name="connsiteX0" fmla="*/ 258043 w 297743"/>
                <a:gd name="connsiteY0" fmla="*/ 565666 h 565665"/>
                <a:gd name="connsiteX1" fmla="*/ 221819 w 297743"/>
                <a:gd name="connsiteY1" fmla="*/ 542245 h 565665"/>
                <a:gd name="connsiteX2" fmla="*/ 3488 w 297743"/>
                <a:gd name="connsiteY2" fmla="*/ 55962 h 565665"/>
                <a:gd name="connsiteX3" fmla="*/ 23460 w 297743"/>
                <a:gd name="connsiteY3" fmla="*/ 3488 h 565665"/>
                <a:gd name="connsiteX4" fmla="*/ 75934 w 297743"/>
                <a:gd name="connsiteY4" fmla="*/ 23460 h 565665"/>
                <a:gd name="connsiteX5" fmla="*/ 294266 w 297743"/>
                <a:gd name="connsiteY5" fmla="*/ 509743 h 565665"/>
                <a:gd name="connsiteX6" fmla="*/ 274263 w 297743"/>
                <a:gd name="connsiteY6" fmla="*/ 562198 h 565665"/>
                <a:gd name="connsiteX7" fmla="*/ 258043 w 297743"/>
                <a:gd name="connsiteY7" fmla="*/ 565666 h 56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43" h="565665">
                  <a:moveTo>
                    <a:pt x="258043" y="565666"/>
                  </a:moveTo>
                  <a:cubicBezTo>
                    <a:pt x="242410" y="565672"/>
                    <a:pt x="228229" y="556503"/>
                    <a:pt x="221819" y="542245"/>
                  </a:cubicBezTo>
                  <a:lnTo>
                    <a:pt x="3488" y="55962"/>
                  </a:lnTo>
                  <a:cubicBezTo>
                    <a:pt x="-5487" y="35957"/>
                    <a:pt x="3455" y="12463"/>
                    <a:pt x="23460" y="3488"/>
                  </a:cubicBezTo>
                  <a:cubicBezTo>
                    <a:pt x="43466" y="-5487"/>
                    <a:pt x="66959" y="3455"/>
                    <a:pt x="75934" y="23460"/>
                  </a:cubicBezTo>
                  <a:lnTo>
                    <a:pt x="294266" y="509743"/>
                  </a:lnTo>
                  <a:cubicBezTo>
                    <a:pt x="303227" y="529752"/>
                    <a:pt x="294271" y="553237"/>
                    <a:pt x="274263" y="562198"/>
                  </a:cubicBezTo>
                  <a:cubicBezTo>
                    <a:pt x="269161" y="564483"/>
                    <a:pt x="263633" y="565665"/>
                    <a:pt x="258043" y="5656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0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3343676" y="1733770"/>
              <a:ext cx="79393" cy="243141"/>
            </a:xfrm>
            <a:custGeom>
              <a:avLst/>
              <a:gdLst>
                <a:gd name="connsiteX0" fmla="*/ 39697 w 79393"/>
                <a:gd name="connsiteY0" fmla="*/ 243141 h 243141"/>
                <a:gd name="connsiteX1" fmla="*/ 0 w 79393"/>
                <a:gd name="connsiteY1" fmla="*/ 203445 h 243141"/>
                <a:gd name="connsiteX2" fmla="*/ 0 w 79393"/>
                <a:gd name="connsiteY2" fmla="*/ 39697 h 243141"/>
                <a:gd name="connsiteX3" fmla="*/ 39697 w 79393"/>
                <a:gd name="connsiteY3" fmla="*/ 0 h 243141"/>
                <a:gd name="connsiteX4" fmla="*/ 79393 w 79393"/>
                <a:gd name="connsiteY4" fmla="*/ 39697 h 243141"/>
                <a:gd name="connsiteX5" fmla="*/ 79393 w 79393"/>
                <a:gd name="connsiteY5" fmla="*/ 203445 h 243141"/>
                <a:gd name="connsiteX6" fmla="*/ 39697 w 79393"/>
                <a:gd name="connsiteY6" fmla="*/ 243141 h 24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3141">
                  <a:moveTo>
                    <a:pt x="39697" y="243141"/>
                  </a:moveTo>
                  <a:cubicBezTo>
                    <a:pt x="17773" y="243141"/>
                    <a:pt x="0" y="225369"/>
                    <a:pt x="0" y="2034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03445"/>
                  </a:lnTo>
                  <a:cubicBezTo>
                    <a:pt x="79393" y="225369"/>
                    <a:pt x="61620" y="243141"/>
                    <a:pt x="39697" y="24314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1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3031065" y="1902480"/>
              <a:ext cx="392003" cy="79393"/>
            </a:xfrm>
            <a:custGeom>
              <a:avLst/>
              <a:gdLst>
                <a:gd name="connsiteX0" fmla="*/ 352307 w 392003"/>
                <a:gd name="connsiteY0" fmla="*/ 79393 h 79393"/>
                <a:gd name="connsiteX1" fmla="*/ 39697 w 392003"/>
                <a:gd name="connsiteY1" fmla="*/ 79393 h 79393"/>
                <a:gd name="connsiteX2" fmla="*/ 0 w 392003"/>
                <a:gd name="connsiteY2" fmla="*/ 39697 h 79393"/>
                <a:gd name="connsiteX3" fmla="*/ 39697 w 392003"/>
                <a:gd name="connsiteY3" fmla="*/ 0 h 79393"/>
                <a:gd name="connsiteX4" fmla="*/ 352307 w 392003"/>
                <a:gd name="connsiteY4" fmla="*/ 0 h 79393"/>
                <a:gd name="connsiteX5" fmla="*/ 392004 w 392003"/>
                <a:gd name="connsiteY5" fmla="*/ 39697 h 79393"/>
                <a:gd name="connsiteX6" fmla="*/ 352307 w 392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003" h="79393">
                  <a:moveTo>
                    <a:pt x="352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52307" y="0"/>
                  </a:lnTo>
                  <a:cubicBezTo>
                    <a:pt x="374231" y="0"/>
                    <a:pt x="392004" y="17773"/>
                    <a:pt x="392004" y="39697"/>
                  </a:cubicBezTo>
                  <a:cubicBezTo>
                    <a:pt x="392004" y="61620"/>
                    <a:pt x="374231" y="79393"/>
                    <a:pt x="35230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2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2996275" y="1902643"/>
              <a:ext cx="114110" cy="277713"/>
            </a:xfrm>
            <a:custGeom>
              <a:avLst/>
              <a:gdLst>
                <a:gd name="connsiteX0" fmla="*/ 39752 w 114110"/>
                <a:gd name="connsiteY0" fmla="*/ 277713 h 277713"/>
                <a:gd name="connsiteX1" fmla="*/ 32855 w 114110"/>
                <a:gd name="connsiteY1" fmla="*/ 277118 h 277713"/>
                <a:gd name="connsiteX2" fmla="*/ 602 w 114110"/>
                <a:gd name="connsiteY2" fmla="*/ 231169 h 277713"/>
                <a:gd name="connsiteX3" fmla="*/ 35336 w 114110"/>
                <a:gd name="connsiteY3" fmla="*/ 32686 h 277713"/>
                <a:gd name="connsiteX4" fmla="*/ 81425 w 114110"/>
                <a:gd name="connsiteY4" fmla="*/ 632 h 277713"/>
                <a:gd name="connsiteX5" fmla="*/ 113538 w 114110"/>
                <a:gd name="connsiteY5" fmla="*/ 46382 h 277713"/>
                <a:gd name="connsiteX6" fmla="*/ 78804 w 114110"/>
                <a:gd name="connsiteY6" fmla="*/ 244864 h 277713"/>
                <a:gd name="connsiteX7" fmla="*/ 39752 w 114110"/>
                <a:gd name="connsiteY7" fmla="*/ 277713 h 27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0" h="277713">
                  <a:moveTo>
                    <a:pt x="39752" y="277713"/>
                  </a:moveTo>
                  <a:cubicBezTo>
                    <a:pt x="37441" y="277710"/>
                    <a:pt x="35133" y="277511"/>
                    <a:pt x="32855" y="277118"/>
                  </a:cubicBezTo>
                  <a:cubicBezTo>
                    <a:pt x="11260" y="273336"/>
                    <a:pt x="-3180" y="252764"/>
                    <a:pt x="602" y="231169"/>
                  </a:cubicBezTo>
                  <a:lnTo>
                    <a:pt x="35336" y="32686"/>
                  </a:lnTo>
                  <a:cubicBezTo>
                    <a:pt x="39211" y="11108"/>
                    <a:pt x="59846" y="-3243"/>
                    <a:pt x="81425" y="632"/>
                  </a:cubicBezTo>
                  <a:cubicBezTo>
                    <a:pt x="102871" y="4484"/>
                    <a:pt x="117204" y="24903"/>
                    <a:pt x="113538" y="46382"/>
                  </a:cubicBezTo>
                  <a:lnTo>
                    <a:pt x="78804" y="244864"/>
                  </a:lnTo>
                  <a:cubicBezTo>
                    <a:pt x="75481" y="263839"/>
                    <a:pt x="59015" y="277689"/>
                    <a:pt x="39752" y="2777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3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3343308" y="1901261"/>
              <a:ext cx="134333" cy="269171"/>
            </a:xfrm>
            <a:custGeom>
              <a:avLst/>
              <a:gdLst>
                <a:gd name="connsiteX0" fmla="*/ 94647 w 134333"/>
                <a:gd name="connsiteY0" fmla="*/ 269171 h 269171"/>
                <a:gd name="connsiteX1" fmla="*/ 56539 w 134333"/>
                <a:gd name="connsiteY1" fmla="*/ 240540 h 269171"/>
                <a:gd name="connsiteX2" fmla="*/ 1956 w 134333"/>
                <a:gd name="connsiteY2" fmla="*/ 51981 h 269171"/>
                <a:gd name="connsiteX3" fmla="*/ 27433 w 134333"/>
                <a:gd name="connsiteY3" fmla="*/ 1956 h 269171"/>
                <a:gd name="connsiteX4" fmla="*/ 77459 w 134333"/>
                <a:gd name="connsiteY4" fmla="*/ 27433 h 269171"/>
                <a:gd name="connsiteX5" fmla="*/ 78173 w 134333"/>
                <a:gd name="connsiteY5" fmla="*/ 29900 h 269171"/>
                <a:gd name="connsiteX6" fmla="*/ 132756 w 134333"/>
                <a:gd name="connsiteY6" fmla="*/ 218459 h 269171"/>
                <a:gd name="connsiteX7" fmla="*/ 105669 w 134333"/>
                <a:gd name="connsiteY7" fmla="*/ 267631 h 269171"/>
                <a:gd name="connsiteX8" fmla="*/ 105663 w 134333"/>
                <a:gd name="connsiteY8" fmla="*/ 267633 h 269171"/>
                <a:gd name="connsiteX9" fmla="*/ 94647 w 134333"/>
                <a:gd name="connsiteY9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333" h="269171">
                  <a:moveTo>
                    <a:pt x="94647" y="269171"/>
                  </a:moveTo>
                  <a:cubicBezTo>
                    <a:pt x="76991" y="269165"/>
                    <a:pt x="61461" y="257497"/>
                    <a:pt x="56539" y="240540"/>
                  </a:cubicBezTo>
                  <a:lnTo>
                    <a:pt x="1956" y="51981"/>
                  </a:lnTo>
                  <a:cubicBezTo>
                    <a:pt x="-4823" y="31132"/>
                    <a:pt x="6584" y="8735"/>
                    <a:pt x="27433" y="1956"/>
                  </a:cubicBezTo>
                  <a:cubicBezTo>
                    <a:pt x="48283" y="-4823"/>
                    <a:pt x="70680" y="6584"/>
                    <a:pt x="77459" y="27433"/>
                  </a:cubicBezTo>
                  <a:cubicBezTo>
                    <a:pt x="77723" y="28248"/>
                    <a:pt x="77962" y="29070"/>
                    <a:pt x="78173" y="29900"/>
                  </a:cubicBezTo>
                  <a:lnTo>
                    <a:pt x="132756" y="218459"/>
                  </a:lnTo>
                  <a:cubicBezTo>
                    <a:pt x="138855" y="239517"/>
                    <a:pt x="126728" y="261532"/>
                    <a:pt x="105669" y="267631"/>
                  </a:cubicBezTo>
                  <a:cubicBezTo>
                    <a:pt x="105667" y="267632"/>
                    <a:pt x="105665" y="267632"/>
                    <a:pt x="105663" y="267633"/>
                  </a:cubicBezTo>
                  <a:cubicBezTo>
                    <a:pt x="102080" y="268651"/>
                    <a:pt x="98373" y="269169"/>
                    <a:pt x="94647" y="2691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4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2812800" y="2081082"/>
              <a:ext cx="828714" cy="176237"/>
            </a:xfrm>
            <a:custGeom>
              <a:avLst/>
              <a:gdLst>
                <a:gd name="connsiteX0" fmla="*/ 421710 w 828714"/>
                <a:gd name="connsiteY0" fmla="*/ 176236 h 176237"/>
                <a:gd name="connsiteX1" fmla="*/ 261584 w 828714"/>
                <a:gd name="connsiteY1" fmla="*/ 160556 h 176237"/>
                <a:gd name="connsiteX2" fmla="*/ 19236 w 828714"/>
                <a:gd name="connsiteY2" fmla="*/ 73720 h 176237"/>
                <a:gd name="connsiteX3" fmla="*/ 5690 w 828714"/>
                <a:gd name="connsiteY3" fmla="*/ 19236 h 176237"/>
                <a:gd name="connsiteX4" fmla="*/ 60173 w 828714"/>
                <a:gd name="connsiteY4" fmla="*/ 5690 h 176237"/>
                <a:gd name="connsiteX5" fmla="*/ 60173 w 828714"/>
                <a:gd name="connsiteY5" fmla="*/ 5690 h 176237"/>
                <a:gd name="connsiteX6" fmla="*/ 279795 w 828714"/>
                <a:gd name="connsiteY6" fmla="*/ 83247 h 176237"/>
                <a:gd name="connsiteX7" fmla="*/ 769502 w 828714"/>
                <a:gd name="connsiteY7" fmla="*/ 5144 h 176237"/>
                <a:gd name="connsiteX8" fmla="*/ 823588 w 828714"/>
                <a:gd name="connsiteY8" fmla="*/ 20228 h 176237"/>
                <a:gd name="connsiteX9" fmla="*/ 808504 w 828714"/>
                <a:gd name="connsiteY9" fmla="*/ 74315 h 176237"/>
                <a:gd name="connsiteX10" fmla="*/ 421710 w 828714"/>
                <a:gd name="connsiteY10" fmla="*/ 176236 h 1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8714" h="176237">
                  <a:moveTo>
                    <a:pt x="421710" y="176236"/>
                  </a:moveTo>
                  <a:cubicBezTo>
                    <a:pt x="367953" y="176194"/>
                    <a:pt x="314327" y="170943"/>
                    <a:pt x="261584" y="160556"/>
                  </a:cubicBezTo>
                  <a:cubicBezTo>
                    <a:pt x="117684" y="132272"/>
                    <a:pt x="23404" y="76201"/>
                    <a:pt x="19236" y="73720"/>
                  </a:cubicBezTo>
                  <a:cubicBezTo>
                    <a:pt x="450" y="62415"/>
                    <a:pt x="-5615" y="38022"/>
                    <a:pt x="5690" y="19236"/>
                  </a:cubicBezTo>
                  <a:cubicBezTo>
                    <a:pt x="16994" y="450"/>
                    <a:pt x="41387" y="-5615"/>
                    <a:pt x="60173" y="5690"/>
                  </a:cubicBezTo>
                  <a:lnTo>
                    <a:pt x="60173" y="5690"/>
                  </a:lnTo>
                  <a:cubicBezTo>
                    <a:pt x="61017" y="6235"/>
                    <a:pt x="148548" y="57940"/>
                    <a:pt x="279795" y="83247"/>
                  </a:cubicBezTo>
                  <a:cubicBezTo>
                    <a:pt x="453467" y="116691"/>
                    <a:pt x="618357" y="90442"/>
                    <a:pt x="769502" y="5144"/>
                  </a:cubicBezTo>
                  <a:cubicBezTo>
                    <a:pt x="788603" y="-5626"/>
                    <a:pt x="812818" y="1127"/>
                    <a:pt x="823588" y="20228"/>
                  </a:cubicBezTo>
                  <a:cubicBezTo>
                    <a:pt x="834358" y="39329"/>
                    <a:pt x="827605" y="63545"/>
                    <a:pt x="808504" y="74315"/>
                  </a:cubicBezTo>
                  <a:cubicBezTo>
                    <a:pt x="690633" y="141356"/>
                    <a:pt x="557312" y="176486"/>
                    <a:pt x="421710" y="17623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5" name="Picture Placeholder 63">
              <a:extLst>
                <a:ext uri="{FF2B5EF4-FFF2-40B4-BE49-F238E27FC236}">
                  <a16:creationId xmlns:a16="http://schemas.microsoft.com/office/drawing/2014/main" id="{7E916344-F394-524B-B7FB-59933EAC2312}"/>
                </a:ext>
              </a:extLst>
            </p:cNvPr>
            <p:cNvSpPr/>
            <p:nvPr/>
          </p:nvSpPr>
          <p:spPr>
            <a:xfrm>
              <a:off x="2956634" y="1733770"/>
              <a:ext cx="506131" cy="79393"/>
            </a:xfrm>
            <a:custGeom>
              <a:avLst/>
              <a:gdLst>
                <a:gd name="connsiteX0" fmla="*/ 466435 w 506131"/>
                <a:gd name="connsiteY0" fmla="*/ 79393 h 79393"/>
                <a:gd name="connsiteX1" fmla="*/ 39697 w 506131"/>
                <a:gd name="connsiteY1" fmla="*/ 79393 h 79393"/>
                <a:gd name="connsiteX2" fmla="*/ 0 w 506131"/>
                <a:gd name="connsiteY2" fmla="*/ 39697 h 79393"/>
                <a:gd name="connsiteX3" fmla="*/ 39697 w 506131"/>
                <a:gd name="connsiteY3" fmla="*/ 0 h 79393"/>
                <a:gd name="connsiteX4" fmla="*/ 466435 w 506131"/>
                <a:gd name="connsiteY4" fmla="*/ 0 h 79393"/>
                <a:gd name="connsiteX5" fmla="*/ 506132 w 506131"/>
                <a:gd name="connsiteY5" fmla="*/ 39697 h 79393"/>
                <a:gd name="connsiteX6" fmla="*/ 466435 w 5061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131" h="79393">
                  <a:moveTo>
                    <a:pt x="4664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6435" y="0"/>
                  </a:lnTo>
                  <a:cubicBezTo>
                    <a:pt x="488359" y="0"/>
                    <a:pt x="506132" y="17773"/>
                    <a:pt x="506132" y="39697"/>
                  </a:cubicBezTo>
                  <a:cubicBezTo>
                    <a:pt x="506132" y="61620"/>
                    <a:pt x="488359" y="79393"/>
                    <a:pt x="46643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sp>
        <p:nvSpPr>
          <p:cNvPr id="86" name="Picture Placeholder 65">
            <a:extLst>
              <a:ext uri="{FF2B5EF4-FFF2-40B4-BE49-F238E27FC236}">
                <a16:creationId xmlns:a16="http://schemas.microsoft.com/office/drawing/2014/main" id="{B35CB209-C91F-DC49-BE79-B6BA780837BF}"/>
              </a:ext>
            </a:extLst>
          </p:cNvPr>
          <p:cNvSpPr>
            <a:spLocks noChangeAspect="1"/>
          </p:cNvSpPr>
          <p:nvPr/>
        </p:nvSpPr>
        <p:spPr>
          <a:xfrm>
            <a:off x="4259418" y="1947051"/>
            <a:ext cx="292068" cy="311607"/>
          </a:xfrm>
          <a:custGeom>
            <a:avLst/>
            <a:gdLst>
              <a:gd name="connsiteX0" fmla="*/ 185766 w 292068"/>
              <a:gd name="connsiteY0" fmla="*/ 311607 h 311607"/>
              <a:gd name="connsiteX1" fmla="*/ 175842 w 292068"/>
              <a:gd name="connsiteY1" fmla="*/ 310366 h 311607"/>
              <a:gd name="connsiteX2" fmla="*/ 148055 w 292068"/>
              <a:gd name="connsiteY2" fmla="*/ 284315 h 311607"/>
              <a:gd name="connsiteX3" fmla="*/ 134707 w 292068"/>
              <a:gd name="connsiteY3" fmla="*/ 250672 h 311607"/>
              <a:gd name="connsiteX4" fmla="*/ 41966 w 292068"/>
              <a:gd name="connsiteY4" fmla="*/ 272059 h 311607"/>
              <a:gd name="connsiteX5" fmla="*/ 65 w 292068"/>
              <a:gd name="connsiteY5" fmla="*/ 234696 h 311607"/>
              <a:gd name="connsiteX6" fmla="*/ 9166 w 292068"/>
              <a:gd name="connsiteY6" fmla="*/ 207056 h 311607"/>
              <a:gd name="connsiteX7" fmla="*/ 116347 w 292068"/>
              <a:gd name="connsiteY7" fmla="*/ 25246 h 311607"/>
              <a:gd name="connsiteX8" fmla="*/ 167777 w 292068"/>
              <a:gd name="connsiteY8" fmla="*/ 2739 h 311607"/>
              <a:gd name="connsiteX9" fmla="*/ 191175 w 292068"/>
              <a:gd name="connsiteY9" fmla="*/ 51644 h 311607"/>
              <a:gd name="connsiteX10" fmla="*/ 139371 w 292068"/>
              <a:gd name="connsiteY10" fmla="*/ 160512 h 311607"/>
              <a:gd name="connsiteX11" fmla="*/ 182045 w 292068"/>
              <a:gd name="connsiteY11" fmla="*/ 174802 h 311607"/>
              <a:gd name="connsiteX12" fmla="*/ 194698 w 292068"/>
              <a:gd name="connsiteY12" fmla="*/ 194254 h 311607"/>
              <a:gd name="connsiteX13" fmla="*/ 215588 w 292068"/>
              <a:gd name="connsiteY13" fmla="*/ 151282 h 311607"/>
              <a:gd name="connsiteX14" fmla="*/ 267314 w 292068"/>
              <a:gd name="connsiteY14" fmla="*/ 129462 h 311607"/>
              <a:gd name="connsiteX15" fmla="*/ 289134 w 292068"/>
              <a:gd name="connsiteY15" fmla="*/ 181187 h 311607"/>
              <a:gd name="connsiteX16" fmla="*/ 288729 w 292068"/>
              <a:gd name="connsiteY16" fmla="*/ 182146 h 311607"/>
              <a:gd name="connsiteX17" fmla="*/ 213207 w 292068"/>
              <a:gd name="connsiteY17" fmla="*/ 300839 h 311607"/>
              <a:gd name="connsiteX18" fmla="*/ 185766 w 292068"/>
              <a:gd name="connsiteY18" fmla="*/ 311607 h 311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92068" h="311607">
                <a:moveTo>
                  <a:pt x="185766" y="311607"/>
                </a:moveTo>
                <a:cubicBezTo>
                  <a:pt x="182419" y="311626"/>
                  <a:pt x="179082" y="311209"/>
                  <a:pt x="175842" y="310366"/>
                </a:cubicBezTo>
                <a:cubicBezTo>
                  <a:pt x="162747" y="306983"/>
                  <a:pt x="152274" y="297166"/>
                  <a:pt x="148055" y="284315"/>
                </a:cubicBezTo>
                <a:cubicBezTo>
                  <a:pt x="144298" y="272838"/>
                  <a:pt x="139840" y="261603"/>
                  <a:pt x="134707" y="250672"/>
                </a:cubicBezTo>
                <a:cubicBezTo>
                  <a:pt x="105351" y="263382"/>
                  <a:pt x="73923" y="270630"/>
                  <a:pt x="41966" y="272059"/>
                </a:cubicBezTo>
                <a:cubicBezTo>
                  <a:pt x="20078" y="273312"/>
                  <a:pt x="1318" y="256584"/>
                  <a:pt x="65" y="234696"/>
                </a:cubicBezTo>
                <a:cubicBezTo>
                  <a:pt x="-509" y="224663"/>
                  <a:pt x="2743" y="214785"/>
                  <a:pt x="9166" y="207056"/>
                </a:cubicBezTo>
                <a:cubicBezTo>
                  <a:pt x="70994" y="132625"/>
                  <a:pt x="101560" y="67026"/>
                  <a:pt x="116347" y="25246"/>
                </a:cubicBezTo>
                <a:cubicBezTo>
                  <a:pt x="124334" y="4828"/>
                  <a:pt x="147360" y="-5248"/>
                  <a:pt x="167777" y="2739"/>
                </a:cubicBezTo>
                <a:cubicBezTo>
                  <a:pt x="187227" y="10347"/>
                  <a:pt x="197455" y="31725"/>
                  <a:pt x="191175" y="51644"/>
                </a:cubicBezTo>
                <a:cubicBezTo>
                  <a:pt x="177552" y="89558"/>
                  <a:pt x="160199" y="126026"/>
                  <a:pt x="139371" y="160512"/>
                </a:cubicBezTo>
                <a:cubicBezTo>
                  <a:pt x="155183" y="155973"/>
                  <a:pt x="172155" y="161657"/>
                  <a:pt x="182045" y="174802"/>
                </a:cubicBezTo>
                <a:cubicBezTo>
                  <a:pt x="186640" y="181033"/>
                  <a:pt x="190865" y="187528"/>
                  <a:pt x="194698" y="194254"/>
                </a:cubicBezTo>
                <a:cubicBezTo>
                  <a:pt x="202483" y="180344"/>
                  <a:pt x="209458" y="165996"/>
                  <a:pt x="215588" y="151282"/>
                </a:cubicBezTo>
                <a:cubicBezTo>
                  <a:pt x="223847" y="130973"/>
                  <a:pt x="247005" y="121204"/>
                  <a:pt x="267314" y="129462"/>
                </a:cubicBezTo>
                <a:cubicBezTo>
                  <a:pt x="287623" y="137720"/>
                  <a:pt x="297392" y="160878"/>
                  <a:pt x="289134" y="181187"/>
                </a:cubicBezTo>
                <a:cubicBezTo>
                  <a:pt x="289003" y="181509"/>
                  <a:pt x="288869" y="181828"/>
                  <a:pt x="288729" y="182146"/>
                </a:cubicBezTo>
                <a:cubicBezTo>
                  <a:pt x="266747" y="234297"/>
                  <a:pt x="241242" y="274391"/>
                  <a:pt x="213207" y="300839"/>
                </a:cubicBezTo>
                <a:cubicBezTo>
                  <a:pt x="205781" y="307817"/>
                  <a:pt x="195956" y="311672"/>
                  <a:pt x="185766" y="311607"/>
                </a:cubicBezTo>
                <a:close/>
              </a:path>
            </a:pathLst>
          </a:custGeom>
          <a:solidFill>
            <a:srgbClr val="C42828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fr-FR"/>
          </a:p>
        </p:txBody>
      </p:sp>
      <p:sp>
        <p:nvSpPr>
          <p:cNvPr id="87" name="Picture Placeholder 65">
            <a:extLst>
              <a:ext uri="{FF2B5EF4-FFF2-40B4-BE49-F238E27FC236}">
                <a16:creationId xmlns:a16="http://schemas.microsoft.com/office/drawing/2014/main" id="{B35CB209-C91F-DC49-BE79-B6BA780837BF}"/>
              </a:ext>
            </a:extLst>
          </p:cNvPr>
          <p:cNvSpPr>
            <a:spLocks noChangeAspect="1"/>
          </p:cNvSpPr>
          <p:nvPr/>
        </p:nvSpPr>
        <p:spPr>
          <a:xfrm>
            <a:off x="4487000" y="1955434"/>
            <a:ext cx="319609" cy="303232"/>
          </a:xfrm>
          <a:custGeom>
            <a:avLst/>
            <a:gdLst>
              <a:gd name="connsiteX0" fmla="*/ 133445 w 319609"/>
              <a:gd name="connsiteY0" fmla="*/ 303224 h 303232"/>
              <a:gd name="connsiteX1" fmla="*/ 106253 w 319609"/>
              <a:gd name="connsiteY1" fmla="*/ 292456 h 303232"/>
              <a:gd name="connsiteX2" fmla="*/ 1305 w 319609"/>
              <a:gd name="connsiteY2" fmla="*/ 71495 h 303232"/>
              <a:gd name="connsiteX3" fmla="*/ 29648 w 319609"/>
              <a:gd name="connsiteY3" fmla="*/ 23036 h 303232"/>
              <a:gd name="connsiteX4" fmla="*/ 78107 w 319609"/>
              <a:gd name="connsiteY4" fmla="*/ 51379 h 303232"/>
              <a:gd name="connsiteX5" fmla="*/ 78416 w 319609"/>
              <a:gd name="connsiteY5" fmla="*/ 52639 h 303232"/>
              <a:gd name="connsiteX6" fmla="*/ 125258 w 319609"/>
              <a:gd name="connsiteY6" fmla="*/ 184630 h 303232"/>
              <a:gd name="connsiteX7" fmla="*/ 137216 w 319609"/>
              <a:gd name="connsiteY7" fmla="*/ 166519 h 303232"/>
              <a:gd name="connsiteX8" fmla="*/ 179890 w 319609"/>
              <a:gd name="connsiteY8" fmla="*/ 152228 h 303232"/>
              <a:gd name="connsiteX9" fmla="*/ 131808 w 319609"/>
              <a:gd name="connsiteY9" fmla="*/ 53830 h 303232"/>
              <a:gd name="connsiteX10" fmla="*/ 154981 w 319609"/>
              <a:gd name="connsiteY10" fmla="*/ 2572 h 303232"/>
              <a:gd name="connsiteX11" fmla="*/ 206239 w 319609"/>
              <a:gd name="connsiteY11" fmla="*/ 25745 h 303232"/>
              <a:gd name="connsiteX12" fmla="*/ 310442 w 319609"/>
              <a:gd name="connsiteY12" fmla="*/ 198772 h 303232"/>
              <a:gd name="connsiteX13" fmla="*/ 305283 w 319609"/>
              <a:gd name="connsiteY13" fmla="*/ 254674 h 303232"/>
              <a:gd name="connsiteX14" fmla="*/ 277643 w 319609"/>
              <a:gd name="connsiteY14" fmla="*/ 263775 h 303232"/>
              <a:gd name="connsiteX15" fmla="*/ 184902 w 319609"/>
              <a:gd name="connsiteY15" fmla="*/ 242389 h 303232"/>
              <a:gd name="connsiteX16" fmla="*/ 171554 w 319609"/>
              <a:gd name="connsiteY16" fmla="*/ 276032 h 303232"/>
              <a:gd name="connsiteX17" fmla="*/ 143617 w 319609"/>
              <a:gd name="connsiteY17" fmla="*/ 302082 h 303232"/>
              <a:gd name="connsiteX18" fmla="*/ 133445 w 319609"/>
              <a:gd name="connsiteY18" fmla="*/ 303224 h 303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19609" h="303232">
                <a:moveTo>
                  <a:pt x="133445" y="303224"/>
                </a:moveTo>
                <a:cubicBezTo>
                  <a:pt x="123341" y="303226"/>
                  <a:pt x="113616" y="299375"/>
                  <a:pt x="106253" y="292456"/>
                </a:cubicBezTo>
                <a:cubicBezTo>
                  <a:pt x="51670" y="241297"/>
                  <a:pt x="19119" y="144041"/>
                  <a:pt x="1305" y="71495"/>
                </a:cubicBezTo>
                <a:cubicBezTo>
                  <a:pt x="-4250" y="50287"/>
                  <a:pt x="8440" y="28591"/>
                  <a:pt x="29648" y="23036"/>
                </a:cubicBezTo>
                <a:cubicBezTo>
                  <a:pt x="50856" y="17481"/>
                  <a:pt x="72552" y="30170"/>
                  <a:pt x="78107" y="51379"/>
                </a:cubicBezTo>
                <a:cubicBezTo>
                  <a:pt x="78217" y="51797"/>
                  <a:pt x="78320" y="52217"/>
                  <a:pt x="78416" y="52639"/>
                </a:cubicBezTo>
                <a:cubicBezTo>
                  <a:pt x="91367" y="105436"/>
                  <a:pt x="107593" y="150690"/>
                  <a:pt x="125258" y="184630"/>
                </a:cubicBezTo>
                <a:cubicBezTo>
                  <a:pt x="128904" y="178375"/>
                  <a:pt x="132896" y="172329"/>
                  <a:pt x="137216" y="166519"/>
                </a:cubicBezTo>
                <a:cubicBezTo>
                  <a:pt x="147106" y="153373"/>
                  <a:pt x="164079" y="147690"/>
                  <a:pt x="179890" y="152228"/>
                </a:cubicBezTo>
                <a:cubicBezTo>
                  <a:pt x="160998" y="120908"/>
                  <a:pt x="144908" y="87981"/>
                  <a:pt x="131808" y="53830"/>
                </a:cubicBezTo>
                <a:cubicBezTo>
                  <a:pt x="124052" y="33277"/>
                  <a:pt x="134427" y="10328"/>
                  <a:pt x="154981" y="2572"/>
                </a:cubicBezTo>
                <a:cubicBezTo>
                  <a:pt x="175534" y="-5184"/>
                  <a:pt x="198483" y="5191"/>
                  <a:pt x="206239" y="25745"/>
                </a:cubicBezTo>
                <a:cubicBezTo>
                  <a:pt x="221125" y="65739"/>
                  <a:pt x="251691" y="128212"/>
                  <a:pt x="310442" y="198772"/>
                </a:cubicBezTo>
                <a:cubicBezTo>
                  <a:pt x="324455" y="215634"/>
                  <a:pt x="322145" y="240662"/>
                  <a:pt x="305283" y="254674"/>
                </a:cubicBezTo>
                <a:cubicBezTo>
                  <a:pt x="297554" y="261097"/>
                  <a:pt x="287676" y="264350"/>
                  <a:pt x="277643" y="263775"/>
                </a:cubicBezTo>
                <a:cubicBezTo>
                  <a:pt x="245686" y="262346"/>
                  <a:pt x="214258" y="255099"/>
                  <a:pt x="184902" y="242389"/>
                </a:cubicBezTo>
                <a:cubicBezTo>
                  <a:pt x="179769" y="253319"/>
                  <a:pt x="175311" y="264555"/>
                  <a:pt x="171554" y="276032"/>
                </a:cubicBezTo>
                <a:cubicBezTo>
                  <a:pt x="167306" y="288919"/>
                  <a:pt x="156770" y="298744"/>
                  <a:pt x="143617" y="302082"/>
                </a:cubicBezTo>
                <a:cubicBezTo>
                  <a:pt x="140292" y="302913"/>
                  <a:pt x="136872" y="303297"/>
                  <a:pt x="133445" y="303224"/>
                </a:cubicBezTo>
                <a:close/>
              </a:path>
            </a:pathLst>
          </a:custGeom>
          <a:solidFill>
            <a:srgbClr val="C42828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fr-FR"/>
          </a:p>
        </p:txBody>
      </p:sp>
      <p:grpSp>
        <p:nvGrpSpPr>
          <p:cNvPr id="88" name="Picture Placeholder 65">
            <a:extLst>
              <a:ext uri="{FF2B5EF4-FFF2-40B4-BE49-F238E27FC236}">
                <a16:creationId xmlns:a16="http://schemas.microsoft.com/office/drawing/2014/main" id="{B186DB85-FAF0-CA42-BC7F-BCF83BBE2967}"/>
              </a:ext>
            </a:extLst>
          </p:cNvPr>
          <p:cNvGrpSpPr>
            <a:grpSpLocks noChangeAspect="1"/>
          </p:cNvGrpSpPr>
          <p:nvPr/>
        </p:nvGrpSpPr>
        <p:grpSpPr>
          <a:xfrm>
            <a:off x="4223281" y="1408159"/>
            <a:ext cx="642588" cy="642587"/>
            <a:chOff x="4223281" y="1408159"/>
            <a:chExt cx="642588" cy="642587"/>
          </a:xfrm>
        </p:grpSpPr>
        <p:sp>
          <p:nvSpPr>
            <p:cNvPr id="89" name="Picture Placeholder 65">
              <a:extLst>
                <a:ext uri="{FF2B5EF4-FFF2-40B4-BE49-F238E27FC236}">
                  <a16:creationId xmlns:a16="http://schemas.microsoft.com/office/drawing/2014/main" id="{8CAD9A73-316A-814C-944A-0FC14E9D14F3}"/>
                </a:ext>
              </a:extLst>
            </p:cNvPr>
            <p:cNvSpPr/>
            <p:nvPr/>
          </p:nvSpPr>
          <p:spPr>
            <a:xfrm>
              <a:off x="4223281" y="1408159"/>
              <a:ext cx="642588" cy="642587"/>
            </a:xfrm>
            <a:custGeom>
              <a:avLst/>
              <a:gdLst>
                <a:gd name="connsiteX0" fmla="*/ 321294 w 642588"/>
                <a:gd name="connsiteY0" fmla="*/ 642588 h 642587"/>
                <a:gd name="connsiteX1" fmla="*/ 0 w 642588"/>
                <a:gd name="connsiteY1" fmla="*/ 321294 h 642587"/>
                <a:gd name="connsiteX2" fmla="*/ 321294 w 642588"/>
                <a:gd name="connsiteY2" fmla="*/ 0 h 642587"/>
                <a:gd name="connsiteX3" fmla="*/ 642589 w 642588"/>
                <a:gd name="connsiteY3" fmla="*/ 321294 h 642587"/>
                <a:gd name="connsiteX4" fmla="*/ 321294 w 642588"/>
                <a:gd name="connsiteY4" fmla="*/ 642588 h 642587"/>
                <a:gd name="connsiteX5" fmla="*/ 321294 w 642588"/>
                <a:gd name="connsiteY5" fmla="*/ 79393 h 642587"/>
                <a:gd name="connsiteX6" fmla="*/ 79393 w 642588"/>
                <a:gd name="connsiteY6" fmla="*/ 321294 h 642587"/>
                <a:gd name="connsiteX7" fmla="*/ 321294 w 642588"/>
                <a:gd name="connsiteY7" fmla="*/ 563195 h 642587"/>
                <a:gd name="connsiteX8" fmla="*/ 563195 w 642588"/>
                <a:gd name="connsiteY8" fmla="*/ 321294 h 642587"/>
                <a:gd name="connsiteX9" fmla="*/ 321294 w 642588"/>
                <a:gd name="connsiteY9" fmla="*/ 79393 h 64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2588" h="642587">
                  <a:moveTo>
                    <a:pt x="321294" y="642588"/>
                  </a:moveTo>
                  <a:cubicBezTo>
                    <a:pt x="143848" y="642588"/>
                    <a:pt x="0" y="498740"/>
                    <a:pt x="0" y="321294"/>
                  </a:cubicBezTo>
                  <a:cubicBezTo>
                    <a:pt x="0" y="143848"/>
                    <a:pt x="143848" y="0"/>
                    <a:pt x="321294" y="0"/>
                  </a:cubicBezTo>
                  <a:cubicBezTo>
                    <a:pt x="498740" y="0"/>
                    <a:pt x="642589" y="143848"/>
                    <a:pt x="642589" y="321294"/>
                  </a:cubicBezTo>
                  <a:cubicBezTo>
                    <a:pt x="642370" y="498649"/>
                    <a:pt x="498650" y="642369"/>
                    <a:pt x="321294" y="642588"/>
                  </a:cubicBezTo>
                  <a:close/>
                  <a:moveTo>
                    <a:pt x="321294" y="79393"/>
                  </a:moveTo>
                  <a:cubicBezTo>
                    <a:pt x="187696" y="79393"/>
                    <a:pt x="79393" y="187696"/>
                    <a:pt x="79393" y="321294"/>
                  </a:cubicBezTo>
                  <a:cubicBezTo>
                    <a:pt x="79393" y="454892"/>
                    <a:pt x="187696" y="563195"/>
                    <a:pt x="321294" y="563195"/>
                  </a:cubicBezTo>
                  <a:cubicBezTo>
                    <a:pt x="454893" y="563195"/>
                    <a:pt x="563195" y="454892"/>
                    <a:pt x="563195" y="321294"/>
                  </a:cubicBezTo>
                  <a:cubicBezTo>
                    <a:pt x="563031" y="187764"/>
                    <a:pt x="454825" y="79557"/>
                    <a:pt x="32129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0" name="Picture Placeholder 65">
              <a:extLst>
                <a:ext uri="{FF2B5EF4-FFF2-40B4-BE49-F238E27FC236}">
                  <a16:creationId xmlns:a16="http://schemas.microsoft.com/office/drawing/2014/main" id="{0A56C873-DE5D-6E43-AA98-97BA720EFF53}"/>
                </a:ext>
              </a:extLst>
            </p:cNvPr>
            <p:cNvSpPr/>
            <p:nvPr/>
          </p:nvSpPr>
          <p:spPr>
            <a:xfrm>
              <a:off x="4351767" y="1515816"/>
              <a:ext cx="387600" cy="387557"/>
            </a:xfrm>
            <a:custGeom>
              <a:avLst/>
              <a:gdLst>
                <a:gd name="connsiteX0" fmla="*/ 309417 w 387600"/>
                <a:gd name="connsiteY0" fmla="*/ 387557 h 387557"/>
                <a:gd name="connsiteX1" fmla="*/ 287385 w 387600"/>
                <a:gd name="connsiteY1" fmla="*/ 380908 h 387557"/>
                <a:gd name="connsiteX2" fmla="*/ 193850 w 387600"/>
                <a:gd name="connsiteY2" fmla="*/ 318584 h 387557"/>
                <a:gd name="connsiteX3" fmla="*/ 100265 w 387600"/>
                <a:gd name="connsiteY3" fmla="*/ 380908 h 387557"/>
                <a:gd name="connsiteX4" fmla="*/ 45264 w 387600"/>
                <a:gd name="connsiteY4" fmla="*/ 369660 h 387557"/>
                <a:gd name="connsiteX5" fmla="*/ 40720 w 387600"/>
                <a:gd name="connsiteY5" fmla="*/ 335257 h 387557"/>
                <a:gd name="connsiteX6" fmla="*/ 71237 w 387600"/>
                <a:gd name="connsiteY6" fmla="*/ 243012 h 387557"/>
                <a:gd name="connsiteX7" fmla="*/ 11692 w 387600"/>
                <a:gd name="connsiteY7" fmla="*/ 183467 h 387557"/>
                <a:gd name="connsiteX8" fmla="*/ 11562 w 387600"/>
                <a:gd name="connsiteY8" fmla="*/ 127328 h 387557"/>
                <a:gd name="connsiteX9" fmla="*/ 39728 w 387600"/>
                <a:gd name="connsiteY9" fmla="*/ 115636 h 387557"/>
                <a:gd name="connsiteX10" fmla="*/ 126713 w 387600"/>
                <a:gd name="connsiteY10" fmla="*/ 115636 h 387557"/>
                <a:gd name="connsiteX11" fmla="*/ 156188 w 387600"/>
                <a:gd name="connsiteY11" fmla="*/ 27162 h 387557"/>
                <a:gd name="connsiteX12" fmla="*/ 206395 w 387600"/>
                <a:gd name="connsiteY12" fmla="*/ 2045 h 387557"/>
                <a:gd name="connsiteX13" fmla="*/ 231512 w 387600"/>
                <a:gd name="connsiteY13" fmla="*/ 27162 h 387557"/>
                <a:gd name="connsiteX14" fmla="*/ 260937 w 387600"/>
                <a:gd name="connsiteY14" fmla="*/ 115636 h 387557"/>
                <a:gd name="connsiteX15" fmla="*/ 347922 w 387600"/>
                <a:gd name="connsiteY15" fmla="*/ 115636 h 387557"/>
                <a:gd name="connsiteX16" fmla="*/ 387601 w 387600"/>
                <a:gd name="connsiteY16" fmla="*/ 155351 h 387557"/>
                <a:gd name="connsiteX17" fmla="*/ 375958 w 387600"/>
                <a:gd name="connsiteY17" fmla="*/ 183418 h 387557"/>
                <a:gd name="connsiteX18" fmla="*/ 316413 w 387600"/>
                <a:gd name="connsiteY18" fmla="*/ 242962 h 387557"/>
                <a:gd name="connsiteX19" fmla="*/ 347277 w 387600"/>
                <a:gd name="connsiteY19" fmla="*/ 335207 h 387557"/>
                <a:gd name="connsiteX20" fmla="*/ 322306 w 387600"/>
                <a:gd name="connsiteY20" fmla="*/ 385487 h 387557"/>
                <a:gd name="connsiteX21" fmla="*/ 309417 w 387600"/>
                <a:gd name="connsiteY21" fmla="*/ 387557 h 387557"/>
                <a:gd name="connsiteX22" fmla="*/ 193850 w 387600"/>
                <a:gd name="connsiteY22" fmla="*/ 231004 h 387557"/>
                <a:gd name="connsiteX23" fmla="*/ 215882 w 387600"/>
                <a:gd name="connsiteY23" fmla="*/ 237703 h 387557"/>
                <a:gd name="connsiteX24" fmla="*/ 234986 w 387600"/>
                <a:gd name="connsiteY24" fmla="*/ 250455 h 387557"/>
                <a:gd name="connsiteX25" fmla="*/ 233100 w 387600"/>
                <a:gd name="connsiteY25" fmla="*/ 244848 h 387557"/>
                <a:gd name="connsiteX26" fmla="*/ 242726 w 387600"/>
                <a:gd name="connsiteY26" fmla="*/ 204159 h 387557"/>
                <a:gd name="connsiteX27" fmla="*/ 251906 w 387600"/>
                <a:gd name="connsiteY27" fmla="*/ 195029 h 387557"/>
                <a:gd name="connsiteX28" fmla="*/ 232058 w 387600"/>
                <a:gd name="connsiteY28" fmla="*/ 195029 h 387557"/>
                <a:gd name="connsiteX29" fmla="*/ 194396 w 387600"/>
                <a:gd name="connsiteY29" fmla="*/ 167837 h 387557"/>
                <a:gd name="connsiteX30" fmla="*/ 193602 w 387600"/>
                <a:gd name="connsiteY30" fmla="*/ 165405 h 387557"/>
                <a:gd name="connsiteX31" fmla="*/ 192758 w 387600"/>
                <a:gd name="connsiteY31" fmla="*/ 167837 h 387557"/>
                <a:gd name="connsiteX32" fmla="*/ 155592 w 387600"/>
                <a:gd name="connsiteY32" fmla="*/ 195029 h 387557"/>
                <a:gd name="connsiteX33" fmla="*/ 135744 w 387600"/>
                <a:gd name="connsiteY33" fmla="*/ 195029 h 387557"/>
                <a:gd name="connsiteX34" fmla="*/ 144924 w 387600"/>
                <a:gd name="connsiteY34" fmla="*/ 204159 h 387557"/>
                <a:gd name="connsiteX35" fmla="*/ 154550 w 387600"/>
                <a:gd name="connsiteY35" fmla="*/ 244848 h 387557"/>
                <a:gd name="connsiteX36" fmla="*/ 152665 w 387600"/>
                <a:gd name="connsiteY36" fmla="*/ 250455 h 387557"/>
                <a:gd name="connsiteX37" fmla="*/ 171818 w 387600"/>
                <a:gd name="connsiteY37" fmla="*/ 237703 h 387557"/>
                <a:gd name="connsiteX38" fmla="*/ 193850 w 387600"/>
                <a:gd name="connsiteY38" fmla="*/ 231004 h 38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7600" h="387557">
                  <a:moveTo>
                    <a:pt x="309417" y="387557"/>
                  </a:moveTo>
                  <a:cubicBezTo>
                    <a:pt x="301577" y="387565"/>
                    <a:pt x="293911" y="385251"/>
                    <a:pt x="287385" y="380908"/>
                  </a:cubicBezTo>
                  <a:lnTo>
                    <a:pt x="193850" y="318584"/>
                  </a:lnTo>
                  <a:lnTo>
                    <a:pt x="100265" y="380908"/>
                  </a:lnTo>
                  <a:cubicBezTo>
                    <a:pt x="81971" y="392990"/>
                    <a:pt x="57346" y="387954"/>
                    <a:pt x="45264" y="369660"/>
                  </a:cubicBezTo>
                  <a:cubicBezTo>
                    <a:pt x="38552" y="359497"/>
                    <a:pt x="36877" y="346814"/>
                    <a:pt x="40720" y="335257"/>
                  </a:cubicBezTo>
                  <a:lnTo>
                    <a:pt x="71237" y="243012"/>
                  </a:lnTo>
                  <a:lnTo>
                    <a:pt x="11692" y="183467"/>
                  </a:lnTo>
                  <a:cubicBezTo>
                    <a:pt x="-3846" y="168001"/>
                    <a:pt x="-3905" y="142867"/>
                    <a:pt x="11562" y="127328"/>
                  </a:cubicBezTo>
                  <a:cubicBezTo>
                    <a:pt x="19019" y="119836"/>
                    <a:pt x="29157" y="115627"/>
                    <a:pt x="39728" y="115636"/>
                  </a:cubicBezTo>
                  <a:lnTo>
                    <a:pt x="126713" y="115636"/>
                  </a:lnTo>
                  <a:lnTo>
                    <a:pt x="156188" y="27162"/>
                  </a:lnTo>
                  <a:cubicBezTo>
                    <a:pt x="163116" y="6362"/>
                    <a:pt x="185595" y="-4883"/>
                    <a:pt x="206395" y="2045"/>
                  </a:cubicBezTo>
                  <a:cubicBezTo>
                    <a:pt x="218255" y="5996"/>
                    <a:pt x="227562" y="15302"/>
                    <a:pt x="231512" y="27162"/>
                  </a:cubicBezTo>
                  <a:lnTo>
                    <a:pt x="260937" y="115636"/>
                  </a:lnTo>
                  <a:lnTo>
                    <a:pt x="347922" y="115636"/>
                  </a:lnTo>
                  <a:cubicBezTo>
                    <a:pt x="369846" y="115646"/>
                    <a:pt x="387611" y="133427"/>
                    <a:pt x="387601" y="155351"/>
                  </a:cubicBezTo>
                  <a:cubicBezTo>
                    <a:pt x="387596" y="165880"/>
                    <a:pt x="383408" y="175976"/>
                    <a:pt x="375958" y="183418"/>
                  </a:cubicBezTo>
                  <a:lnTo>
                    <a:pt x="316413" y="242962"/>
                  </a:lnTo>
                  <a:lnTo>
                    <a:pt x="347277" y="335207"/>
                  </a:lnTo>
                  <a:cubicBezTo>
                    <a:pt x="354266" y="355987"/>
                    <a:pt x="343086" y="378498"/>
                    <a:pt x="322306" y="385487"/>
                  </a:cubicBezTo>
                  <a:cubicBezTo>
                    <a:pt x="318153" y="386884"/>
                    <a:pt x="313798" y="387583"/>
                    <a:pt x="309417" y="387557"/>
                  </a:cubicBezTo>
                  <a:close/>
                  <a:moveTo>
                    <a:pt x="193850" y="231004"/>
                  </a:moveTo>
                  <a:cubicBezTo>
                    <a:pt x="201694" y="231011"/>
                    <a:pt x="209361" y="233342"/>
                    <a:pt x="215882" y="237703"/>
                  </a:cubicBezTo>
                  <a:lnTo>
                    <a:pt x="234986" y="250455"/>
                  </a:lnTo>
                  <a:lnTo>
                    <a:pt x="233100" y="244848"/>
                  </a:lnTo>
                  <a:cubicBezTo>
                    <a:pt x="228327" y="230557"/>
                    <a:pt x="232056" y="214796"/>
                    <a:pt x="242726" y="204159"/>
                  </a:cubicBezTo>
                  <a:lnTo>
                    <a:pt x="251906" y="195029"/>
                  </a:lnTo>
                  <a:lnTo>
                    <a:pt x="232058" y="195029"/>
                  </a:lnTo>
                  <a:cubicBezTo>
                    <a:pt x="214957" y="195023"/>
                    <a:pt x="199783" y="184067"/>
                    <a:pt x="194396" y="167837"/>
                  </a:cubicBezTo>
                  <a:lnTo>
                    <a:pt x="193602" y="165405"/>
                  </a:lnTo>
                  <a:lnTo>
                    <a:pt x="192758" y="167837"/>
                  </a:lnTo>
                  <a:cubicBezTo>
                    <a:pt x="187430" y="183895"/>
                    <a:pt x="172510" y="194811"/>
                    <a:pt x="155592" y="195029"/>
                  </a:cubicBezTo>
                  <a:lnTo>
                    <a:pt x="135744" y="195029"/>
                  </a:lnTo>
                  <a:lnTo>
                    <a:pt x="144924" y="204159"/>
                  </a:lnTo>
                  <a:cubicBezTo>
                    <a:pt x="155594" y="214796"/>
                    <a:pt x="159323" y="230557"/>
                    <a:pt x="154550" y="244848"/>
                  </a:cubicBezTo>
                  <a:lnTo>
                    <a:pt x="152665" y="250455"/>
                  </a:lnTo>
                  <a:lnTo>
                    <a:pt x="171818" y="237703"/>
                  </a:lnTo>
                  <a:cubicBezTo>
                    <a:pt x="178339" y="233342"/>
                    <a:pt x="186006" y="231011"/>
                    <a:pt x="193850" y="23100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91" name="Picture Placeholder 67">
            <a:extLst>
              <a:ext uri="{FF2B5EF4-FFF2-40B4-BE49-F238E27FC236}">
                <a16:creationId xmlns:a16="http://schemas.microsoft.com/office/drawing/2014/main" id="{B6B59F1E-C11D-E64D-9D99-005D360973CF}"/>
              </a:ext>
            </a:extLst>
          </p:cNvPr>
          <p:cNvGrpSpPr>
            <a:grpSpLocks noChangeAspect="1"/>
          </p:cNvGrpSpPr>
          <p:nvPr/>
        </p:nvGrpSpPr>
        <p:grpSpPr>
          <a:xfrm>
            <a:off x="5445436" y="1420465"/>
            <a:ext cx="833312" cy="832833"/>
            <a:chOff x="5445436" y="1420465"/>
            <a:chExt cx="833312" cy="832833"/>
          </a:xfrm>
        </p:grpSpPr>
        <p:sp>
          <p:nvSpPr>
            <p:cNvPr id="92" name="Picture Placeholder 67">
              <a:extLst>
                <a:ext uri="{FF2B5EF4-FFF2-40B4-BE49-F238E27FC236}">
                  <a16:creationId xmlns:a16="http://schemas.microsoft.com/office/drawing/2014/main" id="{153BE926-D73C-9F46-A6E3-C61D7703C386}"/>
                </a:ext>
              </a:extLst>
            </p:cNvPr>
            <p:cNvSpPr/>
            <p:nvPr/>
          </p:nvSpPr>
          <p:spPr>
            <a:xfrm>
              <a:off x="5445436" y="1903223"/>
              <a:ext cx="350056" cy="350074"/>
            </a:xfrm>
            <a:custGeom>
              <a:avLst/>
              <a:gdLst>
                <a:gd name="connsiteX0" fmla="*/ 39678 w 350056"/>
                <a:gd name="connsiteY0" fmla="*/ 350075 h 350074"/>
                <a:gd name="connsiteX1" fmla="*/ 0 w 350056"/>
                <a:gd name="connsiteY1" fmla="*/ 310360 h 350074"/>
                <a:gd name="connsiteX2" fmla="*/ 11642 w 350056"/>
                <a:gd name="connsiteY2" fmla="*/ 282293 h 350074"/>
                <a:gd name="connsiteX3" fmla="*/ 283018 w 350056"/>
                <a:gd name="connsiteY3" fmla="*/ 10917 h 350074"/>
                <a:gd name="connsiteX4" fmla="*/ 339139 w 350056"/>
                <a:gd name="connsiteY4" fmla="*/ 12355 h 350074"/>
                <a:gd name="connsiteX5" fmla="*/ 339139 w 350056"/>
                <a:gd name="connsiteY5" fmla="*/ 67039 h 350074"/>
                <a:gd name="connsiteX6" fmla="*/ 67764 w 350056"/>
                <a:gd name="connsiteY6" fmla="*/ 338414 h 350074"/>
                <a:gd name="connsiteX7" fmla="*/ 39678 w 350056"/>
                <a:gd name="connsiteY7" fmla="*/ 350075 h 35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0056" h="350074">
                  <a:moveTo>
                    <a:pt x="39678" y="350075"/>
                  </a:moveTo>
                  <a:cubicBezTo>
                    <a:pt x="17754" y="350065"/>
                    <a:pt x="-10" y="332284"/>
                    <a:pt x="0" y="310360"/>
                  </a:cubicBezTo>
                  <a:cubicBezTo>
                    <a:pt x="5" y="299830"/>
                    <a:pt x="4193" y="289734"/>
                    <a:pt x="11642" y="282293"/>
                  </a:cubicBezTo>
                  <a:lnTo>
                    <a:pt x="283018" y="10917"/>
                  </a:lnTo>
                  <a:cubicBezTo>
                    <a:pt x="298913" y="-4183"/>
                    <a:pt x="324039" y="-3539"/>
                    <a:pt x="339139" y="12355"/>
                  </a:cubicBezTo>
                  <a:cubicBezTo>
                    <a:pt x="353696" y="27677"/>
                    <a:pt x="353696" y="51717"/>
                    <a:pt x="339139" y="67039"/>
                  </a:cubicBezTo>
                  <a:lnTo>
                    <a:pt x="67764" y="338414"/>
                  </a:lnTo>
                  <a:cubicBezTo>
                    <a:pt x="60321" y="345875"/>
                    <a:pt x="50217" y="350070"/>
                    <a:pt x="39678" y="35007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3" name="Picture Placeholder 67">
              <a:extLst>
                <a:ext uri="{FF2B5EF4-FFF2-40B4-BE49-F238E27FC236}">
                  <a16:creationId xmlns:a16="http://schemas.microsoft.com/office/drawing/2014/main" id="{ACAB5545-4079-4E4B-B744-A37A3F871117}"/>
                </a:ext>
              </a:extLst>
            </p:cNvPr>
            <p:cNvSpPr/>
            <p:nvPr/>
          </p:nvSpPr>
          <p:spPr>
            <a:xfrm>
              <a:off x="5634473" y="1420465"/>
              <a:ext cx="644275" cy="644274"/>
            </a:xfrm>
            <a:custGeom>
              <a:avLst/>
              <a:gdLst>
                <a:gd name="connsiteX0" fmla="*/ 322138 w 644275"/>
                <a:gd name="connsiteY0" fmla="*/ 644275 h 644274"/>
                <a:gd name="connsiteX1" fmla="*/ 0 w 644275"/>
                <a:gd name="connsiteY1" fmla="*/ 322138 h 644274"/>
                <a:gd name="connsiteX2" fmla="*/ 322138 w 644275"/>
                <a:gd name="connsiteY2" fmla="*/ 0 h 644274"/>
                <a:gd name="connsiteX3" fmla="*/ 644276 w 644275"/>
                <a:gd name="connsiteY3" fmla="*/ 322138 h 644274"/>
                <a:gd name="connsiteX4" fmla="*/ 322138 w 644275"/>
                <a:gd name="connsiteY4" fmla="*/ 644275 h 644274"/>
                <a:gd name="connsiteX5" fmla="*/ 322138 w 644275"/>
                <a:gd name="connsiteY5" fmla="*/ 79393 h 644274"/>
                <a:gd name="connsiteX6" fmla="*/ 79393 w 644275"/>
                <a:gd name="connsiteY6" fmla="*/ 322138 h 644274"/>
                <a:gd name="connsiteX7" fmla="*/ 322138 w 644275"/>
                <a:gd name="connsiteY7" fmla="*/ 564882 h 644274"/>
                <a:gd name="connsiteX8" fmla="*/ 564883 w 644275"/>
                <a:gd name="connsiteY8" fmla="*/ 322138 h 644274"/>
                <a:gd name="connsiteX9" fmla="*/ 322138 w 644275"/>
                <a:gd name="connsiteY9" fmla="*/ 79393 h 644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4275" h="644274">
                  <a:moveTo>
                    <a:pt x="322138" y="644275"/>
                  </a:moveTo>
                  <a:cubicBezTo>
                    <a:pt x="144226" y="644275"/>
                    <a:pt x="0" y="500049"/>
                    <a:pt x="0" y="322138"/>
                  </a:cubicBezTo>
                  <a:cubicBezTo>
                    <a:pt x="0" y="144226"/>
                    <a:pt x="144226" y="0"/>
                    <a:pt x="322138" y="0"/>
                  </a:cubicBezTo>
                  <a:cubicBezTo>
                    <a:pt x="500050" y="0"/>
                    <a:pt x="644276" y="144226"/>
                    <a:pt x="644276" y="322138"/>
                  </a:cubicBezTo>
                  <a:cubicBezTo>
                    <a:pt x="644057" y="499958"/>
                    <a:pt x="499959" y="644056"/>
                    <a:pt x="322138" y="644275"/>
                  </a:cubicBezTo>
                  <a:close/>
                  <a:moveTo>
                    <a:pt x="322138" y="79393"/>
                  </a:moveTo>
                  <a:cubicBezTo>
                    <a:pt x="188074" y="79393"/>
                    <a:pt x="79393" y="188073"/>
                    <a:pt x="79393" y="322138"/>
                  </a:cubicBezTo>
                  <a:cubicBezTo>
                    <a:pt x="79393" y="456202"/>
                    <a:pt x="188074" y="564882"/>
                    <a:pt x="322138" y="564882"/>
                  </a:cubicBezTo>
                  <a:cubicBezTo>
                    <a:pt x="456202" y="564882"/>
                    <a:pt x="564883" y="456202"/>
                    <a:pt x="564883" y="322138"/>
                  </a:cubicBezTo>
                  <a:cubicBezTo>
                    <a:pt x="564664" y="188164"/>
                    <a:pt x="456111" y="79612"/>
                    <a:pt x="32213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4" name="Picture Placeholder 67">
              <a:extLst>
                <a:ext uri="{FF2B5EF4-FFF2-40B4-BE49-F238E27FC236}">
                  <a16:creationId xmlns:a16="http://schemas.microsoft.com/office/drawing/2014/main" id="{B768D295-78DC-6E40-8732-12B958B886EE}"/>
                </a:ext>
              </a:extLst>
            </p:cNvPr>
            <p:cNvSpPr/>
            <p:nvPr/>
          </p:nvSpPr>
          <p:spPr>
            <a:xfrm>
              <a:off x="5822783" y="1638051"/>
              <a:ext cx="267654" cy="79393"/>
            </a:xfrm>
            <a:custGeom>
              <a:avLst/>
              <a:gdLst>
                <a:gd name="connsiteX0" fmla="*/ 227958 w 267654"/>
                <a:gd name="connsiteY0" fmla="*/ 79393 h 79393"/>
                <a:gd name="connsiteX1" fmla="*/ 39697 w 267654"/>
                <a:gd name="connsiteY1" fmla="*/ 79393 h 79393"/>
                <a:gd name="connsiteX2" fmla="*/ 0 w 267654"/>
                <a:gd name="connsiteY2" fmla="*/ 39697 h 79393"/>
                <a:gd name="connsiteX3" fmla="*/ 39697 w 267654"/>
                <a:gd name="connsiteY3" fmla="*/ 0 h 79393"/>
                <a:gd name="connsiteX4" fmla="*/ 227958 w 267654"/>
                <a:gd name="connsiteY4" fmla="*/ 0 h 79393"/>
                <a:gd name="connsiteX5" fmla="*/ 267654 w 267654"/>
                <a:gd name="connsiteY5" fmla="*/ 39697 h 79393"/>
                <a:gd name="connsiteX6" fmla="*/ 227958 w 2676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654" h="79393">
                  <a:moveTo>
                    <a:pt x="2279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958" y="0"/>
                  </a:lnTo>
                  <a:cubicBezTo>
                    <a:pt x="249882" y="0"/>
                    <a:pt x="267654" y="17773"/>
                    <a:pt x="267654" y="39697"/>
                  </a:cubicBezTo>
                  <a:cubicBezTo>
                    <a:pt x="267654" y="61620"/>
                    <a:pt x="249881" y="79393"/>
                    <a:pt x="2279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5" name="Picture Placeholder 67">
              <a:extLst>
                <a:ext uri="{FF2B5EF4-FFF2-40B4-BE49-F238E27FC236}">
                  <a16:creationId xmlns:a16="http://schemas.microsoft.com/office/drawing/2014/main" id="{253E7B94-FBA5-8141-BC4C-3DD66D08146B}"/>
                </a:ext>
              </a:extLst>
            </p:cNvPr>
            <p:cNvSpPr/>
            <p:nvPr/>
          </p:nvSpPr>
          <p:spPr>
            <a:xfrm>
              <a:off x="5822783" y="1762649"/>
              <a:ext cx="267654" cy="79393"/>
            </a:xfrm>
            <a:custGeom>
              <a:avLst/>
              <a:gdLst>
                <a:gd name="connsiteX0" fmla="*/ 227958 w 267654"/>
                <a:gd name="connsiteY0" fmla="*/ 79393 h 79393"/>
                <a:gd name="connsiteX1" fmla="*/ 39697 w 267654"/>
                <a:gd name="connsiteY1" fmla="*/ 79393 h 79393"/>
                <a:gd name="connsiteX2" fmla="*/ 0 w 267654"/>
                <a:gd name="connsiteY2" fmla="*/ 39697 h 79393"/>
                <a:gd name="connsiteX3" fmla="*/ 39697 w 267654"/>
                <a:gd name="connsiteY3" fmla="*/ 0 h 79393"/>
                <a:gd name="connsiteX4" fmla="*/ 227958 w 267654"/>
                <a:gd name="connsiteY4" fmla="*/ 0 h 79393"/>
                <a:gd name="connsiteX5" fmla="*/ 267654 w 267654"/>
                <a:gd name="connsiteY5" fmla="*/ 39697 h 79393"/>
                <a:gd name="connsiteX6" fmla="*/ 227958 w 2676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654" h="79393">
                  <a:moveTo>
                    <a:pt x="2279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958" y="0"/>
                  </a:lnTo>
                  <a:cubicBezTo>
                    <a:pt x="249882" y="0"/>
                    <a:pt x="267654" y="17773"/>
                    <a:pt x="267654" y="39697"/>
                  </a:cubicBezTo>
                  <a:cubicBezTo>
                    <a:pt x="267654" y="61620"/>
                    <a:pt x="249881" y="79393"/>
                    <a:pt x="2279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96" name="Picture Placeholder 69">
            <a:extLst>
              <a:ext uri="{FF2B5EF4-FFF2-40B4-BE49-F238E27FC236}">
                <a16:creationId xmlns:a16="http://schemas.microsoft.com/office/drawing/2014/main" id="{5D977BFF-8167-B94C-98CB-270AB3DBB986}"/>
              </a:ext>
            </a:extLst>
          </p:cNvPr>
          <p:cNvGrpSpPr>
            <a:grpSpLocks noChangeAspect="1"/>
          </p:cNvGrpSpPr>
          <p:nvPr/>
        </p:nvGrpSpPr>
        <p:grpSpPr>
          <a:xfrm>
            <a:off x="6762777" y="1420068"/>
            <a:ext cx="833628" cy="833627"/>
            <a:chOff x="6762777" y="1420068"/>
            <a:chExt cx="833628" cy="833627"/>
          </a:xfrm>
        </p:grpSpPr>
        <p:sp>
          <p:nvSpPr>
            <p:cNvPr id="97" name="Picture Placeholder 69">
              <a:extLst>
                <a:ext uri="{FF2B5EF4-FFF2-40B4-BE49-F238E27FC236}">
                  <a16:creationId xmlns:a16="http://schemas.microsoft.com/office/drawing/2014/main" id="{B40D8B4B-C304-BB4D-9D5E-CB2FBD06D5EE}"/>
                </a:ext>
              </a:extLst>
            </p:cNvPr>
            <p:cNvSpPr/>
            <p:nvPr/>
          </p:nvSpPr>
          <p:spPr>
            <a:xfrm>
              <a:off x="6762777" y="2080023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900" y="94279"/>
                    <a:pt x="173673" y="112052"/>
                    <a:pt x="173673" y="133976"/>
                  </a:cubicBez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8" name="Picture Placeholder 69">
              <a:extLst>
                <a:ext uri="{FF2B5EF4-FFF2-40B4-BE49-F238E27FC236}">
                  <a16:creationId xmlns:a16="http://schemas.microsoft.com/office/drawing/2014/main" id="{BA3BBFCD-BF23-9F49-8236-060EAB369307}"/>
                </a:ext>
              </a:extLst>
            </p:cNvPr>
            <p:cNvSpPr/>
            <p:nvPr/>
          </p:nvSpPr>
          <p:spPr>
            <a:xfrm>
              <a:off x="7422733" y="2080023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900"/>
                    <a:pt x="0" y="133976"/>
                  </a:cubicBezTo>
                  <a:cubicBezTo>
                    <a:pt x="0" y="112052"/>
                    <a:pt x="17773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3"/>
                    <a:pt x="112052" y="0"/>
                    <a:pt x="133976" y="0"/>
                  </a:cubicBez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99" name="Picture Placeholder 69">
              <a:extLst>
                <a:ext uri="{FF2B5EF4-FFF2-40B4-BE49-F238E27FC236}">
                  <a16:creationId xmlns:a16="http://schemas.microsoft.com/office/drawing/2014/main" id="{F7CDDA97-664D-3D46-A472-C2787AB3BA44}"/>
                </a:ext>
              </a:extLst>
            </p:cNvPr>
            <p:cNvSpPr/>
            <p:nvPr/>
          </p:nvSpPr>
          <p:spPr>
            <a:xfrm>
              <a:off x="6762777" y="1420068"/>
              <a:ext cx="173672" cy="173672"/>
            </a:xfrm>
            <a:custGeom>
              <a:avLst/>
              <a:gdLst>
                <a:gd name="connsiteX0" fmla="*/ 39697 w 173672"/>
                <a:gd name="connsiteY0" fmla="*/ 173672 h 173672"/>
                <a:gd name="connsiteX1" fmla="*/ 0 w 173672"/>
                <a:gd name="connsiteY1" fmla="*/ 133976 h 173672"/>
                <a:gd name="connsiteX2" fmla="*/ 0 w 173672"/>
                <a:gd name="connsiteY2" fmla="*/ 39697 h 173672"/>
                <a:gd name="connsiteX3" fmla="*/ 39697 w 173672"/>
                <a:gd name="connsiteY3" fmla="*/ 0 h 173672"/>
                <a:gd name="connsiteX4" fmla="*/ 133976 w 173672"/>
                <a:gd name="connsiteY4" fmla="*/ 0 h 173672"/>
                <a:gd name="connsiteX5" fmla="*/ 173673 w 173672"/>
                <a:gd name="connsiteY5" fmla="*/ 39697 h 173672"/>
                <a:gd name="connsiteX6" fmla="*/ 133976 w 173672"/>
                <a:gd name="connsiteY6" fmla="*/ 79393 h 173672"/>
                <a:gd name="connsiteX7" fmla="*/ 79393 w 173672"/>
                <a:gd name="connsiteY7" fmla="*/ 79393 h 173672"/>
                <a:gd name="connsiteX8" fmla="*/ 79393 w 173672"/>
                <a:gd name="connsiteY8" fmla="*/ 133976 h 173672"/>
                <a:gd name="connsiteX9" fmla="*/ 39697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lnTo>
                    <a:pt x="79393" y="79393"/>
                  </a:lnTo>
                  <a:lnTo>
                    <a:pt x="79393" y="133976"/>
                  </a:lnTo>
                  <a:cubicBezTo>
                    <a:pt x="79393" y="155900"/>
                    <a:pt x="61620" y="173672"/>
                    <a:pt x="39697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00" name="Picture Placeholder 69">
              <a:extLst>
                <a:ext uri="{FF2B5EF4-FFF2-40B4-BE49-F238E27FC236}">
                  <a16:creationId xmlns:a16="http://schemas.microsoft.com/office/drawing/2014/main" id="{4B438866-F6D6-A146-A609-FA5E1717B997}"/>
                </a:ext>
              </a:extLst>
            </p:cNvPr>
            <p:cNvSpPr/>
            <p:nvPr/>
          </p:nvSpPr>
          <p:spPr>
            <a:xfrm>
              <a:off x="7422733" y="1420068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2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grpSp>
          <p:nvGrpSpPr>
            <p:cNvPr id="101" name="Picture Placeholder 69">
              <a:extLst>
                <a:ext uri="{FF2B5EF4-FFF2-40B4-BE49-F238E27FC236}">
                  <a16:creationId xmlns:a16="http://schemas.microsoft.com/office/drawing/2014/main" id="{2A6E2198-F17E-694C-8270-EDF5E409C918}"/>
                </a:ext>
              </a:extLst>
            </p:cNvPr>
            <p:cNvGrpSpPr/>
            <p:nvPr/>
          </p:nvGrpSpPr>
          <p:grpSpPr>
            <a:xfrm>
              <a:off x="6881396" y="1629169"/>
              <a:ext cx="596397" cy="415424"/>
              <a:chOff x="6881396" y="1629169"/>
              <a:chExt cx="596397" cy="415424"/>
            </a:xfrm>
          </p:grpSpPr>
          <p:sp>
            <p:nvSpPr>
              <p:cNvPr id="102" name="Picture Placeholder 69">
                <a:extLst>
                  <a:ext uri="{FF2B5EF4-FFF2-40B4-BE49-F238E27FC236}">
                    <a16:creationId xmlns:a16="http://schemas.microsoft.com/office/drawing/2014/main" id="{E9EEF796-D4DE-1D4A-AFD4-0B54CCF1FE30}"/>
                  </a:ext>
                </a:extLst>
              </p:cNvPr>
              <p:cNvSpPr/>
              <p:nvPr/>
            </p:nvSpPr>
            <p:spPr>
              <a:xfrm>
                <a:off x="7061096" y="1720284"/>
                <a:ext cx="233219" cy="233217"/>
              </a:xfrm>
              <a:custGeom>
                <a:avLst/>
                <a:gdLst>
                  <a:gd name="connsiteX0" fmla="*/ 118246 w 233219"/>
                  <a:gd name="connsiteY0" fmla="*/ 233206 h 233217"/>
                  <a:gd name="connsiteX1" fmla="*/ 12 w 233219"/>
                  <a:gd name="connsiteY1" fmla="*/ 118246 h 233217"/>
                  <a:gd name="connsiteX2" fmla="*/ 114972 w 233219"/>
                  <a:gd name="connsiteY2" fmla="*/ 12 h 233217"/>
                  <a:gd name="connsiteX3" fmla="*/ 233206 w 233219"/>
                  <a:gd name="connsiteY3" fmla="*/ 114971 h 233217"/>
                  <a:gd name="connsiteX4" fmla="*/ 233218 w 233219"/>
                  <a:gd name="connsiteY4" fmla="*/ 116597 h 233217"/>
                  <a:gd name="connsiteX5" fmla="*/ 118247 w 233219"/>
                  <a:gd name="connsiteY5" fmla="*/ 233206 h 233217"/>
                  <a:gd name="connsiteX6" fmla="*/ 118246 w 233219"/>
                  <a:gd name="connsiteY6" fmla="*/ 79382 h 233217"/>
                  <a:gd name="connsiteX7" fmla="*/ 79332 w 233219"/>
                  <a:gd name="connsiteY7" fmla="*/ 114922 h 233217"/>
                  <a:gd name="connsiteX8" fmla="*/ 114872 w 233219"/>
                  <a:gd name="connsiteY8" fmla="*/ 153836 h 233217"/>
                  <a:gd name="connsiteX9" fmla="*/ 153786 w 233219"/>
                  <a:gd name="connsiteY9" fmla="*/ 118296 h 233217"/>
                  <a:gd name="connsiteX10" fmla="*/ 153825 w 233219"/>
                  <a:gd name="connsiteY10" fmla="*/ 116597 h 233217"/>
                  <a:gd name="connsiteX11" fmla="*/ 118246 w 233219"/>
                  <a:gd name="connsiteY11" fmla="*/ 79382 h 23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3219" h="233217">
                    <a:moveTo>
                      <a:pt x="118246" y="233206"/>
                    </a:moveTo>
                    <a:cubicBezTo>
                      <a:pt x="53852" y="234110"/>
                      <a:pt x="916" y="182641"/>
                      <a:pt x="12" y="118246"/>
                    </a:cubicBezTo>
                    <a:cubicBezTo>
                      <a:pt x="-893" y="53852"/>
                      <a:pt x="50577" y="916"/>
                      <a:pt x="114972" y="12"/>
                    </a:cubicBezTo>
                    <a:cubicBezTo>
                      <a:pt x="179366" y="-893"/>
                      <a:pt x="232302" y="50577"/>
                      <a:pt x="233206" y="114971"/>
                    </a:cubicBezTo>
                    <a:cubicBezTo>
                      <a:pt x="233214" y="115513"/>
                      <a:pt x="233218" y="116055"/>
                      <a:pt x="233218" y="116597"/>
                    </a:cubicBezTo>
                    <a:cubicBezTo>
                      <a:pt x="233576" y="180508"/>
                      <a:pt x="182156" y="232660"/>
                      <a:pt x="118247" y="233206"/>
                    </a:cubicBezTo>
                    <a:close/>
                    <a:moveTo>
                      <a:pt x="118246" y="79382"/>
                    </a:moveTo>
                    <a:cubicBezTo>
                      <a:pt x="97687" y="78450"/>
                      <a:pt x="80264" y="94362"/>
                      <a:pt x="79332" y="114922"/>
                    </a:cubicBezTo>
                    <a:cubicBezTo>
                      <a:pt x="78401" y="135482"/>
                      <a:pt x="94312" y="152904"/>
                      <a:pt x="114872" y="153836"/>
                    </a:cubicBezTo>
                    <a:cubicBezTo>
                      <a:pt x="135432" y="154767"/>
                      <a:pt x="152855" y="138856"/>
                      <a:pt x="153786" y="118296"/>
                    </a:cubicBezTo>
                    <a:cubicBezTo>
                      <a:pt x="153812" y="117730"/>
                      <a:pt x="153825" y="117164"/>
                      <a:pt x="153825" y="116597"/>
                    </a:cubicBezTo>
                    <a:cubicBezTo>
                      <a:pt x="154240" y="96510"/>
                      <a:pt x="138332" y="79870"/>
                      <a:pt x="118246" y="7938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  <p:sp>
            <p:nvSpPr>
              <p:cNvPr id="103" name="Picture Placeholder 69">
                <a:extLst>
                  <a:ext uri="{FF2B5EF4-FFF2-40B4-BE49-F238E27FC236}">
                    <a16:creationId xmlns:a16="http://schemas.microsoft.com/office/drawing/2014/main" id="{16F995AE-992A-8047-B8DE-6B693CD0E3E4}"/>
                  </a:ext>
                </a:extLst>
              </p:cNvPr>
              <p:cNvSpPr/>
              <p:nvPr/>
            </p:nvSpPr>
            <p:spPr>
              <a:xfrm>
                <a:off x="6881396" y="1629169"/>
                <a:ext cx="596397" cy="415424"/>
              </a:xfrm>
              <a:custGeom>
                <a:avLst/>
                <a:gdLst>
                  <a:gd name="connsiteX0" fmla="*/ 298195 w 596397"/>
                  <a:gd name="connsiteY0" fmla="*/ 415424 h 415424"/>
                  <a:gd name="connsiteX1" fmla="*/ 6277 w 596397"/>
                  <a:gd name="connsiteY1" fmla="*/ 225724 h 415424"/>
                  <a:gd name="connsiteX2" fmla="*/ 7021 w 596397"/>
                  <a:gd name="connsiteY2" fmla="*/ 181761 h 415424"/>
                  <a:gd name="connsiteX3" fmla="*/ 298195 w 596397"/>
                  <a:gd name="connsiteY3" fmla="*/ 0 h 415424"/>
                  <a:gd name="connsiteX4" fmla="*/ 588973 w 596397"/>
                  <a:gd name="connsiteY4" fmla="*/ 181165 h 415424"/>
                  <a:gd name="connsiteX5" fmla="*/ 589717 w 596397"/>
                  <a:gd name="connsiteY5" fmla="*/ 226320 h 415424"/>
                  <a:gd name="connsiteX6" fmla="*/ 298195 w 596397"/>
                  <a:gd name="connsiteY6" fmla="*/ 415424 h 415424"/>
                  <a:gd name="connsiteX7" fmla="*/ 89342 w 596397"/>
                  <a:gd name="connsiteY7" fmla="*/ 205231 h 415424"/>
                  <a:gd name="connsiteX8" fmla="*/ 298195 w 596397"/>
                  <a:gd name="connsiteY8" fmla="*/ 336180 h 415424"/>
                  <a:gd name="connsiteX9" fmla="*/ 453310 w 596397"/>
                  <a:gd name="connsiteY9" fmla="*/ 262047 h 415424"/>
                  <a:gd name="connsiteX10" fmla="*/ 506503 w 596397"/>
                  <a:gd name="connsiteY10" fmla="*/ 205231 h 415424"/>
                  <a:gd name="connsiteX11" fmla="*/ 452764 w 596397"/>
                  <a:gd name="connsiteY11" fmla="*/ 150648 h 415424"/>
                  <a:gd name="connsiteX12" fmla="*/ 298195 w 596397"/>
                  <a:gd name="connsiteY12" fmla="*/ 79244 h 415424"/>
                  <a:gd name="connsiteX13" fmla="*/ 89342 w 596397"/>
                  <a:gd name="connsiteY13" fmla="*/ 205231 h 41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6397" h="415424">
                    <a:moveTo>
                      <a:pt x="298195" y="415424"/>
                    </a:moveTo>
                    <a:cubicBezTo>
                      <a:pt x="129981" y="415424"/>
                      <a:pt x="11239" y="233465"/>
                      <a:pt x="6277" y="225724"/>
                    </a:cubicBezTo>
                    <a:cubicBezTo>
                      <a:pt x="-2355" y="212258"/>
                      <a:pt x="-2062" y="194927"/>
                      <a:pt x="7021" y="181761"/>
                    </a:cubicBezTo>
                    <a:cubicBezTo>
                      <a:pt x="11983" y="174317"/>
                      <a:pt x="134100" y="0"/>
                      <a:pt x="298195" y="0"/>
                    </a:cubicBezTo>
                    <a:cubicBezTo>
                      <a:pt x="457329" y="0"/>
                      <a:pt x="583664" y="173672"/>
                      <a:pt x="588973" y="181165"/>
                    </a:cubicBezTo>
                    <a:cubicBezTo>
                      <a:pt x="598593" y="194596"/>
                      <a:pt x="598889" y="212580"/>
                      <a:pt x="589717" y="226320"/>
                    </a:cubicBezTo>
                    <a:cubicBezTo>
                      <a:pt x="584557" y="234061"/>
                      <a:pt x="461448" y="415424"/>
                      <a:pt x="298195" y="415424"/>
                    </a:cubicBezTo>
                    <a:close/>
                    <a:moveTo>
                      <a:pt x="89342" y="205231"/>
                    </a:moveTo>
                    <a:cubicBezTo>
                      <a:pt x="122488" y="247706"/>
                      <a:pt x="202973" y="336180"/>
                      <a:pt x="298195" y="336180"/>
                    </a:cubicBezTo>
                    <a:cubicBezTo>
                      <a:pt x="359229" y="336180"/>
                      <a:pt x="416243" y="295888"/>
                      <a:pt x="453310" y="262047"/>
                    </a:cubicBezTo>
                    <a:cubicBezTo>
                      <a:pt x="472459" y="244488"/>
                      <a:pt x="490242" y="225494"/>
                      <a:pt x="506503" y="205231"/>
                    </a:cubicBezTo>
                    <a:cubicBezTo>
                      <a:pt x="489956" y="185740"/>
                      <a:pt x="471995" y="167497"/>
                      <a:pt x="452764" y="150648"/>
                    </a:cubicBezTo>
                    <a:cubicBezTo>
                      <a:pt x="415251" y="118048"/>
                      <a:pt x="357988" y="79244"/>
                      <a:pt x="298195" y="79244"/>
                    </a:cubicBezTo>
                    <a:cubicBezTo>
                      <a:pt x="205157" y="79393"/>
                      <a:pt x="123481" y="164046"/>
                      <a:pt x="89342" y="20523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</p:grp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6DEC6CF-AA57-AC44-B7A3-F7BEA1BADB47}"/>
              </a:ext>
            </a:extLst>
          </p:cNvPr>
          <p:cNvGrpSpPr>
            <a:grpSpLocks noChangeAspect="1"/>
          </p:cNvGrpSpPr>
          <p:nvPr/>
        </p:nvGrpSpPr>
        <p:grpSpPr>
          <a:xfrm>
            <a:off x="8121985" y="1422499"/>
            <a:ext cx="750372" cy="828715"/>
            <a:chOff x="8121985" y="1422499"/>
            <a:chExt cx="750372" cy="828715"/>
          </a:xfrm>
        </p:grpSpPr>
        <p:sp>
          <p:nvSpPr>
            <p:cNvPr id="104" name="Picture Placeholder 71">
              <a:extLst>
                <a:ext uri="{FF2B5EF4-FFF2-40B4-BE49-F238E27FC236}">
                  <a16:creationId xmlns:a16="http://schemas.microsoft.com/office/drawing/2014/main" id="{3EAEBC1D-3BCD-1F45-961F-0699DADA0E68}"/>
                </a:ext>
              </a:extLst>
            </p:cNvPr>
            <p:cNvSpPr/>
            <p:nvPr/>
          </p:nvSpPr>
          <p:spPr>
            <a:xfrm>
              <a:off x="8638149" y="1693200"/>
              <a:ext cx="208024" cy="207989"/>
            </a:xfrm>
            <a:custGeom>
              <a:avLst/>
              <a:gdLst>
                <a:gd name="connsiteX0" fmla="*/ 93011 w 208024"/>
                <a:gd name="connsiteY0" fmla="*/ 207990 h 207989"/>
                <a:gd name="connsiteX1" fmla="*/ 11633 w 208024"/>
                <a:gd name="connsiteY1" fmla="*/ 174297 h 207989"/>
                <a:gd name="connsiteX2" fmla="*/ 11633 w 208024"/>
                <a:gd name="connsiteY2" fmla="*/ 118127 h 207989"/>
                <a:gd name="connsiteX3" fmla="*/ 67804 w 208024"/>
                <a:gd name="connsiteY3" fmla="*/ 118127 h 207989"/>
                <a:gd name="connsiteX4" fmla="*/ 118169 w 208024"/>
                <a:gd name="connsiteY4" fmla="*/ 119550 h 207989"/>
                <a:gd name="connsiteX5" fmla="*/ 119593 w 208024"/>
                <a:gd name="connsiteY5" fmla="*/ 69185 h 207989"/>
                <a:gd name="connsiteX6" fmla="*/ 118169 w 208024"/>
                <a:gd name="connsiteY6" fmla="*/ 67762 h 207989"/>
                <a:gd name="connsiteX7" fmla="*/ 118194 w 208024"/>
                <a:gd name="connsiteY7" fmla="*/ 11616 h 207989"/>
                <a:gd name="connsiteX8" fmla="*/ 174340 w 208024"/>
                <a:gd name="connsiteY8" fmla="*/ 11641 h 207989"/>
                <a:gd name="connsiteX9" fmla="*/ 174332 w 208024"/>
                <a:gd name="connsiteY9" fmla="*/ 174305 h 207989"/>
                <a:gd name="connsiteX10" fmla="*/ 93011 w 208024"/>
                <a:gd name="connsiteY10" fmla="*/ 207990 h 20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8024" h="207989">
                  <a:moveTo>
                    <a:pt x="93011" y="207990"/>
                  </a:moveTo>
                  <a:cubicBezTo>
                    <a:pt x="62478" y="208061"/>
                    <a:pt x="33180" y="195932"/>
                    <a:pt x="11633" y="174297"/>
                  </a:cubicBezTo>
                  <a:cubicBezTo>
                    <a:pt x="-3878" y="158786"/>
                    <a:pt x="-3878" y="133638"/>
                    <a:pt x="11633" y="118127"/>
                  </a:cubicBezTo>
                  <a:cubicBezTo>
                    <a:pt x="27144" y="102615"/>
                    <a:pt x="52293" y="102615"/>
                    <a:pt x="67804" y="118127"/>
                  </a:cubicBezTo>
                  <a:cubicBezTo>
                    <a:pt x="81319" y="132428"/>
                    <a:pt x="103868" y="133065"/>
                    <a:pt x="118169" y="119550"/>
                  </a:cubicBezTo>
                  <a:cubicBezTo>
                    <a:pt x="132470" y="106035"/>
                    <a:pt x="133107" y="83486"/>
                    <a:pt x="119593" y="69185"/>
                  </a:cubicBezTo>
                  <a:cubicBezTo>
                    <a:pt x="119132" y="68697"/>
                    <a:pt x="118657" y="68223"/>
                    <a:pt x="118169" y="67762"/>
                  </a:cubicBezTo>
                  <a:cubicBezTo>
                    <a:pt x="102672" y="52250"/>
                    <a:pt x="102683" y="27113"/>
                    <a:pt x="118194" y="11616"/>
                  </a:cubicBezTo>
                  <a:cubicBezTo>
                    <a:pt x="133705" y="-3882"/>
                    <a:pt x="158842" y="-3871"/>
                    <a:pt x="174340" y="11641"/>
                  </a:cubicBezTo>
                  <a:cubicBezTo>
                    <a:pt x="219256" y="56561"/>
                    <a:pt x="219253" y="129388"/>
                    <a:pt x="174332" y="174305"/>
                  </a:cubicBezTo>
                  <a:cubicBezTo>
                    <a:pt x="152764" y="195871"/>
                    <a:pt x="123512" y="207988"/>
                    <a:pt x="93011" y="2079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05" name="Picture Placeholder 71">
              <a:extLst>
                <a:ext uri="{FF2B5EF4-FFF2-40B4-BE49-F238E27FC236}">
                  <a16:creationId xmlns:a16="http://schemas.microsoft.com/office/drawing/2014/main" id="{3EAEBC1D-3BCD-1F45-961F-0699DADA0E68}"/>
                </a:ext>
              </a:extLst>
            </p:cNvPr>
            <p:cNvSpPr/>
            <p:nvPr/>
          </p:nvSpPr>
          <p:spPr>
            <a:xfrm>
              <a:off x="8240957" y="2171821"/>
              <a:ext cx="474275" cy="79393"/>
            </a:xfrm>
            <a:custGeom>
              <a:avLst/>
              <a:gdLst>
                <a:gd name="connsiteX0" fmla="*/ 434578 w 474275"/>
                <a:gd name="connsiteY0" fmla="*/ 79393 h 79393"/>
                <a:gd name="connsiteX1" fmla="*/ 39697 w 474275"/>
                <a:gd name="connsiteY1" fmla="*/ 79393 h 79393"/>
                <a:gd name="connsiteX2" fmla="*/ 0 w 474275"/>
                <a:gd name="connsiteY2" fmla="*/ 39697 h 79393"/>
                <a:gd name="connsiteX3" fmla="*/ 39697 w 474275"/>
                <a:gd name="connsiteY3" fmla="*/ 0 h 79393"/>
                <a:gd name="connsiteX4" fmla="*/ 434578 w 474275"/>
                <a:gd name="connsiteY4" fmla="*/ 0 h 79393"/>
                <a:gd name="connsiteX5" fmla="*/ 474275 w 474275"/>
                <a:gd name="connsiteY5" fmla="*/ 39697 h 79393"/>
                <a:gd name="connsiteX6" fmla="*/ 434578 w 4742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75" h="79393">
                  <a:moveTo>
                    <a:pt x="43457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34578" y="0"/>
                  </a:lnTo>
                  <a:cubicBezTo>
                    <a:pt x="456502" y="0"/>
                    <a:pt x="474275" y="17773"/>
                    <a:pt x="474275" y="39697"/>
                  </a:cubicBezTo>
                  <a:cubicBezTo>
                    <a:pt x="474275" y="61620"/>
                    <a:pt x="456502" y="79393"/>
                    <a:pt x="43457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06" name="Picture Placeholder 71">
              <a:extLst>
                <a:ext uri="{FF2B5EF4-FFF2-40B4-BE49-F238E27FC236}">
                  <a16:creationId xmlns:a16="http://schemas.microsoft.com/office/drawing/2014/main" id="{3EAEBC1D-3BCD-1F45-961F-0699DADA0E68}"/>
                </a:ext>
              </a:extLst>
            </p:cNvPr>
            <p:cNvSpPr/>
            <p:nvPr/>
          </p:nvSpPr>
          <p:spPr>
            <a:xfrm>
              <a:off x="8121985" y="1554163"/>
              <a:ext cx="411021" cy="676805"/>
            </a:xfrm>
            <a:custGeom>
              <a:avLst/>
              <a:gdLst>
                <a:gd name="connsiteX0" fmla="*/ 371294 w 411021"/>
                <a:gd name="connsiteY0" fmla="*/ 676806 h 676805"/>
                <a:gd name="connsiteX1" fmla="*/ 343258 w 411021"/>
                <a:gd name="connsiteY1" fmla="*/ 665195 h 676805"/>
                <a:gd name="connsiteX2" fmla="*/ 11642 w 411021"/>
                <a:gd name="connsiteY2" fmla="*/ 333580 h 676805"/>
                <a:gd name="connsiteX3" fmla="*/ 11611 w 411021"/>
                <a:gd name="connsiteY3" fmla="*/ 277440 h 676805"/>
                <a:gd name="connsiteX4" fmla="*/ 11642 w 411021"/>
                <a:gd name="connsiteY4" fmla="*/ 277409 h 676805"/>
                <a:gd name="connsiteX5" fmla="*/ 277411 w 411021"/>
                <a:gd name="connsiteY5" fmla="*/ 11641 h 676805"/>
                <a:gd name="connsiteX6" fmla="*/ 333557 w 411021"/>
                <a:gd name="connsiteY6" fmla="*/ 11616 h 676805"/>
                <a:gd name="connsiteX7" fmla="*/ 333582 w 411021"/>
                <a:gd name="connsiteY7" fmla="*/ 67762 h 676805"/>
                <a:gd name="connsiteX8" fmla="*/ 95849 w 411021"/>
                <a:gd name="connsiteY8" fmla="*/ 305494 h 676805"/>
                <a:gd name="connsiteX9" fmla="*/ 399379 w 411021"/>
                <a:gd name="connsiteY9" fmla="*/ 609024 h 676805"/>
                <a:gd name="connsiteX10" fmla="*/ 399410 w 411021"/>
                <a:gd name="connsiteY10" fmla="*/ 665163 h 676805"/>
                <a:gd name="connsiteX11" fmla="*/ 371294 w 411021"/>
                <a:gd name="connsiteY11" fmla="*/ 676806 h 67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1021" h="676805">
                  <a:moveTo>
                    <a:pt x="371294" y="676806"/>
                  </a:moveTo>
                  <a:cubicBezTo>
                    <a:pt x="360779" y="676801"/>
                    <a:pt x="350697" y="672625"/>
                    <a:pt x="343258" y="665195"/>
                  </a:cubicBezTo>
                  <a:lnTo>
                    <a:pt x="11642" y="333580"/>
                  </a:lnTo>
                  <a:cubicBezTo>
                    <a:pt x="-3869" y="318086"/>
                    <a:pt x="-3883" y="292951"/>
                    <a:pt x="11611" y="277440"/>
                  </a:cubicBezTo>
                  <a:cubicBezTo>
                    <a:pt x="11622" y="277430"/>
                    <a:pt x="11632" y="277419"/>
                    <a:pt x="11642" y="277409"/>
                  </a:cubicBezTo>
                  <a:lnTo>
                    <a:pt x="277411" y="11641"/>
                  </a:lnTo>
                  <a:cubicBezTo>
                    <a:pt x="292909" y="-3870"/>
                    <a:pt x="318046" y="-3882"/>
                    <a:pt x="333557" y="11616"/>
                  </a:cubicBezTo>
                  <a:cubicBezTo>
                    <a:pt x="349068" y="27113"/>
                    <a:pt x="349079" y="52250"/>
                    <a:pt x="333582" y="67762"/>
                  </a:cubicBezTo>
                  <a:lnTo>
                    <a:pt x="95849" y="305494"/>
                  </a:lnTo>
                  <a:lnTo>
                    <a:pt x="399379" y="609024"/>
                  </a:lnTo>
                  <a:cubicBezTo>
                    <a:pt x="414890" y="624518"/>
                    <a:pt x="414904" y="649652"/>
                    <a:pt x="399410" y="665163"/>
                  </a:cubicBezTo>
                  <a:cubicBezTo>
                    <a:pt x="391957" y="672625"/>
                    <a:pt x="381840" y="676814"/>
                    <a:pt x="371294" y="67680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07" name="Picture Placeholder 71">
              <a:extLst>
                <a:ext uri="{FF2B5EF4-FFF2-40B4-BE49-F238E27FC236}">
                  <a16:creationId xmlns:a16="http://schemas.microsoft.com/office/drawing/2014/main" id="{3EAEBC1D-3BCD-1F45-961F-0699DADA0E68}"/>
                </a:ext>
              </a:extLst>
            </p:cNvPr>
            <p:cNvSpPr/>
            <p:nvPr/>
          </p:nvSpPr>
          <p:spPr>
            <a:xfrm>
              <a:off x="8377612" y="1422499"/>
              <a:ext cx="251577" cy="251576"/>
            </a:xfrm>
            <a:custGeom>
              <a:avLst/>
              <a:gdLst>
                <a:gd name="connsiteX0" fmla="*/ 125838 w 251577"/>
                <a:gd name="connsiteY0" fmla="*/ 251577 h 251576"/>
                <a:gd name="connsiteX1" fmla="*/ 0 w 251577"/>
                <a:gd name="connsiteY1" fmla="*/ 125838 h 251576"/>
                <a:gd name="connsiteX2" fmla="*/ 125739 w 251577"/>
                <a:gd name="connsiteY2" fmla="*/ 0 h 251576"/>
                <a:gd name="connsiteX3" fmla="*/ 251577 w 251577"/>
                <a:gd name="connsiteY3" fmla="*/ 125739 h 251576"/>
                <a:gd name="connsiteX4" fmla="*/ 251577 w 251577"/>
                <a:gd name="connsiteY4" fmla="*/ 125788 h 251576"/>
                <a:gd name="connsiteX5" fmla="*/ 211881 w 251577"/>
                <a:gd name="connsiteY5" fmla="*/ 165485 h 251576"/>
                <a:gd name="connsiteX6" fmla="*/ 172184 w 251577"/>
                <a:gd name="connsiteY6" fmla="*/ 125788 h 251576"/>
                <a:gd name="connsiteX7" fmla="*/ 125789 w 251577"/>
                <a:gd name="connsiteY7" fmla="*/ 79393 h 251576"/>
                <a:gd name="connsiteX8" fmla="*/ 79393 w 251577"/>
                <a:gd name="connsiteY8" fmla="*/ 125788 h 251576"/>
                <a:gd name="connsiteX9" fmla="*/ 125789 w 251577"/>
                <a:gd name="connsiteY9" fmla="*/ 172184 h 251576"/>
                <a:gd name="connsiteX10" fmla="*/ 125838 w 251577"/>
                <a:gd name="connsiteY10" fmla="*/ 172184 h 251576"/>
                <a:gd name="connsiteX11" fmla="*/ 165535 w 251577"/>
                <a:gd name="connsiteY11" fmla="*/ 211880 h 251576"/>
                <a:gd name="connsiteX12" fmla="*/ 125838 w 251577"/>
                <a:gd name="connsiteY12" fmla="*/ 251577 h 25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577" h="251576">
                  <a:moveTo>
                    <a:pt x="125838" y="251577"/>
                  </a:moveTo>
                  <a:cubicBezTo>
                    <a:pt x="56367" y="251604"/>
                    <a:pt x="27" y="195309"/>
                    <a:pt x="0" y="125838"/>
                  </a:cubicBezTo>
                  <a:cubicBezTo>
                    <a:pt x="-27" y="56367"/>
                    <a:pt x="56268" y="27"/>
                    <a:pt x="125739" y="0"/>
                  </a:cubicBezTo>
                  <a:cubicBezTo>
                    <a:pt x="195210" y="-27"/>
                    <a:pt x="251550" y="56268"/>
                    <a:pt x="251577" y="125739"/>
                  </a:cubicBezTo>
                  <a:cubicBezTo>
                    <a:pt x="251577" y="125755"/>
                    <a:pt x="251577" y="125772"/>
                    <a:pt x="251577" y="125788"/>
                  </a:cubicBezTo>
                  <a:cubicBezTo>
                    <a:pt x="251577" y="147712"/>
                    <a:pt x="233804" y="165485"/>
                    <a:pt x="211881" y="165485"/>
                  </a:cubicBezTo>
                  <a:cubicBezTo>
                    <a:pt x="189957" y="165485"/>
                    <a:pt x="172184" y="147712"/>
                    <a:pt x="172184" y="125788"/>
                  </a:cubicBezTo>
                  <a:cubicBezTo>
                    <a:pt x="172184" y="100165"/>
                    <a:pt x="151412" y="79393"/>
                    <a:pt x="125789" y="79393"/>
                  </a:cubicBezTo>
                  <a:cubicBezTo>
                    <a:pt x="100165" y="79393"/>
                    <a:pt x="79393" y="100165"/>
                    <a:pt x="79393" y="125788"/>
                  </a:cubicBezTo>
                  <a:cubicBezTo>
                    <a:pt x="79393" y="151412"/>
                    <a:pt x="100165" y="172184"/>
                    <a:pt x="125789" y="172184"/>
                  </a:cubicBezTo>
                  <a:cubicBezTo>
                    <a:pt x="125805" y="172184"/>
                    <a:pt x="125822" y="172184"/>
                    <a:pt x="125838" y="172184"/>
                  </a:cubicBezTo>
                  <a:cubicBezTo>
                    <a:pt x="147762" y="172184"/>
                    <a:pt x="165535" y="189957"/>
                    <a:pt x="165535" y="211880"/>
                  </a:cubicBezTo>
                  <a:cubicBezTo>
                    <a:pt x="165535" y="233804"/>
                    <a:pt x="147762" y="251577"/>
                    <a:pt x="125838" y="2515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08" name="Picture Placeholder 71">
              <a:extLst>
                <a:ext uri="{FF2B5EF4-FFF2-40B4-BE49-F238E27FC236}">
                  <a16:creationId xmlns:a16="http://schemas.microsoft.com/office/drawing/2014/main" id="{3EAEBC1D-3BCD-1F45-961F-0699DADA0E68}"/>
                </a:ext>
              </a:extLst>
            </p:cNvPr>
            <p:cNvSpPr/>
            <p:nvPr/>
          </p:nvSpPr>
          <p:spPr>
            <a:xfrm>
              <a:off x="8463854" y="1508454"/>
              <a:ext cx="408503" cy="418737"/>
            </a:xfrm>
            <a:custGeom>
              <a:avLst/>
              <a:gdLst>
                <a:gd name="connsiteX0" fmla="*/ 95271 w 408503"/>
                <a:gd name="connsiteY0" fmla="*/ 418737 h 418737"/>
                <a:gd name="connsiteX1" fmla="*/ 84107 w 408503"/>
                <a:gd name="connsiteY1" fmla="*/ 417150 h 418737"/>
                <a:gd name="connsiteX2" fmla="*/ 56518 w 408503"/>
                <a:gd name="connsiteY2" fmla="*/ 387377 h 418737"/>
                <a:gd name="connsiteX3" fmla="*/ 992 w 408503"/>
                <a:gd name="connsiteY3" fmla="*/ 134461 h 418737"/>
                <a:gd name="connsiteX4" fmla="*/ 11512 w 408503"/>
                <a:gd name="connsiteY4" fmla="*/ 97692 h 418737"/>
                <a:gd name="connsiteX5" fmla="*/ 97554 w 408503"/>
                <a:gd name="connsiteY5" fmla="*/ 11649 h 418737"/>
                <a:gd name="connsiteX6" fmla="*/ 136010 w 408503"/>
                <a:gd name="connsiteY6" fmla="*/ 1378 h 418737"/>
                <a:gd name="connsiteX7" fmla="*/ 379152 w 408503"/>
                <a:gd name="connsiteY7" fmla="*/ 67225 h 418737"/>
                <a:gd name="connsiteX8" fmla="*/ 407119 w 408503"/>
                <a:gd name="connsiteY8" fmla="*/ 115901 h 418737"/>
                <a:gd name="connsiteX9" fmla="*/ 396866 w 408503"/>
                <a:gd name="connsiteY9" fmla="*/ 133617 h 418737"/>
                <a:gd name="connsiteX10" fmla="*/ 123506 w 408503"/>
                <a:gd name="connsiteY10" fmla="*/ 406977 h 418737"/>
                <a:gd name="connsiteX11" fmla="*/ 95271 w 408503"/>
                <a:gd name="connsiteY11" fmla="*/ 418738 h 418737"/>
                <a:gd name="connsiteX12" fmla="*/ 83015 w 408503"/>
                <a:gd name="connsiteY12" fmla="*/ 138629 h 418737"/>
                <a:gd name="connsiteX13" fmla="*/ 118444 w 408503"/>
                <a:gd name="connsiteY13" fmla="*/ 299747 h 418737"/>
                <a:gd name="connsiteX14" fmla="*/ 292117 w 408503"/>
                <a:gd name="connsiteY14" fmla="*/ 126075 h 418737"/>
                <a:gd name="connsiteX15" fmla="*/ 137449 w 408503"/>
                <a:gd name="connsiteY15" fmla="*/ 84195 h 41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8503" h="418737">
                  <a:moveTo>
                    <a:pt x="95271" y="418737"/>
                  </a:moveTo>
                  <a:cubicBezTo>
                    <a:pt x="91493" y="418750"/>
                    <a:pt x="87732" y="418215"/>
                    <a:pt x="84107" y="417150"/>
                  </a:cubicBezTo>
                  <a:cubicBezTo>
                    <a:pt x="70148" y="413033"/>
                    <a:pt x="59561" y="401608"/>
                    <a:pt x="56518" y="387377"/>
                  </a:cubicBezTo>
                  <a:lnTo>
                    <a:pt x="992" y="134461"/>
                  </a:lnTo>
                  <a:cubicBezTo>
                    <a:pt x="-2026" y="121212"/>
                    <a:pt x="1943" y="107340"/>
                    <a:pt x="11512" y="97692"/>
                  </a:cubicBezTo>
                  <a:lnTo>
                    <a:pt x="97554" y="11649"/>
                  </a:lnTo>
                  <a:cubicBezTo>
                    <a:pt x="107606" y="1582"/>
                    <a:pt x="122277" y="-2337"/>
                    <a:pt x="136010" y="1378"/>
                  </a:cubicBezTo>
                  <a:lnTo>
                    <a:pt x="379152" y="67225"/>
                  </a:lnTo>
                  <a:cubicBezTo>
                    <a:pt x="400317" y="72943"/>
                    <a:pt x="412838" y="94737"/>
                    <a:pt x="407119" y="115901"/>
                  </a:cubicBezTo>
                  <a:cubicBezTo>
                    <a:pt x="405309" y="122601"/>
                    <a:pt x="401774" y="128710"/>
                    <a:pt x="396866" y="133617"/>
                  </a:cubicBezTo>
                  <a:lnTo>
                    <a:pt x="123506" y="406977"/>
                  </a:lnTo>
                  <a:cubicBezTo>
                    <a:pt x="116043" y="414511"/>
                    <a:pt x="105876" y="418746"/>
                    <a:pt x="95271" y="418738"/>
                  </a:cubicBezTo>
                  <a:close/>
                  <a:moveTo>
                    <a:pt x="83015" y="138629"/>
                  </a:moveTo>
                  <a:lnTo>
                    <a:pt x="118444" y="299747"/>
                  </a:lnTo>
                  <a:lnTo>
                    <a:pt x="292117" y="126075"/>
                  </a:lnTo>
                  <a:lnTo>
                    <a:pt x="137449" y="8419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068C356-94BA-C445-9E22-246F7960D0FB}"/>
              </a:ext>
            </a:extLst>
          </p:cNvPr>
          <p:cNvGrpSpPr>
            <a:grpSpLocks noChangeAspect="1"/>
          </p:cNvGrpSpPr>
          <p:nvPr/>
        </p:nvGrpSpPr>
        <p:grpSpPr>
          <a:xfrm>
            <a:off x="9400365" y="1422549"/>
            <a:ext cx="822990" cy="828665"/>
            <a:chOff x="9400365" y="1422549"/>
            <a:chExt cx="822990" cy="828665"/>
          </a:xfrm>
        </p:grpSpPr>
        <p:sp>
          <p:nvSpPr>
            <p:cNvPr id="109" name="Picture Placeholder 73">
              <a:extLst>
                <a:ext uri="{FF2B5EF4-FFF2-40B4-BE49-F238E27FC236}">
                  <a16:creationId xmlns:a16="http://schemas.microsoft.com/office/drawing/2014/main" id="{6705DA71-39C5-C84A-8A9F-0CF44899BE6D}"/>
                </a:ext>
              </a:extLst>
            </p:cNvPr>
            <p:cNvSpPr/>
            <p:nvPr/>
          </p:nvSpPr>
          <p:spPr>
            <a:xfrm>
              <a:off x="9400365" y="1500850"/>
              <a:ext cx="822990" cy="641223"/>
            </a:xfrm>
            <a:custGeom>
              <a:avLst/>
              <a:gdLst>
                <a:gd name="connsiteX0" fmla="*/ 405756 w 822990"/>
                <a:gd name="connsiteY0" fmla="*/ 641199 h 641223"/>
                <a:gd name="connsiteX1" fmla="*/ 182463 w 822990"/>
                <a:gd name="connsiteY1" fmla="*/ 641199 h 641223"/>
                <a:gd name="connsiteX2" fmla="*/ 25 w 822990"/>
                <a:gd name="connsiteY2" fmla="*/ 464729 h 641223"/>
                <a:gd name="connsiteX3" fmla="*/ 176495 w 822990"/>
                <a:gd name="connsiteY3" fmla="*/ 282292 h 641223"/>
                <a:gd name="connsiteX4" fmla="*/ 182463 w 822990"/>
                <a:gd name="connsiteY4" fmla="*/ 282292 h 641223"/>
                <a:gd name="connsiteX5" fmla="*/ 481229 w 822990"/>
                <a:gd name="connsiteY5" fmla="*/ 282292 h 641223"/>
                <a:gd name="connsiteX6" fmla="*/ 645821 w 822990"/>
                <a:gd name="connsiteY6" fmla="*/ 279513 h 641223"/>
                <a:gd name="connsiteX7" fmla="*/ 646467 w 822990"/>
                <a:gd name="connsiteY7" fmla="*/ 279513 h 641223"/>
                <a:gd name="connsiteX8" fmla="*/ 748755 w 822990"/>
                <a:gd name="connsiteY8" fmla="*/ 181682 h 641223"/>
                <a:gd name="connsiteX9" fmla="*/ 650923 w 822990"/>
                <a:gd name="connsiteY9" fmla="*/ 79393 h 641223"/>
                <a:gd name="connsiteX10" fmla="*/ 646467 w 822990"/>
                <a:gd name="connsiteY10" fmla="*/ 79393 h 641223"/>
                <a:gd name="connsiteX11" fmla="*/ 347253 w 822990"/>
                <a:gd name="connsiteY11" fmla="*/ 79393 h 641223"/>
                <a:gd name="connsiteX12" fmla="*/ 307557 w 822990"/>
                <a:gd name="connsiteY12" fmla="*/ 39697 h 641223"/>
                <a:gd name="connsiteX13" fmla="*/ 347253 w 822990"/>
                <a:gd name="connsiteY13" fmla="*/ 0 h 641223"/>
                <a:gd name="connsiteX14" fmla="*/ 646318 w 822990"/>
                <a:gd name="connsiteY14" fmla="*/ 0 h 641223"/>
                <a:gd name="connsiteX15" fmla="*/ 822969 w 822990"/>
                <a:gd name="connsiteY15" fmla="*/ 182262 h 641223"/>
                <a:gd name="connsiteX16" fmla="*/ 646665 w 822990"/>
                <a:gd name="connsiteY16" fmla="*/ 358906 h 641223"/>
                <a:gd name="connsiteX17" fmla="*/ 482073 w 822990"/>
                <a:gd name="connsiteY17" fmla="*/ 361685 h 641223"/>
                <a:gd name="connsiteX18" fmla="*/ 182264 w 822990"/>
                <a:gd name="connsiteY18" fmla="*/ 361685 h 641223"/>
                <a:gd name="connsiteX19" fmla="*/ 79976 w 822990"/>
                <a:gd name="connsiteY19" fmla="*/ 459517 h 641223"/>
                <a:gd name="connsiteX20" fmla="*/ 177808 w 822990"/>
                <a:gd name="connsiteY20" fmla="*/ 561805 h 641223"/>
                <a:gd name="connsiteX21" fmla="*/ 182264 w 822990"/>
                <a:gd name="connsiteY21" fmla="*/ 561805 h 641223"/>
                <a:gd name="connsiteX22" fmla="*/ 405558 w 822990"/>
                <a:gd name="connsiteY22" fmla="*/ 561805 h 641223"/>
                <a:gd name="connsiteX23" fmla="*/ 445254 w 822990"/>
                <a:gd name="connsiteY23" fmla="*/ 601502 h 641223"/>
                <a:gd name="connsiteX24" fmla="*/ 405558 w 822990"/>
                <a:gd name="connsiteY24" fmla="*/ 641199 h 64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2990" h="641223">
                  <a:moveTo>
                    <a:pt x="405756" y="641199"/>
                  </a:moveTo>
                  <a:lnTo>
                    <a:pt x="182463" y="641199"/>
                  </a:lnTo>
                  <a:cubicBezTo>
                    <a:pt x="83354" y="642847"/>
                    <a:pt x="1673" y="563839"/>
                    <a:pt x="25" y="464729"/>
                  </a:cubicBezTo>
                  <a:cubicBezTo>
                    <a:pt x="-1623" y="365620"/>
                    <a:pt x="77385" y="283940"/>
                    <a:pt x="176495" y="282292"/>
                  </a:cubicBezTo>
                  <a:cubicBezTo>
                    <a:pt x="178484" y="282259"/>
                    <a:pt x="180474" y="282259"/>
                    <a:pt x="182463" y="282292"/>
                  </a:cubicBezTo>
                  <a:lnTo>
                    <a:pt x="481229" y="282292"/>
                  </a:lnTo>
                  <a:lnTo>
                    <a:pt x="645821" y="279513"/>
                  </a:lnTo>
                  <a:lnTo>
                    <a:pt x="646467" y="279513"/>
                  </a:lnTo>
                  <a:cubicBezTo>
                    <a:pt x="701728" y="280744"/>
                    <a:pt x="747524" y="236943"/>
                    <a:pt x="748755" y="181682"/>
                  </a:cubicBezTo>
                  <a:cubicBezTo>
                    <a:pt x="749986" y="126420"/>
                    <a:pt x="706185" y="80624"/>
                    <a:pt x="650923" y="79393"/>
                  </a:cubicBezTo>
                  <a:cubicBezTo>
                    <a:pt x="649438" y="79360"/>
                    <a:pt x="647952" y="79360"/>
                    <a:pt x="646467" y="79393"/>
                  </a:cubicBezTo>
                  <a:lnTo>
                    <a:pt x="347253" y="79393"/>
                  </a:lnTo>
                  <a:cubicBezTo>
                    <a:pt x="325330" y="79393"/>
                    <a:pt x="307557" y="61620"/>
                    <a:pt x="307557" y="39697"/>
                  </a:cubicBezTo>
                  <a:cubicBezTo>
                    <a:pt x="307557" y="17773"/>
                    <a:pt x="325330" y="0"/>
                    <a:pt x="347253" y="0"/>
                  </a:cubicBezTo>
                  <a:lnTo>
                    <a:pt x="646318" y="0"/>
                  </a:lnTo>
                  <a:cubicBezTo>
                    <a:pt x="745429" y="1549"/>
                    <a:pt x="824518" y="83151"/>
                    <a:pt x="822969" y="182262"/>
                  </a:cubicBezTo>
                  <a:cubicBezTo>
                    <a:pt x="821455" y="279054"/>
                    <a:pt x="743454" y="357206"/>
                    <a:pt x="646665" y="358906"/>
                  </a:cubicBezTo>
                  <a:lnTo>
                    <a:pt x="482073" y="361685"/>
                  </a:lnTo>
                  <a:lnTo>
                    <a:pt x="182264" y="361685"/>
                  </a:lnTo>
                  <a:cubicBezTo>
                    <a:pt x="127003" y="360454"/>
                    <a:pt x="81207" y="404255"/>
                    <a:pt x="79976" y="459517"/>
                  </a:cubicBezTo>
                  <a:cubicBezTo>
                    <a:pt x="78745" y="514779"/>
                    <a:pt x="122546" y="560575"/>
                    <a:pt x="177808" y="561805"/>
                  </a:cubicBezTo>
                  <a:cubicBezTo>
                    <a:pt x="179293" y="561839"/>
                    <a:pt x="180779" y="561839"/>
                    <a:pt x="182264" y="561805"/>
                  </a:cubicBezTo>
                  <a:lnTo>
                    <a:pt x="405558" y="561805"/>
                  </a:lnTo>
                  <a:cubicBezTo>
                    <a:pt x="427482" y="561805"/>
                    <a:pt x="445254" y="579578"/>
                    <a:pt x="445254" y="601502"/>
                  </a:cubicBezTo>
                  <a:cubicBezTo>
                    <a:pt x="445254" y="623426"/>
                    <a:pt x="427482" y="641199"/>
                    <a:pt x="405558" y="6411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10" name="Picture Placeholder 73">
              <a:extLst>
                <a:ext uri="{FF2B5EF4-FFF2-40B4-BE49-F238E27FC236}">
                  <a16:creationId xmlns:a16="http://schemas.microsoft.com/office/drawing/2014/main" id="{6705DA71-39C5-C84A-8A9F-0CF44899BE6D}"/>
                </a:ext>
              </a:extLst>
            </p:cNvPr>
            <p:cNvSpPr/>
            <p:nvPr/>
          </p:nvSpPr>
          <p:spPr>
            <a:xfrm>
              <a:off x="9717143" y="1953451"/>
              <a:ext cx="193768" cy="297763"/>
            </a:xfrm>
            <a:custGeom>
              <a:avLst/>
              <a:gdLst>
                <a:gd name="connsiteX0" fmla="*/ 49877 w 193768"/>
                <a:gd name="connsiteY0" fmla="*/ 297763 h 297763"/>
                <a:gd name="connsiteX1" fmla="*/ 10189 w 193768"/>
                <a:gd name="connsiteY1" fmla="*/ 258058 h 297763"/>
                <a:gd name="connsiteX2" fmla="*/ 21295 w 193768"/>
                <a:gd name="connsiteY2" fmla="*/ 230527 h 297763"/>
                <a:gd name="connsiteX3" fmla="*/ 97959 w 193768"/>
                <a:gd name="connsiteY3" fmla="*/ 151134 h 297763"/>
                <a:gd name="connsiteX4" fmla="*/ 12661 w 193768"/>
                <a:gd name="connsiteY4" fmla="*/ 68764 h 297763"/>
                <a:gd name="connsiteX5" fmla="*/ 10630 w 193768"/>
                <a:gd name="connsiteY5" fmla="*/ 12661 h 297763"/>
                <a:gd name="connsiteX6" fmla="*/ 66732 w 193768"/>
                <a:gd name="connsiteY6" fmla="*/ 10630 h 297763"/>
                <a:gd name="connsiteX7" fmla="*/ 67740 w 193768"/>
                <a:gd name="connsiteY7" fmla="*/ 11601 h 297763"/>
                <a:gd name="connsiteX8" fmla="*/ 181620 w 193768"/>
                <a:gd name="connsiteY8" fmla="*/ 121312 h 297763"/>
                <a:gd name="connsiteX9" fmla="*/ 182662 w 193768"/>
                <a:gd name="connsiteY9" fmla="*/ 177433 h 297763"/>
                <a:gd name="connsiteX10" fmla="*/ 78458 w 193768"/>
                <a:gd name="connsiteY10" fmla="*/ 285606 h 297763"/>
                <a:gd name="connsiteX11" fmla="*/ 49877 w 193768"/>
                <a:gd name="connsiteY11" fmla="*/ 297763 h 29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68" h="297763">
                  <a:moveTo>
                    <a:pt x="49877" y="297763"/>
                  </a:moveTo>
                  <a:cubicBezTo>
                    <a:pt x="27953" y="297759"/>
                    <a:pt x="10184" y="279982"/>
                    <a:pt x="10189" y="258058"/>
                  </a:cubicBezTo>
                  <a:cubicBezTo>
                    <a:pt x="10191" y="247790"/>
                    <a:pt x="14172" y="237923"/>
                    <a:pt x="21295" y="230527"/>
                  </a:cubicBezTo>
                  <a:lnTo>
                    <a:pt x="97959" y="151134"/>
                  </a:lnTo>
                  <a:lnTo>
                    <a:pt x="12661" y="68764"/>
                  </a:lnTo>
                  <a:cubicBezTo>
                    <a:pt x="-3392" y="53833"/>
                    <a:pt x="-4302" y="28715"/>
                    <a:pt x="10630" y="12661"/>
                  </a:cubicBezTo>
                  <a:cubicBezTo>
                    <a:pt x="25561" y="-3392"/>
                    <a:pt x="50679" y="-4302"/>
                    <a:pt x="66732" y="10630"/>
                  </a:cubicBezTo>
                  <a:cubicBezTo>
                    <a:pt x="67074" y="10947"/>
                    <a:pt x="67410" y="11271"/>
                    <a:pt x="67740" y="11601"/>
                  </a:cubicBezTo>
                  <a:lnTo>
                    <a:pt x="181620" y="121312"/>
                  </a:lnTo>
                  <a:cubicBezTo>
                    <a:pt x="197402" y="136523"/>
                    <a:pt x="197868" y="161647"/>
                    <a:pt x="182662" y="177433"/>
                  </a:cubicBezTo>
                  <a:lnTo>
                    <a:pt x="78458" y="285606"/>
                  </a:lnTo>
                  <a:cubicBezTo>
                    <a:pt x="70978" y="293372"/>
                    <a:pt x="60660" y="297761"/>
                    <a:pt x="49877" y="2977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11" name="Picture Placeholder 73">
              <a:extLst>
                <a:ext uri="{FF2B5EF4-FFF2-40B4-BE49-F238E27FC236}">
                  <a16:creationId xmlns:a16="http://schemas.microsoft.com/office/drawing/2014/main" id="{6705DA71-39C5-C84A-8A9F-0CF44899BE6D}"/>
                </a:ext>
              </a:extLst>
            </p:cNvPr>
            <p:cNvSpPr/>
            <p:nvPr/>
          </p:nvSpPr>
          <p:spPr>
            <a:xfrm>
              <a:off x="9967785" y="1975968"/>
              <a:ext cx="252668" cy="252668"/>
            </a:xfrm>
            <a:custGeom>
              <a:avLst/>
              <a:gdLst>
                <a:gd name="connsiteX0" fmla="*/ 126334 w 252668"/>
                <a:gd name="connsiteY0" fmla="*/ 252669 h 252668"/>
                <a:gd name="connsiteX1" fmla="*/ 0 w 252668"/>
                <a:gd name="connsiteY1" fmla="*/ 126334 h 252668"/>
                <a:gd name="connsiteX2" fmla="*/ 126334 w 252668"/>
                <a:gd name="connsiteY2" fmla="*/ 0 h 252668"/>
                <a:gd name="connsiteX3" fmla="*/ 252669 w 252668"/>
                <a:gd name="connsiteY3" fmla="*/ 126334 h 252668"/>
                <a:gd name="connsiteX4" fmla="*/ 252669 w 252668"/>
                <a:gd name="connsiteY4" fmla="*/ 126384 h 252668"/>
                <a:gd name="connsiteX5" fmla="*/ 126334 w 252668"/>
                <a:gd name="connsiteY5" fmla="*/ 252668 h 252668"/>
                <a:gd name="connsiteX6" fmla="*/ 126334 w 252668"/>
                <a:gd name="connsiteY6" fmla="*/ 79393 h 252668"/>
                <a:gd name="connsiteX7" fmla="*/ 79393 w 252668"/>
                <a:gd name="connsiteY7" fmla="*/ 126334 h 252668"/>
                <a:gd name="connsiteX8" fmla="*/ 126334 w 252668"/>
                <a:gd name="connsiteY8" fmla="*/ 173276 h 252668"/>
                <a:gd name="connsiteX9" fmla="*/ 173276 w 252668"/>
                <a:gd name="connsiteY9" fmla="*/ 126334 h 252668"/>
                <a:gd name="connsiteX10" fmla="*/ 126334 w 252668"/>
                <a:gd name="connsiteY10" fmla="*/ 79393 h 25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668" h="252668">
                  <a:moveTo>
                    <a:pt x="126334" y="252669"/>
                  </a:moveTo>
                  <a:cubicBezTo>
                    <a:pt x="56562" y="252669"/>
                    <a:pt x="0" y="196107"/>
                    <a:pt x="0" y="126334"/>
                  </a:cubicBezTo>
                  <a:cubicBezTo>
                    <a:pt x="0" y="56562"/>
                    <a:pt x="56562" y="0"/>
                    <a:pt x="126334" y="0"/>
                  </a:cubicBezTo>
                  <a:cubicBezTo>
                    <a:pt x="196107" y="0"/>
                    <a:pt x="252669" y="56562"/>
                    <a:pt x="252669" y="126334"/>
                  </a:cubicBezTo>
                  <a:cubicBezTo>
                    <a:pt x="252669" y="126351"/>
                    <a:pt x="252669" y="126367"/>
                    <a:pt x="252669" y="126384"/>
                  </a:cubicBezTo>
                  <a:cubicBezTo>
                    <a:pt x="252559" y="196103"/>
                    <a:pt x="196054" y="252587"/>
                    <a:pt x="126334" y="252668"/>
                  </a:cubicBezTo>
                  <a:close/>
                  <a:moveTo>
                    <a:pt x="126334" y="79393"/>
                  </a:moveTo>
                  <a:cubicBezTo>
                    <a:pt x="100410" y="79393"/>
                    <a:pt x="79393" y="100409"/>
                    <a:pt x="79393" y="126334"/>
                  </a:cubicBezTo>
                  <a:cubicBezTo>
                    <a:pt x="79393" y="152259"/>
                    <a:pt x="100409" y="173276"/>
                    <a:pt x="126334" y="173276"/>
                  </a:cubicBezTo>
                  <a:cubicBezTo>
                    <a:pt x="152259" y="173276"/>
                    <a:pt x="173276" y="152259"/>
                    <a:pt x="173276" y="126334"/>
                  </a:cubicBezTo>
                  <a:cubicBezTo>
                    <a:pt x="173248" y="100421"/>
                    <a:pt x="152248" y="79421"/>
                    <a:pt x="12633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12" name="Picture Placeholder 73">
              <a:extLst>
                <a:ext uri="{FF2B5EF4-FFF2-40B4-BE49-F238E27FC236}">
                  <a16:creationId xmlns:a16="http://schemas.microsoft.com/office/drawing/2014/main" id="{6705DA71-39C5-C84A-8A9F-0CF44899BE6D}"/>
                </a:ext>
              </a:extLst>
            </p:cNvPr>
            <p:cNvSpPr/>
            <p:nvPr/>
          </p:nvSpPr>
          <p:spPr>
            <a:xfrm>
              <a:off x="9520553" y="1422549"/>
              <a:ext cx="252668" cy="252668"/>
            </a:xfrm>
            <a:custGeom>
              <a:avLst/>
              <a:gdLst>
                <a:gd name="connsiteX0" fmla="*/ 126334 w 252668"/>
                <a:gd name="connsiteY0" fmla="*/ 252669 h 252668"/>
                <a:gd name="connsiteX1" fmla="*/ 0 w 252668"/>
                <a:gd name="connsiteY1" fmla="*/ 126334 h 252668"/>
                <a:gd name="connsiteX2" fmla="*/ 126334 w 252668"/>
                <a:gd name="connsiteY2" fmla="*/ 0 h 252668"/>
                <a:gd name="connsiteX3" fmla="*/ 252669 w 252668"/>
                <a:gd name="connsiteY3" fmla="*/ 126334 h 252668"/>
                <a:gd name="connsiteX4" fmla="*/ 126334 w 252668"/>
                <a:gd name="connsiteY4" fmla="*/ 252669 h 252668"/>
                <a:gd name="connsiteX5" fmla="*/ 126334 w 252668"/>
                <a:gd name="connsiteY5" fmla="*/ 79393 h 252668"/>
                <a:gd name="connsiteX6" fmla="*/ 79393 w 252668"/>
                <a:gd name="connsiteY6" fmla="*/ 126334 h 252668"/>
                <a:gd name="connsiteX7" fmla="*/ 126334 w 252668"/>
                <a:gd name="connsiteY7" fmla="*/ 173275 h 252668"/>
                <a:gd name="connsiteX8" fmla="*/ 173276 w 252668"/>
                <a:gd name="connsiteY8" fmla="*/ 126334 h 252668"/>
                <a:gd name="connsiteX9" fmla="*/ 126334 w 252668"/>
                <a:gd name="connsiteY9" fmla="*/ 79393 h 25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2668" h="252668">
                  <a:moveTo>
                    <a:pt x="126334" y="252669"/>
                  </a:moveTo>
                  <a:cubicBezTo>
                    <a:pt x="56562" y="252669"/>
                    <a:pt x="0" y="196107"/>
                    <a:pt x="0" y="126334"/>
                  </a:cubicBezTo>
                  <a:cubicBezTo>
                    <a:pt x="0" y="56562"/>
                    <a:pt x="56562" y="0"/>
                    <a:pt x="126334" y="0"/>
                  </a:cubicBezTo>
                  <a:cubicBezTo>
                    <a:pt x="196107" y="0"/>
                    <a:pt x="252669" y="56562"/>
                    <a:pt x="252669" y="126334"/>
                  </a:cubicBezTo>
                  <a:cubicBezTo>
                    <a:pt x="252587" y="196073"/>
                    <a:pt x="196073" y="252587"/>
                    <a:pt x="126334" y="252669"/>
                  </a:cubicBezTo>
                  <a:close/>
                  <a:moveTo>
                    <a:pt x="126334" y="79393"/>
                  </a:moveTo>
                  <a:cubicBezTo>
                    <a:pt x="100409" y="79393"/>
                    <a:pt x="79393" y="100409"/>
                    <a:pt x="79393" y="126334"/>
                  </a:cubicBezTo>
                  <a:cubicBezTo>
                    <a:pt x="79393" y="152259"/>
                    <a:pt x="100409" y="173275"/>
                    <a:pt x="126334" y="173275"/>
                  </a:cubicBezTo>
                  <a:cubicBezTo>
                    <a:pt x="152259" y="173275"/>
                    <a:pt x="173276" y="152259"/>
                    <a:pt x="173276" y="126334"/>
                  </a:cubicBezTo>
                  <a:cubicBezTo>
                    <a:pt x="173248" y="100421"/>
                    <a:pt x="152248" y="79420"/>
                    <a:pt x="12633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C8DA5876-9190-8A42-831A-3C64D0DE86E5}"/>
              </a:ext>
            </a:extLst>
          </p:cNvPr>
          <p:cNvGrpSpPr>
            <a:grpSpLocks noChangeAspect="1"/>
          </p:cNvGrpSpPr>
          <p:nvPr/>
        </p:nvGrpSpPr>
        <p:grpSpPr>
          <a:xfrm>
            <a:off x="6859862" y="3653023"/>
            <a:ext cx="669880" cy="842261"/>
            <a:chOff x="6859862" y="3653023"/>
            <a:chExt cx="669880" cy="84226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744B32A-BF20-5A4B-8B2B-B3C730C6D137}"/>
                </a:ext>
              </a:extLst>
            </p:cNvPr>
            <p:cNvSpPr/>
            <p:nvPr/>
          </p:nvSpPr>
          <p:spPr>
            <a:xfrm>
              <a:off x="7050890" y="3653023"/>
              <a:ext cx="287821" cy="242049"/>
            </a:xfrm>
            <a:custGeom>
              <a:avLst/>
              <a:gdLst>
                <a:gd name="connsiteX0" fmla="*/ 99303 w 287821"/>
                <a:gd name="connsiteY0" fmla="*/ 241851 h 242049"/>
                <a:gd name="connsiteX1" fmla="*/ 64321 w 287821"/>
                <a:gd name="connsiteY1" fmla="*/ 221011 h 242049"/>
                <a:gd name="connsiteX2" fmla="*/ 4776 w 287821"/>
                <a:gd name="connsiteY2" fmla="*/ 110654 h 242049"/>
                <a:gd name="connsiteX3" fmla="*/ 11624 w 287821"/>
                <a:gd name="connsiteY3" fmla="*/ 63713 h 242049"/>
                <a:gd name="connsiteX4" fmla="*/ 63725 w 287821"/>
                <a:gd name="connsiteY4" fmla="*/ 11760 h 242049"/>
                <a:gd name="connsiteX5" fmla="*/ 91811 w 287821"/>
                <a:gd name="connsiteY5" fmla="*/ 0 h 242049"/>
                <a:gd name="connsiteX6" fmla="*/ 196014 w 287821"/>
                <a:gd name="connsiteY6" fmla="*/ 0 h 242049"/>
                <a:gd name="connsiteX7" fmla="*/ 224100 w 287821"/>
                <a:gd name="connsiteY7" fmla="*/ 11760 h 242049"/>
                <a:gd name="connsiteX8" fmla="*/ 276201 w 287821"/>
                <a:gd name="connsiteY8" fmla="*/ 63862 h 242049"/>
                <a:gd name="connsiteX9" fmla="*/ 281957 w 287821"/>
                <a:gd name="connsiteY9" fmla="*/ 112689 h 242049"/>
                <a:gd name="connsiteX10" fmla="*/ 217450 w 287821"/>
                <a:gd name="connsiteY10" fmla="*/ 218083 h 242049"/>
                <a:gd name="connsiteX11" fmla="*/ 163070 w 287821"/>
                <a:gd name="connsiteY11" fmla="*/ 232024 h 242049"/>
                <a:gd name="connsiteX12" fmla="*/ 149128 w 287821"/>
                <a:gd name="connsiteY12" fmla="*/ 177643 h 242049"/>
                <a:gd name="connsiteX13" fmla="*/ 149768 w 287821"/>
                <a:gd name="connsiteY13" fmla="*/ 176600 h 242049"/>
                <a:gd name="connsiteX14" fmla="*/ 197949 w 287821"/>
                <a:gd name="connsiteY14" fmla="*/ 97902 h 242049"/>
                <a:gd name="connsiteX15" fmla="*/ 179590 w 287821"/>
                <a:gd name="connsiteY15" fmla="*/ 79542 h 242049"/>
                <a:gd name="connsiteX16" fmla="*/ 108235 w 287821"/>
                <a:gd name="connsiteY16" fmla="*/ 79542 h 242049"/>
                <a:gd name="connsiteX17" fmla="*/ 88685 w 287821"/>
                <a:gd name="connsiteY17" fmla="*/ 99142 h 242049"/>
                <a:gd name="connsiteX18" fmla="*/ 134187 w 287821"/>
                <a:gd name="connsiteY18" fmla="*/ 183497 h 242049"/>
                <a:gd name="connsiteX19" fmla="*/ 118111 w 287821"/>
                <a:gd name="connsiteY19" fmla="*/ 237286 h 242049"/>
                <a:gd name="connsiteX20" fmla="*/ 99452 w 287821"/>
                <a:gd name="connsiteY20" fmla="*/ 242050 h 24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7821" h="242049">
                  <a:moveTo>
                    <a:pt x="99303" y="241851"/>
                  </a:moveTo>
                  <a:cubicBezTo>
                    <a:pt x="84697" y="241870"/>
                    <a:pt x="71259" y="233865"/>
                    <a:pt x="64321" y="221011"/>
                  </a:cubicBezTo>
                  <a:lnTo>
                    <a:pt x="4776" y="110654"/>
                  </a:lnTo>
                  <a:cubicBezTo>
                    <a:pt x="-3570" y="95214"/>
                    <a:pt x="-785" y="76126"/>
                    <a:pt x="11624" y="63713"/>
                  </a:cubicBezTo>
                  <a:lnTo>
                    <a:pt x="63725" y="11760"/>
                  </a:lnTo>
                  <a:cubicBezTo>
                    <a:pt x="71152" y="4263"/>
                    <a:pt x="81258" y="31"/>
                    <a:pt x="91811" y="0"/>
                  </a:cubicBezTo>
                  <a:lnTo>
                    <a:pt x="196014" y="0"/>
                  </a:lnTo>
                  <a:cubicBezTo>
                    <a:pt x="206569" y="31"/>
                    <a:pt x="216671" y="4263"/>
                    <a:pt x="224100" y="11760"/>
                  </a:cubicBezTo>
                  <a:lnTo>
                    <a:pt x="276201" y="63862"/>
                  </a:lnTo>
                  <a:cubicBezTo>
                    <a:pt x="289182" y="76848"/>
                    <a:pt x="291559" y="97040"/>
                    <a:pt x="281957" y="112689"/>
                  </a:cubicBezTo>
                  <a:lnTo>
                    <a:pt x="217450" y="218083"/>
                  </a:lnTo>
                  <a:cubicBezTo>
                    <a:pt x="206286" y="236950"/>
                    <a:pt x="181936" y="243191"/>
                    <a:pt x="163070" y="232024"/>
                  </a:cubicBezTo>
                  <a:cubicBezTo>
                    <a:pt x="144203" y="220857"/>
                    <a:pt x="137961" y="196510"/>
                    <a:pt x="149128" y="177643"/>
                  </a:cubicBezTo>
                  <a:cubicBezTo>
                    <a:pt x="149336" y="177292"/>
                    <a:pt x="149549" y="176944"/>
                    <a:pt x="149768" y="176600"/>
                  </a:cubicBezTo>
                  <a:lnTo>
                    <a:pt x="197949" y="97902"/>
                  </a:lnTo>
                  <a:lnTo>
                    <a:pt x="179590" y="79542"/>
                  </a:lnTo>
                  <a:lnTo>
                    <a:pt x="108235" y="79542"/>
                  </a:lnTo>
                  <a:lnTo>
                    <a:pt x="88685" y="99142"/>
                  </a:lnTo>
                  <a:lnTo>
                    <a:pt x="134187" y="183497"/>
                  </a:lnTo>
                  <a:cubicBezTo>
                    <a:pt x="144601" y="202790"/>
                    <a:pt x="137404" y="226872"/>
                    <a:pt x="118111" y="237286"/>
                  </a:cubicBezTo>
                  <a:cubicBezTo>
                    <a:pt x="112376" y="240381"/>
                    <a:pt x="105968" y="242017"/>
                    <a:pt x="99452" y="2420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2F36C8B-BF1D-E044-AD9F-01CF24AA8D51}"/>
                </a:ext>
              </a:extLst>
            </p:cNvPr>
            <p:cNvSpPr/>
            <p:nvPr/>
          </p:nvSpPr>
          <p:spPr>
            <a:xfrm>
              <a:off x="6859862" y="3825405"/>
              <a:ext cx="669880" cy="669879"/>
            </a:xfrm>
            <a:custGeom>
              <a:avLst/>
              <a:gdLst>
                <a:gd name="connsiteX0" fmla="*/ 334940 w 669880"/>
                <a:gd name="connsiteY0" fmla="*/ 669879 h 669879"/>
                <a:gd name="connsiteX1" fmla="*/ 0 w 669880"/>
                <a:gd name="connsiteY1" fmla="*/ 334940 h 669879"/>
                <a:gd name="connsiteX2" fmla="*/ 334940 w 669880"/>
                <a:gd name="connsiteY2" fmla="*/ 0 h 669879"/>
                <a:gd name="connsiteX3" fmla="*/ 669880 w 669880"/>
                <a:gd name="connsiteY3" fmla="*/ 334940 h 669879"/>
                <a:gd name="connsiteX4" fmla="*/ 334940 w 669880"/>
                <a:gd name="connsiteY4" fmla="*/ 669879 h 669879"/>
                <a:gd name="connsiteX5" fmla="*/ 334940 w 669880"/>
                <a:gd name="connsiteY5" fmla="*/ 79393 h 669879"/>
                <a:gd name="connsiteX6" fmla="*/ 79393 w 669880"/>
                <a:gd name="connsiteY6" fmla="*/ 334940 h 669879"/>
                <a:gd name="connsiteX7" fmla="*/ 334940 w 669880"/>
                <a:gd name="connsiteY7" fmla="*/ 590486 h 669879"/>
                <a:gd name="connsiteX8" fmla="*/ 590487 w 669880"/>
                <a:gd name="connsiteY8" fmla="*/ 334940 h 669879"/>
                <a:gd name="connsiteX9" fmla="*/ 334940 w 669880"/>
                <a:gd name="connsiteY9" fmla="*/ 79393 h 669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880" h="669879">
                  <a:moveTo>
                    <a:pt x="334940" y="669879"/>
                  </a:moveTo>
                  <a:cubicBezTo>
                    <a:pt x="149958" y="669879"/>
                    <a:pt x="0" y="519921"/>
                    <a:pt x="0" y="334940"/>
                  </a:cubicBezTo>
                  <a:cubicBezTo>
                    <a:pt x="0" y="149958"/>
                    <a:pt x="149958" y="0"/>
                    <a:pt x="334940" y="0"/>
                  </a:cubicBezTo>
                  <a:cubicBezTo>
                    <a:pt x="519921" y="0"/>
                    <a:pt x="669880" y="149958"/>
                    <a:pt x="669880" y="334940"/>
                  </a:cubicBezTo>
                  <a:cubicBezTo>
                    <a:pt x="669662" y="519831"/>
                    <a:pt x="519832" y="669661"/>
                    <a:pt x="334940" y="669879"/>
                  </a:cubicBezTo>
                  <a:close/>
                  <a:moveTo>
                    <a:pt x="334940" y="79393"/>
                  </a:moveTo>
                  <a:cubicBezTo>
                    <a:pt x="193805" y="79393"/>
                    <a:pt x="79393" y="193805"/>
                    <a:pt x="79393" y="334940"/>
                  </a:cubicBezTo>
                  <a:cubicBezTo>
                    <a:pt x="79393" y="476076"/>
                    <a:pt x="193805" y="590486"/>
                    <a:pt x="334940" y="590486"/>
                  </a:cubicBezTo>
                  <a:cubicBezTo>
                    <a:pt x="476076" y="590486"/>
                    <a:pt x="590487" y="476076"/>
                    <a:pt x="590487" y="334940"/>
                  </a:cubicBezTo>
                  <a:cubicBezTo>
                    <a:pt x="590348" y="193862"/>
                    <a:pt x="476017" y="79530"/>
                    <a:pt x="33494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74169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178601-CEC0-9C4C-BDE0-8BA529DC7A7E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9164EAC1-460D-094D-AD38-F0F1D5817E14}"/>
              </a:ext>
            </a:extLst>
          </p:cNvPr>
          <p:cNvGrpSpPr>
            <a:grpSpLocks noChangeAspect="1"/>
          </p:cNvGrpSpPr>
          <p:nvPr/>
        </p:nvGrpSpPr>
        <p:grpSpPr>
          <a:xfrm>
            <a:off x="1502867" y="1419274"/>
            <a:ext cx="813385" cy="836915"/>
            <a:chOff x="1502867" y="1419274"/>
            <a:chExt cx="813385" cy="836915"/>
          </a:xfrm>
        </p:grpSpPr>
        <p:grpSp>
          <p:nvGrpSpPr>
            <p:cNvPr id="64" name="Picture Placeholder 31">
              <a:extLst>
                <a:ext uri="{FF2B5EF4-FFF2-40B4-BE49-F238E27FC236}">
                  <a16:creationId xmlns:a16="http://schemas.microsoft.com/office/drawing/2014/main" id="{7121D933-1B92-BC44-92DD-F5329458B1EF}"/>
                </a:ext>
              </a:extLst>
            </p:cNvPr>
            <p:cNvGrpSpPr/>
            <p:nvPr/>
          </p:nvGrpSpPr>
          <p:grpSpPr>
            <a:xfrm>
              <a:off x="1722121" y="1419274"/>
              <a:ext cx="594131" cy="836915"/>
              <a:chOff x="1722121" y="1419274"/>
              <a:chExt cx="594131" cy="836915"/>
            </a:xfrm>
          </p:grpSpPr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E8C49DA7-71C9-DF4A-8F1E-4BA8F56375CC}"/>
                  </a:ext>
                </a:extLst>
              </p:cNvPr>
              <p:cNvSpPr/>
              <p:nvPr/>
            </p:nvSpPr>
            <p:spPr>
              <a:xfrm rot="-3604199">
                <a:off x="1916378" y="1805719"/>
                <a:ext cx="79393" cy="346402"/>
              </a:xfrm>
              <a:custGeom>
                <a:avLst/>
                <a:gdLst>
                  <a:gd name="connsiteX0" fmla="*/ 0 w 79393"/>
                  <a:gd name="connsiteY0" fmla="*/ 0 h 346402"/>
                  <a:gd name="connsiteX1" fmla="*/ 79393 w 79393"/>
                  <a:gd name="connsiteY1" fmla="*/ 0 h 346402"/>
                  <a:gd name="connsiteX2" fmla="*/ 79393 w 79393"/>
                  <a:gd name="connsiteY2" fmla="*/ 346402 h 346402"/>
                  <a:gd name="connsiteX3" fmla="*/ 0 w 79393"/>
                  <a:gd name="connsiteY3" fmla="*/ 346402 h 346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3" h="346402">
                    <a:moveTo>
                      <a:pt x="0" y="0"/>
                    </a:moveTo>
                    <a:lnTo>
                      <a:pt x="79393" y="0"/>
                    </a:lnTo>
                    <a:lnTo>
                      <a:pt x="79393" y="346402"/>
                    </a:lnTo>
                    <a:lnTo>
                      <a:pt x="0" y="346402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4FCA5514-0A5B-6B44-AD98-8F2F6F376E79}"/>
                  </a:ext>
                </a:extLst>
              </p:cNvPr>
              <p:cNvSpPr/>
              <p:nvPr/>
            </p:nvSpPr>
            <p:spPr>
              <a:xfrm rot="-1772399">
                <a:off x="1714728" y="1665058"/>
                <a:ext cx="414879" cy="79393"/>
              </a:xfrm>
              <a:custGeom>
                <a:avLst/>
                <a:gdLst>
                  <a:gd name="connsiteX0" fmla="*/ 0 w 414879"/>
                  <a:gd name="connsiteY0" fmla="*/ 0 h 79393"/>
                  <a:gd name="connsiteX1" fmla="*/ 414879 w 414879"/>
                  <a:gd name="connsiteY1" fmla="*/ 0 h 79393"/>
                  <a:gd name="connsiteX2" fmla="*/ 414879 w 414879"/>
                  <a:gd name="connsiteY2" fmla="*/ 79393 h 79393"/>
                  <a:gd name="connsiteX3" fmla="*/ 0 w 414879"/>
                  <a:gd name="connsiteY3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879" h="79393">
                    <a:moveTo>
                      <a:pt x="0" y="0"/>
                    </a:moveTo>
                    <a:lnTo>
                      <a:pt x="414879" y="0"/>
                    </a:lnTo>
                    <a:lnTo>
                      <a:pt x="414879" y="79393"/>
                    </a:lnTo>
                    <a:lnTo>
                      <a:pt x="0" y="79393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98BF1A46-9466-F54A-A0AF-C0CA1AFD63EE}"/>
                  </a:ext>
                </a:extLst>
              </p:cNvPr>
              <p:cNvSpPr/>
              <p:nvPr/>
            </p:nvSpPr>
            <p:spPr>
              <a:xfrm>
                <a:off x="2050679" y="1419274"/>
                <a:ext cx="265573" cy="267455"/>
              </a:xfrm>
              <a:custGeom>
                <a:avLst/>
                <a:gdLst>
                  <a:gd name="connsiteX0" fmla="*/ 132787 w 265573"/>
                  <a:gd name="connsiteY0" fmla="*/ 267456 h 267455"/>
                  <a:gd name="connsiteX1" fmla="*/ 2 w 265573"/>
                  <a:gd name="connsiteY1" fmla="*/ 132785 h 267455"/>
                  <a:gd name="connsiteX2" fmla="*/ 132787 w 265573"/>
                  <a:gd name="connsiteY2" fmla="*/ 0 h 267455"/>
                  <a:gd name="connsiteX3" fmla="*/ 265572 w 265573"/>
                  <a:gd name="connsiteY3" fmla="*/ 132785 h 267455"/>
                  <a:gd name="connsiteX4" fmla="*/ 132787 w 265573"/>
                  <a:gd name="connsiteY4" fmla="*/ 267456 h 267455"/>
                  <a:gd name="connsiteX5" fmla="*/ 132787 w 265573"/>
                  <a:gd name="connsiteY5" fmla="*/ 77557 h 267455"/>
                  <a:gd name="connsiteX6" fmla="*/ 79395 w 265573"/>
                  <a:gd name="connsiteY6" fmla="*/ 132785 h 267455"/>
                  <a:gd name="connsiteX7" fmla="*/ 130485 w 265573"/>
                  <a:gd name="connsiteY7" fmla="*/ 188479 h 267455"/>
                  <a:gd name="connsiteX8" fmla="*/ 186179 w 265573"/>
                  <a:gd name="connsiteY8" fmla="*/ 137390 h 267455"/>
                  <a:gd name="connsiteX9" fmla="*/ 186179 w 265573"/>
                  <a:gd name="connsiteY9" fmla="*/ 132785 h 267455"/>
                  <a:gd name="connsiteX10" fmla="*/ 132787 w 265573"/>
                  <a:gd name="connsiteY10" fmla="*/ 77706 h 26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5573" h="267455">
                    <a:moveTo>
                      <a:pt x="132787" y="267456"/>
                    </a:moveTo>
                    <a:cubicBezTo>
                      <a:pt x="58986" y="266801"/>
                      <a:pt x="-385" y="206586"/>
                      <a:pt x="2" y="132785"/>
                    </a:cubicBezTo>
                    <a:cubicBezTo>
                      <a:pt x="2" y="59450"/>
                      <a:pt x="59452" y="0"/>
                      <a:pt x="132787" y="0"/>
                    </a:cubicBezTo>
                    <a:cubicBezTo>
                      <a:pt x="206122" y="0"/>
                      <a:pt x="265572" y="59450"/>
                      <a:pt x="265572" y="132785"/>
                    </a:cubicBezTo>
                    <a:cubicBezTo>
                      <a:pt x="265959" y="206586"/>
                      <a:pt x="206588" y="266801"/>
                      <a:pt x="132787" y="267456"/>
                    </a:cubicBezTo>
                    <a:close/>
                    <a:moveTo>
                      <a:pt x="132787" y="77557"/>
                    </a:moveTo>
                    <a:cubicBezTo>
                      <a:pt x="102856" y="78208"/>
                      <a:pt x="79033" y="102848"/>
                      <a:pt x="79395" y="132785"/>
                    </a:cubicBezTo>
                    <a:cubicBezTo>
                      <a:pt x="78125" y="162273"/>
                      <a:pt x="100995" y="187207"/>
                      <a:pt x="130485" y="188479"/>
                    </a:cubicBezTo>
                    <a:cubicBezTo>
                      <a:pt x="159974" y="189751"/>
                      <a:pt x="184909" y="166877"/>
                      <a:pt x="186179" y="137390"/>
                    </a:cubicBezTo>
                    <a:cubicBezTo>
                      <a:pt x="186243" y="135855"/>
                      <a:pt x="186243" y="134319"/>
                      <a:pt x="186179" y="132785"/>
                    </a:cubicBezTo>
                    <a:cubicBezTo>
                      <a:pt x="186457" y="102906"/>
                      <a:pt x="162659" y="78357"/>
                      <a:pt x="132787" y="7770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E457F659-D0FC-804F-8915-639617548B39}"/>
                  </a:ext>
                </a:extLst>
              </p:cNvPr>
              <p:cNvSpPr/>
              <p:nvPr/>
            </p:nvSpPr>
            <p:spPr>
              <a:xfrm>
                <a:off x="2046911" y="1986847"/>
                <a:ext cx="269341" cy="269343"/>
              </a:xfrm>
              <a:custGeom>
                <a:avLst/>
                <a:gdLst>
                  <a:gd name="connsiteX0" fmla="*/ 136555 w 269341"/>
                  <a:gd name="connsiteY0" fmla="*/ 269330 h 269343"/>
                  <a:gd name="connsiteX1" fmla="*/ 13 w 269341"/>
                  <a:gd name="connsiteY1" fmla="*/ 136560 h 269343"/>
                  <a:gd name="connsiteX2" fmla="*/ 132784 w 269341"/>
                  <a:gd name="connsiteY2" fmla="*/ 13 h 269343"/>
                  <a:gd name="connsiteX3" fmla="*/ 269325 w 269341"/>
                  <a:gd name="connsiteY3" fmla="*/ 132789 h 269343"/>
                  <a:gd name="connsiteX4" fmla="*/ 269340 w 269341"/>
                  <a:gd name="connsiteY4" fmla="*/ 134709 h 269343"/>
                  <a:gd name="connsiteX5" fmla="*/ 136555 w 269341"/>
                  <a:gd name="connsiteY5" fmla="*/ 269330 h 269343"/>
                  <a:gd name="connsiteX6" fmla="*/ 136555 w 269341"/>
                  <a:gd name="connsiteY6" fmla="*/ 79431 h 269343"/>
                  <a:gd name="connsiteX7" fmla="*/ 79422 w 269341"/>
                  <a:gd name="connsiteY7" fmla="*/ 132793 h 269343"/>
                  <a:gd name="connsiteX8" fmla="*/ 132784 w 269341"/>
                  <a:gd name="connsiteY8" fmla="*/ 189922 h 269343"/>
                  <a:gd name="connsiteX9" fmla="*/ 189917 w 269341"/>
                  <a:gd name="connsiteY9" fmla="*/ 136565 h 269343"/>
                  <a:gd name="connsiteX10" fmla="*/ 189947 w 269341"/>
                  <a:gd name="connsiteY10" fmla="*/ 134709 h 269343"/>
                  <a:gd name="connsiteX11" fmla="*/ 136555 w 269341"/>
                  <a:gd name="connsiteY11" fmla="*/ 79580 h 26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341" h="269343">
                    <a:moveTo>
                      <a:pt x="136555" y="269330"/>
                    </a:moveTo>
                    <a:cubicBezTo>
                      <a:pt x="62183" y="270372"/>
                      <a:pt x="1056" y="210926"/>
                      <a:pt x="13" y="136560"/>
                    </a:cubicBezTo>
                    <a:cubicBezTo>
                      <a:pt x="-1029" y="62188"/>
                      <a:pt x="58412" y="1056"/>
                      <a:pt x="132784" y="13"/>
                    </a:cubicBezTo>
                    <a:cubicBezTo>
                      <a:pt x="207155" y="-1029"/>
                      <a:pt x="268283" y="58417"/>
                      <a:pt x="269325" y="132789"/>
                    </a:cubicBezTo>
                    <a:cubicBezTo>
                      <a:pt x="269335" y="133429"/>
                      <a:pt x="269340" y="134069"/>
                      <a:pt x="269340" y="134709"/>
                    </a:cubicBezTo>
                    <a:cubicBezTo>
                      <a:pt x="269697" y="208490"/>
                      <a:pt x="210336" y="268675"/>
                      <a:pt x="136555" y="269330"/>
                    </a:cubicBezTo>
                    <a:close/>
                    <a:moveTo>
                      <a:pt x="136555" y="79431"/>
                    </a:moveTo>
                    <a:cubicBezTo>
                      <a:pt x="106043" y="78389"/>
                      <a:pt x="80464" y="102282"/>
                      <a:pt x="79422" y="132793"/>
                    </a:cubicBezTo>
                    <a:cubicBezTo>
                      <a:pt x="78385" y="163300"/>
                      <a:pt x="102272" y="188880"/>
                      <a:pt x="132784" y="189922"/>
                    </a:cubicBezTo>
                    <a:cubicBezTo>
                      <a:pt x="163296" y="190964"/>
                      <a:pt x="188875" y="167071"/>
                      <a:pt x="189917" y="136565"/>
                    </a:cubicBezTo>
                    <a:cubicBezTo>
                      <a:pt x="189937" y="135944"/>
                      <a:pt x="189947" y="135329"/>
                      <a:pt x="189947" y="134709"/>
                    </a:cubicBezTo>
                    <a:cubicBezTo>
                      <a:pt x="190254" y="104812"/>
                      <a:pt x="166446" y="80230"/>
                      <a:pt x="136555" y="7958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E9389068-DF3B-134F-853E-ECA0BC0DFD6D}"/>
                </a:ext>
              </a:extLst>
            </p:cNvPr>
            <p:cNvSpPr/>
            <p:nvPr/>
          </p:nvSpPr>
          <p:spPr>
            <a:xfrm>
              <a:off x="1568218" y="1584362"/>
              <a:ext cx="221606" cy="221605"/>
            </a:xfrm>
            <a:custGeom>
              <a:avLst/>
              <a:gdLst>
                <a:gd name="connsiteX0" fmla="*/ 110605 w 221606"/>
                <a:gd name="connsiteY0" fmla="*/ 221606 h 221605"/>
                <a:gd name="connsiteX1" fmla="*/ 0 w 221606"/>
                <a:gd name="connsiteY1" fmla="*/ 110604 h 221605"/>
                <a:gd name="connsiteX2" fmla="*/ 111002 w 221606"/>
                <a:gd name="connsiteY2" fmla="*/ 0 h 221605"/>
                <a:gd name="connsiteX3" fmla="*/ 221606 w 221606"/>
                <a:gd name="connsiteY3" fmla="*/ 110803 h 221605"/>
                <a:gd name="connsiteX4" fmla="*/ 110605 w 221606"/>
                <a:gd name="connsiteY4" fmla="*/ 221606 h 221605"/>
                <a:gd name="connsiteX5" fmla="*/ 110605 w 221606"/>
                <a:gd name="connsiteY5" fmla="*/ 79442 h 221605"/>
                <a:gd name="connsiteX6" fmla="*/ 79195 w 221606"/>
                <a:gd name="connsiteY6" fmla="*/ 110852 h 221605"/>
                <a:gd name="connsiteX7" fmla="*/ 110605 w 221606"/>
                <a:gd name="connsiteY7" fmla="*/ 142262 h 221605"/>
                <a:gd name="connsiteX8" fmla="*/ 142015 w 221606"/>
                <a:gd name="connsiteY8" fmla="*/ 110852 h 221605"/>
                <a:gd name="connsiteX9" fmla="*/ 142015 w 221606"/>
                <a:gd name="connsiteY9" fmla="*/ 110803 h 221605"/>
                <a:gd name="connsiteX10" fmla="*/ 110654 w 221606"/>
                <a:gd name="connsiteY10" fmla="*/ 79442 h 221605"/>
                <a:gd name="connsiteX11" fmla="*/ 110605 w 221606"/>
                <a:gd name="connsiteY11" fmla="*/ 79442 h 22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5">
                  <a:moveTo>
                    <a:pt x="110605" y="221606"/>
                  </a:moveTo>
                  <a:cubicBezTo>
                    <a:pt x="49410" y="221496"/>
                    <a:pt x="-109" y="171799"/>
                    <a:pt x="0" y="110604"/>
                  </a:cubicBezTo>
                  <a:cubicBezTo>
                    <a:pt x="110" y="49409"/>
                    <a:pt x="49807" y="-109"/>
                    <a:pt x="111002" y="0"/>
                  </a:cubicBezTo>
                  <a:cubicBezTo>
                    <a:pt x="172119" y="109"/>
                    <a:pt x="221606" y="49685"/>
                    <a:pt x="221606" y="110803"/>
                  </a:cubicBezTo>
                  <a:cubicBezTo>
                    <a:pt x="221552" y="172052"/>
                    <a:pt x="171855" y="221660"/>
                    <a:pt x="110605" y="221606"/>
                  </a:cubicBezTo>
                  <a:close/>
                  <a:moveTo>
                    <a:pt x="110605" y="79442"/>
                  </a:moveTo>
                  <a:cubicBezTo>
                    <a:pt x="93257" y="79442"/>
                    <a:pt x="79195" y="93505"/>
                    <a:pt x="79195" y="110852"/>
                  </a:cubicBezTo>
                  <a:cubicBezTo>
                    <a:pt x="79195" y="128200"/>
                    <a:pt x="93258" y="142262"/>
                    <a:pt x="110605" y="142262"/>
                  </a:cubicBezTo>
                  <a:cubicBezTo>
                    <a:pt x="127952" y="142262"/>
                    <a:pt x="142015" y="128200"/>
                    <a:pt x="142015" y="110852"/>
                  </a:cubicBezTo>
                  <a:cubicBezTo>
                    <a:pt x="142015" y="110836"/>
                    <a:pt x="142015" y="110819"/>
                    <a:pt x="142015" y="110803"/>
                  </a:cubicBezTo>
                  <a:cubicBezTo>
                    <a:pt x="142015" y="93483"/>
                    <a:pt x="127975" y="79442"/>
                    <a:pt x="110654" y="79442"/>
                  </a:cubicBezTo>
                  <a:cubicBezTo>
                    <a:pt x="110638" y="79442"/>
                    <a:pt x="110621" y="79442"/>
                    <a:pt x="110605" y="794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F65D637-4F4E-2046-A8EE-0E8C349F46E4}"/>
                </a:ext>
              </a:extLst>
            </p:cNvPr>
            <p:cNvSpPr/>
            <p:nvPr/>
          </p:nvSpPr>
          <p:spPr>
            <a:xfrm>
              <a:off x="1502867" y="1772821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1" y="268746"/>
                    <a:pt x="282838" y="250972"/>
                    <a:pt x="282838" y="229049"/>
                  </a:cubicBezTo>
                  <a:lnTo>
                    <a:pt x="282838" y="181116"/>
                  </a:lnTo>
                  <a:cubicBezTo>
                    <a:pt x="282838" y="124936"/>
                    <a:pt x="237295" y="79393"/>
                    <a:pt x="181116" y="79393"/>
                  </a:cubicBezTo>
                  <a:cubicBezTo>
                    <a:pt x="124936" y="79393"/>
                    <a:pt x="79393" y="124936"/>
                    <a:pt x="79393" y="181116"/>
                  </a:cubicBezTo>
                  <a:lnTo>
                    <a:pt x="79393" y="229049"/>
                  </a:lnTo>
                  <a:cubicBezTo>
                    <a:pt x="79393" y="250972"/>
                    <a:pt x="61621" y="268746"/>
                    <a:pt x="39697" y="268746"/>
                  </a:cubicBezTo>
                  <a:cubicBezTo>
                    <a:pt x="17773" y="268746"/>
                    <a:pt x="0" y="250972"/>
                    <a:pt x="0" y="229049"/>
                  </a:cubicBezTo>
                  <a:lnTo>
                    <a:pt x="0" y="181116"/>
                  </a:lnTo>
                  <a:cubicBezTo>
                    <a:pt x="0" y="81088"/>
                    <a:pt x="81088" y="0"/>
                    <a:pt x="181116" y="0"/>
                  </a:cubicBezTo>
                  <a:cubicBezTo>
                    <a:pt x="281143" y="0"/>
                    <a:pt x="362231" y="81088"/>
                    <a:pt x="362231" y="181116"/>
                  </a:cubicBezTo>
                  <a:lnTo>
                    <a:pt x="362231" y="229049"/>
                  </a:lnTo>
                  <a:cubicBezTo>
                    <a:pt x="362231" y="250972"/>
                    <a:pt x="344459" y="268746"/>
                    <a:pt x="322535" y="26874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18DA89FA-3C54-A540-B1DB-3E1F8D5A841B}"/>
              </a:ext>
            </a:extLst>
          </p:cNvPr>
          <p:cNvGrpSpPr>
            <a:grpSpLocks noChangeAspect="1"/>
          </p:cNvGrpSpPr>
          <p:nvPr/>
        </p:nvGrpSpPr>
        <p:grpSpPr>
          <a:xfrm>
            <a:off x="2852430" y="1452321"/>
            <a:ext cx="749273" cy="769120"/>
            <a:chOff x="2852430" y="1452321"/>
            <a:chExt cx="749273" cy="769120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2D2A73DA-2055-A843-8EDA-B54D4CE09530}"/>
                </a:ext>
              </a:extLst>
            </p:cNvPr>
            <p:cNvSpPr/>
            <p:nvPr/>
          </p:nvSpPr>
          <p:spPr>
            <a:xfrm>
              <a:off x="2852430" y="1452321"/>
              <a:ext cx="352307" cy="769120"/>
            </a:xfrm>
            <a:custGeom>
              <a:avLst/>
              <a:gdLst>
                <a:gd name="connsiteX0" fmla="*/ 302687 w 352307"/>
                <a:gd name="connsiteY0" fmla="*/ 769121 h 769120"/>
                <a:gd name="connsiteX1" fmla="*/ 39697 w 352307"/>
                <a:gd name="connsiteY1" fmla="*/ 769121 h 769120"/>
                <a:gd name="connsiteX2" fmla="*/ 0 w 352307"/>
                <a:gd name="connsiteY2" fmla="*/ 729424 h 769120"/>
                <a:gd name="connsiteX3" fmla="*/ 0 w 352307"/>
                <a:gd name="connsiteY3" fmla="*/ 39697 h 769120"/>
                <a:gd name="connsiteX4" fmla="*/ 39697 w 352307"/>
                <a:gd name="connsiteY4" fmla="*/ 0 h 769120"/>
                <a:gd name="connsiteX5" fmla="*/ 312611 w 352307"/>
                <a:gd name="connsiteY5" fmla="*/ 0 h 769120"/>
                <a:gd name="connsiteX6" fmla="*/ 352307 w 352307"/>
                <a:gd name="connsiteY6" fmla="*/ 39697 h 769120"/>
                <a:gd name="connsiteX7" fmla="*/ 312611 w 352307"/>
                <a:gd name="connsiteY7" fmla="*/ 79393 h 769120"/>
                <a:gd name="connsiteX8" fmla="*/ 79393 w 352307"/>
                <a:gd name="connsiteY8" fmla="*/ 79393 h 769120"/>
                <a:gd name="connsiteX9" fmla="*/ 79393 w 352307"/>
                <a:gd name="connsiteY9" fmla="*/ 689728 h 769120"/>
                <a:gd name="connsiteX10" fmla="*/ 302687 w 352307"/>
                <a:gd name="connsiteY10" fmla="*/ 689728 h 769120"/>
                <a:gd name="connsiteX11" fmla="*/ 342383 w 352307"/>
                <a:gd name="connsiteY11" fmla="*/ 729424 h 769120"/>
                <a:gd name="connsiteX12" fmla="*/ 302687 w 352307"/>
                <a:gd name="connsiteY12" fmla="*/ 769121 h 7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769120">
                  <a:moveTo>
                    <a:pt x="302687" y="769121"/>
                  </a:moveTo>
                  <a:lnTo>
                    <a:pt x="39697" y="769121"/>
                  </a:lnTo>
                  <a:cubicBezTo>
                    <a:pt x="17773" y="769121"/>
                    <a:pt x="0" y="751348"/>
                    <a:pt x="0" y="7294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5" y="0"/>
                    <a:pt x="352307" y="17773"/>
                    <a:pt x="352307" y="39697"/>
                  </a:cubicBezTo>
                  <a:cubicBezTo>
                    <a:pt x="352307" y="61620"/>
                    <a:pt x="334535" y="79393"/>
                    <a:pt x="312611" y="79393"/>
                  </a:cubicBezTo>
                  <a:lnTo>
                    <a:pt x="79393" y="79393"/>
                  </a:lnTo>
                  <a:lnTo>
                    <a:pt x="79393" y="689728"/>
                  </a:lnTo>
                  <a:lnTo>
                    <a:pt x="302687" y="689728"/>
                  </a:lnTo>
                  <a:cubicBezTo>
                    <a:pt x="324610" y="689728"/>
                    <a:pt x="342383" y="707500"/>
                    <a:pt x="342383" y="729424"/>
                  </a:cubicBezTo>
                  <a:cubicBezTo>
                    <a:pt x="342383" y="751348"/>
                    <a:pt x="324610" y="769121"/>
                    <a:pt x="302687" y="7691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52DDCF1-BE26-1D41-A712-D85B91B0E7E5}"/>
                </a:ext>
              </a:extLst>
            </p:cNvPr>
            <p:cNvSpPr/>
            <p:nvPr/>
          </p:nvSpPr>
          <p:spPr>
            <a:xfrm>
              <a:off x="3105496" y="1477132"/>
              <a:ext cx="496207" cy="734386"/>
            </a:xfrm>
            <a:custGeom>
              <a:avLst/>
              <a:gdLst>
                <a:gd name="connsiteX0" fmla="*/ 456511 w 496207"/>
                <a:gd name="connsiteY0" fmla="*/ 734386 h 734386"/>
                <a:gd name="connsiteX1" fmla="*/ 183597 w 496207"/>
                <a:gd name="connsiteY1" fmla="*/ 734386 h 734386"/>
                <a:gd name="connsiteX2" fmla="*/ 143900 w 496207"/>
                <a:gd name="connsiteY2" fmla="*/ 694690 h 734386"/>
                <a:gd name="connsiteX3" fmla="*/ 183597 w 496207"/>
                <a:gd name="connsiteY3" fmla="*/ 654993 h 734386"/>
                <a:gd name="connsiteX4" fmla="*/ 416814 w 496207"/>
                <a:gd name="connsiteY4" fmla="*/ 654993 h 734386"/>
                <a:gd name="connsiteX5" fmla="*/ 416814 w 496207"/>
                <a:gd name="connsiteY5" fmla="*/ 79393 h 734386"/>
                <a:gd name="connsiteX6" fmla="*/ 233217 w 496207"/>
                <a:gd name="connsiteY6" fmla="*/ 79393 h 734386"/>
                <a:gd name="connsiteX7" fmla="*/ 233217 w 496207"/>
                <a:gd name="connsiteY7" fmla="*/ 163748 h 734386"/>
                <a:gd name="connsiteX8" fmla="*/ 193521 w 496207"/>
                <a:gd name="connsiteY8" fmla="*/ 203445 h 734386"/>
                <a:gd name="connsiteX9" fmla="*/ 79393 w 496207"/>
                <a:gd name="connsiteY9" fmla="*/ 203445 h 734386"/>
                <a:gd name="connsiteX10" fmla="*/ 79393 w 496207"/>
                <a:gd name="connsiteY10" fmla="*/ 303679 h 734386"/>
                <a:gd name="connsiteX11" fmla="*/ 39697 w 496207"/>
                <a:gd name="connsiteY11" fmla="*/ 343375 h 734386"/>
                <a:gd name="connsiteX12" fmla="*/ 0 w 496207"/>
                <a:gd name="connsiteY12" fmla="*/ 303679 h 734386"/>
                <a:gd name="connsiteX13" fmla="*/ 0 w 496207"/>
                <a:gd name="connsiteY13" fmla="*/ 163748 h 734386"/>
                <a:gd name="connsiteX14" fmla="*/ 39697 w 496207"/>
                <a:gd name="connsiteY14" fmla="*/ 124052 h 734386"/>
                <a:gd name="connsiteX15" fmla="*/ 153824 w 496207"/>
                <a:gd name="connsiteY15" fmla="*/ 124052 h 734386"/>
                <a:gd name="connsiteX16" fmla="*/ 153824 w 496207"/>
                <a:gd name="connsiteY16" fmla="*/ 39697 h 734386"/>
                <a:gd name="connsiteX17" fmla="*/ 193521 w 496207"/>
                <a:gd name="connsiteY17" fmla="*/ 0 h 734386"/>
                <a:gd name="connsiteX18" fmla="*/ 456511 w 496207"/>
                <a:gd name="connsiteY18" fmla="*/ 0 h 734386"/>
                <a:gd name="connsiteX19" fmla="*/ 496207 w 496207"/>
                <a:gd name="connsiteY19" fmla="*/ 39697 h 734386"/>
                <a:gd name="connsiteX20" fmla="*/ 496207 w 496207"/>
                <a:gd name="connsiteY20" fmla="*/ 694690 h 734386"/>
                <a:gd name="connsiteX21" fmla="*/ 456511 w 496207"/>
                <a:gd name="connsiteY21" fmla="*/ 734386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6207" h="734386">
                  <a:moveTo>
                    <a:pt x="456511" y="734386"/>
                  </a:moveTo>
                  <a:lnTo>
                    <a:pt x="183597" y="734386"/>
                  </a:lnTo>
                  <a:cubicBezTo>
                    <a:pt x="161673" y="734386"/>
                    <a:pt x="143900" y="716613"/>
                    <a:pt x="143900" y="694690"/>
                  </a:cubicBezTo>
                  <a:cubicBezTo>
                    <a:pt x="143900" y="672766"/>
                    <a:pt x="161673" y="654993"/>
                    <a:pt x="183597" y="654993"/>
                  </a:cubicBezTo>
                  <a:lnTo>
                    <a:pt x="416814" y="654993"/>
                  </a:lnTo>
                  <a:lnTo>
                    <a:pt x="416814" y="79393"/>
                  </a:lnTo>
                  <a:lnTo>
                    <a:pt x="233217" y="79393"/>
                  </a:lnTo>
                  <a:lnTo>
                    <a:pt x="233217" y="163748"/>
                  </a:lnTo>
                  <a:cubicBezTo>
                    <a:pt x="233217" y="185672"/>
                    <a:pt x="215445" y="203445"/>
                    <a:pt x="193521" y="203445"/>
                  </a:cubicBezTo>
                  <a:lnTo>
                    <a:pt x="79393" y="203445"/>
                  </a:lnTo>
                  <a:lnTo>
                    <a:pt x="79393" y="303679"/>
                  </a:lnTo>
                  <a:cubicBezTo>
                    <a:pt x="79393" y="325602"/>
                    <a:pt x="61620" y="343375"/>
                    <a:pt x="39697" y="343375"/>
                  </a:cubicBezTo>
                  <a:cubicBezTo>
                    <a:pt x="17773" y="343375"/>
                    <a:pt x="0" y="325602"/>
                    <a:pt x="0" y="303679"/>
                  </a:cubicBezTo>
                  <a:lnTo>
                    <a:pt x="0" y="163748"/>
                  </a:lnTo>
                  <a:cubicBezTo>
                    <a:pt x="0" y="141824"/>
                    <a:pt x="17773" y="124052"/>
                    <a:pt x="39697" y="124052"/>
                  </a:cubicBezTo>
                  <a:lnTo>
                    <a:pt x="153824" y="124052"/>
                  </a:lnTo>
                  <a:lnTo>
                    <a:pt x="153824" y="39697"/>
                  </a:lnTo>
                  <a:cubicBezTo>
                    <a:pt x="153824" y="17773"/>
                    <a:pt x="171597" y="0"/>
                    <a:pt x="193521" y="0"/>
                  </a:cubicBezTo>
                  <a:lnTo>
                    <a:pt x="456511" y="0"/>
                  </a:lnTo>
                  <a:cubicBezTo>
                    <a:pt x="478435" y="0"/>
                    <a:pt x="496207" y="17773"/>
                    <a:pt x="496207" y="39697"/>
                  </a:cubicBezTo>
                  <a:lnTo>
                    <a:pt x="496207" y="694690"/>
                  </a:lnTo>
                  <a:cubicBezTo>
                    <a:pt x="496207" y="716613"/>
                    <a:pt x="478435" y="734386"/>
                    <a:pt x="456511" y="7343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8733FF45-BD17-F843-8291-81052E668182}"/>
                </a:ext>
              </a:extLst>
            </p:cNvPr>
            <p:cNvSpPr/>
            <p:nvPr/>
          </p:nvSpPr>
          <p:spPr>
            <a:xfrm>
              <a:off x="2978666" y="1452321"/>
              <a:ext cx="79393" cy="635144"/>
            </a:xfrm>
            <a:custGeom>
              <a:avLst/>
              <a:gdLst>
                <a:gd name="connsiteX0" fmla="*/ 39697 w 79393"/>
                <a:gd name="connsiteY0" fmla="*/ 635145 h 635144"/>
                <a:gd name="connsiteX1" fmla="*/ 0 w 79393"/>
                <a:gd name="connsiteY1" fmla="*/ 595448 h 635144"/>
                <a:gd name="connsiteX2" fmla="*/ 0 w 79393"/>
                <a:gd name="connsiteY2" fmla="*/ 39697 h 635144"/>
                <a:gd name="connsiteX3" fmla="*/ 39697 w 79393"/>
                <a:gd name="connsiteY3" fmla="*/ 0 h 635144"/>
                <a:gd name="connsiteX4" fmla="*/ 79393 w 79393"/>
                <a:gd name="connsiteY4" fmla="*/ 39697 h 635144"/>
                <a:gd name="connsiteX5" fmla="*/ 79393 w 79393"/>
                <a:gd name="connsiteY5" fmla="*/ 595448 h 635144"/>
                <a:gd name="connsiteX6" fmla="*/ 39697 w 79393"/>
                <a:gd name="connsiteY6" fmla="*/ 635145 h 6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35144">
                  <a:moveTo>
                    <a:pt x="39697" y="635145"/>
                  </a:moveTo>
                  <a:cubicBezTo>
                    <a:pt x="17773" y="635145"/>
                    <a:pt x="0" y="617372"/>
                    <a:pt x="0" y="59544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95448"/>
                  </a:lnTo>
                  <a:cubicBezTo>
                    <a:pt x="79393" y="617372"/>
                    <a:pt x="61620" y="635145"/>
                    <a:pt x="39697" y="6351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BB0F2AC7-A016-1E43-8FDD-9040EDA89598}"/>
                </a:ext>
              </a:extLst>
            </p:cNvPr>
            <p:cNvSpPr/>
            <p:nvPr/>
          </p:nvSpPr>
          <p:spPr>
            <a:xfrm>
              <a:off x="2988887" y="1741114"/>
              <a:ext cx="469362" cy="346352"/>
            </a:xfrm>
            <a:custGeom>
              <a:avLst/>
              <a:gdLst>
                <a:gd name="connsiteX0" fmla="*/ 429666 w 469362"/>
                <a:gd name="connsiteY0" fmla="*/ 346352 h 346352"/>
                <a:gd name="connsiteX1" fmla="*/ 166229 w 469362"/>
                <a:gd name="connsiteY1" fmla="*/ 346352 h 346352"/>
                <a:gd name="connsiteX2" fmla="*/ 126533 w 469362"/>
                <a:gd name="connsiteY2" fmla="*/ 306656 h 346352"/>
                <a:gd name="connsiteX3" fmla="*/ 166229 w 469362"/>
                <a:gd name="connsiteY3" fmla="*/ 266959 h 346352"/>
                <a:gd name="connsiteX4" fmla="*/ 389969 w 469362"/>
                <a:gd name="connsiteY4" fmla="*/ 266959 h 346352"/>
                <a:gd name="connsiteX5" fmla="*/ 389969 w 469362"/>
                <a:gd name="connsiteY5" fmla="*/ 79393 h 346352"/>
                <a:gd name="connsiteX6" fmla="*/ 348238 w 469362"/>
                <a:gd name="connsiteY6" fmla="*/ 79393 h 346352"/>
                <a:gd name="connsiteX7" fmla="*/ 348238 w 469362"/>
                <a:gd name="connsiteY7" fmla="*/ 165634 h 346352"/>
                <a:gd name="connsiteX8" fmla="*/ 308542 w 469362"/>
                <a:gd name="connsiteY8" fmla="*/ 205330 h 346352"/>
                <a:gd name="connsiteX9" fmla="*/ 39697 w 469362"/>
                <a:gd name="connsiteY9" fmla="*/ 205330 h 346352"/>
                <a:gd name="connsiteX10" fmla="*/ 0 w 469362"/>
                <a:gd name="connsiteY10" fmla="*/ 165634 h 346352"/>
                <a:gd name="connsiteX11" fmla="*/ 39697 w 469362"/>
                <a:gd name="connsiteY11" fmla="*/ 125937 h 346352"/>
                <a:gd name="connsiteX12" fmla="*/ 268845 w 469362"/>
                <a:gd name="connsiteY12" fmla="*/ 125937 h 346352"/>
                <a:gd name="connsiteX13" fmla="*/ 268845 w 469362"/>
                <a:gd name="connsiteY13" fmla="*/ 39697 h 346352"/>
                <a:gd name="connsiteX14" fmla="*/ 308542 w 469362"/>
                <a:gd name="connsiteY14" fmla="*/ 0 h 346352"/>
                <a:gd name="connsiteX15" fmla="*/ 429666 w 469362"/>
                <a:gd name="connsiteY15" fmla="*/ 0 h 346352"/>
                <a:gd name="connsiteX16" fmla="*/ 469363 w 469362"/>
                <a:gd name="connsiteY16" fmla="*/ 39697 h 346352"/>
                <a:gd name="connsiteX17" fmla="*/ 469363 w 469362"/>
                <a:gd name="connsiteY17" fmla="*/ 306656 h 346352"/>
                <a:gd name="connsiteX18" fmla="*/ 429666 w 469362"/>
                <a:gd name="connsiteY18" fmla="*/ 346352 h 34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9362" h="346352">
                  <a:moveTo>
                    <a:pt x="429666" y="346352"/>
                  </a:moveTo>
                  <a:lnTo>
                    <a:pt x="166229" y="346352"/>
                  </a:lnTo>
                  <a:cubicBezTo>
                    <a:pt x="144306" y="346352"/>
                    <a:pt x="126533" y="328580"/>
                    <a:pt x="126533" y="306656"/>
                  </a:cubicBezTo>
                  <a:cubicBezTo>
                    <a:pt x="126533" y="284732"/>
                    <a:pt x="144306" y="266959"/>
                    <a:pt x="166229" y="266959"/>
                  </a:cubicBezTo>
                  <a:lnTo>
                    <a:pt x="389969" y="266959"/>
                  </a:lnTo>
                  <a:lnTo>
                    <a:pt x="389969" y="79393"/>
                  </a:lnTo>
                  <a:lnTo>
                    <a:pt x="348238" y="79393"/>
                  </a:lnTo>
                  <a:lnTo>
                    <a:pt x="348238" y="165634"/>
                  </a:lnTo>
                  <a:cubicBezTo>
                    <a:pt x="348238" y="187558"/>
                    <a:pt x="330466" y="205330"/>
                    <a:pt x="308542" y="205330"/>
                  </a:cubicBezTo>
                  <a:lnTo>
                    <a:pt x="39697" y="205330"/>
                  </a:lnTo>
                  <a:cubicBezTo>
                    <a:pt x="17773" y="205330"/>
                    <a:pt x="0" y="187558"/>
                    <a:pt x="0" y="165634"/>
                  </a:cubicBezTo>
                  <a:cubicBezTo>
                    <a:pt x="0" y="143710"/>
                    <a:pt x="17773" y="125937"/>
                    <a:pt x="39697" y="125937"/>
                  </a:cubicBezTo>
                  <a:lnTo>
                    <a:pt x="268845" y="125937"/>
                  </a:lnTo>
                  <a:lnTo>
                    <a:pt x="268845" y="39697"/>
                  </a:lnTo>
                  <a:cubicBezTo>
                    <a:pt x="268845" y="17773"/>
                    <a:pt x="286618" y="0"/>
                    <a:pt x="308542" y="0"/>
                  </a:cubicBezTo>
                  <a:lnTo>
                    <a:pt x="429666" y="0"/>
                  </a:lnTo>
                  <a:cubicBezTo>
                    <a:pt x="451590" y="0"/>
                    <a:pt x="469363" y="17773"/>
                    <a:pt x="469363" y="39697"/>
                  </a:cubicBezTo>
                  <a:lnTo>
                    <a:pt x="469363" y="306656"/>
                  </a:lnTo>
                  <a:cubicBezTo>
                    <a:pt x="469363" y="328580"/>
                    <a:pt x="451590" y="346352"/>
                    <a:pt x="429666" y="34635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5AAFBAA-5CC4-EA4E-85DC-B20213B82BB0}"/>
                </a:ext>
              </a:extLst>
            </p:cNvPr>
            <p:cNvSpPr/>
            <p:nvPr/>
          </p:nvSpPr>
          <p:spPr>
            <a:xfrm>
              <a:off x="3259320" y="1601183"/>
              <a:ext cx="218331" cy="79393"/>
            </a:xfrm>
            <a:custGeom>
              <a:avLst/>
              <a:gdLst>
                <a:gd name="connsiteX0" fmla="*/ 178635 w 218331"/>
                <a:gd name="connsiteY0" fmla="*/ 79393 h 79393"/>
                <a:gd name="connsiteX1" fmla="*/ 39697 w 218331"/>
                <a:gd name="connsiteY1" fmla="*/ 79393 h 79393"/>
                <a:gd name="connsiteX2" fmla="*/ 0 w 218331"/>
                <a:gd name="connsiteY2" fmla="*/ 39697 h 79393"/>
                <a:gd name="connsiteX3" fmla="*/ 39697 w 218331"/>
                <a:gd name="connsiteY3" fmla="*/ 0 h 79393"/>
                <a:gd name="connsiteX4" fmla="*/ 178635 w 218331"/>
                <a:gd name="connsiteY4" fmla="*/ 0 h 79393"/>
                <a:gd name="connsiteX5" fmla="*/ 218331 w 218331"/>
                <a:gd name="connsiteY5" fmla="*/ 39697 h 79393"/>
                <a:gd name="connsiteX6" fmla="*/ 178635 w 2183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31" h="79393">
                  <a:moveTo>
                    <a:pt x="1786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8635" y="0"/>
                  </a:lnTo>
                  <a:cubicBezTo>
                    <a:pt x="200558" y="0"/>
                    <a:pt x="218331" y="17773"/>
                    <a:pt x="218331" y="39697"/>
                  </a:cubicBezTo>
                  <a:cubicBezTo>
                    <a:pt x="218331" y="61620"/>
                    <a:pt x="200558" y="79393"/>
                    <a:pt x="17863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535190F-BB1A-2044-BA32-58C3FCDA3F99}"/>
              </a:ext>
            </a:extLst>
          </p:cNvPr>
          <p:cNvGrpSpPr>
            <a:grpSpLocks noChangeAspect="1"/>
          </p:cNvGrpSpPr>
          <p:nvPr/>
        </p:nvGrpSpPr>
        <p:grpSpPr>
          <a:xfrm>
            <a:off x="5454156" y="1427213"/>
            <a:ext cx="815809" cy="819336"/>
            <a:chOff x="5454156" y="1427213"/>
            <a:chExt cx="815809" cy="819336"/>
          </a:xfrm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F1482B8-DADE-1242-9DDF-987DC7B54DD0}"/>
                </a:ext>
              </a:extLst>
            </p:cNvPr>
            <p:cNvSpPr/>
            <p:nvPr/>
          </p:nvSpPr>
          <p:spPr>
            <a:xfrm>
              <a:off x="5454156" y="1427213"/>
              <a:ext cx="815809" cy="819336"/>
            </a:xfrm>
            <a:custGeom>
              <a:avLst/>
              <a:gdLst>
                <a:gd name="connsiteX0" fmla="*/ 87873 w 815809"/>
                <a:gd name="connsiteY0" fmla="*/ 819337 h 819336"/>
                <a:gd name="connsiteX1" fmla="*/ 24259 w 815809"/>
                <a:gd name="connsiteY1" fmla="*/ 793534 h 819336"/>
                <a:gd name="connsiteX2" fmla="*/ 45 w 815809"/>
                <a:gd name="connsiteY2" fmla="*/ 731409 h 819336"/>
                <a:gd name="connsiteX3" fmla="*/ 45 w 815809"/>
                <a:gd name="connsiteY3" fmla="*/ 161118 h 819336"/>
                <a:gd name="connsiteX4" fmla="*/ 39146 w 815809"/>
                <a:gd name="connsiteY4" fmla="*/ 121422 h 819336"/>
                <a:gd name="connsiteX5" fmla="*/ 102214 w 815809"/>
                <a:gd name="connsiteY5" fmla="*/ 120429 h 819336"/>
                <a:gd name="connsiteX6" fmla="*/ 102214 w 815809"/>
                <a:gd name="connsiteY6" fmla="*/ 39697 h 819336"/>
                <a:gd name="connsiteX7" fmla="*/ 141910 w 815809"/>
                <a:gd name="connsiteY7" fmla="*/ 0 h 819336"/>
                <a:gd name="connsiteX8" fmla="*/ 776113 w 815809"/>
                <a:gd name="connsiteY8" fmla="*/ 0 h 819336"/>
                <a:gd name="connsiteX9" fmla="*/ 815810 w 815809"/>
                <a:gd name="connsiteY9" fmla="*/ 39697 h 819336"/>
                <a:gd name="connsiteX10" fmla="*/ 815810 w 815809"/>
                <a:gd name="connsiteY10" fmla="*/ 713546 h 819336"/>
                <a:gd name="connsiteX11" fmla="*/ 709968 w 815809"/>
                <a:gd name="connsiteY11" fmla="*/ 819337 h 819336"/>
                <a:gd name="connsiteX12" fmla="*/ 87873 w 815809"/>
                <a:gd name="connsiteY12" fmla="*/ 819337 h 819336"/>
                <a:gd name="connsiteX13" fmla="*/ 79438 w 815809"/>
                <a:gd name="connsiteY13" fmla="*/ 200170 h 819336"/>
                <a:gd name="connsiteX14" fmla="*/ 79438 w 815809"/>
                <a:gd name="connsiteY14" fmla="*/ 731409 h 819336"/>
                <a:gd name="connsiteX15" fmla="*/ 80331 w 815809"/>
                <a:gd name="connsiteY15" fmla="*/ 737314 h 819336"/>
                <a:gd name="connsiteX16" fmla="*/ 88568 w 815809"/>
                <a:gd name="connsiteY16" fmla="*/ 739944 h 819336"/>
                <a:gd name="connsiteX17" fmla="*/ 102214 w 815809"/>
                <a:gd name="connsiteY17" fmla="*/ 739944 h 819336"/>
                <a:gd name="connsiteX18" fmla="*/ 102214 w 815809"/>
                <a:gd name="connsiteY18" fmla="*/ 199823 h 819336"/>
                <a:gd name="connsiteX19" fmla="*/ 181607 w 815809"/>
                <a:gd name="connsiteY19" fmla="*/ 739944 h 819336"/>
                <a:gd name="connsiteX20" fmla="*/ 709968 w 815809"/>
                <a:gd name="connsiteY20" fmla="*/ 739944 h 819336"/>
                <a:gd name="connsiteX21" fmla="*/ 736416 w 815809"/>
                <a:gd name="connsiteY21" fmla="*/ 713099 h 819336"/>
                <a:gd name="connsiteX22" fmla="*/ 736416 w 815809"/>
                <a:gd name="connsiteY22" fmla="*/ 79393 h 819336"/>
                <a:gd name="connsiteX23" fmla="*/ 181607 w 815809"/>
                <a:gd name="connsiteY23" fmla="*/ 79393 h 81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15809" h="819336">
                  <a:moveTo>
                    <a:pt x="87873" y="819337"/>
                  </a:moveTo>
                  <a:cubicBezTo>
                    <a:pt x="64180" y="819036"/>
                    <a:pt x="41468" y="809823"/>
                    <a:pt x="24259" y="793534"/>
                  </a:cubicBezTo>
                  <a:cubicBezTo>
                    <a:pt x="8044" y="777001"/>
                    <a:pt x="-705" y="754555"/>
                    <a:pt x="45" y="731409"/>
                  </a:cubicBezTo>
                  <a:lnTo>
                    <a:pt x="45" y="161118"/>
                  </a:lnTo>
                  <a:cubicBezTo>
                    <a:pt x="42" y="139425"/>
                    <a:pt x="17455" y="121747"/>
                    <a:pt x="39146" y="121422"/>
                  </a:cubicBezTo>
                  <a:lnTo>
                    <a:pt x="102214" y="120429"/>
                  </a:lnTo>
                  <a:lnTo>
                    <a:pt x="102214" y="39697"/>
                  </a:lnTo>
                  <a:cubicBezTo>
                    <a:pt x="102214" y="17773"/>
                    <a:pt x="119986" y="0"/>
                    <a:pt x="141910" y="0"/>
                  </a:cubicBezTo>
                  <a:lnTo>
                    <a:pt x="776113" y="0"/>
                  </a:lnTo>
                  <a:cubicBezTo>
                    <a:pt x="798037" y="0"/>
                    <a:pt x="815810" y="17773"/>
                    <a:pt x="815810" y="39697"/>
                  </a:cubicBezTo>
                  <a:lnTo>
                    <a:pt x="815810" y="713546"/>
                  </a:lnTo>
                  <a:cubicBezTo>
                    <a:pt x="815810" y="756070"/>
                    <a:pt x="787625" y="819337"/>
                    <a:pt x="709968" y="819337"/>
                  </a:cubicBezTo>
                  <a:lnTo>
                    <a:pt x="87873" y="819337"/>
                  </a:lnTo>
                  <a:close/>
                  <a:moveTo>
                    <a:pt x="79438" y="200170"/>
                  </a:moveTo>
                  <a:lnTo>
                    <a:pt x="79438" y="731409"/>
                  </a:lnTo>
                  <a:cubicBezTo>
                    <a:pt x="79266" y="733420"/>
                    <a:pt x="79572" y="735443"/>
                    <a:pt x="80331" y="737314"/>
                  </a:cubicBezTo>
                  <a:cubicBezTo>
                    <a:pt x="82796" y="738902"/>
                    <a:pt x="85638" y="739809"/>
                    <a:pt x="88568" y="739944"/>
                  </a:cubicBezTo>
                  <a:lnTo>
                    <a:pt x="102214" y="739944"/>
                  </a:lnTo>
                  <a:lnTo>
                    <a:pt x="102214" y="199823"/>
                  </a:lnTo>
                  <a:close/>
                  <a:moveTo>
                    <a:pt x="181607" y="739944"/>
                  </a:moveTo>
                  <a:lnTo>
                    <a:pt x="709968" y="739944"/>
                  </a:lnTo>
                  <a:cubicBezTo>
                    <a:pt x="716965" y="739944"/>
                    <a:pt x="735474" y="739944"/>
                    <a:pt x="736416" y="713099"/>
                  </a:cubicBezTo>
                  <a:lnTo>
                    <a:pt x="736416" y="79393"/>
                  </a:lnTo>
                  <a:lnTo>
                    <a:pt x="181607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688B0876-7C95-1043-9849-7B63492C2E8C}"/>
                </a:ext>
              </a:extLst>
            </p:cNvPr>
            <p:cNvSpPr/>
            <p:nvPr/>
          </p:nvSpPr>
          <p:spPr>
            <a:xfrm>
              <a:off x="5677643" y="1825221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4" y="0"/>
                    <a:pt x="458347" y="17773"/>
                    <a:pt x="458347" y="39697"/>
                  </a:cubicBezTo>
                  <a:cubicBezTo>
                    <a:pt x="458347" y="61620"/>
                    <a:pt x="440574" y="79393"/>
                    <a:pt x="41865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FBAB6362-FEBD-A84B-AEAC-254406AAB9DB}"/>
                </a:ext>
              </a:extLst>
            </p:cNvPr>
            <p:cNvSpPr/>
            <p:nvPr/>
          </p:nvSpPr>
          <p:spPr>
            <a:xfrm>
              <a:off x="5677643" y="1929424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4" y="0"/>
                    <a:pt x="458347" y="17773"/>
                    <a:pt x="458347" y="39697"/>
                  </a:cubicBezTo>
                  <a:cubicBezTo>
                    <a:pt x="458347" y="61620"/>
                    <a:pt x="440574" y="79393"/>
                    <a:pt x="41865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9E366C86-26E4-7645-94DE-D79BFE958FFC}"/>
                </a:ext>
              </a:extLst>
            </p:cNvPr>
            <p:cNvSpPr/>
            <p:nvPr/>
          </p:nvSpPr>
          <p:spPr>
            <a:xfrm>
              <a:off x="5677643" y="2033627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4" y="0"/>
                    <a:pt x="458347" y="17773"/>
                    <a:pt x="458347" y="39697"/>
                  </a:cubicBezTo>
                  <a:cubicBezTo>
                    <a:pt x="458347" y="61620"/>
                    <a:pt x="440574" y="79393"/>
                    <a:pt x="41865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ADBE385-26D6-9642-9712-08C37A9E18C1}"/>
                </a:ext>
              </a:extLst>
            </p:cNvPr>
            <p:cNvSpPr/>
            <p:nvPr/>
          </p:nvSpPr>
          <p:spPr>
            <a:xfrm>
              <a:off x="5680273" y="1567193"/>
              <a:ext cx="248103" cy="197440"/>
            </a:xfrm>
            <a:custGeom>
              <a:avLst/>
              <a:gdLst>
                <a:gd name="connsiteX0" fmla="*/ 208407 w 248103"/>
                <a:gd name="connsiteY0" fmla="*/ 197441 h 197440"/>
                <a:gd name="connsiteX1" fmla="*/ 39697 w 248103"/>
                <a:gd name="connsiteY1" fmla="*/ 197441 h 197440"/>
                <a:gd name="connsiteX2" fmla="*/ 0 w 248103"/>
                <a:gd name="connsiteY2" fmla="*/ 157744 h 197440"/>
                <a:gd name="connsiteX3" fmla="*/ 0 w 248103"/>
                <a:gd name="connsiteY3" fmla="*/ 39697 h 197440"/>
                <a:gd name="connsiteX4" fmla="*/ 39697 w 248103"/>
                <a:gd name="connsiteY4" fmla="*/ 0 h 197440"/>
                <a:gd name="connsiteX5" fmla="*/ 208407 w 248103"/>
                <a:gd name="connsiteY5" fmla="*/ 0 h 197440"/>
                <a:gd name="connsiteX6" fmla="*/ 248104 w 248103"/>
                <a:gd name="connsiteY6" fmla="*/ 39697 h 197440"/>
                <a:gd name="connsiteX7" fmla="*/ 248104 w 248103"/>
                <a:gd name="connsiteY7" fmla="*/ 157744 h 197440"/>
                <a:gd name="connsiteX8" fmla="*/ 208407 w 248103"/>
                <a:gd name="connsiteY8" fmla="*/ 197441 h 197440"/>
                <a:gd name="connsiteX9" fmla="*/ 79393 w 248103"/>
                <a:gd name="connsiteY9" fmla="*/ 118048 h 197440"/>
                <a:gd name="connsiteX10" fmla="*/ 168711 w 248103"/>
                <a:gd name="connsiteY10" fmla="*/ 118048 h 197440"/>
                <a:gd name="connsiteX11" fmla="*/ 168711 w 248103"/>
                <a:gd name="connsiteY11" fmla="*/ 79393 h 197440"/>
                <a:gd name="connsiteX12" fmla="*/ 79393 w 248103"/>
                <a:gd name="connsiteY12" fmla="*/ 79393 h 1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97440">
                  <a:moveTo>
                    <a:pt x="208407" y="197441"/>
                  </a:moveTo>
                  <a:lnTo>
                    <a:pt x="39697" y="197441"/>
                  </a:lnTo>
                  <a:cubicBezTo>
                    <a:pt x="17773" y="197441"/>
                    <a:pt x="0" y="179668"/>
                    <a:pt x="0" y="1577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3"/>
                    <a:pt x="248104" y="39697"/>
                  </a:cubicBezTo>
                  <a:lnTo>
                    <a:pt x="248104" y="157744"/>
                  </a:lnTo>
                  <a:cubicBezTo>
                    <a:pt x="248104" y="179668"/>
                    <a:pt x="230331" y="197441"/>
                    <a:pt x="208407" y="197441"/>
                  </a:cubicBezTo>
                  <a:close/>
                  <a:moveTo>
                    <a:pt x="79393" y="118048"/>
                  </a:moveTo>
                  <a:lnTo>
                    <a:pt x="168711" y="118048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DB55D70-10E0-1C49-BE8B-986258B35343}"/>
                </a:ext>
              </a:extLst>
            </p:cNvPr>
            <p:cNvSpPr/>
            <p:nvPr/>
          </p:nvSpPr>
          <p:spPr>
            <a:xfrm>
              <a:off x="5967428" y="1577316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0BF2242-8971-9B4F-9B51-A13886AAAE41}"/>
                </a:ext>
              </a:extLst>
            </p:cNvPr>
            <p:cNvSpPr/>
            <p:nvPr/>
          </p:nvSpPr>
          <p:spPr>
            <a:xfrm>
              <a:off x="5965790" y="1678641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EB66C359-86A5-7048-A4F8-9AB249047C5D}"/>
              </a:ext>
            </a:extLst>
          </p:cNvPr>
          <p:cNvGrpSpPr>
            <a:grpSpLocks noChangeAspect="1"/>
          </p:cNvGrpSpPr>
          <p:nvPr/>
        </p:nvGrpSpPr>
        <p:grpSpPr>
          <a:xfrm>
            <a:off x="6829765" y="1424770"/>
            <a:ext cx="699652" cy="824955"/>
            <a:chOff x="6829765" y="1424770"/>
            <a:chExt cx="699652" cy="824955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F3947F61-3049-1B4A-9FDC-C4147307AF5E}"/>
                </a:ext>
              </a:extLst>
            </p:cNvPr>
            <p:cNvSpPr/>
            <p:nvPr/>
          </p:nvSpPr>
          <p:spPr>
            <a:xfrm>
              <a:off x="7075598" y="1597504"/>
              <a:ext cx="116473" cy="319713"/>
            </a:xfrm>
            <a:custGeom>
              <a:avLst/>
              <a:gdLst>
                <a:gd name="connsiteX0" fmla="*/ 76702 w 116473"/>
                <a:gd name="connsiteY0" fmla="*/ 319714 h 319713"/>
                <a:gd name="connsiteX1" fmla="*/ 37551 w 116473"/>
                <a:gd name="connsiteY1" fmla="*/ 286071 h 319713"/>
                <a:gd name="connsiteX2" fmla="*/ 335 w 116473"/>
                <a:gd name="connsiteY2" fmla="*/ 44815 h 319713"/>
                <a:gd name="connsiteX3" fmla="*/ 34586 w 116473"/>
                <a:gd name="connsiteY3" fmla="*/ 335 h 319713"/>
                <a:gd name="connsiteX4" fmla="*/ 78786 w 116473"/>
                <a:gd name="connsiteY4" fmla="*/ 32757 h 319713"/>
                <a:gd name="connsiteX5" fmla="*/ 116001 w 116473"/>
                <a:gd name="connsiteY5" fmla="*/ 273963 h 319713"/>
                <a:gd name="connsiteX6" fmla="*/ 82840 w 116473"/>
                <a:gd name="connsiteY6" fmla="*/ 319262 h 319713"/>
                <a:gd name="connsiteX7" fmla="*/ 82805 w 116473"/>
                <a:gd name="connsiteY7" fmla="*/ 319267 h 319713"/>
                <a:gd name="connsiteX8" fmla="*/ 76702 w 116473"/>
                <a:gd name="connsiteY8" fmla="*/ 319714 h 319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473" h="319713">
                  <a:moveTo>
                    <a:pt x="76702" y="319714"/>
                  </a:moveTo>
                  <a:cubicBezTo>
                    <a:pt x="57146" y="319674"/>
                    <a:pt x="40533" y="305398"/>
                    <a:pt x="37551" y="286071"/>
                  </a:cubicBezTo>
                  <a:lnTo>
                    <a:pt x="335" y="44815"/>
                  </a:lnTo>
                  <a:cubicBezTo>
                    <a:pt x="-2489" y="23074"/>
                    <a:pt x="12845" y="3159"/>
                    <a:pt x="34586" y="335"/>
                  </a:cubicBezTo>
                  <a:cubicBezTo>
                    <a:pt x="55614" y="-2397"/>
                    <a:pt x="75077" y="11879"/>
                    <a:pt x="78786" y="32757"/>
                  </a:cubicBezTo>
                  <a:lnTo>
                    <a:pt x="116001" y="273963"/>
                  </a:lnTo>
                  <a:cubicBezTo>
                    <a:pt x="119353" y="295630"/>
                    <a:pt x="104506" y="315910"/>
                    <a:pt x="82840" y="319262"/>
                  </a:cubicBezTo>
                  <a:cubicBezTo>
                    <a:pt x="82828" y="319264"/>
                    <a:pt x="82816" y="319265"/>
                    <a:pt x="82805" y="319267"/>
                  </a:cubicBezTo>
                  <a:cubicBezTo>
                    <a:pt x="80784" y="319564"/>
                    <a:pt x="78744" y="319713"/>
                    <a:pt x="76702" y="3197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39FA743-22DF-EA4C-8030-B199BECAEA8E}"/>
                </a:ext>
              </a:extLst>
            </p:cNvPr>
            <p:cNvSpPr/>
            <p:nvPr/>
          </p:nvSpPr>
          <p:spPr>
            <a:xfrm>
              <a:off x="7049421" y="1424770"/>
              <a:ext cx="101309" cy="221568"/>
            </a:xfrm>
            <a:custGeom>
              <a:avLst/>
              <a:gdLst>
                <a:gd name="connsiteX0" fmla="*/ 61545 w 101309"/>
                <a:gd name="connsiteY0" fmla="*/ 221568 h 221568"/>
                <a:gd name="connsiteX1" fmla="*/ 22394 w 101309"/>
                <a:gd name="connsiteY1" fmla="*/ 187925 h 221568"/>
                <a:gd name="connsiteX2" fmla="*/ 362 w 101309"/>
                <a:gd name="connsiteY2" fmla="*/ 45018 h 221568"/>
                <a:gd name="connsiteX3" fmla="*/ 34384 w 101309"/>
                <a:gd name="connsiteY3" fmla="*/ 362 h 221568"/>
                <a:gd name="connsiteX4" fmla="*/ 78813 w 101309"/>
                <a:gd name="connsiteY4" fmla="*/ 32910 h 221568"/>
                <a:gd name="connsiteX5" fmla="*/ 100844 w 101309"/>
                <a:gd name="connsiteY5" fmla="*/ 175818 h 221568"/>
                <a:gd name="connsiteX6" fmla="*/ 67648 w 101309"/>
                <a:gd name="connsiteY6" fmla="*/ 221072 h 221568"/>
                <a:gd name="connsiteX7" fmla="*/ 61545 w 101309"/>
                <a:gd name="connsiteY7" fmla="*/ 221568 h 22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309" h="221568">
                  <a:moveTo>
                    <a:pt x="61545" y="221568"/>
                  </a:moveTo>
                  <a:cubicBezTo>
                    <a:pt x="41989" y="221528"/>
                    <a:pt x="25376" y="207252"/>
                    <a:pt x="22394" y="187925"/>
                  </a:cubicBezTo>
                  <a:lnTo>
                    <a:pt x="362" y="45018"/>
                  </a:lnTo>
                  <a:cubicBezTo>
                    <a:pt x="-2574" y="23291"/>
                    <a:pt x="12658" y="3298"/>
                    <a:pt x="34384" y="362"/>
                  </a:cubicBezTo>
                  <a:cubicBezTo>
                    <a:pt x="55536" y="-2497"/>
                    <a:pt x="75162" y="11881"/>
                    <a:pt x="78813" y="32910"/>
                  </a:cubicBezTo>
                  <a:lnTo>
                    <a:pt x="100844" y="175818"/>
                  </a:lnTo>
                  <a:cubicBezTo>
                    <a:pt x="104168" y="197480"/>
                    <a:pt x="89308" y="217737"/>
                    <a:pt x="67648" y="221072"/>
                  </a:cubicBezTo>
                  <a:cubicBezTo>
                    <a:pt x="65631" y="221409"/>
                    <a:pt x="63590" y="221575"/>
                    <a:pt x="61545" y="2215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764E5E2F-F802-E947-8755-05E0C1022ED9}"/>
                </a:ext>
              </a:extLst>
            </p:cNvPr>
            <p:cNvSpPr/>
            <p:nvPr/>
          </p:nvSpPr>
          <p:spPr>
            <a:xfrm>
              <a:off x="6829765" y="1571808"/>
              <a:ext cx="699652" cy="79393"/>
            </a:xfrm>
            <a:custGeom>
              <a:avLst/>
              <a:gdLst>
                <a:gd name="connsiteX0" fmla="*/ 659956 w 699652"/>
                <a:gd name="connsiteY0" fmla="*/ 79393 h 79393"/>
                <a:gd name="connsiteX1" fmla="*/ 39697 w 699652"/>
                <a:gd name="connsiteY1" fmla="*/ 79393 h 79393"/>
                <a:gd name="connsiteX2" fmla="*/ 0 w 699652"/>
                <a:gd name="connsiteY2" fmla="*/ 39697 h 79393"/>
                <a:gd name="connsiteX3" fmla="*/ 39697 w 699652"/>
                <a:gd name="connsiteY3" fmla="*/ 0 h 79393"/>
                <a:gd name="connsiteX4" fmla="*/ 659956 w 699652"/>
                <a:gd name="connsiteY4" fmla="*/ 0 h 79393"/>
                <a:gd name="connsiteX5" fmla="*/ 699653 w 699652"/>
                <a:gd name="connsiteY5" fmla="*/ 39697 h 79393"/>
                <a:gd name="connsiteX6" fmla="*/ 659956 w 6996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9652" h="79393">
                  <a:moveTo>
                    <a:pt x="65995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59956" y="0"/>
                  </a:lnTo>
                  <a:cubicBezTo>
                    <a:pt x="681880" y="0"/>
                    <a:pt x="699653" y="17773"/>
                    <a:pt x="699653" y="39697"/>
                  </a:cubicBezTo>
                  <a:cubicBezTo>
                    <a:pt x="699653" y="61620"/>
                    <a:pt x="681880" y="79393"/>
                    <a:pt x="65995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91C0214D-AA7D-E94A-9604-86B6DC03EB66}"/>
                </a:ext>
              </a:extLst>
            </p:cNvPr>
            <p:cNvSpPr/>
            <p:nvPr/>
          </p:nvSpPr>
          <p:spPr>
            <a:xfrm>
              <a:off x="6896762" y="1577002"/>
              <a:ext cx="571750" cy="672723"/>
            </a:xfrm>
            <a:custGeom>
              <a:avLst/>
              <a:gdLst>
                <a:gd name="connsiteX0" fmla="*/ 430748 w 571750"/>
                <a:gd name="connsiteY0" fmla="*/ 672723 h 672723"/>
                <a:gd name="connsiteX1" fmla="*/ 137490 w 571750"/>
                <a:gd name="connsiteY1" fmla="*/ 672723 h 672723"/>
                <a:gd name="connsiteX2" fmla="*/ 61719 w 571750"/>
                <a:gd name="connsiteY2" fmla="*/ 604743 h 672723"/>
                <a:gd name="connsiteX3" fmla="*/ 239 w 571750"/>
                <a:gd name="connsiteY3" fmla="*/ 44029 h 672723"/>
                <a:gd name="connsiteX4" fmla="*/ 35395 w 571750"/>
                <a:gd name="connsiteY4" fmla="*/ 239 h 672723"/>
                <a:gd name="connsiteX5" fmla="*/ 79185 w 571750"/>
                <a:gd name="connsiteY5" fmla="*/ 35395 h 672723"/>
                <a:gd name="connsiteX6" fmla="*/ 140318 w 571750"/>
                <a:gd name="connsiteY6" fmla="*/ 593330 h 672723"/>
                <a:gd name="connsiteX7" fmla="*/ 420675 w 571750"/>
                <a:gd name="connsiteY7" fmla="*/ 593330 h 672723"/>
                <a:gd name="connsiteX8" fmla="*/ 492774 w 571750"/>
                <a:gd name="connsiteY8" fmla="*/ 50678 h 672723"/>
                <a:gd name="connsiteX9" fmla="*/ 537813 w 571750"/>
                <a:gd name="connsiteY9" fmla="*/ 17164 h 672723"/>
                <a:gd name="connsiteX10" fmla="*/ 571473 w 571750"/>
                <a:gd name="connsiteY10" fmla="*/ 61099 h 672723"/>
                <a:gd name="connsiteX11" fmla="*/ 498977 w 571750"/>
                <a:gd name="connsiteY11" fmla="*/ 606529 h 672723"/>
                <a:gd name="connsiteX12" fmla="*/ 430748 w 571750"/>
                <a:gd name="connsiteY12" fmla="*/ 672723 h 67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750" h="672723">
                  <a:moveTo>
                    <a:pt x="430748" y="672723"/>
                  </a:moveTo>
                  <a:lnTo>
                    <a:pt x="137490" y="672723"/>
                  </a:lnTo>
                  <a:cubicBezTo>
                    <a:pt x="98575" y="672746"/>
                    <a:pt x="65902" y="643432"/>
                    <a:pt x="61719" y="604743"/>
                  </a:cubicBezTo>
                  <a:lnTo>
                    <a:pt x="239" y="44029"/>
                  </a:lnTo>
                  <a:cubicBezTo>
                    <a:pt x="-2145" y="22229"/>
                    <a:pt x="13595" y="2623"/>
                    <a:pt x="35395" y="239"/>
                  </a:cubicBezTo>
                  <a:cubicBezTo>
                    <a:pt x="57196" y="-2145"/>
                    <a:pt x="76801" y="13595"/>
                    <a:pt x="79185" y="35395"/>
                  </a:cubicBezTo>
                  <a:lnTo>
                    <a:pt x="140318" y="593330"/>
                  </a:lnTo>
                  <a:lnTo>
                    <a:pt x="420675" y="593330"/>
                  </a:lnTo>
                  <a:lnTo>
                    <a:pt x="492774" y="50678"/>
                  </a:lnTo>
                  <a:cubicBezTo>
                    <a:pt x="495957" y="28987"/>
                    <a:pt x="516121" y="13982"/>
                    <a:pt x="537813" y="17164"/>
                  </a:cubicBezTo>
                  <a:cubicBezTo>
                    <a:pt x="559075" y="20284"/>
                    <a:pt x="573994" y="39757"/>
                    <a:pt x="571473" y="61099"/>
                  </a:cubicBezTo>
                  <a:lnTo>
                    <a:pt x="498977" y="606529"/>
                  </a:lnTo>
                  <a:cubicBezTo>
                    <a:pt x="492477" y="655306"/>
                    <a:pt x="459479" y="672723"/>
                    <a:pt x="430748" y="6727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48EEAFC-ABA9-9F46-82B7-328785CCDB03}"/>
                </a:ext>
              </a:extLst>
            </p:cNvPr>
            <p:cNvSpPr/>
            <p:nvPr/>
          </p:nvSpPr>
          <p:spPr>
            <a:xfrm>
              <a:off x="7238392" y="1845255"/>
              <a:ext cx="79393" cy="79405"/>
            </a:xfrm>
            <a:custGeom>
              <a:avLst/>
              <a:gdLst>
                <a:gd name="connsiteX0" fmla="*/ 39697 w 79393"/>
                <a:gd name="connsiteY0" fmla="*/ 79406 h 79405"/>
                <a:gd name="connsiteX1" fmla="*/ 31906 w 79393"/>
                <a:gd name="connsiteY1" fmla="*/ 78612 h 79405"/>
                <a:gd name="connsiteX2" fmla="*/ 24513 w 79393"/>
                <a:gd name="connsiteY2" fmla="*/ 76329 h 79405"/>
                <a:gd name="connsiteX3" fmla="*/ 17665 w 79393"/>
                <a:gd name="connsiteY3" fmla="*/ 72707 h 79405"/>
                <a:gd name="connsiteX4" fmla="*/ 11611 w 79393"/>
                <a:gd name="connsiteY4" fmla="*/ 67745 h 79405"/>
                <a:gd name="connsiteX5" fmla="*/ 0 w 79393"/>
                <a:gd name="connsiteY5" fmla="*/ 39709 h 79405"/>
                <a:gd name="connsiteX6" fmla="*/ 744 w 79393"/>
                <a:gd name="connsiteY6" fmla="*/ 31918 h 79405"/>
                <a:gd name="connsiteX7" fmla="*/ 3027 w 79393"/>
                <a:gd name="connsiteY7" fmla="*/ 24525 h 79405"/>
                <a:gd name="connsiteX8" fmla="*/ 6699 w 79393"/>
                <a:gd name="connsiteY8" fmla="*/ 17628 h 79405"/>
                <a:gd name="connsiteX9" fmla="*/ 11661 w 79393"/>
                <a:gd name="connsiteY9" fmla="*/ 11624 h 79405"/>
                <a:gd name="connsiteX10" fmla="*/ 17715 w 79393"/>
                <a:gd name="connsiteY10" fmla="*/ 6662 h 79405"/>
                <a:gd name="connsiteX11" fmla="*/ 24562 w 79393"/>
                <a:gd name="connsiteY11" fmla="*/ 3039 h 79405"/>
                <a:gd name="connsiteX12" fmla="*/ 31956 w 79393"/>
                <a:gd name="connsiteY12" fmla="*/ 757 h 79405"/>
                <a:gd name="connsiteX13" fmla="*/ 67732 w 79393"/>
                <a:gd name="connsiteY13" fmla="*/ 11624 h 79405"/>
                <a:gd name="connsiteX14" fmla="*/ 72694 w 79393"/>
                <a:gd name="connsiteY14" fmla="*/ 17628 h 79405"/>
                <a:gd name="connsiteX15" fmla="*/ 76317 w 79393"/>
                <a:gd name="connsiteY15" fmla="*/ 24525 h 79405"/>
                <a:gd name="connsiteX16" fmla="*/ 78599 w 79393"/>
                <a:gd name="connsiteY16" fmla="*/ 31918 h 79405"/>
                <a:gd name="connsiteX17" fmla="*/ 79393 w 79393"/>
                <a:gd name="connsiteY17" fmla="*/ 39709 h 79405"/>
                <a:gd name="connsiteX18" fmla="*/ 67732 w 79393"/>
                <a:gd name="connsiteY18" fmla="*/ 67745 h 79405"/>
                <a:gd name="connsiteX19" fmla="*/ 61728 w 79393"/>
                <a:gd name="connsiteY19" fmla="*/ 72707 h 79405"/>
                <a:gd name="connsiteX20" fmla="*/ 54881 w 79393"/>
                <a:gd name="connsiteY20" fmla="*/ 76329 h 79405"/>
                <a:gd name="connsiteX21" fmla="*/ 39697 w 79393"/>
                <a:gd name="connsiteY21" fmla="*/ 79406 h 7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393" h="79405">
                  <a:moveTo>
                    <a:pt x="39697" y="79406"/>
                  </a:moveTo>
                  <a:cubicBezTo>
                    <a:pt x="37081" y="79387"/>
                    <a:pt x="34472" y="79121"/>
                    <a:pt x="31906" y="78612"/>
                  </a:cubicBezTo>
                  <a:cubicBezTo>
                    <a:pt x="29371" y="78100"/>
                    <a:pt x="26894" y="77336"/>
                    <a:pt x="24513" y="76329"/>
                  </a:cubicBezTo>
                  <a:cubicBezTo>
                    <a:pt x="22121" y="75341"/>
                    <a:pt x="19828" y="74128"/>
                    <a:pt x="17665" y="72707"/>
                  </a:cubicBezTo>
                  <a:cubicBezTo>
                    <a:pt x="15497" y="71245"/>
                    <a:pt x="13470" y="69584"/>
                    <a:pt x="11611" y="67745"/>
                  </a:cubicBezTo>
                  <a:cubicBezTo>
                    <a:pt x="4181" y="60306"/>
                    <a:pt x="5" y="50223"/>
                    <a:pt x="0" y="39709"/>
                  </a:cubicBezTo>
                  <a:cubicBezTo>
                    <a:pt x="-1" y="37094"/>
                    <a:pt x="249" y="34486"/>
                    <a:pt x="744" y="31918"/>
                  </a:cubicBezTo>
                  <a:cubicBezTo>
                    <a:pt x="1279" y="29390"/>
                    <a:pt x="2043" y="26915"/>
                    <a:pt x="3027" y="24525"/>
                  </a:cubicBezTo>
                  <a:cubicBezTo>
                    <a:pt x="4021" y="22111"/>
                    <a:pt x="5251" y="19800"/>
                    <a:pt x="6699" y="17628"/>
                  </a:cubicBezTo>
                  <a:cubicBezTo>
                    <a:pt x="8156" y="15472"/>
                    <a:pt x="9818" y="13461"/>
                    <a:pt x="11661" y="11624"/>
                  </a:cubicBezTo>
                  <a:cubicBezTo>
                    <a:pt x="13507" y="9770"/>
                    <a:pt x="15535" y="8108"/>
                    <a:pt x="17715" y="6662"/>
                  </a:cubicBezTo>
                  <a:cubicBezTo>
                    <a:pt x="19877" y="5240"/>
                    <a:pt x="22170" y="4027"/>
                    <a:pt x="24562" y="3039"/>
                  </a:cubicBezTo>
                  <a:cubicBezTo>
                    <a:pt x="26944" y="2033"/>
                    <a:pt x="29421" y="1268"/>
                    <a:pt x="31956" y="757"/>
                  </a:cubicBezTo>
                  <a:cubicBezTo>
                    <a:pt x="44947" y="-1816"/>
                    <a:pt x="58366" y="2260"/>
                    <a:pt x="67732" y="11624"/>
                  </a:cubicBezTo>
                  <a:cubicBezTo>
                    <a:pt x="69574" y="13463"/>
                    <a:pt x="71235" y="15473"/>
                    <a:pt x="72694" y="17628"/>
                  </a:cubicBezTo>
                  <a:cubicBezTo>
                    <a:pt x="74125" y="19803"/>
                    <a:pt x="75338" y="22113"/>
                    <a:pt x="76317" y="24525"/>
                  </a:cubicBezTo>
                  <a:cubicBezTo>
                    <a:pt x="77323" y="26907"/>
                    <a:pt x="78088" y="29384"/>
                    <a:pt x="78599" y="31918"/>
                  </a:cubicBezTo>
                  <a:cubicBezTo>
                    <a:pt x="79111" y="34484"/>
                    <a:pt x="79377" y="37093"/>
                    <a:pt x="79393" y="39709"/>
                  </a:cubicBezTo>
                  <a:cubicBezTo>
                    <a:pt x="79348" y="50225"/>
                    <a:pt x="75158" y="60299"/>
                    <a:pt x="67732" y="67745"/>
                  </a:cubicBezTo>
                  <a:cubicBezTo>
                    <a:pt x="65891" y="69584"/>
                    <a:pt x="63881" y="71245"/>
                    <a:pt x="61728" y="72707"/>
                  </a:cubicBezTo>
                  <a:cubicBezTo>
                    <a:pt x="59554" y="74108"/>
                    <a:pt x="57263" y="75320"/>
                    <a:pt x="54881" y="76329"/>
                  </a:cubicBezTo>
                  <a:cubicBezTo>
                    <a:pt x="50070" y="78342"/>
                    <a:pt x="44911" y="79387"/>
                    <a:pt x="39697" y="794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DAB52E0E-D302-B942-AAF9-FA278A49E75B}"/>
                </a:ext>
              </a:extLst>
            </p:cNvPr>
            <p:cNvSpPr/>
            <p:nvPr/>
          </p:nvSpPr>
          <p:spPr>
            <a:xfrm>
              <a:off x="7191699" y="1951368"/>
              <a:ext cx="79393" cy="79438"/>
            </a:xfrm>
            <a:custGeom>
              <a:avLst/>
              <a:gdLst>
                <a:gd name="connsiteX0" fmla="*/ 39697 w 79393"/>
                <a:gd name="connsiteY0" fmla="*/ 79431 h 79438"/>
                <a:gd name="connsiteX1" fmla="*/ 31906 w 79393"/>
                <a:gd name="connsiteY1" fmla="*/ 78686 h 79438"/>
                <a:gd name="connsiteX2" fmla="*/ 24513 w 79393"/>
                <a:gd name="connsiteY2" fmla="*/ 76404 h 79438"/>
                <a:gd name="connsiteX3" fmla="*/ 17615 w 79393"/>
                <a:gd name="connsiteY3" fmla="*/ 72732 h 79438"/>
                <a:gd name="connsiteX4" fmla="*/ 11611 w 79393"/>
                <a:gd name="connsiteY4" fmla="*/ 67770 h 79438"/>
                <a:gd name="connsiteX5" fmla="*/ 0 w 79393"/>
                <a:gd name="connsiteY5" fmla="*/ 39734 h 79438"/>
                <a:gd name="connsiteX6" fmla="*/ 744 w 79393"/>
                <a:gd name="connsiteY6" fmla="*/ 31944 h 79438"/>
                <a:gd name="connsiteX7" fmla="*/ 3027 w 79393"/>
                <a:gd name="connsiteY7" fmla="*/ 24550 h 79438"/>
                <a:gd name="connsiteX8" fmla="*/ 6649 w 79393"/>
                <a:gd name="connsiteY8" fmla="*/ 17653 h 79438"/>
                <a:gd name="connsiteX9" fmla="*/ 24463 w 79393"/>
                <a:gd name="connsiteY9" fmla="*/ 3064 h 79438"/>
                <a:gd name="connsiteX10" fmla="*/ 31906 w 79393"/>
                <a:gd name="connsiteY10" fmla="*/ 782 h 79438"/>
                <a:gd name="connsiteX11" fmla="*/ 47437 w 79393"/>
                <a:gd name="connsiteY11" fmla="*/ 782 h 79438"/>
                <a:gd name="connsiteX12" fmla="*/ 54881 w 79393"/>
                <a:gd name="connsiteY12" fmla="*/ 3064 h 79438"/>
                <a:gd name="connsiteX13" fmla="*/ 67732 w 79393"/>
                <a:gd name="connsiteY13" fmla="*/ 11649 h 79438"/>
                <a:gd name="connsiteX14" fmla="*/ 72694 w 79393"/>
                <a:gd name="connsiteY14" fmla="*/ 17653 h 79438"/>
                <a:gd name="connsiteX15" fmla="*/ 76317 w 79393"/>
                <a:gd name="connsiteY15" fmla="*/ 24550 h 79438"/>
                <a:gd name="connsiteX16" fmla="*/ 78599 w 79393"/>
                <a:gd name="connsiteY16" fmla="*/ 31944 h 79438"/>
                <a:gd name="connsiteX17" fmla="*/ 78599 w 79393"/>
                <a:gd name="connsiteY17" fmla="*/ 47475 h 79438"/>
                <a:gd name="connsiteX18" fmla="*/ 76317 w 79393"/>
                <a:gd name="connsiteY18" fmla="*/ 54918 h 79438"/>
                <a:gd name="connsiteX19" fmla="*/ 72694 w 79393"/>
                <a:gd name="connsiteY19" fmla="*/ 61766 h 79438"/>
                <a:gd name="connsiteX20" fmla="*/ 67732 w 79393"/>
                <a:gd name="connsiteY20" fmla="*/ 67770 h 79438"/>
                <a:gd name="connsiteX21" fmla="*/ 61679 w 79393"/>
                <a:gd name="connsiteY21" fmla="*/ 72732 h 79438"/>
                <a:gd name="connsiteX22" fmla="*/ 54880 w 79393"/>
                <a:gd name="connsiteY22" fmla="*/ 76553 h 79438"/>
                <a:gd name="connsiteX23" fmla="*/ 47487 w 79393"/>
                <a:gd name="connsiteY23" fmla="*/ 78835 h 79438"/>
                <a:gd name="connsiteX24" fmla="*/ 39697 w 79393"/>
                <a:gd name="connsiteY24" fmla="*/ 79431 h 79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438">
                  <a:moveTo>
                    <a:pt x="39697" y="79431"/>
                  </a:moveTo>
                  <a:cubicBezTo>
                    <a:pt x="37082" y="79431"/>
                    <a:pt x="34473" y="79182"/>
                    <a:pt x="31906" y="78686"/>
                  </a:cubicBezTo>
                  <a:cubicBezTo>
                    <a:pt x="29377" y="78152"/>
                    <a:pt x="26903" y="77388"/>
                    <a:pt x="24513" y="76404"/>
                  </a:cubicBezTo>
                  <a:cubicBezTo>
                    <a:pt x="22098" y="75410"/>
                    <a:pt x="19788" y="74180"/>
                    <a:pt x="17615" y="72732"/>
                  </a:cubicBezTo>
                  <a:cubicBezTo>
                    <a:pt x="15459" y="71274"/>
                    <a:pt x="13449" y="69613"/>
                    <a:pt x="11611" y="67770"/>
                  </a:cubicBezTo>
                  <a:cubicBezTo>
                    <a:pt x="4181" y="60331"/>
                    <a:pt x="5" y="50248"/>
                    <a:pt x="0" y="39734"/>
                  </a:cubicBezTo>
                  <a:cubicBezTo>
                    <a:pt x="-1" y="37120"/>
                    <a:pt x="249" y="34511"/>
                    <a:pt x="744" y="31944"/>
                  </a:cubicBezTo>
                  <a:cubicBezTo>
                    <a:pt x="1256" y="29409"/>
                    <a:pt x="2020" y="26932"/>
                    <a:pt x="3027" y="24550"/>
                  </a:cubicBezTo>
                  <a:cubicBezTo>
                    <a:pt x="4025" y="22147"/>
                    <a:pt x="5237" y="19839"/>
                    <a:pt x="6649" y="17653"/>
                  </a:cubicBezTo>
                  <a:cubicBezTo>
                    <a:pt x="10988" y="11112"/>
                    <a:pt x="17195" y="6029"/>
                    <a:pt x="24463" y="3064"/>
                  </a:cubicBezTo>
                  <a:cubicBezTo>
                    <a:pt x="26864" y="2065"/>
                    <a:pt x="29357" y="1300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6" y="1300"/>
                    <a:pt x="52479" y="2065"/>
                    <a:pt x="54881" y="3064"/>
                  </a:cubicBezTo>
                  <a:cubicBezTo>
                    <a:pt x="59706" y="5018"/>
                    <a:pt x="64080" y="7940"/>
                    <a:pt x="67732" y="11649"/>
                  </a:cubicBezTo>
                  <a:cubicBezTo>
                    <a:pt x="69559" y="13501"/>
                    <a:pt x="71220" y="15510"/>
                    <a:pt x="72694" y="17653"/>
                  </a:cubicBezTo>
                  <a:cubicBezTo>
                    <a:pt x="74106" y="19839"/>
                    <a:pt x="75318" y="22147"/>
                    <a:pt x="76317" y="24550"/>
                  </a:cubicBezTo>
                  <a:cubicBezTo>
                    <a:pt x="77323" y="26932"/>
                    <a:pt x="78088" y="29409"/>
                    <a:pt x="78599" y="31944"/>
                  </a:cubicBezTo>
                  <a:cubicBezTo>
                    <a:pt x="79658" y="37067"/>
                    <a:pt x="79658" y="42352"/>
                    <a:pt x="78599" y="47475"/>
                  </a:cubicBezTo>
                  <a:cubicBezTo>
                    <a:pt x="78081" y="50024"/>
                    <a:pt x="77316" y="52517"/>
                    <a:pt x="76317" y="54918"/>
                  </a:cubicBezTo>
                  <a:cubicBezTo>
                    <a:pt x="75308" y="57300"/>
                    <a:pt x="74096" y="59591"/>
                    <a:pt x="72694" y="61766"/>
                  </a:cubicBezTo>
                  <a:cubicBezTo>
                    <a:pt x="71220" y="63909"/>
                    <a:pt x="69559" y="65918"/>
                    <a:pt x="67732" y="67770"/>
                  </a:cubicBezTo>
                  <a:cubicBezTo>
                    <a:pt x="65888" y="69625"/>
                    <a:pt x="63860" y="71288"/>
                    <a:pt x="61679" y="72732"/>
                  </a:cubicBezTo>
                  <a:cubicBezTo>
                    <a:pt x="59550" y="74237"/>
                    <a:pt x="57272" y="75517"/>
                    <a:pt x="54880" y="76553"/>
                  </a:cubicBezTo>
                  <a:cubicBezTo>
                    <a:pt x="52491" y="77537"/>
                    <a:pt x="50016" y="78301"/>
                    <a:pt x="47487" y="78835"/>
                  </a:cubicBezTo>
                  <a:cubicBezTo>
                    <a:pt x="44915" y="79282"/>
                    <a:pt x="42306" y="79481"/>
                    <a:pt x="39697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9123EAB2-950E-9A4B-A3FE-E2FA63A83C15}"/>
                </a:ext>
              </a:extLst>
            </p:cNvPr>
            <p:cNvSpPr/>
            <p:nvPr/>
          </p:nvSpPr>
          <p:spPr>
            <a:xfrm>
              <a:off x="7047798" y="1936383"/>
              <a:ext cx="79393" cy="79529"/>
            </a:xfrm>
            <a:custGeom>
              <a:avLst/>
              <a:gdLst>
                <a:gd name="connsiteX0" fmla="*/ 39696 w 79393"/>
                <a:gd name="connsiteY0" fmla="*/ 79530 h 79529"/>
                <a:gd name="connsiteX1" fmla="*/ 31906 w 79393"/>
                <a:gd name="connsiteY1" fmla="*/ 78786 h 79529"/>
                <a:gd name="connsiteX2" fmla="*/ 24513 w 79393"/>
                <a:gd name="connsiteY2" fmla="*/ 76503 h 79529"/>
                <a:gd name="connsiteX3" fmla="*/ 17615 w 79393"/>
                <a:gd name="connsiteY3" fmla="*/ 72881 h 79529"/>
                <a:gd name="connsiteX4" fmla="*/ 6649 w 79393"/>
                <a:gd name="connsiteY4" fmla="*/ 61766 h 79529"/>
                <a:gd name="connsiteX5" fmla="*/ 3027 w 79393"/>
                <a:gd name="connsiteY5" fmla="*/ 54918 h 79529"/>
                <a:gd name="connsiteX6" fmla="*/ 744 w 79393"/>
                <a:gd name="connsiteY6" fmla="*/ 47475 h 79529"/>
                <a:gd name="connsiteX7" fmla="*/ 744 w 79393"/>
                <a:gd name="connsiteY7" fmla="*/ 31944 h 79529"/>
                <a:gd name="connsiteX8" fmla="*/ 3027 w 79393"/>
                <a:gd name="connsiteY8" fmla="*/ 24501 h 79529"/>
                <a:gd name="connsiteX9" fmla="*/ 6649 w 79393"/>
                <a:gd name="connsiteY9" fmla="*/ 17653 h 79529"/>
                <a:gd name="connsiteX10" fmla="*/ 17615 w 79393"/>
                <a:gd name="connsiteY10" fmla="*/ 6687 h 79529"/>
                <a:gd name="connsiteX11" fmla="*/ 24463 w 79393"/>
                <a:gd name="connsiteY11" fmla="*/ 3064 h 79529"/>
                <a:gd name="connsiteX12" fmla="*/ 31906 w 79393"/>
                <a:gd name="connsiteY12" fmla="*/ 782 h 79529"/>
                <a:gd name="connsiteX13" fmla="*/ 47437 w 79393"/>
                <a:gd name="connsiteY13" fmla="*/ 782 h 79529"/>
                <a:gd name="connsiteX14" fmla="*/ 54880 w 79393"/>
                <a:gd name="connsiteY14" fmla="*/ 3064 h 79529"/>
                <a:gd name="connsiteX15" fmla="*/ 61728 w 79393"/>
                <a:gd name="connsiteY15" fmla="*/ 6687 h 79529"/>
                <a:gd name="connsiteX16" fmla="*/ 67732 w 79393"/>
                <a:gd name="connsiteY16" fmla="*/ 11649 h 79529"/>
                <a:gd name="connsiteX17" fmla="*/ 72694 w 79393"/>
                <a:gd name="connsiteY17" fmla="*/ 17653 h 79529"/>
                <a:gd name="connsiteX18" fmla="*/ 76317 w 79393"/>
                <a:gd name="connsiteY18" fmla="*/ 24501 h 79529"/>
                <a:gd name="connsiteX19" fmla="*/ 78599 w 79393"/>
                <a:gd name="connsiteY19" fmla="*/ 31944 h 79529"/>
                <a:gd name="connsiteX20" fmla="*/ 78599 w 79393"/>
                <a:gd name="connsiteY20" fmla="*/ 47475 h 79529"/>
                <a:gd name="connsiteX21" fmla="*/ 76317 w 79393"/>
                <a:gd name="connsiteY21" fmla="*/ 54918 h 79529"/>
                <a:gd name="connsiteX22" fmla="*/ 72694 w 79393"/>
                <a:gd name="connsiteY22" fmla="*/ 61766 h 79529"/>
                <a:gd name="connsiteX23" fmla="*/ 67732 w 79393"/>
                <a:gd name="connsiteY23" fmla="*/ 67770 h 79529"/>
                <a:gd name="connsiteX24" fmla="*/ 39696 w 79393"/>
                <a:gd name="connsiteY24" fmla="*/ 79530 h 7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529">
                  <a:moveTo>
                    <a:pt x="39696" y="79530"/>
                  </a:moveTo>
                  <a:cubicBezTo>
                    <a:pt x="37082" y="79531"/>
                    <a:pt x="34473" y="79281"/>
                    <a:pt x="31906" y="78786"/>
                  </a:cubicBezTo>
                  <a:cubicBezTo>
                    <a:pt x="29371" y="78274"/>
                    <a:pt x="26894" y="77510"/>
                    <a:pt x="24513" y="76503"/>
                  </a:cubicBezTo>
                  <a:cubicBezTo>
                    <a:pt x="22110" y="75505"/>
                    <a:pt x="19801" y="74292"/>
                    <a:pt x="17615" y="72881"/>
                  </a:cubicBezTo>
                  <a:cubicBezTo>
                    <a:pt x="13285" y="69909"/>
                    <a:pt x="9562" y="66136"/>
                    <a:pt x="6649" y="61766"/>
                  </a:cubicBezTo>
                  <a:cubicBezTo>
                    <a:pt x="5248" y="59591"/>
                    <a:pt x="4036" y="57300"/>
                    <a:pt x="3027" y="54918"/>
                  </a:cubicBezTo>
                  <a:cubicBezTo>
                    <a:pt x="2049" y="52509"/>
                    <a:pt x="1285" y="50018"/>
                    <a:pt x="744" y="47475"/>
                  </a:cubicBezTo>
                  <a:cubicBezTo>
                    <a:pt x="-248" y="42345"/>
                    <a:pt x="-248" y="37073"/>
                    <a:pt x="744" y="31944"/>
                  </a:cubicBezTo>
                  <a:cubicBezTo>
                    <a:pt x="1285" y="29401"/>
                    <a:pt x="2049" y="26910"/>
                    <a:pt x="3027" y="24501"/>
                  </a:cubicBezTo>
                  <a:cubicBezTo>
                    <a:pt x="4036" y="22119"/>
                    <a:pt x="5248" y="19828"/>
                    <a:pt x="6649" y="17653"/>
                  </a:cubicBezTo>
                  <a:cubicBezTo>
                    <a:pt x="9577" y="13336"/>
                    <a:pt x="13298" y="9615"/>
                    <a:pt x="17615" y="6687"/>
                  </a:cubicBezTo>
                  <a:cubicBezTo>
                    <a:pt x="19790" y="5285"/>
                    <a:pt x="22081" y="4074"/>
                    <a:pt x="24463" y="3064"/>
                  </a:cubicBezTo>
                  <a:cubicBezTo>
                    <a:pt x="26872" y="2087"/>
                    <a:pt x="29363" y="1323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0" y="1323"/>
                    <a:pt x="52471" y="2087"/>
                    <a:pt x="54880" y="3064"/>
                  </a:cubicBezTo>
                  <a:cubicBezTo>
                    <a:pt x="57263" y="4074"/>
                    <a:pt x="59553" y="5285"/>
                    <a:pt x="61728" y="6687"/>
                  </a:cubicBezTo>
                  <a:cubicBezTo>
                    <a:pt x="63871" y="8161"/>
                    <a:pt x="65880" y="9822"/>
                    <a:pt x="67732" y="11649"/>
                  </a:cubicBezTo>
                  <a:cubicBezTo>
                    <a:pt x="69573" y="13488"/>
                    <a:pt x="71235" y="15498"/>
                    <a:pt x="72694" y="17653"/>
                  </a:cubicBezTo>
                  <a:cubicBezTo>
                    <a:pt x="74096" y="19828"/>
                    <a:pt x="75308" y="22119"/>
                    <a:pt x="76317" y="24501"/>
                  </a:cubicBezTo>
                  <a:cubicBezTo>
                    <a:pt x="77316" y="26902"/>
                    <a:pt x="78081" y="29395"/>
                    <a:pt x="78599" y="31944"/>
                  </a:cubicBezTo>
                  <a:cubicBezTo>
                    <a:pt x="79658" y="37067"/>
                    <a:pt x="79658" y="42352"/>
                    <a:pt x="78599" y="47475"/>
                  </a:cubicBezTo>
                  <a:cubicBezTo>
                    <a:pt x="78081" y="50024"/>
                    <a:pt x="77316" y="52517"/>
                    <a:pt x="76317" y="54918"/>
                  </a:cubicBezTo>
                  <a:cubicBezTo>
                    <a:pt x="75308" y="57300"/>
                    <a:pt x="74096" y="59591"/>
                    <a:pt x="72694" y="61766"/>
                  </a:cubicBezTo>
                  <a:cubicBezTo>
                    <a:pt x="71235" y="63920"/>
                    <a:pt x="69573" y="65931"/>
                    <a:pt x="67732" y="67770"/>
                  </a:cubicBezTo>
                  <a:cubicBezTo>
                    <a:pt x="60318" y="75255"/>
                    <a:pt x="50232" y="79486"/>
                    <a:pt x="39696" y="795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040B1F5B-DD84-954A-BB80-A487802E0FA5}"/>
                </a:ext>
              </a:extLst>
            </p:cNvPr>
            <p:cNvSpPr/>
            <p:nvPr/>
          </p:nvSpPr>
          <p:spPr>
            <a:xfrm>
              <a:off x="7221471" y="2060586"/>
              <a:ext cx="79343" cy="79386"/>
            </a:xfrm>
            <a:custGeom>
              <a:avLst/>
              <a:gdLst>
                <a:gd name="connsiteX0" fmla="*/ 39696 w 79343"/>
                <a:gd name="connsiteY0" fmla="*/ 79379 h 79386"/>
                <a:gd name="connsiteX1" fmla="*/ 31906 w 79343"/>
                <a:gd name="connsiteY1" fmla="*/ 78635 h 79386"/>
                <a:gd name="connsiteX2" fmla="*/ 24513 w 79343"/>
                <a:gd name="connsiteY2" fmla="*/ 76352 h 79386"/>
                <a:gd name="connsiteX3" fmla="*/ 17615 w 79343"/>
                <a:gd name="connsiteY3" fmla="*/ 72730 h 79386"/>
                <a:gd name="connsiteX4" fmla="*/ 11611 w 79343"/>
                <a:gd name="connsiteY4" fmla="*/ 67768 h 79386"/>
                <a:gd name="connsiteX5" fmla="*/ 6649 w 79343"/>
                <a:gd name="connsiteY5" fmla="*/ 61764 h 79386"/>
                <a:gd name="connsiteX6" fmla="*/ 3027 w 79343"/>
                <a:gd name="connsiteY6" fmla="*/ 54916 h 79386"/>
                <a:gd name="connsiteX7" fmla="*/ 744 w 79343"/>
                <a:gd name="connsiteY7" fmla="*/ 47473 h 79386"/>
                <a:gd name="connsiteX8" fmla="*/ 744 w 79343"/>
                <a:gd name="connsiteY8" fmla="*/ 31942 h 79386"/>
                <a:gd name="connsiteX9" fmla="*/ 3027 w 79343"/>
                <a:gd name="connsiteY9" fmla="*/ 24498 h 79386"/>
                <a:gd name="connsiteX10" fmla="*/ 6649 w 79343"/>
                <a:gd name="connsiteY10" fmla="*/ 17651 h 79386"/>
                <a:gd name="connsiteX11" fmla="*/ 11611 w 79343"/>
                <a:gd name="connsiteY11" fmla="*/ 11647 h 79386"/>
                <a:gd name="connsiteX12" fmla="*/ 17615 w 79343"/>
                <a:gd name="connsiteY12" fmla="*/ 6685 h 79386"/>
                <a:gd name="connsiteX13" fmla="*/ 24513 w 79343"/>
                <a:gd name="connsiteY13" fmla="*/ 3062 h 79386"/>
                <a:gd name="connsiteX14" fmla="*/ 54831 w 79343"/>
                <a:gd name="connsiteY14" fmla="*/ 3062 h 79386"/>
                <a:gd name="connsiteX15" fmla="*/ 61728 w 79343"/>
                <a:gd name="connsiteY15" fmla="*/ 6685 h 79386"/>
                <a:gd name="connsiteX16" fmla="*/ 67732 w 79343"/>
                <a:gd name="connsiteY16" fmla="*/ 11647 h 79386"/>
                <a:gd name="connsiteX17" fmla="*/ 72694 w 79343"/>
                <a:gd name="connsiteY17" fmla="*/ 17651 h 79386"/>
                <a:gd name="connsiteX18" fmla="*/ 76317 w 79343"/>
                <a:gd name="connsiteY18" fmla="*/ 24498 h 79386"/>
                <a:gd name="connsiteX19" fmla="*/ 78599 w 79343"/>
                <a:gd name="connsiteY19" fmla="*/ 31942 h 79386"/>
                <a:gd name="connsiteX20" fmla="*/ 78599 w 79343"/>
                <a:gd name="connsiteY20" fmla="*/ 47473 h 79386"/>
                <a:gd name="connsiteX21" fmla="*/ 76317 w 79343"/>
                <a:gd name="connsiteY21" fmla="*/ 54916 h 79386"/>
                <a:gd name="connsiteX22" fmla="*/ 72694 w 79343"/>
                <a:gd name="connsiteY22" fmla="*/ 61764 h 79386"/>
                <a:gd name="connsiteX23" fmla="*/ 67732 w 79343"/>
                <a:gd name="connsiteY23" fmla="*/ 67768 h 79386"/>
                <a:gd name="connsiteX24" fmla="*/ 61728 w 79343"/>
                <a:gd name="connsiteY24" fmla="*/ 72730 h 79386"/>
                <a:gd name="connsiteX25" fmla="*/ 54880 w 79343"/>
                <a:gd name="connsiteY25" fmla="*/ 76501 h 79386"/>
                <a:gd name="connsiteX26" fmla="*/ 47487 w 79343"/>
                <a:gd name="connsiteY26" fmla="*/ 78784 h 79386"/>
                <a:gd name="connsiteX27" fmla="*/ 39697 w 79343"/>
                <a:gd name="connsiteY27" fmla="*/ 79379 h 7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43" h="79386">
                  <a:moveTo>
                    <a:pt x="39696" y="79379"/>
                  </a:moveTo>
                  <a:cubicBezTo>
                    <a:pt x="37082" y="79380"/>
                    <a:pt x="34473" y="79130"/>
                    <a:pt x="31906" y="78635"/>
                  </a:cubicBezTo>
                  <a:cubicBezTo>
                    <a:pt x="29377" y="78100"/>
                    <a:pt x="26902" y="77336"/>
                    <a:pt x="24513" y="76352"/>
                  </a:cubicBezTo>
                  <a:cubicBezTo>
                    <a:pt x="22110" y="75354"/>
                    <a:pt x="19801" y="74142"/>
                    <a:pt x="17615" y="72730"/>
                  </a:cubicBezTo>
                  <a:cubicBezTo>
                    <a:pt x="15472" y="71255"/>
                    <a:pt x="13463" y="69595"/>
                    <a:pt x="11611" y="67768"/>
                  </a:cubicBezTo>
                  <a:cubicBezTo>
                    <a:pt x="9772" y="65927"/>
                    <a:pt x="8111" y="63916"/>
                    <a:pt x="6649" y="61764"/>
                  </a:cubicBezTo>
                  <a:cubicBezTo>
                    <a:pt x="5248" y="59589"/>
                    <a:pt x="4036" y="57298"/>
                    <a:pt x="3027" y="54916"/>
                  </a:cubicBezTo>
                  <a:cubicBezTo>
                    <a:pt x="2027" y="52515"/>
                    <a:pt x="1263" y="50022"/>
                    <a:pt x="744" y="47473"/>
                  </a:cubicBezTo>
                  <a:cubicBezTo>
                    <a:pt x="-248" y="42343"/>
                    <a:pt x="-248" y="37071"/>
                    <a:pt x="744" y="31942"/>
                  </a:cubicBezTo>
                  <a:cubicBezTo>
                    <a:pt x="1263" y="29393"/>
                    <a:pt x="2027" y="26900"/>
                    <a:pt x="3027" y="24498"/>
                  </a:cubicBezTo>
                  <a:cubicBezTo>
                    <a:pt x="4036" y="22116"/>
                    <a:pt x="5248" y="19825"/>
                    <a:pt x="6649" y="17651"/>
                  </a:cubicBezTo>
                  <a:cubicBezTo>
                    <a:pt x="8111" y="15498"/>
                    <a:pt x="9772" y="13488"/>
                    <a:pt x="11611" y="11647"/>
                  </a:cubicBezTo>
                  <a:cubicBezTo>
                    <a:pt x="13450" y="9805"/>
                    <a:pt x="15461" y="8144"/>
                    <a:pt x="17615" y="6685"/>
                  </a:cubicBezTo>
                  <a:cubicBezTo>
                    <a:pt x="19790" y="5254"/>
                    <a:pt x="22100" y="4041"/>
                    <a:pt x="24513" y="3062"/>
                  </a:cubicBezTo>
                  <a:cubicBezTo>
                    <a:pt x="34206" y="-1021"/>
                    <a:pt x="45137" y="-1021"/>
                    <a:pt x="54831" y="3062"/>
                  </a:cubicBezTo>
                  <a:cubicBezTo>
                    <a:pt x="57243" y="4041"/>
                    <a:pt x="59553" y="5254"/>
                    <a:pt x="61728" y="6685"/>
                  </a:cubicBezTo>
                  <a:cubicBezTo>
                    <a:pt x="63883" y="8144"/>
                    <a:pt x="65893" y="9805"/>
                    <a:pt x="67732" y="11647"/>
                  </a:cubicBezTo>
                  <a:cubicBezTo>
                    <a:pt x="69585" y="13475"/>
                    <a:pt x="71248" y="15487"/>
                    <a:pt x="72694" y="17651"/>
                  </a:cubicBezTo>
                  <a:cubicBezTo>
                    <a:pt x="74096" y="19825"/>
                    <a:pt x="75308" y="22116"/>
                    <a:pt x="76317" y="24498"/>
                  </a:cubicBezTo>
                  <a:cubicBezTo>
                    <a:pt x="77316" y="26900"/>
                    <a:pt x="78081" y="29393"/>
                    <a:pt x="78599" y="31942"/>
                  </a:cubicBezTo>
                  <a:cubicBezTo>
                    <a:pt x="79591" y="37071"/>
                    <a:pt x="79591" y="42343"/>
                    <a:pt x="78599" y="47473"/>
                  </a:cubicBezTo>
                  <a:cubicBezTo>
                    <a:pt x="78081" y="50022"/>
                    <a:pt x="77316" y="52515"/>
                    <a:pt x="76317" y="54916"/>
                  </a:cubicBezTo>
                  <a:cubicBezTo>
                    <a:pt x="75308" y="57298"/>
                    <a:pt x="74096" y="59589"/>
                    <a:pt x="72694" y="61764"/>
                  </a:cubicBezTo>
                  <a:cubicBezTo>
                    <a:pt x="71248" y="63928"/>
                    <a:pt x="69585" y="65940"/>
                    <a:pt x="67732" y="67768"/>
                  </a:cubicBezTo>
                  <a:cubicBezTo>
                    <a:pt x="65880" y="69595"/>
                    <a:pt x="63871" y="71255"/>
                    <a:pt x="61728" y="72730"/>
                  </a:cubicBezTo>
                  <a:cubicBezTo>
                    <a:pt x="59564" y="74190"/>
                    <a:pt x="57272" y="75452"/>
                    <a:pt x="54880" y="76501"/>
                  </a:cubicBezTo>
                  <a:cubicBezTo>
                    <a:pt x="52491" y="77485"/>
                    <a:pt x="50016" y="78249"/>
                    <a:pt x="47487" y="78784"/>
                  </a:cubicBezTo>
                  <a:cubicBezTo>
                    <a:pt x="44915" y="79230"/>
                    <a:pt x="42306" y="79430"/>
                    <a:pt x="39697" y="793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085431B-F685-464E-80E7-47BB512D215F}"/>
                </a:ext>
              </a:extLst>
            </p:cNvPr>
            <p:cNvSpPr/>
            <p:nvPr/>
          </p:nvSpPr>
          <p:spPr>
            <a:xfrm>
              <a:off x="7102381" y="2060586"/>
              <a:ext cx="79343" cy="79386"/>
            </a:xfrm>
            <a:custGeom>
              <a:avLst/>
              <a:gdLst>
                <a:gd name="connsiteX0" fmla="*/ 39696 w 79343"/>
                <a:gd name="connsiteY0" fmla="*/ 79379 h 79386"/>
                <a:gd name="connsiteX1" fmla="*/ 31906 w 79343"/>
                <a:gd name="connsiteY1" fmla="*/ 78635 h 79386"/>
                <a:gd name="connsiteX2" fmla="*/ 24513 w 79343"/>
                <a:gd name="connsiteY2" fmla="*/ 76352 h 79386"/>
                <a:gd name="connsiteX3" fmla="*/ 17615 w 79343"/>
                <a:gd name="connsiteY3" fmla="*/ 72730 h 79386"/>
                <a:gd name="connsiteX4" fmla="*/ 11611 w 79343"/>
                <a:gd name="connsiteY4" fmla="*/ 67768 h 79386"/>
                <a:gd name="connsiteX5" fmla="*/ 6649 w 79343"/>
                <a:gd name="connsiteY5" fmla="*/ 61764 h 79386"/>
                <a:gd name="connsiteX6" fmla="*/ 3027 w 79343"/>
                <a:gd name="connsiteY6" fmla="*/ 54916 h 79386"/>
                <a:gd name="connsiteX7" fmla="*/ 744 w 79343"/>
                <a:gd name="connsiteY7" fmla="*/ 47473 h 79386"/>
                <a:gd name="connsiteX8" fmla="*/ 744 w 79343"/>
                <a:gd name="connsiteY8" fmla="*/ 31942 h 79386"/>
                <a:gd name="connsiteX9" fmla="*/ 3027 w 79343"/>
                <a:gd name="connsiteY9" fmla="*/ 24498 h 79386"/>
                <a:gd name="connsiteX10" fmla="*/ 6649 w 79343"/>
                <a:gd name="connsiteY10" fmla="*/ 17651 h 79386"/>
                <a:gd name="connsiteX11" fmla="*/ 11611 w 79343"/>
                <a:gd name="connsiteY11" fmla="*/ 11647 h 79386"/>
                <a:gd name="connsiteX12" fmla="*/ 17615 w 79343"/>
                <a:gd name="connsiteY12" fmla="*/ 6685 h 79386"/>
                <a:gd name="connsiteX13" fmla="*/ 24513 w 79343"/>
                <a:gd name="connsiteY13" fmla="*/ 3062 h 79386"/>
                <a:gd name="connsiteX14" fmla="*/ 54831 w 79343"/>
                <a:gd name="connsiteY14" fmla="*/ 3062 h 79386"/>
                <a:gd name="connsiteX15" fmla="*/ 61728 w 79343"/>
                <a:gd name="connsiteY15" fmla="*/ 6685 h 79386"/>
                <a:gd name="connsiteX16" fmla="*/ 67732 w 79343"/>
                <a:gd name="connsiteY16" fmla="*/ 11647 h 79386"/>
                <a:gd name="connsiteX17" fmla="*/ 72694 w 79343"/>
                <a:gd name="connsiteY17" fmla="*/ 17651 h 79386"/>
                <a:gd name="connsiteX18" fmla="*/ 76317 w 79343"/>
                <a:gd name="connsiteY18" fmla="*/ 24498 h 79386"/>
                <a:gd name="connsiteX19" fmla="*/ 78599 w 79343"/>
                <a:gd name="connsiteY19" fmla="*/ 31942 h 79386"/>
                <a:gd name="connsiteX20" fmla="*/ 78599 w 79343"/>
                <a:gd name="connsiteY20" fmla="*/ 47473 h 79386"/>
                <a:gd name="connsiteX21" fmla="*/ 76317 w 79343"/>
                <a:gd name="connsiteY21" fmla="*/ 54916 h 79386"/>
                <a:gd name="connsiteX22" fmla="*/ 72694 w 79343"/>
                <a:gd name="connsiteY22" fmla="*/ 61764 h 79386"/>
                <a:gd name="connsiteX23" fmla="*/ 67732 w 79343"/>
                <a:gd name="connsiteY23" fmla="*/ 67768 h 79386"/>
                <a:gd name="connsiteX24" fmla="*/ 61728 w 79343"/>
                <a:gd name="connsiteY24" fmla="*/ 72730 h 79386"/>
                <a:gd name="connsiteX25" fmla="*/ 54880 w 79343"/>
                <a:gd name="connsiteY25" fmla="*/ 76501 h 79386"/>
                <a:gd name="connsiteX26" fmla="*/ 47487 w 79343"/>
                <a:gd name="connsiteY26" fmla="*/ 78784 h 79386"/>
                <a:gd name="connsiteX27" fmla="*/ 39697 w 79343"/>
                <a:gd name="connsiteY27" fmla="*/ 79379 h 7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43" h="79386">
                  <a:moveTo>
                    <a:pt x="39696" y="79379"/>
                  </a:moveTo>
                  <a:cubicBezTo>
                    <a:pt x="37082" y="79380"/>
                    <a:pt x="34473" y="79130"/>
                    <a:pt x="31906" y="78635"/>
                  </a:cubicBezTo>
                  <a:cubicBezTo>
                    <a:pt x="29377" y="78100"/>
                    <a:pt x="26902" y="77336"/>
                    <a:pt x="24513" y="76352"/>
                  </a:cubicBezTo>
                  <a:cubicBezTo>
                    <a:pt x="22110" y="75354"/>
                    <a:pt x="19801" y="74142"/>
                    <a:pt x="17615" y="72730"/>
                  </a:cubicBezTo>
                  <a:cubicBezTo>
                    <a:pt x="15472" y="71255"/>
                    <a:pt x="13463" y="69595"/>
                    <a:pt x="11611" y="67768"/>
                  </a:cubicBezTo>
                  <a:cubicBezTo>
                    <a:pt x="9772" y="65927"/>
                    <a:pt x="8111" y="63916"/>
                    <a:pt x="6649" y="61764"/>
                  </a:cubicBezTo>
                  <a:cubicBezTo>
                    <a:pt x="5248" y="59589"/>
                    <a:pt x="4036" y="57298"/>
                    <a:pt x="3027" y="54916"/>
                  </a:cubicBezTo>
                  <a:cubicBezTo>
                    <a:pt x="2027" y="52515"/>
                    <a:pt x="1263" y="50022"/>
                    <a:pt x="744" y="47473"/>
                  </a:cubicBezTo>
                  <a:cubicBezTo>
                    <a:pt x="-248" y="42343"/>
                    <a:pt x="-248" y="37071"/>
                    <a:pt x="744" y="31942"/>
                  </a:cubicBezTo>
                  <a:cubicBezTo>
                    <a:pt x="1263" y="29393"/>
                    <a:pt x="2027" y="26900"/>
                    <a:pt x="3027" y="24498"/>
                  </a:cubicBezTo>
                  <a:cubicBezTo>
                    <a:pt x="4036" y="22116"/>
                    <a:pt x="5248" y="19825"/>
                    <a:pt x="6649" y="17651"/>
                  </a:cubicBezTo>
                  <a:cubicBezTo>
                    <a:pt x="8111" y="15498"/>
                    <a:pt x="9772" y="13488"/>
                    <a:pt x="11611" y="11647"/>
                  </a:cubicBezTo>
                  <a:cubicBezTo>
                    <a:pt x="13450" y="9805"/>
                    <a:pt x="15461" y="8144"/>
                    <a:pt x="17615" y="6685"/>
                  </a:cubicBezTo>
                  <a:cubicBezTo>
                    <a:pt x="19790" y="5254"/>
                    <a:pt x="22100" y="4041"/>
                    <a:pt x="24513" y="3062"/>
                  </a:cubicBezTo>
                  <a:cubicBezTo>
                    <a:pt x="34206" y="-1021"/>
                    <a:pt x="45137" y="-1021"/>
                    <a:pt x="54831" y="3062"/>
                  </a:cubicBezTo>
                  <a:cubicBezTo>
                    <a:pt x="57243" y="4041"/>
                    <a:pt x="59553" y="5254"/>
                    <a:pt x="61728" y="6685"/>
                  </a:cubicBezTo>
                  <a:cubicBezTo>
                    <a:pt x="63883" y="8144"/>
                    <a:pt x="65893" y="9805"/>
                    <a:pt x="67732" y="11647"/>
                  </a:cubicBezTo>
                  <a:cubicBezTo>
                    <a:pt x="69585" y="13475"/>
                    <a:pt x="71248" y="15487"/>
                    <a:pt x="72694" y="17651"/>
                  </a:cubicBezTo>
                  <a:cubicBezTo>
                    <a:pt x="74096" y="19825"/>
                    <a:pt x="75308" y="22116"/>
                    <a:pt x="76317" y="24498"/>
                  </a:cubicBezTo>
                  <a:cubicBezTo>
                    <a:pt x="77316" y="26900"/>
                    <a:pt x="78081" y="29393"/>
                    <a:pt x="78599" y="31942"/>
                  </a:cubicBezTo>
                  <a:cubicBezTo>
                    <a:pt x="79591" y="37071"/>
                    <a:pt x="79591" y="42343"/>
                    <a:pt x="78599" y="47473"/>
                  </a:cubicBezTo>
                  <a:cubicBezTo>
                    <a:pt x="78081" y="50022"/>
                    <a:pt x="77316" y="52515"/>
                    <a:pt x="76317" y="54916"/>
                  </a:cubicBezTo>
                  <a:cubicBezTo>
                    <a:pt x="75308" y="57298"/>
                    <a:pt x="74096" y="59589"/>
                    <a:pt x="72694" y="61764"/>
                  </a:cubicBezTo>
                  <a:cubicBezTo>
                    <a:pt x="71248" y="63928"/>
                    <a:pt x="69585" y="65940"/>
                    <a:pt x="67732" y="67768"/>
                  </a:cubicBezTo>
                  <a:cubicBezTo>
                    <a:pt x="65880" y="69595"/>
                    <a:pt x="63871" y="71255"/>
                    <a:pt x="61728" y="72730"/>
                  </a:cubicBezTo>
                  <a:cubicBezTo>
                    <a:pt x="59564" y="74190"/>
                    <a:pt x="57272" y="75452"/>
                    <a:pt x="54880" y="76501"/>
                  </a:cubicBezTo>
                  <a:cubicBezTo>
                    <a:pt x="52491" y="77485"/>
                    <a:pt x="50016" y="78249"/>
                    <a:pt x="47487" y="78784"/>
                  </a:cubicBezTo>
                  <a:cubicBezTo>
                    <a:pt x="44915" y="79230"/>
                    <a:pt x="42306" y="79430"/>
                    <a:pt x="39697" y="793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325774C0-A3C6-414D-A633-E31A43E2B5DE}"/>
              </a:ext>
            </a:extLst>
          </p:cNvPr>
          <p:cNvGrpSpPr>
            <a:grpSpLocks noChangeAspect="1"/>
          </p:cNvGrpSpPr>
          <p:nvPr/>
        </p:nvGrpSpPr>
        <p:grpSpPr>
          <a:xfrm>
            <a:off x="8098744" y="1429418"/>
            <a:ext cx="796691" cy="814948"/>
            <a:chOff x="8098744" y="1429418"/>
            <a:chExt cx="796691" cy="814948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03848AB-3567-E144-A156-BFBD520A0D2B}"/>
                </a:ext>
              </a:extLst>
            </p:cNvPr>
            <p:cNvSpPr/>
            <p:nvPr/>
          </p:nvSpPr>
          <p:spPr>
            <a:xfrm>
              <a:off x="8098744" y="1561884"/>
              <a:ext cx="774182" cy="682482"/>
            </a:xfrm>
            <a:custGeom>
              <a:avLst/>
              <a:gdLst>
                <a:gd name="connsiteX0" fmla="*/ 170497 w 774182"/>
                <a:gd name="connsiteY0" fmla="*/ 682483 h 682482"/>
                <a:gd name="connsiteX1" fmla="*/ 130800 w 774182"/>
                <a:gd name="connsiteY1" fmla="*/ 642786 h 682482"/>
                <a:gd name="connsiteX2" fmla="*/ 130800 w 774182"/>
                <a:gd name="connsiteY2" fmla="*/ 554213 h 682482"/>
                <a:gd name="connsiteX3" fmla="*/ 39697 w 774182"/>
                <a:gd name="connsiteY3" fmla="*/ 554213 h 682482"/>
                <a:gd name="connsiteX4" fmla="*/ 0 w 774182"/>
                <a:gd name="connsiteY4" fmla="*/ 514517 h 682482"/>
                <a:gd name="connsiteX5" fmla="*/ 0 w 774182"/>
                <a:gd name="connsiteY5" fmla="*/ 39697 h 682482"/>
                <a:gd name="connsiteX6" fmla="*/ 39697 w 774182"/>
                <a:gd name="connsiteY6" fmla="*/ 0 h 682482"/>
                <a:gd name="connsiteX7" fmla="*/ 563940 w 774182"/>
                <a:gd name="connsiteY7" fmla="*/ 0 h 682482"/>
                <a:gd name="connsiteX8" fmla="*/ 603636 w 774182"/>
                <a:gd name="connsiteY8" fmla="*/ 39697 h 682482"/>
                <a:gd name="connsiteX9" fmla="*/ 563940 w 774182"/>
                <a:gd name="connsiteY9" fmla="*/ 79393 h 682482"/>
                <a:gd name="connsiteX10" fmla="*/ 79393 w 774182"/>
                <a:gd name="connsiteY10" fmla="*/ 79393 h 682482"/>
                <a:gd name="connsiteX11" fmla="*/ 79393 w 774182"/>
                <a:gd name="connsiteY11" fmla="*/ 474820 h 682482"/>
                <a:gd name="connsiteX12" fmla="*/ 170497 w 774182"/>
                <a:gd name="connsiteY12" fmla="*/ 474820 h 682482"/>
                <a:gd name="connsiteX13" fmla="*/ 210193 w 774182"/>
                <a:gd name="connsiteY13" fmla="*/ 514517 h 682482"/>
                <a:gd name="connsiteX14" fmla="*/ 210193 w 774182"/>
                <a:gd name="connsiteY14" fmla="*/ 548606 h 682482"/>
                <a:gd name="connsiteX15" fmla="*/ 274303 w 774182"/>
                <a:gd name="connsiteY15" fmla="*/ 485886 h 682482"/>
                <a:gd name="connsiteX16" fmla="*/ 301992 w 774182"/>
                <a:gd name="connsiteY16" fmla="*/ 474622 h 682482"/>
                <a:gd name="connsiteX17" fmla="*/ 694790 w 774182"/>
                <a:gd name="connsiteY17" fmla="*/ 474622 h 682482"/>
                <a:gd name="connsiteX18" fmla="*/ 694790 w 774182"/>
                <a:gd name="connsiteY18" fmla="*/ 39697 h 682482"/>
                <a:gd name="connsiteX19" fmla="*/ 734486 w 774182"/>
                <a:gd name="connsiteY19" fmla="*/ 0 h 682482"/>
                <a:gd name="connsiteX20" fmla="*/ 774183 w 774182"/>
                <a:gd name="connsiteY20" fmla="*/ 39697 h 682482"/>
                <a:gd name="connsiteX21" fmla="*/ 774183 w 774182"/>
                <a:gd name="connsiteY21" fmla="*/ 514517 h 682482"/>
                <a:gd name="connsiteX22" fmla="*/ 734486 w 774182"/>
                <a:gd name="connsiteY22" fmla="*/ 554213 h 682482"/>
                <a:gd name="connsiteX23" fmla="*/ 318168 w 774182"/>
                <a:gd name="connsiteY23" fmla="*/ 554213 h 682482"/>
                <a:gd name="connsiteX24" fmla="*/ 198235 w 774182"/>
                <a:gd name="connsiteY24" fmla="*/ 671169 h 682482"/>
                <a:gd name="connsiteX25" fmla="*/ 170497 w 774182"/>
                <a:gd name="connsiteY25" fmla="*/ 682483 h 68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4182" h="682482">
                  <a:moveTo>
                    <a:pt x="170497" y="682483"/>
                  </a:moveTo>
                  <a:cubicBezTo>
                    <a:pt x="148573" y="682483"/>
                    <a:pt x="130800" y="664710"/>
                    <a:pt x="130800" y="642786"/>
                  </a:cubicBezTo>
                  <a:lnTo>
                    <a:pt x="130800" y="554213"/>
                  </a:lnTo>
                  <a:lnTo>
                    <a:pt x="39697" y="554213"/>
                  </a:lnTo>
                  <a:cubicBezTo>
                    <a:pt x="17773" y="554213"/>
                    <a:pt x="0" y="536441"/>
                    <a:pt x="0" y="51451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63940" y="0"/>
                  </a:lnTo>
                  <a:cubicBezTo>
                    <a:pt x="585864" y="0"/>
                    <a:pt x="603636" y="17773"/>
                    <a:pt x="603636" y="39697"/>
                  </a:cubicBezTo>
                  <a:cubicBezTo>
                    <a:pt x="603636" y="61620"/>
                    <a:pt x="585864" y="79393"/>
                    <a:pt x="563940" y="79393"/>
                  </a:cubicBezTo>
                  <a:lnTo>
                    <a:pt x="79393" y="79393"/>
                  </a:lnTo>
                  <a:lnTo>
                    <a:pt x="79393" y="474820"/>
                  </a:lnTo>
                  <a:lnTo>
                    <a:pt x="170497" y="474820"/>
                  </a:lnTo>
                  <a:cubicBezTo>
                    <a:pt x="192421" y="474820"/>
                    <a:pt x="210193" y="492593"/>
                    <a:pt x="210193" y="514517"/>
                  </a:cubicBezTo>
                  <a:lnTo>
                    <a:pt x="210193" y="548606"/>
                  </a:lnTo>
                  <a:lnTo>
                    <a:pt x="274303" y="485886"/>
                  </a:lnTo>
                  <a:cubicBezTo>
                    <a:pt x="281713" y="478667"/>
                    <a:pt x="291647" y="474625"/>
                    <a:pt x="301992" y="474622"/>
                  </a:cubicBezTo>
                  <a:lnTo>
                    <a:pt x="694790" y="474622"/>
                  </a:lnTo>
                  <a:lnTo>
                    <a:pt x="694790" y="39697"/>
                  </a:lnTo>
                  <a:cubicBezTo>
                    <a:pt x="694790" y="17773"/>
                    <a:pt x="712562" y="0"/>
                    <a:pt x="734486" y="0"/>
                  </a:cubicBezTo>
                  <a:cubicBezTo>
                    <a:pt x="756410" y="0"/>
                    <a:pt x="774183" y="17773"/>
                    <a:pt x="774183" y="39697"/>
                  </a:cubicBezTo>
                  <a:lnTo>
                    <a:pt x="774183" y="514517"/>
                  </a:lnTo>
                  <a:cubicBezTo>
                    <a:pt x="774183" y="536441"/>
                    <a:pt x="756410" y="554213"/>
                    <a:pt x="734486" y="554213"/>
                  </a:cubicBezTo>
                  <a:lnTo>
                    <a:pt x="318168" y="554213"/>
                  </a:lnTo>
                  <a:lnTo>
                    <a:pt x="198235" y="671169"/>
                  </a:lnTo>
                  <a:cubicBezTo>
                    <a:pt x="190821" y="678418"/>
                    <a:pt x="180866" y="682479"/>
                    <a:pt x="170497" y="6824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330C3AC2-866F-FE4E-9055-C62B04991935}"/>
                </a:ext>
              </a:extLst>
            </p:cNvPr>
            <p:cNvSpPr/>
            <p:nvPr/>
          </p:nvSpPr>
          <p:spPr>
            <a:xfrm>
              <a:off x="8515506" y="1429418"/>
              <a:ext cx="379929" cy="410788"/>
            </a:xfrm>
            <a:custGeom>
              <a:avLst/>
              <a:gdLst>
                <a:gd name="connsiteX0" fmla="*/ 39699 w 379929"/>
                <a:gd name="connsiteY0" fmla="*/ 410789 h 410788"/>
                <a:gd name="connsiteX1" fmla="*/ 0 w 379929"/>
                <a:gd name="connsiteY1" fmla="*/ 371095 h 410788"/>
                <a:gd name="connsiteX2" fmla="*/ 1392 w 379929"/>
                <a:gd name="connsiteY2" fmla="*/ 360672 h 410788"/>
                <a:gd name="connsiteX3" fmla="*/ 25607 w 379929"/>
                <a:gd name="connsiteY3" fmla="*/ 271354 h 410788"/>
                <a:gd name="connsiteX4" fmla="*/ 33447 w 379929"/>
                <a:gd name="connsiteY4" fmla="*/ 256468 h 410788"/>
                <a:gd name="connsiteX5" fmla="*/ 236446 w 379929"/>
                <a:gd name="connsiteY5" fmla="*/ 14220 h 410788"/>
                <a:gd name="connsiteX6" fmla="*/ 290135 w 379929"/>
                <a:gd name="connsiteY6" fmla="*/ 7521 h 410788"/>
                <a:gd name="connsiteX7" fmla="*/ 363475 w 379929"/>
                <a:gd name="connsiteY7" fmla="*/ 60566 h 410788"/>
                <a:gd name="connsiteX8" fmla="*/ 372409 w 379929"/>
                <a:gd name="connsiteY8" fmla="*/ 115990 h 410788"/>
                <a:gd name="connsiteX9" fmla="*/ 370670 w 379929"/>
                <a:gd name="connsiteY9" fmla="*/ 118225 h 410788"/>
                <a:gd name="connsiteX10" fmla="*/ 159385 w 379929"/>
                <a:gd name="connsiteY10" fmla="*/ 370248 h 410788"/>
                <a:gd name="connsiteX11" fmla="*/ 140132 w 379929"/>
                <a:gd name="connsiteY11" fmla="*/ 382803 h 410788"/>
                <a:gd name="connsiteX12" fmla="*/ 50814 w 379929"/>
                <a:gd name="connsiteY12" fmla="*/ 409002 h 410788"/>
                <a:gd name="connsiteX13" fmla="*/ 39699 w 379929"/>
                <a:gd name="connsiteY13" fmla="*/ 410789 h 410788"/>
                <a:gd name="connsiteX14" fmla="*/ 99939 w 379929"/>
                <a:gd name="connsiteY14" fmla="*/ 300780 h 410788"/>
                <a:gd name="connsiteX15" fmla="*/ 96614 w 379929"/>
                <a:gd name="connsiteY15" fmla="*/ 312986 h 410788"/>
                <a:gd name="connsiteX16" fmla="*/ 106241 w 379929"/>
                <a:gd name="connsiteY16" fmla="*/ 310158 h 410788"/>
                <a:gd name="connsiteX17" fmla="*/ 282444 w 379929"/>
                <a:gd name="connsiteY17" fmla="*/ 99915 h 410788"/>
                <a:gd name="connsiteX18" fmla="*/ 273562 w 379929"/>
                <a:gd name="connsiteY18" fmla="*/ 93514 h 41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929" h="410788">
                  <a:moveTo>
                    <a:pt x="39699" y="410789"/>
                  </a:moveTo>
                  <a:cubicBezTo>
                    <a:pt x="17775" y="410790"/>
                    <a:pt x="1" y="393019"/>
                    <a:pt x="0" y="371095"/>
                  </a:cubicBezTo>
                  <a:cubicBezTo>
                    <a:pt x="0" y="367574"/>
                    <a:pt x="468" y="364069"/>
                    <a:pt x="1392" y="360672"/>
                  </a:cubicBezTo>
                  <a:lnTo>
                    <a:pt x="25607" y="271354"/>
                  </a:lnTo>
                  <a:cubicBezTo>
                    <a:pt x="27112" y="265883"/>
                    <a:pt x="29787" y="260804"/>
                    <a:pt x="33447" y="256468"/>
                  </a:cubicBezTo>
                  <a:lnTo>
                    <a:pt x="236446" y="14220"/>
                  </a:lnTo>
                  <a:cubicBezTo>
                    <a:pt x="249813" y="-1752"/>
                    <a:pt x="273253" y="-4677"/>
                    <a:pt x="290135" y="7521"/>
                  </a:cubicBezTo>
                  <a:lnTo>
                    <a:pt x="363475" y="60566"/>
                  </a:lnTo>
                  <a:cubicBezTo>
                    <a:pt x="381247" y="73404"/>
                    <a:pt x="385247" y="98218"/>
                    <a:pt x="372409" y="115990"/>
                  </a:cubicBezTo>
                  <a:cubicBezTo>
                    <a:pt x="371856" y="116755"/>
                    <a:pt x="371276" y="117501"/>
                    <a:pt x="370670" y="118225"/>
                  </a:cubicBezTo>
                  <a:lnTo>
                    <a:pt x="159385" y="370248"/>
                  </a:lnTo>
                  <a:cubicBezTo>
                    <a:pt x="154361" y="376258"/>
                    <a:pt x="147657" y="380630"/>
                    <a:pt x="140132" y="382803"/>
                  </a:cubicBezTo>
                  <a:lnTo>
                    <a:pt x="50814" y="409002"/>
                  </a:lnTo>
                  <a:cubicBezTo>
                    <a:pt x="47214" y="410129"/>
                    <a:pt x="43471" y="410730"/>
                    <a:pt x="39699" y="410789"/>
                  </a:cubicBezTo>
                  <a:close/>
                  <a:moveTo>
                    <a:pt x="99939" y="300780"/>
                  </a:moveTo>
                  <a:lnTo>
                    <a:pt x="96614" y="312986"/>
                  </a:lnTo>
                  <a:lnTo>
                    <a:pt x="106241" y="310158"/>
                  </a:lnTo>
                  <a:lnTo>
                    <a:pt x="282444" y="99915"/>
                  </a:lnTo>
                  <a:lnTo>
                    <a:pt x="273562" y="9351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52EB627A-7285-384C-983D-3DEB613380BF}"/>
                </a:ext>
              </a:extLst>
            </p:cNvPr>
            <p:cNvSpPr/>
            <p:nvPr/>
          </p:nvSpPr>
          <p:spPr>
            <a:xfrm>
              <a:off x="8218925" y="1694371"/>
              <a:ext cx="276883" cy="79393"/>
            </a:xfrm>
            <a:custGeom>
              <a:avLst/>
              <a:gdLst>
                <a:gd name="connsiteX0" fmla="*/ 237187 w 276883"/>
                <a:gd name="connsiteY0" fmla="*/ 79393 h 79393"/>
                <a:gd name="connsiteX1" fmla="*/ 39697 w 276883"/>
                <a:gd name="connsiteY1" fmla="*/ 79393 h 79393"/>
                <a:gd name="connsiteX2" fmla="*/ 0 w 276883"/>
                <a:gd name="connsiteY2" fmla="*/ 39697 h 79393"/>
                <a:gd name="connsiteX3" fmla="*/ 39697 w 276883"/>
                <a:gd name="connsiteY3" fmla="*/ 0 h 79393"/>
                <a:gd name="connsiteX4" fmla="*/ 237187 w 276883"/>
                <a:gd name="connsiteY4" fmla="*/ 0 h 79393"/>
                <a:gd name="connsiteX5" fmla="*/ 276884 w 276883"/>
                <a:gd name="connsiteY5" fmla="*/ 39697 h 79393"/>
                <a:gd name="connsiteX6" fmla="*/ 237187 w 2768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883" h="79393">
                  <a:moveTo>
                    <a:pt x="23718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7187" y="0"/>
                  </a:lnTo>
                  <a:cubicBezTo>
                    <a:pt x="259111" y="0"/>
                    <a:pt x="276884" y="17773"/>
                    <a:pt x="276884" y="39697"/>
                  </a:cubicBezTo>
                  <a:cubicBezTo>
                    <a:pt x="276884" y="61620"/>
                    <a:pt x="259111" y="79393"/>
                    <a:pt x="23718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2C0D435-0487-CD4B-AD33-72D9C84E44B1}"/>
                </a:ext>
              </a:extLst>
            </p:cNvPr>
            <p:cNvSpPr/>
            <p:nvPr/>
          </p:nvSpPr>
          <p:spPr>
            <a:xfrm>
              <a:off x="8218925" y="1798574"/>
              <a:ext cx="276883" cy="79393"/>
            </a:xfrm>
            <a:custGeom>
              <a:avLst/>
              <a:gdLst>
                <a:gd name="connsiteX0" fmla="*/ 237187 w 276883"/>
                <a:gd name="connsiteY0" fmla="*/ 79393 h 79393"/>
                <a:gd name="connsiteX1" fmla="*/ 39697 w 276883"/>
                <a:gd name="connsiteY1" fmla="*/ 79393 h 79393"/>
                <a:gd name="connsiteX2" fmla="*/ 0 w 276883"/>
                <a:gd name="connsiteY2" fmla="*/ 39697 h 79393"/>
                <a:gd name="connsiteX3" fmla="*/ 39697 w 276883"/>
                <a:gd name="connsiteY3" fmla="*/ 0 h 79393"/>
                <a:gd name="connsiteX4" fmla="*/ 237187 w 276883"/>
                <a:gd name="connsiteY4" fmla="*/ 0 h 79393"/>
                <a:gd name="connsiteX5" fmla="*/ 276884 w 276883"/>
                <a:gd name="connsiteY5" fmla="*/ 39697 h 79393"/>
                <a:gd name="connsiteX6" fmla="*/ 237187 w 2768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883" h="79393">
                  <a:moveTo>
                    <a:pt x="23718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7187" y="0"/>
                  </a:lnTo>
                  <a:cubicBezTo>
                    <a:pt x="259111" y="0"/>
                    <a:pt x="276884" y="17773"/>
                    <a:pt x="276884" y="39697"/>
                  </a:cubicBezTo>
                  <a:cubicBezTo>
                    <a:pt x="276884" y="61620"/>
                    <a:pt x="259111" y="79393"/>
                    <a:pt x="23718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7EB32BE-185C-524B-8907-CBC8CC55BCD9}"/>
                </a:ext>
              </a:extLst>
            </p:cNvPr>
            <p:cNvSpPr/>
            <p:nvPr/>
          </p:nvSpPr>
          <p:spPr>
            <a:xfrm>
              <a:off x="8214013" y="1904366"/>
              <a:ext cx="519975" cy="79393"/>
            </a:xfrm>
            <a:custGeom>
              <a:avLst/>
              <a:gdLst>
                <a:gd name="connsiteX0" fmla="*/ 480279 w 519975"/>
                <a:gd name="connsiteY0" fmla="*/ 79393 h 79393"/>
                <a:gd name="connsiteX1" fmla="*/ 39697 w 519975"/>
                <a:gd name="connsiteY1" fmla="*/ 79393 h 79393"/>
                <a:gd name="connsiteX2" fmla="*/ 0 w 519975"/>
                <a:gd name="connsiteY2" fmla="*/ 39697 h 79393"/>
                <a:gd name="connsiteX3" fmla="*/ 39697 w 519975"/>
                <a:gd name="connsiteY3" fmla="*/ 0 h 79393"/>
                <a:gd name="connsiteX4" fmla="*/ 480279 w 519975"/>
                <a:gd name="connsiteY4" fmla="*/ 0 h 79393"/>
                <a:gd name="connsiteX5" fmla="*/ 519976 w 519975"/>
                <a:gd name="connsiteY5" fmla="*/ 39697 h 79393"/>
                <a:gd name="connsiteX6" fmla="*/ 480279 w 5199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975" h="79393">
                  <a:moveTo>
                    <a:pt x="48027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80279" y="0"/>
                  </a:lnTo>
                  <a:cubicBezTo>
                    <a:pt x="502203" y="0"/>
                    <a:pt x="519976" y="17773"/>
                    <a:pt x="519976" y="39697"/>
                  </a:cubicBezTo>
                  <a:cubicBezTo>
                    <a:pt x="519976" y="61620"/>
                    <a:pt x="502203" y="79393"/>
                    <a:pt x="48027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6" name="Picture Placeholder 51">
            <a:extLst>
              <a:ext uri="{FF2B5EF4-FFF2-40B4-BE49-F238E27FC236}">
                <a16:creationId xmlns:a16="http://schemas.microsoft.com/office/drawing/2014/main" id="{DC0A9A4C-B5FE-2443-960F-F31B71D835B5}"/>
              </a:ext>
            </a:extLst>
          </p:cNvPr>
          <p:cNvGrpSpPr>
            <a:grpSpLocks noChangeAspect="1"/>
          </p:cNvGrpSpPr>
          <p:nvPr/>
        </p:nvGrpSpPr>
        <p:grpSpPr>
          <a:xfrm>
            <a:off x="9504724" y="1429992"/>
            <a:ext cx="620011" cy="813779"/>
            <a:chOff x="9504724" y="1429992"/>
            <a:chExt cx="620011" cy="813779"/>
          </a:xfrm>
        </p:grpSpPr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82B95D19-62F9-044C-AED8-EB30F53F249F}"/>
                </a:ext>
              </a:extLst>
            </p:cNvPr>
            <p:cNvSpPr/>
            <p:nvPr/>
          </p:nvSpPr>
          <p:spPr>
            <a:xfrm>
              <a:off x="9504724" y="1429992"/>
              <a:ext cx="620011" cy="813779"/>
            </a:xfrm>
            <a:custGeom>
              <a:avLst/>
              <a:gdLst>
                <a:gd name="connsiteX0" fmla="*/ 580315 w 620011"/>
                <a:gd name="connsiteY0" fmla="*/ 813779 h 813779"/>
                <a:gd name="connsiteX1" fmla="*/ 39697 w 620011"/>
                <a:gd name="connsiteY1" fmla="*/ 813779 h 813779"/>
                <a:gd name="connsiteX2" fmla="*/ 0 w 620011"/>
                <a:gd name="connsiteY2" fmla="*/ 774083 h 813779"/>
                <a:gd name="connsiteX3" fmla="*/ 0 w 620011"/>
                <a:gd name="connsiteY3" fmla="*/ 39697 h 813779"/>
                <a:gd name="connsiteX4" fmla="*/ 39697 w 620011"/>
                <a:gd name="connsiteY4" fmla="*/ 0 h 813779"/>
                <a:gd name="connsiteX5" fmla="*/ 580315 w 620011"/>
                <a:gd name="connsiteY5" fmla="*/ 0 h 813779"/>
                <a:gd name="connsiteX6" fmla="*/ 620011 w 620011"/>
                <a:gd name="connsiteY6" fmla="*/ 39697 h 813779"/>
                <a:gd name="connsiteX7" fmla="*/ 620011 w 620011"/>
                <a:gd name="connsiteY7" fmla="*/ 774083 h 813779"/>
                <a:gd name="connsiteX8" fmla="*/ 580315 w 620011"/>
                <a:gd name="connsiteY8" fmla="*/ 813779 h 813779"/>
                <a:gd name="connsiteX9" fmla="*/ 79641 w 620011"/>
                <a:gd name="connsiteY9" fmla="*/ 734386 h 813779"/>
                <a:gd name="connsiteX10" fmla="*/ 540618 w 620011"/>
                <a:gd name="connsiteY10" fmla="*/ 734386 h 813779"/>
                <a:gd name="connsiteX11" fmla="*/ 540618 w 620011"/>
                <a:gd name="connsiteY11" fmla="*/ 79393 h 813779"/>
                <a:gd name="connsiteX12" fmla="*/ 79393 w 620011"/>
                <a:gd name="connsiteY12" fmla="*/ 79393 h 813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0011" h="813779">
                  <a:moveTo>
                    <a:pt x="580315" y="813779"/>
                  </a:moveTo>
                  <a:lnTo>
                    <a:pt x="39697" y="813779"/>
                  </a:lnTo>
                  <a:cubicBezTo>
                    <a:pt x="17773" y="813779"/>
                    <a:pt x="0" y="796007"/>
                    <a:pt x="0" y="77408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80315" y="0"/>
                  </a:lnTo>
                  <a:cubicBezTo>
                    <a:pt x="602238" y="0"/>
                    <a:pt x="620011" y="17773"/>
                    <a:pt x="620011" y="39697"/>
                  </a:cubicBezTo>
                  <a:lnTo>
                    <a:pt x="620011" y="774083"/>
                  </a:lnTo>
                  <a:cubicBezTo>
                    <a:pt x="620011" y="796007"/>
                    <a:pt x="602238" y="813779"/>
                    <a:pt x="580315" y="813779"/>
                  </a:cubicBezTo>
                  <a:close/>
                  <a:moveTo>
                    <a:pt x="79641" y="734386"/>
                  </a:moveTo>
                  <a:lnTo>
                    <a:pt x="540618" y="734386"/>
                  </a:lnTo>
                  <a:lnTo>
                    <a:pt x="54061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1B7165E0-D5A8-7741-A882-09B408AD0CEF}"/>
                </a:ext>
              </a:extLst>
            </p:cNvPr>
            <p:cNvSpPr/>
            <p:nvPr/>
          </p:nvSpPr>
          <p:spPr>
            <a:xfrm>
              <a:off x="9598520" y="1527038"/>
              <a:ext cx="143876" cy="148576"/>
            </a:xfrm>
            <a:custGeom>
              <a:avLst/>
              <a:gdLst>
                <a:gd name="connsiteX0" fmla="*/ 71938 w 143876"/>
                <a:gd name="connsiteY0" fmla="*/ 148576 h 148576"/>
                <a:gd name="connsiteX1" fmla="*/ 42960 w 143876"/>
                <a:gd name="connsiteY1" fmla="*/ 135973 h 148576"/>
                <a:gd name="connsiteX2" fmla="*/ 10706 w 143876"/>
                <a:gd name="connsiteY2" fmla="*/ 101238 h 148576"/>
                <a:gd name="connsiteX3" fmla="*/ 10706 w 143876"/>
                <a:gd name="connsiteY3" fmla="*/ 47003 h 148576"/>
                <a:gd name="connsiteX4" fmla="*/ 42960 w 143876"/>
                <a:gd name="connsiteY4" fmla="*/ 12566 h 148576"/>
                <a:gd name="connsiteX5" fmla="*/ 99069 w 143876"/>
                <a:gd name="connsiteY5" fmla="*/ 10718 h 148576"/>
                <a:gd name="connsiteX6" fmla="*/ 100917 w 143876"/>
                <a:gd name="connsiteY6" fmla="*/ 12566 h 148576"/>
                <a:gd name="connsiteX7" fmla="*/ 133170 w 143876"/>
                <a:gd name="connsiteY7" fmla="*/ 47003 h 148576"/>
                <a:gd name="connsiteX8" fmla="*/ 133170 w 143876"/>
                <a:gd name="connsiteY8" fmla="*/ 101238 h 148576"/>
                <a:gd name="connsiteX9" fmla="*/ 100917 w 143876"/>
                <a:gd name="connsiteY9" fmla="*/ 135973 h 148576"/>
                <a:gd name="connsiteX10" fmla="*/ 71938 w 143876"/>
                <a:gd name="connsiteY10" fmla="*/ 148576 h 14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876" h="148576">
                  <a:moveTo>
                    <a:pt x="71938" y="148576"/>
                  </a:moveTo>
                  <a:cubicBezTo>
                    <a:pt x="60951" y="148567"/>
                    <a:pt x="50459" y="144003"/>
                    <a:pt x="42960" y="135973"/>
                  </a:cubicBezTo>
                  <a:lnTo>
                    <a:pt x="10706" y="101238"/>
                  </a:lnTo>
                  <a:cubicBezTo>
                    <a:pt x="-3569" y="85978"/>
                    <a:pt x="-3569" y="62264"/>
                    <a:pt x="10706" y="47003"/>
                  </a:cubicBezTo>
                  <a:lnTo>
                    <a:pt x="42960" y="12566"/>
                  </a:lnTo>
                  <a:cubicBezTo>
                    <a:pt x="57943" y="-3438"/>
                    <a:pt x="83064" y="-4266"/>
                    <a:pt x="99069" y="10718"/>
                  </a:cubicBezTo>
                  <a:cubicBezTo>
                    <a:pt x="99705" y="11314"/>
                    <a:pt x="100321" y="11930"/>
                    <a:pt x="100917" y="12566"/>
                  </a:cubicBezTo>
                  <a:lnTo>
                    <a:pt x="133170" y="47003"/>
                  </a:lnTo>
                  <a:cubicBezTo>
                    <a:pt x="147445" y="62264"/>
                    <a:pt x="147445" y="85978"/>
                    <a:pt x="133170" y="101238"/>
                  </a:cubicBezTo>
                  <a:lnTo>
                    <a:pt x="100917" y="135973"/>
                  </a:lnTo>
                  <a:cubicBezTo>
                    <a:pt x="93418" y="144003"/>
                    <a:pt x="82926" y="148567"/>
                    <a:pt x="71938" y="1485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52B5094E-3F87-8246-9E45-1109A639D9E1}"/>
                </a:ext>
              </a:extLst>
            </p:cNvPr>
            <p:cNvSpPr/>
            <p:nvPr/>
          </p:nvSpPr>
          <p:spPr>
            <a:xfrm>
              <a:off x="9883690" y="2002477"/>
              <a:ext cx="143925" cy="148851"/>
            </a:xfrm>
            <a:custGeom>
              <a:avLst/>
              <a:gdLst>
                <a:gd name="connsiteX0" fmla="*/ 71938 w 143925"/>
                <a:gd name="connsiteY0" fmla="*/ 148851 h 148851"/>
                <a:gd name="connsiteX1" fmla="*/ 42960 w 143925"/>
                <a:gd name="connsiteY1" fmla="*/ 136297 h 148851"/>
                <a:gd name="connsiteX2" fmla="*/ 10706 w 143925"/>
                <a:gd name="connsiteY2" fmla="*/ 101563 h 148851"/>
                <a:gd name="connsiteX3" fmla="*/ 10706 w 143925"/>
                <a:gd name="connsiteY3" fmla="*/ 47327 h 148851"/>
                <a:gd name="connsiteX4" fmla="*/ 42960 w 143925"/>
                <a:gd name="connsiteY4" fmla="*/ 12593 h 148851"/>
                <a:gd name="connsiteX5" fmla="*/ 99067 w 143925"/>
                <a:gd name="connsiteY5" fmla="*/ 10693 h 148851"/>
                <a:gd name="connsiteX6" fmla="*/ 100966 w 143925"/>
                <a:gd name="connsiteY6" fmla="*/ 12593 h 148851"/>
                <a:gd name="connsiteX7" fmla="*/ 133220 w 143925"/>
                <a:gd name="connsiteY7" fmla="*/ 47327 h 148851"/>
                <a:gd name="connsiteX8" fmla="*/ 133220 w 143925"/>
                <a:gd name="connsiteY8" fmla="*/ 101563 h 148851"/>
                <a:gd name="connsiteX9" fmla="*/ 100966 w 143925"/>
                <a:gd name="connsiteY9" fmla="*/ 136297 h 148851"/>
                <a:gd name="connsiteX10" fmla="*/ 71938 w 143925"/>
                <a:gd name="connsiteY10" fmla="*/ 148851 h 14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925" h="148851">
                  <a:moveTo>
                    <a:pt x="71938" y="148851"/>
                  </a:moveTo>
                  <a:cubicBezTo>
                    <a:pt x="60958" y="148854"/>
                    <a:pt x="50467" y="144309"/>
                    <a:pt x="42960" y="136297"/>
                  </a:cubicBezTo>
                  <a:lnTo>
                    <a:pt x="10706" y="101563"/>
                  </a:lnTo>
                  <a:cubicBezTo>
                    <a:pt x="-3569" y="86302"/>
                    <a:pt x="-3569" y="62588"/>
                    <a:pt x="10706" y="47327"/>
                  </a:cubicBezTo>
                  <a:lnTo>
                    <a:pt x="42960" y="12593"/>
                  </a:lnTo>
                  <a:cubicBezTo>
                    <a:pt x="57929" y="-3425"/>
                    <a:pt x="83049" y="-4276"/>
                    <a:pt x="99067" y="10693"/>
                  </a:cubicBezTo>
                  <a:cubicBezTo>
                    <a:pt x="99721" y="11305"/>
                    <a:pt x="100355" y="11938"/>
                    <a:pt x="100966" y="12593"/>
                  </a:cubicBezTo>
                  <a:lnTo>
                    <a:pt x="133220" y="47327"/>
                  </a:lnTo>
                  <a:cubicBezTo>
                    <a:pt x="147495" y="62588"/>
                    <a:pt x="147495" y="86302"/>
                    <a:pt x="133220" y="101563"/>
                  </a:cubicBezTo>
                  <a:lnTo>
                    <a:pt x="100966" y="136297"/>
                  </a:lnTo>
                  <a:cubicBezTo>
                    <a:pt x="93447" y="144322"/>
                    <a:pt x="82935" y="148868"/>
                    <a:pt x="71938" y="1488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5206C70-C7A3-144F-8C18-EC7D11491DAD}"/>
                </a:ext>
              </a:extLst>
            </p:cNvPr>
            <p:cNvSpPr/>
            <p:nvPr/>
          </p:nvSpPr>
          <p:spPr>
            <a:xfrm>
              <a:off x="9668703" y="1665724"/>
              <a:ext cx="301233" cy="317538"/>
            </a:xfrm>
            <a:custGeom>
              <a:avLst/>
              <a:gdLst>
                <a:gd name="connsiteX0" fmla="*/ 150617 w 301233"/>
                <a:gd name="connsiteY0" fmla="*/ 317538 h 317538"/>
                <a:gd name="connsiteX1" fmla="*/ 150617 w 301233"/>
                <a:gd name="connsiteY1" fmla="*/ 317538 h 317538"/>
                <a:gd name="connsiteX2" fmla="*/ 121589 w 301233"/>
                <a:gd name="connsiteY2" fmla="*/ 304885 h 317538"/>
                <a:gd name="connsiteX3" fmla="*/ 10637 w 301233"/>
                <a:gd name="connsiteY3" fmla="*/ 185795 h 317538"/>
                <a:gd name="connsiteX4" fmla="*/ 10637 w 301233"/>
                <a:gd name="connsiteY4" fmla="*/ 131709 h 317538"/>
                <a:gd name="connsiteX5" fmla="*/ 121589 w 301233"/>
                <a:gd name="connsiteY5" fmla="*/ 12619 h 317538"/>
                <a:gd name="connsiteX6" fmla="*/ 177694 w 301233"/>
                <a:gd name="connsiteY6" fmla="*/ 10669 h 317538"/>
                <a:gd name="connsiteX7" fmla="*/ 179645 w 301233"/>
                <a:gd name="connsiteY7" fmla="*/ 12619 h 317538"/>
                <a:gd name="connsiteX8" fmla="*/ 290597 w 301233"/>
                <a:gd name="connsiteY8" fmla="*/ 131709 h 317538"/>
                <a:gd name="connsiteX9" fmla="*/ 290597 w 301233"/>
                <a:gd name="connsiteY9" fmla="*/ 185796 h 317538"/>
                <a:gd name="connsiteX10" fmla="*/ 179645 w 301233"/>
                <a:gd name="connsiteY10" fmla="*/ 304885 h 317538"/>
                <a:gd name="connsiteX11" fmla="*/ 150617 w 301233"/>
                <a:gd name="connsiteY11" fmla="*/ 317538 h 317538"/>
                <a:gd name="connsiteX12" fmla="*/ 93801 w 301233"/>
                <a:gd name="connsiteY12" fmla="*/ 158752 h 317538"/>
                <a:gd name="connsiteX13" fmla="*/ 150617 w 301233"/>
                <a:gd name="connsiteY13" fmla="*/ 219587 h 317538"/>
                <a:gd name="connsiteX14" fmla="*/ 207284 w 301233"/>
                <a:gd name="connsiteY14" fmla="*/ 158752 h 317538"/>
                <a:gd name="connsiteX15" fmla="*/ 150617 w 301233"/>
                <a:gd name="connsiteY15" fmla="*/ 97917 h 317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1233" h="317538">
                  <a:moveTo>
                    <a:pt x="150617" y="317538"/>
                  </a:moveTo>
                  <a:lnTo>
                    <a:pt x="150617" y="317538"/>
                  </a:lnTo>
                  <a:cubicBezTo>
                    <a:pt x="139605" y="317530"/>
                    <a:pt x="129091" y="312947"/>
                    <a:pt x="121589" y="304885"/>
                  </a:cubicBezTo>
                  <a:lnTo>
                    <a:pt x="10637" y="185795"/>
                  </a:lnTo>
                  <a:cubicBezTo>
                    <a:pt x="-3546" y="170556"/>
                    <a:pt x="-3546" y="146949"/>
                    <a:pt x="10637" y="131709"/>
                  </a:cubicBezTo>
                  <a:lnTo>
                    <a:pt x="121589" y="12619"/>
                  </a:lnTo>
                  <a:cubicBezTo>
                    <a:pt x="136543" y="-3412"/>
                    <a:pt x="161662" y="-4286"/>
                    <a:pt x="177694" y="10669"/>
                  </a:cubicBezTo>
                  <a:cubicBezTo>
                    <a:pt x="178367" y="11296"/>
                    <a:pt x="179017" y="11947"/>
                    <a:pt x="179645" y="12619"/>
                  </a:cubicBezTo>
                  <a:lnTo>
                    <a:pt x="290597" y="131709"/>
                  </a:lnTo>
                  <a:cubicBezTo>
                    <a:pt x="304779" y="146949"/>
                    <a:pt x="304779" y="170556"/>
                    <a:pt x="290597" y="185796"/>
                  </a:cubicBezTo>
                  <a:lnTo>
                    <a:pt x="179645" y="304885"/>
                  </a:lnTo>
                  <a:cubicBezTo>
                    <a:pt x="172143" y="312947"/>
                    <a:pt x="161629" y="317530"/>
                    <a:pt x="150617" y="317538"/>
                  </a:cubicBezTo>
                  <a:close/>
                  <a:moveTo>
                    <a:pt x="93801" y="158752"/>
                  </a:moveTo>
                  <a:lnTo>
                    <a:pt x="150617" y="219587"/>
                  </a:lnTo>
                  <a:lnTo>
                    <a:pt x="207284" y="158752"/>
                  </a:lnTo>
                  <a:lnTo>
                    <a:pt x="150617" y="9791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095BF1E2-B7B3-1042-A864-52769941052B}"/>
              </a:ext>
            </a:extLst>
          </p:cNvPr>
          <p:cNvGrpSpPr>
            <a:grpSpLocks noChangeAspect="1"/>
          </p:cNvGrpSpPr>
          <p:nvPr/>
        </p:nvGrpSpPr>
        <p:grpSpPr>
          <a:xfrm>
            <a:off x="1505475" y="2534635"/>
            <a:ext cx="838590" cy="841765"/>
            <a:chOff x="1505475" y="2534635"/>
            <a:chExt cx="838590" cy="841765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4F1D2675-A7A6-B34A-9E3C-5D6632BA1876}"/>
                </a:ext>
              </a:extLst>
            </p:cNvPr>
            <p:cNvSpPr/>
            <p:nvPr/>
          </p:nvSpPr>
          <p:spPr>
            <a:xfrm>
              <a:off x="1808112" y="2712416"/>
              <a:ext cx="79441" cy="79357"/>
            </a:xfrm>
            <a:custGeom>
              <a:avLst/>
              <a:gdLst>
                <a:gd name="connsiteX0" fmla="*/ 39746 w 79441"/>
                <a:gd name="connsiteY0" fmla="*/ 79353 h 79357"/>
                <a:gd name="connsiteX1" fmla="*/ 31955 w 79441"/>
                <a:gd name="connsiteY1" fmla="*/ 78560 h 79357"/>
                <a:gd name="connsiteX2" fmla="*/ 24562 w 79441"/>
                <a:gd name="connsiteY2" fmla="*/ 76327 h 79357"/>
                <a:gd name="connsiteX3" fmla="*/ 17714 w 79441"/>
                <a:gd name="connsiteY3" fmla="*/ 72655 h 79357"/>
                <a:gd name="connsiteX4" fmla="*/ 6698 w 79441"/>
                <a:gd name="connsiteY4" fmla="*/ 61688 h 79357"/>
                <a:gd name="connsiteX5" fmla="*/ 3076 w 79441"/>
                <a:gd name="connsiteY5" fmla="*/ 54841 h 79357"/>
                <a:gd name="connsiteX6" fmla="*/ 793 w 79441"/>
                <a:gd name="connsiteY6" fmla="*/ 47398 h 79357"/>
                <a:gd name="connsiteX7" fmla="*/ 793 w 79441"/>
                <a:gd name="connsiteY7" fmla="*/ 31916 h 79357"/>
                <a:gd name="connsiteX8" fmla="*/ 3076 w 79441"/>
                <a:gd name="connsiteY8" fmla="*/ 24473 h 79357"/>
                <a:gd name="connsiteX9" fmla="*/ 6698 w 79441"/>
                <a:gd name="connsiteY9" fmla="*/ 17625 h 79357"/>
                <a:gd name="connsiteX10" fmla="*/ 11660 w 79441"/>
                <a:gd name="connsiteY10" fmla="*/ 11572 h 79357"/>
                <a:gd name="connsiteX11" fmla="*/ 54930 w 79441"/>
                <a:gd name="connsiteY11" fmla="*/ 2987 h 79357"/>
                <a:gd name="connsiteX12" fmla="*/ 61777 w 79441"/>
                <a:gd name="connsiteY12" fmla="*/ 6659 h 79357"/>
                <a:gd name="connsiteX13" fmla="*/ 67781 w 79441"/>
                <a:gd name="connsiteY13" fmla="*/ 11621 h 79357"/>
                <a:gd name="connsiteX14" fmla="*/ 72743 w 79441"/>
                <a:gd name="connsiteY14" fmla="*/ 17675 h 79357"/>
                <a:gd name="connsiteX15" fmla="*/ 76366 w 79441"/>
                <a:gd name="connsiteY15" fmla="*/ 24523 h 79357"/>
                <a:gd name="connsiteX16" fmla="*/ 78648 w 79441"/>
                <a:gd name="connsiteY16" fmla="*/ 31966 h 79357"/>
                <a:gd name="connsiteX17" fmla="*/ 78648 w 79441"/>
                <a:gd name="connsiteY17" fmla="*/ 47447 h 79357"/>
                <a:gd name="connsiteX18" fmla="*/ 76366 w 79441"/>
                <a:gd name="connsiteY18" fmla="*/ 54890 h 79357"/>
                <a:gd name="connsiteX19" fmla="*/ 72743 w 79441"/>
                <a:gd name="connsiteY19" fmla="*/ 61738 h 79357"/>
                <a:gd name="connsiteX20" fmla="*/ 67781 w 79441"/>
                <a:gd name="connsiteY20" fmla="*/ 67792 h 79357"/>
                <a:gd name="connsiteX21" fmla="*/ 61777 w 79441"/>
                <a:gd name="connsiteY21" fmla="*/ 72754 h 79357"/>
                <a:gd name="connsiteX22" fmla="*/ 54880 w 79441"/>
                <a:gd name="connsiteY22" fmla="*/ 76426 h 79357"/>
                <a:gd name="connsiteX23" fmla="*/ 47487 w 79441"/>
                <a:gd name="connsiteY23" fmla="*/ 78659 h 79357"/>
                <a:gd name="connsiteX24" fmla="*/ 39746 w 79441"/>
                <a:gd name="connsiteY24" fmla="*/ 79353 h 7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441" h="79357">
                  <a:moveTo>
                    <a:pt x="39746" y="79353"/>
                  </a:moveTo>
                  <a:cubicBezTo>
                    <a:pt x="37128" y="79362"/>
                    <a:pt x="34517" y="79096"/>
                    <a:pt x="31955" y="78560"/>
                  </a:cubicBezTo>
                  <a:cubicBezTo>
                    <a:pt x="29422" y="78065"/>
                    <a:pt x="26945" y="77317"/>
                    <a:pt x="24562" y="76327"/>
                  </a:cubicBezTo>
                  <a:cubicBezTo>
                    <a:pt x="22159" y="75341"/>
                    <a:pt x="19864" y="74111"/>
                    <a:pt x="17714" y="72655"/>
                  </a:cubicBezTo>
                  <a:cubicBezTo>
                    <a:pt x="13338" y="69783"/>
                    <a:pt x="9590" y="66052"/>
                    <a:pt x="6698" y="61688"/>
                  </a:cubicBezTo>
                  <a:cubicBezTo>
                    <a:pt x="5287" y="59520"/>
                    <a:pt x="4075" y="57228"/>
                    <a:pt x="3076" y="54841"/>
                  </a:cubicBezTo>
                  <a:cubicBezTo>
                    <a:pt x="2069" y="52442"/>
                    <a:pt x="1305" y="49948"/>
                    <a:pt x="793" y="47398"/>
                  </a:cubicBezTo>
                  <a:cubicBezTo>
                    <a:pt x="-264" y="42291"/>
                    <a:pt x="-264" y="37022"/>
                    <a:pt x="793" y="31916"/>
                  </a:cubicBezTo>
                  <a:cubicBezTo>
                    <a:pt x="1305" y="29365"/>
                    <a:pt x="2069" y="26872"/>
                    <a:pt x="3076" y="24473"/>
                  </a:cubicBezTo>
                  <a:cubicBezTo>
                    <a:pt x="4075" y="22086"/>
                    <a:pt x="5287" y="19794"/>
                    <a:pt x="6698" y="17625"/>
                  </a:cubicBezTo>
                  <a:cubicBezTo>
                    <a:pt x="8160" y="15457"/>
                    <a:pt x="9821" y="13430"/>
                    <a:pt x="11660" y="11572"/>
                  </a:cubicBezTo>
                  <a:cubicBezTo>
                    <a:pt x="23052" y="283"/>
                    <a:pt x="40091" y="-3097"/>
                    <a:pt x="54930" y="2987"/>
                  </a:cubicBezTo>
                  <a:cubicBezTo>
                    <a:pt x="57322" y="3994"/>
                    <a:pt x="59615" y="5223"/>
                    <a:pt x="61777" y="6659"/>
                  </a:cubicBezTo>
                  <a:cubicBezTo>
                    <a:pt x="63922" y="8132"/>
                    <a:pt x="65931" y="9793"/>
                    <a:pt x="67781" y="11621"/>
                  </a:cubicBezTo>
                  <a:cubicBezTo>
                    <a:pt x="69621" y="13480"/>
                    <a:pt x="71282" y="15507"/>
                    <a:pt x="72743" y="17675"/>
                  </a:cubicBezTo>
                  <a:cubicBezTo>
                    <a:pt x="74155" y="19844"/>
                    <a:pt x="75367" y="22136"/>
                    <a:pt x="76366" y="24523"/>
                  </a:cubicBezTo>
                  <a:cubicBezTo>
                    <a:pt x="77372" y="26922"/>
                    <a:pt x="78137" y="29415"/>
                    <a:pt x="78648" y="31966"/>
                  </a:cubicBezTo>
                  <a:cubicBezTo>
                    <a:pt x="79706" y="37072"/>
                    <a:pt x="79706" y="42341"/>
                    <a:pt x="78648" y="47447"/>
                  </a:cubicBezTo>
                  <a:cubicBezTo>
                    <a:pt x="78137" y="49998"/>
                    <a:pt x="77372" y="52492"/>
                    <a:pt x="76366" y="54890"/>
                  </a:cubicBezTo>
                  <a:cubicBezTo>
                    <a:pt x="75367" y="57278"/>
                    <a:pt x="74155" y="59569"/>
                    <a:pt x="72743" y="61738"/>
                  </a:cubicBezTo>
                  <a:cubicBezTo>
                    <a:pt x="71282" y="63906"/>
                    <a:pt x="69621" y="65933"/>
                    <a:pt x="67781" y="67792"/>
                  </a:cubicBezTo>
                  <a:cubicBezTo>
                    <a:pt x="65931" y="69620"/>
                    <a:pt x="63922" y="71281"/>
                    <a:pt x="61777" y="72754"/>
                  </a:cubicBezTo>
                  <a:cubicBezTo>
                    <a:pt x="59605" y="74202"/>
                    <a:pt x="57294" y="75432"/>
                    <a:pt x="54880" y="76426"/>
                  </a:cubicBezTo>
                  <a:cubicBezTo>
                    <a:pt x="52497" y="77416"/>
                    <a:pt x="50020" y="78164"/>
                    <a:pt x="47487" y="78659"/>
                  </a:cubicBezTo>
                  <a:cubicBezTo>
                    <a:pt x="44938" y="79160"/>
                    <a:pt x="42343" y="79392"/>
                    <a:pt x="39746" y="7935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59EA384D-CC45-C64D-B82D-95B16D4B110D}"/>
                </a:ext>
              </a:extLst>
            </p:cNvPr>
            <p:cNvSpPr/>
            <p:nvPr/>
          </p:nvSpPr>
          <p:spPr>
            <a:xfrm>
              <a:off x="1965211" y="2713087"/>
              <a:ext cx="79591" cy="79526"/>
            </a:xfrm>
            <a:custGeom>
              <a:avLst/>
              <a:gdLst>
                <a:gd name="connsiteX0" fmla="*/ 39845 w 79591"/>
                <a:gd name="connsiteY0" fmla="*/ 79526 h 79526"/>
                <a:gd name="connsiteX1" fmla="*/ 11661 w 79591"/>
                <a:gd name="connsiteY1" fmla="*/ 67915 h 79526"/>
                <a:gd name="connsiteX2" fmla="*/ 6699 w 79591"/>
                <a:gd name="connsiteY2" fmla="*/ 61861 h 79526"/>
                <a:gd name="connsiteX3" fmla="*/ 3076 w 79591"/>
                <a:gd name="connsiteY3" fmla="*/ 55014 h 79526"/>
                <a:gd name="connsiteX4" fmla="*/ 794 w 79591"/>
                <a:gd name="connsiteY4" fmla="*/ 47620 h 79526"/>
                <a:gd name="connsiteX5" fmla="*/ 0 w 79591"/>
                <a:gd name="connsiteY5" fmla="*/ 39830 h 79526"/>
                <a:gd name="connsiteX6" fmla="*/ 794 w 79591"/>
                <a:gd name="connsiteY6" fmla="*/ 32089 h 79526"/>
                <a:gd name="connsiteX7" fmla="*/ 3076 w 79591"/>
                <a:gd name="connsiteY7" fmla="*/ 24646 h 79526"/>
                <a:gd name="connsiteX8" fmla="*/ 6699 w 79591"/>
                <a:gd name="connsiteY8" fmla="*/ 17798 h 79526"/>
                <a:gd name="connsiteX9" fmla="*/ 11661 w 79591"/>
                <a:gd name="connsiteY9" fmla="*/ 11695 h 79526"/>
                <a:gd name="connsiteX10" fmla="*/ 17665 w 79591"/>
                <a:gd name="connsiteY10" fmla="*/ 6733 h 79526"/>
                <a:gd name="connsiteX11" fmla="*/ 24513 w 79591"/>
                <a:gd name="connsiteY11" fmla="*/ 3061 h 79526"/>
                <a:gd name="connsiteX12" fmla="*/ 67931 w 79591"/>
                <a:gd name="connsiteY12" fmla="*/ 11695 h 79526"/>
                <a:gd name="connsiteX13" fmla="*/ 72893 w 79591"/>
                <a:gd name="connsiteY13" fmla="*/ 17699 h 79526"/>
                <a:gd name="connsiteX14" fmla="*/ 76565 w 79591"/>
                <a:gd name="connsiteY14" fmla="*/ 24546 h 79526"/>
                <a:gd name="connsiteX15" fmla="*/ 78847 w 79591"/>
                <a:gd name="connsiteY15" fmla="*/ 31989 h 79526"/>
                <a:gd name="connsiteX16" fmla="*/ 79592 w 79591"/>
                <a:gd name="connsiteY16" fmla="*/ 39730 h 79526"/>
                <a:gd name="connsiteX17" fmla="*/ 78847 w 79591"/>
                <a:gd name="connsiteY17" fmla="*/ 47521 h 79526"/>
                <a:gd name="connsiteX18" fmla="*/ 76565 w 79591"/>
                <a:gd name="connsiteY18" fmla="*/ 54914 h 79526"/>
                <a:gd name="connsiteX19" fmla="*/ 72893 w 79591"/>
                <a:gd name="connsiteY19" fmla="*/ 61762 h 79526"/>
                <a:gd name="connsiteX20" fmla="*/ 61927 w 79591"/>
                <a:gd name="connsiteY20" fmla="*/ 72728 h 79526"/>
                <a:gd name="connsiteX21" fmla="*/ 55079 w 79591"/>
                <a:gd name="connsiteY21" fmla="*/ 76400 h 79526"/>
                <a:gd name="connsiteX22" fmla="*/ 47686 w 79591"/>
                <a:gd name="connsiteY22" fmla="*/ 78683 h 79526"/>
                <a:gd name="connsiteX23" fmla="*/ 39845 w 79591"/>
                <a:gd name="connsiteY23" fmla="*/ 79526 h 7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591" h="79526">
                  <a:moveTo>
                    <a:pt x="39845" y="79526"/>
                  </a:moveTo>
                  <a:cubicBezTo>
                    <a:pt x="29280" y="79561"/>
                    <a:pt x="19136" y="75382"/>
                    <a:pt x="11661" y="67915"/>
                  </a:cubicBezTo>
                  <a:cubicBezTo>
                    <a:pt x="9807" y="66069"/>
                    <a:pt x="8145" y="64041"/>
                    <a:pt x="6699" y="61861"/>
                  </a:cubicBezTo>
                  <a:cubicBezTo>
                    <a:pt x="5269" y="59704"/>
                    <a:pt x="4055" y="57410"/>
                    <a:pt x="3076" y="55014"/>
                  </a:cubicBezTo>
                  <a:cubicBezTo>
                    <a:pt x="2070" y="52632"/>
                    <a:pt x="1305" y="50155"/>
                    <a:pt x="794" y="47620"/>
                  </a:cubicBezTo>
                  <a:cubicBezTo>
                    <a:pt x="284" y="45054"/>
                    <a:pt x="18" y="42446"/>
                    <a:pt x="0" y="39830"/>
                  </a:cubicBezTo>
                  <a:cubicBezTo>
                    <a:pt x="19" y="37230"/>
                    <a:pt x="284" y="34638"/>
                    <a:pt x="794" y="32089"/>
                  </a:cubicBezTo>
                  <a:cubicBezTo>
                    <a:pt x="1312" y="29540"/>
                    <a:pt x="2077" y="27047"/>
                    <a:pt x="3076" y="24646"/>
                  </a:cubicBezTo>
                  <a:cubicBezTo>
                    <a:pt x="4055" y="22249"/>
                    <a:pt x="5269" y="19955"/>
                    <a:pt x="6699" y="17798"/>
                  </a:cubicBezTo>
                  <a:cubicBezTo>
                    <a:pt x="8127" y="15590"/>
                    <a:pt x="9791" y="13543"/>
                    <a:pt x="11661" y="11695"/>
                  </a:cubicBezTo>
                  <a:cubicBezTo>
                    <a:pt x="13489" y="9842"/>
                    <a:pt x="15501" y="8179"/>
                    <a:pt x="17665" y="6733"/>
                  </a:cubicBezTo>
                  <a:cubicBezTo>
                    <a:pt x="19827" y="5297"/>
                    <a:pt x="22120" y="4067"/>
                    <a:pt x="24513" y="3061"/>
                  </a:cubicBezTo>
                  <a:cubicBezTo>
                    <a:pt x="39396" y="-3147"/>
                    <a:pt x="56555" y="265"/>
                    <a:pt x="67931" y="11695"/>
                  </a:cubicBezTo>
                  <a:cubicBezTo>
                    <a:pt x="69797" y="13511"/>
                    <a:pt x="71461" y="15524"/>
                    <a:pt x="72893" y="17699"/>
                  </a:cubicBezTo>
                  <a:cubicBezTo>
                    <a:pt x="74329" y="19861"/>
                    <a:pt x="75558" y="22154"/>
                    <a:pt x="76565" y="24546"/>
                  </a:cubicBezTo>
                  <a:cubicBezTo>
                    <a:pt x="77542" y="26956"/>
                    <a:pt x="78306" y="29446"/>
                    <a:pt x="78847" y="31989"/>
                  </a:cubicBezTo>
                  <a:cubicBezTo>
                    <a:pt x="79341" y="34540"/>
                    <a:pt x="79590" y="37132"/>
                    <a:pt x="79592" y="39730"/>
                  </a:cubicBezTo>
                  <a:cubicBezTo>
                    <a:pt x="79590" y="42345"/>
                    <a:pt x="79341" y="44953"/>
                    <a:pt x="78847" y="47521"/>
                  </a:cubicBezTo>
                  <a:cubicBezTo>
                    <a:pt x="78313" y="50050"/>
                    <a:pt x="77549" y="52524"/>
                    <a:pt x="76565" y="54914"/>
                  </a:cubicBezTo>
                  <a:cubicBezTo>
                    <a:pt x="75568" y="57311"/>
                    <a:pt x="74338" y="59605"/>
                    <a:pt x="72893" y="61762"/>
                  </a:cubicBezTo>
                  <a:cubicBezTo>
                    <a:pt x="70038" y="66138"/>
                    <a:pt x="66303" y="69873"/>
                    <a:pt x="61927" y="72728"/>
                  </a:cubicBezTo>
                  <a:cubicBezTo>
                    <a:pt x="59770" y="74173"/>
                    <a:pt x="57476" y="75403"/>
                    <a:pt x="55079" y="76400"/>
                  </a:cubicBezTo>
                  <a:cubicBezTo>
                    <a:pt x="52689" y="77384"/>
                    <a:pt x="50214" y="78148"/>
                    <a:pt x="47686" y="78683"/>
                  </a:cubicBezTo>
                  <a:cubicBezTo>
                    <a:pt x="45105" y="79212"/>
                    <a:pt x="42480" y="79495"/>
                    <a:pt x="39845" y="795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95150AD6-4BC2-A840-B0D4-DABC2148B785}"/>
                </a:ext>
              </a:extLst>
            </p:cNvPr>
            <p:cNvSpPr/>
            <p:nvPr/>
          </p:nvSpPr>
          <p:spPr>
            <a:xfrm>
              <a:off x="1729000" y="2868198"/>
              <a:ext cx="394793" cy="161799"/>
            </a:xfrm>
            <a:custGeom>
              <a:avLst/>
              <a:gdLst>
                <a:gd name="connsiteX0" fmla="*/ 197606 w 394793"/>
                <a:gd name="connsiteY0" fmla="*/ 161800 h 161799"/>
                <a:gd name="connsiteX1" fmla="*/ 7856 w 394793"/>
                <a:gd name="connsiteY1" fmla="*/ 63402 h 161799"/>
                <a:gd name="connsiteX2" fmla="*/ 15996 w 394793"/>
                <a:gd name="connsiteY2" fmla="*/ 7856 h 161799"/>
                <a:gd name="connsiteX3" fmla="*/ 71542 w 394793"/>
                <a:gd name="connsiteY3" fmla="*/ 15996 h 161799"/>
                <a:gd name="connsiteX4" fmla="*/ 72710 w 394793"/>
                <a:gd name="connsiteY4" fmla="*/ 17652 h 161799"/>
                <a:gd name="connsiteX5" fmla="*/ 285610 w 394793"/>
                <a:gd name="connsiteY5" fmla="*/ 54506 h 161799"/>
                <a:gd name="connsiteX6" fmla="*/ 322848 w 394793"/>
                <a:gd name="connsiteY6" fmla="*/ 17106 h 161799"/>
                <a:gd name="connsiteX7" fmla="*/ 378246 w 394793"/>
                <a:gd name="connsiteY7" fmla="*/ 8013 h 161799"/>
                <a:gd name="connsiteX8" fmla="*/ 387901 w 394793"/>
                <a:gd name="connsiteY8" fmla="*/ 62608 h 161799"/>
                <a:gd name="connsiteX9" fmla="*/ 197606 w 394793"/>
                <a:gd name="connsiteY9" fmla="*/ 161800 h 16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793" h="161799">
                  <a:moveTo>
                    <a:pt x="197606" y="161800"/>
                  </a:moveTo>
                  <a:cubicBezTo>
                    <a:pt x="122137" y="161729"/>
                    <a:pt x="51395" y="125045"/>
                    <a:pt x="7856" y="63402"/>
                  </a:cubicBezTo>
                  <a:cubicBezTo>
                    <a:pt x="-5235" y="45815"/>
                    <a:pt x="-1590" y="20947"/>
                    <a:pt x="15996" y="7856"/>
                  </a:cubicBezTo>
                  <a:cubicBezTo>
                    <a:pt x="33583" y="-5235"/>
                    <a:pt x="58452" y="-1590"/>
                    <a:pt x="71542" y="15996"/>
                  </a:cubicBezTo>
                  <a:cubicBezTo>
                    <a:pt x="71946" y="16538"/>
                    <a:pt x="72335" y="17090"/>
                    <a:pt x="72710" y="17652"/>
                  </a:cubicBezTo>
                  <a:cubicBezTo>
                    <a:pt x="121324" y="86620"/>
                    <a:pt x="216642" y="103120"/>
                    <a:pt x="285610" y="54506"/>
                  </a:cubicBezTo>
                  <a:cubicBezTo>
                    <a:pt x="300099" y="44294"/>
                    <a:pt x="312699" y="31638"/>
                    <a:pt x="322848" y="17106"/>
                  </a:cubicBezTo>
                  <a:cubicBezTo>
                    <a:pt x="335635" y="-703"/>
                    <a:pt x="360438" y="-4774"/>
                    <a:pt x="378246" y="8013"/>
                  </a:cubicBezTo>
                  <a:cubicBezTo>
                    <a:pt x="395745" y="20577"/>
                    <a:pt x="400030" y="44805"/>
                    <a:pt x="387901" y="62608"/>
                  </a:cubicBezTo>
                  <a:cubicBezTo>
                    <a:pt x="344420" y="124703"/>
                    <a:pt x="273410" y="161717"/>
                    <a:pt x="197606" y="16180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9" name="Picture Placeholder 53">
              <a:extLst>
                <a:ext uri="{FF2B5EF4-FFF2-40B4-BE49-F238E27FC236}">
                  <a16:creationId xmlns:a16="http://schemas.microsoft.com/office/drawing/2014/main" id="{99F81F72-A642-3E4F-925E-957ED8AE6950}"/>
                </a:ext>
              </a:extLst>
            </p:cNvPr>
            <p:cNvGrpSpPr/>
            <p:nvPr/>
          </p:nvGrpSpPr>
          <p:grpSpPr>
            <a:xfrm>
              <a:off x="1505475" y="2534635"/>
              <a:ext cx="838590" cy="841765"/>
              <a:chOff x="1505475" y="2534635"/>
              <a:chExt cx="838590" cy="841765"/>
            </a:xfrm>
            <a:solidFill>
              <a:srgbClr val="C42828"/>
            </a:solidFill>
          </p:grpSpPr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1C7C9CE-EA3F-C94C-8ABF-466AD870A7EC}"/>
                  </a:ext>
                </a:extLst>
              </p:cNvPr>
              <p:cNvSpPr/>
              <p:nvPr/>
            </p:nvSpPr>
            <p:spPr>
              <a:xfrm>
                <a:off x="1505475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0" y="645069"/>
                      <a:pt x="759197" y="627296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8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6"/>
                      <a:pt x="820818" y="645069"/>
                      <a:pt x="798894" y="64506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3963728-92AD-0C41-85C0-70BDB44D1A90}"/>
                  </a:ext>
                </a:extLst>
              </p:cNvPr>
              <p:cNvSpPr/>
              <p:nvPr/>
            </p:nvSpPr>
            <p:spPr>
              <a:xfrm>
                <a:off x="1505475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9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6"/>
                      <a:pt x="217808" y="840730"/>
                      <a:pt x="212972" y="838689"/>
                    </a:cubicBezTo>
                    <a:cubicBezTo>
                      <a:pt x="197837" y="832382"/>
                      <a:pt x="188137" y="817418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6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8"/>
                      <a:pt x="272920" y="583435"/>
                      <a:pt x="272928" y="605359"/>
                    </a:cubicBezTo>
                    <a:cubicBezTo>
                      <a:pt x="272928" y="605711"/>
                      <a:pt x="272923" y="606063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3" y="569987"/>
                      <a:pt x="406503" y="565578"/>
                      <a:pt x="417310" y="565577"/>
                    </a:cubicBezTo>
                    <a:lnTo>
                      <a:pt x="798894" y="565577"/>
                    </a:lnTo>
                    <a:cubicBezTo>
                      <a:pt x="820818" y="565577"/>
                      <a:pt x="838591" y="583349"/>
                      <a:pt x="838591" y="605273"/>
                    </a:cubicBezTo>
                    <a:cubicBezTo>
                      <a:pt x="838591" y="627197"/>
                      <a:pt x="820818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5"/>
                      <a:pt x="239063" y="841764"/>
                      <a:pt x="228255" y="84176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5C46A47B-0C45-1C41-8F28-14DD8B61DE71}"/>
              </a:ext>
            </a:extLst>
          </p:cNvPr>
          <p:cNvGrpSpPr>
            <a:grpSpLocks noChangeAspect="1"/>
          </p:cNvGrpSpPr>
          <p:nvPr/>
        </p:nvGrpSpPr>
        <p:grpSpPr>
          <a:xfrm>
            <a:off x="2822983" y="2534635"/>
            <a:ext cx="838590" cy="841765"/>
            <a:chOff x="2822983" y="2534635"/>
            <a:chExt cx="838590" cy="841765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4182913-9A02-F14E-A8F1-4EAE11271336}"/>
                </a:ext>
              </a:extLst>
            </p:cNvPr>
            <p:cNvSpPr/>
            <p:nvPr/>
          </p:nvSpPr>
          <p:spPr>
            <a:xfrm>
              <a:off x="3046684" y="2868312"/>
              <a:ext cx="394531" cy="161685"/>
            </a:xfrm>
            <a:custGeom>
              <a:avLst/>
              <a:gdLst>
                <a:gd name="connsiteX0" fmla="*/ 39686 w 394531"/>
                <a:gd name="connsiteY0" fmla="*/ 161686 h 161685"/>
                <a:gd name="connsiteX1" fmla="*/ 0 w 394531"/>
                <a:gd name="connsiteY1" fmla="*/ 121978 h 161685"/>
                <a:gd name="connsiteX2" fmla="*/ 7184 w 394531"/>
                <a:gd name="connsiteY2" fmla="*/ 99213 h 161685"/>
                <a:gd name="connsiteX3" fmla="*/ 330483 w 394531"/>
                <a:gd name="connsiteY3" fmla="*/ 41877 h 161685"/>
                <a:gd name="connsiteX4" fmla="*/ 387229 w 394531"/>
                <a:gd name="connsiteY4" fmla="*/ 98370 h 161685"/>
                <a:gd name="connsiteX5" fmla="*/ 377752 w 394531"/>
                <a:gd name="connsiteY5" fmla="*/ 153747 h 161685"/>
                <a:gd name="connsiteX6" fmla="*/ 322375 w 394531"/>
                <a:gd name="connsiteY6" fmla="*/ 144269 h 161685"/>
                <a:gd name="connsiteX7" fmla="*/ 109475 w 394531"/>
                <a:gd name="connsiteY7" fmla="*/ 107414 h 161685"/>
                <a:gd name="connsiteX8" fmla="*/ 72237 w 394531"/>
                <a:gd name="connsiteY8" fmla="*/ 144815 h 161685"/>
                <a:gd name="connsiteX9" fmla="*/ 39686 w 394531"/>
                <a:gd name="connsiteY9" fmla="*/ 161686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531" h="161685">
                  <a:moveTo>
                    <a:pt x="39686" y="161686"/>
                  </a:moveTo>
                  <a:cubicBezTo>
                    <a:pt x="17762" y="161681"/>
                    <a:pt x="-6" y="143902"/>
                    <a:pt x="0" y="121978"/>
                  </a:cubicBezTo>
                  <a:cubicBezTo>
                    <a:pt x="2" y="113833"/>
                    <a:pt x="2511" y="105885"/>
                    <a:pt x="7184" y="99213"/>
                  </a:cubicBezTo>
                  <a:cubicBezTo>
                    <a:pt x="80628" y="-5897"/>
                    <a:pt x="225375" y="-31567"/>
                    <a:pt x="330483" y="41877"/>
                  </a:cubicBezTo>
                  <a:cubicBezTo>
                    <a:pt x="352530" y="57279"/>
                    <a:pt x="371728" y="76395"/>
                    <a:pt x="387229" y="98370"/>
                  </a:cubicBezTo>
                  <a:cubicBezTo>
                    <a:pt x="399903" y="116279"/>
                    <a:pt x="395660" y="141072"/>
                    <a:pt x="377752" y="153747"/>
                  </a:cubicBezTo>
                  <a:cubicBezTo>
                    <a:pt x="359844" y="166420"/>
                    <a:pt x="335048" y="162177"/>
                    <a:pt x="322375" y="144269"/>
                  </a:cubicBezTo>
                  <a:cubicBezTo>
                    <a:pt x="273762" y="75301"/>
                    <a:pt x="178443" y="58801"/>
                    <a:pt x="109475" y="107414"/>
                  </a:cubicBezTo>
                  <a:cubicBezTo>
                    <a:pt x="94987" y="117627"/>
                    <a:pt x="82386" y="130282"/>
                    <a:pt x="72237" y="144815"/>
                  </a:cubicBezTo>
                  <a:cubicBezTo>
                    <a:pt x="64789" y="155414"/>
                    <a:pt x="52639" y="161711"/>
                    <a:pt x="39686" y="1616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E8D3E30-D269-5947-A5D9-5B4F998A4AC3}"/>
                </a:ext>
              </a:extLst>
            </p:cNvPr>
            <p:cNvSpPr/>
            <p:nvPr/>
          </p:nvSpPr>
          <p:spPr>
            <a:xfrm>
              <a:off x="3125670" y="2712289"/>
              <a:ext cx="79441" cy="79480"/>
            </a:xfrm>
            <a:custGeom>
              <a:avLst/>
              <a:gdLst>
                <a:gd name="connsiteX0" fmla="*/ 39696 w 79441"/>
                <a:gd name="connsiteY0" fmla="*/ 79480 h 79480"/>
                <a:gd name="connsiteX1" fmla="*/ 31955 w 79441"/>
                <a:gd name="connsiteY1" fmla="*/ 78686 h 79480"/>
                <a:gd name="connsiteX2" fmla="*/ 24562 w 79441"/>
                <a:gd name="connsiteY2" fmla="*/ 76453 h 79480"/>
                <a:gd name="connsiteX3" fmla="*/ 17664 w 79441"/>
                <a:gd name="connsiteY3" fmla="*/ 72782 h 79480"/>
                <a:gd name="connsiteX4" fmla="*/ 11660 w 79441"/>
                <a:gd name="connsiteY4" fmla="*/ 67819 h 79480"/>
                <a:gd name="connsiteX5" fmla="*/ 6698 w 79441"/>
                <a:gd name="connsiteY5" fmla="*/ 61766 h 79480"/>
                <a:gd name="connsiteX6" fmla="*/ 3076 w 79441"/>
                <a:gd name="connsiteY6" fmla="*/ 54918 h 79480"/>
                <a:gd name="connsiteX7" fmla="*/ 793 w 79441"/>
                <a:gd name="connsiteY7" fmla="*/ 47475 h 79480"/>
                <a:gd name="connsiteX8" fmla="*/ 793 w 79441"/>
                <a:gd name="connsiteY8" fmla="*/ 31993 h 79480"/>
                <a:gd name="connsiteX9" fmla="*/ 3076 w 79441"/>
                <a:gd name="connsiteY9" fmla="*/ 24550 h 79480"/>
                <a:gd name="connsiteX10" fmla="*/ 6698 w 79441"/>
                <a:gd name="connsiteY10" fmla="*/ 17703 h 79480"/>
                <a:gd name="connsiteX11" fmla="*/ 11660 w 79441"/>
                <a:gd name="connsiteY11" fmla="*/ 11649 h 79480"/>
                <a:gd name="connsiteX12" fmla="*/ 17664 w 79441"/>
                <a:gd name="connsiteY12" fmla="*/ 6687 h 79480"/>
                <a:gd name="connsiteX13" fmla="*/ 24562 w 79441"/>
                <a:gd name="connsiteY13" fmla="*/ 3015 h 79480"/>
                <a:gd name="connsiteX14" fmla="*/ 31955 w 79441"/>
                <a:gd name="connsiteY14" fmla="*/ 782 h 79480"/>
                <a:gd name="connsiteX15" fmla="*/ 47487 w 79441"/>
                <a:gd name="connsiteY15" fmla="*/ 782 h 79480"/>
                <a:gd name="connsiteX16" fmla="*/ 54930 w 79441"/>
                <a:gd name="connsiteY16" fmla="*/ 3015 h 79480"/>
                <a:gd name="connsiteX17" fmla="*/ 61777 w 79441"/>
                <a:gd name="connsiteY17" fmla="*/ 6687 h 79480"/>
                <a:gd name="connsiteX18" fmla="*/ 67781 w 79441"/>
                <a:gd name="connsiteY18" fmla="*/ 11649 h 79480"/>
                <a:gd name="connsiteX19" fmla="*/ 72744 w 79441"/>
                <a:gd name="connsiteY19" fmla="*/ 17703 h 79480"/>
                <a:gd name="connsiteX20" fmla="*/ 78648 w 79441"/>
                <a:gd name="connsiteY20" fmla="*/ 31993 h 79480"/>
                <a:gd name="connsiteX21" fmla="*/ 78648 w 79441"/>
                <a:gd name="connsiteY21" fmla="*/ 47475 h 79480"/>
                <a:gd name="connsiteX22" fmla="*/ 67781 w 79441"/>
                <a:gd name="connsiteY22" fmla="*/ 67819 h 79480"/>
                <a:gd name="connsiteX23" fmla="*/ 61777 w 79441"/>
                <a:gd name="connsiteY23" fmla="*/ 72782 h 79480"/>
                <a:gd name="connsiteX24" fmla="*/ 54880 w 79441"/>
                <a:gd name="connsiteY24" fmla="*/ 76453 h 79480"/>
                <a:gd name="connsiteX25" fmla="*/ 47487 w 79441"/>
                <a:gd name="connsiteY25" fmla="*/ 78686 h 79480"/>
                <a:gd name="connsiteX26" fmla="*/ 39696 w 79441"/>
                <a:gd name="connsiteY26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41" h="79480">
                  <a:moveTo>
                    <a:pt x="39696" y="79480"/>
                  </a:moveTo>
                  <a:cubicBezTo>
                    <a:pt x="37095" y="79487"/>
                    <a:pt x="34501" y="79220"/>
                    <a:pt x="31955" y="78686"/>
                  </a:cubicBezTo>
                  <a:cubicBezTo>
                    <a:pt x="29422" y="78192"/>
                    <a:pt x="26945" y="77444"/>
                    <a:pt x="24562" y="76453"/>
                  </a:cubicBezTo>
                  <a:cubicBezTo>
                    <a:pt x="22148" y="75459"/>
                    <a:pt x="19837" y="74229"/>
                    <a:pt x="17664" y="72782"/>
                  </a:cubicBezTo>
                  <a:cubicBezTo>
                    <a:pt x="15520" y="71308"/>
                    <a:pt x="13511" y="69648"/>
                    <a:pt x="11660" y="67819"/>
                  </a:cubicBezTo>
                  <a:cubicBezTo>
                    <a:pt x="9807" y="65974"/>
                    <a:pt x="8144" y="63946"/>
                    <a:pt x="6698" y="61766"/>
                  </a:cubicBezTo>
                  <a:cubicBezTo>
                    <a:pt x="5287" y="59597"/>
                    <a:pt x="4074" y="57305"/>
                    <a:pt x="3076" y="54918"/>
                  </a:cubicBezTo>
                  <a:cubicBezTo>
                    <a:pt x="2070" y="52519"/>
                    <a:pt x="1305" y="50026"/>
                    <a:pt x="793" y="47475"/>
                  </a:cubicBezTo>
                  <a:cubicBezTo>
                    <a:pt x="-264" y="42369"/>
                    <a:pt x="-264" y="37100"/>
                    <a:pt x="793" y="31993"/>
                  </a:cubicBezTo>
                  <a:cubicBezTo>
                    <a:pt x="1305" y="29442"/>
                    <a:pt x="2070" y="26949"/>
                    <a:pt x="3076" y="24550"/>
                  </a:cubicBezTo>
                  <a:cubicBezTo>
                    <a:pt x="4074" y="22163"/>
                    <a:pt x="5287" y="19871"/>
                    <a:pt x="6698" y="17703"/>
                  </a:cubicBezTo>
                  <a:cubicBezTo>
                    <a:pt x="8144" y="15523"/>
                    <a:pt x="9807" y="13495"/>
                    <a:pt x="11660" y="11649"/>
                  </a:cubicBezTo>
                  <a:cubicBezTo>
                    <a:pt x="13498" y="9806"/>
                    <a:pt x="15508" y="8144"/>
                    <a:pt x="17664" y="6687"/>
                  </a:cubicBezTo>
                  <a:cubicBezTo>
                    <a:pt x="19837" y="5239"/>
                    <a:pt x="22148" y="4009"/>
                    <a:pt x="24562" y="3015"/>
                  </a:cubicBezTo>
                  <a:cubicBezTo>
                    <a:pt x="26945" y="2024"/>
                    <a:pt x="29422" y="1276"/>
                    <a:pt x="31955" y="782"/>
                  </a:cubicBezTo>
                  <a:cubicBezTo>
                    <a:pt x="37080" y="-261"/>
                    <a:pt x="42362" y="-261"/>
                    <a:pt x="47487" y="782"/>
                  </a:cubicBezTo>
                  <a:cubicBezTo>
                    <a:pt x="50034" y="1283"/>
                    <a:pt x="52527" y="2031"/>
                    <a:pt x="54930" y="3015"/>
                  </a:cubicBezTo>
                  <a:cubicBezTo>
                    <a:pt x="57322" y="4021"/>
                    <a:pt x="59615" y="5251"/>
                    <a:pt x="61777" y="6687"/>
                  </a:cubicBezTo>
                  <a:cubicBezTo>
                    <a:pt x="63933" y="8144"/>
                    <a:pt x="65944" y="9806"/>
                    <a:pt x="67781" y="11649"/>
                  </a:cubicBezTo>
                  <a:cubicBezTo>
                    <a:pt x="69635" y="13495"/>
                    <a:pt x="71298" y="15523"/>
                    <a:pt x="72744" y="17703"/>
                  </a:cubicBezTo>
                  <a:cubicBezTo>
                    <a:pt x="75597" y="22050"/>
                    <a:pt x="77601" y="26899"/>
                    <a:pt x="78648" y="31993"/>
                  </a:cubicBezTo>
                  <a:cubicBezTo>
                    <a:pt x="79706" y="37100"/>
                    <a:pt x="79706" y="42369"/>
                    <a:pt x="78648" y="47475"/>
                  </a:cubicBezTo>
                  <a:cubicBezTo>
                    <a:pt x="77120" y="55183"/>
                    <a:pt x="73337" y="62263"/>
                    <a:pt x="67781" y="67819"/>
                  </a:cubicBezTo>
                  <a:cubicBezTo>
                    <a:pt x="65931" y="69648"/>
                    <a:pt x="63921" y="71308"/>
                    <a:pt x="61777" y="72782"/>
                  </a:cubicBezTo>
                  <a:cubicBezTo>
                    <a:pt x="59604" y="74229"/>
                    <a:pt x="57294" y="75459"/>
                    <a:pt x="54880" y="76453"/>
                  </a:cubicBezTo>
                  <a:cubicBezTo>
                    <a:pt x="52497" y="77444"/>
                    <a:pt x="50020" y="78192"/>
                    <a:pt x="47487" y="78686"/>
                  </a:cubicBezTo>
                  <a:cubicBezTo>
                    <a:pt x="44925" y="79223"/>
                    <a:pt x="42314" y="79489"/>
                    <a:pt x="39696" y="7948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DDE1E00-F251-6A4C-8900-26CDA609A67E}"/>
                </a:ext>
              </a:extLst>
            </p:cNvPr>
            <p:cNvSpPr/>
            <p:nvPr/>
          </p:nvSpPr>
          <p:spPr>
            <a:xfrm>
              <a:off x="3282867" y="2713164"/>
              <a:ext cx="79294" cy="79449"/>
            </a:xfrm>
            <a:custGeom>
              <a:avLst/>
              <a:gdLst>
                <a:gd name="connsiteX0" fmla="*/ 39697 w 79294"/>
                <a:gd name="connsiteY0" fmla="*/ 79449 h 79449"/>
                <a:gd name="connsiteX1" fmla="*/ 31956 w 79294"/>
                <a:gd name="connsiteY1" fmla="*/ 78655 h 79449"/>
                <a:gd name="connsiteX2" fmla="*/ 24513 w 79294"/>
                <a:gd name="connsiteY2" fmla="*/ 76422 h 79449"/>
                <a:gd name="connsiteX3" fmla="*/ 17666 w 79294"/>
                <a:gd name="connsiteY3" fmla="*/ 72750 h 79449"/>
                <a:gd name="connsiteX4" fmla="*/ 11661 w 79294"/>
                <a:gd name="connsiteY4" fmla="*/ 67788 h 79449"/>
                <a:gd name="connsiteX5" fmla="*/ 6699 w 79294"/>
                <a:gd name="connsiteY5" fmla="*/ 61734 h 79449"/>
                <a:gd name="connsiteX6" fmla="*/ 795 w 79294"/>
                <a:gd name="connsiteY6" fmla="*/ 47444 h 79449"/>
                <a:gd name="connsiteX7" fmla="*/ 795 w 79294"/>
                <a:gd name="connsiteY7" fmla="*/ 31962 h 79449"/>
                <a:gd name="connsiteX8" fmla="*/ 6551 w 79294"/>
                <a:gd name="connsiteY8" fmla="*/ 17721 h 79449"/>
                <a:gd name="connsiteX9" fmla="*/ 11513 w 79294"/>
                <a:gd name="connsiteY9" fmla="*/ 11618 h 79449"/>
                <a:gd name="connsiteX10" fmla="*/ 67634 w 79294"/>
                <a:gd name="connsiteY10" fmla="*/ 11618 h 79449"/>
                <a:gd name="connsiteX11" fmla="*/ 72596 w 79294"/>
                <a:gd name="connsiteY11" fmla="*/ 17622 h 79449"/>
                <a:gd name="connsiteX12" fmla="*/ 76268 w 79294"/>
                <a:gd name="connsiteY12" fmla="*/ 24469 h 79449"/>
                <a:gd name="connsiteX13" fmla="*/ 78550 w 79294"/>
                <a:gd name="connsiteY13" fmla="*/ 31912 h 79449"/>
                <a:gd name="connsiteX14" fmla="*/ 78550 w 79294"/>
                <a:gd name="connsiteY14" fmla="*/ 47394 h 79449"/>
                <a:gd name="connsiteX15" fmla="*/ 76268 w 79294"/>
                <a:gd name="connsiteY15" fmla="*/ 54837 h 79449"/>
                <a:gd name="connsiteX16" fmla="*/ 72596 w 79294"/>
                <a:gd name="connsiteY16" fmla="*/ 61685 h 79449"/>
                <a:gd name="connsiteX17" fmla="*/ 61630 w 79294"/>
                <a:gd name="connsiteY17" fmla="*/ 72651 h 79449"/>
                <a:gd name="connsiteX18" fmla="*/ 54782 w 79294"/>
                <a:gd name="connsiteY18" fmla="*/ 76323 h 79449"/>
                <a:gd name="connsiteX19" fmla="*/ 47388 w 79294"/>
                <a:gd name="connsiteY19" fmla="*/ 78556 h 79449"/>
                <a:gd name="connsiteX20" fmla="*/ 39697 w 79294"/>
                <a:gd name="connsiteY20" fmla="*/ 79449 h 7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94" h="79449">
                  <a:moveTo>
                    <a:pt x="39697" y="79449"/>
                  </a:moveTo>
                  <a:cubicBezTo>
                    <a:pt x="37097" y="79455"/>
                    <a:pt x="34502" y="79189"/>
                    <a:pt x="31956" y="78655"/>
                  </a:cubicBezTo>
                  <a:cubicBezTo>
                    <a:pt x="29411" y="78154"/>
                    <a:pt x="26915" y="77406"/>
                    <a:pt x="24513" y="76422"/>
                  </a:cubicBezTo>
                  <a:cubicBezTo>
                    <a:pt x="22122" y="75416"/>
                    <a:pt x="19828" y="74186"/>
                    <a:pt x="17666" y="72750"/>
                  </a:cubicBezTo>
                  <a:cubicBezTo>
                    <a:pt x="15510" y="71293"/>
                    <a:pt x="13499" y="69631"/>
                    <a:pt x="11661" y="67788"/>
                  </a:cubicBezTo>
                  <a:cubicBezTo>
                    <a:pt x="9808" y="65942"/>
                    <a:pt x="8145" y="63914"/>
                    <a:pt x="6699" y="61734"/>
                  </a:cubicBezTo>
                  <a:cubicBezTo>
                    <a:pt x="3846" y="57387"/>
                    <a:pt x="1842" y="52538"/>
                    <a:pt x="795" y="47444"/>
                  </a:cubicBezTo>
                  <a:cubicBezTo>
                    <a:pt x="-265" y="42337"/>
                    <a:pt x="-265" y="37068"/>
                    <a:pt x="795" y="31962"/>
                  </a:cubicBezTo>
                  <a:cubicBezTo>
                    <a:pt x="1802" y="26896"/>
                    <a:pt x="3755" y="22064"/>
                    <a:pt x="6551" y="17721"/>
                  </a:cubicBezTo>
                  <a:cubicBezTo>
                    <a:pt x="7979" y="15513"/>
                    <a:pt x="9642" y="13466"/>
                    <a:pt x="11513" y="11618"/>
                  </a:cubicBezTo>
                  <a:cubicBezTo>
                    <a:pt x="27014" y="-3873"/>
                    <a:pt x="52132" y="-3873"/>
                    <a:pt x="67634" y="11618"/>
                  </a:cubicBezTo>
                  <a:cubicBezTo>
                    <a:pt x="69499" y="13434"/>
                    <a:pt x="71162" y="15447"/>
                    <a:pt x="72596" y="17622"/>
                  </a:cubicBezTo>
                  <a:cubicBezTo>
                    <a:pt x="74040" y="19779"/>
                    <a:pt x="75270" y="22072"/>
                    <a:pt x="76268" y="24469"/>
                  </a:cubicBezTo>
                  <a:cubicBezTo>
                    <a:pt x="77250" y="26876"/>
                    <a:pt x="78014" y="29367"/>
                    <a:pt x="78550" y="31912"/>
                  </a:cubicBezTo>
                  <a:cubicBezTo>
                    <a:pt x="79543" y="37025"/>
                    <a:pt x="79543" y="42281"/>
                    <a:pt x="78550" y="47394"/>
                  </a:cubicBezTo>
                  <a:cubicBezTo>
                    <a:pt x="78014" y="49939"/>
                    <a:pt x="77250" y="52430"/>
                    <a:pt x="76268" y="54837"/>
                  </a:cubicBezTo>
                  <a:cubicBezTo>
                    <a:pt x="75270" y="57234"/>
                    <a:pt x="74040" y="59528"/>
                    <a:pt x="72596" y="61685"/>
                  </a:cubicBezTo>
                  <a:cubicBezTo>
                    <a:pt x="69743" y="66061"/>
                    <a:pt x="66006" y="69796"/>
                    <a:pt x="61630" y="72651"/>
                  </a:cubicBezTo>
                  <a:cubicBezTo>
                    <a:pt x="59471" y="74096"/>
                    <a:pt x="57179" y="75326"/>
                    <a:pt x="54782" y="76323"/>
                  </a:cubicBezTo>
                  <a:cubicBezTo>
                    <a:pt x="52400" y="77313"/>
                    <a:pt x="49924" y="78062"/>
                    <a:pt x="47388" y="78556"/>
                  </a:cubicBezTo>
                  <a:cubicBezTo>
                    <a:pt x="44863" y="79117"/>
                    <a:pt x="42282" y="79416"/>
                    <a:pt x="39697" y="7944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2" name="Picture Placeholder 55">
              <a:extLst>
                <a:ext uri="{FF2B5EF4-FFF2-40B4-BE49-F238E27FC236}">
                  <a16:creationId xmlns:a16="http://schemas.microsoft.com/office/drawing/2014/main" id="{A0CB622B-76C1-A043-95BF-4E1D34D3CCC0}"/>
                </a:ext>
              </a:extLst>
            </p:cNvPr>
            <p:cNvGrpSpPr/>
            <p:nvPr/>
          </p:nvGrpSpPr>
          <p:grpSpPr>
            <a:xfrm>
              <a:off x="2822983" y="2534635"/>
              <a:ext cx="838590" cy="841765"/>
              <a:chOff x="2822983" y="2534635"/>
              <a:chExt cx="838590" cy="841765"/>
            </a:xfrm>
            <a:solidFill>
              <a:srgbClr val="C42828"/>
            </a:solidFill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335BBDF5-3334-CC4D-B79B-C9FD8224373B}"/>
                  </a:ext>
                </a:extLst>
              </p:cNvPr>
              <p:cNvSpPr/>
              <p:nvPr/>
            </p:nvSpPr>
            <p:spPr>
              <a:xfrm>
                <a:off x="2822983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2" y="645069"/>
                      <a:pt x="759197" y="627295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6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5"/>
                      <a:pt x="820816" y="645069"/>
                      <a:pt x="798894" y="64506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B295322F-65DB-D544-A52C-54609791B087}"/>
                  </a:ext>
                </a:extLst>
              </p:cNvPr>
              <p:cNvSpPr/>
              <p:nvPr/>
            </p:nvSpPr>
            <p:spPr>
              <a:xfrm>
                <a:off x="2822983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8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5"/>
                      <a:pt x="217808" y="840728"/>
                      <a:pt x="212972" y="838689"/>
                    </a:cubicBezTo>
                    <a:cubicBezTo>
                      <a:pt x="197837" y="832382"/>
                      <a:pt x="188138" y="817416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5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6"/>
                      <a:pt x="272920" y="583435"/>
                      <a:pt x="272928" y="605358"/>
                    </a:cubicBezTo>
                    <a:cubicBezTo>
                      <a:pt x="272928" y="605710"/>
                      <a:pt x="272924" y="606062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4" y="569988"/>
                      <a:pt x="406503" y="565577"/>
                      <a:pt x="417310" y="565577"/>
                    </a:cubicBezTo>
                    <a:lnTo>
                      <a:pt x="798894" y="565577"/>
                    </a:lnTo>
                    <a:cubicBezTo>
                      <a:pt x="820816" y="565577"/>
                      <a:pt x="838591" y="583351"/>
                      <a:pt x="838591" y="605273"/>
                    </a:cubicBezTo>
                    <a:cubicBezTo>
                      <a:pt x="838591" y="627196"/>
                      <a:pt x="820816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4"/>
                      <a:pt x="239063" y="841765"/>
                      <a:pt x="228255" y="84176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C8A325FE-4294-954C-8B24-B5EEC268BBD4}"/>
              </a:ext>
            </a:extLst>
          </p:cNvPr>
          <p:cNvGrpSpPr>
            <a:grpSpLocks noChangeAspect="1"/>
          </p:cNvGrpSpPr>
          <p:nvPr/>
        </p:nvGrpSpPr>
        <p:grpSpPr>
          <a:xfrm>
            <a:off x="4140491" y="2534635"/>
            <a:ext cx="838590" cy="841765"/>
            <a:chOff x="4140491" y="2534635"/>
            <a:chExt cx="838590" cy="841765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58917724-202B-E94E-9324-DBAE9578AFC7}"/>
                </a:ext>
              </a:extLst>
            </p:cNvPr>
            <p:cNvSpPr/>
            <p:nvPr/>
          </p:nvSpPr>
          <p:spPr>
            <a:xfrm>
              <a:off x="4443178" y="2712339"/>
              <a:ext cx="79342" cy="79432"/>
            </a:xfrm>
            <a:custGeom>
              <a:avLst/>
              <a:gdLst>
                <a:gd name="connsiteX0" fmla="*/ 39696 w 79342"/>
                <a:gd name="connsiteY0" fmla="*/ 79431 h 79432"/>
                <a:gd name="connsiteX1" fmla="*/ 11611 w 79342"/>
                <a:gd name="connsiteY1" fmla="*/ 67819 h 79432"/>
                <a:gd name="connsiteX2" fmla="*/ 6649 w 79342"/>
                <a:gd name="connsiteY2" fmla="*/ 61766 h 79432"/>
                <a:gd name="connsiteX3" fmla="*/ 744 w 79342"/>
                <a:gd name="connsiteY3" fmla="*/ 47475 h 79432"/>
                <a:gd name="connsiteX4" fmla="*/ 744 w 79342"/>
                <a:gd name="connsiteY4" fmla="*/ 31993 h 79432"/>
                <a:gd name="connsiteX5" fmla="*/ 6649 w 79342"/>
                <a:gd name="connsiteY5" fmla="*/ 17703 h 79432"/>
                <a:gd name="connsiteX6" fmla="*/ 11611 w 79342"/>
                <a:gd name="connsiteY6" fmla="*/ 11649 h 79432"/>
                <a:gd name="connsiteX7" fmla="*/ 17615 w 79342"/>
                <a:gd name="connsiteY7" fmla="*/ 6687 h 79432"/>
                <a:gd name="connsiteX8" fmla="*/ 24463 w 79342"/>
                <a:gd name="connsiteY8" fmla="*/ 3015 h 79432"/>
                <a:gd name="connsiteX9" fmla="*/ 31906 w 79342"/>
                <a:gd name="connsiteY9" fmla="*/ 782 h 79432"/>
                <a:gd name="connsiteX10" fmla="*/ 47437 w 79342"/>
                <a:gd name="connsiteY10" fmla="*/ 782 h 79432"/>
                <a:gd name="connsiteX11" fmla="*/ 54880 w 79342"/>
                <a:gd name="connsiteY11" fmla="*/ 3015 h 79432"/>
                <a:gd name="connsiteX12" fmla="*/ 61728 w 79342"/>
                <a:gd name="connsiteY12" fmla="*/ 6687 h 79432"/>
                <a:gd name="connsiteX13" fmla="*/ 67732 w 79342"/>
                <a:gd name="connsiteY13" fmla="*/ 11649 h 79432"/>
                <a:gd name="connsiteX14" fmla="*/ 72694 w 79342"/>
                <a:gd name="connsiteY14" fmla="*/ 17703 h 79432"/>
                <a:gd name="connsiteX15" fmla="*/ 78599 w 79342"/>
                <a:gd name="connsiteY15" fmla="*/ 31993 h 79432"/>
                <a:gd name="connsiteX16" fmla="*/ 78599 w 79342"/>
                <a:gd name="connsiteY16" fmla="*/ 47475 h 79432"/>
                <a:gd name="connsiteX17" fmla="*/ 72694 w 79342"/>
                <a:gd name="connsiteY17" fmla="*/ 61766 h 79432"/>
                <a:gd name="connsiteX18" fmla="*/ 67732 w 79342"/>
                <a:gd name="connsiteY18" fmla="*/ 67819 h 79432"/>
                <a:gd name="connsiteX19" fmla="*/ 61728 w 79342"/>
                <a:gd name="connsiteY19" fmla="*/ 72782 h 79432"/>
                <a:gd name="connsiteX20" fmla="*/ 54831 w 79342"/>
                <a:gd name="connsiteY20" fmla="*/ 76453 h 79432"/>
                <a:gd name="connsiteX21" fmla="*/ 47437 w 79342"/>
                <a:gd name="connsiteY21" fmla="*/ 78686 h 79432"/>
                <a:gd name="connsiteX22" fmla="*/ 39696 w 79342"/>
                <a:gd name="connsiteY22" fmla="*/ 79431 h 7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342" h="79432">
                  <a:moveTo>
                    <a:pt x="39696" y="79431"/>
                  </a:moveTo>
                  <a:cubicBezTo>
                    <a:pt x="29170" y="79412"/>
                    <a:pt x="19077" y="75239"/>
                    <a:pt x="11611" y="67819"/>
                  </a:cubicBezTo>
                  <a:cubicBezTo>
                    <a:pt x="9757" y="65974"/>
                    <a:pt x="8095" y="63946"/>
                    <a:pt x="6649" y="61766"/>
                  </a:cubicBezTo>
                  <a:cubicBezTo>
                    <a:pt x="3795" y="57418"/>
                    <a:pt x="1791" y="52569"/>
                    <a:pt x="744" y="47475"/>
                  </a:cubicBezTo>
                  <a:cubicBezTo>
                    <a:pt x="-248" y="42362"/>
                    <a:pt x="-248" y="37106"/>
                    <a:pt x="744" y="31993"/>
                  </a:cubicBezTo>
                  <a:cubicBezTo>
                    <a:pt x="1791" y="26899"/>
                    <a:pt x="3795" y="22050"/>
                    <a:pt x="6649" y="17703"/>
                  </a:cubicBezTo>
                  <a:cubicBezTo>
                    <a:pt x="8095" y="15523"/>
                    <a:pt x="9757" y="13495"/>
                    <a:pt x="11611" y="11649"/>
                  </a:cubicBezTo>
                  <a:cubicBezTo>
                    <a:pt x="13448" y="9806"/>
                    <a:pt x="15459" y="8144"/>
                    <a:pt x="17615" y="6687"/>
                  </a:cubicBezTo>
                  <a:cubicBezTo>
                    <a:pt x="19777" y="5251"/>
                    <a:pt x="22070" y="4021"/>
                    <a:pt x="24463" y="3015"/>
                  </a:cubicBezTo>
                  <a:cubicBezTo>
                    <a:pt x="26865" y="2031"/>
                    <a:pt x="29358" y="1283"/>
                    <a:pt x="31906" y="782"/>
                  </a:cubicBezTo>
                  <a:cubicBezTo>
                    <a:pt x="37030" y="-261"/>
                    <a:pt x="42312" y="-261"/>
                    <a:pt x="47437" y="782"/>
                  </a:cubicBezTo>
                  <a:cubicBezTo>
                    <a:pt x="49985" y="1283"/>
                    <a:pt x="52478" y="2031"/>
                    <a:pt x="54880" y="3015"/>
                  </a:cubicBezTo>
                  <a:cubicBezTo>
                    <a:pt x="57273" y="4021"/>
                    <a:pt x="59565" y="5251"/>
                    <a:pt x="61728" y="6687"/>
                  </a:cubicBezTo>
                  <a:cubicBezTo>
                    <a:pt x="63884" y="8144"/>
                    <a:pt x="65894" y="9806"/>
                    <a:pt x="67732" y="11649"/>
                  </a:cubicBezTo>
                  <a:cubicBezTo>
                    <a:pt x="69585" y="13495"/>
                    <a:pt x="71248" y="15523"/>
                    <a:pt x="72694" y="17703"/>
                  </a:cubicBezTo>
                  <a:cubicBezTo>
                    <a:pt x="75548" y="22050"/>
                    <a:pt x="77551" y="26899"/>
                    <a:pt x="78599" y="31993"/>
                  </a:cubicBezTo>
                  <a:cubicBezTo>
                    <a:pt x="79591" y="37106"/>
                    <a:pt x="79591" y="42362"/>
                    <a:pt x="78599" y="47475"/>
                  </a:cubicBezTo>
                  <a:cubicBezTo>
                    <a:pt x="77551" y="52569"/>
                    <a:pt x="75548" y="57418"/>
                    <a:pt x="72694" y="61766"/>
                  </a:cubicBezTo>
                  <a:cubicBezTo>
                    <a:pt x="71248" y="63946"/>
                    <a:pt x="69585" y="65974"/>
                    <a:pt x="67732" y="67819"/>
                  </a:cubicBezTo>
                  <a:cubicBezTo>
                    <a:pt x="65894" y="69662"/>
                    <a:pt x="63884" y="71324"/>
                    <a:pt x="61728" y="72782"/>
                  </a:cubicBezTo>
                  <a:cubicBezTo>
                    <a:pt x="59555" y="74229"/>
                    <a:pt x="57245" y="75459"/>
                    <a:pt x="54831" y="76453"/>
                  </a:cubicBezTo>
                  <a:cubicBezTo>
                    <a:pt x="52447" y="77444"/>
                    <a:pt x="49970" y="78192"/>
                    <a:pt x="47437" y="78686"/>
                  </a:cubicBezTo>
                  <a:cubicBezTo>
                    <a:pt x="44890" y="79204"/>
                    <a:pt x="42295" y="79453"/>
                    <a:pt x="39696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F5D966D3-F3DB-3047-9BAC-15995AB83D7B}"/>
                </a:ext>
              </a:extLst>
            </p:cNvPr>
            <p:cNvSpPr/>
            <p:nvPr/>
          </p:nvSpPr>
          <p:spPr>
            <a:xfrm>
              <a:off x="4600376" y="2713164"/>
              <a:ext cx="79294" cy="79449"/>
            </a:xfrm>
            <a:custGeom>
              <a:avLst/>
              <a:gdLst>
                <a:gd name="connsiteX0" fmla="*/ 39697 w 79294"/>
                <a:gd name="connsiteY0" fmla="*/ 79449 h 79449"/>
                <a:gd name="connsiteX1" fmla="*/ 31956 w 79294"/>
                <a:gd name="connsiteY1" fmla="*/ 78655 h 79449"/>
                <a:gd name="connsiteX2" fmla="*/ 24513 w 79294"/>
                <a:gd name="connsiteY2" fmla="*/ 76422 h 79449"/>
                <a:gd name="connsiteX3" fmla="*/ 17665 w 79294"/>
                <a:gd name="connsiteY3" fmla="*/ 72750 h 79449"/>
                <a:gd name="connsiteX4" fmla="*/ 11661 w 79294"/>
                <a:gd name="connsiteY4" fmla="*/ 67788 h 79449"/>
                <a:gd name="connsiteX5" fmla="*/ 0 w 79294"/>
                <a:gd name="connsiteY5" fmla="*/ 39703 h 79449"/>
                <a:gd name="connsiteX6" fmla="*/ 794 w 79294"/>
                <a:gd name="connsiteY6" fmla="*/ 31962 h 79449"/>
                <a:gd name="connsiteX7" fmla="*/ 6550 w 79294"/>
                <a:gd name="connsiteY7" fmla="*/ 17721 h 79449"/>
                <a:gd name="connsiteX8" fmla="*/ 11512 w 79294"/>
                <a:gd name="connsiteY8" fmla="*/ 11618 h 79449"/>
                <a:gd name="connsiteX9" fmla="*/ 67633 w 79294"/>
                <a:gd name="connsiteY9" fmla="*/ 11618 h 79449"/>
                <a:gd name="connsiteX10" fmla="*/ 72595 w 79294"/>
                <a:gd name="connsiteY10" fmla="*/ 17622 h 79449"/>
                <a:gd name="connsiteX11" fmla="*/ 76267 w 79294"/>
                <a:gd name="connsiteY11" fmla="*/ 24469 h 79449"/>
                <a:gd name="connsiteX12" fmla="*/ 78550 w 79294"/>
                <a:gd name="connsiteY12" fmla="*/ 31912 h 79449"/>
                <a:gd name="connsiteX13" fmla="*/ 79294 w 79294"/>
                <a:gd name="connsiteY13" fmla="*/ 39653 h 79449"/>
                <a:gd name="connsiteX14" fmla="*/ 39598 w 79294"/>
                <a:gd name="connsiteY14" fmla="*/ 79350 h 7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294" h="79449">
                  <a:moveTo>
                    <a:pt x="39697" y="79449"/>
                  </a:moveTo>
                  <a:cubicBezTo>
                    <a:pt x="37097" y="79455"/>
                    <a:pt x="34502" y="79189"/>
                    <a:pt x="31956" y="78655"/>
                  </a:cubicBezTo>
                  <a:cubicBezTo>
                    <a:pt x="29410" y="78154"/>
                    <a:pt x="26914" y="77406"/>
                    <a:pt x="24513" y="76422"/>
                  </a:cubicBezTo>
                  <a:cubicBezTo>
                    <a:pt x="22121" y="75416"/>
                    <a:pt x="19828" y="74186"/>
                    <a:pt x="17665" y="72750"/>
                  </a:cubicBezTo>
                  <a:cubicBezTo>
                    <a:pt x="15490" y="71318"/>
                    <a:pt x="13477" y="69654"/>
                    <a:pt x="11661" y="67788"/>
                  </a:cubicBezTo>
                  <a:cubicBezTo>
                    <a:pt x="4228" y="60327"/>
                    <a:pt x="37" y="50235"/>
                    <a:pt x="0" y="39703"/>
                  </a:cubicBezTo>
                  <a:cubicBezTo>
                    <a:pt x="-9" y="37102"/>
                    <a:pt x="258" y="34507"/>
                    <a:pt x="794" y="31962"/>
                  </a:cubicBezTo>
                  <a:cubicBezTo>
                    <a:pt x="1802" y="26896"/>
                    <a:pt x="3755" y="22064"/>
                    <a:pt x="6550" y="17721"/>
                  </a:cubicBezTo>
                  <a:cubicBezTo>
                    <a:pt x="7978" y="15513"/>
                    <a:pt x="9642" y="13466"/>
                    <a:pt x="11512" y="11618"/>
                  </a:cubicBezTo>
                  <a:cubicBezTo>
                    <a:pt x="27014" y="-3873"/>
                    <a:pt x="52132" y="-3873"/>
                    <a:pt x="67633" y="11618"/>
                  </a:cubicBezTo>
                  <a:cubicBezTo>
                    <a:pt x="69499" y="13434"/>
                    <a:pt x="71161" y="15447"/>
                    <a:pt x="72595" y="17622"/>
                  </a:cubicBezTo>
                  <a:cubicBezTo>
                    <a:pt x="74039" y="19779"/>
                    <a:pt x="75270" y="22072"/>
                    <a:pt x="76267" y="24469"/>
                  </a:cubicBezTo>
                  <a:cubicBezTo>
                    <a:pt x="77250" y="26876"/>
                    <a:pt x="78014" y="29367"/>
                    <a:pt x="78550" y="31912"/>
                  </a:cubicBezTo>
                  <a:cubicBezTo>
                    <a:pt x="79046" y="34463"/>
                    <a:pt x="79294" y="37055"/>
                    <a:pt x="79294" y="39653"/>
                  </a:cubicBezTo>
                  <a:cubicBezTo>
                    <a:pt x="79294" y="61577"/>
                    <a:pt x="61520" y="79350"/>
                    <a:pt x="39598" y="793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2F9A4FB-2826-404F-863E-AB6BA292541A}"/>
                </a:ext>
              </a:extLst>
            </p:cNvPr>
            <p:cNvSpPr/>
            <p:nvPr/>
          </p:nvSpPr>
          <p:spPr>
            <a:xfrm>
              <a:off x="4364628" y="2909122"/>
              <a:ext cx="394484" cy="80087"/>
            </a:xfrm>
            <a:custGeom>
              <a:avLst/>
              <a:gdLst>
                <a:gd name="connsiteX0" fmla="*/ 39697 w 394484"/>
                <a:gd name="connsiteY0" fmla="*/ 80088 h 80087"/>
                <a:gd name="connsiteX1" fmla="*/ 0 w 394484"/>
                <a:gd name="connsiteY1" fmla="*/ 40391 h 80087"/>
                <a:gd name="connsiteX2" fmla="*/ 39697 w 394484"/>
                <a:gd name="connsiteY2" fmla="*/ 695 h 80087"/>
                <a:gd name="connsiteX3" fmla="*/ 354788 w 394484"/>
                <a:gd name="connsiteY3" fmla="*/ 0 h 80087"/>
                <a:gd name="connsiteX4" fmla="*/ 354788 w 394484"/>
                <a:gd name="connsiteY4" fmla="*/ 0 h 80087"/>
                <a:gd name="connsiteX5" fmla="*/ 394485 w 394484"/>
                <a:gd name="connsiteY5" fmla="*/ 39697 h 80087"/>
                <a:gd name="connsiteX6" fmla="*/ 354788 w 394484"/>
                <a:gd name="connsiteY6" fmla="*/ 79393 h 80087"/>
                <a:gd name="connsiteX7" fmla="*/ 39746 w 394484"/>
                <a:gd name="connsiteY7" fmla="*/ 80088 h 8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484" h="80087">
                  <a:moveTo>
                    <a:pt x="39697" y="80088"/>
                  </a:moveTo>
                  <a:cubicBezTo>
                    <a:pt x="17773" y="80088"/>
                    <a:pt x="0" y="62315"/>
                    <a:pt x="0" y="40391"/>
                  </a:cubicBezTo>
                  <a:cubicBezTo>
                    <a:pt x="0" y="18467"/>
                    <a:pt x="17773" y="695"/>
                    <a:pt x="39697" y="695"/>
                  </a:cubicBezTo>
                  <a:lnTo>
                    <a:pt x="354788" y="0"/>
                  </a:lnTo>
                  <a:lnTo>
                    <a:pt x="354788" y="0"/>
                  </a:lnTo>
                  <a:cubicBezTo>
                    <a:pt x="376711" y="0"/>
                    <a:pt x="394485" y="17773"/>
                    <a:pt x="394485" y="39697"/>
                  </a:cubicBezTo>
                  <a:cubicBezTo>
                    <a:pt x="394485" y="61620"/>
                    <a:pt x="376711" y="79393"/>
                    <a:pt x="354788" y="79393"/>
                  </a:cubicBezTo>
                  <a:lnTo>
                    <a:pt x="39746" y="80088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5" name="Picture Placeholder 57">
              <a:extLst>
                <a:ext uri="{FF2B5EF4-FFF2-40B4-BE49-F238E27FC236}">
                  <a16:creationId xmlns:a16="http://schemas.microsoft.com/office/drawing/2014/main" id="{663748FC-739B-F84A-9B6E-B92B6BD4BC08}"/>
                </a:ext>
              </a:extLst>
            </p:cNvPr>
            <p:cNvGrpSpPr/>
            <p:nvPr/>
          </p:nvGrpSpPr>
          <p:grpSpPr>
            <a:xfrm>
              <a:off x="4140491" y="2534635"/>
              <a:ext cx="838590" cy="841765"/>
              <a:chOff x="4140491" y="2534635"/>
              <a:chExt cx="838590" cy="841765"/>
            </a:xfrm>
            <a:solidFill>
              <a:srgbClr val="C42828"/>
            </a:solidFill>
          </p:grpSpPr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48A647C6-5405-B14D-BA72-22095444E3FA}"/>
                  </a:ext>
                </a:extLst>
              </p:cNvPr>
              <p:cNvSpPr/>
              <p:nvPr/>
            </p:nvSpPr>
            <p:spPr>
              <a:xfrm>
                <a:off x="4140491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2" y="645069"/>
                      <a:pt x="759197" y="627295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6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5"/>
                      <a:pt x="820816" y="645069"/>
                      <a:pt x="798894" y="64506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89DD1F6C-3A79-F142-A58F-81147304A910}"/>
                  </a:ext>
                </a:extLst>
              </p:cNvPr>
              <p:cNvSpPr/>
              <p:nvPr/>
            </p:nvSpPr>
            <p:spPr>
              <a:xfrm>
                <a:off x="4140491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8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5"/>
                      <a:pt x="217808" y="840728"/>
                      <a:pt x="212972" y="838689"/>
                    </a:cubicBezTo>
                    <a:cubicBezTo>
                      <a:pt x="197837" y="832382"/>
                      <a:pt x="188138" y="817416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5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6"/>
                      <a:pt x="272920" y="583435"/>
                      <a:pt x="272928" y="605358"/>
                    </a:cubicBezTo>
                    <a:cubicBezTo>
                      <a:pt x="272928" y="605710"/>
                      <a:pt x="272924" y="606062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4" y="569988"/>
                      <a:pt x="406503" y="565577"/>
                      <a:pt x="417310" y="565577"/>
                    </a:cubicBezTo>
                    <a:lnTo>
                      <a:pt x="798894" y="565577"/>
                    </a:lnTo>
                    <a:cubicBezTo>
                      <a:pt x="820816" y="565577"/>
                      <a:pt x="838591" y="583351"/>
                      <a:pt x="838591" y="605273"/>
                    </a:cubicBezTo>
                    <a:cubicBezTo>
                      <a:pt x="838591" y="627196"/>
                      <a:pt x="820816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4"/>
                      <a:pt x="239063" y="841765"/>
                      <a:pt x="228255" y="84176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24E6C9E4-D2E6-3530-CE37-17B56821A92A}"/>
              </a:ext>
            </a:extLst>
          </p:cNvPr>
          <p:cNvGrpSpPr/>
          <p:nvPr/>
        </p:nvGrpSpPr>
        <p:grpSpPr>
          <a:xfrm>
            <a:off x="6939328" y="2546104"/>
            <a:ext cx="511105" cy="818783"/>
            <a:chOff x="6939328" y="2546104"/>
            <a:chExt cx="511105" cy="818783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E8C1FD45-2685-DF41-8E46-BBC52F38CE1C}"/>
                </a:ext>
              </a:extLst>
            </p:cNvPr>
            <p:cNvSpPr/>
            <p:nvPr/>
          </p:nvSpPr>
          <p:spPr>
            <a:xfrm>
              <a:off x="7016165" y="2926983"/>
              <a:ext cx="356971" cy="437904"/>
            </a:xfrm>
            <a:custGeom>
              <a:avLst/>
              <a:gdLst>
                <a:gd name="connsiteX0" fmla="*/ 191886 w 356971"/>
                <a:gd name="connsiteY0" fmla="*/ 437905 h 437904"/>
                <a:gd name="connsiteX1" fmla="*/ 183599 w 356971"/>
                <a:gd name="connsiteY1" fmla="*/ 437905 h 437904"/>
                <a:gd name="connsiteX2" fmla="*/ 94282 w 356971"/>
                <a:gd name="connsiteY2" fmla="*/ 348588 h 437904"/>
                <a:gd name="connsiteX3" fmla="*/ 94282 w 356971"/>
                <a:gd name="connsiteY3" fmla="*/ 130257 h 437904"/>
                <a:gd name="connsiteX4" fmla="*/ 15881 w 356971"/>
                <a:gd name="connsiteY4" fmla="*/ 71456 h 437904"/>
                <a:gd name="connsiteX5" fmla="*/ 7942 w 356971"/>
                <a:gd name="connsiteY5" fmla="*/ 15881 h 437904"/>
                <a:gd name="connsiteX6" fmla="*/ 63517 w 356971"/>
                <a:gd name="connsiteY6" fmla="*/ 7942 h 437904"/>
                <a:gd name="connsiteX7" fmla="*/ 157796 w 356971"/>
                <a:gd name="connsiteY7" fmla="*/ 78651 h 437904"/>
                <a:gd name="connsiteX8" fmla="*/ 173675 w 356971"/>
                <a:gd name="connsiteY8" fmla="*/ 110408 h 437904"/>
                <a:gd name="connsiteX9" fmla="*/ 173675 w 356971"/>
                <a:gd name="connsiteY9" fmla="*/ 348588 h 437904"/>
                <a:gd name="connsiteX10" fmla="*/ 183599 w 356971"/>
                <a:gd name="connsiteY10" fmla="*/ 358512 h 437904"/>
                <a:gd name="connsiteX11" fmla="*/ 191886 w 356971"/>
                <a:gd name="connsiteY11" fmla="*/ 358512 h 437904"/>
                <a:gd name="connsiteX12" fmla="*/ 201810 w 356971"/>
                <a:gd name="connsiteY12" fmla="*/ 348588 h 437904"/>
                <a:gd name="connsiteX13" fmla="*/ 201810 w 356971"/>
                <a:gd name="connsiteY13" fmla="*/ 110408 h 437904"/>
                <a:gd name="connsiteX14" fmla="*/ 214513 w 356971"/>
                <a:gd name="connsiteY14" fmla="*/ 81331 h 437904"/>
                <a:gd name="connsiteX15" fmla="*/ 289341 w 356971"/>
                <a:gd name="connsiteY15" fmla="*/ 11862 h 437904"/>
                <a:gd name="connsiteX16" fmla="*/ 345480 w 356971"/>
                <a:gd name="connsiteY16" fmla="*/ 12133 h 437904"/>
                <a:gd name="connsiteX17" fmla="*/ 345208 w 356971"/>
                <a:gd name="connsiteY17" fmla="*/ 68272 h 437904"/>
                <a:gd name="connsiteX18" fmla="*/ 343328 w 356971"/>
                <a:gd name="connsiteY18" fmla="*/ 70017 h 437904"/>
                <a:gd name="connsiteX19" fmla="*/ 281203 w 356971"/>
                <a:gd name="connsiteY19" fmla="*/ 127726 h 437904"/>
                <a:gd name="connsiteX20" fmla="*/ 281203 w 356971"/>
                <a:gd name="connsiteY20" fmla="*/ 348588 h 437904"/>
                <a:gd name="connsiteX21" fmla="*/ 191886 w 356971"/>
                <a:gd name="connsiteY21" fmla="*/ 437905 h 43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6971" h="437904">
                  <a:moveTo>
                    <a:pt x="191886" y="437905"/>
                  </a:moveTo>
                  <a:lnTo>
                    <a:pt x="183599" y="437905"/>
                  </a:lnTo>
                  <a:cubicBezTo>
                    <a:pt x="134270" y="437905"/>
                    <a:pt x="94282" y="397916"/>
                    <a:pt x="94282" y="348588"/>
                  </a:cubicBezTo>
                  <a:lnTo>
                    <a:pt x="94282" y="130257"/>
                  </a:lnTo>
                  <a:lnTo>
                    <a:pt x="15881" y="71456"/>
                  </a:lnTo>
                  <a:cubicBezTo>
                    <a:pt x="-1658" y="58302"/>
                    <a:pt x="-5213" y="33420"/>
                    <a:pt x="7942" y="15881"/>
                  </a:cubicBezTo>
                  <a:cubicBezTo>
                    <a:pt x="21096" y="-1658"/>
                    <a:pt x="45978" y="-5213"/>
                    <a:pt x="63517" y="7942"/>
                  </a:cubicBezTo>
                  <a:lnTo>
                    <a:pt x="157796" y="78651"/>
                  </a:lnTo>
                  <a:cubicBezTo>
                    <a:pt x="167792" y="86148"/>
                    <a:pt x="173675" y="97914"/>
                    <a:pt x="173675" y="110408"/>
                  </a:cubicBezTo>
                  <a:lnTo>
                    <a:pt x="173675" y="348588"/>
                  </a:lnTo>
                  <a:cubicBezTo>
                    <a:pt x="173675" y="354069"/>
                    <a:pt x="178118" y="358512"/>
                    <a:pt x="183599" y="358512"/>
                  </a:cubicBezTo>
                  <a:lnTo>
                    <a:pt x="191886" y="358512"/>
                  </a:lnTo>
                  <a:cubicBezTo>
                    <a:pt x="197367" y="358512"/>
                    <a:pt x="201810" y="354069"/>
                    <a:pt x="201810" y="348588"/>
                  </a:cubicBezTo>
                  <a:lnTo>
                    <a:pt x="201810" y="110408"/>
                  </a:lnTo>
                  <a:cubicBezTo>
                    <a:pt x="201818" y="99371"/>
                    <a:pt x="206420" y="88836"/>
                    <a:pt x="214513" y="81331"/>
                  </a:cubicBezTo>
                  <a:lnTo>
                    <a:pt x="289341" y="11862"/>
                  </a:lnTo>
                  <a:cubicBezTo>
                    <a:pt x="304918" y="-3566"/>
                    <a:pt x="330052" y="-3444"/>
                    <a:pt x="345480" y="12133"/>
                  </a:cubicBezTo>
                  <a:cubicBezTo>
                    <a:pt x="360907" y="27711"/>
                    <a:pt x="360785" y="52845"/>
                    <a:pt x="345208" y="68272"/>
                  </a:cubicBezTo>
                  <a:cubicBezTo>
                    <a:pt x="344600" y="68874"/>
                    <a:pt x="343973" y="69456"/>
                    <a:pt x="343328" y="70017"/>
                  </a:cubicBezTo>
                  <a:lnTo>
                    <a:pt x="281203" y="127726"/>
                  </a:lnTo>
                  <a:lnTo>
                    <a:pt x="281203" y="348588"/>
                  </a:lnTo>
                  <a:cubicBezTo>
                    <a:pt x="281203" y="397916"/>
                    <a:pt x="241214" y="437905"/>
                    <a:pt x="191886" y="43790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E8C6147F-2456-0C8D-5758-AF6455EA1E2A}"/>
                </a:ext>
              </a:extLst>
            </p:cNvPr>
            <p:cNvSpPr/>
            <p:nvPr/>
          </p:nvSpPr>
          <p:spPr>
            <a:xfrm>
              <a:off x="6939328" y="2546104"/>
              <a:ext cx="511105" cy="461515"/>
            </a:xfrm>
            <a:custGeom>
              <a:avLst/>
              <a:gdLst>
                <a:gd name="connsiteX0" fmla="*/ 393172 w 511105"/>
                <a:gd name="connsiteY0" fmla="*/ 461515 h 461515"/>
                <a:gd name="connsiteX1" fmla="*/ 393172 w 511105"/>
                <a:gd name="connsiteY1" fmla="*/ 461515 h 461515"/>
                <a:gd name="connsiteX2" fmla="*/ 116437 w 511105"/>
                <a:gd name="connsiteY2" fmla="*/ 460423 h 461515"/>
                <a:gd name="connsiteX3" fmla="*/ 91031 w 511105"/>
                <a:gd name="connsiteY3" fmla="*/ 451095 h 461515"/>
                <a:gd name="connsiteX4" fmla="*/ 60010 w 511105"/>
                <a:gd name="connsiteY4" fmla="*/ 91031 h 461515"/>
                <a:gd name="connsiteX5" fmla="*/ 420074 w 511105"/>
                <a:gd name="connsiteY5" fmla="*/ 60010 h 461515"/>
                <a:gd name="connsiteX6" fmla="*/ 451095 w 511105"/>
                <a:gd name="connsiteY6" fmla="*/ 420073 h 461515"/>
                <a:gd name="connsiteX7" fmla="*/ 418528 w 511105"/>
                <a:gd name="connsiteY7" fmla="*/ 452385 h 461515"/>
                <a:gd name="connsiteX8" fmla="*/ 393172 w 511105"/>
                <a:gd name="connsiteY8" fmla="*/ 461515 h 461515"/>
                <a:gd name="connsiteX9" fmla="*/ 131869 w 511105"/>
                <a:gd name="connsiteY9" fmla="*/ 381080 h 461515"/>
                <a:gd name="connsiteX10" fmla="*/ 378087 w 511105"/>
                <a:gd name="connsiteY10" fmla="*/ 382072 h 461515"/>
                <a:gd name="connsiteX11" fmla="*/ 381973 w 511105"/>
                <a:gd name="connsiteY11" fmla="*/ 132984 h 461515"/>
                <a:gd name="connsiteX12" fmla="*/ 132885 w 511105"/>
                <a:gd name="connsiteY12" fmla="*/ 129098 h 461515"/>
                <a:gd name="connsiteX13" fmla="*/ 128999 w 511105"/>
                <a:gd name="connsiteY13" fmla="*/ 378186 h 461515"/>
                <a:gd name="connsiteX14" fmla="*/ 131869 w 511105"/>
                <a:gd name="connsiteY14" fmla="*/ 381080 h 4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1105" h="461515">
                  <a:moveTo>
                    <a:pt x="393172" y="461515"/>
                  </a:moveTo>
                  <a:lnTo>
                    <a:pt x="393172" y="461515"/>
                  </a:lnTo>
                  <a:lnTo>
                    <a:pt x="116437" y="460423"/>
                  </a:lnTo>
                  <a:cubicBezTo>
                    <a:pt x="107141" y="460365"/>
                    <a:pt x="98156" y="457066"/>
                    <a:pt x="91031" y="451095"/>
                  </a:cubicBezTo>
                  <a:cubicBezTo>
                    <a:pt x="-16964" y="360232"/>
                    <a:pt x="-30853" y="199026"/>
                    <a:pt x="60010" y="91031"/>
                  </a:cubicBezTo>
                  <a:cubicBezTo>
                    <a:pt x="150873" y="-16964"/>
                    <a:pt x="312079" y="-30853"/>
                    <a:pt x="420074" y="60010"/>
                  </a:cubicBezTo>
                  <a:cubicBezTo>
                    <a:pt x="528069" y="150872"/>
                    <a:pt x="541958" y="312078"/>
                    <a:pt x="451095" y="420073"/>
                  </a:cubicBezTo>
                  <a:cubicBezTo>
                    <a:pt x="441230" y="431799"/>
                    <a:pt x="430331" y="442613"/>
                    <a:pt x="418528" y="452385"/>
                  </a:cubicBezTo>
                  <a:cubicBezTo>
                    <a:pt x="411399" y="458292"/>
                    <a:pt x="402430" y="461522"/>
                    <a:pt x="393172" y="461515"/>
                  </a:cubicBezTo>
                  <a:close/>
                  <a:moveTo>
                    <a:pt x="131869" y="381080"/>
                  </a:moveTo>
                  <a:lnTo>
                    <a:pt x="378087" y="382072"/>
                  </a:lnTo>
                  <a:cubicBezTo>
                    <a:pt x="447944" y="314362"/>
                    <a:pt x="449684" y="202841"/>
                    <a:pt x="381973" y="132984"/>
                  </a:cubicBezTo>
                  <a:cubicBezTo>
                    <a:pt x="314263" y="63127"/>
                    <a:pt x="202742" y="61387"/>
                    <a:pt x="132885" y="129098"/>
                  </a:cubicBezTo>
                  <a:cubicBezTo>
                    <a:pt x="63028" y="196809"/>
                    <a:pt x="61288" y="308329"/>
                    <a:pt x="128999" y="378186"/>
                  </a:cubicBezTo>
                  <a:cubicBezTo>
                    <a:pt x="129944" y="379162"/>
                    <a:pt x="130901" y="380126"/>
                    <a:pt x="131869" y="3810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26F01C9D-9508-A37E-2DB0-8A2E23B16FD7}"/>
                </a:ext>
              </a:extLst>
            </p:cNvPr>
            <p:cNvSpPr/>
            <p:nvPr/>
          </p:nvSpPr>
          <p:spPr>
            <a:xfrm>
              <a:off x="7210432" y="2771387"/>
              <a:ext cx="79145" cy="79332"/>
            </a:xfrm>
            <a:custGeom>
              <a:avLst/>
              <a:gdLst>
                <a:gd name="connsiteX0" fmla="*/ 39449 w 79145"/>
                <a:gd name="connsiteY0" fmla="*/ 79331 h 79332"/>
                <a:gd name="connsiteX1" fmla="*/ 31510 w 79145"/>
                <a:gd name="connsiteY1" fmla="*/ 78538 h 79332"/>
                <a:gd name="connsiteX2" fmla="*/ 24067 w 79145"/>
                <a:gd name="connsiteY2" fmla="*/ 76305 h 79332"/>
                <a:gd name="connsiteX3" fmla="*/ 17417 w 79145"/>
                <a:gd name="connsiteY3" fmla="*/ 72484 h 79332"/>
                <a:gd name="connsiteX4" fmla="*/ 6699 w 79145"/>
                <a:gd name="connsiteY4" fmla="*/ 61667 h 79332"/>
                <a:gd name="connsiteX5" fmla="*/ 794 w 79145"/>
                <a:gd name="connsiteY5" fmla="*/ 47376 h 79332"/>
                <a:gd name="connsiteX6" fmla="*/ 794 w 79145"/>
                <a:gd name="connsiteY6" fmla="*/ 31894 h 79332"/>
                <a:gd name="connsiteX7" fmla="*/ 11661 w 79145"/>
                <a:gd name="connsiteY7" fmla="*/ 11550 h 79332"/>
                <a:gd name="connsiteX8" fmla="*/ 17666 w 79145"/>
                <a:gd name="connsiteY8" fmla="*/ 6588 h 79332"/>
                <a:gd name="connsiteX9" fmla="*/ 24265 w 79145"/>
                <a:gd name="connsiteY9" fmla="*/ 3015 h 79332"/>
                <a:gd name="connsiteX10" fmla="*/ 31708 w 79145"/>
                <a:gd name="connsiteY10" fmla="*/ 782 h 79332"/>
                <a:gd name="connsiteX11" fmla="*/ 47239 w 79145"/>
                <a:gd name="connsiteY11" fmla="*/ 782 h 79332"/>
                <a:gd name="connsiteX12" fmla="*/ 54633 w 79145"/>
                <a:gd name="connsiteY12" fmla="*/ 3015 h 79332"/>
                <a:gd name="connsiteX13" fmla="*/ 61481 w 79145"/>
                <a:gd name="connsiteY13" fmla="*/ 6687 h 79332"/>
                <a:gd name="connsiteX14" fmla="*/ 67534 w 79145"/>
                <a:gd name="connsiteY14" fmla="*/ 11649 h 79332"/>
                <a:gd name="connsiteX15" fmla="*/ 72496 w 79145"/>
                <a:gd name="connsiteY15" fmla="*/ 17703 h 79332"/>
                <a:gd name="connsiteX16" fmla="*/ 78401 w 79145"/>
                <a:gd name="connsiteY16" fmla="*/ 31993 h 79332"/>
                <a:gd name="connsiteX17" fmla="*/ 78401 w 79145"/>
                <a:gd name="connsiteY17" fmla="*/ 47475 h 79332"/>
                <a:gd name="connsiteX18" fmla="*/ 72496 w 79145"/>
                <a:gd name="connsiteY18" fmla="*/ 61766 h 79332"/>
                <a:gd name="connsiteX19" fmla="*/ 61282 w 79145"/>
                <a:gd name="connsiteY19" fmla="*/ 72484 h 79332"/>
                <a:gd name="connsiteX20" fmla="*/ 54434 w 79145"/>
                <a:gd name="connsiteY20" fmla="*/ 76156 h 79332"/>
                <a:gd name="connsiteX21" fmla="*/ 47041 w 79145"/>
                <a:gd name="connsiteY21" fmla="*/ 78389 h 79332"/>
                <a:gd name="connsiteX22" fmla="*/ 39449 w 79145"/>
                <a:gd name="connsiteY22" fmla="*/ 79332 h 7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145" h="79332">
                  <a:moveTo>
                    <a:pt x="39449" y="79331"/>
                  </a:moveTo>
                  <a:cubicBezTo>
                    <a:pt x="36782" y="79352"/>
                    <a:pt x="34120" y="79086"/>
                    <a:pt x="31510" y="78538"/>
                  </a:cubicBezTo>
                  <a:cubicBezTo>
                    <a:pt x="28962" y="78036"/>
                    <a:pt x="26469" y="77288"/>
                    <a:pt x="24067" y="76305"/>
                  </a:cubicBezTo>
                  <a:cubicBezTo>
                    <a:pt x="21747" y="75221"/>
                    <a:pt x="19522" y="73942"/>
                    <a:pt x="17417" y="72484"/>
                  </a:cubicBezTo>
                  <a:cubicBezTo>
                    <a:pt x="13174" y="69610"/>
                    <a:pt x="9534" y="65936"/>
                    <a:pt x="6699" y="61667"/>
                  </a:cubicBezTo>
                  <a:cubicBezTo>
                    <a:pt x="3845" y="57319"/>
                    <a:pt x="1842" y="52470"/>
                    <a:pt x="794" y="47376"/>
                  </a:cubicBezTo>
                  <a:cubicBezTo>
                    <a:pt x="-265" y="42270"/>
                    <a:pt x="-265" y="37000"/>
                    <a:pt x="794" y="31894"/>
                  </a:cubicBezTo>
                  <a:cubicBezTo>
                    <a:pt x="2323" y="24187"/>
                    <a:pt x="6105" y="17106"/>
                    <a:pt x="11661" y="11550"/>
                  </a:cubicBezTo>
                  <a:cubicBezTo>
                    <a:pt x="13478" y="9683"/>
                    <a:pt x="15491" y="8020"/>
                    <a:pt x="17666" y="6588"/>
                  </a:cubicBezTo>
                  <a:cubicBezTo>
                    <a:pt x="19753" y="5199"/>
                    <a:pt x="21962" y="4003"/>
                    <a:pt x="24265" y="3015"/>
                  </a:cubicBezTo>
                  <a:cubicBezTo>
                    <a:pt x="26668" y="2031"/>
                    <a:pt x="29161" y="1283"/>
                    <a:pt x="31708" y="782"/>
                  </a:cubicBezTo>
                  <a:cubicBezTo>
                    <a:pt x="36833" y="-261"/>
                    <a:pt x="42115" y="-261"/>
                    <a:pt x="47239" y="782"/>
                  </a:cubicBezTo>
                  <a:cubicBezTo>
                    <a:pt x="49773" y="1276"/>
                    <a:pt x="52250" y="2024"/>
                    <a:pt x="54633" y="3015"/>
                  </a:cubicBezTo>
                  <a:cubicBezTo>
                    <a:pt x="57036" y="4000"/>
                    <a:pt x="59330" y="5231"/>
                    <a:pt x="61481" y="6687"/>
                  </a:cubicBezTo>
                  <a:cubicBezTo>
                    <a:pt x="63662" y="8131"/>
                    <a:pt x="65690" y="9794"/>
                    <a:pt x="67534" y="11649"/>
                  </a:cubicBezTo>
                  <a:cubicBezTo>
                    <a:pt x="69374" y="13507"/>
                    <a:pt x="71035" y="15534"/>
                    <a:pt x="72496" y="17703"/>
                  </a:cubicBezTo>
                  <a:cubicBezTo>
                    <a:pt x="75350" y="22050"/>
                    <a:pt x="77354" y="26899"/>
                    <a:pt x="78401" y="31993"/>
                  </a:cubicBezTo>
                  <a:cubicBezTo>
                    <a:pt x="79393" y="37106"/>
                    <a:pt x="79393" y="42362"/>
                    <a:pt x="78401" y="47475"/>
                  </a:cubicBezTo>
                  <a:cubicBezTo>
                    <a:pt x="77354" y="52569"/>
                    <a:pt x="75350" y="57418"/>
                    <a:pt x="72496" y="61766"/>
                  </a:cubicBezTo>
                  <a:cubicBezTo>
                    <a:pt x="69521" y="66060"/>
                    <a:pt x="65706" y="69706"/>
                    <a:pt x="61282" y="72484"/>
                  </a:cubicBezTo>
                  <a:cubicBezTo>
                    <a:pt x="59121" y="73921"/>
                    <a:pt x="56828" y="75151"/>
                    <a:pt x="54434" y="76156"/>
                  </a:cubicBezTo>
                  <a:cubicBezTo>
                    <a:pt x="52051" y="77146"/>
                    <a:pt x="49574" y="77894"/>
                    <a:pt x="47041" y="78389"/>
                  </a:cubicBezTo>
                  <a:cubicBezTo>
                    <a:pt x="44549" y="78959"/>
                    <a:pt x="42005" y="79275"/>
                    <a:pt x="39449" y="793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AF440CB5-02E5-4F26-43B1-A4F8D6DCD7B7}"/>
              </a:ext>
            </a:extLst>
          </p:cNvPr>
          <p:cNvGrpSpPr/>
          <p:nvPr/>
        </p:nvGrpSpPr>
        <p:grpSpPr>
          <a:xfrm>
            <a:off x="8241872" y="2558136"/>
            <a:ext cx="538484" cy="798465"/>
            <a:chOff x="8241872" y="2558136"/>
            <a:chExt cx="538484" cy="798465"/>
          </a:xfrm>
        </p:grpSpPr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DC26D774-98C1-D6B4-BF23-9F11EB435D4E}"/>
                </a:ext>
              </a:extLst>
            </p:cNvPr>
            <p:cNvSpPr/>
            <p:nvPr/>
          </p:nvSpPr>
          <p:spPr>
            <a:xfrm>
              <a:off x="8423855" y="2760117"/>
              <a:ext cx="356501" cy="595194"/>
            </a:xfrm>
            <a:custGeom>
              <a:avLst/>
              <a:gdLst>
                <a:gd name="connsiteX0" fmla="*/ 205064 w 356501"/>
                <a:gd name="connsiteY0" fmla="*/ 594847 h 595194"/>
                <a:gd name="connsiteX1" fmla="*/ 164970 w 356501"/>
                <a:gd name="connsiteY1" fmla="*/ 555548 h 595194"/>
                <a:gd name="connsiteX2" fmla="*/ 204270 w 356501"/>
                <a:gd name="connsiteY2" fmla="*/ 515454 h 595194"/>
                <a:gd name="connsiteX3" fmla="*/ 206751 w 356501"/>
                <a:gd name="connsiteY3" fmla="*/ 515454 h 595194"/>
                <a:gd name="connsiteX4" fmla="*/ 207296 w 356501"/>
                <a:gd name="connsiteY4" fmla="*/ 510492 h 595194"/>
                <a:gd name="connsiteX5" fmla="*/ 207892 w 356501"/>
                <a:gd name="connsiteY5" fmla="*/ 505282 h 595194"/>
                <a:gd name="connsiteX6" fmla="*/ 209083 w 356501"/>
                <a:gd name="connsiteY6" fmla="*/ 492579 h 595194"/>
                <a:gd name="connsiteX7" fmla="*/ 235977 w 356501"/>
                <a:gd name="connsiteY7" fmla="*/ 403262 h 595194"/>
                <a:gd name="connsiteX8" fmla="*/ 269273 w 356501"/>
                <a:gd name="connsiteY8" fmla="*/ 316277 h 595194"/>
                <a:gd name="connsiteX9" fmla="*/ 270414 w 356501"/>
                <a:gd name="connsiteY9" fmla="*/ 195202 h 595194"/>
                <a:gd name="connsiteX10" fmla="*/ 228584 w 356501"/>
                <a:gd name="connsiteY10" fmla="*/ 152727 h 595194"/>
                <a:gd name="connsiteX11" fmla="*/ 174745 w 356501"/>
                <a:gd name="connsiteY11" fmla="*/ 124443 h 595194"/>
                <a:gd name="connsiteX12" fmla="*/ 140011 w 356501"/>
                <a:gd name="connsiteY12" fmla="*/ 113229 h 595194"/>
                <a:gd name="connsiteX13" fmla="*/ 67515 w 356501"/>
                <a:gd name="connsiteY13" fmla="*/ 88419 h 595194"/>
                <a:gd name="connsiteX14" fmla="*/ 41811 w 356501"/>
                <a:gd name="connsiteY14" fmla="*/ 79487 h 595194"/>
                <a:gd name="connsiteX15" fmla="*/ 40372 w 356501"/>
                <a:gd name="connsiteY15" fmla="*/ 79487 h 595194"/>
                <a:gd name="connsiteX16" fmla="*/ 6 w 356501"/>
                <a:gd name="connsiteY16" fmla="*/ 40460 h 595194"/>
                <a:gd name="connsiteX17" fmla="*/ 39032 w 356501"/>
                <a:gd name="connsiteY17" fmla="*/ 94 h 595194"/>
                <a:gd name="connsiteX18" fmla="*/ 126216 w 356501"/>
                <a:gd name="connsiteY18" fmla="*/ 34828 h 595194"/>
                <a:gd name="connsiteX19" fmla="*/ 127655 w 356501"/>
                <a:gd name="connsiteY19" fmla="*/ 34828 h 595194"/>
                <a:gd name="connsiteX20" fmla="*/ 235134 w 356501"/>
                <a:gd name="connsiteY20" fmla="*/ 73135 h 595194"/>
                <a:gd name="connsiteX21" fmla="*/ 238210 w 356501"/>
                <a:gd name="connsiteY21" fmla="*/ 73979 h 595194"/>
                <a:gd name="connsiteX22" fmla="*/ 347376 w 356501"/>
                <a:gd name="connsiteY22" fmla="*/ 177289 h 595194"/>
                <a:gd name="connsiteX23" fmla="*/ 345490 w 356501"/>
                <a:gd name="connsiteY23" fmla="*/ 337217 h 595194"/>
                <a:gd name="connsiteX24" fmla="*/ 306588 w 356501"/>
                <a:gd name="connsiteY24" fmla="*/ 438691 h 595194"/>
                <a:gd name="connsiteX25" fmla="*/ 287980 w 356501"/>
                <a:gd name="connsiteY25" fmla="*/ 496549 h 595194"/>
                <a:gd name="connsiteX26" fmla="*/ 286392 w 356501"/>
                <a:gd name="connsiteY26" fmla="*/ 514313 h 595194"/>
                <a:gd name="connsiteX27" fmla="*/ 285896 w 356501"/>
                <a:gd name="connsiteY27" fmla="*/ 518977 h 595194"/>
                <a:gd name="connsiteX28" fmla="*/ 205460 w 356501"/>
                <a:gd name="connsiteY28" fmla="*/ 595195 h 59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56501" h="595194">
                  <a:moveTo>
                    <a:pt x="205064" y="594847"/>
                  </a:moveTo>
                  <a:cubicBezTo>
                    <a:pt x="183140" y="595067"/>
                    <a:pt x="165189" y="577471"/>
                    <a:pt x="164970" y="555548"/>
                  </a:cubicBezTo>
                  <a:cubicBezTo>
                    <a:pt x="164751" y="533624"/>
                    <a:pt x="182346" y="515673"/>
                    <a:pt x="204270" y="515454"/>
                  </a:cubicBezTo>
                  <a:lnTo>
                    <a:pt x="206751" y="515454"/>
                  </a:lnTo>
                  <a:cubicBezTo>
                    <a:pt x="206751" y="513370"/>
                    <a:pt x="207197" y="511484"/>
                    <a:pt x="207296" y="510492"/>
                  </a:cubicBezTo>
                  <a:lnTo>
                    <a:pt x="207892" y="505282"/>
                  </a:lnTo>
                  <a:cubicBezTo>
                    <a:pt x="208388" y="500717"/>
                    <a:pt x="208884" y="496350"/>
                    <a:pt x="209083" y="492579"/>
                  </a:cubicBezTo>
                  <a:cubicBezTo>
                    <a:pt x="210720" y="457845"/>
                    <a:pt x="222977" y="429065"/>
                    <a:pt x="235977" y="403262"/>
                  </a:cubicBezTo>
                  <a:cubicBezTo>
                    <a:pt x="249905" y="375431"/>
                    <a:pt x="261058" y="346295"/>
                    <a:pt x="269273" y="316277"/>
                  </a:cubicBezTo>
                  <a:cubicBezTo>
                    <a:pt x="279791" y="276651"/>
                    <a:pt x="280183" y="235019"/>
                    <a:pt x="270414" y="195202"/>
                  </a:cubicBezTo>
                  <a:cubicBezTo>
                    <a:pt x="263070" y="163395"/>
                    <a:pt x="248382" y="155208"/>
                    <a:pt x="228584" y="152727"/>
                  </a:cubicBezTo>
                  <a:cubicBezTo>
                    <a:pt x="220297" y="151685"/>
                    <a:pt x="191964" y="146574"/>
                    <a:pt x="174745" y="124443"/>
                  </a:cubicBezTo>
                  <a:cubicBezTo>
                    <a:pt x="167302" y="114817"/>
                    <a:pt x="159561" y="110202"/>
                    <a:pt x="140011" y="113229"/>
                  </a:cubicBezTo>
                  <a:cubicBezTo>
                    <a:pt x="110238" y="117943"/>
                    <a:pt x="85775" y="109607"/>
                    <a:pt x="67515" y="88419"/>
                  </a:cubicBezTo>
                  <a:cubicBezTo>
                    <a:pt x="63644" y="84002"/>
                    <a:pt x="57293" y="78842"/>
                    <a:pt x="41811" y="79487"/>
                  </a:cubicBezTo>
                  <a:lnTo>
                    <a:pt x="40372" y="79487"/>
                  </a:lnTo>
                  <a:cubicBezTo>
                    <a:pt x="18448" y="79857"/>
                    <a:pt x="376" y="62384"/>
                    <a:pt x="6" y="40460"/>
                  </a:cubicBezTo>
                  <a:cubicBezTo>
                    <a:pt x="-364" y="18536"/>
                    <a:pt x="17109" y="464"/>
                    <a:pt x="39032" y="94"/>
                  </a:cubicBezTo>
                  <a:cubicBezTo>
                    <a:pt x="74561" y="-1196"/>
                    <a:pt x="104631" y="10861"/>
                    <a:pt x="126216" y="34828"/>
                  </a:cubicBezTo>
                  <a:lnTo>
                    <a:pt x="127655" y="34828"/>
                  </a:lnTo>
                  <a:cubicBezTo>
                    <a:pt x="172314" y="27782"/>
                    <a:pt x="208587" y="40634"/>
                    <a:pt x="235134" y="73135"/>
                  </a:cubicBezTo>
                  <a:cubicBezTo>
                    <a:pt x="236128" y="73521"/>
                    <a:pt x="237159" y="73803"/>
                    <a:pt x="238210" y="73979"/>
                  </a:cubicBezTo>
                  <a:cubicBezTo>
                    <a:pt x="294927" y="81075"/>
                    <a:pt x="333730" y="117794"/>
                    <a:pt x="347376" y="177289"/>
                  </a:cubicBezTo>
                  <a:cubicBezTo>
                    <a:pt x="360152" y="229915"/>
                    <a:pt x="359504" y="284907"/>
                    <a:pt x="345490" y="337217"/>
                  </a:cubicBezTo>
                  <a:cubicBezTo>
                    <a:pt x="335866" y="372230"/>
                    <a:pt x="322836" y="406217"/>
                    <a:pt x="306588" y="438691"/>
                  </a:cubicBezTo>
                  <a:cubicBezTo>
                    <a:pt x="296068" y="459829"/>
                    <a:pt x="288873" y="477742"/>
                    <a:pt x="287980" y="496549"/>
                  </a:cubicBezTo>
                  <a:cubicBezTo>
                    <a:pt x="287682" y="502900"/>
                    <a:pt x="286987" y="508954"/>
                    <a:pt x="286392" y="514313"/>
                  </a:cubicBezTo>
                  <a:lnTo>
                    <a:pt x="285896" y="518977"/>
                  </a:lnTo>
                  <a:cubicBezTo>
                    <a:pt x="280934" y="567457"/>
                    <a:pt x="266444" y="594004"/>
                    <a:pt x="205460" y="5951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87902AD3-43CF-E34B-F174-59AB0E1B879C}"/>
                </a:ext>
              </a:extLst>
            </p:cNvPr>
            <p:cNvSpPr/>
            <p:nvPr/>
          </p:nvSpPr>
          <p:spPr>
            <a:xfrm>
              <a:off x="8241872" y="2558136"/>
              <a:ext cx="456515" cy="798465"/>
            </a:xfrm>
            <a:custGeom>
              <a:avLst/>
              <a:gdLst>
                <a:gd name="connsiteX0" fmla="*/ 170750 w 456515"/>
                <a:gd name="connsiteY0" fmla="*/ 798465 h 798465"/>
                <a:gd name="connsiteX1" fmla="*/ 170204 w 456515"/>
                <a:gd name="connsiteY1" fmla="*/ 798465 h 798465"/>
                <a:gd name="connsiteX2" fmla="*/ 98502 w 456515"/>
                <a:gd name="connsiteY2" fmla="*/ 730733 h 798465"/>
                <a:gd name="connsiteX3" fmla="*/ 64760 w 456515"/>
                <a:gd name="connsiteY3" fmla="*/ 631889 h 798465"/>
                <a:gd name="connsiteX4" fmla="*/ 5711 w 456515"/>
                <a:gd name="connsiteY4" fmla="*/ 502031 h 798465"/>
                <a:gd name="connsiteX5" fmla="*/ 5 w 456515"/>
                <a:gd name="connsiteY5" fmla="*/ 448342 h 798465"/>
                <a:gd name="connsiteX6" fmla="*/ 48385 w 456515"/>
                <a:gd name="connsiteY6" fmla="*/ 364483 h 798465"/>
                <a:gd name="connsiteX7" fmla="*/ 49130 w 456515"/>
                <a:gd name="connsiteY7" fmla="*/ 364086 h 798465"/>
                <a:gd name="connsiteX8" fmla="*/ 49378 w 456515"/>
                <a:gd name="connsiteY8" fmla="*/ 355601 h 798465"/>
                <a:gd name="connsiteX9" fmla="*/ 45110 w 456515"/>
                <a:gd name="connsiteY9" fmla="*/ 176272 h 798465"/>
                <a:gd name="connsiteX10" fmla="*/ 44068 w 456515"/>
                <a:gd name="connsiteY10" fmla="*/ 126651 h 798465"/>
                <a:gd name="connsiteX11" fmla="*/ 44068 w 456515"/>
                <a:gd name="connsiteY11" fmla="*/ 118811 h 798465"/>
                <a:gd name="connsiteX12" fmla="*/ 44564 w 456515"/>
                <a:gd name="connsiteY12" fmla="*/ 84076 h 798465"/>
                <a:gd name="connsiteX13" fmla="*/ 136561 w 456515"/>
                <a:gd name="connsiteY13" fmla="*/ 19 h 798465"/>
                <a:gd name="connsiteX14" fmla="*/ 224638 w 456515"/>
                <a:gd name="connsiteY14" fmla="*/ 88244 h 798465"/>
                <a:gd name="connsiteX15" fmla="*/ 226970 w 456515"/>
                <a:gd name="connsiteY15" fmla="*/ 157713 h 798465"/>
                <a:gd name="connsiteX16" fmla="*/ 228260 w 456515"/>
                <a:gd name="connsiteY16" fmla="*/ 202372 h 798465"/>
                <a:gd name="connsiteX17" fmla="*/ 262118 w 456515"/>
                <a:gd name="connsiteY17" fmla="*/ 247152 h 798465"/>
                <a:gd name="connsiteX18" fmla="*/ 224043 w 456515"/>
                <a:gd name="connsiteY18" fmla="*/ 281368 h 798465"/>
                <a:gd name="connsiteX19" fmla="*/ 149115 w 456515"/>
                <a:gd name="connsiteY19" fmla="*/ 210510 h 798465"/>
                <a:gd name="connsiteX20" fmla="*/ 147627 w 456515"/>
                <a:gd name="connsiteY20" fmla="*/ 159797 h 798465"/>
                <a:gd name="connsiteX21" fmla="*/ 145344 w 456515"/>
                <a:gd name="connsiteY21" fmla="*/ 92363 h 798465"/>
                <a:gd name="connsiteX22" fmla="*/ 134676 w 456515"/>
                <a:gd name="connsiteY22" fmla="*/ 79809 h 798465"/>
                <a:gd name="connsiteX23" fmla="*/ 123213 w 456515"/>
                <a:gd name="connsiteY23" fmla="*/ 92214 h 798465"/>
                <a:gd name="connsiteX24" fmla="*/ 123213 w 456515"/>
                <a:gd name="connsiteY24" fmla="*/ 116429 h 798465"/>
                <a:gd name="connsiteX25" fmla="*/ 123461 w 456515"/>
                <a:gd name="connsiteY25" fmla="*/ 125113 h 798465"/>
                <a:gd name="connsiteX26" fmla="*/ 124503 w 456515"/>
                <a:gd name="connsiteY26" fmla="*/ 174733 h 798465"/>
                <a:gd name="connsiteX27" fmla="*/ 128721 w 456515"/>
                <a:gd name="connsiteY27" fmla="*/ 353368 h 798465"/>
                <a:gd name="connsiteX28" fmla="*/ 84608 w 456515"/>
                <a:gd name="connsiteY28" fmla="*/ 435242 h 798465"/>
                <a:gd name="connsiteX29" fmla="*/ 79398 w 456515"/>
                <a:gd name="connsiteY29" fmla="*/ 447796 h 798465"/>
                <a:gd name="connsiteX30" fmla="*/ 83517 w 456515"/>
                <a:gd name="connsiteY30" fmla="*/ 485557 h 798465"/>
                <a:gd name="connsiteX31" fmla="*/ 129614 w 456515"/>
                <a:gd name="connsiteY31" fmla="*/ 586089 h 798465"/>
                <a:gd name="connsiteX32" fmla="*/ 177548 w 456515"/>
                <a:gd name="connsiteY32" fmla="*/ 719221 h 798465"/>
                <a:gd name="connsiteX33" fmla="*/ 416819 w 456515"/>
                <a:gd name="connsiteY33" fmla="*/ 717435 h 798465"/>
                <a:gd name="connsiteX34" fmla="*/ 416819 w 456515"/>
                <a:gd name="connsiteY34" fmla="*/ 717435 h 798465"/>
                <a:gd name="connsiteX35" fmla="*/ 456516 w 456515"/>
                <a:gd name="connsiteY35" fmla="*/ 757131 h 798465"/>
                <a:gd name="connsiteX36" fmla="*/ 416819 w 456515"/>
                <a:gd name="connsiteY36" fmla="*/ 796828 h 798465"/>
                <a:gd name="connsiteX37" fmla="*/ 170750 w 456515"/>
                <a:gd name="connsiteY37" fmla="*/ 798465 h 79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56515" h="798465">
                  <a:moveTo>
                    <a:pt x="170750" y="798465"/>
                  </a:moveTo>
                  <a:lnTo>
                    <a:pt x="170204" y="798465"/>
                  </a:lnTo>
                  <a:cubicBezTo>
                    <a:pt x="137901" y="798019"/>
                    <a:pt x="100735" y="789931"/>
                    <a:pt x="98502" y="730733"/>
                  </a:cubicBezTo>
                  <a:cubicBezTo>
                    <a:pt x="97622" y="695111"/>
                    <a:pt x="85846" y="660614"/>
                    <a:pt x="64760" y="631889"/>
                  </a:cubicBezTo>
                  <a:cubicBezTo>
                    <a:pt x="36404" y="593097"/>
                    <a:pt x="16307" y="548900"/>
                    <a:pt x="5711" y="502031"/>
                  </a:cubicBezTo>
                  <a:cubicBezTo>
                    <a:pt x="2014" y="484371"/>
                    <a:pt x="103" y="466384"/>
                    <a:pt x="5" y="448342"/>
                  </a:cubicBezTo>
                  <a:cubicBezTo>
                    <a:pt x="-342" y="410977"/>
                    <a:pt x="17323" y="380411"/>
                    <a:pt x="48385" y="364483"/>
                  </a:cubicBezTo>
                  <a:lnTo>
                    <a:pt x="49130" y="364086"/>
                  </a:lnTo>
                  <a:cubicBezTo>
                    <a:pt x="49452" y="361270"/>
                    <a:pt x="49535" y="358431"/>
                    <a:pt x="49378" y="355601"/>
                  </a:cubicBezTo>
                  <a:cubicBezTo>
                    <a:pt x="47591" y="296056"/>
                    <a:pt x="46301" y="235022"/>
                    <a:pt x="45110" y="176272"/>
                  </a:cubicBezTo>
                  <a:lnTo>
                    <a:pt x="44068" y="126651"/>
                  </a:lnTo>
                  <a:cubicBezTo>
                    <a:pt x="44068" y="124021"/>
                    <a:pt x="44068" y="121391"/>
                    <a:pt x="44068" y="118811"/>
                  </a:cubicBezTo>
                  <a:cubicBezTo>
                    <a:pt x="43440" y="107235"/>
                    <a:pt x="43606" y="95630"/>
                    <a:pt x="44564" y="84076"/>
                  </a:cubicBezTo>
                  <a:cubicBezTo>
                    <a:pt x="49527" y="33612"/>
                    <a:pt x="87387" y="-924"/>
                    <a:pt x="136561" y="19"/>
                  </a:cubicBezTo>
                  <a:cubicBezTo>
                    <a:pt x="185735" y="962"/>
                    <a:pt x="222157" y="38177"/>
                    <a:pt x="224638" y="88244"/>
                  </a:cubicBezTo>
                  <a:cubicBezTo>
                    <a:pt x="225829" y="111467"/>
                    <a:pt x="226424" y="134937"/>
                    <a:pt x="226970" y="157713"/>
                  </a:cubicBezTo>
                  <a:cubicBezTo>
                    <a:pt x="227367" y="172600"/>
                    <a:pt x="227764" y="187486"/>
                    <a:pt x="228260" y="202372"/>
                  </a:cubicBezTo>
                  <a:cubicBezTo>
                    <a:pt x="249976" y="205388"/>
                    <a:pt x="265134" y="225437"/>
                    <a:pt x="262118" y="247152"/>
                  </a:cubicBezTo>
                  <a:cubicBezTo>
                    <a:pt x="259457" y="266311"/>
                    <a:pt x="243375" y="280762"/>
                    <a:pt x="224043" y="281368"/>
                  </a:cubicBezTo>
                  <a:cubicBezTo>
                    <a:pt x="172735" y="283105"/>
                    <a:pt x="151150" y="262661"/>
                    <a:pt x="149115" y="210510"/>
                  </a:cubicBezTo>
                  <a:cubicBezTo>
                    <a:pt x="148470" y="193639"/>
                    <a:pt x="148024" y="176718"/>
                    <a:pt x="147627" y="159797"/>
                  </a:cubicBezTo>
                  <a:cubicBezTo>
                    <a:pt x="147031" y="137617"/>
                    <a:pt x="146485" y="114692"/>
                    <a:pt x="145344" y="92363"/>
                  </a:cubicBezTo>
                  <a:cubicBezTo>
                    <a:pt x="144947" y="84176"/>
                    <a:pt x="141375" y="79958"/>
                    <a:pt x="134676" y="79809"/>
                  </a:cubicBezTo>
                  <a:cubicBezTo>
                    <a:pt x="131351" y="79809"/>
                    <a:pt x="124454" y="79809"/>
                    <a:pt x="123213" y="92214"/>
                  </a:cubicBezTo>
                  <a:cubicBezTo>
                    <a:pt x="122711" y="100278"/>
                    <a:pt x="122711" y="108365"/>
                    <a:pt x="123213" y="116429"/>
                  </a:cubicBezTo>
                  <a:cubicBezTo>
                    <a:pt x="123213" y="119357"/>
                    <a:pt x="123213" y="122235"/>
                    <a:pt x="123461" y="125113"/>
                  </a:cubicBezTo>
                  <a:lnTo>
                    <a:pt x="124503" y="174733"/>
                  </a:lnTo>
                  <a:cubicBezTo>
                    <a:pt x="125694" y="233286"/>
                    <a:pt x="126935" y="293823"/>
                    <a:pt x="128721" y="353368"/>
                  </a:cubicBezTo>
                  <a:cubicBezTo>
                    <a:pt x="129168" y="367807"/>
                    <a:pt x="130508" y="411722"/>
                    <a:pt x="84608" y="435242"/>
                  </a:cubicBezTo>
                  <a:cubicBezTo>
                    <a:pt x="82872" y="436135"/>
                    <a:pt x="79299" y="437971"/>
                    <a:pt x="79398" y="447796"/>
                  </a:cubicBezTo>
                  <a:cubicBezTo>
                    <a:pt x="79488" y="460490"/>
                    <a:pt x="80868" y="473142"/>
                    <a:pt x="83517" y="485557"/>
                  </a:cubicBezTo>
                  <a:cubicBezTo>
                    <a:pt x="91860" y="521863"/>
                    <a:pt x="107548" y="556076"/>
                    <a:pt x="129614" y="586089"/>
                  </a:cubicBezTo>
                  <a:cubicBezTo>
                    <a:pt x="157926" y="625006"/>
                    <a:pt x="174554" y="671189"/>
                    <a:pt x="177548" y="719221"/>
                  </a:cubicBezTo>
                  <a:lnTo>
                    <a:pt x="416819" y="717435"/>
                  </a:lnTo>
                  <a:lnTo>
                    <a:pt x="416819" y="717435"/>
                  </a:lnTo>
                  <a:cubicBezTo>
                    <a:pt x="438743" y="717435"/>
                    <a:pt x="456516" y="735208"/>
                    <a:pt x="456516" y="757131"/>
                  </a:cubicBezTo>
                  <a:cubicBezTo>
                    <a:pt x="456516" y="779055"/>
                    <a:pt x="438743" y="796828"/>
                    <a:pt x="416819" y="796828"/>
                  </a:cubicBezTo>
                  <a:lnTo>
                    <a:pt x="170750" y="79846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924362FE-2DA1-5D3F-54BA-075627DE7467}"/>
              </a:ext>
            </a:extLst>
          </p:cNvPr>
          <p:cNvGrpSpPr/>
          <p:nvPr/>
        </p:nvGrpSpPr>
        <p:grpSpPr>
          <a:xfrm>
            <a:off x="9508721" y="2546147"/>
            <a:ext cx="641987" cy="818741"/>
            <a:chOff x="9508721" y="2546147"/>
            <a:chExt cx="641987" cy="818741"/>
          </a:xfrm>
        </p:grpSpPr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97BA3E1C-2882-6DDC-9A29-8C4568D1C691}"/>
                </a:ext>
              </a:extLst>
            </p:cNvPr>
            <p:cNvSpPr/>
            <p:nvPr/>
          </p:nvSpPr>
          <p:spPr>
            <a:xfrm>
              <a:off x="9676940" y="2646430"/>
              <a:ext cx="305753" cy="78351"/>
            </a:xfrm>
            <a:custGeom>
              <a:avLst/>
              <a:gdLst>
                <a:gd name="connsiteX0" fmla="*/ 267947 w 305753"/>
                <a:gd name="connsiteY0" fmla="*/ 78351 h 78351"/>
                <a:gd name="connsiteX1" fmla="*/ 37806 w 305753"/>
                <a:gd name="connsiteY1" fmla="*/ 78351 h 78351"/>
                <a:gd name="connsiteX2" fmla="*/ 25 w 305753"/>
                <a:gd name="connsiteY2" fmla="*/ 37781 h 78351"/>
                <a:gd name="connsiteX3" fmla="*/ 37806 w 305753"/>
                <a:gd name="connsiteY3" fmla="*/ 0 h 78351"/>
                <a:gd name="connsiteX4" fmla="*/ 267947 w 305753"/>
                <a:gd name="connsiteY4" fmla="*/ 0 h 78351"/>
                <a:gd name="connsiteX5" fmla="*/ 305729 w 305753"/>
                <a:gd name="connsiteY5" fmla="*/ 40570 h 78351"/>
                <a:gd name="connsiteX6" fmla="*/ 267947 w 305753"/>
                <a:gd name="connsiteY6" fmla="*/ 78351 h 7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753" h="78351">
                  <a:moveTo>
                    <a:pt x="267947" y="78351"/>
                  </a:moveTo>
                  <a:lnTo>
                    <a:pt x="37806" y="78351"/>
                  </a:lnTo>
                  <a:cubicBezTo>
                    <a:pt x="16170" y="77581"/>
                    <a:pt x="-745" y="59417"/>
                    <a:pt x="25" y="37781"/>
                  </a:cubicBezTo>
                  <a:cubicBezTo>
                    <a:pt x="757" y="17226"/>
                    <a:pt x="17251" y="732"/>
                    <a:pt x="37806" y="0"/>
                  </a:cubicBezTo>
                  <a:lnTo>
                    <a:pt x="267947" y="0"/>
                  </a:lnTo>
                  <a:cubicBezTo>
                    <a:pt x="289584" y="770"/>
                    <a:pt x="306499" y="18934"/>
                    <a:pt x="305729" y="40570"/>
                  </a:cubicBezTo>
                  <a:cubicBezTo>
                    <a:pt x="304997" y="61125"/>
                    <a:pt x="288503" y="77619"/>
                    <a:pt x="267947" y="783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25A44185-445E-B287-5BA3-7371B76DF41A}"/>
                </a:ext>
              </a:extLst>
            </p:cNvPr>
            <p:cNvSpPr/>
            <p:nvPr/>
          </p:nvSpPr>
          <p:spPr>
            <a:xfrm>
              <a:off x="9508721" y="2546147"/>
              <a:ext cx="641987" cy="818741"/>
            </a:xfrm>
            <a:custGeom>
              <a:avLst/>
              <a:gdLst>
                <a:gd name="connsiteX0" fmla="*/ 555355 w 641987"/>
                <a:gd name="connsiteY0" fmla="*/ 818741 h 818741"/>
                <a:gd name="connsiteX1" fmla="*/ 86836 w 641987"/>
                <a:gd name="connsiteY1" fmla="*/ 818741 h 818741"/>
                <a:gd name="connsiteX2" fmla="*/ 0 w 641987"/>
                <a:gd name="connsiteY2" fmla="*/ 732004 h 818741"/>
                <a:gd name="connsiteX3" fmla="*/ 10966 w 641987"/>
                <a:gd name="connsiteY3" fmla="*/ 689728 h 818741"/>
                <a:gd name="connsiteX4" fmla="*/ 138640 w 641987"/>
                <a:gd name="connsiteY4" fmla="*/ 427234 h 818741"/>
                <a:gd name="connsiteX5" fmla="*/ 194215 w 641987"/>
                <a:gd name="connsiteY5" fmla="*/ 185730 h 818741"/>
                <a:gd name="connsiteX6" fmla="*/ 194215 w 641987"/>
                <a:gd name="connsiteY6" fmla="*/ 178238 h 818741"/>
                <a:gd name="connsiteX7" fmla="*/ 164096 w 641987"/>
                <a:gd name="connsiteY7" fmla="*/ 139682 h 818741"/>
                <a:gd name="connsiteX8" fmla="*/ 164096 w 641987"/>
                <a:gd name="connsiteY8" fmla="*/ 39697 h 818741"/>
                <a:gd name="connsiteX9" fmla="*/ 203792 w 641987"/>
                <a:gd name="connsiteY9" fmla="*/ 0 h 818741"/>
                <a:gd name="connsiteX10" fmla="*/ 438399 w 641987"/>
                <a:gd name="connsiteY10" fmla="*/ 0 h 818741"/>
                <a:gd name="connsiteX11" fmla="*/ 478096 w 641987"/>
                <a:gd name="connsiteY11" fmla="*/ 39697 h 818741"/>
                <a:gd name="connsiteX12" fmla="*/ 478096 w 641987"/>
                <a:gd name="connsiteY12" fmla="*/ 139682 h 818741"/>
                <a:gd name="connsiteX13" fmla="*/ 447628 w 641987"/>
                <a:gd name="connsiteY13" fmla="*/ 178287 h 818741"/>
                <a:gd name="connsiteX14" fmla="*/ 447628 w 641987"/>
                <a:gd name="connsiteY14" fmla="*/ 183597 h 818741"/>
                <a:gd name="connsiteX15" fmla="*/ 502707 w 641987"/>
                <a:gd name="connsiteY15" fmla="*/ 424009 h 818741"/>
                <a:gd name="connsiteX16" fmla="*/ 631225 w 641987"/>
                <a:gd name="connsiteY16" fmla="*/ 690125 h 818741"/>
                <a:gd name="connsiteX17" fmla="*/ 597015 w 641987"/>
                <a:gd name="connsiteY17" fmla="*/ 807995 h 818741"/>
                <a:gd name="connsiteX18" fmla="*/ 555355 w 641987"/>
                <a:gd name="connsiteY18" fmla="*/ 818741 h 818741"/>
                <a:gd name="connsiteX19" fmla="*/ 243489 w 641987"/>
                <a:gd name="connsiteY19" fmla="*/ 101127 h 818741"/>
                <a:gd name="connsiteX20" fmla="*/ 273609 w 641987"/>
                <a:gd name="connsiteY20" fmla="*/ 139682 h 818741"/>
                <a:gd name="connsiteX21" fmla="*/ 273609 w 641987"/>
                <a:gd name="connsiteY21" fmla="*/ 185730 h 818741"/>
                <a:gd name="connsiteX22" fmla="*/ 210044 w 641987"/>
                <a:gd name="connsiteY22" fmla="*/ 461969 h 818741"/>
                <a:gd name="connsiteX23" fmla="*/ 81775 w 641987"/>
                <a:gd name="connsiteY23" fmla="*/ 725703 h 818741"/>
                <a:gd name="connsiteX24" fmla="*/ 80435 w 641987"/>
                <a:gd name="connsiteY24" fmla="*/ 728233 h 818741"/>
                <a:gd name="connsiteX25" fmla="*/ 83237 w 641987"/>
                <a:gd name="connsiteY25" fmla="*/ 738380 h 818741"/>
                <a:gd name="connsiteX26" fmla="*/ 86836 w 641987"/>
                <a:gd name="connsiteY26" fmla="*/ 739348 h 818741"/>
                <a:gd name="connsiteX27" fmla="*/ 555355 w 641987"/>
                <a:gd name="connsiteY27" fmla="*/ 739348 h 818741"/>
                <a:gd name="connsiteX28" fmla="*/ 562782 w 641987"/>
                <a:gd name="connsiteY28" fmla="*/ 731988 h 818741"/>
                <a:gd name="connsiteX29" fmla="*/ 561806 w 641987"/>
                <a:gd name="connsiteY29" fmla="*/ 728283 h 818741"/>
                <a:gd name="connsiteX30" fmla="*/ 560466 w 641987"/>
                <a:gd name="connsiteY30" fmla="*/ 725752 h 818741"/>
                <a:gd name="connsiteX31" fmla="*/ 431452 w 641987"/>
                <a:gd name="connsiteY31" fmla="*/ 458694 h 818741"/>
                <a:gd name="connsiteX32" fmla="*/ 368235 w 641987"/>
                <a:gd name="connsiteY32" fmla="*/ 183597 h 818741"/>
                <a:gd name="connsiteX33" fmla="*/ 368235 w 641987"/>
                <a:gd name="connsiteY33" fmla="*/ 139682 h 818741"/>
                <a:gd name="connsiteX34" fmla="*/ 398653 w 641987"/>
                <a:gd name="connsiteY34" fmla="*/ 101077 h 818741"/>
                <a:gd name="connsiteX35" fmla="*/ 398653 w 641987"/>
                <a:gd name="connsiteY35" fmla="*/ 79393 h 818741"/>
                <a:gd name="connsiteX36" fmla="*/ 243489 w 641987"/>
                <a:gd name="connsiteY36" fmla="*/ 79393 h 81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1987" h="818741">
                  <a:moveTo>
                    <a:pt x="555355" y="818741"/>
                  </a:moveTo>
                  <a:lnTo>
                    <a:pt x="86836" y="818741"/>
                  </a:lnTo>
                  <a:cubicBezTo>
                    <a:pt x="38905" y="818769"/>
                    <a:pt x="27" y="779935"/>
                    <a:pt x="0" y="732004"/>
                  </a:cubicBezTo>
                  <a:cubicBezTo>
                    <a:pt x="-8" y="717208"/>
                    <a:pt x="3766" y="702655"/>
                    <a:pt x="10966" y="689728"/>
                  </a:cubicBezTo>
                  <a:lnTo>
                    <a:pt x="138640" y="427234"/>
                  </a:lnTo>
                  <a:cubicBezTo>
                    <a:pt x="175122" y="351948"/>
                    <a:pt x="194120" y="269390"/>
                    <a:pt x="194215" y="185730"/>
                  </a:cubicBezTo>
                  <a:lnTo>
                    <a:pt x="194215" y="178238"/>
                  </a:lnTo>
                  <a:cubicBezTo>
                    <a:pt x="176508" y="173835"/>
                    <a:pt x="164081" y="157929"/>
                    <a:pt x="164096" y="139682"/>
                  </a:cubicBezTo>
                  <a:lnTo>
                    <a:pt x="164096" y="39697"/>
                  </a:lnTo>
                  <a:cubicBezTo>
                    <a:pt x="164096" y="17773"/>
                    <a:pt x="181868" y="0"/>
                    <a:pt x="203792" y="0"/>
                  </a:cubicBezTo>
                  <a:lnTo>
                    <a:pt x="438399" y="0"/>
                  </a:lnTo>
                  <a:cubicBezTo>
                    <a:pt x="460323" y="0"/>
                    <a:pt x="478096" y="17773"/>
                    <a:pt x="478096" y="39697"/>
                  </a:cubicBezTo>
                  <a:lnTo>
                    <a:pt x="478096" y="139682"/>
                  </a:lnTo>
                  <a:cubicBezTo>
                    <a:pt x="478094" y="158049"/>
                    <a:pt x="465492" y="174017"/>
                    <a:pt x="447628" y="178287"/>
                  </a:cubicBezTo>
                  <a:lnTo>
                    <a:pt x="447628" y="183597"/>
                  </a:lnTo>
                  <a:cubicBezTo>
                    <a:pt x="447739" y="266849"/>
                    <a:pt x="466563" y="349012"/>
                    <a:pt x="502707" y="424009"/>
                  </a:cubicBezTo>
                  <a:lnTo>
                    <a:pt x="631225" y="690125"/>
                  </a:lnTo>
                  <a:cubicBezTo>
                    <a:pt x="654328" y="732120"/>
                    <a:pt x="639011" y="784893"/>
                    <a:pt x="597015" y="807995"/>
                  </a:cubicBezTo>
                  <a:cubicBezTo>
                    <a:pt x="584251" y="815017"/>
                    <a:pt x="569924" y="818713"/>
                    <a:pt x="555355" y="818741"/>
                  </a:cubicBezTo>
                  <a:close/>
                  <a:moveTo>
                    <a:pt x="243489" y="101127"/>
                  </a:moveTo>
                  <a:cubicBezTo>
                    <a:pt x="261197" y="105529"/>
                    <a:pt x="273623" y="121436"/>
                    <a:pt x="273609" y="139682"/>
                  </a:cubicBezTo>
                  <a:lnTo>
                    <a:pt x="273609" y="185730"/>
                  </a:lnTo>
                  <a:cubicBezTo>
                    <a:pt x="273488" y="281421"/>
                    <a:pt x="251760" y="375849"/>
                    <a:pt x="210044" y="461969"/>
                  </a:cubicBezTo>
                  <a:lnTo>
                    <a:pt x="81775" y="725703"/>
                  </a:lnTo>
                  <a:cubicBezTo>
                    <a:pt x="81312" y="726596"/>
                    <a:pt x="80865" y="727439"/>
                    <a:pt x="80435" y="728233"/>
                  </a:cubicBezTo>
                  <a:cubicBezTo>
                    <a:pt x="78407" y="731809"/>
                    <a:pt x="79661" y="736351"/>
                    <a:pt x="83237" y="738380"/>
                  </a:cubicBezTo>
                  <a:cubicBezTo>
                    <a:pt x="84335" y="739002"/>
                    <a:pt x="85574" y="739336"/>
                    <a:pt x="86836" y="739348"/>
                  </a:cubicBezTo>
                  <a:lnTo>
                    <a:pt x="555355" y="739348"/>
                  </a:lnTo>
                  <a:cubicBezTo>
                    <a:pt x="559438" y="739367"/>
                    <a:pt x="562764" y="736072"/>
                    <a:pt x="562782" y="731988"/>
                  </a:cubicBezTo>
                  <a:cubicBezTo>
                    <a:pt x="562788" y="730689"/>
                    <a:pt x="562451" y="729411"/>
                    <a:pt x="561806" y="728283"/>
                  </a:cubicBezTo>
                  <a:cubicBezTo>
                    <a:pt x="561310" y="727423"/>
                    <a:pt x="560863" y="726579"/>
                    <a:pt x="560466" y="725752"/>
                  </a:cubicBezTo>
                  <a:lnTo>
                    <a:pt x="431452" y="458694"/>
                  </a:lnTo>
                  <a:cubicBezTo>
                    <a:pt x="390012" y="372897"/>
                    <a:pt x="368407" y="278876"/>
                    <a:pt x="368235" y="183597"/>
                  </a:cubicBezTo>
                  <a:lnTo>
                    <a:pt x="368235" y="139682"/>
                  </a:lnTo>
                  <a:cubicBezTo>
                    <a:pt x="368232" y="121330"/>
                    <a:pt x="380809" y="105367"/>
                    <a:pt x="398653" y="101077"/>
                  </a:cubicBezTo>
                  <a:lnTo>
                    <a:pt x="398653" y="79393"/>
                  </a:lnTo>
                  <a:lnTo>
                    <a:pt x="243489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F6FB0B26-24EB-59B9-1F09-297C8B75B622}"/>
                </a:ext>
              </a:extLst>
            </p:cNvPr>
            <p:cNvSpPr/>
            <p:nvPr/>
          </p:nvSpPr>
          <p:spPr>
            <a:xfrm>
              <a:off x="9665572" y="2892946"/>
              <a:ext cx="327000" cy="149953"/>
            </a:xfrm>
            <a:custGeom>
              <a:avLst/>
              <a:gdLst>
                <a:gd name="connsiteX0" fmla="*/ 128716 w 327000"/>
                <a:gd name="connsiteY0" fmla="*/ 149954 h 149953"/>
                <a:gd name="connsiteX1" fmla="*/ 0 w 327000"/>
                <a:gd name="connsiteY1" fmla="*/ 60636 h 149953"/>
                <a:gd name="connsiteX2" fmla="*/ 76416 w 327000"/>
                <a:gd name="connsiteY2" fmla="*/ 39002 h 149953"/>
                <a:gd name="connsiteX3" fmla="*/ 76416 w 327000"/>
                <a:gd name="connsiteY3" fmla="*/ 38307 h 149953"/>
                <a:gd name="connsiteX4" fmla="*/ 131892 w 327000"/>
                <a:gd name="connsiteY4" fmla="*/ 70511 h 149953"/>
                <a:gd name="connsiteX5" fmla="*/ 176997 w 327000"/>
                <a:gd name="connsiteY5" fmla="*/ 47537 h 149953"/>
                <a:gd name="connsiteX6" fmla="*/ 287304 w 327000"/>
                <a:gd name="connsiteY6" fmla="*/ 0 h 149953"/>
                <a:gd name="connsiteX7" fmla="*/ 327001 w 327000"/>
                <a:gd name="connsiteY7" fmla="*/ 39697 h 149953"/>
                <a:gd name="connsiteX8" fmla="*/ 287304 w 327000"/>
                <a:gd name="connsiteY8" fmla="*/ 79393 h 149953"/>
                <a:gd name="connsiteX9" fmla="*/ 232721 w 327000"/>
                <a:gd name="connsiteY9" fmla="*/ 104203 h 149953"/>
                <a:gd name="connsiteX10" fmla="*/ 134571 w 327000"/>
                <a:gd name="connsiteY10" fmla="*/ 149755 h 14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000" h="149953">
                  <a:moveTo>
                    <a:pt x="128716" y="149954"/>
                  </a:moveTo>
                  <a:cubicBezTo>
                    <a:pt x="47040" y="149954"/>
                    <a:pt x="8832" y="91947"/>
                    <a:pt x="0" y="60636"/>
                  </a:cubicBezTo>
                  <a:lnTo>
                    <a:pt x="76416" y="39002"/>
                  </a:lnTo>
                  <a:lnTo>
                    <a:pt x="76416" y="38307"/>
                  </a:lnTo>
                  <a:cubicBezTo>
                    <a:pt x="78996" y="46147"/>
                    <a:pt x="90756" y="71752"/>
                    <a:pt x="131892" y="70511"/>
                  </a:cubicBezTo>
                  <a:cubicBezTo>
                    <a:pt x="154221" y="69816"/>
                    <a:pt x="161664" y="62373"/>
                    <a:pt x="176997" y="47537"/>
                  </a:cubicBezTo>
                  <a:cubicBezTo>
                    <a:pt x="197491" y="27688"/>
                    <a:pt x="225626" y="0"/>
                    <a:pt x="287304" y="0"/>
                  </a:cubicBezTo>
                  <a:cubicBezTo>
                    <a:pt x="309228" y="0"/>
                    <a:pt x="327001" y="17773"/>
                    <a:pt x="327001" y="39697"/>
                  </a:cubicBezTo>
                  <a:cubicBezTo>
                    <a:pt x="327001" y="61620"/>
                    <a:pt x="309228" y="79393"/>
                    <a:pt x="287304" y="79393"/>
                  </a:cubicBezTo>
                  <a:cubicBezTo>
                    <a:pt x="257978" y="79393"/>
                    <a:pt x="248947" y="88226"/>
                    <a:pt x="232721" y="104203"/>
                  </a:cubicBezTo>
                  <a:cubicBezTo>
                    <a:pt x="213766" y="122762"/>
                    <a:pt x="187765" y="148118"/>
                    <a:pt x="134571" y="1497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BB032539-A91C-DC56-B3FB-E847B964CDB9}"/>
                </a:ext>
              </a:extLst>
            </p:cNvPr>
            <p:cNvSpPr/>
            <p:nvPr/>
          </p:nvSpPr>
          <p:spPr>
            <a:xfrm>
              <a:off x="9702341" y="3147115"/>
              <a:ext cx="79393" cy="79430"/>
            </a:xfrm>
            <a:custGeom>
              <a:avLst/>
              <a:gdLst>
                <a:gd name="connsiteX0" fmla="*/ 39697 w 79393"/>
                <a:gd name="connsiteY0" fmla="*/ 79431 h 79430"/>
                <a:gd name="connsiteX1" fmla="*/ 31906 w 79393"/>
                <a:gd name="connsiteY1" fmla="*/ 78687 h 79430"/>
                <a:gd name="connsiteX2" fmla="*/ 24513 w 79393"/>
                <a:gd name="connsiteY2" fmla="*/ 76404 h 79430"/>
                <a:gd name="connsiteX3" fmla="*/ 17665 w 79393"/>
                <a:gd name="connsiteY3" fmla="*/ 72732 h 79430"/>
                <a:gd name="connsiteX4" fmla="*/ 11611 w 79393"/>
                <a:gd name="connsiteY4" fmla="*/ 67770 h 79430"/>
                <a:gd name="connsiteX5" fmla="*/ 0 w 79393"/>
                <a:gd name="connsiteY5" fmla="*/ 39685 h 79430"/>
                <a:gd name="connsiteX6" fmla="*/ 744 w 79393"/>
                <a:gd name="connsiteY6" fmla="*/ 31944 h 79430"/>
                <a:gd name="connsiteX7" fmla="*/ 3027 w 79393"/>
                <a:gd name="connsiteY7" fmla="*/ 24501 h 79430"/>
                <a:gd name="connsiteX8" fmla="*/ 6649 w 79393"/>
                <a:gd name="connsiteY8" fmla="*/ 17653 h 79430"/>
                <a:gd name="connsiteX9" fmla="*/ 11611 w 79393"/>
                <a:gd name="connsiteY9" fmla="*/ 11649 h 79430"/>
                <a:gd name="connsiteX10" fmla="*/ 17615 w 79393"/>
                <a:gd name="connsiteY10" fmla="*/ 6687 h 79430"/>
                <a:gd name="connsiteX11" fmla="*/ 24513 w 79393"/>
                <a:gd name="connsiteY11" fmla="*/ 3064 h 79430"/>
                <a:gd name="connsiteX12" fmla="*/ 31906 w 79393"/>
                <a:gd name="connsiteY12" fmla="*/ 782 h 79430"/>
                <a:gd name="connsiteX13" fmla="*/ 47437 w 79393"/>
                <a:gd name="connsiteY13" fmla="*/ 782 h 79430"/>
                <a:gd name="connsiteX14" fmla="*/ 54881 w 79393"/>
                <a:gd name="connsiteY14" fmla="*/ 3064 h 79430"/>
                <a:gd name="connsiteX15" fmla="*/ 61728 w 79393"/>
                <a:gd name="connsiteY15" fmla="*/ 6687 h 79430"/>
                <a:gd name="connsiteX16" fmla="*/ 76317 w 79393"/>
                <a:gd name="connsiteY16" fmla="*/ 24501 h 79430"/>
                <a:gd name="connsiteX17" fmla="*/ 78599 w 79393"/>
                <a:gd name="connsiteY17" fmla="*/ 31944 h 79430"/>
                <a:gd name="connsiteX18" fmla="*/ 79393 w 79393"/>
                <a:gd name="connsiteY18" fmla="*/ 39685 h 79430"/>
                <a:gd name="connsiteX19" fmla="*/ 67732 w 79393"/>
                <a:gd name="connsiteY19" fmla="*/ 67770 h 79430"/>
                <a:gd name="connsiteX20" fmla="*/ 61728 w 79393"/>
                <a:gd name="connsiteY20" fmla="*/ 72732 h 79430"/>
                <a:gd name="connsiteX21" fmla="*/ 54881 w 79393"/>
                <a:gd name="connsiteY21" fmla="*/ 76404 h 79430"/>
                <a:gd name="connsiteX22" fmla="*/ 47437 w 79393"/>
                <a:gd name="connsiteY22" fmla="*/ 78686 h 79430"/>
                <a:gd name="connsiteX23" fmla="*/ 39697 w 79393"/>
                <a:gd name="connsiteY23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93" h="79430">
                  <a:moveTo>
                    <a:pt x="39697" y="79431"/>
                  </a:moveTo>
                  <a:cubicBezTo>
                    <a:pt x="37082" y="79429"/>
                    <a:pt x="34474" y="79180"/>
                    <a:pt x="31906" y="78687"/>
                  </a:cubicBezTo>
                  <a:cubicBezTo>
                    <a:pt x="29371" y="78175"/>
                    <a:pt x="26894" y="77411"/>
                    <a:pt x="24513" y="76404"/>
                  </a:cubicBezTo>
                  <a:cubicBezTo>
                    <a:pt x="22110" y="75419"/>
                    <a:pt x="19815" y="74188"/>
                    <a:pt x="17665" y="72732"/>
                  </a:cubicBezTo>
                  <a:cubicBezTo>
                    <a:pt x="15484" y="71288"/>
                    <a:pt x="13456" y="69625"/>
                    <a:pt x="11611" y="67770"/>
                  </a:cubicBezTo>
                  <a:cubicBezTo>
                    <a:pt x="4192" y="60304"/>
                    <a:pt x="19" y="50211"/>
                    <a:pt x="0" y="39685"/>
                  </a:cubicBezTo>
                  <a:cubicBezTo>
                    <a:pt x="2" y="37087"/>
                    <a:pt x="251" y="34495"/>
                    <a:pt x="744" y="31944"/>
                  </a:cubicBezTo>
                  <a:cubicBezTo>
                    <a:pt x="1263" y="29395"/>
                    <a:pt x="2027" y="26902"/>
                    <a:pt x="3027" y="24501"/>
                  </a:cubicBezTo>
                  <a:cubicBezTo>
                    <a:pt x="4036" y="22119"/>
                    <a:pt x="5248" y="19828"/>
                    <a:pt x="6649" y="17653"/>
                  </a:cubicBezTo>
                  <a:cubicBezTo>
                    <a:pt x="8124" y="15510"/>
                    <a:pt x="9784" y="13501"/>
                    <a:pt x="11611" y="11649"/>
                  </a:cubicBezTo>
                  <a:cubicBezTo>
                    <a:pt x="13450" y="9808"/>
                    <a:pt x="15461" y="8146"/>
                    <a:pt x="17615" y="6687"/>
                  </a:cubicBezTo>
                  <a:cubicBezTo>
                    <a:pt x="19801" y="5275"/>
                    <a:pt x="22110" y="4063"/>
                    <a:pt x="24513" y="3064"/>
                  </a:cubicBezTo>
                  <a:cubicBezTo>
                    <a:pt x="26903" y="2080"/>
                    <a:pt x="29377" y="1316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1" y="1323"/>
                    <a:pt x="52471" y="2087"/>
                    <a:pt x="54881" y="3064"/>
                  </a:cubicBezTo>
                  <a:cubicBezTo>
                    <a:pt x="57263" y="4074"/>
                    <a:pt x="59554" y="5285"/>
                    <a:pt x="61728" y="6687"/>
                  </a:cubicBezTo>
                  <a:cubicBezTo>
                    <a:pt x="68269" y="11026"/>
                    <a:pt x="73352" y="17233"/>
                    <a:pt x="76317" y="24501"/>
                  </a:cubicBezTo>
                  <a:cubicBezTo>
                    <a:pt x="77316" y="26902"/>
                    <a:pt x="78081" y="29395"/>
                    <a:pt x="78599" y="31944"/>
                  </a:cubicBezTo>
                  <a:cubicBezTo>
                    <a:pt x="79109" y="34493"/>
                    <a:pt x="79375" y="37085"/>
                    <a:pt x="79393" y="39685"/>
                  </a:cubicBezTo>
                  <a:cubicBezTo>
                    <a:pt x="79356" y="50217"/>
                    <a:pt x="75166" y="60309"/>
                    <a:pt x="67732" y="67770"/>
                  </a:cubicBezTo>
                  <a:cubicBezTo>
                    <a:pt x="65895" y="69613"/>
                    <a:pt x="63884" y="71275"/>
                    <a:pt x="61728" y="72732"/>
                  </a:cubicBezTo>
                  <a:cubicBezTo>
                    <a:pt x="59566" y="74168"/>
                    <a:pt x="57273" y="75397"/>
                    <a:pt x="54881" y="76404"/>
                  </a:cubicBezTo>
                  <a:cubicBezTo>
                    <a:pt x="52479" y="77403"/>
                    <a:pt x="49986" y="78168"/>
                    <a:pt x="47437" y="78686"/>
                  </a:cubicBezTo>
                  <a:cubicBezTo>
                    <a:pt x="44887" y="79180"/>
                    <a:pt x="42295" y="79429"/>
                    <a:pt x="39697" y="794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1D297B76-1917-5DC1-11BE-A5CDE3F28DA6}"/>
                </a:ext>
              </a:extLst>
            </p:cNvPr>
            <p:cNvSpPr/>
            <p:nvPr/>
          </p:nvSpPr>
          <p:spPr>
            <a:xfrm>
              <a:off x="9849368" y="3053977"/>
              <a:ext cx="79442" cy="79529"/>
            </a:xfrm>
            <a:custGeom>
              <a:avLst/>
              <a:gdLst>
                <a:gd name="connsiteX0" fmla="*/ 39548 w 79442"/>
                <a:gd name="connsiteY0" fmla="*/ 79530 h 79529"/>
                <a:gd name="connsiteX1" fmla="*/ 31757 w 79442"/>
                <a:gd name="connsiteY1" fmla="*/ 78786 h 79529"/>
                <a:gd name="connsiteX2" fmla="*/ 24364 w 79442"/>
                <a:gd name="connsiteY2" fmla="*/ 76503 h 79529"/>
                <a:gd name="connsiteX3" fmla="*/ 17665 w 79442"/>
                <a:gd name="connsiteY3" fmla="*/ 72732 h 79529"/>
                <a:gd name="connsiteX4" fmla="*/ 11611 w 79442"/>
                <a:gd name="connsiteY4" fmla="*/ 67770 h 79529"/>
                <a:gd name="connsiteX5" fmla="*/ 0 w 79442"/>
                <a:gd name="connsiteY5" fmla="*/ 39734 h 79529"/>
                <a:gd name="connsiteX6" fmla="*/ 744 w 79442"/>
                <a:gd name="connsiteY6" fmla="*/ 31944 h 79529"/>
                <a:gd name="connsiteX7" fmla="*/ 3027 w 79442"/>
                <a:gd name="connsiteY7" fmla="*/ 24550 h 79529"/>
                <a:gd name="connsiteX8" fmla="*/ 6699 w 79442"/>
                <a:gd name="connsiteY8" fmla="*/ 17703 h 79529"/>
                <a:gd name="connsiteX9" fmla="*/ 11661 w 79442"/>
                <a:gd name="connsiteY9" fmla="*/ 11649 h 79529"/>
                <a:gd name="connsiteX10" fmla="*/ 17715 w 79442"/>
                <a:gd name="connsiteY10" fmla="*/ 6687 h 79529"/>
                <a:gd name="connsiteX11" fmla="*/ 24562 w 79442"/>
                <a:gd name="connsiteY11" fmla="*/ 3064 h 79529"/>
                <a:gd name="connsiteX12" fmla="*/ 31956 w 79442"/>
                <a:gd name="connsiteY12" fmla="*/ 782 h 79529"/>
                <a:gd name="connsiteX13" fmla="*/ 47487 w 79442"/>
                <a:gd name="connsiteY13" fmla="*/ 782 h 79529"/>
                <a:gd name="connsiteX14" fmla="*/ 61778 w 79442"/>
                <a:gd name="connsiteY14" fmla="*/ 6687 h 79529"/>
                <a:gd name="connsiteX15" fmla="*/ 72744 w 79442"/>
                <a:gd name="connsiteY15" fmla="*/ 17703 h 79529"/>
                <a:gd name="connsiteX16" fmla="*/ 76416 w 79442"/>
                <a:gd name="connsiteY16" fmla="*/ 24550 h 79529"/>
                <a:gd name="connsiteX17" fmla="*/ 78649 w 79442"/>
                <a:gd name="connsiteY17" fmla="*/ 31944 h 79529"/>
                <a:gd name="connsiteX18" fmla="*/ 79443 w 79442"/>
                <a:gd name="connsiteY18" fmla="*/ 39734 h 79529"/>
                <a:gd name="connsiteX19" fmla="*/ 67782 w 79442"/>
                <a:gd name="connsiteY19" fmla="*/ 67770 h 79529"/>
                <a:gd name="connsiteX20" fmla="*/ 61778 w 79442"/>
                <a:gd name="connsiteY20" fmla="*/ 72732 h 79529"/>
                <a:gd name="connsiteX21" fmla="*/ 54930 w 79442"/>
                <a:gd name="connsiteY21" fmla="*/ 76354 h 79529"/>
                <a:gd name="connsiteX22" fmla="*/ 47487 w 79442"/>
                <a:gd name="connsiteY22" fmla="*/ 78637 h 79529"/>
                <a:gd name="connsiteX23" fmla="*/ 39548 w 79442"/>
                <a:gd name="connsiteY23" fmla="*/ 79530 h 7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42" h="79529">
                  <a:moveTo>
                    <a:pt x="39548" y="79530"/>
                  </a:moveTo>
                  <a:cubicBezTo>
                    <a:pt x="36933" y="79528"/>
                    <a:pt x="34325" y="79279"/>
                    <a:pt x="31757" y="78786"/>
                  </a:cubicBezTo>
                  <a:cubicBezTo>
                    <a:pt x="29223" y="78274"/>
                    <a:pt x="26746" y="77510"/>
                    <a:pt x="24364" y="76503"/>
                  </a:cubicBezTo>
                  <a:cubicBezTo>
                    <a:pt x="22023" y="75449"/>
                    <a:pt x="19781" y="74187"/>
                    <a:pt x="17665" y="72732"/>
                  </a:cubicBezTo>
                  <a:cubicBezTo>
                    <a:pt x="15485" y="71286"/>
                    <a:pt x="13457" y="69623"/>
                    <a:pt x="11611" y="67770"/>
                  </a:cubicBezTo>
                  <a:cubicBezTo>
                    <a:pt x="4181" y="60331"/>
                    <a:pt x="5" y="50248"/>
                    <a:pt x="0" y="39734"/>
                  </a:cubicBezTo>
                  <a:cubicBezTo>
                    <a:pt x="-1" y="37120"/>
                    <a:pt x="249" y="34511"/>
                    <a:pt x="744" y="31944"/>
                  </a:cubicBezTo>
                  <a:cubicBezTo>
                    <a:pt x="1279" y="29415"/>
                    <a:pt x="2043" y="26940"/>
                    <a:pt x="3027" y="24550"/>
                  </a:cubicBezTo>
                  <a:cubicBezTo>
                    <a:pt x="4012" y="22148"/>
                    <a:pt x="5243" y="19853"/>
                    <a:pt x="6699" y="17703"/>
                  </a:cubicBezTo>
                  <a:cubicBezTo>
                    <a:pt x="8143" y="15522"/>
                    <a:pt x="9806" y="13493"/>
                    <a:pt x="11661" y="11649"/>
                  </a:cubicBezTo>
                  <a:cubicBezTo>
                    <a:pt x="13519" y="9810"/>
                    <a:pt x="15546" y="8148"/>
                    <a:pt x="17715" y="6687"/>
                  </a:cubicBezTo>
                  <a:cubicBezTo>
                    <a:pt x="19877" y="5265"/>
                    <a:pt x="22170" y="4053"/>
                    <a:pt x="24562" y="3064"/>
                  </a:cubicBezTo>
                  <a:cubicBezTo>
                    <a:pt x="26952" y="2080"/>
                    <a:pt x="29427" y="1316"/>
                    <a:pt x="31956" y="782"/>
                  </a:cubicBezTo>
                  <a:cubicBezTo>
                    <a:pt x="37080" y="-261"/>
                    <a:pt x="42362" y="-261"/>
                    <a:pt x="47487" y="782"/>
                  </a:cubicBezTo>
                  <a:cubicBezTo>
                    <a:pt x="52581" y="1829"/>
                    <a:pt x="57430" y="3833"/>
                    <a:pt x="61778" y="6687"/>
                  </a:cubicBezTo>
                  <a:cubicBezTo>
                    <a:pt x="66112" y="9614"/>
                    <a:pt x="69836" y="13355"/>
                    <a:pt x="72744" y="17703"/>
                  </a:cubicBezTo>
                  <a:cubicBezTo>
                    <a:pt x="74200" y="19853"/>
                    <a:pt x="75431" y="22148"/>
                    <a:pt x="76416" y="24550"/>
                  </a:cubicBezTo>
                  <a:cubicBezTo>
                    <a:pt x="77406" y="26934"/>
                    <a:pt x="78154" y="29411"/>
                    <a:pt x="78649" y="31944"/>
                  </a:cubicBezTo>
                  <a:cubicBezTo>
                    <a:pt x="79185" y="34506"/>
                    <a:pt x="79451" y="37117"/>
                    <a:pt x="79443" y="39734"/>
                  </a:cubicBezTo>
                  <a:cubicBezTo>
                    <a:pt x="79398" y="50250"/>
                    <a:pt x="75208" y="60324"/>
                    <a:pt x="67782" y="67770"/>
                  </a:cubicBezTo>
                  <a:cubicBezTo>
                    <a:pt x="65964" y="69635"/>
                    <a:pt x="63951" y="71298"/>
                    <a:pt x="61778" y="72732"/>
                  </a:cubicBezTo>
                  <a:cubicBezTo>
                    <a:pt x="59609" y="74143"/>
                    <a:pt x="57317" y="75356"/>
                    <a:pt x="54930" y="76354"/>
                  </a:cubicBezTo>
                  <a:cubicBezTo>
                    <a:pt x="52529" y="77354"/>
                    <a:pt x="50036" y="78118"/>
                    <a:pt x="47487" y="78637"/>
                  </a:cubicBezTo>
                  <a:cubicBezTo>
                    <a:pt x="44876" y="79193"/>
                    <a:pt x="42217" y="79492"/>
                    <a:pt x="39548" y="795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23EB7525-52CA-997E-75B4-BA2F6A5C19AA}"/>
                </a:ext>
              </a:extLst>
            </p:cNvPr>
            <p:cNvSpPr/>
            <p:nvPr/>
          </p:nvSpPr>
          <p:spPr>
            <a:xfrm>
              <a:off x="9863857" y="3186591"/>
              <a:ext cx="79640" cy="79103"/>
            </a:xfrm>
            <a:custGeom>
              <a:avLst/>
              <a:gdLst>
                <a:gd name="connsiteX0" fmla="*/ 39746 w 79640"/>
                <a:gd name="connsiteY0" fmla="*/ 79056 h 79103"/>
                <a:gd name="connsiteX1" fmla="*/ 32005 w 79640"/>
                <a:gd name="connsiteY1" fmla="*/ 78262 h 79103"/>
                <a:gd name="connsiteX2" fmla="*/ 24562 w 79640"/>
                <a:gd name="connsiteY2" fmla="*/ 76029 h 79103"/>
                <a:gd name="connsiteX3" fmla="*/ 17714 w 79640"/>
                <a:gd name="connsiteY3" fmla="*/ 72357 h 79103"/>
                <a:gd name="connsiteX4" fmla="*/ 11660 w 79640"/>
                <a:gd name="connsiteY4" fmla="*/ 67395 h 79103"/>
                <a:gd name="connsiteX5" fmla="*/ 6698 w 79640"/>
                <a:gd name="connsiteY5" fmla="*/ 61341 h 79103"/>
                <a:gd name="connsiteX6" fmla="*/ 3026 w 79640"/>
                <a:gd name="connsiteY6" fmla="*/ 54493 h 79103"/>
                <a:gd name="connsiteX7" fmla="*/ 793 w 79640"/>
                <a:gd name="connsiteY7" fmla="*/ 47050 h 79103"/>
                <a:gd name="connsiteX8" fmla="*/ 793 w 79640"/>
                <a:gd name="connsiteY8" fmla="*/ 31569 h 79103"/>
                <a:gd name="connsiteX9" fmla="*/ 3175 w 79640"/>
                <a:gd name="connsiteY9" fmla="*/ 24473 h 79103"/>
                <a:gd name="connsiteX10" fmla="*/ 6847 w 79640"/>
                <a:gd name="connsiteY10" fmla="*/ 17625 h 79103"/>
                <a:gd name="connsiteX11" fmla="*/ 11809 w 79640"/>
                <a:gd name="connsiteY11" fmla="*/ 11572 h 79103"/>
                <a:gd name="connsiteX12" fmla="*/ 55078 w 79640"/>
                <a:gd name="connsiteY12" fmla="*/ 2987 h 79103"/>
                <a:gd name="connsiteX13" fmla="*/ 61926 w 79640"/>
                <a:gd name="connsiteY13" fmla="*/ 6659 h 79103"/>
                <a:gd name="connsiteX14" fmla="*/ 67980 w 79640"/>
                <a:gd name="connsiteY14" fmla="*/ 11621 h 79103"/>
                <a:gd name="connsiteX15" fmla="*/ 72942 w 79640"/>
                <a:gd name="connsiteY15" fmla="*/ 17675 h 79103"/>
                <a:gd name="connsiteX16" fmla="*/ 78847 w 79640"/>
                <a:gd name="connsiteY16" fmla="*/ 31966 h 79103"/>
                <a:gd name="connsiteX17" fmla="*/ 78847 w 79640"/>
                <a:gd name="connsiteY17" fmla="*/ 47447 h 79103"/>
                <a:gd name="connsiteX18" fmla="*/ 72942 w 79640"/>
                <a:gd name="connsiteY18" fmla="*/ 61738 h 79103"/>
                <a:gd name="connsiteX19" fmla="*/ 55128 w 79640"/>
                <a:gd name="connsiteY19" fmla="*/ 76376 h 79103"/>
                <a:gd name="connsiteX20" fmla="*/ 47685 w 79640"/>
                <a:gd name="connsiteY20" fmla="*/ 78609 h 79103"/>
                <a:gd name="connsiteX21" fmla="*/ 39746 w 79640"/>
                <a:gd name="connsiteY21" fmla="*/ 79056 h 79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640" h="79103">
                  <a:moveTo>
                    <a:pt x="39746" y="79056"/>
                  </a:moveTo>
                  <a:cubicBezTo>
                    <a:pt x="37145" y="79065"/>
                    <a:pt x="34550" y="78798"/>
                    <a:pt x="32005" y="78262"/>
                  </a:cubicBezTo>
                  <a:cubicBezTo>
                    <a:pt x="29454" y="77774"/>
                    <a:pt x="26960" y="77026"/>
                    <a:pt x="24562" y="76029"/>
                  </a:cubicBezTo>
                  <a:cubicBezTo>
                    <a:pt x="22165" y="75032"/>
                    <a:pt x="19871" y="73802"/>
                    <a:pt x="17714" y="72357"/>
                  </a:cubicBezTo>
                  <a:cubicBezTo>
                    <a:pt x="15545" y="70897"/>
                    <a:pt x="13518" y="69236"/>
                    <a:pt x="11660" y="67395"/>
                  </a:cubicBezTo>
                  <a:cubicBezTo>
                    <a:pt x="9805" y="65550"/>
                    <a:pt x="8143" y="63522"/>
                    <a:pt x="6698" y="61341"/>
                  </a:cubicBezTo>
                  <a:cubicBezTo>
                    <a:pt x="5253" y="59184"/>
                    <a:pt x="4023" y="56891"/>
                    <a:pt x="3026" y="54493"/>
                  </a:cubicBezTo>
                  <a:cubicBezTo>
                    <a:pt x="2036" y="52093"/>
                    <a:pt x="1288" y="49600"/>
                    <a:pt x="793" y="47050"/>
                  </a:cubicBezTo>
                  <a:cubicBezTo>
                    <a:pt x="-264" y="41944"/>
                    <a:pt x="-264" y="36675"/>
                    <a:pt x="793" y="31569"/>
                  </a:cubicBezTo>
                  <a:cubicBezTo>
                    <a:pt x="1358" y="29132"/>
                    <a:pt x="2155" y="26756"/>
                    <a:pt x="3175" y="24473"/>
                  </a:cubicBezTo>
                  <a:cubicBezTo>
                    <a:pt x="4172" y="22076"/>
                    <a:pt x="5402" y="19782"/>
                    <a:pt x="6847" y="17625"/>
                  </a:cubicBezTo>
                  <a:cubicBezTo>
                    <a:pt x="8292" y="15444"/>
                    <a:pt x="9954" y="13416"/>
                    <a:pt x="11809" y="11572"/>
                  </a:cubicBezTo>
                  <a:cubicBezTo>
                    <a:pt x="23201" y="283"/>
                    <a:pt x="40240" y="-3097"/>
                    <a:pt x="55078" y="2987"/>
                  </a:cubicBezTo>
                  <a:cubicBezTo>
                    <a:pt x="57476" y="3984"/>
                    <a:pt x="59769" y="5214"/>
                    <a:pt x="61926" y="6659"/>
                  </a:cubicBezTo>
                  <a:cubicBezTo>
                    <a:pt x="64107" y="8104"/>
                    <a:pt x="66136" y="9766"/>
                    <a:pt x="67980" y="11621"/>
                  </a:cubicBezTo>
                  <a:cubicBezTo>
                    <a:pt x="69821" y="13479"/>
                    <a:pt x="71482" y="15505"/>
                    <a:pt x="72942" y="17675"/>
                  </a:cubicBezTo>
                  <a:cubicBezTo>
                    <a:pt x="75796" y="22022"/>
                    <a:pt x="77800" y="26872"/>
                    <a:pt x="78847" y="31966"/>
                  </a:cubicBezTo>
                  <a:cubicBezTo>
                    <a:pt x="79905" y="37072"/>
                    <a:pt x="79905" y="42341"/>
                    <a:pt x="78847" y="47447"/>
                  </a:cubicBezTo>
                  <a:cubicBezTo>
                    <a:pt x="77800" y="52541"/>
                    <a:pt x="75796" y="57391"/>
                    <a:pt x="72942" y="61738"/>
                  </a:cubicBezTo>
                  <a:cubicBezTo>
                    <a:pt x="68583" y="68272"/>
                    <a:pt x="62384" y="73367"/>
                    <a:pt x="55128" y="76376"/>
                  </a:cubicBezTo>
                  <a:cubicBezTo>
                    <a:pt x="52725" y="77360"/>
                    <a:pt x="50233" y="78108"/>
                    <a:pt x="47685" y="78609"/>
                  </a:cubicBezTo>
                  <a:cubicBezTo>
                    <a:pt x="45062" y="79041"/>
                    <a:pt x="42401" y="79191"/>
                    <a:pt x="39746" y="7905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8551506-C506-53E4-94A4-5F1F890141ED}"/>
              </a:ext>
            </a:extLst>
          </p:cNvPr>
          <p:cNvGrpSpPr/>
          <p:nvPr/>
        </p:nvGrpSpPr>
        <p:grpSpPr>
          <a:xfrm>
            <a:off x="1521750" y="3664783"/>
            <a:ext cx="805809" cy="818742"/>
            <a:chOff x="1521750" y="3664783"/>
            <a:chExt cx="805809" cy="818742"/>
          </a:xfrm>
        </p:grpSpPr>
        <p:grpSp>
          <p:nvGrpSpPr>
            <p:cNvPr id="77" name="Picture Placeholder 9">
              <a:extLst>
                <a:ext uri="{FF2B5EF4-FFF2-40B4-BE49-F238E27FC236}">
                  <a16:creationId xmlns:a16="http://schemas.microsoft.com/office/drawing/2014/main" id="{CDDD75F6-1BC8-6B26-5CFF-F23F0D8664E7}"/>
                </a:ext>
              </a:extLst>
            </p:cNvPr>
            <p:cNvGrpSpPr/>
            <p:nvPr/>
          </p:nvGrpSpPr>
          <p:grpSpPr>
            <a:xfrm>
              <a:off x="1521750" y="3783079"/>
              <a:ext cx="427581" cy="585623"/>
              <a:chOff x="1521750" y="3783079"/>
              <a:chExt cx="427581" cy="585623"/>
            </a:xfrm>
          </p:grpSpPr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3311542A-7D58-181A-CBDE-3307CC82E6F5}"/>
                  </a:ext>
                </a:extLst>
              </p:cNvPr>
              <p:cNvSpPr/>
              <p:nvPr/>
            </p:nvSpPr>
            <p:spPr>
              <a:xfrm>
                <a:off x="1521750" y="3783079"/>
                <a:ext cx="427581" cy="416267"/>
              </a:xfrm>
              <a:custGeom>
                <a:avLst/>
                <a:gdLst>
                  <a:gd name="connsiteX0" fmla="*/ 293804 w 427581"/>
                  <a:gd name="connsiteY0" fmla="*/ 416268 h 416267"/>
                  <a:gd name="connsiteX1" fmla="*/ 254111 w 427581"/>
                  <a:gd name="connsiteY1" fmla="*/ 376568 h 416267"/>
                  <a:gd name="connsiteX2" fmla="*/ 279861 w 427581"/>
                  <a:gd name="connsiteY2" fmla="*/ 339405 h 416267"/>
                  <a:gd name="connsiteX3" fmla="*/ 348189 w 427581"/>
                  <a:gd name="connsiteY3" fmla="*/ 209201 h 416267"/>
                  <a:gd name="connsiteX4" fmla="*/ 213816 w 427581"/>
                  <a:gd name="connsiteY4" fmla="*/ 79393 h 416267"/>
                  <a:gd name="connsiteX5" fmla="*/ 79393 w 427581"/>
                  <a:gd name="connsiteY5" fmla="*/ 209201 h 416267"/>
                  <a:gd name="connsiteX6" fmla="*/ 150301 w 427581"/>
                  <a:gd name="connsiteY6" fmla="*/ 338760 h 416267"/>
                  <a:gd name="connsiteX7" fmla="*/ 170733 w 427581"/>
                  <a:gd name="connsiteY7" fmla="*/ 391050 h 416267"/>
                  <a:gd name="connsiteX8" fmla="*/ 121422 w 427581"/>
                  <a:gd name="connsiteY8" fmla="*/ 412646 h 416267"/>
                  <a:gd name="connsiteX9" fmla="*/ 0 w 427581"/>
                  <a:gd name="connsiteY9" fmla="*/ 209201 h 416267"/>
                  <a:gd name="connsiteX10" fmla="*/ 213816 w 427581"/>
                  <a:gd name="connsiteY10" fmla="*/ 0 h 416267"/>
                  <a:gd name="connsiteX11" fmla="*/ 427582 w 427581"/>
                  <a:gd name="connsiteY11" fmla="*/ 209201 h 416267"/>
                  <a:gd name="connsiteX12" fmla="*/ 307748 w 427581"/>
                  <a:gd name="connsiteY12" fmla="*/ 413737 h 416267"/>
                  <a:gd name="connsiteX13" fmla="*/ 293804 w 427581"/>
                  <a:gd name="connsiteY13" fmla="*/ 416268 h 416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7581" h="416267">
                    <a:moveTo>
                      <a:pt x="293804" y="416268"/>
                    </a:moveTo>
                    <a:cubicBezTo>
                      <a:pt x="271881" y="416266"/>
                      <a:pt x="254109" y="398492"/>
                      <a:pt x="254111" y="376568"/>
                    </a:cubicBezTo>
                    <a:cubicBezTo>
                      <a:pt x="254113" y="360025"/>
                      <a:pt x="264373" y="345218"/>
                      <a:pt x="279861" y="339405"/>
                    </a:cubicBezTo>
                    <a:cubicBezTo>
                      <a:pt x="348189" y="313752"/>
                      <a:pt x="348189" y="235202"/>
                      <a:pt x="348189" y="209201"/>
                    </a:cubicBezTo>
                    <a:cubicBezTo>
                      <a:pt x="348189" y="133976"/>
                      <a:pt x="291671" y="79393"/>
                      <a:pt x="213816" y="79393"/>
                    </a:cubicBezTo>
                    <a:cubicBezTo>
                      <a:pt x="135961" y="79393"/>
                      <a:pt x="79393" y="133976"/>
                      <a:pt x="79393" y="209201"/>
                    </a:cubicBezTo>
                    <a:cubicBezTo>
                      <a:pt x="79393" y="255646"/>
                      <a:pt x="91699" y="315836"/>
                      <a:pt x="150301" y="338760"/>
                    </a:cubicBezTo>
                    <a:cubicBezTo>
                      <a:pt x="170383" y="347558"/>
                      <a:pt x="179530" y="370969"/>
                      <a:pt x="170733" y="391050"/>
                    </a:cubicBezTo>
                    <a:cubicBezTo>
                      <a:pt x="162432" y="409996"/>
                      <a:pt x="140975" y="419393"/>
                      <a:pt x="121422" y="412646"/>
                    </a:cubicBezTo>
                    <a:cubicBezTo>
                      <a:pt x="43269" y="382079"/>
                      <a:pt x="0" y="309782"/>
                      <a:pt x="0" y="209201"/>
                    </a:cubicBezTo>
                    <a:cubicBezTo>
                      <a:pt x="0" y="90111"/>
                      <a:pt x="91898" y="0"/>
                      <a:pt x="213816" y="0"/>
                    </a:cubicBezTo>
                    <a:cubicBezTo>
                      <a:pt x="335734" y="0"/>
                      <a:pt x="427582" y="90111"/>
                      <a:pt x="427582" y="209201"/>
                    </a:cubicBezTo>
                    <a:cubicBezTo>
                      <a:pt x="427582" y="312114"/>
                      <a:pt x="385057" y="384759"/>
                      <a:pt x="307748" y="413737"/>
                    </a:cubicBezTo>
                    <a:cubicBezTo>
                      <a:pt x="303284" y="415391"/>
                      <a:pt x="298565" y="416248"/>
                      <a:pt x="293804" y="41626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135ABF0C-8F38-B849-CF7C-942E17286B38}"/>
                  </a:ext>
                </a:extLst>
              </p:cNvPr>
              <p:cNvSpPr/>
              <p:nvPr/>
            </p:nvSpPr>
            <p:spPr>
              <a:xfrm>
                <a:off x="1633050" y="4175529"/>
                <a:ext cx="205330" cy="79393"/>
              </a:xfrm>
              <a:custGeom>
                <a:avLst/>
                <a:gdLst>
                  <a:gd name="connsiteX0" fmla="*/ 165634 w 205330"/>
                  <a:gd name="connsiteY0" fmla="*/ 79393 h 79393"/>
                  <a:gd name="connsiteX1" fmla="*/ 39697 w 205330"/>
                  <a:gd name="connsiteY1" fmla="*/ 79393 h 79393"/>
                  <a:gd name="connsiteX2" fmla="*/ 0 w 205330"/>
                  <a:gd name="connsiteY2" fmla="*/ 39697 h 79393"/>
                  <a:gd name="connsiteX3" fmla="*/ 39697 w 205330"/>
                  <a:gd name="connsiteY3" fmla="*/ 0 h 79393"/>
                  <a:gd name="connsiteX4" fmla="*/ 165634 w 205330"/>
                  <a:gd name="connsiteY4" fmla="*/ 0 h 79393"/>
                  <a:gd name="connsiteX5" fmla="*/ 205331 w 205330"/>
                  <a:gd name="connsiteY5" fmla="*/ 39697 h 79393"/>
                  <a:gd name="connsiteX6" fmla="*/ 165634 w 20533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330" h="79393">
                    <a:moveTo>
                      <a:pt x="16563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5634" y="0"/>
                    </a:lnTo>
                    <a:cubicBezTo>
                      <a:pt x="187558" y="0"/>
                      <a:pt x="205331" y="17773"/>
                      <a:pt x="205331" y="39697"/>
                    </a:cubicBezTo>
                    <a:cubicBezTo>
                      <a:pt x="205331" y="61620"/>
                      <a:pt x="187558" y="79393"/>
                      <a:pt x="165634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0DF8BF8E-4A09-104F-FD62-81E02CDAC050}"/>
                  </a:ext>
                </a:extLst>
              </p:cNvPr>
              <p:cNvSpPr/>
              <p:nvPr/>
            </p:nvSpPr>
            <p:spPr>
              <a:xfrm>
                <a:off x="1633050" y="4289309"/>
                <a:ext cx="202105" cy="79393"/>
              </a:xfrm>
              <a:custGeom>
                <a:avLst/>
                <a:gdLst>
                  <a:gd name="connsiteX0" fmla="*/ 162409 w 202105"/>
                  <a:gd name="connsiteY0" fmla="*/ 79393 h 79393"/>
                  <a:gd name="connsiteX1" fmla="*/ 39697 w 202105"/>
                  <a:gd name="connsiteY1" fmla="*/ 79393 h 79393"/>
                  <a:gd name="connsiteX2" fmla="*/ 0 w 202105"/>
                  <a:gd name="connsiteY2" fmla="*/ 39697 h 79393"/>
                  <a:gd name="connsiteX3" fmla="*/ 39697 w 202105"/>
                  <a:gd name="connsiteY3" fmla="*/ 0 h 79393"/>
                  <a:gd name="connsiteX4" fmla="*/ 162409 w 202105"/>
                  <a:gd name="connsiteY4" fmla="*/ 0 h 79393"/>
                  <a:gd name="connsiteX5" fmla="*/ 202105 w 202105"/>
                  <a:gd name="connsiteY5" fmla="*/ 39697 h 79393"/>
                  <a:gd name="connsiteX6" fmla="*/ 162409 w 20210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105" h="79393">
                    <a:moveTo>
                      <a:pt x="162409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2409" y="0"/>
                    </a:lnTo>
                    <a:cubicBezTo>
                      <a:pt x="184333" y="0"/>
                      <a:pt x="202105" y="17773"/>
                      <a:pt x="202105" y="39697"/>
                    </a:cubicBezTo>
                    <a:cubicBezTo>
                      <a:pt x="202105" y="61620"/>
                      <a:pt x="184333" y="79393"/>
                      <a:pt x="162409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17B5BC4E-87F7-079C-BC54-B2A274C791E1}"/>
                  </a:ext>
                </a:extLst>
              </p:cNvPr>
              <p:cNvSpPr/>
              <p:nvPr/>
            </p:nvSpPr>
            <p:spPr>
              <a:xfrm>
                <a:off x="1619255" y="4120598"/>
                <a:ext cx="232870" cy="248103"/>
              </a:xfrm>
              <a:custGeom>
                <a:avLst/>
                <a:gdLst>
                  <a:gd name="connsiteX0" fmla="*/ 193174 w 232870"/>
                  <a:gd name="connsiteY0" fmla="*/ 248103 h 248103"/>
                  <a:gd name="connsiteX1" fmla="*/ 39697 w 232870"/>
                  <a:gd name="connsiteY1" fmla="*/ 248103 h 248103"/>
                  <a:gd name="connsiteX2" fmla="*/ 0 w 232870"/>
                  <a:gd name="connsiteY2" fmla="*/ 208407 h 248103"/>
                  <a:gd name="connsiteX3" fmla="*/ 0 w 232870"/>
                  <a:gd name="connsiteY3" fmla="*/ 39697 h 248103"/>
                  <a:gd name="connsiteX4" fmla="*/ 39697 w 232870"/>
                  <a:gd name="connsiteY4" fmla="*/ 0 h 248103"/>
                  <a:gd name="connsiteX5" fmla="*/ 79393 w 232870"/>
                  <a:gd name="connsiteY5" fmla="*/ 39697 h 248103"/>
                  <a:gd name="connsiteX6" fmla="*/ 79393 w 232870"/>
                  <a:gd name="connsiteY6" fmla="*/ 168710 h 248103"/>
                  <a:gd name="connsiteX7" fmla="*/ 153477 w 232870"/>
                  <a:gd name="connsiteY7" fmla="*/ 168710 h 248103"/>
                  <a:gd name="connsiteX8" fmla="*/ 153477 w 232870"/>
                  <a:gd name="connsiteY8" fmla="*/ 42128 h 248103"/>
                  <a:gd name="connsiteX9" fmla="*/ 193174 w 232870"/>
                  <a:gd name="connsiteY9" fmla="*/ 2431 h 248103"/>
                  <a:gd name="connsiteX10" fmla="*/ 232870 w 232870"/>
                  <a:gd name="connsiteY10" fmla="*/ 42128 h 248103"/>
                  <a:gd name="connsiteX11" fmla="*/ 232870 w 232870"/>
                  <a:gd name="connsiteY11" fmla="*/ 208407 h 248103"/>
                  <a:gd name="connsiteX12" fmla="*/ 193174 w 232870"/>
                  <a:gd name="connsiteY12" fmla="*/ 248103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2870" h="248103">
                    <a:moveTo>
                      <a:pt x="193174" y="248103"/>
                    </a:moveTo>
                    <a:lnTo>
                      <a:pt x="39697" y="248103"/>
                    </a:lnTo>
                    <a:cubicBezTo>
                      <a:pt x="17773" y="248103"/>
                      <a:pt x="0" y="230331"/>
                      <a:pt x="0" y="20840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68710"/>
                    </a:lnTo>
                    <a:lnTo>
                      <a:pt x="153477" y="168710"/>
                    </a:lnTo>
                    <a:lnTo>
                      <a:pt x="153477" y="42128"/>
                    </a:lnTo>
                    <a:cubicBezTo>
                      <a:pt x="153477" y="20204"/>
                      <a:pt x="171250" y="2431"/>
                      <a:pt x="193174" y="2431"/>
                    </a:cubicBezTo>
                    <a:cubicBezTo>
                      <a:pt x="215097" y="2431"/>
                      <a:pt x="232870" y="20204"/>
                      <a:pt x="232870" y="42128"/>
                    </a:cubicBezTo>
                    <a:lnTo>
                      <a:pt x="232870" y="208407"/>
                    </a:lnTo>
                    <a:cubicBezTo>
                      <a:pt x="232870" y="230331"/>
                      <a:pt x="215097" y="248103"/>
                      <a:pt x="193174" y="24810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0A66A96-BDE4-FA3E-B1A2-1B22E36EDAB4}"/>
                </a:ext>
              </a:extLst>
            </p:cNvPr>
            <p:cNvSpPr/>
            <p:nvPr/>
          </p:nvSpPr>
          <p:spPr>
            <a:xfrm>
              <a:off x="1697507" y="3664783"/>
              <a:ext cx="572135" cy="366151"/>
            </a:xfrm>
            <a:custGeom>
              <a:avLst/>
              <a:gdLst>
                <a:gd name="connsiteX0" fmla="*/ 437010 w 572135"/>
                <a:gd name="connsiteY0" fmla="*/ 366151 h 366151"/>
                <a:gd name="connsiteX1" fmla="*/ 397313 w 572135"/>
                <a:gd name="connsiteY1" fmla="*/ 326455 h 366151"/>
                <a:gd name="connsiteX2" fmla="*/ 397313 w 572135"/>
                <a:gd name="connsiteY2" fmla="*/ 79393 h 366151"/>
                <a:gd name="connsiteX3" fmla="*/ 79393 w 572135"/>
                <a:gd name="connsiteY3" fmla="*/ 79393 h 366151"/>
                <a:gd name="connsiteX4" fmla="*/ 79393 w 572135"/>
                <a:gd name="connsiteY4" fmla="*/ 157496 h 366151"/>
                <a:gd name="connsiteX5" fmla="*/ 39697 w 572135"/>
                <a:gd name="connsiteY5" fmla="*/ 197193 h 366151"/>
                <a:gd name="connsiteX6" fmla="*/ 0 w 572135"/>
                <a:gd name="connsiteY6" fmla="*/ 157496 h 366151"/>
                <a:gd name="connsiteX7" fmla="*/ 0 w 572135"/>
                <a:gd name="connsiteY7" fmla="*/ 39697 h 366151"/>
                <a:gd name="connsiteX8" fmla="*/ 39697 w 572135"/>
                <a:gd name="connsiteY8" fmla="*/ 0 h 366151"/>
                <a:gd name="connsiteX9" fmla="*/ 437010 w 572135"/>
                <a:gd name="connsiteY9" fmla="*/ 0 h 366151"/>
                <a:gd name="connsiteX10" fmla="*/ 476707 w 572135"/>
                <a:gd name="connsiteY10" fmla="*/ 39697 h 366151"/>
                <a:gd name="connsiteX11" fmla="*/ 476707 w 572135"/>
                <a:gd name="connsiteY11" fmla="*/ 230587 h 366151"/>
                <a:gd name="connsiteX12" fmla="*/ 502658 w 572135"/>
                <a:gd name="connsiteY12" fmla="*/ 204884 h 366151"/>
                <a:gd name="connsiteX13" fmla="*/ 558686 w 572135"/>
                <a:gd name="connsiteY13" fmla="*/ 201352 h 366151"/>
                <a:gd name="connsiteX14" fmla="*/ 562218 w 572135"/>
                <a:gd name="connsiteY14" fmla="*/ 257380 h 366151"/>
                <a:gd name="connsiteX15" fmla="*/ 558581 w 572135"/>
                <a:gd name="connsiteY15" fmla="*/ 261005 h 366151"/>
                <a:gd name="connsiteX16" fmla="*/ 465095 w 572135"/>
                <a:gd name="connsiteY16" fmla="*/ 354490 h 366151"/>
                <a:gd name="connsiteX17" fmla="*/ 437010 w 572135"/>
                <a:gd name="connsiteY17" fmla="*/ 366151 h 3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2135" h="366151">
                  <a:moveTo>
                    <a:pt x="437010" y="366151"/>
                  </a:moveTo>
                  <a:cubicBezTo>
                    <a:pt x="415086" y="366151"/>
                    <a:pt x="397313" y="348378"/>
                    <a:pt x="397313" y="326455"/>
                  </a:cubicBezTo>
                  <a:lnTo>
                    <a:pt x="397313" y="79393"/>
                  </a:lnTo>
                  <a:lnTo>
                    <a:pt x="79393" y="79393"/>
                  </a:lnTo>
                  <a:lnTo>
                    <a:pt x="79393" y="157496"/>
                  </a:lnTo>
                  <a:cubicBezTo>
                    <a:pt x="79393" y="179420"/>
                    <a:pt x="61620" y="197193"/>
                    <a:pt x="39697" y="197193"/>
                  </a:cubicBezTo>
                  <a:cubicBezTo>
                    <a:pt x="17773" y="197193"/>
                    <a:pt x="0" y="179420"/>
                    <a:pt x="0" y="1574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37010" y="0"/>
                  </a:lnTo>
                  <a:cubicBezTo>
                    <a:pt x="458934" y="0"/>
                    <a:pt x="476707" y="17773"/>
                    <a:pt x="476707" y="39697"/>
                  </a:cubicBezTo>
                  <a:lnTo>
                    <a:pt x="476707" y="230587"/>
                  </a:lnTo>
                  <a:lnTo>
                    <a:pt x="502658" y="204884"/>
                  </a:lnTo>
                  <a:cubicBezTo>
                    <a:pt x="517155" y="188437"/>
                    <a:pt x="542239" y="186855"/>
                    <a:pt x="558686" y="201352"/>
                  </a:cubicBezTo>
                  <a:cubicBezTo>
                    <a:pt x="575133" y="215848"/>
                    <a:pt x="576715" y="240933"/>
                    <a:pt x="562218" y="257380"/>
                  </a:cubicBezTo>
                  <a:cubicBezTo>
                    <a:pt x="561085" y="258666"/>
                    <a:pt x="559870" y="259876"/>
                    <a:pt x="558581" y="261005"/>
                  </a:cubicBezTo>
                  <a:lnTo>
                    <a:pt x="465095" y="354490"/>
                  </a:lnTo>
                  <a:cubicBezTo>
                    <a:pt x="457652" y="361951"/>
                    <a:pt x="447548" y="366146"/>
                    <a:pt x="437010" y="3661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337E29F4-029E-18B7-C9AB-7849BAF30769}"/>
                </a:ext>
              </a:extLst>
            </p:cNvPr>
            <p:cNvSpPr/>
            <p:nvPr/>
          </p:nvSpPr>
          <p:spPr>
            <a:xfrm>
              <a:off x="1636523" y="4315310"/>
              <a:ext cx="198482" cy="168214"/>
            </a:xfrm>
            <a:custGeom>
              <a:avLst/>
              <a:gdLst>
                <a:gd name="connsiteX0" fmla="*/ 99241 w 198482"/>
                <a:gd name="connsiteY0" fmla="*/ 168214 h 168214"/>
                <a:gd name="connsiteX1" fmla="*/ 0 w 198482"/>
                <a:gd name="connsiteY1" fmla="*/ 68973 h 168214"/>
                <a:gd name="connsiteX2" fmla="*/ 0 w 198482"/>
                <a:gd name="connsiteY2" fmla="*/ 39697 h 168214"/>
                <a:gd name="connsiteX3" fmla="*/ 39697 w 198482"/>
                <a:gd name="connsiteY3" fmla="*/ 0 h 168214"/>
                <a:gd name="connsiteX4" fmla="*/ 79393 w 198482"/>
                <a:gd name="connsiteY4" fmla="*/ 39697 h 168214"/>
                <a:gd name="connsiteX5" fmla="*/ 79393 w 198482"/>
                <a:gd name="connsiteY5" fmla="*/ 68973 h 168214"/>
                <a:gd name="connsiteX6" fmla="*/ 99241 w 198482"/>
                <a:gd name="connsiteY6" fmla="*/ 88821 h 168214"/>
                <a:gd name="connsiteX7" fmla="*/ 119090 w 198482"/>
                <a:gd name="connsiteY7" fmla="*/ 68973 h 168214"/>
                <a:gd name="connsiteX8" fmla="*/ 119090 w 198482"/>
                <a:gd name="connsiteY8" fmla="*/ 39697 h 168214"/>
                <a:gd name="connsiteX9" fmla="*/ 158786 w 198482"/>
                <a:gd name="connsiteY9" fmla="*/ 0 h 168214"/>
                <a:gd name="connsiteX10" fmla="*/ 198483 w 198482"/>
                <a:gd name="connsiteY10" fmla="*/ 39697 h 168214"/>
                <a:gd name="connsiteX11" fmla="*/ 198483 w 198482"/>
                <a:gd name="connsiteY11" fmla="*/ 68973 h 168214"/>
                <a:gd name="connsiteX12" fmla="*/ 99242 w 198482"/>
                <a:gd name="connsiteY12" fmla="*/ 168214 h 16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8482" h="168214">
                  <a:moveTo>
                    <a:pt x="99241" y="168214"/>
                  </a:moveTo>
                  <a:cubicBezTo>
                    <a:pt x="44432" y="168214"/>
                    <a:pt x="0" y="123782"/>
                    <a:pt x="0" y="689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68973"/>
                  </a:lnTo>
                  <a:cubicBezTo>
                    <a:pt x="79393" y="79935"/>
                    <a:pt x="88280" y="88821"/>
                    <a:pt x="99241" y="88821"/>
                  </a:cubicBezTo>
                  <a:cubicBezTo>
                    <a:pt x="110203" y="88821"/>
                    <a:pt x="119090" y="79935"/>
                    <a:pt x="119090" y="68973"/>
                  </a:cubicBezTo>
                  <a:lnTo>
                    <a:pt x="119090" y="39697"/>
                  </a:lnTo>
                  <a:cubicBezTo>
                    <a:pt x="119090" y="17773"/>
                    <a:pt x="136863" y="0"/>
                    <a:pt x="158786" y="0"/>
                  </a:cubicBezTo>
                  <a:cubicBezTo>
                    <a:pt x="180710" y="0"/>
                    <a:pt x="198483" y="17773"/>
                    <a:pt x="198483" y="39697"/>
                  </a:cubicBezTo>
                  <a:lnTo>
                    <a:pt x="198483" y="68973"/>
                  </a:lnTo>
                  <a:cubicBezTo>
                    <a:pt x="198483" y="123782"/>
                    <a:pt x="154051" y="168214"/>
                    <a:pt x="99242" y="1682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2" name="Picture Placeholder 9">
              <a:extLst>
                <a:ext uri="{FF2B5EF4-FFF2-40B4-BE49-F238E27FC236}">
                  <a16:creationId xmlns:a16="http://schemas.microsoft.com/office/drawing/2014/main" id="{45385ABC-CDC2-510E-3253-6EE5F0BFDE9D}"/>
                </a:ext>
              </a:extLst>
            </p:cNvPr>
            <p:cNvGrpSpPr/>
            <p:nvPr/>
          </p:nvGrpSpPr>
          <p:grpSpPr>
            <a:xfrm>
              <a:off x="1941681" y="4083862"/>
              <a:ext cx="385878" cy="399663"/>
              <a:chOff x="1941681" y="4083862"/>
              <a:chExt cx="385878" cy="399663"/>
            </a:xfrm>
            <a:solidFill>
              <a:srgbClr val="EF463C"/>
            </a:solidFill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068C8EAE-A3BB-C753-C29D-296916483EB7}"/>
                  </a:ext>
                </a:extLst>
              </p:cNvPr>
              <p:cNvSpPr/>
              <p:nvPr/>
            </p:nvSpPr>
            <p:spPr>
              <a:xfrm>
                <a:off x="2054412" y="4083862"/>
                <a:ext cx="98831" cy="149276"/>
              </a:xfrm>
              <a:custGeom>
                <a:avLst/>
                <a:gdLst>
                  <a:gd name="connsiteX0" fmla="*/ 59116 w 98831"/>
                  <a:gd name="connsiteY0" fmla="*/ 149276 h 149276"/>
                  <a:gd name="connsiteX1" fmla="*/ 20858 w 98831"/>
                  <a:gd name="connsiteY1" fmla="*/ 120199 h 149276"/>
                  <a:gd name="connsiteX2" fmla="*/ 1456 w 98831"/>
                  <a:gd name="connsiteY2" fmla="*/ 50333 h 149276"/>
                  <a:gd name="connsiteX3" fmla="*/ 29095 w 98831"/>
                  <a:gd name="connsiteY3" fmla="*/ 1456 h 149276"/>
                  <a:gd name="connsiteX4" fmla="*/ 77972 w 98831"/>
                  <a:gd name="connsiteY4" fmla="*/ 29095 h 149276"/>
                  <a:gd name="connsiteX5" fmla="*/ 97373 w 98831"/>
                  <a:gd name="connsiteY5" fmla="*/ 98961 h 149276"/>
                  <a:gd name="connsiteX6" fmla="*/ 69749 w 98831"/>
                  <a:gd name="connsiteY6" fmla="*/ 147834 h 149276"/>
                  <a:gd name="connsiteX7" fmla="*/ 69735 w 98831"/>
                  <a:gd name="connsiteY7" fmla="*/ 147837 h 149276"/>
                  <a:gd name="connsiteX8" fmla="*/ 59116 w 98831"/>
                  <a:gd name="connsiteY8" fmla="*/ 149276 h 14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831" h="149276">
                    <a:moveTo>
                      <a:pt x="59116" y="149276"/>
                    </a:moveTo>
                    <a:cubicBezTo>
                      <a:pt x="41279" y="149280"/>
                      <a:pt x="25630" y="137386"/>
                      <a:pt x="20858" y="120199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7373" y="98961"/>
                    </a:lnTo>
                    <a:cubicBezTo>
                      <a:pt x="103241" y="120085"/>
                      <a:pt x="90873" y="141966"/>
                      <a:pt x="69749" y="147834"/>
                    </a:cubicBezTo>
                    <a:cubicBezTo>
                      <a:pt x="69744" y="147835"/>
                      <a:pt x="69739" y="147836"/>
                      <a:pt x="69735" y="147837"/>
                    </a:cubicBezTo>
                    <a:cubicBezTo>
                      <a:pt x="66272" y="148771"/>
                      <a:pt x="62702" y="149255"/>
                      <a:pt x="59116" y="14927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32940D51-840E-764B-74AE-808619A792DE}"/>
                  </a:ext>
                </a:extLst>
              </p:cNvPr>
              <p:cNvSpPr/>
              <p:nvPr/>
            </p:nvSpPr>
            <p:spPr>
              <a:xfrm>
                <a:off x="2142919" y="4102492"/>
                <a:ext cx="116864" cy="141066"/>
              </a:xfrm>
              <a:custGeom>
                <a:avLst/>
                <a:gdLst>
                  <a:gd name="connsiteX0" fmla="*/ 39680 w 116864"/>
                  <a:gd name="connsiteY0" fmla="*/ 141067 h 141066"/>
                  <a:gd name="connsiteX1" fmla="*/ 0 w 116864"/>
                  <a:gd name="connsiteY1" fmla="*/ 101354 h 141066"/>
                  <a:gd name="connsiteX2" fmla="*/ 5789 w 116864"/>
                  <a:gd name="connsiteY2" fmla="*/ 80728 h 141066"/>
                  <a:gd name="connsiteX3" fmla="*/ 43600 w 116864"/>
                  <a:gd name="connsiteY3" fmla="*/ 18504 h 141066"/>
                  <a:gd name="connsiteX4" fmla="*/ 98361 w 116864"/>
                  <a:gd name="connsiteY4" fmla="*/ 6139 h 141066"/>
                  <a:gd name="connsiteX5" fmla="*/ 111432 w 116864"/>
                  <a:gd name="connsiteY5" fmla="*/ 59738 h 141066"/>
                  <a:gd name="connsiteX6" fmla="*/ 73621 w 116864"/>
                  <a:gd name="connsiteY6" fmla="*/ 121963 h 141066"/>
                  <a:gd name="connsiteX7" fmla="*/ 39680 w 116864"/>
                  <a:gd name="connsiteY7" fmla="*/ 141067 h 14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864" h="141066">
                    <a:moveTo>
                      <a:pt x="39680" y="141067"/>
                    </a:moveTo>
                    <a:cubicBezTo>
                      <a:pt x="17756" y="141058"/>
                      <a:pt x="-9" y="123277"/>
                      <a:pt x="0" y="101354"/>
                    </a:cubicBezTo>
                    <a:cubicBezTo>
                      <a:pt x="3" y="94078"/>
                      <a:pt x="2006" y="86943"/>
                      <a:pt x="5789" y="80728"/>
                    </a:cubicBezTo>
                    <a:lnTo>
                      <a:pt x="43600" y="18504"/>
                    </a:lnTo>
                    <a:cubicBezTo>
                      <a:pt x="55307" y="-33"/>
                      <a:pt x="79825" y="-5568"/>
                      <a:pt x="98361" y="6139"/>
                    </a:cubicBezTo>
                    <a:cubicBezTo>
                      <a:pt x="116450" y="17564"/>
                      <a:pt x="122231" y="41269"/>
                      <a:pt x="111432" y="59738"/>
                    </a:cubicBezTo>
                    <a:lnTo>
                      <a:pt x="73621" y="121963"/>
                    </a:lnTo>
                    <a:cubicBezTo>
                      <a:pt x="66423" y="133825"/>
                      <a:pt x="53555" y="141068"/>
                      <a:pt x="39680" y="14106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B5F54936-F007-5839-4381-686583532325}"/>
                  </a:ext>
                </a:extLst>
              </p:cNvPr>
              <p:cNvSpPr/>
              <p:nvPr/>
            </p:nvSpPr>
            <p:spPr>
              <a:xfrm>
                <a:off x="2195262" y="4210235"/>
                <a:ext cx="132297" cy="90139"/>
              </a:xfrm>
              <a:custGeom>
                <a:avLst/>
                <a:gdLst>
                  <a:gd name="connsiteX0" fmla="*/ 39637 w 132297"/>
                  <a:gd name="connsiteY0" fmla="*/ 90139 h 90139"/>
                  <a:gd name="connsiteX1" fmla="*/ 0 w 132297"/>
                  <a:gd name="connsiteY1" fmla="*/ 50384 h 90139"/>
                  <a:gd name="connsiteX2" fmla="*/ 31797 w 132297"/>
                  <a:gd name="connsiteY2" fmla="*/ 11540 h 90139"/>
                  <a:gd name="connsiteX3" fmla="*/ 85090 w 132297"/>
                  <a:gd name="connsiteY3" fmla="*/ 723 h 90139"/>
                  <a:gd name="connsiteX4" fmla="*/ 131575 w 132297"/>
                  <a:gd name="connsiteY4" fmla="*/ 32200 h 90139"/>
                  <a:gd name="connsiteX5" fmla="*/ 100869 w 132297"/>
                  <a:gd name="connsiteY5" fmla="*/ 78528 h 90139"/>
                  <a:gd name="connsiteX6" fmla="*/ 47577 w 132297"/>
                  <a:gd name="connsiteY6" fmla="*/ 89346 h 90139"/>
                  <a:gd name="connsiteX7" fmla="*/ 39637 w 132297"/>
                  <a:gd name="connsiteY7" fmla="*/ 90139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97" h="90139">
                    <a:moveTo>
                      <a:pt x="39637" y="90139"/>
                    </a:moveTo>
                    <a:cubicBezTo>
                      <a:pt x="17714" y="90107"/>
                      <a:pt x="-33" y="72307"/>
                      <a:pt x="0" y="50384"/>
                    </a:cubicBezTo>
                    <a:cubicBezTo>
                      <a:pt x="28" y="31527"/>
                      <a:pt x="13318" y="15293"/>
                      <a:pt x="31797" y="11540"/>
                    </a:cubicBezTo>
                    <a:lnTo>
                      <a:pt x="85090" y="723"/>
                    </a:lnTo>
                    <a:cubicBezTo>
                      <a:pt x="106619" y="-3421"/>
                      <a:pt x="127430" y="10672"/>
                      <a:pt x="131575" y="32200"/>
                    </a:cubicBezTo>
                    <a:cubicBezTo>
                      <a:pt x="135661" y="53427"/>
                      <a:pt x="122011" y="74022"/>
                      <a:pt x="100869" y="78528"/>
                    </a:cubicBezTo>
                    <a:lnTo>
                      <a:pt x="47577" y="89346"/>
                    </a:lnTo>
                    <a:cubicBezTo>
                      <a:pt x="44964" y="89880"/>
                      <a:pt x="42304" y="90146"/>
                      <a:pt x="39637" y="9013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E9618F7E-569F-89FE-E8E0-26F4F5454EE6}"/>
                  </a:ext>
                </a:extLst>
              </p:cNvPr>
              <p:cNvSpPr/>
              <p:nvPr/>
            </p:nvSpPr>
            <p:spPr>
              <a:xfrm>
                <a:off x="2181664" y="4295351"/>
                <a:ext cx="132445" cy="111509"/>
              </a:xfrm>
              <a:custGeom>
                <a:avLst/>
                <a:gdLst>
                  <a:gd name="connsiteX0" fmla="*/ 92932 w 132445"/>
                  <a:gd name="connsiteY0" fmla="*/ 111510 h 111509"/>
                  <a:gd name="connsiteX1" fmla="*/ 72438 w 132445"/>
                  <a:gd name="connsiteY1" fmla="*/ 105753 h 111509"/>
                  <a:gd name="connsiteX2" fmla="*/ 17062 w 132445"/>
                  <a:gd name="connsiteY2" fmla="*/ 72309 h 111509"/>
                  <a:gd name="connsiteX3" fmla="*/ 7092 w 132445"/>
                  <a:gd name="connsiteY3" fmla="*/ 17062 h 111509"/>
                  <a:gd name="connsiteX4" fmla="*/ 58197 w 132445"/>
                  <a:gd name="connsiteY4" fmla="*/ 4577 h 111509"/>
                  <a:gd name="connsiteX5" fmla="*/ 113574 w 132445"/>
                  <a:gd name="connsiteY5" fmla="*/ 38021 h 111509"/>
                  <a:gd name="connsiteX6" fmla="*/ 126536 w 132445"/>
                  <a:gd name="connsiteY6" fmla="*/ 92644 h 111509"/>
                  <a:gd name="connsiteX7" fmla="*/ 92932 w 132445"/>
                  <a:gd name="connsiteY7" fmla="*/ 111510 h 11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445" h="111509">
                    <a:moveTo>
                      <a:pt x="92932" y="111510"/>
                    </a:moveTo>
                    <a:cubicBezTo>
                      <a:pt x="85704" y="111492"/>
                      <a:pt x="78618" y="109502"/>
                      <a:pt x="72438" y="105753"/>
                    </a:cubicBezTo>
                    <a:lnTo>
                      <a:pt x="17062" y="72309"/>
                    </a:lnTo>
                    <a:cubicBezTo>
                      <a:pt x="-947" y="59806"/>
                      <a:pt x="-5411" y="35071"/>
                      <a:pt x="7092" y="17062"/>
                    </a:cubicBezTo>
                    <a:cubicBezTo>
                      <a:pt x="18528" y="589"/>
                      <a:pt x="40454" y="-4767"/>
                      <a:pt x="58197" y="4577"/>
                    </a:cubicBezTo>
                    <a:lnTo>
                      <a:pt x="113574" y="38021"/>
                    </a:lnTo>
                    <a:cubicBezTo>
                      <a:pt x="132237" y="49526"/>
                      <a:pt x="138040" y="73981"/>
                      <a:pt x="126536" y="92644"/>
                    </a:cubicBezTo>
                    <a:cubicBezTo>
                      <a:pt x="119343" y="104312"/>
                      <a:pt x="106639" y="111445"/>
                      <a:pt x="92932" y="11151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1363241F-1BAC-CCB1-00BB-5D445662452E}"/>
                  </a:ext>
                </a:extLst>
              </p:cNvPr>
              <p:cNvSpPr/>
              <p:nvPr/>
            </p:nvSpPr>
            <p:spPr>
              <a:xfrm>
                <a:off x="2113775" y="4351009"/>
                <a:ext cx="92479" cy="132515"/>
              </a:xfrm>
              <a:custGeom>
                <a:avLst/>
                <a:gdLst>
                  <a:gd name="connsiteX0" fmla="*/ 52499 w 92479"/>
                  <a:gd name="connsiteY0" fmla="*/ 132515 h 132515"/>
                  <a:gd name="connsiteX1" fmla="*/ 13944 w 92479"/>
                  <a:gd name="connsiteY1" fmla="*/ 102147 h 132515"/>
                  <a:gd name="connsiteX2" fmla="*/ 1340 w 92479"/>
                  <a:gd name="connsiteY2" fmla="*/ 49896 h 132515"/>
                  <a:gd name="connsiteX3" fmla="*/ 29516 w 92479"/>
                  <a:gd name="connsiteY3" fmla="*/ 1340 h 132515"/>
                  <a:gd name="connsiteX4" fmla="*/ 78073 w 92479"/>
                  <a:gd name="connsiteY4" fmla="*/ 29516 h 132515"/>
                  <a:gd name="connsiteX5" fmla="*/ 78500 w 92479"/>
                  <a:gd name="connsiteY5" fmla="*/ 31289 h 132515"/>
                  <a:gd name="connsiteX6" fmla="*/ 91352 w 92479"/>
                  <a:gd name="connsiteY6" fmla="*/ 83490 h 132515"/>
                  <a:gd name="connsiteX7" fmla="*/ 62128 w 92479"/>
                  <a:gd name="connsiteY7" fmla="*/ 131423 h 132515"/>
                  <a:gd name="connsiteX8" fmla="*/ 62125 w 92479"/>
                  <a:gd name="connsiteY8" fmla="*/ 131423 h 132515"/>
                  <a:gd name="connsiteX9" fmla="*/ 52499 w 92479"/>
                  <a:gd name="connsiteY9" fmla="*/ 132515 h 13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479" h="132515">
                    <a:moveTo>
                      <a:pt x="52499" y="132515"/>
                    </a:moveTo>
                    <a:cubicBezTo>
                      <a:pt x="34180" y="132501"/>
                      <a:pt x="18249" y="119953"/>
                      <a:pt x="13944" y="102147"/>
                    </a:cubicBezTo>
                    <a:lnTo>
                      <a:pt x="1340" y="49896"/>
                    </a:lnTo>
                    <a:cubicBezTo>
                      <a:pt x="-4288" y="28707"/>
                      <a:pt x="8327" y="6968"/>
                      <a:pt x="29516" y="1340"/>
                    </a:cubicBezTo>
                    <a:cubicBezTo>
                      <a:pt x="50706" y="-4288"/>
                      <a:pt x="72445" y="8327"/>
                      <a:pt x="78073" y="29516"/>
                    </a:cubicBezTo>
                    <a:cubicBezTo>
                      <a:pt x="78229" y="30104"/>
                      <a:pt x="78371" y="30695"/>
                      <a:pt x="78500" y="31289"/>
                    </a:cubicBezTo>
                    <a:lnTo>
                      <a:pt x="91352" y="83490"/>
                    </a:lnTo>
                    <a:cubicBezTo>
                      <a:pt x="96518" y="104796"/>
                      <a:pt x="83434" y="126256"/>
                      <a:pt x="62128" y="131423"/>
                    </a:cubicBezTo>
                    <a:cubicBezTo>
                      <a:pt x="62127" y="131423"/>
                      <a:pt x="62126" y="131423"/>
                      <a:pt x="62125" y="131423"/>
                    </a:cubicBezTo>
                    <a:cubicBezTo>
                      <a:pt x="58971" y="132167"/>
                      <a:pt x="55740" y="132533"/>
                      <a:pt x="52499" y="132515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6ED42C0C-B187-464B-ACD9-5AEDE14971B9}"/>
                  </a:ext>
                </a:extLst>
              </p:cNvPr>
              <p:cNvSpPr/>
              <p:nvPr/>
            </p:nvSpPr>
            <p:spPr>
              <a:xfrm>
                <a:off x="2009414" y="4331942"/>
                <a:ext cx="110926" cy="133569"/>
              </a:xfrm>
              <a:custGeom>
                <a:avLst/>
                <a:gdLst>
                  <a:gd name="connsiteX0" fmla="*/ 39557 w 110926"/>
                  <a:gd name="connsiteY0" fmla="*/ 133570 h 133569"/>
                  <a:gd name="connsiteX1" fmla="*/ 0 w 110926"/>
                  <a:gd name="connsiteY1" fmla="*/ 93734 h 133569"/>
                  <a:gd name="connsiteX2" fmla="*/ 5318 w 110926"/>
                  <a:gd name="connsiteY2" fmla="*/ 74025 h 133569"/>
                  <a:gd name="connsiteX3" fmla="*/ 36927 w 110926"/>
                  <a:gd name="connsiteY3" fmla="*/ 19690 h 133569"/>
                  <a:gd name="connsiteX4" fmla="*/ 91237 w 110926"/>
                  <a:gd name="connsiteY4" fmla="*/ 5424 h 133569"/>
                  <a:gd name="connsiteX5" fmla="*/ 105503 w 110926"/>
                  <a:gd name="connsiteY5" fmla="*/ 59734 h 133569"/>
                  <a:gd name="connsiteX6" fmla="*/ 73894 w 110926"/>
                  <a:gd name="connsiteY6" fmla="*/ 113870 h 133569"/>
                  <a:gd name="connsiteX7" fmla="*/ 39557 w 110926"/>
                  <a:gd name="connsiteY7" fmla="*/ 133570 h 133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926" h="133569">
                    <a:moveTo>
                      <a:pt x="39557" y="133570"/>
                    </a:moveTo>
                    <a:cubicBezTo>
                      <a:pt x="17633" y="133492"/>
                      <a:pt x="-77" y="115657"/>
                      <a:pt x="0" y="93734"/>
                    </a:cubicBezTo>
                    <a:cubicBezTo>
                      <a:pt x="25" y="86813"/>
                      <a:pt x="1858" y="80018"/>
                      <a:pt x="5318" y="74025"/>
                    </a:cubicBezTo>
                    <a:lnTo>
                      <a:pt x="36927" y="19690"/>
                    </a:lnTo>
                    <a:cubicBezTo>
                      <a:pt x="47985" y="753"/>
                      <a:pt x="72300" y="-5634"/>
                      <a:pt x="91237" y="5424"/>
                    </a:cubicBezTo>
                    <a:cubicBezTo>
                      <a:pt x="110174" y="16482"/>
                      <a:pt x="116561" y="40797"/>
                      <a:pt x="105503" y="59734"/>
                    </a:cubicBezTo>
                    <a:lnTo>
                      <a:pt x="73894" y="113870"/>
                    </a:lnTo>
                    <a:cubicBezTo>
                      <a:pt x="66773" y="126083"/>
                      <a:pt x="53694" y="133586"/>
                      <a:pt x="39557" y="13357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C03EA15E-E4C7-8D84-BDC8-B47132BD32CB}"/>
                  </a:ext>
                </a:extLst>
              </p:cNvPr>
              <p:cNvSpPr/>
              <p:nvPr/>
            </p:nvSpPr>
            <p:spPr>
              <a:xfrm>
                <a:off x="1941681" y="4266421"/>
                <a:ext cx="137948" cy="95334"/>
              </a:xfrm>
              <a:custGeom>
                <a:avLst/>
                <a:gdLst>
                  <a:gd name="connsiteX0" fmla="*/ 39657 w 137948"/>
                  <a:gd name="connsiteY0" fmla="*/ 95334 h 95334"/>
                  <a:gd name="connsiteX1" fmla="*/ 0 w 137948"/>
                  <a:gd name="connsiteY1" fmla="*/ 55598 h 95334"/>
                  <a:gd name="connsiteX2" fmla="*/ 29286 w 137948"/>
                  <a:gd name="connsiteY2" fmla="*/ 17330 h 95334"/>
                  <a:gd name="connsiteX3" fmla="*/ 88385 w 137948"/>
                  <a:gd name="connsiteY3" fmla="*/ 1253 h 95334"/>
                  <a:gd name="connsiteX4" fmla="*/ 136696 w 137948"/>
                  <a:gd name="connsiteY4" fmla="*/ 29848 h 95334"/>
                  <a:gd name="connsiteX5" fmla="*/ 109176 w 137948"/>
                  <a:gd name="connsiteY5" fmla="*/ 77868 h 95334"/>
                  <a:gd name="connsiteX6" fmla="*/ 50077 w 137948"/>
                  <a:gd name="connsiteY6" fmla="*/ 93945 h 95334"/>
                  <a:gd name="connsiteX7" fmla="*/ 39657 w 137948"/>
                  <a:gd name="connsiteY7" fmla="*/ 95334 h 95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7948" h="95334">
                    <a:moveTo>
                      <a:pt x="39657" y="95334"/>
                    </a:moveTo>
                    <a:cubicBezTo>
                      <a:pt x="17733" y="95312"/>
                      <a:pt x="-22" y="77522"/>
                      <a:pt x="0" y="55598"/>
                    </a:cubicBezTo>
                    <a:cubicBezTo>
                      <a:pt x="18" y="37698"/>
                      <a:pt x="12013" y="22025"/>
                      <a:pt x="29286" y="17330"/>
                    </a:cubicBezTo>
                    <a:lnTo>
                      <a:pt x="88385" y="1253"/>
                    </a:lnTo>
                    <a:cubicBezTo>
                      <a:pt x="109622" y="-4192"/>
                      <a:pt x="131251" y="8611"/>
                      <a:pt x="136696" y="29848"/>
                    </a:cubicBezTo>
                    <a:cubicBezTo>
                      <a:pt x="142033" y="50665"/>
                      <a:pt x="129835" y="71949"/>
                      <a:pt x="109176" y="77868"/>
                    </a:cubicBezTo>
                    <a:lnTo>
                      <a:pt x="50077" y="93945"/>
                    </a:lnTo>
                    <a:cubicBezTo>
                      <a:pt x="46681" y="94868"/>
                      <a:pt x="43177" y="95335"/>
                      <a:pt x="39657" y="9533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00105FEE-7F67-0C6B-B92C-464E105F0DEB}"/>
                  </a:ext>
                </a:extLst>
              </p:cNvPr>
              <p:cNvSpPr/>
              <p:nvPr/>
            </p:nvSpPr>
            <p:spPr>
              <a:xfrm>
                <a:off x="1955205" y="4156045"/>
                <a:ext cx="136116" cy="116343"/>
              </a:xfrm>
              <a:custGeom>
                <a:avLst/>
                <a:gdLst>
                  <a:gd name="connsiteX0" fmla="*/ 96347 w 136116"/>
                  <a:gd name="connsiteY0" fmla="*/ 116343 h 116343"/>
                  <a:gd name="connsiteX1" fmla="*/ 74712 w 136116"/>
                  <a:gd name="connsiteY1" fmla="*/ 109893 h 116343"/>
                  <a:gd name="connsiteX2" fmla="*/ 18045 w 136116"/>
                  <a:gd name="connsiteY2" fmla="*/ 72975 h 116343"/>
                  <a:gd name="connsiteX3" fmla="*/ 6434 w 136116"/>
                  <a:gd name="connsiteY3" fmla="*/ 18045 h 116343"/>
                  <a:gd name="connsiteX4" fmla="*/ 61364 w 136116"/>
                  <a:gd name="connsiteY4" fmla="*/ 6434 h 116343"/>
                  <a:gd name="connsiteX5" fmla="*/ 118031 w 136116"/>
                  <a:gd name="connsiteY5" fmla="*/ 43351 h 116343"/>
                  <a:gd name="connsiteX6" fmla="*/ 129711 w 136116"/>
                  <a:gd name="connsiteY6" fmla="*/ 98262 h 116343"/>
                  <a:gd name="connsiteX7" fmla="*/ 96346 w 136116"/>
                  <a:gd name="connsiteY7" fmla="*/ 116343 h 11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16" h="116343">
                    <a:moveTo>
                      <a:pt x="96347" y="116343"/>
                    </a:moveTo>
                    <a:cubicBezTo>
                      <a:pt x="88663" y="116332"/>
                      <a:pt x="81147" y="114092"/>
                      <a:pt x="74712" y="109893"/>
                    </a:cubicBezTo>
                    <a:lnTo>
                      <a:pt x="18045" y="72975"/>
                    </a:lnTo>
                    <a:cubicBezTo>
                      <a:pt x="-330" y="61013"/>
                      <a:pt x="-5529" y="36420"/>
                      <a:pt x="6434" y="18045"/>
                    </a:cubicBezTo>
                    <a:cubicBezTo>
                      <a:pt x="18396" y="-330"/>
                      <a:pt x="42989" y="-5529"/>
                      <a:pt x="61364" y="6434"/>
                    </a:cubicBezTo>
                    <a:lnTo>
                      <a:pt x="118031" y="43351"/>
                    </a:lnTo>
                    <a:cubicBezTo>
                      <a:pt x="136419" y="55289"/>
                      <a:pt x="141649" y="79874"/>
                      <a:pt x="129711" y="98262"/>
                    </a:cubicBezTo>
                    <a:cubicBezTo>
                      <a:pt x="122377" y="109559"/>
                      <a:pt x="109815" y="116367"/>
                      <a:pt x="96346" y="1163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C3529751-2041-5829-1A6F-7C8B33EB5AA5}"/>
                  </a:ext>
                </a:extLst>
              </p:cNvPr>
              <p:cNvSpPr/>
              <p:nvPr/>
            </p:nvSpPr>
            <p:spPr>
              <a:xfrm>
                <a:off x="1999909" y="4151165"/>
                <a:ext cx="270953" cy="270928"/>
              </a:xfrm>
              <a:custGeom>
                <a:avLst/>
                <a:gdLst>
                  <a:gd name="connsiteX0" fmla="*/ 135253 w 270953"/>
                  <a:gd name="connsiteY0" fmla="*/ 270929 h 270928"/>
                  <a:gd name="connsiteX1" fmla="*/ 0 w 270953"/>
                  <a:gd name="connsiteY1" fmla="*/ 135253 h 270928"/>
                  <a:gd name="connsiteX2" fmla="*/ 135677 w 270953"/>
                  <a:gd name="connsiteY2" fmla="*/ 0 h 270928"/>
                  <a:gd name="connsiteX3" fmla="*/ 267343 w 270953"/>
                  <a:gd name="connsiteY3" fmla="*/ 104501 h 270928"/>
                  <a:gd name="connsiteX4" fmla="*/ 267343 w 270953"/>
                  <a:gd name="connsiteY4" fmla="*/ 104501 h 270928"/>
                  <a:gd name="connsiteX5" fmla="*/ 166464 w 270953"/>
                  <a:gd name="connsiteY5" fmla="*/ 267306 h 270928"/>
                  <a:gd name="connsiteX6" fmla="*/ 135253 w 270953"/>
                  <a:gd name="connsiteY6" fmla="*/ 270929 h 270928"/>
                  <a:gd name="connsiteX7" fmla="*/ 135749 w 270953"/>
                  <a:gd name="connsiteY7" fmla="*/ 79294 h 270928"/>
                  <a:gd name="connsiteX8" fmla="*/ 122848 w 270953"/>
                  <a:gd name="connsiteY8" fmla="*/ 80782 h 270928"/>
                  <a:gd name="connsiteX9" fmla="*/ 81238 w 270953"/>
                  <a:gd name="connsiteY9" fmla="*/ 148203 h 270928"/>
                  <a:gd name="connsiteX10" fmla="*/ 148659 w 270953"/>
                  <a:gd name="connsiteY10" fmla="*/ 189812 h 270928"/>
                  <a:gd name="connsiteX11" fmla="*/ 190332 w 270953"/>
                  <a:gd name="connsiteY11" fmla="*/ 122662 h 270928"/>
                  <a:gd name="connsiteX12" fmla="*/ 190332 w 270953"/>
                  <a:gd name="connsiteY12" fmla="*/ 122662 h 270928"/>
                  <a:gd name="connsiteX13" fmla="*/ 135749 w 270953"/>
                  <a:gd name="connsiteY13" fmla="*/ 79294 h 27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0953" h="270928">
                    <a:moveTo>
                      <a:pt x="135253" y="270929"/>
                    </a:moveTo>
                    <a:cubicBezTo>
                      <a:pt x="60438" y="270812"/>
                      <a:pt x="-117" y="210067"/>
                      <a:pt x="0" y="135253"/>
                    </a:cubicBezTo>
                    <a:cubicBezTo>
                      <a:pt x="117" y="60438"/>
                      <a:pt x="60862" y="-117"/>
                      <a:pt x="135677" y="0"/>
                    </a:cubicBezTo>
                    <a:cubicBezTo>
                      <a:pt x="198484" y="98"/>
                      <a:pt x="252987" y="43356"/>
                      <a:pt x="267343" y="104501"/>
                    </a:cubicBezTo>
                    <a:lnTo>
                      <a:pt x="267343" y="104501"/>
                    </a:lnTo>
                    <a:cubicBezTo>
                      <a:pt x="284423" y="177312"/>
                      <a:pt x="239266" y="250189"/>
                      <a:pt x="166464" y="267306"/>
                    </a:cubicBezTo>
                    <a:cubicBezTo>
                      <a:pt x="156234" y="269710"/>
                      <a:pt x="145761" y="270925"/>
                      <a:pt x="135253" y="270929"/>
                    </a:cubicBezTo>
                    <a:close/>
                    <a:moveTo>
                      <a:pt x="135749" y="79294"/>
                    </a:moveTo>
                    <a:cubicBezTo>
                      <a:pt x="131406" y="79299"/>
                      <a:pt x="127078" y="79798"/>
                      <a:pt x="122848" y="80782"/>
                    </a:cubicBezTo>
                    <a:cubicBezTo>
                      <a:pt x="92740" y="87910"/>
                      <a:pt x="74111" y="118095"/>
                      <a:pt x="81238" y="148203"/>
                    </a:cubicBezTo>
                    <a:cubicBezTo>
                      <a:pt x="88366" y="178311"/>
                      <a:pt x="118551" y="196940"/>
                      <a:pt x="148659" y="189812"/>
                    </a:cubicBezTo>
                    <a:cubicBezTo>
                      <a:pt x="178661" y="182709"/>
                      <a:pt x="197285" y="152699"/>
                      <a:pt x="190332" y="122662"/>
                    </a:cubicBezTo>
                    <a:lnTo>
                      <a:pt x="190332" y="122662"/>
                    </a:lnTo>
                    <a:cubicBezTo>
                      <a:pt x="184395" y="97298"/>
                      <a:pt x="161798" y="79344"/>
                      <a:pt x="135749" y="7929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92F0A085-337A-DE7F-A9A5-4804A4CCED8C}"/>
                </a:ext>
              </a:extLst>
            </p:cNvPr>
            <p:cNvSpPr/>
            <p:nvPr/>
          </p:nvSpPr>
          <p:spPr>
            <a:xfrm>
              <a:off x="2000784" y="3858225"/>
              <a:ext cx="172864" cy="172858"/>
            </a:xfrm>
            <a:custGeom>
              <a:avLst/>
              <a:gdLst>
                <a:gd name="connsiteX0" fmla="*/ 133187 w 172864"/>
                <a:gd name="connsiteY0" fmla="*/ 172858 h 172858"/>
                <a:gd name="connsiteX1" fmla="*/ 105101 w 172864"/>
                <a:gd name="connsiteY1" fmla="*/ 161247 h 172858"/>
                <a:gd name="connsiteX2" fmla="*/ 11616 w 172864"/>
                <a:gd name="connsiteY2" fmla="*/ 67762 h 172858"/>
                <a:gd name="connsiteX3" fmla="*/ 11641 w 172864"/>
                <a:gd name="connsiteY3" fmla="*/ 11616 h 172858"/>
                <a:gd name="connsiteX4" fmla="*/ 67786 w 172864"/>
                <a:gd name="connsiteY4" fmla="*/ 11641 h 172858"/>
                <a:gd name="connsiteX5" fmla="*/ 161222 w 172864"/>
                <a:gd name="connsiteY5" fmla="*/ 105076 h 172858"/>
                <a:gd name="connsiteX6" fmla="*/ 161254 w 172864"/>
                <a:gd name="connsiteY6" fmla="*/ 161216 h 172858"/>
                <a:gd name="connsiteX7" fmla="*/ 133187 w 172864"/>
                <a:gd name="connsiteY7" fmla="*/ 172858 h 17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64" h="172858">
                  <a:moveTo>
                    <a:pt x="133187" y="172858"/>
                  </a:moveTo>
                  <a:cubicBezTo>
                    <a:pt x="122655" y="172866"/>
                    <a:pt x="112552" y="168690"/>
                    <a:pt x="105101" y="161247"/>
                  </a:cubicBezTo>
                  <a:lnTo>
                    <a:pt x="11616" y="67762"/>
                  </a:lnTo>
                  <a:cubicBezTo>
                    <a:pt x="-3882" y="52250"/>
                    <a:pt x="-3871" y="27113"/>
                    <a:pt x="11641" y="11616"/>
                  </a:cubicBezTo>
                  <a:cubicBezTo>
                    <a:pt x="27152" y="-3882"/>
                    <a:pt x="52289" y="-3871"/>
                    <a:pt x="67786" y="11641"/>
                  </a:cubicBezTo>
                  <a:lnTo>
                    <a:pt x="161222" y="105076"/>
                  </a:lnTo>
                  <a:cubicBezTo>
                    <a:pt x="176733" y="120570"/>
                    <a:pt x="176747" y="145705"/>
                    <a:pt x="161254" y="161216"/>
                  </a:cubicBezTo>
                  <a:cubicBezTo>
                    <a:pt x="153812" y="168665"/>
                    <a:pt x="143716" y="172853"/>
                    <a:pt x="133187" y="1728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B7032971-64CC-9DD1-1612-24BA4E503331}"/>
              </a:ext>
            </a:extLst>
          </p:cNvPr>
          <p:cNvGrpSpPr/>
          <p:nvPr/>
        </p:nvGrpSpPr>
        <p:grpSpPr>
          <a:xfrm>
            <a:off x="2826357" y="3653023"/>
            <a:ext cx="824150" cy="837497"/>
            <a:chOff x="2826357" y="3653023"/>
            <a:chExt cx="824150" cy="837497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D084E911-4687-9D3F-0712-C42618BC04A2}"/>
                </a:ext>
              </a:extLst>
            </p:cNvPr>
            <p:cNvSpPr/>
            <p:nvPr/>
          </p:nvSpPr>
          <p:spPr>
            <a:xfrm>
              <a:off x="3331210" y="3782289"/>
              <a:ext cx="181131" cy="184187"/>
            </a:xfrm>
            <a:custGeom>
              <a:avLst/>
              <a:gdLst>
                <a:gd name="connsiteX0" fmla="*/ 39685 w 181131"/>
                <a:gd name="connsiteY0" fmla="*/ 184187 h 184187"/>
                <a:gd name="connsiteX1" fmla="*/ 0 w 181131"/>
                <a:gd name="connsiteY1" fmla="*/ 144479 h 184187"/>
                <a:gd name="connsiteX2" fmla="*/ 11202 w 181131"/>
                <a:gd name="connsiteY2" fmla="*/ 116852 h 184187"/>
                <a:gd name="connsiteX3" fmla="*/ 112379 w 181131"/>
                <a:gd name="connsiteY3" fmla="*/ 12649 h 184187"/>
                <a:gd name="connsiteX4" fmla="*/ 168483 w 181131"/>
                <a:gd name="connsiteY4" fmla="*/ 10641 h 184187"/>
                <a:gd name="connsiteX5" fmla="*/ 170490 w 181131"/>
                <a:gd name="connsiteY5" fmla="*/ 66745 h 184187"/>
                <a:gd name="connsiteX6" fmla="*/ 169344 w 181131"/>
                <a:gd name="connsiteY6" fmla="*/ 67926 h 184187"/>
                <a:gd name="connsiteX7" fmla="*/ 68167 w 181131"/>
                <a:gd name="connsiteY7" fmla="*/ 172129 h 184187"/>
                <a:gd name="connsiteX8" fmla="*/ 39685 w 181131"/>
                <a:gd name="connsiteY8" fmla="*/ 184187 h 184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131" h="184187">
                  <a:moveTo>
                    <a:pt x="39685" y="184187"/>
                  </a:moveTo>
                  <a:cubicBezTo>
                    <a:pt x="17761" y="184181"/>
                    <a:pt x="-7" y="166403"/>
                    <a:pt x="0" y="144479"/>
                  </a:cubicBezTo>
                  <a:cubicBezTo>
                    <a:pt x="3" y="134164"/>
                    <a:pt x="4021" y="124256"/>
                    <a:pt x="11202" y="116852"/>
                  </a:cubicBezTo>
                  <a:lnTo>
                    <a:pt x="112379" y="12649"/>
                  </a:lnTo>
                  <a:cubicBezTo>
                    <a:pt x="127317" y="-3398"/>
                    <a:pt x="152436" y="-4297"/>
                    <a:pt x="168483" y="10641"/>
                  </a:cubicBezTo>
                  <a:cubicBezTo>
                    <a:pt x="184530" y="25580"/>
                    <a:pt x="185428" y="50698"/>
                    <a:pt x="170490" y="66745"/>
                  </a:cubicBezTo>
                  <a:cubicBezTo>
                    <a:pt x="170116" y="67146"/>
                    <a:pt x="169734" y="67540"/>
                    <a:pt x="169344" y="67926"/>
                  </a:cubicBezTo>
                  <a:lnTo>
                    <a:pt x="68167" y="172129"/>
                  </a:lnTo>
                  <a:cubicBezTo>
                    <a:pt x="60694" y="179834"/>
                    <a:pt x="50419" y="184184"/>
                    <a:pt x="39685" y="18418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3FC58B1-AE71-14ED-915F-3A925F09DF28}"/>
                </a:ext>
              </a:extLst>
            </p:cNvPr>
            <p:cNvSpPr/>
            <p:nvPr/>
          </p:nvSpPr>
          <p:spPr>
            <a:xfrm>
              <a:off x="2946913" y="3823379"/>
              <a:ext cx="172854" cy="167957"/>
            </a:xfrm>
            <a:custGeom>
              <a:avLst/>
              <a:gdLst>
                <a:gd name="connsiteX0" fmla="*/ 133155 w 172854"/>
                <a:gd name="connsiteY0" fmla="*/ 167908 h 167957"/>
                <a:gd name="connsiteX1" fmla="*/ 105863 w 172854"/>
                <a:gd name="connsiteY1" fmla="*/ 157041 h 167957"/>
                <a:gd name="connsiteX2" fmla="*/ 11584 w 172854"/>
                <a:gd name="connsiteY2" fmla="*/ 67723 h 167957"/>
                <a:gd name="connsiteX3" fmla="*/ 11670 w 172854"/>
                <a:gd name="connsiteY3" fmla="*/ 11584 h 167957"/>
                <a:gd name="connsiteX4" fmla="*/ 66167 w 172854"/>
                <a:gd name="connsiteY4" fmla="*/ 10114 h 167957"/>
                <a:gd name="connsiteX5" fmla="*/ 160446 w 172854"/>
                <a:gd name="connsiteY5" fmla="*/ 99431 h 167957"/>
                <a:gd name="connsiteX6" fmla="*/ 161987 w 172854"/>
                <a:gd name="connsiteY6" fmla="*/ 155549 h 167957"/>
                <a:gd name="connsiteX7" fmla="*/ 133155 w 172854"/>
                <a:gd name="connsiteY7" fmla="*/ 167957 h 16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54" h="167957">
                  <a:moveTo>
                    <a:pt x="133155" y="167908"/>
                  </a:moveTo>
                  <a:cubicBezTo>
                    <a:pt x="123003" y="167908"/>
                    <a:pt x="113236" y="164019"/>
                    <a:pt x="105863" y="157041"/>
                  </a:cubicBezTo>
                  <a:lnTo>
                    <a:pt x="11584" y="67723"/>
                  </a:lnTo>
                  <a:cubicBezTo>
                    <a:pt x="-3895" y="52197"/>
                    <a:pt x="-3856" y="27063"/>
                    <a:pt x="11670" y="11584"/>
                  </a:cubicBezTo>
                  <a:cubicBezTo>
                    <a:pt x="26574" y="-3274"/>
                    <a:pt x="50483" y="-3919"/>
                    <a:pt x="66167" y="10114"/>
                  </a:cubicBezTo>
                  <a:lnTo>
                    <a:pt x="160446" y="99431"/>
                  </a:lnTo>
                  <a:cubicBezTo>
                    <a:pt x="176368" y="114502"/>
                    <a:pt x="177058" y="139627"/>
                    <a:pt x="161987" y="155549"/>
                  </a:cubicBezTo>
                  <a:cubicBezTo>
                    <a:pt x="154489" y="163471"/>
                    <a:pt x="144062" y="167958"/>
                    <a:pt x="133155" y="1679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9D41F902-7DE8-0173-1895-E27B9D2AD828}"/>
                </a:ext>
              </a:extLst>
            </p:cNvPr>
            <p:cNvSpPr/>
            <p:nvPr/>
          </p:nvSpPr>
          <p:spPr>
            <a:xfrm>
              <a:off x="3394431" y="4166698"/>
              <a:ext cx="144954" cy="139829"/>
            </a:xfrm>
            <a:custGeom>
              <a:avLst/>
              <a:gdLst>
                <a:gd name="connsiteX0" fmla="*/ 105280 w 144954"/>
                <a:gd name="connsiteY0" fmla="*/ 139830 h 139829"/>
                <a:gd name="connsiteX1" fmla="*/ 78385 w 144954"/>
                <a:gd name="connsiteY1" fmla="*/ 129310 h 139829"/>
                <a:gd name="connsiteX2" fmla="*/ 11993 w 144954"/>
                <a:gd name="connsiteY2" fmla="*/ 68128 h 139829"/>
                <a:gd name="connsiteX3" fmla="*/ 11266 w 144954"/>
                <a:gd name="connsiteY3" fmla="*/ 11993 h 139829"/>
                <a:gd name="connsiteX4" fmla="*/ 65782 w 144954"/>
                <a:gd name="connsiteY4" fmla="*/ 9774 h 139829"/>
                <a:gd name="connsiteX5" fmla="*/ 132174 w 144954"/>
                <a:gd name="connsiteY5" fmla="*/ 70956 h 139829"/>
                <a:gd name="connsiteX6" fmla="*/ 134434 w 144954"/>
                <a:gd name="connsiteY6" fmla="*/ 127050 h 139829"/>
                <a:gd name="connsiteX7" fmla="*/ 105280 w 144954"/>
                <a:gd name="connsiteY7" fmla="*/ 139830 h 139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54" h="139829">
                  <a:moveTo>
                    <a:pt x="105280" y="139830"/>
                  </a:moveTo>
                  <a:cubicBezTo>
                    <a:pt x="95312" y="139824"/>
                    <a:pt x="85712" y="136069"/>
                    <a:pt x="78385" y="129310"/>
                  </a:cubicBezTo>
                  <a:lnTo>
                    <a:pt x="11993" y="68128"/>
                  </a:lnTo>
                  <a:cubicBezTo>
                    <a:pt x="-3709" y="52827"/>
                    <a:pt x="-4035" y="27695"/>
                    <a:pt x="11266" y="11993"/>
                  </a:cubicBezTo>
                  <a:cubicBezTo>
                    <a:pt x="25969" y="-3097"/>
                    <a:pt x="49900" y="-4071"/>
                    <a:pt x="65782" y="9774"/>
                  </a:cubicBezTo>
                  <a:lnTo>
                    <a:pt x="132174" y="70956"/>
                  </a:lnTo>
                  <a:cubicBezTo>
                    <a:pt x="148288" y="85822"/>
                    <a:pt x="149300" y="110936"/>
                    <a:pt x="134434" y="127050"/>
                  </a:cubicBezTo>
                  <a:cubicBezTo>
                    <a:pt x="126924" y="135190"/>
                    <a:pt x="116355" y="139823"/>
                    <a:pt x="105280" y="1398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45D5A1D3-E56D-17E7-1889-4032622D1A33}"/>
                </a:ext>
              </a:extLst>
            </p:cNvPr>
            <p:cNvSpPr/>
            <p:nvPr/>
          </p:nvSpPr>
          <p:spPr>
            <a:xfrm>
              <a:off x="2928387" y="4144472"/>
              <a:ext cx="168563" cy="171582"/>
            </a:xfrm>
            <a:custGeom>
              <a:avLst/>
              <a:gdLst>
                <a:gd name="connsiteX0" fmla="*/ 39686 w 168563"/>
                <a:gd name="connsiteY0" fmla="*/ 171583 h 171582"/>
                <a:gd name="connsiteX1" fmla="*/ 0 w 168563"/>
                <a:gd name="connsiteY1" fmla="*/ 131876 h 171582"/>
                <a:gd name="connsiteX2" fmla="*/ 11154 w 168563"/>
                <a:gd name="connsiteY2" fmla="*/ 104297 h 171582"/>
                <a:gd name="connsiteX3" fmla="*/ 100869 w 168563"/>
                <a:gd name="connsiteY3" fmla="*/ 11556 h 171582"/>
                <a:gd name="connsiteX4" fmla="*/ 157008 w 168563"/>
                <a:gd name="connsiteY4" fmla="*/ 11698 h 171582"/>
                <a:gd name="connsiteX5" fmla="*/ 157933 w 168563"/>
                <a:gd name="connsiteY5" fmla="*/ 66734 h 171582"/>
                <a:gd name="connsiteX6" fmla="*/ 68268 w 168563"/>
                <a:gd name="connsiteY6" fmla="*/ 159475 h 171582"/>
                <a:gd name="connsiteX7" fmla="*/ 39686 w 168563"/>
                <a:gd name="connsiteY7" fmla="*/ 171583 h 17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563" h="171582">
                  <a:moveTo>
                    <a:pt x="39686" y="171583"/>
                  </a:moveTo>
                  <a:cubicBezTo>
                    <a:pt x="17762" y="171577"/>
                    <a:pt x="-6" y="153800"/>
                    <a:pt x="0" y="131876"/>
                  </a:cubicBezTo>
                  <a:cubicBezTo>
                    <a:pt x="3" y="121585"/>
                    <a:pt x="4002" y="111697"/>
                    <a:pt x="11154" y="104297"/>
                  </a:cubicBezTo>
                  <a:lnTo>
                    <a:pt x="100869" y="11556"/>
                  </a:lnTo>
                  <a:cubicBezTo>
                    <a:pt x="116410" y="-3907"/>
                    <a:pt x="141545" y="-3844"/>
                    <a:pt x="157008" y="11698"/>
                  </a:cubicBezTo>
                  <a:cubicBezTo>
                    <a:pt x="172050" y="26816"/>
                    <a:pt x="172459" y="51119"/>
                    <a:pt x="157933" y="66734"/>
                  </a:cubicBezTo>
                  <a:lnTo>
                    <a:pt x="68268" y="159475"/>
                  </a:lnTo>
                  <a:cubicBezTo>
                    <a:pt x="60779" y="167223"/>
                    <a:pt x="50462" y="171593"/>
                    <a:pt x="39686" y="1715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F86C59E8-E27D-6833-9B4C-FCA974B1DA00}"/>
                </a:ext>
              </a:extLst>
            </p:cNvPr>
            <p:cNvSpPr/>
            <p:nvPr/>
          </p:nvSpPr>
          <p:spPr>
            <a:xfrm>
              <a:off x="2841889" y="3720805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5 w 195108"/>
                <a:gd name="connsiteY2" fmla="*/ 0 h 195108"/>
                <a:gd name="connsiteX3" fmla="*/ 195109 w 195108"/>
                <a:gd name="connsiteY3" fmla="*/ 97555 h 195108"/>
                <a:gd name="connsiteX4" fmla="*/ 195108 w 195108"/>
                <a:gd name="connsiteY4" fmla="*/ 97802 h 195108"/>
                <a:gd name="connsiteX5" fmla="*/ 97554 w 195108"/>
                <a:gd name="connsiteY5" fmla="*/ 195109 h 195108"/>
                <a:gd name="connsiteX6" fmla="*/ 97554 w 195108"/>
                <a:gd name="connsiteY6" fmla="*/ 79443 h 195108"/>
                <a:gd name="connsiteX7" fmla="*/ 79394 w 195108"/>
                <a:gd name="connsiteY7" fmla="*/ 97605 h 195108"/>
                <a:gd name="connsiteX8" fmla="*/ 97556 w 195108"/>
                <a:gd name="connsiteY8" fmla="*/ 115765 h 195108"/>
                <a:gd name="connsiteX9" fmla="*/ 115715 w 195108"/>
                <a:gd name="connsiteY9" fmla="*/ 97802 h 195108"/>
                <a:gd name="connsiteX10" fmla="*/ 97754 w 195108"/>
                <a:gd name="connsiteY10" fmla="*/ 79444 h 195108"/>
                <a:gd name="connsiteX11" fmla="*/ 9755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6" y="195108"/>
                    <a:pt x="0" y="151432"/>
                    <a:pt x="0" y="97554"/>
                  </a:cubicBezTo>
                  <a:cubicBezTo>
                    <a:pt x="0" y="43676"/>
                    <a:pt x="43677" y="0"/>
                    <a:pt x="97555" y="0"/>
                  </a:cubicBezTo>
                  <a:cubicBezTo>
                    <a:pt x="151433" y="0"/>
                    <a:pt x="195109" y="43677"/>
                    <a:pt x="195109" y="97555"/>
                  </a:cubicBezTo>
                  <a:cubicBezTo>
                    <a:pt x="195109" y="97637"/>
                    <a:pt x="195109" y="97720"/>
                    <a:pt x="195108" y="97802"/>
                  </a:cubicBezTo>
                  <a:cubicBezTo>
                    <a:pt x="194944" y="151572"/>
                    <a:pt x="151324" y="195081"/>
                    <a:pt x="97554" y="195109"/>
                  </a:cubicBezTo>
                  <a:close/>
                  <a:moveTo>
                    <a:pt x="97554" y="79443"/>
                  </a:moveTo>
                  <a:cubicBezTo>
                    <a:pt x="87524" y="79443"/>
                    <a:pt x="79393" y="87575"/>
                    <a:pt x="79394" y="97605"/>
                  </a:cubicBezTo>
                  <a:cubicBezTo>
                    <a:pt x="79395" y="107635"/>
                    <a:pt x="87526" y="115766"/>
                    <a:pt x="97556" y="115765"/>
                  </a:cubicBezTo>
                  <a:cubicBezTo>
                    <a:pt x="107509" y="115764"/>
                    <a:pt x="115607" y="107754"/>
                    <a:pt x="115715" y="97802"/>
                  </a:cubicBezTo>
                  <a:cubicBezTo>
                    <a:pt x="115825" y="87773"/>
                    <a:pt x="107783" y="79553"/>
                    <a:pt x="97754" y="79444"/>
                  </a:cubicBezTo>
                  <a:cubicBezTo>
                    <a:pt x="97687" y="79443"/>
                    <a:pt x="97621" y="79443"/>
                    <a:pt x="9755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8DA16082-6EE0-B301-853E-6ECECA15348F}"/>
                </a:ext>
              </a:extLst>
            </p:cNvPr>
            <p:cNvSpPr/>
            <p:nvPr/>
          </p:nvSpPr>
          <p:spPr>
            <a:xfrm>
              <a:off x="3413519" y="3653023"/>
              <a:ext cx="236988" cy="236988"/>
            </a:xfrm>
            <a:custGeom>
              <a:avLst/>
              <a:gdLst>
                <a:gd name="connsiteX0" fmla="*/ 118494 w 236988"/>
                <a:gd name="connsiteY0" fmla="*/ 236988 h 236988"/>
                <a:gd name="connsiteX1" fmla="*/ 0 w 236988"/>
                <a:gd name="connsiteY1" fmla="*/ 118494 h 236988"/>
                <a:gd name="connsiteX2" fmla="*/ 118494 w 236988"/>
                <a:gd name="connsiteY2" fmla="*/ 0 h 236988"/>
                <a:gd name="connsiteX3" fmla="*/ 236989 w 236988"/>
                <a:gd name="connsiteY3" fmla="*/ 118494 h 236988"/>
                <a:gd name="connsiteX4" fmla="*/ 118494 w 236988"/>
                <a:gd name="connsiteY4" fmla="*/ 236988 h 236988"/>
                <a:gd name="connsiteX5" fmla="*/ 118494 w 236988"/>
                <a:gd name="connsiteY5" fmla="*/ 79443 h 236988"/>
                <a:gd name="connsiteX6" fmla="*/ 79393 w 236988"/>
                <a:gd name="connsiteY6" fmla="*/ 118544 h 236988"/>
                <a:gd name="connsiteX7" fmla="*/ 118494 w 236988"/>
                <a:gd name="connsiteY7" fmla="*/ 157645 h 236988"/>
                <a:gd name="connsiteX8" fmla="*/ 157595 w 236988"/>
                <a:gd name="connsiteY8" fmla="*/ 118544 h 236988"/>
                <a:gd name="connsiteX9" fmla="*/ 157595 w 236988"/>
                <a:gd name="connsiteY9" fmla="*/ 118494 h 236988"/>
                <a:gd name="connsiteX10" fmla="*/ 118494 w 236988"/>
                <a:gd name="connsiteY10" fmla="*/ 79443 h 23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8" h="236988">
                  <a:moveTo>
                    <a:pt x="118494" y="236988"/>
                  </a:moveTo>
                  <a:cubicBezTo>
                    <a:pt x="53052" y="236988"/>
                    <a:pt x="0" y="183937"/>
                    <a:pt x="0" y="118494"/>
                  </a:cubicBezTo>
                  <a:cubicBezTo>
                    <a:pt x="0" y="53052"/>
                    <a:pt x="53052" y="0"/>
                    <a:pt x="118494" y="0"/>
                  </a:cubicBezTo>
                  <a:cubicBezTo>
                    <a:pt x="183937" y="0"/>
                    <a:pt x="236989" y="53052"/>
                    <a:pt x="236989" y="118494"/>
                  </a:cubicBezTo>
                  <a:cubicBezTo>
                    <a:pt x="236934" y="183914"/>
                    <a:pt x="183914" y="236934"/>
                    <a:pt x="118494" y="236988"/>
                  </a:cubicBezTo>
                  <a:close/>
                  <a:moveTo>
                    <a:pt x="118494" y="79443"/>
                  </a:moveTo>
                  <a:cubicBezTo>
                    <a:pt x="96899" y="79443"/>
                    <a:pt x="79393" y="96949"/>
                    <a:pt x="79393" y="118544"/>
                  </a:cubicBezTo>
                  <a:cubicBezTo>
                    <a:pt x="79393" y="140139"/>
                    <a:pt x="96899" y="157645"/>
                    <a:pt x="118494" y="157645"/>
                  </a:cubicBezTo>
                  <a:cubicBezTo>
                    <a:pt x="140089" y="157645"/>
                    <a:pt x="157595" y="140139"/>
                    <a:pt x="157595" y="118544"/>
                  </a:cubicBezTo>
                  <a:cubicBezTo>
                    <a:pt x="157595" y="118527"/>
                    <a:pt x="157595" y="118511"/>
                    <a:pt x="157595" y="118494"/>
                  </a:cubicBezTo>
                  <a:cubicBezTo>
                    <a:pt x="157568" y="96919"/>
                    <a:pt x="140070" y="79443"/>
                    <a:pt x="11849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EAF5282F-0D21-9892-ECF0-FD55C1A7B4DA}"/>
                </a:ext>
              </a:extLst>
            </p:cNvPr>
            <p:cNvSpPr/>
            <p:nvPr/>
          </p:nvSpPr>
          <p:spPr>
            <a:xfrm>
              <a:off x="2826357" y="4231302"/>
              <a:ext cx="195108" cy="195108"/>
            </a:xfrm>
            <a:custGeom>
              <a:avLst/>
              <a:gdLst>
                <a:gd name="connsiteX0" fmla="*/ 97753 w 195108"/>
                <a:gd name="connsiteY0" fmla="*/ 195108 h 195108"/>
                <a:gd name="connsiteX1" fmla="*/ 0 w 195108"/>
                <a:gd name="connsiteY1" fmla="*/ 97753 h 195108"/>
                <a:gd name="connsiteX2" fmla="*/ 97356 w 195108"/>
                <a:gd name="connsiteY2" fmla="*/ 0 h 195108"/>
                <a:gd name="connsiteX3" fmla="*/ 195109 w 195108"/>
                <a:gd name="connsiteY3" fmla="*/ 97356 h 195108"/>
                <a:gd name="connsiteX4" fmla="*/ 195109 w 195108"/>
                <a:gd name="connsiteY4" fmla="*/ 97554 h 195108"/>
                <a:gd name="connsiteX5" fmla="*/ 97753 w 195108"/>
                <a:gd name="connsiteY5" fmla="*/ 195108 h 195108"/>
                <a:gd name="connsiteX6" fmla="*/ 97753 w 195108"/>
                <a:gd name="connsiteY6" fmla="*/ 79393 h 195108"/>
                <a:gd name="connsiteX7" fmla="*/ 79394 w 195108"/>
                <a:gd name="connsiteY7" fmla="*/ 97354 h 195108"/>
                <a:gd name="connsiteX8" fmla="*/ 97356 w 195108"/>
                <a:gd name="connsiteY8" fmla="*/ 115713 h 195108"/>
                <a:gd name="connsiteX9" fmla="*/ 115714 w 195108"/>
                <a:gd name="connsiteY9" fmla="*/ 97751 h 195108"/>
                <a:gd name="connsiteX10" fmla="*/ 115716 w 195108"/>
                <a:gd name="connsiteY10" fmla="*/ 97554 h 195108"/>
                <a:gd name="connsiteX11" fmla="*/ 97753 w 195108"/>
                <a:gd name="connsiteY11" fmla="*/ 7939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753" y="195108"/>
                  </a:moveTo>
                  <a:cubicBezTo>
                    <a:pt x="43875" y="195218"/>
                    <a:pt x="110" y="151630"/>
                    <a:pt x="0" y="97753"/>
                  </a:cubicBezTo>
                  <a:cubicBezTo>
                    <a:pt x="-109" y="43875"/>
                    <a:pt x="43478" y="110"/>
                    <a:pt x="97356" y="0"/>
                  </a:cubicBezTo>
                  <a:cubicBezTo>
                    <a:pt x="151234" y="-109"/>
                    <a:pt x="194999" y="43478"/>
                    <a:pt x="195109" y="97356"/>
                  </a:cubicBezTo>
                  <a:cubicBezTo>
                    <a:pt x="195109" y="97422"/>
                    <a:pt x="195109" y="97488"/>
                    <a:pt x="195109" y="97554"/>
                  </a:cubicBezTo>
                  <a:cubicBezTo>
                    <a:pt x="195054" y="151332"/>
                    <a:pt x="151530" y="194944"/>
                    <a:pt x="97753" y="195108"/>
                  </a:cubicBezTo>
                  <a:close/>
                  <a:moveTo>
                    <a:pt x="97753" y="79393"/>
                  </a:moveTo>
                  <a:cubicBezTo>
                    <a:pt x="87723" y="79283"/>
                    <a:pt x="79504" y="87325"/>
                    <a:pt x="79394" y="97354"/>
                  </a:cubicBezTo>
                  <a:cubicBezTo>
                    <a:pt x="79285" y="107384"/>
                    <a:pt x="87326" y="115603"/>
                    <a:pt x="97356" y="115713"/>
                  </a:cubicBezTo>
                  <a:cubicBezTo>
                    <a:pt x="107385" y="115823"/>
                    <a:pt x="115605" y="107781"/>
                    <a:pt x="115714" y="97751"/>
                  </a:cubicBezTo>
                  <a:cubicBezTo>
                    <a:pt x="115715" y="97686"/>
                    <a:pt x="115716" y="97620"/>
                    <a:pt x="115716" y="97554"/>
                  </a:cubicBezTo>
                  <a:cubicBezTo>
                    <a:pt x="115689" y="87612"/>
                    <a:pt x="107694" y="79528"/>
                    <a:pt x="9775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63927B73-4D62-7849-E7DF-0E17F4036952}"/>
                </a:ext>
              </a:extLst>
            </p:cNvPr>
            <p:cNvSpPr/>
            <p:nvPr/>
          </p:nvSpPr>
          <p:spPr>
            <a:xfrm>
              <a:off x="3449296" y="4218947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4 w 195108"/>
                <a:gd name="connsiteY2" fmla="*/ 0 h 195108"/>
                <a:gd name="connsiteX3" fmla="*/ 195109 w 195108"/>
                <a:gd name="connsiteY3" fmla="*/ 97554 h 195108"/>
                <a:gd name="connsiteX4" fmla="*/ 97554 w 195108"/>
                <a:gd name="connsiteY4" fmla="*/ 195109 h 195108"/>
                <a:gd name="connsiteX5" fmla="*/ 97554 w 195108"/>
                <a:gd name="connsiteY5" fmla="*/ 79393 h 195108"/>
                <a:gd name="connsiteX6" fmla="*/ 79393 w 195108"/>
                <a:gd name="connsiteY6" fmla="*/ 97554 h 195108"/>
                <a:gd name="connsiteX7" fmla="*/ 97554 w 195108"/>
                <a:gd name="connsiteY7" fmla="*/ 115715 h 195108"/>
                <a:gd name="connsiteX8" fmla="*/ 115716 w 195108"/>
                <a:gd name="connsiteY8" fmla="*/ 97554 h 195108"/>
                <a:gd name="connsiteX9" fmla="*/ 97554 w 195108"/>
                <a:gd name="connsiteY9" fmla="*/ 79344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7" y="195109"/>
                    <a:pt x="0" y="151432"/>
                    <a:pt x="0" y="97554"/>
                  </a:cubicBezTo>
                  <a:cubicBezTo>
                    <a:pt x="0" y="43677"/>
                    <a:pt x="43677" y="0"/>
                    <a:pt x="97554" y="0"/>
                  </a:cubicBezTo>
                  <a:cubicBezTo>
                    <a:pt x="151432" y="0"/>
                    <a:pt x="195109" y="43677"/>
                    <a:pt x="195109" y="97554"/>
                  </a:cubicBezTo>
                  <a:cubicBezTo>
                    <a:pt x="195054" y="151409"/>
                    <a:pt x="151410" y="195054"/>
                    <a:pt x="97554" y="195109"/>
                  </a:cubicBezTo>
                  <a:close/>
                  <a:moveTo>
                    <a:pt x="97554" y="79393"/>
                  </a:moveTo>
                  <a:cubicBezTo>
                    <a:pt x="87524" y="79393"/>
                    <a:pt x="79393" y="87524"/>
                    <a:pt x="79393" y="97554"/>
                  </a:cubicBezTo>
                  <a:cubicBezTo>
                    <a:pt x="79393" y="107584"/>
                    <a:pt x="87524" y="115715"/>
                    <a:pt x="97554" y="115715"/>
                  </a:cubicBezTo>
                  <a:cubicBezTo>
                    <a:pt x="107585" y="115715"/>
                    <a:pt x="115716" y="107584"/>
                    <a:pt x="115716" y="97554"/>
                  </a:cubicBezTo>
                  <a:cubicBezTo>
                    <a:pt x="115716" y="87516"/>
                    <a:pt x="107593" y="79371"/>
                    <a:pt x="97554" y="7934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7" name="Picture Placeholder 11">
              <a:extLst>
                <a:ext uri="{FF2B5EF4-FFF2-40B4-BE49-F238E27FC236}">
                  <a16:creationId xmlns:a16="http://schemas.microsoft.com/office/drawing/2014/main" id="{58E2D43E-2D01-74B4-8BA1-28476B129AE8}"/>
                </a:ext>
              </a:extLst>
            </p:cNvPr>
            <p:cNvGrpSpPr/>
            <p:nvPr/>
          </p:nvGrpSpPr>
          <p:grpSpPr>
            <a:xfrm>
              <a:off x="3000079" y="3845452"/>
              <a:ext cx="485588" cy="645068"/>
              <a:chOff x="3000079" y="3845452"/>
              <a:chExt cx="485588" cy="645068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BB9D545-B73F-17EA-E333-9157CEE4BBB0}"/>
                  </a:ext>
                </a:extLst>
              </p:cNvPr>
              <p:cNvSpPr/>
              <p:nvPr/>
            </p:nvSpPr>
            <p:spPr>
              <a:xfrm>
                <a:off x="3000079" y="3845452"/>
                <a:ext cx="485588" cy="472289"/>
              </a:xfrm>
              <a:custGeom>
                <a:avLst/>
                <a:gdLst>
                  <a:gd name="connsiteX0" fmla="*/ 336131 w 485588"/>
                  <a:gd name="connsiteY0" fmla="*/ 472290 h 472289"/>
                  <a:gd name="connsiteX1" fmla="*/ 296438 w 485588"/>
                  <a:gd name="connsiteY1" fmla="*/ 432590 h 472289"/>
                  <a:gd name="connsiteX2" fmla="*/ 322188 w 485588"/>
                  <a:gd name="connsiteY2" fmla="*/ 395427 h 472289"/>
                  <a:gd name="connsiteX3" fmla="*/ 406195 w 485588"/>
                  <a:gd name="connsiteY3" fmla="*/ 237385 h 472289"/>
                  <a:gd name="connsiteX4" fmla="*/ 242794 w 485588"/>
                  <a:gd name="connsiteY4" fmla="*/ 79393 h 472289"/>
                  <a:gd name="connsiteX5" fmla="*/ 79393 w 485588"/>
                  <a:gd name="connsiteY5" fmla="*/ 237385 h 472289"/>
                  <a:gd name="connsiteX6" fmla="*/ 166378 w 485588"/>
                  <a:gd name="connsiteY6" fmla="*/ 394633 h 472289"/>
                  <a:gd name="connsiteX7" fmla="*/ 188775 w 485588"/>
                  <a:gd name="connsiteY7" fmla="*/ 446112 h 472289"/>
                  <a:gd name="connsiteX8" fmla="*/ 137449 w 485588"/>
                  <a:gd name="connsiteY8" fmla="*/ 468568 h 472289"/>
                  <a:gd name="connsiteX9" fmla="*/ 0 w 485588"/>
                  <a:gd name="connsiteY9" fmla="*/ 237385 h 472289"/>
                  <a:gd name="connsiteX10" fmla="*/ 242794 w 485588"/>
                  <a:gd name="connsiteY10" fmla="*/ 0 h 472289"/>
                  <a:gd name="connsiteX11" fmla="*/ 485589 w 485588"/>
                  <a:gd name="connsiteY11" fmla="*/ 237385 h 472289"/>
                  <a:gd name="connsiteX12" fmla="*/ 350074 w 485588"/>
                  <a:gd name="connsiteY12" fmla="*/ 469759 h 472289"/>
                  <a:gd name="connsiteX13" fmla="*/ 336131 w 485588"/>
                  <a:gd name="connsiteY13" fmla="*/ 472290 h 47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5588" h="472289">
                    <a:moveTo>
                      <a:pt x="336131" y="472290"/>
                    </a:moveTo>
                    <a:cubicBezTo>
                      <a:pt x="314207" y="472288"/>
                      <a:pt x="296436" y="454514"/>
                      <a:pt x="296438" y="432590"/>
                    </a:cubicBezTo>
                    <a:cubicBezTo>
                      <a:pt x="296439" y="416047"/>
                      <a:pt x="306699" y="401239"/>
                      <a:pt x="322188" y="395427"/>
                    </a:cubicBezTo>
                    <a:cubicBezTo>
                      <a:pt x="377912" y="374487"/>
                      <a:pt x="406195" y="321344"/>
                      <a:pt x="406195" y="237385"/>
                    </a:cubicBezTo>
                    <a:cubicBezTo>
                      <a:pt x="406195" y="145835"/>
                      <a:pt x="337471" y="79393"/>
                      <a:pt x="242794" y="79393"/>
                    </a:cubicBezTo>
                    <a:cubicBezTo>
                      <a:pt x="148118" y="79393"/>
                      <a:pt x="79393" y="145835"/>
                      <a:pt x="79393" y="237385"/>
                    </a:cubicBezTo>
                    <a:cubicBezTo>
                      <a:pt x="79393" y="293606"/>
                      <a:pt x="94279" y="366399"/>
                      <a:pt x="166378" y="394633"/>
                    </a:cubicBezTo>
                    <a:cubicBezTo>
                      <a:pt x="186778" y="402664"/>
                      <a:pt x="196806" y="425712"/>
                      <a:pt x="188775" y="446112"/>
                    </a:cubicBezTo>
                    <a:cubicBezTo>
                      <a:pt x="180767" y="466452"/>
                      <a:pt x="157823" y="476491"/>
                      <a:pt x="137449" y="468568"/>
                    </a:cubicBezTo>
                    <a:cubicBezTo>
                      <a:pt x="48827" y="433834"/>
                      <a:pt x="0" y="351811"/>
                      <a:pt x="0" y="237385"/>
                    </a:cubicBezTo>
                    <a:cubicBezTo>
                      <a:pt x="0" y="102020"/>
                      <a:pt x="104204" y="0"/>
                      <a:pt x="242794" y="0"/>
                    </a:cubicBezTo>
                    <a:cubicBezTo>
                      <a:pt x="381385" y="0"/>
                      <a:pt x="485589" y="102169"/>
                      <a:pt x="485589" y="237385"/>
                    </a:cubicBezTo>
                    <a:cubicBezTo>
                      <a:pt x="485589" y="387438"/>
                      <a:pt x="411902" y="446586"/>
                      <a:pt x="350074" y="469759"/>
                    </a:cubicBezTo>
                    <a:cubicBezTo>
                      <a:pt x="345616" y="471432"/>
                      <a:pt x="340893" y="472289"/>
                      <a:pt x="336131" y="47229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ACA9E7C0-7FFC-E895-8C60-FE0246AA98C0}"/>
                  </a:ext>
                </a:extLst>
              </p:cNvPr>
              <p:cNvSpPr/>
              <p:nvPr/>
            </p:nvSpPr>
            <p:spPr>
              <a:xfrm>
                <a:off x="3129887" y="4316402"/>
                <a:ext cx="226320" cy="79393"/>
              </a:xfrm>
              <a:custGeom>
                <a:avLst/>
                <a:gdLst>
                  <a:gd name="connsiteX0" fmla="*/ 186624 w 226320"/>
                  <a:gd name="connsiteY0" fmla="*/ 79393 h 79393"/>
                  <a:gd name="connsiteX1" fmla="*/ 39697 w 226320"/>
                  <a:gd name="connsiteY1" fmla="*/ 79393 h 79393"/>
                  <a:gd name="connsiteX2" fmla="*/ 0 w 226320"/>
                  <a:gd name="connsiteY2" fmla="*/ 39697 h 79393"/>
                  <a:gd name="connsiteX3" fmla="*/ 39697 w 226320"/>
                  <a:gd name="connsiteY3" fmla="*/ 0 h 79393"/>
                  <a:gd name="connsiteX4" fmla="*/ 186624 w 226320"/>
                  <a:gd name="connsiteY4" fmla="*/ 0 h 79393"/>
                  <a:gd name="connsiteX5" fmla="*/ 226320 w 226320"/>
                  <a:gd name="connsiteY5" fmla="*/ 39697 h 79393"/>
                  <a:gd name="connsiteX6" fmla="*/ 186624 w 22632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320" h="79393">
                    <a:moveTo>
                      <a:pt x="18662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86624" y="0"/>
                    </a:lnTo>
                    <a:cubicBezTo>
                      <a:pt x="208547" y="0"/>
                      <a:pt x="226320" y="17773"/>
                      <a:pt x="226320" y="39697"/>
                    </a:cubicBezTo>
                    <a:cubicBezTo>
                      <a:pt x="226320" y="61620"/>
                      <a:pt x="208547" y="79393"/>
                      <a:pt x="186624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ECF6BEF-53BC-E222-CD59-6AAB64B6E841}"/>
                  </a:ext>
                </a:extLst>
              </p:cNvPr>
              <p:cNvSpPr/>
              <p:nvPr/>
            </p:nvSpPr>
            <p:spPr>
              <a:xfrm>
                <a:off x="3129887" y="4411128"/>
                <a:ext cx="222549" cy="79393"/>
              </a:xfrm>
              <a:custGeom>
                <a:avLst/>
                <a:gdLst>
                  <a:gd name="connsiteX0" fmla="*/ 182852 w 222549"/>
                  <a:gd name="connsiteY0" fmla="*/ 79393 h 79393"/>
                  <a:gd name="connsiteX1" fmla="*/ 39697 w 222549"/>
                  <a:gd name="connsiteY1" fmla="*/ 79393 h 79393"/>
                  <a:gd name="connsiteX2" fmla="*/ 0 w 222549"/>
                  <a:gd name="connsiteY2" fmla="*/ 39697 h 79393"/>
                  <a:gd name="connsiteX3" fmla="*/ 39697 w 222549"/>
                  <a:gd name="connsiteY3" fmla="*/ 0 h 79393"/>
                  <a:gd name="connsiteX4" fmla="*/ 182852 w 222549"/>
                  <a:gd name="connsiteY4" fmla="*/ 0 h 79393"/>
                  <a:gd name="connsiteX5" fmla="*/ 222549 w 222549"/>
                  <a:gd name="connsiteY5" fmla="*/ 39697 h 79393"/>
                  <a:gd name="connsiteX6" fmla="*/ 182852 w 22254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49" h="79393">
                    <a:moveTo>
                      <a:pt x="1828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82852" y="0"/>
                    </a:lnTo>
                    <a:cubicBezTo>
                      <a:pt x="204776" y="0"/>
                      <a:pt x="222549" y="17773"/>
                      <a:pt x="222549" y="39697"/>
                    </a:cubicBezTo>
                    <a:cubicBezTo>
                      <a:pt x="222549" y="61620"/>
                      <a:pt x="204776" y="79393"/>
                      <a:pt x="182852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8D18C9CD-FD38-DE5D-48A1-62D8B589A8A6}"/>
                  </a:ext>
                </a:extLst>
              </p:cNvPr>
              <p:cNvSpPr/>
              <p:nvPr/>
            </p:nvSpPr>
            <p:spPr>
              <a:xfrm>
                <a:off x="3113810" y="4239390"/>
                <a:ext cx="258474" cy="251130"/>
              </a:xfrm>
              <a:custGeom>
                <a:avLst/>
                <a:gdLst>
                  <a:gd name="connsiteX0" fmla="*/ 218778 w 258474"/>
                  <a:gd name="connsiteY0" fmla="*/ 251130 h 251130"/>
                  <a:gd name="connsiteX1" fmla="*/ 39697 w 258474"/>
                  <a:gd name="connsiteY1" fmla="*/ 251130 h 251130"/>
                  <a:gd name="connsiteX2" fmla="*/ 0 w 258474"/>
                  <a:gd name="connsiteY2" fmla="*/ 211434 h 251130"/>
                  <a:gd name="connsiteX3" fmla="*/ 0 w 258474"/>
                  <a:gd name="connsiteY3" fmla="*/ 39697 h 251130"/>
                  <a:gd name="connsiteX4" fmla="*/ 39697 w 258474"/>
                  <a:gd name="connsiteY4" fmla="*/ 0 h 251130"/>
                  <a:gd name="connsiteX5" fmla="*/ 79393 w 258474"/>
                  <a:gd name="connsiteY5" fmla="*/ 39697 h 251130"/>
                  <a:gd name="connsiteX6" fmla="*/ 79393 w 258474"/>
                  <a:gd name="connsiteY6" fmla="*/ 171737 h 251130"/>
                  <a:gd name="connsiteX7" fmla="*/ 179081 w 258474"/>
                  <a:gd name="connsiteY7" fmla="*/ 171737 h 251130"/>
                  <a:gd name="connsiteX8" fmla="*/ 179081 w 258474"/>
                  <a:gd name="connsiteY8" fmla="*/ 42277 h 251130"/>
                  <a:gd name="connsiteX9" fmla="*/ 218778 w 258474"/>
                  <a:gd name="connsiteY9" fmla="*/ 2580 h 251130"/>
                  <a:gd name="connsiteX10" fmla="*/ 258474 w 258474"/>
                  <a:gd name="connsiteY10" fmla="*/ 42277 h 251130"/>
                  <a:gd name="connsiteX11" fmla="*/ 258474 w 258474"/>
                  <a:gd name="connsiteY11" fmla="*/ 211434 h 251130"/>
                  <a:gd name="connsiteX12" fmla="*/ 218778 w 258474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474" h="251130">
                    <a:moveTo>
                      <a:pt x="218778" y="251130"/>
                    </a:moveTo>
                    <a:lnTo>
                      <a:pt x="39697" y="251130"/>
                    </a:lnTo>
                    <a:cubicBezTo>
                      <a:pt x="17773" y="251130"/>
                      <a:pt x="0" y="233358"/>
                      <a:pt x="0" y="21143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71737"/>
                    </a:lnTo>
                    <a:lnTo>
                      <a:pt x="179081" y="171737"/>
                    </a:lnTo>
                    <a:lnTo>
                      <a:pt x="179081" y="42277"/>
                    </a:lnTo>
                    <a:cubicBezTo>
                      <a:pt x="179081" y="20353"/>
                      <a:pt x="196854" y="2580"/>
                      <a:pt x="218778" y="2580"/>
                    </a:cubicBezTo>
                    <a:cubicBezTo>
                      <a:pt x="240702" y="2580"/>
                      <a:pt x="258474" y="20353"/>
                      <a:pt x="258474" y="42277"/>
                    </a:cubicBezTo>
                    <a:lnTo>
                      <a:pt x="258474" y="211434"/>
                    </a:lnTo>
                    <a:cubicBezTo>
                      <a:pt x="258474" y="233358"/>
                      <a:pt x="240702" y="251130"/>
                      <a:pt x="218778" y="25113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2A8F6F2B-1A0E-A334-4C21-E0EAA0635502}"/>
              </a:ext>
            </a:extLst>
          </p:cNvPr>
          <p:cNvGrpSpPr/>
          <p:nvPr/>
        </p:nvGrpSpPr>
        <p:grpSpPr>
          <a:xfrm>
            <a:off x="4153442" y="3645183"/>
            <a:ext cx="735080" cy="833379"/>
            <a:chOff x="4153442" y="3645183"/>
            <a:chExt cx="735080" cy="833379"/>
          </a:xfrm>
        </p:grpSpPr>
        <p:grpSp>
          <p:nvGrpSpPr>
            <p:cNvPr id="183" name="Picture Placeholder 30">
              <a:extLst>
                <a:ext uri="{FF2B5EF4-FFF2-40B4-BE49-F238E27FC236}">
                  <a16:creationId xmlns:a16="http://schemas.microsoft.com/office/drawing/2014/main" id="{061AB447-95E1-BE98-4A1A-25EE42EFAB69}"/>
                </a:ext>
              </a:extLst>
            </p:cNvPr>
            <p:cNvGrpSpPr/>
            <p:nvPr/>
          </p:nvGrpSpPr>
          <p:grpSpPr>
            <a:xfrm>
              <a:off x="4153442" y="3645183"/>
              <a:ext cx="466563" cy="832734"/>
              <a:chOff x="4153442" y="3645183"/>
              <a:chExt cx="466563" cy="832734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D957F699-C7DE-A11D-F2F1-55AA86915A3B}"/>
                  </a:ext>
                </a:extLst>
              </p:cNvPr>
              <p:cNvSpPr/>
              <p:nvPr/>
            </p:nvSpPr>
            <p:spPr>
              <a:xfrm>
                <a:off x="4153442" y="4018628"/>
                <a:ext cx="153824" cy="79393"/>
              </a:xfrm>
              <a:custGeom>
                <a:avLst/>
                <a:gdLst>
                  <a:gd name="connsiteX0" fmla="*/ 114128 w 153824"/>
                  <a:gd name="connsiteY0" fmla="*/ 79393 h 79393"/>
                  <a:gd name="connsiteX1" fmla="*/ 39697 w 153824"/>
                  <a:gd name="connsiteY1" fmla="*/ 79393 h 79393"/>
                  <a:gd name="connsiteX2" fmla="*/ 0 w 153824"/>
                  <a:gd name="connsiteY2" fmla="*/ 39697 h 79393"/>
                  <a:gd name="connsiteX3" fmla="*/ 39697 w 153824"/>
                  <a:gd name="connsiteY3" fmla="*/ 0 h 79393"/>
                  <a:gd name="connsiteX4" fmla="*/ 114128 w 153824"/>
                  <a:gd name="connsiteY4" fmla="*/ 0 h 79393"/>
                  <a:gd name="connsiteX5" fmla="*/ 153824 w 153824"/>
                  <a:gd name="connsiteY5" fmla="*/ 39697 h 79393"/>
                  <a:gd name="connsiteX6" fmla="*/ 114128 w 15382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824" h="79393">
                    <a:moveTo>
                      <a:pt x="114128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14128" y="0"/>
                    </a:lnTo>
                    <a:cubicBezTo>
                      <a:pt x="136052" y="0"/>
                      <a:pt x="153824" y="17773"/>
                      <a:pt x="153824" y="39697"/>
                    </a:cubicBezTo>
                    <a:cubicBezTo>
                      <a:pt x="153824" y="61620"/>
                      <a:pt x="136052" y="79393"/>
                      <a:pt x="114128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85" name="Picture Placeholder 30">
                <a:extLst>
                  <a:ext uri="{FF2B5EF4-FFF2-40B4-BE49-F238E27FC236}">
                    <a16:creationId xmlns:a16="http://schemas.microsoft.com/office/drawing/2014/main" id="{D9D805FB-8291-161C-7536-553F80D6A30F}"/>
                  </a:ext>
                </a:extLst>
              </p:cNvPr>
              <p:cNvGrpSpPr/>
              <p:nvPr/>
            </p:nvGrpSpPr>
            <p:grpSpPr>
              <a:xfrm>
                <a:off x="4325626" y="3832848"/>
                <a:ext cx="294379" cy="645068"/>
                <a:chOff x="4325626" y="3832848"/>
                <a:chExt cx="294379" cy="645068"/>
              </a:xfrm>
            </p:grpSpPr>
            <p:sp>
              <p:nvSpPr>
                <p:cNvPr id="186" name="Freeform 185">
                  <a:extLst>
                    <a:ext uri="{FF2B5EF4-FFF2-40B4-BE49-F238E27FC236}">
                      <a16:creationId xmlns:a16="http://schemas.microsoft.com/office/drawing/2014/main" id="{EA6881C5-C33F-AE02-CB21-EB9AD64370FA}"/>
                    </a:ext>
                  </a:extLst>
                </p:cNvPr>
                <p:cNvSpPr/>
                <p:nvPr/>
              </p:nvSpPr>
              <p:spPr>
                <a:xfrm>
                  <a:off x="4325626" y="3832848"/>
                  <a:ext cx="294379" cy="471446"/>
                </a:xfrm>
                <a:custGeom>
                  <a:avLst/>
                  <a:gdLst>
                    <a:gd name="connsiteX0" fmla="*/ 151839 w 294379"/>
                    <a:gd name="connsiteY0" fmla="*/ 471297 h 471446"/>
                    <a:gd name="connsiteX1" fmla="*/ 137400 w 294379"/>
                    <a:gd name="connsiteY1" fmla="*/ 468568 h 471446"/>
                    <a:gd name="connsiteX2" fmla="*/ 0 w 294379"/>
                    <a:gd name="connsiteY2" fmla="*/ 237385 h 471446"/>
                    <a:gd name="connsiteX3" fmla="*/ 242794 w 294379"/>
                    <a:gd name="connsiteY3" fmla="*/ 0 h 471446"/>
                    <a:gd name="connsiteX4" fmla="*/ 257085 w 294379"/>
                    <a:gd name="connsiteY4" fmla="*/ 397 h 471446"/>
                    <a:gd name="connsiteX5" fmla="*/ 294301 w 294379"/>
                    <a:gd name="connsiteY5" fmla="*/ 42575 h 471446"/>
                    <a:gd name="connsiteX6" fmla="*/ 252123 w 294379"/>
                    <a:gd name="connsiteY6" fmla="*/ 79790 h 471446"/>
                    <a:gd name="connsiteX7" fmla="*/ 242844 w 294379"/>
                    <a:gd name="connsiteY7" fmla="*/ 79542 h 471446"/>
                    <a:gd name="connsiteX8" fmla="*/ 79443 w 294379"/>
                    <a:gd name="connsiteY8" fmla="*/ 237534 h 471446"/>
                    <a:gd name="connsiteX9" fmla="*/ 166378 w 294379"/>
                    <a:gd name="connsiteY9" fmla="*/ 394782 h 471446"/>
                    <a:gd name="connsiteX10" fmla="*/ 188881 w 294379"/>
                    <a:gd name="connsiteY10" fmla="*/ 446214 h 471446"/>
                    <a:gd name="connsiteX11" fmla="*/ 151939 w 294379"/>
                    <a:gd name="connsiteY11" fmla="*/ 471446 h 47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4379" h="471446">
                      <a:moveTo>
                        <a:pt x="151839" y="471297"/>
                      </a:moveTo>
                      <a:cubicBezTo>
                        <a:pt x="146900" y="471280"/>
                        <a:pt x="142005" y="470355"/>
                        <a:pt x="137400" y="468568"/>
                      </a:cubicBezTo>
                      <a:cubicBezTo>
                        <a:pt x="48777" y="433834"/>
                        <a:pt x="0" y="351811"/>
                        <a:pt x="0" y="237385"/>
                      </a:cubicBezTo>
                      <a:cubicBezTo>
                        <a:pt x="0" y="102070"/>
                        <a:pt x="104204" y="0"/>
                        <a:pt x="242794" y="0"/>
                      </a:cubicBezTo>
                      <a:cubicBezTo>
                        <a:pt x="247756" y="0"/>
                        <a:pt x="252718" y="0"/>
                        <a:pt x="257085" y="397"/>
                      </a:cubicBezTo>
                      <a:cubicBezTo>
                        <a:pt x="279009" y="1767"/>
                        <a:pt x="295671" y="20651"/>
                        <a:pt x="294301" y="42575"/>
                      </a:cubicBezTo>
                      <a:cubicBezTo>
                        <a:pt x="292930" y="64498"/>
                        <a:pt x="274047" y="81160"/>
                        <a:pt x="252123" y="79790"/>
                      </a:cubicBezTo>
                      <a:cubicBezTo>
                        <a:pt x="249295" y="79790"/>
                        <a:pt x="246268" y="79542"/>
                        <a:pt x="242844" y="79542"/>
                      </a:cubicBezTo>
                      <a:cubicBezTo>
                        <a:pt x="148168" y="79542"/>
                        <a:pt x="79443" y="145984"/>
                        <a:pt x="79443" y="237534"/>
                      </a:cubicBezTo>
                      <a:cubicBezTo>
                        <a:pt x="79443" y="293754"/>
                        <a:pt x="94329" y="366548"/>
                        <a:pt x="166378" y="394782"/>
                      </a:cubicBezTo>
                      <a:cubicBezTo>
                        <a:pt x="186795" y="402771"/>
                        <a:pt x="196870" y="425798"/>
                        <a:pt x="188881" y="446214"/>
                      </a:cubicBezTo>
                      <a:cubicBezTo>
                        <a:pt x="182930" y="461424"/>
                        <a:pt x="168271" y="471436"/>
                        <a:pt x="151939" y="471446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" name="Freeform 186">
                  <a:extLst>
                    <a:ext uri="{FF2B5EF4-FFF2-40B4-BE49-F238E27FC236}">
                      <a16:creationId xmlns:a16="http://schemas.microsoft.com/office/drawing/2014/main" id="{3BA24822-6D2D-C367-6798-B629074AA5D1}"/>
                    </a:ext>
                  </a:extLst>
                </p:cNvPr>
                <p:cNvSpPr/>
                <p:nvPr/>
              </p:nvSpPr>
              <p:spPr>
                <a:xfrm>
                  <a:off x="4455384" y="4303798"/>
                  <a:ext cx="164492" cy="79393"/>
                </a:xfrm>
                <a:custGeom>
                  <a:avLst/>
                  <a:gdLst>
                    <a:gd name="connsiteX0" fmla="*/ 124796 w 164492"/>
                    <a:gd name="connsiteY0" fmla="*/ 79393 h 79393"/>
                    <a:gd name="connsiteX1" fmla="*/ 39697 w 164492"/>
                    <a:gd name="connsiteY1" fmla="*/ 79393 h 79393"/>
                    <a:gd name="connsiteX2" fmla="*/ 0 w 164492"/>
                    <a:gd name="connsiteY2" fmla="*/ 39697 h 79393"/>
                    <a:gd name="connsiteX3" fmla="*/ 39697 w 164492"/>
                    <a:gd name="connsiteY3" fmla="*/ 0 h 79393"/>
                    <a:gd name="connsiteX4" fmla="*/ 124796 w 164492"/>
                    <a:gd name="connsiteY4" fmla="*/ 0 h 79393"/>
                    <a:gd name="connsiteX5" fmla="*/ 164493 w 164492"/>
                    <a:gd name="connsiteY5" fmla="*/ 39697 h 79393"/>
                    <a:gd name="connsiteX6" fmla="*/ 124796 w 164492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492" h="79393">
                      <a:moveTo>
                        <a:pt x="124796" y="79393"/>
                      </a:moveTo>
                      <a:lnTo>
                        <a:pt x="39697" y="79393"/>
                      </a:lnTo>
                      <a:cubicBezTo>
                        <a:pt x="17773" y="79393"/>
                        <a:pt x="0" y="61620"/>
                        <a:pt x="0" y="39697"/>
                      </a:cubicBezTo>
                      <a:cubicBezTo>
                        <a:pt x="0" y="17773"/>
                        <a:pt x="17773" y="0"/>
                        <a:pt x="39697" y="0"/>
                      </a:cubicBezTo>
                      <a:lnTo>
                        <a:pt x="124796" y="0"/>
                      </a:lnTo>
                      <a:cubicBezTo>
                        <a:pt x="146720" y="0"/>
                        <a:pt x="164493" y="17773"/>
                        <a:pt x="164493" y="39697"/>
                      </a:cubicBezTo>
                      <a:cubicBezTo>
                        <a:pt x="164493" y="61620"/>
                        <a:pt x="146720" y="79393"/>
                        <a:pt x="124796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CEE0D9B2-BE71-1DE7-642F-A2BEF3D4270D}"/>
                    </a:ext>
                  </a:extLst>
                </p:cNvPr>
                <p:cNvSpPr/>
                <p:nvPr/>
              </p:nvSpPr>
              <p:spPr>
                <a:xfrm>
                  <a:off x="4455384" y="4398524"/>
                  <a:ext cx="164492" cy="79393"/>
                </a:xfrm>
                <a:custGeom>
                  <a:avLst/>
                  <a:gdLst>
                    <a:gd name="connsiteX0" fmla="*/ 124796 w 164492"/>
                    <a:gd name="connsiteY0" fmla="*/ 79393 h 79393"/>
                    <a:gd name="connsiteX1" fmla="*/ 39697 w 164492"/>
                    <a:gd name="connsiteY1" fmla="*/ 79393 h 79393"/>
                    <a:gd name="connsiteX2" fmla="*/ 0 w 164492"/>
                    <a:gd name="connsiteY2" fmla="*/ 39697 h 79393"/>
                    <a:gd name="connsiteX3" fmla="*/ 39697 w 164492"/>
                    <a:gd name="connsiteY3" fmla="*/ 0 h 79393"/>
                    <a:gd name="connsiteX4" fmla="*/ 124796 w 164492"/>
                    <a:gd name="connsiteY4" fmla="*/ 0 h 79393"/>
                    <a:gd name="connsiteX5" fmla="*/ 164493 w 164492"/>
                    <a:gd name="connsiteY5" fmla="*/ 39697 h 79393"/>
                    <a:gd name="connsiteX6" fmla="*/ 124796 w 164492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492" h="79393">
                      <a:moveTo>
                        <a:pt x="124796" y="79393"/>
                      </a:moveTo>
                      <a:lnTo>
                        <a:pt x="39697" y="79393"/>
                      </a:lnTo>
                      <a:cubicBezTo>
                        <a:pt x="17773" y="79393"/>
                        <a:pt x="0" y="61620"/>
                        <a:pt x="0" y="39697"/>
                      </a:cubicBezTo>
                      <a:cubicBezTo>
                        <a:pt x="0" y="17773"/>
                        <a:pt x="17773" y="0"/>
                        <a:pt x="39697" y="0"/>
                      </a:cubicBezTo>
                      <a:lnTo>
                        <a:pt x="124796" y="0"/>
                      </a:lnTo>
                      <a:cubicBezTo>
                        <a:pt x="146720" y="0"/>
                        <a:pt x="164493" y="17773"/>
                        <a:pt x="164493" y="39697"/>
                      </a:cubicBezTo>
                      <a:cubicBezTo>
                        <a:pt x="164493" y="61620"/>
                        <a:pt x="146720" y="79393"/>
                        <a:pt x="124796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478F5260-6DA3-8EFE-9D48-456741194863}"/>
                    </a:ext>
                  </a:extLst>
                </p:cNvPr>
                <p:cNvSpPr/>
                <p:nvPr/>
              </p:nvSpPr>
              <p:spPr>
                <a:xfrm>
                  <a:off x="4439307" y="4226787"/>
                  <a:ext cx="180569" cy="251130"/>
                </a:xfrm>
                <a:custGeom>
                  <a:avLst/>
                  <a:gdLst>
                    <a:gd name="connsiteX0" fmla="*/ 140873 w 180569"/>
                    <a:gd name="connsiteY0" fmla="*/ 251130 h 251130"/>
                    <a:gd name="connsiteX1" fmla="*/ 39697 w 180569"/>
                    <a:gd name="connsiteY1" fmla="*/ 251130 h 251130"/>
                    <a:gd name="connsiteX2" fmla="*/ 0 w 180569"/>
                    <a:gd name="connsiteY2" fmla="*/ 211434 h 251130"/>
                    <a:gd name="connsiteX3" fmla="*/ 0 w 180569"/>
                    <a:gd name="connsiteY3" fmla="*/ 39697 h 251130"/>
                    <a:gd name="connsiteX4" fmla="*/ 39697 w 180569"/>
                    <a:gd name="connsiteY4" fmla="*/ 0 h 251130"/>
                    <a:gd name="connsiteX5" fmla="*/ 79393 w 180569"/>
                    <a:gd name="connsiteY5" fmla="*/ 39697 h 251130"/>
                    <a:gd name="connsiteX6" fmla="*/ 79393 w 180569"/>
                    <a:gd name="connsiteY6" fmla="*/ 171737 h 251130"/>
                    <a:gd name="connsiteX7" fmla="*/ 140873 w 180569"/>
                    <a:gd name="connsiteY7" fmla="*/ 171737 h 251130"/>
                    <a:gd name="connsiteX8" fmla="*/ 180570 w 180569"/>
                    <a:gd name="connsiteY8" fmla="*/ 211434 h 251130"/>
                    <a:gd name="connsiteX9" fmla="*/ 140873 w 180569"/>
                    <a:gd name="connsiteY9" fmla="*/ 251130 h 251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0569" h="251130">
                      <a:moveTo>
                        <a:pt x="140873" y="251130"/>
                      </a:moveTo>
                      <a:lnTo>
                        <a:pt x="39697" y="251130"/>
                      </a:lnTo>
                      <a:cubicBezTo>
                        <a:pt x="17773" y="251130"/>
                        <a:pt x="0" y="233357"/>
                        <a:pt x="0" y="211434"/>
                      </a:cubicBezTo>
                      <a:lnTo>
                        <a:pt x="0" y="39697"/>
                      </a:lnTo>
                      <a:cubicBezTo>
                        <a:pt x="0" y="17773"/>
                        <a:pt x="17773" y="0"/>
                        <a:pt x="39697" y="0"/>
                      </a:cubicBezTo>
                      <a:cubicBezTo>
                        <a:pt x="61620" y="0"/>
                        <a:pt x="79393" y="17773"/>
                        <a:pt x="79393" y="39697"/>
                      </a:cubicBezTo>
                      <a:lnTo>
                        <a:pt x="79393" y="171737"/>
                      </a:lnTo>
                      <a:lnTo>
                        <a:pt x="140873" y="171737"/>
                      </a:lnTo>
                      <a:cubicBezTo>
                        <a:pt x="162797" y="171737"/>
                        <a:pt x="180570" y="189510"/>
                        <a:pt x="180570" y="211434"/>
                      </a:cubicBezTo>
                      <a:cubicBezTo>
                        <a:pt x="180570" y="233357"/>
                        <a:pt x="162797" y="251130"/>
                        <a:pt x="140873" y="251130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633AC238-3E0E-FA0A-56DC-7935967A6AE8}"/>
                  </a:ext>
                </a:extLst>
              </p:cNvPr>
              <p:cNvSpPr/>
              <p:nvPr/>
            </p:nvSpPr>
            <p:spPr>
              <a:xfrm>
                <a:off x="4248759" y="3740375"/>
                <a:ext cx="142696" cy="142738"/>
              </a:xfrm>
              <a:custGeom>
                <a:avLst/>
                <a:gdLst>
                  <a:gd name="connsiteX0" fmla="*/ 102868 w 142696"/>
                  <a:gd name="connsiteY0" fmla="*/ 142738 h 142738"/>
                  <a:gd name="connsiteX1" fmla="*/ 74783 w 142696"/>
                  <a:gd name="connsiteY1" fmla="*/ 131127 h 142738"/>
                  <a:gd name="connsiteX2" fmla="*/ 11616 w 142696"/>
                  <a:gd name="connsiteY2" fmla="*/ 67762 h 142738"/>
                  <a:gd name="connsiteX3" fmla="*/ 11641 w 142696"/>
                  <a:gd name="connsiteY3" fmla="*/ 11616 h 142738"/>
                  <a:gd name="connsiteX4" fmla="*/ 67786 w 142696"/>
                  <a:gd name="connsiteY4" fmla="*/ 11641 h 142738"/>
                  <a:gd name="connsiteX5" fmla="*/ 130904 w 142696"/>
                  <a:gd name="connsiteY5" fmla="*/ 74808 h 142738"/>
                  <a:gd name="connsiteX6" fmla="*/ 131234 w 142696"/>
                  <a:gd name="connsiteY6" fmla="*/ 130946 h 142738"/>
                  <a:gd name="connsiteX7" fmla="*/ 102868 w 142696"/>
                  <a:gd name="connsiteY7" fmla="*/ 142738 h 142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696" h="142738">
                    <a:moveTo>
                      <a:pt x="102868" y="142738"/>
                    </a:moveTo>
                    <a:cubicBezTo>
                      <a:pt x="92337" y="142747"/>
                      <a:pt x="82234" y="138570"/>
                      <a:pt x="74783" y="131127"/>
                    </a:cubicBezTo>
                    <a:lnTo>
                      <a:pt x="11616" y="67762"/>
                    </a:lnTo>
                    <a:cubicBezTo>
                      <a:pt x="-3882" y="52251"/>
                      <a:pt x="-3871" y="27113"/>
                      <a:pt x="11641" y="11616"/>
                    </a:cubicBezTo>
                    <a:cubicBezTo>
                      <a:pt x="27152" y="-3882"/>
                      <a:pt x="52289" y="-3870"/>
                      <a:pt x="67786" y="11641"/>
                    </a:cubicBezTo>
                    <a:lnTo>
                      <a:pt x="130904" y="74808"/>
                    </a:lnTo>
                    <a:cubicBezTo>
                      <a:pt x="146498" y="90219"/>
                      <a:pt x="146645" y="115353"/>
                      <a:pt x="131234" y="130946"/>
                    </a:cubicBezTo>
                    <a:cubicBezTo>
                      <a:pt x="123745" y="138524"/>
                      <a:pt x="113523" y="142774"/>
                      <a:pt x="102868" y="14273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4231D715-3D8B-5D98-EA39-C4F382D620C5}"/>
                  </a:ext>
                </a:extLst>
              </p:cNvPr>
              <p:cNvSpPr/>
              <p:nvPr/>
            </p:nvSpPr>
            <p:spPr>
              <a:xfrm>
                <a:off x="4529468" y="3645183"/>
                <a:ext cx="79393" cy="168710"/>
              </a:xfrm>
              <a:custGeom>
                <a:avLst/>
                <a:gdLst>
                  <a:gd name="connsiteX0" fmla="*/ 39697 w 79393"/>
                  <a:gd name="connsiteY0" fmla="*/ 168710 h 168710"/>
                  <a:gd name="connsiteX1" fmla="*/ 0 w 79393"/>
                  <a:gd name="connsiteY1" fmla="*/ 129014 h 168710"/>
                  <a:gd name="connsiteX2" fmla="*/ 0 w 79393"/>
                  <a:gd name="connsiteY2" fmla="*/ 39697 h 168710"/>
                  <a:gd name="connsiteX3" fmla="*/ 39697 w 79393"/>
                  <a:gd name="connsiteY3" fmla="*/ 0 h 168710"/>
                  <a:gd name="connsiteX4" fmla="*/ 79393 w 79393"/>
                  <a:gd name="connsiteY4" fmla="*/ 39697 h 168710"/>
                  <a:gd name="connsiteX5" fmla="*/ 79393 w 79393"/>
                  <a:gd name="connsiteY5" fmla="*/ 129014 h 168710"/>
                  <a:gd name="connsiteX6" fmla="*/ 39697 w 79393"/>
                  <a:gd name="connsiteY6" fmla="*/ 168710 h 16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68710">
                    <a:moveTo>
                      <a:pt x="39697" y="168710"/>
                    </a:moveTo>
                    <a:cubicBezTo>
                      <a:pt x="17773" y="168710"/>
                      <a:pt x="0" y="150938"/>
                      <a:pt x="0" y="1290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29014"/>
                    </a:lnTo>
                    <a:cubicBezTo>
                      <a:pt x="79393" y="150938"/>
                      <a:pt x="61620" y="168710"/>
                      <a:pt x="39697" y="16871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E957E7EF-EDED-66A8-2F78-55AF5A2730DD}"/>
                </a:ext>
              </a:extLst>
            </p:cNvPr>
            <p:cNvSpPr/>
            <p:nvPr/>
          </p:nvSpPr>
          <p:spPr>
            <a:xfrm>
              <a:off x="4675155" y="4399132"/>
              <a:ext cx="79343" cy="79430"/>
            </a:xfrm>
            <a:custGeom>
              <a:avLst/>
              <a:gdLst>
                <a:gd name="connsiteX0" fmla="*/ 39647 w 79343"/>
                <a:gd name="connsiteY0" fmla="*/ 79430 h 79430"/>
                <a:gd name="connsiteX1" fmla="*/ 31906 w 79343"/>
                <a:gd name="connsiteY1" fmla="*/ 78636 h 79430"/>
                <a:gd name="connsiteX2" fmla="*/ 24512 w 79343"/>
                <a:gd name="connsiteY2" fmla="*/ 76354 h 79430"/>
                <a:gd name="connsiteX3" fmla="*/ 17665 w 79343"/>
                <a:gd name="connsiteY3" fmla="*/ 72731 h 79430"/>
                <a:gd name="connsiteX4" fmla="*/ 6649 w 79343"/>
                <a:gd name="connsiteY4" fmla="*/ 61765 h 79430"/>
                <a:gd name="connsiteX5" fmla="*/ 3027 w 79343"/>
                <a:gd name="connsiteY5" fmla="*/ 54918 h 79430"/>
                <a:gd name="connsiteX6" fmla="*/ 744 w 79343"/>
                <a:gd name="connsiteY6" fmla="*/ 47474 h 79430"/>
                <a:gd name="connsiteX7" fmla="*/ 744 w 79343"/>
                <a:gd name="connsiteY7" fmla="*/ 31993 h 79430"/>
                <a:gd name="connsiteX8" fmla="*/ 3027 w 79343"/>
                <a:gd name="connsiteY8" fmla="*/ 24550 h 79430"/>
                <a:gd name="connsiteX9" fmla="*/ 6649 w 79343"/>
                <a:gd name="connsiteY9" fmla="*/ 17702 h 79430"/>
                <a:gd name="connsiteX10" fmla="*/ 11611 w 79343"/>
                <a:gd name="connsiteY10" fmla="*/ 11648 h 79430"/>
                <a:gd name="connsiteX11" fmla="*/ 17665 w 79343"/>
                <a:gd name="connsiteY11" fmla="*/ 6686 h 79430"/>
                <a:gd name="connsiteX12" fmla="*/ 24512 w 79343"/>
                <a:gd name="connsiteY12" fmla="*/ 3014 h 79430"/>
                <a:gd name="connsiteX13" fmla="*/ 31906 w 79343"/>
                <a:gd name="connsiteY13" fmla="*/ 732 h 79430"/>
                <a:gd name="connsiteX14" fmla="*/ 67732 w 79343"/>
                <a:gd name="connsiteY14" fmla="*/ 11599 h 79430"/>
                <a:gd name="connsiteX15" fmla="*/ 72694 w 79343"/>
                <a:gd name="connsiteY15" fmla="*/ 17652 h 79430"/>
                <a:gd name="connsiteX16" fmla="*/ 78599 w 79343"/>
                <a:gd name="connsiteY16" fmla="*/ 31943 h 79430"/>
                <a:gd name="connsiteX17" fmla="*/ 78599 w 79343"/>
                <a:gd name="connsiteY17" fmla="*/ 47425 h 79430"/>
                <a:gd name="connsiteX18" fmla="*/ 72694 w 79343"/>
                <a:gd name="connsiteY18" fmla="*/ 61716 h 79430"/>
                <a:gd name="connsiteX19" fmla="*/ 67732 w 79343"/>
                <a:gd name="connsiteY19" fmla="*/ 67720 h 79430"/>
                <a:gd name="connsiteX20" fmla="*/ 61728 w 79343"/>
                <a:gd name="connsiteY20" fmla="*/ 72682 h 79430"/>
                <a:gd name="connsiteX21" fmla="*/ 54831 w 79343"/>
                <a:gd name="connsiteY21" fmla="*/ 76304 h 79430"/>
                <a:gd name="connsiteX22" fmla="*/ 47437 w 79343"/>
                <a:gd name="connsiteY22" fmla="*/ 78587 h 79430"/>
                <a:gd name="connsiteX23" fmla="*/ 39647 w 79343"/>
                <a:gd name="connsiteY23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43" h="79430">
                  <a:moveTo>
                    <a:pt x="39647" y="79430"/>
                  </a:moveTo>
                  <a:cubicBezTo>
                    <a:pt x="37046" y="79436"/>
                    <a:pt x="34451" y="79170"/>
                    <a:pt x="31906" y="78636"/>
                  </a:cubicBezTo>
                  <a:cubicBezTo>
                    <a:pt x="29371" y="78125"/>
                    <a:pt x="26894" y="77360"/>
                    <a:pt x="24512" y="76354"/>
                  </a:cubicBezTo>
                  <a:cubicBezTo>
                    <a:pt x="22111" y="75385"/>
                    <a:pt x="19816" y="74172"/>
                    <a:pt x="17665" y="72731"/>
                  </a:cubicBezTo>
                  <a:cubicBezTo>
                    <a:pt x="13317" y="69824"/>
                    <a:pt x="9576" y="66099"/>
                    <a:pt x="6649" y="61765"/>
                  </a:cubicBezTo>
                  <a:cubicBezTo>
                    <a:pt x="5238" y="59597"/>
                    <a:pt x="4025" y="57305"/>
                    <a:pt x="3027" y="54918"/>
                  </a:cubicBezTo>
                  <a:cubicBezTo>
                    <a:pt x="2020" y="52519"/>
                    <a:pt x="1255" y="50025"/>
                    <a:pt x="744" y="47474"/>
                  </a:cubicBezTo>
                  <a:cubicBezTo>
                    <a:pt x="-248" y="42362"/>
                    <a:pt x="-248" y="37106"/>
                    <a:pt x="744" y="31993"/>
                  </a:cubicBezTo>
                  <a:cubicBezTo>
                    <a:pt x="1248" y="29440"/>
                    <a:pt x="2013" y="26946"/>
                    <a:pt x="3027" y="24550"/>
                  </a:cubicBezTo>
                  <a:cubicBezTo>
                    <a:pt x="4025" y="22163"/>
                    <a:pt x="5238" y="19871"/>
                    <a:pt x="6649" y="17702"/>
                  </a:cubicBezTo>
                  <a:cubicBezTo>
                    <a:pt x="8110" y="15534"/>
                    <a:pt x="9772" y="13507"/>
                    <a:pt x="11611" y="11648"/>
                  </a:cubicBezTo>
                  <a:cubicBezTo>
                    <a:pt x="13455" y="9793"/>
                    <a:pt x="15484" y="8131"/>
                    <a:pt x="17665" y="6686"/>
                  </a:cubicBezTo>
                  <a:cubicBezTo>
                    <a:pt x="19815" y="5230"/>
                    <a:pt x="22110" y="4000"/>
                    <a:pt x="24512" y="3014"/>
                  </a:cubicBezTo>
                  <a:cubicBezTo>
                    <a:pt x="26902" y="2030"/>
                    <a:pt x="29377" y="1266"/>
                    <a:pt x="31906" y="732"/>
                  </a:cubicBezTo>
                  <a:cubicBezTo>
                    <a:pt x="44910" y="-1786"/>
                    <a:pt x="58318" y="2281"/>
                    <a:pt x="67732" y="11599"/>
                  </a:cubicBezTo>
                  <a:cubicBezTo>
                    <a:pt x="69586" y="13444"/>
                    <a:pt x="71248" y="15473"/>
                    <a:pt x="72694" y="17652"/>
                  </a:cubicBezTo>
                  <a:cubicBezTo>
                    <a:pt x="75548" y="22000"/>
                    <a:pt x="77552" y="26849"/>
                    <a:pt x="78599" y="31943"/>
                  </a:cubicBezTo>
                  <a:cubicBezTo>
                    <a:pt x="79591" y="37056"/>
                    <a:pt x="79591" y="42312"/>
                    <a:pt x="78599" y="47425"/>
                  </a:cubicBezTo>
                  <a:cubicBezTo>
                    <a:pt x="77552" y="52519"/>
                    <a:pt x="75548" y="57368"/>
                    <a:pt x="72694" y="61716"/>
                  </a:cubicBezTo>
                  <a:cubicBezTo>
                    <a:pt x="71260" y="63889"/>
                    <a:pt x="69597" y="65902"/>
                    <a:pt x="67732" y="67720"/>
                  </a:cubicBezTo>
                  <a:cubicBezTo>
                    <a:pt x="65893" y="69561"/>
                    <a:pt x="63883" y="71223"/>
                    <a:pt x="61728" y="72682"/>
                  </a:cubicBezTo>
                  <a:cubicBezTo>
                    <a:pt x="59553" y="74112"/>
                    <a:pt x="57243" y="75326"/>
                    <a:pt x="54831" y="76304"/>
                  </a:cubicBezTo>
                  <a:cubicBezTo>
                    <a:pt x="52449" y="77311"/>
                    <a:pt x="49972" y="78075"/>
                    <a:pt x="47437" y="78587"/>
                  </a:cubicBezTo>
                  <a:cubicBezTo>
                    <a:pt x="44877" y="79140"/>
                    <a:pt x="42266" y="79422"/>
                    <a:pt x="39647" y="7943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64B1D836-C552-9760-5F8B-9035AA89377B}"/>
                </a:ext>
              </a:extLst>
            </p:cNvPr>
            <p:cNvSpPr/>
            <p:nvPr/>
          </p:nvSpPr>
          <p:spPr>
            <a:xfrm>
              <a:off x="4675105" y="3833158"/>
              <a:ext cx="79393" cy="79430"/>
            </a:xfrm>
            <a:custGeom>
              <a:avLst/>
              <a:gdLst>
                <a:gd name="connsiteX0" fmla="*/ 39746 w 79393"/>
                <a:gd name="connsiteY0" fmla="*/ 79431 h 79430"/>
                <a:gd name="connsiteX1" fmla="*/ 31956 w 79393"/>
                <a:gd name="connsiteY1" fmla="*/ 78637 h 79430"/>
                <a:gd name="connsiteX2" fmla="*/ 24562 w 79393"/>
                <a:gd name="connsiteY2" fmla="*/ 76404 h 79430"/>
                <a:gd name="connsiteX3" fmla="*/ 17665 w 79393"/>
                <a:gd name="connsiteY3" fmla="*/ 72732 h 79430"/>
                <a:gd name="connsiteX4" fmla="*/ 11661 w 79393"/>
                <a:gd name="connsiteY4" fmla="*/ 67770 h 79430"/>
                <a:gd name="connsiteX5" fmla="*/ 6699 w 79393"/>
                <a:gd name="connsiteY5" fmla="*/ 61716 h 79430"/>
                <a:gd name="connsiteX6" fmla="*/ 3076 w 79393"/>
                <a:gd name="connsiteY6" fmla="*/ 54869 h 79430"/>
                <a:gd name="connsiteX7" fmla="*/ 794 w 79393"/>
                <a:gd name="connsiteY7" fmla="*/ 47475 h 79430"/>
                <a:gd name="connsiteX8" fmla="*/ 0 w 79393"/>
                <a:gd name="connsiteY8" fmla="*/ 39685 h 79430"/>
                <a:gd name="connsiteX9" fmla="*/ 794 w 79393"/>
                <a:gd name="connsiteY9" fmla="*/ 31944 h 79430"/>
                <a:gd name="connsiteX10" fmla="*/ 3076 w 79393"/>
                <a:gd name="connsiteY10" fmla="*/ 24501 h 79430"/>
                <a:gd name="connsiteX11" fmla="*/ 6699 w 79393"/>
                <a:gd name="connsiteY11" fmla="*/ 17653 h 79430"/>
                <a:gd name="connsiteX12" fmla="*/ 11661 w 79393"/>
                <a:gd name="connsiteY12" fmla="*/ 11649 h 79430"/>
                <a:gd name="connsiteX13" fmla="*/ 17665 w 79393"/>
                <a:gd name="connsiteY13" fmla="*/ 6687 h 79430"/>
                <a:gd name="connsiteX14" fmla="*/ 24562 w 79393"/>
                <a:gd name="connsiteY14" fmla="*/ 3015 h 79430"/>
                <a:gd name="connsiteX15" fmla="*/ 31956 w 79393"/>
                <a:gd name="connsiteY15" fmla="*/ 782 h 79430"/>
                <a:gd name="connsiteX16" fmla="*/ 47487 w 79393"/>
                <a:gd name="connsiteY16" fmla="*/ 782 h 79430"/>
                <a:gd name="connsiteX17" fmla="*/ 54881 w 79393"/>
                <a:gd name="connsiteY17" fmla="*/ 3015 h 79430"/>
                <a:gd name="connsiteX18" fmla="*/ 61778 w 79393"/>
                <a:gd name="connsiteY18" fmla="*/ 6687 h 79430"/>
                <a:gd name="connsiteX19" fmla="*/ 67782 w 79393"/>
                <a:gd name="connsiteY19" fmla="*/ 11649 h 79430"/>
                <a:gd name="connsiteX20" fmla="*/ 72744 w 79393"/>
                <a:gd name="connsiteY20" fmla="*/ 17653 h 79430"/>
                <a:gd name="connsiteX21" fmla="*/ 76366 w 79393"/>
                <a:gd name="connsiteY21" fmla="*/ 24501 h 79430"/>
                <a:gd name="connsiteX22" fmla="*/ 78649 w 79393"/>
                <a:gd name="connsiteY22" fmla="*/ 31944 h 79430"/>
                <a:gd name="connsiteX23" fmla="*/ 79393 w 79393"/>
                <a:gd name="connsiteY23" fmla="*/ 39685 h 79430"/>
                <a:gd name="connsiteX24" fmla="*/ 78649 w 79393"/>
                <a:gd name="connsiteY24" fmla="*/ 47475 h 79430"/>
                <a:gd name="connsiteX25" fmla="*/ 76366 w 79393"/>
                <a:gd name="connsiteY25" fmla="*/ 54869 h 79430"/>
                <a:gd name="connsiteX26" fmla="*/ 72744 w 79393"/>
                <a:gd name="connsiteY26" fmla="*/ 61716 h 79430"/>
                <a:gd name="connsiteX27" fmla="*/ 67782 w 79393"/>
                <a:gd name="connsiteY27" fmla="*/ 67770 h 79430"/>
                <a:gd name="connsiteX28" fmla="*/ 61778 w 79393"/>
                <a:gd name="connsiteY28" fmla="*/ 72732 h 79430"/>
                <a:gd name="connsiteX29" fmla="*/ 54881 w 79393"/>
                <a:gd name="connsiteY29" fmla="*/ 76404 h 79430"/>
                <a:gd name="connsiteX30" fmla="*/ 47487 w 79393"/>
                <a:gd name="connsiteY30" fmla="*/ 78637 h 79430"/>
                <a:gd name="connsiteX31" fmla="*/ 39746 w 79393"/>
                <a:gd name="connsiteY31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9393" h="79430">
                  <a:moveTo>
                    <a:pt x="39746" y="79431"/>
                  </a:moveTo>
                  <a:cubicBezTo>
                    <a:pt x="37129" y="79439"/>
                    <a:pt x="34518" y="79173"/>
                    <a:pt x="31956" y="78637"/>
                  </a:cubicBezTo>
                  <a:cubicBezTo>
                    <a:pt x="29423" y="78143"/>
                    <a:pt x="26946" y="77394"/>
                    <a:pt x="24562" y="76404"/>
                  </a:cubicBezTo>
                  <a:cubicBezTo>
                    <a:pt x="22148" y="75410"/>
                    <a:pt x="19838" y="74180"/>
                    <a:pt x="17665" y="72732"/>
                  </a:cubicBezTo>
                  <a:cubicBezTo>
                    <a:pt x="15509" y="71274"/>
                    <a:pt x="13498" y="69613"/>
                    <a:pt x="11661" y="67770"/>
                  </a:cubicBezTo>
                  <a:cubicBezTo>
                    <a:pt x="9822" y="65911"/>
                    <a:pt x="8160" y="63885"/>
                    <a:pt x="6699" y="61716"/>
                  </a:cubicBezTo>
                  <a:cubicBezTo>
                    <a:pt x="5277" y="59553"/>
                    <a:pt x="4065" y="57261"/>
                    <a:pt x="3076" y="54869"/>
                  </a:cubicBezTo>
                  <a:cubicBezTo>
                    <a:pt x="2070" y="52487"/>
                    <a:pt x="1305" y="50010"/>
                    <a:pt x="794" y="47475"/>
                  </a:cubicBezTo>
                  <a:cubicBezTo>
                    <a:pt x="284" y="44909"/>
                    <a:pt x="18" y="42301"/>
                    <a:pt x="0" y="39685"/>
                  </a:cubicBezTo>
                  <a:cubicBezTo>
                    <a:pt x="16" y="37085"/>
                    <a:pt x="282" y="34493"/>
                    <a:pt x="794" y="31944"/>
                  </a:cubicBezTo>
                  <a:cubicBezTo>
                    <a:pt x="1305" y="29393"/>
                    <a:pt x="2070" y="26900"/>
                    <a:pt x="3076" y="24501"/>
                  </a:cubicBezTo>
                  <a:cubicBezTo>
                    <a:pt x="4086" y="22119"/>
                    <a:pt x="5297" y="19828"/>
                    <a:pt x="6699" y="17653"/>
                  </a:cubicBezTo>
                  <a:cubicBezTo>
                    <a:pt x="8148" y="15491"/>
                    <a:pt x="9810" y="13479"/>
                    <a:pt x="11661" y="11649"/>
                  </a:cubicBezTo>
                  <a:cubicBezTo>
                    <a:pt x="13500" y="9808"/>
                    <a:pt x="15510" y="8146"/>
                    <a:pt x="17665" y="6687"/>
                  </a:cubicBezTo>
                  <a:cubicBezTo>
                    <a:pt x="19838" y="5239"/>
                    <a:pt x="22148" y="4009"/>
                    <a:pt x="24562" y="3015"/>
                  </a:cubicBezTo>
                  <a:cubicBezTo>
                    <a:pt x="26946" y="2024"/>
                    <a:pt x="29423" y="1276"/>
                    <a:pt x="31956" y="782"/>
                  </a:cubicBezTo>
                  <a:cubicBezTo>
                    <a:pt x="37080" y="-261"/>
                    <a:pt x="42362" y="-261"/>
                    <a:pt x="47487" y="782"/>
                  </a:cubicBezTo>
                  <a:cubicBezTo>
                    <a:pt x="50020" y="1276"/>
                    <a:pt x="52497" y="2024"/>
                    <a:pt x="54881" y="3015"/>
                  </a:cubicBezTo>
                  <a:cubicBezTo>
                    <a:pt x="57295" y="4009"/>
                    <a:pt x="59605" y="5239"/>
                    <a:pt x="61778" y="6687"/>
                  </a:cubicBezTo>
                  <a:cubicBezTo>
                    <a:pt x="63933" y="8146"/>
                    <a:pt x="65943" y="9808"/>
                    <a:pt x="67782" y="11649"/>
                  </a:cubicBezTo>
                  <a:cubicBezTo>
                    <a:pt x="69647" y="13466"/>
                    <a:pt x="71310" y="15479"/>
                    <a:pt x="72744" y="17653"/>
                  </a:cubicBezTo>
                  <a:cubicBezTo>
                    <a:pt x="74164" y="19816"/>
                    <a:pt x="75377" y="22109"/>
                    <a:pt x="76366" y="24501"/>
                  </a:cubicBezTo>
                  <a:cubicBezTo>
                    <a:pt x="77373" y="26900"/>
                    <a:pt x="78138" y="29393"/>
                    <a:pt x="78649" y="31944"/>
                  </a:cubicBezTo>
                  <a:cubicBezTo>
                    <a:pt x="79144" y="34494"/>
                    <a:pt x="79394" y="37086"/>
                    <a:pt x="79393" y="39685"/>
                  </a:cubicBezTo>
                  <a:cubicBezTo>
                    <a:pt x="79391" y="42299"/>
                    <a:pt x="79142" y="44907"/>
                    <a:pt x="78649" y="47475"/>
                  </a:cubicBezTo>
                  <a:cubicBezTo>
                    <a:pt x="78115" y="50004"/>
                    <a:pt x="77351" y="52479"/>
                    <a:pt x="76366" y="54869"/>
                  </a:cubicBezTo>
                  <a:cubicBezTo>
                    <a:pt x="75378" y="57261"/>
                    <a:pt x="74165" y="59553"/>
                    <a:pt x="72744" y="61716"/>
                  </a:cubicBezTo>
                  <a:cubicBezTo>
                    <a:pt x="71283" y="63885"/>
                    <a:pt x="69621" y="65911"/>
                    <a:pt x="67782" y="67770"/>
                  </a:cubicBezTo>
                  <a:cubicBezTo>
                    <a:pt x="65944" y="69613"/>
                    <a:pt x="63934" y="71274"/>
                    <a:pt x="61778" y="72732"/>
                  </a:cubicBezTo>
                  <a:cubicBezTo>
                    <a:pt x="59605" y="74180"/>
                    <a:pt x="57295" y="75410"/>
                    <a:pt x="54881" y="76404"/>
                  </a:cubicBezTo>
                  <a:cubicBezTo>
                    <a:pt x="52497" y="77394"/>
                    <a:pt x="50020" y="78143"/>
                    <a:pt x="47487" y="78637"/>
                  </a:cubicBezTo>
                  <a:cubicBezTo>
                    <a:pt x="44942" y="79171"/>
                    <a:pt x="42347" y="79437"/>
                    <a:pt x="39746" y="794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9DDDE4A5-FCF4-3A4B-5216-31ED15232B03}"/>
                </a:ext>
              </a:extLst>
            </p:cNvPr>
            <p:cNvSpPr/>
            <p:nvPr/>
          </p:nvSpPr>
          <p:spPr>
            <a:xfrm>
              <a:off x="4809080" y="3927439"/>
              <a:ext cx="79442" cy="79428"/>
            </a:xfrm>
            <a:custGeom>
              <a:avLst/>
              <a:gdLst>
                <a:gd name="connsiteX0" fmla="*/ 39746 w 79442"/>
                <a:gd name="connsiteY0" fmla="*/ 79429 h 79428"/>
                <a:gd name="connsiteX1" fmla="*/ 31956 w 79442"/>
                <a:gd name="connsiteY1" fmla="*/ 78684 h 79428"/>
                <a:gd name="connsiteX2" fmla="*/ 24562 w 79442"/>
                <a:gd name="connsiteY2" fmla="*/ 76402 h 79428"/>
                <a:gd name="connsiteX3" fmla="*/ 17665 w 79442"/>
                <a:gd name="connsiteY3" fmla="*/ 72779 h 79428"/>
                <a:gd name="connsiteX4" fmla="*/ 11661 w 79442"/>
                <a:gd name="connsiteY4" fmla="*/ 67817 h 79428"/>
                <a:gd name="connsiteX5" fmla="*/ 6699 w 79442"/>
                <a:gd name="connsiteY5" fmla="*/ 61764 h 79428"/>
                <a:gd name="connsiteX6" fmla="*/ 3077 w 79442"/>
                <a:gd name="connsiteY6" fmla="*/ 54916 h 79428"/>
                <a:gd name="connsiteX7" fmla="*/ 794 w 79442"/>
                <a:gd name="connsiteY7" fmla="*/ 47523 h 79428"/>
                <a:gd name="connsiteX8" fmla="*/ 0 w 79442"/>
                <a:gd name="connsiteY8" fmla="*/ 39732 h 79428"/>
                <a:gd name="connsiteX9" fmla="*/ 794 w 79442"/>
                <a:gd name="connsiteY9" fmla="*/ 31991 h 79428"/>
                <a:gd name="connsiteX10" fmla="*/ 3077 w 79442"/>
                <a:gd name="connsiteY10" fmla="*/ 24548 h 79428"/>
                <a:gd name="connsiteX11" fmla="*/ 6699 w 79442"/>
                <a:gd name="connsiteY11" fmla="*/ 17701 h 79428"/>
                <a:gd name="connsiteX12" fmla="*/ 11661 w 79442"/>
                <a:gd name="connsiteY12" fmla="*/ 11647 h 79428"/>
                <a:gd name="connsiteX13" fmla="*/ 17665 w 79442"/>
                <a:gd name="connsiteY13" fmla="*/ 6685 h 79428"/>
                <a:gd name="connsiteX14" fmla="*/ 24562 w 79442"/>
                <a:gd name="connsiteY14" fmla="*/ 3062 h 79428"/>
                <a:gd name="connsiteX15" fmla="*/ 47487 w 79442"/>
                <a:gd name="connsiteY15" fmla="*/ 780 h 79428"/>
                <a:gd name="connsiteX16" fmla="*/ 54930 w 79442"/>
                <a:gd name="connsiteY16" fmla="*/ 3062 h 79428"/>
                <a:gd name="connsiteX17" fmla="*/ 61778 w 79442"/>
                <a:gd name="connsiteY17" fmla="*/ 6685 h 79428"/>
                <a:gd name="connsiteX18" fmla="*/ 67782 w 79442"/>
                <a:gd name="connsiteY18" fmla="*/ 11647 h 79428"/>
                <a:gd name="connsiteX19" fmla="*/ 72744 w 79442"/>
                <a:gd name="connsiteY19" fmla="*/ 17701 h 79428"/>
                <a:gd name="connsiteX20" fmla="*/ 76366 w 79442"/>
                <a:gd name="connsiteY20" fmla="*/ 24548 h 79428"/>
                <a:gd name="connsiteX21" fmla="*/ 78649 w 79442"/>
                <a:gd name="connsiteY21" fmla="*/ 31991 h 79428"/>
                <a:gd name="connsiteX22" fmla="*/ 79443 w 79442"/>
                <a:gd name="connsiteY22" fmla="*/ 39732 h 79428"/>
                <a:gd name="connsiteX23" fmla="*/ 78649 w 79442"/>
                <a:gd name="connsiteY23" fmla="*/ 47523 h 79428"/>
                <a:gd name="connsiteX24" fmla="*/ 76366 w 79442"/>
                <a:gd name="connsiteY24" fmla="*/ 54916 h 79428"/>
                <a:gd name="connsiteX25" fmla="*/ 72744 w 79442"/>
                <a:gd name="connsiteY25" fmla="*/ 61764 h 79428"/>
                <a:gd name="connsiteX26" fmla="*/ 67782 w 79442"/>
                <a:gd name="connsiteY26" fmla="*/ 67817 h 79428"/>
                <a:gd name="connsiteX27" fmla="*/ 39746 w 79442"/>
                <a:gd name="connsiteY27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42" h="79428">
                  <a:moveTo>
                    <a:pt x="39746" y="79429"/>
                  </a:moveTo>
                  <a:cubicBezTo>
                    <a:pt x="37132" y="79429"/>
                    <a:pt x="34523" y="79180"/>
                    <a:pt x="31956" y="78684"/>
                  </a:cubicBezTo>
                  <a:cubicBezTo>
                    <a:pt x="29427" y="78150"/>
                    <a:pt x="26952" y="77386"/>
                    <a:pt x="24562" y="76402"/>
                  </a:cubicBezTo>
                  <a:cubicBezTo>
                    <a:pt x="22159" y="75404"/>
                    <a:pt x="19851" y="74191"/>
                    <a:pt x="17665" y="72779"/>
                  </a:cubicBezTo>
                  <a:cubicBezTo>
                    <a:pt x="15522" y="71305"/>
                    <a:pt x="13513" y="69644"/>
                    <a:pt x="11661" y="67817"/>
                  </a:cubicBezTo>
                  <a:cubicBezTo>
                    <a:pt x="9821" y="65959"/>
                    <a:pt x="8160" y="63932"/>
                    <a:pt x="6699" y="61764"/>
                  </a:cubicBezTo>
                  <a:cubicBezTo>
                    <a:pt x="5277" y="59601"/>
                    <a:pt x="4065" y="57308"/>
                    <a:pt x="3077" y="54916"/>
                  </a:cubicBezTo>
                  <a:cubicBezTo>
                    <a:pt x="2070" y="52534"/>
                    <a:pt x="1305" y="50057"/>
                    <a:pt x="794" y="47523"/>
                  </a:cubicBezTo>
                  <a:cubicBezTo>
                    <a:pt x="284" y="44957"/>
                    <a:pt x="18" y="42348"/>
                    <a:pt x="0" y="39732"/>
                  </a:cubicBezTo>
                  <a:cubicBezTo>
                    <a:pt x="19" y="37133"/>
                    <a:pt x="284" y="34541"/>
                    <a:pt x="794" y="31991"/>
                  </a:cubicBezTo>
                  <a:cubicBezTo>
                    <a:pt x="1312" y="29442"/>
                    <a:pt x="2077" y="26950"/>
                    <a:pt x="3077" y="24548"/>
                  </a:cubicBezTo>
                  <a:cubicBezTo>
                    <a:pt x="4086" y="22166"/>
                    <a:pt x="5297" y="19875"/>
                    <a:pt x="6699" y="17701"/>
                  </a:cubicBezTo>
                  <a:cubicBezTo>
                    <a:pt x="8160" y="15532"/>
                    <a:pt x="9821" y="13505"/>
                    <a:pt x="11661" y="11647"/>
                  </a:cubicBezTo>
                  <a:cubicBezTo>
                    <a:pt x="13512" y="9818"/>
                    <a:pt x="15521" y="8158"/>
                    <a:pt x="17665" y="6685"/>
                  </a:cubicBezTo>
                  <a:cubicBezTo>
                    <a:pt x="19840" y="5254"/>
                    <a:pt x="22150" y="4041"/>
                    <a:pt x="24562" y="3062"/>
                  </a:cubicBezTo>
                  <a:cubicBezTo>
                    <a:pt x="31801" y="14"/>
                    <a:pt x="39790" y="-782"/>
                    <a:pt x="47487" y="780"/>
                  </a:cubicBezTo>
                  <a:cubicBezTo>
                    <a:pt x="50036" y="1298"/>
                    <a:pt x="52529" y="2063"/>
                    <a:pt x="54930" y="3062"/>
                  </a:cubicBezTo>
                  <a:cubicBezTo>
                    <a:pt x="57322" y="4052"/>
                    <a:pt x="59614" y="5265"/>
                    <a:pt x="61778" y="6685"/>
                  </a:cubicBezTo>
                  <a:cubicBezTo>
                    <a:pt x="63922" y="8158"/>
                    <a:pt x="65931" y="9818"/>
                    <a:pt x="67782" y="11647"/>
                  </a:cubicBezTo>
                  <a:cubicBezTo>
                    <a:pt x="69621" y="13505"/>
                    <a:pt x="71283" y="15532"/>
                    <a:pt x="72744" y="17701"/>
                  </a:cubicBezTo>
                  <a:cubicBezTo>
                    <a:pt x="74164" y="19864"/>
                    <a:pt x="75377" y="22157"/>
                    <a:pt x="76366" y="24548"/>
                  </a:cubicBezTo>
                  <a:cubicBezTo>
                    <a:pt x="77366" y="26950"/>
                    <a:pt x="78130" y="29442"/>
                    <a:pt x="78649" y="31991"/>
                  </a:cubicBezTo>
                  <a:cubicBezTo>
                    <a:pt x="79159" y="34541"/>
                    <a:pt x="79424" y="37133"/>
                    <a:pt x="79443" y="39732"/>
                  </a:cubicBezTo>
                  <a:cubicBezTo>
                    <a:pt x="79425" y="42348"/>
                    <a:pt x="79159" y="44957"/>
                    <a:pt x="78649" y="47523"/>
                  </a:cubicBezTo>
                  <a:cubicBezTo>
                    <a:pt x="78138" y="50057"/>
                    <a:pt x="77373" y="52534"/>
                    <a:pt x="76366" y="54916"/>
                  </a:cubicBezTo>
                  <a:cubicBezTo>
                    <a:pt x="75398" y="57317"/>
                    <a:pt x="74184" y="59612"/>
                    <a:pt x="72744" y="61764"/>
                  </a:cubicBezTo>
                  <a:cubicBezTo>
                    <a:pt x="71283" y="63932"/>
                    <a:pt x="69621" y="65959"/>
                    <a:pt x="67782" y="67817"/>
                  </a:cubicBezTo>
                  <a:cubicBezTo>
                    <a:pt x="60343" y="75248"/>
                    <a:pt x="50260" y="79424"/>
                    <a:pt x="39746" y="794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D26B9E0F-6B9F-660F-F629-A2AD7CBB0A23}"/>
                </a:ext>
              </a:extLst>
            </p:cNvPr>
            <p:cNvSpPr/>
            <p:nvPr/>
          </p:nvSpPr>
          <p:spPr>
            <a:xfrm>
              <a:off x="4809081" y="4116325"/>
              <a:ext cx="79393" cy="79399"/>
            </a:xfrm>
            <a:custGeom>
              <a:avLst/>
              <a:gdLst>
                <a:gd name="connsiteX0" fmla="*/ 39697 w 79393"/>
                <a:gd name="connsiteY0" fmla="*/ 79399 h 79399"/>
                <a:gd name="connsiteX1" fmla="*/ 0 w 79393"/>
                <a:gd name="connsiteY1" fmla="*/ 39703 h 79399"/>
                <a:gd name="connsiteX2" fmla="*/ 744 w 79393"/>
                <a:gd name="connsiteY2" fmla="*/ 31912 h 79399"/>
                <a:gd name="connsiteX3" fmla="*/ 3027 w 79393"/>
                <a:gd name="connsiteY3" fmla="*/ 24519 h 79399"/>
                <a:gd name="connsiteX4" fmla="*/ 6649 w 79393"/>
                <a:gd name="connsiteY4" fmla="*/ 17622 h 79399"/>
                <a:gd name="connsiteX5" fmla="*/ 11611 w 79393"/>
                <a:gd name="connsiteY5" fmla="*/ 11618 h 79399"/>
                <a:gd name="connsiteX6" fmla="*/ 67732 w 79393"/>
                <a:gd name="connsiteY6" fmla="*/ 11618 h 79399"/>
                <a:gd name="connsiteX7" fmla="*/ 72694 w 79393"/>
                <a:gd name="connsiteY7" fmla="*/ 17622 h 79399"/>
                <a:gd name="connsiteX8" fmla="*/ 76317 w 79393"/>
                <a:gd name="connsiteY8" fmla="*/ 24519 h 79399"/>
                <a:gd name="connsiteX9" fmla="*/ 78599 w 79393"/>
                <a:gd name="connsiteY9" fmla="*/ 31912 h 79399"/>
                <a:gd name="connsiteX10" fmla="*/ 79393 w 79393"/>
                <a:gd name="connsiteY10" fmla="*/ 39703 h 79399"/>
                <a:gd name="connsiteX11" fmla="*/ 39697 w 79393"/>
                <a:gd name="connsiteY11" fmla="*/ 79399 h 7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393" h="79399">
                  <a:moveTo>
                    <a:pt x="39697" y="79399"/>
                  </a:moveTo>
                  <a:cubicBezTo>
                    <a:pt x="17773" y="79399"/>
                    <a:pt x="0" y="61627"/>
                    <a:pt x="0" y="39703"/>
                  </a:cubicBezTo>
                  <a:cubicBezTo>
                    <a:pt x="-1" y="37088"/>
                    <a:pt x="249" y="34480"/>
                    <a:pt x="744" y="31912"/>
                  </a:cubicBezTo>
                  <a:cubicBezTo>
                    <a:pt x="1256" y="29378"/>
                    <a:pt x="2020" y="26901"/>
                    <a:pt x="3027" y="24519"/>
                  </a:cubicBezTo>
                  <a:cubicBezTo>
                    <a:pt x="4005" y="22107"/>
                    <a:pt x="5219" y="19797"/>
                    <a:pt x="6649" y="17622"/>
                  </a:cubicBezTo>
                  <a:cubicBezTo>
                    <a:pt x="8108" y="15467"/>
                    <a:pt x="9770" y="13457"/>
                    <a:pt x="11611" y="11618"/>
                  </a:cubicBezTo>
                  <a:cubicBezTo>
                    <a:pt x="27112" y="-3873"/>
                    <a:pt x="52232" y="-3873"/>
                    <a:pt x="67732" y="11618"/>
                  </a:cubicBezTo>
                  <a:cubicBezTo>
                    <a:pt x="69574" y="13457"/>
                    <a:pt x="71235" y="15467"/>
                    <a:pt x="72694" y="17622"/>
                  </a:cubicBezTo>
                  <a:cubicBezTo>
                    <a:pt x="74125" y="19797"/>
                    <a:pt x="75338" y="22107"/>
                    <a:pt x="76317" y="24519"/>
                  </a:cubicBezTo>
                  <a:cubicBezTo>
                    <a:pt x="77323" y="26901"/>
                    <a:pt x="78088" y="29378"/>
                    <a:pt x="78599" y="31912"/>
                  </a:cubicBezTo>
                  <a:cubicBezTo>
                    <a:pt x="79111" y="34478"/>
                    <a:pt x="79377" y="37087"/>
                    <a:pt x="79393" y="39703"/>
                  </a:cubicBezTo>
                  <a:cubicBezTo>
                    <a:pt x="79393" y="61627"/>
                    <a:pt x="61620" y="79399"/>
                    <a:pt x="39697" y="793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4CE2BEAD-BBFC-A285-DF67-7C2FA02B3564}"/>
                </a:ext>
              </a:extLst>
            </p:cNvPr>
            <p:cNvSpPr/>
            <p:nvPr/>
          </p:nvSpPr>
          <p:spPr>
            <a:xfrm>
              <a:off x="4809130" y="4304650"/>
              <a:ext cx="79343" cy="79335"/>
            </a:xfrm>
            <a:custGeom>
              <a:avLst/>
              <a:gdLst>
                <a:gd name="connsiteX0" fmla="*/ 39697 w 79343"/>
                <a:gd name="connsiteY0" fmla="*/ 79335 h 79335"/>
                <a:gd name="connsiteX1" fmla="*/ 31906 w 79343"/>
                <a:gd name="connsiteY1" fmla="*/ 78591 h 79335"/>
                <a:gd name="connsiteX2" fmla="*/ 24513 w 79343"/>
                <a:gd name="connsiteY2" fmla="*/ 76308 h 79335"/>
                <a:gd name="connsiteX3" fmla="*/ 17615 w 79343"/>
                <a:gd name="connsiteY3" fmla="*/ 72686 h 79335"/>
                <a:gd name="connsiteX4" fmla="*/ 11611 w 79343"/>
                <a:gd name="connsiteY4" fmla="*/ 67724 h 79335"/>
                <a:gd name="connsiteX5" fmla="*/ 6649 w 79343"/>
                <a:gd name="connsiteY5" fmla="*/ 61720 h 79335"/>
                <a:gd name="connsiteX6" fmla="*/ 3027 w 79343"/>
                <a:gd name="connsiteY6" fmla="*/ 54872 h 79335"/>
                <a:gd name="connsiteX7" fmla="*/ 744 w 79343"/>
                <a:gd name="connsiteY7" fmla="*/ 47429 h 79335"/>
                <a:gd name="connsiteX8" fmla="*/ 0 w 79343"/>
                <a:gd name="connsiteY8" fmla="*/ 39688 h 79335"/>
                <a:gd name="connsiteX9" fmla="*/ 744 w 79343"/>
                <a:gd name="connsiteY9" fmla="*/ 31898 h 79335"/>
                <a:gd name="connsiteX10" fmla="*/ 3027 w 79343"/>
                <a:gd name="connsiteY10" fmla="*/ 24504 h 79335"/>
                <a:gd name="connsiteX11" fmla="*/ 6649 w 79343"/>
                <a:gd name="connsiteY11" fmla="*/ 17656 h 79335"/>
                <a:gd name="connsiteX12" fmla="*/ 11611 w 79343"/>
                <a:gd name="connsiteY12" fmla="*/ 11603 h 79335"/>
                <a:gd name="connsiteX13" fmla="*/ 47437 w 79343"/>
                <a:gd name="connsiteY13" fmla="*/ 736 h 79335"/>
                <a:gd name="connsiteX14" fmla="*/ 54831 w 79343"/>
                <a:gd name="connsiteY14" fmla="*/ 3018 h 79335"/>
                <a:gd name="connsiteX15" fmla="*/ 61728 w 79343"/>
                <a:gd name="connsiteY15" fmla="*/ 6690 h 79335"/>
                <a:gd name="connsiteX16" fmla="*/ 67732 w 79343"/>
                <a:gd name="connsiteY16" fmla="*/ 11652 h 79335"/>
                <a:gd name="connsiteX17" fmla="*/ 72694 w 79343"/>
                <a:gd name="connsiteY17" fmla="*/ 17706 h 79335"/>
                <a:gd name="connsiteX18" fmla="*/ 76317 w 79343"/>
                <a:gd name="connsiteY18" fmla="*/ 24554 h 79335"/>
                <a:gd name="connsiteX19" fmla="*/ 78599 w 79343"/>
                <a:gd name="connsiteY19" fmla="*/ 31947 h 79335"/>
                <a:gd name="connsiteX20" fmla="*/ 79344 w 79343"/>
                <a:gd name="connsiteY20" fmla="*/ 39738 h 79335"/>
                <a:gd name="connsiteX21" fmla="*/ 78599 w 79343"/>
                <a:gd name="connsiteY21" fmla="*/ 47479 h 79335"/>
                <a:gd name="connsiteX22" fmla="*/ 76317 w 79343"/>
                <a:gd name="connsiteY22" fmla="*/ 54922 h 79335"/>
                <a:gd name="connsiteX23" fmla="*/ 72694 w 79343"/>
                <a:gd name="connsiteY23" fmla="*/ 61769 h 79335"/>
                <a:gd name="connsiteX24" fmla="*/ 67732 w 79343"/>
                <a:gd name="connsiteY24" fmla="*/ 67774 h 79335"/>
                <a:gd name="connsiteX25" fmla="*/ 61728 w 79343"/>
                <a:gd name="connsiteY25" fmla="*/ 72736 h 79335"/>
                <a:gd name="connsiteX26" fmla="*/ 54831 w 79343"/>
                <a:gd name="connsiteY26" fmla="*/ 76358 h 79335"/>
                <a:gd name="connsiteX27" fmla="*/ 47437 w 79343"/>
                <a:gd name="connsiteY27" fmla="*/ 78640 h 79335"/>
                <a:gd name="connsiteX28" fmla="*/ 39697 w 79343"/>
                <a:gd name="connsiteY28" fmla="*/ 79335 h 7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343" h="79335">
                  <a:moveTo>
                    <a:pt x="39697" y="79335"/>
                  </a:moveTo>
                  <a:cubicBezTo>
                    <a:pt x="37082" y="79333"/>
                    <a:pt x="34474" y="79084"/>
                    <a:pt x="31906" y="78591"/>
                  </a:cubicBezTo>
                  <a:cubicBezTo>
                    <a:pt x="29371" y="78080"/>
                    <a:pt x="26895" y="77315"/>
                    <a:pt x="24513" y="76308"/>
                  </a:cubicBezTo>
                  <a:cubicBezTo>
                    <a:pt x="22100" y="75330"/>
                    <a:pt x="19790" y="74117"/>
                    <a:pt x="17615" y="72686"/>
                  </a:cubicBezTo>
                  <a:cubicBezTo>
                    <a:pt x="15461" y="71227"/>
                    <a:pt x="13450" y="69565"/>
                    <a:pt x="11611" y="67724"/>
                  </a:cubicBezTo>
                  <a:cubicBezTo>
                    <a:pt x="9772" y="65883"/>
                    <a:pt x="8111" y="63873"/>
                    <a:pt x="6649" y="61720"/>
                  </a:cubicBezTo>
                  <a:cubicBezTo>
                    <a:pt x="5248" y="59545"/>
                    <a:pt x="4036" y="57254"/>
                    <a:pt x="3027" y="54872"/>
                  </a:cubicBezTo>
                  <a:cubicBezTo>
                    <a:pt x="2049" y="52463"/>
                    <a:pt x="1286" y="49972"/>
                    <a:pt x="744" y="47429"/>
                  </a:cubicBezTo>
                  <a:cubicBezTo>
                    <a:pt x="251" y="44878"/>
                    <a:pt x="2" y="42286"/>
                    <a:pt x="0" y="39688"/>
                  </a:cubicBezTo>
                  <a:cubicBezTo>
                    <a:pt x="2" y="37074"/>
                    <a:pt x="251" y="34465"/>
                    <a:pt x="744" y="31898"/>
                  </a:cubicBezTo>
                  <a:cubicBezTo>
                    <a:pt x="1279" y="29369"/>
                    <a:pt x="2043" y="26894"/>
                    <a:pt x="3027" y="24504"/>
                  </a:cubicBezTo>
                  <a:cubicBezTo>
                    <a:pt x="4015" y="22112"/>
                    <a:pt x="5228" y="19819"/>
                    <a:pt x="6649" y="17656"/>
                  </a:cubicBezTo>
                  <a:cubicBezTo>
                    <a:pt x="8111" y="15488"/>
                    <a:pt x="9772" y="13461"/>
                    <a:pt x="11611" y="11603"/>
                  </a:cubicBezTo>
                  <a:cubicBezTo>
                    <a:pt x="21021" y="2277"/>
                    <a:pt x="34433" y="-1791"/>
                    <a:pt x="47437" y="736"/>
                  </a:cubicBezTo>
                  <a:cubicBezTo>
                    <a:pt x="49966" y="1270"/>
                    <a:pt x="52441" y="2034"/>
                    <a:pt x="54831" y="3018"/>
                  </a:cubicBezTo>
                  <a:cubicBezTo>
                    <a:pt x="57245" y="4013"/>
                    <a:pt x="59555" y="5243"/>
                    <a:pt x="61728" y="6690"/>
                  </a:cubicBezTo>
                  <a:cubicBezTo>
                    <a:pt x="63884" y="8148"/>
                    <a:pt x="65895" y="9809"/>
                    <a:pt x="67732" y="11652"/>
                  </a:cubicBezTo>
                  <a:cubicBezTo>
                    <a:pt x="69586" y="13498"/>
                    <a:pt x="71248" y="15526"/>
                    <a:pt x="72694" y="17706"/>
                  </a:cubicBezTo>
                  <a:cubicBezTo>
                    <a:pt x="74116" y="19869"/>
                    <a:pt x="75329" y="22162"/>
                    <a:pt x="76317" y="24554"/>
                  </a:cubicBezTo>
                  <a:cubicBezTo>
                    <a:pt x="77301" y="26944"/>
                    <a:pt x="78065" y="29419"/>
                    <a:pt x="78599" y="31947"/>
                  </a:cubicBezTo>
                  <a:cubicBezTo>
                    <a:pt x="79093" y="34515"/>
                    <a:pt x="79342" y="37123"/>
                    <a:pt x="79344" y="39738"/>
                  </a:cubicBezTo>
                  <a:cubicBezTo>
                    <a:pt x="79342" y="42336"/>
                    <a:pt x="79093" y="44928"/>
                    <a:pt x="78599" y="47479"/>
                  </a:cubicBezTo>
                  <a:cubicBezTo>
                    <a:pt x="78058" y="50022"/>
                    <a:pt x="77294" y="52512"/>
                    <a:pt x="76317" y="54922"/>
                  </a:cubicBezTo>
                  <a:cubicBezTo>
                    <a:pt x="75308" y="57304"/>
                    <a:pt x="74096" y="59595"/>
                    <a:pt x="72694" y="61769"/>
                  </a:cubicBezTo>
                  <a:cubicBezTo>
                    <a:pt x="71248" y="63934"/>
                    <a:pt x="69585" y="65945"/>
                    <a:pt x="67732" y="67774"/>
                  </a:cubicBezTo>
                  <a:cubicBezTo>
                    <a:pt x="65893" y="69615"/>
                    <a:pt x="63883" y="71276"/>
                    <a:pt x="61728" y="72736"/>
                  </a:cubicBezTo>
                  <a:cubicBezTo>
                    <a:pt x="59553" y="74166"/>
                    <a:pt x="57243" y="75380"/>
                    <a:pt x="54831" y="76358"/>
                  </a:cubicBezTo>
                  <a:cubicBezTo>
                    <a:pt x="52449" y="77364"/>
                    <a:pt x="49972" y="78129"/>
                    <a:pt x="47437" y="78640"/>
                  </a:cubicBezTo>
                  <a:cubicBezTo>
                    <a:pt x="44885" y="79117"/>
                    <a:pt x="42293" y="79350"/>
                    <a:pt x="39697" y="7933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F1137B47-48CF-7D9D-FEAF-5497B0B61E54}"/>
                </a:ext>
              </a:extLst>
            </p:cNvPr>
            <p:cNvSpPr/>
            <p:nvPr/>
          </p:nvSpPr>
          <p:spPr>
            <a:xfrm>
              <a:off x="4675154" y="4021768"/>
              <a:ext cx="79393" cy="79379"/>
            </a:xfrm>
            <a:custGeom>
              <a:avLst/>
              <a:gdLst>
                <a:gd name="connsiteX0" fmla="*/ 39697 w 79393"/>
                <a:gd name="connsiteY0" fmla="*/ 79379 h 79379"/>
                <a:gd name="connsiteX1" fmla="*/ 11611 w 79393"/>
                <a:gd name="connsiteY1" fmla="*/ 67768 h 79379"/>
                <a:gd name="connsiteX2" fmla="*/ 6649 w 79393"/>
                <a:gd name="connsiteY2" fmla="*/ 61714 h 79379"/>
                <a:gd name="connsiteX3" fmla="*/ 3027 w 79393"/>
                <a:gd name="connsiteY3" fmla="*/ 54866 h 79379"/>
                <a:gd name="connsiteX4" fmla="*/ 744 w 79393"/>
                <a:gd name="connsiteY4" fmla="*/ 47473 h 79379"/>
                <a:gd name="connsiteX5" fmla="*/ 744 w 79393"/>
                <a:gd name="connsiteY5" fmla="*/ 31942 h 79379"/>
                <a:gd name="connsiteX6" fmla="*/ 3027 w 79393"/>
                <a:gd name="connsiteY6" fmla="*/ 24499 h 79379"/>
                <a:gd name="connsiteX7" fmla="*/ 6649 w 79393"/>
                <a:gd name="connsiteY7" fmla="*/ 17651 h 79379"/>
                <a:gd name="connsiteX8" fmla="*/ 11611 w 79393"/>
                <a:gd name="connsiteY8" fmla="*/ 11647 h 79379"/>
                <a:gd name="connsiteX9" fmla="*/ 17615 w 79393"/>
                <a:gd name="connsiteY9" fmla="*/ 6685 h 79379"/>
                <a:gd name="connsiteX10" fmla="*/ 24513 w 79393"/>
                <a:gd name="connsiteY10" fmla="*/ 3062 h 79379"/>
                <a:gd name="connsiteX11" fmla="*/ 47437 w 79393"/>
                <a:gd name="connsiteY11" fmla="*/ 780 h 79379"/>
                <a:gd name="connsiteX12" fmla="*/ 54880 w 79393"/>
                <a:gd name="connsiteY12" fmla="*/ 3062 h 79379"/>
                <a:gd name="connsiteX13" fmla="*/ 61728 w 79393"/>
                <a:gd name="connsiteY13" fmla="*/ 6685 h 79379"/>
                <a:gd name="connsiteX14" fmla="*/ 67732 w 79393"/>
                <a:gd name="connsiteY14" fmla="*/ 11647 h 79379"/>
                <a:gd name="connsiteX15" fmla="*/ 72694 w 79393"/>
                <a:gd name="connsiteY15" fmla="*/ 17651 h 79379"/>
                <a:gd name="connsiteX16" fmla="*/ 76317 w 79393"/>
                <a:gd name="connsiteY16" fmla="*/ 24499 h 79379"/>
                <a:gd name="connsiteX17" fmla="*/ 78599 w 79393"/>
                <a:gd name="connsiteY17" fmla="*/ 31942 h 79379"/>
                <a:gd name="connsiteX18" fmla="*/ 78599 w 79393"/>
                <a:gd name="connsiteY18" fmla="*/ 47473 h 79379"/>
                <a:gd name="connsiteX19" fmla="*/ 76317 w 79393"/>
                <a:gd name="connsiteY19" fmla="*/ 54866 h 79379"/>
                <a:gd name="connsiteX20" fmla="*/ 72694 w 79393"/>
                <a:gd name="connsiteY20" fmla="*/ 61714 h 79379"/>
                <a:gd name="connsiteX21" fmla="*/ 67732 w 79393"/>
                <a:gd name="connsiteY21" fmla="*/ 67768 h 79379"/>
                <a:gd name="connsiteX22" fmla="*/ 61728 w 79393"/>
                <a:gd name="connsiteY22" fmla="*/ 72730 h 79379"/>
                <a:gd name="connsiteX23" fmla="*/ 54831 w 79393"/>
                <a:gd name="connsiteY23" fmla="*/ 76352 h 79379"/>
                <a:gd name="connsiteX24" fmla="*/ 47437 w 79393"/>
                <a:gd name="connsiteY24" fmla="*/ 78635 h 79379"/>
                <a:gd name="connsiteX25" fmla="*/ 39697 w 79393"/>
                <a:gd name="connsiteY25" fmla="*/ 79379 h 79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393" h="79379">
                  <a:moveTo>
                    <a:pt x="39697" y="79379"/>
                  </a:moveTo>
                  <a:cubicBezTo>
                    <a:pt x="29171" y="79360"/>
                    <a:pt x="19077" y="75187"/>
                    <a:pt x="11611" y="67768"/>
                  </a:cubicBezTo>
                  <a:cubicBezTo>
                    <a:pt x="9758" y="65922"/>
                    <a:pt x="8095" y="63894"/>
                    <a:pt x="6649" y="61714"/>
                  </a:cubicBezTo>
                  <a:cubicBezTo>
                    <a:pt x="5228" y="59551"/>
                    <a:pt x="4015" y="57258"/>
                    <a:pt x="3027" y="54866"/>
                  </a:cubicBezTo>
                  <a:cubicBezTo>
                    <a:pt x="2043" y="52477"/>
                    <a:pt x="1279" y="50002"/>
                    <a:pt x="744" y="47473"/>
                  </a:cubicBezTo>
                  <a:cubicBezTo>
                    <a:pt x="-248" y="42343"/>
                    <a:pt x="-248" y="37071"/>
                    <a:pt x="744" y="31942"/>
                  </a:cubicBezTo>
                  <a:cubicBezTo>
                    <a:pt x="1285" y="29399"/>
                    <a:pt x="2049" y="26908"/>
                    <a:pt x="3027" y="24499"/>
                  </a:cubicBezTo>
                  <a:cubicBezTo>
                    <a:pt x="4036" y="22116"/>
                    <a:pt x="5248" y="19826"/>
                    <a:pt x="6649" y="17651"/>
                  </a:cubicBezTo>
                  <a:cubicBezTo>
                    <a:pt x="8096" y="15487"/>
                    <a:pt x="9758" y="13475"/>
                    <a:pt x="11611" y="11647"/>
                  </a:cubicBezTo>
                  <a:cubicBezTo>
                    <a:pt x="13450" y="9806"/>
                    <a:pt x="15461" y="8144"/>
                    <a:pt x="17615" y="6685"/>
                  </a:cubicBezTo>
                  <a:cubicBezTo>
                    <a:pt x="19801" y="5273"/>
                    <a:pt x="22110" y="4061"/>
                    <a:pt x="24513" y="3062"/>
                  </a:cubicBezTo>
                  <a:cubicBezTo>
                    <a:pt x="31751" y="14"/>
                    <a:pt x="39740" y="-782"/>
                    <a:pt x="47437" y="780"/>
                  </a:cubicBezTo>
                  <a:cubicBezTo>
                    <a:pt x="49986" y="1298"/>
                    <a:pt x="52479" y="2063"/>
                    <a:pt x="54880" y="3062"/>
                  </a:cubicBezTo>
                  <a:cubicBezTo>
                    <a:pt x="57263" y="4071"/>
                    <a:pt x="59554" y="5283"/>
                    <a:pt x="61728" y="6685"/>
                  </a:cubicBezTo>
                  <a:cubicBezTo>
                    <a:pt x="63883" y="8144"/>
                    <a:pt x="65893" y="9806"/>
                    <a:pt x="67732" y="11647"/>
                  </a:cubicBezTo>
                  <a:cubicBezTo>
                    <a:pt x="69571" y="13488"/>
                    <a:pt x="71232" y="15498"/>
                    <a:pt x="72694" y="17651"/>
                  </a:cubicBezTo>
                  <a:cubicBezTo>
                    <a:pt x="74096" y="19826"/>
                    <a:pt x="75308" y="22117"/>
                    <a:pt x="76317" y="24499"/>
                  </a:cubicBezTo>
                  <a:cubicBezTo>
                    <a:pt x="77316" y="26900"/>
                    <a:pt x="78081" y="29393"/>
                    <a:pt x="78599" y="31942"/>
                  </a:cubicBezTo>
                  <a:cubicBezTo>
                    <a:pt x="79658" y="37065"/>
                    <a:pt x="79658" y="42350"/>
                    <a:pt x="78599" y="47473"/>
                  </a:cubicBezTo>
                  <a:cubicBezTo>
                    <a:pt x="78088" y="50008"/>
                    <a:pt x="77323" y="52485"/>
                    <a:pt x="76317" y="54866"/>
                  </a:cubicBezTo>
                  <a:cubicBezTo>
                    <a:pt x="75329" y="57258"/>
                    <a:pt x="74116" y="59551"/>
                    <a:pt x="72694" y="61714"/>
                  </a:cubicBezTo>
                  <a:cubicBezTo>
                    <a:pt x="71233" y="63882"/>
                    <a:pt x="69572" y="65909"/>
                    <a:pt x="67732" y="67768"/>
                  </a:cubicBezTo>
                  <a:cubicBezTo>
                    <a:pt x="65880" y="69595"/>
                    <a:pt x="63871" y="71255"/>
                    <a:pt x="61728" y="72730"/>
                  </a:cubicBezTo>
                  <a:cubicBezTo>
                    <a:pt x="59542" y="74142"/>
                    <a:pt x="57234" y="75354"/>
                    <a:pt x="54831" y="76352"/>
                  </a:cubicBezTo>
                  <a:cubicBezTo>
                    <a:pt x="52449" y="77359"/>
                    <a:pt x="49972" y="78123"/>
                    <a:pt x="47437" y="78635"/>
                  </a:cubicBezTo>
                  <a:cubicBezTo>
                    <a:pt x="44887" y="79128"/>
                    <a:pt x="42295" y="79377"/>
                    <a:pt x="39697" y="793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3976F504-C88A-4C18-7FF5-218B17BB83DB}"/>
                </a:ext>
              </a:extLst>
            </p:cNvPr>
            <p:cNvSpPr/>
            <p:nvPr/>
          </p:nvSpPr>
          <p:spPr>
            <a:xfrm>
              <a:off x="4675154" y="4210327"/>
              <a:ext cx="79393" cy="79379"/>
            </a:xfrm>
            <a:custGeom>
              <a:avLst/>
              <a:gdLst>
                <a:gd name="connsiteX0" fmla="*/ 39696 w 79393"/>
                <a:gd name="connsiteY0" fmla="*/ 79379 h 79379"/>
                <a:gd name="connsiteX1" fmla="*/ 31906 w 79393"/>
                <a:gd name="connsiteY1" fmla="*/ 78635 h 79379"/>
                <a:gd name="connsiteX2" fmla="*/ 24513 w 79393"/>
                <a:gd name="connsiteY2" fmla="*/ 76352 h 79379"/>
                <a:gd name="connsiteX3" fmla="*/ 17615 w 79393"/>
                <a:gd name="connsiteY3" fmla="*/ 72730 h 79379"/>
                <a:gd name="connsiteX4" fmla="*/ 11611 w 79393"/>
                <a:gd name="connsiteY4" fmla="*/ 67768 h 79379"/>
                <a:gd name="connsiteX5" fmla="*/ 6649 w 79393"/>
                <a:gd name="connsiteY5" fmla="*/ 61764 h 79379"/>
                <a:gd name="connsiteX6" fmla="*/ 3027 w 79393"/>
                <a:gd name="connsiteY6" fmla="*/ 54916 h 79379"/>
                <a:gd name="connsiteX7" fmla="*/ 744 w 79393"/>
                <a:gd name="connsiteY7" fmla="*/ 47473 h 79379"/>
                <a:gd name="connsiteX8" fmla="*/ 744 w 79393"/>
                <a:gd name="connsiteY8" fmla="*/ 31942 h 79379"/>
                <a:gd name="connsiteX9" fmla="*/ 3027 w 79393"/>
                <a:gd name="connsiteY9" fmla="*/ 24548 h 79379"/>
                <a:gd name="connsiteX10" fmla="*/ 6649 w 79393"/>
                <a:gd name="connsiteY10" fmla="*/ 17701 h 79379"/>
                <a:gd name="connsiteX11" fmla="*/ 11611 w 79393"/>
                <a:gd name="connsiteY11" fmla="*/ 11647 h 79379"/>
                <a:gd name="connsiteX12" fmla="*/ 17615 w 79393"/>
                <a:gd name="connsiteY12" fmla="*/ 6685 h 79379"/>
                <a:gd name="connsiteX13" fmla="*/ 24513 w 79393"/>
                <a:gd name="connsiteY13" fmla="*/ 3062 h 79379"/>
                <a:gd name="connsiteX14" fmla="*/ 47437 w 79393"/>
                <a:gd name="connsiteY14" fmla="*/ 780 h 79379"/>
                <a:gd name="connsiteX15" fmla="*/ 54880 w 79393"/>
                <a:gd name="connsiteY15" fmla="*/ 3062 h 79379"/>
                <a:gd name="connsiteX16" fmla="*/ 61728 w 79393"/>
                <a:gd name="connsiteY16" fmla="*/ 6685 h 79379"/>
                <a:gd name="connsiteX17" fmla="*/ 67732 w 79393"/>
                <a:gd name="connsiteY17" fmla="*/ 11647 h 79379"/>
                <a:gd name="connsiteX18" fmla="*/ 72694 w 79393"/>
                <a:gd name="connsiteY18" fmla="*/ 17701 h 79379"/>
                <a:gd name="connsiteX19" fmla="*/ 76317 w 79393"/>
                <a:gd name="connsiteY19" fmla="*/ 24548 h 79379"/>
                <a:gd name="connsiteX20" fmla="*/ 78599 w 79393"/>
                <a:gd name="connsiteY20" fmla="*/ 31942 h 79379"/>
                <a:gd name="connsiteX21" fmla="*/ 78599 w 79393"/>
                <a:gd name="connsiteY21" fmla="*/ 47473 h 79379"/>
                <a:gd name="connsiteX22" fmla="*/ 76317 w 79393"/>
                <a:gd name="connsiteY22" fmla="*/ 54916 h 79379"/>
                <a:gd name="connsiteX23" fmla="*/ 72694 w 79393"/>
                <a:gd name="connsiteY23" fmla="*/ 61764 h 79379"/>
                <a:gd name="connsiteX24" fmla="*/ 67732 w 79393"/>
                <a:gd name="connsiteY24" fmla="*/ 67768 h 79379"/>
                <a:gd name="connsiteX25" fmla="*/ 61728 w 79393"/>
                <a:gd name="connsiteY25" fmla="*/ 72730 h 79379"/>
                <a:gd name="connsiteX26" fmla="*/ 54831 w 79393"/>
                <a:gd name="connsiteY26" fmla="*/ 76352 h 79379"/>
                <a:gd name="connsiteX27" fmla="*/ 47437 w 79393"/>
                <a:gd name="connsiteY27" fmla="*/ 78635 h 79379"/>
                <a:gd name="connsiteX28" fmla="*/ 39697 w 79393"/>
                <a:gd name="connsiteY28" fmla="*/ 79379 h 79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393" h="79379">
                  <a:moveTo>
                    <a:pt x="39696" y="79379"/>
                  </a:moveTo>
                  <a:cubicBezTo>
                    <a:pt x="37082" y="79380"/>
                    <a:pt x="34473" y="79130"/>
                    <a:pt x="31906" y="78635"/>
                  </a:cubicBezTo>
                  <a:cubicBezTo>
                    <a:pt x="29371" y="78123"/>
                    <a:pt x="26894" y="77359"/>
                    <a:pt x="24513" y="76352"/>
                  </a:cubicBezTo>
                  <a:cubicBezTo>
                    <a:pt x="22100" y="75374"/>
                    <a:pt x="19790" y="74160"/>
                    <a:pt x="17615" y="72730"/>
                  </a:cubicBezTo>
                  <a:cubicBezTo>
                    <a:pt x="15461" y="71271"/>
                    <a:pt x="13450" y="69609"/>
                    <a:pt x="11611" y="67768"/>
                  </a:cubicBezTo>
                  <a:cubicBezTo>
                    <a:pt x="9772" y="65927"/>
                    <a:pt x="8111" y="63916"/>
                    <a:pt x="6649" y="61764"/>
                  </a:cubicBezTo>
                  <a:cubicBezTo>
                    <a:pt x="5248" y="59589"/>
                    <a:pt x="4036" y="57298"/>
                    <a:pt x="3027" y="54916"/>
                  </a:cubicBezTo>
                  <a:cubicBezTo>
                    <a:pt x="2049" y="52507"/>
                    <a:pt x="1285" y="50016"/>
                    <a:pt x="744" y="47473"/>
                  </a:cubicBezTo>
                  <a:cubicBezTo>
                    <a:pt x="-248" y="42343"/>
                    <a:pt x="-248" y="37071"/>
                    <a:pt x="744" y="31942"/>
                  </a:cubicBezTo>
                  <a:cubicBezTo>
                    <a:pt x="1279" y="29413"/>
                    <a:pt x="2043" y="26938"/>
                    <a:pt x="3027" y="24548"/>
                  </a:cubicBezTo>
                  <a:cubicBezTo>
                    <a:pt x="4015" y="22156"/>
                    <a:pt x="5228" y="19863"/>
                    <a:pt x="6649" y="17701"/>
                  </a:cubicBezTo>
                  <a:cubicBezTo>
                    <a:pt x="8095" y="15521"/>
                    <a:pt x="9758" y="13493"/>
                    <a:pt x="11611" y="11647"/>
                  </a:cubicBezTo>
                  <a:cubicBezTo>
                    <a:pt x="13463" y="9820"/>
                    <a:pt x="15472" y="8159"/>
                    <a:pt x="17615" y="6685"/>
                  </a:cubicBezTo>
                  <a:cubicBezTo>
                    <a:pt x="19801" y="5273"/>
                    <a:pt x="22110" y="4061"/>
                    <a:pt x="24513" y="3062"/>
                  </a:cubicBezTo>
                  <a:cubicBezTo>
                    <a:pt x="31751" y="14"/>
                    <a:pt x="39740" y="-782"/>
                    <a:pt x="47437" y="780"/>
                  </a:cubicBezTo>
                  <a:cubicBezTo>
                    <a:pt x="49986" y="1298"/>
                    <a:pt x="52479" y="2063"/>
                    <a:pt x="54880" y="3062"/>
                  </a:cubicBezTo>
                  <a:cubicBezTo>
                    <a:pt x="57263" y="4071"/>
                    <a:pt x="59554" y="5283"/>
                    <a:pt x="61728" y="6685"/>
                  </a:cubicBezTo>
                  <a:cubicBezTo>
                    <a:pt x="63871" y="8159"/>
                    <a:pt x="65880" y="9820"/>
                    <a:pt x="67732" y="11647"/>
                  </a:cubicBezTo>
                  <a:cubicBezTo>
                    <a:pt x="69586" y="13493"/>
                    <a:pt x="71248" y="15521"/>
                    <a:pt x="72694" y="17701"/>
                  </a:cubicBezTo>
                  <a:cubicBezTo>
                    <a:pt x="74135" y="19852"/>
                    <a:pt x="75348" y="22147"/>
                    <a:pt x="76317" y="24548"/>
                  </a:cubicBezTo>
                  <a:cubicBezTo>
                    <a:pt x="77323" y="26930"/>
                    <a:pt x="78088" y="29407"/>
                    <a:pt x="78599" y="31942"/>
                  </a:cubicBezTo>
                  <a:cubicBezTo>
                    <a:pt x="79658" y="37065"/>
                    <a:pt x="79658" y="42350"/>
                    <a:pt x="78599" y="47473"/>
                  </a:cubicBezTo>
                  <a:cubicBezTo>
                    <a:pt x="78081" y="50022"/>
                    <a:pt x="77316" y="52515"/>
                    <a:pt x="76317" y="54916"/>
                  </a:cubicBezTo>
                  <a:cubicBezTo>
                    <a:pt x="75327" y="57307"/>
                    <a:pt x="74114" y="59600"/>
                    <a:pt x="72694" y="61764"/>
                  </a:cubicBezTo>
                  <a:cubicBezTo>
                    <a:pt x="71248" y="63928"/>
                    <a:pt x="69585" y="65939"/>
                    <a:pt x="67732" y="67768"/>
                  </a:cubicBezTo>
                  <a:cubicBezTo>
                    <a:pt x="65893" y="69609"/>
                    <a:pt x="63883" y="71271"/>
                    <a:pt x="61728" y="72730"/>
                  </a:cubicBezTo>
                  <a:cubicBezTo>
                    <a:pt x="59553" y="74160"/>
                    <a:pt x="57243" y="75374"/>
                    <a:pt x="54831" y="76352"/>
                  </a:cubicBezTo>
                  <a:cubicBezTo>
                    <a:pt x="52449" y="77359"/>
                    <a:pt x="49972" y="78123"/>
                    <a:pt x="47437" y="78635"/>
                  </a:cubicBezTo>
                  <a:cubicBezTo>
                    <a:pt x="44887" y="79128"/>
                    <a:pt x="42295" y="79377"/>
                    <a:pt x="39697" y="793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AAD6EB0-41F1-6CCF-E74A-DCDDAE9F10B3}"/>
              </a:ext>
            </a:extLst>
          </p:cNvPr>
          <p:cNvGrpSpPr/>
          <p:nvPr/>
        </p:nvGrpSpPr>
        <p:grpSpPr>
          <a:xfrm>
            <a:off x="5451101" y="3645183"/>
            <a:ext cx="857347" cy="850895"/>
            <a:chOff x="5451101" y="3645183"/>
            <a:chExt cx="857347" cy="850895"/>
          </a:xfrm>
        </p:grpSpPr>
        <p:grpSp>
          <p:nvGrpSpPr>
            <p:cNvPr id="200" name="Picture Placeholder 36">
              <a:extLst>
                <a:ext uri="{FF2B5EF4-FFF2-40B4-BE49-F238E27FC236}">
                  <a16:creationId xmlns:a16="http://schemas.microsoft.com/office/drawing/2014/main" id="{4DD7F620-7065-B9DC-8CDC-7A4BEA0ACA9A}"/>
                </a:ext>
              </a:extLst>
            </p:cNvPr>
            <p:cNvGrpSpPr/>
            <p:nvPr/>
          </p:nvGrpSpPr>
          <p:grpSpPr>
            <a:xfrm>
              <a:off x="5718114" y="3948596"/>
              <a:ext cx="318034" cy="329002"/>
              <a:chOff x="5718114" y="3948596"/>
              <a:chExt cx="318034" cy="329002"/>
            </a:xfrm>
            <a:solidFill>
              <a:srgbClr val="EF463C"/>
            </a:solidFill>
          </p:grpSpPr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634D4206-E2F5-D6FA-FBC3-E974D1B4780B}"/>
                  </a:ext>
                </a:extLst>
              </p:cNvPr>
              <p:cNvSpPr/>
              <p:nvPr/>
            </p:nvSpPr>
            <p:spPr>
              <a:xfrm>
                <a:off x="5806319" y="3948596"/>
                <a:ext cx="94315" cy="133993"/>
              </a:xfrm>
              <a:custGeom>
                <a:avLst/>
                <a:gdLst>
                  <a:gd name="connsiteX0" fmla="*/ 54600 w 94315"/>
                  <a:gd name="connsiteY0" fmla="*/ 133993 h 133993"/>
                  <a:gd name="connsiteX1" fmla="*/ 16343 w 94315"/>
                  <a:gd name="connsiteY1" fmla="*/ 104916 h 133993"/>
                  <a:gd name="connsiteX2" fmla="*/ 1456 w 94315"/>
                  <a:gd name="connsiteY2" fmla="*/ 50333 h 133993"/>
                  <a:gd name="connsiteX3" fmla="*/ 29095 w 94315"/>
                  <a:gd name="connsiteY3" fmla="*/ 1456 h 133993"/>
                  <a:gd name="connsiteX4" fmla="*/ 77972 w 94315"/>
                  <a:gd name="connsiteY4" fmla="*/ 29095 h 133993"/>
                  <a:gd name="connsiteX5" fmla="*/ 92858 w 94315"/>
                  <a:gd name="connsiteY5" fmla="*/ 83678 h 133993"/>
                  <a:gd name="connsiteX6" fmla="*/ 65233 w 94315"/>
                  <a:gd name="connsiteY6" fmla="*/ 132550 h 133993"/>
                  <a:gd name="connsiteX7" fmla="*/ 65219 w 94315"/>
                  <a:gd name="connsiteY7" fmla="*/ 132554 h 133993"/>
                  <a:gd name="connsiteX8" fmla="*/ 54600 w 94315"/>
                  <a:gd name="connsiteY8" fmla="*/ 133993 h 13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315" h="133993">
                    <a:moveTo>
                      <a:pt x="54600" y="133993"/>
                    </a:moveTo>
                    <a:cubicBezTo>
                      <a:pt x="36763" y="133997"/>
                      <a:pt x="21114" y="122103"/>
                      <a:pt x="16343" y="104916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2858" y="83678"/>
                    </a:lnTo>
                    <a:cubicBezTo>
                      <a:pt x="98725" y="104802"/>
                      <a:pt x="86357" y="126683"/>
                      <a:pt x="65233" y="132550"/>
                    </a:cubicBezTo>
                    <a:cubicBezTo>
                      <a:pt x="65229" y="132552"/>
                      <a:pt x="65224" y="132553"/>
                      <a:pt x="65219" y="132554"/>
                    </a:cubicBezTo>
                    <a:cubicBezTo>
                      <a:pt x="61756" y="133488"/>
                      <a:pt x="58187" y="133972"/>
                      <a:pt x="54600" y="1339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CBDCCB54-0264-6C8D-C288-BA7A4DB498D9}"/>
                  </a:ext>
                </a:extLst>
              </p:cNvPr>
              <p:cNvSpPr/>
              <p:nvPr/>
            </p:nvSpPr>
            <p:spPr>
              <a:xfrm>
                <a:off x="5874831" y="3962759"/>
                <a:ext cx="108870" cy="127919"/>
              </a:xfrm>
              <a:custGeom>
                <a:avLst/>
                <a:gdLst>
                  <a:gd name="connsiteX0" fmla="*/ 39678 w 108870"/>
                  <a:gd name="connsiteY0" fmla="*/ 127919 h 127919"/>
                  <a:gd name="connsiteX1" fmla="*/ 19135 w 108870"/>
                  <a:gd name="connsiteY1" fmla="*/ 122162 h 127919"/>
                  <a:gd name="connsiteX2" fmla="*/ 5749 w 108870"/>
                  <a:gd name="connsiteY2" fmla="*/ 67642 h 127919"/>
                  <a:gd name="connsiteX3" fmla="*/ 5787 w 108870"/>
                  <a:gd name="connsiteY3" fmla="*/ 67580 h 127919"/>
                  <a:gd name="connsiteX4" fmla="*/ 35212 w 108870"/>
                  <a:gd name="connsiteY4" fmla="*/ 19100 h 127919"/>
                  <a:gd name="connsiteX5" fmla="*/ 89770 w 108870"/>
                  <a:gd name="connsiteY5" fmla="*/ 5777 h 127919"/>
                  <a:gd name="connsiteX6" fmla="*/ 103094 w 108870"/>
                  <a:gd name="connsiteY6" fmla="*/ 60335 h 127919"/>
                  <a:gd name="connsiteX7" fmla="*/ 73867 w 108870"/>
                  <a:gd name="connsiteY7" fmla="*/ 108914 h 127919"/>
                  <a:gd name="connsiteX8" fmla="*/ 39678 w 108870"/>
                  <a:gd name="connsiteY8" fmla="*/ 127919 h 1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870" h="127919">
                    <a:moveTo>
                      <a:pt x="39678" y="127919"/>
                    </a:moveTo>
                    <a:cubicBezTo>
                      <a:pt x="32431" y="127931"/>
                      <a:pt x="25321" y="125939"/>
                      <a:pt x="19135" y="122162"/>
                    </a:cubicBezTo>
                    <a:cubicBezTo>
                      <a:pt x="384" y="110804"/>
                      <a:pt x="-5610" y="86394"/>
                      <a:pt x="5749" y="67642"/>
                    </a:cubicBezTo>
                    <a:cubicBezTo>
                      <a:pt x="5762" y="67621"/>
                      <a:pt x="5775" y="67601"/>
                      <a:pt x="5787" y="67580"/>
                    </a:cubicBezTo>
                    <a:lnTo>
                      <a:pt x="35212" y="19100"/>
                    </a:lnTo>
                    <a:cubicBezTo>
                      <a:pt x="46599" y="355"/>
                      <a:pt x="71026" y="-5609"/>
                      <a:pt x="89770" y="5777"/>
                    </a:cubicBezTo>
                    <a:cubicBezTo>
                      <a:pt x="108515" y="17164"/>
                      <a:pt x="114480" y="41590"/>
                      <a:pt x="103094" y="60335"/>
                    </a:cubicBezTo>
                    <a:lnTo>
                      <a:pt x="73867" y="108914"/>
                    </a:lnTo>
                    <a:cubicBezTo>
                      <a:pt x="66599" y="120813"/>
                      <a:pt x="53621" y="128028"/>
                      <a:pt x="39678" y="12791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0663234-CF14-947A-5B8F-5CC5586FBF5D}"/>
                  </a:ext>
                </a:extLst>
              </p:cNvPr>
              <p:cNvSpPr/>
              <p:nvPr/>
            </p:nvSpPr>
            <p:spPr>
              <a:xfrm>
                <a:off x="5915710" y="4047231"/>
                <a:ext cx="120437" cy="87708"/>
              </a:xfrm>
              <a:custGeom>
                <a:avLst/>
                <a:gdLst>
                  <a:gd name="connsiteX0" fmla="*/ 39637 w 120437"/>
                  <a:gd name="connsiteY0" fmla="*/ 87708 h 87708"/>
                  <a:gd name="connsiteX1" fmla="*/ 0 w 120437"/>
                  <a:gd name="connsiteY1" fmla="*/ 47952 h 87708"/>
                  <a:gd name="connsiteX2" fmla="*/ 31797 w 120437"/>
                  <a:gd name="connsiteY2" fmla="*/ 9109 h 87708"/>
                  <a:gd name="connsiteX3" fmla="*/ 73231 w 120437"/>
                  <a:gd name="connsiteY3" fmla="*/ 723 h 87708"/>
                  <a:gd name="connsiteX4" fmla="*/ 119715 w 120437"/>
                  <a:gd name="connsiteY4" fmla="*/ 32200 h 87708"/>
                  <a:gd name="connsiteX5" fmla="*/ 89010 w 120437"/>
                  <a:gd name="connsiteY5" fmla="*/ 78528 h 87708"/>
                  <a:gd name="connsiteX6" fmla="*/ 47527 w 120437"/>
                  <a:gd name="connsiteY6" fmla="*/ 86914 h 87708"/>
                  <a:gd name="connsiteX7" fmla="*/ 39637 w 120437"/>
                  <a:gd name="connsiteY7" fmla="*/ 87708 h 87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437" h="87708">
                    <a:moveTo>
                      <a:pt x="39637" y="87708"/>
                    </a:moveTo>
                    <a:cubicBezTo>
                      <a:pt x="17714" y="87675"/>
                      <a:pt x="-33" y="69876"/>
                      <a:pt x="0" y="47952"/>
                    </a:cubicBezTo>
                    <a:cubicBezTo>
                      <a:pt x="28" y="29096"/>
                      <a:pt x="13318" y="12861"/>
                      <a:pt x="31797" y="9109"/>
                    </a:cubicBezTo>
                    <a:lnTo>
                      <a:pt x="73231" y="723"/>
                    </a:lnTo>
                    <a:cubicBezTo>
                      <a:pt x="94759" y="-3421"/>
                      <a:pt x="115571" y="10672"/>
                      <a:pt x="119715" y="32200"/>
                    </a:cubicBezTo>
                    <a:cubicBezTo>
                      <a:pt x="123801" y="53427"/>
                      <a:pt x="110152" y="74022"/>
                      <a:pt x="89010" y="78528"/>
                    </a:cubicBezTo>
                    <a:lnTo>
                      <a:pt x="47527" y="86914"/>
                    </a:lnTo>
                    <a:cubicBezTo>
                      <a:pt x="44930" y="87441"/>
                      <a:pt x="42287" y="87707"/>
                      <a:pt x="39637" y="8770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313516A-F8C0-99AF-1712-5C212DBB91B2}"/>
                  </a:ext>
                </a:extLst>
              </p:cNvPr>
              <p:cNvSpPr/>
              <p:nvPr/>
            </p:nvSpPr>
            <p:spPr>
              <a:xfrm>
                <a:off x="5902584" y="4111868"/>
                <a:ext cx="123384" cy="105986"/>
              </a:xfrm>
              <a:custGeom>
                <a:avLst/>
                <a:gdLst>
                  <a:gd name="connsiteX0" fmla="*/ 83727 w 123384"/>
                  <a:gd name="connsiteY0" fmla="*/ 105987 h 105986"/>
                  <a:gd name="connsiteX1" fmla="*/ 63234 w 123384"/>
                  <a:gd name="connsiteY1" fmla="*/ 100280 h 105986"/>
                  <a:gd name="connsiteX2" fmla="*/ 20113 w 123384"/>
                  <a:gd name="connsiteY2" fmla="*/ 74229 h 105986"/>
                  <a:gd name="connsiteX3" fmla="*/ 5177 w 123384"/>
                  <a:gd name="connsiteY3" fmla="*/ 20113 h 105986"/>
                  <a:gd name="connsiteX4" fmla="*/ 59294 w 123384"/>
                  <a:gd name="connsiteY4" fmla="*/ 5177 h 105986"/>
                  <a:gd name="connsiteX5" fmla="*/ 61150 w 123384"/>
                  <a:gd name="connsiteY5" fmla="*/ 6299 h 105986"/>
                  <a:gd name="connsiteX6" fmla="*/ 104270 w 123384"/>
                  <a:gd name="connsiteY6" fmla="*/ 32350 h 105986"/>
                  <a:gd name="connsiteX7" fmla="*/ 117623 w 123384"/>
                  <a:gd name="connsiteY7" fmla="*/ 86878 h 105986"/>
                  <a:gd name="connsiteX8" fmla="*/ 83727 w 123384"/>
                  <a:gd name="connsiteY8" fmla="*/ 105987 h 10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384" h="105986">
                    <a:moveTo>
                      <a:pt x="83727" y="105987"/>
                    </a:moveTo>
                    <a:cubicBezTo>
                      <a:pt x="76504" y="105985"/>
                      <a:pt x="69419" y="104012"/>
                      <a:pt x="63234" y="100280"/>
                    </a:cubicBezTo>
                    <a:lnTo>
                      <a:pt x="20113" y="74229"/>
                    </a:lnTo>
                    <a:cubicBezTo>
                      <a:pt x="1045" y="63410"/>
                      <a:pt x="-5642" y="39182"/>
                      <a:pt x="5177" y="20113"/>
                    </a:cubicBezTo>
                    <a:cubicBezTo>
                      <a:pt x="15997" y="1045"/>
                      <a:pt x="40225" y="-5642"/>
                      <a:pt x="59294" y="5177"/>
                    </a:cubicBezTo>
                    <a:cubicBezTo>
                      <a:pt x="59922" y="5534"/>
                      <a:pt x="60541" y="5908"/>
                      <a:pt x="61150" y="6299"/>
                    </a:cubicBezTo>
                    <a:lnTo>
                      <a:pt x="104270" y="32350"/>
                    </a:lnTo>
                    <a:cubicBezTo>
                      <a:pt x="123015" y="43720"/>
                      <a:pt x="128993" y="68133"/>
                      <a:pt x="117623" y="86878"/>
                    </a:cubicBezTo>
                    <a:cubicBezTo>
                      <a:pt x="110435" y="98728"/>
                      <a:pt x="97587" y="105971"/>
                      <a:pt x="83727" y="10598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26B363FB-EB29-37F7-4D0A-87483D5FB379}"/>
                  </a:ext>
                </a:extLst>
              </p:cNvPr>
              <p:cNvSpPr/>
              <p:nvPr/>
            </p:nvSpPr>
            <p:spPr>
              <a:xfrm>
                <a:off x="5852543" y="4158099"/>
                <a:ext cx="89191" cy="119499"/>
              </a:xfrm>
              <a:custGeom>
                <a:avLst/>
                <a:gdLst>
                  <a:gd name="connsiteX0" fmla="*/ 49462 w 89191"/>
                  <a:gd name="connsiteY0" fmla="*/ 119500 h 119499"/>
                  <a:gd name="connsiteX1" fmla="*/ 10907 w 89191"/>
                  <a:gd name="connsiteY1" fmla="*/ 89132 h 119499"/>
                  <a:gd name="connsiteX2" fmla="*/ 982 w 89191"/>
                  <a:gd name="connsiteY2" fmla="*/ 48443 h 119499"/>
                  <a:gd name="connsiteX3" fmla="*/ 30967 w 89191"/>
                  <a:gd name="connsiteY3" fmla="*/ 982 h 119499"/>
                  <a:gd name="connsiteX4" fmla="*/ 78143 w 89191"/>
                  <a:gd name="connsiteY4" fmla="*/ 29785 h 119499"/>
                  <a:gd name="connsiteX5" fmla="*/ 88067 w 89191"/>
                  <a:gd name="connsiteY5" fmla="*/ 70474 h 119499"/>
                  <a:gd name="connsiteX6" fmla="*/ 58828 w 89191"/>
                  <a:gd name="connsiteY6" fmla="*/ 118399 h 119499"/>
                  <a:gd name="connsiteX7" fmla="*/ 58791 w 89191"/>
                  <a:gd name="connsiteY7" fmla="*/ 118408 h 119499"/>
                  <a:gd name="connsiteX8" fmla="*/ 49462 w 89191"/>
                  <a:gd name="connsiteY8" fmla="*/ 119500 h 11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1" h="119499">
                    <a:moveTo>
                      <a:pt x="49462" y="119500"/>
                    </a:moveTo>
                    <a:cubicBezTo>
                      <a:pt x="31143" y="119486"/>
                      <a:pt x="15212" y="106938"/>
                      <a:pt x="10907" y="89132"/>
                    </a:cubicBezTo>
                    <a:lnTo>
                      <a:pt x="982" y="48443"/>
                    </a:lnTo>
                    <a:cubicBezTo>
                      <a:pt x="-3844" y="27057"/>
                      <a:pt x="9581" y="5808"/>
                      <a:pt x="30967" y="982"/>
                    </a:cubicBezTo>
                    <a:cubicBezTo>
                      <a:pt x="51892" y="-3740"/>
                      <a:pt x="72783" y="9015"/>
                      <a:pt x="78143" y="29785"/>
                    </a:cubicBezTo>
                    <a:lnTo>
                      <a:pt x="88067" y="70474"/>
                    </a:lnTo>
                    <a:cubicBezTo>
                      <a:pt x="93227" y="91782"/>
                      <a:pt x="80136" y="113239"/>
                      <a:pt x="58828" y="118399"/>
                    </a:cubicBezTo>
                    <a:cubicBezTo>
                      <a:pt x="58816" y="118402"/>
                      <a:pt x="58803" y="118405"/>
                      <a:pt x="58791" y="118408"/>
                    </a:cubicBezTo>
                    <a:cubicBezTo>
                      <a:pt x="55734" y="119135"/>
                      <a:pt x="52603" y="119501"/>
                      <a:pt x="49462" y="11950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781AB5CF-E34B-2D20-84DB-D200DE2F6EE6}"/>
                  </a:ext>
                </a:extLst>
              </p:cNvPr>
              <p:cNvSpPr/>
              <p:nvPr/>
            </p:nvSpPr>
            <p:spPr>
              <a:xfrm>
                <a:off x="5771097" y="4141677"/>
                <a:ext cx="104382" cy="121878"/>
              </a:xfrm>
              <a:custGeom>
                <a:avLst/>
                <a:gdLst>
                  <a:gd name="connsiteX0" fmla="*/ 39557 w 104382"/>
                  <a:gd name="connsiteY0" fmla="*/ 121878 h 121878"/>
                  <a:gd name="connsiteX1" fmla="*/ 0 w 104382"/>
                  <a:gd name="connsiteY1" fmla="*/ 82042 h 121878"/>
                  <a:gd name="connsiteX2" fmla="*/ 5318 w 104382"/>
                  <a:gd name="connsiteY2" fmla="*/ 62334 h 121878"/>
                  <a:gd name="connsiteX3" fmla="*/ 30129 w 104382"/>
                  <a:gd name="connsiteY3" fmla="*/ 20156 h 121878"/>
                  <a:gd name="connsiteX4" fmla="*/ 84227 w 104382"/>
                  <a:gd name="connsiteY4" fmla="*/ 5153 h 121878"/>
                  <a:gd name="connsiteX5" fmla="*/ 99229 w 104382"/>
                  <a:gd name="connsiteY5" fmla="*/ 59251 h 121878"/>
                  <a:gd name="connsiteX6" fmla="*/ 98705 w 104382"/>
                  <a:gd name="connsiteY6" fmla="*/ 60150 h 121878"/>
                  <a:gd name="connsiteX7" fmla="*/ 73894 w 104382"/>
                  <a:gd name="connsiteY7" fmla="*/ 102328 h 121878"/>
                  <a:gd name="connsiteX8" fmla="*/ 39557 w 104382"/>
                  <a:gd name="connsiteY8" fmla="*/ 121878 h 12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382" h="121878">
                    <a:moveTo>
                      <a:pt x="39557" y="121878"/>
                    </a:moveTo>
                    <a:cubicBezTo>
                      <a:pt x="17633" y="121801"/>
                      <a:pt x="-77" y="103966"/>
                      <a:pt x="0" y="82042"/>
                    </a:cubicBezTo>
                    <a:cubicBezTo>
                      <a:pt x="25" y="75121"/>
                      <a:pt x="1858" y="68327"/>
                      <a:pt x="5318" y="62334"/>
                    </a:cubicBezTo>
                    <a:lnTo>
                      <a:pt x="30129" y="20156"/>
                    </a:lnTo>
                    <a:cubicBezTo>
                      <a:pt x="40925" y="1074"/>
                      <a:pt x="65145" y="-5642"/>
                      <a:pt x="84227" y="5153"/>
                    </a:cubicBezTo>
                    <a:cubicBezTo>
                      <a:pt x="103308" y="15949"/>
                      <a:pt x="110025" y="40170"/>
                      <a:pt x="99229" y="59251"/>
                    </a:cubicBezTo>
                    <a:cubicBezTo>
                      <a:pt x="99058" y="59553"/>
                      <a:pt x="98883" y="59853"/>
                      <a:pt x="98705" y="60150"/>
                    </a:cubicBezTo>
                    <a:lnTo>
                      <a:pt x="73894" y="102328"/>
                    </a:lnTo>
                    <a:cubicBezTo>
                      <a:pt x="66735" y="114483"/>
                      <a:pt x="53663" y="121926"/>
                      <a:pt x="39557" y="12187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4458750F-5D1D-3481-2871-3906A4C08805}"/>
                  </a:ext>
                </a:extLst>
              </p:cNvPr>
              <p:cNvSpPr/>
              <p:nvPr/>
            </p:nvSpPr>
            <p:spPr>
              <a:xfrm>
                <a:off x="5718114" y="4091012"/>
                <a:ext cx="125083" cy="91761"/>
              </a:xfrm>
              <a:custGeom>
                <a:avLst/>
                <a:gdLst>
                  <a:gd name="connsiteX0" fmla="*/ 39842 w 125083"/>
                  <a:gd name="connsiteY0" fmla="*/ 91761 h 91761"/>
                  <a:gd name="connsiteX1" fmla="*/ 0 w 125083"/>
                  <a:gd name="connsiteY1" fmla="*/ 52211 h 91761"/>
                  <a:gd name="connsiteX2" fmla="*/ 29472 w 125083"/>
                  <a:gd name="connsiteY2" fmla="*/ 13708 h 91761"/>
                  <a:gd name="connsiteX3" fmla="*/ 75520 w 125083"/>
                  <a:gd name="connsiteY3" fmla="*/ 1253 h 91761"/>
                  <a:gd name="connsiteX4" fmla="*/ 123831 w 125083"/>
                  <a:gd name="connsiteY4" fmla="*/ 29848 h 91761"/>
                  <a:gd name="connsiteX5" fmla="*/ 96311 w 125083"/>
                  <a:gd name="connsiteY5" fmla="*/ 77868 h 91761"/>
                  <a:gd name="connsiteX6" fmla="*/ 50312 w 125083"/>
                  <a:gd name="connsiteY6" fmla="*/ 90322 h 91761"/>
                  <a:gd name="connsiteX7" fmla="*/ 39842 w 125083"/>
                  <a:gd name="connsiteY7" fmla="*/ 91761 h 91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083" h="91761">
                    <a:moveTo>
                      <a:pt x="39842" y="91761"/>
                    </a:moveTo>
                    <a:cubicBezTo>
                      <a:pt x="17919" y="91842"/>
                      <a:pt x="81" y="74134"/>
                      <a:pt x="0" y="52211"/>
                    </a:cubicBezTo>
                    <a:cubicBezTo>
                      <a:pt x="-66" y="34171"/>
                      <a:pt x="12040" y="18355"/>
                      <a:pt x="29472" y="13708"/>
                    </a:cubicBezTo>
                    <a:lnTo>
                      <a:pt x="75520" y="1253"/>
                    </a:lnTo>
                    <a:cubicBezTo>
                      <a:pt x="96757" y="-4192"/>
                      <a:pt x="118386" y="8611"/>
                      <a:pt x="123831" y="29848"/>
                    </a:cubicBezTo>
                    <a:cubicBezTo>
                      <a:pt x="129168" y="50665"/>
                      <a:pt x="116970" y="71949"/>
                      <a:pt x="96311" y="77868"/>
                    </a:cubicBezTo>
                    <a:lnTo>
                      <a:pt x="50312" y="90322"/>
                    </a:lnTo>
                    <a:cubicBezTo>
                      <a:pt x="46900" y="91259"/>
                      <a:pt x="43380" y="91743"/>
                      <a:pt x="39842" y="9176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9D6C2DC2-DB63-6914-592B-371B8F8CE45A}"/>
                  </a:ext>
                </a:extLst>
              </p:cNvPr>
              <p:cNvSpPr/>
              <p:nvPr/>
            </p:nvSpPr>
            <p:spPr>
              <a:xfrm>
                <a:off x="5728884" y="4004914"/>
                <a:ext cx="123745" cy="108241"/>
              </a:xfrm>
              <a:custGeom>
                <a:avLst/>
                <a:gdLst>
                  <a:gd name="connsiteX0" fmla="*/ 83754 w 123745"/>
                  <a:gd name="connsiteY0" fmla="*/ 108241 h 108241"/>
                  <a:gd name="connsiteX1" fmla="*/ 62119 w 123745"/>
                  <a:gd name="connsiteY1" fmla="*/ 101791 h 108241"/>
                  <a:gd name="connsiteX2" fmla="*/ 17957 w 123745"/>
                  <a:gd name="connsiteY2" fmla="*/ 73011 h 108241"/>
                  <a:gd name="connsiteX3" fmla="*/ 6519 w 123745"/>
                  <a:gd name="connsiteY3" fmla="*/ 17957 h 108241"/>
                  <a:gd name="connsiteX4" fmla="*/ 61573 w 123745"/>
                  <a:gd name="connsiteY4" fmla="*/ 6519 h 108241"/>
                  <a:gd name="connsiteX5" fmla="*/ 105736 w 123745"/>
                  <a:gd name="connsiteY5" fmla="*/ 35299 h 108241"/>
                  <a:gd name="connsiteX6" fmla="*/ 117290 w 123745"/>
                  <a:gd name="connsiteY6" fmla="*/ 90237 h 108241"/>
                  <a:gd name="connsiteX7" fmla="*/ 84002 w 123745"/>
                  <a:gd name="connsiteY7" fmla="*/ 108241 h 108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745" h="108241">
                    <a:moveTo>
                      <a:pt x="83754" y="108241"/>
                    </a:moveTo>
                    <a:cubicBezTo>
                      <a:pt x="76070" y="108230"/>
                      <a:pt x="68554" y="105990"/>
                      <a:pt x="62119" y="101791"/>
                    </a:cubicBezTo>
                    <a:lnTo>
                      <a:pt x="17957" y="73011"/>
                    </a:lnTo>
                    <a:cubicBezTo>
                      <a:pt x="-405" y="60966"/>
                      <a:pt x="-5525" y="36318"/>
                      <a:pt x="6519" y="17957"/>
                    </a:cubicBezTo>
                    <a:cubicBezTo>
                      <a:pt x="18563" y="-405"/>
                      <a:pt x="43212" y="-5525"/>
                      <a:pt x="61573" y="6519"/>
                    </a:cubicBezTo>
                    <a:lnTo>
                      <a:pt x="105736" y="35299"/>
                    </a:lnTo>
                    <a:cubicBezTo>
                      <a:pt x="124097" y="47279"/>
                      <a:pt x="129270" y="71875"/>
                      <a:pt x="117290" y="90237"/>
                    </a:cubicBezTo>
                    <a:cubicBezTo>
                      <a:pt x="109953" y="101482"/>
                      <a:pt x="97429" y="108256"/>
                      <a:pt x="84002" y="10824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2B4EC661-3C24-9B62-14F0-9A8A4DA18F9A}"/>
                  </a:ext>
                </a:extLst>
              </p:cNvPr>
              <p:cNvSpPr/>
              <p:nvPr/>
            </p:nvSpPr>
            <p:spPr>
              <a:xfrm>
                <a:off x="5763032" y="4000417"/>
                <a:ext cx="229347" cy="229346"/>
              </a:xfrm>
              <a:custGeom>
                <a:avLst/>
                <a:gdLst>
                  <a:gd name="connsiteX0" fmla="*/ 114709 w 229347"/>
                  <a:gd name="connsiteY0" fmla="*/ 229347 h 229346"/>
                  <a:gd name="connsiteX1" fmla="*/ 0 w 229347"/>
                  <a:gd name="connsiteY1" fmla="*/ 114709 h 229346"/>
                  <a:gd name="connsiteX2" fmla="*/ 114638 w 229347"/>
                  <a:gd name="connsiteY2" fmla="*/ 0 h 229346"/>
                  <a:gd name="connsiteX3" fmla="*/ 229347 w 229347"/>
                  <a:gd name="connsiteY3" fmla="*/ 114638 h 229346"/>
                  <a:gd name="connsiteX4" fmla="*/ 141058 w 229347"/>
                  <a:gd name="connsiteY4" fmla="*/ 226270 h 229346"/>
                  <a:gd name="connsiteX5" fmla="*/ 114709 w 229347"/>
                  <a:gd name="connsiteY5" fmla="*/ 229347 h 229346"/>
                  <a:gd name="connsiteX6" fmla="*/ 114709 w 229347"/>
                  <a:gd name="connsiteY6" fmla="*/ 80187 h 229346"/>
                  <a:gd name="connsiteX7" fmla="*/ 106819 w 229347"/>
                  <a:gd name="connsiteY7" fmla="*/ 81179 h 229346"/>
                  <a:gd name="connsiteX8" fmla="*/ 81066 w 229347"/>
                  <a:gd name="connsiteY8" fmla="*/ 123009 h 229346"/>
                  <a:gd name="connsiteX9" fmla="*/ 122895 w 229347"/>
                  <a:gd name="connsiteY9" fmla="*/ 148763 h 229346"/>
                  <a:gd name="connsiteX10" fmla="*/ 148649 w 229347"/>
                  <a:gd name="connsiteY10" fmla="*/ 106933 h 229346"/>
                  <a:gd name="connsiteX11" fmla="*/ 114808 w 229347"/>
                  <a:gd name="connsiteY11" fmla="*/ 80237 h 22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9347" h="229346">
                    <a:moveTo>
                      <a:pt x="114709" y="229347"/>
                    </a:moveTo>
                    <a:cubicBezTo>
                      <a:pt x="51377" y="229366"/>
                      <a:pt x="20" y="178041"/>
                      <a:pt x="0" y="114709"/>
                    </a:cubicBezTo>
                    <a:cubicBezTo>
                      <a:pt x="-20" y="51377"/>
                      <a:pt x="51306" y="20"/>
                      <a:pt x="114638" y="0"/>
                    </a:cubicBezTo>
                    <a:cubicBezTo>
                      <a:pt x="177971" y="-20"/>
                      <a:pt x="229327" y="51306"/>
                      <a:pt x="229347" y="114638"/>
                    </a:cubicBezTo>
                    <a:cubicBezTo>
                      <a:pt x="229364" y="167820"/>
                      <a:pt x="192813" y="214034"/>
                      <a:pt x="141058" y="226270"/>
                    </a:cubicBezTo>
                    <a:cubicBezTo>
                      <a:pt x="132426" y="228324"/>
                      <a:pt x="123582" y="229357"/>
                      <a:pt x="114709" y="229347"/>
                    </a:cubicBezTo>
                    <a:close/>
                    <a:moveTo>
                      <a:pt x="114709" y="80187"/>
                    </a:moveTo>
                    <a:cubicBezTo>
                      <a:pt x="112049" y="80209"/>
                      <a:pt x="109401" y="80542"/>
                      <a:pt x="106819" y="81179"/>
                    </a:cubicBezTo>
                    <a:cubicBezTo>
                      <a:pt x="88157" y="85619"/>
                      <a:pt x="76626" y="104346"/>
                      <a:pt x="81066" y="123009"/>
                    </a:cubicBezTo>
                    <a:cubicBezTo>
                      <a:pt x="85505" y="141672"/>
                      <a:pt x="104233" y="153202"/>
                      <a:pt x="122895" y="148763"/>
                    </a:cubicBezTo>
                    <a:cubicBezTo>
                      <a:pt x="141558" y="144324"/>
                      <a:pt x="153088" y="125596"/>
                      <a:pt x="148649" y="106933"/>
                    </a:cubicBezTo>
                    <a:cubicBezTo>
                      <a:pt x="144922" y="91265"/>
                      <a:pt x="130914" y="80214"/>
                      <a:pt x="114808" y="8023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31E6294C-0BD5-C825-B76D-A68A81E64775}"/>
                </a:ext>
              </a:extLst>
            </p:cNvPr>
            <p:cNvSpPr/>
            <p:nvPr/>
          </p:nvSpPr>
          <p:spPr>
            <a:xfrm>
              <a:off x="5451101" y="4018628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14F34BB-E819-4783-962A-7A9E9ED55A41}"/>
                </a:ext>
              </a:extLst>
            </p:cNvPr>
            <p:cNvSpPr/>
            <p:nvPr/>
          </p:nvSpPr>
          <p:spPr>
            <a:xfrm>
              <a:off x="5546418" y="3740375"/>
              <a:ext cx="142696" cy="142738"/>
            </a:xfrm>
            <a:custGeom>
              <a:avLst/>
              <a:gdLst>
                <a:gd name="connsiteX0" fmla="*/ 102868 w 142696"/>
                <a:gd name="connsiteY0" fmla="*/ 142738 h 142738"/>
                <a:gd name="connsiteX1" fmla="*/ 74783 w 142696"/>
                <a:gd name="connsiteY1" fmla="*/ 131127 h 142738"/>
                <a:gd name="connsiteX2" fmla="*/ 11616 w 142696"/>
                <a:gd name="connsiteY2" fmla="*/ 67762 h 142738"/>
                <a:gd name="connsiteX3" fmla="*/ 11641 w 142696"/>
                <a:gd name="connsiteY3" fmla="*/ 11616 h 142738"/>
                <a:gd name="connsiteX4" fmla="*/ 67786 w 142696"/>
                <a:gd name="connsiteY4" fmla="*/ 11641 h 142738"/>
                <a:gd name="connsiteX5" fmla="*/ 130904 w 142696"/>
                <a:gd name="connsiteY5" fmla="*/ 74808 h 142738"/>
                <a:gd name="connsiteX6" fmla="*/ 131234 w 142696"/>
                <a:gd name="connsiteY6" fmla="*/ 130946 h 142738"/>
                <a:gd name="connsiteX7" fmla="*/ 102868 w 142696"/>
                <a:gd name="connsiteY7" fmla="*/ 142738 h 142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696" h="142738">
                  <a:moveTo>
                    <a:pt x="102868" y="142738"/>
                  </a:moveTo>
                  <a:cubicBezTo>
                    <a:pt x="92337" y="142747"/>
                    <a:pt x="82234" y="138570"/>
                    <a:pt x="74783" y="131127"/>
                  </a:cubicBezTo>
                  <a:lnTo>
                    <a:pt x="11616" y="67762"/>
                  </a:lnTo>
                  <a:cubicBezTo>
                    <a:pt x="-3882" y="52251"/>
                    <a:pt x="-3871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30904" y="74808"/>
                  </a:lnTo>
                  <a:cubicBezTo>
                    <a:pt x="146498" y="90219"/>
                    <a:pt x="146645" y="115353"/>
                    <a:pt x="131234" y="130946"/>
                  </a:cubicBezTo>
                  <a:cubicBezTo>
                    <a:pt x="123745" y="138524"/>
                    <a:pt x="113523" y="142774"/>
                    <a:pt x="102868" y="1427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9FA77CEC-42CA-6D80-4992-05FD6C8FBCF4}"/>
                </a:ext>
              </a:extLst>
            </p:cNvPr>
            <p:cNvSpPr/>
            <p:nvPr/>
          </p:nvSpPr>
          <p:spPr>
            <a:xfrm>
              <a:off x="5837052" y="3645183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0" y="168710"/>
                    <a:pt x="39697" y="16871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27EB26EA-E52D-E07A-1EC9-F07E59C0B090}"/>
                </a:ext>
              </a:extLst>
            </p:cNvPr>
            <p:cNvSpPr/>
            <p:nvPr/>
          </p:nvSpPr>
          <p:spPr>
            <a:xfrm>
              <a:off x="6154624" y="4018628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B22AFC95-1750-EF49-FF42-A7C9AF295E78}"/>
                </a:ext>
              </a:extLst>
            </p:cNvPr>
            <p:cNvSpPr/>
            <p:nvPr/>
          </p:nvSpPr>
          <p:spPr>
            <a:xfrm>
              <a:off x="6070635" y="3740574"/>
              <a:ext cx="142497" cy="142539"/>
            </a:xfrm>
            <a:custGeom>
              <a:avLst/>
              <a:gdLst>
                <a:gd name="connsiteX0" fmla="*/ 39629 w 142497"/>
                <a:gd name="connsiteY0" fmla="*/ 142540 h 142539"/>
                <a:gd name="connsiteX1" fmla="*/ 0 w 142497"/>
                <a:gd name="connsiteY1" fmla="*/ 102776 h 142539"/>
                <a:gd name="connsiteX2" fmla="*/ 11593 w 142497"/>
                <a:gd name="connsiteY2" fmla="*/ 74808 h 142539"/>
                <a:gd name="connsiteX3" fmla="*/ 74711 w 142497"/>
                <a:gd name="connsiteY3" fmla="*/ 11641 h 142539"/>
                <a:gd name="connsiteX4" fmla="*/ 130856 w 142497"/>
                <a:gd name="connsiteY4" fmla="*/ 11616 h 142539"/>
                <a:gd name="connsiteX5" fmla="*/ 130881 w 142497"/>
                <a:gd name="connsiteY5" fmla="*/ 67762 h 142539"/>
                <a:gd name="connsiteX6" fmla="*/ 67714 w 142497"/>
                <a:gd name="connsiteY6" fmla="*/ 130730 h 142539"/>
                <a:gd name="connsiteX7" fmla="*/ 39629 w 142497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97" h="142539">
                  <a:moveTo>
                    <a:pt x="39629" y="142540"/>
                  </a:moveTo>
                  <a:cubicBezTo>
                    <a:pt x="17705" y="142502"/>
                    <a:pt x="-37" y="124699"/>
                    <a:pt x="0" y="102776"/>
                  </a:cubicBezTo>
                  <a:cubicBezTo>
                    <a:pt x="18" y="92288"/>
                    <a:pt x="4186" y="82233"/>
                    <a:pt x="11593" y="74808"/>
                  </a:cubicBezTo>
                  <a:lnTo>
                    <a:pt x="74711" y="11641"/>
                  </a:lnTo>
                  <a:cubicBezTo>
                    <a:pt x="90208" y="-3870"/>
                    <a:pt x="115345" y="-3882"/>
                    <a:pt x="130856" y="11616"/>
                  </a:cubicBezTo>
                  <a:cubicBezTo>
                    <a:pt x="146368" y="27113"/>
                    <a:pt x="146379" y="52250"/>
                    <a:pt x="130881" y="67762"/>
                  </a:cubicBezTo>
                  <a:lnTo>
                    <a:pt x="67714" y="130730"/>
                  </a:lnTo>
                  <a:cubicBezTo>
                    <a:pt x="60296" y="138246"/>
                    <a:pt x="50189" y="142496"/>
                    <a:pt x="39629" y="14254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2110C1E1-DDAD-8703-E20A-AA21A5330045}"/>
                </a:ext>
              </a:extLst>
            </p:cNvPr>
            <p:cNvSpPr/>
            <p:nvPr/>
          </p:nvSpPr>
          <p:spPr>
            <a:xfrm>
              <a:off x="5575320" y="3831490"/>
              <a:ext cx="566499" cy="664588"/>
            </a:xfrm>
            <a:custGeom>
              <a:avLst/>
              <a:gdLst>
                <a:gd name="connsiteX0" fmla="*/ 416201 w 566499"/>
                <a:gd name="connsiteY0" fmla="*/ 664588 h 664588"/>
                <a:gd name="connsiteX1" fmla="*/ 225061 w 566499"/>
                <a:gd name="connsiteY1" fmla="*/ 664588 h 664588"/>
                <a:gd name="connsiteX2" fmla="*/ 176334 w 566499"/>
                <a:gd name="connsiteY2" fmla="*/ 615811 h 664588"/>
                <a:gd name="connsiteX3" fmla="*/ 176334 w 566499"/>
                <a:gd name="connsiteY3" fmla="*/ 591795 h 664588"/>
                <a:gd name="connsiteX4" fmla="*/ 159215 w 566499"/>
                <a:gd name="connsiteY4" fmla="*/ 591795 h 664588"/>
                <a:gd name="connsiteX5" fmla="*/ 79127 w 566499"/>
                <a:gd name="connsiteY5" fmla="*/ 523021 h 664588"/>
                <a:gd name="connsiteX6" fmla="*/ 70691 w 566499"/>
                <a:gd name="connsiteY6" fmla="*/ 467842 h 664588"/>
                <a:gd name="connsiteX7" fmla="*/ 67019 w 566499"/>
                <a:gd name="connsiteY7" fmla="*/ 467842 h 664588"/>
                <a:gd name="connsiteX8" fmla="*/ 0 w 566499"/>
                <a:gd name="connsiteY8" fmla="*/ 400787 h 664588"/>
                <a:gd name="connsiteX9" fmla="*/ 4299 w 566499"/>
                <a:gd name="connsiteY9" fmla="*/ 377185 h 664588"/>
                <a:gd name="connsiteX10" fmla="*/ 45286 w 566499"/>
                <a:gd name="connsiteY10" fmla="*/ 258890 h 664588"/>
                <a:gd name="connsiteX11" fmla="*/ 117335 w 566499"/>
                <a:gd name="connsiteY11" fmla="*/ 72366 h 664588"/>
                <a:gd name="connsiteX12" fmla="*/ 312245 w 566499"/>
                <a:gd name="connsiteY12" fmla="*/ 19 h 664588"/>
                <a:gd name="connsiteX13" fmla="*/ 491128 w 566499"/>
                <a:gd name="connsiteY13" fmla="*/ 68743 h 664588"/>
                <a:gd name="connsiteX14" fmla="*/ 566403 w 566499"/>
                <a:gd name="connsiteY14" fmla="*/ 244152 h 664588"/>
                <a:gd name="connsiteX15" fmla="*/ 560696 w 566499"/>
                <a:gd name="connsiteY15" fmla="*/ 320717 h 664588"/>
                <a:gd name="connsiteX16" fmla="*/ 498819 w 566499"/>
                <a:gd name="connsiteY16" fmla="*/ 468785 h 664588"/>
                <a:gd name="connsiteX17" fmla="*/ 470386 w 566499"/>
                <a:gd name="connsiteY17" fmla="*/ 539892 h 664588"/>
                <a:gd name="connsiteX18" fmla="*/ 464829 w 566499"/>
                <a:gd name="connsiteY18" fmla="*/ 619285 h 664588"/>
                <a:gd name="connsiteX19" fmla="*/ 416201 w 566499"/>
                <a:gd name="connsiteY19" fmla="*/ 664588 h 664588"/>
                <a:gd name="connsiteX20" fmla="*/ 255777 w 566499"/>
                <a:gd name="connsiteY20" fmla="*/ 615414 h 664588"/>
                <a:gd name="connsiteX21" fmla="*/ 255777 w 566499"/>
                <a:gd name="connsiteY21" fmla="*/ 615414 h 664588"/>
                <a:gd name="connsiteX22" fmla="*/ 255777 w 566499"/>
                <a:gd name="connsiteY22" fmla="*/ 585195 h 664588"/>
                <a:gd name="connsiteX23" fmla="*/ 387768 w 566499"/>
                <a:gd name="connsiteY23" fmla="*/ 585195 h 664588"/>
                <a:gd name="connsiteX24" fmla="*/ 391341 w 566499"/>
                <a:gd name="connsiteY24" fmla="*/ 534334 h 664588"/>
                <a:gd name="connsiteX25" fmla="*/ 436992 w 566499"/>
                <a:gd name="connsiteY25" fmla="*/ 418817 h 664588"/>
                <a:gd name="connsiteX26" fmla="*/ 482395 w 566499"/>
                <a:gd name="connsiteY26" fmla="*/ 307568 h 664588"/>
                <a:gd name="connsiteX27" fmla="*/ 487059 w 566499"/>
                <a:gd name="connsiteY27" fmla="*/ 246782 h 664588"/>
                <a:gd name="connsiteX28" fmla="*/ 487059 w 566499"/>
                <a:gd name="connsiteY28" fmla="*/ 244946 h 664588"/>
                <a:gd name="connsiteX29" fmla="*/ 436843 w 566499"/>
                <a:gd name="connsiteY29" fmla="*/ 126452 h 664588"/>
                <a:gd name="connsiteX30" fmla="*/ 312295 w 566499"/>
                <a:gd name="connsiteY30" fmla="*/ 79263 h 664588"/>
                <a:gd name="connsiteX31" fmla="*/ 173605 w 566499"/>
                <a:gd name="connsiteY31" fmla="*/ 128338 h 664588"/>
                <a:gd name="connsiteX32" fmla="*/ 124629 w 566499"/>
                <a:gd name="connsiteY32" fmla="*/ 265886 h 664588"/>
                <a:gd name="connsiteX33" fmla="*/ 122446 w 566499"/>
                <a:gd name="connsiteY33" fmla="*/ 278688 h 664588"/>
                <a:gd name="connsiteX34" fmla="*/ 84436 w 566499"/>
                <a:gd name="connsiteY34" fmla="*/ 388350 h 664588"/>
                <a:gd name="connsiteX35" fmla="*/ 104830 w 566499"/>
                <a:gd name="connsiteY35" fmla="*/ 388350 h 664588"/>
                <a:gd name="connsiteX36" fmla="*/ 144031 w 566499"/>
                <a:gd name="connsiteY36" fmla="*/ 422043 h 664588"/>
                <a:gd name="connsiteX37" fmla="*/ 157627 w 566499"/>
                <a:gd name="connsiteY37" fmla="*/ 510864 h 664588"/>
                <a:gd name="connsiteX38" fmla="*/ 159204 w 566499"/>
                <a:gd name="connsiteY38" fmla="*/ 512258 h 664588"/>
                <a:gd name="connsiteX39" fmla="*/ 159264 w 566499"/>
                <a:gd name="connsiteY39" fmla="*/ 512253 h 664588"/>
                <a:gd name="connsiteX40" fmla="*/ 215832 w 566499"/>
                <a:gd name="connsiteY40" fmla="*/ 512253 h 664588"/>
                <a:gd name="connsiteX41" fmla="*/ 255529 w 566499"/>
                <a:gd name="connsiteY41" fmla="*/ 551949 h 66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66499" h="664588">
                  <a:moveTo>
                    <a:pt x="416201" y="664588"/>
                  </a:moveTo>
                  <a:lnTo>
                    <a:pt x="225061" y="664588"/>
                  </a:lnTo>
                  <a:cubicBezTo>
                    <a:pt x="198142" y="664561"/>
                    <a:pt x="176334" y="642731"/>
                    <a:pt x="176334" y="615811"/>
                  </a:cubicBezTo>
                  <a:lnTo>
                    <a:pt x="176334" y="591795"/>
                  </a:lnTo>
                  <a:lnTo>
                    <a:pt x="159215" y="591795"/>
                  </a:lnTo>
                  <a:cubicBezTo>
                    <a:pt x="119145" y="591938"/>
                    <a:pt x="85041" y="562652"/>
                    <a:pt x="79127" y="523021"/>
                  </a:cubicBezTo>
                  <a:lnTo>
                    <a:pt x="70691" y="467842"/>
                  </a:lnTo>
                  <a:lnTo>
                    <a:pt x="67019" y="467842"/>
                  </a:lnTo>
                  <a:cubicBezTo>
                    <a:pt x="29996" y="467832"/>
                    <a:pt x="-10" y="437810"/>
                    <a:pt x="0" y="400787"/>
                  </a:cubicBezTo>
                  <a:cubicBezTo>
                    <a:pt x="2" y="392725"/>
                    <a:pt x="1458" y="384730"/>
                    <a:pt x="4299" y="377185"/>
                  </a:cubicBezTo>
                  <a:lnTo>
                    <a:pt x="45286" y="258890"/>
                  </a:lnTo>
                  <a:cubicBezTo>
                    <a:pt x="46973" y="182375"/>
                    <a:pt x="71833" y="117967"/>
                    <a:pt x="117335" y="72366"/>
                  </a:cubicBezTo>
                  <a:cubicBezTo>
                    <a:pt x="164623" y="25077"/>
                    <a:pt x="232008" y="19"/>
                    <a:pt x="312245" y="19"/>
                  </a:cubicBezTo>
                  <a:cubicBezTo>
                    <a:pt x="378464" y="-774"/>
                    <a:pt x="442473" y="23818"/>
                    <a:pt x="491128" y="68743"/>
                  </a:cubicBezTo>
                  <a:cubicBezTo>
                    <a:pt x="539495" y="114219"/>
                    <a:pt x="566765" y="177765"/>
                    <a:pt x="566403" y="244152"/>
                  </a:cubicBezTo>
                  <a:cubicBezTo>
                    <a:pt x="566969" y="269798"/>
                    <a:pt x="565059" y="295439"/>
                    <a:pt x="560696" y="320717"/>
                  </a:cubicBezTo>
                  <a:cubicBezTo>
                    <a:pt x="553898" y="361654"/>
                    <a:pt x="537623" y="420604"/>
                    <a:pt x="498819" y="468785"/>
                  </a:cubicBezTo>
                  <a:cubicBezTo>
                    <a:pt x="482275" y="489011"/>
                    <a:pt x="472349" y="513835"/>
                    <a:pt x="470386" y="539892"/>
                  </a:cubicBezTo>
                  <a:lnTo>
                    <a:pt x="464829" y="619285"/>
                  </a:lnTo>
                  <a:cubicBezTo>
                    <a:pt x="462914" y="644757"/>
                    <a:pt x="441744" y="664479"/>
                    <a:pt x="416201" y="664588"/>
                  </a:cubicBezTo>
                  <a:close/>
                  <a:moveTo>
                    <a:pt x="255777" y="615414"/>
                  </a:moveTo>
                  <a:lnTo>
                    <a:pt x="255777" y="615414"/>
                  </a:lnTo>
                  <a:close/>
                  <a:moveTo>
                    <a:pt x="255777" y="585195"/>
                  </a:moveTo>
                  <a:lnTo>
                    <a:pt x="387768" y="585195"/>
                  </a:lnTo>
                  <a:lnTo>
                    <a:pt x="391341" y="534334"/>
                  </a:lnTo>
                  <a:cubicBezTo>
                    <a:pt x="394331" y="492053"/>
                    <a:pt x="410270" y="451719"/>
                    <a:pt x="436992" y="418817"/>
                  </a:cubicBezTo>
                  <a:cubicBezTo>
                    <a:pt x="465027" y="384083"/>
                    <a:pt x="477135" y="339126"/>
                    <a:pt x="482395" y="307568"/>
                  </a:cubicBezTo>
                  <a:cubicBezTo>
                    <a:pt x="485895" y="287502"/>
                    <a:pt x="487457" y="267147"/>
                    <a:pt x="487059" y="246782"/>
                  </a:cubicBezTo>
                  <a:cubicBezTo>
                    <a:pt x="487059" y="246187"/>
                    <a:pt x="487059" y="245542"/>
                    <a:pt x="487059" y="244946"/>
                  </a:cubicBezTo>
                  <a:cubicBezTo>
                    <a:pt x="487585" y="200172"/>
                    <a:pt x="469380" y="157214"/>
                    <a:pt x="436843" y="126452"/>
                  </a:cubicBezTo>
                  <a:cubicBezTo>
                    <a:pt x="402870" y="95405"/>
                    <a:pt x="358312" y="78522"/>
                    <a:pt x="312295" y="79263"/>
                  </a:cubicBezTo>
                  <a:cubicBezTo>
                    <a:pt x="253593" y="79263"/>
                    <a:pt x="205660" y="96233"/>
                    <a:pt x="173605" y="128338"/>
                  </a:cubicBezTo>
                  <a:cubicBezTo>
                    <a:pt x="141550" y="160442"/>
                    <a:pt x="124877" y="207731"/>
                    <a:pt x="124629" y="265886"/>
                  </a:cubicBezTo>
                  <a:cubicBezTo>
                    <a:pt x="124627" y="270246"/>
                    <a:pt x="123888" y="274574"/>
                    <a:pt x="122446" y="278688"/>
                  </a:cubicBezTo>
                  <a:lnTo>
                    <a:pt x="84436" y="388350"/>
                  </a:lnTo>
                  <a:lnTo>
                    <a:pt x="104830" y="388350"/>
                  </a:lnTo>
                  <a:cubicBezTo>
                    <a:pt x="124421" y="388370"/>
                    <a:pt x="141068" y="402677"/>
                    <a:pt x="144031" y="422043"/>
                  </a:cubicBezTo>
                  <a:lnTo>
                    <a:pt x="157627" y="510864"/>
                  </a:lnTo>
                  <a:cubicBezTo>
                    <a:pt x="157677" y="511684"/>
                    <a:pt x="158384" y="512308"/>
                    <a:pt x="159204" y="512258"/>
                  </a:cubicBezTo>
                  <a:cubicBezTo>
                    <a:pt x="159224" y="512257"/>
                    <a:pt x="159244" y="512255"/>
                    <a:pt x="159264" y="512253"/>
                  </a:cubicBezTo>
                  <a:lnTo>
                    <a:pt x="215832" y="512253"/>
                  </a:lnTo>
                  <a:cubicBezTo>
                    <a:pt x="237756" y="512253"/>
                    <a:pt x="255529" y="530026"/>
                    <a:pt x="255529" y="5519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5CAB4699-2912-12AC-6ED7-92FACF7184A3}"/>
              </a:ext>
            </a:extLst>
          </p:cNvPr>
          <p:cNvGrpSpPr/>
          <p:nvPr/>
        </p:nvGrpSpPr>
        <p:grpSpPr>
          <a:xfrm>
            <a:off x="8102939" y="3744921"/>
            <a:ext cx="818559" cy="658565"/>
            <a:chOff x="8102939" y="3744921"/>
            <a:chExt cx="818559" cy="658565"/>
          </a:xfrm>
        </p:grpSpPr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607418E6-30B6-2CD9-7910-C48B32EFDE68}"/>
                </a:ext>
              </a:extLst>
            </p:cNvPr>
            <p:cNvSpPr/>
            <p:nvPr/>
          </p:nvSpPr>
          <p:spPr>
            <a:xfrm>
              <a:off x="8107901" y="4168780"/>
              <a:ext cx="185978" cy="79393"/>
            </a:xfrm>
            <a:custGeom>
              <a:avLst/>
              <a:gdLst>
                <a:gd name="connsiteX0" fmla="*/ 146282 w 185978"/>
                <a:gd name="connsiteY0" fmla="*/ 79393 h 79393"/>
                <a:gd name="connsiteX1" fmla="*/ 39697 w 185978"/>
                <a:gd name="connsiteY1" fmla="*/ 79393 h 79393"/>
                <a:gd name="connsiteX2" fmla="*/ 0 w 185978"/>
                <a:gd name="connsiteY2" fmla="*/ 39697 h 79393"/>
                <a:gd name="connsiteX3" fmla="*/ 39697 w 185978"/>
                <a:gd name="connsiteY3" fmla="*/ 0 h 79393"/>
                <a:gd name="connsiteX4" fmla="*/ 146282 w 185978"/>
                <a:gd name="connsiteY4" fmla="*/ 0 h 79393"/>
                <a:gd name="connsiteX5" fmla="*/ 185979 w 185978"/>
                <a:gd name="connsiteY5" fmla="*/ 39697 h 79393"/>
                <a:gd name="connsiteX6" fmla="*/ 146282 w 18597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978" h="79393">
                  <a:moveTo>
                    <a:pt x="14628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6282" y="0"/>
                  </a:lnTo>
                  <a:cubicBezTo>
                    <a:pt x="168206" y="0"/>
                    <a:pt x="185979" y="17773"/>
                    <a:pt x="185979" y="39697"/>
                  </a:cubicBezTo>
                  <a:cubicBezTo>
                    <a:pt x="185979" y="61620"/>
                    <a:pt x="168206" y="79393"/>
                    <a:pt x="14628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781D5F25-FE0D-B457-7D0B-DA86A4266306}"/>
                </a:ext>
              </a:extLst>
            </p:cNvPr>
            <p:cNvSpPr/>
            <p:nvPr/>
          </p:nvSpPr>
          <p:spPr>
            <a:xfrm>
              <a:off x="8102939" y="3748840"/>
              <a:ext cx="196001" cy="650626"/>
            </a:xfrm>
            <a:custGeom>
              <a:avLst/>
              <a:gdLst>
                <a:gd name="connsiteX0" fmla="*/ 156305 w 196001"/>
                <a:gd name="connsiteY0" fmla="*/ 650626 h 650626"/>
                <a:gd name="connsiteX1" fmla="*/ 39697 w 196001"/>
                <a:gd name="connsiteY1" fmla="*/ 650626 h 650626"/>
                <a:gd name="connsiteX2" fmla="*/ 0 w 196001"/>
                <a:gd name="connsiteY2" fmla="*/ 610930 h 650626"/>
                <a:gd name="connsiteX3" fmla="*/ 0 w 196001"/>
                <a:gd name="connsiteY3" fmla="*/ 39697 h 650626"/>
                <a:gd name="connsiteX4" fmla="*/ 39697 w 196001"/>
                <a:gd name="connsiteY4" fmla="*/ 0 h 650626"/>
                <a:gd name="connsiteX5" fmla="*/ 156305 w 196001"/>
                <a:gd name="connsiteY5" fmla="*/ 0 h 650626"/>
                <a:gd name="connsiteX6" fmla="*/ 196002 w 196001"/>
                <a:gd name="connsiteY6" fmla="*/ 39697 h 650626"/>
                <a:gd name="connsiteX7" fmla="*/ 196002 w 196001"/>
                <a:gd name="connsiteY7" fmla="*/ 610930 h 650626"/>
                <a:gd name="connsiteX8" fmla="*/ 156305 w 196001"/>
                <a:gd name="connsiteY8" fmla="*/ 650626 h 650626"/>
                <a:gd name="connsiteX9" fmla="*/ 79393 w 196001"/>
                <a:gd name="connsiteY9" fmla="*/ 571233 h 650626"/>
                <a:gd name="connsiteX10" fmla="*/ 116609 w 196001"/>
                <a:gd name="connsiteY10" fmla="*/ 571233 h 650626"/>
                <a:gd name="connsiteX11" fmla="*/ 116609 w 196001"/>
                <a:gd name="connsiteY11" fmla="*/ 79393 h 650626"/>
                <a:gd name="connsiteX12" fmla="*/ 79393 w 196001"/>
                <a:gd name="connsiteY12" fmla="*/ 79393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001" h="650626">
                  <a:moveTo>
                    <a:pt x="156305" y="650626"/>
                  </a:moveTo>
                  <a:lnTo>
                    <a:pt x="39697" y="650626"/>
                  </a:lnTo>
                  <a:cubicBezTo>
                    <a:pt x="17773" y="650626"/>
                    <a:pt x="0" y="632854"/>
                    <a:pt x="0" y="61093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6305" y="0"/>
                  </a:lnTo>
                  <a:cubicBezTo>
                    <a:pt x="178229" y="0"/>
                    <a:pt x="196002" y="17773"/>
                    <a:pt x="196002" y="39697"/>
                  </a:cubicBezTo>
                  <a:lnTo>
                    <a:pt x="196002" y="610930"/>
                  </a:lnTo>
                  <a:cubicBezTo>
                    <a:pt x="196002" y="632854"/>
                    <a:pt x="178229" y="650626"/>
                    <a:pt x="156305" y="650626"/>
                  </a:cubicBezTo>
                  <a:close/>
                  <a:moveTo>
                    <a:pt x="79393" y="571233"/>
                  </a:moveTo>
                  <a:lnTo>
                    <a:pt x="116609" y="571233"/>
                  </a:lnTo>
                  <a:lnTo>
                    <a:pt x="116609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F094DA0C-7575-1280-D4A4-59704E15BEEA}"/>
                </a:ext>
              </a:extLst>
            </p:cNvPr>
            <p:cNvSpPr/>
            <p:nvPr/>
          </p:nvSpPr>
          <p:spPr>
            <a:xfrm>
              <a:off x="8336156" y="4168780"/>
              <a:ext cx="185829" cy="79393"/>
            </a:xfrm>
            <a:custGeom>
              <a:avLst/>
              <a:gdLst>
                <a:gd name="connsiteX0" fmla="*/ 146133 w 185829"/>
                <a:gd name="connsiteY0" fmla="*/ 79393 h 79393"/>
                <a:gd name="connsiteX1" fmla="*/ 39697 w 185829"/>
                <a:gd name="connsiteY1" fmla="*/ 79393 h 79393"/>
                <a:gd name="connsiteX2" fmla="*/ 0 w 185829"/>
                <a:gd name="connsiteY2" fmla="*/ 39697 h 79393"/>
                <a:gd name="connsiteX3" fmla="*/ 39697 w 185829"/>
                <a:gd name="connsiteY3" fmla="*/ 0 h 79393"/>
                <a:gd name="connsiteX4" fmla="*/ 146133 w 185829"/>
                <a:gd name="connsiteY4" fmla="*/ 0 h 79393"/>
                <a:gd name="connsiteX5" fmla="*/ 185830 w 185829"/>
                <a:gd name="connsiteY5" fmla="*/ 39697 h 79393"/>
                <a:gd name="connsiteX6" fmla="*/ 146133 w 18582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829" h="79393">
                  <a:moveTo>
                    <a:pt x="14613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6133" y="0"/>
                  </a:lnTo>
                  <a:cubicBezTo>
                    <a:pt x="168057" y="0"/>
                    <a:pt x="185830" y="17773"/>
                    <a:pt x="185830" y="39697"/>
                  </a:cubicBezTo>
                  <a:cubicBezTo>
                    <a:pt x="185830" y="61620"/>
                    <a:pt x="168057" y="79393"/>
                    <a:pt x="14613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F7944B4C-EE34-7680-B461-7D50143779DC}"/>
                </a:ext>
              </a:extLst>
            </p:cNvPr>
            <p:cNvSpPr/>
            <p:nvPr/>
          </p:nvSpPr>
          <p:spPr>
            <a:xfrm>
              <a:off x="8331194" y="3748840"/>
              <a:ext cx="196001" cy="650626"/>
            </a:xfrm>
            <a:custGeom>
              <a:avLst/>
              <a:gdLst>
                <a:gd name="connsiteX0" fmla="*/ 156156 w 196001"/>
                <a:gd name="connsiteY0" fmla="*/ 650626 h 650626"/>
                <a:gd name="connsiteX1" fmla="*/ 39697 w 196001"/>
                <a:gd name="connsiteY1" fmla="*/ 650626 h 650626"/>
                <a:gd name="connsiteX2" fmla="*/ 0 w 196001"/>
                <a:gd name="connsiteY2" fmla="*/ 610930 h 650626"/>
                <a:gd name="connsiteX3" fmla="*/ 0 w 196001"/>
                <a:gd name="connsiteY3" fmla="*/ 39697 h 650626"/>
                <a:gd name="connsiteX4" fmla="*/ 39697 w 196001"/>
                <a:gd name="connsiteY4" fmla="*/ 0 h 650626"/>
                <a:gd name="connsiteX5" fmla="*/ 156305 w 196001"/>
                <a:gd name="connsiteY5" fmla="*/ 0 h 650626"/>
                <a:gd name="connsiteX6" fmla="*/ 196002 w 196001"/>
                <a:gd name="connsiteY6" fmla="*/ 39697 h 650626"/>
                <a:gd name="connsiteX7" fmla="*/ 196002 w 196001"/>
                <a:gd name="connsiteY7" fmla="*/ 610930 h 650626"/>
                <a:gd name="connsiteX8" fmla="*/ 156306 w 196001"/>
                <a:gd name="connsiteY8" fmla="*/ 650627 h 650626"/>
                <a:gd name="connsiteX9" fmla="*/ 156156 w 196001"/>
                <a:gd name="connsiteY9" fmla="*/ 650626 h 650626"/>
                <a:gd name="connsiteX10" fmla="*/ 79244 w 196001"/>
                <a:gd name="connsiteY10" fmla="*/ 571233 h 650626"/>
                <a:gd name="connsiteX11" fmla="*/ 116460 w 196001"/>
                <a:gd name="connsiteY11" fmla="*/ 571233 h 650626"/>
                <a:gd name="connsiteX12" fmla="*/ 116460 w 196001"/>
                <a:gd name="connsiteY12" fmla="*/ 79393 h 650626"/>
                <a:gd name="connsiteX13" fmla="*/ 79393 w 196001"/>
                <a:gd name="connsiteY13" fmla="*/ 79393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001" h="650626">
                  <a:moveTo>
                    <a:pt x="156156" y="650626"/>
                  </a:moveTo>
                  <a:lnTo>
                    <a:pt x="39697" y="650626"/>
                  </a:lnTo>
                  <a:cubicBezTo>
                    <a:pt x="17773" y="650626"/>
                    <a:pt x="0" y="632854"/>
                    <a:pt x="0" y="61093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6305" y="0"/>
                  </a:lnTo>
                  <a:cubicBezTo>
                    <a:pt x="178229" y="0"/>
                    <a:pt x="196002" y="17773"/>
                    <a:pt x="196002" y="39697"/>
                  </a:cubicBezTo>
                  <a:lnTo>
                    <a:pt x="196002" y="610930"/>
                  </a:lnTo>
                  <a:cubicBezTo>
                    <a:pt x="196002" y="632854"/>
                    <a:pt x="178229" y="650627"/>
                    <a:pt x="156306" y="650627"/>
                  </a:cubicBezTo>
                  <a:cubicBezTo>
                    <a:pt x="156256" y="650627"/>
                    <a:pt x="156206" y="650627"/>
                    <a:pt x="156156" y="650626"/>
                  </a:cubicBezTo>
                  <a:close/>
                  <a:moveTo>
                    <a:pt x="79244" y="571233"/>
                  </a:moveTo>
                  <a:lnTo>
                    <a:pt x="116460" y="571233"/>
                  </a:lnTo>
                  <a:lnTo>
                    <a:pt x="11646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7605B427-D09B-7905-5C24-60ABF1131E3A}"/>
                </a:ext>
              </a:extLst>
            </p:cNvPr>
            <p:cNvSpPr/>
            <p:nvPr/>
          </p:nvSpPr>
          <p:spPr>
            <a:xfrm>
              <a:off x="8690165" y="4145633"/>
              <a:ext cx="181156" cy="112423"/>
            </a:xfrm>
            <a:custGeom>
              <a:avLst/>
              <a:gdLst>
                <a:gd name="connsiteX0" fmla="*/ 38988 w 181156"/>
                <a:gd name="connsiteY0" fmla="*/ 112414 h 112423"/>
                <a:gd name="connsiteX1" fmla="*/ 6 w 181156"/>
                <a:gd name="connsiteY1" fmla="*/ 72015 h 112423"/>
                <a:gd name="connsiteX2" fmla="*/ 26731 w 181156"/>
                <a:gd name="connsiteY2" fmla="*/ 35205 h 112423"/>
                <a:gd name="connsiteX3" fmla="*/ 128007 w 181156"/>
                <a:gd name="connsiteY3" fmla="*/ 2356 h 112423"/>
                <a:gd name="connsiteX4" fmla="*/ 178801 w 181156"/>
                <a:gd name="connsiteY4" fmla="*/ 26266 h 112423"/>
                <a:gd name="connsiteX5" fmla="*/ 154891 w 181156"/>
                <a:gd name="connsiteY5" fmla="*/ 77059 h 112423"/>
                <a:gd name="connsiteX6" fmla="*/ 152520 w 181156"/>
                <a:gd name="connsiteY6" fmla="*/ 77829 h 112423"/>
                <a:gd name="connsiteX7" fmla="*/ 51294 w 181156"/>
                <a:gd name="connsiteY7" fmla="*/ 110727 h 112423"/>
                <a:gd name="connsiteX8" fmla="*/ 38988 w 181156"/>
                <a:gd name="connsiteY8" fmla="*/ 112414 h 11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156" h="112423">
                  <a:moveTo>
                    <a:pt x="38988" y="112414"/>
                  </a:moveTo>
                  <a:cubicBezTo>
                    <a:pt x="17067" y="112023"/>
                    <a:pt x="-385" y="93936"/>
                    <a:pt x="6" y="72015"/>
                  </a:cubicBezTo>
                  <a:cubicBezTo>
                    <a:pt x="304" y="55352"/>
                    <a:pt x="10979" y="40648"/>
                    <a:pt x="26731" y="35205"/>
                  </a:cubicBezTo>
                  <a:lnTo>
                    <a:pt x="128007" y="2356"/>
                  </a:lnTo>
                  <a:cubicBezTo>
                    <a:pt x="148636" y="-5068"/>
                    <a:pt x="171377" y="5637"/>
                    <a:pt x="178801" y="26266"/>
                  </a:cubicBezTo>
                  <a:cubicBezTo>
                    <a:pt x="186224" y="46895"/>
                    <a:pt x="175519" y="69635"/>
                    <a:pt x="154891" y="77059"/>
                  </a:cubicBezTo>
                  <a:cubicBezTo>
                    <a:pt x="154109" y="77340"/>
                    <a:pt x="153318" y="77597"/>
                    <a:pt x="152520" y="77829"/>
                  </a:cubicBezTo>
                  <a:lnTo>
                    <a:pt x="51294" y="110727"/>
                  </a:lnTo>
                  <a:cubicBezTo>
                    <a:pt x="47306" y="111932"/>
                    <a:pt x="43153" y="112501"/>
                    <a:pt x="38988" y="1124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00E4FFE9-4865-803E-C996-4AEC90632CED}"/>
                </a:ext>
              </a:extLst>
            </p:cNvPr>
            <p:cNvSpPr/>
            <p:nvPr/>
          </p:nvSpPr>
          <p:spPr>
            <a:xfrm>
              <a:off x="8554869" y="3744921"/>
              <a:ext cx="366629" cy="658565"/>
            </a:xfrm>
            <a:custGeom>
              <a:avLst/>
              <a:gdLst>
                <a:gd name="connsiteX0" fmla="*/ 216213 w 366629"/>
                <a:gd name="connsiteY0" fmla="*/ 658565 h 658565"/>
                <a:gd name="connsiteX1" fmla="*/ 178452 w 366629"/>
                <a:gd name="connsiteY1" fmla="*/ 631125 h 658565"/>
                <a:gd name="connsiteX2" fmla="*/ 1951 w 366629"/>
                <a:gd name="connsiteY2" fmla="*/ 87878 h 658565"/>
                <a:gd name="connsiteX3" fmla="*/ 27448 w 366629"/>
                <a:gd name="connsiteY3" fmla="*/ 37863 h 658565"/>
                <a:gd name="connsiteX4" fmla="*/ 27456 w 366629"/>
                <a:gd name="connsiteY4" fmla="*/ 37860 h 658565"/>
                <a:gd name="connsiteX5" fmla="*/ 138557 w 366629"/>
                <a:gd name="connsiteY5" fmla="*/ 1836 h 658565"/>
                <a:gd name="connsiteX6" fmla="*/ 188178 w 366629"/>
                <a:gd name="connsiteY6" fmla="*/ 27341 h 658565"/>
                <a:gd name="connsiteX7" fmla="*/ 364679 w 366629"/>
                <a:gd name="connsiteY7" fmla="*/ 570588 h 658565"/>
                <a:gd name="connsiteX8" fmla="*/ 339181 w 366629"/>
                <a:gd name="connsiteY8" fmla="*/ 620603 h 658565"/>
                <a:gd name="connsiteX9" fmla="*/ 339174 w 366629"/>
                <a:gd name="connsiteY9" fmla="*/ 620606 h 658565"/>
                <a:gd name="connsiteX10" fmla="*/ 228271 w 366629"/>
                <a:gd name="connsiteY10" fmla="*/ 656630 h 658565"/>
                <a:gd name="connsiteX11" fmla="*/ 216213 w 366629"/>
                <a:gd name="connsiteY11" fmla="*/ 658565 h 658565"/>
                <a:gd name="connsiteX12" fmla="*/ 89730 w 366629"/>
                <a:gd name="connsiteY12" fmla="*/ 101077 h 658565"/>
                <a:gd name="connsiteX13" fmla="*/ 241718 w 366629"/>
                <a:gd name="connsiteY13" fmla="*/ 568851 h 658565"/>
                <a:gd name="connsiteX14" fmla="*/ 277098 w 366629"/>
                <a:gd name="connsiteY14" fmla="*/ 557389 h 658565"/>
                <a:gd name="connsiteX15" fmla="*/ 125110 w 366629"/>
                <a:gd name="connsiteY15" fmla="*/ 89615 h 65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6629" h="658565">
                  <a:moveTo>
                    <a:pt x="216213" y="658565"/>
                  </a:moveTo>
                  <a:cubicBezTo>
                    <a:pt x="199010" y="658567"/>
                    <a:pt x="183763" y="647488"/>
                    <a:pt x="178452" y="631125"/>
                  </a:cubicBezTo>
                  <a:lnTo>
                    <a:pt x="1951" y="87878"/>
                  </a:lnTo>
                  <a:cubicBezTo>
                    <a:pt x="-4819" y="67026"/>
                    <a:pt x="6596" y="44633"/>
                    <a:pt x="27448" y="37863"/>
                  </a:cubicBezTo>
                  <a:cubicBezTo>
                    <a:pt x="27451" y="37862"/>
                    <a:pt x="27453" y="37861"/>
                    <a:pt x="27456" y="37860"/>
                  </a:cubicBezTo>
                  <a:lnTo>
                    <a:pt x="138557" y="1836"/>
                  </a:lnTo>
                  <a:cubicBezTo>
                    <a:pt x="159290" y="-4679"/>
                    <a:pt x="181408" y="6689"/>
                    <a:pt x="188178" y="27341"/>
                  </a:cubicBezTo>
                  <a:lnTo>
                    <a:pt x="364679" y="570588"/>
                  </a:lnTo>
                  <a:cubicBezTo>
                    <a:pt x="371449" y="591440"/>
                    <a:pt x="360034" y="613833"/>
                    <a:pt x="339181" y="620603"/>
                  </a:cubicBezTo>
                  <a:cubicBezTo>
                    <a:pt x="339179" y="620604"/>
                    <a:pt x="339176" y="620605"/>
                    <a:pt x="339174" y="620606"/>
                  </a:cubicBezTo>
                  <a:lnTo>
                    <a:pt x="228271" y="656630"/>
                  </a:lnTo>
                  <a:cubicBezTo>
                    <a:pt x="224376" y="657893"/>
                    <a:pt x="220308" y="658546"/>
                    <a:pt x="216213" y="658565"/>
                  </a:cubicBezTo>
                  <a:close/>
                  <a:moveTo>
                    <a:pt x="89730" y="101077"/>
                  </a:moveTo>
                  <a:lnTo>
                    <a:pt x="241718" y="568851"/>
                  </a:lnTo>
                  <a:lnTo>
                    <a:pt x="277098" y="557389"/>
                  </a:lnTo>
                  <a:lnTo>
                    <a:pt x="125110" y="8961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A94CB423-C3D5-CEB2-9DAD-29D6B215C34E}"/>
              </a:ext>
            </a:extLst>
          </p:cNvPr>
          <p:cNvGrpSpPr/>
          <p:nvPr/>
        </p:nvGrpSpPr>
        <p:grpSpPr>
          <a:xfrm>
            <a:off x="9438384" y="3654101"/>
            <a:ext cx="787618" cy="840869"/>
            <a:chOff x="9438384" y="3654101"/>
            <a:chExt cx="787618" cy="840869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3718E0FC-9F42-7AF1-8AB9-C7E9B53923C9}"/>
                </a:ext>
              </a:extLst>
            </p:cNvPr>
            <p:cNvSpPr/>
            <p:nvPr/>
          </p:nvSpPr>
          <p:spPr>
            <a:xfrm>
              <a:off x="9550247" y="3654101"/>
              <a:ext cx="675755" cy="751518"/>
            </a:xfrm>
            <a:custGeom>
              <a:avLst/>
              <a:gdLst>
                <a:gd name="connsiteX0" fmla="*/ 502615 w 675755"/>
                <a:gd name="connsiteY0" fmla="*/ 751519 h 751518"/>
                <a:gd name="connsiteX1" fmla="*/ 462889 w 675755"/>
                <a:gd name="connsiteY1" fmla="*/ 711852 h 751518"/>
                <a:gd name="connsiteX2" fmla="*/ 476961 w 675755"/>
                <a:gd name="connsiteY2" fmla="*/ 681504 h 751518"/>
                <a:gd name="connsiteX3" fmla="*/ 489168 w 675755"/>
                <a:gd name="connsiteY3" fmla="*/ 670389 h 751518"/>
                <a:gd name="connsiteX4" fmla="*/ 592081 w 675755"/>
                <a:gd name="connsiteY4" fmla="*/ 453646 h 751518"/>
                <a:gd name="connsiteX5" fmla="*/ 478450 w 675755"/>
                <a:gd name="connsiteY5" fmla="*/ 356489 h 751518"/>
                <a:gd name="connsiteX6" fmla="*/ 325023 w 675755"/>
                <a:gd name="connsiteY6" fmla="*/ 168922 h 751518"/>
                <a:gd name="connsiteX7" fmla="*/ 267959 w 675755"/>
                <a:gd name="connsiteY7" fmla="*/ 85113 h 751518"/>
                <a:gd name="connsiteX8" fmla="*/ 191047 w 675755"/>
                <a:gd name="connsiteY8" fmla="*/ 93102 h 751518"/>
                <a:gd name="connsiteX9" fmla="*/ 71957 w 675755"/>
                <a:gd name="connsiteY9" fmla="*/ 202268 h 751518"/>
                <a:gd name="connsiteX10" fmla="*/ 16563 w 675755"/>
                <a:gd name="connsiteY10" fmla="*/ 211388 h 751518"/>
                <a:gd name="connsiteX11" fmla="*/ 7442 w 675755"/>
                <a:gd name="connsiteY11" fmla="*/ 155995 h 751518"/>
                <a:gd name="connsiteX12" fmla="*/ 10129 w 675755"/>
                <a:gd name="connsiteY12" fmla="*/ 152647 h 751518"/>
                <a:gd name="connsiteX13" fmla="*/ 156014 w 675755"/>
                <a:gd name="connsiteY13" fmla="*/ 21847 h 751518"/>
                <a:gd name="connsiteX14" fmla="*/ 302346 w 675755"/>
                <a:gd name="connsiteY14" fmla="*/ 13560 h 751518"/>
                <a:gd name="connsiteX15" fmla="*/ 402431 w 675755"/>
                <a:gd name="connsiteY15" fmla="*/ 151208 h 751518"/>
                <a:gd name="connsiteX16" fmla="*/ 503508 w 675755"/>
                <a:gd name="connsiteY16" fmla="*/ 281164 h 751518"/>
                <a:gd name="connsiteX17" fmla="*/ 669142 w 675755"/>
                <a:gd name="connsiteY17" fmla="*/ 434393 h 751518"/>
                <a:gd name="connsiteX18" fmla="*/ 669738 w 675755"/>
                <a:gd name="connsiteY18" fmla="*/ 437122 h 751518"/>
                <a:gd name="connsiteX19" fmla="*/ 542411 w 675755"/>
                <a:gd name="connsiteY19" fmla="*/ 729289 h 751518"/>
                <a:gd name="connsiteX20" fmla="*/ 529361 w 675755"/>
                <a:gd name="connsiteY20" fmla="*/ 741099 h 751518"/>
                <a:gd name="connsiteX21" fmla="*/ 502615 w 675755"/>
                <a:gd name="connsiteY21" fmla="*/ 751519 h 751518"/>
                <a:gd name="connsiteX22" fmla="*/ 402481 w 675755"/>
                <a:gd name="connsiteY22" fmla="*/ 151406 h 751518"/>
                <a:gd name="connsiteX23" fmla="*/ 402481 w 675755"/>
                <a:gd name="connsiteY23" fmla="*/ 151704 h 751518"/>
                <a:gd name="connsiteX24" fmla="*/ 402481 w 675755"/>
                <a:gd name="connsiteY24" fmla="*/ 151406 h 75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75755" h="751518">
                  <a:moveTo>
                    <a:pt x="502615" y="751519"/>
                  </a:moveTo>
                  <a:cubicBezTo>
                    <a:pt x="480691" y="751535"/>
                    <a:pt x="462906" y="733775"/>
                    <a:pt x="462889" y="711852"/>
                  </a:cubicBezTo>
                  <a:cubicBezTo>
                    <a:pt x="462881" y="700157"/>
                    <a:pt x="468029" y="689053"/>
                    <a:pt x="476961" y="681504"/>
                  </a:cubicBezTo>
                  <a:cubicBezTo>
                    <a:pt x="480981" y="677783"/>
                    <a:pt x="485099" y="674111"/>
                    <a:pt x="489168" y="670389"/>
                  </a:cubicBezTo>
                  <a:cubicBezTo>
                    <a:pt x="557794" y="608363"/>
                    <a:pt x="612029" y="559288"/>
                    <a:pt x="592081" y="453646"/>
                  </a:cubicBezTo>
                  <a:cubicBezTo>
                    <a:pt x="575260" y="393009"/>
                    <a:pt x="534323" y="375096"/>
                    <a:pt x="478450" y="356489"/>
                  </a:cubicBezTo>
                  <a:cubicBezTo>
                    <a:pt x="398015" y="329842"/>
                    <a:pt x="331275" y="197107"/>
                    <a:pt x="325023" y="168922"/>
                  </a:cubicBezTo>
                  <a:cubicBezTo>
                    <a:pt x="321400" y="152548"/>
                    <a:pt x="303090" y="101984"/>
                    <a:pt x="267959" y="85113"/>
                  </a:cubicBezTo>
                  <a:cubicBezTo>
                    <a:pt x="247316" y="75189"/>
                    <a:pt x="222159" y="77819"/>
                    <a:pt x="191047" y="93102"/>
                  </a:cubicBezTo>
                  <a:cubicBezTo>
                    <a:pt x="153831" y="111362"/>
                    <a:pt x="120486" y="141929"/>
                    <a:pt x="71957" y="202268"/>
                  </a:cubicBezTo>
                  <a:cubicBezTo>
                    <a:pt x="59179" y="220083"/>
                    <a:pt x="34378" y="224166"/>
                    <a:pt x="16563" y="211388"/>
                  </a:cubicBezTo>
                  <a:cubicBezTo>
                    <a:pt x="-1252" y="198610"/>
                    <a:pt x="-5335" y="173810"/>
                    <a:pt x="7442" y="155995"/>
                  </a:cubicBezTo>
                  <a:cubicBezTo>
                    <a:pt x="8277" y="154831"/>
                    <a:pt x="9174" y="153713"/>
                    <a:pt x="10129" y="152647"/>
                  </a:cubicBezTo>
                  <a:cubicBezTo>
                    <a:pt x="57219" y="93846"/>
                    <a:pt x="100042" y="49337"/>
                    <a:pt x="156014" y="21847"/>
                  </a:cubicBezTo>
                  <a:cubicBezTo>
                    <a:pt x="222853" y="-11002"/>
                    <a:pt x="272474" y="-780"/>
                    <a:pt x="302346" y="13560"/>
                  </a:cubicBezTo>
                  <a:cubicBezTo>
                    <a:pt x="377224" y="49485"/>
                    <a:pt x="400396" y="142574"/>
                    <a:pt x="402431" y="151208"/>
                  </a:cubicBezTo>
                  <a:cubicBezTo>
                    <a:pt x="409229" y="173934"/>
                    <a:pt x="463514" y="267916"/>
                    <a:pt x="503508" y="281164"/>
                  </a:cubicBezTo>
                  <a:cubicBezTo>
                    <a:pt x="572680" y="304188"/>
                    <a:pt x="642447" y="334953"/>
                    <a:pt x="669142" y="434393"/>
                  </a:cubicBezTo>
                  <a:cubicBezTo>
                    <a:pt x="669142" y="435286"/>
                    <a:pt x="669589" y="436179"/>
                    <a:pt x="669738" y="437122"/>
                  </a:cubicBezTo>
                  <a:cubicBezTo>
                    <a:pt x="699014" y="587671"/>
                    <a:pt x="615800" y="662896"/>
                    <a:pt x="542411" y="729289"/>
                  </a:cubicBezTo>
                  <a:lnTo>
                    <a:pt x="529361" y="741099"/>
                  </a:lnTo>
                  <a:cubicBezTo>
                    <a:pt x="522057" y="747786"/>
                    <a:pt x="512518" y="751503"/>
                    <a:pt x="502615" y="751519"/>
                  </a:cubicBezTo>
                  <a:close/>
                  <a:moveTo>
                    <a:pt x="402481" y="151406"/>
                  </a:moveTo>
                  <a:lnTo>
                    <a:pt x="402481" y="151704"/>
                  </a:lnTo>
                  <a:cubicBezTo>
                    <a:pt x="402481" y="151704"/>
                    <a:pt x="402481" y="151506"/>
                    <a:pt x="402481" y="1514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E20F7460-2488-1A0A-6F77-DEA789941118}"/>
                </a:ext>
              </a:extLst>
            </p:cNvPr>
            <p:cNvSpPr/>
            <p:nvPr/>
          </p:nvSpPr>
          <p:spPr>
            <a:xfrm>
              <a:off x="9438384" y="3761725"/>
              <a:ext cx="700406" cy="733245"/>
            </a:xfrm>
            <a:custGeom>
              <a:avLst/>
              <a:gdLst>
                <a:gd name="connsiteX0" fmla="*/ 451176 w 700406"/>
                <a:gd name="connsiteY0" fmla="*/ 733212 h 733245"/>
                <a:gd name="connsiteX1" fmla="*/ 368062 w 700406"/>
                <a:gd name="connsiteY1" fmla="*/ 716192 h 733245"/>
                <a:gd name="connsiteX2" fmla="*/ 278744 w 700406"/>
                <a:gd name="connsiteY2" fmla="*/ 610649 h 733245"/>
                <a:gd name="connsiteX3" fmla="*/ 170323 w 700406"/>
                <a:gd name="connsiteY3" fmla="*/ 462928 h 733245"/>
                <a:gd name="connsiteX4" fmla="*/ 153650 w 700406"/>
                <a:gd name="connsiteY4" fmla="*/ 455783 h 733245"/>
                <a:gd name="connsiteX5" fmla="*/ 52225 w 700406"/>
                <a:gd name="connsiteY5" fmla="*/ 395246 h 733245"/>
                <a:gd name="connsiteX6" fmla="*/ 2605 w 700406"/>
                <a:gd name="connsiteY6" fmla="*/ 232837 h 733245"/>
                <a:gd name="connsiteX7" fmla="*/ 186450 w 700406"/>
                <a:gd name="connsiteY7" fmla="*/ 8552 h 733245"/>
                <a:gd name="connsiteX8" fmla="*/ 189923 w 700406"/>
                <a:gd name="connsiteY8" fmla="*/ 7559 h 733245"/>
                <a:gd name="connsiteX9" fmla="*/ 349255 w 700406"/>
                <a:gd name="connsiteY9" fmla="*/ 26514 h 733245"/>
                <a:gd name="connsiteX10" fmla="*/ 427904 w 700406"/>
                <a:gd name="connsiteY10" fmla="*/ 139947 h 733245"/>
                <a:gd name="connsiteX11" fmla="*/ 528982 w 700406"/>
                <a:gd name="connsiteY11" fmla="*/ 269904 h 733245"/>
                <a:gd name="connsiteX12" fmla="*/ 694616 w 700406"/>
                <a:gd name="connsiteY12" fmla="*/ 423133 h 733245"/>
                <a:gd name="connsiteX13" fmla="*/ 695261 w 700406"/>
                <a:gd name="connsiteY13" fmla="*/ 425862 h 733245"/>
                <a:gd name="connsiteX14" fmla="*/ 529676 w 700406"/>
                <a:gd name="connsiteY14" fmla="*/ 716937 h 733245"/>
                <a:gd name="connsiteX15" fmla="*/ 451176 w 700406"/>
                <a:gd name="connsiteY15" fmla="*/ 733212 h 733245"/>
                <a:gd name="connsiteX16" fmla="*/ 210317 w 700406"/>
                <a:gd name="connsiteY16" fmla="*/ 84422 h 733245"/>
                <a:gd name="connsiteX17" fmla="*/ 81303 w 700406"/>
                <a:gd name="connsiteY17" fmla="*/ 244399 h 733245"/>
                <a:gd name="connsiteX18" fmla="*/ 183472 w 700406"/>
                <a:gd name="connsiteY18" fmla="*/ 382195 h 733245"/>
                <a:gd name="connsiteX19" fmla="*/ 214039 w 700406"/>
                <a:gd name="connsiteY19" fmla="*/ 396685 h 733245"/>
                <a:gd name="connsiteX20" fmla="*/ 355458 w 700406"/>
                <a:gd name="connsiteY20" fmla="*/ 590205 h 733245"/>
                <a:gd name="connsiteX21" fmla="*/ 400613 w 700406"/>
                <a:gd name="connsiteY21" fmla="*/ 643796 h 733245"/>
                <a:gd name="connsiteX22" fmla="*/ 494148 w 700406"/>
                <a:gd name="connsiteY22" fmla="*/ 646029 h 733245"/>
                <a:gd name="connsiteX23" fmla="*/ 617654 w 700406"/>
                <a:gd name="connsiteY23" fmla="*/ 442584 h 733245"/>
                <a:gd name="connsiteX24" fmla="*/ 504022 w 700406"/>
                <a:gd name="connsiteY24" fmla="*/ 345476 h 733245"/>
                <a:gd name="connsiteX25" fmla="*/ 350545 w 700406"/>
                <a:gd name="connsiteY25" fmla="*/ 157711 h 733245"/>
                <a:gd name="connsiteX26" fmla="*/ 306978 w 700406"/>
                <a:gd name="connsiteY26" fmla="*/ 93701 h 733245"/>
                <a:gd name="connsiteX27" fmla="*/ 210317 w 700406"/>
                <a:gd name="connsiteY27" fmla="*/ 84422 h 733245"/>
                <a:gd name="connsiteX28" fmla="*/ 428053 w 700406"/>
                <a:gd name="connsiteY28" fmla="*/ 140295 h 733245"/>
                <a:gd name="connsiteX29" fmla="*/ 428053 w 700406"/>
                <a:gd name="connsiteY29" fmla="*/ 140295 h 73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00406" h="733245">
                  <a:moveTo>
                    <a:pt x="451176" y="733212"/>
                  </a:moveTo>
                  <a:cubicBezTo>
                    <a:pt x="422587" y="733400"/>
                    <a:pt x="394276" y="727602"/>
                    <a:pt x="368062" y="716192"/>
                  </a:cubicBezTo>
                  <a:cubicBezTo>
                    <a:pt x="323516" y="696789"/>
                    <a:pt x="290513" y="657791"/>
                    <a:pt x="278744" y="610649"/>
                  </a:cubicBezTo>
                  <a:cubicBezTo>
                    <a:pt x="262320" y="549268"/>
                    <a:pt x="225848" y="499548"/>
                    <a:pt x="170323" y="462928"/>
                  </a:cubicBezTo>
                  <a:cubicBezTo>
                    <a:pt x="168189" y="461688"/>
                    <a:pt x="159803" y="458264"/>
                    <a:pt x="153650" y="455783"/>
                  </a:cubicBezTo>
                  <a:cubicBezTo>
                    <a:pt x="126557" y="444817"/>
                    <a:pt x="85571" y="428194"/>
                    <a:pt x="52225" y="395246"/>
                  </a:cubicBezTo>
                  <a:cubicBezTo>
                    <a:pt x="9701" y="353267"/>
                    <a:pt x="-6922" y="298634"/>
                    <a:pt x="2605" y="232837"/>
                  </a:cubicBezTo>
                  <a:cubicBezTo>
                    <a:pt x="27663" y="62986"/>
                    <a:pt x="179949" y="10685"/>
                    <a:pt x="186450" y="8552"/>
                  </a:cubicBezTo>
                  <a:cubicBezTo>
                    <a:pt x="187591" y="8155"/>
                    <a:pt x="188782" y="7857"/>
                    <a:pt x="189923" y="7559"/>
                  </a:cubicBezTo>
                  <a:cubicBezTo>
                    <a:pt x="252693" y="-6930"/>
                    <a:pt x="306234" y="-579"/>
                    <a:pt x="349255" y="26514"/>
                  </a:cubicBezTo>
                  <a:cubicBezTo>
                    <a:pt x="406319" y="62440"/>
                    <a:pt x="423686" y="121786"/>
                    <a:pt x="427904" y="139947"/>
                  </a:cubicBezTo>
                  <a:cubicBezTo>
                    <a:pt x="434752" y="162723"/>
                    <a:pt x="489037" y="256655"/>
                    <a:pt x="528982" y="269904"/>
                  </a:cubicBezTo>
                  <a:cubicBezTo>
                    <a:pt x="598153" y="292878"/>
                    <a:pt x="667920" y="323643"/>
                    <a:pt x="694616" y="423133"/>
                  </a:cubicBezTo>
                  <a:cubicBezTo>
                    <a:pt x="694616" y="424026"/>
                    <a:pt x="695062" y="424969"/>
                    <a:pt x="695261" y="425862"/>
                  </a:cubicBezTo>
                  <a:cubicBezTo>
                    <a:pt x="718979" y="548127"/>
                    <a:pt x="660179" y="651487"/>
                    <a:pt x="529676" y="716937"/>
                  </a:cubicBezTo>
                  <a:cubicBezTo>
                    <a:pt x="505058" y="728169"/>
                    <a:pt x="478231" y="733731"/>
                    <a:pt x="451176" y="733212"/>
                  </a:cubicBezTo>
                  <a:close/>
                  <a:moveTo>
                    <a:pt x="210317" y="84422"/>
                  </a:moveTo>
                  <a:cubicBezTo>
                    <a:pt x="196126" y="89731"/>
                    <a:pt x="98323" y="130222"/>
                    <a:pt x="81303" y="244399"/>
                  </a:cubicBezTo>
                  <a:cubicBezTo>
                    <a:pt x="68948" y="328407"/>
                    <a:pt x="122588" y="357534"/>
                    <a:pt x="183472" y="382195"/>
                  </a:cubicBezTo>
                  <a:cubicBezTo>
                    <a:pt x="194099" y="386041"/>
                    <a:pt x="204334" y="390893"/>
                    <a:pt x="214039" y="396685"/>
                  </a:cubicBezTo>
                  <a:cubicBezTo>
                    <a:pt x="286287" y="444321"/>
                    <a:pt x="333873" y="509423"/>
                    <a:pt x="355458" y="590205"/>
                  </a:cubicBezTo>
                  <a:cubicBezTo>
                    <a:pt x="361054" y="614272"/>
                    <a:pt x="377844" y="634198"/>
                    <a:pt x="400613" y="643796"/>
                  </a:cubicBezTo>
                  <a:cubicBezTo>
                    <a:pt x="434305" y="658980"/>
                    <a:pt x="476582" y="654861"/>
                    <a:pt x="494148" y="646029"/>
                  </a:cubicBezTo>
                  <a:cubicBezTo>
                    <a:pt x="592198" y="596855"/>
                    <a:pt x="633731" y="528378"/>
                    <a:pt x="617654" y="442584"/>
                  </a:cubicBezTo>
                  <a:cubicBezTo>
                    <a:pt x="600832" y="381898"/>
                    <a:pt x="559895" y="364034"/>
                    <a:pt x="504022" y="345476"/>
                  </a:cubicBezTo>
                  <a:cubicBezTo>
                    <a:pt x="423686" y="318532"/>
                    <a:pt x="356847" y="185896"/>
                    <a:pt x="350545" y="157711"/>
                  </a:cubicBezTo>
                  <a:cubicBezTo>
                    <a:pt x="349603" y="153345"/>
                    <a:pt x="340125" y="114541"/>
                    <a:pt x="306978" y="93701"/>
                  </a:cubicBezTo>
                  <a:cubicBezTo>
                    <a:pt x="282962" y="78566"/>
                    <a:pt x="250361" y="75440"/>
                    <a:pt x="210317" y="84422"/>
                  </a:cubicBezTo>
                  <a:close/>
                  <a:moveTo>
                    <a:pt x="428053" y="140295"/>
                  </a:moveTo>
                  <a:lnTo>
                    <a:pt x="428053" y="14029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C2588265-0745-4364-1747-0D68026EAFDF}"/>
                </a:ext>
              </a:extLst>
            </p:cNvPr>
            <p:cNvSpPr/>
            <p:nvPr/>
          </p:nvSpPr>
          <p:spPr>
            <a:xfrm>
              <a:off x="9634560" y="3889875"/>
              <a:ext cx="79442" cy="79191"/>
            </a:xfrm>
            <a:custGeom>
              <a:avLst/>
              <a:gdLst>
                <a:gd name="connsiteX0" fmla="*/ 39696 w 79442"/>
                <a:gd name="connsiteY0" fmla="*/ 79182 h 79191"/>
                <a:gd name="connsiteX1" fmla="*/ 31955 w 79442"/>
                <a:gd name="connsiteY1" fmla="*/ 78388 h 79191"/>
                <a:gd name="connsiteX2" fmla="*/ 24512 w 79442"/>
                <a:gd name="connsiteY2" fmla="*/ 76155 h 79191"/>
                <a:gd name="connsiteX3" fmla="*/ 17664 w 79442"/>
                <a:gd name="connsiteY3" fmla="*/ 72632 h 79191"/>
                <a:gd name="connsiteX4" fmla="*/ 6698 w 79442"/>
                <a:gd name="connsiteY4" fmla="*/ 61666 h 79191"/>
                <a:gd name="connsiteX5" fmla="*/ 3026 w 79442"/>
                <a:gd name="connsiteY5" fmla="*/ 54818 h 79191"/>
                <a:gd name="connsiteX6" fmla="*/ 793 w 79442"/>
                <a:gd name="connsiteY6" fmla="*/ 47375 h 79191"/>
                <a:gd name="connsiteX7" fmla="*/ 793 w 79442"/>
                <a:gd name="connsiteY7" fmla="*/ 31893 h 79191"/>
                <a:gd name="connsiteX8" fmla="*/ 3026 w 79442"/>
                <a:gd name="connsiteY8" fmla="*/ 24450 h 79191"/>
                <a:gd name="connsiteX9" fmla="*/ 6698 w 79442"/>
                <a:gd name="connsiteY9" fmla="*/ 17603 h 79191"/>
                <a:gd name="connsiteX10" fmla="*/ 17664 w 79442"/>
                <a:gd name="connsiteY10" fmla="*/ 6637 h 79191"/>
                <a:gd name="connsiteX11" fmla="*/ 24512 w 79442"/>
                <a:gd name="connsiteY11" fmla="*/ 2965 h 79191"/>
                <a:gd name="connsiteX12" fmla="*/ 31955 w 79442"/>
                <a:gd name="connsiteY12" fmla="*/ 732 h 79191"/>
                <a:gd name="connsiteX13" fmla="*/ 67781 w 79442"/>
                <a:gd name="connsiteY13" fmla="*/ 11549 h 79191"/>
                <a:gd name="connsiteX14" fmla="*/ 72744 w 79442"/>
                <a:gd name="connsiteY14" fmla="*/ 17603 h 79191"/>
                <a:gd name="connsiteX15" fmla="*/ 76415 w 79442"/>
                <a:gd name="connsiteY15" fmla="*/ 24450 h 79191"/>
                <a:gd name="connsiteX16" fmla="*/ 78648 w 79442"/>
                <a:gd name="connsiteY16" fmla="*/ 31893 h 79191"/>
                <a:gd name="connsiteX17" fmla="*/ 79442 w 79442"/>
                <a:gd name="connsiteY17" fmla="*/ 39634 h 79191"/>
                <a:gd name="connsiteX18" fmla="*/ 67781 w 79442"/>
                <a:gd name="connsiteY18" fmla="*/ 67670 h 79191"/>
                <a:gd name="connsiteX19" fmla="*/ 61728 w 79442"/>
                <a:gd name="connsiteY19" fmla="*/ 72632 h 79191"/>
                <a:gd name="connsiteX20" fmla="*/ 54880 w 79442"/>
                <a:gd name="connsiteY20" fmla="*/ 76304 h 79191"/>
                <a:gd name="connsiteX21" fmla="*/ 47437 w 79442"/>
                <a:gd name="connsiteY21" fmla="*/ 78537 h 79191"/>
                <a:gd name="connsiteX22" fmla="*/ 39696 w 79442"/>
                <a:gd name="connsiteY22" fmla="*/ 79182 h 7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2" h="79191">
                  <a:moveTo>
                    <a:pt x="39696" y="79182"/>
                  </a:moveTo>
                  <a:cubicBezTo>
                    <a:pt x="37095" y="79191"/>
                    <a:pt x="34500" y="78925"/>
                    <a:pt x="31955" y="78388"/>
                  </a:cubicBezTo>
                  <a:cubicBezTo>
                    <a:pt x="29406" y="77894"/>
                    <a:pt x="26913" y="77146"/>
                    <a:pt x="24512" y="76155"/>
                  </a:cubicBezTo>
                  <a:cubicBezTo>
                    <a:pt x="22121" y="75205"/>
                    <a:pt x="19827" y="74026"/>
                    <a:pt x="17664" y="72632"/>
                  </a:cubicBezTo>
                  <a:cubicBezTo>
                    <a:pt x="13288" y="69777"/>
                    <a:pt x="9553" y="66042"/>
                    <a:pt x="6698" y="61666"/>
                  </a:cubicBezTo>
                  <a:cubicBezTo>
                    <a:pt x="5253" y="59509"/>
                    <a:pt x="4023" y="57215"/>
                    <a:pt x="3026" y="54818"/>
                  </a:cubicBezTo>
                  <a:cubicBezTo>
                    <a:pt x="2036" y="52418"/>
                    <a:pt x="1288" y="49924"/>
                    <a:pt x="793" y="47375"/>
                  </a:cubicBezTo>
                  <a:cubicBezTo>
                    <a:pt x="-264" y="42269"/>
                    <a:pt x="-264" y="37000"/>
                    <a:pt x="793" y="31893"/>
                  </a:cubicBezTo>
                  <a:cubicBezTo>
                    <a:pt x="1288" y="29344"/>
                    <a:pt x="2036" y="26851"/>
                    <a:pt x="3026" y="24450"/>
                  </a:cubicBezTo>
                  <a:cubicBezTo>
                    <a:pt x="4023" y="22053"/>
                    <a:pt x="5253" y="19760"/>
                    <a:pt x="6698" y="17603"/>
                  </a:cubicBezTo>
                  <a:cubicBezTo>
                    <a:pt x="9553" y="13226"/>
                    <a:pt x="13288" y="9492"/>
                    <a:pt x="17664" y="6637"/>
                  </a:cubicBezTo>
                  <a:cubicBezTo>
                    <a:pt x="19821" y="5192"/>
                    <a:pt x="22115" y="3962"/>
                    <a:pt x="24512" y="2965"/>
                  </a:cubicBezTo>
                  <a:cubicBezTo>
                    <a:pt x="26913" y="1974"/>
                    <a:pt x="29406" y="1226"/>
                    <a:pt x="31955" y="732"/>
                  </a:cubicBezTo>
                  <a:cubicBezTo>
                    <a:pt x="44950" y="-1781"/>
                    <a:pt x="58349" y="2264"/>
                    <a:pt x="67781" y="11549"/>
                  </a:cubicBezTo>
                  <a:cubicBezTo>
                    <a:pt x="69637" y="13393"/>
                    <a:pt x="71299" y="15422"/>
                    <a:pt x="72744" y="17603"/>
                  </a:cubicBezTo>
                  <a:cubicBezTo>
                    <a:pt x="74188" y="19760"/>
                    <a:pt x="75418" y="22053"/>
                    <a:pt x="76415" y="24450"/>
                  </a:cubicBezTo>
                  <a:cubicBezTo>
                    <a:pt x="77406" y="26851"/>
                    <a:pt x="78154" y="29344"/>
                    <a:pt x="78648" y="31893"/>
                  </a:cubicBezTo>
                  <a:cubicBezTo>
                    <a:pt x="79185" y="34439"/>
                    <a:pt x="79451" y="37033"/>
                    <a:pt x="79442" y="39634"/>
                  </a:cubicBezTo>
                  <a:cubicBezTo>
                    <a:pt x="79387" y="50148"/>
                    <a:pt x="75198" y="60218"/>
                    <a:pt x="67781" y="67670"/>
                  </a:cubicBezTo>
                  <a:cubicBezTo>
                    <a:pt x="65937" y="69525"/>
                    <a:pt x="63909" y="71188"/>
                    <a:pt x="61728" y="72632"/>
                  </a:cubicBezTo>
                  <a:cubicBezTo>
                    <a:pt x="59571" y="74077"/>
                    <a:pt x="57277" y="75307"/>
                    <a:pt x="54880" y="76304"/>
                  </a:cubicBezTo>
                  <a:cubicBezTo>
                    <a:pt x="52482" y="77301"/>
                    <a:pt x="49988" y="78050"/>
                    <a:pt x="47437" y="78537"/>
                  </a:cubicBezTo>
                  <a:cubicBezTo>
                    <a:pt x="44887" y="79024"/>
                    <a:pt x="42292" y="79240"/>
                    <a:pt x="39696" y="791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75482420-6E76-0B53-F8BF-DC272F1ECB7F}"/>
                </a:ext>
              </a:extLst>
            </p:cNvPr>
            <p:cNvSpPr/>
            <p:nvPr/>
          </p:nvSpPr>
          <p:spPr>
            <a:xfrm>
              <a:off x="9783421" y="4114911"/>
              <a:ext cx="79492" cy="79424"/>
            </a:xfrm>
            <a:custGeom>
              <a:avLst/>
              <a:gdLst>
                <a:gd name="connsiteX0" fmla="*/ 39697 w 79492"/>
                <a:gd name="connsiteY0" fmla="*/ 79424 h 79424"/>
                <a:gd name="connsiteX1" fmla="*/ 31956 w 79492"/>
                <a:gd name="connsiteY1" fmla="*/ 78630 h 79424"/>
                <a:gd name="connsiteX2" fmla="*/ 24513 w 79492"/>
                <a:gd name="connsiteY2" fmla="*/ 76397 h 79424"/>
                <a:gd name="connsiteX3" fmla="*/ 17665 w 79492"/>
                <a:gd name="connsiteY3" fmla="*/ 72726 h 79424"/>
                <a:gd name="connsiteX4" fmla="*/ 6699 w 79492"/>
                <a:gd name="connsiteY4" fmla="*/ 61759 h 79424"/>
                <a:gd name="connsiteX5" fmla="*/ 3027 w 79492"/>
                <a:gd name="connsiteY5" fmla="*/ 54912 h 79424"/>
                <a:gd name="connsiteX6" fmla="*/ 794 w 79492"/>
                <a:gd name="connsiteY6" fmla="*/ 47469 h 79424"/>
                <a:gd name="connsiteX7" fmla="*/ 794 w 79492"/>
                <a:gd name="connsiteY7" fmla="*/ 31987 h 79424"/>
                <a:gd name="connsiteX8" fmla="*/ 3027 w 79492"/>
                <a:gd name="connsiteY8" fmla="*/ 24544 h 79424"/>
                <a:gd name="connsiteX9" fmla="*/ 6699 w 79492"/>
                <a:gd name="connsiteY9" fmla="*/ 17696 h 79424"/>
                <a:gd name="connsiteX10" fmla="*/ 11661 w 79492"/>
                <a:gd name="connsiteY10" fmla="*/ 11642 h 79424"/>
                <a:gd name="connsiteX11" fmla="*/ 67801 w 79492"/>
                <a:gd name="connsiteY11" fmla="*/ 11611 h 79424"/>
                <a:gd name="connsiteX12" fmla="*/ 67832 w 79492"/>
                <a:gd name="connsiteY12" fmla="*/ 11642 h 79424"/>
                <a:gd name="connsiteX13" fmla="*/ 72794 w 79492"/>
                <a:gd name="connsiteY13" fmla="*/ 17696 h 79424"/>
                <a:gd name="connsiteX14" fmla="*/ 76466 w 79492"/>
                <a:gd name="connsiteY14" fmla="*/ 24544 h 79424"/>
                <a:gd name="connsiteX15" fmla="*/ 78699 w 79492"/>
                <a:gd name="connsiteY15" fmla="*/ 31987 h 79424"/>
                <a:gd name="connsiteX16" fmla="*/ 78699 w 79492"/>
                <a:gd name="connsiteY16" fmla="*/ 47469 h 79424"/>
                <a:gd name="connsiteX17" fmla="*/ 76466 w 79492"/>
                <a:gd name="connsiteY17" fmla="*/ 54912 h 79424"/>
                <a:gd name="connsiteX18" fmla="*/ 72794 w 79492"/>
                <a:gd name="connsiteY18" fmla="*/ 61759 h 79424"/>
                <a:gd name="connsiteX19" fmla="*/ 67832 w 79492"/>
                <a:gd name="connsiteY19" fmla="*/ 67813 h 79424"/>
                <a:gd name="connsiteX20" fmla="*/ 39697 w 79492"/>
                <a:gd name="connsiteY20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492" h="79424">
                  <a:moveTo>
                    <a:pt x="39697" y="79424"/>
                  </a:moveTo>
                  <a:cubicBezTo>
                    <a:pt x="37096" y="79433"/>
                    <a:pt x="34501" y="79167"/>
                    <a:pt x="31956" y="78630"/>
                  </a:cubicBezTo>
                  <a:cubicBezTo>
                    <a:pt x="29407" y="78136"/>
                    <a:pt x="26914" y="77388"/>
                    <a:pt x="24513" y="76397"/>
                  </a:cubicBezTo>
                  <a:cubicBezTo>
                    <a:pt x="22116" y="75400"/>
                    <a:pt x="19822" y="74170"/>
                    <a:pt x="17665" y="72726"/>
                  </a:cubicBezTo>
                  <a:cubicBezTo>
                    <a:pt x="13289" y="69870"/>
                    <a:pt x="9554" y="66136"/>
                    <a:pt x="6699" y="61759"/>
                  </a:cubicBezTo>
                  <a:cubicBezTo>
                    <a:pt x="5254" y="59602"/>
                    <a:pt x="4024" y="57309"/>
                    <a:pt x="3027" y="54912"/>
                  </a:cubicBezTo>
                  <a:cubicBezTo>
                    <a:pt x="2037" y="52511"/>
                    <a:pt x="1289" y="50018"/>
                    <a:pt x="794" y="47469"/>
                  </a:cubicBezTo>
                  <a:cubicBezTo>
                    <a:pt x="-265" y="42362"/>
                    <a:pt x="-265" y="37093"/>
                    <a:pt x="794" y="31987"/>
                  </a:cubicBezTo>
                  <a:cubicBezTo>
                    <a:pt x="1289" y="29438"/>
                    <a:pt x="2037" y="26944"/>
                    <a:pt x="3027" y="24544"/>
                  </a:cubicBezTo>
                  <a:cubicBezTo>
                    <a:pt x="4024" y="22147"/>
                    <a:pt x="5254" y="19853"/>
                    <a:pt x="6699" y="17696"/>
                  </a:cubicBezTo>
                  <a:cubicBezTo>
                    <a:pt x="8159" y="15527"/>
                    <a:pt x="9821" y="13500"/>
                    <a:pt x="11661" y="11642"/>
                  </a:cubicBezTo>
                  <a:cubicBezTo>
                    <a:pt x="27155" y="-3869"/>
                    <a:pt x="52290" y="-3883"/>
                    <a:pt x="67801" y="11611"/>
                  </a:cubicBezTo>
                  <a:cubicBezTo>
                    <a:pt x="67811" y="11622"/>
                    <a:pt x="67822" y="11632"/>
                    <a:pt x="67832" y="11642"/>
                  </a:cubicBezTo>
                  <a:cubicBezTo>
                    <a:pt x="69687" y="13487"/>
                    <a:pt x="71350" y="15515"/>
                    <a:pt x="72794" y="17696"/>
                  </a:cubicBezTo>
                  <a:cubicBezTo>
                    <a:pt x="74239" y="19853"/>
                    <a:pt x="75469" y="22147"/>
                    <a:pt x="76466" y="24544"/>
                  </a:cubicBezTo>
                  <a:cubicBezTo>
                    <a:pt x="77457" y="26944"/>
                    <a:pt x="78205" y="29438"/>
                    <a:pt x="78699" y="31987"/>
                  </a:cubicBezTo>
                  <a:cubicBezTo>
                    <a:pt x="79757" y="37093"/>
                    <a:pt x="79757" y="42362"/>
                    <a:pt x="78699" y="47469"/>
                  </a:cubicBezTo>
                  <a:cubicBezTo>
                    <a:pt x="78205" y="50018"/>
                    <a:pt x="77457" y="52511"/>
                    <a:pt x="76466" y="54912"/>
                  </a:cubicBezTo>
                  <a:cubicBezTo>
                    <a:pt x="75469" y="57309"/>
                    <a:pt x="74239" y="59602"/>
                    <a:pt x="72794" y="61759"/>
                  </a:cubicBezTo>
                  <a:cubicBezTo>
                    <a:pt x="71350" y="63940"/>
                    <a:pt x="69687" y="65969"/>
                    <a:pt x="67832" y="67813"/>
                  </a:cubicBezTo>
                  <a:cubicBezTo>
                    <a:pt x="60354" y="75245"/>
                    <a:pt x="50240" y="79419"/>
                    <a:pt x="39697" y="794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C83388BA-5723-B09A-6C5D-D4C7EF8FF9F2}"/>
                </a:ext>
              </a:extLst>
            </p:cNvPr>
            <p:cNvSpPr/>
            <p:nvPr/>
          </p:nvSpPr>
          <p:spPr>
            <a:xfrm>
              <a:off x="9654359" y="4025841"/>
              <a:ext cx="79491" cy="79424"/>
            </a:xfrm>
            <a:custGeom>
              <a:avLst/>
              <a:gdLst>
                <a:gd name="connsiteX0" fmla="*/ 39746 w 79491"/>
                <a:gd name="connsiteY0" fmla="*/ 79424 h 79424"/>
                <a:gd name="connsiteX1" fmla="*/ 11660 w 79491"/>
                <a:gd name="connsiteY1" fmla="*/ 67813 h 79424"/>
                <a:gd name="connsiteX2" fmla="*/ 6698 w 79491"/>
                <a:gd name="connsiteY2" fmla="*/ 61759 h 79424"/>
                <a:gd name="connsiteX3" fmla="*/ 3026 w 79491"/>
                <a:gd name="connsiteY3" fmla="*/ 54912 h 79424"/>
                <a:gd name="connsiteX4" fmla="*/ 793 w 79491"/>
                <a:gd name="connsiteY4" fmla="*/ 47469 h 79424"/>
                <a:gd name="connsiteX5" fmla="*/ 793 w 79491"/>
                <a:gd name="connsiteY5" fmla="*/ 31987 h 79424"/>
                <a:gd name="connsiteX6" fmla="*/ 3026 w 79491"/>
                <a:gd name="connsiteY6" fmla="*/ 24544 h 79424"/>
                <a:gd name="connsiteX7" fmla="*/ 6698 w 79491"/>
                <a:gd name="connsiteY7" fmla="*/ 17696 h 79424"/>
                <a:gd name="connsiteX8" fmla="*/ 11660 w 79491"/>
                <a:gd name="connsiteY8" fmla="*/ 11642 h 79424"/>
                <a:gd name="connsiteX9" fmla="*/ 67800 w 79491"/>
                <a:gd name="connsiteY9" fmla="*/ 11611 h 79424"/>
                <a:gd name="connsiteX10" fmla="*/ 67831 w 79491"/>
                <a:gd name="connsiteY10" fmla="*/ 11642 h 79424"/>
                <a:gd name="connsiteX11" fmla="*/ 72793 w 79491"/>
                <a:gd name="connsiteY11" fmla="*/ 17696 h 79424"/>
                <a:gd name="connsiteX12" fmla="*/ 76465 w 79491"/>
                <a:gd name="connsiteY12" fmla="*/ 24544 h 79424"/>
                <a:gd name="connsiteX13" fmla="*/ 78698 w 79491"/>
                <a:gd name="connsiteY13" fmla="*/ 31987 h 79424"/>
                <a:gd name="connsiteX14" fmla="*/ 78698 w 79491"/>
                <a:gd name="connsiteY14" fmla="*/ 47469 h 79424"/>
                <a:gd name="connsiteX15" fmla="*/ 76465 w 79491"/>
                <a:gd name="connsiteY15" fmla="*/ 54912 h 79424"/>
                <a:gd name="connsiteX16" fmla="*/ 72793 w 79491"/>
                <a:gd name="connsiteY16" fmla="*/ 61759 h 79424"/>
                <a:gd name="connsiteX17" fmla="*/ 67831 w 79491"/>
                <a:gd name="connsiteY17" fmla="*/ 67813 h 79424"/>
                <a:gd name="connsiteX18" fmla="*/ 39746 w 79491"/>
                <a:gd name="connsiteY18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91" h="79424">
                  <a:moveTo>
                    <a:pt x="39746" y="79424"/>
                  </a:moveTo>
                  <a:cubicBezTo>
                    <a:pt x="29222" y="79395"/>
                    <a:pt x="19133" y="75224"/>
                    <a:pt x="11660" y="67813"/>
                  </a:cubicBezTo>
                  <a:cubicBezTo>
                    <a:pt x="9805" y="65969"/>
                    <a:pt x="8143" y="63940"/>
                    <a:pt x="6698" y="61759"/>
                  </a:cubicBezTo>
                  <a:cubicBezTo>
                    <a:pt x="5253" y="59602"/>
                    <a:pt x="4023" y="57309"/>
                    <a:pt x="3026" y="54912"/>
                  </a:cubicBezTo>
                  <a:cubicBezTo>
                    <a:pt x="2029" y="52514"/>
                    <a:pt x="1281" y="50020"/>
                    <a:pt x="793" y="47469"/>
                  </a:cubicBezTo>
                  <a:cubicBezTo>
                    <a:pt x="-264" y="42362"/>
                    <a:pt x="-264" y="37093"/>
                    <a:pt x="793" y="31987"/>
                  </a:cubicBezTo>
                  <a:cubicBezTo>
                    <a:pt x="1288" y="29438"/>
                    <a:pt x="2036" y="26944"/>
                    <a:pt x="3026" y="24544"/>
                  </a:cubicBezTo>
                  <a:cubicBezTo>
                    <a:pt x="4023" y="22147"/>
                    <a:pt x="5253" y="19853"/>
                    <a:pt x="6698" y="17696"/>
                  </a:cubicBezTo>
                  <a:cubicBezTo>
                    <a:pt x="8143" y="15515"/>
                    <a:pt x="9805" y="13487"/>
                    <a:pt x="11660" y="11642"/>
                  </a:cubicBezTo>
                  <a:cubicBezTo>
                    <a:pt x="27154" y="-3869"/>
                    <a:pt x="52289" y="-3883"/>
                    <a:pt x="67800" y="11611"/>
                  </a:cubicBezTo>
                  <a:cubicBezTo>
                    <a:pt x="67810" y="11622"/>
                    <a:pt x="67821" y="11632"/>
                    <a:pt x="67831" y="11642"/>
                  </a:cubicBezTo>
                  <a:cubicBezTo>
                    <a:pt x="69686" y="13487"/>
                    <a:pt x="71349" y="15515"/>
                    <a:pt x="72793" y="17696"/>
                  </a:cubicBezTo>
                  <a:cubicBezTo>
                    <a:pt x="74238" y="19853"/>
                    <a:pt x="75468" y="22147"/>
                    <a:pt x="76465" y="24544"/>
                  </a:cubicBezTo>
                  <a:cubicBezTo>
                    <a:pt x="77456" y="26944"/>
                    <a:pt x="78204" y="29438"/>
                    <a:pt x="78698" y="31987"/>
                  </a:cubicBezTo>
                  <a:cubicBezTo>
                    <a:pt x="79756" y="37093"/>
                    <a:pt x="79756" y="42362"/>
                    <a:pt x="78698" y="47469"/>
                  </a:cubicBezTo>
                  <a:cubicBezTo>
                    <a:pt x="78211" y="50020"/>
                    <a:pt x="77462" y="52514"/>
                    <a:pt x="76465" y="54912"/>
                  </a:cubicBezTo>
                  <a:cubicBezTo>
                    <a:pt x="75468" y="57309"/>
                    <a:pt x="74238" y="59602"/>
                    <a:pt x="72793" y="61759"/>
                  </a:cubicBezTo>
                  <a:cubicBezTo>
                    <a:pt x="71349" y="63940"/>
                    <a:pt x="69686" y="65969"/>
                    <a:pt x="67831" y="67813"/>
                  </a:cubicBezTo>
                  <a:cubicBezTo>
                    <a:pt x="60365" y="75233"/>
                    <a:pt x="50272" y="79406"/>
                    <a:pt x="39746" y="794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65D1C6F6-F6F5-BCC3-9DFA-917033D36C76}"/>
                </a:ext>
              </a:extLst>
            </p:cNvPr>
            <p:cNvSpPr/>
            <p:nvPr/>
          </p:nvSpPr>
          <p:spPr>
            <a:xfrm>
              <a:off x="10143668" y="4079576"/>
              <a:ext cx="79393" cy="79428"/>
            </a:xfrm>
            <a:custGeom>
              <a:avLst/>
              <a:gdLst>
                <a:gd name="connsiteX0" fmla="*/ 39697 w 79393"/>
                <a:gd name="connsiteY0" fmla="*/ 79429 h 79428"/>
                <a:gd name="connsiteX1" fmla="*/ 31956 w 79393"/>
                <a:gd name="connsiteY1" fmla="*/ 78635 h 79428"/>
                <a:gd name="connsiteX2" fmla="*/ 24513 w 79393"/>
                <a:gd name="connsiteY2" fmla="*/ 76352 h 79428"/>
                <a:gd name="connsiteX3" fmla="*/ 17665 w 79393"/>
                <a:gd name="connsiteY3" fmla="*/ 72730 h 79428"/>
                <a:gd name="connsiteX4" fmla="*/ 11661 w 79393"/>
                <a:gd name="connsiteY4" fmla="*/ 67768 h 79428"/>
                <a:gd name="connsiteX5" fmla="*/ 6699 w 79393"/>
                <a:gd name="connsiteY5" fmla="*/ 61764 h 79428"/>
                <a:gd name="connsiteX6" fmla="*/ 3077 w 79393"/>
                <a:gd name="connsiteY6" fmla="*/ 54866 h 79428"/>
                <a:gd name="connsiteX7" fmla="*/ 794 w 79393"/>
                <a:gd name="connsiteY7" fmla="*/ 47473 h 79428"/>
                <a:gd name="connsiteX8" fmla="*/ 794 w 79393"/>
                <a:gd name="connsiteY8" fmla="*/ 31942 h 79428"/>
                <a:gd name="connsiteX9" fmla="*/ 3077 w 79393"/>
                <a:gd name="connsiteY9" fmla="*/ 24499 h 79428"/>
                <a:gd name="connsiteX10" fmla="*/ 11661 w 79393"/>
                <a:gd name="connsiteY10" fmla="*/ 11647 h 79428"/>
                <a:gd name="connsiteX11" fmla="*/ 17665 w 79393"/>
                <a:gd name="connsiteY11" fmla="*/ 6685 h 79428"/>
                <a:gd name="connsiteX12" fmla="*/ 24513 w 79393"/>
                <a:gd name="connsiteY12" fmla="*/ 3062 h 79428"/>
                <a:gd name="connsiteX13" fmla="*/ 31956 w 79393"/>
                <a:gd name="connsiteY13" fmla="*/ 780 h 79428"/>
                <a:gd name="connsiteX14" fmla="*/ 54881 w 79393"/>
                <a:gd name="connsiteY14" fmla="*/ 3062 h 79428"/>
                <a:gd name="connsiteX15" fmla="*/ 61729 w 79393"/>
                <a:gd name="connsiteY15" fmla="*/ 6685 h 79428"/>
                <a:gd name="connsiteX16" fmla="*/ 67782 w 79393"/>
                <a:gd name="connsiteY16" fmla="*/ 11647 h 79428"/>
                <a:gd name="connsiteX17" fmla="*/ 72744 w 79393"/>
                <a:gd name="connsiteY17" fmla="*/ 17651 h 79428"/>
                <a:gd name="connsiteX18" fmla="*/ 76367 w 79393"/>
                <a:gd name="connsiteY18" fmla="*/ 24499 h 79428"/>
                <a:gd name="connsiteX19" fmla="*/ 78649 w 79393"/>
                <a:gd name="connsiteY19" fmla="*/ 31942 h 79428"/>
                <a:gd name="connsiteX20" fmla="*/ 78649 w 79393"/>
                <a:gd name="connsiteY20" fmla="*/ 47473 h 79428"/>
                <a:gd name="connsiteX21" fmla="*/ 76367 w 79393"/>
                <a:gd name="connsiteY21" fmla="*/ 54866 h 79428"/>
                <a:gd name="connsiteX22" fmla="*/ 72744 w 79393"/>
                <a:gd name="connsiteY22" fmla="*/ 61764 h 79428"/>
                <a:gd name="connsiteX23" fmla="*/ 67782 w 79393"/>
                <a:gd name="connsiteY23" fmla="*/ 67768 h 79428"/>
                <a:gd name="connsiteX24" fmla="*/ 61729 w 79393"/>
                <a:gd name="connsiteY24" fmla="*/ 72730 h 79428"/>
                <a:gd name="connsiteX25" fmla="*/ 54881 w 79393"/>
                <a:gd name="connsiteY25" fmla="*/ 76352 h 79428"/>
                <a:gd name="connsiteX26" fmla="*/ 47487 w 79393"/>
                <a:gd name="connsiteY26" fmla="*/ 78635 h 79428"/>
                <a:gd name="connsiteX27" fmla="*/ 39697 w 79393"/>
                <a:gd name="connsiteY27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93" h="79428">
                  <a:moveTo>
                    <a:pt x="39697" y="79429"/>
                  </a:moveTo>
                  <a:cubicBezTo>
                    <a:pt x="37097" y="79410"/>
                    <a:pt x="34505" y="79144"/>
                    <a:pt x="31956" y="78635"/>
                  </a:cubicBezTo>
                  <a:cubicBezTo>
                    <a:pt x="29407" y="78116"/>
                    <a:pt x="26915" y="77352"/>
                    <a:pt x="24513" y="76352"/>
                  </a:cubicBezTo>
                  <a:cubicBezTo>
                    <a:pt x="22131" y="75343"/>
                    <a:pt x="19840" y="74131"/>
                    <a:pt x="17665" y="72730"/>
                  </a:cubicBezTo>
                  <a:cubicBezTo>
                    <a:pt x="15513" y="71268"/>
                    <a:pt x="13502" y="69607"/>
                    <a:pt x="11661" y="67768"/>
                  </a:cubicBezTo>
                  <a:cubicBezTo>
                    <a:pt x="9820" y="65929"/>
                    <a:pt x="8158" y="63918"/>
                    <a:pt x="6699" y="61764"/>
                  </a:cubicBezTo>
                  <a:cubicBezTo>
                    <a:pt x="5269" y="59589"/>
                    <a:pt x="4055" y="57279"/>
                    <a:pt x="3077" y="54866"/>
                  </a:cubicBezTo>
                  <a:cubicBezTo>
                    <a:pt x="2070" y="52485"/>
                    <a:pt x="1306" y="50008"/>
                    <a:pt x="794" y="47473"/>
                  </a:cubicBezTo>
                  <a:cubicBezTo>
                    <a:pt x="-265" y="42350"/>
                    <a:pt x="-265" y="37065"/>
                    <a:pt x="794" y="31942"/>
                  </a:cubicBezTo>
                  <a:cubicBezTo>
                    <a:pt x="1313" y="29393"/>
                    <a:pt x="2077" y="26900"/>
                    <a:pt x="3077" y="24499"/>
                  </a:cubicBezTo>
                  <a:cubicBezTo>
                    <a:pt x="5031" y="19673"/>
                    <a:pt x="7952" y="15299"/>
                    <a:pt x="11661" y="11647"/>
                  </a:cubicBezTo>
                  <a:cubicBezTo>
                    <a:pt x="13490" y="9794"/>
                    <a:pt x="15501" y="8131"/>
                    <a:pt x="17665" y="6685"/>
                  </a:cubicBezTo>
                  <a:cubicBezTo>
                    <a:pt x="19829" y="5265"/>
                    <a:pt x="22122" y="4052"/>
                    <a:pt x="24513" y="3062"/>
                  </a:cubicBezTo>
                  <a:cubicBezTo>
                    <a:pt x="26915" y="2063"/>
                    <a:pt x="29407" y="1298"/>
                    <a:pt x="31956" y="780"/>
                  </a:cubicBezTo>
                  <a:cubicBezTo>
                    <a:pt x="39654" y="-782"/>
                    <a:pt x="47643" y="14"/>
                    <a:pt x="54881" y="3062"/>
                  </a:cubicBezTo>
                  <a:cubicBezTo>
                    <a:pt x="57282" y="4031"/>
                    <a:pt x="59577" y="5245"/>
                    <a:pt x="61729" y="6685"/>
                  </a:cubicBezTo>
                  <a:cubicBezTo>
                    <a:pt x="63908" y="8131"/>
                    <a:pt x="65937" y="9793"/>
                    <a:pt x="67782" y="11647"/>
                  </a:cubicBezTo>
                  <a:cubicBezTo>
                    <a:pt x="69609" y="13499"/>
                    <a:pt x="71270" y="15508"/>
                    <a:pt x="72744" y="17651"/>
                  </a:cubicBezTo>
                  <a:cubicBezTo>
                    <a:pt x="74146" y="19825"/>
                    <a:pt x="75358" y="22116"/>
                    <a:pt x="76367" y="24499"/>
                  </a:cubicBezTo>
                  <a:cubicBezTo>
                    <a:pt x="77366" y="26900"/>
                    <a:pt x="78131" y="29393"/>
                    <a:pt x="78649" y="31942"/>
                  </a:cubicBezTo>
                  <a:cubicBezTo>
                    <a:pt x="79642" y="37071"/>
                    <a:pt x="79642" y="42343"/>
                    <a:pt x="78649" y="47473"/>
                  </a:cubicBezTo>
                  <a:cubicBezTo>
                    <a:pt x="78138" y="50008"/>
                    <a:pt x="77373" y="52485"/>
                    <a:pt x="76367" y="54866"/>
                  </a:cubicBezTo>
                  <a:cubicBezTo>
                    <a:pt x="75368" y="57269"/>
                    <a:pt x="74156" y="59578"/>
                    <a:pt x="72744" y="61764"/>
                  </a:cubicBezTo>
                  <a:cubicBezTo>
                    <a:pt x="71270" y="63907"/>
                    <a:pt x="69609" y="65916"/>
                    <a:pt x="67782" y="67768"/>
                  </a:cubicBezTo>
                  <a:cubicBezTo>
                    <a:pt x="65924" y="69607"/>
                    <a:pt x="63897" y="71268"/>
                    <a:pt x="61729" y="72730"/>
                  </a:cubicBezTo>
                  <a:cubicBezTo>
                    <a:pt x="59566" y="74151"/>
                    <a:pt x="57273" y="75364"/>
                    <a:pt x="54881" y="76352"/>
                  </a:cubicBezTo>
                  <a:cubicBezTo>
                    <a:pt x="52499" y="77359"/>
                    <a:pt x="50022" y="78123"/>
                    <a:pt x="47487" y="78635"/>
                  </a:cubicBezTo>
                  <a:cubicBezTo>
                    <a:pt x="44922" y="79147"/>
                    <a:pt x="42313" y="79413"/>
                    <a:pt x="39697" y="794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F25CB259-3D66-DFEF-6811-D163ADF5BCF4}"/>
                </a:ext>
              </a:extLst>
            </p:cNvPr>
            <p:cNvSpPr/>
            <p:nvPr/>
          </p:nvSpPr>
          <p:spPr>
            <a:xfrm>
              <a:off x="9830858" y="4271457"/>
              <a:ext cx="79393" cy="79480"/>
            </a:xfrm>
            <a:custGeom>
              <a:avLst/>
              <a:gdLst>
                <a:gd name="connsiteX0" fmla="*/ 39698 w 79393"/>
                <a:gd name="connsiteY0" fmla="*/ 79480 h 79480"/>
                <a:gd name="connsiteX1" fmla="*/ 31957 w 79393"/>
                <a:gd name="connsiteY1" fmla="*/ 78686 h 79480"/>
                <a:gd name="connsiteX2" fmla="*/ 24514 w 79393"/>
                <a:gd name="connsiteY2" fmla="*/ 76454 h 79480"/>
                <a:gd name="connsiteX3" fmla="*/ 17666 w 79393"/>
                <a:gd name="connsiteY3" fmla="*/ 72782 h 79480"/>
                <a:gd name="connsiteX4" fmla="*/ 11662 w 79393"/>
                <a:gd name="connsiteY4" fmla="*/ 67820 h 79480"/>
                <a:gd name="connsiteX5" fmla="*/ 795 w 79393"/>
                <a:gd name="connsiteY5" fmla="*/ 31993 h 79480"/>
                <a:gd name="connsiteX6" fmla="*/ 11662 w 79393"/>
                <a:gd name="connsiteY6" fmla="*/ 11649 h 79480"/>
                <a:gd name="connsiteX7" fmla="*/ 17666 w 79393"/>
                <a:gd name="connsiteY7" fmla="*/ 6687 h 79480"/>
                <a:gd name="connsiteX8" fmla="*/ 24514 w 79393"/>
                <a:gd name="connsiteY8" fmla="*/ 3015 h 79480"/>
                <a:gd name="connsiteX9" fmla="*/ 31957 w 79393"/>
                <a:gd name="connsiteY9" fmla="*/ 782 h 79480"/>
                <a:gd name="connsiteX10" fmla="*/ 47488 w 79393"/>
                <a:gd name="connsiteY10" fmla="*/ 782 h 79480"/>
                <a:gd name="connsiteX11" fmla="*/ 54882 w 79393"/>
                <a:gd name="connsiteY11" fmla="*/ 3015 h 79480"/>
                <a:gd name="connsiteX12" fmla="*/ 61779 w 79393"/>
                <a:gd name="connsiteY12" fmla="*/ 6687 h 79480"/>
                <a:gd name="connsiteX13" fmla="*/ 67783 w 79393"/>
                <a:gd name="connsiteY13" fmla="*/ 11649 h 79480"/>
                <a:gd name="connsiteX14" fmla="*/ 72745 w 79393"/>
                <a:gd name="connsiteY14" fmla="*/ 17703 h 79480"/>
                <a:gd name="connsiteX15" fmla="*/ 76367 w 79393"/>
                <a:gd name="connsiteY15" fmla="*/ 24550 h 79480"/>
                <a:gd name="connsiteX16" fmla="*/ 78650 w 79393"/>
                <a:gd name="connsiteY16" fmla="*/ 31993 h 79480"/>
                <a:gd name="connsiteX17" fmla="*/ 78650 w 79393"/>
                <a:gd name="connsiteY17" fmla="*/ 47475 h 79480"/>
                <a:gd name="connsiteX18" fmla="*/ 76367 w 79393"/>
                <a:gd name="connsiteY18" fmla="*/ 54918 h 79480"/>
                <a:gd name="connsiteX19" fmla="*/ 72745 w 79393"/>
                <a:gd name="connsiteY19" fmla="*/ 61766 h 79480"/>
                <a:gd name="connsiteX20" fmla="*/ 67783 w 79393"/>
                <a:gd name="connsiteY20" fmla="*/ 67820 h 79480"/>
                <a:gd name="connsiteX21" fmla="*/ 61729 w 79393"/>
                <a:gd name="connsiteY21" fmla="*/ 72782 h 79480"/>
                <a:gd name="connsiteX22" fmla="*/ 54882 w 79393"/>
                <a:gd name="connsiteY22" fmla="*/ 76454 h 79480"/>
                <a:gd name="connsiteX23" fmla="*/ 47488 w 79393"/>
                <a:gd name="connsiteY23" fmla="*/ 78686 h 79480"/>
                <a:gd name="connsiteX24" fmla="*/ 39698 w 79393"/>
                <a:gd name="connsiteY24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480">
                  <a:moveTo>
                    <a:pt x="39698" y="79480"/>
                  </a:moveTo>
                  <a:cubicBezTo>
                    <a:pt x="37097" y="79487"/>
                    <a:pt x="34502" y="79221"/>
                    <a:pt x="31957" y="78686"/>
                  </a:cubicBezTo>
                  <a:cubicBezTo>
                    <a:pt x="29409" y="78185"/>
                    <a:pt x="26917" y="77437"/>
                    <a:pt x="24514" y="76454"/>
                  </a:cubicBezTo>
                  <a:cubicBezTo>
                    <a:pt x="22121" y="75447"/>
                    <a:pt x="19828" y="74218"/>
                    <a:pt x="17666" y="72782"/>
                  </a:cubicBezTo>
                  <a:cubicBezTo>
                    <a:pt x="15491" y="71349"/>
                    <a:pt x="13478" y="69686"/>
                    <a:pt x="11662" y="67820"/>
                  </a:cubicBezTo>
                  <a:cubicBezTo>
                    <a:pt x="2227" y="58476"/>
                    <a:pt x="-1860" y="45004"/>
                    <a:pt x="795" y="31993"/>
                  </a:cubicBezTo>
                  <a:cubicBezTo>
                    <a:pt x="2324" y="24286"/>
                    <a:pt x="6106" y="17205"/>
                    <a:pt x="11662" y="11649"/>
                  </a:cubicBezTo>
                  <a:cubicBezTo>
                    <a:pt x="13478" y="9783"/>
                    <a:pt x="15491" y="8119"/>
                    <a:pt x="17666" y="6687"/>
                  </a:cubicBezTo>
                  <a:cubicBezTo>
                    <a:pt x="19828" y="5251"/>
                    <a:pt x="22121" y="4021"/>
                    <a:pt x="24514" y="3015"/>
                  </a:cubicBezTo>
                  <a:cubicBezTo>
                    <a:pt x="26917" y="2031"/>
                    <a:pt x="29409" y="1283"/>
                    <a:pt x="31957" y="782"/>
                  </a:cubicBezTo>
                  <a:cubicBezTo>
                    <a:pt x="37081" y="-261"/>
                    <a:pt x="42364" y="-261"/>
                    <a:pt x="47488" y="782"/>
                  </a:cubicBezTo>
                  <a:cubicBezTo>
                    <a:pt x="50021" y="1276"/>
                    <a:pt x="52498" y="2024"/>
                    <a:pt x="54882" y="3015"/>
                  </a:cubicBezTo>
                  <a:cubicBezTo>
                    <a:pt x="57296" y="4009"/>
                    <a:pt x="59606" y="5239"/>
                    <a:pt x="61779" y="6687"/>
                  </a:cubicBezTo>
                  <a:cubicBezTo>
                    <a:pt x="63935" y="8144"/>
                    <a:pt x="65946" y="9806"/>
                    <a:pt x="67783" y="11649"/>
                  </a:cubicBezTo>
                  <a:cubicBezTo>
                    <a:pt x="69622" y="13507"/>
                    <a:pt x="71284" y="15534"/>
                    <a:pt x="72745" y="17703"/>
                  </a:cubicBezTo>
                  <a:cubicBezTo>
                    <a:pt x="74156" y="19871"/>
                    <a:pt x="75369" y="22163"/>
                    <a:pt x="76367" y="24550"/>
                  </a:cubicBezTo>
                  <a:cubicBezTo>
                    <a:pt x="77374" y="26949"/>
                    <a:pt x="78139" y="29443"/>
                    <a:pt x="78650" y="31993"/>
                  </a:cubicBezTo>
                  <a:cubicBezTo>
                    <a:pt x="79642" y="37106"/>
                    <a:pt x="79642" y="42362"/>
                    <a:pt x="78650" y="47475"/>
                  </a:cubicBezTo>
                  <a:cubicBezTo>
                    <a:pt x="78139" y="50026"/>
                    <a:pt x="77374" y="52519"/>
                    <a:pt x="76367" y="54918"/>
                  </a:cubicBezTo>
                  <a:cubicBezTo>
                    <a:pt x="75369" y="57305"/>
                    <a:pt x="74156" y="59597"/>
                    <a:pt x="72745" y="61766"/>
                  </a:cubicBezTo>
                  <a:cubicBezTo>
                    <a:pt x="71284" y="63934"/>
                    <a:pt x="69622" y="65961"/>
                    <a:pt x="67783" y="67820"/>
                  </a:cubicBezTo>
                  <a:cubicBezTo>
                    <a:pt x="65939" y="69675"/>
                    <a:pt x="63910" y="71337"/>
                    <a:pt x="61729" y="72782"/>
                  </a:cubicBezTo>
                  <a:cubicBezTo>
                    <a:pt x="59579" y="74238"/>
                    <a:pt x="57284" y="75468"/>
                    <a:pt x="54882" y="76454"/>
                  </a:cubicBezTo>
                  <a:cubicBezTo>
                    <a:pt x="52498" y="77444"/>
                    <a:pt x="50021" y="78192"/>
                    <a:pt x="47488" y="78686"/>
                  </a:cubicBezTo>
                  <a:cubicBezTo>
                    <a:pt x="44926" y="79220"/>
                    <a:pt x="42315" y="79486"/>
                    <a:pt x="39698" y="7948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331EF505-A5E7-C6DF-4A73-2067C97AD3D6}"/>
                </a:ext>
              </a:extLst>
            </p:cNvPr>
            <p:cNvSpPr/>
            <p:nvPr/>
          </p:nvSpPr>
          <p:spPr>
            <a:xfrm>
              <a:off x="9933624" y="4196568"/>
              <a:ext cx="79441" cy="79342"/>
            </a:xfrm>
            <a:custGeom>
              <a:avLst/>
              <a:gdLst>
                <a:gd name="connsiteX0" fmla="*/ 39746 w 79441"/>
                <a:gd name="connsiteY0" fmla="*/ 79343 h 79342"/>
                <a:gd name="connsiteX1" fmla="*/ 11660 w 79441"/>
                <a:gd name="connsiteY1" fmla="*/ 67732 h 79342"/>
                <a:gd name="connsiteX2" fmla="*/ 6698 w 79441"/>
                <a:gd name="connsiteY2" fmla="*/ 61678 h 79342"/>
                <a:gd name="connsiteX3" fmla="*/ 793 w 79441"/>
                <a:gd name="connsiteY3" fmla="*/ 47387 h 79342"/>
                <a:gd name="connsiteX4" fmla="*/ 793 w 79441"/>
                <a:gd name="connsiteY4" fmla="*/ 31906 h 79342"/>
                <a:gd name="connsiteX5" fmla="*/ 6698 w 79441"/>
                <a:gd name="connsiteY5" fmla="*/ 17615 h 79342"/>
                <a:gd name="connsiteX6" fmla="*/ 11660 w 79441"/>
                <a:gd name="connsiteY6" fmla="*/ 11561 h 79342"/>
                <a:gd name="connsiteX7" fmla="*/ 47536 w 79441"/>
                <a:gd name="connsiteY7" fmla="*/ 744 h 79342"/>
                <a:gd name="connsiteX8" fmla="*/ 54930 w 79441"/>
                <a:gd name="connsiteY8" fmla="*/ 2977 h 79342"/>
                <a:gd name="connsiteX9" fmla="*/ 61777 w 79441"/>
                <a:gd name="connsiteY9" fmla="*/ 6649 h 79342"/>
                <a:gd name="connsiteX10" fmla="*/ 72743 w 79441"/>
                <a:gd name="connsiteY10" fmla="*/ 17615 h 79342"/>
                <a:gd name="connsiteX11" fmla="*/ 76415 w 79441"/>
                <a:gd name="connsiteY11" fmla="*/ 24462 h 79342"/>
                <a:gd name="connsiteX12" fmla="*/ 78698 w 79441"/>
                <a:gd name="connsiteY12" fmla="*/ 31906 h 79342"/>
                <a:gd name="connsiteX13" fmla="*/ 78698 w 79441"/>
                <a:gd name="connsiteY13" fmla="*/ 47387 h 79342"/>
                <a:gd name="connsiteX14" fmla="*/ 76415 w 79441"/>
                <a:gd name="connsiteY14" fmla="*/ 54830 h 79342"/>
                <a:gd name="connsiteX15" fmla="*/ 72743 w 79441"/>
                <a:gd name="connsiteY15" fmla="*/ 61678 h 79342"/>
                <a:gd name="connsiteX16" fmla="*/ 61777 w 79441"/>
                <a:gd name="connsiteY16" fmla="*/ 72644 h 79342"/>
                <a:gd name="connsiteX17" fmla="*/ 54930 w 79441"/>
                <a:gd name="connsiteY17" fmla="*/ 76316 h 79342"/>
                <a:gd name="connsiteX18" fmla="*/ 47536 w 79441"/>
                <a:gd name="connsiteY18" fmla="*/ 78549 h 79342"/>
                <a:gd name="connsiteX19" fmla="*/ 39746 w 79441"/>
                <a:gd name="connsiteY19" fmla="*/ 79343 h 7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1" h="79342">
                  <a:moveTo>
                    <a:pt x="39746" y="79343"/>
                  </a:moveTo>
                  <a:cubicBezTo>
                    <a:pt x="29222" y="79313"/>
                    <a:pt x="19133" y="75142"/>
                    <a:pt x="11660" y="67732"/>
                  </a:cubicBezTo>
                  <a:cubicBezTo>
                    <a:pt x="9820" y="65874"/>
                    <a:pt x="8158" y="63847"/>
                    <a:pt x="6698" y="61678"/>
                  </a:cubicBezTo>
                  <a:cubicBezTo>
                    <a:pt x="3844" y="57331"/>
                    <a:pt x="1841" y="52481"/>
                    <a:pt x="793" y="47387"/>
                  </a:cubicBezTo>
                  <a:cubicBezTo>
                    <a:pt x="-264" y="42281"/>
                    <a:pt x="-264" y="37012"/>
                    <a:pt x="793" y="31906"/>
                  </a:cubicBezTo>
                  <a:cubicBezTo>
                    <a:pt x="1841" y="26812"/>
                    <a:pt x="3844" y="21962"/>
                    <a:pt x="6698" y="17615"/>
                  </a:cubicBezTo>
                  <a:cubicBezTo>
                    <a:pt x="8158" y="15445"/>
                    <a:pt x="9820" y="13419"/>
                    <a:pt x="11660" y="11561"/>
                  </a:cubicBezTo>
                  <a:cubicBezTo>
                    <a:pt x="21099" y="2253"/>
                    <a:pt x="34525" y="-1795"/>
                    <a:pt x="47536" y="744"/>
                  </a:cubicBezTo>
                  <a:cubicBezTo>
                    <a:pt x="50069" y="1238"/>
                    <a:pt x="52546" y="1986"/>
                    <a:pt x="54930" y="2977"/>
                  </a:cubicBezTo>
                  <a:cubicBezTo>
                    <a:pt x="57332" y="3962"/>
                    <a:pt x="59627" y="5192"/>
                    <a:pt x="61777" y="6649"/>
                  </a:cubicBezTo>
                  <a:cubicBezTo>
                    <a:pt x="66154" y="9504"/>
                    <a:pt x="69888" y="13238"/>
                    <a:pt x="72743" y="17615"/>
                  </a:cubicBezTo>
                  <a:cubicBezTo>
                    <a:pt x="74188" y="19772"/>
                    <a:pt x="75418" y="22065"/>
                    <a:pt x="76415" y="24462"/>
                  </a:cubicBezTo>
                  <a:cubicBezTo>
                    <a:pt x="77400" y="26869"/>
                    <a:pt x="78164" y="29361"/>
                    <a:pt x="78698" y="31906"/>
                  </a:cubicBezTo>
                  <a:cubicBezTo>
                    <a:pt x="79690" y="37018"/>
                    <a:pt x="79690" y="42274"/>
                    <a:pt x="78698" y="47387"/>
                  </a:cubicBezTo>
                  <a:cubicBezTo>
                    <a:pt x="78164" y="49932"/>
                    <a:pt x="77400" y="52423"/>
                    <a:pt x="76415" y="54830"/>
                  </a:cubicBezTo>
                  <a:cubicBezTo>
                    <a:pt x="75418" y="57227"/>
                    <a:pt x="74188" y="59521"/>
                    <a:pt x="72743" y="61678"/>
                  </a:cubicBezTo>
                  <a:cubicBezTo>
                    <a:pt x="69888" y="66055"/>
                    <a:pt x="66154" y="69789"/>
                    <a:pt x="61777" y="72644"/>
                  </a:cubicBezTo>
                  <a:cubicBezTo>
                    <a:pt x="59627" y="74100"/>
                    <a:pt x="57332" y="75331"/>
                    <a:pt x="54930" y="76316"/>
                  </a:cubicBezTo>
                  <a:cubicBezTo>
                    <a:pt x="52546" y="77307"/>
                    <a:pt x="50069" y="78055"/>
                    <a:pt x="47536" y="78549"/>
                  </a:cubicBezTo>
                  <a:cubicBezTo>
                    <a:pt x="44974" y="79083"/>
                    <a:pt x="42363" y="79349"/>
                    <a:pt x="39746" y="793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2" name="Picture Placeholder 46">
            <a:extLst>
              <a:ext uri="{FF2B5EF4-FFF2-40B4-BE49-F238E27FC236}">
                <a16:creationId xmlns:a16="http://schemas.microsoft.com/office/drawing/2014/main" id="{15D0B092-0993-DB5E-7C64-A05212B6F0E0}"/>
              </a:ext>
            </a:extLst>
          </p:cNvPr>
          <p:cNvGrpSpPr/>
          <p:nvPr/>
        </p:nvGrpSpPr>
        <p:grpSpPr>
          <a:xfrm>
            <a:off x="1655505" y="4773048"/>
            <a:ext cx="554412" cy="841020"/>
            <a:chOff x="1655505" y="4773048"/>
            <a:chExt cx="554412" cy="841020"/>
          </a:xfrm>
        </p:grpSpPr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E3D3588D-695B-921E-4526-EC4559FF2186}"/>
                </a:ext>
              </a:extLst>
            </p:cNvPr>
            <p:cNvSpPr/>
            <p:nvPr/>
          </p:nvSpPr>
          <p:spPr>
            <a:xfrm>
              <a:off x="1655505" y="4773048"/>
              <a:ext cx="554412" cy="841020"/>
            </a:xfrm>
            <a:custGeom>
              <a:avLst/>
              <a:gdLst>
                <a:gd name="connsiteX0" fmla="*/ 514666 w 554412"/>
                <a:gd name="connsiteY0" fmla="*/ 841021 h 841020"/>
                <a:gd name="connsiteX1" fmla="*/ 39697 w 554412"/>
                <a:gd name="connsiteY1" fmla="*/ 841021 h 841020"/>
                <a:gd name="connsiteX2" fmla="*/ 0 w 554412"/>
                <a:gd name="connsiteY2" fmla="*/ 801324 h 841020"/>
                <a:gd name="connsiteX3" fmla="*/ 0 w 554412"/>
                <a:gd name="connsiteY3" fmla="*/ 39697 h 841020"/>
                <a:gd name="connsiteX4" fmla="*/ 39697 w 554412"/>
                <a:gd name="connsiteY4" fmla="*/ 0 h 841020"/>
                <a:gd name="connsiteX5" fmla="*/ 39697 w 554412"/>
                <a:gd name="connsiteY5" fmla="*/ 0 h 841020"/>
                <a:gd name="connsiteX6" fmla="*/ 514716 w 554412"/>
                <a:gd name="connsiteY6" fmla="*/ 844 h 841020"/>
                <a:gd name="connsiteX7" fmla="*/ 554413 w 554412"/>
                <a:gd name="connsiteY7" fmla="*/ 40540 h 841020"/>
                <a:gd name="connsiteX8" fmla="*/ 554413 w 554412"/>
                <a:gd name="connsiteY8" fmla="*/ 801324 h 841020"/>
                <a:gd name="connsiteX9" fmla="*/ 514716 w 554412"/>
                <a:gd name="connsiteY9" fmla="*/ 841021 h 841020"/>
                <a:gd name="connsiteX10" fmla="*/ 514666 w 554412"/>
                <a:gd name="connsiteY10" fmla="*/ 841021 h 841020"/>
                <a:gd name="connsiteX11" fmla="*/ 79393 w 554412"/>
                <a:gd name="connsiteY11" fmla="*/ 761628 h 841020"/>
                <a:gd name="connsiteX12" fmla="*/ 474970 w 554412"/>
                <a:gd name="connsiteY12" fmla="*/ 761628 h 841020"/>
                <a:gd name="connsiteX13" fmla="*/ 474970 w 554412"/>
                <a:gd name="connsiteY13" fmla="*/ 80187 h 841020"/>
                <a:gd name="connsiteX14" fmla="*/ 79393 w 554412"/>
                <a:gd name="connsiteY14" fmla="*/ 79492 h 8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4412" h="841020">
                  <a:moveTo>
                    <a:pt x="514666" y="841021"/>
                  </a:moveTo>
                  <a:lnTo>
                    <a:pt x="39697" y="841021"/>
                  </a:lnTo>
                  <a:cubicBezTo>
                    <a:pt x="17773" y="841021"/>
                    <a:pt x="0" y="823248"/>
                    <a:pt x="0" y="8013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844"/>
                  </a:lnTo>
                  <a:cubicBezTo>
                    <a:pt x="536640" y="844"/>
                    <a:pt x="554413" y="18616"/>
                    <a:pt x="554413" y="40540"/>
                  </a:cubicBezTo>
                  <a:lnTo>
                    <a:pt x="554413" y="801324"/>
                  </a:lnTo>
                  <a:cubicBezTo>
                    <a:pt x="554413" y="823248"/>
                    <a:pt x="536640" y="841021"/>
                    <a:pt x="514716" y="841021"/>
                  </a:cubicBezTo>
                  <a:cubicBezTo>
                    <a:pt x="514699" y="841021"/>
                    <a:pt x="514683" y="841021"/>
                    <a:pt x="514666" y="841021"/>
                  </a:cubicBezTo>
                  <a:close/>
                  <a:moveTo>
                    <a:pt x="79393" y="761628"/>
                  </a:moveTo>
                  <a:lnTo>
                    <a:pt x="474970" y="761628"/>
                  </a:lnTo>
                  <a:lnTo>
                    <a:pt x="474970" y="80187"/>
                  </a:lnTo>
                  <a:lnTo>
                    <a:pt x="79393" y="79492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F000CFB7-3209-A57C-54C6-3687975F6921}"/>
                </a:ext>
              </a:extLst>
            </p:cNvPr>
            <p:cNvSpPr/>
            <p:nvPr/>
          </p:nvSpPr>
          <p:spPr>
            <a:xfrm>
              <a:off x="1888425" y="5380058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A4A7F1AE-64F3-8D14-6F41-3301F5CDB5B3}"/>
                </a:ext>
              </a:extLst>
            </p:cNvPr>
            <p:cNvSpPr/>
            <p:nvPr/>
          </p:nvSpPr>
          <p:spPr>
            <a:xfrm>
              <a:off x="1784073" y="4898440"/>
              <a:ext cx="297327" cy="79393"/>
            </a:xfrm>
            <a:custGeom>
              <a:avLst/>
              <a:gdLst>
                <a:gd name="connsiteX0" fmla="*/ 257631 w 297327"/>
                <a:gd name="connsiteY0" fmla="*/ 79393 h 79393"/>
                <a:gd name="connsiteX1" fmla="*/ 39697 w 297327"/>
                <a:gd name="connsiteY1" fmla="*/ 79393 h 79393"/>
                <a:gd name="connsiteX2" fmla="*/ 0 w 297327"/>
                <a:gd name="connsiteY2" fmla="*/ 39697 h 79393"/>
                <a:gd name="connsiteX3" fmla="*/ 39697 w 297327"/>
                <a:gd name="connsiteY3" fmla="*/ 0 h 79393"/>
                <a:gd name="connsiteX4" fmla="*/ 257631 w 297327"/>
                <a:gd name="connsiteY4" fmla="*/ 0 h 79393"/>
                <a:gd name="connsiteX5" fmla="*/ 297327 w 297327"/>
                <a:gd name="connsiteY5" fmla="*/ 39697 h 79393"/>
                <a:gd name="connsiteX6" fmla="*/ 257631 w 2973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327" h="79393">
                  <a:moveTo>
                    <a:pt x="25763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57631" y="0"/>
                  </a:lnTo>
                  <a:cubicBezTo>
                    <a:pt x="279555" y="0"/>
                    <a:pt x="297327" y="17773"/>
                    <a:pt x="297327" y="39697"/>
                  </a:cubicBezTo>
                  <a:cubicBezTo>
                    <a:pt x="297327" y="61620"/>
                    <a:pt x="279555" y="79393"/>
                    <a:pt x="25763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0393526E-2EA8-77D7-856B-EB7A1A78E31C}"/>
                </a:ext>
              </a:extLst>
            </p:cNvPr>
            <p:cNvSpPr/>
            <p:nvPr/>
          </p:nvSpPr>
          <p:spPr>
            <a:xfrm>
              <a:off x="1784073" y="5007605"/>
              <a:ext cx="297327" cy="79393"/>
            </a:xfrm>
            <a:custGeom>
              <a:avLst/>
              <a:gdLst>
                <a:gd name="connsiteX0" fmla="*/ 257631 w 297327"/>
                <a:gd name="connsiteY0" fmla="*/ 79393 h 79393"/>
                <a:gd name="connsiteX1" fmla="*/ 39697 w 297327"/>
                <a:gd name="connsiteY1" fmla="*/ 79393 h 79393"/>
                <a:gd name="connsiteX2" fmla="*/ 0 w 297327"/>
                <a:gd name="connsiteY2" fmla="*/ 39697 h 79393"/>
                <a:gd name="connsiteX3" fmla="*/ 39697 w 297327"/>
                <a:gd name="connsiteY3" fmla="*/ 0 h 79393"/>
                <a:gd name="connsiteX4" fmla="*/ 257631 w 297327"/>
                <a:gd name="connsiteY4" fmla="*/ 0 h 79393"/>
                <a:gd name="connsiteX5" fmla="*/ 297327 w 297327"/>
                <a:gd name="connsiteY5" fmla="*/ 39697 h 79393"/>
                <a:gd name="connsiteX6" fmla="*/ 257631 w 2973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327" h="79393">
                  <a:moveTo>
                    <a:pt x="25763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57631" y="0"/>
                  </a:lnTo>
                  <a:cubicBezTo>
                    <a:pt x="279555" y="0"/>
                    <a:pt x="297327" y="17773"/>
                    <a:pt x="297327" y="39697"/>
                  </a:cubicBezTo>
                  <a:cubicBezTo>
                    <a:pt x="297327" y="61620"/>
                    <a:pt x="279555" y="79393"/>
                    <a:pt x="25763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5885ED4-E3D9-565B-AD91-D94A49173662}"/>
              </a:ext>
            </a:extLst>
          </p:cNvPr>
          <p:cNvGrpSpPr/>
          <p:nvPr/>
        </p:nvGrpSpPr>
        <p:grpSpPr>
          <a:xfrm>
            <a:off x="2854122" y="4774388"/>
            <a:ext cx="806734" cy="830252"/>
            <a:chOff x="2854122" y="4774388"/>
            <a:chExt cx="806734" cy="830252"/>
          </a:xfrm>
        </p:grpSpPr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C0507628-BA6B-4521-F6BE-2D84379EAD3E}"/>
                </a:ext>
              </a:extLst>
            </p:cNvPr>
            <p:cNvSpPr/>
            <p:nvPr/>
          </p:nvSpPr>
          <p:spPr>
            <a:xfrm>
              <a:off x="3219777" y="5254121"/>
              <a:ext cx="79889" cy="218628"/>
            </a:xfrm>
            <a:custGeom>
              <a:avLst/>
              <a:gdLst>
                <a:gd name="connsiteX0" fmla="*/ 40193 w 79889"/>
                <a:gd name="connsiteY0" fmla="*/ 218629 h 218628"/>
                <a:gd name="connsiteX1" fmla="*/ 496 w 79889"/>
                <a:gd name="connsiteY1" fmla="*/ 178932 h 218628"/>
                <a:gd name="connsiteX2" fmla="*/ 0 w 79889"/>
                <a:gd name="connsiteY2" fmla="*/ 39697 h 218628"/>
                <a:gd name="connsiteX3" fmla="*/ 39697 w 79889"/>
                <a:gd name="connsiteY3" fmla="*/ 0 h 218628"/>
                <a:gd name="connsiteX4" fmla="*/ 39697 w 79889"/>
                <a:gd name="connsiteY4" fmla="*/ 0 h 218628"/>
                <a:gd name="connsiteX5" fmla="*/ 79393 w 79889"/>
                <a:gd name="connsiteY5" fmla="*/ 39697 h 218628"/>
                <a:gd name="connsiteX6" fmla="*/ 79889 w 79889"/>
                <a:gd name="connsiteY6" fmla="*/ 178634 h 218628"/>
                <a:gd name="connsiteX7" fmla="*/ 40193 w 79889"/>
                <a:gd name="connsiteY7" fmla="*/ 218331 h 21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18628">
                  <a:moveTo>
                    <a:pt x="40193" y="218629"/>
                  </a:moveTo>
                  <a:cubicBezTo>
                    <a:pt x="18269" y="218629"/>
                    <a:pt x="496" y="200855"/>
                    <a:pt x="496" y="178932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89" y="178634"/>
                  </a:lnTo>
                  <a:cubicBezTo>
                    <a:pt x="79889" y="200557"/>
                    <a:pt x="62117" y="218331"/>
                    <a:pt x="40193" y="2183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B19E5DB6-BFAC-C58F-223C-75D21A171AE2}"/>
                </a:ext>
              </a:extLst>
            </p:cNvPr>
            <p:cNvSpPr/>
            <p:nvPr/>
          </p:nvSpPr>
          <p:spPr>
            <a:xfrm>
              <a:off x="3031715" y="5458260"/>
              <a:ext cx="203445" cy="79393"/>
            </a:xfrm>
            <a:custGeom>
              <a:avLst/>
              <a:gdLst>
                <a:gd name="connsiteX0" fmla="*/ 163748 w 203445"/>
                <a:gd name="connsiteY0" fmla="*/ 79393 h 79393"/>
                <a:gd name="connsiteX1" fmla="*/ 39697 w 203445"/>
                <a:gd name="connsiteY1" fmla="*/ 79393 h 79393"/>
                <a:gd name="connsiteX2" fmla="*/ 0 w 203445"/>
                <a:gd name="connsiteY2" fmla="*/ 39697 h 79393"/>
                <a:gd name="connsiteX3" fmla="*/ 39697 w 203445"/>
                <a:gd name="connsiteY3" fmla="*/ 0 h 79393"/>
                <a:gd name="connsiteX4" fmla="*/ 163748 w 203445"/>
                <a:gd name="connsiteY4" fmla="*/ 0 h 79393"/>
                <a:gd name="connsiteX5" fmla="*/ 203445 w 203445"/>
                <a:gd name="connsiteY5" fmla="*/ 39697 h 79393"/>
                <a:gd name="connsiteX6" fmla="*/ 163748 w 2034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445" h="79393">
                  <a:moveTo>
                    <a:pt x="16374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63748" y="0"/>
                  </a:lnTo>
                  <a:cubicBezTo>
                    <a:pt x="185672" y="0"/>
                    <a:pt x="203445" y="17774"/>
                    <a:pt x="203445" y="39697"/>
                  </a:cubicBezTo>
                  <a:cubicBezTo>
                    <a:pt x="203445" y="61619"/>
                    <a:pt x="185672" y="79393"/>
                    <a:pt x="16374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22E9FF66-182F-8C21-D409-5A32B33FFED7}"/>
                </a:ext>
              </a:extLst>
            </p:cNvPr>
            <p:cNvSpPr/>
            <p:nvPr/>
          </p:nvSpPr>
          <p:spPr>
            <a:xfrm>
              <a:off x="3299667" y="5458260"/>
              <a:ext cx="163748" cy="79393"/>
            </a:xfrm>
            <a:custGeom>
              <a:avLst/>
              <a:gdLst>
                <a:gd name="connsiteX0" fmla="*/ 124052 w 163748"/>
                <a:gd name="connsiteY0" fmla="*/ 79393 h 79393"/>
                <a:gd name="connsiteX1" fmla="*/ 39697 w 163748"/>
                <a:gd name="connsiteY1" fmla="*/ 79393 h 79393"/>
                <a:gd name="connsiteX2" fmla="*/ 0 w 163748"/>
                <a:gd name="connsiteY2" fmla="*/ 39697 h 79393"/>
                <a:gd name="connsiteX3" fmla="*/ 39697 w 163748"/>
                <a:gd name="connsiteY3" fmla="*/ 0 h 79393"/>
                <a:gd name="connsiteX4" fmla="*/ 124052 w 163748"/>
                <a:gd name="connsiteY4" fmla="*/ 0 h 79393"/>
                <a:gd name="connsiteX5" fmla="*/ 163748 w 163748"/>
                <a:gd name="connsiteY5" fmla="*/ 39697 h 79393"/>
                <a:gd name="connsiteX6" fmla="*/ 124052 w 16374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748" h="79393">
                  <a:moveTo>
                    <a:pt x="12405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24052" y="0"/>
                  </a:lnTo>
                  <a:cubicBezTo>
                    <a:pt x="145974" y="0"/>
                    <a:pt x="163748" y="17774"/>
                    <a:pt x="163748" y="39697"/>
                  </a:cubicBezTo>
                  <a:cubicBezTo>
                    <a:pt x="163748" y="61619"/>
                    <a:pt x="145974" y="79393"/>
                    <a:pt x="12405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B1E4656A-C9EC-FAC7-57BA-7F2C9FEBF3D1}"/>
                </a:ext>
              </a:extLst>
            </p:cNvPr>
            <p:cNvSpPr/>
            <p:nvPr/>
          </p:nvSpPr>
          <p:spPr>
            <a:xfrm>
              <a:off x="3404763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7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3" y="79393"/>
                    <a:pt x="79393" y="91143"/>
                    <a:pt x="79393" y="105642"/>
                  </a:cubicBezTo>
                  <a:cubicBezTo>
                    <a:pt x="79393" y="120142"/>
                    <a:pt x="91143" y="131892"/>
                    <a:pt x="105643" y="131892"/>
                  </a:cubicBezTo>
                  <a:cubicBezTo>
                    <a:pt x="120142" y="131892"/>
                    <a:pt x="131892" y="120142"/>
                    <a:pt x="131892" y="105642"/>
                  </a:cubicBezTo>
                  <a:cubicBezTo>
                    <a:pt x="131862" y="91158"/>
                    <a:pt x="120127" y="79418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43C060F0-7F0F-C7AA-CCB7-CEDA80D16F34}"/>
                </a:ext>
              </a:extLst>
            </p:cNvPr>
            <p:cNvSpPr/>
            <p:nvPr/>
          </p:nvSpPr>
          <p:spPr>
            <a:xfrm>
              <a:off x="3153682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5888592-7699-A3BE-08F3-CC0B785B3B9C}"/>
                </a:ext>
              </a:extLst>
            </p:cNvPr>
            <p:cNvSpPr/>
            <p:nvPr/>
          </p:nvSpPr>
          <p:spPr>
            <a:xfrm>
              <a:off x="2898930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17F2DC9A-D9E4-DBE9-80D7-EDAF5021110F}"/>
                </a:ext>
              </a:extLst>
            </p:cNvPr>
            <p:cNvSpPr/>
            <p:nvPr/>
          </p:nvSpPr>
          <p:spPr>
            <a:xfrm>
              <a:off x="2854122" y="4774388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4"/>
                    <a:pt x="0" y="228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900"/>
                  </a:lnTo>
                  <a:cubicBezTo>
                    <a:pt x="806734" y="250824"/>
                    <a:pt x="788960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F1B7F02D-627A-2F92-150E-C74CFCC07D65}"/>
                </a:ext>
              </a:extLst>
            </p:cNvPr>
            <p:cNvSpPr/>
            <p:nvPr/>
          </p:nvSpPr>
          <p:spPr>
            <a:xfrm>
              <a:off x="2951180" y="4868965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04D2D3A4-023E-663A-B33B-B566C0E96047}"/>
                </a:ext>
              </a:extLst>
            </p:cNvPr>
            <p:cNvSpPr/>
            <p:nvPr/>
          </p:nvSpPr>
          <p:spPr>
            <a:xfrm>
              <a:off x="3163557" y="4868965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BB9DF82-7A21-7904-AB3B-778C5F51E0EA}"/>
                </a:ext>
              </a:extLst>
            </p:cNvPr>
            <p:cNvSpPr/>
            <p:nvPr/>
          </p:nvSpPr>
          <p:spPr>
            <a:xfrm>
              <a:off x="2854122" y="5059409"/>
              <a:ext cx="806734" cy="268547"/>
            </a:xfrm>
            <a:custGeom>
              <a:avLst/>
              <a:gdLst>
                <a:gd name="connsiteX0" fmla="*/ 767037 w 806734"/>
                <a:gd name="connsiteY0" fmla="*/ 268547 h 268547"/>
                <a:gd name="connsiteX1" fmla="*/ 39697 w 806734"/>
                <a:gd name="connsiteY1" fmla="*/ 268547 h 268547"/>
                <a:gd name="connsiteX2" fmla="*/ 0 w 806734"/>
                <a:gd name="connsiteY2" fmla="*/ 228851 h 268547"/>
                <a:gd name="connsiteX3" fmla="*/ 0 w 806734"/>
                <a:gd name="connsiteY3" fmla="*/ 39697 h 268547"/>
                <a:gd name="connsiteX4" fmla="*/ 39697 w 806734"/>
                <a:gd name="connsiteY4" fmla="*/ 0 h 268547"/>
                <a:gd name="connsiteX5" fmla="*/ 767037 w 806734"/>
                <a:gd name="connsiteY5" fmla="*/ 0 h 268547"/>
                <a:gd name="connsiteX6" fmla="*/ 806734 w 806734"/>
                <a:gd name="connsiteY6" fmla="*/ 39697 h 268547"/>
                <a:gd name="connsiteX7" fmla="*/ 806734 w 806734"/>
                <a:gd name="connsiteY7" fmla="*/ 228851 h 268547"/>
                <a:gd name="connsiteX8" fmla="*/ 767037 w 806734"/>
                <a:gd name="connsiteY8" fmla="*/ 268547 h 268547"/>
                <a:gd name="connsiteX9" fmla="*/ 79393 w 806734"/>
                <a:gd name="connsiteY9" fmla="*/ 189154 h 268547"/>
                <a:gd name="connsiteX10" fmla="*/ 727341 w 806734"/>
                <a:gd name="connsiteY10" fmla="*/ 189154 h 268547"/>
                <a:gd name="connsiteX11" fmla="*/ 727341 w 806734"/>
                <a:gd name="connsiteY11" fmla="*/ 79393 h 268547"/>
                <a:gd name="connsiteX12" fmla="*/ 79393 w 806734"/>
                <a:gd name="connsiteY12" fmla="*/ 79393 h 2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47">
                  <a:moveTo>
                    <a:pt x="767037" y="268547"/>
                  </a:moveTo>
                  <a:lnTo>
                    <a:pt x="39697" y="268547"/>
                  </a:lnTo>
                  <a:cubicBezTo>
                    <a:pt x="17773" y="268547"/>
                    <a:pt x="0" y="250773"/>
                    <a:pt x="0" y="2288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851"/>
                  </a:lnTo>
                  <a:cubicBezTo>
                    <a:pt x="806734" y="250773"/>
                    <a:pt x="788960" y="268547"/>
                    <a:pt x="767037" y="268547"/>
                  </a:cubicBezTo>
                  <a:close/>
                  <a:moveTo>
                    <a:pt x="79393" y="189154"/>
                  </a:moveTo>
                  <a:lnTo>
                    <a:pt x="727341" y="18915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047F3C76-18ED-CEC2-EFD2-76514A99E412}"/>
                </a:ext>
              </a:extLst>
            </p:cNvPr>
            <p:cNvSpPr/>
            <p:nvPr/>
          </p:nvSpPr>
          <p:spPr>
            <a:xfrm>
              <a:off x="2951180" y="5153986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E905C864-5A87-BEB7-F567-0F13857D0F81}"/>
                </a:ext>
              </a:extLst>
            </p:cNvPr>
            <p:cNvSpPr/>
            <p:nvPr/>
          </p:nvSpPr>
          <p:spPr>
            <a:xfrm>
              <a:off x="3163557" y="5153986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D90B3EC5-F47B-298E-8E63-091FC6E5D57E}"/>
              </a:ext>
            </a:extLst>
          </p:cNvPr>
          <p:cNvGrpSpPr/>
          <p:nvPr/>
        </p:nvGrpSpPr>
        <p:grpSpPr>
          <a:xfrm>
            <a:off x="4150631" y="4783417"/>
            <a:ext cx="850779" cy="802517"/>
            <a:chOff x="4150631" y="4783417"/>
            <a:chExt cx="850779" cy="802517"/>
          </a:xfrm>
        </p:grpSpPr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D913B82-4F74-D315-E27A-F2D6C44E8565}"/>
                </a:ext>
              </a:extLst>
            </p:cNvPr>
            <p:cNvSpPr/>
            <p:nvPr/>
          </p:nvSpPr>
          <p:spPr>
            <a:xfrm>
              <a:off x="4150631" y="4783417"/>
              <a:ext cx="850779" cy="605373"/>
            </a:xfrm>
            <a:custGeom>
              <a:avLst/>
              <a:gdLst>
                <a:gd name="connsiteX0" fmla="*/ 324529 w 850779"/>
                <a:gd name="connsiteY0" fmla="*/ 605374 h 605373"/>
                <a:gd name="connsiteX1" fmla="*/ 239529 w 850779"/>
                <a:gd name="connsiteY1" fmla="*/ 605374 h 605373"/>
                <a:gd name="connsiteX2" fmla="*/ 65409 w 850779"/>
                <a:gd name="connsiteY2" fmla="*/ 531687 h 605373"/>
                <a:gd name="connsiteX3" fmla="*/ 108 w 850779"/>
                <a:gd name="connsiteY3" fmla="*/ 364714 h 605373"/>
                <a:gd name="connsiteX4" fmla="*/ 71562 w 850779"/>
                <a:gd name="connsiteY4" fmla="*/ 219375 h 605373"/>
                <a:gd name="connsiteX5" fmla="*/ 187427 w 850779"/>
                <a:gd name="connsiteY5" fmla="*/ 164444 h 605373"/>
                <a:gd name="connsiteX6" fmla="*/ 420247 w 850779"/>
                <a:gd name="connsiteY6" fmla="*/ 696 h 605373"/>
                <a:gd name="connsiteX7" fmla="*/ 427790 w 850779"/>
                <a:gd name="connsiteY7" fmla="*/ 1 h 605373"/>
                <a:gd name="connsiteX8" fmla="*/ 706063 w 850779"/>
                <a:gd name="connsiteY8" fmla="*/ 237288 h 605373"/>
                <a:gd name="connsiteX9" fmla="*/ 846075 w 850779"/>
                <a:gd name="connsiteY9" fmla="*/ 460102 h 605373"/>
                <a:gd name="connsiteX10" fmla="*/ 664530 w 850779"/>
                <a:gd name="connsiteY10" fmla="*/ 604778 h 605373"/>
                <a:gd name="connsiteX11" fmla="*/ 624834 w 850779"/>
                <a:gd name="connsiteY11" fmla="*/ 565082 h 605373"/>
                <a:gd name="connsiteX12" fmla="*/ 664530 w 850779"/>
                <a:gd name="connsiteY12" fmla="*/ 525385 h 605373"/>
                <a:gd name="connsiteX13" fmla="*/ 773100 w 850779"/>
                <a:gd name="connsiteY13" fmla="*/ 420586 h 605373"/>
                <a:gd name="connsiteX14" fmla="*/ 668301 w 850779"/>
                <a:gd name="connsiteY14" fmla="*/ 312016 h 605373"/>
                <a:gd name="connsiteX15" fmla="*/ 629994 w 850779"/>
                <a:gd name="connsiteY15" fmla="*/ 273858 h 605373"/>
                <a:gd name="connsiteX16" fmla="*/ 434637 w 850779"/>
                <a:gd name="connsiteY16" fmla="*/ 79395 h 605373"/>
                <a:gd name="connsiteX17" fmla="*/ 428286 w 850779"/>
                <a:gd name="connsiteY17" fmla="*/ 79891 h 605373"/>
                <a:gd name="connsiteX18" fmla="*/ 252083 w 850779"/>
                <a:gd name="connsiteY18" fmla="*/ 216497 h 605373"/>
                <a:gd name="connsiteX19" fmla="*/ 212733 w 850779"/>
                <a:gd name="connsiteY19" fmla="*/ 242746 h 605373"/>
                <a:gd name="connsiteX20" fmla="*/ 125351 w 850779"/>
                <a:gd name="connsiteY20" fmla="*/ 277480 h 605373"/>
                <a:gd name="connsiteX21" fmla="*/ 79502 w 850779"/>
                <a:gd name="connsiteY21" fmla="*/ 366798 h 605373"/>
                <a:gd name="connsiteX22" fmla="*/ 122424 w 850779"/>
                <a:gd name="connsiteY22" fmla="*/ 475963 h 605373"/>
                <a:gd name="connsiteX23" fmla="*/ 239529 w 850779"/>
                <a:gd name="connsiteY23" fmla="*/ 525584 h 605373"/>
                <a:gd name="connsiteX24" fmla="*/ 324529 w 850779"/>
                <a:gd name="connsiteY24" fmla="*/ 525584 h 605373"/>
                <a:gd name="connsiteX25" fmla="*/ 364225 w 850779"/>
                <a:gd name="connsiteY25" fmla="*/ 565280 h 605373"/>
                <a:gd name="connsiteX26" fmla="*/ 324529 w 850779"/>
                <a:gd name="connsiteY26" fmla="*/ 604977 h 60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0779" h="605373">
                  <a:moveTo>
                    <a:pt x="324529" y="605374"/>
                  </a:moveTo>
                  <a:lnTo>
                    <a:pt x="239529" y="605374"/>
                  </a:lnTo>
                  <a:cubicBezTo>
                    <a:pt x="173935" y="605257"/>
                    <a:pt x="111161" y="578691"/>
                    <a:pt x="65409" y="531687"/>
                  </a:cubicBezTo>
                  <a:cubicBezTo>
                    <a:pt x="21780" y="487265"/>
                    <a:pt x="-1810" y="426948"/>
                    <a:pt x="108" y="364714"/>
                  </a:cubicBezTo>
                  <a:cubicBezTo>
                    <a:pt x="1746" y="313406"/>
                    <a:pt x="28492" y="259071"/>
                    <a:pt x="71562" y="219375"/>
                  </a:cubicBezTo>
                  <a:cubicBezTo>
                    <a:pt x="103338" y="189177"/>
                    <a:pt x="143936" y="169930"/>
                    <a:pt x="187427" y="164444"/>
                  </a:cubicBezTo>
                  <a:cubicBezTo>
                    <a:pt x="244044" y="34339"/>
                    <a:pt x="342492" y="2681"/>
                    <a:pt x="420247" y="696"/>
                  </a:cubicBezTo>
                  <a:cubicBezTo>
                    <a:pt x="422732" y="215"/>
                    <a:pt x="425259" y="-18"/>
                    <a:pt x="427790" y="1"/>
                  </a:cubicBezTo>
                  <a:cubicBezTo>
                    <a:pt x="566406" y="-445"/>
                    <a:pt x="684602" y="100342"/>
                    <a:pt x="706063" y="237288"/>
                  </a:cubicBezTo>
                  <a:cubicBezTo>
                    <a:pt x="806255" y="260153"/>
                    <a:pt x="868940" y="359911"/>
                    <a:pt x="846075" y="460102"/>
                  </a:cubicBezTo>
                  <a:cubicBezTo>
                    <a:pt x="826747" y="544791"/>
                    <a:pt x="751396" y="604840"/>
                    <a:pt x="664530" y="604778"/>
                  </a:cubicBezTo>
                  <a:cubicBezTo>
                    <a:pt x="642606" y="604778"/>
                    <a:pt x="624834" y="587006"/>
                    <a:pt x="624834" y="565082"/>
                  </a:cubicBezTo>
                  <a:cubicBezTo>
                    <a:pt x="624834" y="543158"/>
                    <a:pt x="642606" y="525385"/>
                    <a:pt x="664530" y="525385"/>
                  </a:cubicBezTo>
                  <a:cubicBezTo>
                    <a:pt x="723450" y="526427"/>
                    <a:pt x="772059" y="479507"/>
                    <a:pt x="773100" y="420586"/>
                  </a:cubicBezTo>
                  <a:cubicBezTo>
                    <a:pt x="774142" y="361666"/>
                    <a:pt x="727222" y="313058"/>
                    <a:pt x="668301" y="312016"/>
                  </a:cubicBezTo>
                  <a:cubicBezTo>
                    <a:pt x="647505" y="311303"/>
                    <a:pt x="630788" y="294652"/>
                    <a:pt x="629994" y="273858"/>
                  </a:cubicBezTo>
                  <a:cubicBezTo>
                    <a:pt x="626278" y="167692"/>
                    <a:pt x="540820" y="82624"/>
                    <a:pt x="434637" y="79395"/>
                  </a:cubicBezTo>
                  <a:cubicBezTo>
                    <a:pt x="432535" y="79711"/>
                    <a:pt x="430412" y="79877"/>
                    <a:pt x="428286" y="79891"/>
                  </a:cubicBezTo>
                  <a:cubicBezTo>
                    <a:pt x="342789" y="79891"/>
                    <a:pt x="285130" y="124549"/>
                    <a:pt x="252083" y="216497"/>
                  </a:cubicBezTo>
                  <a:cubicBezTo>
                    <a:pt x="246180" y="232959"/>
                    <a:pt x="230200" y="243619"/>
                    <a:pt x="212733" y="242746"/>
                  </a:cubicBezTo>
                  <a:cubicBezTo>
                    <a:pt x="182465" y="241108"/>
                    <a:pt x="151501" y="253613"/>
                    <a:pt x="125351" y="277480"/>
                  </a:cubicBezTo>
                  <a:cubicBezTo>
                    <a:pt x="98010" y="302638"/>
                    <a:pt x="80693" y="337025"/>
                    <a:pt x="79502" y="366798"/>
                  </a:cubicBezTo>
                  <a:cubicBezTo>
                    <a:pt x="78317" y="407518"/>
                    <a:pt x="93823" y="446954"/>
                    <a:pt x="122424" y="475963"/>
                  </a:cubicBezTo>
                  <a:cubicBezTo>
                    <a:pt x="153194" y="507583"/>
                    <a:pt x="195408" y="525470"/>
                    <a:pt x="239529" y="525584"/>
                  </a:cubicBezTo>
                  <a:lnTo>
                    <a:pt x="324529" y="525584"/>
                  </a:lnTo>
                  <a:cubicBezTo>
                    <a:pt x="346453" y="525584"/>
                    <a:pt x="364225" y="543357"/>
                    <a:pt x="364225" y="565280"/>
                  </a:cubicBezTo>
                  <a:cubicBezTo>
                    <a:pt x="364225" y="587204"/>
                    <a:pt x="346453" y="604977"/>
                    <a:pt x="324529" y="60497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19EEA941-3F24-FAA2-99D5-7B92AFF620F8}"/>
                </a:ext>
              </a:extLst>
            </p:cNvPr>
            <p:cNvSpPr/>
            <p:nvPr/>
          </p:nvSpPr>
          <p:spPr>
            <a:xfrm>
              <a:off x="4439979" y="5110848"/>
              <a:ext cx="406694" cy="475086"/>
            </a:xfrm>
            <a:custGeom>
              <a:avLst/>
              <a:gdLst>
                <a:gd name="connsiteX0" fmla="*/ 203644 w 406694"/>
                <a:gd name="connsiteY0" fmla="*/ 475087 h 475086"/>
                <a:gd name="connsiteX1" fmla="*/ 168909 w 406694"/>
                <a:gd name="connsiteY1" fmla="*/ 463128 h 475086"/>
                <a:gd name="connsiteX2" fmla="*/ 92096 w 406694"/>
                <a:gd name="connsiteY2" fmla="*/ 406957 h 475086"/>
                <a:gd name="connsiteX3" fmla="*/ 0 w 406694"/>
                <a:gd name="connsiteY3" fmla="*/ 225048 h 475086"/>
                <a:gd name="connsiteX4" fmla="*/ 0 w 406694"/>
                <a:gd name="connsiteY4" fmla="*/ 129727 h 475086"/>
                <a:gd name="connsiteX5" fmla="*/ 32105 w 406694"/>
                <a:gd name="connsiteY5" fmla="*/ 78270 h 475086"/>
                <a:gd name="connsiteX6" fmla="*/ 177742 w 406694"/>
                <a:gd name="connsiteY6" fmla="*/ 6122 h 475086"/>
                <a:gd name="connsiteX7" fmla="*/ 229049 w 406694"/>
                <a:gd name="connsiteY7" fmla="*/ 6122 h 475086"/>
                <a:gd name="connsiteX8" fmla="*/ 373396 w 406694"/>
                <a:gd name="connsiteY8" fmla="*/ 77675 h 475086"/>
                <a:gd name="connsiteX9" fmla="*/ 406692 w 406694"/>
                <a:gd name="connsiteY9" fmla="*/ 129677 h 475086"/>
                <a:gd name="connsiteX10" fmla="*/ 406692 w 406694"/>
                <a:gd name="connsiteY10" fmla="*/ 224750 h 475086"/>
                <a:gd name="connsiteX11" fmla="*/ 315638 w 406694"/>
                <a:gd name="connsiteY11" fmla="*/ 406312 h 475086"/>
                <a:gd name="connsiteX12" fmla="*/ 315191 w 406694"/>
                <a:gd name="connsiteY12" fmla="*/ 406660 h 475086"/>
                <a:gd name="connsiteX13" fmla="*/ 238477 w 406694"/>
                <a:gd name="connsiteY13" fmla="*/ 463078 h 475086"/>
                <a:gd name="connsiteX14" fmla="*/ 203644 w 406694"/>
                <a:gd name="connsiteY14" fmla="*/ 475087 h 475086"/>
                <a:gd name="connsiteX15" fmla="*/ 79592 w 406694"/>
                <a:gd name="connsiteY15" fmla="*/ 143472 h 475086"/>
                <a:gd name="connsiteX16" fmla="*/ 79592 w 406694"/>
                <a:gd name="connsiteY16" fmla="*/ 224800 h 475086"/>
                <a:gd name="connsiteX17" fmla="*/ 139534 w 406694"/>
                <a:gd name="connsiteY17" fmla="*/ 342897 h 475086"/>
                <a:gd name="connsiteX18" fmla="*/ 204041 w 406694"/>
                <a:gd name="connsiteY18" fmla="*/ 390186 h 475086"/>
                <a:gd name="connsiteX19" fmla="*/ 268548 w 406694"/>
                <a:gd name="connsiteY19" fmla="*/ 342897 h 475086"/>
                <a:gd name="connsiteX20" fmla="*/ 328092 w 406694"/>
                <a:gd name="connsiteY20" fmla="*/ 224800 h 475086"/>
                <a:gd name="connsiteX21" fmla="*/ 328092 w 406694"/>
                <a:gd name="connsiteY21" fmla="*/ 143472 h 475086"/>
                <a:gd name="connsiteX22" fmla="*/ 204041 w 406694"/>
                <a:gd name="connsiteY22" fmla="*/ 82041 h 475086"/>
                <a:gd name="connsiteX23" fmla="*/ 342185 w 406694"/>
                <a:gd name="connsiteY23" fmla="*/ 150617 h 475086"/>
                <a:gd name="connsiteX24" fmla="*/ 342185 w 406694"/>
                <a:gd name="connsiteY24" fmla="*/ 150617 h 475086"/>
                <a:gd name="connsiteX25" fmla="*/ 193670 w 406694"/>
                <a:gd name="connsiteY25" fmla="*/ 77228 h 475086"/>
                <a:gd name="connsiteX26" fmla="*/ 193670 w 406694"/>
                <a:gd name="connsiteY26" fmla="*/ 77228 h 475086"/>
                <a:gd name="connsiteX27" fmla="*/ 213121 w 406694"/>
                <a:gd name="connsiteY27" fmla="*/ 77228 h 475086"/>
                <a:gd name="connsiteX28" fmla="*/ 213121 w 406694"/>
                <a:gd name="connsiteY28" fmla="*/ 77228 h 47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06694" h="475086">
                  <a:moveTo>
                    <a:pt x="203644" y="475087"/>
                  </a:moveTo>
                  <a:cubicBezTo>
                    <a:pt x="191060" y="475060"/>
                    <a:pt x="178842" y="470854"/>
                    <a:pt x="168909" y="463128"/>
                  </a:cubicBezTo>
                  <a:lnTo>
                    <a:pt x="92096" y="406957"/>
                  </a:lnTo>
                  <a:cubicBezTo>
                    <a:pt x="34516" y="364163"/>
                    <a:pt x="406" y="296788"/>
                    <a:pt x="0" y="225048"/>
                  </a:cubicBezTo>
                  <a:lnTo>
                    <a:pt x="0" y="129727"/>
                  </a:lnTo>
                  <a:cubicBezTo>
                    <a:pt x="202" y="107910"/>
                    <a:pt x="12598" y="88042"/>
                    <a:pt x="32105" y="78270"/>
                  </a:cubicBezTo>
                  <a:lnTo>
                    <a:pt x="177742" y="6122"/>
                  </a:lnTo>
                  <a:cubicBezTo>
                    <a:pt x="193870" y="-2041"/>
                    <a:pt x="212921" y="-2041"/>
                    <a:pt x="229049" y="6122"/>
                  </a:cubicBezTo>
                  <a:lnTo>
                    <a:pt x="373396" y="77675"/>
                  </a:lnTo>
                  <a:cubicBezTo>
                    <a:pt x="393846" y="86848"/>
                    <a:pt x="406919" y="107265"/>
                    <a:pt x="406692" y="129677"/>
                  </a:cubicBezTo>
                  <a:lnTo>
                    <a:pt x="406692" y="224750"/>
                  </a:lnTo>
                  <a:cubicBezTo>
                    <a:pt x="406270" y="296148"/>
                    <a:pt x="372607" y="363273"/>
                    <a:pt x="315638" y="406312"/>
                  </a:cubicBezTo>
                  <a:lnTo>
                    <a:pt x="315191" y="406660"/>
                  </a:lnTo>
                  <a:lnTo>
                    <a:pt x="238477" y="463078"/>
                  </a:lnTo>
                  <a:cubicBezTo>
                    <a:pt x="228524" y="470843"/>
                    <a:pt x="216267" y="475068"/>
                    <a:pt x="203644" y="475087"/>
                  </a:cubicBezTo>
                  <a:close/>
                  <a:moveTo>
                    <a:pt x="79592" y="143472"/>
                  </a:moveTo>
                  <a:lnTo>
                    <a:pt x="79592" y="224800"/>
                  </a:lnTo>
                  <a:cubicBezTo>
                    <a:pt x="79950" y="271387"/>
                    <a:pt x="102141" y="315107"/>
                    <a:pt x="139534" y="342897"/>
                  </a:cubicBezTo>
                  <a:lnTo>
                    <a:pt x="204041" y="390186"/>
                  </a:lnTo>
                  <a:lnTo>
                    <a:pt x="268548" y="342897"/>
                  </a:lnTo>
                  <a:cubicBezTo>
                    <a:pt x="305682" y="314934"/>
                    <a:pt x="327690" y="271284"/>
                    <a:pt x="328092" y="224800"/>
                  </a:cubicBezTo>
                  <a:lnTo>
                    <a:pt x="328092" y="143472"/>
                  </a:lnTo>
                  <a:lnTo>
                    <a:pt x="204041" y="82041"/>
                  </a:lnTo>
                  <a:close/>
                  <a:moveTo>
                    <a:pt x="342185" y="150617"/>
                  </a:moveTo>
                  <a:lnTo>
                    <a:pt x="342185" y="150617"/>
                  </a:lnTo>
                  <a:close/>
                  <a:moveTo>
                    <a:pt x="193670" y="77228"/>
                  </a:moveTo>
                  <a:lnTo>
                    <a:pt x="193670" y="77228"/>
                  </a:lnTo>
                  <a:close/>
                  <a:moveTo>
                    <a:pt x="213121" y="77228"/>
                  </a:moveTo>
                  <a:lnTo>
                    <a:pt x="213121" y="77228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BF32D902-2822-DF88-3CCC-1734B4348483}"/>
              </a:ext>
            </a:extLst>
          </p:cNvPr>
          <p:cNvGrpSpPr/>
          <p:nvPr/>
        </p:nvGrpSpPr>
        <p:grpSpPr>
          <a:xfrm>
            <a:off x="5546946" y="4783092"/>
            <a:ext cx="691125" cy="819067"/>
            <a:chOff x="5546946" y="4783092"/>
            <a:chExt cx="691125" cy="819067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EF64AE7-4E46-6106-68BA-B39041C42081}"/>
                </a:ext>
              </a:extLst>
            </p:cNvPr>
            <p:cNvSpPr/>
            <p:nvPr/>
          </p:nvSpPr>
          <p:spPr>
            <a:xfrm>
              <a:off x="5546946" y="4783092"/>
              <a:ext cx="691125" cy="819067"/>
            </a:xfrm>
            <a:custGeom>
              <a:avLst/>
              <a:gdLst>
                <a:gd name="connsiteX0" fmla="*/ 346154 w 691125"/>
                <a:gd name="connsiteY0" fmla="*/ 819068 h 819067"/>
                <a:gd name="connsiteX1" fmla="*/ 301843 w 691125"/>
                <a:gd name="connsiteY1" fmla="*/ 803735 h 819067"/>
                <a:gd name="connsiteX2" fmla="*/ 157943 w 691125"/>
                <a:gd name="connsiteY2" fmla="*/ 697993 h 819067"/>
                <a:gd name="connsiteX3" fmla="*/ 0 w 691125"/>
                <a:gd name="connsiteY3" fmla="*/ 385532 h 819067"/>
                <a:gd name="connsiteX4" fmla="*/ 0 w 691125"/>
                <a:gd name="connsiteY4" fmla="*/ 207890 h 819067"/>
                <a:gd name="connsiteX5" fmla="*/ 40987 w 691125"/>
                <a:gd name="connsiteY5" fmla="*/ 142540 h 819067"/>
                <a:gd name="connsiteX6" fmla="*/ 313008 w 691125"/>
                <a:gd name="connsiteY6" fmla="*/ 7720 h 819067"/>
                <a:gd name="connsiteX7" fmla="*/ 378209 w 691125"/>
                <a:gd name="connsiteY7" fmla="*/ 7720 h 819067"/>
                <a:gd name="connsiteX8" fmla="*/ 648841 w 691125"/>
                <a:gd name="connsiteY8" fmla="*/ 141696 h 819067"/>
                <a:gd name="connsiteX9" fmla="*/ 691118 w 691125"/>
                <a:gd name="connsiteY9" fmla="*/ 207642 h 819067"/>
                <a:gd name="connsiteX10" fmla="*/ 691118 w 691125"/>
                <a:gd name="connsiteY10" fmla="*/ 385284 h 819067"/>
                <a:gd name="connsiteX11" fmla="*/ 534664 w 691125"/>
                <a:gd name="connsiteY11" fmla="*/ 697200 h 819067"/>
                <a:gd name="connsiteX12" fmla="*/ 534267 w 691125"/>
                <a:gd name="connsiteY12" fmla="*/ 697497 h 819067"/>
                <a:gd name="connsiteX13" fmla="*/ 390366 w 691125"/>
                <a:gd name="connsiteY13" fmla="*/ 803239 h 819067"/>
                <a:gd name="connsiteX14" fmla="*/ 346154 w 691125"/>
                <a:gd name="connsiteY14" fmla="*/ 819068 h 819067"/>
                <a:gd name="connsiteX15" fmla="*/ 79393 w 691125"/>
                <a:gd name="connsiteY15" fmla="*/ 212157 h 819067"/>
                <a:gd name="connsiteX16" fmla="*/ 79393 w 691125"/>
                <a:gd name="connsiteY16" fmla="*/ 385532 h 819067"/>
                <a:gd name="connsiteX17" fmla="*/ 205331 w 691125"/>
                <a:gd name="connsiteY17" fmla="*/ 633983 h 819067"/>
                <a:gd name="connsiteX18" fmla="*/ 346154 w 691125"/>
                <a:gd name="connsiteY18" fmla="*/ 737541 h 819067"/>
                <a:gd name="connsiteX19" fmla="*/ 486978 w 691125"/>
                <a:gd name="connsiteY19" fmla="*/ 633983 h 819067"/>
                <a:gd name="connsiteX20" fmla="*/ 611725 w 691125"/>
                <a:gd name="connsiteY20" fmla="*/ 385532 h 819067"/>
                <a:gd name="connsiteX21" fmla="*/ 611725 w 691125"/>
                <a:gd name="connsiteY21" fmla="*/ 212157 h 819067"/>
                <a:gd name="connsiteX22" fmla="*/ 345559 w 691125"/>
                <a:gd name="connsiteY22" fmla="*/ 80216 h 819067"/>
                <a:gd name="connsiteX23" fmla="*/ 343078 w 691125"/>
                <a:gd name="connsiteY23" fmla="*/ 78876 h 819067"/>
                <a:gd name="connsiteX24" fmla="*/ 343078 w 691125"/>
                <a:gd name="connsiteY24" fmla="*/ 78876 h 81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91125" h="819067">
                  <a:moveTo>
                    <a:pt x="346154" y="819068"/>
                  </a:moveTo>
                  <a:cubicBezTo>
                    <a:pt x="330086" y="819048"/>
                    <a:pt x="314487" y="813651"/>
                    <a:pt x="301843" y="803735"/>
                  </a:cubicBezTo>
                  <a:lnTo>
                    <a:pt x="157943" y="697993"/>
                  </a:lnTo>
                  <a:cubicBezTo>
                    <a:pt x="59124" y="624442"/>
                    <a:pt x="628" y="508717"/>
                    <a:pt x="0" y="385532"/>
                  </a:cubicBezTo>
                  <a:lnTo>
                    <a:pt x="0" y="207890"/>
                  </a:lnTo>
                  <a:cubicBezTo>
                    <a:pt x="315" y="180141"/>
                    <a:pt x="16143" y="154905"/>
                    <a:pt x="40987" y="142540"/>
                  </a:cubicBezTo>
                  <a:lnTo>
                    <a:pt x="313008" y="7720"/>
                  </a:lnTo>
                  <a:cubicBezTo>
                    <a:pt x="333523" y="-2573"/>
                    <a:pt x="357694" y="-2573"/>
                    <a:pt x="378209" y="7720"/>
                  </a:cubicBezTo>
                  <a:lnTo>
                    <a:pt x="648841" y="141696"/>
                  </a:lnTo>
                  <a:cubicBezTo>
                    <a:pt x="674889" y="153203"/>
                    <a:pt x="691535" y="179168"/>
                    <a:pt x="691118" y="207642"/>
                  </a:cubicBezTo>
                  <a:lnTo>
                    <a:pt x="691118" y="385284"/>
                  </a:lnTo>
                  <a:cubicBezTo>
                    <a:pt x="690387" y="507947"/>
                    <a:pt x="632544" y="623266"/>
                    <a:pt x="534664" y="697200"/>
                  </a:cubicBezTo>
                  <a:lnTo>
                    <a:pt x="534267" y="697497"/>
                  </a:lnTo>
                  <a:lnTo>
                    <a:pt x="390366" y="803239"/>
                  </a:lnTo>
                  <a:cubicBezTo>
                    <a:pt x="377814" y="813311"/>
                    <a:pt x="362247" y="818885"/>
                    <a:pt x="346154" y="819068"/>
                  </a:cubicBezTo>
                  <a:close/>
                  <a:moveTo>
                    <a:pt x="79393" y="212157"/>
                  </a:moveTo>
                  <a:lnTo>
                    <a:pt x="79393" y="385532"/>
                  </a:lnTo>
                  <a:cubicBezTo>
                    <a:pt x="80071" y="483520"/>
                    <a:pt x="126699" y="575509"/>
                    <a:pt x="205331" y="633983"/>
                  </a:cubicBezTo>
                  <a:lnTo>
                    <a:pt x="346154" y="737541"/>
                  </a:lnTo>
                  <a:lnTo>
                    <a:pt x="486978" y="633983"/>
                  </a:lnTo>
                  <a:cubicBezTo>
                    <a:pt x="564949" y="575083"/>
                    <a:pt x="611060" y="483246"/>
                    <a:pt x="611725" y="385532"/>
                  </a:cubicBezTo>
                  <a:lnTo>
                    <a:pt x="611725" y="212157"/>
                  </a:lnTo>
                  <a:lnTo>
                    <a:pt x="345559" y="80216"/>
                  </a:lnTo>
                  <a:close/>
                  <a:moveTo>
                    <a:pt x="343078" y="78876"/>
                  </a:moveTo>
                  <a:lnTo>
                    <a:pt x="343078" y="7887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8BB1F224-EE0C-490B-F79E-970E2398794D}"/>
                </a:ext>
              </a:extLst>
            </p:cNvPr>
            <p:cNvSpPr/>
            <p:nvPr/>
          </p:nvSpPr>
          <p:spPr>
            <a:xfrm>
              <a:off x="5696998" y="5054547"/>
              <a:ext cx="392450" cy="275741"/>
            </a:xfrm>
            <a:custGeom>
              <a:avLst/>
              <a:gdLst>
                <a:gd name="connsiteX0" fmla="*/ 156356 w 392450"/>
                <a:gd name="connsiteY0" fmla="*/ 275741 h 275741"/>
                <a:gd name="connsiteX1" fmla="*/ 128519 w 392450"/>
                <a:gd name="connsiteY1" fmla="*/ 264130 h 275741"/>
                <a:gd name="connsiteX2" fmla="*/ 10917 w 392450"/>
                <a:gd name="connsiteY2" fmla="*/ 146728 h 275741"/>
                <a:gd name="connsiteX3" fmla="*/ 12355 w 392450"/>
                <a:gd name="connsiteY3" fmla="*/ 90607 h 275741"/>
                <a:gd name="connsiteX4" fmla="*/ 67039 w 392450"/>
                <a:gd name="connsiteY4" fmla="*/ 90607 h 275741"/>
                <a:gd name="connsiteX5" fmla="*/ 156356 w 392450"/>
                <a:gd name="connsiteY5" fmla="*/ 179924 h 275741"/>
                <a:gd name="connsiteX6" fmla="*/ 323975 w 392450"/>
                <a:gd name="connsiteY6" fmla="*/ 12355 h 275741"/>
                <a:gd name="connsiteX7" fmla="*/ 380096 w 392450"/>
                <a:gd name="connsiteY7" fmla="*/ 10917 h 275741"/>
                <a:gd name="connsiteX8" fmla="*/ 381533 w 392450"/>
                <a:gd name="connsiteY8" fmla="*/ 67038 h 275741"/>
                <a:gd name="connsiteX9" fmla="*/ 380096 w 392450"/>
                <a:gd name="connsiteY9" fmla="*/ 68476 h 275741"/>
                <a:gd name="connsiteX10" fmla="*/ 184441 w 392450"/>
                <a:gd name="connsiteY10" fmla="*/ 264130 h 275741"/>
                <a:gd name="connsiteX11" fmla="*/ 156356 w 392450"/>
                <a:gd name="connsiteY11" fmla="*/ 275741 h 275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2450" h="275741">
                  <a:moveTo>
                    <a:pt x="156356" y="275741"/>
                  </a:moveTo>
                  <a:cubicBezTo>
                    <a:pt x="145911" y="275684"/>
                    <a:pt x="135909" y="271512"/>
                    <a:pt x="128519" y="264130"/>
                  </a:cubicBezTo>
                  <a:lnTo>
                    <a:pt x="10917" y="146728"/>
                  </a:lnTo>
                  <a:cubicBezTo>
                    <a:pt x="-4183" y="130833"/>
                    <a:pt x="-3540" y="105707"/>
                    <a:pt x="12355" y="90607"/>
                  </a:cubicBezTo>
                  <a:cubicBezTo>
                    <a:pt x="27677" y="76050"/>
                    <a:pt x="51717" y="76050"/>
                    <a:pt x="67039" y="90607"/>
                  </a:cubicBezTo>
                  <a:lnTo>
                    <a:pt x="156356" y="179924"/>
                  </a:lnTo>
                  <a:lnTo>
                    <a:pt x="323975" y="12355"/>
                  </a:lnTo>
                  <a:cubicBezTo>
                    <a:pt x="339075" y="-3540"/>
                    <a:pt x="364202" y="-4183"/>
                    <a:pt x="380096" y="10917"/>
                  </a:cubicBezTo>
                  <a:cubicBezTo>
                    <a:pt x="395990" y="26018"/>
                    <a:pt x="396634" y="51144"/>
                    <a:pt x="381533" y="67038"/>
                  </a:cubicBezTo>
                  <a:cubicBezTo>
                    <a:pt x="381066" y="67530"/>
                    <a:pt x="380587" y="68009"/>
                    <a:pt x="380096" y="68476"/>
                  </a:cubicBezTo>
                  <a:lnTo>
                    <a:pt x="184441" y="264130"/>
                  </a:lnTo>
                  <a:cubicBezTo>
                    <a:pt x="176990" y="271573"/>
                    <a:pt x="166887" y="275750"/>
                    <a:pt x="156356" y="2757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E2DAD45E-C7A3-708F-1C01-883D3570013B}"/>
              </a:ext>
            </a:extLst>
          </p:cNvPr>
          <p:cNvGrpSpPr/>
          <p:nvPr/>
        </p:nvGrpSpPr>
        <p:grpSpPr>
          <a:xfrm>
            <a:off x="6864454" y="4783069"/>
            <a:ext cx="691125" cy="819091"/>
            <a:chOff x="6864454" y="4783069"/>
            <a:chExt cx="691125" cy="819091"/>
          </a:xfrm>
        </p:grpSpPr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7D19C79B-5D35-30BB-4873-06247ABDC0F9}"/>
                </a:ext>
              </a:extLst>
            </p:cNvPr>
            <p:cNvSpPr/>
            <p:nvPr/>
          </p:nvSpPr>
          <p:spPr>
            <a:xfrm>
              <a:off x="6864454" y="4783069"/>
              <a:ext cx="550198" cy="819091"/>
            </a:xfrm>
            <a:custGeom>
              <a:avLst/>
              <a:gdLst>
                <a:gd name="connsiteX0" fmla="*/ 346154 w 550198"/>
                <a:gd name="connsiteY0" fmla="*/ 819092 h 819091"/>
                <a:gd name="connsiteX1" fmla="*/ 301843 w 550198"/>
                <a:gd name="connsiteY1" fmla="*/ 803759 h 819091"/>
                <a:gd name="connsiteX2" fmla="*/ 157943 w 550198"/>
                <a:gd name="connsiteY2" fmla="*/ 698017 h 819091"/>
                <a:gd name="connsiteX3" fmla="*/ 0 w 550198"/>
                <a:gd name="connsiteY3" fmla="*/ 385556 h 819091"/>
                <a:gd name="connsiteX4" fmla="*/ 0 w 550198"/>
                <a:gd name="connsiteY4" fmla="*/ 207914 h 819091"/>
                <a:gd name="connsiteX5" fmla="*/ 40987 w 550198"/>
                <a:gd name="connsiteY5" fmla="*/ 142563 h 819091"/>
                <a:gd name="connsiteX6" fmla="*/ 313008 w 550198"/>
                <a:gd name="connsiteY6" fmla="*/ 7744 h 819091"/>
                <a:gd name="connsiteX7" fmla="*/ 378209 w 550198"/>
                <a:gd name="connsiteY7" fmla="*/ 7744 h 819091"/>
                <a:gd name="connsiteX8" fmla="*/ 396586 w 550198"/>
                <a:gd name="connsiteY8" fmla="*/ 60790 h 819091"/>
                <a:gd name="connsiteX9" fmla="*/ 345708 w 550198"/>
                <a:gd name="connsiteY9" fmla="*/ 80140 h 819091"/>
                <a:gd name="connsiteX10" fmla="*/ 79393 w 550198"/>
                <a:gd name="connsiteY10" fmla="*/ 212181 h 819091"/>
                <a:gd name="connsiteX11" fmla="*/ 79393 w 550198"/>
                <a:gd name="connsiteY11" fmla="*/ 385556 h 819091"/>
                <a:gd name="connsiteX12" fmla="*/ 205331 w 550198"/>
                <a:gd name="connsiteY12" fmla="*/ 634006 h 819091"/>
                <a:gd name="connsiteX13" fmla="*/ 346154 w 550198"/>
                <a:gd name="connsiteY13" fmla="*/ 737565 h 819091"/>
                <a:gd name="connsiteX14" fmla="*/ 486978 w 550198"/>
                <a:gd name="connsiteY14" fmla="*/ 633808 h 819091"/>
                <a:gd name="connsiteX15" fmla="*/ 542479 w 550198"/>
                <a:gd name="connsiteY15" fmla="*/ 642268 h 819091"/>
                <a:gd name="connsiteX16" fmla="*/ 534018 w 550198"/>
                <a:gd name="connsiteY16" fmla="*/ 697769 h 819091"/>
                <a:gd name="connsiteX17" fmla="*/ 390118 w 550198"/>
                <a:gd name="connsiteY17" fmla="*/ 803511 h 819091"/>
                <a:gd name="connsiteX18" fmla="*/ 346154 w 550198"/>
                <a:gd name="connsiteY18" fmla="*/ 819092 h 81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0198" h="819091">
                  <a:moveTo>
                    <a:pt x="346154" y="819092"/>
                  </a:moveTo>
                  <a:cubicBezTo>
                    <a:pt x="330086" y="819072"/>
                    <a:pt x="314487" y="813673"/>
                    <a:pt x="301843" y="803759"/>
                  </a:cubicBezTo>
                  <a:lnTo>
                    <a:pt x="157943" y="698017"/>
                  </a:lnTo>
                  <a:cubicBezTo>
                    <a:pt x="59124" y="624464"/>
                    <a:pt x="628" y="508739"/>
                    <a:pt x="0" y="385556"/>
                  </a:cubicBezTo>
                  <a:lnTo>
                    <a:pt x="0" y="207914"/>
                  </a:lnTo>
                  <a:cubicBezTo>
                    <a:pt x="315" y="180164"/>
                    <a:pt x="16143" y="154928"/>
                    <a:pt x="40987" y="142563"/>
                  </a:cubicBezTo>
                  <a:lnTo>
                    <a:pt x="313008" y="7744"/>
                  </a:lnTo>
                  <a:cubicBezTo>
                    <a:pt x="333515" y="-2581"/>
                    <a:pt x="357702" y="-2581"/>
                    <a:pt x="378209" y="7744"/>
                  </a:cubicBezTo>
                  <a:cubicBezTo>
                    <a:pt x="397932" y="17317"/>
                    <a:pt x="406160" y="41067"/>
                    <a:pt x="396586" y="60790"/>
                  </a:cubicBezTo>
                  <a:cubicBezTo>
                    <a:pt x="387415" y="79683"/>
                    <a:pt x="365116" y="88164"/>
                    <a:pt x="345708" y="80140"/>
                  </a:cubicBezTo>
                  <a:lnTo>
                    <a:pt x="79393" y="212181"/>
                  </a:lnTo>
                  <a:lnTo>
                    <a:pt x="79393" y="385556"/>
                  </a:lnTo>
                  <a:cubicBezTo>
                    <a:pt x="80071" y="483542"/>
                    <a:pt x="126700" y="575533"/>
                    <a:pt x="205331" y="634006"/>
                  </a:cubicBezTo>
                  <a:lnTo>
                    <a:pt x="346154" y="737565"/>
                  </a:lnTo>
                  <a:lnTo>
                    <a:pt x="486978" y="633808"/>
                  </a:lnTo>
                  <a:cubicBezTo>
                    <a:pt x="504638" y="620817"/>
                    <a:pt x="529488" y="624608"/>
                    <a:pt x="542479" y="642268"/>
                  </a:cubicBezTo>
                  <a:cubicBezTo>
                    <a:pt x="555469" y="659928"/>
                    <a:pt x="551678" y="684778"/>
                    <a:pt x="534018" y="697769"/>
                  </a:cubicBezTo>
                  <a:lnTo>
                    <a:pt x="390118" y="803511"/>
                  </a:lnTo>
                  <a:cubicBezTo>
                    <a:pt x="377600" y="813440"/>
                    <a:pt x="362133" y="818923"/>
                    <a:pt x="346154" y="8190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8" name="Picture Placeholder 56">
              <a:extLst>
                <a:ext uri="{FF2B5EF4-FFF2-40B4-BE49-F238E27FC236}">
                  <a16:creationId xmlns:a16="http://schemas.microsoft.com/office/drawing/2014/main" id="{92409561-BF5D-3166-3C0C-50A573DBC105}"/>
                </a:ext>
              </a:extLst>
            </p:cNvPr>
            <p:cNvGrpSpPr/>
            <p:nvPr/>
          </p:nvGrpSpPr>
          <p:grpSpPr>
            <a:xfrm>
              <a:off x="7041898" y="4947167"/>
              <a:ext cx="336230" cy="421775"/>
              <a:chOff x="7041898" y="4947167"/>
              <a:chExt cx="336230" cy="421775"/>
            </a:xfrm>
            <a:solidFill>
              <a:srgbClr val="EF463C"/>
            </a:solidFill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AE57FEB3-4D71-5EE8-F6A1-8495EE3B0E1B}"/>
                  </a:ext>
                </a:extLst>
              </p:cNvPr>
              <p:cNvSpPr/>
              <p:nvPr/>
            </p:nvSpPr>
            <p:spPr>
              <a:xfrm>
                <a:off x="7084721" y="4947167"/>
                <a:ext cx="250584" cy="248103"/>
              </a:xfrm>
              <a:custGeom>
                <a:avLst/>
                <a:gdLst>
                  <a:gd name="connsiteX0" fmla="*/ 210888 w 250584"/>
                  <a:gd name="connsiteY0" fmla="*/ 248103 h 248103"/>
                  <a:gd name="connsiteX1" fmla="*/ 171192 w 250584"/>
                  <a:gd name="connsiteY1" fmla="*/ 208407 h 248103"/>
                  <a:gd name="connsiteX2" fmla="*/ 171192 w 250584"/>
                  <a:gd name="connsiteY2" fmla="*/ 131991 h 248103"/>
                  <a:gd name="connsiteX3" fmla="*/ 125292 w 250584"/>
                  <a:gd name="connsiteY3" fmla="*/ 79393 h 248103"/>
                  <a:gd name="connsiteX4" fmla="*/ 79393 w 250584"/>
                  <a:gd name="connsiteY4" fmla="*/ 131991 h 248103"/>
                  <a:gd name="connsiteX5" fmla="*/ 79393 w 250584"/>
                  <a:gd name="connsiteY5" fmla="*/ 208407 h 248103"/>
                  <a:gd name="connsiteX6" fmla="*/ 39697 w 250584"/>
                  <a:gd name="connsiteY6" fmla="*/ 248103 h 248103"/>
                  <a:gd name="connsiteX7" fmla="*/ 0 w 250584"/>
                  <a:gd name="connsiteY7" fmla="*/ 208407 h 248103"/>
                  <a:gd name="connsiteX8" fmla="*/ 0 w 250584"/>
                  <a:gd name="connsiteY8" fmla="*/ 131991 h 248103"/>
                  <a:gd name="connsiteX9" fmla="*/ 125292 w 250584"/>
                  <a:gd name="connsiteY9" fmla="*/ 0 h 248103"/>
                  <a:gd name="connsiteX10" fmla="*/ 250585 w 250584"/>
                  <a:gd name="connsiteY10" fmla="*/ 131991 h 248103"/>
                  <a:gd name="connsiteX11" fmla="*/ 250585 w 250584"/>
                  <a:gd name="connsiteY11" fmla="*/ 208407 h 248103"/>
                  <a:gd name="connsiteX12" fmla="*/ 210888 w 250584"/>
                  <a:gd name="connsiteY12" fmla="*/ 248103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0584" h="248103">
                    <a:moveTo>
                      <a:pt x="210888" y="248103"/>
                    </a:moveTo>
                    <a:cubicBezTo>
                      <a:pt x="188966" y="248103"/>
                      <a:pt x="171192" y="230331"/>
                      <a:pt x="171192" y="208407"/>
                    </a:cubicBezTo>
                    <a:lnTo>
                      <a:pt x="171192" y="131991"/>
                    </a:lnTo>
                    <a:cubicBezTo>
                      <a:pt x="171192" y="103013"/>
                      <a:pt x="150599" y="79393"/>
                      <a:pt x="125292" y="79393"/>
                    </a:cubicBezTo>
                    <a:cubicBezTo>
                      <a:pt x="99986" y="79393"/>
                      <a:pt x="79393" y="103013"/>
                      <a:pt x="79393" y="131991"/>
                    </a:cubicBezTo>
                    <a:lnTo>
                      <a:pt x="79393" y="208407"/>
                    </a:lnTo>
                    <a:cubicBezTo>
                      <a:pt x="79393" y="230331"/>
                      <a:pt x="61621" y="248103"/>
                      <a:pt x="39697" y="248103"/>
                    </a:cubicBezTo>
                    <a:cubicBezTo>
                      <a:pt x="17773" y="248103"/>
                      <a:pt x="0" y="230331"/>
                      <a:pt x="0" y="208407"/>
                    </a:cubicBezTo>
                    <a:lnTo>
                      <a:pt x="0" y="131991"/>
                    </a:lnTo>
                    <a:cubicBezTo>
                      <a:pt x="0" y="59197"/>
                      <a:pt x="56220" y="0"/>
                      <a:pt x="125292" y="0"/>
                    </a:cubicBezTo>
                    <a:cubicBezTo>
                      <a:pt x="194364" y="0"/>
                      <a:pt x="250585" y="59197"/>
                      <a:pt x="250585" y="131991"/>
                    </a:cubicBezTo>
                    <a:lnTo>
                      <a:pt x="250585" y="208407"/>
                    </a:lnTo>
                    <a:cubicBezTo>
                      <a:pt x="250585" y="230331"/>
                      <a:pt x="232811" y="248103"/>
                      <a:pt x="210888" y="24810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7C3E9BC6-1633-E729-E0D0-7CE5EB2F7FD7}"/>
                  </a:ext>
                </a:extLst>
              </p:cNvPr>
              <p:cNvSpPr/>
              <p:nvPr/>
            </p:nvSpPr>
            <p:spPr>
              <a:xfrm>
                <a:off x="7041898" y="5116126"/>
                <a:ext cx="336230" cy="252817"/>
              </a:xfrm>
              <a:custGeom>
                <a:avLst/>
                <a:gdLst>
                  <a:gd name="connsiteX0" fmla="*/ 296534 w 336230"/>
                  <a:gd name="connsiteY0" fmla="*/ 252817 h 252817"/>
                  <a:gd name="connsiteX1" fmla="*/ 39697 w 336230"/>
                  <a:gd name="connsiteY1" fmla="*/ 252817 h 252817"/>
                  <a:gd name="connsiteX2" fmla="*/ 0 w 336230"/>
                  <a:gd name="connsiteY2" fmla="*/ 213121 h 252817"/>
                  <a:gd name="connsiteX3" fmla="*/ 0 w 336230"/>
                  <a:gd name="connsiteY3" fmla="*/ 39697 h 252817"/>
                  <a:gd name="connsiteX4" fmla="*/ 39697 w 336230"/>
                  <a:gd name="connsiteY4" fmla="*/ 0 h 252817"/>
                  <a:gd name="connsiteX5" fmla="*/ 296534 w 336230"/>
                  <a:gd name="connsiteY5" fmla="*/ 0 h 252817"/>
                  <a:gd name="connsiteX6" fmla="*/ 336230 w 336230"/>
                  <a:gd name="connsiteY6" fmla="*/ 39697 h 252817"/>
                  <a:gd name="connsiteX7" fmla="*/ 336230 w 336230"/>
                  <a:gd name="connsiteY7" fmla="*/ 213369 h 252817"/>
                  <a:gd name="connsiteX8" fmla="*/ 296534 w 336230"/>
                  <a:gd name="connsiteY8" fmla="*/ 252817 h 252817"/>
                  <a:gd name="connsiteX9" fmla="*/ 79393 w 336230"/>
                  <a:gd name="connsiteY9" fmla="*/ 173424 h 252817"/>
                  <a:gd name="connsiteX10" fmla="*/ 256837 w 336230"/>
                  <a:gd name="connsiteY10" fmla="*/ 173424 h 252817"/>
                  <a:gd name="connsiteX11" fmla="*/ 256837 w 336230"/>
                  <a:gd name="connsiteY11" fmla="*/ 79145 h 252817"/>
                  <a:gd name="connsiteX12" fmla="*/ 79393 w 336230"/>
                  <a:gd name="connsiteY12" fmla="*/ 79145 h 25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30" h="252817">
                    <a:moveTo>
                      <a:pt x="296534" y="252817"/>
                    </a:moveTo>
                    <a:lnTo>
                      <a:pt x="39697" y="252817"/>
                    </a:lnTo>
                    <a:cubicBezTo>
                      <a:pt x="17773" y="252817"/>
                      <a:pt x="0" y="235043"/>
                      <a:pt x="0" y="2131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96534" y="0"/>
                    </a:lnTo>
                    <a:cubicBezTo>
                      <a:pt x="318456" y="0"/>
                      <a:pt x="336230" y="17773"/>
                      <a:pt x="336230" y="39697"/>
                    </a:cubicBezTo>
                    <a:lnTo>
                      <a:pt x="336230" y="213369"/>
                    </a:lnTo>
                    <a:cubicBezTo>
                      <a:pt x="336096" y="235197"/>
                      <a:pt x="318362" y="252817"/>
                      <a:pt x="296534" y="252817"/>
                    </a:cubicBezTo>
                    <a:close/>
                    <a:moveTo>
                      <a:pt x="79393" y="173424"/>
                    </a:moveTo>
                    <a:lnTo>
                      <a:pt x="256837" y="173424"/>
                    </a:lnTo>
                    <a:lnTo>
                      <a:pt x="256837" y="79145"/>
                    </a:lnTo>
                    <a:lnTo>
                      <a:pt x="79393" y="79145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61A37174-B020-CC30-B48B-FF9A13CF6328}"/>
                  </a:ext>
                </a:extLst>
              </p:cNvPr>
              <p:cNvSpPr/>
              <p:nvPr/>
            </p:nvSpPr>
            <p:spPr>
              <a:xfrm>
                <a:off x="7169620" y="5125478"/>
                <a:ext cx="79792" cy="127650"/>
              </a:xfrm>
              <a:custGeom>
                <a:avLst/>
                <a:gdLst>
                  <a:gd name="connsiteX0" fmla="*/ 40095 w 79792"/>
                  <a:gd name="connsiteY0" fmla="*/ 127651 h 127650"/>
                  <a:gd name="connsiteX1" fmla="*/ 398 w 79792"/>
                  <a:gd name="connsiteY1" fmla="*/ 88252 h 127650"/>
                  <a:gd name="connsiteX2" fmla="*/ 1 w 79792"/>
                  <a:gd name="connsiteY2" fmla="*/ 40020 h 127650"/>
                  <a:gd name="connsiteX3" fmla="*/ 39375 w 79792"/>
                  <a:gd name="connsiteY3" fmla="*/ 1 h 127650"/>
                  <a:gd name="connsiteX4" fmla="*/ 79395 w 79792"/>
                  <a:gd name="connsiteY4" fmla="*/ 39375 h 127650"/>
                  <a:gd name="connsiteX5" fmla="*/ 79792 w 79792"/>
                  <a:gd name="connsiteY5" fmla="*/ 87607 h 127650"/>
                  <a:gd name="connsiteX6" fmla="*/ 40395 w 79792"/>
                  <a:gd name="connsiteY6" fmla="*/ 127601 h 127650"/>
                  <a:gd name="connsiteX7" fmla="*/ 40393 w 79792"/>
                  <a:gd name="connsiteY7" fmla="*/ 127601 h 12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792" h="127650">
                    <a:moveTo>
                      <a:pt x="40095" y="127651"/>
                    </a:moveTo>
                    <a:cubicBezTo>
                      <a:pt x="18287" y="127651"/>
                      <a:pt x="562" y="110059"/>
                      <a:pt x="398" y="88252"/>
                    </a:cubicBezTo>
                    <a:lnTo>
                      <a:pt x="1" y="40020"/>
                    </a:lnTo>
                    <a:cubicBezTo>
                      <a:pt x="-177" y="18097"/>
                      <a:pt x="17451" y="179"/>
                      <a:pt x="39375" y="1"/>
                    </a:cubicBezTo>
                    <a:cubicBezTo>
                      <a:pt x="61299" y="-177"/>
                      <a:pt x="79216" y="17451"/>
                      <a:pt x="79395" y="39375"/>
                    </a:cubicBezTo>
                    <a:lnTo>
                      <a:pt x="79792" y="87607"/>
                    </a:lnTo>
                    <a:cubicBezTo>
                      <a:pt x="79957" y="109530"/>
                      <a:pt x="62318" y="127436"/>
                      <a:pt x="40395" y="127601"/>
                    </a:cubicBezTo>
                    <a:cubicBezTo>
                      <a:pt x="40394" y="127601"/>
                      <a:pt x="40394" y="127601"/>
                      <a:pt x="40393" y="12760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4443FC1D-CF78-3E4A-67E3-649E32EC4C92}"/>
                </a:ext>
              </a:extLst>
            </p:cNvPr>
            <p:cNvSpPr/>
            <p:nvPr/>
          </p:nvSpPr>
          <p:spPr>
            <a:xfrm>
              <a:off x="7186951" y="4787478"/>
              <a:ext cx="368628" cy="701100"/>
            </a:xfrm>
            <a:custGeom>
              <a:avLst/>
              <a:gdLst>
                <a:gd name="connsiteX0" fmla="*/ 188250 w 368628"/>
                <a:gd name="connsiteY0" fmla="*/ 701100 h 701100"/>
                <a:gd name="connsiteX1" fmla="*/ 148737 w 368628"/>
                <a:gd name="connsiteY1" fmla="*/ 661225 h 701100"/>
                <a:gd name="connsiteX2" fmla="*/ 164482 w 368628"/>
                <a:gd name="connsiteY2" fmla="*/ 629746 h 701100"/>
                <a:gd name="connsiteX3" fmla="*/ 289427 w 368628"/>
                <a:gd name="connsiteY3" fmla="*/ 381146 h 701100"/>
                <a:gd name="connsiteX4" fmla="*/ 289427 w 368628"/>
                <a:gd name="connsiteY4" fmla="*/ 207771 h 701100"/>
                <a:gd name="connsiteX5" fmla="*/ 20581 w 368628"/>
                <a:gd name="connsiteY5" fmla="*/ 74490 h 701100"/>
                <a:gd name="connsiteX6" fmla="*/ 4917 w 368628"/>
                <a:gd name="connsiteY6" fmla="*/ 20581 h 701100"/>
                <a:gd name="connsiteX7" fmla="*/ 55614 w 368628"/>
                <a:gd name="connsiteY7" fmla="*/ 3334 h 701100"/>
                <a:gd name="connsiteX8" fmla="*/ 326344 w 368628"/>
                <a:gd name="connsiteY8" fmla="*/ 137558 h 701100"/>
                <a:gd name="connsiteX9" fmla="*/ 368621 w 368628"/>
                <a:gd name="connsiteY9" fmla="*/ 203504 h 701100"/>
                <a:gd name="connsiteX10" fmla="*/ 368621 w 368628"/>
                <a:gd name="connsiteY10" fmla="*/ 381146 h 701100"/>
                <a:gd name="connsiteX11" fmla="*/ 212167 w 368628"/>
                <a:gd name="connsiteY11" fmla="*/ 693062 h 701100"/>
                <a:gd name="connsiteX12" fmla="*/ 188250 w 368628"/>
                <a:gd name="connsiteY12" fmla="*/ 701100 h 70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8628" h="701100">
                  <a:moveTo>
                    <a:pt x="188250" y="701100"/>
                  </a:moveTo>
                  <a:cubicBezTo>
                    <a:pt x="166328" y="701001"/>
                    <a:pt x="148633" y="683148"/>
                    <a:pt x="148737" y="661225"/>
                  </a:cubicBezTo>
                  <a:cubicBezTo>
                    <a:pt x="148792" y="648850"/>
                    <a:pt x="154612" y="637209"/>
                    <a:pt x="164482" y="629746"/>
                  </a:cubicBezTo>
                  <a:cubicBezTo>
                    <a:pt x="242560" y="570851"/>
                    <a:pt x="288752" y="478944"/>
                    <a:pt x="289427" y="381146"/>
                  </a:cubicBezTo>
                  <a:lnTo>
                    <a:pt x="289427" y="207771"/>
                  </a:lnTo>
                  <a:lnTo>
                    <a:pt x="20581" y="74490"/>
                  </a:lnTo>
                  <a:cubicBezTo>
                    <a:pt x="1369" y="63929"/>
                    <a:pt x="-5644" y="39793"/>
                    <a:pt x="4917" y="20581"/>
                  </a:cubicBezTo>
                  <a:cubicBezTo>
                    <a:pt x="14810" y="2583"/>
                    <a:pt x="36798" y="-4897"/>
                    <a:pt x="55614" y="3334"/>
                  </a:cubicBezTo>
                  <a:lnTo>
                    <a:pt x="326344" y="137558"/>
                  </a:lnTo>
                  <a:cubicBezTo>
                    <a:pt x="352390" y="149065"/>
                    <a:pt x="369038" y="175030"/>
                    <a:pt x="368621" y="203504"/>
                  </a:cubicBezTo>
                  <a:lnTo>
                    <a:pt x="368621" y="381146"/>
                  </a:lnTo>
                  <a:cubicBezTo>
                    <a:pt x="367892" y="503809"/>
                    <a:pt x="310049" y="619127"/>
                    <a:pt x="212167" y="693062"/>
                  </a:cubicBezTo>
                  <a:cubicBezTo>
                    <a:pt x="205280" y="698272"/>
                    <a:pt x="196884" y="701095"/>
                    <a:pt x="188250" y="70110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E01C5FF-E989-D466-DA14-DB9EA6054B91}"/>
              </a:ext>
            </a:extLst>
          </p:cNvPr>
          <p:cNvGrpSpPr/>
          <p:nvPr/>
        </p:nvGrpSpPr>
        <p:grpSpPr>
          <a:xfrm>
            <a:off x="8181962" y="4783069"/>
            <a:ext cx="691125" cy="819091"/>
            <a:chOff x="8181962" y="4783069"/>
            <a:chExt cx="691125" cy="819091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8EF8057B-0367-3FFB-7FBF-D6F4545968E3}"/>
                </a:ext>
              </a:extLst>
            </p:cNvPr>
            <p:cNvSpPr/>
            <p:nvPr/>
          </p:nvSpPr>
          <p:spPr>
            <a:xfrm>
              <a:off x="8181962" y="4783069"/>
              <a:ext cx="550198" cy="819091"/>
            </a:xfrm>
            <a:custGeom>
              <a:avLst/>
              <a:gdLst>
                <a:gd name="connsiteX0" fmla="*/ 346154 w 550198"/>
                <a:gd name="connsiteY0" fmla="*/ 819092 h 819091"/>
                <a:gd name="connsiteX1" fmla="*/ 301843 w 550198"/>
                <a:gd name="connsiteY1" fmla="*/ 803759 h 819091"/>
                <a:gd name="connsiteX2" fmla="*/ 157943 w 550198"/>
                <a:gd name="connsiteY2" fmla="*/ 698017 h 819091"/>
                <a:gd name="connsiteX3" fmla="*/ 0 w 550198"/>
                <a:gd name="connsiteY3" fmla="*/ 385556 h 819091"/>
                <a:gd name="connsiteX4" fmla="*/ 0 w 550198"/>
                <a:gd name="connsiteY4" fmla="*/ 207914 h 819091"/>
                <a:gd name="connsiteX5" fmla="*/ 40987 w 550198"/>
                <a:gd name="connsiteY5" fmla="*/ 142563 h 819091"/>
                <a:gd name="connsiteX6" fmla="*/ 313008 w 550198"/>
                <a:gd name="connsiteY6" fmla="*/ 7744 h 819091"/>
                <a:gd name="connsiteX7" fmla="*/ 378209 w 550198"/>
                <a:gd name="connsiteY7" fmla="*/ 7744 h 819091"/>
                <a:gd name="connsiteX8" fmla="*/ 396586 w 550198"/>
                <a:gd name="connsiteY8" fmla="*/ 60790 h 819091"/>
                <a:gd name="connsiteX9" fmla="*/ 345708 w 550198"/>
                <a:gd name="connsiteY9" fmla="*/ 80140 h 819091"/>
                <a:gd name="connsiteX10" fmla="*/ 79393 w 550198"/>
                <a:gd name="connsiteY10" fmla="*/ 212181 h 819091"/>
                <a:gd name="connsiteX11" fmla="*/ 79393 w 550198"/>
                <a:gd name="connsiteY11" fmla="*/ 385556 h 819091"/>
                <a:gd name="connsiteX12" fmla="*/ 205331 w 550198"/>
                <a:gd name="connsiteY12" fmla="*/ 634006 h 819091"/>
                <a:gd name="connsiteX13" fmla="*/ 346154 w 550198"/>
                <a:gd name="connsiteY13" fmla="*/ 737565 h 819091"/>
                <a:gd name="connsiteX14" fmla="*/ 486978 w 550198"/>
                <a:gd name="connsiteY14" fmla="*/ 633808 h 819091"/>
                <a:gd name="connsiteX15" fmla="*/ 542479 w 550198"/>
                <a:gd name="connsiteY15" fmla="*/ 642268 h 819091"/>
                <a:gd name="connsiteX16" fmla="*/ 534018 w 550198"/>
                <a:gd name="connsiteY16" fmla="*/ 697769 h 819091"/>
                <a:gd name="connsiteX17" fmla="*/ 390118 w 550198"/>
                <a:gd name="connsiteY17" fmla="*/ 803511 h 819091"/>
                <a:gd name="connsiteX18" fmla="*/ 346154 w 550198"/>
                <a:gd name="connsiteY18" fmla="*/ 819092 h 81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0198" h="819091">
                  <a:moveTo>
                    <a:pt x="346154" y="819092"/>
                  </a:moveTo>
                  <a:cubicBezTo>
                    <a:pt x="330086" y="819072"/>
                    <a:pt x="314487" y="813673"/>
                    <a:pt x="301843" y="803759"/>
                  </a:cubicBezTo>
                  <a:lnTo>
                    <a:pt x="157943" y="698017"/>
                  </a:lnTo>
                  <a:cubicBezTo>
                    <a:pt x="59124" y="624464"/>
                    <a:pt x="628" y="508739"/>
                    <a:pt x="0" y="385556"/>
                  </a:cubicBezTo>
                  <a:lnTo>
                    <a:pt x="0" y="207914"/>
                  </a:lnTo>
                  <a:cubicBezTo>
                    <a:pt x="315" y="180164"/>
                    <a:pt x="16143" y="154928"/>
                    <a:pt x="40987" y="142563"/>
                  </a:cubicBezTo>
                  <a:lnTo>
                    <a:pt x="313008" y="7744"/>
                  </a:lnTo>
                  <a:cubicBezTo>
                    <a:pt x="333515" y="-2581"/>
                    <a:pt x="357702" y="-2581"/>
                    <a:pt x="378209" y="7744"/>
                  </a:cubicBezTo>
                  <a:cubicBezTo>
                    <a:pt x="397932" y="17317"/>
                    <a:pt x="406160" y="41067"/>
                    <a:pt x="396586" y="60790"/>
                  </a:cubicBezTo>
                  <a:cubicBezTo>
                    <a:pt x="387415" y="79683"/>
                    <a:pt x="365116" y="88164"/>
                    <a:pt x="345708" y="80140"/>
                  </a:cubicBezTo>
                  <a:lnTo>
                    <a:pt x="79393" y="212181"/>
                  </a:lnTo>
                  <a:lnTo>
                    <a:pt x="79393" y="385556"/>
                  </a:lnTo>
                  <a:cubicBezTo>
                    <a:pt x="80071" y="483542"/>
                    <a:pt x="126700" y="575533"/>
                    <a:pt x="205331" y="634006"/>
                  </a:cubicBezTo>
                  <a:lnTo>
                    <a:pt x="346154" y="737565"/>
                  </a:lnTo>
                  <a:lnTo>
                    <a:pt x="486978" y="633808"/>
                  </a:lnTo>
                  <a:cubicBezTo>
                    <a:pt x="504638" y="620817"/>
                    <a:pt x="529488" y="624608"/>
                    <a:pt x="542479" y="642268"/>
                  </a:cubicBezTo>
                  <a:cubicBezTo>
                    <a:pt x="555469" y="659928"/>
                    <a:pt x="551678" y="684778"/>
                    <a:pt x="534018" y="697769"/>
                  </a:cubicBezTo>
                  <a:lnTo>
                    <a:pt x="390118" y="803511"/>
                  </a:lnTo>
                  <a:cubicBezTo>
                    <a:pt x="377600" y="813440"/>
                    <a:pt x="362133" y="818923"/>
                    <a:pt x="346154" y="8190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5" name="Picture Placeholder 58">
              <a:extLst>
                <a:ext uri="{FF2B5EF4-FFF2-40B4-BE49-F238E27FC236}">
                  <a16:creationId xmlns:a16="http://schemas.microsoft.com/office/drawing/2014/main" id="{06713A0E-C048-D2D3-1B3B-096BF3225930}"/>
                </a:ext>
              </a:extLst>
            </p:cNvPr>
            <p:cNvGrpSpPr/>
            <p:nvPr/>
          </p:nvGrpSpPr>
          <p:grpSpPr>
            <a:xfrm>
              <a:off x="8359406" y="4947167"/>
              <a:ext cx="336230" cy="421775"/>
              <a:chOff x="8359406" y="4947167"/>
              <a:chExt cx="336230" cy="421775"/>
            </a:xfrm>
            <a:solidFill>
              <a:srgbClr val="EF463C"/>
            </a:solidFill>
          </p:grpSpPr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E55EB003-8428-DA79-E5A3-AF703B9A1B95}"/>
                  </a:ext>
                </a:extLst>
              </p:cNvPr>
              <p:cNvSpPr/>
              <p:nvPr/>
            </p:nvSpPr>
            <p:spPr>
              <a:xfrm>
                <a:off x="8402229" y="4947167"/>
                <a:ext cx="250584" cy="248103"/>
              </a:xfrm>
              <a:custGeom>
                <a:avLst/>
                <a:gdLst>
                  <a:gd name="connsiteX0" fmla="*/ 210888 w 250584"/>
                  <a:gd name="connsiteY0" fmla="*/ 248103 h 248103"/>
                  <a:gd name="connsiteX1" fmla="*/ 171192 w 250584"/>
                  <a:gd name="connsiteY1" fmla="*/ 208407 h 248103"/>
                  <a:gd name="connsiteX2" fmla="*/ 171192 w 250584"/>
                  <a:gd name="connsiteY2" fmla="*/ 131991 h 248103"/>
                  <a:gd name="connsiteX3" fmla="*/ 125292 w 250584"/>
                  <a:gd name="connsiteY3" fmla="*/ 79393 h 248103"/>
                  <a:gd name="connsiteX4" fmla="*/ 79393 w 250584"/>
                  <a:gd name="connsiteY4" fmla="*/ 131991 h 248103"/>
                  <a:gd name="connsiteX5" fmla="*/ 79393 w 250584"/>
                  <a:gd name="connsiteY5" fmla="*/ 208407 h 248103"/>
                  <a:gd name="connsiteX6" fmla="*/ 39697 w 250584"/>
                  <a:gd name="connsiteY6" fmla="*/ 248103 h 248103"/>
                  <a:gd name="connsiteX7" fmla="*/ 0 w 250584"/>
                  <a:gd name="connsiteY7" fmla="*/ 208407 h 248103"/>
                  <a:gd name="connsiteX8" fmla="*/ 0 w 250584"/>
                  <a:gd name="connsiteY8" fmla="*/ 131991 h 248103"/>
                  <a:gd name="connsiteX9" fmla="*/ 125292 w 250584"/>
                  <a:gd name="connsiteY9" fmla="*/ 0 h 248103"/>
                  <a:gd name="connsiteX10" fmla="*/ 250585 w 250584"/>
                  <a:gd name="connsiteY10" fmla="*/ 131991 h 248103"/>
                  <a:gd name="connsiteX11" fmla="*/ 250585 w 250584"/>
                  <a:gd name="connsiteY11" fmla="*/ 208407 h 248103"/>
                  <a:gd name="connsiteX12" fmla="*/ 210888 w 250584"/>
                  <a:gd name="connsiteY12" fmla="*/ 248103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0584" h="248103">
                    <a:moveTo>
                      <a:pt x="210888" y="248103"/>
                    </a:moveTo>
                    <a:cubicBezTo>
                      <a:pt x="188966" y="248103"/>
                      <a:pt x="171192" y="230331"/>
                      <a:pt x="171192" y="208407"/>
                    </a:cubicBezTo>
                    <a:lnTo>
                      <a:pt x="171192" y="131991"/>
                    </a:lnTo>
                    <a:cubicBezTo>
                      <a:pt x="171192" y="103013"/>
                      <a:pt x="150599" y="79393"/>
                      <a:pt x="125292" y="79393"/>
                    </a:cubicBezTo>
                    <a:cubicBezTo>
                      <a:pt x="99986" y="79393"/>
                      <a:pt x="79393" y="103013"/>
                      <a:pt x="79393" y="131991"/>
                    </a:cubicBezTo>
                    <a:lnTo>
                      <a:pt x="79393" y="208407"/>
                    </a:lnTo>
                    <a:cubicBezTo>
                      <a:pt x="79393" y="230331"/>
                      <a:pt x="61621" y="248103"/>
                      <a:pt x="39697" y="248103"/>
                    </a:cubicBezTo>
                    <a:cubicBezTo>
                      <a:pt x="17773" y="248103"/>
                      <a:pt x="0" y="230331"/>
                      <a:pt x="0" y="208407"/>
                    </a:cubicBezTo>
                    <a:lnTo>
                      <a:pt x="0" y="131991"/>
                    </a:lnTo>
                    <a:cubicBezTo>
                      <a:pt x="0" y="59197"/>
                      <a:pt x="56220" y="0"/>
                      <a:pt x="125292" y="0"/>
                    </a:cubicBezTo>
                    <a:cubicBezTo>
                      <a:pt x="194364" y="0"/>
                      <a:pt x="250585" y="59197"/>
                      <a:pt x="250585" y="131991"/>
                    </a:cubicBezTo>
                    <a:lnTo>
                      <a:pt x="250585" y="208407"/>
                    </a:lnTo>
                    <a:cubicBezTo>
                      <a:pt x="250585" y="230331"/>
                      <a:pt x="232811" y="248103"/>
                      <a:pt x="210888" y="24810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8A502FA3-5801-E486-B3AC-E78FF2E646D3}"/>
                  </a:ext>
                </a:extLst>
              </p:cNvPr>
              <p:cNvSpPr/>
              <p:nvPr/>
            </p:nvSpPr>
            <p:spPr>
              <a:xfrm>
                <a:off x="8359406" y="5116126"/>
                <a:ext cx="336230" cy="252817"/>
              </a:xfrm>
              <a:custGeom>
                <a:avLst/>
                <a:gdLst>
                  <a:gd name="connsiteX0" fmla="*/ 296534 w 336230"/>
                  <a:gd name="connsiteY0" fmla="*/ 252817 h 252817"/>
                  <a:gd name="connsiteX1" fmla="*/ 39697 w 336230"/>
                  <a:gd name="connsiteY1" fmla="*/ 252817 h 252817"/>
                  <a:gd name="connsiteX2" fmla="*/ 0 w 336230"/>
                  <a:gd name="connsiteY2" fmla="*/ 213121 h 252817"/>
                  <a:gd name="connsiteX3" fmla="*/ 0 w 336230"/>
                  <a:gd name="connsiteY3" fmla="*/ 39697 h 252817"/>
                  <a:gd name="connsiteX4" fmla="*/ 39697 w 336230"/>
                  <a:gd name="connsiteY4" fmla="*/ 0 h 252817"/>
                  <a:gd name="connsiteX5" fmla="*/ 296534 w 336230"/>
                  <a:gd name="connsiteY5" fmla="*/ 0 h 252817"/>
                  <a:gd name="connsiteX6" fmla="*/ 336230 w 336230"/>
                  <a:gd name="connsiteY6" fmla="*/ 39697 h 252817"/>
                  <a:gd name="connsiteX7" fmla="*/ 336230 w 336230"/>
                  <a:gd name="connsiteY7" fmla="*/ 213369 h 252817"/>
                  <a:gd name="connsiteX8" fmla="*/ 296534 w 336230"/>
                  <a:gd name="connsiteY8" fmla="*/ 252817 h 252817"/>
                  <a:gd name="connsiteX9" fmla="*/ 79393 w 336230"/>
                  <a:gd name="connsiteY9" fmla="*/ 173424 h 252817"/>
                  <a:gd name="connsiteX10" fmla="*/ 256837 w 336230"/>
                  <a:gd name="connsiteY10" fmla="*/ 173424 h 252817"/>
                  <a:gd name="connsiteX11" fmla="*/ 256837 w 336230"/>
                  <a:gd name="connsiteY11" fmla="*/ 79145 h 252817"/>
                  <a:gd name="connsiteX12" fmla="*/ 79393 w 336230"/>
                  <a:gd name="connsiteY12" fmla="*/ 79145 h 25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30" h="252817">
                    <a:moveTo>
                      <a:pt x="296534" y="252817"/>
                    </a:moveTo>
                    <a:lnTo>
                      <a:pt x="39697" y="252817"/>
                    </a:lnTo>
                    <a:cubicBezTo>
                      <a:pt x="17773" y="252817"/>
                      <a:pt x="0" y="235043"/>
                      <a:pt x="0" y="2131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96534" y="0"/>
                    </a:lnTo>
                    <a:cubicBezTo>
                      <a:pt x="318456" y="0"/>
                      <a:pt x="336230" y="17773"/>
                      <a:pt x="336230" y="39697"/>
                    </a:cubicBezTo>
                    <a:lnTo>
                      <a:pt x="336230" y="213369"/>
                    </a:lnTo>
                    <a:cubicBezTo>
                      <a:pt x="336096" y="235197"/>
                      <a:pt x="318362" y="252817"/>
                      <a:pt x="296534" y="252817"/>
                    </a:cubicBezTo>
                    <a:close/>
                    <a:moveTo>
                      <a:pt x="79393" y="173424"/>
                    </a:moveTo>
                    <a:lnTo>
                      <a:pt x="256837" y="173424"/>
                    </a:lnTo>
                    <a:lnTo>
                      <a:pt x="256837" y="79145"/>
                    </a:lnTo>
                    <a:lnTo>
                      <a:pt x="79393" y="79145"/>
                    </a:ln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26567B97-1218-85B9-3B79-BB03E1DD0D47}"/>
                  </a:ext>
                </a:extLst>
              </p:cNvPr>
              <p:cNvSpPr/>
              <p:nvPr/>
            </p:nvSpPr>
            <p:spPr>
              <a:xfrm>
                <a:off x="8487128" y="5125478"/>
                <a:ext cx="79792" cy="127650"/>
              </a:xfrm>
              <a:custGeom>
                <a:avLst/>
                <a:gdLst>
                  <a:gd name="connsiteX0" fmla="*/ 40095 w 79792"/>
                  <a:gd name="connsiteY0" fmla="*/ 127651 h 127650"/>
                  <a:gd name="connsiteX1" fmla="*/ 398 w 79792"/>
                  <a:gd name="connsiteY1" fmla="*/ 88252 h 127650"/>
                  <a:gd name="connsiteX2" fmla="*/ 1 w 79792"/>
                  <a:gd name="connsiteY2" fmla="*/ 40020 h 127650"/>
                  <a:gd name="connsiteX3" fmla="*/ 39375 w 79792"/>
                  <a:gd name="connsiteY3" fmla="*/ 1 h 127650"/>
                  <a:gd name="connsiteX4" fmla="*/ 79395 w 79792"/>
                  <a:gd name="connsiteY4" fmla="*/ 39375 h 127650"/>
                  <a:gd name="connsiteX5" fmla="*/ 79792 w 79792"/>
                  <a:gd name="connsiteY5" fmla="*/ 87607 h 127650"/>
                  <a:gd name="connsiteX6" fmla="*/ 40395 w 79792"/>
                  <a:gd name="connsiteY6" fmla="*/ 127601 h 127650"/>
                  <a:gd name="connsiteX7" fmla="*/ 40393 w 79792"/>
                  <a:gd name="connsiteY7" fmla="*/ 127601 h 12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792" h="127650">
                    <a:moveTo>
                      <a:pt x="40095" y="127651"/>
                    </a:moveTo>
                    <a:cubicBezTo>
                      <a:pt x="18287" y="127651"/>
                      <a:pt x="562" y="110059"/>
                      <a:pt x="398" y="88252"/>
                    </a:cubicBezTo>
                    <a:lnTo>
                      <a:pt x="1" y="40020"/>
                    </a:lnTo>
                    <a:cubicBezTo>
                      <a:pt x="-177" y="18097"/>
                      <a:pt x="17451" y="179"/>
                      <a:pt x="39375" y="1"/>
                    </a:cubicBezTo>
                    <a:cubicBezTo>
                      <a:pt x="61299" y="-177"/>
                      <a:pt x="79216" y="17451"/>
                      <a:pt x="79395" y="39375"/>
                    </a:cubicBezTo>
                    <a:lnTo>
                      <a:pt x="79792" y="87607"/>
                    </a:lnTo>
                    <a:cubicBezTo>
                      <a:pt x="79957" y="109530"/>
                      <a:pt x="62318" y="127436"/>
                      <a:pt x="40395" y="127601"/>
                    </a:cubicBezTo>
                    <a:cubicBezTo>
                      <a:pt x="40394" y="127601"/>
                      <a:pt x="40394" y="127601"/>
                      <a:pt x="40393" y="12760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6226C704-1CC9-6CD1-5468-765CA4E4214B}"/>
                </a:ext>
              </a:extLst>
            </p:cNvPr>
            <p:cNvSpPr/>
            <p:nvPr/>
          </p:nvSpPr>
          <p:spPr>
            <a:xfrm>
              <a:off x="8504459" y="4787478"/>
              <a:ext cx="368628" cy="701100"/>
            </a:xfrm>
            <a:custGeom>
              <a:avLst/>
              <a:gdLst>
                <a:gd name="connsiteX0" fmla="*/ 188250 w 368628"/>
                <a:gd name="connsiteY0" fmla="*/ 701100 h 701100"/>
                <a:gd name="connsiteX1" fmla="*/ 148737 w 368628"/>
                <a:gd name="connsiteY1" fmla="*/ 661225 h 701100"/>
                <a:gd name="connsiteX2" fmla="*/ 164482 w 368628"/>
                <a:gd name="connsiteY2" fmla="*/ 629746 h 701100"/>
                <a:gd name="connsiteX3" fmla="*/ 289427 w 368628"/>
                <a:gd name="connsiteY3" fmla="*/ 381146 h 701100"/>
                <a:gd name="connsiteX4" fmla="*/ 289427 w 368628"/>
                <a:gd name="connsiteY4" fmla="*/ 207771 h 701100"/>
                <a:gd name="connsiteX5" fmla="*/ 20581 w 368628"/>
                <a:gd name="connsiteY5" fmla="*/ 74490 h 701100"/>
                <a:gd name="connsiteX6" fmla="*/ 4917 w 368628"/>
                <a:gd name="connsiteY6" fmla="*/ 20581 h 701100"/>
                <a:gd name="connsiteX7" fmla="*/ 55614 w 368628"/>
                <a:gd name="connsiteY7" fmla="*/ 3334 h 701100"/>
                <a:gd name="connsiteX8" fmla="*/ 326344 w 368628"/>
                <a:gd name="connsiteY8" fmla="*/ 137558 h 701100"/>
                <a:gd name="connsiteX9" fmla="*/ 368621 w 368628"/>
                <a:gd name="connsiteY9" fmla="*/ 203504 h 701100"/>
                <a:gd name="connsiteX10" fmla="*/ 368621 w 368628"/>
                <a:gd name="connsiteY10" fmla="*/ 381146 h 701100"/>
                <a:gd name="connsiteX11" fmla="*/ 212167 w 368628"/>
                <a:gd name="connsiteY11" fmla="*/ 693062 h 701100"/>
                <a:gd name="connsiteX12" fmla="*/ 188250 w 368628"/>
                <a:gd name="connsiteY12" fmla="*/ 701100 h 70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8628" h="701100">
                  <a:moveTo>
                    <a:pt x="188250" y="701100"/>
                  </a:moveTo>
                  <a:cubicBezTo>
                    <a:pt x="166328" y="701001"/>
                    <a:pt x="148633" y="683148"/>
                    <a:pt x="148737" y="661225"/>
                  </a:cubicBezTo>
                  <a:cubicBezTo>
                    <a:pt x="148792" y="648850"/>
                    <a:pt x="154612" y="637209"/>
                    <a:pt x="164482" y="629746"/>
                  </a:cubicBezTo>
                  <a:cubicBezTo>
                    <a:pt x="242560" y="570851"/>
                    <a:pt x="288752" y="478944"/>
                    <a:pt x="289427" y="381146"/>
                  </a:cubicBezTo>
                  <a:lnTo>
                    <a:pt x="289427" y="207771"/>
                  </a:lnTo>
                  <a:lnTo>
                    <a:pt x="20581" y="74490"/>
                  </a:lnTo>
                  <a:cubicBezTo>
                    <a:pt x="1369" y="63929"/>
                    <a:pt x="-5644" y="39793"/>
                    <a:pt x="4917" y="20581"/>
                  </a:cubicBezTo>
                  <a:cubicBezTo>
                    <a:pt x="14810" y="2583"/>
                    <a:pt x="36798" y="-4897"/>
                    <a:pt x="55614" y="3334"/>
                  </a:cubicBezTo>
                  <a:lnTo>
                    <a:pt x="326344" y="137558"/>
                  </a:lnTo>
                  <a:cubicBezTo>
                    <a:pt x="352390" y="149065"/>
                    <a:pt x="369038" y="175030"/>
                    <a:pt x="368621" y="203504"/>
                  </a:cubicBezTo>
                  <a:lnTo>
                    <a:pt x="368621" y="381146"/>
                  </a:lnTo>
                  <a:cubicBezTo>
                    <a:pt x="367892" y="503809"/>
                    <a:pt x="310049" y="619127"/>
                    <a:pt x="212167" y="693062"/>
                  </a:cubicBezTo>
                  <a:cubicBezTo>
                    <a:pt x="205280" y="698272"/>
                    <a:pt x="196884" y="701095"/>
                    <a:pt x="188250" y="70110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5D6D28C3-54BC-8027-7299-3760B159E456}"/>
              </a:ext>
            </a:extLst>
          </p:cNvPr>
          <p:cNvGrpSpPr/>
          <p:nvPr/>
        </p:nvGrpSpPr>
        <p:grpSpPr>
          <a:xfrm>
            <a:off x="9486469" y="4780938"/>
            <a:ext cx="717118" cy="823702"/>
            <a:chOff x="9486469" y="4780938"/>
            <a:chExt cx="717118" cy="823702"/>
          </a:xfrm>
        </p:grpSpPr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CDF43FCE-BA72-EBDD-EFDD-06812FD0AA29}"/>
                </a:ext>
              </a:extLst>
            </p:cNvPr>
            <p:cNvSpPr/>
            <p:nvPr/>
          </p:nvSpPr>
          <p:spPr>
            <a:xfrm>
              <a:off x="9552414" y="5129325"/>
              <a:ext cx="334146" cy="343424"/>
            </a:xfrm>
            <a:custGeom>
              <a:avLst/>
              <a:gdLst>
                <a:gd name="connsiteX0" fmla="*/ 39697 w 334146"/>
                <a:gd name="connsiteY0" fmla="*/ 343425 h 343424"/>
                <a:gd name="connsiteX1" fmla="*/ 0 w 334146"/>
                <a:gd name="connsiteY1" fmla="*/ 303728 h 343424"/>
                <a:gd name="connsiteX2" fmla="*/ 0 w 334146"/>
                <a:gd name="connsiteY2" fmla="*/ 164790 h 343424"/>
                <a:gd name="connsiteX3" fmla="*/ 39697 w 334146"/>
                <a:gd name="connsiteY3" fmla="*/ 125094 h 343424"/>
                <a:gd name="connsiteX4" fmla="*/ 254753 w 334146"/>
                <a:gd name="connsiteY4" fmla="*/ 125094 h 343424"/>
                <a:gd name="connsiteX5" fmla="*/ 254753 w 334146"/>
                <a:gd name="connsiteY5" fmla="*/ 39697 h 343424"/>
                <a:gd name="connsiteX6" fmla="*/ 294450 w 334146"/>
                <a:gd name="connsiteY6" fmla="*/ 0 h 343424"/>
                <a:gd name="connsiteX7" fmla="*/ 334146 w 334146"/>
                <a:gd name="connsiteY7" fmla="*/ 39697 h 343424"/>
                <a:gd name="connsiteX8" fmla="*/ 334146 w 334146"/>
                <a:gd name="connsiteY8" fmla="*/ 164542 h 343424"/>
                <a:gd name="connsiteX9" fmla="*/ 294450 w 334146"/>
                <a:gd name="connsiteY9" fmla="*/ 204239 h 343424"/>
                <a:gd name="connsiteX10" fmla="*/ 79393 w 334146"/>
                <a:gd name="connsiteY10" fmla="*/ 204239 h 343424"/>
                <a:gd name="connsiteX11" fmla="*/ 79393 w 334146"/>
                <a:gd name="connsiteY11" fmla="*/ 303480 h 343424"/>
                <a:gd name="connsiteX12" fmla="*/ 39945 w 334146"/>
                <a:gd name="connsiteY12" fmla="*/ 343424 h 343424"/>
                <a:gd name="connsiteX13" fmla="*/ 39697 w 334146"/>
                <a:gd name="connsiteY13" fmla="*/ 343425 h 34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4146" h="343424">
                  <a:moveTo>
                    <a:pt x="39697" y="343425"/>
                  </a:moveTo>
                  <a:cubicBezTo>
                    <a:pt x="17773" y="343425"/>
                    <a:pt x="0" y="325652"/>
                    <a:pt x="0" y="303728"/>
                  </a:cubicBezTo>
                  <a:lnTo>
                    <a:pt x="0" y="164790"/>
                  </a:lnTo>
                  <a:cubicBezTo>
                    <a:pt x="0" y="142866"/>
                    <a:pt x="17773" y="125094"/>
                    <a:pt x="39697" y="125094"/>
                  </a:cubicBezTo>
                  <a:lnTo>
                    <a:pt x="254753" y="125094"/>
                  </a:lnTo>
                  <a:lnTo>
                    <a:pt x="254753" y="39697"/>
                  </a:lnTo>
                  <a:cubicBezTo>
                    <a:pt x="254753" y="17773"/>
                    <a:pt x="272526" y="0"/>
                    <a:pt x="294450" y="0"/>
                  </a:cubicBezTo>
                  <a:cubicBezTo>
                    <a:pt x="316373" y="0"/>
                    <a:pt x="334146" y="17773"/>
                    <a:pt x="334146" y="39697"/>
                  </a:cubicBezTo>
                  <a:lnTo>
                    <a:pt x="334146" y="164542"/>
                  </a:lnTo>
                  <a:cubicBezTo>
                    <a:pt x="334146" y="186466"/>
                    <a:pt x="316373" y="204239"/>
                    <a:pt x="294450" y="204239"/>
                  </a:cubicBezTo>
                  <a:lnTo>
                    <a:pt x="79393" y="204239"/>
                  </a:lnTo>
                  <a:lnTo>
                    <a:pt x="79393" y="303480"/>
                  </a:lnTo>
                  <a:cubicBezTo>
                    <a:pt x="79530" y="325404"/>
                    <a:pt x="61869" y="343287"/>
                    <a:pt x="39945" y="343424"/>
                  </a:cubicBezTo>
                  <a:cubicBezTo>
                    <a:pt x="39863" y="343425"/>
                    <a:pt x="39780" y="343425"/>
                    <a:pt x="39697" y="3434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E2998DA-516D-A72D-A828-8715F3F253A0}"/>
                </a:ext>
              </a:extLst>
            </p:cNvPr>
            <p:cNvSpPr/>
            <p:nvPr/>
          </p:nvSpPr>
          <p:spPr>
            <a:xfrm>
              <a:off x="9807167" y="5129325"/>
              <a:ext cx="330474" cy="343424"/>
            </a:xfrm>
            <a:custGeom>
              <a:avLst/>
              <a:gdLst>
                <a:gd name="connsiteX0" fmla="*/ 290778 w 330474"/>
                <a:gd name="connsiteY0" fmla="*/ 343425 h 343424"/>
                <a:gd name="connsiteX1" fmla="*/ 251081 w 330474"/>
                <a:gd name="connsiteY1" fmla="*/ 303728 h 343424"/>
                <a:gd name="connsiteX2" fmla="*/ 251081 w 330474"/>
                <a:gd name="connsiteY2" fmla="*/ 204487 h 343424"/>
                <a:gd name="connsiteX3" fmla="*/ 39697 w 330474"/>
                <a:gd name="connsiteY3" fmla="*/ 204487 h 343424"/>
                <a:gd name="connsiteX4" fmla="*/ 0 w 330474"/>
                <a:gd name="connsiteY4" fmla="*/ 164790 h 343424"/>
                <a:gd name="connsiteX5" fmla="*/ 0 w 330474"/>
                <a:gd name="connsiteY5" fmla="*/ 39697 h 343424"/>
                <a:gd name="connsiteX6" fmla="*/ 39697 w 330474"/>
                <a:gd name="connsiteY6" fmla="*/ 0 h 343424"/>
                <a:gd name="connsiteX7" fmla="*/ 79393 w 330474"/>
                <a:gd name="connsiteY7" fmla="*/ 39697 h 343424"/>
                <a:gd name="connsiteX8" fmla="*/ 79393 w 330474"/>
                <a:gd name="connsiteY8" fmla="*/ 124846 h 343424"/>
                <a:gd name="connsiteX9" fmla="*/ 290778 w 330474"/>
                <a:gd name="connsiteY9" fmla="*/ 124846 h 343424"/>
                <a:gd name="connsiteX10" fmla="*/ 330474 w 330474"/>
                <a:gd name="connsiteY10" fmla="*/ 164542 h 343424"/>
                <a:gd name="connsiteX11" fmla="*/ 330474 w 330474"/>
                <a:gd name="connsiteY11" fmla="*/ 303480 h 343424"/>
                <a:gd name="connsiteX12" fmla="*/ 291026 w 330474"/>
                <a:gd name="connsiteY12" fmla="*/ 343424 h 343424"/>
                <a:gd name="connsiteX13" fmla="*/ 290778 w 330474"/>
                <a:gd name="connsiteY13" fmla="*/ 343425 h 34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474" h="343424">
                  <a:moveTo>
                    <a:pt x="290778" y="343425"/>
                  </a:moveTo>
                  <a:cubicBezTo>
                    <a:pt x="268854" y="343425"/>
                    <a:pt x="251081" y="325652"/>
                    <a:pt x="251081" y="303728"/>
                  </a:cubicBezTo>
                  <a:lnTo>
                    <a:pt x="251081" y="204487"/>
                  </a:lnTo>
                  <a:lnTo>
                    <a:pt x="39697" y="204487"/>
                  </a:lnTo>
                  <a:cubicBezTo>
                    <a:pt x="17773" y="204487"/>
                    <a:pt x="0" y="186714"/>
                    <a:pt x="0" y="16479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24846"/>
                  </a:lnTo>
                  <a:lnTo>
                    <a:pt x="290778" y="124846"/>
                  </a:lnTo>
                  <a:cubicBezTo>
                    <a:pt x="312701" y="124846"/>
                    <a:pt x="330474" y="142618"/>
                    <a:pt x="330474" y="164542"/>
                  </a:cubicBezTo>
                  <a:lnTo>
                    <a:pt x="330474" y="303480"/>
                  </a:lnTo>
                  <a:cubicBezTo>
                    <a:pt x="330611" y="325404"/>
                    <a:pt x="312950" y="343287"/>
                    <a:pt x="291026" y="343424"/>
                  </a:cubicBezTo>
                  <a:cubicBezTo>
                    <a:pt x="290943" y="343425"/>
                    <a:pt x="290861" y="343425"/>
                    <a:pt x="290778" y="3434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BE617EBF-E76E-753C-2768-AD2090A1F6CF}"/>
                </a:ext>
              </a:extLst>
            </p:cNvPr>
            <p:cNvSpPr/>
            <p:nvPr/>
          </p:nvSpPr>
          <p:spPr>
            <a:xfrm>
              <a:off x="9807316" y="5254121"/>
              <a:ext cx="79889" cy="218628"/>
            </a:xfrm>
            <a:custGeom>
              <a:avLst/>
              <a:gdLst>
                <a:gd name="connsiteX0" fmla="*/ 40193 w 79889"/>
                <a:gd name="connsiteY0" fmla="*/ 218629 h 218628"/>
                <a:gd name="connsiteX1" fmla="*/ 496 w 79889"/>
                <a:gd name="connsiteY1" fmla="*/ 178932 h 218628"/>
                <a:gd name="connsiteX2" fmla="*/ 0 w 79889"/>
                <a:gd name="connsiteY2" fmla="*/ 39697 h 218628"/>
                <a:gd name="connsiteX3" fmla="*/ 39697 w 79889"/>
                <a:gd name="connsiteY3" fmla="*/ 0 h 218628"/>
                <a:gd name="connsiteX4" fmla="*/ 39697 w 79889"/>
                <a:gd name="connsiteY4" fmla="*/ 0 h 218628"/>
                <a:gd name="connsiteX5" fmla="*/ 79393 w 79889"/>
                <a:gd name="connsiteY5" fmla="*/ 39697 h 218628"/>
                <a:gd name="connsiteX6" fmla="*/ 79889 w 79889"/>
                <a:gd name="connsiteY6" fmla="*/ 178634 h 218628"/>
                <a:gd name="connsiteX7" fmla="*/ 40193 w 79889"/>
                <a:gd name="connsiteY7" fmla="*/ 218331 h 21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18628">
                  <a:moveTo>
                    <a:pt x="40193" y="218629"/>
                  </a:moveTo>
                  <a:cubicBezTo>
                    <a:pt x="18269" y="218629"/>
                    <a:pt x="496" y="200856"/>
                    <a:pt x="496" y="17893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79889" y="178634"/>
                  </a:lnTo>
                  <a:cubicBezTo>
                    <a:pt x="79889" y="200558"/>
                    <a:pt x="62117" y="218331"/>
                    <a:pt x="40193" y="2183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2291F210-3AB9-721C-0B85-E7D0DD7DC041}"/>
                </a:ext>
              </a:extLst>
            </p:cNvPr>
            <p:cNvSpPr/>
            <p:nvPr/>
          </p:nvSpPr>
          <p:spPr>
            <a:xfrm>
              <a:off x="9992302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7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0" y="163964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5"/>
                    <a:pt x="79393" y="105642"/>
                  </a:cubicBezTo>
                  <a:cubicBezTo>
                    <a:pt x="79393" y="120139"/>
                    <a:pt x="91145" y="131892"/>
                    <a:pt x="105643" y="131892"/>
                  </a:cubicBezTo>
                  <a:cubicBezTo>
                    <a:pt x="120140" y="131892"/>
                    <a:pt x="131892" y="120139"/>
                    <a:pt x="131892" y="105642"/>
                  </a:cubicBezTo>
                  <a:cubicBezTo>
                    <a:pt x="131865" y="91157"/>
                    <a:pt x="120128" y="79420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1009150E-1E16-6C75-26C3-AA9084DEFF47}"/>
                </a:ext>
              </a:extLst>
            </p:cNvPr>
            <p:cNvSpPr/>
            <p:nvPr/>
          </p:nvSpPr>
          <p:spPr>
            <a:xfrm>
              <a:off x="9741221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7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0" y="163964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5"/>
                    <a:pt x="79393" y="105642"/>
                  </a:cubicBezTo>
                  <a:cubicBezTo>
                    <a:pt x="79393" y="120139"/>
                    <a:pt x="91145" y="131892"/>
                    <a:pt x="105643" y="131892"/>
                  </a:cubicBezTo>
                  <a:cubicBezTo>
                    <a:pt x="120140" y="131892"/>
                    <a:pt x="131892" y="120139"/>
                    <a:pt x="131892" y="105642"/>
                  </a:cubicBezTo>
                  <a:cubicBezTo>
                    <a:pt x="131865" y="91157"/>
                    <a:pt x="120128" y="79420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FC5DACF6-EB40-F8A5-1B25-961F0E7946FE}"/>
                </a:ext>
              </a:extLst>
            </p:cNvPr>
            <p:cNvSpPr/>
            <p:nvPr/>
          </p:nvSpPr>
          <p:spPr>
            <a:xfrm>
              <a:off x="9486469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7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0" y="163964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5"/>
                    <a:pt x="79393" y="105642"/>
                  </a:cubicBezTo>
                  <a:cubicBezTo>
                    <a:pt x="79393" y="120139"/>
                    <a:pt x="91145" y="131892"/>
                    <a:pt x="105643" y="131892"/>
                  </a:cubicBezTo>
                  <a:cubicBezTo>
                    <a:pt x="120140" y="131892"/>
                    <a:pt x="131892" y="120139"/>
                    <a:pt x="131892" y="105642"/>
                  </a:cubicBezTo>
                  <a:cubicBezTo>
                    <a:pt x="131865" y="91157"/>
                    <a:pt x="120128" y="79420"/>
                    <a:pt x="10564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A40EFE48-2C66-1910-8AD9-F957A0DFF053}"/>
                </a:ext>
              </a:extLst>
            </p:cNvPr>
            <p:cNvSpPr/>
            <p:nvPr/>
          </p:nvSpPr>
          <p:spPr>
            <a:xfrm>
              <a:off x="9640591" y="4780938"/>
              <a:ext cx="413836" cy="413836"/>
            </a:xfrm>
            <a:custGeom>
              <a:avLst/>
              <a:gdLst>
                <a:gd name="connsiteX0" fmla="*/ 206919 w 413836"/>
                <a:gd name="connsiteY0" fmla="*/ 413837 h 413836"/>
                <a:gd name="connsiteX1" fmla="*/ 0 w 413836"/>
                <a:gd name="connsiteY1" fmla="*/ 206918 h 413836"/>
                <a:gd name="connsiteX2" fmla="*/ 206919 w 413836"/>
                <a:gd name="connsiteY2" fmla="*/ 0 h 413836"/>
                <a:gd name="connsiteX3" fmla="*/ 413837 w 413836"/>
                <a:gd name="connsiteY3" fmla="*/ 206918 h 413836"/>
                <a:gd name="connsiteX4" fmla="*/ 206919 w 413836"/>
                <a:gd name="connsiteY4" fmla="*/ 413837 h 413836"/>
                <a:gd name="connsiteX5" fmla="*/ 206919 w 413836"/>
                <a:gd name="connsiteY5" fmla="*/ 79393 h 413836"/>
                <a:gd name="connsiteX6" fmla="*/ 79393 w 413836"/>
                <a:gd name="connsiteY6" fmla="*/ 206918 h 413836"/>
                <a:gd name="connsiteX7" fmla="*/ 206919 w 413836"/>
                <a:gd name="connsiteY7" fmla="*/ 334443 h 413836"/>
                <a:gd name="connsiteX8" fmla="*/ 334444 w 413836"/>
                <a:gd name="connsiteY8" fmla="*/ 206918 h 413836"/>
                <a:gd name="connsiteX9" fmla="*/ 206919 w 413836"/>
                <a:gd name="connsiteY9" fmla="*/ 79393 h 4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836" h="413836">
                  <a:moveTo>
                    <a:pt x="206919" y="413837"/>
                  </a:moveTo>
                  <a:cubicBezTo>
                    <a:pt x="92641" y="413837"/>
                    <a:pt x="0" y="321196"/>
                    <a:pt x="0" y="206918"/>
                  </a:cubicBezTo>
                  <a:cubicBezTo>
                    <a:pt x="0" y="92640"/>
                    <a:pt x="92641" y="0"/>
                    <a:pt x="206919" y="0"/>
                  </a:cubicBezTo>
                  <a:cubicBezTo>
                    <a:pt x="321196" y="0"/>
                    <a:pt x="413837" y="92640"/>
                    <a:pt x="413837" y="206918"/>
                  </a:cubicBezTo>
                  <a:cubicBezTo>
                    <a:pt x="413700" y="321139"/>
                    <a:pt x="321140" y="413700"/>
                    <a:pt x="206919" y="413837"/>
                  </a:cubicBezTo>
                  <a:close/>
                  <a:moveTo>
                    <a:pt x="206919" y="79393"/>
                  </a:moveTo>
                  <a:cubicBezTo>
                    <a:pt x="136488" y="79393"/>
                    <a:pt x="79393" y="136488"/>
                    <a:pt x="79393" y="206918"/>
                  </a:cubicBezTo>
                  <a:cubicBezTo>
                    <a:pt x="79393" y="277348"/>
                    <a:pt x="136488" y="334443"/>
                    <a:pt x="206919" y="334443"/>
                  </a:cubicBezTo>
                  <a:cubicBezTo>
                    <a:pt x="277349" y="334443"/>
                    <a:pt x="334444" y="277348"/>
                    <a:pt x="334444" y="206918"/>
                  </a:cubicBezTo>
                  <a:cubicBezTo>
                    <a:pt x="334362" y="136522"/>
                    <a:pt x="277315" y="79475"/>
                    <a:pt x="20691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0767D226-EEE8-6FF5-C198-9AA8144F99C2}"/>
                </a:ext>
              </a:extLst>
            </p:cNvPr>
            <p:cNvSpPr/>
            <p:nvPr/>
          </p:nvSpPr>
          <p:spPr>
            <a:xfrm>
              <a:off x="9652797" y="4794980"/>
              <a:ext cx="233862" cy="233862"/>
            </a:xfrm>
            <a:custGeom>
              <a:avLst/>
              <a:gdLst>
                <a:gd name="connsiteX0" fmla="*/ 194166 w 233862"/>
                <a:gd name="connsiteY0" fmla="*/ 233862 h 233862"/>
                <a:gd name="connsiteX1" fmla="*/ 39697 w 233862"/>
                <a:gd name="connsiteY1" fmla="*/ 233862 h 233862"/>
                <a:gd name="connsiteX2" fmla="*/ 0 w 233862"/>
                <a:gd name="connsiteY2" fmla="*/ 194166 h 233862"/>
                <a:gd name="connsiteX3" fmla="*/ 39697 w 233862"/>
                <a:gd name="connsiteY3" fmla="*/ 154469 h 233862"/>
                <a:gd name="connsiteX4" fmla="*/ 154469 w 233862"/>
                <a:gd name="connsiteY4" fmla="*/ 154469 h 233862"/>
                <a:gd name="connsiteX5" fmla="*/ 154469 w 233862"/>
                <a:gd name="connsiteY5" fmla="*/ 39697 h 233862"/>
                <a:gd name="connsiteX6" fmla="*/ 194166 w 233862"/>
                <a:gd name="connsiteY6" fmla="*/ 0 h 233862"/>
                <a:gd name="connsiteX7" fmla="*/ 233863 w 233862"/>
                <a:gd name="connsiteY7" fmla="*/ 39697 h 233862"/>
                <a:gd name="connsiteX8" fmla="*/ 233863 w 233862"/>
                <a:gd name="connsiteY8" fmla="*/ 194166 h 233862"/>
                <a:gd name="connsiteX9" fmla="*/ 194166 w 233862"/>
                <a:gd name="connsiteY9" fmla="*/ 233862 h 23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62" h="233862">
                  <a:moveTo>
                    <a:pt x="194166" y="233862"/>
                  </a:moveTo>
                  <a:lnTo>
                    <a:pt x="39697" y="233862"/>
                  </a:lnTo>
                  <a:cubicBezTo>
                    <a:pt x="17773" y="233862"/>
                    <a:pt x="0" y="216090"/>
                    <a:pt x="0" y="194166"/>
                  </a:cubicBezTo>
                  <a:cubicBezTo>
                    <a:pt x="0" y="172242"/>
                    <a:pt x="17773" y="154469"/>
                    <a:pt x="39697" y="154469"/>
                  </a:cubicBezTo>
                  <a:lnTo>
                    <a:pt x="154469" y="154469"/>
                  </a:lnTo>
                  <a:lnTo>
                    <a:pt x="154469" y="39697"/>
                  </a:lnTo>
                  <a:cubicBezTo>
                    <a:pt x="154469" y="17773"/>
                    <a:pt x="172242" y="0"/>
                    <a:pt x="194166" y="0"/>
                  </a:cubicBezTo>
                  <a:cubicBezTo>
                    <a:pt x="216090" y="0"/>
                    <a:pt x="233863" y="17773"/>
                    <a:pt x="233863" y="39697"/>
                  </a:cubicBezTo>
                  <a:lnTo>
                    <a:pt x="233863" y="194166"/>
                  </a:lnTo>
                  <a:cubicBezTo>
                    <a:pt x="233863" y="216090"/>
                    <a:pt x="216090" y="233862"/>
                    <a:pt x="194166" y="2338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id="{2C308483-4E63-C84F-9EAB-66852F3C12DD}"/>
              </a:ext>
            </a:extLst>
          </p:cNvPr>
          <p:cNvSpPr/>
          <p:nvPr/>
        </p:nvSpPr>
        <p:spPr>
          <a:xfrm>
            <a:off x="4512322" y="2132125"/>
            <a:ext cx="129013" cy="129013"/>
          </a:xfrm>
          <a:custGeom>
            <a:avLst/>
            <a:gdLst>
              <a:gd name="connsiteX0" fmla="*/ 64507 w 129013"/>
              <a:gd name="connsiteY0" fmla="*/ 129014 h 129013"/>
              <a:gd name="connsiteX1" fmla="*/ 0 w 129013"/>
              <a:gd name="connsiteY1" fmla="*/ 64507 h 129013"/>
              <a:gd name="connsiteX2" fmla="*/ 64507 w 129013"/>
              <a:gd name="connsiteY2" fmla="*/ 0 h 129013"/>
              <a:gd name="connsiteX3" fmla="*/ 129014 w 129013"/>
              <a:gd name="connsiteY3" fmla="*/ 64507 h 129013"/>
              <a:gd name="connsiteX4" fmla="*/ 64507 w 129013"/>
              <a:gd name="connsiteY4" fmla="*/ 129014 h 129013"/>
              <a:gd name="connsiteX5" fmla="*/ 64507 w 129013"/>
              <a:gd name="connsiteY5" fmla="*/ 129014 h 129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013" h="129013">
                <a:moveTo>
                  <a:pt x="64507" y="129014"/>
                </a:moveTo>
                <a:cubicBezTo>
                  <a:pt x="28780" y="129014"/>
                  <a:pt x="0" y="100234"/>
                  <a:pt x="0" y="64507"/>
                </a:cubicBezTo>
                <a:cubicBezTo>
                  <a:pt x="0" y="28780"/>
                  <a:pt x="28780" y="0"/>
                  <a:pt x="64507" y="0"/>
                </a:cubicBezTo>
                <a:cubicBezTo>
                  <a:pt x="100234" y="0"/>
                  <a:pt x="129014" y="28780"/>
                  <a:pt x="129014" y="64507"/>
                </a:cubicBezTo>
                <a:cubicBezTo>
                  <a:pt x="129014" y="100234"/>
                  <a:pt x="100234" y="129014"/>
                  <a:pt x="64507" y="129014"/>
                </a:cubicBezTo>
                <a:lnTo>
                  <a:pt x="64507" y="129014"/>
                </a:lnTo>
                <a:close/>
              </a:path>
            </a:pathLst>
          </a:custGeom>
          <a:solidFill>
            <a:srgbClr val="EF463C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C9B4CBB-776A-EE4F-B3ED-7A64349E8526}"/>
              </a:ext>
            </a:extLst>
          </p:cNvPr>
          <p:cNvGrpSpPr>
            <a:grpSpLocks noChangeAspect="1"/>
          </p:cNvGrpSpPr>
          <p:nvPr/>
        </p:nvGrpSpPr>
        <p:grpSpPr>
          <a:xfrm>
            <a:off x="4130242" y="1427511"/>
            <a:ext cx="829658" cy="806832"/>
            <a:chOff x="4130242" y="1427511"/>
            <a:chExt cx="829658" cy="806832"/>
          </a:xfrm>
        </p:grpSpPr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B5DDD7BA-0A83-8548-8772-78A420A88C50}"/>
                </a:ext>
              </a:extLst>
            </p:cNvPr>
            <p:cNvSpPr/>
            <p:nvPr/>
          </p:nvSpPr>
          <p:spPr>
            <a:xfrm>
              <a:off x="4725691" y="1602176"/>
              <a:ext cx="192528" cy="268447"/>
            </a:xfrm>
            <a:custGeom>
              <a:avLst/>
              <a:gdLst>
                <a:gd name="connsiteX0" fmla="*/ 39697 w 192528"/>
                <a:gd name="connsiteY0" fmla="*/ 268448 h 268447"/>
                <a:gd name="connsiteX1" fmla="*/ 0 w 192528"/>
                <a:gd name="connsiteY1" fmla="*/ 228751 h 268447"/>
                <a:gd name="connsiteX2" fmla="*/ 0 w 192528"/>
                <a:gd name="connsiteY2" fmla="*/ 39697 h 268447"/>
                <a:gd name="connsiteX3" fmla="*/ 39697 w 192528"/>
                <a:gd name="connsiteY3" fmla="*/ 0 h 268447"/>
                <a:gd name="connsiteX4" fmla="*/ 152832 w 192528"/>
                <a:gd name="connsiteY4" fmla="*/ 0 h 268447"/>
                <a:gd name="connsiteX5" fmla="*/ 192529 w 192528"/>
                <a:gd name="connsiteY5" fmla="*/ 39697 h 268447"/>
                <a:gd name="connsiteX6" fmla="*/ 152832 w 192528"/>
                <a:gd name="connsiteY6" fmla="*/ 79393 h 268447"/>
                <a:gd name="connsiteX7" fmla="*/ 79393 w 192528"/>
                <a:gd name="connsiteY7" fmla="*/ 79393 h 268447"/>
                <a:gd name="connsiteX8" fmla="*/ 79393 w 192528"/>
                <a:gd name="connsiteY8" fmla="*/ 228751 h 268447"/>
                <a:gd name="connsiteX9" fmla="*/ 39697 w 192528"/>
                <a:gd name="connsiteY9" fmla="*/ 268448 h 26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528" h="268447">
                  <a:moveTo>
                    <a:pt x="39697" y="268448"/>
                  </a:moveTo>
                  <a:cubicBezTo>
                    <a:pt x="17863" y="268448"/>
                    <a:pt x="0" y="250584"/>
                    <a:pt x="0" y="228751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lnTo>
                    <a:pt x="152832" y="0"/>
                  </a:lnTo>
                  <a:cubicBezTo>
                    <a:pt x="174665" y="0"/>
                    <a:pt x="192529" y="17863"/>
                    <a:pt x="192529" y="39697"/>
                  </a:cubicBezTo>
                  <a:cubicBezTo>
                    <a:pt x="192529" y="61530"/>
                    <a:pt x="174665" y="79393"/>
                    <a:pt x="152832" y="79393"/>
                  </a:cubicBezTo>
                  <a:lnTo>
                    <a:pt x="79393" y="79393"/>
                  </a:lnTo>
                  <a:lnTo>
                    <a:pt x="79393" y="228751"/>
                  </a:lnTo>
                  <a:cubicBezTo>
                    <a:pt x="79393" y="250584"/>
                    <a:pt x="61530" y="268448"/>
                    <a:pt x="39697" y="2684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B433D096-6F58-174A-B3B7-4C164B35E2CF}"/>
                </a:ext>
              </a:extLst>
            </p:cNvPr>
            <p:cNvSpPr/>
            <p:nvPr/>
          </p:nvSpPr>
          <p:spPr>
            <a:xfrm>
              <a:off x="4686490" y="1981278"/>
              <a:ext cx="247111" cy="167717"/>
            </a:xfrm>
            <a:custGeom>
              <a:avLst/>
              <a:gdLst>
                <a:gd name="connsiteX0" fmla="*/ 207415 w 247111"/>
                <a:gd name="connsiteY0" fmla="*/ 167718 h 167717"/>
                <a:gd name="connsiteX1" fmla="*/ 167718 w 247111"/>
                <a:gd name="connsiteY1" fmla="*/ 128021 h 167717"/>
                <a:gd name="connsiteX2" fmla="*/ 167718 w 247111"/>
                <a:gd name="connsiteY2" fmla="*/ 79393 h 167717"/>
                <a:gd name="connsiteX3" fmla="*/ 39697 w 247111"/>
                <a:gd name="connsiteY3" fmla="*/ 79393 h 167717"/>
                <a:gd name="connsiteX4" fmla="*/ 0 w 247111"/>
                <a:gd name="connsiteY4" fmla="*/ 39697 h 167717"/>
                <a:gd name="connsiteX5" fmla="*/ 39697 w 247111"/>
                <a:gd name="connsiteY5" fmla="*/ 0 h 167717"/>
                <a:gd name="connsiteX6" fmla="*/ 207415 w 247111"/>
                <a:gd name="connsiteY6" fmla="*/ 0 h 167717"/>
                <a:gd name="connsiteX7" fmla="*/ 247111 w 247111"/>
                <a:gd name="connsiteY7" fmla="*/ 39697 h 167717"/>
                <a:gd name="connsiteX8" fmla="*/ 247111 w 247111"/>
                <a:gd name="connsiteY8" fmla="*/ 128021 h 167717"/>
                <a:gd name="connsiteX9" fmla="*/ 207415 w 247111"/>
                <a:gd name="connsiteY9" fmla="*/ 167718 h 16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111" h="167717">
                  <a:moveTo>
                    <a:pt x="207415" y="167718"/>
                  </a:moveTo>
                  <a:cubicBezTo>
                    <a:pt x="185582" y="167718"/>
                    <a:pt x="167718" y="149855"/>
                    <a:pt x="167718" y="128021"/>
                  </a:cubicBezTo>
                  <a:lnTo>
                    <a:pt x="167718" y="79393"/>
                  </a:ln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07415" y="0"/>
                  </a:lnTo>
                  <a:cubicBezTo>
                    <a:pt x="229248" y="0"/>
                    <a:pt x="247111" y="17863"/>
                    <a:pt x="247111" y="39697"/>
                  </a:cubicBezTo>
                  <a:lnTo>
                    <a:pt x="247111" y="128021"/>
                  </a:lnTo>
                  <a:cubicBezTo>
                    <a:pt x="247111" y="149855"/>
                    <a:pt x="229248" y="167718"/>
                    <a:pt x="207415" y="1677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6E7720B-D76C-E143-B747-CBA3CAD0D8F1}"/>
                </a:ext>
              </a:extLst>
            </p:cNvPr>
            <p:cNvSpPr/>
            <p:nvPr/>
          </p:nvSpPr>
          <p:spPr>
            <a:xfrm>
              <a:off x="4561446" y="1464230"/>
              <a:ext cx="79393" cy="242148"/>
            </a:xfrm>
            <a:custGeom>
              <a:avLst/>
              <a:gdLst>
                <a:gd name="connsiteX0" fmla="*/ 39697 w 79393"/>
                <a:gd name="connsiteY0" fmla="*/ 242149 h 242148"/>
                <a:gd name="connsiteX1" fmla="*/ 0 w 79393"/>
                <a:gd name="connsiteY1" fmla="*/ 202452 h 242148"/>
                <a:gd name="connsiteX2" fmla="*/ 0 w 79393"/>
                <a:gd name="connsiteY2" fmla="*/ 39697 h 242148"/>
                <a:gd name="connsiteX3" fmla="*/ 39697 w 79393"/>
                <a:gd name="connsiteY3" fmla="*/ 0 h 242148"/>
                <a:gd name="connsiteX4" fmla="*/ 79393 w 79393"/>
                <a:gd name="connsiteY4" fmla="*/ 39697 h 242148"/>
                <a:gd name="connsiteX5" fmla="*/ 79393 w 79393"/>
                <a:gd name="connsiteY5" fmla="*/ 202452 h 242148"/>
                <a:gd name="connsiteX6" fmla="*/ 39697 w 79393"/>
                <a:gd name="connsiteY6" fmla="*/ 242149 h 24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148">
                  <a:moveTo>
                    <a:pt x="39697" y="242149"/>
                  </a:moveTo>
                  <a:cubicBezTo>
                    <a:pt x="17863" y="242149"/>
                    <a:pt x="0" y="224286"/>
                    <a:pt x="0" y="202452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cubicBezTo>
                    <a:pt x="61530" y="0"/>
                    <a:pt x="79393" y="17863"/>
                    <a:pt x="79393" y="39697"/>
                  </a:cubicBezTo>
                  <a:lnTo>
                    <a:pt x="79393" y="202452"/>
                  </a:lnTo>
                  <a:cubicBezTo>
                    <a:pt x="79393" y="224286"/>
                    <a:pt x="61530" y="242149"/>
                    <a:pt x="39697" y="2421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A5F8F01-3BF2-6D43-BEE7-83695954E7DE}"/>
                </a:ext>
              </a:extLst>
            </p:cNvPr>
            <p:cNvSpPr/>
            <p:nvPr/>
          </p:nvSpPr>
          <p:spPr>
            <a:xfrm>
              <a:off x="4225425" y="1618550"/>
              <a:ext cx="514169" cy="445097"/>
            </a:xfrm>
            <a:custGeom>
              <a:avLst/>
              <a:gdLst>
                <a:gd name="connsiteX0" fmla="*/ 474463 w 514169"/>
                <a:gd name="connsiteY0" fmla="*/ 445098 h 445097"/>
                <a:gd name="connsiteX1" fmla="*/ 178723 w 514169"/>
                <a:gd name="connsiteY1" fmla="*/ 445098 h 445097"/>
                <a:gd name="connsiteX2" fmla="*/ 48717 w 514169"/>
                <a:gd name="connsiteY2" fmla="*/ 390019 h 445097"/>
                <a:gd name="connsiteX3" fmla="*/ 88 w 514169"/>
                <a:gd name="connsiteY3" fmla="*/ 264974 h 445097"/>
                <a:gd name="connsiteX4" fmla="*/ 53679 w 514169"/>
                <a:gd name="connsiteY4" fmla="*/ 155313 h 445097"/>
                <a:gd name="connsiteX5" fmla="*/ 134064 w 514169"/>
                <a:gd name="connsiteY5" fmla="*/ 115120 h 445097"/>
                <a:gd name="connsiteX6" fmla="*/ 309722 w 514169"/>
                <a:gd name="connsiteY6" fmla="*/ 0 h 445097"/>
                <a:gd name="connsiteX7" fmla="*/ 349418 w 514169"/>
                <a:gd name="connsiteY7" fmla="*/ 39697 h 445097"/>
                <a:gd name="connsiteX8" fmla="*/ 309722 w 514169"/>
                <a:gd name="connsiteY8" fmla="*/ 79393 h 445097"/>
                <a:gd name="connsiteX9" fmla="*/ 198571 w 514169"/>
                <a:gd name="connsiteY9" fmla="*/ 166229 h 445097"/>
                <a:gd name="connsiteX10" fmla="*/ 159371 w 514169"/>
                <a:gd name="connsiteY10" fmla="*/ 192528 h 445097"/>
                <a:gd name="connsiteX11" fmla="*/ 107269 w 514169"/>
                <a:gd name="connsiteY11" fmla="*/ 213369 h 445097"/>
                <a:gd name="connsiteX12" fmla="*/ 78985 w 514169"/>
                <a:gd name="connsiteY12" fmla="*/ 266959 h 445097"/>
                <a:gd name="connsiteX13" fmla="*/ 105284 w 514169"/>
                <a:gd name="connsiteY13" fmla="*/ 334443 h 445097"/>
                <a:gd name="connsiteX14" fmla="*/ 178227 w 514169"/>
                <a:gd name="connsiteY14" fmla="*/ 365208 h 445097"/>
                <a:gd name="connsiteX15" fmla="*/ 474463 w 514169"/>
                <a:gd name="connsiteY15" fmla="*/ 365208 h 445097"/>
                <a:gd name="connsiteX16" fmla="*/ 514159 w 514169"/>
                <a:gd name="connsiteY16" fmla="*/ 404905 h 445097"/>
                <a:gd name="connsiteX17" fmla="*/ 474463 w 514169"/>
                <a:gd name="connsiteY17" fmla="*/ 445098 h 445097"/>
                <a:gd name="connsiteX18" fmla="*/ 474463 w 514169"/>
                <a:gd name="connsiteY18" fmla="*/ 445098 h 445097"/>
                <a:gd name="connsiteX19" fmla="*/ 474463 w 514169"/>
                <a:gd name="connsiteY19" fmla="*/ 445098 h 445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14169" h="445097">
                  <a:moveTo>
                    <a:pt x="474463" y="445098"/>
                  </a:moveTo>
                  <a:lnTo>
                    <a:pt x="178723" y="445098"/>
                  </a:lnTo>
                  <a:cubicBezTo>
                    <a:pt x="129598" y="445098"/>
                    <a:pt x="82955" y="425249"/>
                    <a:pt x="48717" y="390019"/>
                  </a:cubicBezTo>
                  <a:cubicBezTo>
                    <a:pt x="15967" y="356773"/>
                    <a:pt x="-1400" y="311618"/>
                    <a:pt x="88" y="264974"/>
                  </a:cubicBezTo>
                  <a:cubicBezTo>
                    <a:pt x="1081" y="226270"/>
                    <a:pt x="21425" y="185085"/>
                    <a:pt x="53679" y="155313"/>
                  </a:cubicBezTo>
                  <a:cubicBezTo>
                    <a:pt x="76008" y="134472"/>
                    <a:pt x="103796" y="120082"/>
                    <a:pt x="134064" y="115120"/>
                  </a:cubicBezTo>
                  <a:cubicBezTo>
                    <a:pt x="168799" y="40689"/>
                    <a:pt x="230825" y="0"/>
                    <a:pt x="309722" y="0"/>
                  </a:cubicBezTo>
                  <a:cubicBezTo>
                    <a:pt x="331555" y="0"/>
                    <a:pt x="349418" y="17863"/>
                    <a:pt x="349418" y="39697"/>
                  </a:cubicBezTo>
                  <a:cubicBezTo>
                    <a:pt x="349418" y="61530"/>
                    <a:pt x="331555" y="79393"/>
                    <a:pt x="309722" y="79393"/>
                  </a:cubicBezTo>
                  <a:cubicBezTo>
                    <a:pt x="255139" y="79393"/>
                    <a:pt x="219908" y="107181"/>
                    <a:pt x="198571" y="166229"/>
                  </a:cubicBezTo>
                  <a:cubicBezTo>
                    <a:pt x="192617" y="182604"/>
                    <a:pt x="176738" y="193521"/>
                    <a:pt x="159371" y="192528"/>
                  </a:cubicBezTo>
                  <a:cubicBezTo>
                    <a:pt x="135553" y="191040"/>
                    <a:pt x="116697" y="205430"/>
                    <a:pt x="107269" y="213369"/>
                  </a:cubicBezTo>
                  <a:cubicBezTo>
                    <a:pt x="90894" y="228751"/>
                    <a:pt x="79978" y="249592"/>
                    <a:pt x="78985" y="266959"/>
                  </a:cubicBezTo>
                  <a:cubicBezTo>
                    <a:pt x="77993" y="292266"/>
                    <a:pt x="87917" y="316580"/>
                    <a:pt x="105284" y="334443"/>
                  </a:cubicBezTo>
                  <a:cubicBezTo>
                    <a:pt x="124636" y="354292"/>
                    <a:pt x="150935" y="365208"/>
                    <a:pt x="178227" y="365208"/>
                  </a:cubicBezTo>
                  <a:lnTo>
                    <a:pt x="474463" y="365208"/>
                  </a:lnTo>
                  <a:cubicBezTo>
                    <a:pt x="496296" y="365208"/>
                    <a:pt x="514159" y="383072"/>
                    <a:pt x="514159" y="404905"/>
                  </a:cubicBezTo>
                  <a:cubicBezTo>
                    <a:pt x="514655" y="427234"/>
                    <a:pt x="496792" y="445098"/>
                    <a:pt x="474463" y="445098"/>
                  </a:cubicBezTo>
                  <a:cubicBezTo>
                    <a:pt x="474959" y="445098"/>
                    <a:pt x="474959" y="445098"/>
                    <a:pt x="474463" y="445098"/>
                  </a:cubicBezTo>
                  <a:lnTo>
                    <a:pt x="474463" y="44509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2FE05402-2FB0-C54B-9A03-2784E4F1E4E5}"/>
                </a:ext>
              </a:extLst>
            </p:cNvPr>
            <p:cNvSpPr/>
            <p:nvPr/>
          </p:nvSpPr>
          <p:spPr>
            <a:xfrm>
              <a:off x="4495450" y="1618052"/>
              <a:ext cx="346066" cy="445100"/>
            </a:xfrm>
            <a:custGeom>
              <a:avLst/>
              <a:gdLst>
                <a:gd name="connsiteX0" fmla="*/ 204437 w 346066"/>
                <a:gd name="connsiteY0" fmla="*/ 445100 h 445100"/>
                <a:gd name="connsiteX1" fmla="*/ 164741 w 346066"/>
                <a:gd name="connsiteY1" fmla="*/ 405404 h 445100"/>
                <a:gd name="connsiteX2" fmla="*/ 204437 w 346066"/>
                <a:gd name="connsiteY2" fmla="*/ 365707 h 445100"/>
                <a:gd name="connsiteX3" fmla="*/ 263486 w 346066"/>
                <a:gd name="connsiteY3" fmla="*/ 300704 h 445100"/>
                <a:gd name="connsiteX4" fmla="*/ 206422 w 346066"/>
                <a:gd name="connsiteY4" fmla="*/ 241655 h 445100"/>
                <a:gd name="connsiteX5" fmla="*/ 168214 w 346066"/>
                <a:gd name="connsiteY5" fmla="*/ 203447 h 445100"/>
                <a:gd name="connsiteX6" fmla="*/ 39697 w 346066"/>
                <a:gd name="connsiteY6" fmla="*/ 79396 h 445100"/>
                <a:gd name="connsiteX7" fmla="*/ 0 w 346066"/>
                <a:gd name="connsiteY7" fmla="*/ 39699 h 445100"/>
                <a:gd name="connsiteX8" fmla="*/ 39697 w 346066"/>
                <a:gd name="connsiteY8" fmla="*/ 3 h 445100"/>
                <a:gd name="connsiteX9" fmla="*/ 244134 w 346066"/>
                <a:gd name="connsiteY9" fmla="*/ 167721 h 445100"/>
                <a:gd name="connsiteX10" fmla="*/ 340398 w 346066"/>
                <a:gd name="connsiteY10" fmla="*/ 343378 h 445100"/>
                <a:gd name="connsiteX11" fmla="*/ 204437 w 346066"/>
                <a:gd name="connsiteY11" fmla="*/ 445100 h 445100"/>
                <a:gd name="connsiteX12" fmla="*/ 204437 w 346066"/>
                <a:gd name="connsiteY12" fmla="*/ 445100 h 44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6066" h="445100">
                  <a:moveTo>
                    <a:pt x="204437" y="445100"/>
                  </a:moveTo>
                  <a:cubicBezTo>
                    <a:pt x="182604" y="445100"/>
                    <a:pt x="164741" y="427237"/>
                    <a:pt x="164741" y="405404"/>
                  </a:cubicBezTo>
                  <a:cubicBezTo>
                    <a:pt x="164741" y="383570"/>
                    <a:pt x="182604" y="365707"/>
                    <a:pt x="204437" y="365707"/>
                  </a:cubicBezTo>
                  <a:cubicBezTo>
                    <a:pt x="238676" y="364218"/>
                    <a:pt x="264975" y="334942"/>
                    <a:pt x="263486" y="300704"/>
                  </a:cubicBezTo>
                  <a:cubicBezTo>
                    <a:pt x="261998" y="269443"/>
                    <a:pt x="237683" y="244633"/>
                    <a:pt x="206422" y="241655"/>
                  </a:cubicBezTo>
                  <a:cubicBezTo>
                    <a:pt x="185582" y="241159"/>
                    <a:pt x="168711" y="224288"/>
                    <a:pt x="168214" y="203447"/>
                  </a:cubicBezTo>
                  <a:cubicBezTo>
                    <a:pt x="165733" y="133978"/>
                    <a:pt x="109166" y="79396"/>
                    <a:pt x="39697" y="79396"/>
                  </a:cubicBezTo>
                  <a:cubicBezTo>
                    <a:pt x="17863" y="79396"/>
                    <a:pt x="0" y="61532"/>
                    <a:pt x="0" y="39699"/>
                  </a:cubicBezTo>
                  <a:cubicBezTo>
                    <a:pt x="0" y="17866"/>
                    <a:pt x="17863" y="3"/>
                    <a:pt x="39697" y="3"/>
                  </a:cubicBezTo>
                  <a:cubicBezTo>
                    <a:pt x="138938" y="-494"/>
                    <a:pt x="224782" y="69968"/>
                    <a:pt x="244134" y="167721"/>
                  </a:cubicBezTo>
                  <a:cubicBezTo>
                    <a:pt x="319061" y="189554"/>
                    <a:pt x="362231" y="268451"/>
                    <a:pt x="340398" y="343378"/>
                  </a:cubicBezTo>
                  <a:cubicBezTo>
                    <a:pt x="322535" y="403419"/>
                    <a:pt x="266960" y="445100"/>
                    <a:pt x="204437" y="445100"/>
                  </a:cubicBezTo>
                  <a:lnTo>
                    <a:pt x="204437" y="44510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CCD532C-8AFA-1E4A-919D-0BBEB56C1DA1}"/>
                </a:ext>
              </a:extLst>
            </p:cNvPr>
            <p:cNvSpPr/>
            <p:nvPr/>
          </p:nvSpPr>
          <p:spPr>
            <a:xfrm>
              <a:off x="4163984" y="1573892"/>
              <a:ext cx="252073" cy="237683"/>
            </a:xfrm>
            <a:custGeom>
              <a:avLst/>
              <a:gdLst>
                <a:gd name="connsiteX0" fmla="*/ 212377 w 252073"/>
                <a:gd name="connsiteY0" fmla="*/ 237683 h 237683"/>
                <a:gd name="connsiteX1" fmla="*/ 172680 w 252073"/>
                <a:gd name="connsiteY1" fmla="*/ 197987 h 237683"/>
                <a:gd name="connsiteX2" fmla="*/ 172680 w 252073"/>
                <a:gd name="connsiteY2" fmla="*/ 79393 h 237683"/>
                <a:gd name="connsiteX3" fmla="*/ 39697 w 252073"/>
                <a:gd name="connsiteY3" fmla="*/ 79393 h 237683"/>
                <a:gd name="connsiteX4" fmla="*/ 0 w 252073"/>
                <a:gd name="connsiteY4" fmla="*/ 39697 h 237683"/>
                <a:gd name="connsiteX5" fmla="*/ 39697 w 252073"/>
                <a:gd name="connsiteY5" fmla="*/ 0 h 237683"/>
                <a:gd name="connsiteX6" fmla="*/ 212377 w 252073"/>
                <a:gd name="connsiteY6" fmla="*/ 0 h 237683"/>
                <a:gd name="connsiteX7" fmla="*/ 252073 w 252073"/>
                <a:gd name="connsiteY7" fmla="*/ 39697 h 237683"/>
                <a:gd name="connsiteX8" fmla="*/ 252073 w 252073"/>
                <a:gd name="connsiteY8" fmla="*/ 197490 h 237683"/>
                <a:gd name="connsiteX9" fmla="*/ 212377 w 252073"/>
                <a:gd name="connsiteY9" fmla="*/ 237683 h 23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2073" h="237683">
                  <a:moveTo>
                    <a:pt x="212377" y="237683"/>
                  </a:moveTo>
                  <a:cubicBezTo>
                    <a:pt x="190544" y="237683"/>
                    <a:pt x="172680" y="219820"/>
                    <a:pt x="172680" y="197987"/>
                  </a:cubicBezTo>
                  <a:lnTo>
                    <a:pt x="172680" y="79393"/>
                  </a:ln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12377" y="0"/>
                  </a:lnTo>
                  <a:cubicBezTo>
                    <a:pt x="234210" y="0"/>
                    <a:pt x="252073" y="17863"/>
                    <a:pt x="252073" y="39697"/>
                  </a:cubicBezTo>
                  <a:lnTo>
                    <a:pt x="252073" y="197490"/>
                  </a:lnTo>
                  <a:cubicBezTo>
                    <a:pt x="252073" y="219820"/>
                    <a:pt x="234210" y="237683"/>
                    <a:pt x="212377" y="2376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CA04A68-A076-584B-9657-046324358F00}"/>
                </a:ext>
              </a:extLst>
            </p:cNvPr>
            <p:cNvSpPr/>
            <p:nvPr/>
          </p:nvSpPr>
          <p:spPr>
            <a:xfrm>
              <a:off x="4155548" y="1989713"/>
              <a:ext cx="293754" cy="207910"/>
            </a:xfrm>
            <a:custGeom>
              <a:avLst/>
              <a:gdLst>
                <a:gd name="connsiteX0" fmla="*/ 253562 w 293754"/>
                <a:gd name="connsiteY0" fmla="*/ 207911 h 207910"/>
                <a:gd name="connsiteX1" fmla="*/ 39697 w 293754"/>
                <a:gd name="connsiteY1" fmla="*/ 207911 h 207910"/>
                <a:gd name="connsiteX2" fmla="*/ 0 w 293754"/>
                <a:gd name="connsiteY2" fmla="*/ 168214 h 207910"/>
                <a:gd name="connsiteX3" fmla="*/ 0 w 293754"/>
                <a:gd name="connsiteY3" fmla="*/ 99738 h 207910"/>
                <a:gd name="connsiteX4" fmla="*/ 39697 w 293754"/>
                <a:gd name="connsiteY4" fmla="*/ 60041 h 207910"/>
                <a:gd name="connsiteX5" fmla="*/ 79393 w 293754"/>
                <a:gd name="connsiteY5" fmla="*/ 99738 h 207910"/>
                <a:gd name="connsiteX6" fmla="*/ 79393 w 293754"/>
                <a:gd name="connsiteY6" fmla="*/ 128518 h 207910"/>
                <a:gd name="connsiteX7" fmla="*/ 214362 w 293754"/>
                <a:gd name="connsiteY7" fmla="*/ 128518 h 207910"/>
                <a:gd name="connsiteX8" fmla="*/ 214362 w 293754"/>
                <a:gd name="connsiteY8" fmla="*/ 39697 h 207910"/>
                <a:gd name="connsiteX9" fmla="*/ 254058 w 293754"/>
                <a:gd name="connsiteY9" fmla="*/ 0 h 207910"/>
                <a:gd name="connsiteX10" fmla="*/ 293755 w 293754"/>
                <a:gd name="connsiteY10" fmla="*/ 39697 h 207910"/>
                <a:gd name="connsiteX11" fmla="*/ 293755 w 293754"/>
                <a:gd name="connsiteY11" fmla="*/ 168214 h 207910"/>
                <a:gd name="connsiteX12" fmla="*/ 253562 w 293754"/>
                <a:gd name="connsiteY12" fmla="*/ 207911 h 20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54" h="207910">
                  <a:moveTo>
                    <a:pt x="253562" y="207911"/>
                  </a:moveTo>
                  <a:lnTo>
                    <a:pt x="39697" y="207911"/>
                  </a:lnTo>
                  <a:cubicBezTo>
                    <a:pt x="17863" y="207911"/>
                    <a:pt x="0" y="190047"/>
                    <a:pt x="0" y="168214"/>
                  </a:cubicBezTo>
                  <a:lnTo>
                    <a:pt x="0" y="99738"/>
                  </a:lnTo>
                  <a:cubicBezTo>
                    <a:pt x="0" y="77904"/>
                    <a:pt x="17863" y="60041"/>
                    <a:pt x="39697" y="60041"/>
                  </a:cubicBezTo>
                  <a:cubicBezTo>
                    <a:pt x="61530" y="60041"/>
                    <a:pt x="79393" y="77904"/>
                    <a:pt x="79393" y="99738"/>
                  </a:cubicBezTo>
                  <a:lnTo>
                    <a:pt x="79393" y="128518"/>
                  </a:lnTo>
                  <a:lnTo>
                    <a:pt x="214362" y="128518"/>
                  </a:lnTo>
                  <a:lnTo>
                    <a:pt x="214362" y="39697"/>
                  </a:lnTo>
                  <a:cubicBezTo>
                    <a:pt x="214362" y="17863"/>
                    <a:pt x="232225" y="0"/>
                    <a:pt x="254058" y="0"/>
                  </a:cubicBezTo>
                  <a:cubicBezTo>
                    <a:pt x="275891" y="0"/>
                    <a:pt x="293755" y="17863"/>
                    <a:pt x="293755" y="39697"/>
                  </a:cubicBezTo>
                  <a:lnTo>
                    <a:pt x="293755" y="168214"/>
                  </a:lnTo>
                  <a:cubicBezTo>
                    <a:pt x="293259" y="190047"/>
                    <a:pt x="275395" y="207911"/>
                    <a:pt x="253562" y="2079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93A853D2-2A82-D749-9A81-6D685EFDF5E0}"/>
                </a:ext>
              </a:extLst>
            </p:cNvPr>
            <p:cNvSpPr/>
            <p:nvPr/>
          </p:nvSpPr>
          <p:spPr>
            <a:xfrm>
              <a:off x="4538621" y="2017005"/>
              <a:ext cx="79393" cy="217338"/>
            </a:xfrm>
            <a:custGeom>
              <a:avLst/>
              <a:gdLst>
                <a:gd name="connsiteX0" fmla="*/ 39697 w 79393"/>
                <a:gd name="connsiteY0" fmla="*/ 217339 h 217338"/>
                <a:gd name="connsiteX1" fmla="*/ 0 w 79393"/>
                <a:gd name="connsiteY1" fmla="*/ 177642 h 217338"/>
                <a:gd name="connsiteX2" fmla="*/ 0 w 79393"/>
                <a:gd name="connsiteY2" fmla="*/ 39697 h 217338"/>
                <a:gd name="connsiteX3" fmla="*/ 39697 w 79393"/>
                <a:gd name="connsiteY3" fmla="*/ 0 h 217338"/>
                <a:gd name="connsiteX4" fmla="*/ 79393 w 79393"/>
                <a:gd name="connsiteY4" fmla="*/ 39697 h 217338"/>
                <a:gd name="connsiteX5" fmla="*/ 79393 w 79393"/>
                <a:gd name="connsiteY5" fmla="*/ 177642 h 217338"/>
                <a:gd name="connsiteX6" fmla="*/ 39697 w 79393"/>
                <a:gd name="connsiteY6" fmla="*/ 217339 h 2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7338">
                  <a:moveTo>
                    <a:pt x="39697" y="217339"/>
                  </a:moveTo>
                  <a:cubicBezTo>
                    <a:pt x="17863" y="217339"/>
                    <a:pt x="0" y="199475"/>
                    <a:pt x="0" y="177642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cubicBezTo>
                    <a:pt x="61530" y="0"/>
                    <a:pt x="79393" y="17863"/>
                    <a:pt x="79393" y="39697"/>
                  </a:cubicBezTo>
                  <a:lnTo>
                    <a:pt x="79393" y="177642"/>
                  </a:lnTo>
                  <a:cubicBezTo>
                    <a:pt x="79393" y="199475"/>
                    <a:pt x="61530" y="217339"/>
                    <a:pt x="39697" y="21733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5D4C4AD7-94E9-0146-9300-468C833C1251}"/>
                </a:ext>
              </a:extLst>
            </p:cNvPr>
            <p:cNvSpPr/>
            <p:nvPr/>
          </p:nvSpPr>
          <p:spPr>
            <a:xfrm>
              <a:off x="4830887" y="1579846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FF4C6DD-A6B2-9E46-925C-A2114043A742}"/>
                </a:ext>
              </a:extLst>
            </p:cNvPr>
            <p:cNvSpPr/>
            <p:nvPr/>
          </p:nvSpPr>
          <p:spPr>
            <a:xfrm>
              <a:off x="4829894" y="2062656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lnTo>
                    <a:pt x="64507" y="12901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1AF10B87-F7CD-BB4F-80F2-B309EF8E7ABE}"/>
                </a:ext>
              </a:extLst>
            </p:cNvPr>
            <p:cNvSpPr/>
            <p:nvPr/>
          </p:nvSpPr>
          <p:spPr>
            <a:xfrm>
              <a:off x="4537132" y="1427511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A3FF140-6919-704A-9380-3DC0C3626956}"/>
                </a:ext>
              </a:extLst>
            </p:cNvPr>
            <p:cNvSpPr/>
            <p:nvPr/>
          </p:nvSpPr>
          <p:spPr>
            <a:xfrm>
              <a:off x="4130242" y="2003111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lnTo>
                    <a:pt x="64507" y="12901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EB5ABB7-9C5D-EB4A-A1EE-0CB6A34CA119}"/>
                </a:ext>
              </a:extLst>
            </p:cNvPr>
            <p:cNvSpPr/>
            <p:nvPr/>
          </p:nvSpPr>
          <p:spPr>
            <a:xfrm>
              <a:off x="4130242" y="1551563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2" name="Picture Placeholder 160">
            <a:extLst>
              <a:ext uri="{FF2B5EF4-FFF2-40B4-BE49-F238E27FC236}">
                <a16:creationId xmlns:a16="http://schemas.microsoft.com/office/drawing/2014/main" id="{10036AE4-D83A-7941-8F55-BF7EAFC6ED33}"/>
              </a:ext>
            </a:extLst>
          </p:cNvPr>
          <p:cNvGrpSpPr>
            <a:grpSpLocks noChangeAspect="1"/>
          </p:cNvGrpSpPr>
          <p:nvPr/>
        </p:nvGrpSpPr>
        <p:grpSpPr>
          <a:xfrm>
            <a:off x="5475789" y="2596343"/>
            <a:ext cx="882241" cy="715831"/>
            <a:chOff x="5443113" y="2521181"/>
            <a:chExt cx="1067512" cy="866155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2B2A7681-CC52-504D-A2B4-AB3080696F45}"/>
                </a:ext>
              </a:extLst>
            </p:cNvPr>
            <p:cNvSpPr/>
            <p:nvPr/>
          </p:nvSpPr>
          <p:spPr>
            <a:xfrm>
              <a:off x="5668836" y="2893509"/>
              <a:ext cx="249306" cy="413488"/>
            </a:xfrm>
            <a:custGeom>
              <a:avLst/>
              <a:gdLst>
                <a:gd name="connsiteX0" fmla="*/ 47251 w 249306"/>
                <a:gd name="connsiteY0" fmla="*/ 413489 h 413488"/>
                <a:gd name="connsiteX1" fmla="*/ 26571 w 249306"/>
                <a:gd name="connsiteY1" fmla="*/ 408763 h 413488"/>
                <a:gd name="connsiteX2" fmla="*/ 4710 w 249306"/>
                <a:gd name="connsiteY2" fmla="*/ 345556 h 413488"/>
                <a:gd name="connsiteX3" fmla="*/ 159514 w 249306"/>
                <a:gd name="connsiteY3" fmla="*/ 26565 h 413488"/>
                <a:gd name="connsiteX4" fmla="*/ 222735 w 249306"/>
                <a:gd name="connsiteY4" fmla="*/ 4709 h 413488"/>
                <a:gd name="connsiteX5" fmla="*/ 244597 w 249306"/>
                <a:gd name="connsiteY5" fmla="*/ 67916 h 413488"/>
                <a:gd name="connsiteX6" fmla="*/ 89793 w 249306"/>
                <a:gd name="connsiteY6" fmla="*/ 386906 h 413488"/>
                <a:gd name="connsiteX7" fmla="*/ 47251 w 249306"/>
                <a:gd name="connsiteY7" fmla="*/ 413489 h 41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306" h="413488">
                  <a:moveTo>
                    <a:pt x="47251" y="413489"/>
                  </a:moveTo>
                  <a:cubicBezTo>
                    <a:pt x="40161" y="413489"/>
                    <a:pt x="33071" y="411716"/>
                    <a:pt x="26571" y="408763"/>
                  </a:cubicBezTo>
                  <a:cubicBezTo>
                    <a:pt x="2937" y="397539"/>
                    <a:pt x="-6516" y="369184"/>
                    <a:pt x="4710" y="345556"/>
                  </a:cubicBezTo>
                  <a:lnTo>
                    <a:pt x="159514" y="26565"/>
                  </a:lnTo>
                  <a:cubicBezTo>
                    <a:pt x="170740" y="2937"/>
                    <a:pt x="199101" y="-6515"/>
                    <a:pt x="222735" y="4709"/>
                  </a:cubicBezTo>
                  <a:cubicBezTo>
                    <a:pt x="246369" y="15932"/>
                    <a:pt x="255823" y="44287"/>
                    <a:pt x="244597" y="67916"/>
                  </a:cubicBezTo>
                  <a:lnTo>
                    <a:pt x="89793" y="386906"/>
                  </a:lnTo>
                  <a:cubicBezTo>
                    <a:pt x="81521" y="403446"/>
                    <a:pt x="64977" y="413489"/>
                    <a:pt x="47251" y="413489"/>
                  </a:cubicBezTo>
                  <a:close/>
                </a:path>
              </a:pathLst>
            </a:custGeom>
            <a:solidFill>
              <a:srgbClr val="E9473F"/>
            </a:solidFill>
            <a:ln w="53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B3191FB3-9BDC-A34A-AE15-2FE0EB19A0AD}"/>
                </a:ext>
              </a:extLst>
            </p:cNvPr>
            <p:cNvSpPr/>
            <p:nvPr/>
          </p:nvSpPr>
          <p:spPr>
            <a:xfrm>
              <a:off x="5469123" y="2604859"/>
              <a:ext cx="348951" cy="591082"/>
            </a:xfrm>
            <a:custGeom>
              <a:avLst/>
              <a:gdLst>
                <a:gd name="connsiteX0" fmla="*/ 47255 w 348951"/>
                <a:gd name="connsiteY0" fmla="*/ 591083 h 591082"/>
                <a:gd name="connsiteX1" fmla="*/ 24212 w 348951"/>
                <a:gd name="connsiteY1" fmla="*/ 585176 h 591082"/>
                <a:gd name="connsiteX2" fmla="*/ 5895 w 348951"/>
                <a:gd name="connsiteY2" fmla="*/ 520787 h 591082"/>
                <a:gd name="connsiteX3" fmla="*/ 63208 w 348951"/>
                <a:gd name="connsiteY3" fmla="*/ 418592 h 591082"/>
                <a:gd name="connsiteX4" fmla="*/ 259372 w 348951"/>
                <a:gd name="connsiteY4" fmla="*/ 26352 h 591082"/>
                <a:gd name="connsiteX5" fmla="*/ 322593 w 348951"/>
                <a:gd name="connsiteY5" fmla="*/ 5086 h 591082"/>
                <a:gd name="connsiteX6" fmla="*/ 343864 w 348951"/>
                <a:gd name="connsiteY6" fmla="*/ 68294 h 591082"/>
                <a:gd name="connsiteX7" fmla="*/ 147109 w 348951"/>
                <a:gd name="connsiteY7" fmla="*/ 461715 h 591082"/>
                <a:gd name="connsiteX8" fmla="*/ 145928 w 348951"/>
                <a:gd name="connsiteY8" fmla="*/ 463487 h 591082"/>
                <a:gd name="connsiteX9" fmla="*/ 88615 w 348951"/>
                <a:gd name="connsiteY9" fmla="*/ 566273 h 591082"/>
                <a:gd name="connsiteX10" fmla="*/ 47255 w 348951"/>
                <a:gd name="connsiteY10" fmla="*/ 591083 h 59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951" h="591082">
                  <a:moveTo>
                    <a:pt x="47255" y="591083"/>
                  </a:moveTo>
                  <a:cubicBezTo>
                    <a:pt x="39574" y="591083"/>
                    <a:pt x="31302" y="589311"/>
                    <a:pt x="24212" y="585176"/>
                  </a:cubicBezTo>
                  <a:cubicBezTo>
                    <a:pt x="1168" y="572180"/>
                    <a:pt x="-6513" y="543825"/>
                    <a:pt x="5895" y="520787"/>
                  </a:cubicBezTo>
                  <a:lnTo>
                    <a:pt x="63208" y="418592"/>
                  </a:lnTo>
                  <a:lnTo>
                    <a:pt x="259372" y="26352"/>
                  </a:lnTo>
                  <a:cubicBezTo>
                    <a:pt x="271189" y="2723"/>
                    <a:pt x="299550" y="-6728"/>
                    <a:pt x="322593" y="5086"/>
                  </a:cubicBezTo>
                  <a:cubicBezTo>
                    <a:pt x="346227" y="16901"/>
                    <a:pt x="355681" y="45255"/>
                    <a:pt x="343864" y="68294"/>
                  </a:cubicBezTo>
                  <a:lnTo>
                    <a:pt x="147109" y="461715"/>
                  </a:lnTo>
                  <a:cubicBezTo>
                    <a:pt x="146519" y="462305"/>
                    <a:pt x="146519" y="462896"/>
                    <a:pt x="145928" y="463487"/>
                  </a:cubicBezTo>
                  <a:lnTo>
                    <a:pt x="88615" y="566273"/>
                  </a:lnTo>
                  <a:cubicBezTo>
                    <a:pt x="79752" y="582222"/>
                    <a:pt x="63799" y="591083"/>
                    <a:pt x="47255" y="591083"/>
                  </a:cubicBezTo>
                  <a:close/>
                </a:path>
              </a:pathLst>
            </a:custGeom>
            <a:solidFill>
              <a:srgbClr val="E9473F"/>
            </a:solidFill>
            <a:ln w="53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F3C222D0-FA47-8E4E-B92C-50D468F4FC66}"/>
                </a:ext>
              </a:extLst>
            </p:cNvPr>
            <p:cNvSpPr/>
            <p:nvPr/>
          </p:nvSpPr>
          <p:spPr>
            <a:xfrm>
              <a:off x="5715486" y="2521181"/>
              <a:ext cx="690139" cy="866155"/>
            </a:xfrm>
            <a:custGeom>
              <a:avLst/>
              <a:gdLst>
                <a:gd name="connsiteX0" fmla="*/ 509918 w 690139"/>
                <a:gd name="connsiteY0" fmla="*/ 866155 h 866155"/>
                <a:gd name="connsiteX1" fmla="*/ 474467 w 690139"/>
                <a:gd name="connsiteY1" fmla="*/ 862611 h 866155"/>
                <a:gd name="connsiteX2" fmla="*/ 366341 w 690139"/>
                <a:gd name="connsiteY2" fmla="*/ 788770 h 866155"/>
                <a:gd name="connsiteX3" fmla="*/ 27781 w 690139"/>
                <a:gd name="connsiteY3" fmla="*/ 270707 h 866155"/>
                <a:gd name="connsiteX4" fmla="*/ 77413 w 690139"/>
                <a:gd name="connsiteY4" fmla="*/ 33827 h 866155"/>
                <a:gd name="connsiteX5" fmla="*/ 77413 w 690139"/>
                <a:gd name="connsiteY5" fmla="*/ 33827 h 866155"/>
                <a:gd name="connsiteX6" fmla="*/ 86276 w 690139"/>
                <a:gd name="connsiteY6" fmla="*/ 27920 h 866155"/>
                <a:gd name="connsiteX7" fmla="*/ 215673 w 690139"/>
                <a:gd name="connsiteY7" fmla="*/ 3700 h 866155"/>
                <a:gd name="connsiteX8" fmla="*/ 323799 w 690139"/>
                <a:gd name="connsiteY8" fmla="*/ 77541 h 866155"/>
                <a:gd name="connsiteX9" fmla="*/ 662359 w 690139"/>
                <a:gd name="connsiteY9" fmla="*/ 595014 h 866155"/>
                <a:gd name="connsiteX10" fmla="*/ 612727 w 690139"/>
                <a:gd name="connsiteY10" fmla="*/ 831893 h 866155"/>
                <a:gd name="connsiteX11" fmla="*/ 603864 w 690139"/>
                <a:gd name="connsiteY11" fmla="*/ 837800 h 866155"/>
                <a:gd name="connsiteX12" fmla="*/ 509918 w 690139"/>
                <a:gd name="connsiteY12" fmla="*/ 866155 h 866155"/>
                <a:gd name="connsiteX13" fmla="*/ 129408 w 690139"/>
                <a:gd name="connsiteY13" fmla="*/ 112984 h 866155"/>
                <a:gd name="connsiteX14" fmla="*/ 106955 w 690139"/>
                <a:gd name="connsiteY14" fmla="*/ 219314 h 866155"/>
                <a:gd name="connsiteX15" fmla="*/ 445515 w 690139"/>
                <a:gd name="connsiteY15" fmla="*/ 736787 h 866155"/>
                <a:gd name="connsiteX16" fmla="*/ 493965 w 690139"/>
                <a:gd name="connsiteY16" fmla="*/ 769867 h 866155"/>
                <a:gd name="connsiteX17" fmla="*/ 551869 w 690139"/>
                <a:gd name="connsiteY17" fmla="*/ 759234 h 866155"/>
                <a:gd name="connsiteX18" fmla="*/ 560732 w 690139"/>
                <a:gd name="connsiteY18" fmla="*/ 753327 h 866155"/>
                <a:gd name="connsiteX19" fmla="*/ 583184 w 690139"/>
                <a:gd name="connsiteY19" fmla="*/ 646997 h 866155"/>
                <a:gd name="connsiteX20" fmla="*/ 244625 w 690139"/>
                <a:gd name="connsiteY20" fmla="*/ 129524 h 866155"/>
                <a:gd name="connsiteX21" fmla="*/ 138271 w 690139"/>
                <a:gd name="connsiteY21" fmla="*/ 107077 h 866155"/>
                <a:gd name="connsiteX22" fmla="*/ 129408 w 690139"/>
                <a:gd name="connsiteY22" fmla="*/ 112984 h 86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90139" h="866155">
                  <a:moveTo>
                    <a:pt x="509918" y="866155"/>
                  </a:moveTo>
                  <a:cubicBezTo>
                    <a:pt x="498101" y="866155"/>
                    <a:pt x="486284" y="864974"/>
                    <a:pt x="474467" y="862611"/>
                  </a:cubicBezTo>
                  <a:cubicBezTo>
                    <a:pt x="429562" y="853159"/>
                    <a:pt x="391157" y="827167"/>
                    <a:pt x="366341" y="788770"/>
                  </a:cubicBezTo>
                  <a:lnTo>
                    <a:pt x="27781" y="270707"/>
                  </a:lnTo>
                  <a:cubicBezTo>
                    <a:pt x="-23623" y="191550"/>
                    <a:pt x="-1762" y="85220"/>
                    <a:pt x="77413" y="33827"/>
                  </a:cubicBezTo>
                  <a:cubicBezTo>
                    <a:pt x="77413" y="33827"/>
                    <a:pt x="77413" y="33827"/>
                    <a:pt x="77413" y="33827"/>
                  </a:cubicBezTo>
                  <a:lnTo>
                    <a:pt x="86276" y="27920"/>
                  </a:lnTo>
                  <a:cubicBezTo>
                    <a:pt x="124681" y="3110"/>
                    <a:pt x="170768" y="-5751"/>
                    <a:pt x="215673" y="3700"/>
                  </a:cubicBezTo>
                  <a:cubicBezTo>
                    <a:pt x="260578" y="13152"/>
                    <a:pt x="298983" y="39144"/>
                    <a:pt x="323799" y="77541"/>
                  </a:cubicBezTo>
                  <a:lnTo>
                    <a:pt x="662359" y="595014"/>
                  </a:lnTo>
                  <a:cubicBezTo>
                    <a:pt x="713763" y="674170"/>
                    <a:pt x="691901" y="780500"/>
                    <a:pt x="612727" y="831893"/>
                  </a:cubicBezTo>
                  <a:lnTo>
                    <a:pt x="603864" y="837800"/>
                  </a:lnTo>
                  <a:cubicBezTo>
                    <a:pt x="575503" y="856704"/>
                    <a:pt x="543006" y="866155"/>
                    <a:pt x="509918" y="866155"/>
                  </a:cubicBezTo>
                  <a:close/>
                  <a:moveTo>
                    <a:pt x="129408" y="112984"/>
                  </a:moveTo>
                  <a:cubicBezTo>
                    <a:pt x="93957" y="136022"/>
                    <a:pt x="83912" y="183871"/>
                    <a:pt x="106955" y="219314"/>
                  </a:cubicBezTo>
                  <a:lnTo>
                    <a:pt x="445515" y="736787"/>
                  </a:lnTo>
                  <a:cubicBezTo>
                    <a:pt x="456741" y="753918"/>
                    <a:pt x="473876" y="765732"/>
                    <a:pt x="493965" y="769867"/>
                  </a:cubicBezTo>
                  <a:cubicBezTo>
                    <a:pt x="514054" y="774002"/>
                    <a:pt x="534734" y="770458"/>
                    <a:pt x="551869" y="759234"/>
                  </a:cubicBezTo>
                  <a:lnTo>
                    <a:pt x="560732" y="753327"/>
                  </a:lnTo>
                  <a:cubicBezTo>
                    <a:pt x="596183" y="730289"/>
                    <a:pt x="606228" y="682440"/>
                    <a:pt x="583184" y="646997"/>
                  </a:cubicBezTo>
                  <a:lnTo>
                    <a:pt x="244625" y="129524"/>
                  </a:lnTo>
                  <a:cubicBezTo>
                    <a:pt x="221581" y="94081"/>
                    <a:pt x="173722" y="84039"/>
                    <a:pt x="138271" y="107077"/>
                  </a:cubicBezTo>
                  <a:lnTo>
                    <a:pt x="129408" y="112984"/>
                  </a:lnTo>
                  <a:close/>
                </a:path>
              </a:pathLst>
            </a:custGeom>
            <a:solidFill>
              <a:srgbClr val="C42928"/>
            </a:solidFill>
            <a:ln w="53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7AC516D8-730A-944B-B0A1-933C5C04E2C5}"/>
                </a:ext>
              </a:extLst>
            </p:cNvPr>
            <p:cNvSpPr/>
            <p:nvPr/>
          </p:nvSpPr>
          <p:spPr>
            <a:xfrm>
              <a:off x="5443113" y="3061848"/>
              <a:ext cx="324969" cy="324897"/>
            </a:xfrm>
            <a:custGeom>
              <a:avLst/>
              <a:gdLst>
                <a:gd name="connsiteX0" fmla="*/ 162485 w 324969"/>
                <a:gd name="connsiteY0" fmla="*/ 324897 h 324897"/>
                <a:gd name="connsiteX1" fmla="*/ 0 w 324969"/>
                <a:gd name="connsiteY1" fmla="*/ 162449 h 324897"/>
                <a:gd name="connsiteX2" fmla="*/ 162485 w 324969"/>
                <a:gd name="connsiteY2" fmla="*/ 0 h 324897"/>
                <a:gd name="connsiteX3" fmla="*/ 324970 w 324969"/>
                <a:gd name="connsiteY3" fmla="*/ 162449 h 324897"/>
                <a:gd name="connsiteX4" fmla="*/ 162485 w 324969"/>
                <a:gd name="connsiteY4" fmla="*/ 324897 h 324897"/>
                <a:gd name="connsiteX5" fmla="*/ 162485 w 324969"/>
                <a:gd name="connsiteY5" fmla="*/ 94516 h 324897"/>
                <a:gd name="connsiteX6" fmla="*/ 94537 w 324969"/>
                <a:gd name="connsiteY6" fmla="*/ 162449 h 324897"/>
                <a:gd name="connsiteX7" fmla="*/ 162485 w 324969"/>
                <a:gd name="connsiteY7" fmla="*/ 230382 h 324897"/>
                <a:gd name="connsiteX8" fmla="*/ 230433 w 324969"/>
                <a:gd name="connsiteY8" fmla="*/ 162449 h 324897"/>
                <a:gd name="connsiteX9" fmla="*/ 162485 w 324969"/>
                <a:gd name="connsiteY9" fmla="*/ 94516 h 3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4969" h="324897">
                  <a:moveTo>
                    <a:pt x="162485" y="324897"/>
                  </a:moveTo>
                  <a:cubicBezTo>
                    <a:pt x="72675" y="324897"/>
                    <a:pt x="0" y="252238"/>
                    <a:pt x="0" y="162449"/>
                  </a:cubicBezTo>
                  <a:cubicBezTo>
                    <a:pt x="0" y="72659"/>
                    <a:pt x="72675" y="0"/>
                    <a:pt x="162485" y="0"/>
                  </a:cubicBezTo>
                  <a:cubicBezTo>
                    <a:pt x="252295" y="0"/>
                    <a:pt x="324970" y="73250"/>
                    <a:pt x="324970" y="162449"/>
                  </a:cubicBezTo>
                  <a:cubicBezTo>
                    <a:pt x="324970" y="251648"/>
                    <a:pt x="252295" y="324897"/>
                    <a:pt x="162485" y="324897"/>
                  </a:cubicBezTo>
                  <a:close/>
                  <a:moveTo>
                    <a:pt x="162485" y="94516"/>
                  </a:moveTo>
                  <a:cubicBezTo>
                    <a:pt x="125261" y="94516"/>
                    <a:pt x="94537" y="125233"/>
                    <a:pt x="94537" y="162449"/>
                  </a:cubicBezTo>
                  <a:cubicBezTo>
                    <a:pt x="94537" y="199664"/>
                    <a:pt x="125261" y="230382"/>
                    <a:pt x="162485" y="230382"/>
                  </a:cubicBezTo>
                  <a:cubicBezTo>
                    <a:pt x="199709" y="230382"/>
                    <a:pt x="230433" y="200255"/>
                    <a:pt x="230433" y="162449"/>
                  </a:cubicBezTo>
                  <a:cubicBezTo>
                    <a:pt x="230433" y="124642"/>
                    <a:pt x="199709" y="94516"/>
                    <a:pt x="162485" y="94516"/>
                  </a:cubicBezTo>
                  <a:close/>
                </a:path>
              </a:pathLst>
            </a:custGeom>
            <a:solidFill>
              <a:srgbClr val="C42928"/>
            </a:solidFill>
            <a:ln w="53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407D0C0-343B-7448-EF20-1FC648650A1B}"/>
              </a:ext>
            </a:extLst>
          </p:cNvPr>
          <p:cNvGrpSpPr/>
          <p:nvPr/>
        </p:nvGrpSpPr>
        <p:grpSpPr>
          <a:xfrm>
            <a:off x="6781914" y="3701213"/>
            <a:ext cx="824874" cy="745690"/>
            <a:chOff x="6781914" y="3701213"/>
            <a:chExt cx="824874" cy="745690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33C5BB03-531A-4323-8B97-BCD957CC68B1}"/>
                </a:ext>
              </a:extLst>
            </p:cNvPr>
            <p:cNvGrpSpPr/>
            <p:nvPr/>
          </p:nvGrpSpPr>
          <p:grpSpPr>
            <a:xfrm>
              <a:off x="6781914" y="3829474"/>
              <a:ext cx="674017" cy="535655"/>
              <a:chOff x="6781914" y="3829474"/>
              <a:chExt cx="674017" cy="535655"/>
            </a:xfrm>
          </p:grpSpPr>
          <p:grpSp>
            <p:nvGrpSpPr>
              <p:cNvPr id="280" name="Picture Placeholder 33">
                <a:extLst>
                  <a:ext uri="{FF2B5EF4-FFF2-40B4-BE49-F238E27FC236}">
                    <a16:creationId xmlns:a16="http://schemas.microsoft.com/office/drawing/2014/main" id="{6169B038-980E-F35A-959F-84DFC8B08C8D}"/>
                  </a:ext>
                </a:extLst>
              </p:cNvPr>
              <p:cNvGrpSpPr/>
              <p:nvPr/>
            </p:nvGrpSpPr>
            <p:grpSpPr>
              <a:xfrm>
                <a:off x="7018375" y="3829474"/>
                <a:ext cx="437556" cy="535655"/>
                <a:chOff x="7018375" y="3829474"/>
                <a:chExt cx="437556" cy="535655"/>
              </a:xfrm>
              <a:solidFill>
                <a:srgbClr val="EF463C"/>
              </a:solidFill>
            </p:grpSpPr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3D735B7F-85B3-C2A4-3DEA-8C58EBAFD447}"/>
                    </a:ext>
                  </a:extLst>
                </p:cNvPr>
                <p:cNvSpPr/>
                <p:nvPr/>
              </p:nvSpPr>
              <p:spPr>
                <a:xfrm>
                  <a:off x="7107172" y="3829474"/>
                  <a:ext cx="259516" cy="259516"/>
                </a:xfrm>
                <a:custGeom>
                  <a:avLst/>
                  <a:gdLst>
                    <a:gd name="connsiteX0" fmla="*/ 129808 w 259516"/>
                    <a:gd name="connsiteY0" fmla="*/ 259516 h 259516"/>
                    <a:gd name="connsiteX1" fmla="*/ 0 w 259516"/>
                    <a:gd name="connsiteY1" fmla="*/ 129808 h 259516"/>
                    <a:gd name="connsiteX2" fmla="*/ 129709 w 259516"/>
                    <a:gd name="connsiteY2" fmla="*/ 0 h 259516"/>
                    <a:gd name="connsiteX3" fmla="*/ 259516 w 259516"/>
                    <a:gd name="connsiteY3" fmla="*/ 129708 h 259516"/>
                    <a:gd name="connsiteX4" fmla="*/ 259516 w 259516"/>
                    <a:gd name="connsiteY4" fmla="*/ 129758 h 259516"/>
                    <a:gd name="connsiteX5" fmla="*/ 129808 w 259516"/>
                    <a:gd name="connsiteY5" fmla="*/ 259516 h 259516"/>
                    <a:gd name="connsiteX6" fmla="*/ 129808 w 259516"/>
                    <a:gd name="connsiteY6" fmla="*/ 79443 h 259516"/>
                    <a:gd name="connsiteX7" fmla="*/ 79393 w 259516"/>
                    <a:gd name="connsiteY7" fmla="*/ 129758 h 259516"/>
                    <a:gd name="connsiteX8" fmla="*/ 129709 w 259516"/>
                    <a:gd name="connsiteY8" fmla="*/ 180173 h 259516"/>
                    <a:gd name="connsiteX9" fmla="*/ 180123 w 259516"/>
                    <a:gd name="connsiteY9" fmla="*/ 129857 h 259516"/>
                    <a:gd name="connsiteX10" fmla="*/ 180123 w 259516"/>
                    <a:gd name="connsiteY10" fmla="*/ 129758 h 259516"/>
                    <a:gd name="connsiteX11" fmla="*/ 129808 w 259516"/>
                    <a:gd name="connsiteY11" fmla="*/ 79443 h 259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9516" h="259516">
                      <a:moveTo>
                        <a:pt x="129808" y="259516"/>
                      </a:moveTo>
                      <a:cubicBezTo>
                        <a:pt x="58144" y="259544"/>
                        <a:pt x="27" y="201471"/>
                        <a:pt x="0" y="129808"/>
                      </a:cubicBezTo>
                      <a:cubicBezTo>
                        <a:pt x="-27" y="58144"/>
                        <a:pt x="58045" y="27"/>
                        <a:pt x="129709" y="0"/>
                      </a:cubicBezTo>
                      <a:cubicBezTo>
                        <a:pt x="201372" y="-27"/>
                        <a:pt x="259489" y="58045"/>
                        <a:pt x="259516" y="129708"/>
                      </a:cubicBezTo>
                      <a:cubicBezTo>
                        <a:pt x="259516" y="129725"/>
                        <a:pt x="259516" y="129742"/>
                        <a:pt x="259516" y="129758"/>
                      </a:cubicBezTo>
                      <a:cubicBezTo>
                        <a:pt x="259462" y="201379"/>
                        <a:pt x="201429" y="259434"/>
                        <a:pt x="129808" y="259516"/>
                      </a:cubicBezTo>
                      <a:close/>
                      <a:moveTo>
                        <a:pt x="129808" y="79443"/>
                      </a:moveTo>
                      <a:cubicBezTo>
                        <a:pt x="101992" y="79415"/>
                        <a:pt x="79421" y="101942"/>
                        <a:pt x="79393" y="129758"/>
                      </a:cubicBezTo>
                      <a:cubicBezTo>
                        <a:pt x="79366" y="157574"/>
                        <a:pt x="101893" y="180145"/>
                        <a:pt x="129709" y="180173"/>
                      </a:cubicBezTo>
                      <a:cubicBezTo>
                        <a:pt x="157525" y="180200"/>
                        <a:pt x="180096" y="157673"/>
                        <a:pt x="180123" y="129857"/>
                      </a:cubicBezTo>
                      <a:cubicBezTo>
                        <a:pt x="180123" y="129824"/>
                        <a:pt x="180123" y="129791"/>
                        <a:pt x="180123" y="129758"/>
                      </a:cubicBezTo>
                      <a:cubicBezTo>
                        <a:pt x="180096" y="101981"/>
                        <a:pt x="157585" y="79470"/>
                        <a:pt x="129808" y="7944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" name="Freeform 281">
                  <a:extLst>
                    <a:ext uri="{FF2B5EF4-FFF2-40B4-BE49-F238E27FC236}">
                      <a16:creationId xmlns:a16="http://schemas.microsoft.com/office/drawing/2014/main" id="{2100F805-6CA9-D5DD-C37F-AE415873BBFC}"/>
                    </a:ext>
                  </a:extLst>
                </p:cNvPr>
                <p:cNvSpPr/>
                <p:nvPr/>
              </p:nvSpPr>
              <p:spPr>
                <a:xfrm>
                  <a:off x="7018375" y="4042723"/>
                  <a:ext cx="437556" cy="322405"/>
                </a:xfrm>
                <a:custGeom>
                  <a:avLst/>
                  <a:gdLst>
                    <a:gd name="connsiteX0" fmla="*/ 397835 w 437556"/>
                    <a:gd name="connsiteY0" fmla="*/ 322406 h 322405"/>
                    <a:gd name="connsiteX1" fmla="*/ 358138 w 437556"/>
                    <a:gd name="connsiteY1" fmla="*/ 282709 h 322405"/>
                    <a:gd name="connsiteX2" fmla="*/ 358138 w 437556"/>
                    <a:gd name="connsiteY2" fmla="*/ 222073 h 322405"/>
                    <a:gd name="connsiteX3" fmla="*/ 221408 w 437556"/>
                    <a:gd name="connsiteY3" fmla="*/ 80083 h 322405"/>
                    <a:gd name="connsiteX4" fmla="*/ 79419 w 437556"/>
                    <a:gd name="connsiteY4" fmla="*/ 216813 h 322405"/>
                    <a:gd name="connsiteX5" fmla="*/ 79419 w 437556"/>
                    <a:gd name="connsiteY5" fmla="*/ 222073 h 322405"/>
                    <a:gd name="connsiteX6" fmla="*/ 79418 w 437556"/>
                    <a:gd name="connsiteY6" fmla="*/ 282709 h 322405"/>
                    <a:gd name="connsiteX7" fmla="*/ 39722 w 437556"/>
                    <a:gd name="connsiteY7" fmla="*/ 322406 h 322405"/>
                    <a:gd name="connsiteX8" fmla="*/ 25 w 437556"/>
                    <a:gd name="connsiteY8" fmla="*/ 282709 h 322405"/>
                    <a:gd name="connsiteX9" fmla="*/ 25 w 437556"/>
                    <a:gd name="connsiteY9" fmla="*/ 222073 h 322405"/>
                    <a:gd name="connsiteX10" fmla="*/ 215484 w 437556"/>
                    <a:gd name="connsiteY10" fmla="*/ 25 h 322405"/>
                    <a:gd name="connsiteX11" fmla="*/ 437531 w 437556"/>
                    <a:gd name="connsiteY11" fmla="*/ 215483 h 322405"/>
                    <a:gd name="connsiteX12" fmla="*/ 437531 w 437556"/>
                    <a:gd name="connsiteY12" fmla="*/ 222073 h 322405"/>
                    <a:gd name="connsiteX13" fmla="*/ 437531 w 437556"/>
                    <a:gd name="connsiteY13" fmla="*/ 282709 h 322405"/>
                    <a:gd name="connsiteX14" fmla="*/ 397835 w 437556"/>
                    <a:gd name="connsiteY14" fmla="*/ 322406 h 322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37556" h="322405">
                      <a:moveTo>
                        <a:pt x="397835" y="322406"/>
                      </a:moveTo>
                      <a:cubicBezTo>
                        <a:pt x="375911" y="322406"/>
                        <a:pt x="358138" y="304633"/>
                        <a:pt x="358138" y="282709"/>
                      </a:cubicBezTo>
                      <a:lnTo>
                        <a:pt x="358138" y="222073"/>
                      </a:lnTo>
                      <a:cubicBezTo>
                        <a:pt x="359591" y="145107"/>
                        <a:pt x="298375" y="81536"/>
                        <a:pt x="221408" y="80083"/>
                      </a:cubicBezTo>
                      <a:cubicBezTo>
                        <a:pt x="144442" y="78631"/>
                        <a:pt x="80871" y="139847"/>
                        <a:pt x="79419" y="216813"/>
                      </a:cubicBezTo>
                      <a:cubicBezTo>
                        <a:pt x="79385" y="218566"/>
                        <a:pt x="79385" y="220320"/>
                        <a:pt x="79419" y="222073"/>
                      </a:cubicBezTo>
                      <a:lnTo>
                        <a:pt x="79418" y="282709"/>
                      </a:lnTo>
                      <a:cubicBezTo>
                        <a:pt x="79418" y="304633"/>
                        <a:pt x="61646" y="322406"/>
                        <a:pt x="39722" y="322406"/>
                      </a:cubicBezTo>
                      <a:cubicBezTo>
                        <a:pt x="17798" y="322406"/>
                        <a:pt x="25" y="304633"/>
                        <a:pt x="25" y="282709"/>
                      </a:cubicBezTo>
                      <a:lnTo>
                        <a:pt x="25" y="222073"/>
                      </a:lnTo>
                      <a:cubicBezTo>
                        <a:pt x="-1794" y="101259"/>
                        <a:pt x="94670" y="1845"/>
                        <a:pt x="215484" y="25"/>
                      </a:cubicBezTo>
                      <a:cubicBezTo>
                        <a:pt x="336298" y="-1794"/>
                        <a:pt x="435712" y="94670"/>
                        <a:pt x="437531" y="215483"/>
                      </a:cubicBezTo>
                      <a:cubicBezTo>
                        <a:pt x="437564" y="217680"/>
                        <a:pt x="437564" y="219876"/>
                        <a:pt x="437531" y="222073"/>
                      </a:cubicBezTo>
                      <a:lnTo>
                        <a:pt x="437531" y="282709"/>
                      </a:lnTo>
                      <a:cubicBezTo>
                        <a:pt x="437531" y="304633"/>
                        <a:pt x="419759" y="322406"/>
                        <a:pt x="397835" y="322406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AA919364-71B3-2AD6-CB38-3306D210A277}"/>
                  </a:ext>
                </a:extLst>
              </p:cNvPr>
              <p:cNvSpPr/>
              <p:nvPr/>
            </p:nvSpPr>
            <p:spPr>
              <a:xfrm>
                <a:off x="6781914" y="3878732"/>
                <a:ext cx="249030" cy="186837"/>
              </a:xfrm>
              <a:custGeom>
                <a:avLst/>
                <a:gdLst>
                  <a:gd name="connsiteX0" fmla="*/ 209294 w 249030"/>
                  <a:gd name="connsiteY0" fmla="*/ 186837 h 186837"/>
                  <a:gd name="connsiteX1" fmla="*/ 173964 w 249030"/>
                  <a:gd name="connsiteY1" fmla="*/ 165252 h 186837"/>
                  <a:gd name="connsiteX2" fmla="*/ 136848 w 249030"/>
                  <a:gd name="connsiteY2" fmla="*/ 92905 h 186837"/>
                  <a:gd name="connsiteX3" fmla="*/ 58844 w 249030"/>
                  <a:gd name="connsiteY3" fmla="*/ 132900 h 186837"/>
                  <a:gd name="connsiteX4" fmla="*/ 4926 w 249030"/>
                  <a:gd name="connsiteY4" fmla="*/ 117262 h 186837"/>
                  <a:gd name="connsiteX5" fmla="*/ 20564 w 249030"/>
                  <a:gd name="connsiteY5" fmla="*/ 63345 h 186837"/>
                  <a:gd name="connsiteX6" fmla="*/ 22621 w 249030"/>
                  <a:gd name="connsiteY6" fmla="*/ 62289 h 186837"/>
                  <a:gd name="connsiteX7" fmla="*/ 135955 w 249030"/>
                  <a:gd name="connsiteY7" fmla="*/ 4382 h 186837"/>
                  <a:gd name="connsiteX8" fmla="*/ 189392 w 249030"/>
                  <a:gd name="connsiteY8" fmla="*/ 21591 h 186837"/>
                  <a:gd name="connsiteX9" fmla="*/ 189396 w 249030"/>
                  <a:gd name="connsiteY9" fmla="*/ 21600 h 186837"/>
                  <a:gd name="connsiteX10" fmla="*/ 244624 w 249030"/>
                  <a:gd name="connsiteY10" fmla="*/ 128980 h 186837"/>
                  <a:gd name="connsiteX11" fmla="*/ 227487 w 249030"/>
                  <a:gd name="connsiteY11" fmla="*/ 182439 h 186837"/>
                  <a:gd name="connsiteX12" fmla="*/ 209294 w 249030"/>
                  <a:gd name="connsiteY12" fmla="*/ 186837 h 186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9030" h="186837">
                    <a:moveTo>
                      <a:pt x="209294" y="186837"/>
                    </a:moveTo>
                    <a:cubicBezTo>
                      <a:pt x="194401" y="186840"/>
                      <a:pt x="180759" y="178505"/>
                      <a:pt x="173964" y="165252"/>
                    </a:cubicBezTo>
                    <a:lnTo>
                      <a:pt x="136848" y="92905"/>
                    </a:lnTo>
                    <a:lnTo>
                      <a:pt x="58844" y="132900"/>
                    </a:lnTo>
                    <a:cubicBezTo>
                      <a:pt x="39637" y="143470"/>
                      <a:pt x="15497" y="136469"/>
                      <a:pt x="4926" y="117262"/>
                    </a:cubicBezTo>
                    <a:cubicBezTo>
                      <a:pt x="-5644" y="98055"/>
                      <a:pt x="1357" y="73916"/>
                      <a:pt x="20564" y="63345"/>
                    </a:cubicBezTo>
                    <a:cubicBezTo>
                      <a:pt x="21239" y="62973"/>
                      <a:pt x="21925" y="62621"/>
                      <a:pt x="22621" y="62289"/>
                    </a:cubicBezTo>
                    <a:lnTo>
                      <a:pt x="135955" y="4382"/>
                    </a:lnTo>
                    <a:cubicBezTo>
                      <a:pt x="155463" y="-5622"/>
                      <a:pt x="179388" y="2083"/>
                      <a:pt x="189392" y="21591"/>
                    </a:cubicBezTo>
                    <a:cubicBezTo>
                      <a:pt x="189393" y="21594"/>
                      <a:pt x="189395" y="21597"/>
                      <a:pt x="189396" y="21600"/>
                    </a:cubicBezTo>
                    <a:lnTo>
                      <a:pt x="244624" y="128980"/>
                    </a:lnTo>
                    <a:cubicBezTo>
                      <a:pt x="254654" y="148474"/>
                      <a:pt x="246982" y="172409"/>
                      <a:pt x="227487" y="182439"/>
                    </a:cubicBezTo>
                    <a:cubicBezTo>
                      <a:pt x="221860" y="185334"/>
                      <a:pt x="215622" y="186842"/>
                      <a:pt x="209294" y="18683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400BFA02-C1F2-3B67-CF8E-7B3F153B0246}"/>
                </a:ext>
              </a:extLst>
            </p:cNvPr>
            <p:cNvSpPr/>
            <p:nvPr/>
          </p:nvSpPr>
          <p:spPr>
            <a:xfrm>
              <a:off x="6861145" y="3701213"/>
              <a:ext cx="745643" cy="745690"/>
            </a:xfrm>
            <a:custGeom>
              <a:avLst/>
              <a:gdLst>
                <a:gd name="connsiteX0" fmla="*/ 373205 w 745643"/>
                <a:gd name="connsiteY0" fmla="*/ 745691 h 745690"/>
                <a:gd name="connsiteX1" fmla="*/ 0 w 745643"/>
                <a:gd name="connsiteY1" fmla="*/ 373295 h 745690"/>
                <a:gd name="connsiteX2" fmla="*/ 13603 w 745643"/>
                <a:gd name="connsiteY2" fmla="*/ 273103 h 745690"/>
                <a:gd name="connsiteX3" fmla="*/ 62504 w 745643"/>
                <a:gd name="connsiteY3" fmla="*/ 245489 h 745690"/>
                <a:gd name="connsiteX4" fmla="*/ 90118 w 745643"/>
                <a:gd name="connsiteY4" fmla="*/ 294391 h 745690"/>
                <a:gd name="connsiteX5" fmla="*/ 294367 w 745643"/>
                <a:gd name="connsiteY5" fmla="*/ 655581 h 745690"/>
                <a:gd name="connsiteX6" fmla="*/ 655557 w 745643"/>
                <a:gd name="connsiteY6" fmla="*/ 451333 h 745690"/>
                <a:gd name="connsiteX7" fmla="*/ 451309 w 745643"/>
                <a:gd name="connsiteY7" fmla="*/ 90143 h 745690"/>
                <a:gd name="connsiteX8" fmla="*/ 250493 w 745643"/>
                <a:gd name="connsiteY8" fmla="*/ 106179 h 745690"/>
                <a:gd name="connsiteX9" fmla="*/ 197870 w 745643"/>
                <a:gd name="connsiteY9" fmla="*/ 86604 h 745690"/>
                <a:gd name="connsiteX10" fmla="*/ 217445 w 745643"/>
                <a:gd name="connsiteY10" fmla="*/ 33981 h 745690"/>
                <a:gd name="connsiteX11" fmla="*/ 711663 w 745643"/>
                <a:gd name="connsiteY11" fmla="*/ 217584 h 745690"/>
                <a:gd name="connsiteX12" fmla="*/ 528060 w 745643"/>
                <a:gd name="connsiteY12" fmla="*/ 711800 h 745690"/>
                <a:gd name="connsiteX13" fmla="*/ 373205 w 745643"/>
                <a:gd name="connsiteY13" fmla="*/ 745691 h 74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5643" h="745690">
                  <a:moveTo>
                    <a:pt x="373205" y="745691"/>
                  </a:moveTo>
                  <a:cubicBezTo>
                    <a:pt x="167313" y="745914"/>
                    <a:pt x="223" y="579187"/>
                    <a:pt x="0" y="373295"/>
                  </a:cubicBezTo>
                  <a:cubicBezTo>
                    <a:pt x="-36" y="339435"/>
                    <a:pt x="4540" y="305728"/>
                    <a:pt x="13603" y="273103"/>
                  </a:cubicBezTo>
                  <a:cubicBezTo>
                    <a:pt x="19482" y="251974"/>
                    <a:pt x="41375" y="239611"/>
                    <a:pt x="62504" y="245489"/>
                  </a:cubicBezTo>
                  <a:cubicBezTo>
                    <a:pt x="83634" y="251368"/>
                    <a:pt x="95997" y="273261"/>
                    <a:pt x="90118" y="294391"/>
                  </a:cubicBezTo>
                  <a:cubicBezTo>
                    <a:pt x="46780" y="450532"/>
                    <a:pt x="138225" y="612242"/>
                    <a:pt x="294367" y="655581"/>
                  </a:cubicBezTo>
                  <a:cubicBezTo>
                    <a:pt x="450508" y="698919"/>
                    <a:pt x="612219" y="607474"/>
                    <a:pt x="655557" y="451333"/>
                  </a:cubicBezTo>
                  <a:cubicBezTo>
                    <a:pt x="698896" y="295191"/>
                    <a:pt x="607451" y="133481"/>
                    <a:pt x="451309" y="90143"/>
                  </a:cubicBezTo>
                  <a:cubicBezTo>
                    <a:pt x="384575" y="71620"/>
                    <a:pt x="313441" y="77301"/>
                    <a:pt x="250493" y="106179"/>
                  </a:cubicBezTo>
                  <a:cubicBezTo>
                    <a:pt x="230556" y="115305"/>
                    <a:pt x="206996" y="106541"/>
                    <a:pt x="197870" y="86604"/>
                  </a:cubicBezTo>
                  <a:cubicBezTo>
                    <a:pt x="188744" y="66667"/>
                    <a:pt x="197508" y="43107"/>
                    <a:pt x="217445" y="33981"/>
                  </a:cubicBezTo>
                  <a:cubicBezTo>
                    <a:pt x="404620" y="-51793"/>
                    <a:pt x="625889" y="30409"/>
                    <a:pt x="711663" y="217584"/>
                  </a:cubicBezTo>
                  <a:cubicBezTo>
                    <a:pt x="797436" y="404758"/>
                    <a:pt x="715235" y="626027"/>
                    <a:pt x="528060" y="711800"/>
                  </a:cubicBezTo>
                  <a:cubicBezTo>
                    <a:pt x="479468" y="734068"/>
                    <a:pt x="426656" y="745626"/>
                    <a:pt x="373205" y="7456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784610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4ED678-B51F-E625-1605-D7FE658E8B1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F5824472-DA97-AE2E-88DC-CCAADEE65DA3}"/>
              </a:ext>
            </a:extLst>
          </p:cNvPr>
          <p:cNvGrpSpPr/>
          <p:nvPr/>
        </p:nvGrpSpPr>
        <p:grpSpPr>
          <a:xfrm>
            <a:off x="2867664" y="1422171"/>
            <a:ext cx="718806" cy="826562"/>
            <a:chOff x="2867664" y="1422171"/>
            <a:chExt cx="718806" cy="82656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C32CB09-ABDF-F3A2-8D94-ABC42F4E2A59}"/>
                </a:ext>
              </a:extLst>
            </p:cNvPr>
            <p:cNvSpPr/>
            <p:nvPr/>
          </p:nvSpPr>
          <p:spPr>
            <a:xfrm>
              <a:off x="3156854" y="1425030"/>
              <a:ext cx="329382" cy="204387"/>
            </a:xfrm>
            <a:custGeom>
              <a:avLst/>
              <a:gdLst>
                <a:gd name="connsiteX0" fmla="*/ 289686 w 329382"/>
                <a:gd name="connsiteY0" fmla="*/ 204388 h 204387"/>
                <a:gd name="connsiteX1" fmla="*/ 249989 w 329382"/>
                <a:gd name="connsiteY1" fmla="*/ 164691 h 204387"/>
                <a:gd name="connsiteX2" fmla="*/ 164691 w 329382"/>
                <a:gd name="connsiteY2" fmla="*/ 79393 h 204387"/>
                <a:gd name="connsiteX3" fmla="*/ 79393 w 329382"/>
                <a:gd name="connsiteY3" fmla="*/ 164691 h 204387"/>
                <a:gd name="connsiteX4" fmla="*/ 39697 w 329382"/>
                <a:gd name="connsiteY4" fmla="*/ 204388 h 204387"/>
                <a:gd name="connsiteX5" fmla="*/ 0 w 329382"/>
                <a:gd name="connsiteY5" fmla="*/ 164691 h 204387"/>
                <a:gd name="connsiteX6" fmla="*/ 164691 w 329382"/>
                <a:gd name="connsiteY6" fmla="*/ 0 h 204387"/>
                <a:gd name="connsiteX7" fmla="*/ 329383 w 329382"/>
                <a:gd name="connsiteY7" fmla="*/ 164691 h 204387"/>
                <a:gd name="connsiteX8" fmla="*/ 289686 w 329382"/>
                <a:gd name="connsiteY8" fmla="*/ 204388 h 20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382" h="204387">
                  <a:moveTo>
                    <a:pt x="289686" y="204388"/>
                  </a:moveTo>
                  <a:cubicBezTo>
                    <a:pt x="267762" y="204388"/>
                    <a:pt x="249989" y="186615"/>
                    <a:pt x="249989" y="164691"/>
                  </a:cubicBezTo>
                  <a:cubicBezTo>
                    <a:pt x="249989" y="117582"/>
                    <a:pt x="211800" y="79393"/>
                    <a:pt x="164691" y="79393"/>
                  </a:cubicBezTo>
                  <a:cubicBezTo>
                    <a:pt x="117582" y="79393"/>
                    <a:pt x="79393" y="117582"/>
                    <a:pt x="79393" y="164691"/>
                  </a:cubicBezTo>
                  <a:cubicBezTo>
                    <a:pt x="79393" y="186615"/>
                    <a:pt x="61620" y="204388"/>
                    <a:pt x="39697" y="204388"/>
                  </a:cubicBezTo>
                  <a:cubicBezTo>
                    <a:pt x="17773" y="204388"/>
                    <a:pt x="0" y="186615"/>
                    <a:pt x="0" y="164691"/>
                  </a:cubicBezTo>
                  <a:cubicBezTo>
                    <a:pt x="0" y="73735"/>
                    <a:pt x="73735" y="0"/>
                    <a:pt x="164691" y="0"/>
                  </a:cubicBezTo>
                  <a:cubicBezTo>
                    <a:pt x="255648" y="0"/>
                    <a:pt x="329383" y="73735"/>
                    <a:pt x="329383" y="164691"/>
                  </a:cubicBezTo>
                  <a:cubicBezTo>
                    <a:pt x="329383" y="186615"/>
                    <a:pt x="311610" y="204388"/>
                    <a:pt x="289686" y="2043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54CD13A-3FEE-0C9D-1675-F53DEE85DA86}"/>
                </a:ext>
              </a:extLst>
            </p:cNvPr>
            <p:cNvSpPr/>
            <p:nvPr/>
          </p:nvSpPr>
          <p:spPr>
            <a:xfrm>
              <a:off x="3406793" y="1559948"/>
              <a:ext cx="79393" cy="688536"/>
            </a:xfrm>
            <a:custGeom>
              <a:avLst/>
              <a:gdLst>
                <a:gd name="connsiteX0" fmla="*/ 39697 w 79393"/>
                <a:gd name="connsiteY0" fmla="*/ 688537 h 688536"/>
                <a:gd name="connsiteX1" fmla="*/ 0 w 79393"/>
                <a:gd name="connsiteY1" fmla="*/ 648840 h 688536"/>
                <a:gd name="connsiteX2" fmla="*/ 0 w 79393"/>
                <a:gd name="connsiteY2" fmla="*/ 39697 h 688536"/>
                <a:gd name="connsiteX3" fmla="*/ 39697 w 79393"/>
                <a:gd name="connsiteY3" fmla="*/ 0 h 688536"/>
                <a:gd name="connsiteX4" fmla="*/ 79393 w 79393"/>
                <a:gd name="connsiteY4" fmla="*/ 39697 h 688536"/>
                <a:gd name="connsiteX5" fmla="*/ 79393 w 79393"/>
                <a:gd name="connsiteY5" fmla="*/ 648840 h 688536"/>
                <a:gd name="connsiteX6" fmla="*/ 39697 w 79393"/>
                <a:gd name="connsiteY6" fmla="*/ 688537 h 688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88536">
                  <a:moveTo>
                    <a:pt x="39697" y="688537"/>
                  </a:moveTo>
                  <a:cubicBezTo>
                    <a:pt x="17773" y="688537"/>
                    <a:pt x="0" y="670764"/>
                    <a:pt x="0" y="64884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648840"/>
                  </a:lnTo>
                  <a:cubicBezTo>
                    <a:pt x="79393" y="670764"/>
                    <a:pt x="61620" y="688537"/>
                    <a:pt x="39697" y="6885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4872808-91E2-859E-07A3-6C059AF992E9}"/>
                </a:ext>
              </a:extLst>
            </p:cNvPr>
            <p:cNvSpPr/>
            <p:nvPr/>
          </p:nvSpPr>
          <p:spPr>
            <a:xfrm>
              <a:off x="2867664" y="1559105"/>
              <a:ext cx="718806" cy="689628"/>
            </a:xfrm>
            <a:custGeom>
              <a:avLst/>
              <a:gdLst>
                <a:gd name="connsiteX0" fmla="*/ 619565 w 718806"/>
                <a:gd name="connsiteY0" fmla="*/ 689628 h 689628"/>
                <a:gd name="connsiteX1" fmla="*/ 98894 w 718806"/>
                <a:gd name="connsiteY1" fmla="*/ 689628 h 689628"/>
                <a:gd name="connsiteX2" fmla="*/ 0 w 718806"/>
                <a:gd name="connsiteY2" fmla="*/ 590734 h 689628"/>
                <a:gd name="connsiteX3" fmla="*/ 0 w 718806"/>
                <a:gd name="connsiteY3" fmla="*/ 56667 h 689628"/>
                <a:gd name="connsiteX4" fmla="*/ 56717 w 718806"/>
                <a:gd name="connsiteY4" fmla="*/ 0 h 689628"/>
                <a:gd name="connsiteX5" fmla="*/ 662090 w 718806"/>
                <a:gd name="connsiteY5" fmla="*/ 0 h 689628"/>
                <a:gd name="connsiteX6" fmla="*/ 718806 w 718806"/>
                <a:gd name="connsiteY6" fmla="*/ 56667 h 689628"/>
                <a:gd name="connsiteX7" fmla="*/ 718806 w 718806"/>
                <a:gd name="connsiteY7" fmla="*/ 590437 h 689628"/>
                <a:gd name="connsiteX8" fmla="*/ 619565 w 718806"/>
                <a:gd name="connsiteY8" fmla="*/ 689628 h 689628"/>
                <a:gd name="connsiteX9" fmla="*/ 79393 w 718806"/>
                <a:gd name="connsiteY9" fmla="*/ 79393 h 689628"/>
                <a:gd name="connsiteX10" fmla="*/ 79393 w 718806"/>
                <a:gd name="connsiteY10" fmla="*/ 590486 h 689628"/>
                <a:gd name="connsiteX11" fmla="*/ 98744 w 718806"/>
                <a:gd name="connsiteY11" fmla="*/ 610234 h 689628"/>
                <a:gd name="connsiteX12" fmla="*/ 98894 w 718806"/>
                <a:gd name="connsiteY12" fmla="*/ 610235 h 689628"/>
                <a:gd name="connsiteX13" fmla="*/ 619565 w 718806"/>
                <a:gd name="connsiteY13" fmla="*/ 610235 h 689628"/>
                <a:gd name="connsiteX14" fmla="*/ 639413 w 718806"/>
                <a:gd name="connsiteY14" fmla="*/ 590387 h 689628"/>
                <a:gd name="connsiteX15" fmla="*/ 639413 w 718806"/>
                <a:gd name="connsiteY15" fmla="*/ 79294 h 68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806" h="689628">
                  <a:moveTo>
                    <a:pt x="619565" y="689628"/>
                  </a:moveTo>
                  <a:lnTo>
                    <a:pt x="98894" y="689628"/>
                  </a:lnTo>
                  <a:cubicBezTo>
                    <a:pt x="44356" y="689438"/>
                    <a:pt x="191" y="645273"/>
                    <a:pt x="0" y="590734"/>
                  </a:cubicBezTo>
                  <a:lnTo>
                    <a:pt x="0" y="56667"/>
                  </a:lnTo>
                  <a:cubicBezTo>
                    <a:pt x="55" y="25374"/>
                    <a:pt x="25424" y="27"/>
                    <a:pt x="56717" y="0"/>
                  </a:cubicBezTo>
                  <a:lnTo>
                    <a:pt x="662090" y="0"/>
                  </a:lnTo>
                  <a:cubicBezTo>
                    <a:pt x="693383" y="27"/>
                    <a:pt x="718751" y="25374"/>
                    <a:pt x="718806" y="56667"/>
                  </a:cubicBezTo>
                  <a:lnTo>
                    <a:pt x="718806" y="590437"/>
                  </a:lnTo>
                  <a:cubicBezTo>
                    <a:pt x="718779" y="645227"/>
                    <a:pt x="674355" y="689628"/>
                    <a:pt x="619565" y="689628"/>
                  </a:cubicBezTo>
                  <a:close/>
                  <a:moveTo>
                    <a:pt x="79393" y="79393"/>
                  </a:moveTo>
                  <a:lnTo>
                    <a:pt x="79393" y="590486"/>
                  </a:lnTo>
                  <a:cubicBezTo>
                    <a:pt x="79284" y="601283"/>
                    <a:pt x="87947" y="610125"/>
                    <a:pt x="98744" y="610234"/>
                  </a:cubicBezTo>
                  <a:cubicBezTo>
                    <a:pt x="98794" y="610235"/>
                    <a:pt x="98844" y="610235"/>
                    <a:pt x="98894" y="610235"/>
                  </a:cubicBezTo>
                  <a:lnTo>
                    <a:pt x="619565" y="610235"/>
                  </a:lnTo>
                  <a:cubicBezTo>
                    <a:pt x="630526" y="610235"/>
                    <a:pt x="639413" y="601349"/>
                    <a:pt x="639413" y="590387"/>
                  </a:cubicBezTo>
                  <a:lnTo>
                    <a:pt x="639413" y="7929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1917773-675C-35F5-0083-188F02555F8F}"/>
                </a:ext>
              </a:extLst>
            </p:cNvPr>
            <p:cNvSpPr/>
            <p:nvPr/>
          </p:nvSpPr>
          <p:spPr>
            <a:xfrm>
              <a:off x="3018734" y="1422171"/>
              <a:ext cx="329383" cy="317652"/>
            </a:xfrm>
            <a:custGeom>
              <a:avLst/>
              <a:gdLst>
                <a:gd name="connsiteX0" fmla="*/ 289662 w 329383"/>
                <a:gd name="connsiteY0" fmla="*/ 317653 h 317652"/>
                <a:gd name="connsiteX1" fmla="*/ 249965 w 329383"/>
                <a:gd name="connsiteY1" fmla="*/ 277956 h 317652"/>
                <a:gd name="connsiteX2" fmla="*/ 249965 w 329383"/>
                <a:gd name="connsiteY2" fmla="*/ 167550 h 317652"/>
                <a:gd name="connsiteX3" fmla="*/ 166749 w 329383"/>
                <a:gd name="connsiteY3" fmla="*/ 80220 h 317652"/>
                <a:gd name="connsiteX4" fmla="*/ 79418 w 329383"/>
                <a:gd name="connsiteY4" fmla="*/ 163436 h 317652"/>
                <a:gd name="connsiteX5" fmla="*/ 79418 w 329383"/>
                <a:gd name="connsiteY5" fmla="*/ 167550 h 317652"/>
                <a:gd name="connsiteX6" fmla="*/ 79419 w 329383"/>
                <a:gd name="connsiteY6" fmla="*/ 277956 h 317652"/>
                <a:gd name="connsiteX7" fmla="*/ 39722 w 329383"/>
                <a:gd name="connsiteY7" fmla="*/ 317653 h 317652"/>
                <a:gd name="connsiteX8" fmla="*/ 25 w 329383"/>
                <a:gd name="connsiteY8" fmla="*/ 277956 h 317652"/>
                <a:gd name="connsiteX9" fmla="*/ 25 w 329383"/>
                <a:gd name="connsiteY9" fmla="*/ 167550 h 317652"/>
                <a:gd name="connsiteX10" fmla="*/ 161833 w 329383"/>
                <a:gd name="connsiteY10" fmla="*/ 25 h 317652"/>
                <a:gd name="connsiteX11" fmla="*/ 329358 w 329383"/>
                <a:gd name="connsiteY11" fmla="*/ 161833 h 317652"/>
                <a:gd name="connsiteX12" fmla="*/ 329358 w 329383"/>
                <a:gd name="connsiteY12" fmla="*/ 167550 h 317652"/>
                <a:gd name="connsiteX13" fmla="*/ 329358 w 329383"/>
                <a:gd name="connsiteY13" fmla="*/ 277956 h 317652"/>
                <a:gd name="connsiteX14" fmla="*/ 289662 w 329383"/>
                <a:gd name="connsiteY14" fmla="*/ 317653 h 31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9383" h="317652">
                  <a:moveTo>
                    <a:pt x="289662" y="317653"/>
                  </a:moveTo>
                  <a:cubicBezTo>
                    <a:pt x="267738" y="317653"/>
                    <a:pt x="249965" y="299880"/>
                    <a:pt x="249965" y="277956"/>
                  </a:cubicBezTo>
                  <a:lnTo>
                    <a:pt x="249965" y="167550"/>
                  </a:lnTo>
                  <a:cubicBezTo>
                    <a:pt x="251101" y="120455"/>
                    <a:pt x="213844" y="81356"/>
                    <a:pt x="166749" y="80220"/>
                  </a:cubicBezTo>
                  <a:cubicBezTo>
                    <a:pt x="119654" y="79084"/>
                    <a:pt x="80555" y="116341"/>
                    <a:pt x="79418" y="163436"/>
                  </a:cubicBezTo>
                  <a:cubicBezTo>
                    <a:pt x="79385" y="164807"/>
                    <a:pt x="79385" y="166179"/>
                    <a:pt x="79418" y="167550"/>
                  </a:cubicBezTo>
                  <a:lnTo>
                    <a:pt x="79419" y="277956"/>
                  </a:lnTo>
                  <a:cubicBezTo>
                    <a:pt x="79419" y="299880"/>
                    <a:pt x="61646" y="317653"/>
                    <a:pt x="39722" y="317653"/>
                  </a:cubicBezTo>
                  <a:cubicBezTo>
                    <a:pt x="17798" y="317653"/>
                    <a:pt x="25" y="299880"/>
                    <a:pt x="25" y="277956"/>
                  </a:cubicBezTo>
                  <a:lnTo>
                    <a:pt x="25" y="167550"/>
                  </a:lnTo>
                  <a:cubicBezTo>
                    <a:pt x="-1553" y="76607"/>
                    <a:pt x="70890" y="1604"/>
                    <a:pt x="161833" y="25"/>
                  </a:cubicBezTo>
                  <a:cubicBezTo>
                    <a:pt x="252776" y="-1553"/>
                    <a:pt x="327779" y="70890"/>
                    <a:pt x="329358" y="161833"/>
                  </a:cubicBezTo>
                  <a:cubicBezTo>
                    <a:pt x="329391" y="163739"/>
                    <a:pt x="329391" y="165645"/>
                    <a:pt x="329358" y="167550"/>
                  </a:cubicBezTo>
                  <a:lnTo>
                    <a:pt x="329358" y="277956"/>
                  </a:lnTo>
                  <a:cubicBezTo>
                    <a:pt x="329358" y="299880"/>
                    <a:pt x="311585" y="317653"/>
                    <a:pt x="289662" y="3176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93DEA040-59EC-3CEB-A8F2-49D2DD57817A}"/>
              </a:ext>
            </a:extLst>
          </p:cNvPr>
          <p:cNvGrpSpPr/>
          <p:nvPr/>
        </p:nvGrpSpPr>
        <p:grpSpPr>
          <a:xfrm>
            <a:off x="4180855" y="1424980"/>
            <a:ext cx="727550" cy="823752"/>
            <a:chOff x="4180855" y="1424980"/>
            <a:chExt cx="727550" cy="823752"/>
          </a:xfrm>
        </p:grpSpPr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A140097-04E5-FF4D-4E5C-D585167E3E5F}"/>
                </a:ext>
              </a:extLst>
            </p:cNvPr>
            <p:cNvSpPr/>
            <p:nvPr/>
          </p:nvSpPr>
          <p:spPr>
            <a:xfrm>
              <a:off x="4275234" y="1965525"/>
              <a:ext cx="493974" cy="283207"/>
            </a:xfrm>
            <a:custGeom>
              <a:avLst/>
              <a:gdLst>
                <a:gd name="connsiteX0" fmla="*/ 454278 w 493974"/>
                <a:gd name="connsiteY0" fmla="*/ 283208 h 283207"/>
                <a:gd name="connsiteX1" fmla="*/ 39697 w 493974"/>
                <a:gd name="connsiteY1" fmla="*/ 283208 h 283207"/>
                <a:gd name="connsiteX2" fmla="*/ 0 w 493974"/>
                <a:gd name="connsiteY2" fmla="*/ 243511 h 283207"/>
                <a:gd name="connsiteX3" fmla="*/ 250488 w 493974"/>
                <a:gd name="connsiteY3" fmla="*/ 25 h 283207"/>
                <a:gd name="connsiteX4" fmla="*/ 493975 w 493974"/>
                <a:gd name="connsiteY4" fmla="*/ 243511 h 283207"/>
                <a:gd name="connsiteX5" fmla="*/ 454278 w 493974"/>
                <a:gd name="connsiteY5" fmla="*/ 283208 h 283207"/>
                <a:gd name="connsiteX6" fmla="*/ 84157 w 493974"/>
                <a:gd name="connsiteY6" fmla="*/ 203815 h 283207"/>
                <a:gd name="connsiteX7" fmla="*/ 409818 w 493974"/>
                <a:gd name="connsiteY7" fmla="*/ 203815 h 283207"/>
                <a:gd name="connsiteX8" fmla="*/ 207209 w 493974"/>
                <a:gd name="connsiteY8" fmla="*/ 80763 h 283207"/>
                <a:gd name="connsiteX9" fmla="*/ 84157 w 493974"/>
                <a:gd name="connsiteY9" fmla="*/ 203815 h 28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3974" h="283207">
                  <a:moveTo>
                    <a:pt x="454278" y="283208"/>
                  </a:moveTo>
                  <a:lnTo>
                    <a:pt x="39697" y="283208"/>
                  </a:lnTo>
                  <a:cubicBezTo>
                    <a:pt x="17773" y="283208"/>
                    <a:pt x="0" y="265435"/>
                    <a:pt x="0" y="243511"/>
                  </a:cubicBezTo>
                  <a:cubicBezTo>
                    <a:pt x="1934" y="107104"/>
                    <a:pt x="114081" y="-1908"/>
                    <a:pt x="250488" y="25"/>
                  </a:cubicBezTo>
                  <a:cubicBezTo>
                    <a:pt x="384169" y="1920"/>
                    <a:pt x="492080" y="109831"/>
                    <a:pt x="493975" y="243511"/>
                  </a:cubicBezTo>
                  <a:cubicBezTo>
                    <a:pt x="493975" y="265435"/>
                    <a:pt x="476202" y="283208"/>
                    <a:pt x="454278" y="283208"/>
                  </a:cubicBezTo>
                  <a:close/>
                  <a:moveTo>
                    <a:pt x="84157" y="203815"/>
                  </a:moveTo>
                  <a:lnTo>
                    <a:pt x="409818" y="203815"/>
                  </a:lnTo>
                  <a:cubicBezTo>
                    <a:pt x="387849" y="113886"/>
                    <a:pt x="297138" y="58794"/>
                    <a:pt x="207209" y="80763"/>
                  </a:cubicBezTo>
                  <a:cubicBezTo>
                    <a:pt x="146444" y="95607"/>
                    <a:pt x="99001" y="143051"/>
                    <a:pt x="84157" y="20381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1A342017-163E-26F8-1D68-0870BFC05039}"/>
                </a:ext>
              </a:extLst>
            </p:cNvPr>
            <p:cNvSpPr/>
            <p:nvPr/>
          </p:nvSpPr>
          <p:spPr>
            <a:xfrm>
              <a:off x="4312120" y="1538274"/>
              <a:ext cx="194559" cy="194552"/>
            </a:xfrm>
            <a:custGeom>
              <a:avLst/>
              <a:gdLst>
                <a:gd name="connsiteX0" fmla="*/ 39678 w 194559"/>
                <a:gd name="connsiteY0" fmla="*/ 194553 h 194552"/>
                <a:gd name="connsiteX1" fmla="*/ 0 w 194559"/>
                <a:gd name="connsiteY1" fmla="*/ 154838 h 194552"/>
                <a:gd name="connsiteX2" fmla="*/ 11642 w 194559"/>
                <a:gd name="connsiteY2" fmla="*/ 126771 h 194552"/>
                <a:gd name="connsiteX3" fmla="*/ 126763 w 194559"/>
                <a:gd name="connsiteY3" fmla="*/ 11601 h 194552"/>
                <a:gd name="connsiteX4" fmla="*/ 182958 w 194559"/>
                <a:gd name="connsiteY4" fmla="*/ 11676 h 194552"/>
                <a:gd name="connsiteX5" fmla="*/ 182884 w 194559"/>
                <a:gd name="connsiteY5" fmla="*/ 67871 h 194552"/>
                <a:gd name="connsiteX6" fmla="*/ 67714 w 194559"/>
                <a:gd name="connsiteY6" fmla="*/ 182942 h 194552"/>
                <a:gd name="connsiteX7" fmla="*/ 39678 w 194559"/>
                <a:gd name="connsiteY7" fmla="*/ 194553 h 194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59" h="194552">
                  <a:moveTo>
                    <a:pt x="39678" y="194553"/>
                  </a:moveTo>
                  <a:cubicBezTo>
                    <a:pt x="17754" y="194543"/>
                    <a:pt x="-10" y="176762"/>
                    <a:pt x="0" y="154838"/>
                  </a:cubicBezTo>
                  <a:cubicBezTo>
                    <a:pt x="5" y="144308"/>
                    <a:pt x="4193" y="134212"/>
                    <a:pt x="11642" y="126771"/>
                  </a:cubicBezTo>
                  <a:lnTo>
                    <a:pt x="126763" y="11601"/>
                  </a:lnTo>
                  <a:cubicBezTo>
                    <a:pt x="142301" y="-3896"/>
                    <a:pt x="167461" y="-3863"/>
                    <a:pt x="182958" y="11676"/>
                  </a:cubicBezTo>
                  <a:cubicBezTo>
                    <a:pt x="198455" y="27214"/>
                    <a:pt x="198422" y="52374"/>
                    <a:pt x="182884" y="67871"/>
                  </a:cubicBezTo>
                  <a:lnTo>
                    <a:pt x="67714" y="182942"/>
                  </a:lnTo>
                  <a:cubicBezTo>
                    <a:pt x="60275" y="190372"/>
                    <a:pt x="50192" y="194548"/>
                    <a:pt x="39678" y="1945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783388E-2DD1-AFA2-BA52-DF97BCBF8C3A}"/>
                </a:ext>
              </a:extLst>
            </p:cNvPr>
            <p:cNvSpPr/>
            <p:nvPr/>
          </p:nvSpPr>
          <p:spPr>
            <a:xfrm>
              <a:off x="4524676" y="1529778"/>
              <a:ext cx="226104" cy="226072"/>
            </a:xfrm>
            <a:custGeom>
              <a:avLst/>
              <a:gdLst>
                <a:gd name="connsiteX0" fmla="*/ 186376 w 226104"/>
                <a:gd name="connsiteY0" fmla="*/ 226073 h 226072"/>
                <a:gd name="connsiteX1" fmla="*/ 158341 w 226104"/>
                <a:gd name="connsiteY1" fmla="*/ 214461 h 226072"/>
                <a:gd name="connsiteX2" fmla="*/ 10917 w 226104"/>
                <a:gd name="connsiteY2" fmla="*/ 67038 h 226072"/>
                <a:gd name="connsiteX3" fmla="*/ 12355 w 226104"/>
                <a:gd name="connsiteY3" fmla="*/ 10917 h 226072"/>
                <a:gd name="connsiteX4" fmla="*/ 67039 w 226104"/>
                <a:gd name="connsiteY4" fmla="*/ 10917 h 226072"/>
                <a:gd name="connsiteX5" fmla="*/ 214462 w 226104"/>
                <a:gd name="connsiteY5" fmla="*/ 158291 h 226072"/>
                <a:gd name="connsiteX6" fmla="*/ 214493 w 226104"/>
                <a:gd name="connsiteY6" fmla="*/ 214430 h 226072"/>
                <a:gd name="connsiteX7" fmla="*/ 186376 w 226104"/>
                <a:gd name="connsiteY7" fmla="*/ 226073 h 22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104" h="226072">
                  <a:moveTo>
                    <a:pt x="186376" y="226073"/>
                  </a:moveTo>
                  <a:cubicBezTo>
                    <a:pt x="175862" y="226068"/>
                    <a:pt x="165780" y="221892"/>
                    <a:pt x="158341" y="214461"/>
                  </a:cubicBezTo>
                  <a:lnTo>
                    <a:pt x="10917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214462" y="158291"/>
                  </a:lnTo>
                  <a:cubicBezTo>
                    <a:pt x="229973" y="173785"/>
                    <a:pt x="229987" y="198919"/>
                    <a:pt x="214493" y="214430"/>
                  </a:cubicBezTo>
                  <a:cubicBezTo>
                    <a:pt x="207040" y="221892"/>
                    <a:pt x="196923" y="226081"/>
                    <a:pt x="186376" y="2260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87DC11F-91D4-E7B2-A004-052496600E82}"/>
                </a:ext>
              </a:extLst>
            </p:cNvPr>
            <p:cNvSpPr/>
            <p:nvPr/>
          </p:nvSpPr>
          <p:spPr>
            <a:xfrm>
              <a:off x="4310287" y="1789710"/>
              <a:ext cx="251637" cy="251757"/>
            </a:xfrm>
            <a:custGeom>
              <a:avLst/>
              <a:gdLst>
                <a:gd name="connsiteX0" fmla="*/ 211959 w 251637"/>
                <a:gd name="connsiteY0" fmla="*/ 251758 h 251757"/>
                <a:gd name="connsiteX1" fmla="*/ 183923 w 251637"/>
                <a:gd name="connsiteY1" fmla="*/ 240097 h 251757"/>
                <a:gd name="connsiteX2" fmla="*/ 13476 w 251637"/>
                <a:gd name="connsiteY2" fmla="*/ 69501 h 251757"/>
                <a:gd name="connsiteX3" fmla="*/ 9893 w 251637"/>
                <a:gd name="connsiteY3" fmla="*/ 13476 h 251757"/>
                <a:gd name="connsiteX4" fmla="*/ 65918 w 251637"/>
                <a:gd name="connsiteY4" fmla="*/ 9893 h 251757"/>
                <a:gd name="connsiteX5" fmla="*/ 69547 w 251637"/>
                <a:gd name="connsiteY5" fmla="*/ 13529 h 251757"/>
                <a:gd name="connsiteX6" fmla="*/ 239995 w 251637"/>
                <a:gd name="connsiteY6" fmla="*/ 183976 h 251757"/>
                <a:gd name="connsiteX7" fmla="*/ 240026 w 251637"/>
                <a:gd name="connsiteY7" fmla="*/ 240115 h 251757"/>
                <a:gd name="connsiteX8" fmla="*/ 211959 w 251637"/>
                <a:gd name="connsiteY8" fmla="*/ 251758 h 25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1637" h="251757">
                  <a:moveTo>
                    <a:pt x="211959" y="251758"/>
                  </a:moveTo>
                  <a:cubicBezTo>
                    <a:pt x="201431" y="251772"/>
                    <a:pt x="191335" y="247573"/>
                    <a:pt x="183923" y="240097"/>
                  </a:cubicBezTo>
                  <a:lnTo>
                    <a:pt x="13476" y="69501"/>
                  </a:lnTo>
                  <a:cubicBezTo>
                    <a:pt x="-2984" y="55019"/>
                    <a:pt x="-4588" y="29936"/>
                    <a:pt x="9893" y="13476"/>
                  </a:cubicBezTo>
                  <a:cubicBezTo>
                    <a:pt x="24375" y="-2984"/>
                    <a:pt x="49458" y="-4588"/>
                    <a:pt x="65918" y="9893"/>
                  </a:cubicBezTo>
                  <a:cubicBezTo>
                    <a:pt x="67205" y="11025"/>
                    <a:pt x="68417" y="12240"/>
                    <a:pt x="69547" y="13529"/>
                  </a:cubicBezTo>
                  <a:lnTo>
                    <a:pt x="239995" y="183976"/>
                  </a:lnTo>
                  <a:cubicBezTo>
                    <a:pt x="255506" y="199470"/>
                    <a:pt x="255520" y="224604"/>
                    <a:pt x="240026" y="240115"/>
                  </a:cubicBezTo>
                  <a:cubicBezTo>
                    <a:pt x="232584" y="247565"/>
                    <a:pt x="222488" y="251753"/>
                    <a:pt x="211959" y="2517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7174EADB-6E78-5473-D9AF-B93B5ED252ED}"/>
                </a:ext>
              </a:extLst>
            </p:cNvPr>
            <p:cNvSpPr/>
            <p:nvPr/>
          </p:nvSpPr>
          <p:spPr>
            <a:xfrm>
              <a:off x="4420225" y="1424980"/>
              <a:ext cx="200368" cy="200368"/>
            </a:xfrm>
            <a:custGeom>
              <a:avLst/>
              <a:gdLst>
                <a:gd name="connsiteX0" fmla="*/ 100184 w 200368"/>
                <a:gd name="connsiteY0" fmla="*/ 200368 h 200368"/>
                <a:gd name="connsiteX1" fmla="*/ 0 w 200368"/>
                <a:gd name="connsiteY1" fmla="*/ 100184 h 200368"/>
                <a:gd name="connsiteX2" fmla="*/ 100184 w 200368"/>
                <a:gd name="connsiteY2" fmla="*/ 0 h 200368"/>
                <a:gd name="connsiteX3" fmla="*/ 200369 w 200368"/>
                <a:gd name="connsiteY3" fmla="*/ 100184 h 200368"/>
                <a:gd name="connsiteX4" fmla="*/ 100184 w 200368"/>
                <a:gd name="connsiteY4" fmla="*/ 200368 h 200368"/>
                <a:gd name="connsiteX5" fmla="*/ 100184 w 200368"/>
                <a:gd name="connsiteY5" fmla="*/ 79443 h 200368"/>
                <a:gd name="connsiteX6" fmla="*/ 79393 w 200368"/>
                <a:gd name="connsiteY6" fmla="*/ 100234 h 200368"/>
                <a:gd name="connsiteX7" fmla="*/ 100184 w 200368"/>
                <a:gd name="connsiteY7" fmla="*/ 121025 h 200368"/>
                <a:gd name="connsiteX8" fmla="*/ 120975 w 200368"/>
                <a:gd name="connsiteY8" fmla="*/ 100234 h 200368"/>
                <a:gd name="connsiteX9" fmla="*/ 120975 w 200368"/>
                <a:gd name="connsiteY9" fmla="*/ 100184 h 200368"/>
                <a:gd name="connsiteX10" fmla="*/ 100184 w 200368"/>
                <a:gd name="connsiteY10" fmla="*/ 79443 h 2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368" h="200368">
                  <a:moveTo>
                    <a:pt x="100184" y="200368"/>
                  </a:moveTo>
                  <a:cubicBezTo>
                    <a:pt x="44854" y="200368"/>
                    <a:pt x="0" y="155514"/>
                    <a:pt x="0" y="100184"/>
                  </a:cubicBezTo>
                  <a:cubicBezTo>
                    <a:pt x="0" y="44854"/>
                    <a:pt x="44854" y="0"/>
                    <a:pt x="100184" y="0"/>
                  </a:cubicBezTo>
                  <a:cubicBezTo>
                    <a:pt x="155515" y="0"/>
                    <a:pt x="200369" y="44854"/>
                    <a:pt x="200369" y="100184"/>
                  </a:cubicBezTo>
                  <a:cubicBezTo>
                    <a:pt x="200314" y="155492"/>
                    <a:pt x="155492" y="200314"/>
                    <a:pt x="100184" y="200368"/>
                  </a:cubicBezTo>
                  <a:close/>
                  <a:moveTo>
                    <a:pt x="100184" y="79443"/>
                  </a:moveTo>
                  <a:cubicBezTo>
                    <a:pt x="88702" y="79443"/>
                    <a:pt x="79393" y="88751"/>
                    <a:pt x="79393" y="100234"/>
                  </a:cubicBezTo>
                  <a:cubicBezTo>
                    <a:pt x="79393" y="111716"/>
                    <a:pt x="88702" y="121025"/>
                    <a:pt x="100184" y="121025"/>
                  </a:cubicBezTo>
                  <a:cubicBezTo>
                    <a:pt x="111667" y="121025"/>
                    <a:pt x="120975" y="111716"/>
                    <a:pt x="120975" y="100234"/>
                  </a:cubicBezTo>
                  <a:cubicBezTo>
                    <a:pt x="120975" y="100217"/>
                    <a:pt x="120975" y="100201"/>
                    <a:pt x="120975" y="100184"/>
                  </a:cubicBezTo>
                  <a:cubicBezTo>
                    <a:pt x="120948" y="88721"/>
                    <a:pt x="111647" y="79443"/>
                    <a:pt x="100184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04DF2C0-1929-B8D6-8942-D2E33D99B113}"/>
                </a:ext>
              </a:extLst>
            </p:cNvPr>
            <p:cNvSpPr/>
            <p:nvPr/>
          </p:nvSpPr>
          <p:spPr>
            <a:xfrm>
              <a:off x="4180855" y="1641128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339 w 238179"/>
                <a:gd name="connsiteY9" fmla="*/ 79146 h 238179"/>
                <a:gd name="connsiteX10" fmla="*/ 119090 w 238179"/>
                <a:gd name="connsiteY10" fmla="*/ 79145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1"/>
                    <a:pt x="0" y="119090"/>
                  </a:cubicBezTo>
                  <a:cubicBezTo>
                    <a:pt x="0" y="53318"/>
                    <a:pt x="53318" y="0"/>
                    <a:pt x="119090" y="0"/>
                  </a:cubicBezTo>
                  <a:cubicBezTo>
                    <a:pt x="184861" y="0"/>
                    <a:pt x="238180" y="53318"/>
                    <a:pt x="238180" y="119090"/>
                  </a:cubicBezTo>
                  <a:cubicBezTo>
                    <a:pt x="238180" y="184861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6"/>
                    <a:pt x="79393" y="119090"/>
                  </a:cubicBezTo>
                  <a:cubicBezTo>
                    <a:pt x="79393" y="141013"/>
                    <a:pt x="97166" y="158786"/>
                    <a:pt x="119090" y="158786"/>
                  </a:cubicBezTo>
                  <a:cubicBezTo>
                    <a:pt x="141014" y="158786"/>
                    <a:pt x="158786" y="141013"/>
                    <a:pt x="158786" y="119090"/>
                  </a:cubicBezTo>
                  <a:cubicBezTo>
                    <a:pt x="158923" y="97166"/>
                    <a:pt x="141262" y="79283"/>
                    <a:pt x="119339" y="79146"/>
                  </a:cubicBezTo>
                  <a:cubicBezTo>
                    <a:pt x="119256" y="79145"/>
                    <a:pt x="119173" y="79145"/>
                    <a:pt x="119090" y="7914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E1F4665-F130-9716-5CB9-ECBBFF29DFE5}"/>
                </a:ext>
              </a:extLst>
            </p:cNvPr>
            <p:cNvSpPr/>
            <p:nvPr/>
          </p:nvSpPr>
          <p:spPr>
            <a:xfrm>
              <a:off x="4692618" y="1561288"/>
              <a:ext cx="200939" cy="328141"/>
            </a:xfrm>
            <a:custGeom>
              <a:avLst/>
              <a:gdLst>
                <a:gd name="connsiteX0" fmla="*/ 161243 w 200939"/>
                <a:gd name="connsiteY0" fmla="*/ 328142 h 328141"/>
                <a:gd name="connsiteX1" fmla="*/ 25 w 200939"/>
                <a:gd name="connsiteY1" fmla="*/ 161217 h 328141"/>
                <a:gd name="connsiteX2" fmla="*/ 161243 w 200939"/>
                <a:gd name="connsiteY2" fmla="*/ 0 h 328141"/>
                <a:gd name="connsiteX3" fmla="*/ 200940 w 200939"/>
                <a:gd name="connsiteY3" fmla="*/ 39697 h 328141"/>
                <a:gd name="connsiteX4" fmla="*/ 161243 w 200939"/>
                <a:gd name="connsiteY4" fmla="*/ 79393 h 328141"/>
                <a:gd name="connsiteX5" fmla="*/ 78615 w 200939"/>
                <a:gd name="connsiteY5" fmla="*/ 166121 h 328141"/>
                <a:gd name="connsiteX6" fmla="*/ 161243 w 200939"/>
                <a:gd name="connsiteY6" fmla="*/ 248749 h 328141"/>
                <a:gd name="connsiteX7" fmla="*/ 200940 w 200939"/>
                <a:gd name="connsiteY7" fmla="*/ 288445 h 328141"/>
                <a:gd name="connsiteX8" fmla="*/ 161243 w 200939"/>
                <a:gd name="connsiteY8" fmla="*/ 328142 h 32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39" h="328141">
                  <a:moveTo>
                    <a:pt x="161243" y="328142"/>
                  </a:moveTo>
                  <a:cubicBezTo>
                    <a:pt x="70629" y="326566"/>
                    <a:pt x="-1551" y="251831"/>
                    <a:pt x="25" y="161217"/>
                  </a:cubicBezTo>
                  <a:cubicBezTo>
                    <a:pt x="1563" y="72824"/>
                    <a:pt x="72849" y="1537"/>
                    <a:pt x="161243" y="0"/>
                  </a:cubicBezTo>
                  <a:cubicBezTo>
                    <a:pt x="183167" y="0"/>
                    <a:pt x="200940" y="17773"/>
                    <a:pt x="200940" y="39697"/>
                  </a:cubicBezTo>
                  <a:cubicBezTo>
                    <a:pt x="200940" y="61620"/>
                    <a:pt x="183167" y="79393"/>
                    <a:pt x="161243" y="79393"/>
                  </a:cubicBezTo>
                  <a:cubicBezTo>
                    <a:pt x="114477" y="80525"/>
                    <a:pt x="77483" y="119355"/>
                    <a:pt x="78615" y="166121"/>
                  </a:cubicBezTo>
                  <a:cubicBezTo>
                    <a:pt x="79709" y="211294"/>
                    <a:pt x="116070" y="247655"/>
                    <a:pt x="161243" y="248749"/>
                  </a:cubicBezTo>
                  <a:cubicBezTo>
                    <a:pt x="183167" y="248749"/>
                    <a:pt x="200940" y="266521"/>
                    <a:pt x="200940" y="288445"/>
                  </a:cubicBezTo>
                  <a:cubicBezTo>
                    <a:pt x="200940" y="310369"/>
                    <a:pt x="183167" y="328142"/>
                    <a:pt x="161243" y="3281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DA3004B-043E-8866-1EFC-0E65C31C7A51}"/>
                </a:ext>
              </a:extLst>
            </p:cNvPr>
            <p:cNvSpPr/>
            <p:nvPr/>
          </p:nvSpPr>
          <p:spPr>
            <a:xfrm>
              <a:off x="4828990" y="1690042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21 w 79415"/>
                <a:gd name="connsiteY6" fmla="*/ 80396 h 80446"/>
                <a:gd name="connsiteX7" fmla="*/ 40601 w 79415"/>
                <a:gd name="connsiteY7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7" y="63217"/>
                    <a:pt x="11" y="41643"/>
                  </a:cubicBezTo>
                  <a:lnTo>
                    <a:pt x="11" y="40651"/>
                  </a:lnTo>
                  <a:cubicBezTo>
                    <a:pt x="-509" y="18727"/>
                    <a:pt x="16841" y="532"/>
                    <a:pt x="38765" y="11"/>
                  </a:cubicBezTo>
                  <a:cubicBezTo>
                    <a:pt x="60689" y="-509"/>
                    <a:pt x="78884" y="16841"/>
                    <a:pt x="79405" y="38765"/>
                  </a:cubicBezTo>
                  <a:lnTo>
                    <a:pt x="79405" y="39807"/>
                  </a:lnTo>
                  <a:cubicBezTo>
                    <a:pt x="79903" y="61725"/>
                    <a:pt x="62539" y="79898"/>
                    <a:pt x="40621" y="80396"/>
                  </a:cubicBezTo>
                  <a:cubicBezTo>
                    <a:pt x="40615" y="80397"/>
                    <a:pt x="40608" y="80397"/>
                    <a:pt x="40601" y="803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755F15AF-FFA0-09F5-F62C-A31AD58DA046}"/>
              </a:ext>
            </a:extLst>
          </p:cNvPr>
          <p:cNvGrpSpPr/>
          <p:nvPr/>
        </p:nvGrpSpPr>
        <p:grpSpPr>
          <a:xfrm>
            <a:off x="5574248" y="1425030"/>
            <a:ext cx="582337" cy="823703"/>
            <a:chOff x="5574248" y="1425030"/>
            <a:chExt cx="582337" cy="823703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97B1C34-E008-CE39-08D4-71012E0B5C89}"/>
                </a:ext>
              </a:extLst>
            </p:cNvPr>
            <p:cNvSpPr/>
            <p:nvPr/>
          </p:nvSpPr>
          <p:spPr>
            <a:xfrm>
              <a:off x="5594379" y="2169340"/>
              <a:ext cx="547118" cy="79393"/>
            </a:xfrm>
            <a:custGeom>
              <a:avLst/>
              <a:gdLst>
                <a:gd name="connsiteX0" fmla="*/ 507422 w 547118"/>
                <a:gd name="connsiteY0" fmla="*/ 79393 h 79393"/>
                <a:gd name="connsiteX1" fmla="*/ 39697 w 547118"/>
                <a:gd name="connsiteY1" fmla="*/ 79393 h 79393"/>
                <a:gd name="connsiteX2" fmla="*/ 0 w 547118"/>
                <a:gd name="connsiteY2" fmla="*/ 39697 h 79393"/>
                <a:gd name="connsiteX3" fmla="*/ 39697 w 547118"/>
                <a:gd name="connsiteY3" fmla="*/ 0 h 79393"/>
                <a:gd name="connsiteX4" fmla="*/ 507422 w 547118"/>
                <a:gd name="connsiteY4" fmla="*/ 0 h 79393"/>
                <a:gd name="connsiteX5" fmla="*/ 547118 w 547118"/>
                <a:gd name="connsiteY5" fmla="*/ 39697 h 79393"/>
                <a:gd name="connsiteX6" fmla="*/ 507422 w 5471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118" h="79393">
                  <a:moveTo>
                    <a:pt x="50742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7422" y="0"/>
                  </a:lnTo>
                  <a:cubicBezTo>
                    <a:pt x="529346" y="0"/>
                    <a:pt x="547118" y="17773"/>
                    <a:pt x="547118" y="39697"/>
                  </a:cubicBezTo>
                  <a:cubicBezTo>
                    <a:pt x="547118" y="61620"/>
                    <a:pt x="529346" y="79393"/>
                    <a:pt x="50742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F131759-A3D6-B093-BBEC-6BEF0D56B375}"/>
                </a:ext>
              </a:extLst>
            </p:cNvPr>
            <p:cNvSpPr/>
            <p:nvPr/>
          </p:nvSpPr>
          <p:spPr>
            <a:xfrm>
              <a:off x="5824867" y="1814552"/>
              <a:ext cx="80286" cy="434180"/>
            </a:xfrm>
            <a:custGeom>
              <a:avLst/>
              <a:gdLst>
                <a:gd name="connsiteX0" fmla="*/ 40590 w 80286"/>
                <a:gd name="connsiteY0" fmla="*/ 434181 h 434180"/>
                <a:gd name="connsiteX1" fmla="*/ 893 w 80286"/>
                <a:gd name="connsiteY1" fmla="*/ 394484 h 434180"/>
                <a:gd name="connsiteX2" fmla="*/ 0 w 80286"/>
                <a:gd name="connsiteY2" fmla="*/ 39697 h 434180"/>
                <a:gd name="connsiteX3" fmla="*/ 39697 w 80286"/>
                <a:gd name="connsiteY3" fmla="*/ 0 h 434180"/>
                <a:gd name="connsiteX4" fmla="*/ 39697 w 80286"/>
                <a:gd name="connsiteY4" fmla="*/ 0 h 434180"/>
                <a:gd name="connsiteX5" fmla="*/ 79393 w 80286"/>
                <a:gd name="connsiteY5" fmla="*/ 39697 h 434180"/>
                <a:gd name="connsiteX6" fmla="*/ 80286 w 80286"/>
                <a:gd name="connsiteY6" fmla="*/ 394484 h 434180"/>
                <a:gd name="connsiteX7" fmla="*/ 40590 w 80286"/>
                <a:gd name="connsiteY7" fmla="*/ 434181 h 43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434180">
                  <a:moveTo>
                    <a:pt x="40590" y="434181"/>
                  </a:moveTo>
                  <a:cubicBezTo>
                    <a:pt x="18666" y="434181"/>
                    <a:pt x="893" y="416408"/>
                    <a:pt x="893" y="39448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80286" y="394484"/>
                  </a:lnTo>
                  <a:cubicBezTo>
                    <a:pt x="80286" y="416408"/>
                    <a:pt x="62514" y="434181"/>
                    <a:pt x="40590" y="43418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9D2EA2D-4D35-5C7D-0400-F582B603BBD0}"/>
                </a:ext>
              </a:extLst>
            </p:cNvPr>
            <p:cNvSpPr/>
            <p:nvPr/>
          </p:nvSpPr>
          <p:spPr>
            <a:xfrm>
              <a:off x="5904024" y="1759820"/>
              <a:ext cx="252561" cy="187169"/>
            </a:xfrm>
            <a:custGeom>
              <a:avLst/>
              <a:gdLst>
                <a:gd name="connsiteX0" fmla="*/ 212812 w 252561"/>
                <a:gd name="connsiteY0" fmla="*/ 187170 h 187169"/>
                <a:gd name="connsiteX1" fmla="*/ 191872 w 252561"/>
                <a:gd name="connsiteY1" fmla="*/ 181166 h 187169"/>
                <a:gd name="connsiteX2" fmla="*/ 18943 w 252561"/>
                <a:gd name="connsiteY2" fmla="*/ 73538 h 187169"/>
                <a:gd name="connsiteX3" fmla="*/ 5866 w 252561"/>
                <a:gd name="connsiteY3" fmla="*/ 18943 h 187169"/>
                <a:gd name="connsiteX4" fmla="*/ 60461 w 252561"/>
                <a:gd name="connsiteY4" fmla="*/ 5866 h 187169"/>
                <a:gd name="connsiteX5" fmla="*/ 60922 w 252561"/>
                <a:gd name="connsiteY5" fmla="*/ 6153 h 187169"/>
                <a:gd name="connsiteX6" fmla="*/ 233851 w 252561"/>
                <a:gd name="connsiteY6" fmla="*/ 113781 h 187169"/>
                <a:gd name="connsiteX7" fmla="*/ 246552 w 252561"/>
                <a:gd name="connsiteY7" fmla="*/ 168464 h 187169"/>
                <a:gd name="connsiteX8" fmla="*/ 212812 w 252561"/>
                <a:gd name="connsiteY8" fmla="*/ 187170 h 187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561" h="187169">
                  <a:moveTo>
                    <a:pt x="212812" y="187170"/>
                  </a:moveTo>
                  <a:cubicBezTo>
                    <a:pt x="205408" y="187160"/>
                    <a:pt x="198155" y="185080"/>
                    <a:pt x="191872" y="181166"/>
                  </a:cubicBezTo>
                  <a:lnTo>
                    <a:pt x="18943" y="73538"/>
                  </a:lnTo>
                  <a:cubicBezTo>
                    <a:pt x="256" y="62074"/>
                    <a:pt x="-5599" y="37630"/>
                    <a:pt x="5866" y="18943"/>
                  </a:cubicBezTo>
                  <a:cubicBezTo>
                    <a:pt x="17331" y="256"/>
                    <a:pt x="41774" y="-5599"/>
                    <a:pt x="60461" y="5866"/>
                  </a:cubicBezTo>
                  <a:cubicBezTo>
                    <a:pt x="60616" y="5961"/>
                    <a:pt x="60769" y="6057"/>
                    <a:pt x="60922" y="6153"/>
                  </a:cubicBezTo>
                  <a:lnTo>
                    <a:pt x="233851" y="113781"/>
                  </a:lnTo>
                  <a:cubicBezTo>
                    <a:pt x="252459" y="125374"/>
                    <a:pt x="258145" y="149857"/>
                    <a:pt x="246552" y="168464"/>
                  </a:cubicBezTo>
                  <a:cubicBezTo>
                    <a:pt x="239295" y="180113"/>
                    <a:pt x="226536" y="187186"/>
                    <a:pt x="212812" y="18717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7DFC9964-B855-61FC-76F5-EE8FB3490E33}"/>
                </a:ext>
              </a:extLst>
            </p:cNvPr>
            <p:cNvSpPr/>
            <p:nvPr/>
          </p:nvSpPr>
          <p:spPr>
            <a:xfrm>
              <a:off x="5574248" y="1769869"/>
              <a:ext cx="255605" cy="177120"/>
            </a:xfrm>
            <a:custGeom>
              <a:avLst/>
              <a:gdLst>
                <a:gd name="connsiteX0" fmla="*/ 39781 w 255605"/>
                <a:gd name="connsiteY0" fmla="*/ 177120 h 177120"/>
                <a:gd name="connsiteX1" fmla="*/ 0 w 255605"/>
                <a:gd name="connsiteY1" fmla="*/ 137509 h 177120"/>
                <a:gd name="connsiteX2" fmla="*/ 20479 w 255605"/>
                <a:gd name="connsiteY2" fmla="*/ 102689 h 177120"/>
                <a:gd name="connsiteX3" fmla="*/ 196632 w 255605"/>
                <a:gd name="connsiteY3" fmla="*/ 4986 h 177120"/>
                <a:gd name="connsiteX4" fmla="*/ 250620 w 255605"/>
                <a:gd name="connsiteY4" fmla="*/ 20468 h 177120"/>
                <a:gd name="connsiteX5" fmla="*/ 235138 w 255605"/>
                <a:gd name="connsiteY5" fmla="*/ 74455 h 177120"/>
                <a:gd name="connsiteX6" fmla="*/ 58984 w 255605"/>
                <a:gd name="connsiteY6" fmla="*/ 172158 h 177120"/>
                <a:gd name="connsiteX7" fmla="*/ 39781 w 255605"/>
                <a:gd name="connsiteY7" fmla="*/ 177120 h 17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605" h="177120">
                  <a:moveTo>
                    <a:pt x="39781" y="177120"/>
                  </a:moveTo>
                  <a:cubicBezTo>
                    <a:pt x="17857" y="177167"/>
                    <a:pt x="47" y="159432"/>
                    <a:pt x="0" y="137509"/>
                  </a:cubicBezTo>
                  <a:cubicBezTo>
                    <a:pt x="-31" y="123037"/>
                    <a:pt x="7816" y="109695"/>
                    <a:pt x="20479" y="102689"/>
                  </a:cubicBezTo>
                  <a:lnTo>
                    <a:pt x="196632" y="4986"/>
                  </a:lnTo>
                  <a:cubicBezTo>
                    <a:pt x="215816" y="-5647"/>
                    <a:pt x="239987" y="1285"/>
                    <a:pt x="250620" y="20468"/>
                  </a:cubicBezTo>
                  <a:cubicBezTo>
                    <a:pt x="261253" y="39651"/>
                    <a:pt x="254321" y="63822"/>
                    <a:pt x="235138" y="74455"/>
                  </a:cubicBezTo>
                  <a:lnTo>
                    <a:pt x="58984" y="172158"/>
                  </a:lnTo>
                  <a:cubicBezTo>
                    <a:pt x="53106" y="175411"/>
                    <a:pt x="46499" y="177118"/>
                    <a:pt x="39781" y="1771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3B113BD-F8D5-A336-7765-9513E37EF2BD}"/>
                </a:ext>
              </a:extLst>
            </p:cNvPr>
            <p:cNvSpPr/>
            <p:nvPr/>
          </p:nvSpPr>
          <p:spPr>
            <a:xfrm>
              <a:off x="5824867" y="1425030"/>
              <a:ext cx="80286" cy="315091"/>
            </a:xfrm>
            <a:custGeom>
              <a:avLst/>
              <a:gdLst>
                <a:gd name="connsiteX0" fmla="*/ 39697 w 80286"/>
                <a:gd name="connsiteY0" fmla="*/ 315091 h 315091"/>
                <a:gd name="connsiteX1" fmla="*/ 39697 w 80286"/>
                <a:gd name="connsiteY1" fmla="*/ 315091 h 315091"/>
                <a:gd name="connsiteX2" fmla="*/ 0 w 80286"/>
                <a:gd name="connsiteY2" fmla="*/ 275395 h 315091"/>
                <a:gd name="connsiteX3" fmla="*/ 893 w 80286"/>
                <a:gd name="connsiteY3" fmla="*/ 39697 h 315091"/>
                <a:gd name="connsiteX4" fmla="*/ 40590 w 80286"/>
                <a:gd name="connsiteY4" fmla="*/ 0 h 315091"/>
                <a:gd name="connsiteX5" fmla="*/ 40590 w 80286"/>
                <a:gd name="connsiteY5" fmla="*/ 0 h 315091"/>
                <a:gd name="connsiteX6" fmla="*/ 80286 w 80286"/>
                <a:gd name="connsiteY6" fmla="*/ 39697 h 315091"/>
                <a:gd name="connsiteX7" fmla="*/ 79393 w 80286"/>
                <a:gd name="connsiteY7" fmla="*/ 275395 h 315091"/>
                <a:gd name="connsiteX8" fmla="*/ 39697 w 80286"/>
                <a:gd name="connsiteY8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286" h="315091">
                  <a:moveTo>
                    <a:pt x="39697" y="315091"/>
                  </a:moveTo>
                  <a:lnTo>
                    <a:pt x="39697" y="315091"/>
                  </a:lnTo>
                  <a:cubicBezTo>
                    <a:pt x="17773" y="315091"/>
                    <a:pt x="0" y="297319"/>
                    <a:pt x="0" y="275395"/>
                  </a:cubicBezTo>
                  <a:lnTo>
                    <a:pt x="893" y="39697"/>
                  </a:lnTo>
                  <a:cubicBezTo>
                    <a:pt x="893" y="17773"/>
                    <a:pt x="18666" y="0"/>
                    <a:pt x="40590" y="0"/>
                  </a:cubicBezTo>
                  <a:lnTo>
                    <a:pt x="40590" y="0"/>
                  </a:lnTo>
                  <a:cubicBezTo>
                    <a:pt x="62514" y="0"/>
                    <a:pt x="80286" y="17773"/>
                    <a:pt x="80286" y="39697"/>
                  </a:cubicBezTo>
                  <a:lnTo>
                    <a:pt x="79393" y="275395"/>
                  </a:lnTo>
                  <a:cubicBezTo>
                    <a:pt x="79393" y="297319"/>
                    <a:pt x="61620" y="315091"/>
                    <a:pt x="39697" y="3150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6EE83F4A-6A0E-DA3E-1301-256EEAA36342}"/>
                </a:ext>
              </a:extLst>
            </p:cNvPr>
            <p:cNvSpPr/>
            <p:nvPr/>
          </p:nvSpPr>
          <p:spPr>
            <a:xfrm>
              <a:off x="5759666" y="1664995"/>
              <a:ext cx="209697" cy="209697"/>
            </a:xfrm>
            <a:custGeom>
              <a:avLst/>
              <a:gdLst>
                <a:gd name="connsiteX0" fmla="*/ 104898 w 209697"/>
                <a:gd name="connsiteY0" fmla="*/ 209697 h 209697"/>
                <a:gd name="connsiteX1" fmla="*/ 0 w 209697"/>
                <a:gd name="connsiteY1" fmla="*/ 104898 h 209697"/>
                <a:gd name="connsiteX2" fmla="*/ 104799 w 209697"/>
                <a:gd name="connsiteY2" fmla="*/ 0 h 209697"/>
                <a:gd name="connsiteX3" fmla="*/ 209697 w 209697"/>
                <a:gd name="connsiteY3" fmla="*/ 104799 h 209697"/>
                <a:gd name="connsiteX4" fmla="*/ 209697 w 209697"/>
                <a:gd name="connsiteY4" fmla="*/ 104898 h 209697"/>
                <a:gd name="connsiteX5" fmla="*/ 104898 w 209697"/>
                <a:gd name="connsiteY5" fmla="*/ 209697 h 209697"/>
                <a:gd name="connsiteX6" fmla="*/ 104898 w 209697"/>
                <a:gd name="connsiteY6" fmla="*/ 79443 h 209697"/>
                <a:gd name="connsiteX7" fmla="*/ 79393 w 209697"/>
                <a:gd name="connsiteY7" fmla="*/ 104848 h 209697"/>
                <a:gd name="connsiteX8" fmla="*/ 104799 w 209697"/>
                <a:gd name="connsiteY8" fmla="*/ 130353 h 209697"/>
                <a:gd name="connsiteX9" fmla="*/ 130304 w 209697"/>
                <a:gd name="connsiteY9" fmla="*/ 104948 h 209697"/>
                <a:gd name="connsiteX10" fmla="*/ 130304 w 209697"/>
                <a:gd name="connsiteY10" fmla="*/ 104898 h 209697"/>
                <a:gd name="connsiteX11" fmla="*/ 104898 w 209697"/>
                <a:gd name="connsiteY11" fmla="*/ 79443 h 20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697" h="209697">
                  <a:moveTo>
                    <a:pt x="104898" y="209697"/>
                  </a:moveTo>
                  <a:cubicBezTo>
                    <a:pt x="46992" y="209724"/>
                    <a:pt x="27" y="162804"/>
                    <a:pt x="0" y="104898"/>
                  </a:cubicBezTo>
                  <a:cubicBezTo>
                    <a:pt x="-27" y="46992"/>
                    <a:pt x="46893" y="27"/>
                    <a:pt x="104799" y="0"/>
                  </a:cubicBezTo>
                  <a:cubicBezTo>
                    <a:pt x="162705" y="-27"/>
                    <a:pt x="209670" y="46893"/>
                    <a:pt x="209697" y="104799"/>
                  </a:cubicBezTo>
                  <a:cubicBezTo>
                    <a:pt x="209697" y="104832"/>
                    <a:pt x="209697" y="104865"/>
                    <a:pt x="209697" y="104898"/>
                  </a:cubicBezTo>
                  <a:cubicBezTo>
                    <a:pt x="209643" y="162754"/>
                    <a:pt x="162754" y="209642"/>
                    <a:pt x="104898" y="209697"/>
                  </a:cubicBezTo>
                  <a:close/>
                  <a:moveTo>
                    <a:pt x="104898" y="79443"/>
                  </a:moveTo>
                  <a:cubicBezTo>
                    <a:pt x="90840" y="79415"/>
                    <a:pt x="79421" y="90790"/>
                    <a:pt x="79393" y="104848"/>
                  </a:cubicBezTo>
                  <a:cubicBezTo>
                    <a:pt x="79366" y="118907"/>
                    <a:pt x="90740" y="130326"/>
                    <a:pt x="104799" y="130353"/>
                  </a:cubicBezTo>
                  <a:cubicBezTo>
                    <a:pt x="118858" y="130381"/>
                    <a:pt x="130277" y="119006"/>
                    <a:pt x="130304" y="104948"/>
                  </a:cubicBezTo>
                  <a:cubicBezTo>
                    <a:pt x="130304" y="104931"/>
                    <a:pt x="130304" y="104915"/>
                    <a:pt x="130304" y="104898"/>
                  </a:cubicBezTo>
                  <a:cubicBezTo>
                    <a:pt x="130304" y="90859"/>
                    <a:pt x="118937" y="79470"/>
                    <a:pt x="104898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72BAAE1F-88D2-1076-3369-BFEBA7FF0995}"/>
              </a:ext>
            </a:extLst>
          </p:cNvPr>
          <p:cNvGrpSpPr/>
          <p:nvPr/>
        </p:nvGrpSpPr>
        <p:grpSpPr>
          <a:xfrm>
            <a:off x="6767714" y="1531622"/>
            <a:ext cx="823722" cy="610427"/>
            <a:chOff x="6767714" y="1531622"/>
            <a:chExt cx="823722" cy="610427"/>
          </a:xfrm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61B8A7C-FB69-C8C3-2BD2-022E16754909}"/>
                </a:ext>
              </a:extLst>
            </p:cNvPr>
            <p:cNvSpPr/>
            <p:nvPr/>
          </p:nvSpPr>
          <p:spPr>
            <a:xfrm>
              <a:off x="7333186" y="1791112"/>
              <a:ext cx="160994" cy="130273"/>
            </a:xfrm>
            <a:custGeom>
              <a:avLst/>
              <a:gdLst>
                <a:gd name="connsiteX0" fmla="*/ 39777 w 160994"/>
                <a:gd name="connsiteY0" fmla="*/ 130273 h 130273"/>
                <a:gd name="connsiteX1" fmla="*/ 0 w 160994"/>
                <a:gd name="connsiteY1" fmla="*/ 90657 h 130273"/>
                <a:gd name="connsiteX2" fmla="*/ 25883 w 160994"/>
                <a:gd name="connsiteY2" fmla="*/ 53361 h 130273"/>
                <a:gd name="connsiteX3" fmla="*/ 62255 w 160994"/>
                <a:gd name="connsiteY3" fmla="*/ 30139 h 130273"/>
                <a:gd name="connsiteX4" fmla="*/ 110834 w 160994"/>
                <a:gd name="connsiteY4" fmla="*/ 1408 h 130273"/>
                <a:gd name="connsiteX5" fmla="*/ 159586 w 160994"/>
                <a:gd name="connsiteY5" fmla="*/ 29270 h 130273"/>
                <a:gd name="connsiteX6" fmla="*/ 131724 w 160994"/>
                <a:gd name="connsiteY6" fmla="*/ 78023 h 130273"/>
                <a:gd name="connsiteX7" fmla="*/ 112818 w 160994"/>
                <a:gd name="connsiteY7" fmla="*/ 91271 h 130273"/>
                <a:gd name="connsiteX8" fmla="*/ 53720 w 160994"/>
                <a:gd name="connsiteY8" fmla="*/ 127643 h 130273"/>
                <a:gd name="connsiteX9" fmla="*/ 39777 w 160994"/>
                <a:gd name="connsiteY9" fmla="*/ 130273 h 13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994" h="130273">
                  <a:moveTo>
                    <a:pt x="39777" y="130273"/>
                  </a:moveTo>
                  <a:cubicBezTo>
                    <a:pt x="17853" y="130318"/>
                    <a:pt x="44" y="112581"/>
                    <a:pt x="0" y="90657"/>
                  </a:cubicBezTo>
                  <a:cubicBezTo>
                    <a:pt x="-33" y="74032"/>
                    <a:pt x="10297" y="59147"/>
                    <a:pt x="25883" y="53361"/>
                  </a:cubicBezTo>
                  <a:cubicBezTo>
                    <a:pt x="39335" y="47928"/>
                    <a:pt x="51666" y="40055"/>
                    <a:pt x="62255" y="30139"/>
                  </a:cubicBezTo>
                  <a:cubicBezTo>
                    <a:pt x="75156" y="19421"/>
                    <a:pt x="89695" y="7264"/>
                    <a:pt x="110834" y="1408"/>
                  </a:cubicBezTo>
                  <a:cubicBezTo>
                    <a:pt x="131990" y="-4360"/>
                    <a:pt x="153817" y="8114"/>
                    <a:pt x="159586" y="29270"/>
                  </a:cubicBezTo>
                  <a:cubicBezTo>
                    <a:pt x="165355" y="50427"/>
                    <a:pt x="152880" y="72254"/>
                    <a:pt x="131724" y="78023"/>
                  </a:cubicBezTo>
                  <a:cubicBezTo>
                    <a:pt x="124740" y="81375"/>
                    <a:pt x="118353" y="85851"/>
                    <a:pt x="112818" y="91271"/>
                  </a:cubicBezTo>
                  <a:cubicBezTo>
                    <a:pt x="95448" y="106826"/>
                    <a:pt x="75433" y="119144"/>
                    <a:pt x="53720" y="127643"/>
                  </a:cubicBezTo>
                  <a:cubicBezTo>
                    <a:pt x="49264" y="129335"/>
                    <a:pt x="44543" y="130225"/>
                    <a:pt x="39777" y="1302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8C5D6CC-8071-5D5C-9220-2528655DF935}"/>
                </a:ext>
              </a:extLst>
            </p:cNvPr>
            <p:cNvSpPr/>
            <p:nvPr/>
          </p:nvSpPr>
          <p:spPr>
            <a:xfrm>
              <a:off x="7247327" y="1958569"/>
              <a:ext cx="132837" cy="94162"/>
            </a:xfrm>
            <a:custGeom>
              <a:avLst/>
              <a:gdLst>
                <a:gd name="connsiteX0" fmla="*/ 63064 w 132837"/>
                <a:gd name="connsiteY0" fmla="*/ 94162 h 94162"/>
                <a:gd name="connsiteX1" fmla="*/ 14634 w 132837"/>
                <a:gd name="connsiteY1" fmla="*/ 76944 h 94162"/>
                <a:gd name="connsiteX2" fmla="*/ 8914 w 132837"/>
                <a:gd name="connsiteY2" fmla="*/ 21097 h 94162"/>
                <a:gd name="connsiteX3" fmla="*/ 62865 w 132837"/>
                <a:gd name="connsiteY3" fmla="*/ 13926 h 94162"/>
                <a:gd name="connsiteX4" fmla="*/ 118912 w 132837"/>
                <a:gd name="connsiteY4" fmla="*/ 9534 h 94162"/>
                <a:gd name="connsiteX5" fmla="*/ 123303 w 132837"/>
                <a:gd name="connsiteY5" fmla="*/ 65581 h 94162"/>
                <a:gd name="connsiteX6" fmla="*/ 71400 w 132837"/>
                <a:gd name="connsiteY6" fmla="*/ 93716 h 94162"/>
                <a:gd name="connsiteX7" fmla="*/ 63064 w 132837"/>
                <a:gd name="connsiteY7" fmla="*/ 94162 h 9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37" h="94162">
                  <a:moveTo>
                    <a:pt x="63064" y="94162"/>
                  </a:moveTo>
                  <a:cubicBezTo>
                    <a:pt x="45416" y="94191"/>
                    <a:pt x="28303" y="88107"/>
                    <a:pt x="14634" y="76944"/>
                  </a:cubicBezTo>
                  <a:cubicBezTo>
                    <a:pt x="-2367" y="63101"/>
                    <a:pt x="-4928" y="38098"/>
                    <a:pt x="8914" y="21097"/>
                  </a:cubicBezTo>
                  <a:cubicBezTo>
                    <a:pt x="22171" y="4814"/>
                    <a:pt x="45815" y="1672"/>
                    <a:pt x="62865" y="13926"/>
                  </a:cubicBezTo>
                  <a:cubicBezTo>
                    <a:pt x="77130" y="-2764"/>
                    <a:pt x="102222" y="-4730"/>
                    <a:pt x="118912" y="9534"/>
                  </a:cubicBezTo>
                  <a:cubicBezTo>
                    <a:pt x="135601" y="23798"/>
                    <a:pt x="137568" y="48891"/>
                    <a:pt x="123303" y="65581"/>
                  </a:cubicBezTo>
                  <a:cubicBezTo>
                    <a:pt x="110445" y="81503"/>
                    <a:pt x="91760" y="91631"/>
                    <a:pt x="71400" y="93716"/>
                  </a:cubicBezTo>
                  <a:cubicBezTo>
                    <a:pt x="68721" y="94162"/>
                    <a:pt x="65743" y="94162"/>
                    <a:pt x="63064" y="941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B9DB98F0-59A5-B0C9-781A-34CEC0264FB6}"/>
                </a:ext>
              </a:extLst>
            </p:cNvPr>
            <p:cNvSpPr/>
            <p:nvPr/>
          </p:nvSpPr>
          <p:spPr>
            <a:xfrm>
              <a:off x="7236828" y="1962982"/>
              <a:ext cx="97240" cy="121258"/>
            </a:xfrm>
            <a:custGeom>
              <a:avLst/>
              <a:gdLst>
                <a:gd name="connsiteX0" fmla="*/ 39523 w 97240"/>
                <a:gd name="connsiteY0" fmla="*/ 121258 h 121258"/>
                <a:gd name="connsiteX1" fmla="*/ 0 w 97240"/>
                <a:gd name="connsiteY1" fmla="*/ 81389 h 121258"/>
                <a:gd name="connsiteX2" fmla="*/ 8709 w 97240"/>
                <a:gd name="connsiteY2" fmla="*/ 56751 h 121258"/>
                <a:gd name="connsiteX3" fmla="*/ 12579 w 97240"/>
                <a:gd name="connsiteY3" fmla="*/ 52087 h 121258"/>
                <a:gd name="connsiteX4" fmla="*/ 37903 w 97240"/>
                <a:gd name="connsiteY4" fmla="*/ 1984 h 121258"/>
                <a:gd name="connsiteX5" fmla="*/ 75300 w 97240"/>
                <a:gd name="connsiteY5" fmla="*/ 8868 h 121258"/>
                <a:gd name="connsiteX6" fmla="*/ 96984 w 97240"/>
                <a:gd name="connsiteY6" fmla="*/ 47224 h 121258"/>
                <a:gd name="connsiteX7" fmla="*/ 73910 w 97240"/>
                <a:gd name="connsiteY7" fmla="*/ 102452 h 121258"/>
                <a:gd name="connsiteX8" fmla="*/ 70387 w 97240"/>
                <a:gd name="connsiteY8" fmla="*/ 106769 h 121258"/>
                <a:gd name="connsiteX9" fmla="*/ 39523 w 97240"/>
                <a:gd name="connsiteY9" fmla="*/ 121258 h 121258"/>
                <a:gd name="connsiteX10" fmla="*/ 25282 w 97240"/>
                <a:gd name="connsiteY10" fmla="*/ 70298 h 121258"/>
                <a:gd name="connsiteX11" fmla="*/ 25282 w 97240"/>
                <a:gd name="connsiteY11" fmla="*/ 70298 h 121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240" h="121258">
                  <a:moveTo>
                    <a:pt x="39523" y="121258"/>
                  </a:moveTo>
                  <a:cubicBezTo>
                    <a:pt x="17600" y="121163"/>
                    <a:pt x="-95" y="103312"/>
                    <a:pt x="0" y="81389"/>
                  </a:cubicBezTo>
                  <a:cubicBezTo>
                    <a:pt x="40" y="72429"/>
                    <a:pt x="3109" y="63746"/>
                    <a:pt x="8709" y="56751"/>
                  </a:cubicBezTo>
                  <a:lnTo>
                    <a:pt x="12579" y="52087"/>
                  </a:lnTo>
                  <a:cubicBezTo>
                    <a:pt x="5736" y="31259"/>
                    <a:pt x="17074" y="8827"/>
                    <a:pt x="37903" y="1984"/>
                  </a:cubicBezTo>
                  <a:cubicBezTo>
                    <a:pt x="50728" y="-2230"/>
                    <a:pt x="64816" y="363"/>
                    <a:pt x="75300" y="8868"/>
                  </a:cubicBezTo>
                  <a:cubicBezTo>
                    <a:pt x="87468" y="18151"/>
                    <a:pt x="95304" y="32012"/>
                    <a:pt x="96984" y="47224"/>
                  </a:cubicBezTo>
                  <a:cubicBezTo>
                    <a:pt x="99366" y="72035"/>
                    <a:pt x="84678" y="89551"/>
                    <a:pt x="73910" y="102452"/>
                  </a:cubicBezTo>
                  <a:cubicBezTo>
                    <a:pt x="72769" y="103841"/>
                    <a:pt x="71529" y="105281"/>
                    <a:pt x="70387" y="106769"/>
                  </a:cubicBezTo>
                  <a:cubicBezTo>
                    <a:pt x="62803" y="115996"/>
                    <a:pt x="51467" y="121318"/>
                    <a:pt x="39523" y="121258"/>
                  </a:cubicBezTo>
                  <a:close/>
                  <a:moveTo>
                    <a:pt x="25282" y="70298"/>
                  </a:moveTo>
                  <a:lnTo>
                    <a:pt x="25282" y="7029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A90138AC-782C-2994-CD84-1B42AE03CECB}"/>
                </a:ext>
              </a:extLst>
            </p:cNvPr>
            <p:cNvSpPr/>
            <p:nvPr/>
          </p:nvSpPr>
          <p:spPr>
            <a:xfrm>
              <a:off x="7101368" y="2004424"/>
              <a:ext cx="183471" cy="137625"/>
            </a:xfrm>
            <a:custGeom>
              <a:avLst/>
              <a:gdLst>
                <a:gd name="connsiteX0" fmla="*/ 81300 w 183471"/>
                <a:gd name="connsiteY0" fmla="*/ 137625 h 137625"/>
                <a:gd name="connsiteX1" fmla="*/ 32770 w 183471"/>
                <a:gd name="connsiteY1" fmla="*/ 120406 h 137625"/>
                <a:gd name="connsiteX2" fmla="*/ 15403 w 183471"/>
                <a:gd name="connsiteY2" fmla="*/ 106314 h 137625"/>
                <a:gd name="connsiteX3" fmla="*/ 8305 w 183471"/>
                <a:gd name="connsiteY3" fmla="*/ 50625 h 137625"/>
                <a:gd name="connsiteX4" fmla="*/ 63994 w 183471"/>
                <a:gd name="connsiteY4" fmla="*/ 43527 h 137625"/>
                <a:gd name="connsiteX5" fmla="*/ 65421 w 183471"/>
                <a:gd name="connsiteY5" fmla="*/ 44685 h 137625"/>
                <a:gd name="connsiteX6" fmla="*/ 81051 w 183471"/>
                <a:gd name="connsiteY6" fmla="*/ 57339 h 137625"/>
                <a:gd name="connsiteX7" fmla="*/ 99659 w 183471"/>
                <a:gd name="connsiteY7" fmla="*/ 39723 h 137625"/>
                <a:gd name="connsiteX8" fmla="*/ 139329 w 183471"/>
                <a:gd name="connsiteY8" fmla="*/ 0 h 137625"/>
                <a:gd name="connsiteX9" fmla="*/ 164414 w 183471"/>
                <a:gd name="connsiteY9" fmla="*/ 8909 h 137625"/>
                <a:gd name="connsiteX10" fmla="*/ 183469 w 183471"/>
                <a:gd name="connsiteY10" fmla="*/ 47117 h 137625"/>
                <a:gd name="connsiteX11" fmla="*/ 151265 w 183471"/>
                <a:gd name="connsiteY11" fmla="*/ 100062 h 137625"/>
                <a:gd name="connsiteX12" fmla="*/ 141341 w 183471"/>
                <a:gd name="connsiteY12" fmla="*/ 109142 h 137625"/>
                <a:gd name="connsiteX13" fmla="*/ 81300 w 183471"/>
                <a:gd name="connsiteY13" fmla="*/ 137625 h 137625"/>
                <a:gd name="connsiteX14" fmla="*/ 114347 w 183471"/>
                <a:gd name="connsiteY14" fmla="*/ 70587 h 137625"/>
                <a:gd name="connsiteX15" fmla="*/ 114347 w 183471"/>
                <a:gd name="connsiteY15" fmla="*/ 70587 h 13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471" h="137625">
                  <a:moveTo>
                    <a:pt x="81300" y="137625"/>
                  </a:moveTo>
                  <a:cubicBezTo>
                    <a:pt x="63624" y="137640"/>
                    <a:pt x="46484" y="131558"/>
                    <a:pt x="32770" y="120406"/>
                  </a:cubicBezTo>
                  <a:lnTo>
                    <a:pt x="15403" y="106314"/>
                  </a:lnTo>
                  <a:cubicBezTo>
                    <a:pt x="-1935" y="92896"/>
                    <a:pt x="-5113" y="67963"/>
                    <a:pt x="8305" y="50625"/>
                  </a:cubicBezTo>
                  <a:cubicBezTo>
                    <a:pt x="21723" y="33287"/>
                    <a:pt x="46656" y="30109"/>
                    <a:pt x="63994" y="43527"/>
                  </a:cubicBezTo>
                  <a:cubicBezTo>
                    <a:pt x="64478" y="43902"/>
                    <a:pt x="64954" y="44288"/>
                    <a:pt x="65421" y="44685"/>
                  </a:cubicBezTo>
                  <a:lnTo>
                    <a:pt x="81051" y="57339"/>
                  </a:lnTo>
                  <a:cubicBezTo>
                    <a:pt x="86762" y="50968"/>
                    <a:pt x="92985" y="45076"/>
                    <a:pt x="99659" y="39723"/>
                  </a:cubicBezTo>
                  <a:cubicBezTo>
                    <a:pt x="99645" y="17799"/>
                    <a:pt x="117405" y="15"/>
                    <a:pt x="139329" y="0"/>
                  </a:cubicBezTo>
                  <a:cubicBezTo>
                    <a:pt x="148467" y="-6"/>
                    <a:pt x="157327" y="3140"/>
                    <a:pt x="164414" y="8909"/>
                  </a:cubicBezTo>
                  <a:cubicBezTo>
                    <a:pt x="176200" y="18121"/>
                    <a:pt x="183201" y="32160"/>
                    <a:pt x="183469" y="47117"/>
                  </a:cubicBezTo>
                  <a:cubicBezTo>
                    <a:pt x="183717" y="72770"/>
                    <a:pt x="164960" y="88550"/>
                    <a:pt x="151265" y="100062"/>
                  </a:cubicBezTo>
                  <a:cubicBezTo>
                    <a:pt x="147758" y="102864"/>
                    <a:pt x="144443" y="105898"/>
                    <a:pt x="141341" y="109142"/>
                  </a:cubicBezTo>
                  <a:cubicBezTo>
                    <a:pt x="126664" y="127227"/>
                    <a:pt x="104591" y="137698"/>
                    <a:pt x="81300" y="137625"/>
                  </a:cubicBezTo>
                  <a:close/>
                  <a:moveTo>
                    <a:pt x="114347" y="70587"/>
                  </a:moveTo>
                  <a:lnTo>
                    <a:pt x="114347" y="70587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BCD0DAB-991C-E488-4CB1-8D665BBE78E2}"/>
                </a:ext>
              </a:extLst>
            </p:cNvPr>
            <p:cNvSpPr/>
            <p:nvPr/>
          </p:nvSpPr>
          <p:spPr>
            <a:xfrm>
              <a:off x="7147685" y="1692344"/>
              <a:ext cx="295538" cy="309029"/>
            </a:xfrm>
            <a:custGeom>
              <a:avLst/>
              <a:gdLst>
                <a:gd name="connsiteX0" fmla="*/ 218282 w 295538"/>
                <a:gd name="connsiteY0" fmla="*/ 309030 h 309029"/>
                <a:gd name="connsiteX1" fmla="*/ 169852 w 295538"/>
                <a:gd name="connsiteY1" fmla="*/ 291762 h 309029"/>
                <a:gd name="connsiteX2" fmla="*/ 164050 w 295538"/>
                <a:gd name="connsiteY2" fmla="*/ 235923 h 309029"/>
                <a:gd name="connsiteX3" fmla="*/ 202552 w 295538"/>
                <a:gd name="connsiteY3" fmla="*/ 221995 h 309029"/>
                <a:gd name="connsiteX4" fmla="*/ 16821 w 295538"/>
                <a:gd name="connsiteY4" fmla="*/ 72140 h 309029"/>
                <a:gd name="connsiteX5" fmla="*/ 7259 w 295538"/>
                <a:gd name="connsiteY5" fmla="*/ 16821 h 309029"/>
                <a:gd name="connsiteX6" fmla="*/ 62578 w 295538"/>
                <a:gd name="connsiteY6" fmla="*/ 7259 h 309029"/>
                <a:gd name="connsiteX7" fmla="*/ 66442 w 295538"/>
                <a:gd name="connsiteY7" fmla="*/ 10363 h 309029"/>
                <a:gd name="connsiteX8" fmla="*/ 266910 w 295538"/>
                <a:gd name="connsiteY8" fmla="*/ 171828 h 309029"/>
                <a:gd name="connsiteX9" fmla="*/ 278385 w 295538"/>
                <a:gd name="connsiteY9" fmla="*/ 280274 h 309029"/>
                <a:gd name="connsiteX10" fmla="*/ 226419 w 295538"/>
                <a:gd name="connsiteY10" fmla="*/ 308484 h 309029"/>
                <a:gd name="connsiteX11" fmla="*/ 218282 w 295538"/>
                <a:gd name="connsiteY11" fmla="*/ 309030 h 309029"/>
                <a:gd name="connsiteX12" fmla="*/ 216992 w 295538"/>
                <a:gd name="connsiteY12" fmla="*/ 233656 h 309029"/>
                <a:gd name="connsiteX13" fmla="*/ 216992 w 295538"/>
                <a:gd name="connsiteY13" fmla="*/ 233656 h 30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538" h="309029">
                  <a:moveTo>
                    <a:pt x="218282" y="309030"/>
                  </a:moveTo>
                  <a:cubicBezTo>
                    <a:pt x="200628" y="309040"/>
                    <a:pt x="183516" y="302939"/>
                    <a:pt x="169852" y="291762"/>
                  </a:cubicBezTo>
                  <a:cubicBezTo>
                    <a:pt x="152830" y="277944"/>
                    <a:pt x="150232" y="252945"/>
                    <a:pt x="164050" y="235923"/>
                  </a:cubicBezTo>
                  <a:cubicBezTo>
                    <a:pt x="173315" y="224509"/>
                    <a:pt x="188129" y="219150"/>
                    <a:pt x="202552" y="221995"/>
                  </a:cubicBezTo>
                  <a:lnTo>
                    <a:pt x="16821" y="72140"/>
                  </a:lnTo>
                  <a:cubicBezTo>
                    <a:pt x="-1095" y="59505"/>
                    <a:pt x="-5376" y="34738"/>
                    <a:pt x="7259" y="16821"/>
                  </a:cubicBezTo>
                  <a:cubicBezTo>
                    <a:pt x="19895" y="-1095"/>
                    <a:pt x="44662" y="-5376"/>
                    <a:pt x="62578" y="7259"/>
                  </a:cubicBezTo>
                  <a:cubicBezTo>
                    <a:pt x="63930" y="8212"/>
                    <a:pt x="65220" y="9249"/>
                    <a:pt x="66442" y="10363"/>
                  </a:cubicBezTo>
                  <a:lnTo>
                    <a:pt x="266910" y="171828"/>
                  </a:lnTo>
                  <a:cubicBezTo>
                    <a:pt x="300025" y="198606"/>
                    <a:pt x="305163" y="247159"/>
                    <a:pt x="278385" y="280274"/>
                  </a:cubicBezTo>
                  <a:cubicBezTo>
                    <a:pt x="265500" y="296209"/>
                    <a:pt x="246802" y="306359"/>
                    <a:pt x="226419" y="308484"/>
                  </a:cubicBezTo>
                  <a:cubicBezTo>
                    <a:pt x="223719" y="308813"/>
                    <a:pt x="221002" y="308995"/>
                    <a:pt x="218282" y="309030"/>
                  </a:cubicBezTo>
                  <a:close/>
                  <a:moveTo>
                    <a:pt x="216992" y="233656"/>
                  </a:moveTo>
                  <a:lnTo>
                    <a:pt x="216992" y="23365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AE4BB92-96B9-C087-22E0-DD801F90502F}"/>
                </a:ext>
              </a:extLst>
            </p:cNvPr>
            <p:cNvSpPr/>
            <p:nvPr/>
          </p:nvSpPr>
          <p:spPr>
            <a:xfrm>
              <a:off x="6977260" y="1606248"/>
              <a:ext cx="180544" cy="116158"/>
            </a:xfrm>
            <a:custGeom>
              <a:avLst/>
              <a:gdLst>
                <a:gd name="connsiteX0" fmla="*/ 140751 w 180544"/>
                <a:gd name="connsiteY0" fmla="*/ 116158 h 116158"/>
                <a:gd name="connsiteX1" fmla="*/ 124426 w 180544"/>
                <a:gd name="connsiteY1" fmla="*/ 112635 h 116158"/>
                <a:gd name="connsiteX2" fmla="*/ 102891 w 180544"/>
                <a:gd name="connsiteY2" fmla="*/ 106978 h 116158"/>
                <a:gd name="connsiteX3" fmla="*/ 19181 w 180544"/>
                <a:gd name="connsiteY3" fmla="*/ 73683 h 116158"/>
                <a:gd name="connsiteX4" fmla="*/ 5722 w 180544"/>
                <a:gd name="connsiteY4" fmla="*/ 19181 h 116158"/>
                <a:gd name="connsiteX5" fmla="*/ 60224 w 180544"/>
                <a:gd name="connsiteY5" fmla="*/ 5722 h 116158"/>
                <a:gd name="connsiteX6" fmla="*/ 61755 w 180544"/>
                <a:gd name="connsiteY6" fmla="*/ 6695 h 116158"/>
                <a:gd name="connsiteX7" fmla="*/ 114849 w 180544"/>
                <a:gd name="connsiteY7" fmla="*/ 28478 h 116158"/>
                <a:gd name="connsiteX8" fmla="*/ 157077 w 180544"/>
                <a:gd name="connsiteY8" fmla="*/ 40238 h 116158"/>
                <a:gd name="connsiteX9" fmla="*/ 177061 w 180544"/>
                <a:gd name="connsiteY9" fmla="*/ 92700 h 116158"/>
                <a:gd name="connsiteX10" fmla="*/ 140751 w 180544"/>
                <a:gd name="connsiteY10" fmla="*/ 116158 h 11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544" h="116158">
                  <a:moveTo>
                    <a:pt x="140751" y="116158"/>
                  </a:moveTo>
                  <a:cubicBezTo>
                    <a:pt x="135121" y="116155"/>
                    <a:pt x="129556" y="114954"/>
                    <a:pt x="124426" y="112635"/>
                  </a:cubicBezTo>
                  <a:cubicBezTo>
                    <a:pt x="117595" y="109614"/>
                    <a:pt x="110325" y="107705"/>
                    <a:pt x="102891" y="106978"/>
                  </a:cubicBezTo>
                  <a:cubicBezTo>
                    <a:pt x="80363" y="103554"/>
                    <a:pt x="58530" y="98692"/>
                    <a:pt x="19181" y="73683"/>
                  </a:cubicBezTo>
                  <a:cubicBezTo>
                    <a:pt x="414" y="62349"/>
                    <a:pt x="-5612" y="37947"/>
                    <a:pt x="5722" y="19181"/>
                  </a:cubicBezTo>
                  <a:cubicBezTo>
                    <a:pt x="17056" y="414"/>
                    <a:pt x="41458" y="-5612"/>
                    <a:pt x="60224" y="5722"/>
                  </a:cubicBezTo>
                  <a:cubicBezTo>
                    <a:pt x="60742" y="6035"/>
                    <a:pt x="61252" y="6359"/>
                    <a:pt x="61755" y="6695"/>
                  </a:cubicBezTo>
                  <a:cubicBezTo>
                    <a:pt x="90188" y="24757"/>
                    <a:pt x="101452" y="26543"/>
                    <a:pt x="114849" y="28478"/>
                  </a:cubicBezTo>
                  <a:cubicBezTo>
                    <a:pt x="129435" y="30260"/>
                    <a:pt x="143670" y="34225"/>
                    <a:pt x="157077" y="40238"/>
                  </a:cubicBezTo>
                  <a:cubicBezTo>
                    <a:pt x="177082" y="49207"/>
                    <a:pt x="186030" y="72695"/>
                    <a:pt x="177061" y="92700"/>
                  </a:cubicBezTo>
                  <a:cubicBezTo>
                    <a:pt x="170650" y="107002"/>
                    <a:pt x="156424" y="116192"/>
                    <a:pt x="140751" y="1161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89AAE818-8F89-74A0-2F33-27D6DEE21469}"/>
                </a:ext>
              </a:extLst>
            </p:cNvPr>
            <p:cNvSpPr/>
            <p:nvPr/>
          </p:nvSpPr>
          <p:spPr>
            <a:xfrm>
              <a:off x="6872851" y="1807695"/>
              <a:ext cx="121039" cy="132844"/>
            </a:xfrm>
            <a:custGeom>
              <a:avLst/>
              <a:gdLst>
                <a:gd name="connsiteX0" fmla="*/ 81413 w 121039"/>
                <a:gd name="connsiteY0" fmla="*/ 132844 h 132844"/>
                <a:gd name="connsiteX1" fmla="*/ 49854 w 121039"/>
                <a:gd name="connsiteY1" fmla="*/ 117264 h 132844"/>
                <a:gd name="connsiteX2" fmla="*/ 37746 w 121039"/>
                <a:gd name="connsiteY2" fmla="*/ 100343 h 132844"/>
                <a:gd name="connsiteX3" fmla="*/ 12093 w 121039"/>
                <a:gd name="connsiteY3" fmla="*/ 68238 h 132844"/>
                <a:gd name="connsiteX4" fmla="*/ 11175 w 121039"/>
                <a:gd name="connsiteY4" fmla="*/ 12092 h 132844"/>
                <a:gd name="connsiteX5" fmla="*/ 67320 w 121039"/>
                <a:gd name="connsiteY5" fmla="*/ 11175 h 132844"/>
                <a:gd name="connsiteX6" fmla="*/ 103246 w 121039"/>
                <a:gd name="connsiteY6" fmla="*/ 55387 h 132844"/>
                <a:gd name="connsiteX7" fmla="*/ 112872 w 121039"/>
                <a:gd name="connsiteY7" fmla="*/ 69032 h 132844"/>
                <a:gd name="connsiteX8" fmla="*/ 105456 w 121039"/>
                <a:gd name="connsiteY8" fmla="*/ 124680 h 132844"/>
                <a:gd name="connsiteX9" fmla="*/ 81413 w 121039"/>
                <a:gd name="connsiteY9" fmla="*/ 132844 h 13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039" h="132844">
                  <a:moveTo>
                    <a:pt x="81413" y="132844"/>
                  </a:moveTo>
                  <a:cubicBezTo>
                    <a:pt x="69040" y="132853"/>
                    <a:pt x="57370" y="127092"/>
                    <a:pt x="49854" y="117264"/>
                  </a:cubicBezTo>
                  <a:cubicBezTo>
                    <a:pt x="45487" y="111557"/>
                    <a:pt x="41567" y="105851"/>
                    <a:pt x="37746" y="100343"/>
                  </a:cubicBezTo>
                  <a:cubicBezTo>
                    <a:pt x="30371" y="88752"/>
                    <a:pt x="21770" y="77989"/>
                    <a:pt x="12093" y="68238"/>
                  </a:cubicBezTo>
                  <a:cubicBezTo>
                    <a:pt x="-3665" y="52988"/>
                    <a:pt x="-4076" y="27850"/>
                    <a:pt x="11175" y="12092"/>
                  </a:cubicBezTo>
                  <a:cubicBezTo>
                    <a:pt x="26425" y="-3665"/>
                    <a:pt x="51563" y="-4076"/>
                    <a:pt x="67320" y="11175"/>
                  </a:cubicBezTo>
                  <a:cubicBezTo>
                    <a:pt x="80816" y="24608"/>
                    <a:pt x="92858" y="39428"/>
                    <a:pt x="103246" y="55387"/>
                  </a:cubicBezTo>
                  <a:cubicBezTo>
                    <a:pt x="106570" y="60349"/>
                    <a:pt x="109746" y="64914"/>
                    <a:pt x="112872" y="69032"/>
                  </a:cubicBezTo>
                  <a:cubicBezTo>
                    <a:pt x="126191" y="86447"/>
                    <a:pt x="122871" y="111361"/>
                    <a:pt x="105456" y="124680"/>
                  </a:cubicBezTo>
                  <a:cubicBezTo>
                    <a:pt x="98552" y="129960"/>
                    <a:pt x="90105" y="132829"/>
                    <a:pt x="81413" y="13284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2218B01F-8D19-CAD2-052B-CB1E0150FEE1}"/>
                </a:ext>
              </a:extLst>
            </p:cNvPr>
            <p:cNvSpPr/>
            <p:nvPr/>
          </p:nvSpPr>
          <p:spPr>
            <a:xfrm>
              <a:off x="7049086" y="1582804"/>
              <a:ext cx="348034" cy="273627"/>
            </a:xfrm>
            <a:custGeom>
              <a:avLst/>
              <a:gdLst>
                <a:gd name="connsiteX0" fmla="*/ 64063 w 348034"/>
                <a:gd name="connsiteY0" fmla="*/ 273628 h 273627"/>
                <a:gd name="connsiteX1" fmla="*/ 0 w 348034"/>
                <a:gd name="connsiteY1" fmla="*/ 209471 h 273627"/>
                <a:gd name="connsiteX2" fmla="*/ 1491 w 348034"/>
                <a:gd name="connsiteY2" fmla="*/ 195773 h 273627"/>
                <a:gd name="connsiteX3" fmla="*/ 18957 w 348034"/>
                <a:gd name="connsiteY3" fmla="*/ 116380 h 273627"/>
                <a:gd name="connsiteX4" fmla="*/ 64856 w 348034"/>
                <a:gd name="connsiteY4" fmla="*/ 50930 h 273627"/>
                <a:gd name="connsiteX5" fmla="*/ 135467 w 348034"/>
                <a:gd name="connsiteY5" fmla="*/ 11829 h 273627"/>
                <a:gd name="connsiteX6" fmla="*/ 227761 w 348034"/>
                <a:gd name="connsiteY6" fmla="*/ 5825 h 273627"/>
                <a:gd name="connsiteX7" fmla="*/ 310926 w 348034"/>
                <a:gd name="connsiteY7" fmla="*/ 22746 h 273627"/>
                <a:gd name="connsiteX8" fmla="*/ 347943 w 348034"/>
                <a:gd name="connsiteY8" fmla="*/ 65122 h 273627"/>
                <a:gd name="connsiteX9" fmla="*/ 305567 w 348034"/>
                <a:gd name="connsiteY9" fmla="*/ 102139 h 273627"/>
                <a:gd name="connsiteX10" fmla="*/ 204241 w 348034"/>
                <a:gd name="connsiteY10" fmla="*/ 81844 h 273627"/>
                <a:gd name="connsiteX11" fmla="*/ 168812 w 348034"/>
                <a:gd name="connsiteY11" fmla="*/ 84027 h 273627"/>
                <a:gd name="connsiteX12" fmla="*/ 107034 w 348034"/>
                <a:gd name="connsiteY12" fmla="*/ 118117 h 273627"/>
                <a:gd name="connsiteX13" fmla="*/ 96515 w 348034"/>
                <a:gd name="connsiteY13" fmla="*/ 133301 h 273627"/>
                <a:gd name="connsiteX14" fmla="*/ 86590 w 348034"/>
                <a:gd name="connsiteY14" fmla="*/ 178704 h 273627"/>
                <a:gd name="connsiteX15" fmla="*/ 101477 w 348034"/>
                <a:gd name="connsiteY15" fmla="*/ 140893 h 273627"/>
                <a:gd name="connsiteX16" fmla="*/ 150353 w 348034"/>
                <a:gd name="connsiteY16" fmla="*/ 113105 h 273627"/>
                <a:gd name="connsiteX17" fmla="*/ 178141 w 348034"/>
                <a:gd name="connsiteY17" fmla="*/ 161981 h 273627"/>
                <a:gd name="connsiteX18" fmla="*/ 64559 w 348034"/>
                <a:gd name="connsiteY18" fmla="*/ 273628 h 27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8034" h="273627">
                  <a:moveTo>
                    <a:pt x="64063" y="273628"/>
                  </a:moveTo>
                  <a:cubicBezTo>
                    <a:pt x="28656" y="273602"/>
                    <a:pt x="-26" y="244878"/>
                    <a:pt x="0" y="209471"/>
                  </a:cubicBezTo>
                  <a:cubicBezTo>
                    <a:pt x="3" y="204864"/>
                    <a:pt x="503" y="200272"/>
                    <a:pt x="1491" y="195773"/>
                  </a:cubicBezTo>
                  <a:lnTo>
                    <a:pt x="18957" y="116380"/>
                  </a:lnTo>
                  <a:cubicBezTo>
                    <a:pt x="24912" y="89313"/>
                    <a:pt x="41437" y="65749"/>
                    <a:pt x="64856" y="50930"/>
                  </a:cubicBezTo>
                  <a:cubicBezTo>
                    <a:pt x="87543" y="36418"/>
                    <a:pt x="111127" y="23358"/>
                    <a:pt x="135467" y="11829"/>
                  </a:cubicBezTo>
                  <a:cubicBezTo>
                    <a:pt x="164432" y="-1510"/>
                    <a:pt x="197312" y="-3649"/>
                    <a:pt x="227761" y="5825"/>
                  </a:cubicBezTo>
                  <a:cubicBezTo>
                    <a:pt x="254743" y="14635"/>
                    <a:pt x="282647" y="20312"/>
                    <a:pt x="310926" y="22746"/>
                  </a:cubicBezTo>
                  <a:cubicBezTo>
                    <a:pt x="332850" y="24226"/>
                    <a:pt x="349423" y="43198"/>
                    <a:pt x="347943" y="65122"/>
                  </a:cubicBezTo>
                  <a:cubicBezTo>
                    <a:pt x="346463" y="87046"/>
                    <a:pt x="327491" y="103619"/>
                    <a:pt x="305567" y="102139"/>
                  </a:cubicBezTo>
                  <a:cubicBezTo>
                    <a:pt x="271128" y="99263"/>
                    <a:pt x="237131" y="92454"/>
                    <a:pt x="204241" y="81844"/>
                  </a:cubicBezTo>
                  <a:cubicBezTo>
                    <a:pt x="192573" y="78121"/>
                    <a:pt x="179934" y="78900"/>
                    <a:pt x="168812" y="84027"/>
                  </a:cubicBezTo>
                  <a:cubicBezTo>
                    <a:pt x="147521" y="94076"/>
                    <a:pt x="126887" y="105462"/>
                    <a:pt x="107034" y="118117"/>
                  </a:cubicBezTo>
                  <a:cubicBezTo>
                    <a:pt x="101647" y="121577"/>
                    <a:pt x="97862" y="127042"/>
                    <a:pt x="96515" y="133301"/>
                  </a:cubicBezTo>
                  <a:lnTo>
                    <a:pt x="86590" y="178704"/>
                  </a:lnTo>
                  <a:cubicBezTo>
                    <a:pt x="93302" y="166861"/>
                    <a:pt x="98313" y="154132"/>
                    <a:pt x="101477" y="140893"/>
                  </a:cubicBezTo>
                  <a:cubicBezTo>
                    <a:pt x="107300" y="119722"/>
                    <a:pt x="129183" y="107281"/>
                    <a:pt x="150353" y="113105"/>
                  </a:cubicBezTo>
                  <a:cubicBezTo>
                    <a:pt x="171523" y="118929"/>
                    <a:pt x="183964" y="140811"/>
                    <a:pt x="178141" y="161981"/>
                  </a:cubicBezTo>
                  <a:cubicBezTo>
                    <a:pt x="164098" y="212594"/>
                    <a:pt x="132986" y="273082"/>
                    <a:pt x="64559" y="2736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23B55E56-FA90-663F-861E-7D35BB975489}"/>
                </a:ext>
              </a:extLst>
            </p:cNvPr>
            <p:cNvSpPr/>
            <p:nvPr/>
          </p:nvSpPr>
          <p:spPr>
            <a:xfrm>
              <a:off x="6897025" y="1848633"/>
              <a:ext cx="140062" cy="154477"/>
            </a:xfrm>
            <a:custGeom>
              <a:avLst/>
              <a:gdLst>
                <a:gd name="connsiteX0" fmla="*/ 39523 w 140062"/>
                <a:gd name="connsiteY0" fmla="*/ 154477 h 154477"/>
                <a:gd name="connsiteX1" fmla="*/ 0 w 140062"/>
                <a:gd name="connsiteY1" fmla="*/ 114608 h 154477"/>
                <a:gd name="connsiteX2" fmla="*/ 8709 w 140062"/>
                <a:gd name="connsiteY2" fmla="*/ 89970 h 154477"/>
                <a:gd name="connsiteX3" fmla="*/ 69445 w 140062"/>
                <a:gd name="connsiteY3" fmla="*/ 14745 h 154477"/>
                <a:gd name="connsiteX4" fmla="*/ 125317 w 140062"/>
                <a:gd name="connsiteY4" fmla="*/ 8841 h 154477"/>
                <a:gd name="connsiteX5" fmla="*/ 131222 w 140062"/>
                <a:gd name="connsiteY5" fmla="*/ 64713 h 154477"/>
                <a:gd name="connsiteX6" fmla="*/ 70387 w 140062"/>
                <a:gd name="connsiteY6" fmla="*/ 139591 h 154477"/>
                <a:gd name="connsiteX7" fmla="*/ 39523 w 140062"/>
                <a:gd name="connsiteY7" fmla="*/ 154477 h 1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062" h="154477">
                  <a:moveTo>
                    <a:pt x="39523" y="154477"/>
                  </a:moveTo>
                  <a:cubicBezTo>
                    <a:pt x="17600" y="154382"/>
                    <a:pt x="-95" y="136531"/>
                    <a:pt x="0" y="114608"/>
                  </a:cubicBezTo>
                  <a:cubicBezTo>
                    <a:pt x="40" y="105648"/>
                    <a:pt x="3109" y="96965"/>
                    <a:pt x="8709" y="89970"/>
                  </a:cubicBezTo>
                  <a:lnTo>
                    <a:pt x="69445" y="14745"/>
                  </a:lnTo>
                  <a:cubicBezTo>
                    <a:pt x="83243" y="-2314"/>
                    <a:pt x="108258" y="-4958"/>
                    <a:pt x="125317" y="8841"/>
                  </a:cubicBezTo>
                  <a:cubicBezTo>
                    <a:pt x="142377" y="22639"/>
                    <a:pt x="145021" y="47654"/>
                    <a:pt x="131222" y="64713"/>
                  </a:cubicBezTo>
                  <a:lnTo>
                    <a:pt x="70387" y="139591"/>
                  </a:lnTo>
                  <a:cubicBezTo>
                    <a:pt x="62881" y="148967"/>
                    <a:pt x="51533" y="154440"/>
                    <a:pt x="39523" y="15447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916CF23-6659-FBE6-3E20-9F175EC81950}"/>
                </a:ext>
              </a:extLst>
            </p:cNvPr>
            <p:cNvSpPr/>
            <p:nvPr/>
          </p:nvSpPr>
          <p:spPr>
            <a:xfrm>
              <a:off x="6945951" y="1878652"/>
              <a:ext cx="158612" cy="177453"/>
            </a:xfrm>
            <a:custGeom>
              <a:avLst/>
              <a:gdLst>
                <a:gd name="connsiteX0" fmla="*/ 39523 w 158612"/>
                <a:gd name="connsiteY0" fmla="*/ 177454 h 177453"/>
                <a:gd name="connsiteX1" fmla="*/ 0 w 158612"/>
                <a:gd name="connsiteY1" fmla="*/ 137584 h 177453"/>
                <a:gd name="connsiteX2" fmla="*/ 8709 w 158612"/>
                <a:gd name="connsiteY2" fmla="*/ 112947 h 177453"/>
                <a:gd name="connsiteX3" fmla="*/ 87606 w 158612"/>
                <a:gd name="connsiteY3" fmla="*/ 15293 h 177453"/>
                <a:gd name="connsiteX4" fmla="*/ 143319 w 158612"/>
                <a:gd name="connsiteY4" fmla="*/ 8390 h 177453"/>
                <a:gd name="connsiteX5" fmla="*/ 150222 w 158612"/>
                <a:gd name="connsiteY5" fmla="*/ 64103 h 177453"/>
                <a:gd name="connsiteX6" fmla="*/ 149284 w 158612"/>
                <a:gd name="connsiteY6" fmla="*/ 65261 h 177453"/>
                <a:gd name="connsiteX7" fmla="*/ 70437 w 158612"/>
                <a:gd name="connsiteY7" fmla="*/ 162716 h 177453"/>
                <a:gd name="connsiteX8" fmla="*/ 39523 w 158612"/>
                <a:gd name="connsiteY8" fmla="*/ 177454 h 1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12" h="177453">
                  <a:moveTo>
                    <a:pt x="39523" y="177454"/>
                  </a:moveTo>
                  <a:cubicBezTo>
                    <a:pt x="17600" y="177358"/>
                    <a:pt x="-95" y="159508"/>
                    <a:pt x="0" y="137584"/>
                  </a:cubicBezTo>
                  <a:cubicBezTo>
                    <a:pt x="40" y="128624"/>
                    <a:pt x="3109" y="119941"/>
                    <a:pt x="8709" y="112947"/>
                  </a:cubicBezTo>
                  <a:lnTo>
                    <a:pt x="87606" y="15293"/>
                  </a:lnTo>
                  <a:cubicBezTo>
                    <a:pt x="101084" y="-1998"/>
                    <a:pt x="126028" y="-5088"/>
                    <a:pt x="143319" y="8390"/>
                  </a:cubicBezTo>
                  <a:cubicBezTo>
                    <a:pt x="160610" y="21869"/>
                    <a:pt x="163701" y="46812"/>
                    <a:pt x="150222" y="64103"/>
                  </a:cubicBezTo>
                  <a:cubicBezTo>
                    <a:pt x="149917" y="64495"/>
                    <a:pt x="149604" y="64881"/>
                    <a:pt x="149284" y="65261"/>
                  </a:cubicBezTo>
                  <a:lnTo>
                    <a:pt x="70437" y="162716"/>
                  </a:lnTo>
                  <a:cubicBezTo>
                    <a:pt x="62890" y="172050"/>
                    <a:pt x="51526" y="177467"/>
                    <a:pt x="39523" y="17745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7F6DF8D-452C-499B-849A-2E232C4EF989}"/>
                </a:ext>
              </a:extLst>
            </p:cNvPr>
            <p:cNvSpPr/>
            <p:nvPr/>
          </p:nvSpPr>
          <p:spPr>
            <a:xfrm>
              <a:off x="6996714" y="1930055"/>
              <a:ext cx="149273" cy="167782"/>
            </a:xfrm>
            <a:custGeom>
              <a:avLst/>
              <a:gdLst>
                <a:gd name="connsiteX0" fmla="*/ 39821 w 149273"/>
                <a:gd name="connsiteY0" fmla="*/ 167782 h 167782"/>
                <a:gd name="connsiteX1" fmla="*/ 0 w 149273"/>
                <a:gd name="connsiteY1" fmla="*/ 128209 h 167782"/>
                <a:gd name="connsiteX2" fmla="*/ 8709 w 149273"/>
                <a:gd name="connsiteY2" fmla="*/ 103275 h 167782"/>
                <a:gd name="connsiteX3" fmla="*/ 78178 w 149273"/>
                <a:gd name="connsiteY3" fmla="*/ 15148 h 167782"/>
                <a:gd name="connsiteX4" fmla="*/ 134125 w 149273"/>
                <a:gd name="connsiteY4" fmla="*/ 8574 h 167782"/>
                <a:gd name="connsiteX5" fmla="*/ 140700 w 149273"/>
                <a:gd name="connsiteY5" fmla="*/ 64521 h 167782"/>
                <a:gd name="connsiteX6" fmla="*/ 71231 w 149273"/>
                <a:gd name="connsiteY6" fmla="*/ 152697 h 167782"/>
                <a:gd name="connsiteX7" fmla="*/ 39821 w 149273"/>
                <a:gd name="connsiteY7" fmla="*/ 167782 h 16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273" h="167782">
                  <a:moveTo>
                    <a:pt x="39821" y="167782"/>
                  </a:moveTo>
                  <a:cubicBezTo>
                    <a:pt x="17897" y="167850"/>
                    <a:pt x="69" y="150133"/>
                    <a:pt x="0" y="128209"/>
                  </a:cubicBezTo>
                  <a:cubicBezTo>
                    <a:pt x="-28" y="119147"/>
                    <a:pt x="3045" y="110349"/>
                    <a:pt x="8709" y="103275"/>
                  </a:cubicBezTo>
                  <a:lnTo>
                    <a:pt x="78178" y="15148"/>
                  </a:lnTo>
                  <a:cubicBezTo>
                    <a:pt x="91812" y="-2117"/>
                    <a:pt x="116860" y="-5060"/>
                    <a:pt x="134125" y="8574"/>
                  </a:cubicBezTo>
                  <a:cubicBezTo>
                    <a:pt x="151390" y="22207"/>
                    <a:pt x="154334" y="47256"/>
                    <a:pt x="140700" y="64521"/>
                  </a:cubicBezTo>
                  <a:lnTo>
                    <a:pt x="71231" y="152697"/>
                  </a:lnTo>
                  <a:cubicBezTo>
                    <a:pt x="63645" y="162297"/>
                    <a:pt x="52056" y="167863"/>
                    <a:pt x="39821" y="1677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CA8BF29D-5B44-6BD3-53B7-E383C1E586D7}"/>
                </a:ext>
              </a:extLst>
            </p:cNvPr>
            <p:cNvSpPr/>
            <p:nvPr/>
          </p:nvSpPr>
          <p:spPr>
            <a:xfrm>
              <a:off x="7052735" y="1980525"/>
              <a:ext cx="140207" cy="154428"/>
            </a:xfrm>
            <a:custGeom>
              <a:avLst/>
              <a:gdLst>
                <a:gd name="connsiteX0" fmla="*/ 39474 w 140207"/>
                <a:gd name="connsiteY0" fmla="*/ 154428 h 154428"/>
                <a:gd name="connsiteX1" fmla="*/ 1 w 140207"/>
                <a:gd name="connsiteY1" fmla="*/ 114509 h 154428"/>
                <a:gd name="connsiteX2" fmla="*/ 8709 w 140207"/>
                <a:gd name="connsiteY2" fmla="*/ 89921 h 154428"/>
                <a:gd name="connsiteX3" fmla="*/ 69048 w 140207"/>
                <a:gd name="connsiteY3" fmla="*/ 15490 h 154428"/>
                <a:gd name="connsiteX4" fmla="*/ 124717 w 140207"/>
                <a:gd name="connsiteY4" fmla="*/ 8238 h 154428"/>
                <a:gd name="connsiteX5" fmla="*/ 131969 w 140207"/>
                <a:gd name="connsiteY5" fmla="*/ 63907 h 154428"/>
                <a:gd name="connsiteX6" fmla="*/ 130627 w 140207"/>
                <a:gd name="connsiteY6" fmla="*/ 65557 h 154428"/>
                <a:gd name="connsiteX7" fmla="*/ 70338 w 140207"/>
                <a:gd name="connsiteY7" fmla="*/ 139989 h 154428"/>
                <a:gd name="connsiteX8" fmla="*/ 39474 w 140207"/>
                <a:gd name="connsiteY8" fmla="*/ 154428 h 15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07" h="154428">
                  <a:moveTo>
                    <a:pt x="39474" y="154428"/>
                  </a:moveTo>
                  <a:cubicBezTo>
                    <a:pt x="17550" y="154305"/>
                    <a:pt x="-122" y="136433"/>
                    <a:pt x="1" y="114509"/>
                  </a:cubicBezTo>
                  <a:cubicBezTo>
                    <a:pt x="51" y="105566"/>
                    <a:pt x="3119" y="96902"/>
                    <a:pt x="8709" y="89921"/>
                  </a:cubicBezTo>
                  <a:lnTo>
                    <a:pt x="69048" y="15490"/>
                  </a:lnTo>
                  <a:cubicBezTo>
                    <a:pt x="82418" y="-1885"/>
                    <a:pt x="107342" y="-5132"/>
                    <a:pt x="124717" y="8238"/>
                  </a:cubicBezTo>
                  <a:cubicBezTo>
                    <a:pt x="142092" y="21608"/>
                    <a:pt x="145339" y="46532"/>
                    <a:pt x="131969" y="63907"/>
                  </a:cubicBezTo>
                  <a:cubicBezTo>
                    <a:pt x="131537" y="64469"/>
                    <a:pt x="131089" y="65019"/>
                    <a:pt x="130627" y="65557"/>
                  </a:cubicBezTo>
                  <a:lnTo>
                    <a:pt x="70338" y="139989"/>
                  </a:lnTo>
                  <a:cubicBezTo>
                    <a:pt x="62744" y="149197"/>
                    <a:pt x="51409" y="154500"/>
                    <a:pt x="39474" y="1544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273D77DE-A468-0074-3790-A2198B184242}"/>
                </a:ext>
              </a:extLst>
            </p:cNvPr>
            <p:cNvSpPr/>
            <p:nvPr/>
          </p:nvSpPr>
          <p:spPr>
            <a:xfrm>
              <a:off x="7306131" y="1531622"/>
              <a:ext cx="285305" cy="351158"/>
            </a:xfrm>
            <a:custGeom>
              <a:avLst/>
              <a:gdLst>
                <a:gd name="connsiteX0" fmla="*/ 158383 w 285305"/>
                <a:gd name="connsiteY0" fmla="*/ 351159 h 351158"/>
                <a:gd name="connsiteX1" fmla="*/ 123251 w 285305"/>
                <a:gd name="connsiteY1" fmla="*/ 329921 h 351158"/>
                <a:gd name="connsiteX2" fmla="*/ 4558 w 285305"/>
                <a:gd name="connsiteY2" fmla="*/ 103998 h 351158"/>
                <a:gd name="connsiteX3" fmla="*/ 21231 w 285305"/>
                <a:gd name="connsiteY3" fmla="*/ 50408 h 351158"/>
                <a:gd name="connsiteX4" fmla="*/ 108464 w 285305"/>
                <a:gd name="connsiteY4" fmla="*/ 4558 h 351158"/>
                <a:gd name="connsiteX5" fmla="*/ 162055 w 285305"/>
                <a:gd name="connsiteY5" fmla="*/ 21231 h 351158"/>
                <a:gd name="connsiteX6" fmla="*/ 280747 w 285305"/>
                <a:gd name="connsiteY6" fmla="*/ 247204 h 351158"/>
                <a:gd name="connsiteX7" fmla="*/ 264075 w 285305"/>
                <a:gd name="connsiteY7" fmla="*/ 300794 h 351158"/>
                <a:gd name="connsiteX8" fmla="*/ 176842 w 285305"/>
                <a:gd name="connsiteY8" fmla="*/ 346643 h 351158"/>
                <a:gd name="connsiteX9" fmla="*/ 158383 w 285305"/>
                <a:gd name="connsiteY9" fmla="*/ 351159 h 351158"/>
                <a:gd name="connsiteX10" fmla="*/ 93280 w 285305"/>
                <a:gd name="connsiteY10" fmla="*/ 102212 h 351158"/>
                <a:gd name="connsiteX11" fmla="*/ 175055 w 285305"/>
                <a:gd name="connsiteY11" fmla="*/ 258120 h 351158"/>
                <a:gd name="connsiteX12" fmla="*/ 192026 w 285305"/>
                <a:gd name="connsiteY12" fmla="*/ 249238 h 351158"/>
                <a:gd name="connsiteX13" fmla="*/ 110251 w 285305"/>
                <a:gd name="connsiteY13" fmla="*/ 93330 h 351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305" h="351158">
                  <a:moveTo>
                    <a:pt x="158383" y="351159"/>
                  </a:moveTo>
                  <a:cubicBezTo>
                    <a:pt x="143637" y="351154"/>
                    <a:pt x="130108" y="342976"/>
                    <a:pt x="123251" y="329921"/>
                  </a:cubicBezTo>
                  <a:lnTo>
                    <a:pt x="4558" y="103998"/>
                  </a:lnTo>
                  <a:cubicBezTo>
                    <a:pt x="-5630" y="84595"/>
                    <a:pt x="1833" y="60607"/>
                    <a:pt x="21231" y="50408"/>
                  </a:cubicBezTo>
                  <a:lnTo>
                    <a:pt x="108464" y="4558"/>
                  </a:lnTo>
                  <a:cubicBezTo>
                    <a:pt x="127867" y="-5630"/>
                    <a:pt x="151856" y="1833"/>
                    <a:pt x="162055" y="21231"/>
                  </a:cubicBezTo>
                  <a:lnTo>
                    <a:pt x="280747" y="247204"/>
                  </a:lnTo>
                  <a:cubicBezTo>
                    <a:pt x="290936" y="266607"/>
                    <a:pt x="283472" y="290595"/>
                    <a:pt x="264075" y="300794"/>
                  </a:cubicBezTo>
                  <a:lnTo>
                    <a:pt x="176842" y="346643"/>
                  </a:lnTo>
                  <a:cubicBezTo>
                    <a:pt x="171139" y="349606"/>
                    <a:pt x="164809" y="351155"/>
                    <a:pt x="158383" y="351159"/>
                  </a:cubicBezTo>
                  <a:close/>
                  <a:moveTo>
                    <a:pt x="93280" y="102212"/>
                  </a:moveTo>
                  <a:lnTo>
                    <a:pt x="175055" y="258120"/>
                  </a:lnTo>
                  <a:lnTo>
                    <a:pt x="192026" y="249238"/>
                  </a:lnTo>
                  <a:lnTo>
                    <a:pt x="110251" y="93330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DE8195A3-9523-A9CD-2B79-761D2C2875D1}"/>
                </a:ext>
              </a:extLst>
            </p:cNvPr>
            <p:cNvSpPr/>
            <p:nvPr/>
          </p:nvSpPr>
          <p:spPr>
            <a:xfrm>
              <a:off x="6767714" y="1531701"/>
              <a:ext cx="285617" cy="351228"/>
            </a:xfrm>
            <a:custGeom>
              <a:avLst/>
              <a:gdLst>
                <a:gd name="connsiteX0" fmla="*/ 126905 w 285617"/>
                <a:gd name="connsiteY0" fmla="*/ 351079 h 351228"/>
                <a:gd name="connsiteX1" fmla="*/ 108396 w 285617"/>
                <a:gd name="connsiteY1" fmla="*/ 346514 h 351228"/>
                <a:gd name="connsiteX2" fmla="*/ 21213 w 285617"/>
                <a:gd name="connsiteY2" fmla="*/ 300615 h 351228"/>
                <a:gd name="connsiteX3" fmla="*/ 4578 w 285617"/>
                <a:gd name="connsiteY3" fmla="*/ 246997 h 351228"/>
                <a:gd name="connsiteX4" fmla="*/ 4590 w 285617"/>
                <a:gd name="connsiteY4" fmla="*/ 246975 h 351228"/>
                <a:gd name="connsiteX5" fmla="*/ 123679 w 285617"/>
                <a:gd name="connsiteY5" fmla="*/ 21151 h 351228"/>
                <a:gd name="connsiteX6" fmla="*/ 177171 w 285617"/>
                <a:gd name="connsiteY6" fmla="*/ 4528 h 351228"/>
                <a:gd name="connsiteX7" fmla="*/ 264305 w 285617"/>
                <a:gd name="connsiteY7" fmla="*/ 50427 h 351228"/>
                <a:gd name="connsiteX8" fmla="*/ 281092 w 285617"/>
                <a:gd name="connsiteY8" fmla="*/ 103998 h 351228"/>
                <a:gd name="connsiteX9" fmla="*/ 280977 w 285617"/>
                <a:gd name="connsiteY9" fmla="*/ 104216 h 351228"/>
                <a:gd name="connsiteX10" fmla="*/ 161887 w 285617"/>
                <a:gd name="connsiteY10" fmla="*/ 330040 h 351228"/>
                <a:gd name="connsiteX11" fmla="*/ 126756 w 285617"/>
                <a:gd name="connsiteY11" fmla="*/ 351228 h 351228"/>
                <a:gd name="connsiteX12" fmla="*/ 93361 w 285617"/>
                <a:gd name="connsiteY12" fmla="*/ 248861 h 351228"/>
                <a:gd name="connsiteX13" fmla="*/ 110282 w 285617"/>
                <a:gd name="connsiteY13" fmla="*/ 257743 h 351228"/>
                <a:gd name="connsiteX14" fmla="*/ 192206 w 285617"/>
                <a:gd name="connsiteY14" fmla="*/ 102182 h 351228"/>
                <a:gd name="connsiteX15" fmla="*/ 175285 w 285617"/>
                <a:gd name="connsiteY15" fmla="*/ 93250 h 35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5617" h="351228">
                  <a:moveTo>
                    <a:pt x="126905" y="351079"/>
                  </a:moveTo>
                  <a:cubicBezTo>
                    <a:pt x="120456" y="351083"/>
                    <a:pt x="114103" y="349517"/>
                    <a:pt x="108396" y="346514"/>
                  </a:cubicBezTo>
                  <a:lnTo>
                    <a:pt x="21213" y="300615"/>
                  </a:lnTo>
                  <a:cubicBezTo>
                    <a:pt x="1813" y="290402"/>
                    <a:pt x="-5635" y="266396"/>
                    <a:pt x="4578" y="246997"/>
                  </a:cubicBezTo>
                  <a:cubicBezTo>
                    <a:pt x="4582" y="246989"/>
                    <a:pt x="4586" y="246982"/>
                    <a:pt x="4590" y="246975"/>
                  </a:cubicBezTo>
                  <a:lnTo>
                    <a:pt x="123679" y="21151"/>
                  </a:lnTo>
                  <a:cubicBezTo>
                    <a:pt x="133894" y="1830"/>
                    <a:pt x="157804" y="-5600"/>
                    <a:pt x="177171" y="4528"/>
                  </a:cubicBezTo>
                  <a:lnTo>
                    <a:pt x="264305" y="50427"/>
                  </a:lnTo>
                  <a:cubicBezTo>
                    <a:pt x="283733" y="60585"/>
                    <a:pt x="291249" y="84569"/>
                    <a:pt x="281092" y="103998"/>
                  </a:cubicBezTo>
                  <a:cubicBezTo>
                    <a:pt x="281054" y="104071"/>
                    <a:pt x="281016" y="104144"/>
                    <a:pt x="280977" y="104216"/>
                  </a:cubicBezTo>
                  <a:lnTo>
                    <a:pt x="161887" y="330040"/>
                  </a:lnTo>
                  <a:cubicBezTo>
                    <a:pt x="155017" y="343076"/>
                    <a:pt x="141491" y="351233"/>
                    <a:pt x="126756" y="351228"/>
                  </a:cubicBezTo>
                  <a:close/>
                  <a:moveTo>
                    <a:pt x="93361" y="248861"/>
                  </a:moveTo>
                  <a:lnTo>
                    <a:pt x="110282" y="257743"/>
                  </a:lnTo>
                  <a:lnTo>
                    <a:pt x="192206" y="102182"/>
                  </a:lnTo>
                  <a:lnTo>
                    <a:pt x="175285" y="9325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22EA2BD7-C5AC-A331-E105-344E5AB89B66}"/>
              </a:ext>
            </a:extLst>
          </p:cNvPr>
          <p:cNvGrpSpPr/>
          <p:nvPr/>
        </p:nvGrpSpPr>
        <p:grpSpPr>
          <a:xfrm>
            <a:off x="8085148" y="1557120"/>
            <a:ext cx="823902" cy="559522"/>
            <a:chOff x="8085148" y="1557120"/>
            <a:chExt cx="823902" cy="559522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78059E42-44BB-5AD6-171D-F8B1F1FBD204}"/>
                </a:ext>
              </a:extLst>
            </p:cNvPr>
            <p:cNvSpPr/>
            <p:nvPr/>
          </p:nvSpPr>
          <p:spPr>
            <a:xfrm>
              <a:off x="8184588" y="1557120"/>
              <a:ext cx="724462" cy="447975"/>
            </a:xfrm>
            <a:custGeom>
              <a:avLst/>
              <a:gdLst>
                <a:gd name="connsiteX0" fmla="*/ 684766 w 724462"/>
                <a:gd name="connsiteY0" fmla="*/ 447976 h 447975"/>
                <a:gd name="connsiteX1" fmla="*/ 596144 w 724462"/>
                <a:gd name="connsiteY1" fmla="*/ 447976 h 447975"/>
                <a:gd name="connsiteX2" fmla="*/ 556447 w 724462"/>
                <a:gd name="connsiteY2" fmla="*/ 408279 h 447975"/>
                <a:gd name="connsiteX3" fmla="*/ 596144 w 724462"/>
                <a:gd name="connsiteY3" fmla="*/ 368582 h 447975"/>
                <a:gd name="connsiteX4" fmla="*/ 645070 w 724462"/>
                <a:gd name="connsiteY4" fmla="*/ 368582 h 447975"/>
                <a:gd name="connsiteX5" fmla="*/ 645070 w 724462"/>
                <a:gd name="connsiteY5" fmla="*/ 79393 h 447975"/>
                <a:gd name="connsiteX6" fmla="*/ 79393 w 724462"/>
                <a:gd name="connsiteY6" fmla="*/ 79393 h 447975"/>
                <a:gd name="connsiteX7" fmla="*/ 79393 w 724462"/>
                <a:gd name="connsiteY7" fmla="*/ 136655 h 447975"/>
                <a:gd name="connsiteX8" fmla="*/ 39697 w 724462"/>
                <a:gd name="connsiteY8" fmla="*/ 176352 h 447975"/>
                <a:gd name="connsiteX9" fmla="*/ 0 w 724462"/>
                <a:gd name="connsiteY9" fmla="*/ 136655 h 447975"/>
                <a:gd name="connsiteX10" fmla="*/ 0 w 724462"/>
                <a:gd name="connsiteY10" fmla="*/ 39697 h 447975"/>
                <a:gd name="connsiteX11" fmla="*/ 39697 w 724462"/>
                <a:gd name="connsiteY11" fmla="*/ 0 h 447975"/>
                <a:gd name="connsiteX12" fmla="*/ 684766 w 724462"/>
                <a:gd name="connsiteY12" fmla="*/ 0 h 447975"/>
                <a:gd name="connsiteX13" fmla="*/ 724463 w 724462"/>
                <a:gd name="connsiteY13" fmla="*/ 39697 h 447975"/>
                <a:gd name="connsiteX14" fmla="*/ 724463 w 724462"/>
                <a:gd name="connsiteY14" fmla="*/ 408279 h 447975"/>
                <a:gd name="connsiteX15" fmla="*/ 684766 w 724462"/>
                <a:gd name="connsiteY15" fmla="*/ 447976 h 44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462" h="447975">
                  <a:moveTo>
                    <a:pt x="684766" y="447976"/>
                  </a:moveTo>
                  <a:lnTo>
                    <a:pt x="596144" y="447976"/>
                  </a:lnTo>
                  <a:cubicBezTo>
                    <a:pt x="574220" y="447976"/>
                    <a:pt x="556447" y="430203"/>
                    <a:pt x="556447" y="408279"/>
                  </a:cubicBezTo>
                  <a:cubicBezTo>
                    <a:pt x="556447" y="386355"/>
                    <a:pt x="574220" y="368582"/>
                    <a:pt x="596144" y="368582"/>
                  </a:cubicBezTo>
                  <a:lnTo>
                    <a:pt x="645070" y="368582"/>
                  </a:lnTo>
                  <a:lnTo>
                    <a:pt x="645070" y="79393"/>
                  </a:lnTo>
                  <a:lnTo>
                    <a:pt x="79393" y="79393"/>
                  </a:lnTo>
                  <a:lnTo>
                    <a:pt x="79393" y="136655"/>
                  </a:lnTo>
                  <a:cubicBezTo>
                    <a:pt x="79393" y="158579"/>
                    <a:pt x="61620" y="176352"/>
                    <a:pt x="39697" y="176352"/>
                  </a:cubicBezTo>
                  <a:cubicBezTo>
                    <a:pt x="17773" y="176352"/>
                    <a:pt x="0" y="158579"/>
                    <a:pt x="0" y="1366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84766" y="0"/>
                  </a:lnTo>
                  <a:cubicBezTo>
                    <a:pt x="706690" y="0"/>
                    <a:pt x="724463" y="17773"/>
                    <a:pt x="724463" y="39697"/>
                  </a:cubicBezTo>
                  <a:lnTo>
                    <a:pt x="724463" y="408279"/>
                  </a:lnTo>
                  <a:cubicBezTo>
                    <a:pt x="724463" y="430203"/>
                    <a:pt x="706690" y="447976"/>
                    <a:pt x="684766" y="4479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E585833-8F81-DDF2-3F7B-05AF7FC9A35E}"/>
                </a:ext>
              </a:extLst>
            </p:cNvPr>
            <p:cNvSpPr/>
            <p:nvPr/>
          </p:nvSpPr>
          <p:spPr>
            <a:xfrm>
              <a:off x="8091204" y="1671605"/>
              <a:ext cx="207718" cy="212664"/>
            </a:xfrm>
            <a:custGeom>
              <a:avLst/>
              <a:gdLst>
                <a:gd name="connsiteX0" fmla="*/ 93384 w 207718"/>
                <a:gd name="connsiteY0" fmla="*/ 212664 h 212664"/>
                <a:gd name="connsiteX1" fmla="*/ 11658 w 207718"/>
                <a:gd name="connsiteY1" fmla="*/ 177682 h 212664"/>
                <a:gd name="connsiteX2" fmla="*/ 11609 w 207718"/>
                <a:gd name="connsiteY2" fmla="*/ 121511 h 212664"/>
                <a:gd name="connsiteX3" fmla="*/ 67779 w 207718"/>
                <a:gd name="connsiteY3" fmla="*/ 121461 h 212664"/>
                <a:gd name="connsiteX4" fmla="*/ 117400 w 207718"/>
                <a:gd name="connsiteY4" fmla="*/ 122305 h 212664"/>
                <a:gd name="connsiteX5" fmla="*/ 128267 w 207718"/>
                <a:gd name="connsiteY5" fmla="*/ 95559 h 212664"/>
                <a:gd name="connsiteX6" fmla="*/ 116507 w 207718"/>
                <a:gd name="connsiteY6" fmla="*/ 67821 h 212664"/>
                <a:gd name="connsiteX7" fmla="*/ 116532 w 207718"/>
                <a:gd name="connsiteY7" fmla="*/ 11626 h 212664"/>
                <a:gd name="connsiteX8" fmla="*/ 172727 w 207718"/>
                <a:gd name="connsiteY8" fmla="*/ 11651 h 212664"/>
                <a:gd name="connsiteX9" fmla="*/ 207710 w 207718"/>
                <a:gd name="connsiteY9" fmla="*/ 94914 h 212664"/>
                <a:gd name="connsiteX10" fmla="*/ 173571 w 207718"/>
                <a:gd name="connsiteY10" fmla="*/ 178476 h 212664"/>
                <a:gd name="connsiteX11" fmla="*/ 93384 w 207718"/>
                <a:gd name="connsiteY11" fmla="*/ 212664 h 21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718" h="212664">
                  <a:moveTo>
                    <a:pt x="93384" y="212664"/>
                  </a:moveTo>
                  <a:cubicBezTo>
                    <a:pt x="62562" y="212389"/>
                    <a:pt x="33133" y="199791"/>
                    <a:pt x="11658" y="177682"/>
                  </a:cubicBezTo>
                  <a:cubicBezTo>
                    <a:pt x="-3867" y="162184"/>
                    <a:pt x="-3889" y="137036"/>
                    <a:pt x="11609" y="121511"/>
                  </a:cubicBezTo>
                  <a:cubicBezTo>
                    <a:pt x="27106" y="105986"/>
                    <a:pt x="52254" y="105964"/>
                    <a:pt x="67779" y="121461"/>
                  </a:cubicBezTo>
                  <a:cubicBezTo>
                    <a:pt x="83162" y="136794"/>
                    <a:pt x="102514" y="137142"/>
                    <a:pt x="117400" y="122305"/>
                  </a:cubicBezTo>
                  <a:cubicBezTo>
                    <a:pt x="124507" y="115238"/>
                    <a:pt x="128431" y="105581"/>
                    <a:pt x="128267" y="95559"/>
                  </a:cubicBezTo>
                  <a:cubicBezTo>
                    <a:pt x="128144" y="85127"/>
                    <a:pt x="123920" y="75163"/>
                    <a:pt x="116507" y="67821"/>
                  </a:cubicBezTo>
                  <a:cubicBezTo>
                    <a:pt x="100996" y="52297"/>
                    <a:pt x="101007" y="27137"/>
                    <a:pt x="116532" y="11626"/>
                  </a:cubicBezTo>
                  <a:cubicBezTo>
                    <a:pt x="132056" y="-3885"/>
                    <a:pt x="157216" y="-3874"/>
                    <a:pt x="172727" y="11651"/>
                  </a:cubicBezTo>
                  <a:cubicBezTo>
                    <a:pt x="194909" y="33708"/>
                    <a:pt x="207482" y="63633"/>
                    <a:pt x="207710" y="94914"/>
                  </a:cubicBezTo>
                  <a:cubicBezTo>
                    <a:pt x="208100" y="126239"/>
                    <a:pt x="195783" y="156385"/>
                    <a:pt x="173571" y="178476"/>
                  </a:cubicBezTo>
                  <a:cubicBezTo>
                    <a:pt x="152491" y="200139"/>
                    <a:pt x="123610" y="212453"/>
                    <a:pt x="93384" y="2126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3CF440FC-0352-096D-B254-64639DB3F25A}"/>
                </a:ext>
              </a:extLst>
            </p:cNvPr>
            <p:cNvSpPr/>
            <p:nvPr/>
          </p:nvSpPr>
          <p:spPr>
            <a:xfrm>
              <a:off x="8584531" y="1674047"/>
              <a:ext cx="211583" cy="207692"/>
            </a:xfrm>
            <a:custGeom>
              <a:avLst/>
              <a:gdLst>
                <a:gd name="connsiteX0" fmla="*/ 116559 w 211583"/>
                <a:gd name="connsiteY0" fmla="*/ 207692 h 207692"/>
                <a:gd name="connsiteX1" fmla="*/ 34139 w 211583"/>
                <a:gd name="connsiteY1" fmla="*/ 173603 h 207692"/>
                <a:gd name="connsiteX2" fmla="*/ 0 w 211583"/>
                <a:gd name="connsiteY2" fmla="*/ 92473 h 207692"/>
                <a:gd name="connsiteX3" fmla="*/ 34735 w 211583"/>
                <a:gd name="connsiteY3" fmla="*/ 11641 h 207692"/>
                <a:gd name="connsiteX4" fmla="*/ 90881 w 211583"/>
                <a:gd name="connsiteY4" fmla="*/ 11616 h 207692"/>
                <a:gd name="connsiteX5" fmla="*/ 90905 w 211583"/>
                <a:gd name="connsiteY5" fmla="*/ 67762 h 207692"/>
                <a:gd name="connsiteX6" fmla="*/ 79145 w 211583"/>
                <a:gd name="connsiteY6" fmla="*/ 93118 h 207692"/>
                <a:gd name="connsiteX7" fmla="*/ 90012 w 211583"/>
                <a:gd name="connsiteY7" fmla="*/ 117432 h 207692"/>
                <a:gd name="connsiteX8" fmla="*/ 116460 w 211583"/>
                <a:gd name="connsiteY8" fmla="*/ 128299 h 207692"/>
                <a:gd name="connsiteX9" fmla="*/ 116758 w 211583"/>
                <a:gd name="connsiteY9" fmla="*/ 128299 h 207692"/>
                <a:gd name="connsiteX10" fmla="*/ 144545 w 211583"/>
                <a:gd name="connsiteY10" fmla="*/ 116588 h 207692"/>
                <a:gd name="connsiteX11" fmla="*/ 200666 w 211583"/>
                <a:gd name="connsiteY11" fmla="*/ 118026 h 207692"/>
                <a:gd name="connsiteX12" fmla="*/ 200666 w 211583"/>
                <a:gd name="connsiteY12" fmla="*/ 172709 h 207692"/>
                <a:gd name="connsiteX13" fmla="*/ 117403 w 211583"/>
                <a:gd name="connsiteY13" fmla="*/ 207692 h 207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583" h="207692">
                  <a:moveTo>
                    <a:pt x="116559" y="207692"/>
                  </a:moveTo>
                  <a:cubicBezTo>
                    <a:pt x="85636" y="207793"/>
                    <a:pt x="55957" y="195518"/>
                    <a:pt x="34139" y="173603"/>
                  </a:cubicBezTo>
                  <a:cubicBezTo>
                    <a:pt x="12256" y="152289"/>
                    <a:pt x="-61" y="123020"/>
                    <a:pt x="0" y="92473"/>
                  </a:cubicBezTo>
                  <a:cubicBezTo>
                    <a:pt x="495" y="62009"/>
                    <a:pt x="12975" y="32967"/>
                    <a:pt x="34735" y="11641"/>
                  </a:cubicBezTo>
                  <a:cubicBezTo>
                    <a:pt x="50232" y="-3870"/>
                    <a:pt x="75370" y="-3882"/>
                    <a:pt x="90881" y="11616"/>
                  </a:cubicBezTo>
                  <a:cubicBezTo>
                    <a:pt x="106392" y="27113"/>
                    <a:pt x="106403" y="52250"/>
                    <a:pt x="90905" y="67762"/>
                  </a:cubicBezTo>
                  <a:cubicBezTo>
                    <a:pt x="83783" y="74323"/>
                    <a:pt x="79553" y="83442"/>
                    <a:pt x="79145" y="93118"/>
                  </a:cubicBezTo>
                  <a:cubicBezTo>
                    <a:pt x="79292" y="102367"/>
                    <a:pt x="83219" y="111153"/>
                    <a:pt x="90012" y="117432"/>
                  </a:cubicBezTo>
                  <a:cubicBezTo>
                    <a:pt x="97011" y="124460"/>
                    <a:pt x="106542" y="128376"/>
                    <a:pt x="116460" y="128299"/>
                  </a:cubicBezTo>
                  <a:lnTo>
                    <a:pt x="116758" y="128299"/>
                  </a:lnTo>
                  <a:cubicBezTo>
                    <a:pt x="127207" y="128235"/>
                    <a:pt x="137202" y="124022"/>
                    <a:pt x="144545" y="116588"/>
                  </a:cubicBezTo>
                  <a:cubicBezTo>
                    <a:pt x="160440" y="101488"/>
                    <a:pt x="185566" y="102131"/>
                    <a:pt x="200666" y="118026"/>
                  </a:cubicBezTo>
                  <a:cubicBezTo>
                    <a:pt x="215223" y="133347"/>
                    <a:pt x="215223" y="157388"/>
                    <a:pt x="200666" y="172709"/>
                  </a:cubicBezTo>
                  <a:cubicBezTo>
                    <a:pt x="178634" y="194928"/>
                    <a:pt x="148693" y="207507"/>
                    <a:pt x="117403" y="2076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C747C473-C7E3-9522-F48E-8C828B56467B}"/>
                </a:ext>
              </a:extLst>
            </p:cNvPr>
            <p:cNvSpPr/>
            <p:nvPr/>
          </p:nvSpPr>
          <p:spPr>
            <a:xfrm>
              <a:off x="8589283" y="1899656"/>
              <a:ext cx="206930" cy="212620"/>
            </a:xfrm>
            <a:custGeom>
              <a:avLst/>
              <a:gdLst>
                <a:gd name="connsiteX0" fmla="*/ 63029 w 206930"/>
                <a:gd name="connsiteY0" fmla="*/ 212620 h 212620"/>
                <a:gd name="connsiteX1" fmla="*/ 34944 w 206930"/>
                <a:gd name="connsiteY1" fmla="*/ 201009 h 212620"/>
                <a:gd name="connsiteX2" fmla="*/ 34051 w 206930"/>
                <a:gd name="connsiteY2" fmla="*/ 34184 h 212620"/>
                <a:gd name="connsiteX3" fmla="*/ 196013 w 206930"/>
                <a:gd name="connsiteY3" fmla="*/ 35077 h 212620"/>
                <a:gd name="connsiteX4" fmla="*/ 194576 w 206930"/>
                <a:gd name="connsiteY4" fmla="*/ 91198 h 212620"/>
                <a:gd name="connsiteX5" fmla="*/ 139892 w 206930"/>
                <a:gd name="connsiteY5" fmla="*/ 91198 h 212620"/>
                <a:gd name="connsiteX6" fmla="*/ 90271 w 206930"/>
                <a:gd name="connsiteY6" fmla="*/ 90355 h 212620"/>
                <a:gd name="connsiteX7" fmla="*/ 91099 w 206930"/>
                <a:gd name="connsiteY7" fmla="*/ 144874 h 212620"/>
                <a:gd name="connsiteX8" fmla="*/ 91164 w 206930"/>
                <a:gd name="connsiteY8" fmla="*/ 144937 h 212620"/>
                <a:gd name="connsiteX9" fmla="*/ 90997 w 206930"/>
                <a:gd name="connsiteY9" fmla="*/ 201077 h 212620"/>
                <a:gd name="connsiteX10" fmla="*/ 63029 w 206930"/>
                <a:gd name="connsiteY10" fmla="*/ 212620 h 21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930" h="212620">
                  <a:moveTo>
                    <a:pt x="63029" y="212620"/>
                  </a:moveTo>
                  <a:cubicBezTo>
                    <a:pt x="52498" y="212628"/>
                    <a:pt x="42395" y="208451"/>
                    <a:pt x="34944" y="201009"/>
                  </a:cubicBezTo>
                  <a:cubicBezTo>
                    <a:pt x="-11297" y="155157"/>
                    <a:pt x="-11697" y="80528"/>
                    <a:pt x="34051" y="34184"/>
                  </a:cubicBezTo>
                  <a:cubicBezTo>
                    <a:pt x="80000" y="-11715"/>
                    <a:pt x="149618" y="-11368"/>
                    <a:pt x="196013" y="35077"/>
                  </a:cubicBezTo>
                  <a:cubicBezTo>
                    <a:pt x="211114" y="50971"/>
                    <a:pt x="210470" y="76098"/>
                    <a:pt x="194576" y="91198"/>
                  </a:cubicBezTo>
                  <a:cubicBezTo>
                    <a:pt x="179254" y="105755"/>
                    <a:pt x="155214" y="105755"/>
                    <a:pt x="139892" y="91198"/>
                  </a:cubicBezTo>
                  <a:cubicBezTo>
                    <a:pt x="124559" y="75865"/>
                    <a:pt x="105157" y="75518"/>
                    <a:pt x="90271" y="90355"/>
                  </a:cubicBezTo>
                  <a:cubicBezTo>
                    <a:pt x="75445" y="105638"/>
                    <a:pt x="75815" y="130047"/>
                    <a:pt x="91099" y="144874"/>
                  </a:cubicBezTo>
                  <a:cubicBezTo>
                    <a:pt x="91120" y="144895"/>
                    <a:pt x="91142" y="144916"/>
                    <a:pt x="91164" y="144937"/>
                  </a:cubicBezTo>
                  <a:cubicBezTo>
                    <a:pt x="106621" y="160486"/>
                    <a:pt x="106546" y="185620"/>
                    <a:pt x="90997" y="201077"/>
                  </a:cubicBezTo>
                  <a:cubicBezTo>
                    <a:pt x="83564" y="208466"/>
                    <a:pt x="73510" y="212615"/>
                    <a:pt x="63029" y="212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9A764EF-9276-E474-AF6D-A96F75ECC9BC}"/>
                </a:ext>
              </a:extLst>
            </p:cNvPr>
            <p:cNvSpPr/>
            <p:nvPr/>
          </p:nvSpPr>
          <p:spPr>
            <a:xfrm>
              <a:off x="8091197" y="1902076"/>
              <a:ext cx="212649" cy="207619"/>
            </a:xfrm>
            <a:custGeom>
              <a:avLst/>
              <a:gdLst>
                <a:gd name="connsiteX0" fmla="*/ 149512 w 212649"/>
                <a:gd name="connsiteY0" fmla="*/ 207620 h 207619"/>
                <a:gd name="connsiteX1" fmla="*/ 109834 w 212649"/>
                <a:gd name="connsiteY1" fmla="*/ 167905 h 207619"/>
                <a:gd name="connsiteX2" fmla="*/ 121427 w 212649"/>
                <a:gd name="connsiteY2" fmla="*/ 139887 h 207619"/>
                <a:gd name="connsiteX3" fmla="*/ 122320 w 212649"/>
                <a:gd name="connsiteY3" fmla="*/ 90267 h 207619"/>
                <a:gd name="connsiteX4" fmla="*/ 67737 w 212649"/>
                <a:gd name="connsiteY4" fmla="*/ 91160 h 207619"/>
                <a:gd name="connsiteX5" fmla="*/ 11591 w 212649"/>
                <a:gd name="connsiteY5" fmla="*/ 91086 h 207619"/>
                <a:gd name="connsiteX6" fmla="*/ 11665 w 212649"/>
                <a:gd name="connsiteY6" fmla="*/ 34940 h 207619"/>
                <a:gd name="connsiteX7" fmla="*/ 178441 w 212649"/>
                <a:gd name="connsiteY7" fmla="*/ 34047 h 207619"/>
                <a:gd name="connsiteX8" fmla="*/ 177597 w 212649"/>
                <a:gd name="connsiteY8" fmla="*/ 196008 h 207619"/>
                <a:gd name="connsiteX9" fmla="*/ 149512 w 212649"/>
                <a:gd name="connsiteY9" fmla="*/ 207620 h 20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649" h="207619">
                  <a:moveTo>
                    <a:pt x="149512" y="207620"/>
                  </a:moveTo>
                  <a:cubicBezTo>
                    <a:pt x="127588" y="207610"/>
                    <a:pt x="109824" y="189829"/>
                    <a:pt x="109834" y="167905"/>
                  </a:cubicBezTo>
                  <a:cubicBezTo>
                    <a:pt x="109838" y="157400"/>
                    <a:pt x="114007" y="147325"/>
                    <a:pt x="121427" y="139887"/>
                  </a:cubicBezTo>
                  <a:cubicBezTo>
                    <a:pt x="136809" y="124505"/>
                    <a:pt x="137156" y="105153"/>
                    <a:pt x="122320" y="90267"/>
                  </a:cubicBezTo>
                  <a:cubicBezTo>
                    <a:pt x="107000" y="75443"/>
                    <a:pt x="82564" y="75843"/>
                    <a:pt x="67737" y="91160"/>
                  </a:cubicBezTo>
                  <a:cubicBezTo>
                    <a:pt x="52212" y="106644"/>
                    <a:pt x="27075" y="106610"/>
                    <a:pt x="11591" y="91086"/>
                  </a:cubicBezTo>
                  <a:cubicBezTo>
                    <a:pt x="-3893" y="75561"/>
                    <a:pt x="-3859" y="50423"/>
                    <a:pt x="11665" y="34940"/>
                  </a:cubicBezTo>
                  <a:cubicBezTo>
                    <a:pt x="57500" y="-11296"/>
                    <a:pt x="132114" y="-11695"/>
                    <a:pt x="178441" y="34047"/>
                  </a:cubicBezTo>
                  <a:cubicBezTo>
                    <a:pt x="224390" y="79946"/>
                    <a:pt x="223993" y="149613"/>
                    <a:pt x="177597" y="196008"/>
                  </a:cubicBezTo>
                  <a:cubicBezTo>
                    <a:pt x="170146" y="203451"/>
                    <a:pt x="160043" y="207628"/>
                    <a:pt x="149512" y="2076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DBE4473-20AA-B882-3967-45DAC94A9359}"/>
                </a:ext>
              </a:extLst>
            </p:cNvPr>
            <p:cNvSpPr/>
            <p:nvPr/>
          </p:nvSpPr>
          <p:spPr>
            <a:xfrm>
              <a:off x="8085148" y="1668667"/>
              <a:ext cx="724462" cy="447975"/>
            </a:xfrm>
            <a:custGeom>
              <a:avLst/>
              <a:gdLst>
                <a:gd name="connsiteX0" fmla="*/ 684766 w 724462"/>
                <a:gd name="connsiteY0" fmla="*/ 447976 h 447975"/>
                <a:gd name="connsiteX1" fmla="*/ 39697 w 724462"/>
                <a:gd name="connsiteY1" fmla="*/ 447976 h 447975"/>
                <a:gd name="connsiteX2" fmla="*/ 0 w 724462"/>
                <a:gd name="connsiteY2" fmla="*/ 408279 h 447975"/>
                <a:gd name="connsiteX3" fmla="*/ 0 w 724462"/>
                <a:gd name="connsiteY3" fmla="*/ 39697 h 447975"/>
                <a:gd name="connsiteX4" fmla="*/ 39697 w 724462"/>
                <a:gd name="connsiteY4" fmla="*/ 0 h 447975"/>
                <a:gd name="connsiteX5" fmla="*/ 684766 w 724462"/>
                <a:gd name="connsiteY5" fmla="*/ 0 h 447975"/>
                <a:gd name="connsiteX6" fmla="*/ 724463 w 724462"/>
                <a:gd name="connsiteY6" fmla="*/ 39697 h 447975"/>
                <a:gd name="connsiteX7" fmla="*/ 724463 w 724462"/>
                <a:gd name="connsiteY7" fmla="*/ 408279 h 447975"/>
                <a:gd name="connsiteX8" fmla="*/ 684766 w 724462"/>
                <a:gd name="connsiteY8" fmla="*/ 447976 h 447975"/>
                <a:gd name="connsiteX9" fmla="*/ 79393 w 724462"/>
                <a:gd name="connsiteY9" fmla="*/ 368582 h 447975"/>
                <a:gd name="connsiteX10" fmla="*/ 645070 w 724462"/>
                <a:gd name="connsiteY10" fmla="*/ 368582 h 447975"/>
                <a:gd name="connsiteX11" fmla="*/ 645070 w 724462"/>
                <a:gd name="connsiteY11" fmla="*/ 79393 h 447975"/>
                <a:gd name="connsiteX12" fmla="*/ 79393 w 724462"/>
                <a:gd name="connsiteY12" fmla="*/ 79393 h 44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4462" h="447975">
                  <a:moveTo>
                    <a:pt x="684766" y="447976"/>
                  </a:moveTo>
                  <a:lnTo>
                    <a:pt x="39697" y="447976"/>
                  </a:lnTo>
                  <a:cubicBezTo>
                    <a:pt x="17773" y="447976"/>
                    <a:pt x="0" y="430203"/>
                    <a:pt x="0" y="4082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84766" y="0"/>
                  </a:lnTo>
                  <a:cubicBezTo>
                    <a:pt x="706690" y="0"/>
                    <a:pt x="724463" y="17773"/>
                    <a:pt x="724463" y="39697"/>
                  </a:cubicBezTo>
                  <a:lnTo>
                    <a:pt x="724463" y="408279"/>
                  </a:lnTo>
                  <a:cubicBezTo>
                    <a:pt x="724463" y="430203"/>
                    <a:pt x="706690" y="447976"/>
                    <a:pt x="684766" y="447976"/>
                  </a:cubicBezTo>
                  <a:close/>
                  <a:moveTo>
                    <a:pt x="79393" y="368582"/>
                  </a:moveTo>
                  <a:lnTo>
                    <a:pt x="645070" y="368582"/>
                  </a:lnTo>
                  <a:lnTo>
                    <a:pt x="64507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37983383-0F08-E4C8-819D-3214FD466EDF}"/>
              </a:ext>
            </a:extLst>
          </p:cNvPr>
          <p:cNvGrpSpPr/>
          <p:nvPr/>
        </p:nvGrpSpPr>
        <p:grpSpPr>
          <a:xfrm>
            <a:off x="9411636" y="1425030"/>
            <a:ext cx="805940" cy="823703"/>
            <a:chOff x="9411636" y="1425030"/>
            <a:chExt cx="805940" cy="823703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ED03DC57-5568-6B9D-0FDB-E6E30F66E5A9}"/>
                </a:ext>
              </a:extLst>
            </p:cNvPr>
            <p:cNvSpPr/>
            <p:nvPr/>
          </p:nvSpPr>
          <p:spPr>
            <a:xfrm>
              <a:off x="9469394" y="1859211"/>
              <a:ext cx="79393" cy="363421"/>
            </a:xfrm>
            <a:custGeom>
              <a:avLst/>
              <a:gdLst>
                <a:gd name="connsiteX0" fmla="*/ 39697 w 79393"/>
                <a:gd name="connsiteY0" fmla="*/ 363422 h 363421"/>
                <a:gd name="connsiteX1" fmla="*/ 0 w 79393"/>
                <a:gd name="connsiteY1" fmla="*/ 323725 h 363421"/>
                <a:gd name="connsiteX2" fmla="*/ 0 w 79393"/>
                <a:gd name="connsiteY2" fmla="*/ 39697 h 363421"/>
                <a:gd name="connsiteX3" fmla="*/ 39697 w 79393"/>
                <a:gd name="connsiteY3" fmla="*/ 0 h 363421"/>
                <a:gd name="connsiteX4" fmla="*/ 79393 w 79393"/>
                <a:gd name="connsiteY4" fmla="*/ 39697 h 363421"/>
                <a:gd name="connsiteX5" fmla="*/ 79393 w 79393"/>
                <a:gd name="connsiteY5" fmla="*/ 323626 h 363421"/>
                <a:gd name="connsiteX6" fmla="*/ 39796 w 79393"/>
                <a:gd name="connsiteY6" fmla="*/ 363422 h 363421"/>
                <a:gd name="connsiteX7" fmla="*/ 39697 w 79393"/>
                <a:gd name="connsiteY7" fmla="*/ 363422 h 36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363421">
                  <a:moveTo>
                    <a:pt x="39697" y="363422"/>
                  </a:moveTo>
                  <a:cubicBezTo>
                    <a:pt x="17773" y="363422"/>
                    <a:pt x="0" y="345649"/>
                    <a:pt x="0" y="32372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448" y="345550"/>
                    <a:pt x="61720" y="363367"/>
                    <a:pt x="39796" y="363422"/>
                  </a:cubicBezTo>
                  <a:cubicBezTo>
                    <a:pt x="39763" y="363422"/>
                    <a:pt x="39730" y="363422"/>
                    <a:pt x="39697" y="3634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F1C6DFAC-5473-18B5-E2D6-32C30EEAA920}"/>
                </a:ext>
              </a:extLst>
            </p:cNvPr>
            <p:cNvSpPr/>
            <p:nvPr/>
          </p:nvSpPr>
          <p:spPr>
            <a:xfrm>
              <a:off x="9767466" y="1425030"/>
              <a:ext cx="79393" cy="291720"/>
            </a:xfrm>
            <a:custGeom>
              <a:avLst/>
              <a:gdLst>
                <a:gd name="connsiteX0" fmla="*/ 39697 w 79393"/>
                <a:gd name="connsiteY0" fmla="*/ 291720 h 291720"/>
                <a:gd name="connsiteX1" fmla="*/ 0 w 79393"/>
                <a:gd name="connsiteY1" fmla="*/ 252023 h 291720"/>
                <a:gd name="connsiteX2" fmla="*/ 0 w 79393"/>
                <a:gd name="connsiteY2" fmla="*/ 39697 h 291720"/>
                <a:gd name="connsiteX3" fmla="*/ 39697 w 79393"/>
                <a:gd name="connsiteY3" fmla="*/ 0 h 291720"/>
                <a:gd name="connsiteX4" fmla="*/ 79393 w 79393"/>
                <a:gd name="connsiteY4" fmla="*/ 39697 h 291720"/>
                <a:gd name="connsiteX5" fmla="*/ 79393 w 79393"/>
                <a:gd name="connsiteY5" fmla="*/ 252023 h 291720"/>
                <a:gd name="connsiteX6" fmla="*/ 39697 w 79393"/>
                <a:gd name="connsiteY6" fmla="*/ 291720 h 29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91720">
                  <a:moveTo>
                    <a:pt x="39697" y="291720"/>
                  </a:moveTo>
                  <a:cubicBezTo>
                    <a:pt x="17773" y="291720"/>
                    <a:pt x="0" y="273947"/>
                    <a:pt x="0" y="2520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52023"/>
                  </a:lnTo>
                  <a:cubicBezTo>
                    <a:pt x="79393" y="273947"/>
                    <a:pt x="61620" y="291720"/>
                    <a:pt x="39697" y="2917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B9E1A867-86BE-510D-9650-175A19729998}"/>
                </a:ext>
              </a:extLst>
            </p:cNvPr>
            <p:cNvSpPr/>
            <p:nvPr/>
          </p:nvSpPr>
          <p:spPr>
            <a:xfrm>
              <a:off x="9769203" y="1425030"/>
              <a:ext cx="253810" cy="191039"/>
            </a:xfrm>
            <a:custGeom>
              <a:avLst/>
              <a:gdLst>
                <a:gd name="connsiteX0" fmla="*/ 214114 w 253810"/>
                <a:gd name="connsiteY0" fmla="*/ 191040 h 191039"/>
                <a:gd name="connsiteX1" fmla="*/ 39697 w 253810"/>
                <a:gd name="connsiteY1" fmla="*/ 191040 h 191039"/>
                <a:gd name="connsiteX2" fmla="*/ 0 w 253810"/>
                <a:gd name="connsiteY2" fmla="*/ 151343 h 191039"/>
                <a:gd name="connsiteX3" fmla="*/ 0 w 253810"/>
                <a:gd name="connsiteY3" fmla="*/ 39697 h 191039"/>
                <a:gd name="connsiteX4" fmla="*/ 39697 w 253810"/>
                <a:gd name="connsiteY4" fmla="*/ 0 h 191039"/>
                <a:gd name="connsiteX5" fmla="*/ 214114 w 253810"/>
                <a:gd name="connsiteY5" fmla="*/ 0 h 191039"/>
                <a:gd name="connsiteX6" fmla="*/ 253810 w 253810"/>
                <a:gd name="connsiteY6" fmla="*/ 39697 h 191039"/>
                <a:gd name="connsiteX7" fmla="*/ 253810 w 253810"/>
                <a:gd name="connsiteY7" fmla="*/ 151343 h 191039"/>
                <a:gd name="connsiteX8" fmla="*/ 214114 w 253810"/>
                <a:gd name="connsiteY8" fmla="*/ 191040 h 191039"/>
                <a:gd name="connsiteX9" fmla="*/ 79393 w 253810"/>
                <a:gd name="connsiteY9" fmla="*/ 111647 h 191039"/>
                <a:gd name="connsiteX10" fmla="*/ 174417 w 253810"/>
                <a:gd name="connsiteY10" fmla="*/ 111647 h 191039"/>
                <a:gd name="connsiteX11" fmla="*/ 174417 w 253810"/>
                <a:gd name="connsiteY11" fmla="*/ 79393 h 191039"/>
                <a:gd name="connsiteX12" fmla="*/ 79393 w 253810"/>
                <a:gd name="connsiteY12" fmla="*/ 79393 h 191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810" h="191039">
                  <a:moveTo>
                    <a:pt x="214114" y="191040"/>
                  </a:moveTo>
                  <a:lnTo>
                    <a:pt x="39697" y="191040"/>
                  </a:lnTo>
                  <a:cubicBezTo>
                    <a:pt x="17773" y="191040"/>
                    <a:pt x="0" y="173267"/>
                    <a:pt x="0" y="15134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4114" y="0"/>
                  </a:lnTo>
                  <a:cubicBezTo>
                    <a:pt x="236037" y="0"/>
                    <a:pt x="253810" y="17773"/>
                    <a:pt x="253810" y="39697"/>
                  </a:cubicBezTo>
                  <a:lnTo>
                    <a:pt x="253810" y="151343"/>
                  </a:lnTo>
                  <a:cubicBezTo>
                    <a:pt x="253810" y="173267"/>
                    <a:pt x="236037" y="191040"/>
                    <a:pt x="214114" y="191040"/>
                  </a:cubicBezTo>
                  <a:close/>
                  <a:moveTo>
                    <a:pt x="79393" y="111647"/>
                  </a:moveTo>
                  <a:lnTo>
                    <a:pt x="174417" y="111647"/>
                  </a:lnTo>
                  <a:lnTo>
                    <a:pt x="17441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6903AFA6-BDE3-F0AB-2719-E33558660265}"/>
                </a:ext>
              </a:extLst>
            </p:cNvPr>
            <p:cNvSpPr/>
            <p:nvPr/>
          </p:nvSpPr>
          <p:spPr>
            <a:xfrm>
              <a:off x="9411636" y="1666778"/>
              <a:ext cx="805940" cy="162664"/>
            </a:xfrm>
            <a:custGeom>
              <a:avLst/>
              <a:gdLst>
                <a:gd name="connsiteX0" fmla="*/ 766244 w 805940"/>
                <a:gd name="connsiteY0" fmla="*/ 162661 h 162664"/>
                <a:gd name="connsiteX1" fmla="*/ 530892 w 805940"/>
                <a:gd name="connsiteY1" fmla="*/ 162661 h 162664"/>
                <a:gd name="connsiteX2" fmla="*/ 510052 w 805940"/>
                <a:gd name="connsiteY2" fmla="*/ 156756 h 162664"/>
                <a:gd name="connsiteX3" fmla="*/ 395130 w 805940"/>
                <a:gd name="connsiteY3" fmla="*/ 86146 h 162664"/>
                <a:gd name="connsiteX4" fmla="*/ 276437 w 805940"/>
                <a:gd name="connsiteY4" fmla="*/ 157203 h 162664"/>
                <a:gd name="connsiteX5" fmla="*/ 255894 w 805940"/>
                <a:gd name="connsiteY5" fmla="*/ 162661 h 162664"/>
                <a:gd name="connsiteX6" fmla="*/ 39697 w 805940"/>
                <a:gd name="connsiteY6" fmla="*/ 162661 h 162664"/>
                <a:gd name="connsiteX7" fmla="*/ 0 w 805940"/>
                <a:gd name="connsiteY7" fmla="*/ 122964 h 162664"/>
                <a:gd name="connsiteX8" fmla="*/ 39697 w 805940"/>
                <a:gd name="connsiteY8" fmla="*/ 83268 h 162664"/>
                <a:gd name="connsiteX9" fmla="*/ 244928 w 805940"/>
                <a:gd name="connsiteY9" fmla="*/ 83268 h 162664"/>
                <a:gd name="connsiteX10" fmla="*/ 375083 w 805940"/>
                <a:gd name="connsiteY10" fmla="*/ 5611 h 162664"/>
                <a:gd name="connsiteX11" fmla="*/ 416268 w 805940"/>
                <a:gd name="connsiteY11" fmla="*/ 5909 h 162664"/>
                <a:gd name="connsiteX12" fmla="*/ 542156 w 805940"/>
                <a:gd name="connsiteY12" fmla="*/ 83268 h 162664"/>
                <a:gd name="connsiteX13" fmla="*/ 766244 w 805940"/>
                <a:gd name="connsiteY13" fmla="*/ 83268 h 162664"/>
                <a:gd name="connsiteX14" fmla="*/ 805940 w 805940"/>
                <a:gd name="connsiteY14" fmla="*/ 122964 h 162664"/>
                <a:gd name="connsiteX15" fmla="*/ 766244 w 805940"/>
                <a:gd name="connsiteY15" fmla="*/ 162661 h 16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5940" h="162664">
                  <a:moveTo>
                    <a:pt x="766244" y="162661"/>
                  </a:moveTo>
                  <a:lnTo>
                    <a:pt x="530892" y="162661"/>
                  </a:lnTo>
                  <a:cubicBezTo>
                    <a:pt x="523536" y="162634"/>
                    <a:pt x="516328" y="160592"/>
                    <a:pt x="510052" y="156756"/>
                  </a:cubicBezTo>
                  <a:lnTo>
                    <a:pt x="395130" y="86146"/>
                  </a:lnTo>
                  <a:lnTo>
                    <a:pt x="276437" y="157203"/>
                  </a:lnTo>
                  <a:cubicBezTo>
                    <a:pt x="270221" y="160874"/>
                    <a:pt x="263113" y="162763"/>
                    <a:pt x="255894" y="162661"/>
                  </a:cubicBezTo>
                  <a:lnTo>
                    <a:pt x="39697" y="162661"/>
                  </a:lnTo>
                  <a:cubicBezTo>
                    <a:pt x="17773" y="162661"/>
                    <a:pt x="0" y="144888"/>
                    <a:pt x="0" y="122964"/>
                  </a:cubicBezTo>
                  <a:cubicBezTo>
                    <a:pt x="0" y="101040"/>
                    <a:pt x="17773" y="83268"/>
                    <a:pt x="39697" y="83268"/>
                  </a:cubicBezTo>
                  <a:lnTo>
                    <a:pt x="244928" y="83268"/>
                  </a:lnTo>
                  <a:lnTo>
                    <a:pt x="375083" y="5611"/>
                  </a:lnTo>
                  <a:cubicBezTo>
                    <a:pt x="387793" y="-1976"/>
                    <a:pt x="403669" y="-1861"/>
                    <a:pt x="416268" y="5909"/>
                  </a:cubicBezTo>
                  <a:lnTo>
                    <a:pt x="542156" y="83268"/>
                  </a:lnTo>
                  <a:lnTo>
                    <a:pt x="766244" y="83268"/>
                  </a:lnTo>
                  <a:cubicBezTo>
                    <a:pt x="788167" y="83268"/>
                    <a:pt x="805940" y="101040"/>
                    <a:pt x="805940" y="122964"/>
                  </a:cubicBezTo>
                  <a:cubicBezTo>
                    <a:pt x="805940" y="144888"/>
                    <a:pt x="788167" y="162661"/>
                    <a:pt x="766244" y="1626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B6648607-B1A3-238F-AEFA-A37298ADB771}"/>
                </a:ext>
              </a:extLst>
            </p:cNvPr>
            <p:cNvSpPr/>
            <p:nvPr/>
          </p:nvSpPr>
          <p:spPr>
            <a:xfrm>
              <a:off x="9411636" y="1854844"/>
              <a:ext cx="805940" cy="79393"/>
            </a:xfrm>
            <a:custGeom>
              <a:avLst/>
              <a:gdLst>
                <a:gd name="connsiteX0" fmla="*/ 766244 w 805940"/>
                <a:gd name="connsiteY0" fmla="*/ 79393 h 79393"/>
                <a:gd name="connsiteX1" fmla="*/ 39697 w 805940"/>
                <a:gd name="connsiteY1" fmla="*/ 79393 h 79393"/>
                <a:gd name="connsiteX2" fmla="*/ 0 w 805940"/>
                <a:gd name="connsiteY2" fmla="*/ 39697 h 79393"/>
                <a:gd name="connsiteX3" fmla="*/ 39697 w 805940"/>
                <a:gd name="connsiteY3" fmla="*/ 0 h 79393"/>
                <a:gd name="connsiteX4" fmla="*/ 766244 w 805940"/>
                <a:gd name="connsiteY4" fmla="*/ 0 h 79393"/>
                <a:gd name="connsiteX5" fmla="*/ 805940 w 805940"/>
                <a:gd name="connsiteY5" fmla="*/ 39697 h 79393"/>
                <a:gd name="connsiteX6" fmla="*/ 766244 w 80594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5940" h="79393">
                  <a:moveTo>
                    <a:pt x="76624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66244" y="0"/>
                  </a:lnTo>
                  <a:cubicBezTo>
                    <a:pt x="788167" y="0"/>
                    <a:pt x="805940" y="17773"/>
                    <a:pt x="805940" y="39697"/>
                  </a:cubicBezTo>
                  <a:cubicBezTo>
                    <a:pt x="805940" y="61620"/>
                    <a:pt x="788167" y="79393"/>
                    <a:pt x="76624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5E2A7857-AC41-326B-E2B3-C38096F73652}"/>
                </a:ext>
              </a:extLst>
            </p:cNvPr>
            <p:cNvSpPr/>
            <p:nvPr/>
          </p:nvSpPr>
          <p:spPr>
            <a:xfrm>
              <a:off x="9411636" y="2169340"/>
              <a:ext cx="805940" cy="79393"/>
            </a:xfrm>
            <a:custGeom>
              <a:avLst/>
              <a:gdLst>
                <a:gd name="connsiteX0" fmla="*/ 766244 w 805940"/>
                <a:gd name="connsiteY0" fmla="*/ 79393 h 79393"/>
                <a:gd name="connsiteX1" fmla="*/ 39697 w 805940"/>
                <a:gd name="connsiteY1" fmla="*/ 79393 h 79393"/>
                <a:gd name="connsiteX2" fmla="*/ 0 w 805940"/>
                <a:gd name="connsiteY2" fmla="*/ 39697 h 79393"/>
                <a:gd name="connsiteX3" fmla="*/ 39697 w 805940"/>
                <a:gd name="connsiteY3" fmla="*/ 0 h 79393"/>
                <a:gd name="connsiteX4" fmla="*/ 766244 w 805940"/>
                <a:gd name="connsiteY4" fmla="*/ 0 h 79393"/>
                <a:gd name="connsiteX5" fmla="*/ 805940 w 805940"/>
                <a:gd name="connsiteY5" fmla="*/ 39697 h 79393"/>
                <a:gd name="connsiteX6" fmla="*/ 766244 w 80594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5940" h="79393">
                  <a:moveTo>
                    <a:pt x="76624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66244" y="0"/>
                  </a:lnTo>
                  <a:cubicBezTo>
                    <a:pt x="788167" y="0"/>
                    <a:pt x="805940" y="17773"/>
                    <a:pt x="805940" y="39697"/>
                  </a:cubicBezTo>
                  <a:cubicBezTo>
                    <a:pt x="805940" y="61620"/>
                    <a:pt x="788167" y="79393"/>
                    <a:pt x="76624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59C93571-81C2-E579-C677-A33F52694424}"/>
                </a:ext>
              </a:extLst>
            </p:cNvPr>
            <p:cNvSpPr/>
            <p:nvPr/>
          </p:nvSpPr>
          <p:spPr>
            <a:xfrm>
              <a:off x="10091639" y="1854844"/>
              <a:ext cx="79393" cy="376521"/>
            </a:xfrm>
            <a:custGeom>
              <a:avLst/>
              <a:gdLst>
                <a:gd name="connsiteX0" fmla="*/ 39697 w 79393"/>
                <a:gd name="connsiteY0" fmla="*/ 376522 h 376521"/>
                <a:gd name="connsiteX1" fmla="*/ 0 w 79393"/>
                <a:gd name="connsiteY1" fmla="*/ 336825 h 376521"/>
                <a:gd name="connsiteX2" fmla="*/ 0 w 79393"/>
                <a:gd name="connsiteY2" fmla="*/ 39697 h 376521"/>
                <a:gd name="connsiteX3" fmla="*/ 39697 w 79393"/>
                <a:gd name="connsiteY3" fmla="*/ 0 h 376521"/>
                <a:gd name="connsiteX4" fmla="*/ 79393 w 79393"/>
                <a:gd name="connsiteY4" fmla="*/ 39697 h 376521"/>
                <a:gd name="connsiteX5" fmla="*/ 79393 w 79393"/>
                <a:gd name="connsiteY5" fmla="*/ 336825 h 376521"/>
                <a:gd name="connsiteX6" fmla="*/ 39697 w 79393"/>
                <a:gd name="connsiteY6" fmla="*/ 376522 h 3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76521">
                  <a:moveTo>
                    <a:pt x="39697" y="376522"/>
                  </a:moveTo>
                  <a:cubicBezTo>
                    <a:pt x="17773" y="376522"/>
                    <a:pt x="0" y="358749"/>
                    <a:pt x="0" y="33682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36825"/>
                  </a:lnTo>
                  <a:cubicBezTo>
                    <a:pt x="79393" y="358749"/>
                    <a:pt x="61620" y="376522"/>
                    <a:pt x="39697" y="3765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1F33F0E6-A6CC-A6F9-BB99-E8A223AA578F}"/>
                </a:ext>
              </a:extLst>
            </p:cNvPr>
            <p:cNvSpPr/>
            <p:nvPr/>
          </p:nvSpPr>
          <p:spPr>
            <a:xfrm>
              <a:off x="9968675" y="1956567"/>
              <a:ext cx="79399" cy="81774"/>
            </a:xfrm>
            <a:custGeom>
              <a:avLst/>
              <a:gdLst>
                <a:gd name="connsiteX0" fmla="*/ 39700 w 79399"/>
                <a:gd name="connsiteY0" fmla="*/ 81626 h 81774"/>
                <a:gd name="connsiteX1" fmla="*/ 3 w 79399"/>
                <a:gd name="connsiteY1" fmla="*/ 42475 h 81774"/>
                <a:gd name="connsiteX2" fmla="*/ 3 w 79399"/>
                <a:gd name="connsiteY2" fmla="*/ 40193 h 81774"/>
                <a:gd name="connsiteX3" fmla="*/ 39197 w 79399"/>
                <a:gd name="connsiteY3" fmla="*/ 0 h 81774"/>
                <a:gd name="connsiteX4" fmla="*/ 39204 w 79399"/>
                <a:gd name="connsiteY4" fmla="*/ 0 h 81774"/>
                <a:gd name="connsiteX5" fmla="*/ 39700 w 79399"/>
                <a:gd name="connsiteY5" fmla="*/ 0 h 81774"/>
                <a:gd name="connsiteX6" fmla="*/ 79396 w 79399"/>
                <a:gd name="connsiteY6" fmla="*/ 39200 h 81774"/>
                <a:gd name="connsiteX7" fmla="*/ 79396 w 79399"/>
                <a:gd name="connsiteY7" fmla="*/ 41582 h 81774"/>
                <a:gd name="connsiteX8" fmla="*/ 40202 w 79399"/>
                <a:gd name="connsiteY8" fmla="*/ 81775 h 81774"/>
                <a:gd name="connsiteX9" fmla="*/ 40196 w 79399"/>
                <a:gd name="connsiteY9" fmla="*/ 81775 h 8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9" h="81774">
                  <a:moveTo>
                    <a:pt x="39700" y="81626"/>
                  </a:moveTo>
                  <a:cubicBezTo>
                    <a:pt x="17987" y="81628"/>
                    <a:pt x="302" y="64186"/>
                    <a:pt x="3" y="42475"/>
                  </a:cubicBezTo>
                  <a:lnTo>
                    <a:pt x="3" y="40193"/>
                  </a:lnTo>
                  <a:cubicBezTo>
                    <a:pt x="-273" y="18271"/>
                    <a:pt x="17275" y="276"/>
                    <a:pt x="39197" y="0"/>
                  </a:cubicBezTo>
                  <a:cubicBezTo>
                    <a:pt x="39199" y="0"/>
                    <a:pt x="39202" y="0"/>
                    <a:pt x="39204" y="0"/>
                  </a:cubicBezTo>
                  <a:lnTo>
                    <a:pt x="39700" y="0"/>
                  </a:lnTo>
                  <a:cubicBezTo>
                    <a:pt x="61431" y="-2"/>
                    <a:pt x="79125" y="17471"/>
                    <a:pt x="79396" y="39200"/>
                  </a:cubicBezTo>
                  <a:lnTo>
                    <a:pt x="79396" y="41582"/>
                  </a:lnTo>
                  <a:cubicBezTo>
                    <a:pt x="79672" y="63504"/>
                    <a:pt x="62124" y="81499"/>
                    <a:pt x="40202" y="81775"/>
                  </a:cubicBezTo>
                  <a:cubicBezTo>
                    <a:pt x="40200" y="81775"/>
                    <a:pt x="40198" y="81775"/>
                    <a:pt x="40196" y="817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262B0CC1-3329-A3B7-1211-6D49DEBD6DB6}"/>
                </a:ext>
              </a:extLst>
            </p:cNvPr>
            <p:cNvSpPr/>
            <p:nvPr/>
          </p:nvSpPr>
          <p:spPr>
            <a:xfrm>
              <a:off x="9969619" y="2072877"/>
              <a:ext cx="79448" cy="81626"/>
            </a:xfrm>
            <a:custGeom>
              <a:avLst/>
              <a:gdLst>
                <a:gd name="connsiteX0" fmla="*/ 39699 w 79448"/>
                <a:gd name="connsiteY0" fmla="*/ 81626 h 81626"/>
                <a:gd name="connsiteX1" fmla="*/ 3 w 79448"/>
                <a:gd name="connsiteY1" fmla="*/ 42376 h 81626"/>
                <a:gd name="connsiteX2" fmla="*/ 3 w 79448"/>
                <a:gd name="connsiteY2" fmla="*/ 40143 h 81626"/>
                <a:gd name="connsiteX3" fmla="*/ 39248 w 79448"/>
                <a:gd name="connsiteY3" fmla="*/ 1 h 81626"/>
                <a:gd name="connsiteX4" fmla="*/ 39302 w 79448"/>
                <a:gd name="connsiteY4" fmla="*/ 0 h 81626"/>
                <a:gd name="connsiteX5" fmla="*/ 39749 w 79448"/>
                <a:gd name="connsiteY5" fmla="*/ 0 h 81626"/>
                <a:gd name="connsiteX6" fmla="*/ 79445 w 79448"/>
                <a:gd name="connsiteY6" fmla="*/ 39250 h 81626"/>
                <a:gd name="connsiteX7" fmla="*/ 79445 w 79448"/>
                <a:gd name="connsiteY7" fmla="*/ 41483 h 81626"/>
                <a:gd name="connsiteX8" fmla="*/ 40200 w 79448"/>
                <a:gd name="connsiteY8" fmla="*/ 81626 h 81626"/>
                <a:gd name="connsiteX9" fmla="*/ 40195 w 79448"/>
                <a:gd name="connsiteY9" fmla="*/ 81626 h 8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8" h="81626">
                  <a:moveTo>
                    <a:pt x="39699" y="81626"/>
                  </a:moveTo>
                  <a:cubicBezTo>
                    <a:pt x="17949" y="81627"/>
                    <a:pt x="247" y="64125"/>
                    <a:pt x="3" y="4237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1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499" y="-1"/>
                    <a:pt x="79201" y="17501"/>
                    <a:pt x="79445" y="39250"/>
                  </a:cubicBezTo>
                  <a:lnTo>
                    <a:pt x="79445" y="41483"/>
                  </a:lnTo>
                  <a:cubicBezTo>
                    <a:pt x="79693" y="63405"/>
                    <a:pt x="62123" y="81378"/>
                    <a:pt x="40200" y="81626"/>
                  </a:cubicBezTo>
                  <a:cubicBezTo>
                    <a:pt x="40199" y="81626"/>
                    <a:pt x="40197" y="81626"/>
                    <a:pt x="40195" y="816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C9DEF7E-D6EA-7864-7EF2-242BB0C30405}"/>
                </a:ext>
              </a:extLst>
            </p:cNvPr>
            <p:cNvSpPr/>
            <p:nvPr/>
          </p:nvSpPr>
          <p:spPr>
            <a:xfrm>
              <a:off x="9595726" y="1956567"/>
              <a:ext cx="79448" cy="81725"/>
            </a:xfrm>
            <a:custGeom>
              <a:avLst/>
              <a:gdLst>
                <a:gd name="connsiteX0" fmla="*/ 39699 w 79448"/>
                <a:gd name="connsiteY0" fmla="*/ 81626 h 81725"/>
                <a:gd name="connsiteX1" fmla="*/ 3 w 79448"/>
                <a:gd name="connsiteY1" fmla="*/ 42376 h 81725"/>
                <a:gd name="connsiteX2" fmla="*/ 3 w 79448"/>
                <a:gd name="connsiteY2" fmla="*/ 40143 h 81725"/>
                <a:gd name="connsiteX3" fmla="*/ 39248 w 79448"/>
                <a:gd name="connsiteY3" fmla="*/ 1 h 81725"/>
                <a:gd name="connsiteX4" fmla="*/ 39302 w 79448"/>
                <a:gd name="connsiteY4" fmla="*/ 0 h 81725"/>
                <a:gd name="connsiteX5" fmla="*/ 39749 w 79448"/>
                <a:gd name="connsiteY5" fmla="*/ 0 h 81725"/>
                <a:gd name="connsiteX6" fmla="*/ 79445 w 79448"/>
                <a:gd name="connsiteY6" fmla="*/ 39250 h 81725"/>
                <a:gd name="connsiteX7" fmla="*/ 79445 w 79448"/>
                <a:gd name="connsiteY7" fmla="*/ 41582 h 81725"/>
                <a:gd name="connsiteX8" fmla="*/ 40200 w 79448"/>
                <a:gd name="connsiteY8" fmla="*/ 81725 h 81725"/>
                <a:gd name="connsiteX9" fmla="*/ 40195 w 79448"/>
                <a:gd name="connsiteY9" fmla="*/ 81725 h 8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8" h="81725">
                  <a:moveTo>
                    <a:pt x="39699" y="81626"/>
                  </a:moveTo>
                  <a:cubicBezTo>
                    <a:pt x="17949" y="81627"/>
                    <a:pt x="247" y="64125"/>
                    <a:pt x="3" y="4237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1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499" y="-1"/>
                    <a:pt x="79201" y="17501"/>
                    <a:pt x="79445" y="39250"/>
                  </a:cubicBezTo>
                  <a:lnTo>
                    <a:pt x="79445" y="41582"/>
                  </a:lnTo>
                  <a:cubicBezTo>
                    <a:pt x="79693" y="63505"/>
                    <a:pt x="62123" y="81477"/>
                    <a:pt x="40200" y="81725"/>
                  </a:cubicBezTo>
                  <a:cubicBezTo>
                    <a:pt x="40199" y="81725"/>
                    <a:pt x="40197" y="81725"/>
                    <a:pt x="40195" y="817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A596E5B-784C-8CFF-57F9-4606CBD6C1AD}"/>
                </a:ext>
              </a:extLst>
            </p:cNvPr>
            <p:cNvSpPr/>
            <p:nvPr/>
          </p:nvSpPr>
          <p:spPr>
            <a:xfrm>
              <a:off x="9596669" y="2071835"/>
              <a:ext cx="79447" cy="81626"/>
            </a:xfrm>
            <a:custGeom>
              <a:avLst/>
              <a:gdLst>
                <a:gd name="connsiteX0" fmla="*/ 39699 w 79447"/>
                <a:gd name="connsiteY0" fmla="*/ 81626 h 81626"/>
                <a:gd name="connsiteX1" fmla="*/ 3 w 79447"/>
                <a:gd name="connsiteY1" fmla="*/ 42327 h 81626"/>
                <a:gd name="connsiteX2" fmla="*/ 3 w 79447"/>
                <a:gd name="connsiteY2" fmla="*/ 40143 h 81626"/>
                <a:gd name="connsiteX3" fmla="*/ 39248 w 79447"/>
                <a:gd name="connsiteY3" fmla="*/ 1 h 81626"/>
                <a:gd name="connsiteX4" fmla="*/ 39302 w 79447"/>
                <a:gd name="connsiteY4" fmla="*/ 0 h 81626"/>
                <a:gd name="connsiteX5" fmla="*/ 39749 w 79447"/>
                <a:gd name="connsiteY5" fmla="*/ 0 h 81626"/>
                <a:gd name="connsiteX6" fmla="*/ 79445 w 79447"/>
                <a:gd name="connsiteY6" fmla="*/ 39250 h 81626"/>
                <a:gd name="connsiteX7" fmla="*/ 79445 w 79447"/>
                <a:gd name="connsiteY7" fmla="*/ 41483 h 81626"/>
                <a:gd name="connsiteX8" fmla="*/ 40200 w 79447"/>
                <a:gd name="connsiteY8" fmla="*/ 81626 h 81626"/>
                <a:gd name="connsiteX9" fmla="*/ 40195 w 79447"/>
                <a:gd name="connsiteY9" fmla="*/ 81626 h 8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26">
                  <a:moveTo>
                    <a:pt x="39699" y="81626"/>
                  </a:moveTo>
                  <a:cubicBezTo>
                    <a:pt x="17929" y="81627"/>
                    <a:pt x="220" y="64095"/>
                    <a:pt x="3" y="42327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1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499" y="-1"/>
                    <a:pt x="79201" y="17501"/>
                    <a:pt x="79445" y="39250"/>
                  </a:cubicBezTo>
                  <a:lnTo>
                    <a:pt x="79445" y="41483"/>
                  </a:lnTo>
                  <a:cubicBezTo>
                    <a:pt x="79693" y="63405"/>
                    <a:pt x="62123" y="81378"/>
                    <a:pt x="40200" y="81626"/>
                  </a:cubicBezTo>
                  <a:cubicBezTo>
                    <a:pt x="40199" y="81626"/>
                    <a:pt x="40197" y="81626"/>
                    <a:pt x="40195" y="816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CFB9D952-0AEE-B955-35E2-420327BA7800}"/>
                </a:ext>
              </a:extLst>
            </p:cNvPr>
            <p:cNvSpPr/>
            <p:nvPr/>
          </p:nvSpPr>
          <p:spPr>
            <a:xfrm>
              <a:off x="9720773" y="1856085"/>
              <a:ext cx="79393" cy="391010"/>
            </a:xfrm>
            <a:custGeom>
              <a:avLst/>
              <a:gdLst>
                <a:gd name="connsiteX0" fmla="*/ 39697 w 79393"/>
                <a:gd name="connsiteY0" fmla="*/ 391011 h 391010"/>
                <a:gd name="connsiteX1" fmla="*/ 0 w 79393"/>
                <a:gd name="connsiteY1" fmla="*/ 351314 h 391010"/>
                <a:gd name="connsiteX2" fmla="*/ 0 w 79393"/>
                <a:gd name="connsiteY2" fmla="*/ 39697 h 391010"/>
                <a:gd name="connsiteX3" fmla="*/ 39697 w 79393"/>
                <a:gd name="connsiteY3" fmla="*/ 0 h 391010"/>
                <a:gd name="connsiteX4" fmla="*/ 79393 w 79393"/>
                <a:gd name="connsiteY4" fmla="*/ 39697 h 391010"/>
                <a:gd name="connsiteX5" fmla="*/ 79393 w 79393"/>
                <a:gd name="connsiteY5" fmla="*/ 351314 h 391010"/>
                <a:gd name="connsiteX6" fmla="*/ 39697 w 79393"/>
                <a:gd name="connsiteY6" fmla="*/ 391011 h 39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91010">
                  <a:moveTo>
                    <a:pt x="39697" y="391011"/>
                  </a:moveTo>
                  <a:cubicBezTo>
                    <a:pt x="17773" y="391011"/>
                    <a:pt x="0" y="373238"/>
                    <a:pt x="0" y="3513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51314"/>
                  </a:lnTo>
                  <a:cubicBezTo>
                    <a:pt x="79393" y="373238"/>
                    <a:pt x="61620" y="391011"/>
                    <a:pt x="39697" y="3910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3148DF77-5052-97F1-3EDD-50D86D4B429A}"/>
                </a:ext>
              </a:extLst>
            </p:cNvPr>
            <p:cNvSpPr/>
            <p:nvPr/>
          </p:nvSpPr>
          <p:spPr>
            <a:xfrm>
              <a:off x="9841897" y="1856085"/>
              <a:ext cx="79393" cy="391010"/>
            </a:xfrm>
            <a:custGeom>
              <a:avLst/>
              <a:gdLst>
                <a:gd name="connsiteX0" fmla="*/ 39697 w 79393"/>
                <a:gd name="connsiteY0" fmla="*/ 391011 h 391010"/>
                <a:gd name="connsiteX1" fmla="*/ 0 w 79393"/>
                <a:gd name="connsiteY1" fmla="*/ 351314 h 391010"/>
                <a:gd name="connsiteX2" fmla="*/ 0 w 79393"/>
                <a:gd name="connsiteY2" fmla="*/ 39697 h 391010"/>
                <a:gd name="connsiteX3" fmla="*/ 39697 w 79393"/>
                <a:gd name="connsiteY3" fmla="*/ 0 h 391010"/>
                <a:gd name="connsiteX4" fmla="*/ 79393 w 79393"/>
                <a:gd name="connsiteY4" fmla="*/ 39697 h 391010"/>
                <a:gd name="connsiteX5" fmla="*/ 79393 w 79393"/>
                <a:gd name="connsiteY5" fmla="*/ 351314 h 391010"/>
                <a:gd name="connsiteX6" fmla="*/ 39697 w 79393"/>
                <a:gd name="connsiteY6" fmla="*/ 391011 h 39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91010">
                  <a:moveTo>
                    <a:pt x="39697" y="391011"/>
                  </a:moveTo>
                  <a:cubicBezTo>
                    <a:pt x="17773" y="391011"/>
                    <a:pt x="0" y="373238"/>
                    <a:pt x="0" y="3513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51314"/>
                  </a:lnTo>
                  <a:cubicBezTo>
                    <a:pt x="79393" y="373238"/>
                    <a:pt x="61620" y="391011"/>
                    <a:pt x="39697" y="3910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BF1DCFF9-DC89-5131-3377-7E01CBC9DA15}"/>
              </a:ext>
            </a:extLst>
          </p:cNvPr>
          <p:cNvGrpSpPr/>
          <p:nvPr/>
        </p:nvGrpSpPr>
        <p:grpSpPr>
          <a:xfrm>
            <a:off x="1694014" y="2543666"/>
            <a:ext cx="461710" cy="823703"/>
            <a:chOff x="1694014" y="2543666"/>
            <a:chExt cx="461710" cy="823703"/>
          </a:xfrm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C4BFF3A-FF52-ECDF-5DE0-3DAC04E24D19}"/>
                </a:ext>
              </a:extLst>
            </p:cNvPr>
            <p:cNvSpPr/>
            <p:nvPr/>
          </p:nvSpPr>
          <p:spPr>
            <a:xfrm>
              <a:off x="1694014" y="2756172"/>
              <a:ext cx="241468" cy="611197"/>
            </a:xfrm>
            <a:custGeom>
              <a:avLst/>
              <a:gdLst>
                <a:gd name="connsiteX0" fmla="*/ 39716 w 241468"/>
                <a:gd name="connsiteY0" fmla="*/ 611197 h 611197"/>
                <a:gd name="connsiteX1" fmla="*/ 28154 w 241468"/>
                <a:gd name="connsiteY1" fmla="*/ 609460 h 611197"/>
                <a:gd name="connsiteX2" fmla="*/ 1729 w 241468"/>
                <a:gd name="connsiteY2" fmla="*/ 559929 h 611197"/>
                <a:gd name="connsiteX3" fmla="*/ 1756 w 241468"/>
                <a:gd name="connsiteY3" fmla="*/ 559840 h 611197"/>
                <a:gd name="connsiteX4" fmla="*/ 163768 w 241468"/>
                <a:gd name="connsiteY4" fmla="*/ 28154 h 611197"/>
                <a:gd name="connsiteX5" fmla="*/ 213314 w 241468"/>
                <a:gd name="connsiteY5" fmla="*/ 1731 h 611197"/>
                <a:gd name="connsiteX6" fmla="*/ 239737 w 241468"/>
                <a:gd name="connsiteY6" fmla="*/ 51277 h 611197"/>
                <a:gd name="connsiteX7" fmla="*/ 77477 w 241468"/>
                <a:gd name="connsiteY7" fmla="*/ 583062 h 611197"/>
                <a:gd name="connsiteX8" fmla="*/ 39716 w 241468"/>
                <a:gd name="connsiteY8" fmla="*/ 611197 h 61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468" h="611197">
                  <a:moveTo>
                    <a:pt x="39716" y="611197"/>
                  </a:moveTo>
                  <a:cubicBezTo>
                    <a:pt x="35797" y="611200"/>
                    <a:pt x="31900" y="610615"/>
                    <a:pt x="28154" y="609460"/>
                  </a:cubicBezTo>
                  <a:cubicBezTo>
                    <a:pt x="7180" y="603080"/>
                    <a:pt x="-4652" y="580904"/>
                    <a:pt x="1729" y="559929"/>
                  </a:cubicBezTo>
                  <a:cubicBezTo>
                    <a:pt x="1738" y="559900"/>
                    <a:pt x="1747" y="559870"/>
                    <a:pt x="1756" y="559840"/>
                  </a:cubicBezTo>
                  <a:lnTo>
                    <a:pt x="163768" y="28154"/>
                  </a:lnTo>
                  <a:cubicBezTo>
                    <a:pt x="170153" y="7176"/>
                    <a:pt x="192336" y="-4654"/>
                    <a:pt x="213314" y="1731"/>
                  </a:cubicBezTo>
                  <a:cubicBezTo>
                    <a:pt x="234293" y="8116"/>
                    <a:pt x="246123" y="30299"/>
                    <a:pt x="239737" y="51277"/>
                  </a:cubicBezTo>
                  <a:lnTo>
                    <a:pt x="77477" y="583062"/>
                  </a:lnTo>
                  <a:cubicBezTo>
                    <a:pt x="72412" y="599700"/>
                    <a:pt x="57107" y="611103"/>
                    <a:pt x="39716" y="61119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30581C11-6975-3E58-177B-35E2E0279EDB}"/>
                </a:ext>
              </a:extLst>
            </p:cNvPr>
            <p:cNvSpPr/>
            <p:nvPr/>
          </p:nvSpPr>
          <p:spPr>
            <a:xfrm>
              <a:off x="1914284" y="2756225"/>
              <a:ext cx="241440" cy="611144"/>
            </a:xfrm>
            <a:custGeom>
              <a:avLst/>
              <a:gdLst>
                <a:gd name="connsiteX0" fmla="*/ 201526 w 241440"/>
                <a:gd name="connsiteY0" fmla="*/ 611145 h 611144"/>
                <a:gd name="connsiteX1" fmla="*/ 163566 w 241440"/>
                <a:gd name="connsiteY1" fmla="*/ 583010 h 611144"/>
                <a:gd name="connsiteX2" fmla="*/ 1753 w 241440"/>
                <a:gd name="connsiteY2" fmla="*/ 51374 h 611144"/>
                <a:gd name="connsiteX3" fmla="*/ 28101 w 241440"/>
                <a:gd name="connsiteY3" fmla="*/ 1753 h 611144"/>
                <a:gd name="connsiteX4" fmla="*/ 77722 w 241440"/>
                <a:gd name="connsiteY4" fmla="*/ 28101 h 611144"/>
                <a:gd name="connsiteX5" fmla="*/ 239684 w 241440"/>
                <a:gd name="connsiteY5" fmla="*/ 559738 h 611144"/>
                <a:gd name="connsiteX6" fmla="*/ 213376 w 241440"/>
                <a:gd name="connsiteY6" fmla="*/ 609331 h 611144"/>
                <a:gd name="connsiteX7" fmla="*/ 213286 w 241440"/>
                <a:gd name="connsiteY7" fmla="*/ 609358 h 611144"/>
                <a:gd name="connsiteX8" fmla="*/ 201526 w 241440"/>
                <a:gd name="connsiteY8" fmla="*/ 611145 h 61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440" h="611144">
                  <a:moveTo>
                    <a:pt x="201526" y="611145"/>
                  </a:moveTo>
                  <a:cubicBezTo>
                    <a:pt x="184061" y="611138"/>
                    <a:pt x="168653" y="599717"/>
                    <a:pt x="163566" y="583010"/>
                  </a:cubicBezTo>
                  <a:lnTo>
                    <a:pt x="1753" y="51374"/>
                  </a:lnTo>
                  <a:cubicBezTo>
                    <a:pt x="-4674" y="30395"/>
                    <a:pt x="7123" y="8179"/>
                    <a:pt x="28101" y="1753"/>
                  </a:cubicBezTo>
                  <a:cubicBezTo>
                    <a:pt x="49080" y="-4674"/>
                    <a:pt x="71296" y="7123"/>
                    <a:pt x="77722" y="28101"/>
                  </a:cubicBezTo>
                  <a:lnTo>
                    <a:pt x="239684" y="559738"/>
                  </a:lnTo>
                  <a:cubicBezTo>
                    <a:pt x="246114" y="580697"/>
                    <a:pt x="234336" y="602901"/>
                    <a:pt x="213376" y="609331"/>
                  </a:cubicBezTo>
                  <a:cubicBezTo>
                    <a:pt x="213346" y="609340"/>
                    <a:pt x="213316" y="609349"/>
                    <a:pt x="213286" y="609358"/>
                  </a:cubicBezTo>
                  <a:cubicBezTo>
                    <a:pt x="209480" y="610549"/>
                    <a:pt x="205514" y="611152"/>
                    <a:pt x="201526" y="61114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8621EB0B-13FB-ED05-9C13-BE1A638D6D8D}"/>
                </a:ext>
              </a:extLst>
            </p:cNvPr>
            <p:cNvSpPr/>
            <p:nvPr/>
          </p:nvSpPr>
          <p:spPr>
            <a:xfrm>
              <a:off x="1887257" y="2543666"/>
              <a:ext cx="79393" cy="142560"/>
            </a:xfrm>
            <a:custGeom>
              <a:avLst/>
              <a:gdLst>
                <a:gd name="connsiteX0" fmla="*/ 39697 w 79393"/>
                <a:gd name="connsiteY0" fmla="*/ 142560 h 142560"/>
                <a:gd name="connsiteX1" fmla="*/ 0 w 79393"/>
                <a:gd name="connsiteY1" fmla="*/ 102864 h 142560"/>
                <a:gd name="connsiteX2" fmla="*/ 0 w 79393"/>
                <a:gd name="connsiteY2" fmla="*/ 39697 h 142560"/>
                <a:gd name="connsiteX3" fmla="*/ 39697 w 79393"/>
                <a:gd name="connsiteY3" fmla="*/ 0 h 142560"/>
                <a:gd name="connsiteX4" fmla="*/ 79393 w 79393"/>
                <a:gd name="connsiteY4" fmla="*/ 39697 h 142560"/>
                <a:gd name="connsiteX5" fmla="*/ 79393 w 79393"/>
                <a:gd name="connsiteY5" fmla="*/ 102864 h 142560"/>
                <a:gd name="connsiteX6" fmla="*/ 39697 w 79393"/>
                <a:gd name="connsiteY6" fmla="*/ 142560 h 14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2560">
                  <a:moveTo>
                    <a:pt x="39697" y="142560"/>
                  </a:moveTo>
                  <a:cubicBezTo>
                    <a:pt x="17773" y="142560"/>
                    <a:pt x="0" y="124787"/>
                    <a:pt x="0" y="10286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02864"/>
                  </a:lnTo>
                  <a:cubicBezTo>
                    <a:pt x="79393" y="124787"/>
                    <a:pt x="61620" y="142560"/>
                    <a:pt x="39697" y="14256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34C80C57-6BD9-7EF8-F153-803A429188DF}"/>
                </a:ext>
              </a:extLst>
            </p:cNvPr>
            <p:cNvSpPr/>
            <p:nvPr/>
          </p:nvSpPr>
          <p:spPr>
            <a:xfrm>
              <a:off x="1813718" y="2613057"/>
              <a:ext cx="222701" cy="222698"/>
            </a:xfrm>
            <a:custGeom>
              <a:avLst/>
              <a:gdLst>
                <a:gd name="connsiteX0" fmla="*/ 113533 w 222701"/>
                <a:gd name="connsiteY0" fmla="*/ 222677 h 222698"/>
                <a:gd name="connsiteX1" fmla="*/ 22 w 222701"/>
                <a:gd name="connsiteY1" fmla="*/ 113533 h 222698"/>
                <a:gd name="connsiteX2" fmla="*/ 109166 w 222701"/>
                <a:gd name="connsiteY2" fmla="*/ 22 h 222698"/>
                <a:gd name="connsiteX3" fmla="*/ 222677 w 222701"/>
                <a:gd name="connsiteY3" fmla="*/ 109166 h 222698"/>
                <a:gd name="connsiteX4" fmla="*/ 222698 w 222701"/>
                <a:gd name="connsiteY4" fmla="*/ 111328 h 222698"/>
                <a:gd name="connsiteX5" fmla="*/ 113533 w 222701"/>
                <a:gd name="connsiteY5" fmla="*/ 222677 h 222698"/>
                <a:gd name="connsiteX6" fmla="*/ 113533 w 222701"/>
                <a:gd name="connsiteY6" fmla="*/ 79372 h 222698"/>
                <a:gd name="connsiteX7" fmla="*/ 79372 w 222701"/>
                <a:gd name="connsiteY7" fmla="*/ 109067 h 222698"/>
                <a:gd name="connsiteX8" fmla="*/ 109067 w 222701"/>
                <a:gd name="connsiteY8" fmla="*/ 143227 h 222698"/>
                <a:gd name="connsiteX9" fmla="*/ 143227 w 222701"/>
                <a:gd name="connsiteY9" fmla="*/ 113532 h 222698"/>
                <a:gd name="connsiteX10" fmla="*/ 143305 w 222701"/>
                <a:gd name="connsiteY10" fmla="*/ 111328 h 222698"/>
                <a:gd name="connsiteX11" fmla="*/ 113533 w 222701"/>
                <a:gd name="connsiteY11" fmla="*/ 79372 h 22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2701" h="222698">
                  <a:moveTo>
                    <a:pt x="113533" y="222677"/>
                  </a:moveTo>
                  <a:cubicBezTo>
                    <a:pt x="52048" y="223882"/>
                    <a:pt x="1228" y="175017"/>
                    <a:pt x="22" y="113533"/>
                  </a:cubicBezTo>
                  <a:cubicBezTo>
                    <a:pt x="-1184" y="52048"/>
                    <a:pt x="47682" y="1228"/>
                    <a:pt x="109166" y="22"/>
                  </a:cubicBezTo>
                  <a:cubicBezTo>
                    <a:pt x="170651" y="-1184"/>
                    <a:pt x="221471" y="47682"/>
                    <a:pt x="222677" y="109166"/>
                  </a:cubicBezTo>
                  <a:cubicBezTo>
                    <a:pt x="222691" y="109887"/>
                    <a:pt x="222698" y="110607"/>
                    <a:pt x="222698" y="111328"/>
                  </a:cubicBezTo>
                  <a:cubicBezTo>
                    <a:pt x="223167" y="172167"/>
                    <a:pt x="174369" y="221941"/>
                    <a:pt x="113533" y="222677"/>
                  </a:cubicBezTo>
                  <a:close/>
                  <a:moveTo>
                    <a:pt x="113533" y="79372"/>
                  </a:moveTo>
                  <a:cubicBezTo>
                    <a:pt x="95900" y="78139"/>
                    <a:pt x="80606" y="91434"/>
                    <a:pt x="79372" y="109067"/>
                  </a:cubicBezTo>
                  <a:cubicBezTo>
                    <a:pt x="78139" y="126700"/>
                    <a:pt x="91434" y="141994"/>
                    <a:pt x="109067" y="143227"/>
                  </a:cubicBezTo>
                  <a:cubicBezTo>
                    <a:pt x="126700" y="144460"/>
                    <a:pt x="141994" y="131165"/>
                    <a:pt x="143227" y="113532"/>
                  </a:cubicBezTo>
                  <a:cubicBezTo>
                    <a:pt x="143278" y="112799"/>
                    <a:pt x="143304" y="112063"/>
                    <a:pt x="143305" y="111328"/>
                  </a:cubicBezTo>
                  <a:cubicBezTo>
                    <a:pt x="143836" y="94309"/>
                    <a:pt x="130546" y="80045"/>
                    <a:pt x="113533" y="7937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E3FDE8A9-9583-E121-9A92-D5707125CDF5}"/>
                </a:ext>
              </a:extLst>
            </p:cNvPr>
            <p:cNvSpPr/>
            <p:nvPr/>
          </p:nvSpPr>
          <p:spPr>
            <a:xfrm>
              <a:off x="1765140" y="3051087"/>
              <a:ext cx="319259" cy="79393"/>
            </a:xfrm>
            <a:custGeom>
              <a:avLst/>
              <a:gdLst>
                <a:gd name="connsiteX0" fmla="*/ 279563 w 319259"/>
                <a:gd name="connsiteY0" fmla="*/ 79393 h 79393"/>
                <a:gd name="connsiteX1" fmla="*/ 39697 w 319259"/>
                <a:gd name="connsiteY1" fmla="*/ 79393 h 79393"/>
                <a:gd name="connsiteX2" fmla="*/ 0 w 319259"/>
                <a:gd name="connsiteY2" fmla="*/ 39697 h 79393"/>
                <a:gd name="connsiteX3" fmla="*/ 39697 w 319259"/>
                <a:gd name="connsiteY3" fmla="*/ 0 h 79393"/>
                <a:gd name="connsiteX4" fmla="*/ 279563 w 319259"/>
                <a:gd name="connsiteY4" fmla="*/ 0 h 79393"/>
                <a:gd name="connsiteX5" fmla="*/ 319260 w 319259"/>
                <a:gd name="connsiteY5" fmla="*/ 39697 h 79393"/>
                <a:gd name="connsiteX6" fmla="*/ 279563 w 3192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259" h="79393">
                  <a:moveTo>
                    <a:pt x="2795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79563" y="0"/>
                  </a:lnTo>
                  <a:cubicBezTo>
                    <a:pt x="301487" y="0"/>
                    <a:pt x="319260" y="17773"/>
                    <a:pt x="319260" y="39697"/>
                  </a:cubicBezTo>
                  <a:cubicBezTo>
                    <a:pt x="319260" y="61620"/>
                    <a:pt x="301487" y="79393"/>
                    <a:pt x="27956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F1C3C183-5359-53EF-3B45-753AC1B0C13A}"/>
                </a:ext>
              </a:extLst>
            </p:cNvPr>
            <p:cNvSpPr/>
            <p:nvPr/>
          </p:nvSpPr>
          <p:spPr>
            <a:xfrm>
              <a:off x="1887554" y="2997695"/>
              <a:ext cx="79393" cy="183596"/>
            </a:xfrm>
            <a:custGeom>
              <a:avLst/>
              <a:gdLst>
                <a:gd name="connsiteX0" fmla="*/ 39697 w 79393"/>
                <a:gd name="connsiteY0" fmla="*/ 183597 h 183596"/>
                <a:gd name="connsiteX1" fmla="*/ 0 w 79393"/>
                <a:gd name="connsiteY1" fmla="*/ 143900 h 183596"/>
                <a:gd name="connsiteX2" fmla="*/ 0 w 79393"/>
                <a:gd name="connsiteY2" fmla="*/ 39697 h 183596"/>
                <a:gd name="connsiteX3" fmla="*/ 39697 w 79393"/>
                <a:gd name="connsiteY3" fmla="*/ 0 h 183596"/>
                <a:gd name="connsiteX4" fmla="*/ 79393 w 79393"/>
                <a:gd name="connsiteY4" fmla="*/ 39697 h 183596"/>
                <a:gd name="connsiteX5" fmla="*/ 79393 w 79393"/>
                <a:gd name="connsiteY5" fmla="*/ 143900 h 183596"/>
                <a:gd name="connsiteX6" fmla="*/ 39697 w 79393"/>
                <a:gd name="connsiteY6" fmla="*/ 183597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3596">
                  <a:moveTo>
                    <a:pt x="39697" y="183597"/>
                  </a:moveTo>
                  <a:cubicBezTo>
                    <a:pt x="17773" y="183597"/>
                    <a:pt x="0" y="165824"/>
                    <a:pt x="0" y="143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43900"/>
                  </a:lnTo>
                  <a:cubicBezTo>
                    <a:pt x="79393" y="165824"/>
                    <a:pt x="61620" y="183597"/>
                    <a:pt x="39697" y="18359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25FDE0F1-1DEB-A4B6-E0B2-4FC172F4ADE0}"/>
              </a:ext>
            </a:extLst>
          </p:cNvPr>
          <p:cNvGrpSpPr/>
          <p:nvPr/>
        </p:nvGrpSpPr>
        <p:grpSpPr>
          <a:xfrm>
            <a:off x="2830401" y="2648861"/>
            <a:ext cx="823729" cy="613312"/>
            <a:chOff x="2830401" y="2648861"/>
            <a:chExt cx="823729" cy="613312"/>
          </a:xfrm>
        </p:grpSpPr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BA9B736F-5449-A5A5-3DF9-D30029492270}"/>
                </a:ext>
              </a:extLst>
            </p:cNvPr>
            <p:cNvSpPr/>
            <p:nvPr/>
          </p:nvSpPr>
          <p:spPr>
            <a:xfrm>
              <a:off x="3045879" y="2827496"/>
              <a:ext cx="510300" cy="337420"/>
            </a:xfrm>
            <a:custGeom>
              <a:avLst/>
              <a:gdLst>
                <a:gd name="connsiteX0" fmla="*/ 470603 w 510300"/>
                <a:gd name="connsiteY0" fmla="*/ 337421 h 337420"/>
                <a:gd name="connsiteX1" fmla="*/ 430907 w 510300"/>
                <a:gd name="connsiteY1" fmla="*/ 297724 h 337420"/>
                <a:gd name="connsiteX2" fmla="*/ 430907 w 510300"/>
                <a:gd name="connsiteY2" fmla="*/ 102764 h 337420"/>
                <a:gd name="connsiteX3" fmla="*/ 408437 w 510300"/>
                <a:gd name="connsiteY3" fmla="*/ 79393 h 337420"/>
                <a:gd name="connsiteX4" fmla="*/ 408429 w 510300"/>
                <a:gd name="connsiteY4" fmla="*/ 79393 h 337420"/>
                <a:gd name="connsiteX5" fmla="*/ 102169 w 510300"/>
                <a:gd name="connsiteY5" fmla="*/ 79393 h 337420"/>
                <a:gd name="connsiteX6" fmla="*/ 79394 w 510300"/>
                <a:gd name="connsiteY6" fmla="*/ 103013 h 337420"/>
                <a:gd name="connsiteX7" fmla="*/ 79394 w 510300"/>
                <a:gd name="connsiteY7" fmla="*/ 297724 h 337420"/>
                <a:gd name="connsiteX8" fmla="*/ 39697 w 510300"/>
                <a:gd name="connsiteY8" fmla="*/ 337421 h 337420"/>
                <a:gd name="connsiteX9" fmla="*/ 0 w 510300"/>
                <a:gd name="connsiteY9" fmla="*/ 297724 h 337420"/>
                <a:gd name="connsiteX10" fmla="*/ 0 w 510300"/>
                <a:gd name="connsiteY10" fmla="*/ 103013 h 337420"/>
                <a:gd name="connsiteX11" fmla="*/ 102169 w 510300"/>
                <a:gd name="connsiteY11" fmla="*/ 0 h 337420"/>
                <a:gd name="connsiteX12" fmla="*/ 408429 w 510300"/>
                <a:gd name="connsiteY12" fmla="*/ 0 h 337420"/>
                <a:gd name="connsiteX13" fmla="*/ 510300 w 510300"/>
                <a:gd name="connsiteY13" fmla="*/ 102764 h 337420"/>
                <a:gd name="connsiteX14" fmla="*/ 510300 w 510300"/>
                <a:gd name="connsiteY14" fmla="*/ 297724 h 337420"/>
                <a:gd name="connsiteX15" fmla="*/ 470603 w 510300"/>
                <a:gd name="connsiteY15" fmla="*/ 337421 h 33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0300" h="337420">
                  <a:moveTo>
                    <a:pt x="470603" y="337421"/>
                  </a:moveTo>
                  <a:cubicBezTo>
                    <a:pt x="448680" y="337421"/>
                    <a:pt x="430907" y="319648"/>
                    <a:pt x="430907" y="297724"/>
                  </a:cubicBezTo>
                  <a:lnTo>
                    <a:pt x="430907" y="102764"/>
                  </a:lnTo>
                  <a:cubicBezTo>
                    <a:pt x="431156" y="90106"/>
                    <a:pt x="421096" y="79642"/>
                    <a:pt x="408437" y="79393"/>
                  </a:cubicBezTo>
                  <a:cubicBezTo>
                    <a:pt x="408434" y="79393"/>
                    <a:pt x="408432" y="79393"/>
                    <a:pt x="408429" y="79393"/>
                  </a:cubicBezTo>
                  <a:lnTo>
                    <a:pt x="102169" y="79393"/>
                  </a:lnTo>
                  <a:cubicBezTo>
                    <a:pt x="89375" y="79664"/>
                    <a:pt x="79200" y="90216"/>
                    <a:pt x="79394" y="103013"/>
                  </a:cubicBezTo>
                  <a:lnTo>
                    <a:pt x="79394" y="297724"/>
                  </a:lnTo>
                  <a:cubicBezTo>
                    <a:pt x="79394" y="319648"/>
                    <a:pt x="61621" y="337421"/>
                    <a:pt x="39697" y="337421"/>
                  </a:cubicBezTo>
                  <a:cubicBezTo>
                    <a:pt x="17773" y="337421"/>
                    <a:pt x="0" y="319648"/>
                    <a:pt x="0" y="297724"/>
                  </a:cubicBezTo>
                  <a:lnTo>
                    <a:pt x="0" y="103013"/>
                  </a:lnTo>
                  <a:cubicBezTo>
                    <a:pt x="-137" y="46392"/>
                    <a:pt x="45550" y="328"/>
                    <a:pt x="102169" y="0"/>
                  </a:cubicBezTo>
                  <a:lnTo>
                    <a:pt x="408429" y="0"/>
                  </a:lnTo>
                  <a:cubicBezTo>
                    <a:pt x="464915" y="301"/>
                    <a:pt x="510492" y="46278"/>
                    <a:pt x="510300" y="102764"/>
                  </a:cubicBezTo>
                  <a:lnTo>
                    <a:pt x="510300" y="297724"/>
                  </a:lnTo>
                  <a:cubicBezTo>
                    <a:pt x="510300" y="319648"/>
                    <a:pt x="492527" y="337421"/>
                    <a:pt x="470603" y="33742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1D24645E-CA87-222B-30FF-8E10DED8C5F0}"/>
                </a:ext>
              </a:extLst>
            </p:cNvPr>
            <p:cNvSpPr/>
            <p:nvPr/>
          </p:nvSpPr>
          <p:spPr>
            <a:xfrm>
              <a:off x="2830401" y="2648861"/>
              <a:ext cx="172457" cy="548060"/>
            </a:xfrm>
            <a:custGeom>
              <a:avLst/>
              <a:gdLst>
                <a:gd name="connsiteX0" fmla="*/ 132761 w 172457"/>
                <a:gd name="connsiteY0" fmla="*/ 548061 h 548060"/>
                <a:gd name="connsiteX1" fmla="*/ 93064 w 172457"/>
                <a:gd name="connsiteY1" fmla="*/ 508364 h 548060"/>
                <a:gd name="connsiteX2" fmla="*/ 93064 w 172457"/>
                <a:gd name="connsiteY2" fmla="*/ 154668 h 548060"/>
                <a:gd name="connsiteX3" fmla="*/ 10743 w 172457"/>
                <a:gd name="connsiteY3" fmla="*/ 66889 h 548060"/>
                <a:gd name="connsiteX4" fmla="*/ 12555 w 172457"/>
                <a:gd name="connsiteY4" fmla="*/ 10743 h 548060"/>
                <a:gd name="connsiteX5" fmla="*/ 68700 w 172457"/>
                <a:gd name="connsiteY5" fmla="*/ 12555 h 548060"/>
                <a:gd name="connsiteX6" fmla="*/ 161739 w 172457"/>
                <a:gd name="connsiteY6" fmla="*/ 111796 h 548060"/>
                <a:gd name="connsiteX7" fmla="*/ 172457 w 172457"/>
                <a:gd name="connsiteY7" fmla="*/ 138938 h 548060"/>
                <a:gd name="connsiteX8" fmla="*/ 172457 w 172457"/>
                <a:gd name="connsiteY8" fmla="*/ 508364 h 548060"/>
                <a:gd name="connsiteX9" fmla="*/ 132761 w 172457"/>
                <a:gd name="connsiteY9" fmla="*/ 548061 h 54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2457" h="548060">
                  <a:moveTo>
                    <a:pt x="132761" y="548061"/>
                  </a:moveTo>
                  <a:cubicBezTo>
                    <a:pt x="110837" y="548061"/>
                    <a:pt x="93064" y="530288"/>
                    <a:pt x="93064" y="508364"/>
                  </a:cubicBezTo>
                  <a:lnTo>
                    <a:pt x="93064" y="154668"/>
                  </a:lnTo>
                  <a:lnTo>
                    <a:pt x="10743" y="66889"/>
                  </a:lnTo>
                  <a:cubicBezTo>
                    <a:pt x="-4261" y="50885"/>
                    <a:pt x="-3450" y="25747"/>
                    <a:pt x="12555" y="10743"/>
                  </a:cubicBezTo>
                  <a:cubicBezTo>
                    <a:pt x="28559" y="-4261"/>
                    <a:pt x="53696" y="-3450"/>
                    <a:pt x="68700" y="12555"/>
                  </a:cubicBezTo>
                  <a:lnTo>
                    <a:pt x="161739" y="111796"/>
                  </a:lnTo>
                  <a:cubicBezTo>
                    <a:pt x="168629" y="119154"/>
                    <a:pt x="172460" y="128858"/>
                    <a:pt x="172457" y="138938"/>
                  </a:cubicBezTo>
                  <a:lnTo>
                    <a:pt x="172457" y="508364"/>
                  </a:lnTo>
                  <a:cubicBezTo>
                    <a:pt x="172457" y="530288"/>
                    <a:pt x="154685" y="548061"/>
                    <a:pt x="132761" y="5480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352931A0-0EFA-4157-A903-2F2F63309CFB}"/>
                </a:ext>
              </a:extLst>
            </p:cNvPr>
            <p:cNvSpPr/>
            <p:nvPr/>
          </p:nvSpPr>
          <p:spPr>
            <a:xfrm>
              <a:off x="2879402" y="3130182"/>
              <a:ext cx="774728" cy="79393"/>
            </a:xfrm>
            <a:custGeom>
              <a:avLst/>
              <a:gdLst>
                <a:gd name="connsiteX0" fmla="*/ 735032 w 774728"/>
                <a:gd name="connsiteY0" fmla="*/ 79393 h 79393"/>
                <a:gd name="connsiteX1" fmla="*/ 39697 w 774728"/>
                <a:gd name="connsiteY1" fmla="*/ 79393 h 79393"/>
                <a:gd name="connsiteX2" fmla="*/ 0 w 774728"/>
                <a:gd name="connsiteY2" fmla="*/ 39697 h 79393"/>
                <a:gd name="connsiteX3" fmla="*/ 39697 w 774728"/>
                <a:gd name="connsiteY3" fmla="*/ 0 h 79393"/>
                <a:gd name="connsiteX4" fmla="*/ 735032 w 774728"/>
                <a:gd name="connsiteY4" fmla="*/ 0 h 79393"/>
                <a:gd name="connsiteX5" fmla="*/ 774729 w 774728"/>
                <a:gd name="connsiteY5" fmla="*/ 39697 h 79393"/>
                <a:gd name="connsiteX6" fmla="*/ 735032 w 7747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4728" h="79393">
                  <a:moveTo>
                    <a:pt x="73503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35032" y="0"/>
                  </a:lnTo>
                  <a:cubicBezTo>
                    <a:pt x="756956" y="0"/>
                    <a:pt x="774729" y="17773"/>
                    <a:pt x="774729" y="39697"/>
                  </a:cubicBezTo>
                  <a:cubicBezTo>
                    <a:pt x="774729" y="61620"/>
                    <a:pt x="756956" y="79393"/>
                    <a:pt x="73503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FD0FBE28-0A8A-6645-686E-5DC7BA24F228}"/>
                </a:ext>
              </a:extLst>
            </p:cNvPr>
            <p:cNvSpPr/>
            <p:nvPr/>
          </p:nvSpPr>
          <p:spPr>
            <a:xfrm>
              <a:off x="2982998" y="3181727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51 w 79415"/>
                <a:gd name="connsiteY6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7" y="63217"/>
                    <a:pt x="11" y="41643"/>
                  </a:cubicBezTo>
                  <a:lnTo>
                    <a:pt x="11" y="40651"/>
                  </a:lnTo>
                  <a:cubicBezTo>
                    <a:pt x="-509" y="18727"/>
                    <a:pt x="16841" y="532"/>
                    <a:pt x="38765" y="11"/>
                  </a:cubicBezTo>
                  <a:cubicBezTo>
                    <a:pt x="60689" y="-509"/>
                    <a:pt x="78884" y="16841"/>
                    <a:pt x="79405" y="38765"/>
                  </a:cubicBezTo>
                  <a:lnTo>
                    <a:pt x="79405" y="39807"/>
                  </a:lnTo>
                  <a:cubicBezTo>
                    <a:pt x="79904" y="61714"/>
                    <a:pt x="62558" y="79882"/>
                    <a:pt x="40651" y="803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0CCD38B5-B775-9D51-97AD-6CEBECDBC4CB}"/>
                </a:ext>
              </a:extLst>
            </p:cNvPr>
            <p:cNvSpPr/>
            <p:nvPr/>
          </p:nvSpPr>
          <p:spPr>
            <a:xfrm>
              <a:off x="3477568" y="3181727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51 w 79415"/>
                <a:gd name="connsiteY6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7" y="63217"/>
                    <a:pt x="11" y="41643"/>
                  </a:cubicBezTo>
                  <a:lnTo>
                    <a:pt x="11" y="40651"/>
                  </a:lnTo>
                  <a:cubicBezTo>
                    <a:pt x="-509" y="18727"/>
                    <a:pt x="16841" y="532"/>
                    <a:pt x="38765" y="11"/>
                  </a:cubicBezTo>
                  <a:cubicBezTo>
                    <a:pt x="60689" y="-509"/>
                    <a:pt x="78884" y="16841"/>
                    <a:pt x="79405" y="38765"/>
                  </a:cubicBezTo>
                  <a:lnTo>
                    <a:pt x="79405" y="39807"/>
                  </a:lnTo>
                  <a:cubicBezTo>
                    <a:pt x="79904" y="61714"/>
                    <a:pt x="62558" y="79882"/>
                    <a:pt x="40651" y="803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3030A924-8FC2-4AD9-587F-BA001356ED60}"/>
              </a:ext>
            </a:extLst>
          </p:cNvPr>
          <p:cNvGrpSpPr/>
          <p:nvPr/>
        </p:nvGrpSpPr>
        <p:grpSpPr>
          <a:xfrm>
            <a:off x="4212739" y="2550116"/>
            <a:ext cx="694094" cy="810802"/>
            <a:chOff x="4212739" y="2550116"/>
            <a:chExt cx="694094" cy="81080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D771F3E-707E-E618-85BF-76AF58F160B8}"/>
                </a:ext>
              </a:extLst>
            </p:cNvPr>
            <p:cNvSpPr/>
            <p:nvPr/>
          </p:nvSpPr>
          <p:spPr>
            <a:xfrm>
              <a:off x="4212739" y="2550116"/>
              <a:ext cx="236690" cy="652015"/>
            </a:xfrm>
            <a:custGeom>
              <a:avLst/>
              <a:gdLst>
                <a:gd name="connsiteX0" fmla="*/ 196994 w 236690"/>
                <a:gd name="connsiteY0" fmla="*/ 652016 h 652015"/>
                <a:gd name="connsiteX1" fmla="*/ 157298 w 236690"/>
                <a:gd name="connsiteY1" fmla="*/ 612319 h 652015"/>
                <a:gd name="connsiteX2" fmla="*/ 157298 w 236690"/>
                <a:gd name="connsiteY2" fmla="*/ 79393 h 652015"/>
                <a:gd name="connsiteX3" fmla="*/ 39697 w 236690"/>
                <a:gd name="connsiteY3" fmla="*/ 79393 h 652015"/>
                <a:gd name="connsiteX4" fmla="*/ 0 w 236690"/>
                <a:gd name="connsiteY4" fmla="*/ 39697 h 652015"/>
                <a:gd name="connsiteX5" fmla="*/ 39697 w 236690"/>
                <a:gd name="connsiteY5" fmla="*/ 0 h 652015"/>
                <a:gd name="connsiteX6" fmla="*/ 196994 w 236690"/>
                <a:gd name="connsiteY6" fmla="*/ 0 h 652015"/>
                <a:gd name="connsiteX7" fmla="*/ 236691 w 236690"/>
                <a:gd name="connsiteY7" fmla="*/ 39697 h 652015"/>
                <a:gd name="connsiteX8" fmla="*/ 236691 w 236690"/>
                <a:gd name="connsiteY8" fmla="*/ 612319 h 652015"/>
                <a:gd name="connsiteX9" fmla="*/ 196994 w 236690"/>
                <a:gd name="connsiteY9" fmla="*/ 652016 h 65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690" h="652015">
                  <a:moveTo>
                    <a:pt x="196994" y="652016"/>
                  </a:moveTo>
                  <a:cubicBezTo>
                    <a:pt x="175071" y="652016"/>
                    <a:pt x="157298" y="634243"/>
                    <a:pt x="157298" y="612319"/>
                  </a:cubicBezTo>
                  <a:lnTo>
                    <a:pt x="157298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6994" y="0"/>
                  </a:lnTo>
                  <a:cubicBezTo>
                    <a:pt x="218918" y="0"/>
                    <a:pt x="236691" y="17773"/>
                    <a:pt x="236691" y="39697"/>
                  </a:cubicBezTo>
                  <a:lnTo>
                    <a:pt x="236691" y="612319"/>
                  </a:lnTo>
                  <a:cubicBezTo>
                    <a:pt x="236691" y="634243"/>
                    <a:pt x="218918" y="652016"/>
                    <a:pt x="196994" y="65201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270D3B20-DE81-8F05-8CD0-41903B05649F}"/>
                </a:ext>
              </a:extLst>
            </p:cNvPr>
            <p:cNvSpPr/>
            <p:nvPr/>
          </p:nvSpPr>
          <p:spPr>
            <a:xfrm>
              <a:off x="4470171" y="2829977"/>
              <a:ext cx="436662" cy="436662"/>
            </a:xfrm>
            <a:custGeom>
              <a:avLst/>
              <a:gdLst>
                <a:gd name="connsiteX0" fmla="*/ 396966 w 436662"/>
                <a:gd name="connsiteY0" fmla="*/ 436662 h 436662"/>
                <a:gd name="connsiteX1" fmla="*/ 39697 w 436662"/>
                <a:gd name="connsiteY1" fmla="*/ 436662 h 436662"/>
                <a:gd name="connsiteX2" fmla="*/ 0 w 436662"/>
                <a:gd name="connsiteY2" fmla="*/ 396966 h 436662"/>
                <a:gd name="connsiteX3" fmla="*/ 0 w 436662"/>
                <a:gd name="connsiteY3" fmla="*/ 39697 h 436662"/>
                <a:gd name="connsiteX4" fmla="*/ 39697 w 436662"/>
                <a:gd name="connsiteY4" fmla="*/ 0 h 436662"/>
                <a:gd name="connsiteX5" fmla="*/ 396966 w 436662"/>
                <a:gd name="connsiteY5" fmla="*/ 0 h 436662"/>
                <a:gd name="connsiteX6" fmla="*/ 436663 w 436662"/>
                <a:gd name="connsiteY6" fmla="*/ 39697 h 436662"/>
                <a:gd name="connsiteX7" fmla="*/ 436663 w 436662"/>
                <a:gd name="connsiteY7" fmla="*/ 396966 h 436662"/>
                <a:gd name="connsiteX8" fmla="*/ 396966 w 436662"/>
                <a:gd name="connsiteY8" fmla="*/ 436662 h 436662"/>
                <a:gd name="connsiteX9" fmla="*/ 79393 w 436662"/>
                <a:gd name="connsiteY9" fmla="*/ 357269 h 436662"/>
                <a:gd name="connsiteX10" fmla="*/ 357269 w 436662"/>
                <a:gd name="connsiteY10" fmla="*/ 357269 h 436662"/>
                <a:gd name="connsiteX11" fmla="*/ 357269 w 436662"/>
                <a:gd name="connsiteY11" fmla="*/ 79393 h 436662"/>
                <a:gd name="connsiteX12" fmla="*/ 79393 w 436662"/>
                <a:gd name="connsiteY12" fmla="*/ 79393 h 43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6662" h="436662">
                  <a:moveTo>
                    <a:pt x="396966" y="436662"/>
                  </a:moveTo>
                  <a:lnTo>
                    <a:pt x="39697" y="436662"/>
                  </a:lnTo>
                  <a:cubicBezTo>
                    <a:pt x="17773" y="436662"/>
                    <a:pt x="0" y="418889"/>
                    <a:pt x="0" y="3969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66" y="0"/>
                  </a:lnTo>
                  <a:cubicBezTo>
                    <a:pt x="418890" y="0"/>
                    <a:pt x="436663" y="17773"/>
                    <a:pt x="436663" y="39697"/>
                  </a:cubicBezTo>
                  <a:lnTo>
                    <a:pt x="436663" y="396966"/>
                  </a:lnTo>
                  <a:cubicBezTo>
                    <a:pt x="436663" y="418889"/>
                    <a:pt x="418890" y="436662"/>
                    <a:pt x="396966" y="436662"/>
                  </a:cubicBezTo>
                  <a:close/>
                  <a:moveTo>
                    <a:pt x="79393" y="357269"/>
                  </a:moveTo>
                  <a:lnTo>
                    <a:pt x="357269" y="357269"/>
                  </a:lnTo>
                  <a:lnTo>
                    <a:pt x="357269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159A65B9-2084-410C-8336-9F894A352009}"/>
                </a:ext>
              </a:extLst>
            </p:cNvPr>
            <p:cNvSpPr/>
            <p:nvPr/>
          </p:nvSpPr>
          <p:spPr>
            <a:xfrm>
              <a:off x="4504905" y="2646381"/>
              <a:ext cx="367193" cy="262989"/>
            </a:xfrm>
            <a:custGeom>
              <a:avLst/>
              <a:gdLst>
                <a:gd name="connsiteX0" fmla="*/ 327497 w 367193"/>
                <a:gd name="connsiteY0" fmla="*/ 262990 h 262989"/>
                <a:gd name="connsiteX1" fmla="*/ 287800 w 367193"/>
                <a:gd name="connsiteY1" fmla="*/ 223293 h 262989"/>
                <a:gd name="connsiteX2" fmla="*/ 287800 w 367193"/>
                <a:gd name="connsiteY2" fmla="*/ 79393 h 262989"/>
                <a:gd name="connsiteX3" fmla="*/ 79393 w 367193"/>
                <a:gd name="connsiteY3" fmla="*/ 79393 h 262989"/>
                <a:gd name="connsiteX4" fmla="*/ 79393 w 367193"/>
                <a:gd name="connsiteY4" fmla="*/ 223293 h 262989"/>
                <a:gd name="connsiteX5" fmla="*/ 39697 w 367193"/>
                <a:gd name="connsiteY5" fmla="*/ 262990 h 262989"/>
                <a:gd name="connsiteX6" fmla="*/ 0 w 367193"/>
                <a:gd name="connsiteY6" fmla="*/ 223293 h 262989"/>
                <a:gd name="connsiteX7" fmla="*/ 0 w 367193"/>
                <a:gd name="connsiteY7" fmla="*/ 39697 h 262989"/>
                <a:gd name="connsiteX8" fmla="*/ 39697 w 367193"/>
                <a:gd name="connsiteY8" fmla="*/ 0 h 262989"/>
                <a:gd name="connsiteX9" fmla="*/ 327497 w 367193"/>
                <a:gd name="connsiteY9" fmla="*/ 0 h 262989"/>
                <a:gd name="connsiteX10" fmla="*/ 367194 w 367193"/>
                <a:gd name="connsiteY10" fmla="*/ 39697 h 262989"/>
                <a:gd name="connsiteX11" fmla="*/ 367194 w 367193"/>
                <a:gd name="connsiteY11" fmla="*/ 223293 h 262989"/>
                <a:gd name="connsiteX12" fmla="*/ 327497 w 367193"/>
                <a:gd name="connsiteY12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7193" h="262989">
                  <a:moveTo>
                    <a:pt x="327497" y="262990"/>
                  </a:moveTo>
                  <a:cubicBezTo>
                    <a:pt x="305573" y="262990"/>
                    <a:pt x="287800" y="245217"/>
                    <a:pt x="287800" y="223293"/>
                  </a:cubicBezTo>
                  <a:lnTo>
                    <a:pt x="287800" y="79393"/>
                  </a:lnTo>
                  <a:lnTo>
                    <a:pt x="79393" y="79393"/>
                  </a:lnTo>
                  <a:lnTo>
                    <a:pt x="79393" y="223293"/>
                  </a:lnTo>
                  <a:cubicBezTo>
                    <a:pt x="79393" y="245217"/>
                    <a:pt x="61620" y="262990"/>
                    <a:pt x="39697" y="262990"/>
                  </a:cubicBezTo>
                  <a:cubicBezTo>
                    <a:pt x="17773" y="262990"/>
                    <a:pt x="0" y="245217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7497" y="0"/>
                  </a:lnTo>
                  <a:cubicBezTo>
                    <a:pt x="349421" y="0"/>
                    <a:pt x="367194" y="17773"/>
                    <a:pt x="367194" y="39697"/>
                  </a:cubicBezTo>
                  <a:lnTo>
                    <a:pt x="367194" y="223293"/>
                  </a:lnTo>
                  <a:cubicBezTo>
                    <a:pt x="367194" y="245217"/>
                    <a:pt x="349421" y="262990"/>
                    <a:pt x="327497" y="2629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316C83BC-0EB0-1B4B-446E-DA9BC37A1A67}"/>
                </a:ext>
              </a:extLst>
            </p:cNvPr>
            <p:cNvSpPr/>
            <p:nvPr/>
          </p:nvSpPr>
          <p:spPr>
            <a:xfrm>
              <a:off x="4648806" y="2646381"/>
              <a:ext cx="79393" cy="153824"/>
            </a:xfrm>
            <a:custGeom>
              <a:avLst/>
              <a:gdLst>
                <a:gd name="connsiteX0" fmla="*/ 39697 w 79393"/>
                <a:gd name="connsiteY0" fmla="*/ 153824 h 153824"/>
                <a:gd name="connsiteX1" fmla="*/ 0 w 79393"/>
                <a:gd name="connsiteY1" fmla="*/ 114128 h 153824"/>
                <a:gd name="connsiteX2" fmla="*/ 0 w 79393"/>
                <a:gd name="connsiteY2" fmla="*/ 39697 h 153824"/>
                <a:gd name="connsiteX3" fmla="*/ 39697 w 79393"/>
                <a:gd name="connsiteY3" fmla="*/ 0 h 153824"/>
                <a:gd name="connsiteX4" fmla="*/ 79393 w 79393"/>
                <a:gd name="connsiteY4" fmla="*/ 39697 h 153824"/>
                <a:gd name="connsiteX5" fmla="*/ 79393 w 79393"/>
                <a:gd name="connsiteY5" fmla="*/ 114128 h 153824"/>
                <a:gd name="connsiteX6" fmla="*/ 39697 w 79393"/>
                <a:gd name="connsiteY6" fmla="*/ 153824 h 153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3824">
                  <a:moveTo>
                    <a:pt x="39697" y="153824"/>
                  </a:moveTo>
                  <a:cubicBezTo>
                    <a:pt x="17773" y="153824"/>
                    <a:pt x="0" y="136051"/>
                    <a:pt x="0" y="11412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14128"/>
                  </a:lnTo>
                  <a:cubicBezTo>
                    <a:pt x="79393" y="136051"/>
                    <a:pt x="61620" y="153824"/>
                    <a:pt x="39697" y="15382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B3A89B50-E059-CA79-E556-01D9987F9B0F}"/>
                </a:ext>
              </a:extLst>
            </p:cNvPr>
            <p:cNvSpPr/>
            <p:nvPr/>
          </p:nvSpPr>
          <p:spPr>
            <a:xfrm>
              <a:off x="4289899" y="3122739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090 w 238179"/>
                <a:gd name="connsiteY9" fmla="*/ 79393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1"/>
                    <a:pt x="0" y="119090"/>
                  </a:cubicBezTo>
                  <a:cubicBezTo>
                    <a:pt x="0" y="53318"/>
                    <a:pt x="53318" y="0"/>
                    <a:pt x="119090" y="0"/>
                  </a:cubicBezTo>
                  <a:cubicBezTo>
                    <a:pt x="184861" y="0"/>
                    <a:pt x="238180" y="53318"/>
                    <a:pt x="238180" y="119090"/>
                  </a:cubicBezTo>
                  <a:cubicBezTo>
                    <a:pt x="238180" y="184861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6"/>
                    <a:pt x="79393" y="119090"/>
                  </a:cubicBezTo>
                  <a:cubicBezTo>
                    <a:pt x="79393" y="141013"/>
                    <a:pt x="97166" y="158786"/>
                    <a:pt x="119090" y="158786"/>
                  </a:cubicBezTo>
                  <a:cubicBezTo>
                    <a:pt x="141014" y="158786"/>
                    <a:pt x="158786" y="141013"/>
                    <a:pt x="158786" y="119090"/>
                  </a:cubicBezTo>
                  <a:cubicBezTo>
                    <a:pt x="158786" y="97166"/>
                    <a:pt x="141014" y="79393"/>
                    <a:pt x="11909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35DF45CC-1820-7938-EF3C-ABF2458A2B7D}"/>
                </a:ext>
              </a:extLst>
            </p:cNvPr>
            <p:cNvSpPr/>
            <p:nvPr/>
          </p:nvSpPr>
          <p:spPr>
            <a:xfrm>
              <a:off x="4650542" y="2943757"/>
              <a:ext cx="79939" cy="222002"/>
            </a:xfrm>
            <a:custGeom>
              <a:avLst/>
              <a:gdLst>
                <a:gd name="connsiteX0" fmla="*/ 39697 w 79939"/>
                <a:gd name="connsiteY0" fmla="*/ 222003 h 222002"/>
                <a:gd name="connsiteX1" fmla="*/ 39697 w 79939"/>
                <a:gd name="connsiteY1" fmla="*/ 222003 h 222002"/>
                <a:gd name="connsiteX2" fmla="*/ 0 w 79939"/>
                <a:gd name="connsiteY2" fmla="*/ 182306 h 222002"/>
                <a:gd name="connsiteX3" fmla="*/ 546 w 79939"/>
                <a:gd name="connsiteY3" fmla="*/ 39697 h 222002"/>
                <a:gd name="connsiteX4" fmla="*/ 40242 w 79939"/>
                <a:gd name="connsiteY4" fmla="*/ 0 h 222002"/>
                <a:gd name="connsiteX5" fmla="*/ 40242 w 79939"/>
                <a:gd name="connsiteY5" fmla="*/ 0 h 222002"/>
                <a:gd name="connsiteX6" fmla="*/ 79939 w 79939"/>
                <a:gd name="connsiteY6" fmla="*/ 39697 h 222002"/>
                <a:gd name="connsiteX7" fmla="*/ 79393 w 79939"/>
                <a:gd name="connsiteY7" fmla="*/ 182306 h 222002"/>
                <a:gd name="connsiteX8" fmla="*/ 39697 w 79939"/>
                <a:gd name="connsiteY8" fmla="*/ 222003 h 22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939" h="222002">
                  <a:moveTo>
                    <a:pt x="39697" y="222003"/>
                  </a:moveTo>
                  <a:lnTo>
                    <a:pt x="39697" y="222003"/>
                  </a:lnTo>
                  <a:cubicBezTo>
                    <a:pt x="17773" y="222003"/>
                    <a:pt x="0" y="204230"/>
                    <a:pt x="0" y="182306"/>
                  </a:cubicBezTo>
                  <a:lnTo>
                    <a:pt x="546" y="39697"/>
                  </a:lnTo>
                  <a:cubicBezTo>
                    <a:pt x="546" y="17773"/>
                    <a:pt x="18319" y="0"/>
                    <a:pt x="40242" y="0"/>
                  </a:cubicBezTo>
                  <a:lnTo>
                    <a:pt x="40242" y="0"/>
                  </a:lnTo>
                  <a:cubicBezTo>
                    <a:pt x="62166" y="0"/>
                    <a:pt x="79939" y="17773"/>
                    <a:pt x="79939" y="39697"/>
                  </a:cubicBezTo>
                  <a:lnTo>
                    <a:pt x="79393" y="182306"/>
                  </a:lnTo>
                  <a:cubicBezTo>
                    <a:pt x="79393" y="204230"/>
                    <a:pt x="61620" y="222003"/>
                    <a:pt x="39697" y="22200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E2CB9D46-7B64-9E1C-C67A-AB2555DFDDE5}"/>
                </a:ext>
              </a:extLst>
            </p:cNvPr>
            <p:cNvSpPr/>
            <p:nvPr/>
          </p:nvSpPr>
          <p:spPr>
            <a:xfrm>
              <a:off x="4588336" y="2937456"/>
              <a:ext cx="204647" cy="143900"/>
            </a:xfrm>
            <a:custGeom>
              <a:avLst/>
              <a:gdLst>
                <a:gd name="connsiteX0" fmla="*/ 39728 w 204647"/>
                <a:gd name="connsiteY0" fmla="*/ 143900 h 143900"/>
                <a:gd name="connsiteX1" fmla="*/ 0 w 204647"/>
                <a:gd name="connsiteY1" fmla="*/ 104235 h 143900"/>
                <a:gd name="connsiteX2" fmla="*/ 11543 w 204647"/>
                <a:gd name="connsiteY2" fmla="*/ 76217 h 143900"/>
                <a:gd name="connsiteX3" fmla="*/ 75653 w 204647"/>
                <a:gd name="connsiteY3" fmla="*/ 11710 h 143900"/>
                <a:gd name="connsiteX4" fmla="*/ 103640 w 204647"/>
                <a:gd name="connsiteY4" fmla="*/ 0 h 143900"/>
                <a:gd name="connsiteX5" fmla="*/ 103640 w 204647"/>
                <a:gd name="connsiteY5" fmla="*/ 0 h 143900"/>
                <a:gd name="connsiteX6" fmla="*/ 131576 w 204647"/>
                <a:gd name="connsiteY6" fmla="*/ 11512 h 143900"/>
                <a:gd name="connsiteX7" fmla="*/ 192907 w 204647"/>
                <a:gd name="connsiteY7" fmla="*/ 72347 h 143900"/>
                <a:gd name="connsiteX8" fmla="*/ 193131 w 204647"/>
                <a:gd name="connsiteY8" fmla="*/ 128493 h 143900"/>
                <a:gd name="connsiteX9" fmla="*/ 136985 w 204647"/>
                <a:gd name="connsiteY9" fmla="*/ 128716 h 143900"/>
                <a:gd name="connsiteX10" fmla="*/ 103838 w 204647"/>
                <a:gd name="connsiteY10" fmla="*/ 95818 h 143900"/>
                <a:gd name="connsiteX11" fmla="*/ 67714 w 204647"/>
                <a:gd name="connsiteY11" fmla="*/ 132190 h 143900"/>
                <a:gd name="connsiteX12" fmla="*/ 39728 w 204647"/>
                <a:gd name="connsiteY12" fmla="*/ 143900 h 14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4647" h="143900">
                  <a:moveTo>
                    <a:pt x="39728" y="143900"/>
                  </a:moveTo>
                  <a:cubicBezTo>
                    <a:pt x="17804" y="143917"/>
                    <a:pt x="17" y="126159"/>
                    <a:pt x="0" y="104235"/>
                  </a:cubicBezTo>
                  <a:cubicBezTo>
                    <a:pt x="-8" y="93737"/>
                    <a:pt x="4142" y="83663"/>
                    <a:pt x="11543" y="76217"/>
                  </a:cubicBezTo>
                  <a:lnTo>
                    <a:pt x="75653" y="11710"/>
                  </a:lnTo>
                  <a:cubicBezTo>
                    <a:pt x="83064" y="4256"/>
                    <a:pt x="93128" y="44"/>
                    <a:pt x="103640" y="0"/>
                  </a:cubicBezTo>
                  <a:lnTo>
                    <a:pt x="103640" y="0"/>
                  </a:lnTo>
                  <a:cubicBezTo>
                    <a:pt x="114105" y="5"/>
                    <a:pt x="124145" y="4142"/>
                    <a:pt x="131576" y="11512"/>
                  </a:cubicBezTo>
                  <a:lnTo>
                    <a:pt x="192907" y="72347"/>
                  </a:lnTo>
                  <a:cubicBezTo>
                    <a:pt x="208473" y="87790"/>
                    <a:pt x="208573" y="112927"/>
                    <a:pt x="193131" y="128493"/>
                  </a:cubicBezTo>
                  <a:cubicBezTo>
                    <a:pt x="177688" y="144059"/>
                    <a:pt x="152551" y="144159"/>
                    <a:pt x="136985" y="128716"/>
                  </a:cubicBezTo>
                  <a:lnTo>
                    <a:pt x="103838" y="95818"/>
                  </a:lnTo>
                  <a:lnTo>
                    <a:pt x="67714" y="132190"/>
                  </a:lnTo>
                  <a:cubicBezTo>
                    <a:pt x="60304" y="139644"/>
                    <a:pt x="50239" y="143856"/>
                    <a:pt x="39728" y="14390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B9D2F4A8-D3B0-311C-927C-CA6EF31AC319}"/>
              </a:ext>
            </a:extLst>
          </p:cNvPr>
          <p:cNvGrpSpPr/>
          <p:nvPr/>
        </p:nvGrpSpPr>
        <p:grpSpPr>
          <a:xfrm>
            <a:off x="5465442" y="2563018"/>
            <a:ext cx="824052" cy="784998"/>
            <a:chOff x="5465442" y="2563018"/>
            <a:chExt cx="824052" cy="784998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1F0815BF-AEBD-E1D5-4FAC-FA554111E4D0}"/>
                </a:ext>
              </a:extLst>
            </p:cNvPr>
            <p:cNvSpPr/>
            <p:nvPr/>
          </p:nvSpPr>
          <p:spPr>
            <a:xfrm>
              <a:off x="5547316" y="2661862"/>
              <a:ext cx="669986" cy="298953"/>
            </a:xfrm>
            <a:custGeom>
              <a:avLst/>
              <a:gdLst>
                <a:gd name="connsiteX0" fmla="*/ 336429 w 669986"/>
                <a:gd name="connsiteY0" fmla="*/ 298915 h 298953"/>
                <a:gd name="connsiteX1" fmla="*/ 112738 w 669986"/>
                <a:gd name="connsiteY1" fmla="*/ 264181 h 298953"/>
                <a:gd name="connsiteX2" fmla="*/ 0 w 669986"/>
                <a:gd name="connsiteY2" fmla="*/ 149507 h 298953"/>
                <a:gd name="connsiteX3" fmla="*/ 112887 w 669986"/>
                <a:gd name="connsiteY3" fmla="*/ 34734 h 298953"/>
                <a:gd name="connsiteX4" fmla="*/ 336578 w 669986"/>
                <a:gd name="connsiteY4" fmla="*/ 0 h 298953"/>
                <a:gd name="connsiteX5" fmla="*/ 601800 w 669986"/>
                <a:gd name="connsiteY5" fmla="*/ 53243 h 298953"/>
                <a:gd name="connsiteX6" fmla="*/ 666307 w 669986"/>
                <a:gd name="connsiteY6" fmla="*/ 116757 h 298953"/>
                <a:gd name="connsiteX7" fmla="*/ 646949 w 669986"/>
                <a:gd name="connsiteY7" fmla="*/ 169454 h 298953"/>
                <a:gd name="connsiteX8" fmla="*/ 594253 w 669986"/>
                <a:gd name="connsiteY8" fmla="*/ 150095 h 298953"/>
                <a:gd name="connsiteX9" fmla="*/ 593266 w 669986"/>
                <a:gd name="connsiteY9" fmla="*/ 147770 h 298953"/>
                <a:gd name="connsiteX10" fmla="*/ 563493 w 669986"/>
                <a:gd name="connsiteY10" fmla="*/ 122960 h 298953"/>
                <a:gd name="connsiteX11" fmla="*/ 336379 w 669986"/>
                <a:gd name="connsiteY11" fmla="*/ 79443 h 298953"/>
                <a:gd name="connsiteX12" fmla="*/ 140228 w 669986"/>
                <a:gd name="connsiteY12" fmla="*/ 109215 h 298953"/>
                <a:gd name="connsiteX13" fmla="*/ 79393 w 669986"/>
                <a:gd name="connsiteY13" fmla="*/ 149507 h 298953"/>
                <a:gd name="connsiteX14" fmla="*/ 140427 w 669986"/>
                <a:gd name="connsiteY14" fmla="*/ 189849 h 298953"/>
                <a:gd name="connsiteX15" fmla="*/ 336578 w 669986"/>
                <a:gd name="connsiteY15" fmla="*/ 219621 h 298953"/>
                <a:gd name="connsiteX16" fmla="*/ 505784 w 669986"/>
                <a:gd name="connsiteY16" fmla="*/ 198681 h 298953"/>
                <a:gd name="connsiteX17" fmla="*/ 554785 w 669986"/>
                <a:gd name="connsiteY17" fmla="*/ 226097 h 298953"/>
                <a:gd name="connsiteX18" fmla="*/ 527369 w 669986"/>
                <a:gd name="connsiteY18" fmla="*/ 275097 h 298953"/>
                <a:gd name="connsiteX19" fmla="*/ 336429 w 669986"/>
                <a:gd name="connsiteY19" fmla="*/ 298915 h 298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69986" h="298953">
                  <a:moveTo>
                    <a:pt x="336429" y="298915"/>
                  </a:moveTo>
                  <a:cubicBezTo>
                    <a:pt x="252570" y="298915"/>
                    <a:pt x="173127" y="286659"/>
                    <a:pt x="112738" y="264181"/>
                  </a:cubicBezTo>
                  <a:cubicBezTo>
                    <a:pt x="19451" y="229843"/>
                    <a:pt x="0" y="182852"/>
                    <a:pt x="0" y="149507"/>
                  </a:cubicBezTo>
                  <a:cubicBezTo>
                    <a:pt x="0" y="116162"/>
                    <a:pt x="19848" y="69171"/>
                    <a:pt x="112887" y="34734"/>
                  </a:cubicBezTo>
                  <a:cubicBezTo>
                    <a:pt x="173276" y="12405"/>
                    <a:pt x="252718" y="0"/>
                    <a:pt x="336578" y="0"/>
                  </a:cubicBezTo>
                  <a:cubicBezTo>
                    <a:pt x="443262" y="0"/>
                    <a:pt x="540023" y="19402"/>
                    <a:pt x="601800" y="53243"/>
                  </a:cubicBezTo>
                  <a:cubicBezTo>
                    <a:pt x="634302" y="71057"/>
                    <a:pt x="656036" y="92394"/>
                    <a:pt x="666307" y="116757"/>
                  </a:cubicBezTo>
                  <a:cubicBezTo>
                    <a:pt x="675513" y="136655"/>
                    <a:pt x="666846" y="160248"/>
                    <a:pt x="646949" y="169454"/>
                  </a:cubicBezTo>
                  <a:cubicBezTo>
                    <a:pt x="627052" y="178660"/>
                    <a:pt x="603459" y="169993"/>
                    <a:pt x="594253" y="150095"/>
                  </a:cubicBezTo>
                  <a:cubicBezTo>
                    <a:pt x="593899" y="149331"/>
                    <a:pt x="593570" y="148556"/>
                    <a:pt x="593266" y="147770"/>
                  </a:cubicBezTo>
                  <a:cubicBezTo>
                    <a:pt x="590933" y="142312"/>
                    <a:pt x="581952" y="132884"/>
                    <a:pt x="563493" y="122960"/>
                  </a:cubicBezTo>
                  <a:cubicBezTo>
                    <a:pt x="514468" y="96115"/>
                    <a:pt x="427433" y="79443"/>
                    <a:pt x="336379" y="79443"/>
                  </a:cubicBezTo>
                  <a:cubicBezTo>
                    <a:pt x="262742" y="79443"/>
                    <a:pt x="191238" y="90260"/>
                    <a:pt x="140228" y="109215"/>
                  </a:cubicBezTo>
                  <a:cubicBezTo>
                    <a:pt x="93734" y="126384"/>
                    <a:pt x="79393" y="144793"/>
                    <a:pt x="79393" y="149507"/>
                  </a:cubicBezTo>
                  <a:cubicBezTo>
                    <a:pt x="79393" y="154221"/>
                    <a:pt x="93882" y="172680"/>
                    <a:pt x="140427" y="189849"/>
                  </a:cubicBezTo>
                  <a:cubicBezTo>
                    <a:pt x="191437" y="208705"/>
                    <a:pt x="262940" y="219621"/>
                    <a:pt x="336578" y="219621"/>
                  </a:cubicBezTo>
                  <a:cubicBezTo>
                    <a:pt x="393663" y="220256"/>
                    <a:pt x="450575" y="213213"/>
                    <a:pt x="505784" y="198681"/>
                  </a:cubicBezTo>
                  <a:cubicBezTo>
                    <a:pt x="526886" y="192721"/>
                    <a:pt x="548824" y="204995"/>
                    <a:pt x="554785" y="226097"/>
                  </a:cubicBezTo>
                  <a:cubicBezTo>
                    <a:pt x="560745" y="247198"/>
                    <a:pt x="548471" y="269137"/>
                    <a:pt x="527369" y="275097"/>
                  </a:cubicBezTo>
                  <a:cubicBezTo>
                    <a:pt x="465080" y="291570"/>
                    <a:pt x="400856" y="299582"/>
                    <a:pt x="336429" y="29891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B435FD99-58D6-222C-B21E-97C4E668CE10}"/>
                </a:ext>
              </a:extLst>
            </p:cNvPr>
            <p:cNvSpPr/>
            <p:nvPr/>
          </p:nvSpPr>
          <p:spPr>
            <a:xfrm>
              <a:off x="5609297" y="2980377"/>
              <a:ext cx="611025" cy="268696"/>
            </a:xfrm>
            <a:custGeom>
              <a:avLst/>
              <a:gdLst>
                <a:gd name="connsiteX0" fmla="*/ 274448 w 611025"/>
                <a:gd name="connsiteY0" fmla="*/ 268696 h 268696"/>
                <a:gd name="connsiteX1" fmla="*/ 24607 w 611025"/>
                <a:gd name="connsiteY1" fmla="*/ 228999 h 268696"/>
                <a:gd name="connsiteX2" fmla="*/ 2998 w 611025"/>
                <a:gd name="connsiteY2" fmla="*/ 177171 h 268696"/>
                <a:gd name="connsiteX3" fmla="*/ 54826 w 611025"/>
                <a:gd name="connsiteY3" fmla="*/ 155561 h 268696"/>
                <a:gd name="connsiteX4" fmla="*/ 274448 w 611025"/>
                <a:gd name="connsiteY4" fmla="*/ 189303 h 268696"/>
                <a:gd name="connsiteX5" fmla="*/ 530292 w 611025"/>
                <a:gd name="connsiteY5" fmla="*/ 134323 h 268696"/>
                <a:gd name="connsiteX6" fmla="*/ 274448 w 611025"/>
                <a:gd name="connsiteY6" fmla="*/ 79393 h 268696"/>
                <a:gd name="connsiteX7" fmla="*/ 81721 w 611025"/>
                <a:gd name="connsiteY7" fmla="*/ 103608 h 268696"/>
                <a:gd name="connsiteX8" fmla="*/ 31429 w 611025"/>
                <a:gd name="connsiteY8" fmla="*/ 78661 h 268696"/>
                <a:gd name="connsiteX9" fmla="*/ 56376 w 611025"/>
                <a:gd name="connsiteY9" fmla="*/ 28369 h 268696"/>
                <a:gd name="connsiteX10" fmla="*/ 58796 w 611025"/>
                <a:gd name="connsiteY10" fmla="*/ 27639 h 268696"/>
                <a:gd name="connsiteX11" fmla="*/ 274448 w 611025"/>
                <a:gd name="connsiteY11" fmla="*/ 0 h 268696"/>
                <a:gd name="connsiteX12" fmla="*/ 496401 w 611025"/>
                <a:gd name="connsiteY12" fmla="*/ 29772 h 268696"/>
                <a:gd name="connsiteX13" fmla="*/ 611025 w 611025"/>
                <a:gd name="connsiteY13" fmla="*/ 134522 h 268696"/>
                <a:gd name="connsiteX14" fmla="*/ 496401 w 611025"/>
                <a:gd name="connsiteY14" fmla="*/ 239271 h 268696"/>
                <a:gd name="connsiteX15" fmla="*/ 274448 w 611025"/>
                <a:gd name="connsiteY15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1025" h="268696">
                  <a:moveTo>
                    <a:pt x="274448" y="268696"/>
                  </a:moveTo>
                  <a:cubicBezTo>
                    <a:pt x="176993" y="268696"/>
                    <a:pt x="85889" y="254207"/>
                    <a:pt x="24607" y="228999"/>
                  </a:cubicBezTo>
                  <a:cubicBezTo>
                    <a:pt x="4328" y="220655"/>
                    <a:pt x="-5347" y="197450"/>
                    <a:pt x="2998" y="177171"/>
                  </a:cubicBezTo>
                  <a:cubicBezTo>
                    <a:pt x="11342" y="156891"/>
                    <a:pt x="34547" y="147216"/>
                    <a:pt x="54826" y="155561"/>
                  </a:cubicBezTo>
                  <a:cubicBezTo>
                    <a:pt x="106134" y="176699"/>
                    <a:pt x="188257" y="189303"/>
                    <a:pt x="274448" y="189303"/>
                  </a:cubicBezTo>
                  <a:cubicBezTo>
                    <a:pt x="430009" y="189303"/>
                    <a:pt x="515109" y="152584"/>
                    <a:pt x="530292" y="134323"/>
                  </a:cubicBezTo>
                  <a:cubicBezTo>
                    <a:pt x="515109" y="116112"/>
                    <a:pt x="430009" y="79393"/>
                    <a:pt x="274448" y="79393"/>
                  </a:cubicBezTo>
                  <a:cubicBezTo>
                    <a:pt x="201952" y="79393"/>
                    <a:pt x="133475" y="87977"/>
                    <a:pt x="81721" y="103608"/>
                  </a:cubicBezTo>
                  <a:cubicBezTo>
                    <a:pt x="60944" y="110607"/>
                    <a:pt x="38428" y="99438"/>
                    <a:pt x="31429" y="78661"/>
                  </a:cubicBezTo>
                  <a:cubicBezTo>
                    <a:pt x="24430" y="57884"/>
                    <a:pt x="35599" y="35368"/>
                    <a:pt x="56376" y="28369"/>
                  </a:cubicBezTo>
                  <a:cubicBezTo>
                    <a:pt x="57175" y="28100"/>
                    <a:pt x="57982" y="27856"/>
                    <a:pt x="58796" y="27639"/>
                  </a:cubicBezTo>
                  <a:cubicBezTo>
                    <a:pt x="117746" y="9775"/>
                    <a:pt x="194360" y="0"/>
                    <a:pt x="274448" y="0"/>
                  </a:cubicBezTo>
                  <a:cubicBezTo>
                    <a:pt x="357712" y="0"/>
                    <a:pt x="436559" y="10470"/>
                    <a:pt x="496401" y="29772"/>
                  </a:cubicBezTo>
                  <a:cubicBezTo>
                    <a:pt x="591127" y="59991"/>
                    <a:pt x="611025" y="103409"/>
                    <a:pt x="611025" y="134522"/>
                  </a:cubicBezTo>
                  <a:cubicBezTo>
                    <a:pt x="611025" y="165634"/>
                    <a:pt x="591177" y="208953"/>
                    <a:pt x="496401" y="239271"/>
                  </a:cubicBezTo>
                  <a:cubicBezTo>
                    <a:pt x="436559" y="258176"/>
                    <a:pt x="357712" y="268696"/>
                    <a:pt x="274448" y="26869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C3734289-3FF8-5893-7AF3-B233F8D48351}"/>
                </a:ext>
              </a:extLst>
            </p:cNvPr>
            <p:cNvSpPr/>
            <p:nvPr/>
          </p:nvSpPr>
          <p:spPr>
            <a:xfrm>
              <a:off x="5684865" y="2563018"/>
              <a:ext cx="410661" cy="178336"/>
            </a:xfrm>
            <a:custGeom>
              <a:avLst/>
              <a:gdLst>
                <a:gd name="connsiteX0" fmla="*/ 205331 w 410661"/>
                <a:gd name="connsiteY0" fmla="*/ 178337 h 178336"/>
                <a:gd name="connsiteX1" fmla="*/ 76863 w 410661"/>
                <a:gd name="connsiteY1" fmla="*/ 162210 h 178336"/>
                <a:gd name="connsiteX2" fmla="*/ 0 w 410661"/>
                <a:gd name="connsiteY2" fmla="*/ 89168 h 178336"/>
                <a:gd name="connsiteX3" fmla="*/ 76863 w 410661"/>
                <a:gd name="connsiteY3" fmla="*/ 16176 h 178336"/>
                <a:gd name="connsiteX4" fmla="*/ 205331 w 410661"/>
                <a:gd name="connsiteY4" fmla="*/ 0 h 178336"/>
                <a:gd name="connsiteX5" fmla="*/ 333848 w 410661"/>
                <a:gd name="connsiteY5" fmla="*/ 16176 h 178336"/>
                <a:gd name="connsiteX6" fmla="*/ 410661 w 410661"/>
                <a:gd name="connsiteY6" fmla="*/ 89168 h 178336"/>
                <a:gd name="connsiteX7" fmla="*/ 333848 w 410661"/>
                <a:gd name="connsiteY7" fmla="*/ 162210 h 178336"/>
                <a:gd name="connsiteX8" fmla="*/ 205331 w 410661"/>
                <a:gd name="connsiteY8" fmla="*/ 178337 h 178336"/>
                <a:gd name="connsiteX9" fmla="*/ 336032 w 410661"/>
                <a:gd name="connsiteY9" fmla="*/ 103112 h 178336"/>
                <a:gd name="connsiteX10" fmla="*/ 336032 w 410661"/>
                <a:gd name="connsiteY10" fmla="*/ 103112 h 178336"/>
                <a:gd name="connsiteX11" fmla="*/ 110853 w 410661"/>
                <a:gd name="connsiteY11" fmla="*/ 89168 h 178336"/>
                <a:gd name="connsiteX12" fmla="*/ 205132 w 410661"/>
                <a:gd name="connsiteY12" fmla="*/ 99093 h 178336"/>
                <a:gd name="connsiteX13" fmla="*/ 299412 w 410661"/>
                <a:gd name="connsiteY13" fmla="*/ 89168 h 178336"/>
                <a:gd name="connsiteX14" fmla="*/ 205132 w 410661"/>
                <a:gd name="connsiteY14" fmla="*/ 79244 h 178336"/>
                <a:gd name="connsiteX15" fmla="*/ 110853 w 410661"/>
                <a:gd name="connsiteY15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661" h="178336">
                  <a:moveTo>
                    <a:pt x="205331" y="178337"/>
                  </a:moveTo>
                  <a:cubicBezTo>
                    <a:pt x="157347" y="178337"/>
                    <a:pt x="111696" y="172630"/>
                    <a:pt x="76863" y="162210"/>
                  </a:cubicBezTo>
                  <a:cubicBezTo>
                    <a:pt x="13348" y="143255"/>
                    <a:pt x="0" y="112143"/>
                    <a:pt x="0" y="89168"/>
                  </a:cubicBezTo>
                  <a:cubicBezTo>
                    <a:pt x="0" y="66194"/>
                    <a:pt x="13348" y="35131"/>
                    <a:pt x="76863" y="16176"/>
                  </a:cubicBezTo>
                  <a:cubicBezTo>
                    <a:pt x="111597" y="5756"/>
                    <a:pt x="157347" y="0"/>
                    <a:pt x="205331" y="0"/>
                  </a:cubicBezTo>
                  <a:cubicBezTo>
                    <a:pt x="253314" y="0"/>
                    <a:pt x="299114" y="5756"/>
                    <a:pt x="333848" y="16176"/>
                  </a:cubicBezTo>
                  <a:cubicBezTo>
                    <a:pt x="397363" y="35131"/>
                    <a:pt x="410661" y="66343"/>
                    <a:pt x="410661" y="89168"/>
                  </a:cubicBezTo>
                  <a:cubicBezTo>
                    <a:pt x="410661" y="111994"/>
                    <a:pt x="397363" y="143255"/>
                    <a:pt x="333848" y="162210"/>
                  </a:cubicBezTo>
                  <a:cubicBezTo>
                    <a:pt x="299114" y="172630"/>
                    <a:pt x="253314" y="178337"/>
                    <a:pt x="205331" y="178337"/>
                  </a:cubicBezTo>
                  <a:close/>
                  <a:moveTo>
                    <a:pt x="336032" y="103112"/>
                  </a:moveTo>
                  <a:lnTo>
                    <a:pt x="336032" y="103112"/>
                  </a:lnTo>
                  <a:close/>
                  <a:moveTo>
                    <a:pt x="110853" y="89168"/>
                  </a:moveTo>
                  <a:cubicBezTo>
                    <a:pt x="141796" y="96070"/>
                    <a:pt x="173430" y="99399"/>
                    <a:pt x="205132" y="99093"/>
                  </a:cubicBezTo>
                  <a:cubicBezTo>
                    <a:pt x="236835" y="99399"/>
                    <a:pt x="268468" y="96070"/>
                    <a:pt x="299412" y="89168"/>
                  </a:cubicBezTo>
                  <a:cubicBezTo>
                    <a:pt x="268464" y="82292"/>
                    <a:pt x="236833" y="78962"/>
                    <a:pt x="205132" y="79244"/>
                  </a:cubicBezTo>
                  <a:cubicBezTo>
                    <a:pt x="173431" y="78962"/>
                    <a:pt x="141801" y="82292"/>
                    <a:pt x="110853" y="891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C642ABF7-A09C-D34A-249C-997B5FA5DE80}"/>
                </a:ext>
              </a:extLst>
            </p:cNvPr>
            <p:cNvSpPr/>
            <p:nvPr/>
          </p:nvSpPr>
          <p:spPr>
            <a:xfrm>
              <a:off x="5684865" y="3169680"/>
              <a:ext cx="410710" cy="178336"/>
            </a:xfrm>
            <a:custGeom>
              <a:avLst/>
              <a:gdLst>
                <a:gd name="connsiteX0" fmla="*/ 205331 w 410710"/>
                <a:gd name="connsiteY0" fmla="*/ 178337 h 178336"/>
                <a:gd name="connsiteX1" fmla="*/ 76863 w 410710"/>
                <a:gd name="connsiteY1" fmla="*/ 162160 h 178336"/>
                <a:gd name="connsiteX2" fmla="*/ 0 w 410710"/>
                <a:gd name="connsiteY2" fmla="*/ 89168 h 178336"/>
                <a:gd name="connsiteX3" fmla="*/ 76863 w 410710"/>
                <a:gd name="connsiteY3" fmla="*/ 16127 h 178336"/>
                <a:gd name="connsiteX4" fmla="*/ 205331 w 410710"/>
                <a:gd name="connsiteY4" fmla="*/ 0 h 178336"/>
                <a:gd name="connsiteX5" fmla="*/ 333848 w 410710"/>
                <a:gd name="connsiteY5" fmla="*/ 16127 h 178336"/>
                <a:gd name="connsiteX6" fmla="*/ 410711 w 410710"/>
                <a:gd name="connsiteY6" fmla="*/ 89168 h 178336"/>
                <a:gd name="connsiteX7" fmla="*/ 333848 w 410710"/>
                <a:gd name="connsiteY7" fmla="*/ 162160 h 178336"/>
                <a:gd name="connsiteX8" fmla="*/ 205331 w 410710"/>
                <a:gd name="connsiteY8" fmla="*/ 178337 h 178336"/>
                <a:gd name="connsiteX9" fmla="*/ 336032 w 410710"/>
                <a:gd name="connsiteY9" fmla="*/ 103062 h 178336"/>
                <a:gd name="connsiteX10" fmla="*/ 336032 w 410710"/>
                <a:gd name="connsiteY10" fmla="*/ 103062 h 178336"/>
                <a:gd name="connsiteX11" fmla="*/ 110853 w 410710"/>
                <a:gd name="connsiteY11" fmla="*/ 89168 h 178336"/>
                <a:gd name="connsiteX12" fmla="*/ 205132 w 410710"/>
                <a:gd name="connsiteY12" fmla="*/ 99093 h 178336"/>
                <a:gd name="connsiteX13" fmla="*/ 299412 w 410710"/>
                <a:gd name="connsiteY13" fmla="*/ 89168 h 178336"/>
                <a:gd name="connsiteX14" fmla="*/ 205132 w 410710"/>
                <a:gd name="connsiteY14" fmla="*/ 79244 h 178336"/>
                <a:gd name="connsiteX15" fmla="*/ 110853 w 410710"/>
                <a:gd name="connsiteY15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710" h="178336">
                  <a:moveTo>
                    <a:pt x="205331" y="178337"/>
                  </a:moveTo>
                  <a:cubicBezTo>
                    <a:pt x="157347" y="178337"/>
                    <a:pt x="111696" y="172581"/>
                    <a:pt x="76863" y="162160"/>
                  </a:cubicBezTo>
                  <a:cubicBezTo>
                    <a:pt x="13348" y="143205"/>
                    <a:pt x="0" y="111994"/>
                    <a:pt x="0" y="89168"/>
                  </a:cubicBezTo>
                  <a:cubicBezTo>
                    <a:pt x="0" y="66343"/>
                    <a:pt x="13348" y="35082"/>
                    <a:pt x="76863" y="16127"/>
                  </a:cubicBezTo>
                  <a:cubicBezTo>
                    <a:pt x="111597" y="5706"/>
                    <a:pt x="157347" y="0"/>
                    <a:pt x="205331" y="0"/>
                  </a:cubicBezTo>
                  <a:cubicBezTo>
                    <a:pt x="253314" y="0"/>
                    <a:pt x="299114" y="5706"/>
                    <a:pt x="333848" y="16127"/>
                  </a:cubicBezTo>
                  <a:cubicBezTo>
                    <a:pt x="397413" y="35082"/>
                    <a:pt x="410711" y="66293"/>
                    <a:pt x="410711" y="89168"/>
                  </a:cubicBezTo>
                  <a:cubicBezTo>
                    <a:pt x="410711" y="112044"/>
                    <a:pt x="397363" y="143205"/>
                    <a:pt x="333848" y="162160"/>
                  </a:cubicBezTo>
                  <a:cubicBezTo>
                    <a:pt x="299114" y="172581"/>
                    <a:pt x="253314" y="178337"/>
                    <a:pt x="205331" y="178337"/>
                  </a:cubicBezTo>
                  <a:close/>
                  <a:moveTo>
                    <a:pt x="336032" y="103062"/>
                  </a:moveTo>
                  <a:lnTo>
                    <a:pt x="336032" y="103062"/>
                  </a:lnTo>
                  <a:close/>
                  <a:moveTo>
                    <a:pt x="110853" y="89168"/>
                  </a:moveTo>
                  <a:cubicBezTo>
                    <a:pt x="141801" y="96045"/>
                    <a:pt x="173431" y="99375"/>
                    <a:pt x="205132" y="99093"/>
                  </a:cubicBezTo>
                  <a:cubicBezTo>
                    <a:pt x="236833" y="99375"/>
                    <a:pt x="268464" y="96045"/>
                    <a:pt x="299412" y="89168"/>
                  </a:cubicBezTo>
                  <a:cubicBezTo>
                    <a:pt x="268468" y="82267"/>
                    <a:pt x="236835" y="78937"/>
                    <a:pt x="205132" y="79244"/>
                  </a:cubicBezTo>
                  <a:cubicBezTo>
                    <a:pt x="173430" y="78937"/>
                    <a:pt x="141796" y="82267"/>
                    <a:pt x="110853" y="891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34E9CA7E-19CB-811C-BCDF-576E196EF7A6}"/>
                </a:ext>
              </a:extLst>
            </p:cNvPr>
            <p:cNvSpPr/>
            <p:nvPr/>
          </p:nvSpPr>
          <p:spPr>
            <a:xfrm>
              <a:off x="5465442" y="2791066"/>
              <a:ext cx="619432" cy="301653"/>
            </a:xfrm>
            <a:custGeom>
              <a:avLst/>
              <a:gdLst>
                <a:gd name="connsiteX0" fmla="*/ 111200 w 619432"/>
                <a:gd name="connsiteY0" fmla="*/ 301653 h 301653"/>
                <a:gd name="connsiteX1" fmla="*/ 93089 w 619432"/>
                <a:gd name="connsiteY1" fmla="*/ 297287 h 301653"/>
                <a:gd name="connsiteX2" fmla="*/ 0 w 619432"/>
                <a:gd name="connsiteY2" fmla="*/ 179537 h 301653"/>
                <a:gd name="connsiteX3" fmla="*/ 134720 w 619432"/>
                <a:gd name="connsiteY3" fmla="*/ 43477 h 301653"/>
                <a:gd name="connsiteX4" fmla="*/ 411852 w 619432"/>
                <a:gd name="connsiteY4" fmla="*/ 9 h 301653"/>
                <a:gd name="connsiteX5" fmla="*/ 587162 w 619432"/>
                <a:gd name="connsiteY5" fmla="*/ 15689 h 301653"/>
                <a:gd name="connsiteX6" fmla="*/ 618721 w 619432"/>
                <a:gd name="connsiteY6" fmla="*/ 62134 h 301653"/>
                <a:gd name="connsiteX7" fmla="*/ 572276 w 619432"/>
                <a:gd name="connsiteY7" fmla="*/ 93693 h 301653"/>
                <a:gd name="connsiteX8" fmla="*/ 411852 w 619432"/>
                <a:gd name="connsiteY8" fmla="*/ 79402 h 301653"/>
                <a:gd name="connsiteX9" fmla="*/ 79393 w 619432"/>
                <a:gd name="connsiteY9" fmla="*/ 179537 h 301653"/>
                <a:gd name="connsiteX10" fmla="*/ 129411 w 619432"/>
                <a:gd name="connsiteY10" fmla="*/ 226676 h 301653"/>
                <a:gd name="connsiteX11" fmla="*/ 146495 w 619432"/>
                <a:gd name="connsiteY11" fmla="*/ 280153 h 301653"/>
                <a:gd name="connsiteX12" fmla="*/ 111200 w 619432"/>
                <a:gd name="connsiteY12" fmla="*/ 301653 h 30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432" h="301653">
                  <a:moveTo>
                    <a:pt x="111200" y="301653"/>
                  </a:moveTo>
                  <a:cubicBezTo>
                    <a:pt x="104902" y="301655"/>
                    <a:pt x="98694" y="300158"/>
                    <a:pt x="93089" y="297287"/>
                  </a:cubicBezTo>
                  <a:cubicBezTo>
                    <a:pt x="16176" y="257739"/>
                    <a:pt x="0" y="211592"/>
                    <a:pt x="0" y="179537"/>
                  </a:cubicBezTo>
                  <a:cubicBezTo>
                    <a:pt x="0" y="140535"/>
                    <a:pt x="23371" y="85257"/>
                    <a:pt x="134720" y="43477"/>
                  </a:cubicBezTo>
                  <a:cubicBezTo>
                    <a:pt x="209400" y="15441"/>
                    <a:pt x="307797" y="9"/>
                    <a:pt x="411852" y="9"/>
                  </a:cubicBezTo>
                  <a:cubicBezTo>
                    <a:pt x="470650" y="-247"/>
                    <a:pt x="529343" y="5002"/>
                    <a:pt x="587162" y="15689"/>
                  </a:cubicBezTo>
                  <a:cubicBezTo>
                    <a:pt x="608702" y="19800"/>
                    <a:pt x="622832" y="40594"/>
                    <a:pt x="618721" y="62134"/>
                  </a:cubicBezTo>
                  <a:cubicBezTo>
                    <a:pt x="614610" y="83674"/>
                    <a:pt x="593816" y="97804"/>
                    <a:pt x="572276" y="93693"/>
                  </a:cubicBezTo>
                  <a:cubicBezTo>
                    <a:pt x="519356" y="83995"/>
                    <a:pt x="465653" y="79211"/>
                    <a:pt x="411852" y="79402"/>
                  </a:cubicBezTo>
                  <a:cubicBezTo>
                    <a:pt x="196746" y="79402"/>
                    <a:pt x="79393" y="145546"/>
                    <a:pt x="79393" y="179537"/>
                  </a:cubicBezTo>
                  <a:cubicBezTo>
                    <a:pt x="79393" y="189461"/>
                    <a:pt x="92493" y="207672"/>
                    <a:pt x="129411" y="226676"/>
                  </a:cubicBezTo>
                  <a:cubicBezTo>
                    <a:pt x="148896" y="236726"/>
                    <a:pt x="156544" y="260668"/>
                    <a:pt x="146495" y="280153"/>
                  </a:cubicBezTo>
                  <a:cubicBezTo>
                    <a:pt x="139682" y="293362"/>
                    <a:pt x="126062" y="301658"/>
                    <a:pt x="111200" y="3016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CD3FD7E5-54A4-7355-3F87-8F2E615AD706}"/>
                </a:ext>
              </a:extLst>
            </p:cNvPr>
            <p:cNvSpPr/>
            <p:nvPr/>
          </p:nvSpPr>
          <p:spPr>
            <a:xfrm>
              <a:off x="5665863" y="2856636"/>
              <a:ext cx="623631" cy="293452"/>
            </a:xfrm>
            <a:custGeom>
              <a:avLst/>
              <a:gdLst>
                <a:gd name="connsiteX0" fmla="*/ 211431 w 623631"/>
                <a:gd name="connsiteY0" fmla="*/ 293444 h 293452"/>
                <a:gd name="connsiteX1" fmla="*/ 32797 w 623631"/>
                <a:gd name="connsiteY1" fmla="*/ 277069 h 293452"/>
                <a:gd name="connsiteX2" fmla="*/ 612 w 623631"/>
                <a:gd name="connsiteY2" fmla="*/ 231072 h 293452"/>
                <a:gd name="connsiteX3" fmla="*/ 46610 w 623631"/>
                <a:gd name="connsiteY3" fmla="*/ 198887 h 293452"/>
                <a:gd name="connsiteX4" fmla="*/ 48030 w 623631"/>
                <a:gd name="connsiteY4" fmla="*/ 199165 h 293452"/>
                <a:gd name="connsiteX5" fmla="*/ 211779 w 623631"/>
                <a:gd name="connsiteY5" fmla="*/ 214051 h 293452"/>
                <a:gd name="connsiteX6" fmla="*/ 544238 w 623631"/>
                <a:gd name="connsiteY6" fmla="*/ 113966 h 293452"/>
                <a:gd name="connsiteX7" fmla="*/ 506873 w 623631"/>
                <a:gd name="connsiteY7" fmla="*/ 73773 h 293452"/>
                <a:gd name="connsiteX8" fmla="*/ 493203 w 623631"/>
                <a:gd name="connsiteY8" fmla="*/ 19315 h 293452"/>
                <a:gd name="connsiteX9" fmla="*/ 547662 w 623631"/>
                <a:gd name="connsiteY9" fmla="*/ 5644 h 293452"/>
                <a:gd name="connsiteX10" fmla="*/ 623631 w 623631"/>
                <a:gd name="connsiteY10" fmla="*/ 113966 h 293452"/>
                <a:gd name="connsiteX11" fmla="*/ 488911 w 623631"/>
                <a:gd name="connsiteY11" fmla="*/ 249977 h 293452"/>
                <a:gd name="connsiteX12" fmla="*/ 211431 w 623631"/>
                <a:gd name="connsiteY12" fmla="*/ 293444 h 29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631" h="293452">
                  <a:moveTo>
                    <a:pt x="211431" y="293444"/>
                  </a:moveTo>
                  <a:cubicBezTo>
                    <a:pt x="151500" y="293702"/>
                    <a:pt x="91682" y="288219"/>
                    <a:pt x="32797" y="277069"/>
                  </a:cubicBezTo>
                  <a:cubicBezTo>
                    <a:pt x="11207" y="273255"/>
                    <a:pt x="-3202" y="252661"/>
                    <a:pt x="612" y="231072"/>
                  </a:cubicBezTo>
                  <a:cubicBezTo>
                    <a:pt x="4426" y="209482"/>
                    <a:pt x="25020" y="195073"/>
                    <a:pt x="46610" y="198887"/>
                  </a:cubicBezTo>
                  <a:cubicBezTo>
                    <a:pt x="47085" y="198971"/>
                    <a:pt x="47559" y="199064"/>
                    <a:pt x="48030" y="199165"/>
                  </a:cubicBezTo>
                  <a:cubicBezTo>
                    <a:pt x="102023" y="209268"/>
                    <a:pt x="156849" y="214252"/>
                    <a:pt x="211779" y="214051"/>
                  </a:cubicBezTo>
                  <a:cubicBezTo>
                    <a:pt x="426885" y="214051"/>
                    <a:pt x="544238" y="147907"/>
                    <a:pt x="544238" y="113966"/>
                  </a:cubicBezTo>
                  <a:cubicBezTo>
                    <a:pt x="544238" y="105332"/>
                    <a:pt x="534314" y="90297"/>
                    <a:pt x="506873" y="73773"/>
                  </a:cubicBezTo>
                  <a:cubicBezTo>
                    <a:pt x="488060" y="62510"/>
                    <a:pt x="481939" y="38128"/>
                    <a:pt x="493203" y="19315"/>
                  </a:cubicBezTo>
                  <a:cubicBezTo>
                    <a:pt x="504466" y="501"/>
                    <a:pt x="528848" y="-5619"/>
                    <a:pt x="547662" y="5644"/>
                  </a:cubicBezTo>
                  <a:cubicBezTo>
                    <a:pt x="610432" y="43257"/>
                    <a:pt x="623631" y="85285"/>
                    <a:pt x="623631" y="113966"/>
                  </a:cubicBezTo>
                  <a:cubicBezTo>
                    <a:pt x="623631" y="152918"/>
                    <a:pt x="600260" y="208246"/>
                    <a:pt x="488911" y="249977"/>
                  </a:cubicBezTo>
                  <a:cubicBezTo>
                    <a:pt x="413884" y="278012"/>
                    <a:pt x="315486" y="293444"/>
                    <a:pt x="211431" y="29344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C1020893-EEF3-7B58-75BA-485065FCF0B0}"/>
                </a:ext>
              </a:extLst>
            </p:cNvPr>
            <p:cNvSpPr/>
            <p:nvPr/>
          </p:nvSpPr>
          <p:spPr>
            <a:xfrm>
              <a:off x="6018267" y="2755893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3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6"/>
                    <a:pt x="27" y="151482"/>
                    <a:pt x="0" y="97604"/>
                  </a:cubicBezTo>
                  <a:cubicBezTo>
                    <a:pt x="-27" y="43726"/>
                    <a:pt x="43627" y="27"/>
                    <a:pt x="97505" y="0"/>
                  </a:cubicBezTo>
                  <a:cubicBezTo>
                    <a:pt x="151383" y="-27"/>
                    <a:pt x="195081" y="43627"/>
                    <a:pt x="195109" y="97505"/>
                  </a:cubicBezTo>
                  <a:cubicBezTo>
                    <a:pt x="195109" y="97538"/>
                    <a:pt x="195109" y="97571"/>
                    <a:pt x="195109" y="97604"/>
                  </a:cubicBezTo>
                  <a:cubicBezTo>
                    <a:pt x="195054" y="151432"/>
                    <a:pt x="151432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4" y="79415"/>
                    <a:pt x="79421" y="87524"/>
                    <a:pt x="79393" y="97554"/>
                  </a:cubicBezTo>
                  <a:cubicBezTo>
                    <a:pt x="79366" y="107584"/>
                    <a:pt x="87475" y="115738"/>
                    <a:pt x="97505" y="115765"/>
                  </a:cubicBezTo>
                  <a:cubicBezTo>
                    <a:pt x="107535" y="115792"/>
                    <a:pt x="115688" y="107684"/>
                    <a:pt x="115716" y="97653"/>
                  </a:cubicBezTo>
                  <a:cubicBezTo>
                    <a:pt x="115716" y="97637"/>
                    <a:pt x="115716" y="97620"/>
                    <a:pt x="115716" y="97604"/>
                  </a:cubicBezTo>
                  <a:cubicBezTo>
                    <a:pt x="115716" y="87593"/>
                    <a:pt x="107615" y="79470"/>
                    <a:pt x="9760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DA3619B4-3326-E725-9692-7F5051C4AD32}"/>
                </a:ext>
              </a:extLst>
            </p:cNvPr>
            <p:cNvSpPr/>
            <p:nvPr/>
          </p:nvSpPr>
          <p:spPr>
            <a:xfrm>
              <a:off x="5536945" y="3003997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5 w 195108"/>
                <a:gd name="connsiteY9" fmla="*/ 97653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6"/>
                    <a:pt x="27" y="151482"/>
                    <a:pt x="0" y="97604"/>
                  </a:cubicBezTo>
                  <a:cubicBezTo>
                    <a:pt x="-27" y="43726"/>
                    <a:pt x="43627" y="27"/>
                    <a:pt x="97505" y="0"/>
                  </a:cubicBezTo>
                  <a:cubicBezTo>
                    <a:pt x="151383" y="-27"/>
                    <a:pt x="195081" y="43627"/>
                    <a:pt x="195109" y="97505"/>
                  </a:cubicBezTo>
                  <a:cubicBezTo>
                    <a:pt x="195109" y="97538"/>
                    <a:pt x="195109" y="97571"/>
                    <a:pt x="195109" y="97604"/>
                  </a:cubicBezTo>
                  <a:cubicBezTo>
                    <a:pt x="195054" y="151432"/>
                    <a:pt x="151432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4" y="79415"/>
                    <a:pt x="79421" y="87524"/>
                    <a:pt x="79393" y="97554"/>
                  </a:cubicBezTo>
                  <a:cubicBezTo>
                    <a:pt x="79366" y="107584"/>
                    <a:pt x="87475" y="115738"/>
                    <a:pt x="97505" y="115765"/>
                  </a:cubicBezTo>
                  <a:cubicBezTo>
                    <a:pt x="107535" y="115792"/>
                    <a:pt x="115688" y="107684"/>
                    <a:pt x="115715" y="97653"/>
                  </a:cubicBezTo>
                  <a:cubicBezTo>
                    <a:pt x="115716" y="97637"/>
                    <a:pt x="115716" y="97620"/>
                    <a:pt x="115716" y="97604"/>
                  </a:cubicBezTo>
                  <a:cubicBezTo>
                    <a:pt x="115716" y="87593"/>
                    <a:pt x="107615" y="79470"/>
                    <a:pt x="9760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CF07A6FF-AFA9-0045-0B9C-F6F7A0A00C5E}"/>
              </a:ext>
            </a:extLst>
          </p:cNvPr>
          <p:cNvGrpSpPr/>
          <p:nvPr/>
        </p:nvGrpSpPr>
        <p:grpSpPr>
          <a:xfrm>
            <a:off x="6782947" y="2548106"/>
            <a:ext cx="823915" cy="814797"/>
            <a:chOff x="6782947" y="2548106"/>
            <a:chExt cx="823915" cy="814797"/>
          </a:xfrm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681E06D7-B3C1-5B06-2A95-531CBBD31961}"/>
                </a:ext>
              </a:extLst>
            </p:cNvPr>
            <p:cNvSpPr/>
            <p:nvPr/>
          </p:nvSpPr>
          <p:spPr>
            <a:xfrm>
              <a:off x="6782947" y="3070555"/>
              <a:ext cx="292390" cy="292348"/>
            </a:xfrm>
            <a:custGeom>
              <a:avLst/>
              <a:gdLst>
                <a:gd name="connsiteX0" fmla="*/ 158094 w 292390"/>
                <a:gd name="connsiteY0" fmla="*/ 292348 h 292348"/>
                <a:gd name="connsiteX1" fmla="*/ 157548 w 292390"/>
                <a:gd name="connsiteY1" fmla="*/ 292348 h 292348"/>
                <a:gd name="connsiteX2" fmla="*/ 129215 w 292390"/>
                <a:gd name="connsiteY2" fmla="*/ 279943 h 292348"/>
                <a:gd name="connsiteX3" fmla="*/ 10870 w 292390"/>
                <a:gd name="connsiteY3" fmla="*/ 154750 h 292348"/>
                <a:gd name="connsiteX4" fmla="*/ 10870 w 292390"/>
                <a:gd name="connsiteY4" fmla="*/ 100167 h 292348"/>
                <a:gd name="connsiteX5" fmla="*/ 118249 w 292390"/>
                <a:gd name="connsiteY5" fmla="*/ 2067 h 292348"/>
                <a:gd name="connsiteX6" fmla="*/ 168500 w 292390"/>
                <a:gd name="connsiteY6" fmla="*/ 27096 h 292348"/>
                <a:gd name="connsiteX7" fmla="*/ 149857 w 292390"/>
                <a:gd name="connsiteY7" fmla="*/ 74563 h 292348"/>
                <a:gd name="connsiteX8" fmla="*/ 94481 w 292390"/>
                <a:gd name="connsiteY8" fmla="*/ 128054 h 292348"/>
                <a:gd name="connsiteX9" fmla="*/ 158690 w 292390"/>
                <a:gd name="connsiteY9" fmla="*/ 195886 h 292348"/>
                <a:gd name="connsiteX10" fmla="*/ 224487 w 292390"/>
                <a:gd name="connsiteY10" fmla="*/ 130039 h 292348"/>
                <a:gd name="connsiteX11" fmla="*/ 280658 w 292390"/>
                <a:gd name="connsiteY11" fmla="*/ 129841 h 292348"/>
                <a:gd name="connsiteX12" fmla="*/ 280856 w 292390"/>
                <a:gd name="connsiteY12" fmla="*/ 186011 h 292348"/>
                <a:gd name="connsiteX13" fmla="*/ 186080 w 292390"/>
                <a:gd name="connsiteY13" fmla="*/ 280687 h 292348"/>
                <a:gd name="connsiteX14" fmla="*/ 158094 w 292390"/>
                <a:gd name="connsiteY14" fmla="*/ 292348 h 29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90" h="292348">
                  <a:moveTo>
                    <a:pt x="158094" y="292348"/>
                  </a:moveTo>
                  <a:lnTo>
                    <a:pt x="157548" y="292348"/>
                  </a:lnTo>
                  <a:cubicBezTo>
                    <a:pt x="146815" y="292214"/>
                    <a:pt x="136594" y="287739"/>
                    <a:pt x="129215" y="279943"/>
                  </a:cubicBezTo>
                  <a:lnTo>
                    <a:pt x="10870" y="154750"/>
                  </a:lnTo>
                  <a:cubicBezTo>
                    <a:pt x="-3623" y="139442"/>
                    <a:pt x="-3623" y="115476"/>
                    <a:pt x="10870" y="100167"/>
                  </a:cubicBezTo>
                  <a:cubicBezTo>
                    <a:pt x="98847" y="8568"/>
                    <a:pt x="109168" y="5094"/>
                    <a:pt x="118249" y="2067"/>
                  </a:cubicBezTo>
                  <a:cubicBezTo>
                    <a:pt x="139037" y="-4898"/>
                    <a:pt x="161535" y="6308"/>
                    <a:pt x="168500" y="27096"/>
                  </a:cubicBezTo>
                  <a:cubicBezTo>
                    <a:pt x="174615" y="45346"/>
                    <a:pt x="166757" y="65352"/>
                    <a:pt x="149857" y="74563"/>
                  </a:cubicBezTo>
                  <a:cubicBezTo>
                    <a:pt x="141868" y="80865"/>
                    <a:pt x="118695" y="103492"/>
                    <a:pt x="94481" y="128054"/>
                  </a:cubicBezTo>
                  <a:lnTo>
                    <a:pt x="158690" y="195886"/>
                  </a:lnTo>
                  <a:lnTo>
                    <a:pt x="224487" y="130039"/>
                  </a:lnTo>
                  <a:cubicBezTo>
                    <a:pt x="239943" y="114473"/>
                    <a:pt x="265092" y="114384"/>
                    <a:pt x="280658" y="129841"/>
                  </a:cubicBezTo>
                  <a:cubicBezTo>
                    <a:pt x="296223" y="145297"/>
                    <a:pt x="296312" y="170445"/>
                    <a:pt x="280856" y="186011"/>
                  </a:cubicBezTo>
                  <a:lnTo>
                    <a:pt x="186080" y="280687"/>
                  </a:lnTo>
                  <a:cubicBezTo>
                    <a:pt x="178662" y="288124"/>
                    <a:pt x="168598" y="292317"/>
                    <a:pt x="158094" y="2923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50283B98-D307-5A36-4B5B-AEE3660AFE9F}"/>
                </a:ext>
              </a:extLst>
            </p:cNvPr>
            <p:cNvSpPr/>
            <p:nvPr/>
          </p:nvSpPr>
          <p:spPr>
            <a:xfrm>
              <a:off x="6869145" y="2548106"/>
              <a:ext cx="737717" cy="731385"/>
            </a:xfrm>
            <a:custGeom>
              <a:avLst/>
              <a:gdLst>
                <a:gd name="connsiteX0" fmla="*/ 212273 w 737717"/>
                <a:gd name="connsiteY0" fmla="*/ 731385 h 731385"/>
                <a:gd name="connsiteX1" fmla="*/ 211479 w 737717"/>
                <a:gd name="connsiteY1" fmla="*/ 731385 h 731385"/>
                <a:gd name="connsiteX2" fmla="*/ 183146 w 737717"/>
                <a:gd name="connsiteY2" fmla="*/ 718633 h 731385"/>
                <a:gd name="connsiteX3" fmla="*/ 10565 w 737717"/>
                <a:gd name="connsiteY3" fmla="*/ 532158 h 731385"/>
                <a:gd name="connsiteX4" fmla="*/ 12649 w 737717"/>
                <a:gd name="connsiteY4" fmla="*/ 476137 h 731385"/>
                <a:gd name="connsiteX5" fmla="*/ 56216 w 737717"/>
                <a:gd name="connsiteY5" fmla="*/ 435547 h 731385"/>
                <a:gd name="connsiteX6" fmla="*/ 146972 w 737717"/>
                <a:gd name="connsiteY6" fmla="*/ 105619 h 731385"/>
                <a:gd name="connsiteX7" fmla="*/ 489356 w 737717"/>
                <a:gd name="connsiteY7" fmla="*/ 29054 h 731385"/>
                <a:gd name="connsiteX8" fmla="*/ 505402 w 737717"/>
                <a:gd name="connsiteY8" fmla="*/ 82852 h 731385"/>
                <a:gd name="connsiteX9" fmla="*/ 496948 w 737717"/>
                <a:gd name="connsiteY9" fmla="*/ 93561 h 731385"/>
                <a:gd name="connsiteX10" fmla="*/ 289731 w 737717"/>
                <a:gd name="connsiteY10" fmla="*/ 277604 h 731385"/>
                <a:gd name="connsiteX11" fmla="*/ 310622 w 737717"/>
                <a:gd name="connsiteY11" fmla="*/ 424779 h 731385"/>
                <a:gd name="connsiteX12" fmla="*/ 454919 w 737717"/>
                <a:gd name="connsiteY12" fmla="*/ 456189 h 731385"/>
                <a:gd name="connsiteX13" fmla="*/ 652707 w 737717"/>
                <a:gd name="connsiteY13" fmla="*/ 262023 h 731385"/>
                <a:gd name="connsiteX14" fmla="*/ 708843 w 737717"/>
                <a:gd name="connsiteY14" fmla="*/ 262621 h 731385"/>
                <a:gd name="connsiteX15" fmla="*/ 716668 w 737717"/>
                <a:gd name="connsiteY15" fmla="*/ 274081 h 731385"/>
                <a:gd name="connsiteX16" fmla="*/ 616434 w 737717"/>
                <a:gd name="connsiteY16" fmla="*/ 610559 h 731385"/>
                <a:gd name="connsiteX17" fmla="*/ 281842 w 737717"/>
                <a:gd name="connsiteY17" fmla="*/ 678291 h 731385"/>
                <a:gd name="connsiteX18" fmla="*/ 240309 w 737717"/>
                <a:gd name="connsiteY18" fmla="*/ 719774 h 731385"/>
                <a:gd name="connsiteX19" fmla="*/ 212273 w 737717"/>
                <a:gd name="connsiteY19" fmla="*/ 731385 h 731385"/>
                <a:gd name="connsiteX20" fmla="*/ 95615 w 737717"/>
                <a:gd name="connsiteY20" fmla="*/ 507249 h 731385"/>
                <a:gd name="connsiteX21" fmla="*/ 213415 w 737717"/>
                <a:gd name="connsiteY21" fmla="*/ 634476 h 731385"/>
                <a:gd name="connsiteX22" fmla="*/ 243187 w 737717"/>
                <a:gd name="connsiteY22" fmla="*/ 604704 h 731385"/>
                <a:gd name="connsiteX23" fmla="*/ 286655 w 737717"/>
                <a:gd name="connsiteY23" fmla="*/ 596219 h 731385"/>
                <a:gd name="connsiteX24" fmla="*/ 569493 w 737717"/>
                <a:gd name="connsiteY24" fmla="*/ 546598 h 731385"/>
                <a:gd name="connsiteX25" fmla="*/ 658463 w 737717"/>
                <a:gd name="connsiteY25" fmla="*/ 387812 h 731385"/>
                <a:gd name="connsiteX26" fmla="*/ 658116 w 737717"/>
                <a:gd name="connsiteY26" fmla="*/ 367963 h 731385"/>
                <a:gd name="connsiteX27" fmla="*/ 495657 w 737717"/>
                <a:gd name="connsiteY27" fmla="*/ 527246 h 731385"/>
                <a:gd name="connsiteX28" fmla="*/ 459434 w 737717"/>
                <a:gd name="connsiteY28" fmla="*/ 537716 h 731385"/>
                <a:gd name="connsiteX29" fmla="*/ 267204 w 737717"/>
                <a:gd name="connsiteY29" fmla="*/ 495935 h 731385"/>
                <a:gd name="connsiteX30" fmla="*/ 236339 w 737717"/>
                <a:gd name="connsiteY30" fmla="*/ 462689 h 731385"/>
                <a:gd name="connsiteX31" fmla="*/ 208552 w 737717"/>
                <a:gd name="connsiteY31" fmla="*/ 267233 h 731385"/>
                <a:gd name="connsiteX32" fmla="*/ 221552 w 737717"/>
                <a:gd name="connsiteY32" fmla="*/ 231953 h 731385"/>
                <a:gd name="connsiteX33" fmla="*/ 391900 w 737717"/>
                <a:gd name="connsiteY33" fmla="*/ 80858 h 731385"/>
                <a:gd name="connsiteX34" fmla="*/ 207559 w 737717"/>
                <a:gd name="connsiteY34" fmla="*/ 156927 h 731385"/>
                <a:gd name="connsiteX35" fmla="*/ 138438 w 737717"/>
                <a:gd name="connsiteY35" fmla="*/ 435596 h 731385"/>
                <a:gd name="connsiteX36" fmla="*/ 127868 w 737717"/>
                <a:gd name="connsiteY36" fmla="*/ 477278 h 73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37717" h="731385">
                  <a:moveTo>
                    <a:pt x="212273" y="731385"/>
                  </a:moveTo>
                  <a:lnTo>
                    <a:pt x="211479" y="731385"/>
                  </a:lnTo>
                  <a:cubicBezTo>
                    <a:pt x="200695" y="731161"/>
                    <a:pt x="190465" y="726557"/>
                    <a:pt x="183146" y="718633"/>
                  </a:cubicBezTo>
                  <a:lnTo>
                    <a:pt x="10565" y="532158"/>
                  </a:lnTo>
                  <a:cubicBezTo>
                    <a:pt x="-4298" y="516101"/>
                    <a:pt x="-3366" y="491045"/>
                    <a:pt x="12649" y="476137"/>
                  </a:cubicBezTo>
                  <a:lnTo>
                    <a:pt x="56216" y="435547"/>
                  </a:lnTo>
                  <a:cubicBezTo>
                    <a:pt x="44654" y="378979"/>
                    <a:pt x="32249" y="239297"/>
                    <a:pt x="146972" y="105619"/>
                  </a:cubicBezTo>
                  <a:cubicBezTo>
                    <a:pt x="267997" y="-35453"/>
                    <a:pt x="424005" y="-6127"/>
                    <a:pt x="489356" y="29054"/>
                  </a:cubicBezTo>
                  <a:cubicBezTo>
                    <a:pt x="508642" y="39479"/>
                    <a:pt x="515826" y="63565"/>
                    <a:pt x="505402" y="82852"/>
                  </a:cubicBezTo>
                  <a:cubicBezTo>
                    <a:pt x="503223" y="86883"/>
                    <a:pt x="500363" y="90506"/>
                    <a:pt x="496948" y="93561"/>
                  </a:cubicBezTo>
                  <a:lnTo>
                    <a:pt x="289731" y="277604"/>
                  </a:lnTo>
                  <a:lnTo>
                    <a:pt x="310622" y="424779"/>
                  </a:lnTo>
                  <a:lnTo>
                    <a:pt x="454919" y="456189"/>
                  </a:lnTo>
                  <a:lnTo>
                    <a:pt x="652707" y="262023"/>
                  </a:lnTo>
                  <a:cubicBezTo>
                    <a:pt x="668374" y="246687"/>
                    <a:pt x="693507" y="246954"/>
                    <a:pt x="708843" y="262621"/>
                  </a:cubicBezTo>
                  <a:cubicBezTo>
                    <a:pt x="712104" y="265952"/>
                    <a:pt x="714753" y="269831"/>
                    <a:pt x="716668" y="274081"/>
                  </a:cubicBezTo>
                  <a:cubicBezTo>
                    <a:pt x="747235" y="341962"/>
                    <a:pt x="765594" y="499657"/>
                    <a:pt x="616434" y="610559"/>
                  </a:cubicBezTo>
                  <a:cubicBezTo>
                    <a:pt x="475809" y="715110"/>
                    <a:pt x="338062" y="693773"/>
                    <a:pt x="281842" y="678291"/>
                  </a:cubicBezTo>
                  <a:lnTo>
                    <a:pt x="240309" y="719774"/>
                  </a:lnTo>
                  <a:cubicBezTo>
                    <a:pt x="232870" y="727205"/>
                    <a:pt x="222788" y="731381"/>
                    <a:pt x="212273" y="731385"/>
                  </a:cubicBezTo>
                  <a:close/>
                  <a:moveTo>
                    <a:pt x="95615" y="507249"/>
                  </a:moveTo>
                  <a:lnTo>
                    <a:pt x="213415" y="634476"/>
                  </a:lnTo>
                  <a:lnTo>
                    <a:pt x="243187" y="604704"/>
                  </a:lnTo>
                  <a:cubicBezTo>
                    <a:pt x="254606" y="593305"/>
                    <a:pt x="271788" y="589951"/>
                    <a:pt x="286655" y="596219"/>
                  </a:cubicBezTo>
                  <a:cubicBezTo>
                    <a:pt x="292163" y="598452"/>
                    <a:pt x="427578" y="651992"/>
                    <a:pt x="569493" y="546598"/>
                  </a:cubicBezTo>
                  <a:cubicBezTo>
                    <a:pt x="626805" y="503974"/>
                    <a:pt x="656776" y="450532"/>
                    <a:pt x="658463" y="387812"/>
                  </a:cubicBezTo>
                  <a:cubicBezTo>
                    <a:pt x="658463" y="380964"/>
                    <a:pt x="658463" y="374414"/>
                    <a:pt x="658116" y="367963"/>
                  </a:cubicBezTo>
                  <a:lnTo>
                    <a:pt x="495657" y="527246"/>
                  </a:lnTo>
                  <a:cubicBezTo>
                    <a:pt x="486117" y="536614"/>
                    <a:pt x="472501" y="540549"/>
                    <a:pt x="459434" y="537716"/>
                  </a:cubicBezTo>
                  <a:lnTo>
                    <a:pt x="267204" y="495935"/>
                  </a:lnTo>
                  <a:cubicBezTo>
                    <a:pt x="250973" y="492402"/>
                    <a:pt x="238659" y="479137"/>
                    <a:pt x="236339" y="462689"/>
                  </a:cubicBezTo>
                  <a:lnTo>
                    <a:pt x="208552" y="267233"/>
                  </a:lnTo>
                  <a:cubicBezTo>
                    <a:pt x="206688" y="254037"/>
                    <a:pt x="211571" y="240785"/>
                    <a:pt x="221552" y="231953"/>
                  </a:cubicBezTo>
                  <a:lnTo>
                    <a:pt x="391900" y="80858"/>
                  </a:lnTo>
                  <a:cubicBezTo>
                    <a:pt x="342776" y="74259"/>
                    <a:pt x="271471" y="82396"/>
                    <a:pt x="207559" y="156927"/>
                  </a:cubicBezTo>
                  <a:cubicBezTo>
                    <a:pt x="92588" y="290903"/>
                    <a:pt x="136502" y="429840"/>
                    <a:pt x="138438" y="435596"/>
                  </a:cubicBezTo>
                  <a:cubicBezTo>
                    <a:pt x="143306" y="450364"/>
                    <a:pt x="139185" y="466614"/>
                    <a:pt x="127868" y="4772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44AB748A-6F34-C1B6-A60A-8D53E13AC030}"/>
                </a:ext>
              </a:extLst>
            </p:cNvPr>
            <p:cNvSpPr/>
            <p:nvPr/>
          </p:nvSpPr>
          <p:spPr>
            <a:xfrm>
              <a:off x="7192298" y="2767452"/>
              <a:ext cx="198722" cy="200471"/>
            </a:xfrm>
            <a:custGeom>
              <a:avLst/>
              <a:gdLst>
                <a:gd name="connsiteX0" fmla="*/ 116136 w 198722"/>
                <a:gd name="connsiteY0" fmla="*/ 200471 h 200471"/>
                <a:gd name="connsiteX1" fmla="*/ 106807 w 198722"/>
                <a:gd name="connsiteY1" fmla="*/ 199379 h 200471"/>
                <a:gd name="connsiteX2" fmla="*/ 45277 w 198722"/>
                <a:gd name="connsiteY2" fmla="*/ 184493 h 200471"/>
                <a:gd name="connsiteX3" fmla="*/ 16001 w 198722"/>
                <a:gd name="connsiteY3" fmla="*/ 155217 h 200471"/>
                <a:gd name="connsiteX4" fmla="*/ 1115 w 198722"/>
                <a:gd name="connsiteY4" fmla="*/ 93687 h 200471"/>
                <a:gd name="connsiteX5" fmla="*/ 11634 w 198722"/>
                <a:gd name="connsiteY5" fmla="*/ 56273 h 200471"/>
                <a:gd name="connsiteX6" fmla="*/ 56293 w 198722"/>
                <a:gd name="connsiteY6" fmla="*/ 11615 h 200471"/>
                <a:gd name="connsiteX7" fmla="*/ 92963 w 198722"/>
                <a:gd name="connsiteY7" fmla="*/ 946 h 200471"/>
                <a:gd name="connsiteX8" fmla="*/ 156973 w 198722"/>
                <a:gd name="connsiteY8" fmla="*/ 15187 h 200471"/>
                <a:gd name="connsiteX9" fmla="*/ 187490 w 198722"/>
                <a:gd name="connsiteY9" fmla="*/ 47391 h 200471"/>
                <a:gd name="connsiteX10" fmla="*/ 198159 w 198722"/>
                <a:gd name="connsiteY10" fmla="*/ 111402 h 200471"/>
                <a:gd name="connsiteX11" fmla="*/ 187093 w 198722"/>
                <a:gd name="connsiteY11" fmla="*/ 146136 h 200471"/>
                <a:gd name="connsiteX12" fmla="*/ 144419 w 198722"/>
                <a:gd name="connsiteY12" fmla="*/ 188810 h 200471"/>
                <a:gd name="connsiteX13" fmla="*/ 116136 w 198722"/>
                <a:gd name="connsiteY13" fmla="*/ 200471 h 200471"/>
                <a:gd name="connsiteX14" fmla="*/ 87504 w 198722"/>
                <a:gd name="connsiteY14" fmla="*/ 112990 h 200471"/>
                <a:gd name="connsiteX15" fmla="*/ 103830 w 198722"/>
                <a:gd name="connsiteY15" fmla="*/ 116960 h 200471"/>
                <a:gd name="connsiteX16" fmla="*/ 116284 w 198722"/>
                <a:gd name="connsiteY16" fmla="*/ 104505 h 200471"/>
                <a:gd name="connsiteX17" fmla="*/ 113406 w 198722"/>
                <a:gd name="connsiteY17" fmla="*/ 87088 h 200471"/>
                <a:gd name="connsiteX18" fmla="*/ 96833 w 198722"/>
                <a:gd name="connsiteY18" fmla="*/ 83366 h 200471"/>
                <a:gd name="connsiteX19" fmla="*/ 83535 w 198722"/>
                <a:gd name="connsiteY19" fmla="*/ 96665 h 20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8722" h="200471">
                  <a:moveTo>
                    <a:pt x="116136" y="200471"/>
                  </a:moveTo>
                  <a:cubicBezTo>
                    <a:pt x="112994" y="200473"/>
                    <a:pt x="109863" y="200106"/>
                    <a:pt x="106807" y="199379"/>
                  </a:cubicBezTo>
                  <a:lnTo>
                    <a:pt x="45277" y="184493"/>
                  </a:lnTo>
                  <a:cubicBezTo>
                    <a:pt x="30799" y="180999"/>
                    <a:pt x="19495" y="169695"/>
                    <a:pt x="16001" y="155217"/>
                  </a:cubicBezTo>
                  <a:lnTo>
                    <a:pt x="1115" y="93687"/>
                  </a:lnTo>
                  <a:cubicBezTo>
                    <a:pt x="-2141" y="80235"/>
                    <a:pt x="1845" y="66058"/>
                    <a:pt x="11634" y="56273"/>
                  </a:cubicBezTo>
                  <a:lnTo>
                    <a:pt x="56293" y="11615"/>
                  </a:lnTo>
                  <a:cubicBezTo>
                    <a:pt x="65890" y="2026"/>
                    <a:pt x="79719" y="-1997"/>
                    <a:pt x="92963" y="946"/>
                  </a:cubicBezTo>
                  <a:lnTo>
                    <a:pt x="156973" y="15187"/>
                  </a:lnTo>
                  <a:cubicBezTo>
                    <a:pt x="172755" y="18705"/>
                    <a:pt x="184826" y="31444"/>
                    <a:pt x="187490" y="47391"/>
                  </a:cubicBezTo>
                  <a:lnTo>
                    <a:pt x="198159" y="111402"/>
                  </a:lnTo>
                  <a:cubicBezTo>
                    <a:pt x="200319" y="124089"/>
                    <a:pt x="196194" y="137037"/>
                    <a:pt x="187093" y="146136"/>
                  </a:cubicBezTo>
                  <a:lnTo>
                    <a:pt x="144419" y="188810"/>
                  </a:lnTo>
                  <a:cubicBezTo>
                    <a:pt x="136928" y="196320"/>
                    <a:pt x="126743" y="200519"/>
                    <a:pt x="116136" y="200471"/>
                  </a:cubicBezTo>
                  <a:close/>
                  <a:moveTo>
                    <a:pt x="87504" y="112990"/>
                  </a:moveTo>
                  <a:lnTo>
                    <a:pt x="103830" y="116960"/>
                  </a:lnTo>
                  <a:lnTo>
                    <a:pt x="116284" y="104505"/>
                  </a:lnTo>
                  <a:lnTo>
                    <a:pt x="113406" y="87088"/>
                  </a:lnTo>
                  <a:lnTo>
                    <a:pt x="96833" y="83366"/>
                  </a:lnTo>
                  <a:lnTo>
                    <a:pt x="83535" y="9666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96F45779-40AB-60E4-04BC-E345B885C2CF}"/>
              </a:ext>
            </a:extLst>
          </p:cNvPr>
          <p:cNvGrpSpPr/>
          <p:nvPr/>
        </p:nvGrpSpPr>
        <p:grpSpPr>
          <a:xfrm>
            <a:off x="8100455" y="2543666"/>
            <a:ext cx="823707" cy="823703"/>
            <a:chOff x="8100455" y="2543666"/>
            <a:chExt cx="823707" cy="823703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C1E68397-72CC-F20B-ED12-BD9E926B6F1E}"/>
                </a:ext>
              </a:extLst>
            </p:cNvPr>
            <p:cNvSpPr/>
            <p:nvPr/>
          </p:nvSpPr>
          <p:spPr>
            <a:xfrm>
              <a:off x="8100458" y="2543666"/>
              <a:ext cx="823704" cy="823703"/>
            </a:xfrm>
            <a:custGeom>
              <a:avLst/>
              <a:gdLst>
                <a:gd name="connsiteX0" fmla="*/ 784008 w 823704"/>
                <a:gd name="connsiteY0" fmla="*/ 823703 h 823703"/>
                <a:gd name="connsiteX1" fmla="*/ 39697 w 823704"/>
                <a:gd name="connsiteY1" fmla="*/ 823703 h 823703"/>
                <a:gd name="connsiteX2" fmla="*/ 0 w 823704"/>
                <a:gd name="connsiteY2" fmla="*/ 784007 h 823703"/>
                <a:gd name="connsiteX3" fmla="*/ 0 w 823704"/>
                <a:gd name="connsiteY3" fmla="*/ 39697 h 823703"/>
                <a:gd name="connsiteX4" fmla="*/ 39697 w 823704"/>
                <a:gd name="connsiteY4" fmla="*/ 0 h 823703"/>
                <a:gd name="connsiteX5" fmla="*/ 784008 w 823704"/>
                <a:gd name="connsiteY5" fmla="*/ 0 h 823703"/>
                <a:gd name="connsiteX6" fmla="*/ 823704 w 823704"/>
                <a:gd name="connsiteY6" fmla="*/ 39697 h 823703"/>
                <a:gd name="connsiteX7" fmla="*/ 823704 w 823704"/>
                <a:gd name="connsiteY7" fmla="*/ 784007 h 823703"/>
                <a:gd name="connsiteX8" fmla="*/ 784008 w 823704"/>
                <a:gd name="connsiteY8" fmla="*/ 823703 h 823703"/>
                <a:gd name="connsiteX9" fmla="*/ 79393 w 823704"/>
                <a:gd name="connsiteY9" fmla="*/ 744310 h 823703"/>
                <a:gd name="connsiteX10" fmla="*/ 744311 w 823704"/>
                <a:gd name="connsiteY10" fmla="*/ 744310 h 823703"/>
                <a:gd name="connsiteX11" fmla="*/ 744311 w 823704"/>
                <a:gd name="connsiteY11" fmla="*/ 79393 h 823703"/>
                <a:gd name="connsiteX12" fmla="*/ 79393 w 823704"/>
                <a:gd name="connsiteY12" fmla="*/ 79393 h 823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823703">
                  <a:moveTo>
                    <a:pt x="784008" y="823703"/>
                  </a:moveTo>
                  <a:lnTo>
                    <a:pt x="39697" y="823703"/>
                  </a:lnTo>
                  <a:cubicBezTo>
                    <a:pt x="17773" y="823703"/>
                    <a:pt x="0" y="805931"/>
                    <a:pt x="0" y="7840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lnTo>
                    <a:pt x="823704" y="784007"/>
                  </a:lnTo>
                  <a:cubicBezTo>
                    <a:pt x="823704" y="805931"/>
                    <a:pt x="805932" y="823703"/>
                    <a:pt x="784008" y="823703"/>
                  </a:cubicBezTo>
                  <a:close/>
                  <a:moveTo>
                    <a:pt x="79393" y="744310"/>
                  </a:moveTo>
                  <a:lnTo>
                    <a:pt x="744311" y="744310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0E1766F1-7325-5D30-3175-1A6B127DC2FF}"/>
                </a:ext>
              </a:extLst>
            </p:cNvPr>
            <p:cNvSpPr/>
            <p:nvPr/>
          </p:nvSpPr>
          <p:spPr>
            <a:xfrm>
              <a:off x="8100455" y="3010186"/>
              <a:ext cx="802731" cy="273324"/>
            </a:xfrm>
            <a:custGeom>
              <a:avLst/>
              <a:gdLst>
                <a:gd name="connsiteX0" fmla="*/ 39700 w 802731"/>
                <a:gd name="connsiteY0" fmla="*/ 273325 h 273324"/>
                <a:gd name="connsiteX1" fmla="*/ 0 w 802731"/>
                <a:gd name="connsiteY1" fmla="*/ 233631 h 273324"/>
                <a:gd name="connsiteX2" fmla="*/ 13897 w 802731"/>
                <a:gd name="connsiteY2" fmla="*/ 203459 h 273324"/>
                <a:gd name="connsiteX3" fmla="*/ 215853 w 802731"/>
                <a:gd name="connsiteY3" fmla="*/ 30828 h 273324"/>
                <a:gd name="connsiteX4" fmla="*/ 271824 w 802731"/>
                <a:gd name="connsiteY4" fmla="*/ 35183 h 273324"/>
                <a:gd name="connsiteX5" fmla="*/ 276043 w 802731"/>
                <a:gd name="connsiteY5" fmla="*/ 41149 h 273324"/>
                <a:gd name="connsiteX6" fmla="*/ 333256 w 802731"/>
                <a:gd name="connsiteY6" fmla="*/ 140391 h 273324"/>
                <a:gd name="connsiteX7" fmla="*/ 409970 w 802731"/>
                <a:gd name="connsiteY7" fmla="*/ 80846 h 273324"/>
                <a:gd name="connsiteX8" fmla="*/ 463659 w 802731"/>
                <a:gd name="connsiteY8" fmla="*/ 85510 h 273324"/>
                <a:gd name="connsiteX9" fmla="*/ 543797 w 802731"/>
                <a:gd name="connsiteY9" fmla="*/ 173786 h 273324"/>
                <a:gd name="connsiteX10" fmla="*/ 737318 w 802731"/>
                <a:gd name="connsiteY10" fmla="*/ 9442 h 273324"/>
                <a:gd name="connsiteX11" fmla="*/ 793290 w 802731"/>
                <a:gd name="connsiteY11" fmla="*/ 14007 h 273324"/>
                <a:gd name="connsiteX12" fmla="*/ 788725 w 802731"/>
                <a:gd name="connsiteY12" fmla="*/ 69979 h 273324"/>
                <a:gd name="connsiteX13" fmla="*/ 565828 w 802731"/>
                <a:gd name="connsiteY13" fmla="*/ 259431 h 273324"/>
                <a:gd name="connsiteX14" fmla="*/ 510700 w 802731"/>
                <a:gd name="connsiteY14" fmla="*/ 255858 h 273324"/>
                <a:gd name="connsiteX15" fmla="*/ 429471 w 802731"/>
                <a:gd name="connsiteY15" fmla="*/ 166144 h 273324"/>
                <a:gd name="connsiteX16" fmla="*/ 345760 w 802731"/>
                <a:gd name="connsiteY16" fmla="*/ 231147 h 273324"/>
                <a:gd name="connsiteX17" fmla="*/ 290073 w 802731"/>
                <a:gd name="connsiteY17" fmla="*/ 224036 h 273324"/>
                <a:gd name="connsiteX18" fmla="*/ 287059 w 802731"/>
                <a:gd name="connsiteY18" fmla="*/ 219536 h 273324"/>
                <a:gd name="connsiteX19" fmla="*/ 230988 w 802731"/>
                <a:gd name="connsiteY19" fmla="*/ 122230 h 273324"/>
                <a:gd name="connsiteX20" fmla="*/ 65502 w 802731"/>
                <a:gd name="connsiteY20" fmla="*/ 263798 h 273324"/>
                <a:gd name="connsiteX21" fmla="*/ 39700 w 802731"/>
                <a:gd name="connsiteY21" fmla="*/ 273325 h 27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2731" h="273324">
                  <a:moveTo>
                    <a:pt x="39700" y="273325"/>
                  </a:moveTo>
                  <a:cubicBezTo>
                    <a:pt x="17776" y="273326"/>
                    <a:pt x="2" y="255555"/>
                    <a:pt x="0" y="233631"/>
                  </a:cubicBezTo>
                  <a:cubicBezTo>
                    <a:pt x="-1" y="222026"/>
                    <a:pt x="5077" y="211001"/>
                    <a:pt x="13897" y="203459"/>
                  </a:cubicBezTo>
                  <a:lnTo>
                    <a:pt x="215853" y="30828"/>
                  </a:lnTo>
                  <a:cubicBezTo>
                    <a:pt x="232512" y="16575"/>
                    <a:pt x="257570" y="18525"/>
                    <a:pt x="271824" y="35183"/>
                  </a:cubicBezTo>
                  <a:cubicBezTo>
                    <a:pt x="273411" y="37038"/>
                    <a:pt x="274823" y="39035"/>
                    <a:pt x="276043" y="41149"/>
                  </a:cubicBezTo>
                  <a:lnTo>
                    <a:pt x="333256" y="140391"/>
                  </a:lnTo>
                  <a:lnTo>
                    <a:pt x="409970" y="80846"/>
                  </a:lnTo>
                  <a:cubicBezTo>
                    <a:pt x="426342" y="68154"/>
                    <a:pt x="449721" y="70185"/>
                    <a:pt x="463659" y="85510"/>
                  </a:cubicBezTo>
                  <a:lnTo>
                    <a:pt x="543797" y="173786"/>
                  </a:lnTo>
                  <a:lnTo>
                    <a:pt x="737318" y="9442"/>
                  </a:lnTo>
                  <a:cubicBezTo>
                    <a:pt x="754035" y="-4754"/>
                    <a:pt x="779094" y="-2710"/>
                    <a:pt x="793290" y="14007"/>
                  </a:cubicBezTo>
                  <a:cubicBezTo>
                    <a:pt x="807486" y="30724"/>
                    <a:pt x="805442" y="55783"/>
                    <a:pt x="788725" y="69979"/>
                  </a:cubicBezTo>
                  <a:lnTo>
                    <a:pt x="565828" y="259431"/>
                  </a:lnTo>
                  <a:cubicBezTo>
                    <a:pt x="549501" y="273319"/>
                    <a:pt x="525098" y="271738"/>
                    <a:pt x="510700" y="255858"/>
                  </a:cubicBezTo>
                  <a:lnTo>
                    <a:pt x="429471" y="166144"/>
                  </a:lnTo>
                  <a:lnTo>
                    <a:pt x="345760" y="231147"/>
                  </a:lnTo>
                  <a:cubicBezTo>
                    <a:pt x="328419" y="244561"/>
                    <a:pt x="303487" y="241378"/>
                    <a:pt x="290073" y="224036"/>
                  </a:cubicBezTo>
                  <a:cubicBezTo>
                    <a:pt x="288967" y="222607"/>
                    <a:pt x="287960" y="221103"/>
                    <a:pt x="287059" y="219536"/>
                  </a:cubicBezTo>
                  <a:lnTo>
                    <a:pt x="230988" y="122230"/>
                  </a:lnTo>
                  <a:lnTo>
                    <a:pt x="65502" y="263798"/>
                  </a:lnTo>
                  <a:cubicBezTo>
                    <a:pt x="58312" y="269947"/>
                    <a:pt x="49161" y="273325"/>
                    <a:pt x="39700" y="2733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5131929D-CA96-68F1-FB8D-B435A4ACC99A}"/>
                </a:ext>
              </a:extLst>
            </p:cNvPr>
            <p:cNvSpPr/>
            <p:nvPr/>
          </p:nvSpPr>
          <p:spPr>
            <a:xfrm>
              <a:off x="8550419" y="2665931"/>
              <a:ext cx="79393" cy="314892"/>
            </a:xfrm>
            <a:custGeom>
              <a:avLst/>
              <a:gdLst>
                <a:gd name="connsiteX0" fmla="*/ 39697 w 79393"/>
                <a:gd name="connsiteY0" fmla="*/ 314893 h 314892"/>
                <a:gd name="connsiteX1" fmla="*/ 0 w 79393"/>
                <a:gd name="connsiteY1" fmla="*/ 275196 h 314892"/>
                <a:gd name="connsiteX2" fmla="*/ 0 w 79393"/>
                <a:gd name="connsiteY2" fmla="*/ 39697 h 314892"/>
                <a:gd name="connsiteX3" fmla="*/ 39697 w 79393"/>
                <a:gd name="connsiteY3" fmla="*/ 0 h 314892"/>
                <a:gd name="connsiteX4" fmla="*/ 79393 w 79393"/>
                <a:gd name="connsiteY4" fmla="*/ 39697 h 314892"/>
                <a:gd name="connsiteX5" fmla="*/ 79393 w 79393"/>
                <a:gd name="connsiteY5" fmla="*/ 275196 h 314892"/>
                <a:gd name="connsiteX6" fmla="*/ 39697 w 79393"/>
                <a:gd name="connsiteY6" fmla="*/ 314893 h 31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4892">
                  <a:moveTo>
                    <a:pt x="39697" y="314893"/>
                  </a:moveTo>
                  <a:cubicBezTo>
                    <a:pt x="17773" y="314893"/>
                    <a:pt x="0" y="297120"/>
                    <a:pt x="0" y="2751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75196"/>
                  </a:lnTo>
                  <a:cubicBezTo>
                    <a:pt x="79393" y="297120"/>
                    <a:pt x="61620" y="314893"/>
                    <a:pt x="39697" y="3148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A1297BC7-1AE6-4D7C-973C-53BF98EB1A62}"/>
                </a:ext>
              </a:extLst>
            </p:cNvPr>
            <p:cNvSpPr/>
            <p:nvPr/>
          </p:nvSpPr>
          <p:spPr>
            <a:xfrm>
              <a:off x="8642912" y="2758474"/>
              <a:ext cx="79393" cy="222350"/>
            </a:xfrm>
            <a:custGeom>
              <a:avLst/>
              <a:gdLst>
                <a:gd name="connsiteX0" fmla="*/ 39697 w 79393"/>
                <a:gd name="connsiteY0" fmla="*/ 222350 h 222350"/>
                <a:gd name="connsiteX1" fmla="*/ 0 w 79393"/>
                <a:gd name="connsiteY1" fmla="*/ 182654 h 222350"/>
                <a:gd name="connsiteX2" fmla="*/ 0 w 79393"/>
                <a:gd name="connsiteY2" fmla="*/ 39697 h 222350"/>
                <a:gd name="connsiteX3" fmla="*/ 39697 w 79393"/>
                <a:gd name="connsiteY3" fmla="*/ 0 h 222350"/>
                <a:gd name="connsiteX4" fmla="*/ 79393 w 79393"/>
                <a:gd name="connsiteY4" fmla="*/ 39697 h 222350"/>
                <a:gd name="connsiteX5" fmla="*/ 79393 w 79393"/>
                <a:gd name="connsiteY5" fmla="*/ 182654 h 222350"/>
                <a:gd name="connsiteX6" fmla="*/ 39697 w 79393"/>
                <a:gd name="connsiteY6" fmla="*/ 222350 h 22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2350">
                  <a:moveTo>
                    <a:pt x="39697" y="222350"/>
                  </a:moveTo>
                  <a:cubicBezTo>
                    <a:pt x="17773" y="222350"/>
                    <a:pt x="0" y="204578"/>
                    <a:pt x="0" y="18265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82654"/>
                  </a:lnTo>
                  <a:cubicBezTo>
                    <a:pt x="79393" y="204578"/>
                    <a:pt x="61620" y="222350"/>
                    <a:pt x="39697" y="22235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D03273CB-D9C8-612C-1774-43906C111A52}"/>
                </a:ext>
              </a:extLst>
            </p:cNvPr>
            <p:cNvSpPr/>
            <p:nvPr/>
          </p:nvSpPr>
          <p:spPr>
            <a:xfrm>
              <a:off x="8735454" y="2813106"/>
              <a:ext cx="79393" cy="167717"/>
            </a:xfrm>
            <a:custGeom>
              <a:avLst/>
              <a:gdLst>
                <a:gd name="connsiteX0" fmla="*/ 39697 w 79393"/>
                <a:gd name="connsiteY0" fmla="*/ 167718 h 167717"/>
                <a:gd name="connsiteX1" fmla="*/ 0 w 79393"/>
                <a:gd name="connsiteY1" fmla="*/ 128021 h 167717"/>
                <a:gd name="connsiteX2" fmla="*/ 0 w 79393"/>
                <a:gd name="connsiteY2" fmla="*/ 39697 h 167717"/>
                <a:gd name="connsiteX3" fmla="*/ 39697 w 79393"/>
                <a:gd name="connsiteY3" fmla="*/ 0 h 167717"/>
                <a:gd name="connsiteX4" fmla="*/ 79393 w 79393"/>
                <a:gd name="connsiteY4" fmla="*/ 39697 h 167717"/>
                <a:gd name="connsiteX5" fmla="*/ 79393 w 79393"/>
                <a:gd name="connsiteY5" fmla="*/ 128021 h 167717"/>
                <a:gd name="connsiteX6" fmla="*/ 39697 w 79393"/>
                <a:gd name="connsiteY6" fmla="*/ 167718 h 16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7717">
                  <a:moveTo>
                    <a:pt x="39697" y="167718"/>
                  </a:moveTo>
                  <a:cubicBezTo>
                    <a:pt x="17773" y="167718"/>
                    <a:pt x="0" y="149945"/>
                    <a:pt x="0" y="1280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28021"/>
                  </a:lnTo>
                  <a:cubicBezTo>
                    <a:pt x="79393" y="149945"/>
                    <a:pt x="61620" y="167718"/>
                    <a:pt x="39697" y="1677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F0467519-4190-274E-D80D-45AE490B6CD0}"/>
                </a:ext>
              </a:extLst>
            </p:cNvPr>
            <p:cNvSpPr/>
            <p:nvPr/>
          </p:nvSpPr>
          <p:spPr>
            <a:xfrm>
              <a:off x="8214336" y="2679304"/>
              <a:ext cx="292317" cy="289686"/>
            </a:xfrm>
            <a:custGeom>
              <a:avLst/>
              <a:gdLst>
                <a:gd name="connsiteX0" fmla="*/ 147524 w 292317"/>
                <a:gd name="connsiteY0" fmla="*/ 289661 h 289686"/>
                <a:gd name="connsiteX1" fmla="*/ 25 w 292317"/>
                <a:gd name="connsiteY1" fmla="*/ 147524 h 289686"/>
                <a:gd name="connsiteX2" fmla="*/ 142163 w 292317"/>
                <a:gd name="connsiteY2" fmla="*/ 25 h 289686"/>
                <a:gd name="connsiteX3" fmla="*/ 147524 w 292317"/>
                <a:gd name="connsiteY3" fmla="*/ 25 h 289686"/>
                <a:gd name="connsiteX4" fmla="*/ 187221 w 292317"/>
                <a:gd name="connsiteY4" fmla="*/ 39721 h 289686"/>
                <a:gd name="connsiteX5" fmla="*/ 147524 w 292317"/>
                <a:gd name="connsiteY5" fmla="*/ 79418 h 289686"/>
                <a:gd name="connsiteX6" fmla="*/ 82025 w 292317"/>
                <a:gd name="connsiteY6" fmla="*/ 144818 h 289686"/>
                <a:gd name="connsiteX7" fmla="*/ 147425 w 292317"/>
                <a:gd name="connsiteY7" fmla="*/ 210317 h 289686"/>
                <a:gd name="connsiteX8" fmla="*/ 212925 w 292317"/>
                <a:gd name="connsiteY8" fmla="*/ 144917 h 289686"/>
                <a:gd name="connsiteX9" fmla="*/ 212924 w 292317"/>
                <a:gd name="connsiteY9" fmla="*/ 144719 h 289686"/>
                <a:gd name="connsiteX10" fmla="*/ 252621 w 292317"/>
                <a:gd name="connsiteY10" fmla="*/ 105022 h 289686"/>
                <a:gd name="connsiteX11" fmla="*/ 292318 w 292317"/>
                <a:gd name="connsiteY11" fmla="*/ 144719 h 289686"/>
                <a:gd name="connsiteX12" fmla="*/ 147524 w 292317"/>
                <a:gd name="connsiteY12" fmla="*/ 289661 h 28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317" h="289686">
                  <a:moveTo>
                    <a:pt x="147524" y="289661"/>
                  </a:moveTo>
                  <a:cubicBezTo>
                    <a:pt x="67543" y="291141"/>
                    <a:pt x="1506" y="227504"/>
                    <a:pt x="25" y="147524"/>
                  </a:cubicBezTo>
                  <a:cubicBezTo>
                    <a:pt x="-1455" y="67543"/>
                    <a:pt x="62182" y="1505"/>
                    <a:pt x="142163" y="25"/>
                  </a:cubicBezTo>
                  <a:cubicBezTo>
                    <a:pt x="143950" y="-8"/>
                    <a:pt x="145737" y="-8"/>
                    <a:pt x="147524" y="25"/>
                  </a:cubicBezTo>
                  <a:cubicBezTo>
                    <a:pt x="169448" y="25"/>
                    <a:pt x="187221" y="17798"/>
                    <a:pt x="187221" y="39721"/>
                  </a:cubicBezTo>
                  <a:cubicBezTo>
                    <a:pt x="187221" y="61645"/>
                    <a:pt x="169448" y="79418"/>
                    <a:pt x="147524" y="79418"/>
                  </a:cubicBezTo>
                  <a:cubicBezTo>
                    <a:pt x="111377" y="79391"/>
                    <a:pt x="82052" y="108671"/>
                    <a:pt x="82025" y="144818"/>
                  </a:cubicBezTo>
                  <a:cubicBezTo>
                    <a:pt x="81998" y="180965"/>
                    <a:pt x="111278" y="210290"/>
                    <a:pt x="147425" y="210317"/>
                  </a:cubicBezTo>
                  <a:cubicBezTo>
                    <a:pt x="183572" y="210345"/>
                    <a:pt x="212897" y="181064"/>
                    <a:pt x="212925" y="144917"/>
                  </a:cubicBezTo>
                  <a:cubicBezTo>
                    <a:pt x="212925" y="144851"/>
                    <a:pt x="212925" y="144785"/>
                    <a:pt x="212924" y="144719"/>
                  </a:cubicBezTo>
                  <a:cubicBezTo>
                    <a:pt x="212924" y="122795"/>
                    <a:pt x="230697" y="105022"/>
                    <a:pt x="252621" y="105022"/>
                  </a:cubicBezTo>
                  <a:cubicBezTo>
                    <a:pt x="274545" y="105022"/>
                    <a:pt x="292318" y="122795"/>
                    <a:pt x="292318" y="144719"/>
                  </a:cubicBezTo>
                  <a:cubicBezTo>
                    <a:pt x="292318" y="224710"/>
                    <a:pt x="227515" y="289579"/>
                    <a:pt x="147524" y="2896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78424487-934B-F11D-DEC1-EB5E222C8BB3}"/>
                </a:ext>
              </a:extLst>
            </p:cNvPr>
            <p:cNvSpPr/>
            <p:nvPr/>
          </p:nvSpPr>
          <p:spPr>
            <a:xfrm>
              <a:off x="8322163" y="2679329"/>
              <a:ext cx="184489" cy="184390"/>
            </a:xfrm>
            <a:custGeom>
              <a:avLst/>
              <a:gdLst>
                <a:gd name="connsiteX0" fmla="*/ 144793 w 184489"/>
                <a:gd name="connsiteY0" fmla="*/ 184390 h 184390"/>
                <a:gd name="connsiteX1" fmla="*/ 105097 w 184489"/>
                <a:gd name="connsiteY1" fmla="*/ 144694 h 184390"/>
                <a:gd name="connsiteX2" fmla="*/ 39697 w 184489"/>
                <a:gd name="connsiteY2" fmla="*/ 79393 h 184390"/>
                <a:gd name="connsiteX3" fmla="*/ 0 w 184489"/>
                <a:gd name="connsiteY3" fmla="*/ 39697 h 184390"/>
                <a:gd name="connsiteX4" fmla="*/ 39697 w 184489"/>
                <a:gd name="connsiteY4" fmla="*/ 0 h 184390"/>
                <a:gd name="connsiteX5" fmla="*/ 184490 w 184489"/>
                <a:gd name="connsiteY5" fmla="*/ 144694 h 184390"/>
                <a:gd name="connsiteX6" fmla="*/ 144793 w 184489"/>
                <a:gd name="connsiteY6" fmla="*/ 184390 h 18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489" h="184390">
                  <a:moveTo>
                    <a:pt x="144793" y="184390"/>
                  </a:moveTo>
                  <a:cubicBezTo>
                    <a:pt x="122869" y="184390"/>
                    <a:pt x="105097" y="166618"/>
                    <a:pt x="105097" y="144694"/>
                  </a:cubicBezTo>
                  <a:cubicBezTo>
                    <a:pt x="105042" y="108613"/>
                    <a:pt x="75777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119636" y="-27"/>
                    <a:pt x="184463" y="64754"/>
                    <a:pt x="184490" y="144694"/>
                  </a:cubicBezTo>
                  <a:cubicBezTo>
                    <a:pt x="184490" y="166618"/>
                    <a:pt x="166717" y="184390"/>
                    <a:pt x="144793" y="1843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51E72542-F887-855A-78EF-1DB5327A2B03}"/>
              </a:ext>
            </a:extLst>
          </p:cNvPr>
          <p:cNvGrpSpPr/>
          <p:nvPr/>
        </p:nvGrpSpPr>
        <p:grpSpPr>
          <a:xfrm>
            <a:off x="9441187" y="2543168"/>
            <a:ext cx="783905" cy="823704"/>
            <a:chOff x="9441187" y="2543168"/>
            <a:chExt cx="783905" cy="823704"/>
          </a:xfrm>
        </p:grpSpPr>
        <p:grpSp>
          <p:nvGrpSpPr>
            <p:cNvPr id="193" name="Picture Placeholder 63">
              <a:extLst>
                <a:ext uri="{FF2B5EF4-FFF2-40B4-BE49-F238E27FC236}">
                  <a16:creationId xmlns:a16="http://schemas.microsoft.com/office/drawing/2014/main" id="{05EFD4EC-8104-F4E1-3965-273CB4BAFA94}"/>
                </a:ext>
              </a:extLst>
            </p:cNvPr>
            <p:cNvGrpSpPr/>
            <p:nvPr/>
          </p:nvGrpSpPr>
          <p:grpSpPr>
            <a:xfrm>
              <a:off x="9441187" y="2797773"/>
              <a:ext cx="634847" cy="569099"/>
              <a:chOff x="9441187" y="2797773"/>
              <a:chExt cx="634847" cy="56909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DE5A7DEB-32C7-215A-7BF4-3EBDAE5C108F}"/>
                  </a:ext>
                </a:extLst>
              </p:cNvPr>
              <p:cNvSpPr/>
              <p:nvPr/>
            </p:nvSpPr>
            <p:spPr>
              <a:xfrm>
                <a:off x="9441187" y="2966633"/>
                <a:ext cx="217438" cy="400240"/>
              </a:xfrm>
              <a:custGeom>
                <a:avLst/>
                <a:gdLst>
                  <a:gd name="connsiteX0" fmla="*/ 177742 w 217438"/>
                  <a:gd name="connsiteY0" fmla="*/ 400240 h 400240"/>
                  <a:gd name="connsiteX1" fmla="*/ 39697 w 217438"/>
                  <a:gd name="connsiteY1" fmla="*/ 400240 h 400240"/>
                  <a:gd name="connsiteX2" fmla="*/ 0 w 217438"/>
                  <a:gd name="connsiteY2" fmla="*/ 360544 h 400240"/>
                  <a:gd name="connsiteX3" fmla="*/ 0 w 217438"/>
                  <a:gd name="connsiteY3" fmla="*/ 39697 h 400240"/>
                  <a:gd name="connsiteX4" fmla="*/ 39697 w 217438"/>
                  <a:gd name="connsiteY4" fmla="*/ 0 h 400240"/>
                  <a:gd name="connsiteX5" fmla="*/ 176551 w 217438"/>
                  <a:gd name="connsiteY5" fmla="*/ 0 h 400240"/>
                  <a:gd name="connsiteX6" fmla="*/ 216247 w 217438"/>
                  <a:gd name="connsiteY6" fmla="*/ 39697 h 400240"/>
                  <a:gd name="connsiteX7" fmla="*/ 217438 w 217438"/>
                  <a:gd name="connsiteY7" fmla="*/ 360345 h 400240"/>
                  <a:gd name="connsiteX8" fmla="*/ 177742 w 217438"/>
                  <a:gd name="connsiteY8" fmla="*/ 400042 h 400240"/>
                  <a:gd name="connsiteX9" fmla="*/ 79294 w 217438"/>
                  <a:gd name="connsiteY9" fmla="*/ 320847 h 400240"/>
                  <a:gd name="connsiteX10" fmla="*/ 138045 w 217438"/>
                  <a:gd name="connsiteY10" fmla="*/ 320847 h 400240"/>
                  <a:gd name="connsiteX11" fmla="*/ 137102 w 217438"/>
                  <a:gd name="connsiteY11" fmla="*/ 79393 h 400240"/>
                  <a:gd name="connsiteX12" fmla="*/ 79393 w 217438"/>
                  <a:gd name="connsiteY12" fmla="*/ 79393 h 40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438" h="400240">
                    <a:moveTo>
                      <a:pt x="177742" y="400240"/>
                    </a:moveTo>
                    <a:lnTo>
                      <a:pt x="39697" y="400240"/>
                    </a:lnTo>
                    <a:cubicBezTo>
                      <a:pt x="17773" y="400240"/>
                      <a:pt x="0" y="382468"/>
                      <a:pt x="0" y="36054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176551" y="0"/>
                    </a:lnTo>
                    <a:cubicBezTo>
                      <a:pt x="198474" y="0"/>
                      <a:pt x="216247" y="17773"/>
                      <a:pt x="216247" y="39697"/>
                    </a:cubicBezTo>
                    <a:lnTo>
                      <a:pt x="217438" y="360345"/>
                    </a:lnTo>
                    <a:cubicBezTo>
                      <a:pt x="217438" y="382269"/>
                      <a:pt x="199665" y="400042"/>
                      <a:pt x="177742" y="400042"/>
                    </a:cubicBezTo>
                    <a:close/>
                    <a:moveTo>
                      <a:pt x="79294" y="320847"/>
                    </a:moveTo>
                    <a:lnTo>
                      <a:pt x="138045" y="320847"/>
                    </a:lnTo>
                    <a:lnTo>
                      <a:pt x="137102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AAAD2946-3C16-A230-FC0D-9B95BDB92961}"/>
                  </a:ext>
                </a:extLst>
              </p:cNvPr>
              <p:cNvSpPr/>
              <p:nvPr/>
            </p:nvSpPr>
            <p:spPr>
              <a:xfrm>
                <a:off x="9851197" y="3080363"/>
                <a:ext cx="224837" cy="285219"/>
              </a:xfrm>
              <a:custGeom>
                <a:avLst/>
                <a:gdLst>
                  <a:gd name="connsiteX0" fmla="*/ 185141 w 224837"/>
                  <a:gd name="connsiteY0" fmla="*/ 285220 h 285219"/>
                  <a:gd name="connsiteX1" fmla="*/ 39703 w 224837"/>
                  <a:gd name="connsiteY1" fmla="*/ 285220 h 285219"/>
                  <a:gd name="connsiteX2" fmla="*/ 0 w 224837"/>
                  <a:gd name="connsiteY2" fmla="*/ 245529 h 285219"/>
                  <a:gd name="connsiteX3" fmla="*/ 6 w 224837"/>
                  <a:gd name="connsiteY3" fmla="*/ 244828 h 285219"/>
                  <a:gd name="connsiteX4" fmla="*/ 3678 w 224837"/>
                  <a:gd name="connsiteY4" fmla="*/ 39002 h 285219"/>
                  <a:gd name="connsiteX5" fmla="*/ 43375 w 224837"/>
                  <a:gd name="connsiteY5" fmla="*/ 0 h 285219"/>
                  <a:gd name="connsiteX6" fmla="*/ 183851 w 224837"/>
                  <a:gd name="connsiteY6" fmla="*/ 0 h 285219"/>
                  <a:gd name="connsiteX7" fmla="*/ 223548 w 224837"/>
                  <a:gd name="connsiteY7" fmla="*/ 39697 h 285219"/>
                  <a:gd name="connsiteX8" fmla="*/ 224838 w 224837"/>
                  <a:gd name="connsiteY8" fmla="*/ 245523 h 285219"/>
                  <a:gd name="connsiteX9" fmla="*/ 185141 w 224837"/>
                  <a:gd name="connsiteY9" fmla="*/ 285220 h 285219"/>
                  <a:gd name="connsiteX10" fmla="*/ 80094 w 224837"/>
                  <a:gd name="connsiteY10" fmla="*/ 205827 h 285219"/>
                  <a:gd name="connsiteX11" fmla="*/ 145196 w 224837"/>
                  <a:gd name="connsiteY11" fmla="*/ 205827 h 285219"/>
                  <a:gd name="connsiteX12" fmla="*/ 144402 w 224837"/>
                  <a:gd name="connsiteY12" fmla="*/ 79393 h 285219"/>
                  <a:gd name="connsiteX13" fmla="*/ 82377 w 224837"/>
                  <a:gd name="connsiteY13" fmla="*/ 79393 h 285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4837" h="285219">
                    <a:moveTo>
                      <a:pt x="185141" y="285220"/>
                    </a:moveTo>
                    <a:lnTo>
                      <a:pt x="39703" y="285220"/>
                    </a:lnTo>
                    <a:cubicBezTo>
                      <a:pt x="17779" y="285223"/>
                      <a:pt x="3" y="267453"/>
                      <a:pt x="0" y="245529"/>
                    </a:cubicBezTo>
                    <a:cubicBezTo>
                      <a:pt x="0" y="245296"/>
                      <a:pt x="2" y="245062"/>
                      <a:pt x="6" y="244828"/>
                    </a:cubicBezTo>
                    <a:lnTo>
                      <a:pt x="3678" y="39002"/>
                    </a:lnTo>
                    <a:cubicBezTo>
                      <a:pt x="4057" y="17350"/>
                      <a:pt x="21719" y="-3"/>
                      <a:pt x="43375" y="0"/>
                    </a:cubicBezTo>
                    <a:lnTo>
                      <a:pt x="183851" y="0"/>
                    </a:lnTo>
                    <a:cubicBezTo>
                      <a:pt x="205775" y="0"/>
                      <a:pt x="223548" y="17773"/>
                      <a:pt x="223548" y="39697"/>
                    </a:cubicBezTo>
                    <a:lnTo>
                      <a:pt x="224838" y="245523"/>
                    </a:lnTo>
                    <a:cubicBezTo>
                      <a:pt x="224838" y="267447"/>
                      <a:pt x="207065" y="285220"/>
                      <a:pt x="185141" y="285220"/>
                    </a:cubicBezTo>
                    <a:close/>
                    <a:moveTo>
                      <a:pt x="80094" y="205827"/>
                    </a:moveTo>
                    <a:lnTo>
                      <a:pt x="145196" y="205827"/>
                    </a:lnTo>
                    <a:lnTo>
                      <a:pt x="144402" y="79393"/>
                    </a:lnTo>
                    <a:lnTo>
                      <a:pt x="82377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021DAEC0-85E6-DD8E-E3F0-A1F9064650A0}"/>
                  </a:ext>
                </a:extLst>
              </p:cNvPr>
              <p:cNvSpPr/>
              <p:nvPr/>
            </p:nvSpPr>
            <p:spPr>
              <a:xfrm>
                <a:off x="9578041" y="2797773"/>
                <a:ext cx="354341" cy="567809"/>
              </a:xfrm>
              <a:custGeom>
                <a:avLst/>
                <a:gdLst>
                  <a:gd name="connsiteX0" fmla="*/ 313802 w 354341"/>
                  <a:gd name="connsiteY0" fmla="*/ 567810 h 567809"/>
                  <a:gd name="connsiteX1" fmla="*/ 39697 w 354341"/>
                  <a:gd name="connsiteY1" fmla="*/ 567810 h 567809"/>
                  <a:gd name="connsiteX2" fmla="*/ 0 w 354341"/>
                  <a:gd name="connsiteY2" fmla="*/ 528113 h 567809"/>
                  <a:gd name="connsiteX3" fmla="*/ 0 w 354341"/>
                  <a:gd name="connsiteY3" fmla="*/ 39697 h 567809"/>
                  <a:gd name="connsiteX4" fmla="*/ 39697 w 354341"/>
                  <a:gd name="connsiteY4" fmla="*/ 0 h 567809"/>
                  <a:gd name="connsiteX5" fmla="*/ 91898 w 354341"/>
                  <a:gd name="connsiteY5" fmla="*/ 0 h 567809"/>
                  <a:gd name="connsiteX6" fmla="*/ 131594 w 354341"/>
                  <a:gd name="connsiteY6" fmla="*/ 39697 h 567809"/>
                  <a:gd name="connsiteX7" fmla="*/ 91898 w 354341"/>
                  <a:gd name="connsiteY7" fmla="*/ 79393 h 567809"/>
                  <a:gd name="connsiteX8" fmla="*/ 79393 w 354341"/>
                  <a:gd name="connsiteY8" fmla="*/ 79393 h 567809"/>
                  <a:gd name="connsiteX9" fmla="*/ 79393 w 354341"/>
                  <a:gd name="connsiteY9" fmla="*/ 488416 h 567809"/>
                  <a:gd name="connsiteX10" fmla="*/ 274105 w 354341"/>
                  <a:gd name="connsiteY10" fmla="*/ 488416 h 567809"/>
                  <a:gd name="connsiteX11" fmla="*/ 274949 w 354341"/>
                  <a:gd name="connsiteY11" fmla="*/ 137449 h 567809"/>
                  <a:gd name="connsiteX12" fmla="*/ 314645 w 354341"/>
                  <a:gd name="connsiteY12" fmla="*/ 97753 h 567809"/>
                  <a:gd name="connsiteX13" fmla="*/ 314645 w 354341"/>
                  <a:gd name="connsiteY13" fmla="*/ 97753 h 567809"/>
                  <a:gd name="connsiteX14" fmla="*/ 354342 w 354341"/>
                  <a:gd name="connsiteY14" fmla="*/ 137449 h 567809"/>
                  <a:gd name="connsiteX15" fmla="*/ 353498 w 354341"/>
                  <a:gd name="connsiteY15" fmla="*/ 528212 h 567809"/>
                  <a:gd name="connsiteX16" fmla="*/ 313802 w 354341"/>
                  <a:gd name="connsiteY16" fmla="*/ 567810 h 56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4341" h="567809">
                    <a:moveTo>
                      <a:pt x="313802" y="567810"/>
                    </a:moveTo>
                    <a:lnTo>
                      <a:pt x="39697" y="567810"/>
                    </a:lnTo>
                    <a:cubicBezTo>
                      <a:pt x="17773" y="567810"/>
                      <a:pt x="0" y="550037"/>
                      <a:pt x="0" y="52811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91898" y="0"/>
                    </a:lnTo>
                    <a:cubicBezTo>
                      <a:pt x="113821" y="0"/>
                      <a:pt x="131594" y="17773"/>
                      <a:pt x="131594" y="39697"/>
                    </a:cubicBezTo>
                    <a:cubicBezTo>
                      <a:pt x="131594" y="61620"/>
                      <a:pt x="113821" y="79393"/>
                      <a:pt x="91898" y="79393"/>
                    </a:cubicBezTo>
                    <a:lnTo>
                      <a:pt x="79393" y="79393"/>
                    </a:lnTo>
                    <a:lnTo>
                      <a:pt x="79393" y="488416"/>
                    </a:lnTo>
                    <a:lnTo>
                      <a:pt x="274105" y="488416"/>
                    </a:lnTo>
                    <a:lnTo>
                      <a:pt x="274949" y="137449"/>
                    </a:lnTo>
                    <a:cubicBezTo>
                      <a:pt x="274949" y="115526"/>
                      <a:pt x="292721" y="97753"/>
                      <a:pt x="314645" y="97753"/>
                    </a:cubicBezTo>
                    <a:lnTo>
                      <a:pt x="314645" y="97753"/>
                    </a:lnTo>
                    <a:cubicBezTo>
                      <a:pt x="336569" y="97753"/>
                      <a:pt x="354342" y="115526"/>
                      <a:pt x="354342" y="137449"/>
                    </a:cubicBezTo>
                    <a:lnTo>
                      <a:pt x="353498" y="528212"/>
                    </a:lnTo>
                    <a:cubicBezTo>
                      <a:pt x="353443" y="550097"/>
                      <a:pt x="335687" y="567810"/>
                      <a:pt x="313802" y="56781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1A5A78F5-0ADC-A06A-B2AD-C91617DDA6E9}"/>
                  </a:ext>
                </a:extLst>
              </p:cNvPr>
              <p:cNvSpPr/>
              <p:nvPr/>
            </p:nvSpPr>
            <p:spPr>
              <a:xfrm>
                <a:off x="9716828" y="3072124"/>
                <a:ext cx="79398" cy="81132"/>
              </a:xfrm>
              <a:custGeom>
                <a:avLst/>
                <a:gdLst>
                  <a:gd name="connsiteX0" fmla="*/ 39699 w 79398"/>
                  <a:gd name="connsiteY0" fmla="*/ 81132 h 81132"/>
                  <a:gd name="connsiteX1" fmla="*/ 3 w 79398"/>
                  <a:gd name="connsiteY1" fmla="*/ 41882 h 81132"/>
                  <a:gd name="connsiteX2" fmla="*/ 3 w 79398"/>
                  <a:gd name="connsiteY2" fmla="*/ 40146 h 81132"/>
                  <a:gd name="connsiteX3" fmla="*/ 39253 w 79398"/>
                  <a:gd name="connsiteY3" fmla="*/ 3 h 81132"/>
                  <a:gd name="connsiteX4" fmla="*/ 79396 w 79398"/>
                  <a:gd name="connsiteY4" fmla="*/ 39253 h 81132"/>
                  <a:gd name="connsiteX5" fmla="*/ 79396 w 79398"/>
                  <a:gd name="connsiteY5" fmla="*/ 40989 h 81132"/>
                  <a:gd name="connsiteX6" fmla="*/ 40195 w 79398"/>
                  <a:gd name="connsiteY6" fmla="*/ 81132 h 81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8" h="81132">
                    <a:moveTo>
                      <a:pt x="39699" y="81132"/>
                    </a:moveTo>
                    <a:cubicBezTo>
                      <a:pt x="17949" y="81134"/>
                      <a:pt x="247" y="63632"/>
                      <a:pt x="3" y="41882"/>
                    </a:cubicBezTo>
                    <a:lnTo>
                      <a:pt x="3" y="40146"/>
                    </a:lnTo>
                    <a:cubicBezTo>
                      <a:pt x="-244" y="18222"/>
                      <a:pt x="17329" y="249"/>
                      <a:pt x="39253" y="3"/>
                    </a:cubicBezTo>
                    <a:cubicBezTo>
                      <a:pt x="61176" y="-244"/>
                      <a:pt x="79149" y="17329"/>
                      <a:pt x="79396" y="39253"/>
                    </a:cubicBezTo>
                    <a:lnTo>
                      <a:pt x="79396" y="40989"/>
                    </a:lnTo>
                    <a:cubicBezTo>
                      <a:pt x="79644" y="62894"/>
                      <a:pt x="62100" y="80860"/>
                      <a:pt x="40195" y="8113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95E0E49D-DD54-112C-7D90-B2D2D4F2E64C}"/>
                  </a:ext>
                </a:extLst>
              </p:cNvPr>
              <p:cNvSpPr/>
              <p:nvPr/>
            </p:nvSpPr>
            <p:spPr>
              <a:xfrm>
                <a:off x="9716828" y="2965541"/>
                <a:ext cx="79398" cy="81080"/>
              </a:xfrm>
              <a:custGeom>
                <a:avLst/>
                <a:gdLst>
                  <a:gd name="connsiteX0" fmla="*/ 39699 w 79398"/>
                  <a:gd name="connsiteY0" fmla="*/ 81080 h 81080"/>
                  <a:gd name="connsiteX1" fmla="*/ 3 w 79398"/>
                  <a:gd name="connsiteY1" fmla="*/ 41830 h 81080"/>
                  <a:gd name="connsiteX2" fmla="*/ 3 w 79398"/>
                  <a:gd name="connsiteY2" fmla="*/ 40143 h 81080"/>
                  <a:gd name="connsiteX3" fmla="*/ 39248 w 79398"/>
                  <a:gd name="connsiteY3" fmla="*/ 0 h 81080"/>
                  <a:gd name="connsiteX4" fmla="*/ 39253 w 79398"/>
                  <a:gd name="connsiteY4" fmla="*/ 0 h 81080"/>
                  <a:gd name="connsiteX5" fmla="*/ 39699 w 79398"/>
                  <a:gd name="connsiteY5" fmla="*/ 0 h 81080"/>
                  <a:gd name="connsiteX6" fmla="*/ 79396 w 79398"/>
                  <a:gd name="connsiteY6" fmla="*/ 39200 h 81080"/>
                  <a:gd name="connsiteX7" fmla="*/ 79396 w 79398"/>
                  <a:gd name="connsiteY7" fmla="*/ 40937 h 81080"/>
                  <a:gd name="connsiteX8" fmla="*/ 40195 w 79398"/>
                  <a:gd name="connsiteY8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398" h="81080">
                    <a:moveTo>
                      <a:pt x="39699" y="81080"/>
                    </a:moveTo>
                    <a:cubicBezTo>
                      <a:pt x="17949" y="81082"/>
                      <a:pt x="247" y="63579"/>
                      <a:pt x="3" y="41830"/>
                    </a:cubicBezTo>
                    <a:lnTo>
                      <a:pt x="3" y="40143"/>
                    </a:lnTo>
                    <a:cubicBezTo>
                      <a:pt x="-245" y="18221"/>
                      <a:pt x="17325" y="248"/>
                      <a:pt x="39248" y="0"/>
                    </a:cubicBezTo>
                    <a:cubicBezTo>
                      <a:pt x="39249" y="0"/>
                      <a:pt x="39251" y="0"/>
                      <a:pt x="39253" y="0"/>
                    </a:cubicBezTo>
                    <a:lnTo>
                      <a:pt x="39699" y="0"/>
                    </a:lnTo>
                    <a:cubicBezTo>
                      <a:pt x="61431" y="-2"/>
                      <a:pt x="79124" y="17471"/>
                      <a:pt x="79396" y="39200"/>
                    </a:cubicBezTo>
                    <a:lnTo>
                      <a:pt x="79396" y="40937"/>
                    </a:lnTo>
                    <a:cubicBezTo>
                      <a:pt x="79644" y="62842"/>
                      <a:pt x="62100" y="80808"/>
                      <a:pt x="40195" y="8108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FA80305B-0DEB-C385-BF2C-FAE238758F01}"/>
                  </a:ext>
                </a:extLst>
              </p:cNvPr>
              <p:cNvSpPr/>
              <p:nvPr/>
            </p:nvSpPr>
            <p:spPr>
              <a:xfrm>
                <a:off x="9717572" y="3178662"/>
                <a:ext cx="79398" cy="81080"/>
              </a:xfrm>
              <a:custGeom>
                <a:avLst/>
                <a:gdLst>
                  <a:gd name="connsiteX0" fmla="*/ 39699 w 79398"/>
                  <a:gd name="connsiteY0" fmla="*/ 81080 h 81080"/>
                  <a:gd name="connsiteX1" fmla="*/ 3 w 79398"/>
                  <a:gd name="connsiteY1" fmla="*/ 41830 h 81080"/>
                  <a:gd name="connsiteX2" fmla="*/ 3 w 79398"/>
                  <a:gd name="connsiteY2" fmla="*/ 40143 h 81080"/>
                  <a:gd name="connsiteX3" fmla="*/ 39203 w 79398"/>
                  <a:gd name="connsiteY3" fmla="*/ 0 h 81080"/>
                  <a:gd name="connsiteX4" fmla="*/ 39699 w 79398"/>
                  <a:gd name="connsiteY4" fmla="*/ 0 h 81080"/>
                  <a:gd name="connsiteX5" fmla="*/ 79396 w 79398"/>
                  <a:gd name="connsiteY5" fmla="*/ 39250 h 81080"/>
                  <a:gd name="connsiteX6" fmla="*/ 79396 w 79398"/>
                  <a:gd name="connsiteY6" fmla="*/ 40937 h 81080"/>
                  <a:gd name="connsiteX7" fmla="*/ 40295 w 79398"/>
                  <a:gd name="connsiteY7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398" h="81080">
                    <a:moveTo>
                      <a:pt x="39699" y="81080"/>
                    </a:moveTo>
                    <a:cubicBezTo>
                      <a:pt x="17949" y="81082"/>
                      <a:pt x="247" y="63579"/>
                      <a:pt x="3" y="41830"/>
                    </a:cubicBezTo>
                    <a:lnTo>
                      <a:pt x="3" y="40143"/>
                    </a:lnTo>
                    <a:cubicBezTo>
                      <a:pt x="-246" y="18238"/>
                      <a:pt x="17298" y="272"/>
                      <a:pt x="39203" y="0"/>
                    </a:cubicBezTo>
                    <a:lnTo>
                      <a:pt x="39699" y="0"/>
                    </a:lnTo>
                    <a:cubicBezTo>
                      <a:pt x="61450" y="-1"/>
                      <a:pt x="79151" y="17501"/>
                      <a:pt x="79396" y="39250"/>
                    </a:cubicBezTo>
                    <a:lnTo>
                      <a:pt x="79396" y="40937"/>
                    </a:lnTo>
                    <a:cubicBezTo>
                      <a:pt x="79644" y="62804"/>
                      <a:pt x="62161" y="80754"/>
                      <a:pt x="40295" y="8108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41FC0E3B-E5BC-0DD6-B8DC-6A772389101A}"/>
                </a:ext>
              </a:extLst>
            </p:cNvPr>
            <p:cNvSpPr/>
            <p:nvPr/>
          </p:nvSpPr>
          <p:spPr>
            <a:xfrm>
              <a:off x="9630010" y="2543168"/>
              <a:ext cx="595082" cy="431155"/>
            </a:xfrm>
            <a:custGeom>
              <a:avLst/>
              <a:gdLst>
                <a:gd name="connsiteX0" fmla="*/ 230224 w 595082"/>
                <a:gd name="connsiteY0" fmla="*/ 431155 h 431155"/>
                <a:gd name="connsiteX1" fmla="*/ 173309 w 595082"/>
                <a:gd name="connsiteY1" fmla="*/ 431155 h 431155"/>
                <a:gd name="connsiteX2" fmla="*/ 47421 w 595082"/>
                <a:gd name="connsiteY2" fmla="*/ 377863 h 431155"/>
                <a:gd name="connsiteX3" fmla="*/ 83 w 595082"/>
                <a:gd name="connsiteY3" fmla="*/ 256639 h 431155"/>
                <a:gd name="connsiteX4" fmla="*/ 52086 w 595082"/>
                <a:gd name="connsiteY4" fmla="*/ 150203 h 431155"/>
                <a:gd name="connsiteX5" fmla="*/ 129544 w 595082"/>
                <a:gd name="connsiteY5" fmla="*/ 111102 h 431155"/>
                <a:gd name="connsiteX6" fmla="*/ 292796 w 595082"/>
                <a:gd name="connsiteY6" fmla="*/ 497 h 431155"/>
                <a:gd name="connsiteX7" fmla="*/ 299247 w 595082"/>
                <a:gd name="connsiteY7" fmla="*/ 1 h 431155"/>
                <a:gd name="connsiteX8" fmla="*/ 496787 w 595082"/>
                <a:gd name="connsiteY8" fmla="*/ 161219 h 431155"/>
                <a:gd name="connsiteX9" fmla="*/ 589291 w 595082"/>
                <a:gd name="connsiteY9" fmla="*/ 332499 h 431155"/>
                <a:gd name="connsiteX10" fmla="*/ 457586 w 595082"/>
                <a:gd name="connsiteY10" fmla="*/ 430758 h 431155"/>
                <a:gd name="connsiteX11" fmla="*/ 152022 w 595082"/>
                <a:gd name="connsiteY11" fmla="*/ 188609 h 431155"/>
                <a:gd name="connsiteX12" fmla="*/ 105875 w 595082"/>
                <a:gd name="connsiteY12" fmla="*/ 208458 h 431155"/>
                <a:gd name="connsiteX13" fmla="*/ 79427 w 595082"/>
                <a:gd name="connsiteY13" fmla="*/ 259021 h 431155"/>
                <a:gd name="connsiteX14" fmla="*/ 104237 w 595082"/>
                <a:gd name="connsiteY14" fmla="*/ 322536 h 431155"/>
                <a:gd name="connsiteX15" fmla="*/ 173111 w 595082"/>
                <a:gd name="connsiteY15" fmla="*/ 351663 h 431155"/>
                <a:gd name="connsiteX16" fmla="*/ 230175 w 595082"/>
                <a:gd name="connsiteY16" fmla="*/ 351663 h 431155"/>
                <a:gd name="connsiteX17" fmla="*/ 457438 w 595082"/>
                <a:gd name="connsiteY17" fmla="*/ 351266 h 431155"/>
                <a:gd name="connsiteX18" fmla="*/ 457438 w 595082"/>
                <a:gd name="connsiteY18" fmla="*/ 351266 h 431155"/>
                <a:gd name="connsiteX19" fmla="*/ 515342 w 595082"/>
                <a:gd name="connsiteY19" fmla="*/ 292762 h 431155"/>
                <a:gd name="connsiteX20" fmla="*/ 459522 w 595082"/>
                <a:gd name="connsiteY20" fmla="*/ 234905 h 431155"/>
                <a:gd name="connsiteX21" fmla="*/ 421214 w 595082"/>
                <a:gd name="connsiteY21" fmla="*/ 196747 h 431155"/>
                <a:gd name="connsiteX22" fmla="*/ 304506 w 595082"/>
                <a:gd name="connsiteY22" fmla="*/ 79493 h 431155"/>
                <a:gd name="connsiteX23" fmla="*/ 299544 w 595082"/>
                <a:gd name="connsiteY23" fmla="*/ 79791 h 431155"/>
                <a:gd name="connsiteX24" fmla="*/ 194100 w 595082"/>
                <a:gd name="connsiteY24" fmla="*/ 162459 h 431155"/>
                <a:gd name="connsiteX25" fmla="*/ 154751 w 595082"/>
                <a:gd name="connsiteY25" fmla="*/ 188659 h 43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5082" h="431155">
                  <a:moveTo>
                    <a:pt x="230224" y="431155"/>
                  </a:moveTo>
                  <a:lnTo>
                    <a:pt x="173309" y="431155"/>
                  </a:lnTo>
                  <a:cubicBezTo>
                    <a:pt x="125887" y="431045"/>
                    <a:pt x="80509" y="411835"/>
                    <a:pt x="47421" y="377863"/>
                  </a:cubicBezTo>
                  <a:cubicBezTo>
                    <a:pt x="15754" y="345612"/>
                    <a:pt x="-1349" y="301815"/>
                    <a:pt x="83" y="256639"/>
                  </a:cubicBezTo>
                  <a:cubicBezTo>
                    <a:pt x="1274" y="218878"/>
                    <a:pt x="20725" y="179082"/>
                    <a:pt x="52086" y="150203"/>
                  </a:cubicBezTo>
                  <a:cubicBezTo>
                    <a:pt x="73564" y="129929"/>
                    <a:pt x="100477" y="116343"/>
                    <a:pt x="129544" y="111102"/>
                  </a:cubicBezTo>
                  <a:cubicBezTo>
                    <a:pt x="162591" y="41583"/>
                    <a:pt x="219506" y="2978"/>
                    <a:pt x="292796" y="497"/>
                  </a:cubicBezTo>
                  <a:cubicBezTo>
                    <a:pt x="294929" y="157"/>
                    <a:pt x="297087" y="-9"/>
                    <a:pt x="299247" y="1"/>
                  </a:cubicBezTo>
                  <a:cubicBezTo>
                    <a:pt x="395140" y="-318"/>
                    <a:pt x="477879" y="67207"/>
                    <a:pt x="496787" y="161219"/>
                  </a:cubicBezTo>
                  <a:cubicBezTo>
                    <a:pt x="569629" y="182972"/>
                    <a:pt x="611044" y="259657"/>
                    <a:pt x="589291" y="332499"/>
                  </a:cubicBezTo>
                  <a:cubicBezTo>
                    <a:pt x="571898" y="390738"/>
                    <a:pt x="518367" y="430675"/>
                    <a:pt x="457586" y="430758"/>
                  </a:cubicBezTo>
                  <a:close/>
                  <a:moveTo>
                    <a:pt x="152022" y="188609"/>
                  </a:moveTo>
                  <a:cubicBezTo>
                    <a:pt x="130834" y="188609"/>
                    <a:pt x="114112" y="200965"/>
                    <a:pt x="105875" y="208458"/>
                  </a:cubicBezTo>
                  <a:cubicBezTo>
                    <a:pt x="90343" y="222798"/>
                    <a:pt x="79973" y="242646"/>
                    <a:pt x="79427" y="259021"/>
                  </a:cubicBezTo>
                  <a:cubicBezTo>
                    <a:pt x="78697" y="282689"/>
                    <a:pt x="87658" y="305629"/>
                    <a:pt x="104237" y="322536"/>
                  </a:cubicBezTo>
                  <a:cubicBezTo>
                    <a:pt x="122348" y="341106"/>
                    <a:pt x="147172" y="351604"/>
                    <a:pt x="173111" y="351663"/>
                  </a:cubicBezTo>
                  <a:lnTo>
                    <a:pt x="230175" y="351663"/>
                  </a:lnTo>
                  <a:lnTo>
                    <a:pt x="457438" y="351266"/>
                  </a:lnTo>
                  <a:lnTo>
                    <a:pt x="457438" y="351266"/>
                  </a:lnTo>
                  <a:cubicBezTo>
                    <a:pt x="489583" y="351100"/>
                    <a:pt x="515508" y="324907"/>
                    <a:pt x="515342" y="292762"/>
                  </a:cubicBezTo>
                  <a:cubicBezTo>
                    <a:pt x="515182" y="261660"/>
                    <a:pt x="490598" y="236179"/>
                    <a:pt x="459522" y="234905"/>
                  </a:cubicBezTo>
                  <a:cubicBezTo>
                    <a:pt x="438725" y="234192"/>
                    <a:pt x="422009" y="217541"/>
                    <a:pt x="421214" y="196747"/>
                  </a:cubicBezTo>
                  <a:cubicBezTo>
                    <a:pt x="418933" y="133169"/>
                    <a:pt x="368074" y="82072"/>
                    <a:pt x="304506" y="79493"/>
                  </a:cubicBezTo>
                  <a:cubicBezTo>
                    <a:pt x="302860" y="79693"/>
                    <a:pt x="301203" y="79792"/>
                    <a:pt x="299544" y="79791"/>
                  </a:cubicBezTo>
                  <a:cubicBezTo>
                    <a:pt x="247889" y="79791"/>
                    <a:pt x="214346" y="106041"/>
                    <a:pt x="194100" y="162459"/>
                  </a:cubicBezTo>
                  <a:cubicBezTo>
                    <a:pt x="188181" y="178902"/>
                    <a:pt x="172205" y="189539"/>
                    <a:pt x="154751" y="18865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5A92D60-2C30-B876-1517-0FD14C5AD351}"/>
              </a:ext>
            </a:extLst>
          </p:cNvPr>
          <p:cNvGrpSpPr/>
          <p:nvPr/>
        </p:nvGrpSpPr>
        <p:grpSpPr>
          <a:xfrm>
            <a:off x="1560026" y="3674676"/>
            <a:ext cx="729485" cy="798924"/>
            <a:chOff x="1560026" y="3674676"/>
            <a:chExt cx="729485" cy="798924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D40279FF-BFAB-B750-9D43-62640CE4BAF5}"/>
                </a:ext>
              </a:extLst>
            </p:cNvPr>
            <p:cNvSpPr/>
            <p:nvPr/>
          </p:nvSpPr>
          <p:spPr>
            <a:xfrm>
              <a:off x="1657612" y="3978634"/>
              <a:ext cx="81080" cy="494966"/>
            </a:xfrm>
            <a:custGeom>
              <a:avLst/>
              <a:gdLst>
                <a:gd name="connsiteX0" fmla="*/ 41384 w 81080"/>
                <a:gd name="connsiteY0" fmla="*/ 494966 h 494966"/>
                <a:gd name="connsiteX1" fmla="*/ 1687 w 81080"/>
                <a:gd name="connsiteY1" fmla="*/ 455270 h 494966"/>
                <a:gd name="connsiteX2" fmla="*/ 0 w 81080"/>
                <a:gd name="connsiteY2" fmla="*/ 39697 h 494966"/>
                <a:gd name="connsiteX3" fmla="*/ 39697 w 81080"/>
                <a:gd name="connsiteY3" fmla="*/ 0 h 494966"/>
                <a:gd name="connsiteX4" fmla="*/ 39697 w 81080"/>
                <a:gd name="connsiteY4" fmla="*/ 0 h 494966"/>
                <a:gd name="connsiteX5" fmla="*/ 79393 w 81080"/>
                <a:gd name="connsiteY5" fmla="*/ 39697 h 494966"/>
                <a:gd name="connsiteX6" fmla="*/ 81080 w 81080"/>
                <a:gd name="connsiteY6" fmla="*/ 455270 h 494966"/>
                <a:gd name="connsiteX7" fmla="*/ 41384 w 81080"/>
                <a:gd name="connsiteY7" fmla="*/ 494966 h 49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494966">
                  <a:moveTo>
                    <a:pt x="41384" y="494966"/>
                  </a:moveTo>
                  <a:cubicBezTo>
                    <a:pt x="19460" y="494966"/>
                    <a:pt x="1687" y="477194"/>
                    <a:pt x="1687" y="45527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81080" y="455270"/>
                  </a:lnTo>
                  <a:cubicBezTo>
                    <a:pt x="81080" y="477194"/>
                    <a:pt x="63308" y="494966"/>
                    <a:pt x="41384" y="4949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BE7631F2-20C9-AB5F-9593-CA7A54FC0B15}"/>
                </a:ext>
              </a:extLst>
            </p:cNvPr>
            <p:cNvSpPr/>
            <p:nvPr/>
          </p:nvSpPr>
          <p:spPr>
            <a:xfrm>
              <a:off x="1560026" y="3972400"/>
              <a:ext cx="272935" cy="178665"/>
            </a:xfrm>
            <a:custGeom>
              <a:avLst/>
              <a:gdLst>
                <a:gd name="connsiteX0" fmla="*/ 39728 w 272935"/>
                <a:gd name="connsiteY0" fmla="*/ 178666 h 178665"/>
                <a:gd name="connsiteX1" fmla="*/ 0 w 272935"/>
                <a:gd name="connsiteY1" fmla="*/ 139000 h 178665"/>
                <a:gd name="connsiteX2" fmla="*/ 11642 w 272935"/>
                <a:gd name="connsiteY2" fmla="*/ 110884 h 178665"/>
                <a:gd name="connsiteX3" fmla="*/ 110884 w 272935"/>
                <a:gd name="connsiteY3" fmla="*/ 11642 h 178665"/>
                <a:gd name="connsiteX4" fmla="*/ 167023 w 272935"/>
                <a:gd name="connsiteY4" fmla="*/ 11611 h 178665"/>
                <a:gd name="connsiteX5" fmla="*/ 167055 w 272935"/>
                <a:gd name="connsiteY5" fmla="*/ 11642 h 178665"/>
                <a:gd name="connsiteX6" fmla="*/ 261334 w 272935"/>
                <a:gd name="connsiteY6" fmla="*/ 105922 h 178665"/>
                <a:gd name="connsiteX7" fmla="*/ 261260 w 272935"/>
                <a:gd name="connsiteY7" fmla="*/ 162117 h 178665"/>
                <a:gd name="connsiteX8" fmla="*/ 205064 w 272935"/>
                <a:gd name="connsiteY8" fmla="*/ 162043 h 178665"/>
                <a:gd name="connsiteX9" fmla="*/ 138969 w 272935"/>
                <a:gd name="connsiteY9" fmla="*/ 95948 h 178665"/>
                <a:gd name="connsiteX10" fmla="*/ 67912 w 272935"/>
                <a:gd name="connsiteY10" fmla="*/ 167005 h 178665"/>
                <a:gd name="connsiteX11" fmla="*/ 39728 w 272935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35" h="178665">
                  <a:moveTo>
                    <a:pt x="39728" y="178666"/>
                  </a:moveTo>
                  <a:cubicBezTo>
                    <a:pt x="17804" y="178683"/>
                    <a:pt x="17" y="160924"/>
                    <a:pt x="0" y="139000"/>
                  </a:cubicBezTo>
                  <a:cubicBezTo>
                    <a:pt x="-8" y="128454"/>
                    <a:pt x="4181" y="118337"/>
                    <a:pt x="11642" y="110884"/>
                  </a:cubicBezTo>
                  <a:lnTo>
                    <a:pt x="110884" y="11642"/>
                  </a:lnTo>
                  <a:cubicBezTo>
                    <a:pt x="126378" y="-3869"/>
                    <a:pt x="151512" y="-3883"/>
                    <a:pt x="167023" y="11611"/>
                  </a:cubicBezTo>
                  <a:cubicBezTo>
                    <a:pt x="167034" y="11622"/>
                    <a:pt x="167044" y="11632"/>
                    <a:pt x="167055" y="11642"/>
                  </a:cubicBezTo>
                  <a:lnTo>
                    <a:pt x="261334" y="105922"/>
                  </a:lnTo>
                  <a:cubicBezTo>
                    <a:pt x="276832" y="121460"/>
                    <a:pt x="276798" y="146620"/>
                    <a:pt x="261260" y="162117"/>
                  </a:cubicBezTo>
                  <a:cubicBezTo>
                    <a:pt x="245721" y="177615"/>
                    <a:pt x="220562" y="177581"/>
                    <a:pt x="205064" y="162043"/>
                  </a:cubicBezTo>
                  <a:lnTo>
                    <a:pt x="138969" y="95948"/>
                  </a:lnTo>
                  <a:lnTo>
                    <a:pt x="67912" y="167005"/>
                  </a:lnTo>
                  <a:cubicBezTo>
                    <a:pt x="60445" y="174490"/>
                    <a:pt x="50301" y="178687"/>
                    <a:pt x="39728" y="1786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8E26768B-DDE8-D708-4384-CBD0ADB028AF}"/>
                </a:ext>
              </a:extLst>
            </p:cNvPr>
            <p:cNvSpPr/>
            <p:nvPr/>
          </p:nvSpPr>
          <p:spPr>
            <a:xfrm>
              <a:off x="1885867" y="3829871"/>
              <a:ext cx="81080" cy="643729"/>
            </a:xfrm>
            <a:custGeom>
              <a:avLst/>
              <a:gdLst>
                <a:gd name="connsiteX0" fmla="*/ 41384 w 81080"/>
                <a:gd name="connsiteY0" fmla="*/ 643729 h 643729"/>
                <a:gd name="connsiteX1" fmla="*/ 1687 w 81080"/>
                <a:gd name="connsiteY1" fmla="*/ 604033 h 643729"/>
                <a:gd name="connsiteX2" fmla="*/ 0 w 81080"/>
                <a:gd name="connsiteY2" fmla="*/ 39697 h 643729"/>
                <a:gd name="connsiteX3" fmla="*/ 39697 w 81080"/>
                <a:gd name="connsiteY3" fmla="*/ 0 h 643729"/>
                <a:gd name="connsiteX4" fmla="*/ 39697 w 81080"/>
                <a:gd name="connsiteY4" fmla="*/ 0 h 643729"/>
                <a:gd name="connsiteX5" fmla="*/ 79393 w 81080"/>
                <a:gd name="connsiteY5" fmla="*/ 39697 h 643729"/>
                <a:gd name="connsiteX6" fmla="*/ 81080 w 81080"/>
                <a:gd name="connsiteY6" fmla="*/ 604033 h 643729"/>
                <a:gd name="connsiteX7" fmla="*/ 41384 w 81080"/>
                <a:gd name="connsiteY7" fmla="*/ 643729 h 643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643729">
                  <a:moveTo>
                    <a:pt x="41384" y="643729"/>
                  </a:moveTo>
                  <a:cubicBezTo>
                    <a:pt x="19460" y="643729"/>
                    <a:pt x="1687" y="625956"/>
                    <a:pt x="1687" y="60403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81080" y="604033"/>
                  </a:lnTo>
                  <a:cubicBezTo>
                    <a:pt x="81080" y="625956"/>
                    <a:pt x="63308" y="643729"/>
                    <a:pt x="41384" y="6437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7B82C321-50EA-3F44-9E49-E247ABAC9E67}"/>
                </a:ext>
              </a:extLst>
            </p:cNvPr>
            <p:cNvSpPr/>
            <p:nvPr/>
          </p:nvSpPr>
          <p:spPr>
            <a:xfrm>
              <a:off x="1788282" y="3823538"/>
              <a:ext cx="272974" cy="178665"/>
            </a:xfrm>
            <a:custGeom>
              <a:avLst/>
              <a:gdLst>
                <a:gd name="connsiteX0" fmla="*/ 39728 w 272974"/>
                <a:gd name="connsiteY0" fmla="*/ 178666 h 178665"/>
                <a:gd name="connsiteX1" fmla="*/ 0 w 272974"/>
                <a:gd name="connsiteY1" fmla="*/ 139000 h 178665"/>
                <a:gd name="connsiteX2" fmla="*/ 11642 w 272974"/>
                <a:gd name="connsiteY2" fmla="*/ 110884 h 178665"/>
                <a:gd name="connsiteX3" fmla="*/ 110884 w 272974"/>
                <a:gd name="connsiteY3" fmla="*/ 11642 h 178665"/>
                <a:gd name="connsiteX4" fmla="*/ 167023 w 272974"/>
                <a:gd name="connsiteY4" fmla="*/ 11611 h 178665"/>
                <a:gd name="connsiteX5" fmla="*/ 167055 w 272974"/>
                <a:gd name="connsiteY5" fmla="*/ 11642 h 178665"/>
                <a:gd name="connsiteX6" fmla="*/ 261334 w 272974"/>
                <a:gd name="connsiteY6" fmla="*/ 105922 h 178665"/>
                <a:gd name="connsiteX7" fmla="*/ 261359 w 272974"/>
                <a:gd name="connsiteY7" fmla="*/ 162068 h 178665"/>
                <a:gd name="connsiteX8" fmla="*/ 205213 w 272974"/>
                <a:gd name="connsiteY8" fmla="*/ 162092 h 178665"/>
                <a:gd name="connsiteX9" fmla="*/ 138969 w 272974"/>
                <a:gd name="connsiteY9" fmla="*/ 95948 h 178665"/>
                <a:gd name="connsiteX10" fmla="*/ 67912 w 272974"/>
                <a:gd name="connsiteY10" fmla="*/ 167005 h 178665"/>
                <a:gd name="connsiteX11" fmla="*/ 39728 w 272974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4" h="178665">
                  <a:moveTo>
                    <a:pt x="39728" y="178666"/>
                  </a:moveTo>
                  <a:cubicBezTo>
                    <a:pt x="17804" y="178683"/>
                    <a:pt x="17" y="160924"/>
                    <a:pt x="0" y="139000"/>
                  </a:cubicBezTo>
                  <a:cubicBezTo>
                    <a:pt x="-8" y="128454"/>
                    <a:pt x="4181" y="118337"/>
                    <a:pt x="11642" y="110884"/>
                  </a:cubicBezTo>
                  <a:lnTo>
                    <a:pt x="110884" y="11642"/>
                  </a:lnTo>
                  <a:cubicBezTo>
                    <a:pt x="126378" y="-3869"/>
                    <a:pt x="151512" y="-3883"/>
                    <a:pt x="167023" y="11611"/>
                  </a:cubicBezTo>
                  <a:cubicBezTo>
                    <a:pt x="167034" y="11622"/>
                    <a:pt x="167044" y="11632"/>
                    <a:pt x="167055" y="11642"/>
                  </a:cubicBezTo>
                  <a:lnTo>
                    <a:pt x="261334" y="105922"/>
                  </a:lnTo>
                  <a:cubicBezTo>
                    <a:pt x="276845" y="121419"/>
                    <a:pt x="276856" y="146556"/>
                    <a:pt x="261359" y="162068"/>
                  </a:cubicBezTo>
                  <a:cubicBezTo>
                    <a:pt x="245862" y="177579"/>
                    <a:pt x="220724" y="177590"/>
                    <a:pt x="205213" y="162092"/>
                  </a:cubicBezTo>
                  <a:lnTo>
                    <a:pt x="138969" y="95948"/>
                  </a:lnTo>
                  <a:lnTo>
                    <a:pt x="67912" y="167005"/>
                  </a:lnTo>
                  <a:cubicBezTo>
                    <a:pt x="60445" y="174490"/>
                    <a:pt x="50301" y="178687"/>
                    <a:pt x="39728" y="1786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D0ABCF43-21B6-ED03-F10D-D4B28DCAE24C}"/>
                </a:ext>
              </a:extLst>
            </p:cNvPr>
            <p:cNvSpPr/>
            <p:nvPr/>
          </p:nvSpPr>
          <p:spPr>
            <a:xfrm>
              <a:off x="2114123" y="3680959"/>
              <a:ext cx="81080" cy="792640"/>
            </a:xfrm>
            <a:custGeom>
              <a:avLst/>
              <a:gdLst>
                <a:gd name="connsiteX0" fmla="*/ 41384 w 81080"/>
                <a:gd name="connsiteY0" fmla="*/ 792641 h 792640"/>
                <a:gd name="connsiteX1" fmla="*/ 1687 w 81080"/>
                <a:gd name="connsiteY1" fmla="*/ 752944 h 792640"/>
                <a:gd name="connsiteX2" fmla="*/ 0 w 81080"/>
                <a:gd name="connsiteY2" fmla="*/ 39697 h 792640"/>
                <a:gd name="connsiteX3" fmla="*/ 39697 w 81080"/>
                <a:gd name="connsiteY3" fmla="*/ 0 h 792640"/>
                <a:gd name="connsiteX4" fmla="*/ 39697 w 81080"/>
                <a:gd name="connsiteY4" fmla="*/ 0 h 792640"/>
                <a:gd name="connsiteX5" fmla="*/ 79393 w 81080"/>
                <a:gd name="connsiteY5" fmla="*/ 39697 h 792640"/>
                <a:gd name="connsiteX6" fmla="*/ 81080 w 81080"/>
                <a:gd name="connsiteY6" fmla="*/ 752944 h 792640"/>
                <a:gd name="connsiteX7" fmla="*/ 41384 w 81080"/>
                <a:gd name="connsiteY7" fmla="*/ 792641 h 79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792640">
                  <a:moveTo>
                    <a:pt x="41384" y="792641"/>
                  </a:moveTo>
                  <a:cubicBezTo>
                    <a:pt x="19460" y="792641"/>
                    <a:pt x="1687" y="774868"/>
                    <a:pt x="1687" y="7529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81080" y="752944"/>
                  </a:lnTo>
                  <a:cubicBezTo>
                    <a:pt x="81080" y="774868"/>
                    <a:pt x="63307" y="792641"/>
                    <a:pt x="41384" y="7926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6BADD0F-32C9-A6E8-C6EA-00E99CBAB056}"/>
                </a:ext>
              </a:extLst>
            </p:cNvPr>
            <p:cNvSpPr/>
            <p:nvPr/>
          </p:nvSpPr>
          <p:spPr>
            <a:xfrm>
              <a:off x="2016537" y="3674676"/>
              <a:ext cx="272974" cy="178665"/>
            </a:xfrm>
            <a:custGeom>
              <a:avLst/>
              <a:gdLst>
                <a:gd name="connsiteX0" fmla="*/ 39728 w 272974"/>
                <a:gd name="connsiteY0" fmla="*/ 178666 h 178665"/>
                <a:gd name="connsiteX1" fmla="*/ 0 w 272974"/>
                <a:gd name="connsiteY1" fmla="*/ 139000 h 178665"/>
                <a:gd name="connsiteX2" fmla="*/ 11642 w 272974"/>
                <a:gd name="connsiteY2" fmla="*/ 110884 h 178665"/>
                <a:gd name="connsiteX3" fmla="*/ 110884 w 272974"/>
                <a:gd name="connsiteY3" fmla="*/ 11642 h 178665"/>
                <a:gd name="connsiteX4" fmla="*/ 167023 w 272974"/>
                <a:gd name="connsiteY4" fmla="*/ 11611 h 178665"/>
                <a:gd name="connsiteX5" fmla="*/ 167055 w 272974"/>
                <a:gd name="connsiteY5" fmla="*/ 11642 h 178665"/>
                <a:gd name="connsiteX6" fmla="*/ 261334 w 272974"/>
                <a:gd name="connsiteY6" fmla="*/ 105922 h 178665"/>
                <a:gd name="connsiteX7" fmla="*/ 261359 w 272974"/>
                <a:gd name="connsiteY7" fmla="*/ 162068 h 178665"/>
                <a:gd name="connsiteX8" fmla="*/ 205213 w 272974"/>
                <a:gd name="connsiteY8" fmla="*/ 162092 h 178665"/>
                <a:gd name="connsiteX9" fmla="*/ 138969 w 272974"/>
                <a:gd name="connsiteY9" fmla="*/ 95948 h 178665"/>
                <a:gd name="connsiteX10" fmla="*/ 67912 w 272974"/>
                <a:gd name="connsiteY10" fmla="*/ 167005 h 178665"/>
                <a:gd name="connsiteX11" fmla="*/ 39728 w 272974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4" h="178665">
                  <a:moveTo>
                    <a:pt x="39728" y="178666"/>
                  </a:moveTo>
                  <a:cubicBezTo>
                    <a:pt x="17804" y="178683"/>
                    <a:pt x="17" y="160924"/>
                    <a:pt x="0" y="139000"/>
                  </a:cubicBezTo>
                  <a:cubicBezTo>
                    <a:pt x="-8" y="128454"/>
                    <a:pt x="4181" y="118337"/>
                    <a:pt x="11642" y="110884"/>
                  </a:cubicBezTo>
                  <a:lnTo>
                    <a:pt x="110884" y="11642"/>
                  </a:lnTo>
                  <a:cubicBezTo>
                    <a:pt x="126378" y="-3869"/>
                    <a:pt x="151512" y="-3883"/>
                    <a:pt x="167023" y="11611"/>
                  </a:cubicBezTo>
                  <a:cubicBezTo>
                    <a:pt x="167034" y="11622"/>
                    <a:pt x="167044" y="11632"/>
                    <a:pt x="167055" y="11642"/>
                  </a:cubicBezTo>
                  <a:lnTo>
                    <a:pt x="261334" y="105922"/>
                  </a:lnTo>
                  <a:cubicBezTo>
                    <a:pt x="276845" y="121419"/>
                    <a:pt x="276856" y="146556"/>
                    <a:pt x="261359" y="162068"/>
                  </a:cubicBezTo>
                  <a:cubicBezTo>
                    <a:pt x="245862" y="177579"/>
                    <a:pt x="220724" y="177590"/>
                    <a:pt x="205213" y="162092"/>
                  </a:cubicBezTo>
                  <a:lnTo>
                    <a:pt x="138969" y="95948"/>
                  </a:lnTo>
                  <a:lnTo>
                    <a:pt x="67912" y="167005"/>
                  </a:lnTo>
                  <a:cubicBezTo>
                    <a:pt x="60445" y="174490"/>
                    <a:pt x="50301" y="178687"/>
                    <a:pt x="39728" y="17866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9F23DE97-D517-F3DE-7E08-60CB381F322D}"/>
              </a:ext>
            </a:extLst>
          </p:cNvPr>
          <p:cNvGrpSpPr/>
          <p:nvPr/>
        </p:nvGrpSpPr>
        <p:grpSpPr>
          <a:xfrm>
            <a:off x="2830426" y="3687112"/>
            <a:ext cx="823704" cy="778747"/>
            <a:chOff x="2830426" y="3687112"/>
            <a:chExt cx="823704" cy="778747"/>
          </a:xfrm>
        </p:grpSpPr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101B3B8B-C4C7-2B3A-4F0B-B1B3F058702F}"/>
                </a:ext>
              </a:extLst>
            </p:cNvPr>
            <p:cNvSpPr/>
            <p:nvPr/>
          </p:nvSpPr>
          <p:spPr>
            <a:xfrm>
              <a:off x="2830426" y="4386466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88AB2964-32E4-AEBF-1ABE-C257EA3BD07E}"/>
                </a:ext>
              </a:extLst>
            </p:cNvPr>
            <p:cNvSpPr/>
            <p:nvPr/>
          </p:nvSpPr>
          <p:spPr>
            <a:xfrm>
              <a:off x="2832907" y="3687112"/>
              <a:ext cx="818742" cy="663875"/>
            </a:xfrm>
            <a:custGeom>
              <a:avLst/>
              <a:gdLst>
                <a:gd name="connsiteX0" fmla="*/ 779046 w 818742"/>
                <a:gd name="connsiteY0" fmla="*/ 663875 h 663875"/>
                <a:gd name="connsiteX1" fmla="*/ 589296 w 818742"/>
                <a:gd name="connsiteY1" fmla="*/ 663875 h 663875"/>
                <a:gd name="connsiteX2" fmla="*/ 549599 w 818742"/>
                <a:gd name="connsiteY2" fmla="*/ 624179 h 663875"/>
                <a:gd name="connsiteX3" fmla="*/ 589296 w 818742"/>
                <a:gd name="connsiteY3" fmla="*/ 584482 h 663875"/>
                <a:gd name="connsiteX4" fmla="*/ 739349 w 818742"/>
                <a:gd name="connsiteY4" fmla="*/ 584482 h 663875"/>
                <a:gd name="connsiteX5" fmla="*/ 739349 w 818742"/>
                <a:gd name="connsiteY5" fmla="*/ 79393 h 663875"/>
                <a:gd name="connsiteX6" fmla="*/ 79393 w 818742"/>
                <a:gd name="connsiteY6" fmla="*/ 79393 h 663875"/>
                <a:gd name="connsiteX7" fmla="*/ 79393 w 818742"/>
                <a:gd name="connsiteY7" fmla="*/ 584482 h 663875"/>
                <a:gd name="connsiteX8" fmla="*/ 222053 w 818742"/>
                <a:gd name="connsiteY8" fmla="*/ 584482 h 663875"/>
                <a:gd name="connsiteX9" fmla="*/ 261749 w 818742"/>
                <a:gd name="connsiteY9" fmla="*/ 624179 h 663875"/>
                <a:gd name="connsiteX10" fmla="*/ 222053 w 818742"/>
                <a:gd name="connsiteY10" fmla="*/ 663875 h 663875"/>
                <a:gd name="connsiteX11" fmla="*/ 39697 w 818742"/>
                <a:gd name="connsiteY11" fmla="*/ 663875 h 663875"/>
                <a:gd name="connsiteX12" fmla="*/ 0 w 818742"/>
                <a:gd name="connsiteY12" fmla="*/ 624179 h 663875"/>
                <a:gd name="connsiteX13" fmla="*/ 0 w 818742"/>
                <a:gd name="connsiteY13" fmla="*/ 39697 h 663875"/>
                <a:gd name="connsiteX14" fmla="*/ 39697 w 818742"/>
                <a:gd name="connsiteY14" fmla="*/ 0 h 663875"/>
                <a:gd name="connsiteX15" fmla="*/ 779046 w 818742"/>
                <a:gd name="connsiteY15" fmla="*/ 0 h 663875"/>
                <a:gd name="connsiteX16" fmla="*/ 818742 w 818742"/>
                <a:gd name="connsiteY16" fmla="*/ 39697 h 663875"/>
                <a:gd name="connsiteX17" fmla="*/ 818742 w 818742"/>
                <a:gd name="connsiteY17" fmla="*/ 624179 h 663875"/>
                <a:gd name="connsiteX18" fmla="*/ 779046 w 818742"/>
                <a:gd name="connsiteY18" fmla="*/ 663875 h 66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8742" h="663875">
                  <a:moveTo>
                    <a:pt x="779046" y="663875"/>
                  </a:moveTo>
                  <a:lnTo>
                    <a:pt x="589296" y="663875"/>
                  </a:lnTo>
                  <a:cubicBezTo>
                    <a:pt x="567374" y="663875"/>
                    <a:pt x="549599" y="646101"/>
                    <a:pt x="549599" y="624179"/>
                  </a:cubicBezTo>
                  <a:cubicBezTo>
                    <a:pt x="549599" y="602256"/>
                    <a:pt x="567374" y="584482"/>
                    <a:pt x="589296" y="584482"/>
                  </a:cubicBezTo>
                  <a:lnTo>
                    <a:pt x="739349" y="584482"/>
                  </a:lnTo>
                  <a:lnTo>
                    <a:pt x="739349" y="79393"/>
                  </a:lnTo>
                  <a:lnTo>
                    <a:pt x="79393" y="79393"/>
                  </a:lnTo>
                  <a:lnTo>
                    <a:pt x="79393" y="584482"/>
                  </a:lnTo>
                  <a:lnTo>
                    <a:pt x="222053" y="584482"/>
                  </a:lnTo>
                  <a:cubicBezTo>
                    <a:pt x="243977" y="584482"/>
                    <a:pt x="261749" y="602256"/>
                    <a:pt x="261749" y="624179"/>
                  </a:cubicBezTo>
                  <a:cubicBezTo>
                    <a:pt x="261749" y="646101"/>
                    <a:pt x="243977" y="663875"/>
                    <a:pt x="222053" y="663875"/>
                  </a:cubicBezTo>
                  <a:lnTo>
                    <a:pt x="39697" y="663875"/>
                  </a:lnTo>
                  <a:cubicBezTo>
                    <a:pt x="17773" y="663875"/>
                    <a:pt x="0" y="646101"/>
                    <a:pt x="0" y="6241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79046" y="0"/>
                  </a:lnTo>
                  <a:cubicBezTo>
                    <a:pt x="800968" y="0"/>
                    <a:pt x="818742" y="17773"/>
                    <a:pt x="818742" y="39697"/>
                  </a:cubicBezTo>
                  <a:lnTo>
                    <a:pt x="818742" y="624179"/>
                  </a:lnTo>
                  <a:cubicBezTo>
                    <a:pt x="818742" y="646101"/>
                    <a:pt x="800968" y="663875"/>
                    <a:pt x="779046" y="66387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A4DFBFC-FD08-5F8D-C453-6AF1ECD3E1B9}"/>
                </a:ext>
              </a:extLst>
            </p:cNvPr>
            <p:cNvSpPr/>
            <p:nvPr/>
          </p:nvSpPr>
          <p:spPr>
            <a:xfrm>
              <a:off x="3055208" y="3687112"/>
              <a:ext cx="374140" cy="199276"/>
            </a:xfrm>
            <a:custGeom>
              <a:avLst/>
              <a:gdLst>
                <a:gd name="connsiteX0" fmla="*/ 334444 w 374140"/>
                <a:gd name="connsiteY0" fmla="*/ 199277 h 199276"/>
                <a:gd name="connsiteX1" fmla="*/ 39697 w 374140"/>
                <a:gd name="connsiteY1" fmla="*/ 199277 h 199276"/>
                <a:gd name="connsiteX2" fmla="*/ 0 w 374140"/>
                <a:gd name="connsiteY2" fmla="*/ 159580 h 199276"/>
                <a:gd name="connsiteX3" fmla="*/ 0 w 374140"/>
                <a:gd name="connsiteY3" fmla="*/ 39697 h 199276"/>
                <a:gd name="connsiteX4" fmla="*/ 39697 w 374140"/>
                <a:gd name="connsiteY4" fmla="*/ 0 h 199276"/>
                <a:gd name="connsiteX5" fmla="*/ 334444 w 374140"/>
                <a:gd name="connsiteY5" fmla="*/ 0 h 199276"/>
                <a:gd name="connsiteX6" fmla="*/ 374140 w 374140"/>
                <a:gd name="connsiteY6" fmla="*/ 39697 h 199276"/>
                <a:gd name="connsiteX7" fmla="*/ 374140 w 374140"/>
                <a:gd name="connsiteY7" fmla="*/ 159580 h 199276"/>
                <a:gd name="connsiteX8" fmla="*/ 334444 w 374140"/>
                <a:gd name="connsiteY8" fmla="*/ 199277 h 199276"/>
                <a:gd name="connsiteX9" fmla="*/ 79393 w 374140"/>
                <a:gd name="connsiteY9" fmla="*/ 119884 h 199276"/>
                <a:gd name="connsiteX10" fmla="*/ 294747 w 374140"/>
                <a:gd name="connsiteY10" fmla="*/ 119884 h 199276"/>
                <a:gd name="connsiteX11" fmla="*/ 294747 w 374140"/>
                <a:gd name="connsiteY11" fmla="*/ 79393 h 199276"/>
                <a:gd name="connsiteX12" fmla="*/ 79393 w 374140"/>
                <a:gd name="connsiteY12" fmla="*/ 79393 h 19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4140" h="199276">
                  <a:moveTo>
                    <a:pt x="334444" y="199277"/>
                  </a:moveTo>
                  <a:lnTo>
                    <a:pt x="39697" y="199277"/>
                  </a:lnTo>
                  <a:cubicBezTo>
                    <a:pt x="17773" y="199277"/>
                    <a:pt x="0" y="181504"/>
                    <a:pt x="0" y="1595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34444" y="0"/>
                  </a:lnTo>
                  <a:cubicBezTo>
                    <a:pt x="356366" y="0"/>
                    <a:pt x="374140" y="17773"/>
                    <a:pt x="374140" y="39697"/>
                  </a:cubicBezTo>
                  <a:lnTo>
                    <a:pt x="374140" y="159580"/>
                  </a:lnTo>
                  <a:cubicBezTo>
                    <a:pt x="374140" y="181504"/>
                    <a:pt x="356366" y="199277"/>
                    <a:pt x="334444" y="199277"/>
                  </a:cubicBezTo>
                  <a:close/>
                  <a:moveTo>
                    <a:pt x="79393" y="119884"/>
                  </a:moveTo>
                  <a:lnTo>
                    <a:pt x="294747" y="119884"/>
                  </a:lnTo>
                  <a:lnTo>
                    <a:pt x="294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2" name="Picture Placeholder 67">
              <a:extLst>
                <a:ext uri="{FF2B5EF4-FFF2-40B4-BE49-F238E27FC236}">
                  <a16:creationId xmlns:a16="http://schemas.microsoft.com/office/drawing/2014/main" id="{2E5F6E01-782D-A3D6-C838-9FEA8FAFA832}"/>
                </a:ext>
              </a:extLst>
            </p:cNvPr>
            <p:cNvGrpSpPr/>
            <p:nvPr/>
          </p:nvGrpSpPr>
          <p:grpSpPr>
            <a:xfrm>
              <a:off x="3042604" y="3956801"/>
              <a:ext cx="399347" cy="487027"/>
              <a:chOff x="3042604" y="3956801"/>
              <a:chExt cx="399347" cy="487027"/>
            </a:xfrm>
            <a:solidFill>
              <a:srgbClr val="EF463C"/>
            </a:solidFill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A3FF6F2C-9DC2-4BF7-BADD-4FF3205A4744}"/>
                  </a:ext>
                </a:extLst>
              </p:cNvPr>
              <p:cNvSpPr/>
              <p:nvPr/>
            </p:nvSpPr>
            <p:spPr>
              <a:xfrm>
                <a:off x="3122146" y="3956801"/>
                <a:ext cx="240263" cy="240263"/>
              </a:xfrm>
              <a:custGeom>
                <a:avLst/>
                <a:gdLst>
                  <a:gd name="connsiteX0" fmla="*/ 120132 w 240263"/>
                  <a:gd name="connsiteY0" fmla="*/ 240263 h 240263"/>
                  <a:gd name="connsiteX1" fmla="*/ 0 w 240263"/>
                  <a:gd name="connsiteY1" fmla="*/ 120132 h 240263"/>
                  <a:gd name="connsiteX2" fmla="*/ 120132 w 240263"/>
                  <a:gd name="connsiteY2" fmla="*/ 0 h 240263"/>
                  <a:gd name="connsiteX3" fmla="*/ 240264 w 240263"/>
                  <a:gd name="connsiteY3" fmla="*/ 120132 h 240263"/>
                  <a:gd name="connsiteX4" fmla="*/ 240264 w 240263"/>
                  <a:gd name="connsiteY4" fmla="*/ 120181 h 240263"/>
                  <a:gd name="connsiteX5" fmla="*/ 120132 w 240263"/>
                  <a:gd name="connsiteY5" fmla="*/ 240263 h 240263"/>
                  <a:gd name="connsiteX6" fmla="*/ 120132 w 240263"/>
                  <a:gd name="connsiteY6" fmla="*/ 79443 h 240263"/>
                  <a:gd name="connsiteX7" fmla="*/ 79393 w 240263"/>
                  <a:gd name="connsiteY7" fmla="*/ 120181 h 240263"/>
                  <a:gd name="connsiteX8" fmla="*/ 120132 w 240263"/>
                  <a:gd name="connsiteY8" fmla="*/ 160920 h 240263"/>
                  <a:gd name="connsiteX9" fmla="*/ 160870 w 240263"/>
                  <a:gd name="connsiteY9" fmla="*/ 120181 h 240263"/>
                  <a:gd name="connsiteX10" fmla="*/ 120132 w 240263"/>
                  <a:gd name="connsiteY10" fmla="*/ 79443 h 24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0263" h="240263">
                    <a:moveTo>
                      <a:pt x="120132" y="240263"/>
                    </a:moveTo>
                    <a:cubicBezTo>
                      <a:pt x="53785" y="240263"/>
                      <a:pt x="0" y="186480"/>
                      <a:pt x="0" y="120132"/>
                    </a:cubicBezTo>
                    <a:cubicBezTo>
                      <a:pt x="0" y="53785"/>
                      <a:pt x="53785" y="0"/>
                      <a:pt x="120132" y="0"/>
                    </a:cubicBezTo>
                    <a:cubicBezTo>
                      <a:pt x="186480" y="0"/>
                      <a:pt x="240264" y="53785"/>
                      <a:pt x="240264" y="120132"/>
                    </a:cubicBezTo>
                    <a:cubicBezTo>
                      <a:pt x="240264" y="120148"/>
                      <a:pt x="240264" y="120165"/>
                      <a:pt x="240264" y="120181"/>
                    </a:cubicBezTo>
                    <a:cubicBezTo>
                      <a:pt x="240179" y="186484"/>
                      <a:pt x="186435" y="240209"/>
                      <a:pt x="120132" y="240263"/>
                    </a:cubicBezTo>
                    <a:close/>
                    <a:moveTo>
                      <a:pt x="120132" y="79443"/>
                    </a:moveTo>
                    <a:cubicBezTo>
                      <a:pt x="97632" y="79443"/>
                      <a:pt x="79393" y="97682"/>
                      <a:pt x="79393" y="120181"/>
                    </a:cubicBezTo>
                    <a:cubicBezTo>
                      <a:pt x="79393" y="142681"/>
                      <a:pt x="97632" y="160920"/>
                      <a:pt x="120132" y="160920"/>
                    </a:cubicBezTo>
                    <a:cubicBezTo>
                      <a:pt x="142631" y="160920"/>
                      <a:pt x="160870" y="142681"/>
                      <a:pt x="160870" y="120181"/>
                    </a:cubicBezTo>
                    <a:cubicBezTo>
                      <a:pt x="160843" y="97693"/>
                      <a:pt x="142620" y="79470"/>
                      <a:pt x="120132" y="794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6E326B3F-8722-E2EB-D871-6032FF8FCF5A}"/>
                  </a:ext>
                </a:extLst>
              </p:cNvPr>
              <p:cNvSpPr/>
              <p:nvPr/>
            </p:nvSpPr>
            <p:spPr>
              <a:xfrm>
                <a:off x="3042604" y="4150222"/>
                <a:ext cx="399347" cy="293605"/>
              </a:xfrm>
              <a:custGeom>
                <a:avLst/>
                <a:gdLst>
                  <a:gd name="connsiteX0" fmla="*/ 359651 w 399347"/>
                  <a:gd name="connsiteY0" fmla="*/ 293606 h 293605"/>
                  <a:gd name="connsiteX1" fmla="*/ 319955 w 399347"/>
                  <a:gd name="connsiteY1" fmla="*/ 253909 h 293605"/>
                  <a:gd name="connsiteX2" fmla="*/ 319955 w 399347"/>
                  <a:gd name="connsiteY2" fmla="*/ 199674 h 293605"/>
                  <a:gd name="connsiteX3" fmla="*/ 199674 w 399347"/>
                  <a:gd name="connsiteY3" fmla="*/ 79393 h 293605"/>
                  <a:gd name="connsiteX4" fmla="*/ 79393 w 399347"/>
                  <a:gd name="connsiteY4" fmla="*/ 199674 h 293605"/>
                  <a:gd name="connsiteX5" fmla="*/ 79393 w 399347"/>
                  <a:gd name="connsiteY5" fmla="*/ 253909 h 293605"/>
                  <a:gd name="connsiteX6" fmla="*/ 39697 w 399347"/>
                  <a:gd name="connsiteY6" fmla="*/ 293606 h 293605"/>
                  <a:gd name="connsiteX7" fmla="*/ 0 w 399347"/>
                  <a:gd name="connsiteY7" fmla="*/ 253909 h 293605"/>
                  <a:gd name="connsiteX8" fmla="*/ 0 w 399347"/>
                  <a:gd name="connsiteY8" fmla="*/ 199674 h 293605"/>
                  <a:gd name="connsiteX9" fmla="*/ 199674 w 399347"/>
                  <a:gd name="connsiteY9" fmla="*/ 0 h 293605"/>
                  <a:gd name="connsiteX10" fmla="*/ 399348 w 399347"/>
                  <a:gd name="connsiteY10" fmla="*/ 199674 h 293605"/>
                  <a:gd name="connsiteX11" fmla="*/ 399348 w 399347"/>
                  <a:gd name="connsiteY11" fmla="*/ 253909 h 293605"/>
                  <a:gd name="connsiteX12" fmla="*/ 359651 w 399347"/>
                  <a:gd name="connsiteY12" fmla="*/ 293606 h 293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9347" h="293605">
                    <a:moveTo>
                      <a:pt x="359651" y="293606"/>
                    </a:moveTo>
                    <a:cubicBezTo>
                      <a:pt x="337729" y="293606"/>
                      <a:pt x="319955" y="275831"/>
                      <a:pt x="319955" y="253909"/>
                    </a:cubicBezTo>
                    <a:lnTo>
                      <a:pt x="319955" y="199674"/>
                    </a:lnTo>
                    <a:cubicBezTo>
                      <a:pt x="319955" y="133246"/>
                      <a:pt x="266101" y="79393"/>
                      <a:pt x="199674" y="79393"/>
                    </a:cubicBezTo>
                    <a:cubicBezTo>
                      <a:pt x="133245" y="79393"/>
                      <a:pt x="79393" y="133246"/>
                      <a:pt x="79393" y="199674"/>
                    </a:cubicBezTo>
                    <a:lnTo>
                      <a:pt x="79393" y="253909"/>
                    </a:lnTo>
                    <a:cubicBezTo>
                      <a:pt x="79393" y="275831"/>
                      <a:pt x="61621" y="293606"/>
                      <a:pt x="39697" y="293606"/>
                    </a:cubicBezTo>
                    <a:cubicBezTo>
                      <a:pt x="17773" y="293606"/>
                      <a:pt x="0" y="275831"/>
                      <a:pt x="0" y="253909"/>
                    </a:cubicBezTo>
                    <a:lnTo>
                      <a:pt x="0" y="199674"/>
                    </a:lnTo>
                    <a:cubicBezTo>
                      <a:pt x="0" y="89397"/>
                      <a:pt x="89397" y="0"/>
                      <a:pt x="199674" y="0"/>
                    </a:cubicBezTo>
                    <a:cubicBezTo>
                      <a:pt x="309951" y="0"/>
                      <a:pt x="399348" y="89397"/>
                      <a:pt x="399348" y="199674"/>
                    </a:cubicBezTo>
                    <a:lnTo>
                      <a:pt x="399348" y="253909"/>
                    </a:lnTo>
                    <a:cubicBezTo>
                      <a:pt x="399348" y="275831"/>
                      <a:pt x="381574" y="293606"/>
                      <a:pt x="359651" y="29360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EACD0225-55AF-BE99-BC23-95C1C6989C09}"/>
              </a:ext>
            </a:extLst>
          </p:cNvPr>
          <p:cNvGrpSpPr/>
          <p:nvPr/>
        </p:nvGrpSpPr>
        <p:grpSpPr>
          <a:xfrm>
            <a:off x="5485935" y="3657340"/>
            <a:ext cx="795724" cy="823702"/>
            <a:chOff x="5485935" y="3657340"/>
            <a:chExt cx="795724" cy="823702"/>
          </a:xfrm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10C900E4-935D-70ED-5741-6614F1E2D4DA}"/>
                </a:ext>
              </a:extLst>
            </p:cNvPr>
            <p:cNvSpPr/>
            <p:nvPr/>
          </p:nvSpPr>
          <p:spPr>
            <a:xfrm>
              <a:off x="5485935" y="3954022"/>
              <a:ext cx="245970" cy="245969"/>
            </a:xfrm>
            <a:custGeom>
              <a:avLst/>
              <a:gdLst>
                <a:gd name="connsiteX0" fmla="*/ 206273 w 245970"/>
                <a:gd name="connsiteY0" fmla="*/ 245970 h 245969"/>
                <a:gd name="connsiteX1" fmla="*/ 39697 w 245970"/>
                <a:gd name="connsiteY1" fmla="*/ 245970 h 245969"/>
                <a:gd name="connsiteX2" fmla="*/ 0 w 245970"/>
                <a:gd name="connsiteY2" fmla="*/ 206273 h 245969"/>
                <a:gd name="connsiteX3" fmla="*/ 0 w 245970"/>
                <a:gd name="connsiteY3" fmla="*/ 39697 h 245969"/>
                <a:gd name="connsiteX4" fmla="*/ 39697 w 245970"/>
                <a:gd name="connsiteY4" fmla="*/ 0 h 245969"/>
                <a:gd name="connsiteX5" fmla="*/ 206273 w 245970"/>
                <a:gd name="connsiteY5" fmla="*/ 0 h 245969"/>
                <a:gd name="connsiteX6" fmla="*/ 245970 w 245970"/>
                <a:gd name="connsiteY6" fmla="*/ 39697 h 245969"/>
                <a:gd name="connsiteX7" fmla="*/ 245970 w 245970"/>
                <a:gd name="connsiteY7" fmla="*/ 206273 h 245969"/>
                <a:gd name="connsiteX8" fmla="*/ 206273 w 245970"/>
                <a:gd name="connsiteY8" fmla="*/ 245970 h 245969"/>
                <a:gd name="connsiteX9" fmla="*/ 79393 w 245970"/>
                <a:gd name="connsiteY9" fmla="*/ 166577 h 245969"/>
                <a:gd name="connsiteX10" fmla="*/ 166577 w 245970"/>
                <a:gd name="connsiteY10" fmla="*/ 166577 h 245969"/>
                <a:gd name="connsiteX11" fmla="*/ 166577 w 245970"/>
                <a:gd name="connsiteY11" fmla="*/ 79393 h 245969"/>
                <a:gd name="connsiteX12" fmla="*/ 79393 w 245970"/>
                <a:gd name="connsiteY12" fmla="*/ 79393 h 24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70" h="245969">
                  <a:moveTo>
                    <a:pt x="206273" y="245970"/>
                  </a:moveTo>
                  <a:lnTo>
                    <a:pt x="39697" y="245970"/>
                  </a:lnTo>
                  <a:cubicBezTo>
                    <a:pt x="17773" y="245970"/>
                    <a:pt x="0" y="228197"/>
                    <a:pt x="0" y="2062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6273" y="0"/>
                  </a:lnTo>
                  <a:cubicBezTo>
                    <a:pt x="228197" y="0"/>
                    <a:pt x="245970" y="17773"/>
                    <a:pt x="245970" y="39697"/>
                  </a:cubicBezTo>
                  <a:lnTo>
                    <a:pt x="245970" y="206273"/>
                  </a:lnTo>
                  <a:cubicBezTo>
                    <a:pt x="245970" y="228197"/>
                    <a:pt x="228197" y="245970"/>
                    <a:pt x="206273" y="245970"/>
                  </a:cubicBezTo>
                  <a:close/>
                  <a:moveTo>
                    <a:pt x="79393" y="166577"/>
                  </a:moveTo>
                  <a:lnTo>
                    <a:pt x="166577" y="166577"/>
                  </a:lnTo>
                  <a:lnTo>
                    <a:pt x="16657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F9E2009A-4BD8-3CB4-B84F-D9771E1E25AE}"/>
                </a:ext>
              </a:extLst>
            </p:cNvPr>
            <p:cNvSpPr/>
            <p:nvPr/>
          </p:nvSpPr>
          <p:spPr>
            <a:xfrm>
              <a:off x="5485935" y="4235073"/>
              <a:ext cx="245970" cy="245969"/>
            </a:xfrm>
            <a:custGeom>
              <a:avLst/>
              <a:gdLst>
                <a:gd name="connsiteX0" fmla="*/ 206273 w 245970"/>
                <a:gd name="connsiteY0" fmla="*/ 245970 h 245969"/>
                <a:gd name="connsiteX1" fmla="*/ 39697 w 245970"/>
                <a:gd name="connsiteY1" fmla="*/ 245970 h 245969"/>
                <a:gd name="connsiteX2" fmla="*/ 0 w 245970"/>
                <a:gd name="connsiteY2" fmla="*/ 206273 h 245969"/>
                <a:gd name="connsiteX3" fmla="*/ 0 w 245970"/>
                <a:gd name="connsiteY3" fmla="*/ 39697 h 245969"/>
                <a:gd name="connsiteX4" fmla="*/ 39697 w 245970"/>
                <a:gd name="connsiteY4" fmla="*/ 0 h 245969"/>
                <a:gd name="connsiteX5" fmla="*/ 206273 w 245970"/>
                <a:gd name="connsiteY5" fmla="*/ 0 h 245969"/>
                <a:gd name="connsiteX6" fmla="*/ 245970 w 245970"/>
                <a:gd name="connsiteY6" fmla="*/ 39697 h 245969"/>
                <a:gd name="connsiteX7" fmla="*/ 245970 w 245970"/>
                <a:gd name="connsiteY7" fmla="*/ 206273 h 245969"/>
                <a:gd name="connsiteX8" fmla="*/ 206273 w 245970"/>
                <a:gd name="connsiteY8" fmla="*/ 245970 h 245969"/>
                <a:gd name="connsiteX9" fmla="*/ 79393 w 245970"/>
                <a:gd name="connsiteY9" fmla="*/ 166577 h 245969"/>
                <a:gd name="connsiteX10" fmla="*/ 166577 w 245970"/>
                <a:gd name="connsiteY10" fmla="*/ 166577 h 245969"/>
                <a:gd name="connsiteX11" fmla="*/ 166577 w 245970"/>
                <a:gd name="connsiteY11" fmla="*/ 79393 h 245969"/>
                <a:gd name="connsiteX12" fmla="*/ 79393 w 245970"/>
                <a:gd name="connsiteY12" fmla="*/ 79393 h 24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70" h="245969">
                  <a:moveTo>
                    <a:pt x="206273" y="245970"/>
                  </a:moveTo>
                  <a:lnTo>
                    <a:pt x="39697" y="245970"/>
                  </a:lnTo>
                  <a:cubicBezTo>
                    <a:pt x="17773" y="245970"/>
                    <a:pt x="0" y="228197"/>
                    <a:pt x="0" y="2062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6273" y="0"/>
                  </a:lnTo>
                  <a:cubicBezTo>
                    <a:pt x="228197" y="0"/>
                    <a:pt x="245970" y="17773"/>
                    <a:pt x="245970" y="39697"/>
                  </a:cubicBezTo>
                  <a:lnTo>
                    <a:pt x="245970" y="206273"/>
                  </a:lnTo>
                  <a:cubicBezTo>
                    <a:pt x="245970" y="228197"/>
                    <a:pt x="228197" y="245970"/>
                    <a:pt x="206273" y="245970"/>
                  </a:cubicBezTo>
                  <a:close/>
                  <a:moveTo>
                    <a:pt x="79393" y="166577"/>
                  </a:moveTo>
                  <a:lnTo>
                    <a:pt x="166577" y="166577"/>
                  </a:lnTo>
                  <a:lnTo>
                    <a:pt x="16657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D68DE2A7-7D97-78DB-3E5B-2CDC45370957}"/>
                </a:ext>
              </a:extLst>
            </p:cNvPr>
            <p:cNvSpPr/>
            <p:nvPr/>
          </p:nvSpPr>
          <p:spPr>
            <a:xfrm>
              <a:off x="5652512" y="3787445"/>
              <a:ext cx="274551" cy="329233"/>
            </a:xfrm>
            <a:custGeom>
              <a:avLst/>
              <a:gdLst>
                <a:gd name="connsiteX0" fmla="*/ 234855 w 274551"/>
                <a:gd name="connsiteY0" fmla="*/ 329233 h 329233"/>
                <a:gd name="connsiteX1" fmla="*/ 39697 w 274551"/>
                <a:gd name="connsiteY1" fmla="*/ 329233 h 329233"/>
                <a:gd name="connsiteX2" fmla="*/ 0 w 274551"/>
                <a:gd name="connsiteY2" fmla="*/ 289537 h 329233"/>
                <a:gd name="connsiteX3" fmla="*/ 39697 w 274551"/>
                <a:gd name="connsiteY3" fmla="*/ 249840 h 329233"/>
                <a:gd name="connsiteX4" fmla="*/ 195158 w 274551"/>
                <a:gd name="connsiteY4" fmla="*/ 249840 h 329233"/>
                <a:gd name="connsiteX5" fmla="*/ 195158 w 274551"/>
                <a:gd name="connsiteY5" fmla="*/ 39697 h 329233"/>
                <a:gd name="connsiteX6" fmla="*/ 234855 w 274551"/>
                <a:gd name="connsiteY6" fmla="*/ 0 h 329233"/>
                <a:gd name="connsiteX7" fmla="*/ 274552 w 274551"/>
                <a:gd name="connsiteY7" fmla="*/ 39697 h 329233"/>
                <a:gd name="connsiteX8" fmla="*/ 274552 w 274551"/>
                <a:gd name="connsiteY8" fmla="*/ 289537 h 329233"/>
                <a:gd name="connsiteX9" fmla="*/ 234855 w 274551"/>
                <a:gd name="connsiteY9" fmla="*/ 329233 h 32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4551" h="329233">
                  <a:moveTo>
                    <a:pt x="234855" y="329233"/>
                  </a:moveTo>
                  <a:lnTo>
                    <a:pt x="39697" y="329233"/>
                  </a:lnTo>
                  <a:cubicBezTo>
                    <a:pt x="17773" y="329233"/>
                    <a:pt x="0" y="311461"/>
                    <a:pt x="0" y="289537"/>
                  </a:cubicBezTo>
                  <a:cubicBezTo>
                    <a:pt x="0" y="267613"/>
                    <a:pt x="17773" y="249840"/>
                    <a:pt x="39697" y="249840"/>
                  </a:cubicBezTo>
                  <a:lnTo>
                    <a:pt x="195158" y="249840"/>
                  </a:lnTo>
                  <a:lnTo>
                    <a:pt x="195158" y="39697"/>
                  </a:lnTo>
                  <a:cubicBezTo>
                    <a:pt x="195158" y="17773"/>
                    <a:pt x="212931" y="0"/>
                    <a:pt x="234855" y="0"/>
                  </a:cubicBezTo>
                  <a:cubicBezTo>
                    <a:pt x="256779" y="0"/>
                    <a:pt x="274552" y="17773"/>
                    <a:pt x="274552" y="39697"/>
                  </a:cubicBezTo>
                  <a:lnTo>
                    <a:pt x="274552" y="289537"/>
                  </a:lnTo>
                  <a:cubicBezTo>
                    <a:pt x="274552" y="311461"/>
                    <a:pt x="256779" y="329233"/>
                    <a:pt x="234855" y="3292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74CB1C8-221A-95CD-6AFF-B6870110B7FB}"/>
                </a:ext>
              </a:extLst>
            </p:cNvPr>
            <p:cNvSpPr/>
            <p:nvPr/>
          </p:nvSpPr>
          <p:spPr>
            <a:xfrm>
              <a:off x="5847670" y="4037285"/>
              <a:ext cx="198482" cy="79393"/>
            </a:xfrm>
            <a:custGeom>
              <a:avLst/>
              <a:gdLst>
                <a:gd name="connsiteX0" fmla="*/ 158786 w 198482"/>
                <a:gd name="connsiteY0" fmla="*/ 79393 h 79393"/>
                <a:gd name="connsiteX1" fmla="*/ 39697 w 198482"/>
                <a:gd name="connsiteY1" fmla="*/ 79393 h 79393"/>
                <a:gd name="connsiteX2" fmla="*/ 0 w 198482"/>
                <a:gd name="connsiteY2" fmla="*/ 39697 h 79393"/>
                <a:gd name="connsiteX3" fmla="*/ 39697 w 198482"/>
                <a:gd name="connsiteY3" fmla="*/ 0 h 79393"/>
                <a:gd name="connsiteX4" fmla="*/ 158786 w 198482"/>
                <a:gd name="connsiteY4" fmla="*/ 0 h 79393"/>
                <a:gd name="connsiteX5" fmla="*/ 198483 w 198482"/>
                <a:gd name="connsiteY5" fmla="*/ 39697 h 79393"/>
                <a:gd name="connsiteX6" fmla="*/ 158786 w 19848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482" h="79393">
                  <a:moveTo>
                    <a:pt x="15878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58786" y="0"/>
                  </a:lnTo>
                  <a:cubicBezTo>
                    <a:pt x="180710" y="0"/>
                    <a:pt x="198483" y="17773"/>
                    <a:pt x="198483" y="39697"/>
                  </a:cubicBezTo>
                  <a:cubicBezTo>
                    <a:pt x="198483" y="61620"/>
                    <a:pt x="180710" y="79393"/>
                    <a:pt x="15878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C12BDD07-899A-1D03-DF90-8331DFE623AD}"/>
                </a:ext>
              </a:extLst>
            </p:cNvPr>
            <p:cNvSpPr/>
            <p:nvPr/>
          </p:nvSpPr>
          <p:spPr>
            <a:xfrm>
              <a:off x="5652512" y="4155085"/>
              <a:ext cx="511391" cy="242694"/>
            </a:xfrm>
            <a:custGeom>
              <a:avLst/>
              <a:gdLst>
                <a:gd name="connsiteX0" fmla="*/ 471695 w 511391"/>
                <a:gd name="connsiteY0" fmla="*/ 242695 h 242694"/>
                <a:gd name="connsiteX1" fmla="*/ 39697 w 511391"/>
                <a:gd name="connsiteY1" fmla="*/ 242695 h 242694"/>
                <a:gd name="connsiteX2" fmla="*/ 0 w 511391"/>
                <a:gd name="connsiteY2" fmla="*/ 202998 h 242694"/>
                <a:gd name="connsiteX3" fmla="*/ 39697 w 511391"/>
                <a:gd name="connsiteY3" fmla="*/ 163302 h 242694"/>
                <a:gd name="connsiteX4" fmla="*/ 431998 w 511391"/>
                <a:gd name="connsiteY4" fmla="*/ 163302 h 242694"/>
                <a:gd name="connsiteX5" fmla="*/ 431998 w 511391"/>
                <a:gd name="connsiteY5" fmla="*/ 39697 h 242694"/>
                <a:gd name="connsiteX6" fmla="*/ 471695 w 511391"/>
                <a:gd name="connsiteY6" fmla="*/ 0 h 242694"/>
                <a:gd name="connsiteX7" fmla="*/ 511391 w 511391"/>
                <a:gd name="connsiteY7" fmla="*/ 39697 h 242694"/>
                <a:gd name="connsiteX8" fmla="*/ 511391 w 511391"/>
                <a:gd name="connsiteY8" fmla="*/ 202998 h 242694"/>
                <a:gd name="connsiteX9" fmla="*/ 471695 w 511391"/>
                <a:gd name="connsiteY9" fmla="*/ 242695 h 24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1391" h="242694">
                  <a:moveTo>
                    <a:pt x="471695" y="242695"/>
                  </a:moveTo>
                  <a:lnTo>
                    <a:pt x="39697" y="242695"/>
                  </a:lnTo>
                  <a:cubicBezTo>
                    <a:pt x="17773" y="242695"/>
                    <a:pt x="0" y="224922"/>
                    <a:pt x="0" y="202998"/>
                  </a:cubicBezTo>
                  <a:cubicBezTo>
                    <a:pt x="0" y="181074"/>
                    <a:pt x="17773" y="163302"/>
                    <a:pt x="39697" y="163302"/>
                  </a:cubicBezTo>
                  <a:lnTo>
                    <a:pt x="431998" y="163302"/>
                  </a:lnTo>
                  <a:lnTo>
                    <a:pt x="431998" y="39697"/>
                  </a:lnTo>
                  <a:cubicBezTo>
                    <a:pt x="431998" y="17773"/>
                    <a:pt x="449771" y="0"/>
                    <a:pt x="471695" y="0"/>
                  </a:cubicBezTo>
                  <a:cubicBezTo>
                    <a:pt x="493619" y="0"/>
                    <a:pt x="511391" y="17773"/>
                    <a:pt x="511391" y="39697"/>
                  </a:cubicBezTo>
                  <a:lnTo>
                    <a:pt x="511391" y="202998"/>
                  </a:lnTo>
                  <a:cubicBezTo>
                    <a:pt x="511391" y="224922"/>
                    <a:pt x="493619" y="242695"/>
                    <a:pt x="471695" y="2426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E6915135-DCA6-E697-2F56-E48BE8A50646}"/>
                </a:ext>
              </a:extLst>
            </p:cNvPr>
            <p:cNvSpPr/>
            <p:nvPr/>
          </p:nvSpPr>
          <p:spPr>
            <a:xfrm>
              <a:off x="5966754" y="3919504"/>
              <a:ext cx="314905" cy="314973"/>
            </a:xfrm>
            <a:custGeom>
              <a:avLst/>
              <a:gdLst>
                <a:gd name="connsiteX0" fmla="*/ 157453 w 314905"/>
                <a:gd name="connsiteY0" fmla="*/ 314974 h 314973"/>
                <a:gd name="connsiteX1" fmla="*/ 129368 w 314905"/>
                <a:gd name="connsiteY1" fmla="*/ 303362 h 314973"/>
                <a:gd name="connsiteX2" fmla="*/ 11618 w 314905"/>
                <a:gd name="connsiteY2" fmla="*/ 185563 h 314973"/>
                <a:gd name="connsiteX3" fmla="*/ 11618 w 314905"/>
                <a:gd name="connsiteY3" fmla="*/ 129442 h 314973"/>
                <a:gd name="connsiteX4" fmla="*/ 129368 w 314905"/>
                <a:gd name="connsiteY4" fmla="*/ 11642 h 314973"/>
                <a:gd name="connsiteX5" fmla="*/ 185507 w 314905"/>
                <a:gd name="connsiteY5" fmla="*/ 11611 h 314973"/>
                <a:gd name="connsiteX6" fmla="*/ 185538 w 314905"/>
                <a:gd name="connsiteY6" fmla="*/ 11642 h 314973"/>
                <a:gd name="connsiteX7" fmla="*/ 303288 w 314905"/>
                <a:gd name="connsiteY7" fmla="*/ 129442 h 314973"/>
                <a:gd name="connsiteX8" fmla="*/ 303288 w 314905"/>
                <a:gd name="connsiteY8" fmla="*/ 185563 h 314973"/>
                <a:gd name="connsiteX9" fmla="*/ 185538 w 314905"/>
                <a:gd name="connsiteY9" fmla="*/ 303362 h 314973"/>
                <a:gd name="connsiteX10" fmla="*/ 157453 w 314905"/>
                <a:gd name="connsiteY10" fmla="*/ 314974 h 314973"/>
                <a:gd name="connsiteX11" fmla="*/ 95824 w 314905"/>
                <a:gd name="connsiteY11" fmla="*/ 157478 h 314973"/>
                <a:gd name="connsiteX12" fmla="*/ 157453 w 314905"/>
                <a:gd name="connsiteY12" fmla="*/ 219156 h 314973"/>
                <a:gd name="connsiteX13" fmla="*/ 219082 w 314905"/>
                <a:gd name="connsiteY13" fmla="*/ 157478 h 314973"/>
                <a:gd name="connsiteX14" fmla="*/ 157453 w 314905"/>
                <a:gd name="connsiteY14" fmla="*/ 95849 h 314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4905" h="314973">
                  <a:moveTo>
                    <a:pt x="157453" y="314974"/>
                  </a:moveTo>
                  <a:cubicBezTo>
                    <a:pt x="146922" y="314982"/>
                    <a:pt x="136819" y="310805"/>
                    <a:pt x="129368" y="303362"/>
                  </a:cubicBezTo>
                  <a:lnTo>
                    <a:pt x="11618" y="185563"/>
                  </a:lnTo>
                  <a:cubicBezTo>
                    <a:pt x="-3873" y="170063"/>
                    <a:pt x="-3873" y="144942"/>
                    <a:pt x="11618" y="129442"/>
                  </a:cubicBezTo>
                  <a:lnTo>
                    <a:pt x="129368" y="11642"/>
                  </a:lnTo>
                  <a:cubicBezTo>
                    <a:pt x="144862" y="-3869"/>
                    <a:pt x="169996" y="-3883"/>
                    <a:pt x="185507" y="11611"/>
                  </a:cubicBezTo>
                  <a:cubicBezTo>
                    <a:pt x="185518" y="11622"/>
                    <a:pt x="185528" y="11632"/>
                    <a:pt x="185538" y="11642"/>
                  </a:cubicBezTo>
                  <a:lnTo>
                    <a:pt x="303288" y="129442"/>
                  </a:lnTo>
                  <a:cubicBezTo>
                    <a:pt x="318779" y="144942"/>
                    <a:pt x="318779" y="170063"/>
                    <a:pt x="303288" y="185563"/>
                  </a:cubicBezTo>
                  <a:lnTo>
                    <a:pt x="185538" y="303362"/>
                  </a:lnTo>
                  <a:cubicBezTo>
                    <a:pt x="178087" y="310805"/>
                    <a:pt x="167984" y="314982"/>
                    <a:pt x="157453" y="314974"/>
                  </a:cubicBezTo>
                  <a:close/>
                  <a:moveTo>
                    <a:pt x="95824" y="157478"/>
                  </a:moveTo>
                  <a:lnTo>
                    <a:pt x="157453" y="219156"/>
                  </a:lnTo>
                  <a:lnTo>
                    <a:pt x="219082" y="157478"/>
                  </a:lnTo>
                  <a:lnTo>
                    <a:pt x="157453" y="9584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5EDF29B7-8572-9F5E-4D0C-3957D77FBA99}"/>
                </a:ext>
              </a:extLst>
            </p:cNvPr>
            <p:cNvSpPr/>
            <p:nvPr/>
          </p:nvSpPr>
          <p:spPr>
            <a:xfrm>
              <a:off x="5636633" y="3657340"/>
              <a:ext cx="501169" cy="209498"/>
            </a:xfrm>
            <a:custGeom>
              <a:avLst/>
              <a:gdLst>
                <a:gd name="connsiteX0" fmla="*/ 461473 w 501169"/>
                <a:gd name="connsiteY0" fmla="*/ 209499 h 209498"/>
                <a:gd name="connsiteX1" fmla="*/ 39697 w 501169"/>
                <a:gd name="connsiteY1" fmla="*/ 209499 h 209498"/>
                <a:gd name="connsiteX2" fmla="*/ 0 w 501169"/>
                <a:gd name="connsiteY2" fmla="*/ 169802 h 209498"/>
                <a:gd name="connsiteX3" fmla="*/ 0 w 501169"/>
                <a:gd name="connsiteY3" fmla="*/ 39697 h 209498"/>
                <a:gd name="connsiteX4" fmla="*/ 39697 w 501169"/>
                <a:gd name="connsiteY4" fmla="*/ 0 h 209498"/>
                <a:gd name="connsiteX5" fmla="*/ 461473 w 501169"/>
                <a:gd name="connsiteY5" fmla="*/ 0 h 209498"/>
                <a:gd name="connsiteX6" fmla="*/ 501170 w 501169"/>
                <a:gd name="connsiteY6" fmla="*/ 39697 h 209498"/>
                <a:gd name="connsiteX7" fmla="*/ 501170 w 501169"/>
                <a:gd name="connsiteY7" fmla="*/ 169802 h 209498"/>
                <a:gd name="connsiteX8" fmla="*/ 461473 w 501169"/>
                <a:gd name="connsiteY8" fmla="*/ 209499 h 209498"/>
                <a:gd name="connsiteX9" fmla="*/ 79393 w 501169"/>
                <a:gd name="connsiteY9" fmla="*/ 130105 h 209498"/>
                <a:gd name="connsiteX10" fmla="*/ 421776 w 501169"/>
                <a:gd name="connsiteY10" fmla="*/ 130105 h 209498"/>
                <a:gd name="connsiteX11" fmla="*/ 421776 w 501169"/>
                <a:gd name="connsiteY11" fmla="*/ 79393 h 209498"/>
                <a:gd name="connsiteX12" fmla="*/ 79393 w 501169"/>
                <a:gd name="connsiteY12" fmla="*/ 79393 h 20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09498">
                  <a:moveTo>
                    <a:pt x="461473" y="209499"/>
                  </a:moveTo>
                  <a:lnTo>
                    <a:pt x="39697" y="209499"/>
                  </a:lnTo>
                  <a:cubicBezTo>
                    <a:pt x="17773" y="209499"/>
                    <a:pt x="0" y="191726"/>
                    <a:pt x="0" y="16980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7" y="0"/>
                    <a:pt x="501170" y="17773"/>
                    <a:pt x="501170" y="39697"/>
                  </a:cubicBezTo>
                  <a:lnTo>
                    <a:pt x="501170" y="169802"/>
                  </a:lnTo>
                  <a:cubicBezTo>
                    <a:pt x="501170" y="191726"/>
                    <a:pt x="483397" y="209499"/>
                    <a:pt x="461473" y="209499"/>
                  </a:cubicBezTo>
                  <a:close/>
                  <a:moveTo>
                    <a:pt x="79393" y="130105"/>
                  </a:moveTo>
                  <a:lnTo>
                    <a:pt x="421776" y="130105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F6FD3320-E949-B73B-B9DB-55351F1998B1}"/>
              </a:ext>
            </a:extLst>
          </p:cNvPr>
          <p:cNvGrpSpPr/>
          <p:nvPr/>
        </p:nvGrpSpPr>
        <p:grpSpPr>
          <a:xfrm>
            <a:off x="6775504" y="3653370"/>
            <a:ext cx="838595" cy="841864"/>
            <a:chOff x="6775504" y="3653370"/>
            <a:chExt cx="838595" cy="841864"/>
          </a:xfrm>
        </p:grpSpPr>
        <p:grpSp>
          <p:nvGrpSpPr>
            <p:cNvPr id="231" name="Picture Placeholder 73">
              <a:extLst>
                <a:ext uri="{FF2B5EF4-FFF2-40B4-BE49-F238E27FC236}">
                  <a16:creationId xmlns:a16="http://schemas.microsoft.com/office/drawing/2014/main" id="{A6C4524A-077C-AC7D-9546-47B25D7C9E8C}"/>
                </a:ext>
              </a:extLst>
            </p:cNvPr>
            <p:cNvGrpSpPr/>
            <p:nvPr/>
          </p:nvGrpSpPr>
          <p:grpSpPr>
            <a:xfrm>
              <a:off x="7002670" y="3895172"/>
              <a:ext cx="384263" cy="459338"/>
              <a:chOff x="7002670" y="3895172"/>
              <a:chExt cx="384263" cy="459338"/>
            </a:xfrm>
            <a:solidFill>
              <a:srgbClr val="EF463C"/>
            </a:solidFill>
          </p:grpSpPr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74E123FA-3013-F3D0-601C-F515602E5152}"/>
                  </a:ext>
                </a:extLst>
              </p:cNvPr>
              <p:cNvSpPr/>
              <p:nvPr/>
            </p:nvSpPr>
            <p:spPr>
              <a:xfrm>
                <a:off x="7157835" y="3895172"/>
                <a:ext cx="79393" cy="155213"/>
              </a:xfrm>
              <a:custGeom>
                <a:avLst/>
                <a:gdLst>
                  <a:gd name="connsiteX0" fmla="*/ 39697 w 79393"/>
                  <a:gd name="connsiteY0" fmla="*/ 155214 h 155213"/>
                  <a:gd name="connsiteX1" fmla="*/ 0 w 79393"/>
                  <a:gd name="connsiteY1" fmla="*/ 115517 h 155213"/>
                  <a:gd name="connsiteX2" fmla="*/ 0 w 79393"/>
                  <a:gd name="connsiteY2" fmla="*/ 39697 h 155213"/>
                  <a:gd name="connsiteX3" fmla="*/ 39697 w 79393"/>
                  <a:gd name="connsiteY3" fmla="*/ 0 h 155213"/>
                  <a:gd name="connsiteX4" fmla="*/ 79393 w 79393"/>
                  <a:gd name="connsiteY4" fmla="*/ 39697 h 155213"/>
                  <a:gd name="connsiteX5" fmla="*/ 79393 w 79393"/>
                  <a:gd name="connsiteY5" fmla="*/ 115517 h 155213"/>
                  <a:gd name="connsiteX6" fmla="*/ 39697 w 79393"/>
                  <a:gd name="connsiteY6" fmla="*/ 155214 h 155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55213">
                    <a:moveTo>
                      <a:pt x="39697" y="155214"/>
                    </a:moveTo>
                    <a:cubicBezTo>
                      <a:pt x="17773" y="155214"/>
                      <a:pt x="0" y="137441"/>
                      <a:pt x="0" y="11551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15517"/>
                    </a:lnTo>
                    <a:cubicBezTo>
                      <a:pt x="79393" y="137441"/>
                      <a:pt x="61620" y="155214"/>
                      <a:pt x="39697" y="15521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3A7E888E-5F19-FFB7-C755-85CF68390D63}"/>
                  </a:ext>
                </a:extLst>
              </p:cNvPr>
              <p:cNvSpPr/>
              <p:nvPr/>
            </p:nvSpPr>
            <p:spPr>
              <a:xfrm>
                <a:off x="7002670" y="3972729"/>
                <a:ext cx="384263" cy="381781"/>
              </a:xfrm>
              <a:custGeom>
                <a:avLst/>
                <a:gdLst>
                  <a:gd name="connsiteX0" fmla="*/ 344566 w 384263"/>
                  <a:gd name="connsiteY0" fmla="*/ 381782 h 381781"/>
                  <a:gd name="connsiteX1" fmla="*/ 304870 w 384263"/>
                  <a:gd name="connsiteY1" fmla="*/ 342085 h 381781"/>
                  <a:gd name="connsiteX2" fmla="*/ 304870 w 384263"/>
                  <a:gd name="connsiteY2" fmla="*/ 79393 h 381781"/>
                  <a:gd name="connsiteX3" fmla="*/ 79393 w 384263"/>
                  <a:gd name="connsiteY3" fmla="*/ 79393 h 381781"/>
                  <a:gd name="connsiteX4" fmla="*/ 79393 w 384263"/>
                  <a:gd name="connsiteY4" fmla="*/ 332161 h 381781"/>
                  <a:gd name="connsiteX5" fmla="*/ 39697 w 384263"/>
                  <a:gd name="connsiteY5" fmla="*/ 371857 h 381781"/>
                  <a:gd name="connsiteX6" fmla="*/ 0 w 384263"/>
                  <a:gd name="connsiteY6" fmla="*/ 332161 h 381781"/>
                  <a:gd name="connsiteX7" fmla="*/ 0 w 384263"/>
                  <a:gd name="connsiteY7" fmla="*/ 39697 h 381781"/>
                  <a:gd name="connsiteX8" fmla="*/ 39697 w 384263"/>
                  <a:gd name="connsiteY8" fmla="*/ 0 h 381781"/>
                  <a:gd name="connsiteX9" fmla="*/ 344566 w 384263"/>
                  <a:gd name="connsiteY9" fmla="*/ 0 h 381781"/>
                  <a:gd name="connsiteX10" fmla="*/ 384263 w 384263"/>
                  <a:gd name="connsiteY10" fmla="*/ 39697 h 381781"/>
                  <a:gd name="connsiteX11" fmla="*/ 384263 w 384263"/>
                  <a:gd name="connsiteY11" fmla="*/ 342085 h 381781"/>
                  <a:gd name="connsiteX12" fmla="*/ 344566 w 384263"/>
                  <a:gd name="connsiteY12" fmla="*/ 381782 h 381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263" h="381781">
                    <a:moveTo>
                      <a:pt x="344566" y="381782"/>
                    </a:moveTo>
                    <a:cubicBezTo>
                      <a:pt x="322643" y="381782"/>
                      <a:pt x="304870" y="364009"/>
                      <a:pt x="304870" y="342085"/>
                    </a:cubicBezTo>
                    <a:lnTo>
                      <a:pt x="304870" y="79393"/>
                    </a:lnTo>
                    <a:lnTo>
                      <a:pt x="79393" y="79393"/>
                    </a:lnTo>
                    <a:lnTo>
                      <a:pt x="79393" y="332161"/>
                    </a:lnTo>
                    <a:cubicBezTo>
                      <a:pt x="79393" y="354085"/>
                      <a:pt x="61620" y="371857"/>
                      <a:pt x="39697" y="371857"/>
                    </a:cubicBezTo>
                    <a:cubicBezTo>
                      <a:pt x="17773" y="371857"/>
                      <a:pt x="0" y="354085"/>
                      <a:pt x="0" y="33216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44566" y="0"/>
                    </a:lnTo>
                    <a:cubicBezTo>
                      <a:pt x="366490" y="0"/>
                      <a:pt x="384263" y="17773"/>
                      <a:pt x="384263" y="39697"/>
                    </a:cubicBezTo>
                    <a:lnTo>
                      <a:pt x="384263" y="342085"/>
                    </a:lnTo>
                    <a:cubicBezTo>
                      <a:pt x="384263" y="364009"/>
                      <a:pt x="366490" y="381782"/>
                      <a:pt x="344566" y="38178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F1BF3035-744C-C7B2-1CFF-894410A1154E}"/>
                  </a:ext>
                </a:extLst>
              </p:cNvPr>
              <p:cNvSpPr/>
              <p:nvPr/>
            </p:nvSpPr>
            <p:spPr>
              <a:xfrm>
                <a:off x="7100820" y="4074486"/>
                <a:ext cx="79394" cy="79556"/>
              </a:xfrm>
              <a:custGeom>
                <a:avLst/>
                <a:gdLst>
                  <a:gd name="connsiteX0" fmla="*/ 39697 w 79394"/>
                  <a:gd name="connsiteY0" fmla="*/ 79556 h 79556"/>
                  <a:gd name="connsiteX1" fmla="*/ 11662 w 79394"/>
                  <a:gd name="connsiteY1" fmla="*/ 67895 h 79556"/>
                  <a:gd name="connsiteX2" fmla="*/ 6700 w 79394"/>
                  <a:gd name="connsiteY2" fmla="*/ 61891 h 79556"/>
                  <a:gd name="connsiteX3" fmla="*/ 3028 w 79394"/>
                  <a:gd name="connsiteY3" fmla="*/ 55044 h 79556"/>
                  <a:gd name="connsiteX4" fmla="*/ 795 w 79394"/>
                  <a:gd name="connsiteY4" fmla="*/ 47601 h 79556"/>
                  <a:gd name="connsiteX5" fmla="*/ 1 w 79394"/>
                  <a:gd name="connsiteY5" fmla="*/ 39860 h 79556"/>
                  <a:gd name="connsiteX6" fmla="*/ 795 w 79394"/>
                  <a:gd name="connsiteY6" fmla="*/ 31920 h 79556"/>
                  <a:gd name="connsiteX7" fmla="*/ 3028 w 79394"/>
                  <a:gd name="connsiteY7" fmla="*/ 24527 h 79556"/>
                  <a:gd name="connsiteX8" fmla="*/ 6700 w 79394"/>
                  <a:gd name="connsiteY8" fmla="*/ 17679 h 79556"/>
                  <a:gd name="connsiteX9" fmla="*/ 11662 w 79394"/>
                  <a:gd name="connsiteY9" fmla="*/ 11626 h 79556"/>
                  <a:gd name="connsiteX10" fmla="*/ 17666 w 79394"/>
                  <a:gd name="connsiteY10" fmla="*/ 6664 h 79556"/>
                  <a:gd name="connsiteX11" fmla="*/ 24513 w 79394"/>
                  <a:gd name="connsiteY11" fmla="*/ 2992 h 79556"/>
                  <a:gd name="connsiteX12" fmla="*/ 47488 w 79394"/>
                  <a:gd name="connsiteY12" fmla="*/ 759 h 79556"/>
                  <a:gd name="connsiteX13" fmla="*/ 54881 w 79394"/>
                  <a:gd name="connsiteY13" fmla="*/ 2992 h 79556"/>
                  <a:gd name="connsiteX14" fmla="*/ 61729 w 79394"/>
                  <a:gd name="connsiteY14" fmla="*/ 7110 h 79556"/>
                  <a:gd name="connsiteX15" fmla="*/ 72695 w 79394"/>
                  <a:gd name="connsiteY15" fmla="*/ 18076 h 79556"/>
                  <a:gd name="connsiteX16" fmla="*/ 76615 w 79394"/>
                  <a:gd name="connsiteY16" fmla="*/ 24676 h 79556"/>
                  <a:gd name="connsiteX17" fmla="*/ 78600 w 79394"/>
                  <a:gd name="connsiteY17" fmla="*/ 31921 h 79556"/>
                  <a:gd name="connsiteX18" fmla="*/ 79394 w 79394"/>
                  <a:gd name="connsiteY18" fmla="*/ 39711 h 79556"/>
                  <a:gd name="connsiteX19" fmla="*/ 78600 w 79394"/>
                  <a:gd name="connsiteY19" fmla="*/ 47452 h 79556"/>
                  <a:gd name="connsiteX20" fmla="*/ 76367 w 79394"/>
                  <a:gd name="connsiteY20" fmla="*/ 54895 h 79556"/>
                  <a:gd name="connsiteX21" fmla="*/ 72695 w 79394"/>
                  <a:gd name="connsiteY21" fmla="*/ 61743 h 79556"/>
                  <a:gd name="connsiteX22" fmla="*/ 67733 w 79394"/>
                  <a:gd name="connsiteY22" fmla="*/ 67747 h 79556"/>
                  <a:gd name="connsiteX23" fmla="*/ 61679 w 79394"/>
                  <a:gd name="connsiteY23" fmla="*/ 72709 h 79556"/>
                  <a:gd name="connsiteX24" fmla="*/ 47389 w 79394"/>
                  <a:gd name="connsiteY24" fmla="*/ 78614 h 79556"/>
                  <a:gd name="connsiteX25" fmla="*/ 39697 w 79394"/>
                  <a:gd name="connsiteY25" fmla="*/ 79556 h 79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94" h="79556">
                    <a:moveTo>
                      <a:pt x="39697" y="79556"/>
                    </a:moveTo>
                    <a:cubicBezTo>
                      <a:pt x="29176" y="79538"/>
                      <a:pt x="19092" y="75344"/>
                      <a:pt x="11662" y="67895"/>
                    </a:cubicBezTo>
                    <a:cubicBezTo>
                      <a:pt x="9797" y="66078"/>
                      <a:pt x="8133" y="64065"/>
                      <a:pt x="6700" y="61891"/>
                    </a:cubicBezTo>
                    <a:cubicBezTo>
                      <a:pt x="5255" y="59734"/>
                      <a:pt x="4025" y="57441"/>
                      <a:pt x="3028" y="55044"/>
                    </a:cubicBezTo>
                    <a:cubicBezTo>
                      <a:pt x="2037" y="52643"/>
                      <a:pt x="1289" y="50150"/>
                      <a:pt x="795" y="47601"/>
                    </a:cubicBezTo>
                    <a:cubicBezTo>
                      <a:pt x="258" y="45056"/>
                      <a:pt x="-8" y="42461"/>
                      <a:pt x="1" y="39860"/>
                    </a:cubicBezTo>
                    <a:cubicBezTo>
                      <a:pt x="-16" y="37193"/>
                      <a:pt x="250" y="34531"/>
                      <a:pt x="795" y="31920"/>
                    </a:cubicBezTo>
                    <a:cubicBezTo>
                      <a:pt x="1289" y="29387"/>
                      <a:pt x="2037" y="26910"/>
                      <a:pt x="3028" y="24527"/>
                    </a:cubicBezTo>
                    <a:cubicBezTo>
                      <a:pt x="4025" y="22130"/>
                      <a:pt x="5255" y="19836"/>
                      <a:pt x="6700" y="17679"/>
                    </a:cubicBezTo>
                    <a:cubicBezTo>
                      <a:pt x="8146" y="15500"/>
                      <a:pt x="9808" y="13471"/>
                      <a:pt x="11662" y="11626"/>
                    </a:cubicBezTo>
                    <a:cubicBezTo>
                      <a:pt x="13478" y="9760"/>
                      <a:pt x="15491" y="8096"/>
                      <a:pt x="17666" y="6664"/>
                    </a:cubicBezTo>
                    <a:cubicBezTo>
                      <a:pt x="19823" y="5219"/>
                      <a:pt x="22116" y="3989"/>
                      <a:pt x="24513" y="2992"/>
                    </a:cubicBezTo>
                    <a:cubicBezTo>
                      <a:pt x="31788" y="14"/>
                      <a:pt x="39776" y="-762"/>
                      <a:pt x="47488" y="759"/>
                    </a:cubicBezTo>
                    <a:cubicBezTo>
                      <a:pt x="50021" y="1253"/>
                      <a:pt x="52498" y="2001"/>
                      <a:pt x="54881" y="2992"/>
                    </a:cubicBezTo>
                    <a:cubicBezTo>
                      <a:pt x="57296" y="4131"/>
                      <a:pt x="59591" y="5511"/>
                      <a:pt x="61729" y="7110"/>
                    </a:cubicBezTo>
                    <a:cubicBezTo>
                      <a:pt x="66105" y="9965"/>
                      <a:pt x="69840" y="13700"/>
                      <a:pt x="72695" y="18076"/>
                    </a:cubicBezTo>
                    <a:cubicBezTo>
                      <a:pt x="74212" y="20144"/>
                      <a:pt x="75525" y="22355"/>
                      <a:pt x="76615" y="24676"/>
                    </a:cubicBezTo>
                    <a:cubicBezTo>
                      <a:pt x="77512" y="27020"/>
                      <a:pt x="78176" y="29447"/>
                      <a:pt x="78600" y="31921"/>
                    </a:cubicBezTo>
                    <a:cubicBezTo>
                      <a:pt x="79134" y="34483"/>
                      <a:pt x="79400" y="37094"/>
                      <a:pt x="79394" y="39711"/>
                    </a:cubicBezTo>
                    <a:cubicBezTo>
                      <a:pt x="79403" y="42312"/>
                      <a:pt x="79137" y="44907"/>
                      <a:pt x="78600" y="47452"/>
                    </a:cubicBezTo>
                    <a:cubicBezTo>
                      <a:pt x="78106" y="50001"/>
                      <a:pt x="77358" y="52494"/>
                      <a:pt x="76367" y="54895"/>
                    </a:cubicBezTo>
                    <a:cubicBezTo>
                      <a:pt x="75370" y="57292"/>
                      <a:pt x="74140" y="59586"/>
                      <a:pt x="72695" y="61743"/>
                    </a:cubicBezTo>
                    <a:cubicBezTo>
                      <a:pt x="71263" y="63917"/>
                      <a:pt x="69599" y="65930"/>
                      <a:pt x="67733" y="67747"/>
                    </a:cubicBezTo>
                    <a:cubicBezTo>
                      <a:pt x="65887" y="69600"/>
                      <a:pt x="63859" y="71263"/>
                      <a:pt x="61679" y="72709"/>
                    </a:cubicBezTo>
                    <a:cubicBezTo>
                      <a:pt x="57332" y="75563"/>
                      <a:pt x="52483" y="77566"/>
                      <a:pt x="47389" y="78614"/>
                    </a:cubicBezTo>
                    <a:cubicBezTo>
                      <a:pt x="44861" y="79172"/>
                      <a:pt x="42285" y="79488"/>
                      <a:pt x="39697" y="7955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70B63A10-638E-2EE7-FC57-69084420DE20}"/>
                  </a:ext>
                </a:extLst>
              </p:cNvPr>
              <p:cNvSpPr/>
              <p:nvPr/>
            </p:nvSpPr>
            <p:spPr>
              <a:xfrm>
                <a:off x="7209390" y="4075245"/>
                <a:ext cx="79442" cy="79392"/>
              </a:xfrm>
              <a:custGeom>
                <a:avLst/>
                <a:gdLst>
                  <a:gd name="connsiteX0" fmla="*/ 39697 w 79442"/>
                  <a:gd name="connsiteY0" fmla="*/ 79393 h 79392"/>
                  <a:gd name="connsiteX1" fmla="*/ 31956 w 79442"/>
                  <a:gd name="connsiteY1" fmla="*/ 78599 h 79392"/>
                  <a:gd name="connsiteX2" fmla="*/ 11611 w 79442"/>
                  <a:gd name="connsiteY2" fmla="*/ 67732 h 79392"/>
                  <a:gd name="connsiteX3" fmla="*/ 0 w 79442"/>
                  <a:gd name="connsiteY3" fmla="*/ 39696 h 79392"/>
                  <a:gd name="connsiteX4" fmla="*/ 794 w 79442"/>
                  <a:gd name="connsiteY4" fmla="*/ 31906 h 79392"/>
                  <a:gd name="connsiteX5" fmla="*/ 3027 w 79442"/>
                  <a:gd name="connsiteY5" fmla="*/ 24512 h 79392"/>
                  <a:gd name="connsiteX6" fmla="*/ 6699 w 79442"/>
                  <a:gd name="connsiteY6" fmla="*/ 17665 h 79392"/>
                  <a:gd name="connsiteX7" fmla="*/ 11661 w 79442"/>
                  <a:gd name="connsiteY7" fmla="*/ 11611 h 79392"/>
                  <a:gd name="connsiteX8" fmla="*/ 17715 w 79442"/>
                  <a:gd name="connsiteY8" fmla="*/ 6649 h 79392"/>
                  <a:gd name="connsiteX9" fmla="*/ 32005 w 79442"/>
                  <a:gd name="connsiteY9" fmla="*/ 744 h 79392"/>
                  <a:gd name="connsiteX10" fmla="*/ 47487 w 79442"/>
                  <a:gd name="connsiteY10" fmla="*/ 744 h 79392"/>
                  <a:gd name="connsiteX11" fmla="*/ 61778 w 79442"/>
                  <a:gd name="connsiteY11" fmla="*/ 6649 h 79392"/>
                  <a:gd name="connsiteX12" fmla="*/ 72744 w 79442"/>
                  <a:gd name="connsiteY12" fmla="*/ 17665 h 79392"/>
                  <a:gd name="connsiteX13" fmla="*/ 76416 w 79442"/>
                  <a:gd name="connsiteY13" fmla="*/ 24512 h 79392"/>
                  <a:gd name="connsiteX14" fmla="*/ 78649 w 79442"/>
                  <a:gd name="connsiteY14" fmla="*/ 31906 h 79392"/>
                  <a:gd name="connsiteX15" fmla="*/ 79443 w 79442"/>
                  <a:gd name="connsiteY15" fmla="*/ 39696 h 79392"/>
                  <a:gd name="connsiteX16" fmla="*/ 78649 w 79442"/>
                  <a:gd name="connsiteY16" fmla="*/ 47437 h 79392"/>
                  <a:gd name="connsiteX17" fmla="*/ 76416 w 79442"/>
                  <a:gd name="connsiteY17" fmla="*/ 54880 h 79392"/>
                  <a:gd name="connsiteX18" fmla="*/ 67832 w 79442"/>
                  <a:gd name="connsiteY18" fmla="*/ 67732 h 79392"/>
                  <a:gd name="connsiteX19" fmla="*/ 61778 w 79442"/>
                  <a:gd name="connsiteY19" fmla="*/ 72694 h 79392"/>
                  <a:gd name="connsiteX20" fmla="*/ 47487 w 79442"/>
                  <a:gd name="connsiteY20" fmla="*/ 78599 h 79392"/>
                  <a:gd name="connsiteX21" fmla="*/ 39697 w 79442"/>
                  <a:gd name="connsiteY21" fmla="*/ 79393 h 7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9442" h="79392">
                    <a:moveTo>
                      <a:pt x="39697" y="79393"/>
                    </a:moveTo>
                    <a:cubicBezTo>
                      <a:pt x="37097" y="79377"/>
                      <a:pt x="34505" y="79111"/>
                      <a:pt x="31956" y="78599"/>
                    </a:cubicBezTo>
                    <a:cubicBezTo>
                      <a:pt x="24248" y="77070"/>
                      <a:pt x="17168" y="73288"/>
                      <a:pt x="11611" y="67732"/>
                    </a:cubicBezTo>
                    <a:cubicBezTo>
                      <a:pt x="4181" y="60293"/>
                      <a:pt x="5" y="50210"/>
                      <a:pt x="0" y="39696"/>
                    </a:cubicBezTo>
                    <a:cubicBezTo>
                      <a:pt x="-6" y="37079"/>
                      <a:pt x="260" y="34468"/>
                      <a:pt x="794" y="31906"/>
                    </a:cubicBezTo>
                    <a:cubicBezTo>
                      <a:pt x="1288" y="29373"/>
                      <a:pt x="2036" y="26896"/>
                      <a:pt x="3027" y="24512"/>
                    </a:cubicBezTo>
                    <a:cubicBezTo>
                      <a:pt x="4012" y="22110"/>
                      <a:pt x="5243" y="19815"/>
                      <a:pt x="6699" y="17665"/>
                    </a:cubicBezTo>
                    <a:cubicBezTo>
                      <a:pt x="8143" y="15484"/>
                      <a:pt x="9806" y="13455"/>
                      <a:pt x="11661" y="11611"/>
                    </a:cubicBezTo>
                    <a:cubicBezTo>
                      <a:pt x="13520" y="9772"/>
                      <a:pt x="15546" y="8110"/>
                      <a:pt x="17715" y="6649"/>
                    </a:cubicBezTo>
                    <a:cubicBezTo>
                      <a:pt x="22062" y="3795"/>
                      <a:pt x="26911" y="1791"/>
                      <a:pt x="32005" y="744"/>
                    </a:cubicBezTo>
                    <a:cubicBezTo>
                      <a:pt x="37118" y="-248"/>
                      <a:pt x="42374" y="-248"/>
                      <a:pt x="47487" y="744"/>
                    </a:cubicBezTo>
                    <a:cubicBezTo>
                      <a:pt x="52581" y="1791"/>
                      <a:pt x="57430" y="3795"/>
                      <a:pt x="61778" y="6649"/>
                    </a:cubicBezTo>
                    <a:cubicBezTo>
                      <a:pt x="66141" y="9540"/>
                      <a:pt x="69872" y="13288"/>
                      <a:pt x="72744" y="17665"/>
                    </a:cubicBezTo>
                    <a:cubicBezTo>
                      <a:pt x="74200" y="19815"/>
                      <a:pt x="75431" y="22110"/>
                      <a:pt x="76416" y="24512"/>
                    </a:cubicBezTo>
                    <a:cubicBezTo>
                      <a:pt x="77407" y="26896"/>
                      <a:pt x="78155" y="29373"/>
                      <a:pt x="78649" y="31906"/>
                    </a:cubicBezTo>
                    <a:cubicBezTo>
                      <a:pt x="79183" y="34468"/>
                      <a:pt x="79449" y="37079"/>
                      <a:pt x="79443" y="39696"/>
                    </a:cubicBezTo>
                    <a:cubicBezTo>
                      <a:pt x="79449" y="42297"/>
                      <a:pt x="79183" y="44892"/>
                      <a:pt x="78649" y="47437"/>
                    </a:cubicBezTo>
                    <a:cubicBezTo>
                      <a:pt x="78148" y="49985"/>
                      <a:pt x="77400" y="52477"/>
                      <a:pt x="76416" y="54880"/>
                    </a:cubicBezTo>
                    <a:cubicBezTo>
                      <a:pt x="74413" y="59679"/>
                      <a:pt x="71498" y="64044"/>
                      <a:pt x="67832" y="67732"/>
                    </a:cubicBezTo>
                    <a:cubicBezTo>
                      <a:pt x="65986" y="69586"/>
                      <a:pt x="63958" y="71248"/>
                      <a:pt x="61778" y="72694"/>
                    </a:cubicBezTo>
                    <a:cubicBezTo>
                      <a:pt x="57430" y="75548"/>
                      <a:pt x="52581" y="77552"/>
                      <a:pt x="47487" y="78599"/>
                    </a:cubicBezTo>
                    <a:cubicBezTo>
                      <a:pt x="44922" y="79114"/>
                      <a:pt x="42313" y="79380"/>
                      <a:pt x="3969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975839B6-DCF6-20DA-8899-46C276D72A33}"/>
                </a:ext>
              </a:extLst>
            </p:cNvPr>
            <p:cNvSpPr/>
            <p:nvPr/>
          </p:nvSpPr>
          <p:spPr>
            <a:xfrm>
              <a:off x="7104988" y="4189422"/>
              <a:ext cx="188161" cy="79393"/>
            </a:xfrm>
            <a:custGeom>
              <a:avLst/>
              <a:gdLst>
                <a:gd name="connsiteX0" fmla="*/ 39697 w 188161"/>
                <a:gd name="connsiteY0" fmla="*/ 79393 h 79393"/>
                <a:gd name="connsiteX1" fmla="*/ 0 w 188161"/>
                <a:gd name="connsiteY1" fmla="*/ 39697 h 79393"/>
                <a:gd name="connsiteX2" fmla="*/ 39697 w 188161"/>
                <a:gd name="connsiteY2" fmla="*/ 0 h 79393"/>
                <a:gd name="connsiteX3" fmla="*/ 148465 w 188161"/>
                <a:gd name="connsiteY3" fmla="*/ 0 h 79393"/>
                <a:gd name="connsiteX4" fmla="*/ 148465 w 188161"/>
                <a:gd name="connsiteY4" fmla="*/ 0 h 79393"/>
                <a:gd name="connsiteX5" fmla="*/ 188162 w 188161"/>
                <a:gd name="connsiteY5" fmla="*/ 39697 h 79393"/>
                <a:gd name="connsiteX6" fmla="*/ 148465 w 188161"/>
                <a:gd name="connsiteY6" fmla="*/ 79393 h 79393"/>
                <a:gd name="connsiteX7" fmla="*/ 39697 w 188161"/>
                <a:gd name="connsiteY7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161" h="79393">
                  <a:moveTo>
                    <a:pt x="39697" y="79393"/>
                  </a:move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8465" y="0"/>
                  </a:lnTo>
                  <a:lnTo>
                    <a:pt x="148465" y="0"/>
                  </a:lnTo>
                  <a:cubicBezTo>
                    <a:pt x="170389" y="0"/>
                    <a:pt x="188162" y="17773"/>
                    <a:pt x="188162" y="39697"/>
                  </a:cubicBezTo>
                  <a:cubicBezTo>
                    <a:pt x="188162" y="61620"/>
                    <a:pt x="170389" y="79393"/>
                    <a:pt x="148465" y="79393"/>
                  </a:cubicBezTo>
                  <a:lnTo>
                    <a:pt x="39697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A9331AB-C880-FB1D-5E27-646F374CD2AC}"/>
                </a:ext>
              </a:extLst>
            </p:cNvPr>
            <p:cNvSpPr/>
            <p:nvPr/>
          </p:nvSpPr>
          <p:spPr>
            <a:xfrm>
              <a:off x="6775504" y="3653370"/>
              <a:ext cx="838595" cy="841864"/>
            </a:xfrm>
            <a:custGeom>
              <a:avLst/>
              <a:gdLst>
                <a:gd name="connsiteX0" fmla="*/ 478446 w 838595"/>
                <a:gd name="connsiteY0" fmla="*/ 841567 h 841864"/>
                <a:gd name="connsiteX1" fmla="*/ 354394 w 838595"/>
                <a:gd name="connsiteY1" fmla="*/ 841567 h 841864"/>
                <a:gd name="connsiteX2" fmla="*/ 314697 w 838595"/>
                <a:gd name="connsiteY2" fmla="*/ 803756 h 841864"/>
                <a:gd name="connsiteX3" fmla="*/ 311174 w 838595"/>
                <a:gd name="connsiteY3" fmla="*/ 729920 h 841864"/>
                <a:gd name="connsiteX4" fmla="*/ 267558 w 838595"/>
                <a:gd name="connsiteY4" fmla="*/ 713843 h 841864"/>
                <a:gd name="connsiteX5" fmla="*/ 207020 w 838595"/>
                <a:gd name="connsiteY5" fmla="*/ 778350 h 841864"/>
                <a:gd name="connsiteX6" fmla="*/ 178637 w 838595"/>
                <a:gd name="connsiteY6" fmla="*/ 790458 h 841864"/>
                <a:gd name="connsiteX7" fmla="*/ 149857 w 838595"/>
                <a:gd name="connsiteY7" fmla="*/ 778499 h 841864"/>
                <a:gd name="connsiteX8" fmla="*/ 61681 w 838595"/>
                <a:gd name="connsiteY8" fmla="*/ 688487 h 841864"/>
                <a:gd name="connsiteX9" fmla="*/ 62177 w 838595"/>
                <a:gd name="connsiteY9" fmla="*/ 632564 h 841864"/>
                <a:gd name="connsiteX10" fmla="*/ 128322 w 838595"/>
                <a:gd name="connsiteY10" fmla="*/ 567164 h 841864"/>
                <a:gd name="connsiteX11" fmla="*/ 111600 w 838595"/>
                <a:gd name="connsiteY11" fmla="*/ 522506 h 841864"/>
                <a:gd name="connsiteX12" fmla="*/ 40692 w 838595"/>
                <a:gd name="connsiteY12" fmla="*/ 524193 h 841864"/>
                <a:gd name="connsiteX13" fmla="*/ 12 w 838595"/>
                <a:gd name="connsiteY13" fmla="*/ 485504 h 841864"/>
                <a:gd name="connsiteX14" fmla="*/ 3 w 838595"/>
                <a:gd name="connsiteY14" fmla="*/ 484050 h 841864"/>
                <a:gd name="connsiteX15" fmla="*/ 1541 w 838595"/>
                <a:gd name="connsiteY15" fmla="*/ 358013 h 841864"/>
                <a:gd name="connsiteX16" fmla="*/ 41237 w 838595"/>
                <a:gd name="connsiteY16" fmla="*/ 318763 h 841864"/>
                <a:gd name="connsiteX17" fmla="*/ 112146 w 838595"/>
                <a:gd name="connsiteY17" fmla="*/ 318763 h 841864"/>
                <a:gd name="connsiteX18" fmla="*/ 128967 w 838595"/>
                <a:gd name="connsiteY18" fmla="*/ 271574 h 841864"/>
                <a:gd name="connsiteX19" fmla="*/ 62624 w 838595"/>
                <a:gd name="connsiteY19" fmla="*/ 209300 h 841864"/>
                <a:gd name="connsiteX20" fmla="*/ 60852 w 838595"/>
                <a:gd name="connsiteY20" fmla="*/ 153189 h 841864"/>
                <a:gd name="connsiteX21" fmla="*/ 62078 w 838595"/>
                <a:gd name="connsiteY21" fmla="*/ 151939 h 841864"/>
                <a:gd name="connsiteX22" fmla="*/ 152289 w 838595"/>
                <a:gd name="connsiteY22" fmla="*/ 63862 h 841864"/>
                <a:gd name="connsiteX23" fmla="*/ 208410 w 838595"/>
                <a:gd name="connsiteY23" fmla="*/ 64308 h 841864"/>
                <a:gd name="connsiteX24" fmla="*/ 268501 w 838595"/>
                <a:gd name="connsiteY24" fmla="*/ 124846 h 841864"/>
                <a:gd name="connsiteX25" fmla="*/ 314300 w 838595"/>
                <a:gd name="connsiteY25" fmla="*/ 109017 h 841864"/>
                <a:gd name="connsiteX26" fmla="*/ 312613 w 838595"/>
                <a:gd name="connsiteY26" fmla="*/ 40490 h 841864"/>
                <a:gd name="connsiteX27" fmla="*/ 351508 w 838595"/>
                <a:gd name="connsiteY27" fmla="*/ 8 h 841864"/>
                <a:gd name="connsiteX28" fmla="*/ 352310 w 838595"/>
                <a:gd name="connsiteY28" fmla="*/ 0 h 841864"/>
                <a:gd name="connsiteX29" fmla="*/ 352757 w 838595"/>
                <a:gd name="connsiteY29" fmla="*/ 0 h 841864"/>
                <a:gd name="connsiteX30" fmla="*/ 478942 w 838595"/>
                <a:gd name="connsiteY30" fmla="*/ 1489 h 841864"/>
                <a:gd name="connsiteX31" fmla="*/ 518142 w 838595"/>
                <a:gd name="connsiteY31" fmla="*/ 41185 h 841864"/>
                <a:gd name="connsiteX32" fmla="*/ 518142 w 838595"/>
                <a:gd name="connsiteY32" fmla="*/ 109860 h 841864"/>
                <a:gd name="connsiteX33" fmla="*/ 563297 w 838595"/>
                <a:gd name="connsiteY33" fmla="*/ 128220 h 841864"/>
                <a:gd name="connsiteX34" fmla="*/ 621354 w 838595"/>
                <a:gd name="connsiteY34" fmla="*/ 69122 h 841864"/>
                <a:gd name="connsiteX35" fmla="*/ 649687 w 838595"/>
                <a:gd name="connsiteY35" fmla="*/ 57213 h 841864"/>
                <a:gd name="connsiteX36" fmla="*/ 649687 w 838595"/>
                <a:gd name="connsiteY36" fmla="*/ 57213 h 841864"/>
                <a:gd name="connsiteX37" fmla="*/ 678021 w 838595"/>
                <a:gd name="connsiteY37" fmla="*/ 69171 h 841864"/>
                <a:gd name="connsiteX38" fmla="*/ 766147 w 838595"/>
                <a:gd name="connsiteY38" fmla="*/ 159382 h 841864"/>
                <a:gd name="connsiteX39" fmla="*/ 765750 w 838595"/>
                <a:gd name="connsiteY39" fmla="*/ 215304 h 841864"/>
                <a:gd name="connsiteX40" fmla="*/ 705659 w 838595"/>
                <a:gd name="connsiteY40" fmla="*/ 274849 h 841864"/>
                <a:gd name="connsiteX41" fmla="*/ 724664 w 838595"/>
                <a:gd name="connsiteY41" fmla="*/ 320053 h 841864"/>
                <a:gd name="connsiteX42" fmla="*/ 798053 w 838595"/>
                <a:gd name="connsiteY42" fmla="*/ 318614 h 841864"/>
                <a:gd name="connsiteX43" fmla="*/ 838587 w 838595"/>
                <a:gd name="connsiteY43" fmla="*/ 357456 h 841864"/>
                <a:gd name="connsiteX44" fmla="*/ 838593 w 838595"/>
                <a:gd name="connsiteY44" fmla="*/ 358758 h 841864"/>
                <a:gd name="connsiteX45" fmla="*/ 837055 w 838595"/>
                <a:gd name="connsiteY45" fmla="*/ 484844 h 841864"/>
                <a:gd name="connsiteX46" fmla="*/ 797358 w 838595"/>
                <a:gd name="connsiteY46" fmla="*/ 524044 h 841864"/>
                <a:gd name="connsiteX47" fmla="*/ 797358 w 838595"/>
                <a:gd name="connsiteY47" fmla="*/ 524044 h 841864"/>
                <a:gd name="connsiteX48" fmla="*/ 732256 w 838595"/>
                <a:gd name="connsiteY48" fmla="*/ 524044 h 841864"/>
                <a:gd name="connsiteX49" fmla="*/ 714790 w 838595"/>
                <a:gd name="connsiteY49" fmla="*/ 573665 h 841864"/>
                <a:gd name="connsiteX50" fmla="*/ 770811 w 838595"/>
                <a:gd name="connsiteY50" fmla="*/ 628248 h 841864"/>
                <a:gd name="connsiteX51" fmla="*/ 771492 w 838595"/>
                <a:gd name="connsiteY51" fmla="*/ 684383 h 841864"/>
                <a:gd name="connsiteX52" fmla="*/ 770811 w 838595"/>
                <a:gd name="connsiteY52" fmla="*/ 685063 h 841864"/>
                <a:gd name="connsiteX53" fmla="*/ 680601 w 838595"/>
                <a:gd name="connsiteY53" fmla="*/ 773140 h 841864"/>
                <a:gd name="connsiteX54" fmla="*/ 624877 w 838595"/>
                <a:gd name="connsiteY54" fmla="*/ 773140 h 841864"/>
                <a:gd name="connsiteX55" fmla="*/ 562355 w 838595"/>
                <a:gd name="connsiteY55" fmla="*/ 711064 h 841864"/>
                <a:gd name="connsiteX56" fmla="*/ 517696 w 838595"/>
                <a:gd name="connsiteY56" fmla="*/ 725951 h 841864"/>
                <a:gd name="connsiteX57" fmla="*/ 518391 w 838595"/>
                <a:gd name="connsiteY57" fmla="*/ 801771 h 841864"/>
                <a:gd name="connsiteX58" fmla="*/ 479093 w 838595"/>
                <a:gd name="connsiteY58" fmla="*/ 841863 h 841864"/>
                <a:gd name="connsiteX59" fmla="*/ 478694 w 838595"/>
                <a:gd name="connsiteY59" fmla="*/ 841865 h 841864"/>
                <a:gd name="connsiteX60" fmla="*/ 392007 w 838595"/>
                <a:gd name="connsiteY60" fmla="*/ 762174 h 841864"/>
                <a:gd name="connsiteX61" fmla="*/ 438154 w 838595"/>
                <a:gd name="connsiteY61" fmla="*/ 762174 h 841864"/>
                <a:gd name="connsiteX62" fmla="*/ 437558 w 838595"/>
                <a:gd name="connsiteY62" fmla="*/ 695632 h 841864"/>
                <a:gd name="connsiteX63" fmla="*/ 467827 w 838595"/>
                <a:gd name="connsiteY63" fmla="*/ 656680 h 841864"/>
                <a:gd name="connsiteX64" fmla="*/ 551835 w 838595"/>
                <a:gd name="connsiteY64" fmla="*/ 629041 h 841864"/>
                <a:gd name="connsiteX65" fmla="*/ 598975 w 838595"/>
                <a:gd name="connsiteY65" fmla="*/ 635641 h 841864"/>
                <a:gd name="connsiteX66" fmla="*/ 652863 w 838595"/>
                <a:gd name="connsiteY66" fmla="*/ 689182 h 841864"/>
                <a:gd name="connsiteX67" fmla="*/ 685960 w 838595"/>
                <a:gd name="connsiteY67" fmla="*/ 656829 h 841864"/>
                <a:gd name="connsiteX68" fmla="*/ 636984 w 838595"/>
                <a:gd name="connsiteY68" fmla="*/ 609094 h 841864"/>
                <a:gd name="connsiteX69" fmla="*/ 632022 w 838595"/>
                <a:gd name="connsiteY69" fmla="*/ 558382 h 841864"/>
                <a:gd name="connsiteX70" fmla="*/ 656832 w 838595"/>
                <a:gd name="connsiteY70" fmla="*/ 484298 h 841864"/>
                <a:gd name="connsiteX71" fmla="*/ 696529 w 838595"/>
                <a:gd name="connsiteY71" fmla="*/ 444601 h 841864"/>
                <a:gd name="connsiteX72" fmla="*/ 696529 w 838595"/>
                <a:gd name="connsiteY72" fmla="*/ 444601 h 841864"/>
                <a:gd name="connsiteX73" fmla="*/ 757811 w 838595"/>
                <a:gd name="connsiteY73" fmla="*/ 444601 h 841864"/>
                <a:gd name="connsiteX74" fmla="*/ 758357 w 838595"/>
                <a:gd name="connsiteY74" fmla="*/ 398801 h 841864"/>
                <a:gd name="connsiteX75" fmla="*/ 697125 w 838595"/>
                <a:gd name="connsiteY75" fmla="*/ 399992 h 841864"/>
                <a:gd name="connsiteX76" fmla="*/ 658520 w 838595"/>
                <a:gd name="connsiteY76" fmla="*/ 372254 h 841864"/>
                <a:gd name="connsiteX77" fmla="*/ 622991 w 838595"/>
                <a:gd name="connsiteY77" fmla="*/ 289636 h 841864"/>
                <a:gd name="connsiteX78" fmla="*/ 627953 w 838595"/>
                <a:gd name="connsiteY78" fmla="*/ 239618 h 841864"/>
                <a:gd name="connsiteX79" fmla="*/ 681296 w 838595"/>
                <a:gd name="connsiteY79" fmla="*/ 186623 h 841864"/>
                <a:gd name="connsiteX80" fmla="*/ 649042 w 838595"/>
                <a:gd name="connsiteY80" fmla="*/ 153576 h 841864"/>
                <a:gd name="connsiteX81" fmla="*/ 598081 w 838595"/>
                <a:gd name="connsiteY81" fmla="*/ 206124 h 841864"/>
                <a:gd name="connsiteX82" fmla="*/ 547468 w 838595"/>
                <a:gd name="connsiteY82" fmla="*/ 211086 h 841864"/>
                <a:gd name="connsiteX83" fmla="*/ 473037 w 838595"/>
                <a:gd name="connsiteY83" fmla="*/ 181314 h 841864"/>
                <a:gd name="connsiteX84" fmla="*/ 438303 w 838595"/>
                <a:gd name="connsiteY84" fmla="*/ 141965 h 841864"/>
                <a:gd name="connsiteX85" fmla="*/ 438303 w 838595"/>
                <a:gd name="connsiteY85" fmla="*/ 80435 h 841864"/>
                <a:gd name="connsiteX86" fmla="*/ 392453 w 838595"/>
                <a:gd name="connsiteY86" fmla="*/ 79889 h 841864"/>
                <a:gd name="connsiteX87" fmla="*/ 393644 w 838595"/>
                <a:gd name="connsiteY87" fmla="*/ 141121 h 841864"/>
                <a:gd name="connsiteX88" fmla="*/ 358910 w 838595"/>
                <a:gd name="connsiteY88" fmla="*/ 181314 h 841864"/>
                <a:gd name="connsiteX89" fmla="*/ 281352 w 838595"/>
                <a:gd name="connsiteY89" fmla="*/ 207464 h 841864"/>
                <a:gd name="connsiteX90" fmla="*/ 232426 w 838595"/>
                <a:gd name="connsiteY90" fmla="*/ 201609 h 841864"/>
                <a:gd name="connsiteX91" fmla="*/ 179580 w 838595"/>
                <a:gd name="connsiteY91" fmla="*/ 148167 h 841864"/>
                <a:gd name="connsiteX92" fmla="*/ 147227 w 838595"/>
                <a:gd name="connsiteY92" fmla="*/ 179776 h 841864"/>
                <a:gd name="connsiteX93" fmla="*/ 202902 w 838595"/>
                <a:gd name="connsiteY93" fmla="*/ 232026 h 841864"/>
                <a:gd name="connsiteX94" fmla="*/ 212479 w 838595"/>
                <a:gd name="connsiteY94" fmla="*/ 275990 h 841864"/>
                <a:gd name="connsiteX95" fmla="*/ 180821 w 838595"/>
                <a:gd name="connsiteY95" fmla="*/ 367193 h 841864"/>
                <a:gd name="connsiteX96" fmla="*/ 142166 w 838595"/>
                <a:gd name="connsiteY96" fmla="*/ 398107 h 841864"/>
                <a:gd name="connsiteX97" fmla="*/ 80488 w 838595"/>
                <a:gd name="connsiteY97" fmla="*/ 398107 h 841864"/>
                <a:gd name="connsiteX98" fmla="*/ 79942 w 838595"/>
                <a:gd name="connsiteY98" fmla="*/ 443807 h 841864"/>
                <a:gd name="connsiteX99" fmla="*/ 141025 w 838595"/>
                <a:gd name="connsiteY99" fmla="*/ 442319 h 841864"/>
                <a:gd name="connsiteX100" fmla="*/ 141968 w 838595"/>
                <a:gd name="connsiteY100" fmla="*/ 442319 h 841864"/>
                <a:gd name="connsiteX101" fmla="*/ 180672 w 838595"/>
                <a:gd name="connsiteY101" fmla="*/ 473332 h 841864"/>
                <a:gd name="connsiteX102" fmla="*/ 211337 w 838595"/>
                <a:gd name="connsiteY102" fmla="*/ 555553 h 841864"/>
                <a:gd name="connsiteX103" fmla="*/ 204639 w 838595"/>
                <a:gd name="connsiteY103" fmla="*/ 603139 h 841864"/>
                <a:gd name="connsiteX104" fmla="*/ 146037 w 838595"/>
                <a:gd name="connsiteY104" fmla="*/ 661444 h 841864"/>
                <a:gd name="connsiteX105" fmla="*/ 177645 w 838595"/>
                <a:gd name="connsiteY105" fmla="*/ 693796 h 841864"/>
                <a:gd name="connsiteX106" fmla="*/ 230739 w 838595"/>
                <a:gd name="connsiteY106" fmla="*/ 637378 h 841864"/>
                <a:gd name="connsiteX107" fmla="*/ 280856 w 838595"/>
                <a:gd name="connsiteY107" fmla="*/ 631026 h 841864"/>
                <a:gd name="connsiteX108" fmla="*/ 355684 w 838595"/>
                <a:gd name="connsiteY108" fmla="*/ 658665 h 841864"/>
                <a:gd name="connsiteX109" fmla="*/ 389079 w 838595"/>
                <a:gd name="connsiteY109" fmla="*/ 695980 h 84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8595" h="841864">
                  <a:moveTo>
                    <a:pt x="478446" y="841567"/>
                  </a:moveTo>
                  <a:lnTo>
                    <a:pt x="354394" y="841567"/>
                  </a:lnTo>
                  <a:cubicBezTo>
                    <a:pt x="333186" y="841591"/>
                    <a:pt x="315705" y="824940"/>
                    <a:pt x="314697" y="803756"/>
                  </a:cubicBezTo>
                  <a:lnTo>
                    <a:pt x="311174" y="729920"/>
                  </a:lnTo>
                  <a:cubicBezTo>
                    <a:pt x="296202" y="725821"/>
                    <a:pt x="281609" y="720442"/>
                    <a:pt x="267558" y="713843"/>
                  </a:cubicBezTo>
                  <a:lnTo>
                    <a:pt x="207020" y="778350"/>
                  </a:lnTo>
                  <a:cubicBezTo>
                    <a:pt x="199579" y="786048"/>
                    <a:pt x="189344" y="790415"/>
                    <a:pt x="178637" y="790458"/>
                  </a:cubicBezTo>
                  <a:cubicBezTo>
                    <a:pt x="167828" y="790493"/>
                    <a:pt x="157458" y="786184"/>
                    <a:pt x="149857" y="778499"/>
                  </a:cubicBezTo>
                  <a:lnTo>
                    <a:pt x="61681" y="688487"/>
                  </a:lnTo>
                  <a:cubicBezTo>
                    <a:pt x="46459" y="672874"/>
                    <a:pt x="46681" y="647905"/>
                    <a:pt x="62177" y="632564"/>
                  </a:cubicBezTo>
                  <a:lnTo>
                    <a:pt x="128322" y="567164"/>
                  </a:lnTo>
                  <a:cubicBezTo>
                    <a:pt x="121841" y="552634"/>
                    <a:pt x="116256" y="537720"/>
                    <a:pt x="111600" y="522506"/>
                  </a:cubicBezTo>
                  <a:lnTo>
                    <a:pt x="40692" y="524193"/>
                  </a:lnTo>
                  <a:cubicBezTo>
                    <a:pt x="18775" y="524743"/>
                    <a:pt x="562" y="507421"/>
                    <a:pt x="12" y="485504"/>
                  </a:cubicBezTo>
                  <a:cubicBezTo>
                    <a:pt x="0" y="485019"/>
                    <a:pt x="-3" y="484535"/>
                    <a:pt x="3" y="484050"/>
                  </a:cubicBezTo>
                  <a:lnTo>
                    <a:pt x="1541" y="358013"/>
                  </a:lnTo>
                  <a:cubicBezTo>
                    <a:pt x="1786" y="336264"/>
                    <a:pt x="19487" y="318762"/>
                    <a:pt x="41237" y="318763"/>
                  </a:cubicBezTo>
                  <a:lnTo>
                    <a:pt x="112146" y="318763"/>
                  </a:lnTo>
                  <a:cubicBezTo>
                    <a:pt x="117505" y="302289"/>
                    <a:pt x="123757" y="285120"/>
                    <a:pt x="128967" y="271574"/>
                  </a:cubicBezTo>
                  <a:lnTo>
                    <a:pt x="62624" y="209300"/>
                  </a:lnTo>
                  <a:cubicBezTo>
                    <a:pt x="46640" y="194295"/>
                    <a:pt x="45846" y="169173"/>
                    <a:pt x="60852" y="153189"/>
                  </a:cubicBezTo>
                  <a:cubicBezTo>
                    <a:pt x="61251" y="152763"/>
                    <a:pt x="61660" y="152346"/>
                    <a:pt x="62078" y="151939"/>
                  </a:cubicBezTo>
                  <a:lnTo>
                    <a:pt x="152289" y="63862"/>
                  </a:lnTo>
                  <a:cubicBezTo>
                    <a:pt x="167912" y="48494"/>
                    <a:pt x="193033" y="48694"/>
                    <a:pt x="208410" y="64308"/>
                  </a:cubicBezTo>
                  <a:lnTo>
                    <a:pt x="268501" y="124846"/>
                  </a:lnTo>
                  <a:cubicBezTo>
                    <a:pt x="283250" y="118177"/>
                    <a:pt x="298581" y="112878"/>
                    <a:pt x="314300" y="109017"/>
                  </a:cubicBezTo>
                  <a:lnTo>
                    <a:pt x="312613" y="40490"/>
                  </a:lnTo>
                  <a:cubicBezTo>
                    <a:pt x="312175" y="18571"/>
                    <a:pt x="329589" y="446"/>
                    <a:pt x="351508" y="8"/>
                  </a:cubicBezTo>
                  <a:cubicBezTo>
                    <a:pt x="351775" y="3"/>
                    <a:pt x="352043" y="0"/>
                    <a:pt x="352310" y="0"/>
                  </a:cubicBezTo>
                  <a:lnTo>
                    <a:pt x="352757" y="0"/>
                  </a:lnTo>
                  <a:lnTo>
                    <a:pt x="478942" y="1489"/>
                  </a:lnTo>
                  <a:cubicBezTo>
                    <a:pt x="500672" y="1760"/>
                    <a:pt x="518144" y="19454"/>
                    <a:pt x="518142" y="41185"/>
                  </a:cubicBezTo>
                  <a:lnTo>
                    <a:pt x="518142" y="109860"/>
                  </a:lnTo>
                  <a:cubicBezTo>
                    <a:pt x="533750" y="114513"/>
                    <a:pt x="548872" y="120661"/>
                    <a:pt x="563297" y="128220"/>
                  </a:cubicBezTo>
                  <a:lnTo>
                    <a:pt x="621354" y="69122"/>
                  </a:lnTo>
                  <a:cubicBezTo>
                    <a:pt x="628816" y="61509"/>
                    <a:pt x="639027" y="57217"/>
                    <a:pt x="649687" y="57213"/>
                  </a:cubicBezTo>
                  <a:lnTo>
                    <a:pt x="649687" y="57213"/>
                  </a:lnTo>
                  <a:cubicBezTo>
                    <a:pt x="660348" y="57263"/>
                    <a:pt x="670547" y="61568"/>
                    <a:pt x="678021" y="69171"/>
                  </a:cubicBezTo>
                  <a:lnTo>
                    <a:pt x="766147" y="159382"/>
                  </a:lnTo>
                  <a:cubicBezTo>
                    <a:pt x="781396" y="174968"/>
                    <a:pt x="781219" y="199936"/>
                    <a:pt x="765750" y="215304"/>
                  </a:cubicBezTo>
                  <a:lnTo>
                    <a:pt x="705659" y="274849"/>
                  </a:lnTo>
                  <a:cubicBezTo>
                    <a:pt x="713152" y="290380"/>
                    <a:pt x="719702" y="306705"/>
                    <a:pt x="724664" y="320053"/>
                  </a:cubicBezTo>
                  <a:lnTo>
                    <a:pt x="798053" y="318614"/>
                  </a:lnTo>
                  <a:cubicBezTo>
                    <a:pt x="819972" y="318147"/>
                    <a:pt x="838119" y="335537"/>
                    <a:pt x="838587" y="357456"/>
                  </a:cubicBezTo>
                  <a:cubicBezTo>
                    <a:pt x="838596" y="357890"/>
                    <a:pt x="838598" y="358324"/>
                    <a:pt x="838593" y="358758"/>
                  </a:cubicBezTo>
                  <a:lnTo>
                    <a:pt x="837055" y="484844"/>
                  </a:lnTo>
                  <a:cubicBezTo>
                    <a:pt x="836783" y="506574"/>
                    <a:pt x="819090" y="524046"/>
                    <a:pt x="797358" y="524044"/>
                  </a:cubicBezTo>
                  <a:lnTo>
                    <a:pt x="797358" y="524044"/>
                  </a:lnTo>
                  <a:lnTo>
                    <a:pt x="732256" y="524044"/>
                  </a:lnTo>
                  <a:cubicBezTo>
                    <a:pt x="728477" y="541234"/>
                    <a:pt x="722612" y="557898"/>
                    <a:pt x="714790" y="573665"/>
                  </a:cubicBezTo>
                  <a:lnTo>
                    <a:pt x="770811" y="628248"/>
                  </a:lnTo>
                  <a:cubicBezTo>
                    <a:pt x="786501" y="643561"/>
                    <a:pt x="786805" y="668694"/>
                    <a:pt x="771492" y="684383"/>
                  </a:cubicBezTo>
                  <a:cubicBezTo>
                    <a:pt x="771268" y="684612"/>
                    <a:pt x="771041" y="684839"/>
                    <a:pt x="770811" y="685063"/>
                  </a:cubicBezTo>
                  <a:lnTo>
                    <a:pt x="680601" y="773140"/>
                  </a:lnTo>
                  <a:cubicBezTo>
                    <a:pt x="665147" y="788368"/>
                    <a:pt x="640331" y="788368"/>
                    <a:pt x="624877" y="773140"/>
                  </a:cubicBezTo>
                  <a:lnTo>
                    <a:pt x="562355" y="711064"/>
                  </a:lnTo>
                  <a:cubicBezTo>
                    <a:pt x="547468" y="716721"/>
                    <a:pt x="531093" y="721783"/>
                    <a:pt x="517696" y="725951"/>
                  </a:cubicBezTo>
                  <a:lnTo>
                    <a:pt x="518391" y="801771"/>
                  </a:lnTo>
                  <a:cubicBezTo>
                    <a:pt x="518610" y="823694"/>
                    <a:pt x="501016" y="841643"/>
                    <a:pt x="479093" y="841863"/>
                  </a:cubicBezTo>
                  <a:cubicBezTo>
                    <a:pt x="478960" y="841864"/>
                    <a:pt x="478827" y="841865"/>
                    <a:pt x="478694" y="841865"/>
                  </a:cubicBezTo>
                  <a:close/>
                  <a:moveTo>
                    <a:pt x="392007" y="762174"/>
                  </a:moveTo>
                  <a:lnTo>
                    <a:pt x="438154" y="762174"/>
                  </a:lnTo>
                  <a:lnTo>
                    <a:pt x="437558" y="695632"/>
                  </a:lnTo>
                  <a:cubicBezTo>
                    <a:pt x="437377" y="677194"/>
                    <a:pt x="449915" y="661059"/>
                    <a:pt x="467827" y="656680"/>
                  </a:cubicBezTo>
                  <a:cubicBezTo>
                    <a:pt x="491347" y="650924"/>
                    <a:pt x="534964" y="638321"/>
                    <a:pt x="551835" y="629041"/>
                  </a:cubicBezTo>
                  <a:cubicBezTo>
                    <a:pt x="567271" y="620532"/>
                    <a:pt x="586469" y="623220"/>
                    <a:pt x="598975" y="635641"/>
                  </a:cubicBezTo>
                  <a:lnTo>
                    <a:pt x="652863" y="689182"/>
                  </a:lnTo>
                  <a:lnTo>
                    <a:pt x="685960" y="656829"/>
                  </a:lnTo>
                  <a:lnTo>
                    <a:pt x="636984" y="609094"/>
                  </a:lnTo>
                  <a:cubicBezTo>
                    <a:pt x="623268" y="595622"/>
                    <a:pt x="621177" y="574257"/>
                    <a:pt x="632022" y="558382"/>
                  </a:cubicBezTo>
                  <a:cubicBezTo>
                    <a:pt x="647469" y="536700"/>
                    <a:pt x="656106" y="510909"/>
                    <a:pt x="656832" y="484298"/>
                  </a:cubicBezTo>
                  <a:cubicBezTo>
                    <a:pt x="656832" y="462374"/>
                    <a:pt x="674605" y="444601"/>
                    <a:pt x="696529" y="444601"/>
                  </a:cubicBezTo>
                  <a:lnTo>
                    <a:pt x="696529" y="444601"/>
                  </a:lnTo>
                  <a:lnTo>
                    <a:pt x="757811" y="444601"/>
                  </a:lnTo>
                  <a:lnTo>
                    <a:pt x="758357" y="398801"/>
                  </a:lnTo>
                  <a:lnTo>
                    <a:pt x="697125" y="399992"/>
                  </a:lnTo>
                  <a:cubicBezTo>
                    <a:pt x="679531" y="400325"/>
                    <a:pt x="663818" y="389035"/>
                    <a:pt x="658520" y="372254"/>
                  </a:cubicBezTo>
                  <a:cubicBezTo>
                    <a:pt x="653558" y="356822"/>
                    <a:pt x="637679" y="311916"/>
                    <a:pt x="622991" y="289636"/>
                  </a:cubicBezTo>
                  <a:cubicBezTo>
                    <a:pt x="612535" y="273906"/>
                    <a:pt x="614610" y="252987"/>
                    <a:pt x="627953" y="239618"/>
                  </a:cubicBezTo>
                  <a:lnTo>
                    <a:pt x="681296" y="186623"/>
                  </a:lnTo>
                  <a:lnTo>
                    <a:pt x="649042" y="153576"/>
                  </a:lnTo>
                  <a:lnTo>
                    <a:pt x="598081" y="206124"/>
                  </a:lnTo>
                  <a:cubicBezTo>
                    <a:pt x="584624" y="219787"/>
                    <a:pt x="563323" y="221875"/>
                    <a:pt x="547468" y="211086"/>
                  </a:cubicBezTo>
                  <a:cubicBezTo>
                    <a:pt x="525346" y="195444"/>
                    <a:pt x="499844" y="185244"/>
                    <a:pt x="473037" y="181314"/>
                  </a:cubicBezTo>
                  <a:cubicBezTo>
                    <a:pt x="453203" y="178815"/>
                    <a:pt x="438321" y="161956"/>
                    <a:pt x="438303" y="141965"/>
                  </a:cubicBezTo>
                  <a:lnTo>
                    <a:pt x="438303" y="80435"/>
                  </a:lnTo>
                  <a:lnTo>
                    <a:pt x="392453" y="79889"/>
                  </a:lnTo>
                  <a:lnTo>
                    <a:pt x="393644" y="141121"/>
                  </a:lnTo>
                  <a:cubicBezTo>
                    <a:pt x="394057" y="161433"/>
                    <a:pt x="379067" y="178779"/>
                    <a:pt x="358910" y="181314"/>
                  </a:cubicBezTo>
                  <a:cubicBezTo>
                    <a:pt x="331467" y="184307"/>
                    <a:pt x="305004" y="193229"/>
                    <a:pt x="281352" y="207464"/>
                  </a:cubicBezTo>
                  <a:cubicBezTo>
                    <a:pt x="265659" y="217095"/>
                    <a:pt x="245403" y="214671"/>
                    <a:pt x="232426" y="201609"/>
                  </a:cubicBezTo>
                  <a:lnTo>
                    <a:pt x="179580" y="148167"/>
                  </a:lnTo>
                  <a:lnTo>
                    <a:pt x="147227" y="179776"/>
                  </a:lnTo>
                  <a:lnTo>
                    <a:pt x="202902" y="232026"/>
                  </a:lnTo>
                  <a:cubicBezTo>
                    <a:pt x="214893" y="243282"/>
                    <a:pt x="218702" y="260767"/>
                    <a:pt x="212479" y="275990"/>
                  </a:cubicBezTo>
                  <a:cubicBezTo>
                    <a:pt x="205631" y="292861"/>
                    <a:pt x="186527" y="342085"/>
                    <a:pt x="180821" y="367193"/>
                  </a:cubicBezTo>
                  <a:cubicBezTo>
                    <a:pt x="176724" y="385252"/>
                    <a:pt x="160684" y="398080"/>
                    <a:pt x="142166" y="398107"/>
                  </a:cubicBezTo>
                  <a:lnTo>
                    <a:pt x="80488" y="398107"/>
                  </a:lnTo>
                  <a:lnTo>
                    <a:pt x="79942" y="443807"/>
                  </a:lnTo>
                  <a:lnTo>
                    <a:pt x="141025" y="442319"/>
                  </a:lnTo>
                  <a:lnTo>
                    <a:pt x="141968" y="442319"/>
                  </a:lnTo>
                  <a:cubicBezTo>
                    <a:pt x="160534" y="442333"/>
                    <a:pt x="176610" y="455215"/>
                    <a:pt x="180672" y="473332"/>
                  </a:cubicBezTo>
                  <a:cubicBezTo>
                    <a:pt x="186872" y="502075"/>
                    <a:pt x="197201" y="529769"/>
                    <a:pt x="211337" y="555553"/>
                  </a:cubicBezTo>
                  <a:cubicBezTo>
                    <a:pt x="220050" y="571119"/>
                    <a:pt x="217310" y="590584"/>
                    <a:pt x="204639" y="603139"/>
                  </a:cubicBezTo>
                  <a:lnTo>
                    <a:pt x="146037" y="661444"/>
                  </a:lnTo>
                  <a:lnTo>
                    <a:pt x="177645" y="693796"/>
                  </a:lnTo>
                  <a:lnTo>
                    <a:pt x="230739" y="637378"/>
                  </a:lnTo>
                  <a:cubicBezTo>
                    <a:pt x="243768" y="623532"/>
                    <a:pt x="264785" y="620869"/>
                    <a:pt x="280856" y="631026"/>
                  </a:cubicBezTo>
                  <a:cubicBezTo>
                    <a:pt x="303660" y="645232"/>
                    <a:pt x="329121" y="654636"/>
                    <a:pt x="355684" y="658665"/>
                  </a:cubicBezTo>
                  <a:cubicBezTo>
                    <a:pt x="374246" y="661628"/>
                    <a:pt x="388186" y="677204"/>
                    <a:pt x="389079" y="6959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211219D5-078A-42FD-87BD-B66377EF2062}"/>
              </a:ext>
            </a:extLst>
          </p:cNvPr>
          <p:cNvGrpSpPr/>
          <p:nvPr/>
        </p:nvGrpSpPr>
        <p:grpSpPr>
          <a:xfrm>
            <a:off x="8105767" y="3654860"/>
            <a:ext cx="817352" cy="827572"/>
            <a:chOff x="8105767" y="3654860"/>
            <a:chExt cx="817352" cy="827572"/>
          </a:xfrm>
        </p:grpSpPr>
        <p:grpSp>
          <p:nvGrpSpPr>
            <p:cNvPr id="239" name="Picture Placeholder 75">
              <a:extLst>
                <a:ext uri="{FF2B5EF4-FFF2-40B4-BE49-F238E27FC236}">
                  <a16:creationId xmlns:a16="http://schemas.microsoft.com/office/drawing/2014/main" id="{F4DDE77E-16DB-427D-F6ED-741A0887BC1E}"/>
                </a:ext>
              </a:extLst>
            </p:cNvPr>
            <p:cNvGrpSpPr/>
            <p:nvPr/>
          </p:nvGrpSpPr>
          <p:grpSpPr>
            <a:xfrm>
              <a:off x="8105767" y="3983199"/>
              <a:ext cx="817352" cy="499233"/>
              <a:chOff x="8105767" y="3983199"/>
              <a:chExt cx="817352" cy="499233"/>
            </a:xfrm>
          </p:grpSpPr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74F4D9CF-4980-2CC2-13C5-266AF2D31023}"/>
                  </a:ext>
                </a:extLst>
              </p:cNvPr>
              <p:cNvSpPr/>
              <p:nvPr/>
            </p:nvSpPr>
            <p:spPr>
              <a:xfrm>
                <a:off x="8105767" y="4153001"/>
                <a:ext cx="166427" cy="174565"/>
              </a:xfrm>
              <a:custGeom>
                <a:avLst/>
                <a:gdLst>
                  <a:gd name="connsiteX0" fmla="*/ 126731 w 166427"/>
                  <a:gd name="connsiteY0" fmla="*/ 174566 h 174565"/>
                  <a:gd name="connsiteX1" fmla="*/ 39697 w 166427"/>
                  <a:gd name="connsiteY1" fmla="*/ 174566 h 174565"/>
                  <a:gd name="connsiteX2" fmla="*/ 0 w 166427"/>
                  <a:gd name="connsiteY2" fmla="*/ 134869 h 174565"/>
                  <a:gd name="connsiteX3" fmla="*/ 0 w 166427"/>
                  <a:gd name="connsiteY3" fmla="*/ 39697 h 174565"/>
                  <a:gd name="connsiteX4" fmla="*/ 39697 w 166427"/>
                  <a:gd name="connsiteY4" fmla="*/ 0 h 174565"/>
                  <a:gd name="connsiteX5" fmla="*/ 124796 w 166427"/>
                  <a:gd name="connsiteY5" fmla="*/ 0 h 174565"/>
                  <a:gd name="connsiteX6" fmla="*/ 164493 w 166427"/>
                  <a:gd name="connsiteY6" fmla="*/ 39697 h 174565"/>
                  <a:gd name="connsiteX7" fmla="*/ 124796 w 166427"/>
                  <a:gd name="connsiteY7" fmla="*/ 79393 h 174565"/>
                  <a:gd name="connsiteX8" fmla="*/ 79393 w 166427"/>
                  <a:gd name="connsiteY8" fmla="*/ 79393 h 174565"/>
                  <a:gd name="connsiteX9" fmla="*/ 79393 w 166427"/>
                  <a:gd name="connsiteY9" fmla="*/ 95172 h 174565"/>
                  <a:gd name="connsiteX10" fmla="*/ 126731 w 166427"/>
                  <a:gd name="connsiteY10" fmla="*/ 95172 h 174565"/>
                  <a:gd name="connsiteX11" fmla="*/ 166428 w 166427"/>
                  <a:gd name="connsiteY11" fmla="*/ 134869 h 174565"/>
                  <a:gd name="connsiteX12" fmla="*/ 126731 w 166427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6427" h="174565">
                    <a:moveTo>
                      <a:pt x="126731" y="174566"/>
                    </a:moveTo>
                    <a:lnTo>
                      <a:pt x="39697" y="174566"/>
                    </a:lnTo>
                    <a:cubicBezTo>
                      <a:pt x="17773" y="174566"/>
                      <a:pt x="0" y="156793"/>
                      <a:pt x="0" y="134869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124796" y="0"/>
                    </a:lnTo>
                    <a:cubicBezTo>
                      <a:pt x="146720" y="0"/>
                      <a:pt x="164493" y="17773"/>
                      <a:pt x="164493" y="39697"/>
                    </a:cubicBezTo>
                    <a:cubicBezTo>
                      <a:pt x="164493" y="61620"/>
                      <a:pt x="146720" y="79393"/>
                      <a:pt x="124796" y="79393"/>
                    </a:cubicBezTo>
                    <a:lnTo>
                      <a:pt x="79393" y="79393"/>
                    </a:lnTo>
                    <a:lnTo>
                      <a:pt x="79393" y="95172"/>
                    </a:lnTo>
                    <a:lnTo>
                      <a:pt x="126731" y="95172"/>
                    </a:lnTo>
                    <a:cubicBezTo>
                      <a:pt x="148655" y="95172"/>
                      <a:pt x="166428" y="112945"/>
                      <a:pt x="166428" y="134869"/>
                    </a:cubicBezTo>
                    <a:cubicBezTo>
                      <a:pt x="166428" y="156793"/>
                      <a:pt x="148655" y="174566"/>
                      <a:pt x="126731" y="17456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 240">
                <a:extLst>
                  <a:ext uri="{FF2B5EF4-FFF2-40B4-BE49-F238E27FC236}">
                    <a16:creationId xmlns:a16="http://schemas.microsoft.com/office/drawing/2014/main" id="{3DE87A60-7B48-6E79-E4BA-8DAAD2036BC0}"/>
                  </a:ext>
                </a:extLst>
              </p:cNvPr>
              <p:cNvSpPr/>
              <p:nvPr/>
            </p:nvSpPr>
            <p:spPr>
              <a:xfrm>
                <a:off x="8758627" y="4151066"/>
                <a:ext cx="164492" cy="174615"/>
              </a:xfrm>
              <a:custGeom>
                <a:avLst/>
                <a:gdLst>
                  <a:gd name="connsiteX0" fmla="*/ 124796 w 164492"/>
                  <a:gd name="connsiteY0" fmla="*/ 174615 h 174615"/>
                  <a:gd name="connsiteX1" fmla="*/ 39697 w 164492"/>
                  <a:gd name="connsiteY1" fmla="*/ 174615 h 174615"/>
                  <a:gd name="connsiteX2" fmla="*/ 0 w 164492"/>
                  <a:gd name="connsiteY2" fmla="*/ 134919 h 174615"/>
                  <a:gd name="connsiteX3" fmla="*/ 39697 w 164492"/>
                  <a:gd name="connsiteY3" fmla="*/ 95222 h 174615"/>
                  <a:gd name="connsiteX4" fmla="*/ 85100 w 164492"/>
                  <a:gd name="connsiteY4" fmla="*/ 95222 h 174615"/>
                  <a:gd name="connsiteX5" fmla="*/ 85100 w 164492"/>
                  <a:gd name="connsiteY5" fmla="*/ 79393 h 174615"/>
                  <a:gd name="connsiteX6" fmla="*/ 42823 w 164492"/>
                  <a:gd name="connsiteY6" fmla="*/ 79393 h 174615"/>
                  <a:gd name="connsiteX7" fmla="*/ 3126 w 164492"/>
                  <a:gd name="connsiteY7" fmla="*/ 39697 h 174615"/>
                  <a:gd name="connsiteX8" fmla="*/ 42823 w 164492"/>
                  <a:gd name="connsiteY8" fmla="*/ 0 h 174615"/>
                  <a:gd name="connsiteX9" fmla="*/ 124796 w 164492"/>
                  <a:gd name="connsiteY9" fmla="*/ 0 h 174615"/>
                  <a:gd name="connsiteX10" fmla="*/ 164493 w 164492"/>
                  <a:gd name="connsiteY10" fmla="*/ 39697 h 174615"/>
                  <a:gd name="connsiteX11" fmla="*/ 164493 w 164492"/>
                  <a:gd name="connsiteY11" fmla="*/ 134869 h 174615"/>
                  <a:gd name="connsiteX12" fmla="*/ 124846 w 164492"/>
                  <a:gd name="connsiteY12" fmla="*/ 174615 h 174615"/>
                  <a:gd name="connsiteX13" fmla="*/ 124796 w 164492"/>
                  <a:gd name="connsiteY13" fmla="*/ 174615 h 174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4492" h="174615">
                    <a:moveTo>
                      <a:pt x="124796" y="174615"/>
                    </a:moveTo>
                    <a:lnTo>
                      <a:pt x="39697" y="174615"/>
                    </a:lnTo>
                    <a:cubicBezTo>
                      <a:pt x="17773" y="174615"/>
                      <a:pt x="0" y="156842"/>
                      <a:pt x="0" y="134919"/>
                    </a:cubicBezTo>
                    <a:cubicBezTo>
                      <a:pt x="0" y="112995"/>
                      <a:pt x="17773" y="95222"/>
                      <a:pt x="39697" y="95222"/>
                    </a:cubicBezTo>
                    <a:lnTo>
                      <a:pt x="85100" y="95222"/>
                    </a:lnTo>
                    <a:lnTo>
                      <a:pt x="85100" y="79393"/>
                    </a:lnTo>
                    <a:lnTo>
                      <a:pt x="42823" y="79393"/>
                    </a:lnTo>
                    <a:cubicBezTo>
                      <a:pt x="20899" y="79393"/>
                      <a:pt x="3126" y="61620"/>
                      <a:pt x="3126" y="39697"/>
                    </a:cubicBezTo>
                    <a:cubicBezTo>
                      <a:pt x="3126" y="17773"/>
                      <a:pt x="20899" y="0"/>
                      <a:pt x="42823" y="0"/>
                    </a:cubicBezTo>
                    <a:lnTo>
                      <a:pt x="124796" y="0"/>
                    </a:lnTo>
                    <a:cubicBezTo>
                      <a:pt x="146720" y="0"/>
                      <a:pt x="164493" y="17773"/>
                      <a:pt x="164493" y="39697"/>
                    </a:cubicBezTo>
                    <a:lnTo>
                      <a:pt x="164493" y="134869"/>
                    </a:lnTo>
                    <a:cubicBezTo>
                      <a:pt x="164520" y="156793"/>
                      <a:pt x="146770" y="174588"/>
                      <a:pt x="124846" y="174615"/>
                    </a:cubicBezTo>
                    <a:cubicBezTo>
                      <a:pt x="124829" y="174615"/>
                      <a:pt x="124813" y="174615"/>
                      <a:pt x="124796" y="17461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 241">
                <a:extLst>
                  <a:ext uri="{FF2B5EF4-FFF2-40B4-BE49-F238E27FC236}">
                    <a16:creationId xmlns:a16="http://schemas.microsoft.com/office/drawing/2014/main" id="{6A96ED19-DFB1-6256-A7BE-5EF4B69DA3B1}"/>
                  </a:ext>
                </a:extLst>
              </p:cNvPr>
              <p:cNvSpPr/>
              <p:nvPr/>
            </p:nvSpPr>
            <p:spPr>
              <a:xfrm>
                <a:off x="8209623" y="3983199"/>
                <a:ext cx="606415" cy="499233"/>
              </a:xfrm>
              <a:custGeom>
                <a:avLst/>
                <a:gdLst>
                  <a:gd name="connsiteX0" fmla="*/ 566719 w 606415"/>
                  <a:gd name="connsiteY0" fmla="*/ 499234 h 499233"/>
                  <a:gd name="connsiteX1" fmla="*/ 39697 w 606415"/>
                  <a:gd name="connsiteY1" fmla="*/ 499234 h 499233"/>
                  <a:gd name="connsiteX2" fmla="*/ 0 w 606415"/>
                  <a:gd name="connsiteY2" fmla="*/ 459537 h 499233"/>
                  <a:gd name="connsiteX3" fmla="*/ 0 w 606415"/>
                  <a:gd name="connsiteY3" fmla="*/ 39697 h 499233"/>
                  <a:gd name="connsiteX4" fmla="*/ 39697 w 606415"/>
                  <a:gd name="connsiteY4" fmla="*/ 0 h 499233"/>
                  <a:gd name="connsiteX5" fmla="*/ 566719 w 606415"/>
                  <a:gd name="connsiteY5" fmla="*/ 0 h 499233"/>
                  <a:gd name="connsiteX6" fmla="*/ 606415 w 606415"/>
                  <a:gd name="connsiteY6" fmla="*/ 39697 h 499233"/>
                  <a:gd name="connsiteX7" fmla="*/ 606415 w 606415"/>
                  <a:gd name="connsiteY7" fmla="*/ 459537 h 499233"/>
                  <a:gd name="connsiteX8" fmla="*/ 566719 w 606415"/>
                  <a:gd name="connsiteY8" fmla="*/ 499234 h 499233"/>
                  <a:gd name="connsiteX9" fmla="*/ 79393 w 606415"/>
                  <a:gd name="connsiteY9" fmla="*/ 419841 h 499233"/>
                  <a:gd name="connsiteX10" fmla="*/ 527022 w 606415"/>
                  <a:gd name="connsiteY10" fmla="*/ 419841 h 499233"/>
                  <a:gd name="connsiteX11" fmla="*/ 527022 w 606415"/>
                  <a:gd name="connsiteY11" fmla="*/ 79393 h 499233"/>
                  <a:gd name="connsiteX12" fmla="*/ 79393 w 606415"/>
                  <a:gd name="connsiteY12" fmla="*/ 79393 h 49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6415" h="499233">
                    <a:moveTo>
                      <a:pt x="566719" y="499234"/>
                    </a:moveTo>
                    <a:lnTo>
                      <a:pt x="39697" y="499234"/>
                    </a:lnTo>
                    <a:cubicBezTo>
                      <a:pt x="17773" y="499234"/>
                      <a:pt x="0" y="481461"/>
                      <a:pt x="0" y="45953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566719" y="0"/>
                    </a:lnTo>
                    <a:cubicBezTo>
                      <a:pt x="588642" y="0"/>
                      <a:pt x="606415" y="17773"/>
                      <a:pt x="606415" y="39697"/>
                    </a:cubicBezTo>
                    <a:lnTo>
                      <a:pt x="606415" y="459537"/>
                    </a:lnTo>
                    <a:cubicBezTo>
                      <a:pt x="606415" y="481461"/>
                      <a:pt x="588642" y="499234"/>
                      <a:pt x="566719" y="499234"/>
                    </a:cubicBezTo>
                    <a:close/>
                    <a:moveTo>
                      <a:pt x="79393" y="419841"/>
                    </a:moveTo>
                    <a:lnTo>
                      <a:pt x="527022" y="419841"/>
                    </a:lnTo>
                    <a:lnTo>
                      <a:pt x="527022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FB6C910D-7E35-5296-1C3C-0D03D2B76A2D}"/>
                  </a:ext>
                </a:extLst>
              </p:cNvPr>
              <p:cNvSpPr/>
              <p:nvPr/>
            </p:nvSpPr>
            <p:spPr>
              <a:xfrm>
                <a:off x="8336454" y="4116393"/>
                <a:ext cx="79395" cy="79330"/>
              </a:xfrm>
              <a:custGeom>
                <a:avLst/>
                <a:gdLst>
                  <a:gd name="connsiteX0" fmla="*/ 39697 w 79395"/>
                  <a:gd name="connsiteY0" fmla="*/ 79331 h 79330"/>
                  <a:gd name="connsiteX1" fmla="*/ 31906 w 79395"/>
                  <a:gd name="connsiteY1" fmla="*/ 78537 h 79330"/>
                  <a:gd name="connsiteX2" fmla="*/ 24513 w 79395"/>
                  <a:gd name="connsiteY2" fmla="*/ 76304 h 79330"/>
                  <a:gd name="connsiteX3" fmla="*/ 17665 w 79395"/>
                  <a:gd name="connsiteY3" fmla="*/ 72632 h 79330"/>
                  <a:gd name="connsiteX4" fmla="*/ 11611 w 79395"/>
                  <a:gd name="connsiteY4" fmla="*/ 67670 h 79330"/>
                  <a:gd name="connsiteX5" fmla="*/ 0 w 79395"/>
                  <a:gd name="connsiteY5" fmla="*/ 39634 h 79330"/>
                  <a:gd name="connsiteX6" fmla="*/ 744 w 79395"/>
                  <a:gd name="connsiteY6" fmla="*/ 31893 h 79330"/>
                  <a:gd name="connsiteX7" fmla="*/ 3027 w 79395"/>
                  <a:gd name="connsiteY7" fmla="*/ 24450 h 79330"/>
                  <a:gd name="connsiteX8" fmla="*/ 6699 w 79395"/>
                  <a:gd name="connsiteY8" fmla="*/ 17603 h 79330"/>
                  <a:gd name="connsiteX9" fmla="*/ 11661 w 79395"/>
                  <a:gd name="connsiteY9" fmla="*/ 11599 h 79330"/>
                  <a:gd name="connsiteX10" fmla="*/ 47487 w 79395"/>
                  <a:gd name="connsiteY10" fmla="*/ 732 h 79330"/>
                  <a:gd name="connsiteX11" fmla="*/ 54930 w 79395"/>
                  <a:gd name="connsiteY11" fmla="*/ 3014 h 79330"/>
                  <a:gd name="connsiteX12" fmla="*/ 61778 w 79395"/>
                  <a:gd name="connsiteY12" fmla="*/ 6637 h 79330"/>
                  <a:gd name="connsiteX13" fmla="*/ 67782 w 79395"/>
                  <a:gd name="connsiteY13" fmla="*/ 11599 h 79330"/>
                  <a:gd name="connsiteX14" fmla="*/ 72744 w 79395"/>
                  <a:gd name="connsiteY14" fmla="*/ 17603 h 79330"/>
                  <a:gd name="connsiteX15" fmla="*/ 76366 w 79395"/>
                  <a:gd name="connsiteY15" fmla="*/ 24450 h 79330"/>
                  <a:gd name="connsiteX16" fmla="*/ 54872 w 79395"/>
                  <a:gd name="connsiteY16" fmla="*/ 76312 h 79330"/>
                  <a:gd name="connsiteX17" fmla="*/ 39697 w 79395"/>
                  <a:gd name="connsiteY17" fmla="*/ 79331 h 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395" h="79330">
                    <a:moveTo>
                      <a:pt x="39697" y="79331"/>
                    </a:moveTo>
                    <a:cubicBezTo>
                      <a:pt x="37079" y="79337"/>
                      <a:pt x="34468" y="79071"/>
                      <a:pt x="31906" y="78537"/>
                    </a:cubicBezTo>
                    <a:cubicBezTo>
                      <a:pt x="29373" y="78043"/>
                      <a:pt x="26896" y="77294"/>
                      <a:pt x="24513" y="76304"/>
                    </a:cubicBezTo>
                    <a:cubicBezTo>
                      <a:pt x="22110" y="75319"/>
                      <a:pt x="19815" y="74088"/>
                      <a:pt x="17665" y="72632"/>
                    </a:cubicBezTo>
                    <a:cubicBezTo>
                      <a:pt x="15484" y="71188"/>
                      <a:pt x="13456" y="69525"/>
                      <a:pt x="11611" y="67670"/>
                    </a:cubicBezTo>
                    <a:cubicBezTo>
                      <a:pt x="4204" y="60216"/>
                      <a:pt x="32" y="50143"/>
                      <a:pt x="0" y="39634"/>
                    </a:cubicBezTo>
                    <a:cubicBezTo>
                      <a:pt x="-1" y="37036"/>
                      <a:pt x="249" y="34444"/>
                      <a:pt x="744" y="31893"/>
                    </a:cubicBezTo>
                    <a:cubicBezTo>
                      <a:pt x="1286" y="29350"/>
                      <a:pt x="2049" y="26860"/>
                      <a:pt x="3027" y="24450"/>
                    </a:cubicBezTo>
                    <a:cubicBezTo>
                      <a:pt x="4033" y="22058"/>
                      <a:pt x="5263" y="19765"/>
                      <a:pt x="6699" y="17603"/>
                    </a:cubicBezTo>
                    <a:cubicBezTo>
                      <a:pt x="8144" y="15437"/>
                      <a:pt x="9806" y="13425"/>
                      <a:pt x="11661" y="11599"/>
                    </a:cubicBezTo>
                    <a:cubicBezTo>
                      <a:pt x="21075" y="2281"/>
                      <a:pt x="34483" y="-1786"/>
                      <a:pt x="47487" y="732"/>
                    </a:cubicBezTo>
                    <a:cubicBezTo>
                      <a:pt x="50042" y="1227"/>
                      <a:pt x="52537" y="1992"/>
                      <a:pt x="54930" y="3014"/>
                    </a:cubicBezTo>
                    <a:cubicBezTo>
                      <a:pt x="57322" y="4004"/>
                      <a:pt x="59614" y="5216"/>
                      <a:pt x="61778" y="6637"/>
                    </a:cubicBezTo>
                    <a:cubicBezTo>
                      <a:pt x="63952" y="8070"/>
                      <a:pt x="65964" y="9734"/>
                      <a:pt x="67782" y="11599"/>
                    </a:cubicBezTo>
                    <a:cubicBezTo>
                      <a:pt x="69635" y="13427"/>
                      <a:pt x="71297" y="15439"/>
                      <a:pt x="72744" y="17603"/>
                    </a:cubicBezTo>
                    <a:cubicBezTo>
                      <a:pt x="74164" y="19766"/>
                      <a:pt x="75377" y="22059"/>
                      <a:pt x="76366" y="24450"/>
                    </a:cubicBezTo>
                    <a:cubicBezTo>
                      <a:pt x="84752" y="44707"/>
                      <a:pt x="75129" y="67926"/>
                      <a:pt x="54872" y="76312"/>
                    </a:cubicBezTo>
                    <a:cubicBezTo>
                      <a:pt x="50061" y="78304"/>
                      <a:pt x="44904" y="79330"/>
                      <a:pt x="39697" y="7933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2966CB62-451D-D82E-E9FA-DC7646BE41D4}"/>
                  </a:ext>
                </a:extLst>
              </p:cNvPr>
              <p:cNvSpPr/>
              <p:nvPr/>
            </p:nvSpPr>
            <p:spPr>
              <a:xfrm>
                <a:off x="8627083" y="4117491"/>
                <a:ext cx="79592" cy="79424"/>
              </a:xfrm>
              <a:custGeom>
                <a:avLst/>
                <a:gdLst>
                  <a:gd name="connsiteX0" fmla="*/ 39697 w 79592"/>
                  <a:gd name="connsiteY0" fmla="*/ 79424 h 79424"/>
                  <a:gd name="connsiteX1" fmla="*/ 0 w 79592"/>
                  <a:gd name="connsiteY1" fmla="*/ 39728 h 79424"/>
                  <a:gd name="connsiteX2" fmla="*/ 794 w 79592"/>
                  <a:gd name="connsiteY2" fmla="*/ 31937 h 79424"/>
                  <a:gd name="connsiteX3" fmla="*/ 3027 w 79592"/>
                  <a:gd name="connsiteY3" fmla="*/ 24544 h 79424"/>
                  <a:gd name="connsiteX4" fmla="*/ 6798 w 79592"/>
                  <a:gd name="connsiteY4" fmla="*/ 17696 h 79424"/>
                  <a:gd name="connsiteX5" fmla="*/ 11760 w 79592"/>
                  <a:gd name="connsiteY5" fmla="*/ 11642 h 79424"/>
                  <a:gd name="connsiteX6" fmla="*/ 67900 w 79592"/>
                  <a:gd name="connsiteY6" fmla="*/ 11611 h 79424"/>
                  <a:gd name="connsiteX7" fmla="*/ 67931 w 79592"/>
                  <a:gd name="connsiteY7" fmla="*/ 11642 h 79424"/>
                  <a:gd name="connsiteX8" fmla="*/ 72893 w 79592"/>
                  <a:gd name="connsiteY8" fmla="*/ 17696 h 79424"/>
                  <a:gd name="connsiteX9" fmla="*/ 76565 w 79592"/>
                  <a:gd name="connsiteY9" fmla="*/ 24544 h 79424"/>
                  <a:gd name="connsiteX10" fmla="*/ 78798 w 79592"/>
                  <a:gd name="connsiteY10" fmla="*/ 31937 h 79424"/>
                  <a:gd name="connsiteX11" fmla="*/ 79592 w 79592"/>
                  <a:gd name="connsiteY11" fmla="*/ 39728 h 79424"/>
                  <a:gd name="connsiteX12" fmla="*/ 67981 w 79592"/>
                  <a:gd name="connsiteY12" fmla="*/ 67763 h 79424"/>
                  <a:gd name="connsiteX13" fmla="*/ 61927 w 79592"/>
                  <a:gd name="connsiteY13" fmla="*/ 72726 h 79424"/>
                  <a:gd name="connsiteX14" fmla="*/ 47636 w 79592"/>
                  <a:gd name="connsiteY14" fmla="*/ 78630 h 79424"/>
                  <a:gd name="connsiteX15" fmla="*/ 39697 w 79592"/>
                  <a:gd name="connsiteY15" fmla="*/ 79424 h 79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9592" h="79424">
                    <a:moveTo>
                      <a:pt x="39697" y="79424"/>
                    </a:moveTo>
                    <a:cubicBezTo>
                      <a:pt x="17773" y="79424"/>
                      <a:pt x="0" y="61652"/>
                      <a:pt x="0" y="39728"/>
                    </a:cubicBezTo>
                    <a:cubicBezTo>
                      <a:pt x="-8" y="37110"/>
                      <a:pt x="258" y="34499"/>
                      <a:pt x="794" y="31937"/>
                    </a:cubicBezTo>
                    <a:cubicBezTo>
                      <a:pt x="1288" y="29404"/>
                      <a:pt x="2037" y="26927"/>
                      <a:pt x="3027" y="24544"/>
                    </a:cubicBezTo>
                    <a:cubicBezTo>
                      <a:pt x="4044" y="22137"/>
                      <a:pt x="5308" y="19842"/>
                      <a:pt x="6798" y="17696"/>
                    </a:cubicBezTo>
                    <a:cubicBezTo>
                      <a:pt x="8243" y="15515"/>
                      <a:pt x="9905" y="13487"/>
                      <a:pt x="11760" y="11642"/>
                    </a:cubicBezTo>
                    <a:cubicBezTo>
                      <a:pt x="27254" y="-3869"/>
                      <a:pt x="52389" y="-3883"/>
                      <a:pt x="67900" y="11611"/>
                    </a:cubicBezTo>
                    <a:cubicBezTo>
                      <a:pt x="67910" y="11622"/>
                      <a:pt x="67921" y="11632"/>
                      <a:pt x="67931" y="11642"/>
                    </a:cubicBezTo>
                    <a:cubicBezTo>
                      <a:pt x="69786" y="13487"/>
                      <a:pt x="71449" y="15515"/>
                      <a:pt x="72893" y="17696"/>
                    </a:cubicBezTo>
                    <a:cubicBezTo>
                      <a:pt x="74349" y="19846"/>
                      <a:pt x="75580" y="22141"/>
                      <a:pt x="76565" y="24544"/>
                    </a:cubicBezTo>
                    <a:cubicBezTo>
                      <a:pt x="77556" y="26927"/>
                      <a:pt x="78304" y="29404"/>
                      <a:pt x="78798" y="31937"/>
                    </a:cubicBezTo>
                    <a:cubicBezTo>
                      <a:pt x="79334" y="34499"/>
                      <a:pt x="79600" y="37110"/>
                      <a:pt x="79592" y="39728"/>
                    </a:cubicBezTo>
                    <a:cubicBezTo>
                      <a:pt x="79587" y="50242"/>
                      <a:pt x="75411" y="60325"/>
                      <a:pt x="67981" y="67763"/>
                    </a:cubicBezTo>
                    <a:cubicBezTo>
                      <a:pt x="66135" y="69617"/>
                      <a:pt x="64107" y="71280"/>
                      <a:pt x="61927" y="72726"/>
                    </a:cubicBezTo>
                    <a:cubicBezTo>
                      <a:pt x="57579" y="75579"/>
                      <a:pt x="52730" y="77583"/>
                      <a:pt x="47636" y="78630"/>
                    </a:cubicBezTo>
                    <a:cubicBezTo>
                      <a:pt x="45022" y="79155"/>
                      <a:pt x="42363" y="79421"/>
                      <a:pt x="39697" y="7942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B870D789-095A-71B7-09E9-D0F4D907C928}"/>
                </a:ext>
              </a:extLst>
            </p:cNvPr>
            <p:cNvSpPr/>
            <p:nvPr/>
          </p:nvSpPr>
          <p:spPr>
            <a:xfrm>
              <a:off x="8386397" y="4279534"/>
              <a:ext cx="267331" cy="80534"/>
            </a:xfrm>
            <a:custGeom>
              <a:avLst/>
              <a:gdLst>
                <a:gd name="connsiteX0" fmla="*/ 39821 w 267331"/>
                <a:gd name="connsiteY0" fmla="*/ 80534 h 80534"/>
                <a:gd name="connsiteX1" fmla="*/ 0 w 267331"/>
                <a:gd name="connsiteY1" fmla="*/ 40962 h 80534"/>
                <a:gd name="connsiteX2" fmla="*/ 39573 w 267331"/>
                <a:gd name="connsiteY2" fmla="*/ 1141 h 80534"/>
                <a:gd name="connsiteX3" fmla="*/ 227586 w 267331"/>
                <a:gd name="connsiteY3" fmla="*/ 0 h 80534"/>
                <a:gd name="connsiteX4" fmla="*/ 227635 w 267331"/>
                <a:gd name="connsiteY4" fmla="*/ 0 h 80534"/>
                <a:gd name="connsiteX5" fmla="*/ 267332 w 267331"/>
                <a:gd name="connsiteY5" fmla="*/ 39697 h 80534"/>
                <a:gd name="connsiteX6" fmla="*/ 227635 w 267331"/>
                <a:gd name="connsiteY6" fmla="*/ 79393 h 80534"/>
                <a:gd name="connsiteX7" fmla="*/ 39573 w 267331"/>
                <a:gd name="connsiteY7" fmla="*/ 80534 h 8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331" h="80534">
                  <a:moveTo>
                    <a:pt x="39821" y="80534"/>
                  </a:moveTo>
                  <a:cubicBezTo>
                    <a:pt x="17897" y="80603"/>
                    <a:pt x="69" y="62886"/>
                    <a:pt x="0" y="40962"/>
                  </a:cubicBezTo>
                  <a:cubicBezTo>
                    <a:pt x="-68" y="19038"/>
                    <a:pt x="17649" y="1210"/>
                    <a:pt x="39573" y="1141"/>
                  </a:cubicBezTo>
                  <a:lnTo>
                    <a:pt x="227586" y="0"/>
                  </a:lnTo>
                  <a:lnTo>
                    <a:pt x="227635" y="0"/>
                  </a:lnTo>
                  <a:cubicBezTo>
                    <a:pt x="249559" y="0"/>
                    <a:pt x="267332" y="17773"/>
                    <a:pt x="267332" y="39697"/>
                  </a:cubicBezTo>
                  <a:cubicBezTo>
                    <a:pt x="267332" y="61620"/>
                    <a:pt x="249559" y="79393"/>
                    <a:pt x="227635" y="79393"/>
                  </a:cubicBezTo>
                  <a:lnTo>
                    <a:pt x="39573" y="80534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2B8EA843-DEB5-4DE6-6379-90DDFB6FF075}"/>
                </a:ext>
              </a:extLst>
            </p:cNvPr>
            <p:cNvSpPr/>
            <p:nvPr/>
          </p:nvSpPr>
          <p:spPr>
            <a:xfrm>
              <a:off x="8481843" y="3775784"/>
              <a:ext cx="79393" cy="242099"/>
            </a:xfrm>
            <a:custGeom>
              <a:avLst/>
              <a:gdLst>
                <a:gd name="connsiteX0" fmla="*/ 39697 w 79393"/>
                <a:gd name="connsiteY0" fmla="*/ 242099 h 242099"/>
                <a:gd name="connsiteX1" fmla="*/ 0 w 79393"/>
                <a:gd name="connsiteY1" fmla="*/ 202403 h 242099"/>
                <a:gd name="connsiteX2" fmla="*/ 0 w 79393"/>
                <a:gd name="connsiteY2" fmla="*/ 39697 h 242099"/>
                <a:gd name="connsiteX3" fmla="*/ 39697 w 79393"/>
                <a:gd name="connsiteY3" fmla="*/ 0 h 242099"/>
                <a:gd name="connsiteX4" fmla="*/ 79393 w 79393"/>
                <a:gd name="connsiteY4" fmla="*/ 39697 h 242099"/>
                <a:gd name="connsiteX5" fmla="*/ 79393 w 79393"/>
                <a:gd name="connsiteY5" fmla="*/ 202403 h 242099"/>
                <a:gd name="connsiteX6" fmla="*/ 39697 w 79393"/>
                <a:gd name="connsiteY6" fmla="*/ 242099 h 24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099">
                  <a:moveTo>
                    <a:pt x="39697" y="242099"/>
                  </a:moveTo>
                  <a:cubicBezTo>
                    <a:pt x="17773" y="242099"/>
                    <a:pt x="0" y="224327"/>
                    <a:pt x="0" y="2024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02403"/>
                  </a:lnTo>
                  <a:cubicBezTo>
                    <a:pt x="79393" y="224327"/>
                    <a:pt x="61620" y="242099"/>
                    <a:pt x="39697" y="2420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A652C8CE-2FE6-FFAB-6412-347F02ED272A}"/>
                </a:ext>
              </a:extLst>
            </p:cNvPr>
            <p:cNvSpPr/>
            <p:nvPr/>
          </p:nvSpPr>
          <p:spPr>
            <a:xfrm>
              <a:off x="8457728" y="3739215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81" y="129014"/>
                    <a:pt x="0" y="100133"/>
                    <a:pt x="0" y="64507"/>
                  </a:cubicBezTo>
                  <a:cubicBezTo>
                    <a:pt x="0" y="28881"/>
                    <a:pt x="28881" y="0"/>
                    <a:pt x="64507" y="0"/>
                  </a:cubicBezTo>
                  <a:cubicBezTo>
                    <a:pt x="100133" y="0"/>
                    <a:pt x="129014" y="28881"/>
                    <a:pt x="129014" y="64507"/>
                  </a:cubicBezTo>
                  <a:cubicBezTo>
                    <a:pt x="129014" y="100133"/>
                    <a:pt x="100133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7898C054-0ED9-E1A8-EA9E-5F95CC242427}"/>
                </a:ext>
              </a:extLst>
            </p:cNvPr>
            <p:cNvSpPr/>
            <p:nvPr/>
          </p:nvSpPr>
          <p:spPr>
            <a:xfrm>
              <a:off x="8332981" y="3696391"/>
              <a:ext cx="79393" cy="321492"/>
            </a:xfrm>
            <a:custGeom>
              <a:avLst/>
              <a:gdLst>
                <a:gd name="connsiteX0" fmla="*/ 39697 w 79393"/>
                <a:gd name="connsiteY0" fmla="*/ 321492 h 321492"/>
                <a:gd name="connsiteX1" fmla="*/ 0 w 79393"/>
                <a:gd name="connsiteY1" fmla="*/ 281796 h 321492"/>
                <a:gd name="connsiteX2" fmla="*/ 0 w 79393"/>
                <a:gd name="connsiteY2" fmla="*/ 39697 h 321492"/>
                <a:gd name="connsiteX3" fmla="*/ 39697 w 79393"/>
                <a:gd name="connsiteY3" fmla="*/ 0 h 321492"/>
                <a:gd name="connsiteX4" fmla="*/ 79393 w 79393"/>
                <a:gd name="connsiteY4" fmla="*/ 39697 h 321492"/>
                <a:gd name="connsiteX5" fmla="*/ 79393 w 79393"/>
                <a:gd name="connsiteY5" fmla="*/ 281796 h 321492"/>
                <a:gd name="connsiteX6" fmla="*/ 39697 w 79393"/>
                <a:gd name="connsiteY6" fmla="*/ 321492 h 321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21492">
                  <a:moveTo>
                    <a:pt x="39697" y="321492"/>
                  </a:moveTo>
                  <a:cubicBezTo>
                    <a:pt x="17773" y="321492"/>
                    <a:pt x="0" y="303720"/>
                    <a:pt x="0" y="2817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81796"/>
                  </a:lnTo>
                  <a:cubicBezTo>
                    <a:pt x="79393" y="303720"/>
                    <a:pt x="61620" y="321492"/>
                    <a:pt x="39697" y="3214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29FAD976-A35B-0B87-B2F1-EA51A20E0AC8}"/>
                </a:ext>
              </a:extLst>
            </p:cNvPr>
            <p:cNvSpPr/>
            <p:nvPr/>
          </p:nvSpPr>
          <p:spPr>
            <a:xfrm>
              <a:off x="8308866" y="3659822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81" y="129014"/>
                    <a:pt x="0" y="100133"/>
                    <a:pt x="0" y="64507"/>
                  </a:cubicBezTo>
                  <a:cubicBezTo>
                    <a:pt x="0" y="28881"/>
                    <a:pt x="28881" y="0"/>
                    <a:pt x="64507" y="0"/>
                  </a:cubicBezTo>
                  <a:cubicBezTo>
                    <a:pt x="100133" y="0"/>
                    <a:pt x="129014" y="28881"/>
                    <a:pt x="129014" y="64507"/>
                  </a:cubicBezTo>
                  <a:cubicBezTo>
                    <a:pt x="129014" y="100133"/>
                    <a:pt x="100133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E89A7404-D12E-3522-1F87-19AED7718F76}"/>
                </a:ext>
              </a:extLst>
            </p:cNvPr>
            <p:cNvSpPr/>
            <p:nvPr/>
          </p:nvSpPr>
          <p:spPr>
            <a:xfrm>
              <a:off x="8630705" y="3691429"/>
              <a:ext cx="79393" cy="326454"/>
            </a:xfrm>
            <a:custGeom>
              <a:avLst/>
              <a:gdLst>
                <a:gd name="connsiteX0" fmla="*/ 39697 w 79393"/>
                <a:gd name="connsiteY0" fmla="*/ 326455 h 326454"/>
                <a:gd name="connsiteX1" fmla="*/ 0 w 79393"/>
                <a:gd name="connsiteY1" fmla="*/ 286758 h 326454"/>
                <a:gd name="connsiteX2" fmla="*/ 0 w 79393"/>
                <a:gd name="connsiteY2" fmla="*/ 39697 h 326454"/>
                <a:gd name="connsiteX3" fmla="*/ 39697 w 79393"/>
                <a:gd name="connsiteY3" fmla="*/ 0 h 326454"/>
                <a:gd name="connsiteX4" fmla="*/ 79393 w 79393"/>
                <a:gd name="connsiteY4" fmla="*/ 39697 h 326454"/>
                <a:gd name="connsiteX5" fmla="*/ 79393 w 79393"/>
                <a:gd name="connsiteY5" fmla="*/ 286758 h 326454"/>
                <a:gd name="connsiteX6" fmla="*/ 39697 w 79393"/>
                <a:gd name="connsiteY6" fmla="*/ 326455 h 3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26454">
                  <a:moveTo>
                    <a:pt x="39697" y="326455"/>
                  </a:moveTo>
                  <a:cubicBezTo>
                    <a:pt x="17773" y="326455"/>
                    <a:pt x="0" y="308682"/>
                    <a:pt x="0" y="28675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86758"/>
                  </a:lnTo>
                  <a:cubicBezTo>
                    <a:pt x="79393" y="308682"/>
                    <a:pt x="61620" y="326455"/>
                    <a:pt x="39697" y="32645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F3D74FFE-59FD-8F84-39A3-D2C2100AF8C3}"/>
                </a:ext>
              </a:extLst>
            </p:cNvPr>
            <p:cNvSpPr/>
            <p:nvPr/>
          </p:nvSpPr>
          <p:spPr>
            <a:xfrm>
              <a:off x="8606590" y="3654860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81" y="129014"/>
                    <a:pt x="0" y="100133"/>
                    <a:pt x="0" y="64507"/>
                  </a:cubicBezTo>
                  <a:cubicBezTo>
                    <a:pt x="0" y="28881"/>
                    <a:pt x="28881" y="0"/>
                    <a:pt x="64507" y="0"/>
                  </a:cubicBezTo>
                  <a:cubicBezTo>
                    <a:pt x="100133" y="0"/>
                    <a:pt x="129014" y="28881"/>
                    <a:pt x="129014" y="64507"/>
                  </a:cubicBezTo>
                  <a:cubicBezTo>
                    <a:pt x="129014" y="100133"/>
                    <a:pt x="100133" y="129014"/>
                    <a:pt x="64507" y="12901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83FD53F2-1D41-8CBB-5345-45468F980575}"/>
              </a:ext>
            </a:extLst>
          </p:cNvPr>
          <p:cNvGrpSpPr/>
          <p:nvPr/>
        </p:nvGrpSpPr>
        <p:grpSpPr>
          <a:xfrm>
            <a:off x="9400424" y="3752570"/>
            <a:ext cx="848606" cy="643374"/>
            <a:chOff x="9400424" y="3752570"/>
            <a:chExt cx="848606" cy="643374"/>
          </a:xfrm>
        </p:grpSpPr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541E8C8-5C8E-3454-B3CE-238459A8A449}"/>
                </a:ext>
              </a:extLst>
            </p:cNvPr>
            <p:cNvSpPr/>
            <p:nvPr/>
          </p:nvSpPr>
          <p:spPr>
            <a:xfrm>
              <a:off x="9595998" y="3992415"/>
              <a:ext cx="283453" cy="403529"/>
            </a:xfrm>
            <a:custGeom>
              <a:avLst/>
              <a:gdLst>
                <a:gd name="connsiteX0" fmla="*/ 51662 w 283453"/>
                <a:gd name="connsiteY0" fmla="*/ 403529 h 403529"/>
                <a:gd name="connsiteX1" fmla="*/ 11965 w 283453"/>
                <a:gd name="connsiteY1" fmla="*/ 363832 h 403529"/>
                <a:gd name="connsiteX2" fmla="*/ 51662 w 283453"/>
                <a:gd name="connsiteY2" fmla="*/ 324136 h 403529"/>
                <a:gd name="connsiteX3" fmla="*/ 60616 w 283453"/>
                <a:gd name="connsiteY3" fmla="*/ 316467 h 403529"/>
                <a:gd name="connsiteX4" fmla="*/ 52947 w 283453"/>
                <a:gd name="connsiteY4" fmla="*/ 307513 h 403529"/>
                <a:gd name="connsiteX5" fmla="*/ 51662 w 283453"/>
                <a:gd name="connsiteY5" fmla="*/ 307513 h 403529"/>
                <a:gd name="connsiteX6" fmla="*/ 39653 w 283453"/>
                <a:gd name="connsiteY6" fmla="*/ 307513 h 403529"/>
                <a:gd name="connsiteX7" fmla="*/ 0 w 283453"/>
                <a:gd name="connsiteY7" fmla="*/ 267773 h 403529"/>
                <a:gd name="connsiteX8" fmla="*/ 24023 w 283453"/>
                <a:gd name="connsiteY8" fmla="*/ 231345 h 403529"/>
                <a:gd name="connsiteX9" fmla="*/ 206081 w 283453"/>
                <a:gd name="connsiteY9" fmla="*/ 27156 h 403529"/>
                <a:gd name="connsiteX10" fmla="*/ 256298 w 283453"/>
                <a:gd name="connsiteY10" fmla="*/ 2048 h 403529"/>
                <a:gd name="connsiteX11" fmla="*/ 281406 w 283453"/>
                <a:gd name="connsiteY11" fmla="*/ 52264 h 403529"/>
                <a:gd name="connsiteX12" fmla="*/ 272375 w 283453"/>
                <a:gd name="connsiteY12" fmla="*/ 72112 h 403529"/>
                <a:gd name="connsiteX13" fmla="*/ 283291 w 283453"/>
                <a:gd name="connsiteY13" fmla="*/ 103175 h 403529"/>
                <a:gd name="connsiteX14" fmla="*/ 247465 w 283453"/>
                <a:gd name="connsiteY14" fmla="*/ 246678 h 403529"/>
                <a:gd name="connsiteX15" fmla="*/ 51662 w 283453"/>
                <a:gd name="connsiteY15" fmla="*/ 403529 h 403529"/>
                <a:gd name="connsiteX16" fmla="*/ 120436 w 283453"/>
                <a:gd name="connsiteY16" fmla="*/ 261465 h 403529"/>
                <a:gd name="connsiteX17" fmla="*/ 133734 w 283453"/>
                <a:gd name="connsiteY17" fmla="*/ 284886 h 403529"/>
                <a:gd name="connsiteX18" fmla="*/ 173431 w 283453"/>
                <a:gd name="connsiteY18" fmla="*/ 218196 h 403529"/>
                <a:gd name="connsiteX19" fmla="*/ 179534 w 283453"/>
                <a:gd name="connsiteY19" fmla="*/ 202516 h 403529"/>
                <a:gd name="connsiteX20" fmla="*/ 120436 w 283453"/>
                <a:gd name="connsiteY20" fmla="*/ 261465 h 40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3453" h="403529">
                  <a:moveTo>
                    <a:pt x="51662" y="403529"/>
                  </a:moveTo>
                  <a:cubicBezTo>
                    <a:pt x="29738" y="403529"/>
                    <a:pt x="11965" y="385756"/>
                    <a:pt x="11965" y="363832"/>
                  </a:cubicBezTo>
                  <a:cubicBezTo>
                    <a:pt x="11965" y="341909"/>
                    <a:pt x="29738" y="324136"/>
                    <a:pt x="51662" y="324136"/>
                  </a:cubicBezTo>
                  <a:cubicBezTo>
                    <a:pt x="56252" y="324491"/>
                    <a:pt x="60261" y="321057"/>
                    <a:pt x="60616" y="316467"/>
                  </a:cubicBezTo>
                  <a:cubicBezTo>
                    <a:pt x="60971" y="311877"/>
                    <a:pt x="57537" y="307868"/>
                    <a:pt x="52947" y="307513"/>
                  </a:cubicBezTo>
                  <a:cubicBezTo>
                    <a:pt x="52519" y="307480"/>
                    <a:pt x="52089" y="307480"/>
                    <a:pt x="51662" y="307513"/>
                  </a:cubicBezTo>
                  <a:lnTo>
                    <a:pt x="39653" y="307513"/>
                  </a:lnTo>
                  <a:cubicBezTo>
                    <a:pt x="17730" y="307489"/>
                    <a:pt x="-24" y="289697"/>
                    <a:pt x="0" y="267773"/>
                  </a:cubicBezTo>
                  <a:cubicBezTo>
                    <a:pt x="17" y="251924"/>
                    <a:pt x="9461" y="237603"/>
                    <a:pt x="24023" y="231345"/>
                  </a:cubicBezTo>
                  <a:cubicBezTo>
                    <a:pt x="95675" y="200630"/>
                    <a:pt x="196604" y="55093"/>
                    <a:pt x="206081" y="27156"/>
                  </a:cubicBezTo>
                  <a:cubicBezTo>
                    <a:pt x="213015" y="6356"/>
                    <a:pt x="235497" y="-4885"/>
                    <a:pt x="256298" y="2048"/>
                  </a:cubicBezTo>
                  <a:cubicBezTo>
                    <a:pt x="277098" y="8981"/>
                    <a:pt x="288339" y="31464"/>
                    <a:pt x="281406" y="52264"/>
                  </a:cubicBezTo>
                  <a:cubicBezTo>
                    <a:pt x="278915" y="59105"/>
                    <a:pt x="275895" y="65741"/>
                    <a:pt x="272375" y="72112"/>
                  </a:cubicBezTo>
                  <a:cubicBezTo>
                    <a:pt x="280338" y="80398"/>
                    <a:pt x="284320" y="91729"/>
                    <a:pt x="283291" y="103175"/>
                  </a:cubicBezTo>
                  <a:cubicBezTo>
                    <a:pt x="277782" y="152389"/>
                    <a:pt x="265733" y="200649"/>
                    <a:pt x="247465" y="246678"/>
                  </a:cubicBezTo>
                  <a:cubicBezTo>
                    <a:pt x="194470" y="376337"/>
                    <a:pt x="111752" y="403529"/>
                    <a:pt x="51662" y="403529"/>
                  </a:cubicBezTo>
                  <a:close/>
                  <a:moveTo>
                    <a:pt x="120436" y="261465"/>
                  </a:moveTo>
                  <a:cubicBezTo>
                    <a:pt x="126054" y="268537"/>
                    <a:pt x="130540" y="276438"/>
                    <a:pt x="133734" y="284886"/>
                  </a:cubicBezTo>
                  <a:cubicBezTo>
                    <a:pt x="150569" y="265008"/>
                    <a:pt x="163984" y="242471"/>
                    <a:pt x="173431" y="218196"/>
                  </a:cubicBezTo>
                  <a:cubicBezTo>
                    <a:pt x="175614" y="213234"/>
                    <a:pt x="177649" y="207726"/>
                    <a:pt x="179534" y="202516"/>
                  </a:cubicBezTo>
                  <a:cubicBezTo>
                    <a:pt x="161249" y="223534"/>
                    <a:pt x="141500" y="243233"/>
                    <a:pt x="120436" y="26146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81222FC7-59AB-9A56-186C-C1D3AD4B24E7}"/>
                </a:ext>
              </a:extLst>
            </p:cNvPr>
            <p:cNvSpPr/>
            <p:nvPr/>
          </p:nvSpPr>
          <p:spPr>
            <a:xfrm>
              <a:off x="9400424" y="3752570"/>
              <a:ext cx="848606" cy="643373"/>
            </a:xfrm>
            <a:custGeom>
              <a:avLst/>
              <a:gdLst>
                <a:gd name="connsiteX0" fmla="*/ 808992 w 848606"/>
                <a:gd name="connsiteY0" fmla="*/ 643373 h 643373"/>
                <a:gd name="connsiteX1" fmla="*/ 444280 w 848606"/>
                <a:gd name="connsiteY1" fmla="*/ 643373 h 643373"/>
                <a:gd name="connsiteX2" fmla="*/ 404583 w 848606"/>
                <a:gd name="connsiteY2" fmla="*/ 603677 h 643373"/>
                <a:gd name="connsiteX3" fmla="*/ 444280 w 848606"/>
                <a:gd name="connsiteY3" fmla="*/ 563980 h 643373"/>
                <a:gd name="connsiteX4" fmla="*/ 729252 w 848606"/>
                <a:gd name="connsiteY4" fmla="*/ 563980 h 643373"/>
                <a:gd name="connsiteX5" fmla="*/ 604902 w 848606"/>
                <a:gd name="connsiteY5" fmla="*/ 394178 h 643373"/>
                <a:gd name="connsiteX6" fmla="*/ 429145 w 848606"/>
                <a:gd name="connsiteY6" fmla="*/ 128459 h 643373"/>
                <a:gd name="connsiteX7" fmla="*/ 248625 w 848606"/>
                <a:gd name="connsiteY7" fmla="*/ 394575 h 643373"/>
                <a:gd name="connsiteX8" fmla="*/ 121050 w 848606"/>
                <a:gd name="connsiteY8" fmla="*/ 563980 h 643373"/>
                <a:gd name="connsiteX9" fmla="*/ 237312 w 848606"/>
                <a:gd name="connsiteY9" fmla="*/ 563980 h 643373"/>
                <a:gd name="connsiteX10" fmla="*/ 277008 w 848606"/>
                <a:gd name="connsiteY10" fmla="*/ 603677 h 643373"/>
                <a:gd name="connsiteX11" fmla="*/ 237312 w 848606"/>
                <a:gd name="connsiteY11" fmla="*/ 643373 h 643373"/>
                <a:gd name="connsiteX12" fmla="*/ 39871 w 848606"/>
                <a:gd name="connsiteY12" fmla="*/ 643373 h 643373"/>
                <a:gd name="connsiteX13" fmla="*/ 0 w 848606"/>
                <a:gd name="connsiteY13" fmla="*/ 603851 h 643373"/>
                <a:gd name="connsiteX14" fmla="*/ 8709 w 848606"/>
                <a:gd name="connsiteY14" fmla="*/ 578866 h 643373"/>
                <a:gd name="connsiteX15" fmla="*/ 392178 w 848606"/>
                <a:gd name="connsiteY15" fmla="*/ 25894 h 643373"/>
                <a:gd name="connsiteX16" fmla="*/ 443207 w 848606"/>
                <a:gd name="connsiteY16" fmla="*/ 2492 h 643373"/>
                <a:gd name="connsiteX17" fmla="*/ 466609 w 848606"/>
                <a:gd name="connsiteY17" fmla="*/ 25894 h 643373"/>
                <a:gd name="connsiteX18" fmla="*/ 840402 w 848606"/>
                <a:gd name="connsiteY18" fmla="*/ 579512 h 643373"/>
                <a:gd name="connsiteX19" fmla="*/ 833074 w 848606"/>
                <a:gd name="connsiteY19" fmla="*/ 635171 h 643373"/>
                <a:gd name="connsiteX20" fmla="*/ 808992 w 848606"/>
                <a:gd name="connsiteY20" fmla="*/ 643373 h 64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48606" h="643373">
                  <a:moveTo>
                    <a:pt x="808992" y="643373"/>
                  </a:moveTo>
                  <a:lnTo>
                    <a:pt x="444280" y="643373"/>
                  </a:lnTo>
                  <a:cubicBezTo>
                    <a:pt x="422356" y="643373"/>
                    <a:pt x="404583" y="625601"/>
                    <a:pt x="404583" y="603677"/>
                  </a:cubicBezTo>
                  <a:cubicBezTo>
                    <a:pt x="404583" y="581753"/>
                    <a:pt x="422356" y="563980"/>
                    <a:pt x="444280" y="563980"/>
                  </a:cubicBezTo>
                  <a:lnTo>
                    <a:pt x="729252" y="563980"/>
                  </a:lnTo>
                  <a:cubicBezTo>
                    <a:pt x="696750" y="520612"/>
                    <a:pt x="651496" y="459479"/>
                    <a:pt x="604902" y="394178"/>
                  </a:cubicBezTo>
                  <a:cubicBezTo>
                    <a:pt x="524219" y="281142"/>
                    <a:pt x="465418" y="192272"/>
                    <a:pt x="429145" y="128459"/>
                  </a:cubicBezTo>
                  <a:cubicBezTo>
                    <a:pt x="392178" y="192371"/>
                    <a:pt x="331690" y="281390"/>
                    <a:pt x="248625" y="394575"/>
                  </a:cubicBezTo>
                  <a:cubicBezTo>
                    <a:pt x="200890" y="459678"/>
                    <a:pt x="154346" y="520661"/>
                    <a:pt x="121050" y="563980"/>
                  </a:cubicBezTo>
                  <a:lnTo>
                    <a:pt x="237312" y="563980"/>
                  </a:lnTo>
                  <a:cubicBezTo>
                    <a:pt x="259235" y="563980"/>
                    <a:pt x="277008" y="581753"/>
                    <a:pt x="277008" y="603677"/>
                  </a:cubicBezTo>
                  <a:cubicBezTo>
                    <a:pt x="277008" y="625601"/>
                    <a:pt x="259235" y="643373"/>
                    <a:pt x="237312" y="643373"/>
                  </a:cubicBezTo>
                  <a:lnTo>
                    <a:pt x="39871" y="643373"/>
                  </a:lnTo>
                  <a:cubicBezTo>
                    <a:pt x="17947" y="643469"/>
                    <a:pt x="96" y="625775"/>
                    <a:pt x="0" y="603851"/>
                  </a:cubicBezTo>
                  <a:cubicBezTo>
                    <a:pt x="-39" y="594772"/>
                    <a:pt x="3034" y="585954"/>
                    <a:pt x="8709" y="578866"/>
                  </a:cubicBezTo>
                  <a:cubicBezTo>
                    <a:pt x="102591" y="460273"/>
                    <a:pt x="354516" y="129253"/>
                    <a:pt x="392178" y="25894"/>
                  </a:cubicBezTo>
                  <a:cubicBezTo>
                    <a:pt x="399807" y="5340"/>
                    <a:pt x="422654" y="-5137"/>
                    <a:pt x="443207" y="2492"/>
                  </a:cubicBezTo>
                  <a:cubicBezTo>
                    <a:pt x="454043" y="6514"/>
                    <a:pt x="462587" y="15058"/>
                    <a:pt x="466609" y="25894"/>
                  </a:cubicBezTo>
                  <a:cubicBezTo>
                    <a:pt x="504271" y="129502"/>
                    <a:pt x="749447" y="460670"/>
                    <a:pt x="840402" y="579512"/>
                  </a:cubicBezTo>
                  <a:cubicBezTo>
                    <a:pt x="853748" y="596905"/>
                    <a:pt x="850467" y="621824"/>
                    <a:pt x="833074" y="635171"/>
                  </a:cubicBezTo>
                  <a:cubicBezTo>
                    <a:pt x="826164" y="640473"/>
                    <a:pt x="817702" y="643355"/>
                    <a:pt x="808992" y="6433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63F4D40C-C318-1D7B-73C0-B9DCC558C693}"/>
                </a:ext>
              </a:extLst>
            </p:cNvPr>
            <p:cNvSpPr/>
            <p:nvPr/>
          </p:nvSpPr>
          <p:spPr>
            <a:xfrm>
              <a:off x="9800045" y="3992279"/>
              <a:ext cx="79393" cy="403664"/>
            </a:xfrm>
            <a:custGeom>
              <a:avLst/>
              <a:gdLst>
                <a:gd name="connsiteX0" fmla="*/ 39697 w 79393"/>
                <a:gd name="connsiteY0" fmla="*/ 403664 h 403664"/>
                <a:gd name="connsiteX1" fmla="*/ 0 w 79393"/>
                <a:gd name="connsiteY1" fmla="*/ 363968 h 403664"/>
                <a:gd name="connsiteX2" fmla="*/ 0 w 79393"/>
                <a:gd name="connsiteY2" fmla="*/ 39697 h 403664"/>
                <a:gd name="connsiteX3" fmla="*/ 39697 w 79393"/>
                <a:gd name="connsiteY3" fmla="*/ 0 h 403664"/>
                <a:gd name="connsiteX4" fmla="*/ 79393 w 79393"/>
                <a:gd name="connsiteY4" fmla="*/ 39697 h 403664"/>
                <a:gd name="connsiteX5" fmla="*/ 79393 w 79393"/>
                <a:gd name="connsiteY5" fmla="*/ 363819 h 403664"/>
                <a:gd name="connsiteX6" fmla="*/ 39846 w 79393"/>
                <a:gd name="connsiteY6" fmla="*/ 403664 h 403664"/>
                <a:gd name="connsiteX7" fmla="*/ 39697 w 79393"/>
                <a:gd name="connsiteY7" fmla="*/ 403664 h 4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403664">
                  <a:moveTo>
                    <a:pt x="39697" y="403664"/>
                  </a:moveTo>
                  <a:cubicBezTo>
                    <a:pt x="17773" y="403664"/>
                    <a:pt x="0" y="385892"/>
                    <a:pt x="0" y="36396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63819"/>
                  </a:lnTo>
                  <a:cubicBezTo>
                    <a:pt x="79475" y="385743"/>
                    <a:pt x="61769" y="403582"/>
                    <a:pt x="39846" y="403664"/>
                  </a:cubicBezTo>
                  <a:cubicBezTo>
                    <a:pt x="39796" y="403664"/>
                    <a:pt x="39746" y="403664"/>
                    <a:pt x="39697" y="40366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5E9C7F2-F011-8C09-0962-A0212ECEDCF0}"/>
              </a:ext>
            </a:extLst>
          </p:cNvPr>
          <p:cNvGrpSpPr/>
          <p:nvPr/>
        </p:nvGrpSpPr>
        <p:grpSpPr>
          <a:xfrm>
            <a:off x="1528119" y="4881519"/>
            <a:ext cx="823727" cy="622689"/>
            <a:chOff x="1528119" y="4881519"/>
            <a:chExt cx="823727" cy="622689"/>
          </a:xfrm>
        </p:grpSpPr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D8CFD153-FF70-1F52-B157-3D1AFA0EC577}"/>
                </a:ext>
              </a:extLst>
            </p:cNvPr>
            <p:cNvSpPr/>
            <p:nvPr/>
          </p:nvSpPr>
          <p:spPr>
            <a:xfrm>
              <a:off x="1612186" y="4881519"/>
              <a:ext cx="223442" cy="135117"/>
            </a:xfrm>
            <a:custGeom>
              <a:avLst/>
              <a:gdLst>
                <a:gd name="connsiteX0" fmla="*/ 183746 w 223442"/>
                <a:gd name="connsiteY0" fmla="*/ 135117 h 135117"/>
                <a:gd name="connsiteX1" fmla="*/ 144049 w 223442"/>
                <a:gd name="connsiteY1" fmla="*/ 95421 h 135117"/>
                <a:gd name="connsiteX2" fmla="*/ 142511 w 223442"/>
                <a:gd name="connsiteY2" fmla="*/ 79393 h 135117"/>
                <a:gd name="connsiteX3" fmla="*/ 80882 w 223442"/>
                <a:gd name="connsiteY3" fmla="*/ 79393 h 135117"/>
                <a:gd name="connsiteX4" fmla="*/ 79393 w 223442"/>
                <a:gd name="connsiteY4" fmla="*/ 95421 h 135117"/>
                <a:gd name="connsiteX5" fmla="*/ 39697 w 223442"/>
                <a:gd name="connsiteY5" fmla="*/ 135117 h 135117"/>
                <a:gd name="connsiteX6" fmla="*/ 0 w 223442"/>
                <a:gd name="connsiteY6" fmla="*/ 95421 h 135117"/>
                <a:gd name="connsiteX7" fmla="*/ 63663 w 223442"/>
                <a:gd name="connsiteY7" fmla="*/ 0 h 135117"/>
                <a:gd name="connsiteX8" fmla="*/ 159729 w 223442"/>
                <a:gd name="connsiteY8" fmla="*/ 0 h 135117"/>
                <a:gd name="connsiteX9" fmla="*/ 223442 w 223442"/>
                <a:gd name="connsiteY9" fmla="*/ 95421 h 135117"/>
                <a:gd name="connsiteX10" fmla="*/ 183746 w 223442"/>
                <a:gd name="connsiteY10" fmla="*/ 135117 h 13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442" h="135117">
                  <a:moveTo>
                    <a:pt x="183746" y="135117"/>
                  </a:moveTo>
                  <a:cubicBezTo>
                    <a:pt x="161822" y="135117"/>
                    <a:pt x="144049" y="117344"/>
                    <a:pt x="144049" y="95421"/>
                  </a:cubicBezTo>
                  <a:cubicBezTo>
                    <a:pt x="144067" y="90040"/>
                    <a:pt x="143552" y="84672"/>
                    <a:pt x="142511" y="79393"/>
                  </a:cubicBezTo>
                  <a:lnTo>
                    <a:pt x="80882" y="79393"/>
                  </a:lnTo>
                  <a:cubicBezTo>
                    <a:pt x="79861" y="84674"/>
                    <a:pt x="79362" y="90042"/>
                    <a:pt x="79393" y="95421"/>
                  </a:cubicBezTo>
                  <a:cubicBezTo>
                    <a:pt x="79393" y="117344"/>
                    <a:pt x="61620" y="135117"/>
                    <a:pt x="39697" y="135117"/>
                  </a:cubicBezTo>
                  <a:cubicBezTo>
                    <a:pt x="17773" y="135117"/>
                    <a:pt x="0" y="117344"/>
                    <a:pt x="0" y="95421"/>
                  </a:cubicBezTo>
                  <a:cubicBezTo>
                    <a:pt x="0" y="39250"/>
                    <a:pt x="26150" y="0"/>
                    <a:pt x="63663" y="0"/>
                  </a:cubicBezTo>
                  <a:lnTo>
                    <a:pt x="159729" y="0"/>
                  </a:lnTo>
                  <a:cubicBezTo>
                    <a:pt x="197242" y="0"/>
                    <a:pt x="223442" y="39250"/>
                    <a:pt x="223442" y="95421"/>
                  </a:cubicBezTo>
                  <a:cubicBezTo>
                    <a:pt x="223442" y="117344"/>
                    <a:pt x="205669" y="135117"/>
                    <a:pt x="183746" y="13511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E923EC1C-EB7E-F49F-B5E8-0AA8C6B935F9}"/>
                </a:ext>
              </a:extLst>
            </p:cNvPr>
            <p:cNvSpPr/>
            <p:nvPr/>
          </p:nvSpPr>
          <p:spPr>
            <a:xfrm>
              <a:off x="1744227" y="5360110"/>
              <a:ext cx="415524" cy="79393"/>
            </a:xfrm>
            <a:custGeom>
              <a:avLst/>
              <a:gdLst>
                <a:gd name="connsiteX0" fmla="*/ 375828 w 415524"/>
                <a:gd name="connsiteY0" fmla="*/ 79393 h 79393"/>
                <a:gd name="connsiteX1" fmla="*/ 39697 w 415524"/>
                <a:gd name="connsiteY1" fmla="*/ 79393 h 79393"/>
                <a:gd name="connsiteX2" fmla="*/ 0 w 415524"/>
                <a:gd name="connsiteY2" fmla="*/ 39697 h 79393"/>
                <a:gd name="connsiteX3" fmla="*/ 39697 w 415524"/>
                <a:gd name="connsiteY3" fmla="*/ 0 h 79393"/>
                <a:gd name="connsiteX4" fmla="*/ 375828 w 415524"/>
                <a:gd name="connsiteY4" fmla="*/ 0 h 79393"/>
                <a:gd name="connsiteX5" fmla="*/ 415524 w 415524"/>
                <a:gd name="connsiteY5" fmla="*/ 39697 h 79393"/>
                <a:gd name="connsiteX6" fmla="*/ 375828 w 4155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524" h="79393">
                  <a:moveTo>
                    <a:pt x="3758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75828" y="0"/>
                  </a:lnTo>
                  <a:cubicBezTo>
                    <a:pt x="397751" y="0"/>
                    <a:pt x="415524" y="17773"/>
                    <a:pt x="415524" y="39697"/>
                  </a:cubicBezTo>
                  <a:cubicBezTo>
                    <a:pt x="415524" y="61620"/>
                    <a:pt x="397751" y="79393"/>
                    <a:pt x="37582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54F92FBC-05A2-57DD-E7B5-A9C0542CDB85}"/>
                </a:ext>
              </a:extLst>
            </p:cNvPr>
            <p:cNvSpPr/>
            <p:nvPr/>
          </p:nvSpPr>
          <p:spPr>
            <a:xfrm>
              <a:off x="2020317" y="5075437"/>
              <a:ext cx="331529" cy="364066"/>
            </a:xfrm>
            <a:custGeom>
              <a:avLst/>
              <a:gdLst>
                <a:gd name="connsiteX0" fmla="*/ 267803 w 331529"/>
                <a:gd name="connsiteY0" fmla="*/ 364067 h 364066"/>
                <a:gd name="connsiteX1" fmla="*/ 219870 w 331529"/>
                <a:gd name="connsiteY1" fmla="*/ 364067 h 364066"/>
                <a:gd name="connsiteX2" fmla="*/ 180173 w 331529"/>
                <a:gd name="connsiteY2" fmla="*/ 324370 h 364066"/>
                <a:gd name="connsiteX3" fmla="*/ 219870 w 331529"/>
                <a:gd name="connsiteY3" fmla="*/ 284674 h 364066"/>
                <a:gd name="connsiteX4" fmla="*/ 250138 w 331529"/>
                <a:gd name="connsiteY4" fmla="*/ 284674 h 364066"/>
                <a:gd name="connsiteX5" fmla="*/ 238974 w 331529"/>
                <a:gd name="connsiteY5" fmla="*/ 206521 h 364066"/>
                <a:gd name="connsiteX6" fmla="*/ 222351 w 331529"/>
                <a:gd name="connsiteY6" fmla="*/ 186078 h 364066"/>
                <a:gd name="connsiteX7" fmla="*/ 203495 w 331529"/>
                <a:gd name="connsiteY7" fmla="*/ 182058 h 364066"/>
                <a:gd name="connsiteX8" fmla="*/ 182753 w 331529"/>
                <a:gd name="connsiteY8" fmla="*/ 170249 h 364066"/>
                <a:gd name="connsiteX9" fmla="*/ 100780 w 331529"/>
                <a:gd name="connsiteY9" fmla="*/ 81874 h 364066"/>
                <a:gd name="connsiteX10" fmla="*/ 95818 w 331529"/>
                <a:gd name="connsiteY10" fmla="*/ 79393 h 364066"/>
                <a:gd name="connsiteX11" fmla="*/ 39697 w 331529"/>
                <a:gd name="connsiteY11" fmla="*/ 79393 h 364066"/>
                <a:gd name="connsiteX12" fmla="*/ 0 w 331529"/>
                <a:gd name="connsiteY12" fmla="*/ 39697 h 364066"/>
                <a:gd name="connsiteX13" fmla="*/ 39697 w 331529"/>
                <a:gd name="connsiteY13" fmla="*/ 0 h 364066"/>
                <a:gd name="connsiteX14" fmla="*/ 95818 w 331529"/>
                <a:gd name="connsiteY14" fmla="*/ 0 h 364066"/>
                <a:gd name="connsiteX15" fmla="*/ 158886 w 331529"/>
                <a:gd name="connsiteY15" fmla="*/ 27887 h 364066"/>
                <a:gd name="connsiteX16" fmla="*/ 232374 w 331529"/>
                <a:gd name="connsiteY16" fmla="*/ 107280 h 364066"/>
                <a:gd name="connsiteX17" fmla="*/ 238974 w 331529"/>
                <a:gd name="connsiteY17" fmla="*/ 108669 h 364066"/>
                <a:gd name="connsiteX18" fmla="*/ 317474 w 331529"/>
                <a:gd name="connsiteY18" fmla="*/ 195506 h 364066"/>
                <a:gd name="connsiteX19" fmla="*/ 330821 w 331529"/>
                <a:gd name="connsiteY19" fmla="*/ 289140 h 364066"/>
                <a:gd name="connsiteX20" fmla="*/ 315340 w 331529"/>
                <a:gd name="connsiteY20" fmla="*/ 342383 h 364066"/>
                <a:gd name="connsiteX21" fmla="*/ 267803 w 331529"/>
                <a:gd name="connsiteY21" fmla="*/ 364067 h 364066"/>
                <a:gd name="connsiteX22" fmla="*/ 252222 w 331529"/>
                <a:gd name="connsiteY22" fmla="*/ 300156 h 364066"/>
                <a:gd name="connsiteX23" fmla="*/ 252222 w 331529"/>
                <a:gd name="connsiteY23" fmla="*/ 300156 h 36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1529" h="364066">
                  <a:moveTo>
                    <a:pt x="267803" y="364067"/>
                  </a:moveTo>
                  <a:lnTo>
                    <a:pt x="219870" y="364067"/>
                  </a:lnTo>
                  <a:cubicBezTo>
                    <a:pt x="197946" y="364067"/>
                    <a:pt x="180173" y="346294"/>
                    <a:pt x="180173" y="324370"/>
                  </a:cubicBezTo>
                  <a:cubicBezTo>
                    <a:pt x="180173" y="302447"/>
                    <a:pt x="197946" y="284674"/>
                    <a:pt x="219870" y="284674"/>
                  </a:cubicBezTo>
                  <a:lnTo>
                    <a:pt x="250138" y="284674"/>
                  </a:lnTo>
                  <a:lnTo>
                    <a:pt x="238974" y="206521"/>
                  </a:lnTo>
                  <a:cubicBezTo>
                    <a:pt x="238168" y="196935"/>
                    <a:pt x="231571" y="188822"/>
                    <a:pt x="222351" y="186078"/>
                  </a:cubicBezTo>
                  <a:lnTo>
                    <a:pt x="203495" y="182058"/>
                  </a:lnTo>
                  <a:cubicBezTo>
                    <a:pt x="195542" y="180319"/>
                    <a:pt x="188308" y="176200"/>
                    <a:pt x="182753" y="170249"/>
                  </a:cubicBezTo>
                  <a:lnTo>
                    <a:pt x="100780" y="81874"/>
                  </a:lnTo>
                  <a:cubicBezTo>
                    <a:pt x="99542" y="80394"/>
                    <a:pt x="97744" y="79495"/>
                    <a:pt x="95818" y="79393"/>
                  </a:cubicBez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5818" y="0"/>
                  </a:lnTo>
                  <a:cubicBezTo>
                    <a:pt x="119799" y="145"/>
                    <a:pt x="142642" y="10245"/>
                    <a:pt x="158886" y="27887"/>
                  </a:cubicBezTo>
                  <a:lnTo>
                    <a:pt x="232374" y="107280"/>
                  </a:lnTo>
                  <a:lnTo>
                    <a:pt x="238974" y="108669"/>
                  </a:lnTo>
                  <a:cubicBezTo>
                    <a:pt x="280657" y="118465"/>
                    <a:pt x="311920" y="153048"/>
                    <a:pt x="317474" y="195506"/>
                  </a:cubicBezTo>
                  <a:lnTo>
                    <a:pt x="330821" y="289140"/>
                  </a:lnTo>
                  <a:cubicBezTo>
                    <a:pt x="333633" y="308293"/>
                    <a:pt x="327983" y="327723"/>
                    <a:pt x="315340" y="342383"/>
                  </a:cubicBezTo>
                  <a:cubicBezTo>
                    <a:pt x="303378" y="356149"/>
                    <a:pt x="286040" y="364058"/>
                    <a:pt x="267803" y="364067"/>
                  </a:cubicBezTo>
                  <a:close/>
                  <a:moveTo>
                    <a:pt x="252222" y="300156"/>
                  </a:moveTo>
                  <a:lnTo>
                    <a:pt x="252222" y="30015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F179D9E3-29CE-D0B3-0D5D-50D68C48927E}"/>
                </a:ext>
              </a:extLst>
            </p:cNvPr>
            <p:cNvSpPr/>
            <p:nvPr/>
          </p:nvSpPr>
          <p:spPr>
            <a:xfrm>
              <a:off x="1528119" y="4907469"/>
              <a:ext cx="759181" cy="532034"/>
            </a:xfrm>
            <a:custGeom>
              <a:avLst/>
              <a:gdLst>
                <a:gd name="connsiteX0" fmla="*/ 135772 w 759181"/>
                <a:gd name="connsiteY0" fmla="*/ 532034 h 532034"/>
                <a:gd name="connsiteX1" fmla="*/ 63722 w 759181"/>
                <a:gd name="connsiteY1" fmla="*/ 532034 h 532034"/>
                <a:gd name="connsiteX2" fmla="*/ 5 w 759181"/>
                <a:gd name="connsiteY2" fmla="*/ 466748 h 532034"/>
                <a:gd name="connsiteX3" fmla="*/ 9 w 759181"/>
                <a:gd name="connsiteY3" fmla="*/ 466436 h 532034"/>
                <a:gd name="connsiteX4" fmla="*/ 9 w 759181"/>
                <a:gd name="connsiteY4" fmla="*/ 117106 h 532034"/>
                <a:gd name="connsiteX5" fmla="*/ 63461 w 759181"/>
                <a:gd name="connsiteY5" fmla="*/ 51561 h 532034"/>
                <a:gd name="connsiteX6" fmla="*/ 63722 w 759181"/>
                <a:gd name="connsiteY6" fmla="*/ 51557 h 532034"/>
                <a:gd name="connsiteX7" fmla="*/ 328747 w 759181"/>
                <a:gd name="connsiteY7" fmla="*/ 51557 h 532034"/>
                <a:gd name="connsiteX8" fmla="*/ 357576 w 759181"/>
                <a:gd name="connsiteY8" fmla="*/ 45553 h 532034"/>
                <a:gd name="connsiteX9" fmla="*/ 434687 w 759181"/>
                <a:gd name="connsiteY9" fmla="*/ 12307 h 532034"/>
                <a:gd name="connsiteX10" fmla="*/ 495026 w 759181"/>
                <a:gd name="connsiteY10" fmla="*/ 1 h 532034"/>
                <a:gd name="connsiteX11" fmla="*/ 633567 w 759181"/>
                <a:gd name="connsiteY11" fmla="*/ 1 h 532034"/>
                <a:gd name="connsiteX12" fmla="*/ 731915 w 759181"/>
                <a:gd name="connsiteY12" fmla="*/ 61233 h 532034"/>
                <a:gd name="connsiteX13" fmla="*/ 751764 w 759181"/>
                <a:gd name="connsiteY13" fmla="*/ 99292 h 532034"/>
                <a:gd name="connsiteX14" fmla="*/ 749432 w 759181"/>
                <a:gd name="connsiteY14" fmla="*/ 164941 h 532034"/>
                <a:gd name="connsiteX15" fmla="*/ 695494 w 759181"/>
                <a:gd name="connsiteY15" fmla="*/ 195606 h 532034"/>
                <a:gd name="connsiteX16" fmla="*/ 571591 w 759181"/>
                <a:gd name="connsiteY16" fmla="*/ 195606 h 532034"/>
                <a:gd name="connsiteX17" fmla="*/ 571591 w 759181"/>
                <a:gd name="connsiteY17" fmla="*/ 220416 h 532034"/>
                <a:gd name="connsiteX18" fmla="*/ 531894 w 759181"/>
                <a:gd name="connsiteY18" fmla="*/ 260113 h 532034"/>
                <a:gd name="connsiteX19" fmla="*/ 492198 w 759181"/>
                <a:gd name="connsiteY19" fmla="*/ 220416 h 532034"/>
                <a:gd name="connsiteX20" fmla="*/ 492198 w 759181"/>
                <a:gd name="connsiteY20" fmla="*/ 155910 h 532034"/>
                <a:gd name="connsiteX21" fmla="*/ 531894 w 759181"/>
                <a:gd name="connsiteY21" fmla="*/ 116213 h 532034"/>
                <a:gd name="connsiteX22" fmla="*/ 670832 w 759181"/>
                <a:gd name="connsiteY22" fmla="*/ 116213 h 532034"/>
                <a:gd name="connsiteX23" fmla="*/ 661206 w 759181"/>
                <a:gd name="connsiteY23" fmla="*/ 97605 h 532034"/>
                <a:gd name="connsiteX24" fmla="*/ 633567 w 759181"/>
                <a:gd name="connsiteY24" fmla="*/ 79394 h 532034"/>
                <a:gd name="connsiteX25" fmla="*/ 495026 w 759181"/>
                <a:gd name="connsiteY25" fmla="*/ 79394 h 532034"/>
                <a:gd name="connsiteX26" fmla="*/ 466147 w 759181"/>
                <a:gd name="connsiteY26" fmla="*/ 85399 h 532034"/>
                <a:gd name="connsiteX27" fmla="*/ 389036 w 759181"/>
                <a:gd name="connsiteY27" fmla="*/ 118446 h 532034"/>
                <a:gd name="connsiteX28" fmla="*/ 328747 w 759181"/>
                <a:gd name="connsiteY28" fmla="*/ 130950 h 532034"/>
                <a:gd name="connsiteX29" fmla="*/ 79403 w 759181"/>
                <a:gd name="connsiteY29" fmla="*/ 130950 h 532034"/>
                <a:gd name="connsiteX30" fmla="*/ 79403 w 759181"/>
                <a:gd name="connsiteY30" fmla="*/ 452641 h 532034"/>
                <a:gd name="connsiteX31" fmla="*/ 135772 w 759181"/>
                <a:gd name="connsiteY31" fmla="*/ 452641 h 532034"/>
                <a:gd name="connsiteX32" fmla="*/ 175468 w 759181"/>
                <a:gd name="connsiteY32" fmla="*/ 492338 h 532034"/>
                <a:gd name="connsiteX33" fmla="*/ 135772 w 759181"/>
                <a:gd name="connsiteY33" fmla="*/ 532034 h 53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59181" h="532034">
                  <a:moveTo>
                    <a:pt x="135772" y="532034"/>
                  </a:moveTo>
                  <a:lnTo>
                    <a:pt x="63722" y="532034"/>
                  </a:lnTo>
                  <a:cubicBezTo>
                    <a:pt x="28099" y="531601"/>
                    <a:pt x="-428" y="502371"/>
                    <a:pt x="5" y="466748"/>
                  </a:cubicBezTo>
                  <a:cubicBezTo>
                    <a:pt x="6" y="466644"/>
                    <a:pt x="8" y="466540"/>
                    <a:pt x="9" y="466436"/>
                  </a:cubicBezTo>
                  <a:lnTo>
                    <a:pt x="9" y="117106"/>
                  </a:lnTo>
                  <a:cubicBezTo>
                    <a:pt x="-569" y="81485"/>
                    <a:pt x="27840" y="52139"/>
                    <a:pt x="63461" y="51561"/>
                  </a:cubicBezTo>
                  <a:cubicBezTo>
                    <a:pt x="63548" y="51560"/>
                    <a:pt x="63635" y="51558"/>
                    <a:pt x="63722" y="51557"/>
                  </a:cubicBezTo>
                  <a:lnTo>
                    <a:pt x="328747" y="51557"/>
                  </a:lnTo>
                  <a:cubicBezTo>
                    <a:pt x="338666" y="51544"/>
                    <a:pt x="348477" y="49500"/>
                    <a:pt x="357576" y="45553"/>
                  </a:cubicBezTo>
                  <a:lnTo>
                    <a:pt x="434687" y="12307"/>
                  </a:lnTo>
                  <a:cubicBezTo>
                    <a:pt x="453741" y="4103"/>
                    <a:pt x="474281" y="-87"/>
                    <a:pt x="495026" y="1"/>
                  </a:cubicBezTo>
                  <a:lnTo>
                    <a:pt x="633567" y="1"/>
                  </a:lnTo>
                  <a:cubicBezTo>
                    <a:pt x="675256" y="295"/>
                    <a:pt x="713255" y="23953"/>
                    <a:pt x="731915" y="61233"/>
                  </a:cubicBezTo>
                  <a:lnTo>
                    <a:pt x="751764" y="99292"/>
                  </a:lnTo>
                  <a:cubicBezTo>
                    <a:pt x="762427" y="120098"/>
                    <a:pt x="761545" y="144944"/>
                    <a:pt x="749432" y="164941"/>
                  </a:cubicBezTo>
                  <a:cubicBezTo>
                    <a:pt x="738093" y="183933"/>
                    <a:pt x="717613" y="195576"/>
                    <a:pt x="695494" y="195606"/>
                  </a:cubicBezTo>
                  <a:lnTo>
                    <a:pt x="571591" y="195606"/>
                  </a:lnTo>
                  <a:lnTo>
                    <a:pt x="571591" y="220416"/>
                  </a:lnTo>
                  <a:cubicBezTo>
                    <a:pt x="571591" y="242340"/>
                    <a:pt x="553818" y="260113"/>
                    <a:pt x="531894" y="260113"/>
                  </a:cubicBezTo>
                  <a:cubicBezTo>
                    <a:pt x="509970" y="260113"/>
                    <a:pt x="492198" y="242340"/>
                    <a:pt x="492198" y="220416"/>
                  </a:cubicBezTo>
                  <a:lnTo>
                    <a:pt x="492198" y="155910"/>
                  </a:lnTo>
                  <a:cubicBezTo>
                    <a:pt x="492198" y="133986"/>
                    <a:pt x="509970" y="116213"/>
                    <a:pt x="531894" y="116213"/>
                  </a:cubicBezTo>
                  <a:lnTo>
                    <a:pt x="670832" y="116213"/>
                  </a:lnTo>
                  <a:lnTo>
                    <a:pt x="661206" y="97605"/>
                  </a:lnTo>
                  <a:cubicBezTo>
                    <a:pt x="656117" y="86850"/>
                    <a:pt x="645458" y="79827"/>
                    <a:pt x="633567" y="79394"/>
                  </a:cubicBezTo>
                  <a:lnTo>
                    <a:pt x="495026" y="79394"/>
                  </a:lnTo>
                  <a:cubicBezTo>
                    <a:pt x="485088" y="79378"/>
                    <a:pt x="475255" y="81423"/>
                    <a:pt x="466147" y="85399"/>
                  </a:cubicBezTo>
                  <a:lnTo>
                    <a:pt x="389036" y="118446"/>
                  </a:lnTo>
                  <a:cubicBezTo>
                    <a:pt x="370005" y="126690"/>
                    <a:pt x="349487" y="130946"/>
                    <a:pt x="328747" y="130950"/>
                  </a:cubicBezTo>
                  <a:lnTo>
                    <a:pt x="79403" y="130950"/>
                  </a:lnTo>
                  <a:lnTo>
                    <a:pt x="79403" y="452641"/>
                  </a:lnTo>
                  <a:lnTo>
                    <a:pt x="135772" y="452641"/>
                  </a:lnTo>
                  <a:cubicBezTo>
                    <a:pt x="157696" y="452641"/>
                    <a:pt x="175468" y="470414"/>
                    <a:pt x="175468" y="492338"/>
                  </a:cubicBezTo>
                  <a:cubicBezTo>
                    <a:pt x="175468" y="514262"/>
                    <a:pt x="157696" y="532034"/>
                    <a:pt x="135772" y="53203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0F5F13E1-5BE3-A005-3D71-C1415E3283F2}"/>
                </a:ext>
              </a:extLst>
            </p:cNvPr>
            <p:cNvSpPr/>
            <p:nvPr/>
          </p:nvSpPr>
          <p:spPr>
            <a:xfrm>
              <a:off x="1624393" y="5295802"/>
              <a:ext cx="199475" cy="208406"/>
            </a:xfrm>
            <a:custGeom>
              <a:avLst/>
              <a:gdLst>
                <a:gd name="connsiteX0" fmla="*/ 99738 w 199475"/>
                <a:gd name="connsiteY0" fmla="*/ 208407 h 208406"/>
                <a:gd name="connsiteX1" fmla="*/ 0 w 199475"/>
                <a:gd name="connsiteY1" fmla="*/ 104203 h 208406"/>
                <a:gd name="connsiteX2" fmla="*/ 99738 w 199475"/>
                <a:gd name="connsiteY2" fmla="*/ 0 h 208406"/>
                <a:gd name="connsiteX3" fmla="*/ 199475 w 199475"/>
                <a:gd name="connsiteY3" fmla="*/ 104203 h 208406"/>
                <a:gd name="connsiteX4" fmla="*/ 99738 w 199475"/>
                <a:gd name="connsiteY4" fmla="*/ 208407 h 208406"/>
                <a:gd name="connsiteX5" fmla="*/ 99738 w 199475"/>
                <a:gd name="connsiteY5" fmla="*/ 78996 h 208406"/>
                <a:gd name="connsiteX6" fmla="*/ 79393 w 199475"/>
                <a:gd name="connsiteY6" fmla="*/ 103806 h 208406"/>
                <a:gd name="connsiteX7" fmla="*/ 99738 w 199475"/>
                <a:gd name="connsiteY7" fmla="*/ 128617 h 208406"/>
                <a:gd name="connsiteX8" fmla="*/ 120082 w 199475"/>
                <a:gd name="connsiteY8" fmla="*/ 103806 h 208406"/>
                <a:gd name="connsiteX9" fmla="*/ 99738 w 199475"/>
                <a:gd name="connsiteY9" fmla="*/ 78996 h 20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475" h="208406">
                  <a:moveTo>
                    <a:pt x="99738" y="208407"/>
                  </a:moveTo>
                  <a:cubicBezTo>
                    <a:pt x="44758" y="208407"/>
                    <a:pt x="0" y="161565"/>
                    <a:pt x="0" y="104203"/>
                  </a:cubicBezTo>
                  <a:cubicBezTo>
                    <a:pt x="0" y="46842"/>
                    <a:pt x="44659" y="0"/>
                    <a:pt x="99738" y="0"/>
                  </a:cubicBezTo>
                  <a:cubicBezTo>
                    <a:pt x="154817" y="0"/>
                    <a:pt x="199475" y="46842"/>
                    <a:pt x="199475" y="104203"/>
                  </a:cubicBezTo>
                  <a:cubicBezTo>
                    <a:pt x="199475" y="161565"/>
                    <a:pt x="154321" y="208407"/>
                    <a:pt x="99738" y="208407"/>
                  </a:cubicBezTo>
                  <a:close/>
                  <a:moveTo>
                    <a:pt x="99738" y="78996"/>
                  </a:moveTo>
                  <a:cubicBezTo>
                    <a:pt x="88722" y="78996"/>
                    <a:pt x="79393" y="90458"/>
                    <a:pt x="79393" y="103806"/>
                  </a:cubicBezTo>
                  <a:cubicBezTo>
                    <a:pt x="79393" y="117154"/>
                    <a:pt x="88722" y="128617"/>
                    <a:pt x="99738" y="128617"/>
                  </a:cubicBezTo>
                  <a:cubicBezTo>
                    <a:pt x="110754" y="128617"/>
                    <a:pt x="120082" y="117154"/>
                    <a:pt x="120082" y="103806"/>
                  </a:cubicBezTo>
                  <a:cubicBezTo>
                    <a:pt x="120082" y="90458"/>
                    <a:pt x="110505" y="78996"/>
                    <a:pt x="99738" y="789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B3994000-7932-ADD6-F01F-BF6C12591C18}"/>
                </a:ext>
              </a:extLst>
            </p:cNvPr>
            <p:cNvSpPr/>
            <p:nvPr/>
          </p:nvSpPr>
          <p:spPr>
            <a:xfrm>
              <a:off x="2080358" y="5295802"/>
              <a:ext cx="199425" cy="208406"/>
            </a:xfrm>
            <a:custGeom>
              <a:avLst/>
              <a:gdLst>
                <a:gd name="connsiteX0" fmla="*/ 99738 w 199425"/>
                <a:gd name="connsiteY0" fmla="*/ 208407 h 208406"/>
                <a:gd name="connsiteX1" fmla="*/ 0 w 199425"/>
                <a:gd name="connsiteY1" fmla="*/ 104203 h 208406"/>
                <a:gd name="connsiteX2" fmla="*/ 99738 w 199425"/>
                <a:gd name="connsiteY2" fmla="*/ 0 h 208406"/>
                <a:gd name="connsiteX3" fmla="*/ 199426 w 199425"/>
                <a:gd name="connsiteY3" fmla="*/ 104203 h 208406"/>
                <a:gd name="connsiteX4" fmla="*/ 99738 w 199425"/>
                <a:gd name="connsiteY4" fmla="*/ 208407 h 208406"/>
                <a:gd name="connsiteX5" fmla="*/ 99738 w 199425"/>
                <a:gd name="connsiteY5" fmla="*/ 78996 h 208406"/>
                <a:gd name="connsiteX6" fmla="*/ 79393 w 199425"/>
                <a:gd name="connsiteY6" fmla="*/ 103806 h 208406"/>
                <a:gd name="connsiteX7" fmla="*/ 99738 w 199425"/>
                <a:gd name="connsiteY7" fmla="*/ 128617 h 208406"/>
                <a:gd name="connsiteX8" fmla="*/ 120033 w 199425"/>
                <a:gd name="connsiteY8" fmla="*/ 103806 h 208406"/>
                <a:gd name="connsiteX9" fmla="*/ 99738 w 199425"/>
                <a:gd name="connsiteY9" fmla="*/ 78996 h 20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425" h="208406">
                  <a:moveTo>
                    <a:pt x="99738" y="208407"/>
                  </a:moveTo>
                  <a:cubicBezTo>
                    <a:pt x="44758" y="208407"/>
                    <a:pt x="0" y="161565"/>
                    <a:pt x="0" y="104203"/>
                  </a:cubicBezTo>
                  <a:cubicBezTo>
                    <a:pt x="0" y="46842"/>
                    <a:pt x="44659" y="0"/>
                    <a:pt x="99738" y="0"/>
                  </a:cubicBezTo>
                  <a:cubicBezTo>
                    <a:pt x="154817" y="0"/>
                    <a:pt x="199426" y="46842"/>
                    <a:pt x="199426" y="104203"/>
                  </a:cubicBezTo>
                  <a:cubicBezTo>
                    <a:pt x="199426" y="161565"/>
                    <a:pt x="154866" y="208407"/>
                    <a:pt x="99738" y="208407"/>
                  </a:cubicBezTo>
                  <a:close/>
                  <a:moveTo>
                    <a:pt x="99738" y="78996"/>
                  </a:moveTo>
                  <a:cubicBezTo>
                    <a:pt x="88722" y="78996"/>
                    <a:pt x="79393" y="90458"/>
                    <a:pt x="79393" y="103806"/>
                  </a:cubicBezTo>
                  <a:cubicBezTo>
                    <a:pt x="79393" y="117154"/>
                    <a:pt x="88722" y="128617"/>
                    <a:pt x="99738" y="128617"/>
                  </a:cubicBezTo>
                  <a:cubicBezTo>
                    <a:pt x="110754" y="128617"/>
                    <a:pt x="120033" y="117154"/>
                    <a:pt x="120033" y="103806"/>
                  </a:cubicBezTo>
                  <a:cubicBezTo>
                    <a:pt x="120033" y="90458"/>
                    <a:pt x="110754" y="78996"/>
                    <a:pt x="99738" y="7899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44034C9D-644F-C5A4-FF7F-AE963CBD8FE5}"/>
                </a:ext>
              </a:extLst>
            </p:cNvPr>
            <p:cNvSpPr/>
            <p:nvPr/>
          </p:nvSpPr>
          <p:spPr>
            <a:xfrm>
              <a:off x="1891650" y="5204847"/>
              <a:ext cx="103409" cy="79393"/>
            </a:xfrm>
            <a:custGeom>
              <a:avLst/>
              <a:gdLst>
                <a:gd name="connsiteX0" fmla="*/ 63713 w 103409"/>
                <a:gd name="connsiteY0" fmla="*/ 79393 h 79393"/>
                <a:gd name="connsiteX1" fmla="*/ 39697 w 103409"/>
                <a:gd name="connsiteY1" fmla="*/ 79393 h 79393"/>
                <a:gd name="connsiteX2" fmla="*/ 0 w 103409"/>
                <a:gd name="connsiteY2" fmla="*/ 39697 h 79393"/>
                <a:gd name="connsiteX3" fmla="*/ 39697 w 103409"/>
                <a:gd name="connsiteY3" fmla="*/ 0 h 79393"/>
                <a:gd name="connsiteX4" fmla="*/ 63713 w 103409"/>
                <a:gd name="connsiteY4" fmla="*/ 0 h 79393"/>
                <a:gd name="connsiteX5" fmla="*/ 103410 w 103409"/>
                <a:gd name="connsiteY5" fmla="*/ 39697 h 79393"/>
                <a:gd name="connsiteX6" fmla="*/ 63713 w 103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09" h="79393">
                  <a:moveTo>
                    <a:pt x="6371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3713" y="0"/>
                  </a:lnTo>
                  <a:cubicBezTo>
                    <a:pt x="85637" y="0"/>
                    <a:pt x="103410" y="17773"/>
                    <a:pt x="103410" y="39697"/>
                  </a:cubicBezTo>
                  <a:cubicBezTo>
                    <a:pt x="103410" y="61620"/>
                    <a:pt x="85637" y="79393"/>
                    <a:pt x="6371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C6D9FA2B-D732-A492-519A-C99DB8203310}"/>
                </a:ext>
              </a:extLst>
            </p:cNvPr>
            <p:cNvSpPr/>
            <p:nvPr/>
          </p:nvSpPr>
          <p:spPr>
            <a:xfrm>
              <a:off x="1795585" y="5062535"/>
              <a:ext cx="199475" cy="376968"/>
            </a:xfrm>
            <a:custGeom>
              <a:avLst/>
              <a:gdLst>
                <a:gd name="connsiteX0" fmla="*/ 159779 w 199475"/>
                <a:gd name="connsiteY0" fmla="*/ 376968 h 376968"/>
                <a:gd name="connsiteX1" fmla="*/ 120082 w 199475"/>
                <a:gd name="connsiteY1" fmla="*/ 337272 h 376968"/>
                <a:gd name="connsiteX2" fmla="*/ 120082 w 199475"/>
                <a:gd name="connsiteY2" fmla="*/ 79244 h 376968"/>
                <a:gd name="connsiteX3" fmla="*/ 79393 w 199475"/>
                <a:gd name="connsiteY3" fmla="*/ 79244 h 376968"/>
                <a:gd name="connsiteX4" fmla="*/ 79393 w 199475"/>
                <a:gd name="connsiteY4" fmla="*/ 337272 h 376968"/>
                <a:gd name="connsiteX5" fmla="*/ 39697 w 199475"/>
                <a:gd name="connsiteY5" fmla="*/ 376968 h 376968"/>
                <a:gd name="connsiteX6" fmla="*/ 0 w 199475"/>
                <a:gd name="connsiteY6" fmla="*/ 337272 h 376968"/>
                <a:gd name="connsiteX7" fmla="*/ 0 w 199475"/>
                <a:gd name="connsiteY7" fmla="*/ 78500 h 376968"/>
                <a:gd name="connsiteX8" fmla="*/ 75721 w 199475"/>
                <a:gd name="connsiteY8" fmla="*/ 0 h 376968"/>
                <a:gd name="connsiteX9" fmla="*/ 123754 w 199475"/>
                <a:gd name="connsiteY9" fmla="*/ 0 h 376968"/>
                <a:gd name="connsiteX10" fmla="*/ 199475 w 199475"/>
                <a:gd name="connsiteY10" fmla="*/ 78500 h 376968"/>
                <a:gd name="connsiteX11" fmla="*/ 199475 w 199475"/>
                <a:gd name="connsiteY11" fmla="*/ 337272 h 376968"/>
                <a:gd name="connsiteX12" fmla="*/ 159779 w 199475"/>
                <a:gd name="connsiteY12" fmla="*/ 376968 h 37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475" h="376968">
                  <a:moveTo>
                    <a:pt x="159779" y="376968"/>
                  </a:moveTo>
                  <a:cubicBezTo>
                    <a:pt x="137855" y="376968"/>
                    <a:pt x="120082" y="359196"/>
                    <a:pt x="120082" y="337272"/>
                  </a:cubicBezTo>
                  <a:lnTo>
                    <a:pt x="120082" y="79244"/>
                  </a:lnTo>
                  <a:lnTo>
                    <a:pt x="79393" y="79244"/>
                  </a:lnTo>
                  <a:lnTo>
                    <a:pt x="79393" y="337272"/>
                  </a:lnTo>
                  <a:cubicBezTo>
                    <a:pt x="79393" y="359196"/>
                    <a:pt x="61620" y="376968"/>
                    <a:pt x="39697" y="376968"/>
                  </a:cubicBezTo>
                  <a:cubicBezTo>
                    <a:pt x="17773" y="376968"/>
                    <a:pt x="0" y="359196"/>
                    <a:pt x="0" y="337272"/>
                  </a:cubicBezTo>
                  <a:lnTo>
                    <a:pt x="0" y="78500"/>
                  </a:lnTo>
                  <a:cubicBezTo>
                    <a:pt x="0" y="35231"/>
                    <a:pt x="33990" y="0"/>
                    <a:pt x="75721" y="0"/>
                  </a:cubicBezTo>
                  <a:lnTo>
                    <a:pt x="123754" y="0"/>
                  </a:lnTo>
                  <a:cubicBezTo>
                    <a:pt x="165485" y="0"/>
                    <a:pt x="199475" y="35231"/>
                    <a:pt x="199475" y="78500"/>
                  </a:cubicBezTo>
                  <a:lnTo>
                    <a:pt x="199475" y="337272"/>
                  </a:lnTo>
                  <a:cubicBezTo>
                    <a:pt x="199475" y="359196"/>
                    <a:pt x="181703" y="376968"/>
                    <a:pt x="159779" y="3769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2D3D4F5F-F3F7-E337-A0AD-727ACC946ED9}"/>
                </a:ext>
              </a:extLst>
            </p:cNvPr>
            <p:cNvSpPr/>
            <p:nvPr/>
          </p:nvSpPr>
          <p:spPr>
            <a:xfrm>
              <a:off x="2019622" y="5096029"/>
              <a:ext cx="175905" cy="178634"/>
            </a:xfrm>
            <a:custGeom>
              <a:avLst/>
              <a:gdLst>
                <a:gd name="connsiteX0" fmla="*/ 136209 w 175905"/>
                <a:gd name="connsiteY0" fmla="*/ 178634 h 178634"/>
                <a:gd name="connsiteX1" fmla="*/ 136209 w 175905"/>
                <a:gd name="connsiteY1" fmla="*/ 178634 h 178634"/>
                <a:gd name="connsiteX2" fmla="*/ 71702 w 175905"/>
                <a:gd name="connsiteY2" fmla="*/ 178287 h 178634"/>
                <a:gd name="connsiteX3" fmla="*/ 0 w 175905"/>
                <a:gd name="connsiteY3" fmla="*/ 98894 h 178634"/>
                <a:gd name="connsiteX4" fmla="*/ 0 w 175905"/>
                <a:gd name="connsiteY4" fmla="*/ 39697 h 178634"/>
                <a:gd name="connsiteX5" fmla="*/ 39697 w 175905"/>
                <a:gd name="connsiteY5" fmla="*/ 0 h 178634"/>
                <a:gd name="connsiteX6" fmla="*/ 79393 w 175905"/>
                <a:gd name="connsiteY6" fmla="*/ 39697 h 178634"/>
                <a:gd name="connsiteX7" fmla="*/ 79393 w 175905"/>
                <a:gd name="connsiteY7" fmla="*/ 98944 h 178634"/>
                <a:gd name="connsiteX8" fmla="*/ 136209 w 175905"/>
                <a:gd name="connsiteY8" fmla="*/ 99241 h 178634"/>
                <a:gd name="connsiteX9" fmla="*/ 175906 w 175905"/>
                <a:gd name="connsiteY9" fmla="*/ 138938 h 178634"/>
                <a:gd name="connsiteX10" fmla="*/ 136209 w 175905"/>
                <a:gd name="connsiteY10" fmla="*/ 178634 h 178634"/>
                <a:gd name="connsiteX11" fmla="*/ 79939 w 175905"/>
                <a:gd name="connsiteY11" fmla="*/ 102070 h 178634"/>
                <a:gd name="connsiteX12" fmla="*/ 79939 w 175905"/>
                <a:gd name="connsiteY12" fmla="*/ 102070 h 178634"/>
                <a:gd name="connsiteX13" fmla="*/ 71702 w 175905"/>
                <a:gd name="connsiteY13" fmla="*/ 98894 h 178634"/>
                <a:gd name="connsiteX14" fmla="*/ 71702 w 175905"/>
                <a:gd name="connsiteY14" fmla="*/ 9889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905" h="178634">
                  <a:moveTo>
                    <a:pt x="136209" y="178634"/>
                  </a:moveTo>
                  <a:lnTo>
                    <a:pt x="136209" y="178634"/>
                  </a:lnTo>
                  <a:lnTo>
                    <a:pt x="71702" y="178287"/>
                  </a:lnTo>
                  <a:cubicBezTo>
                    <a:pt x="32005" y="178287"/>
                    <a:pt x="0" y="142709"/>
                    <a:pt x="0" y="988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98944"/>
                  </a:lnTo>
                  <a:lnTo>
                    <a:pt x="136209" y="99241"/>
                  </a:lnTo>
                  <a:cubicBezTo>
                    <a:pt x="158133" y="99241"/>
                    <a:pt x="175906" y="117014"/>
                    <a:pt x="175906" y="138938"/>
                  </a:cubicBezTo>
                  <a:cubicBezTo>
                    <a:pt x="175906" y="160862"/>
                    <a:pt x="158133" y="178634"/>
                    <a:pt x="136209" y="178634"/>
                  </a:cubicBezTo>
                  <a:close/>
                  <a:moveTo>
                    <a:pt x="79939" y="102070"/>
                  </a:moveTo>
                  <a:lnTo>
                    <a:pt x="79939" y="102070"/>
                  </a:lnTo>
                  <a:close/>
                  <a:moveTo>
                    <a:pt x="71702" y="98894"/>
                  </a:moveTo>
                  <a:lnTo>
                    <a:pt x="71702" y="9889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FA6AF465-1DE5-C177-E341-15E7C3694ECF}"/>
                </a:ext>
              </a:extLst>
            </p:cNvPr>
            <p:cNvSpPr/>
            <p:nvPr/>
          </p:nvSpPr>
          <p:spPr>
            <a:xfrm>
              <a:off x="1619927" y="5096029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6211BE49-DB4D-ADE6-B32F-2F96A80653FD}"/>
              </a:ext>
            </a:extLst>
          </p:cNvPr>
          <p:cNvGrpSpPr/>
          <p:nvPr/>
        </p:nvGrpSpPr>
        <p:grpSpPr>
          <a:xfrm>
            <a:off x="2891306" y="4780888"/>
            <a:ext cx="732334" cy="823802"/>
            <a:chOff x="2891306" y="4780888"/>
            <a:chExt cx="732334" cy="823802"/>
          </a:xfrm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E459404F-B076-88FD-E259-BC9BDD99DF74}"/>
                </a:ext>
              </a:extLst>
            </p:cNvPr>
            <p:cNvSpPr/>
            <p:nvPr/>
          </p:nvSpPr>
          <p:spPr>
            <a:xfrm>
              <a:off x="2891802" y="5031901"/>
              <a:ext cx="479879" cy="479949"/>
            </a:xfrm>
            <a:custGeom>
              <a:avLst/>
              <a:gdLst>
                <a:gd name="connsiteX0" fmla="*/ 39678 w 479879"/>
                <a:gd name="connsiteY0" fmla="*/ 479949 h 479949"/>
                <a:gd name="connsiteX1" fmla="*/ 0 w 479879"/>
                <a:gd name="connsiteY1" fmla="*/ 440235 h 479949"/>
                <a:gd name="connsiteX2" fmla="*/ 11593 w 479879"/>
                <a:gd name="connsiteY2" fmla="*/ 412217 h 479949"/>
                <a:gd name="connsiteX3" fmla="*/ 410742 w 479879"/>
                <a:gd name="connsiteY3" fmla="*/ 13068 h 479949"/>
                <a:gd name="connsiteX4" fmla="*/ 466811 w 479879"/>
                <a:gd name="connsiteY4" fmla="*/ 10256 h 479949"/>
                <a:gd name="connsiteX5" fmla="*/ 469623 w 479879"/>
                <a:gd name="connsiteY5" fmla="*/ 66325 h 479949"/>
                <a:gd name="connsiteX6" fmla="*/ 466863 w 479879"/>
                <a:gd name="connsiteY6" fmla="*/ 69090 h 479949"/>
                <a:gd name="connsiteX7" fmla="*/ 67764 w 479879"/>
                <a:gd name="connsiteY7" fmla="*/ 468338 h 479949"/>
                <a:gd name="connsiteX8" fmla="*/ 39678 w 479879"/>
                <a:gd name="connsiteY8" fmla="*/ 479949 h 47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9879" h="479949">
                  <a:moveTo>
                    <a:pt x="39678" y="479949"/>
                  </a:moveTo>
                  <a:cubicBezTo>
                    <a:pt x="17754" y="479939"/>
                    <a:pt x="-10" y="462158"/>
                    <a:pt x="0" y="440235"/>
                  </a:cubicBezTo>
                  <a:cubicBezTo>
                    <a:pt x="5" y="429729"/>
                    <a:pt x="4174" y="419654"/>
                    <a:pt x="11593" y="412217"/>
                  </a:cubicBezTo>
                  <a:lnTo>
                    <a:pt x="410742" y="13068"/>
                  </a:lnTo>
                  <a:cubicBezTo>
                    <a:pt x="425449" y="-3191"/>
                    <a:pt x="450552" y="-4450"/>
                    <a:pt x="466811" y="10256"/>
                  </a:cubicBezTo>
                  <a:cubicBezTo>
                    <a:pt x="483071" y="24963"/>
                    <a:pt x="484330" y="50066"/>
                    <a:pt x="469623" y="66325"/>
                  </a:cubicBezTo>
                  <a:cubicBezTo>
                    <a:pt x="468749" y="67292"/>
                    <a:pt x="467828" y="68214"/>
                    <a:pt x="466863" y="69090"/>
                  </a:cubicBezTo>
                  <a:lnTo>
                    <a:pt x="67764" y="468338"/>
                  </a:lnTo>
                  <a:cubicBezTo>
                    <a:pt x="60313" y="475781"/>
                    <a:pt x="50210" y="479958"/>
                    <a:pt x="39678" y="47994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8FA272E2-7A09-CEA4-4C23-51C6067DFF23}"/>
                </a:ext>
              </a:extLst>
            </p:cNvPr>
            <p:cNvSpPr/>
            <p:nvPr/>
          </p:nvSpPr>
          <p:spPr>
            <a:xfrm>
              <a:off x="3171393" y="5106696"/>
              <a:ext cx="172914" cy="172929"/>
            </a:xfrm>
            <a:custGeom>
              <a:avLst/>
              <a:gdLst>
                <a:gd name="connsiteX0" fmla="*/ 133236 w 172914"/>
                <a:gd name="connsiteY0" fmla="*/ 172929 h 172929"/>
                <a:gd name="connsiteX1" fmla="*/ 105150 w 172914"/>
                <a:gd name="connsiteY1" fmla="*/ 161269 h 172929"/>
                <a:gd name="connsiteX2" fmla="*/ 10871 w 172914"/>
                <a:gd name="connsiteY2" fmla="*/ 66989 h 172929"/>
                <a:gd name="connsiteX3" fmla="*/ 12404 w 172914"/>
                <a:gd name="connsiteY3" fmla="*/ 10871 h 172929"/>
                <a:gd name="connsiteX4" fmla="*/ 67091 w 172914"/>
                <a:gd name="connsiteY4" fmla="*/ 10967 h 172929"/>
                <a:gd name="connsiteX5" fmla="*/ 161371 w 172914"/>
                <a:gd name="connsiteY5" fmla="*/ 105247 h 172929"/>
                <a:gd name="connsiteX6" fmla="*/ 161204 w 172914"/>
                <a:gd name="connsiteY6" fmla="*/ 161386 h 172929"/>
                <a:gd name="connsiteX7" fmla="*/ 133236 w 172914"/>
                <a:gd name="connsiteY7" fmla="*/ 172929 h 17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914" h="172929">
                  <a:moveTo>
                    <a:pt x="133236" y="172929"/>
                  </a:moveTo>
                  <a:cubicBezTo>
                    <a:pt x="122697" y="172925"/>
                    <a:pt x="112593" y="168729"/>
                    <a:pt x="105150" y="161269"/>
                  </a:cubicBezTo>
                  <a:lnTo>
                    <a:pt x="10871" y="66989"/>
                  </a:lnTo>
                  <a:cubicBezTo>
                    <a:pt x="-4202" y="51069"/>
                    <a:pt x="-3516" y="25944"/>
                    <a:pt x="12404" y="10871"/>
                  </a:cubicBezTo>
                  <a:cubicBezTo>
                    <a:pt x="27752" y="-3661"/>
                    <a:pt x="51795" y="-3618"/>
                    <a:pt x="67091" y="10967"/>
                  </a:cubicBezTo>
                  <a:lnTo>
                    <a:pt x="161371" y="105247"/>
                  </a:lnTo>
                  <a:cubicBezTo>
                    <a:pt x="176827" y="120795"/>
                    <a:pt x="176752" y="145930"/>
                    <a:pt x="161204" y="161386"/>
                  </a:cubicBezTo>
                  <a:cubicBezTo>
                    <a:pt x="153770" y="168775"/>
                    <a:pt x="143717" y="172925"/>
                    <a:pt x="133236" y="1729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5BFC21CE-DF92-2B49-FE29-703C326ED6B6}"/>
                </a:ext>
              </a:extLst>
            </p:cNvPr>
            <p:cNvSpPr/>
            <p:nvPr/>
          </p:nvSpPr>
          <p:spPr>
            <a:xfrm>
              <a:off x="2891482" y="5430989"/>
              <a:ext cx="173708" cy="173701"/>
            </a:xfrm>
            <a:custGeom>
              <a:avLst/>
              <a:gdLst>
                <a:gd name="connsiteX0" fmla="*/ 133981 w 173708"/>
                <a:gd name="connsiteY0" fmla="*/ 173652 h 173701"/>
                <a:gd name="connsiteX1" fmla="*/ 105895 w 173708"/>
                <a:gd name="connsiteY1" fmla="*/ 162041 h 173701"/>
                <a:gd name="connsiteX2" fmla="*/ 11616 w 173708"/>
                <a:gd name="connsiteY2" fmla="*/ 67762 h 173701"/>
                <a:gd name="connsiteX3" fmla="*/ 11641 w 173708"/>
                <a:gd name="connsiteY3" fmla="*/ 11616 h 173701"/>
                <a:gd name="connsiteX4" fmla="*/ 67786 w 173708"/>
                <a:gd name="connsiteY4" fmla="*/ 11641 h 173701"/>
                <a:gd name="connsiteX5" fmla="*/ 162066 w 173708"/>
                <a:gd name="connsiteY5" fmla="*/ 105920 h 173701"/>
                <a:gd name="connsiteX6" fmla="*/ 162097 w 173708"/>
                <a:gd name="connsiteY6" fmla="*/ 162059 h 173701"/>
                <a:gd name="connsiteX7" fmla="*/ 133981 w 173708"/>
                <a:gd name="connsiteY7" fmla="*/ 173702 h 17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08" h="173701">
                  <a:moveTo>
                    <a:pt x="133981" y="173652"/>
                  </a:moveTo>
                  <a:cubicBezTo>
                    <a:pt x="123449" y="173660"/>
                    <a:pt x="113346" y="169484"/>
                    <a:pt x="105895" y="162041"/>
                  </a:cubicBezTo>
                  <a:lnTo>
                    <a:pt x="11616" y="67762"/>
                  </a:lnTo>
                  <a:cubicBezTo>
                    <a:pt x="-3882" y="52250"/>
                    <a:pt x="-3871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62066" y="105920"/>
                  </a:lnTo>
                  <a:cubicBezTo>
                    <a:pt x="177577" y="121414"/>
                    <a:pt x="177591" y="146548"/>
                    <a:pt x="162097" y="162059"/>
                  </a:cubicBezTo>
                  <a:cubicBezTo>
                    <a:pt x="154644" y="169521"/>
                    <a:pt x="144527" y="173710"/>
                    <a:pt x="133981" y="17370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FCA2496F-20D2-1410-A6B8-0D8C1A4E8BD9}"/>
                </a:ext>
              </a:extLst>
            </p:cNvPr>
            <p:cNvSpPr/>
            <p:nvPr/>
          </p:nvSpPr>
          <p:spPr>
            <a:xfrm>
              <a:off x="2891306" y="5307646"/>
              <a:ext cx="203097" cy="203162"/>
            </a:xfrm>
            <a:custGeom>
              <a:avLst/>
              <a:gdLst>
                <a:gd name="connsiteX0" fmla="*/ 39728 w 203097"/>
                <a:gd name="connsiteY0" fmla="*/ 203163 h 203162"/>
                <a:gd name="connsiteX1" fmla="*/ 0 w 203097"/>
                <a:gd name="connsiteY1" fmla="*/ 163497 h 203162"/>
                <a:gd name="connsiteX2" fmla="*/ 11642 w 203097"/>
                <a:gd name="connsiteY2" fmla="*/ 135381 h 203162"/>
                <a:gd name="connsiteX3" fmla="*/ 134007 w 203097"/>
                <a:gd name="connsiteY3" fmla="*/ 13016 h 203162"/>
                <a:gd name="connsiteX4" fmla="*/ 190081 w 203097"/>
                <a:gd name="connsiteY4" fmla="*/ 10304 h 203162"/>
                <a:gd name="connsiteX5" fmla="*/ 192794 w 203097"/>
                <a:gd name="connsiteY5" fmla="*/ 66377 h 203162"/>
                <a:gd name="connsiteX6" fmla="*/ 190029 w 203097"/>
                <a:gd name="connsiteY6" fmla="*/ 69137 h 203162"/>
                <a:gd name="connsiteX7" fmla="*/ 67813 w 203097"/>
                <a:gd name="connsiteY7" fmla="*/ 191552 h 203162"/>
                <a:gd name="connsiteX8" fmla="*/ 39728 w 203097"/>
                <a:gd name="connsiteY8" fmla="*/ 203163 h 203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097" h="203162">
                  <a:moveTo>
                    <a:pt x="39728" y="203163"/>
                  </a:moveTo>
                  <a:cubicBezTo>
                    <a:pt x="17804" y="203180"/>
                    <a:pt x="17" y="185421"/>
                    <a:pt x="0" y="163497"/>
                  </a:cubicBezTo>
                  <a:cubicBezTo>
                    <a:pt x="-8" y="152951"/>
                    <a:pt x="4181" y="142834"/>
                    <a:pt x="11642" y="135381"/>
                  </a:cubicBezTo>
                  <a:lnTo>
                    <a:pt x="134007" y="13016"/>
                  </a:lnTo>
                  <a:cubicBezTo>
                    <a:pt x="148743" y="-3217"/>
                    <a:pt x="173848" y="-4432"/>
                    <a:pt x="190081" y="10304"/>
                  </a:cubicBezTo>
                  <a:cubicBezTo>
                    <a:pt x="206315" y="25039"/>
                    <a:pt x="207529" y="50144"/>
                    <a:pt x="192794" y="66377"/>
                  </a:cubicBezTo>
                  <a:cubicBezTo>
                    <a:pt x="191918" y="67342"/>
                    <a:pt x="190995" y="68263"/>
                    <a:pt x="190029" y="69137"/>
                  </a:cubicBezTo>
                  <a:lnTo>
                    <a:pt x="67813" y="191552"/>
                  </a:lnTo>
                  <a:cubicBezTo>
                    <a:pt x="60362" y="198994"/>
                    <a:pt x="50259" y="203171"/>
                    <a:pt x="39728" y="2031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98BF6D07-F4C0-59A8-4266-0C3E2EDBD772}"/>
                </a:ext>
              </a:extLst>
            </p:cNvPr>
            <p:cNvSpPr/>
            <p:nvPr/>
          </p:nvSpPr>
          <p:spPr>
            <a:xfrm>
              <a:off x="3247912" y="4780888"/>
              <a:ext cx="375728" cy="375727"/>
            </a:xfrm>
            <a:custGeom>
              <a:avLst/>
              <a:gdLst>
                <a:gd name="connsiteX0" fmla="*/ 187914 w 375728"/>
                <a:gd name="connsiteY0" fmla="*/ 375728 h 375727"/>
                <a:gd name="connsiteX1" fmla="*/ 0 w 375728"/>
                <a:gd name="connsiteY1" fmla="*/ 187914 h 375727"/>
                <a:gd name="connsiteX2" fmla="*/ 187815 w 375728"/>
                <a:gd name="connsiteY2" fmla="*/ 0 h 375727"/>
                <a:gd name="connsiteX3" fmla="*/ 375728 w 375728"/>
                <a:gd name="connsiteY3" fmla="*/ 187814 h 375727"/>
                <a:gd name="connsiteX4" fmla="*/ 375728 w 375728"/>
                <a:gd name="connsiteY4" fmla="*/ 187864 h 375727"/>
                <a:gd name="connsiteX5" fmla="*/ 375728 w 375728"/>
                <a:gd name="connsiteY5" fmla="*/ 187864 h 375727"/>
                <a:gd name="connsiteX6" fmla="*/ 187914 w 375728"/>
                <a:gd name="connsiteY6" fmla="*/ 375728 h 375727"/>
                <a:gd name="connsiteX7" fmla="*/ 187914 w 375728"/>
                <a:gd name="connsiteY7" fmla="*/ 79443 h 375727"/>
                <a:gd name="connsiteX8" fmla="*/ 79492 w 375728"/>
                <a:gd name="connsiteY8" fmla="*/ 187864 h 375727"/>
                <a:gd name="connsiteX9" fmla="*/ 187914 w 375728"/>
                <a:gd name="connsiteY9" fmla="*/ 296335 h 375727"/>
                <a:gd name="connsiteX10" fmla="*/ 294040 w 375728"/>
                <a:gd name="connsiteY10" fmla="*/ 185569 h 375727"/>
                <a:gd name="connsiteX11" fmla="*/ 187914 w 375728"/>
                <a:gd name="connsiteY11" fmla="*/ 79443 h 37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5728" h="375727">
                  <a:moveTo>
                    <a:pt x="187914" y="375728"/>
                  </a:moveTo>
                  <a:cubicBezTo>
                    <a:pt x="84159" y="375755"/>
                    <a:pt x="27" y="291668"/>
                    <a:pt x="0" y="187914"/>
                  </a:cubicBezTo>
                  <a:cubicBezTo>
                    <a:pt x="-27" y="84159"/>
                    <a:pt x="84060" y="27"/>
                    <a:pt x="187815" y="0"/>
                  </a:cubicBezTo>
                  <a:cubicBezTo>
                    <a:pt x="291569" y="-27"/>
                    <a:pt x="375701" y="84060"/>
                    <a:pt x="375728" y="187814"/>
                  </a:cubicBezTo>
                  <a:cubicBezTo>
                    <a:pt x="375728" y="187831"/>
                    <a:pt x="375728" y="187847"/>
                    <a:pt x="375728" y="187864"/>
                  </a:cubicBezTo>
                  <a:lnTo>
                    <a:pt x="375728" y="187864"/>
                  </a:lnTo>
                  <a:cubicBezTo>
                    <a:pt x="375619" y="291554"/>
                    <a:pt x="291604" y="375591"/>
                    <a:pt x="187914" y="375728"/>
                  </a:cubicBezTo>
                  <a:close/>
                  <a:moveTo>
                    <a:pt x="187914" y="79443"/>
                  </a:moveTo>
                  <a:cubicBezTo>
                    <a:pt x="128057" y="79497"/>
                    <a:pt x="79547" y="128007"/>
                    <a:pt x="79492" y="187864"/>
                  </a:cubicBezTo>
                  <a:cubicBezTo>
                    <a:pt x="79520" y="247740"/>
                    <a:pt x="128038" y="296280"/>
                    <a:pt x="187914" y="296335"/>
                  </a:cubicBezTo>
                  <a:cubicBezTo>
                    <a:pt x="247807" y="295054"/>
                    <a:pt x="295321" y="245462"/>
                    <a:pt x="294040" y="185569"/>
                  </a:cubicBezTo>
                  <a:cubicBezTo>
                    <a:pt x="292797" y="127479"/>
                    <a:pt x="246003" y="80685"/>
                    <a:pt x="187914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38A3AE48-F93D-D35E-F2A7-118B2311197A}"/>
                </a:ext>
              </a:extLst>
            </p:cNvPr>
            <p:cNvSpPr/>
            <p:nvPr/>
          </p:nvSpPr>
          <p:spPr>
            <a:xfrm>
              <a:off x="2985766" y="4831104"/>
              <a:ext cx="79393" cy="206074"/>
            </a:xfrm>
            <a:custGeom>
              <a:avLst/>
              <a:gdLst>
                <a:gd name="connsiteX0" fmla="*/ 39697 w 79393"/>
                <a:gd name="connsiteY0" fmla="*/ 206075 h 206074"/>
                <a:gd name="connsiteX1" fmla="*/ 0 w 79393"/>
                <a:gd name="connsiteY1" fmla="*/ 166378 h 206074"/>
                <a:gd name="connsiteX2" fmla="*/ 0 w 79393"/>
                <a:gd name="connsiteY2" fmla="*/ 39697 h 206074"/>
                <a:gd name="connsiteX3" fmla="*/ 39697 w 79393"/>
                <a:gd name="connsiteY3" fmla="*/ 0 h 206074"/>
                <a:gd name="connsiteX4" fmla="*/ 79393 w 79393"/>
                <a:gd name="connsiteY4" fmla="*/ 39697 h 206074"/>
                <a:gd name="connsiteX5" fmla="*/ 79393 w 79393"/>
                <a:gd name="connsiteY5" fmla="*/ 166378 h 206074"/>
                <a:gd name="connsiteX6" fmla="*/ 39697 w 79393"/>
                <a:gd name="connsiteY6" fmla="*/ 206075 h 20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6074">
                  <a:moveTo>
                    <a:pt x="39697" y="206075"/>
                  </a:moveTo>
                  <a:cubicBezTo>
                    <a:pt x="17773" y="206075"/>
                    <a:pt x="0" y="188302"/>
                    <a:pt x="0" y="16637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66378"/>
                  </a:lnTo>
                  <a:cubicBezTo>
                    <a:pt x="79393" y="188302"/>
                    <a:pt x="61620" y="206075"/>
                    <a:pt x="39697" y="20607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84A4D9BE-826D-C659-9F43-0474DBB1AB1B}"/>
                </a:ext>
              </a:extLst>
            </p:cNvPr>
            <p:cNvSpPr/>
            <p:nvPr/>
          </p:nvSpPr>
          <p:spPr>
            <a:xfrm>
              <a:off x="2985765" y="5080858"/>
              <a:ext cx="79493" cy="79132"/>
            </a:xfrm>
            <a:custGeom>
              <a:avLst/>
              <a:gdLst>
                <a:gd name="connsiteX0" fmla="*/ 39697 w 79493"/>
                <a:gd name="connsiteY0" fmla="*/ 79132 h 79132"/>
                <a:gd name="connsiteX1" fmla="*/ 31956 w 79493"/>
                <a:gd name="connsiteY1" fmla="*/ 78338 h 79132"/>
                <a:gd name="connsiteX2" fmla="*/ 24513 w 79493"/>
                <a:gd name="connsiteY2" fmla="*/ 76056 h 79132"/>
                <a:gd name="connsiteX3" fmla="*/ 17665 w 79493"/>
                <a:gd name="connsiteY3" fmla="*/ 72434 h 79132"/>
                <a:gd name="connsiteX4" fmla="*/ 11612 w 79493"/>
                <a:gd name="connsiteY4" fmla="*/ 67471 h 79132"/>
                <a:gd name="connsiteX5" fmla="*/ 6650 w 79493"/>
                <a:gd name="connsiteY5" fmla="*/ 61467 h 79132"/>
                <a:gd name="connsiteX6" fmla="*/ 3027 w 79493"/>
                <a:gd name="connsiteY6" fmla="*/ 54868 h 79132"/>
                <a:gd name="connsiteX7" fmla="*/ 794 w 79493"/>
                <a:gd name="connsiteY7" fmla="*/ 47425 h 79132"/>
                <a:gd name="connsiteX8" fmla="*/ 794 w 79493"/>
                <a:gd name="connsiteY8" fmla="*/ 31893 h 79132"/>
                <a:gd name="connsiteX9" fmla="*/ 3027 w 79493"/>
                <a:gd name="connsiteY9" fmla="*/ 24500 h 79132"/>
                <a:gd name="connsiteX10" fmla="*/ 6699 w 79493"/>
                <a:gd name="connsiteY10" fmla="*/ 17603 h 79132"/>
                <a:gd name="connsiteX11" fmla="*/ 11661 w 79493"/>
                <a:gd name="connsiteY11" fmla="*/ 11599 h 79132"/>
                <a:gd name="connsiteX12" fmla="*/ 17715 w 79493"/>
                <a:gd name="connsiteY12" fmla="*/ 6637 h 79132"/>
                <a:gd name="connsiteX13" fmla="*/ 24563 w 79493"/>
                <a:gd name="connsiteY13" fmla="*/ 3014 h 79132"/>
                <a:gd name="connsiteX14" fmla="*/ 32006 w 79493"/>
                <a:gd name="connsiteY14" fmla="*/ 732 h 79132"/>
                <a:gd name="connsiteX15" fmla="*/ 67832 w 79493"/>
                <a:gd name="connsiteY15" fmla="*/ 11599 h 79132"/>
                <a:gd name="connsiteX16" fmla="*/ 72794 w 79493"/>
                <a:gd name="connsiteY16" fmla="*/ 17603 h 79132"/>
                <a:gd name="connsiteX17" fmla="*/ 76466 w 79493"/>
                <a:gd name="connsiteY17" fmla="*/ 24500 h 79132"/>
                <a:gd name="connsiteX18" fmla="*/ 78699 w 79493"/>
                <a:gd name="connsiteY18" fmla="*/ 31893 h 79132"/>
                <a:gd name="connsiteX19" fmla="*/ 78699 w 79493"/>
                <a:gd name="connsiteY19" fmla="*/ 47425 h 79132"/>
                <a:gd name="connsiteX20" fmla="*/ 76466 w 79493"/>
                <a:gd name="connsiteY20" fmla="*/ 54868 h 79132"/>
                <a:gd name="connsiteX21" fmla="*/ 72794 w 79493"/>
                <a:gd name="connsiteY21" fmla="*/ 61715 h 79132"/>
                <a:gd name="connsiteX22" fmla="*/ 67832 w 79493"/>
                <a:gd name="connsiteY22" fmla="*/ 67720 h 79132"/>
                <a:gd name="connsiteX23" fmla="*/ 39697 w 79493"/>
                <a:gd name="connsiteY23" fmla="*/ 79132 h 7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93" h="79132">
                  <a:moveTo>
                    <a:pt x="39697" y="79132"/>
                  </a:moveTo>
                  <a:cubicBezTo>
                    <a:pt x="37097" y="79116"/>
                    <a:pt x="34505" y="78850"/>
                    <a:pt x="31956" y="78338"/>
                  </a:cubicBezTo>
                  <a:cubicBezTo>
                    <a:pt x="29405" y="77827"/>
                    <a:pt x="26912" y="77062"/>
                    <a:pt x="24513" y="76056"/>
                  </a:cubicBezTo>
                  <a:cubicBezTo>
                    <a:pt x="22126" y="75057"/>
                    <a:pt x="19834" y="73845"/>
                    <a:pt x="17665" y="72434"/>
                  </a:cubicBezTo>
                  <a:cubicBezTo>
                    <a:pt x="15486" y="70988"/>
                    <a:pt x="13457" y="69325"/>
                    <a:pt x="11612" y="67471"/>
                  </a:cubicBezTo>
                  <a:cubicBezTo>
                    <a:pt x="9757" y="65645"/>
                    <a:pt x="8094" y="63633"/>
                    <a:pt x="6650" y="61467"/>
                  </a:cubicBezTo>
                  <a:cubicBezTo>
                    <a:pt x="5244" y="59382"/>
                    <a:pt x="4032" y="57173"/>
                    <a:pt x="3027" y="54868"/>
                  </a:cubicBezTo>
                  <a:cubicBezTo>
                    <a:pt x="2043" y="52465"/>
                    <a:pt x="1296" y="49972"/>
                    <a:pt x="794" y="47425"/>
                  </a:cubicBezTo>
                  <a:cubicBezTo>
                    <a:pt x="-265" y="42302"/>
                    <a:pt x="-265" y="37016"/>
                    <a:pt x="794" y="31893"/>
                  </a:cubicBezTo>
                  <a:cubicBezTo>
                    <a:pt x="1289" y="29360"/>
                    <a:pt x="2037" y="26883"/>
                    <a:pt x="3027" y="24500"/>
                  </a:cubicBezTo>
                  <a:cubicBezTo>
                    <a:pt x="4021" y="22086"/>
                    <a:pt x="5251" y="19775"/>
                    <a:pt x="6699" y="17603"/>
                  </a:cubicBezTo>
                  <a:cubicBezTo>
                    <a:pt x="8157" y="15447"/>
                    <a:pt x="9818" y="13436"/>
                    <a:pt x="11661" y="11599"/>
                  </a:cubicBezTo>
                  <a:cubicBezTo>
                    <a:pt x="13507" y="9745"/>
                    <a:pt x="15535" y="8083"/>
                    <a:pt x="17715" y="6637"/>
                  </a:cubicBezTo>
                  <a:cubicBezTo>
                    <a:pt x="19884" y="5225"/>
                    <a:pt x="22176" y="4013"/>
                    <a:pt x="24563" y="3014"/>
                  </a:cubicBezTo>
                  <a:cubicBezTo>
                    <a:pt x="26962" y="2008"/>
                    <a:pt x="29455" y="1243"/>
                    <a:pt x="32006" y="732"/>
                  </a:cubicBezTo>
                  <a:cubicBezTo>
                    <a:pt x="45010" y="-1786"/>
                    <a:pt x="58418" y="2281"/>
                    <a:pt x="67832" y="11599"/>
                  </a:cubicBezTo>
                  <a:cubicBezTo>
                    <a:pt x="69675" y="13436"/>
                    <a:pt x="71337" y="15447"/>
                    <a:pt x="72794" y="17603"/>
                  </a:cubicBezTo>
                  <a:cubicBezTo>
                    <a:pt x="74242" y="19775"/>
                    <a:pt x="75472" y="22086"/>
                    <a:pt x="76466" y="24500"/>
                  </a:cubicBezTo>
                  <a:cubicBezTo>
                    <a:pt x="77457" y="26883"/>
                    <a:pt x="78205" y="29360"/>
                    <a:pt x="78699" y="31893"/>
                  </a:cubicBezTo>
                  <a:cubicBezTo>
                    <a:pt x="79758" y="37016"/>
                    <a:pt x="79758" y="42302"/>
                    <a:pt x="78699" y="47425"/>
                  </a:cubicBezTo>
                  <a:cubicBezTo>
                    <a:pt x="78198" y="49972"/>
                    <a:pt x="77450" y="52465"/>
                    <a:pt x="76466" y="54868"/>
                  </a:cubicBezTo>
                  <a:cubicBezTo>
                    <a:pt x="75459" y="57261"/>
                    <a:pt x="74230" y="59553"/>
                    <a:pt x="72794" y="61715"/>
                  </a:cubicBezTo>
                  <a:cubicBezTo>
                    <a:pt x="71349" y="63881"/>
                    <a:pt x="69686" y="65893"/>
                    <a:pt x="67832" y="67720"/>
                  </a:cubicBezTo>
                  <a:cubicBezTo>
                    <a:pt x="60318" y="75074"/>
                    <a:pt x="50211" y="79174"/>
                    <a:pt x="39697" y="791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F5D964E4-FF91-D094-7235-B284BC1033E4}"/>
              </a:ext>
            </a:extLst>
          </p:cNvPr>
          <p:cNvGrpSpPr/>
          <p:nvPr/>
        </p:nvGrpSpPr>
        <p:grpSpPr>
          <a:xfrm>
            <a:off x="4198788" y="4817484"/>
            <a:ext cx="752477" cy="750587"/>
            <a:chOff x="4198788" y="4817484"/>
            <a:chExt cx="752477" cy="750587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52F7535B-634D-A8DD-A588-5886EC5B2BB2}"/>
                </a:ext>
              </a:extLst>
            </p:cNvPr>
            <p:cNvSpPr/>
            <p:nvPr/>
          </p:nvSpPr>
          <p:spPr>
            <a:xfrm>
              <a:off x="4805733" y="5000906"/>
              <a:ext cx="79393" cy="562946"/>
            </a:xfrm>
            <a:custGeom>
              <a:avLst/>
              <a:gdLst>
                <a:gd name="connsiteX0" fmla="*/ 39697 w 79393"/>
                <a:gd name="connsiteY0" fmla="*/ 562947 h 562946"/>
                <a:gd name="connsiteX1" fmla="*/ 0 w 79393"/>
                <a:gd name="connsiteY1" fmla="*/ 523250 h 562946"/>
                <a:gd name="connsiteX2" fmla="*/ 0 w 79393"/>
                <a:gd name="connsiteY2" fmla="*/ 39697 h 562946"/>
                <a:gd name="connsiteX3" fmla="*/ 39697 w 79393"/>
                <a:gd name="connsiteY3" fmla="*/ 0 h 562946"/>
                <a:gd name="connsiteX4" fmla="*/ 79393 w 79393"/>
                <a:gd name="connsiteY4" fmla="*/ 39697 h 562946"/>
                <a:gd name="connsiteX5" fmla="*/ 79393 w 79393"/>
                <a:gd name="connsiteY5" fmla="*/ 523250 h 562946"/>
                <a:gd name="connsiteX6" fmla="*/ 39697 w 79393"/>
                <a:gd name="connsiteY6" fmla="*/ 562947 h 56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62946">
                  <a:moveTo>
                    <a:pt x="39697" y="562947"/>
                  </a:moveTo>
                  <a:cubicBezTo>
                    <a:pt x="17773" y="562947"/>
                    <a:pt x="0" y="545174"/>
                    <a:pt x="0" y="5232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23250"/>
                  </a:lnTo>
                  <a:cubicBezTo>
                    <a:pt x="79393" y="545174"/>
                    <a:pt x="61620" y="562947"/>
                    <a:pt x="39697" y="5629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24D71C2C-EEED-4481-9C86-54600D96F724}"/>
                </a:ext>
              </a:extLst>
            </p:cNvPr>
            <p:cNvSpPr/>
            <p:nvPr/>
          </p:nvSpPr>
          <p:spPr>
            <a:xfrm>
              <a:off x="4264867" y="5000906"/>
              <a:ext cx="79393" cy="562897"/>
            </a:xfrm>
            <a:custGeom>
              <a:avLst/>
              <a:gdLst>
                <a:gd name="connsiteX0" fmla="*/ 39697 w 79393"/>
                <a:gd name="connsiteY0" fmla="*/ 562897 h 562897"/>
                <a:gd name="connsiteX1" fmla="*/ 0 w 79393"/>
                <a:gd name="connsiteY1" fmla="*/ 523201 h 562897"/>
                <a:gd name="connsiteX2" fmla="*/ 0 w 79393"/>
                <a:gd name="connsiteY2" fmla="*/ 39697 h 562897"/>
                <a:gd name="connsiteX3" fmla="*/ 39697 w 79393"/>
                <a:gd name="connsiteY3" fmla="*/ 0 h 562897"/>
                <a:gd name="connsiteX4" fmla="*/ 79393 w 79393"/>
                <a:gd name="connsiteY4" fmla="*/ 39697 h 562897"/>
                <a:gd name="connsiteX5" fmla="*/ 79393 w 79393"/>
                <a:gd name="connsiteY5" fmla="*/ 523201 h 562897"/>
                <a:gd name="connsiteX6" fmla="*/ 39697 w 79393"/>
                <a:gd name="connsiteY6" fmla="*/ 562897 h 56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62897">
                  <a:moveTo>
                    <a:pt x="39697" y="562897"/>
                  </a:moveTo>
                  <a:cubicBezTo>
                    <a:pt x="17773" y="562897"/>
                    <a:pt x="0" y="545124"/>
                    <a:pt x="0" y="52320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23201"/>
                  </a:lnTo>
                  <a:cubicBezTo>
                    <a:pt x="79393" y="545124"/>
                    <a:pt x="61620" y="562897"/>
                    <a:pt x="39697" y="5628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7253F985-92B9-531A-CB57-D81DFE16CD1F}"/>
                </a:ext>
              </a:extLst>
            </p:cNvPr>
            <p:cNvSpPr/>
            <p:nvPr/>
          </p:nvSpPr>
          <p:spPr>
            <a:xfrm>
              <a:off x="4264867" y="5488678"/>
              <a:ext cx="620259" cy="79393"/>
            </a:xfrm>
            <a:custGeom>
              <a:avLst/>
              <a:gdLst>
                <a:gd name="connsiteX0" fmla="*/ 580563 w 620259"/>
                <a:gd name="connsiteY0" fmla="*/ 79393 h 79393"/>
                <a:gd name="connsiteX1" fmla="*/ 39697 w 620259"/>
                <a:gd name="connsiteY1" fmla="*/ 79393 h 79393"/>
                <a:gd name="connsiteX2" fmla="*/ 0 w 620259"/>
                <a:gd name="connsiteY2" fmla="*/ 39697 h 79393"/>
                <a:gd name="connsiteX3" fmla="*/ 39697 w 620259"/>
                <a:gd name="connsiteY3" fmla="*/ 0 h 79393"/>
                <a:gd name="connsiteX4" fmla="*/ 580563 w 620259"/>
                <a:gd name="connsiteY4" fmla="*/ 0 h 79393"/>
                <a:gd name="connsiteX5" fmla="*/ 620259 w 620259"/>
                <a:gd name="connsiteY5" fmla="*/ 39697 h 79393"/>
                <a:gd name="connsiteX6" fmla="*/ 580563 w 6202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259" h="79393">
                  <a:moveTo>
                    <a:pt x="5805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80563" y="0"/>
                  </a:lnTo>
                  <a:cubicBezTo>
                    <a:pt x="602487" y="0"/>
                    <a:pt x="620259" y="17773"/>
                    <a:pt x="620259" y="39697"/>
                  </a:cubicBezTo>
                  <a:cubicBezTo>
                    <a:pt x="620259" y="61620"/>
                    <a:pt x="602487" y="79393"/>
                    <a:pt x="58056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46DC89B0-E1CD-21D7-B3FC-FECE11DB35E7}"/>
                </a:ext>
              </a:extLst>
            </p:cNvPr>
            <p:cNvSpPr/>
            <p:nvPr/>
          </p:nvSpPr>
          <p:spPr>
            <a:xfrm>
              <a:off x="4702820" y="5110915"/>
              <a:ext cx="79393" cy="265966"/>
            </a:xfrm>
            <a:custGeom>
              <a:avLst/>
              <a:gdLst>
                <a:gd name="connsiteX0" fmla="*/ 39697 w 79393"/>
                <a:gd name="connsiteY0" fmla="*/ 265967 h 265966"/>
                <a:gd name="connsiteX1" fmla="*/ 0 w 79393"/>
                <a:gd name="connsiteY1" fmla="*/ 226270 h 265966"/>
                <a:gd name="connsiteX2" fmla="*/ 0 w 79393"/>
                <a:gd name="connsiteY2" fmla="*/ 39697 h 265966"/>
                <a:gd name="connsiteX3" fmla="*/ 39697 w 79393"/>
                <a:gd name="connsiteY3" fmla="*/ 0 h 265966"/>
                <a:gd name="connsiteX4" fmla="*/ 79393 w 79393"/>
                <a:gd name="connsiteY4" fmla="*/ 39697 h 265966"/>
                <a:gd name="connsiteX5" fmla="*/ 79393 w 79393"/>
                <a:gd name="connsiteY5" fmla="*/ 226270 h 265966"/>
                <a:gd name="connsiteX6" fmla="*/ 39697 w 79393"/>
                <a:gd name="connsiteY6" fmla="*/ 265967 h 265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966">
                  <a:moveTo>
                    <a:pt x="39697" y="265967"/>
                  </a:moveTo>
                  <a:cubicBezTo>
                    <a:pt x="17773" y="265967"/>
                    <a:pt x="0" y="248194"/>
                    <a:pt x="0" y="22627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26270"/>
                  </a:lnTo>
                  <a:cubicBezTo>
                    <a:pt x="79393" y="248194"/>
                    <a:pt x="61620" y="265967"/>
                    <a:pt x="39697" y="26596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3FFCD8C9-7D76-4812-BF1A-530F1FEF2416}"/>
                </a:ext>
              </a:extLst>
            </p:cNvPr>
            <p:cNvSpPr/>
            <p:nvPr/>
          </p:nvSpPr>
          <p:spPr>
            <a:xfrm>
              <a:off x="4367781" y="5115877"/>
              <a:ext cx="79393" cy="261004"/>
            </a:xfrm>
            <a:custGeom>
              <a:avLst/>
              <a:gdLst>
                <a:gd name="connsiteX0" fmla="*/ 39697 w 79393"/>
                <a:gd name="connsiteY0" fmla="*/ 261005 h 261004"/>
                <a:gd name="connsiteX1" fmla="*/ 0 w 79393"/>
                <a:gd name="connsiteY1" fmla="*/ 221308 h 261004"/>
                <a:gd name="connsiteX2" fmla="*/ 0 w 79393"/>
                <a:gd name="connsiteY2" fmla="*/ 39697 h 261004"/>
                <a:gd name="connsiteX3" fmla="*/ 39697 w 79393"/>
                <a:gd name="connsiteY3" fmla="*/ 0 h 261004"/>
                <a:gd name="connsiteX4" fmla="*/ 79393 w 79393"/>
                <a:gd name="connsiteY4" fmla="*/ 39697 h 261004"/>
                <a:gd name="connsiteX5" fmla="*/ 79393 w 79393"/>
                <a:gd name="connsiteY5" fmla="*/ 221308 h 261004"/>
                <a:gd name="connsiteX6" fmla="*/ 39697 w 79393"/>
                <a:gd name="connsiteY6" fmla="*/ 261005 h 26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1004">
                  <a:moveTo>
                    <a:pt x="39697" y="261005"/>
                  </a:moveTo>
                  <a:cubicBezTo>
                    <a:pt x="17773" y="261005"/>
                    <a:pt x="0" y="243232"/>
                    <a:pt x="0" y="2213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21308"/>
                  </a:lnTo>
                  <a:cubicBezTo>
                    <a:pt x="79393" y="243232"/>
                    <a:pt x="61620" y="261005"/>
                    <a:pt x="39697" y="26100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D633CC15-B5B0-B900-4333-5C0AC8BEE342}"/>
                </a:ext>
              </a:extLst>
            </p:cNvPr>
            <p:cNvSpPr/>
            <p:nvPr/>
          </p:nvSpPr>
          <p:spPr>
            <a:xfrm>
              <a:off x="4367744" y="5306087"/>
              <a:ext cx="414505" cy="158425"/>
            </a:xfrm>
            <a:custGeom>
              <a:avLst/>
              <a:gdLst>
                <a:gd name="connsiteX0" fmla="*/ 207253 w 414505"/>
                <a:gd name="connsiteY0" fmla="*/ 158426 h 158425"/>
                <a:gd name="connsiteX1" fmla="*/ 190332 w 414505"/>
                <a:gd name="connsiteY1" fmla="*/ 154655 h 158425"/>
                <a:gd name="connsiteX2" fmla="*/ 22763 w 414505"/>
                <a:gd name="connsiteY2" fmla="*/ 75609 h 158425"/>
                <a:gd name="connsiteX3" fmla="*/ 3808 w 414505"/>
                <a:gd name="connsiteY3" fmla="*/ 22763 h 158425"/>
                <a:gd name="connsiteX4" fmla="*/ 56654 w 414505"/>
                <a:gd name="connsiteY4" fmla="*/ 3808 h 158425"/>
                <a:gd name="connsiteX5" fmla="*/ 207253 w 414505"/>
                <a:gd name="connsiteY5" fmla="*/ 74864 h 158425"/>
                <a:gd name="connsiteX6" fmla="*/ 357852 w 414505"/>
                <a:gd name="connsiteY6" fmla="*/ 3808 h 158425"/>
                <a:gd name="connsiteX7" fmla="*/ 410698 w 414505"/>
                <a:gd name="connsiteY7" fmla="*/ 22763 h 158425"/>
                <a:gd name="connsiteX8" fmla="*/ 391743 w 414505"/>
                <a:gd name="connsiteY8" fmla="*/ 75609 h 158425"/>
                <a:gd name="connsiteX9" fmla="*/ 224173 w 414505"/>
                <a:gd name="connsiteY9" fmla="*/ 154655 h 158425"/>
                <a:gd name="connsiteX10" fmla="*/ 207253 w 414505"/>
                <a:gd name="connsiteY10" fmla="*/ 158426 h 15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505" h="158425">
                  <a:moveTo>
                    <a:pt x="207253" y="158426"/>
                  </a:moveTo>
                  <a:cubicBezTo>
                    <a:pt x="201404" y="158431"/>
                    <a:pt x="195626" y="157143"/>
                    <a:pt x="190332" y="154655"/>
                  </a:cubicBezTo>
                  <a:lnTo>
                    <a:pt x="22763" y="75609"/>
                  </a:lnTo>
                  <a:cubicBezTo>
                    <a:pt x="2935" y="66250"/>
                    <a:pt x="-5551" y="42590"/>
                    <a:pt x="3808" y="22763"/>
                  </a:cubicBezTo>
                  <a:cubicBezTo>
                    <a:pt x="13166" y="2935"/>
                    <a:pt x="36826" y="-5551"/>
                    <a:pt x="56654" y="3808"/>
                  </a:cubicBezTo>
                  <a:lnTo>
                    <a:pt x="207253" y="74864"/>
                  </a:lnTo>
                  <a:lnTo>
                    <a:pt x="357852" y="3808"/>
                  </a:lnTo>
                  <a:cubicBezTo>
                    <a:pt x="377679" y="-5551"/>
                    <a:pt x="401339" y="2935"/>
                    <a:pt x="410698" y="22763"/>
                  </a:cubicBezTo>
                  <a:cubicBezTo>
                    <a:pt x="420056" y="42590"/>
                    <a:pt x="411570" y="66250"/>
                    <a:pt x="391743" y="75609"/>
                  </a:cubicBezTo>
                  <a:lnTo>
                    <a:pt x="224173" y="154655"/>
                  </a:lnTo>
                  <a:cubicBezTo>
                    <a:pt x="218880" y="157143"/>
                    <a:pt x="213102" y="158431"/>
                    <a:pt x="207253" y="15842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9604FFF0-A994-20FA-C082-47FCBFB9FBF2}"/>
                </a:ext>
              </a:extLst>
            </p:cNvPr>
            <p:cNvSpPr/>
            <p:nvPr/>
          </p:nvSpPr>
          <p:spPr>
            <a:xfrm>
              <a:off x="4367744" y="5029224"/>
              <a:ext cx="414456" cy="158441"/>
            </a:xfrm>
            <a:custGeom>
              <a:avLst/>
              <a:gdLst>
                <a:gd name="connsiteX0" fmla="*/ 374772 w 414456"/>
                <a:gd name="connsiteY0" fmla="*/ 158405 h 158441"/>
                <a:gd name="connsiteX1" fmla="*/ 357852 w 414456"/>
                <a:gd name="connsiteY1" fmla="*/ 154634 h 158441"/>
                <a:gd name="connsiteX2" fmla="*/ 207253 w 414456"/>
                <a:gd name="connsiteY2" fmla="*/ 83577 h 158441"/>
                <a:gd name="connsiteX3" fmla="*/ 56654 w 414456"/>
                <a:gd name="connsiteY3" fmla="*/ 154634 h 158441"/>
                <a:gd name="connsiteX4" fmla="*/ 3808 w 414456"/>
                <a:gd name="connsiteY4" fmla="*/ 135679 h 158441"/>
                <a:gd name="connsiteX5" fmla="*/ 22763 w 414456"/>
                <a:gd name="connsiteY5" fmla="*/ 82833 h 158441"/>
                <a:gd name="connsiteX6" fmla="*/ 190332 w 414456"/>
                <a:gd name="connsiteY6" fmla="*/ 3787 h 158441"/>
                <a:gd name="connsiteX7" fmla="*/ 224173 w 414456"/>
                <a:gd name="connsiteY7" fmla="*/ 3787 h 158441"/>
                <a:gd name="connsiteX8" fmla="*/ 391743 w 414456"/>
                <a:gd name="connsiteY8" fmla="*/ 82833 h 158441"/>
                <a:gd name="connsiteX9" fmla="*/ 410626 w 414456"/>
                <a:gd name="connsiteY9" fmla="*/ 135701 h 158441"/>
                <a:gd name="connsiteX10" fmla="*/ 374772 w 414456"/>
                <a:gd name="connsiteY10" fmla="*/ 158405 h 1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456" h="158441">
                  <a:moveTo>
                    <a:pt x="374772" y="158405"/>
                  </a:moveTo>
                  <a:cubicBezTo>
                    <a:pt x="368923" y="158410"/>
                    <a:pt x="363145" y="157122"/>
                    <a:pt x="357852" y="154634"/>
                  </a:cubicBezTo>
                  <a:lnTo>
                    <a:pt x="207253" y="83577"/>
                  </a:lnTo>
                  <a:lnTo>
                    <a:pt x="56654" y="154634"/>
                  </a:lnTo>
                  <a:cubicBezTo>
                    <a:pt x="36826" y="163992"/>
                    <a:pt x="13166" y="155506"/>
                    <a:pt x="3808" y="135679"/>
                  </a:cubicBezTo>
                  <a:cubicBezTo>
                    <a:pt x="-5551" y="115851"/>
                    <a:pt x="2935" y="92191"/>
                    <a:pt x="22763" y="82833"/>
                  </a:cubicBezTo>
                  <a:lnTo>
                    <a:pt x="190332" y="3787"/>
                  </a:lnTo>
                  <a:cubicBezTo>
                    <a:pt x="201047" y="-1262"/>
                    <a:pt x="213458" y="-1262"/>
                    <a:pt x="224173" y="3787"/>
                  </a:cubicBezTo>
                  <a:lnTo>
                    <a:pt x="391743" y="82833"/>
                  </a:lnTo>
                  <a:cubicBezTo>
                    <a:pt x="411556" y="92217"/>
                    <a:pt x="420011" y="115887"/>
                    <a:pt x="410626" y="135701"/>
                  </a:cubicBezTo>
                  <a:cubicBezTo>
                    <a:pt x="404062" y="149558"/>
                    <a:pt x="390105" y="158396"/>
                    <a:pt x="374772" y="15840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0508027D-8942-ED64-DB3E-92D2D69AB58E}"/>
                </a:ext>
              </a:extLst>
            </p:cNvPr>
            <p:cNvSpPr/>
            <p:nvPr/>
          </p:nvSpPr>
          <p:spPr>
            <a:xfrm>
              <a:off x="4535300" y="5187133"/>
              <a:ext cx="79393" cy="256241"/>
            </a:xfrm>
            <a:custGeom>
              <a:avLst/>
              <a:gdLst>
                <a:gd name="connsiteX0" fmla="*/ 39697 w 79393"/>
                <a:gd name="connsiteY0" fmla="*/ 256241 h 256241"/>
                <a:gd name="connsiteX1" fmla="*/ 0 w 79393"/>
                <a:gd name="connsiteY1" fmla="*/ 216545 h 256241"/>
                <a:gd name="connsiteX2" fmla="*/ 0 w 79393"/>
                <a:gd name="connsiteY2" fmla="*/ 39697 h 256241"/>
                <a:gd name="connsiteX3" fmla="*/ 39697 w 79393"/>
                <a:gd name="connsiteY3" fmla="*/ 0 h 256241"/>
                <a:gd name="connsiteX4" fmla="*/ 79393 w 79393"/>
                <a:gd name="connsiteY4" fmla="*/ 39697 h 256241"/>
                <a:gd name="connsiteX5" fmla="*/ 79393 w 79393"/>
                <a:gd name="connsiteY5" fmla="*/ 216545 h 256241"/>
                <a:gd name="connsiteX6" fmla="*/ 39697 w 79393"/>
                <a:gd name="connsiteY6" fmla="*/ 256241 h 25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6241">
                  <a:moveTo>
                    <a:pt x="39697" y="256241"/>
                  </a:moveTo>
                  <a:cubicBezTo>
                    <a:pt x="17773" y="256241"/>
                    <a:pt x="0" y="238468"/>
                    <a:pt x="0" y="2165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16545"/>
                  </a:lnTo>
                  <a:cubicBezTo>
                    <a:pt x="79393" y="238468"/>
                    <a:pt x="61620" y="256241"/>
                    <a:pt x="39697" y="25624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D7422284-F727-EA15-315C-699375926963}"/>
                </a:ext>
              </a:extLst>
            </p:cNvPr>
            <p:cNvSpPr/>
            <p:nvPr/>
          </p:nvSpPr>
          <p:spPr>
            <a:xfrm>
              <a:off x="4367744" y="5108596"/>
              <a:ext cx="414505" cy="158425"/>
            </a:xfrm>
            <a:custGeom>
              <a:avLst/>
              <a:gdLst>
                <a:gd name="connsiteX0" fmla="*/ 207253 w 414505"/>
                <a:gd name="connsiteY0" fmla="*/ 158426 h 158425"/>
                <a:gd name="connsiteX1" fmla="*/ 190332 w 414505"/>
                <a:gd name="connsiteY1" fmla="*/ 154655 h 158425"/>
                <a:gd name="connsiteX2" fmla="*/ 22763 w 414505"/>
                <a:gd name="connsiteY2" fmla="*/ 75609 h 158425"/>
                <a:gd name="connsiteX3" fmla="*/ 3808 w 414505"/>
                <a:gd name="connsiteY3" fmla="*/ 22763 h 158425"/>
                <a:gd name="connsiteX4" fmla="*/ 56654 w 414505"/>
                <a:gd name="connsiteY4" fmla="*/ 3808 h 158425"/>
                <a:gd name="connsiteX5" fmla="*/ 207253 w 414505"/>
                <a:gd name="connsiteY5" fmla="*/ 74865 h 158425"/>
                <a:gd name="connsiteX6" fmla="*/ 357852 w 414505"/>
                <a:gd name="connsiteY6" fmla="*/ 3808 h 158425"/>
                <a:gd name="connsiteX7" fmla="*/ 410698 w 414505"/>
                <a:gd name="connsiteY7" fmla="*/ 22763 h 158425"/>
                <a:gd name="connsiteX8" fmla="*/ 391743 w 414505"/>
                <a:gd name="connsiteY8" fmla="*/ 75609 h 158425"/>
                <a:gd name="connsiteX9" fmla="*/ 224173 w 414505"/>
                <a:gd name="connsiteY9" fmla="*/ 154655 h 158425"/>
                <a:gd name="connsiteX10" fmla="*/ 207253 w 414505"/>
                <a:gd name="connsiteY10" fmla="*/ 158426 h 15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505" h="158425">
                  <a:moveTo>
                    <a:pt x="207253" y="158426"/>
                  </a:moveTo>
                  <a:cubicBezTo>
                    <a:pt x="201404" y="158431"/>
                    <a:pt x="195626" y="157143"/>
                    <a:pt x="190332" y="154655"/>
                  </a:cubicBezTo>
                  <a:lnTo>
                    <a:pt x="22763" y="75609"/>
                  </a:lnTo>
                  <a:cubicBezTo>
                    <a:pt x="2935" y="66250"/>
                    <a:pt x="-5551" y="42590"/>
                    <a:pt x="3808" y="22763"/>
                  </a:cubicBezTo>
                  <a:cubicBezTo>
                    <a:pt x="13166" y="2935"/>
                    <a:pt x="36826" y="-5551"/>
                    <a:pt x="56654" y="3808"/>
                  </a:cubicBezTo>
                  <a:lnTo>
                    <a:pt x="207253" y="74865"/>
                  </a:lnTo>
                  <a:lnTo>
                    <a:pt x="357852" y="3808"/>
                  </a:lnTo>
                  <a:cubicBezTo>
                    <a:pt x="377679" y="-5551"/>
                    <a:pt x="401339" y="2935"/>
                    <a:pt x="410698" y="22763"/>
                  </a:cubicBezTo>
                  <a:cubicBezTo>
                    <a:pt x="420056" y="42590"/>
                    <a:pt x="411570" y="66250"/>
                    <a:pt x="391743" y="75609"/>
                  </a:cubicBezTo>
                  <a:lnTo>
                    <a:pt x="224173" y="154655"/>
                  </a:lnTo>
                  <a:cubicBezTo>
                    <a:pt x="218880" y="157143"/>
                    <a:pt x="213102" y="158431"/>
                    <a:pt x="207253" y="15842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B5D15010-F95F-3091-0DBC-31696CA1BA3E}"/>
                </a:ext>
              </a:extLst>
            </p:cNvPr>
            <p:cNvSpPr/>
            <p:nvPr/>
          </p:nvSpPr>
          <p:spPr>
            <a:xfrm>
              <a:off x="4198788" y="4817484"/>
              <a:ext cx="752477" cy="292001"/>
            </a:xfrm>
            <a:custGeom>
              <a:avLst/>
              <a:gdLst>
                <a:gd name="connsiteX0" fmla="*/ 712737 w 752477"/>
                <a:gd name="connsiteY0" fmla="*/ 291943 h 292001"/>
                <a:gd name="connsiteX1" fmla="*/ 691549 w 752477"/>
                <a:gd name="connsiteY1" fmla="*/ 285790 h 292001"/>
                <a:gd name="connsiteX2" fmla="*/ 376209 w 752477"/>
                <a:gd name="connsiteY2" fmla="*/ 86662 h 292001"/>
                <a:gd name="connsiteX3" fmla="*/ 61118 w 752477"/>
                <a:gd name="connsiteY3" fmla="*/ 285790 h 292001"/>
                <a:gd name="connsiteX4" fmla="*/ 6212 w 752477"/>
                <a:gd name="connsiteY4" fmla="*/ 273558 h 292001"/>
                <a:gd name="connsiteX5" fmla="*/ 18444 w 752477"/>
                <a:gd name="connsiteY5" fmla="*/ 218653 h 292001"/>
                <a:gd name="connsiteX6" fmla="*/ 355021 w 752477"/>
                <a:gd name="connsiteY6" fmla="*/ 6127 h 292001"/>
                <a:gd name="connsiteX7" fmla="*/ 397397 w 752477"/>
                <a:gd name="connsiteY7" fmla="*/ 6127 h 292001"/>
                <a:gd name="connsiteX8" fmla="*/ 733925 w 752477"/>
                <a:gd name="connsiteY8" fmla="*/ 218653 h 292001"/>
                <a:gd name="connsiteX9" fmla="*/ 746369 w 752477"/>
                <a:gd name="connsiteY9" fmla="*/ 273396 h 292001"/>
                <a:gd name="connsiteX10" fmla="*/ 712737 w 752477"/>
                <a:gd name="connsiteY10" fmla="*/ 291943 h 29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2477" h="292001">
                  <a:moveTo>
                    <a:pt x="712737" y="291943"/>
                  </a:moveTo>
                  <a:cubicBezTo>
                    <a:pt x="705235" y="291935"/>
                    <a:pt x="697889" y="289802"/>
                    <a:pt x="691549" y="285790"/>
                  </a:cubicBezTo>
                  <a:lnTo>
                    <a:pt x="376209" y="86662"/>
                  </a:lnTo>
                  <a:lnTo>
                    <a:pt x="61118" y="285790"/>
                  </a:lnTo>
                  <a:cubicBezTo>
                    <a:pt x="42578" y="297574"/>
                    <a:pt x="17996" y="292097"/>
                    <a:pt x="6212" y="273558"/>
                  </a:cubicBezTo>
                  <a:cubicBezTo>
                    <a:pt x="-5572" y="255019"/>
                    <a:pt x="-96" y="230437"/>
                    <a:pt x="18444" y="218653"/>
                  </a:cubicBezTo>
                  <a:lnTo>
                    <a:pt x="355021" y="6127"/>
                  </a:lnTo>
                  <a:cubicBezTo>
                    <a:pt x="367965" y="-2042"/>
                    <a:pt x="384453" y="-2042"/>
                    <a:pt x="397397" y="6127"/>
                  </a:cubicBezTo>
                  <a:lnTo>
                    <a:pt x="733925" y="218653"/>
                  </a:lnTo>
                  <a:cubicBezTo>
                    <a:pt x="752478" y="230334"/>
                    <a:pt x="758049" y="254843"/>
                    <a:pt x="746369" y="273396"/>
                  </a:cubicBezTo>
                  <a:cubicBezTo>
                    <a:pt x="739094" y="284951"/>
                    <a:pt x="726391" y="291956"/>
                    <a:pt x="712737" y="2919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2292476A-87DA-168E-F4C2-9FCD6198BAA9}"/>
              </a:ext>
            </a:extLst>
          </p:cNvPr>
          <p:cNvGrpSpPr/>
          <p:nvPr/>
        </p:nvGrpSpPr>
        <p:grpSpPr>
          <a:xfrm>
            <a:off x="5496780" y="4780878"/>
            <a:ext cx="791400" cy="823763"/>
            <a:chOff x="5496780" y="4780878"/>
            <a:chExt cx="791400" cy="823763"/>
          </a:xfrm>
        </p:grpSpPr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F9F36181-41F8-6954-E9B5-5041227D50DA}"/>
                </a:ext>
              </a:extLst>
            </p:cNvPr>
            <p:cNvSpPr/>
            <p:nvPr/>
          </p:nvSpPr>
          <p:spPr>
            <a:xfrm>
              <a:off x="5851667" y="4878542"/>
              <a:ext cx="79839" cy="180123"/>
            </a:xfrm>
            <a:custGeom>
              <a:avLst/>
              <a:gdLst>
                <a:gd name="connsiteX0" fmla="*/ 40143 w 79839"/>
                <a:gd name="connsiteY0" fmla="*/ 180123 h 180123"/>
                <a:gd name="connsiteX1" fmla="*/ 447 w 79839"/>
                <a:gd name="connsiteY1" fmla="*/ 140427 h 180123"/>
                <a:gd name="connsiteX2" fmla="*/ 0 w 79839"/>
                <a:gd name="connsiteY2" fmla="*/ 39697 h 180123"/>
                <a:gd name="connsiteX3" fmla="*/ 39697 w 79839"/>
                <a:gd name="connsiteY3" fmla="*/ 0 h 180123"/>
                <a:gd name="connsiteX4" fmla="*/ 39697 w 79839"/>
                <a:gd name="connsiteY4" fmla="*/ 0 h 180123"/>
                <a:gd name="connsiteX5" fmla="*/ 79393 w 79839"/>
                <a:gd name="connsiteY5" fmla="*/ 39697 h 180123"/>
                <a:gd name="connsiteX6" fmla="*/ 79840 w 79839"/>
                <a:gd name="connsiteY6" fmla="*/ 140427 h 180123"/>
                <a:gd name="connsiteX7" fmla="*/ 40143 w 79839"/>
                <a:gd name="connsiteY7" fmla="*/ 180123 h 18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180123">
                  <a:moveTo>
                    <a:pt x="40143" y="180123"/>
                  </a:moveTo>
                  <a:cubicBezTo>
                    <a:pt x="18219" y="180123"/>
                    <a:pt x="447" y="162350"/>
                    <a:pt x="447" y="14042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79840" y="140427"/>
                  </a:lnTo>
                  <a:cubicBezTo>
                    <a:pt x="79840" y="162350"/>
                    <a:pt x="62067" y="180123"/>
                    <a:pt x="40143" y="18012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537A48F7-63B6-F7E2-FED2-54FBC69D1AAE}"/>
                </a:ext>
              </a:extLst>
            </p:cNvPr>
            <p:cNvSpPr/>
            <p:nvPr/>
          </p:nvSpPr>
          <p:spPr>
            <a:xfrm>
              <a:off x="5851270" y="4780878"/>
              <a:ext cx="79194" cy="79452"/>
            </a:xfrm>
            <a:custGeom>
              <a:avLst/>
              <a:gdLst>
                <a:gd name="connsiteX0" fmla="*/ 39746 w 79194"/>
                <a:gd name="connsiteY0" fmla="*/ 79453 h 79452"/>
                <a:gd name="connsiteX1" fmla="*/ 31956 w 79194"/>
                <a:gd name="connsiteY1" fmla="*/ 78659 h 79452"/>
                <a:gd name="connsiteX2" fmla="*/ 24562 w 79194"/>
                <a:gd name="connsiteY2" fmla="*/ 76426 h 79452"/>
                <a:gd name="connsiteX3" fmla="*/ 17665 w 79194"/>
                <a:gd name="connsiteY3" fmla="*/ 72754 h 79452"/>
                <a:gd name="connsiteX4" fmla="*/ 11661 w 79194"/>
                <a:gd name="connsiteY4" fmla="*/ 67792 h 79452"/>
                <a:gd name="connsiteX5" fmla="*/ 0 w 79194"/>
                <a:gd name="connsiteY5" fmla="*/ 39706 h 79452"/>
                <a:gd name="connsiteX6" fmla="*/ 794 w 79194"/>
                <a:gd name="connsiteY6" fmla="*/ 31966 h 79452"/>
                <a:gd name="connsiteX7" fmla="*/ 11661 w 79194"/>
                <a:gd name="connsiteY7" fmla="*/ 11621 h 79452"/>
                <a:gd name="connsiteX8" fmla="*/ 17665 w 79194"/>
                <a:gd name="connsiteY8" fmla="*/ 6659 h 79452"/>
                <a:gd name="connsiteX9" fmla="*/ 24513 w 79194"/>
                <a:gd name="connsiteY9" fmla="*/ 2987 h 79452"/>
                <a:gd name="connsiteX10" fmla="*/ 67782 w 79194"/>
                <a:gd name="connsiteY10" fmla="*/ 11572 h 79452"/>
                <a:gd name="connsiteX11" fmla="*/ 72744 w 79194"/>
                <a:gd name="connsiteY11" fmla="*/ 17625 h 79452"/>
                <a:gd name="connsiteX12" fmla="*/ 78450 w 79194"/>
                <a:gd name="connsiteY12" fmla="*/ 32015 h 79452"/>
                <a:gd name="connsiteX13" fmla="*/ 79195 w 79194"/>
                <a:gd name="connsiteY13" fmla="*/ 39756 h 79452"/>
                <a:gd name="connsiteX14" fmla="*/ 67584 w 79194"/>
                <a:gd name="connsiteY14" fmla="*/ 67841 h 79452"/>
                <a:gd name="connsiteX15" fmla="*/ 61579 w 79194"/>
                <a:gd name="connsiteY15" fmla="*/ 72803 h 79452"/>
                <a:gd name="connsiteX16" fmla="*/ 54682 w 79194"/>
                <a:gd name="connsiteY16" fmla="*/ 76475 h 79452"/>
                <a:gd name="connsiteX17" fmla="*/ 47289 w 79194"/>
                <a:gd name="connsiteY17" fmla="*/ 78708 h 79452"/>
                <a:gd name="connsiteX18" fmla="*/ 39746 w 79194"/>
                <a:gd name="connsiteY18" fmla="*/ 79453 h 7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194" h="79452">
                  <a:moveTo>
                    <a:pt x="39746" y="79453"/>
                  </a:moveTo>
                  <a:cubicBezTo>
                    <a:pt x="37129" y="79461"/>
                    <a:pt x="34518" y="79195"/>
                    <a:pt x="31956" y="78659"/>
                  </a:cubicBezTo>
                  <a:cubicBezTo>
                    <a:pt x="29423" y="78164"/>
                    <a:pt x="26946" y="77416"/>
                    <a:pt x="24562" y="76426"/>
                  </a:cubicBezTo>
                  <a:cubicBezTo>
                    <a:pt x="22148" y="75432"/>
                    <a:pt x="19838" y="74202"/>
                    <a:pt x="17665" y="72754"/>
                  </a:cubicBezTo>
                  <a:cubicBezTo>
                    <a:pt x="15500" y="71309"/>
                    <a:pt x="13488" y="69646"/>
                    <a:pt x="11661" y="67792"/>
                  </a:cubicBezTo>
                  <a:cubicBezTo>
                    <a:pt x="4228" y="60331"/>
                    <a:pt x="37" y="50238"/>
                    <a:pt x="0" y="39706"/>
                  </a:cubicBezTo>
                  <a:cubicBezTo>
                    <a:pt x="16" y="37107"/>
                    <a:pt x="282" y="34515"/>
                    <a:pt x="794" y="31966"/>
                  </a:cubicBezTo>
                  <a:cubicBezTo>
                    <a:pt x="2323" y="24258"/>
                    <a:pt x="6105" y="17178"/>
                    <a:pt x="11661" y="11621"/>
                  </a:cubicBezTo>
                  <a:cubicBezTo>
                    <a:pt x="13477" y="9755"/>
                    <a:pt x="15490" y="8091"/>
                    <a:pt x="17665" y="6659"/>
                  </a:cubicBezTo>
                  <a:cubicBezTo>
                    <a:pt x="19827" y="5223"/>
                    <a:pt x="22120" y="3994"/>
                    <a:pt x="24513" y="2987"/>
                  </a:cubicBezTo>
                  <a:cubicBezTo>
                    <a:pt x="39351" y="-3097"/>
                    <a:pt x="56390" y="283"/>
                    <a:pt x="67782" y="11572"/>
                  </a:cubicBezTo>
                  <a:cubicBezTo>
                    <a:pt x="69636" y="13417"/>
                    <a:pt x="71298" y="15445"/>
                    <a:pt x="72744" y="17625"/>
                  </a:cubicBezTo>
                  <a:cubicBezTo>
                    <a:pt x="75540" y="22018"/>
                    <a:pt x="77476" y="26901"/>
                    <a:pt x="78450" y="32015"/>
                  </a:cubicBezTo>
                  <a:cubicBezTo>
                    <a:pt x="78946" y="34566"/>
                    <a:pt x="79195" y="37158"/>
                    <a:pt x="79195" y="39756"/>
                  </a:cubicBezTo>
                  <a:cubicBezTo>
                    <a:pt x="79176" y="50282"/>
                    <a:pt x="75003" y="60375"/>
                    <a:pt x="67584" y="67841"/>
                  </a:cubicBezTo>
                  <a:cubicBezTo>
                    <a:pt x="65746" y="69684"/>
                    <a:pt x="63735" y="71346"/>
                    <a:pt x="61579" y="72803"/>
                  </a:cubicBezTo>
                  <a:cubicBezTo>
                    <a:pt x="59407" y="74251"/>
                    <a:pt x="57096" y="75481"/>
                    <a:pt x="54682" y="76475"/>
                  </a:cubicBezTo>
                  <a:cubicBezTo>
                    <a:pt x="52299" y="77466"/>
                    <a:pt x="49822" y="78214"/>
                    <a:pt x="47289" y="78708"/>
                  </a:cubicBezTo>
                  <a:cubicBezTo>
                    <a:pt x="44806" y="79212"/>
                    <a:pt x="42279" y="79462"/>
                    <a:pt x="39746" y="794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604A8C20-287A-E269-B563-C97A2CFC4BDE}"/>
                </a:ext>
              </a:extLst>
            </p:cNvPr>
            <p:cNvSpPr/>
            <p:nvPr/>
          </p:nvSpPr>
          <p:spPr>
            <a:xfrm>
              <a:off x="5853453" y="5326914"/>
              <a:ext cx="79839" cy="180123"/>
            </a:xfrm>
            <a:custGeom>
              <a:avLst/>
              <a:gdLst>
                <a:gd name="connsiteX0" fmla="*/ 40143 w 79839"/>
                <a:gd name="connsiteY0" fmla="*/ 180123 h 180123"/>
                <a:gd name="connsiteX1" fmla="*/ 447 w 79839"/>
                <a:gd name="connsiteY1" fmla="*/ 140427 h 180123"/>
                <a:gd name="connsiteX2" fmla="*/ 0 w 79839"/>
                <a:gd name="connsiteY2" fmla="*/ 39697 h 180123"/>
                <a:gd name="connsiteX3" fmla="*/ 39697 w 79839"/>
                <a:gd name="connsiteY3" fmla="*/ 0 h 180123"/>
                <a:gd name="connsiteX4" fmla="*/ 39697 w 79839"/>
                <a:gd name="connsiteY4" fmla="*/ 0 h 180123"/>
                <a:gd name="connsiteX5" fmla="*/ 79393 w 79839"/>
                <a:gd name="connsiteY5" fmla="*/ 39697 h 180123"/>
                <a:gd name="connsiteX6" fmla="*/ 79840 w 79839"/>
                <a:gd name="connsiteY6" fmla="*/ 140377 h 180123"/>
                <a:gd name="connsiteX7" fmla="*/ 40143 w 79839"/>
                <a:gd name="connsiteY7" fmla="*/ 180074 h 18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180123">
                  <a:moveTo>
                    <a:pt x="40143" y="180123"/>
                  </a:moveTo>
                  <a:cubicBezTo>
                    <a:pt x="18219" y="180123"/>
                    <a:pt x="447" y="162350"/>
                    <a:pt x="447" y="14042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lnTo>
                    <a:pt x="79840" y="140377"/>
                  </a:lnTo>
                  <a:cubicBezTo>
                    <a:pt x="79840" y="162301"/>
                    <a:pt x="62067" y="180074"/>
                    <a:pt x="40143" y="1800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D7B03E9E-2F48-9727-AA8D-F9C3D80E15A9}"/>
                </a:ext>
              </a:extLst>
            </p:cNvPr>
            <p:cNvSpPr/>
            <p:nvPr/>
          </p:nvSpPr>
          <p:spPr>
            <a:xfrm>
              <a:off x="5854347" y="5525161"/>
              <a:ext cx="79343" cy="79480"/>
            </a:xfrm>
            <a:custGeom>
              <a:avLst/>
              <a:gdLst>
                <a:gd name="connsiteX0" fmla="*/ 39696 w 79343"/>
                <a:gd name="connsiteY0" fmla="*/ 79480 h 79480"/>
                <a:gd name="connsiteX1" fmla="*/ 31906 w 79343"/>
                <a:gd name="connsiteY1" fmla="*/ 78686 h 79480"/>
                <a:gd name="connsiteX2" fmla="*/ 24512 w 79343"/>
                <a:gd name="connsiteY2" fmla="*/ 76454 h 79480"/>
                <a:gd name="connsiteX3" fmla="*/ 17615 w 79343"/>
                <a:gd name="connsiteY3" fmla="*/ 72782 h 79480"/>
                <a:gd name="connsiteX4" fmla="*/ 11611 w 79343"/>
                <a:gd name="connsiteY4" fmla="*/ 67820 h 79480"/>
                <a:gd name="connsiteX5" fmla="*/ 6649 w 79343"/>
                <a:gd name="connsiteY5" fmla="*/ 61766 h 79480"/>
                <a:gd name="connsiteX6" fmla="*/ 3027 w 79343"/>
                <a:gd name="connsiteY6" fmla="*/ 54918 h 79480"/>
                <a:gd name="connsiteX7" fmla="*/ 744 w 79343"/>
                <a:gd name="connsiteY7" fmla="*/ 47475 h 79480"/>
                <a:gd name="connsiteX8" fmla="*/ 744 w 79343"/>
                <a:gd name="connsiteY8" fmla="*/ 31993 h 79480"/>
                <a:gd name="connsiteX9" fmla="*/ 3027 w 79343"/>
                <a:gd name="connsiteY9" fmla="*/ 24550 h 79480"/>
                <a:gd name="connsiteX10" fmla="*/ 6649 w 79343"/>
                <a:gd name="connsiteY10" fmla="*/ 17703 h 79480"/>
                <a:gd name="connsiteX11" fmla="*/ 11611 w 79343"/>
                <a:gd name="connsiteY11" fmla="*/ 11649 h 79480"/>
                <a:gd name="connsiteX12" fmla="*/ 17615 w 79343"/>
                <a:gd name="connsiteY12" fmla="*/ 6687 h 79480"/>
                <a:gd name="connsiteX13" fmla="*/ 24463 w 79343"/>
                <a:gd name="connsiteY13" fmla="*/ 3015 h 79480"/>
                <a:gd name="connsiteX14" fmla="*/ 31906 w 79343"/>
                <a:gd name="connsiteY14" fmla="*/ 782 h 79480"/>
                <a:gd name="connsiteX15" fmla="*/ 47437 w 79343"/>
                <a:gd name="connsiteY15" fmla="*/ 782 h 79480"/>
                <a:gd name="connsiteX16" fmla="*/ 54880 w 79343"/>
                <a:gd name="connsiteY16" fmla="*/ 3015 h 79480"/>
                <a:gd name="connsiteX17" fmla="*/ 61728 w 79343"/>
                <a:gd name="connsiteY17" fmla="*/ 6687 h 79480"/>
                <a:gd name="connsiteX18" fmla="*/ 67732 w 79343"/>
                <a:gd name="connsiteY18" fmla="*/ 11649 h 79480"/>
                <a:gd name="connsiteX19" fmla="*/ 72694 w 79343"/>
                <a:gd name="connsiteY19" fmla="*/ 17703 h 79480"/>
                <a:gd name="connsiteX20" fmla="*/ 78599 w 79343"/>
                <a:gd name="connsiteY20" fmla="*/ 31993 h 79480"/>
                <a:gd name="connsiteX21" fmla="*/ 78599 w 79343"/>
                <a:gd name="connsiteY21" fmla="*/ 47475 h 79480"/>
                <a:gd name="connsiteX22" fmla="*/ 67732 w 79343"/>
                <a:gd name="connsiteY22" fmla="*/ 67820 h 79480"/>
                <a:gd name="connsiteX23" fmla="*/ 39696 w 79343"/>
                <a:gd name="connsiteY23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43" h="79480">
                  <a:moveTo>
                    <a:pt x="39696" y="79480"/>
                  </a:moveTo>
                  <a:cubicBezTo>
                    <a:pt x="37079" y="79489"/>
                    <a:pt x="34468" y="79223"/>
                    <a:pt x="31906" y="78686"/>
                  </a:cubicBezTo>
                  <a:cubicBezTo>
                    <a:pt x="29373" y="78192"/>
                    <a:pt x="26896" y="77444"/>
                    <a:pt x="24512" y="76454"/>
                  </a:cubicBezTo>
                  <a:cubicBezTo>
                    <a:pt x="22098" y="75459"/>
                    <a:pt x="19788" y="74229"/>
                    <a:pt x="17615" y="72782"/>
                  </a:cubicBezTo>
                  <a:cubicBezTo>
                    <a:pt x="15459" y="71324"/>
                    <a:pt x="13448" y="69662"/>
                    <a:pt x="11611" y="67820"/>
                  </a:cubicBezTo>
                  <a:cubicBezTo>
                    <a:pt x="9772" y="65961"/>
                    <a:pt x="8110" y="63934"/>
                    <a:pt x="6649" y="61766"/>
                  </a:cubicBezTo>
                  <a:cubicBezTo>
                    <a:pt x="5238" y="59597"/>
                    <a:pt x="4025" y="57305"/>
                    <a:pt x="3027" y="54918"/>
                  </a:cubicBezTo>
                  <a:cubicBezTo>
                    <a:pt x="2020" y="52519"/>
                    <a:pt x="1255" y="50026"/>
                    <a:pt x="744" y="47475"/>
                  </a:cubicBezTo>
                  <a:cubicBezTo>
                    <a:pt x="-248" y="42362"/>
                    <a:pt x="-248" y="37106"/>
                    <a:pt x="744" y="31993"/>
                  </a:cubicBezTo>
                  <a:cubicBezTo>
                    <a:pt x="1255" y="29443"/>
                    <a:pt x="2020" y="26949"/>
                    <a:pt x="3027" y="24550"/>
                  </a:cubicBezTo>
                  <a:cubicBezTo>
                    <a:pt x="4025" y="22163"/>
                    <a:pt x="5238" y="19871"/>
                    <a:pt x="6649" y="17703"/>
                  </a:cubicBezTo>
                  <a:cubicBezTo>
                    <a:pt x="8110" y="15534"/>
                    <a:pt x="9772" y="13507"/>
                    <a:pt x="11611" y="11649"/>
                  </a:cubicBezTo>
                  <a:cubicBezTo>
                    <a:pt x="13448" y="9806"/>
                    <a:pt x="15459" y="8144"/>
                    <a:pt x="17615" y="6687"/>
                  </a:cubicBezTo>
                  <a:cubicBezTo>
                    <a:pt x="19777" y="5251"/>
                    <a:pt x="22070" y="4021"/>
                    <a:pt x="24463" y="3015"/>
                  </a:cubicBezTo>
                  <a:cubicBezTo>
                    <a:pt x="26866" y="2031"/>
                    <a:pt x="29358" y="1283"/>
                    <a:pt x="31906" y="782"/>
                  </a:cubicBezTo>
                  <a:cubicBezTo>
                    <a:pt x="37030" y="-261"/>
                    <a:pt x="42313" y="-261"/>
                    <a:pt x="47437" y="782"/>
                  </a:cubicBezTo>
                  <a:cubicBezTo>
                    <a:pt x="49985" y="1283"/>
                    <a:pt x="52477" y="2031"/>
                    <a:pt x="54880" y="3015"/>
                  </a:cubicBezTo>
                  <a:cubicBezTo>
                    <a:pt x="57273" y="4021"/>
                    <a:pt x="59566" y="5251"/>
                    <a:pt x="61728" y="6687"/>
                  </a:cubicBezTo>
                  <a:cubicBezTo>
                    <a:pt x="63893" y="8132"/>
                    <a:pt x="65905" y="9794"/>
                    <a:pt x="67732" y="11649"/>
                  </a:cubicBezTo>
                  <a:cubicBezTo>
                    <a:pt x="69586" y="13495"/>
                    <a:pt x="71248" y="15523"/>
                    <a:pt x="72694" y="17703"/>
                  </a:cubicBezTo>
                  <a:cubicBezTo>
                    <a:pt x="75548" y="22050"/>
                    <a:pt x="77552" y="26899"/>
                    <a:pt x="78599" y="31993"/>
                  </a:cubicBezTo>
                  <a:cubicBezTo>
                    <a:pt x="79591" y="37106"/>
                    <a:pt x="79591" y="42362"/>
                    <a:pt x="78599" y="47475"/>
                  </a:cubicBezTo>
                  <a:cubicBezTo>
                    <a:pt x="77070" y="55183"/>
                    <a:pt x="73288" y="62263"/>
                    <a:pt x="67732" y="67820"/>
                  </a:cubicBezTo>
                  <a:cubicBezTo>
                    <a:pt x="60301" y="75268"/>
                    <a:pt x="50218" y="79462"/>
                    <a:pt x="39696" y="7948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68E217B3-8CFA-9DF6-A704-7E11FF9B315F}"/>
                </a:ext>
              </a:extLst>
            </p:cNvPr>
            <p:cNvSpPr/>
            <p:nvPr/>
          </p:nvSpPr>
          <p:spPr>
            <a:xfrm>
              <a:off x="6018298" y="5203565"/>
              <a:ext cx="176455" cy="109058"/>
            </a:xfrm>
            <a:custGeom>
              <a:avLst/>
              <a:gdLst>
                <a:gd name="connsiteX0" fmla="*/ 136800 w 176455"/>
                <a:gd name="connsiteY0" fmla="*/ 109009 h 109058"/>
                <a:gd name="connsiteX1" fmla="*/ 125238 w 176455"/>
                <a:gd name="connsiteY1" fmla="*/ 107272 h 109058"/>
                <a:gd name="connsiteX2" fmla="*/ 28875 w 176455"/>
                <a:gd name="connsiteY2" fmla="*/ 77897 h 109058"/>
                <a:gd name="connsiteX3" fmla="*/ 1517 w 176455"/>
                <a:gd name="connsiteY3" fmla="*/ 28875 h 109058"/>
                <a:gd name="connsiteX4" fmla="*/ 50539 w 176455"/>
                <a:gd name="connsiteY4" fmla="*/ 1517 h 109058"/>
                <a:gd name="connsiteX5" fmla="*/ 52048 w 176455"/>
                <a:gd name="connsiteY5" fmla="*/ 1977 h 109058"/>
                <a:gd name="connsiteX6" fmla="*/ 148362 w 176455"/>
                <a:gd name="connsiteY6" fmla="*/ 31402 h 109058"/>
                <a:gd name="connsiteX7" fmla="*/ 174708 w 176455"/>
                <a:gd name="connsiteY7" fmla="*/ 80975 h 109058"/>
                <a:gd name="connsiteX8" fmla="*/ 136800 w 176455"/>
                <a:gd name="connsiteY8" fmla="*/ 109059 h 109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55" h="109058">
                  <a:moveTo>
                    <a:pt x="136800" y="109009"/>
                  </a:moveTo>
                  <a:cubicBezTo>
                    <a:pt x="132881" y="109012"/>
                    <a:pt x="128984" y="108427"/>
                    <a:pt x="125238" y="107272"/>
                  </a:cubicBezTo>
                  <a:lnTo>
                    <a:pt x="28875" y="77897"/>
                  </a:lnTo>
                  <a:cubicBezTo>
                    <a:pt x="7783" y="71915"/>
                    <a:pt x="-4466" y="49967"/>
                    <a:pt x="1517" y="28875"/>
                  </a:cubicBezTo>
                  <a:cubicBezTo>
                    <a:pt x="7499" y="7783"/>
                    <a:pt x="29447" y="-4466"/>
                    <a:pt x="50539" y="1517"/>
                  </a:cubicBezTo>
                  <a:cubicBezTo>
                    <a:pt x="51045" y="1660"/>
                    <a:pt x="51548" y="1814"/>
                    <a:pt x="52048" y="1977"/>
                  </a:cubicBezTo>
                  <a:lnTo>
                    <a:pt x="148362" y="31402"/>
                  </a:lnTo>
                  <a:cubicBezTo>
                    <a:pt x="169326" y="37816"/>
                    <a:pt x="181122" y="60011"/>
                    <a:pt x="174708" y="80975"/>
                  </a:cubicBezTo>
                  <a:cubicBezTo>
                    <a:pt x="169609" y="97644"/>
                    <a:pt x="154232" y="109036"/>
                    <a:pt x="136800" y="10905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A1823E0F-1837-76A6-8C39-60CE79FC9D79}"/>
                </a:ext>
              </a:extLst>
            </p:cNvPr>
            <p:cNvSpPr/>
            <p:nvPr/>
          </p:nvSpPr>
          <p:spPr>
            <a:xfrm>
              <a:off x="6208738" y="5261675"/>
              <a:ext cx="79442" cy="79430"/>
            </a:xfrm>
            <a:custGeom>
              <a:avLst/>
              <a:gdLst>
                <a:gd name="connsiteX0" fmla="*/ 39746 w 79442"/>
                <a:gd name="connsiteY0" fmla="*/ 79381 h 79430"/>
                <a:gd name="connsiteX1" fmla="*/ 31956 w 79442"/>
                <a:gd name="connsiteY1" fmla="*/ 78587 h 79430"/>
                <a:gd name="connsiteX2" fmla="*/ 24562 w 79442"/>
                <a:gd name="connsiteY2" fmla="*/ 76354 h 79430"/>
                <a:gd name="connsiteX3" fmla="*/ 17714 w 79442"/>
                <a:gd name="connsiteY3" fmla="*/ 72682 h 79430"/>
                <a:gd name="connsiteX4" fmla="*/ 11661 w 79442"/>
                <a:gd name="connsiteY4" fmla="*/ 67720 h 79430"/>
                <a:gd name="connsiteX5" fmla="*/ 6699 w 79442"/>
                <a:gd name="connsiteY5" fmla="*/ 61716 h 79430"/>
                <a:gd name="connsiteX6" fmla="*/ 3027 w 79442"/>
                <a:gd name="connsiteY6" fmla="*/ 54868 h 79430"/>
                <a:gd name="connsiteX7" fmla="*/ 744 w 79442"/>
                <a:gd name="connsiteY7" fmla="*/ 47425 h 79430"/>
                <a:gd name="connsiteX8" fmla="*/ 744 w 79442"/>
                <a:gd name="connsiteY8" fmla="*/ 31944 h 79430"/>
                <a:gd name="connsiteX9" fmla="*/ 3027 w 79442"/>
                <a:gd name="connsiteY9" fmla="*/ 24501 h 79430"/>
                <a:gd name="connsiteX10" fmla="*/ 6699 w 79442"/>
                <a:gd name="connsiteY10" fmla="*/ 17653 h 79430"/>
                <a:gd name="connsiteX11" fmla="*/ 17665 w 79442"/>
                <a:gd name="connsiteY11" fmla="*/ 6687 h 79430"/>
                <a:gd name="connsiteX12" fmla="*/ 24512 w 79442"/>
                <a:gd name="connsiteY12" fmla="*/ 3015 h 79430"/>
                <a:gd name="connsiteX13" fmla="*/ 31906 w 79442"/>
                <a:gd name="connsiteY13" fmla="*/ 782 h 79430"/>
                <a:gd name="connsiteX14" fmla="*/ 47437 w 79442"/>
                <a:gd name="connsiteY14" fmla="*/ 782 h 79430"/>
                <a:gd name="connsiteX15" fmla="*/ 54880 w 79442"/>
                <a:gd name="connsiteY15" fmla="*/ 3015 h 79430"/>
                <a:gd name="connsiteX16" fmla="*/ 61728 w 79442"/>
                <a:gd name="connsiteY16" fmla="*/ 6687 h 79430"/>
                <a:gd name="connsiteX17" fmla="*/ 67782 w 79442"/>
                <a:gd name="connsiteY17" fmla="*/ 11649 h 79430"/>
                <a:gd name="connsiteX18" fmla="*/ 72744 w 79442"/>
                <a:gd name="connsiteY18" fmla="*/ 17703 h 79430"/>
                <a:gd name="connsiteX19" fmla="*/ 76416 w 79442"/>
                <a:gd name="connsiteY19" fmla="*/ 24550 h 79430"/>
                <a:gd name="connsiteX20" fmla="*/ 78649 w 79442"/>
                <a:gd name="connsiteY20" fmla="*/ 31993 h 79430"/>
                <a:gd name="connsiteX21" fmla="*/ 79443 w 79442"/>
                <a:gd name="connsiteY21" fmla="*/ 39734 h 79430"/>
                <a:gd name="connsiteX22" fmla="*/ 39746 w 79442"/>
                <a:gd name="connsiteY22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2" h="79430">
                  <a:moveTo>
                    <a:pt x="39746" y="79381"/>
                  </a:moveTo>
                  <a:cubicBezTo>
                    <a:pt x="37129" y="79387"/>
                    <a:pt x="34518" y="79121"/>
                    <a:pt x="31956" y="78587"/>
                  </a:cubicBezTo>
                  <a:cubicBezTo>
                    <a:pt x="29422" y="78093"/>
                    <a:pt x="26945" y="77345"/>
                    <a:pt x="24562" y="76354"/>
                  </a:cubicBezTo>
                  <a:cubicBezTo>
                    <a:pt x="22169" y="75349"/>
                    <a:pt x="19876" y="74120"/>
                    <a:pt x="17714" y="72682"/>
                  </a:cubicBezTo>
                  <a:cubicBezTo>
                    <a:pt x="15535" y="71236"/>
                    <a:pt x="13506" y="69574"/>
                    <a:pt x="11661" y="67720"/>
                  </a:cubicBezTo>
                  <a:cubicBezTo>
                    <a:pt x="9794" y="65904"/>
                    <a:pt x="8131" y="63891"/>
                    <a:pt x="6699" y="61716"/>
                  </a:cubicBezTo>
                  <a:cubicBezTo>
                    <a:pt x="5254" y="59559"/>
                    <a:pt x="4024" y="57266"/>
                    <a:pt x="3027" y="54868"/>
                  </a:cubicBezTo>
                  <a:cubicBezTo>
                    <a:pt x="2042" y="52462"/>
                    <a:pt x="1278" y="49970"/>
                    <a:pt x="744" y="47425"/>
                  </a:cubicBezTo>
                  <a:cubicBezTo>
                    <a:pt x="-248" y="42312"/>
                    <a:pt x="-248" y="37057"/>
                    <a:pt x="744" y="31944"/>
                  </a:cubicBezTo>
                  <a:cubicBezTo>
                    <a:pt x="1278" y="29399"/>
                    <a:pt x="2042" y="26908"/>
                    <a:pt x="3027" y="24501"/>
                  </a:cubicBezTo>
                  <a:cubicBezTo>
                    <a:pt x="4024" y="22103"/>
                    <a:pt x="5254" y="19810"/>
                    <a:pt x="6699" y="17653"/>
                  </a:cubicBezTo>
                  <a:cubicBezTo>
                    <a:pt x="9554" y="13276"/>
                    <a:pt x="13288" y="9542"/>
                    <a:pt x="17665" y="6687"/>
                  </a:cubicBezTo>
                  <a:cubicBezTo>
                    <a:pt x="19815" y="5231"/>
                    <a:pt x="22110" y="4000"/>
                    <a:pt x="24512" y="3015"/>
                  </a:cubicBezTo>
                  <a:cubicBezTo>
                    <a:pt x="26896" y="2024"/>
                    <a:pt x="29373" y="1276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5" y="1283"/>
                    <a:pt x="52478" y="2031"/>
                    <a:pt x="54880" y="3015"/>
                  </a:cubicBezTo>
                  <a:cubicBezTo>
                    <a:pt x="57278" y="4012"/>
                    <a:pt x="59571" y="5242"/>
                    <a:pt x="61728" y="6687"/>
                  </a:cubicBezTo>
                  <a:cubicBezTo>
                    <a:pt x="63909" y="8131"/>
                    <a:pt x="65937" y="9794"/>
                    <a:pt x="67782" y="11649"/>
                  </a:cubicBezTo>
                  <a:cubicBezTo>
                    <a:pt x="69623" y="13506"/>
                    <a:pt x="71284" y="15533"/>
                    <a:pt x="72744" y="17703"/>
                  </a:cubicBezTo>
                  <a:cubicBezTo>
                    <a:pt x="74189" y="19860"/>
                    <a:pt x="75419" y="22153"/>
                    <a:pt x="76416" y="24550"/>
                  </a:cubicBezTo>
                  <a:cubicBezTo>
                    <a:pt x="77406" y="26951"/>
                    <a:pt x="78154" y="29444"/>
                    <a:pt x="78649" y="31993"/>
                  </a:cubicBezTo>
                  <a:cubicBezTo>
                    <a:pt x="79185" y="34538"/>
                    <a:pt x="79452" y="37133"/>
                    <a:pt x="79443" y="39734"/>
                  </a:cubicBezTo>
                  <a:cubicBezTo>
                    <a:pt x="79443" y="61658"/>
                    <a:pt x="61670" y="79431"/>
                    <a:pt x="39746" y="794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A09E4057-23C6-F836-6712-4D17ECC01630}"/>
                </a:ext>
              </a:extLst>
            </p:cNvPr>
            <p:cNvSpPr/>
            <p:nvPr/>
          </p:nvSpPr>
          <p:spPr>
            <a:xfrm>
              <a:off x="5590934" y="5073177"/>
              <a:ext cx="175160" cy="108596"/>
            </a:xfrm>
            <a:custGeom>
              <a:avLst/>
              <a:gdLst>
                <a:gd name="connsiteX0" fmla="*/ 135341 w 175160"/>
                <a:gd name="connsiteY0" fmla="*/ 108597 h 108596"/>
                <a:gd name="connsiteX1" fmla="*/ 123730 w 175160"/>
                <a:gd name="connsiteY1" fmla="*/ 106860 h 108596"/>
                <a:gd name="connsiteX2" fmla="*/ 27366 w 175160"/>
                <a:gd name="connsiteY2" fmla="*/ 77435 h 108596"/>
                <a:gd name="connsiteX3" fmla="*/ 1978 w 175160"/>
                <a:gd name="connsiteY3" fmla="*/ 27364 h 108596"/>
                <a:gd name="connsiteX4" fmla="*/ 50539 w 175160"/>
                <a:gd name="connsiteY4" fmla="*/ 1515 h 108596"/>
                <a:gd name="connsiteX5" fmla="*/ 146903 w 175160"/>
                <a:gd name="connsiteY5" fmla="*/ 30891 h 108596"/>
                <a:gd name="connsiteX6" fmla="*/ 173463 w 175160"/>
                <a:gd name="connsiteY6" fmla="*/ 80350 h 108596"/>
                <a:gd name="connsiteX7" fmla="*/ 135341 w 175160"/>
                <a:gd name="connsiteY7" fmla="*/ 108597 h 10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160" h="108596">
                  <a:moveTo>
                    <a:pt x="135341" y="108597"/>
                  </a:moveTo>
                  <a:cubicBezTo>
                    <a:pt x="131406" y="108603"/>
                    <a:pt x="127491" y="108018"/>
                    <a:pt x="123730" y="106860"/>
                  </a:cubicBezTo>
                  <a:lnTo>
                    <a:pt x="27366" y="77435"/>
                  </a:lnTo>
                  <a:cubicBezTo>
                    <a:pt x="6529" y="70619"/>
                    <a:pt x="-4838" y="48202"/>
                    <a:pt x="1978" y="27364"/>
                  </a:cubicBezTo>
                  <a:cubicBezTo>
                    <a:pt x="8603" y="7110"/>
                    <a:pt x="30038" y="-4300"/>
                    <a:pt x="50539" y="1515"/>
                  </a:cubicBezTo>
                  <a:lnTo>
                    <a:pt x="146903" y="30891"/>
                  </a:lnTo>
                  <a:cubicBezTo>
                    <a:pt x="167895" y="37214"/>
                    <a:pt x="179786" y="59357"/>
                    <a:pt x="173463" y="80350"/>
                  </a:cubicBezTo>
                  <a:cubicBezTo>
                    <a:pt x="168400" y="97159"/>
                    <a:pt x="152897" y="108646"/>
                    <a:pt x="135341" y="10859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78D32BFA-00AF-1809-DA3E-D5BCCC43DFB2}"/>
                </a:ext>
              </a:extLst>
            </p:cNvPr>
            <p:cNvSpPr/>
            <p:nvPr/>
          </p:nvSpPr>
          <p:spPr>
            <a:xfrm>
              <a:off x="5496780" y="5044514"/>
              <a:ext cx="79491" cy="79426"/>
            </a:xfrm>
            <a:custGeom>
              <a:avLst/>
              <a:gdLst>
                <a:gd name="connsiteX0" fmla="*/ 39746 w 79491"/>
                <a:gd name="connsiteY0" fmla="*/ 79402 h 79426"/>
                <a:gd name="connsiteX1" fmla="*/ 11660 w 79491"/>
                <a:gd name="connsiteY1" fmla="*/ 67791 h 79426"/>
                <a:gd name="connsiteX2" fmla="*/ 6698 w 79491"/>
                <a:gd name="connsiteY2" fmla="*/ 61737 h 79426"/>
                <a:gd name="connsiteX3" fmla="*/ 3026 w 79491"/>
                <a:gd name="connsiteY3" fmla="*/ 54890 h 79426"/>
                <a:gd name="connsiteX4" fmla="*/ 793 w 79491"/>
                <a:gd name="connsiteY4" fmla="*/ 47447 h 79426"/>
                <a:gd name="connsiteX5" fmla="*/ 793 w 79491"/>
                <a:gd name="connsiteY5" fmla="*/ 31965 h 79426"/>
                <a:gd name="connsiteX6" fmla="*/ 3026 w 79491"/>
                <a:gd name="connsiteY6" fmla="*/ 24522 h 79426"/>
                <a:gd name="connsiteX7" fmla="*/ 6698 w 79491"/>
                <a:gd name="connsiteY7" fmla="*/ 17674 h 79426"/>
                <a:gd name="connsiteX8" fmla="*/ 11660 w 79491"/>
                <a:gd name="connsiteY8" fmla="*/ 11620 h 79426"/>
                <a:gd name="connsiteX9" fmla="*/ 17714 w 79491"/>
                <a:gd name="connsiteY9" fmla="*/ 6658 h 79426"/>
                <a:gd name="connsiteX10" fmla="*/ 24562 w 79491"/>
                <a:gd name="connsiteY10" fmla="*/ 2986 h 79426"/>
                <a:gd name="connsiteX11" fmla="*/ 54930 w 79491"/>
                <a:gd name="connsiteY11" fmla="*/ 2986 h 79426"/>
                <a:gd name="connsiteX12" fmla="*/ 61777 w 79491"/>
                <a:gd name="connsiteY12" fmla="*/ 6857 h 79426"/>
                <a:gd name="connsiteX13" fmla="*/ 67831 w 79491"/>
                <a:gd name="connsiteY13" fmla="*/ 11819 h 79426"/>
                <a:gd name="connsiteX14" fmla="*/ 72793 w 79491"/>
                <a:gd name="connsiteY14" fmla="*/ 17873 h 79426"/>
                <a:gd name="connsiteX15" fmla="*/ 76465 w 79491"/>
                <a:gd name="connsiteY15" fmla="*/ 24720 h 79426"/>
                <a:gd name="connsiteX16" fmla="*/ 78748 w 79491"/>
                <a:gd name="connsiteY16" fmla="*/ 32163 h 79426"/>
                <a:gd name="connsiteX17" fmla="*/ 79492 w 79491"/>
                <a:gd name="connsiteY17" fmla="*/ 39904 h 79426"/>
                <a:gd name="connsiteX18" fmla="*/ 67881 w 79491"/>
                <a:gd name="connsiteY18" fmla="*/ 67990 h 79426"/>
                <a:gd name="connsiteX19" fmla="*/ 61827 w 79491"/>
                <a:gd name="connsiteY19" fmla="*/ 72952 h 79426"/>
                <a:gd name="connsiteX20" fmla="*/ 54979 w 79491"/>
                <a:gd name="connsiteY20" fmla="*/ 76624 h 79426"/>
                <a:gd name="connsiteX21" fmla="*/ 47536 w 79491"/>
                <a:gd name="connsiteY21" fmla="*/ 78856 h 79426"/>
                <a:gd name="connsiteX22" fmla="*/ 39746 w 79491"/>
                <a:gd name="connsiteY22" fmla="*/ 79402 h 7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91" h="79426">
                  <a:moveTo>
                    <a:pt x="39746" y="79402"/>
                  </a:moveTo>
                  <a:cubicBezTo>
                    <a:pt x="29220" y="79383"/>
                    <a:pt x="19127" y="75211"/>
                    <a:pt x="11660" y="67791"/>
                  </a:cubicBezTo>
                  <a:cubicBezTo>
                    <a:pt x="9805" y="65947"/>
                    <a:pt x="8143" y="63918"/>
                    <a:pt x="6698" y="61737"/>
                  </a:cubicBezTo>
                  <a:cubicBezTo>
                    <a:pt x="5253" y="59580"/>
                    <a:pt x="4023" y="57287"/>
                    <a:pt x="3026" y="54890"/>
                  </a:cubicBezTo>
                  <a:cubicBezTo>
                    <a:pt x="2036" y="52489"/>
                    <a:pt x="1288" y="49996"/>
                    <a:pt x="793" y="47447"/>
                  </a:cubicBezTo>
                  <a:cubicBezTo>
                    <a:pt x="-264" y="42340"/>
                    <a:pt x="-264" y="37071"/>
                    <a:pt x="793" y="31965"/>
                  </a:cubicBezTo>
                  <a:cubicBezTo>
                    <a:pt x="1288" y="29416"/>
                    <a:pt x="2036" y="26922"/>
                    <a:pt x="3026" y="24522"/>
                  </a:cubicBezTo>
                  <a:cubicBezTo>
                    <a:pt x="4023" y="22125"/>
                    <a:pt x="5253" y="19831"/>
                    <a:pt x="6698" y="17674"/>
                  </a:cubicBezTo>
                  <a:cubicBezTo>
                    <a:pt x="8143" y="15493"/>
                    <a:pt x="9805" y="13465"/>
                    <a:pt x="11660" y="11620"/>
                  </a:cubicBezTo>
                  <a:cubicBezTo>
                    <a:pt x="13518" y="9780"/>
                    <a:pt x="15545" y="8118"/>
                    <a:pt x="17714" y="6658"/>
                  </a:cubicBezTo>
                  <a:cubicBezTo>
                    <a:pt x="19871" y="5213"/>
                    <a:pt x="22165" y="3984"/>
                    <a:pt x="24562" y="2986"/>
                  </a:cubicBezTo>
                  <a:cubicBezTo>
                    <a:pt x="34293" y="-995"/>
                    <a:pt x="45199" y="-995"/>
                    <a:pt x="54930" y="2986"/>
                  </a:cubicBezTo>
                  <a:cubicBezTo>
                    <a:pt x="57335" y="4047"/>
                    <a:pt x="59629" y="5343"/>
                    <a:pt x="61777" y="6857"/>
                  </a:cubicBezTo>
                  <a:cubicBezTo>
                    <a:pt x="63947" y="8317"/>
                    <a:pt x="65974" y="9978"/>
                    <a:pt x="67831" y="11819"/>
                  </a:cubicBezTo>
                  <a:cubicBezTo>
                    <a:pt x="69686" y="13663"/>
                    <a:pt x="71349" y="15692"/>
                    <a:pt x="72793" y="17873"/>
                  </a:cubicBezTo>
                  <a:cubicBezTo>
                    <a:pt x="74238" y="20030"/>
                    <a:pt x="75468" y="22323"/>
                    <a:pt x="76465" y="24720"/>
                  </a:cubicBezTo>
                  <a:cubicBezTo>
                    <a:pt x="77449" y="27127"/>
                    <a:pt x="78213" y="29618"/>
                    <a:pt x="78748" y="32163"/>
                  </a:cubicBezTo>
                  <a:cubicBezTo>
                    <a:pt x="79243" y="34714"/>
                    <a:pt x="79492" y="37306"/>
                    <a:pt x="79492" y="39904"/>
                  </a:cubicBezTo>
                  <a:cubicBezTo>
                    <a:pt x="79473" y="50430"/>
                    <a:pt x="75300" y="60523"/>
                    <a:pt x="67881" y="67990"/>
                  </a:cubicBezTo>
                  <a:cubicBezTo>
                    <a:pt x="66036" y="69845"/>
                    <a:pt x="64008" y="71507"/>
                    <a:pt x="61827" y="72952"/>
                  </a:cubicBezTo>
                  <a:cubicBezTo>
                    <a:pt x="59670" y="74397"/>
                    <a:pt x="57376" y="75626"/>
                    <a:pt x="54979" y="76624"/>
                  </a:cubicBezTo>
                  <a:cubicBezTo>
                    <a:pt x="52579" y="77614"/>
                    <a:pt x="50085" y="78362"/>
                    <a:pt x="47536" y="78856"/>
                  </a:cubicBezTo>
                  <a:cubicBezTo>
                    <a:pt x="44966" y="79313"/>
                    <a:pt x="42355" y="79496"/>
                    <a:pt x="39746" y="7940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2A2E1458-629E-3467-8D0B-E3F52792B291}"/>
                </a:ext>
              </a:extLst>
            </p:cNvPr>
            <p:cNvSpPr/>
            <p:nvPr/>
          </p:nvSpPr>
          <p:spPr>
            <a:xfrm>
              <a:off x="5957701" y="5290394"/>
              <a:ext cx="141155" cy="160274"/>
            </a:xfrm>
            <a:custGeom>
              <a:avLst/>
              <a:gdLst>
                <a:gd name="connsiteX0" fmla="*/ 101480 w 141155"/>
                <a:gd name="connsiteY0" fmla="*/ 160275 h 160274"/>
                <a:gd name="connsiteX1" fmla="*/ 69921 w 141155"/>
                <a:gd name="connsiteY1" fmla="*/ 144694 h 160274"/>
                <a:gd name="connsiteX2" fmla="*/ 8788 w 141155"/>
                <a:gd name="connsiteY2" fmla="*/ 64606 h 160274"/>
                <a:gd name="connsiteX3" fmla="*/ 14790 w 141155"/>
                <a:gd name="connsiteY3" fmla="*/ 8788 h 160274"/>
                <a:gd name="connsiteX4" fmla="*/ 70608 w 141155"/>
                <a:gd name="connsiteY4" fmla="*/ 14790 h 160274"/>
                <a:gd name="connsiteX5" fmla="*/ 71856 w 141155"/>
                <a:gd name="connsiteY5" fmla="*/ 16424 h 160274"/>
                <a:gd name="connsiteX6" fmla="*/ 132989 w 141155"/>
                <a:gd name="connsiteY6" fmla="*/ 96462 h 160274"/>
                <a:gd name="connsiteX7" fmla="*/ 125573 w 141155"/>
                <a:gd name="connsiteY7" fmla="*/ 152110 h 160274"/>
                <a:gd name="connsiteX8" fmla="*/ 101480 w 141155"/>
                <a:gd name="connsiteY8" fmla="*/ 160275 h 1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55" h="160274">
                  <a:moveTo>
                    <a:pt x="101480" y="160275"/>
                  </a:moveTo>
                  <a:cubicBezTo>
                    <a:pt x="89107" y="160283"/>
                    <a:pt x="77438" y="154522"/>
                    <a:pt x="69921" y="144694"/>
                  </a:cubicBezTo>
                  <a:lnTo>
                    <a:pt x="8788" y="64606"/>
                  </a:lnTo>
                  <a:cubicBezTo>
                    <a:pt x="-4968" y="47535"/>
                    <a:pt x="-2281" y="22545"/>
                    <a:pt x="14790" y="8788"/>
                  </a:cubicBezTo>
                  <a:cubicBezTo>
                    <a:pt x="31861" y="-4968"/>
                    <a:pt x="56851" y="-2281"/>
                    <a:pt x="70608" y="14790"/>
                  </a:cubicBezTo>
                  <a:cubicBezTo>
                    <a:pt x="71038" y="15324"/>
                    <a:pt x="71454" y="15869"/>
                    <a:pt x="71856" y="16424"/>
                  </a:cubicBezTo>
                  <a:lnTo>
                    <a:pt x="132989" y="96462"/>
                  </a:lnTo>
                  <a:cubicBezTo>
                    <a:pt x="146308" y="113877"/>
                    <a:pt x="142987" y="138791"/>
                    <a:pt x="125573" y="152110"/>
                  </a:cubicBezTo>
                  <a:cubicBezTo>
                    <a:pt x="118655" y="157401"/>
                    <a:pt x="110189" y="160270"/>
                    <a:pt x="101480" y="1602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0D2E0D16-8ED2-93D7-76FA-4C65247CE265}"/>
                </a:ext>
              </a:extLst>
            </p:cNvPr>
            <p:cNvSpPr/>
            <p:nvPr/>
          </p:nvSpPr>
          <p:spPr>
            <a:xfrm>
              <a:off x="6078564" y="5448832"/>
              <a:ext cx="79393" cy="79393"/>
            </a:xfrm>
            <a:custGeom>
              <a:avLst/>
              <a:gdLst>
                <a:gd name="connsiteX0" fmla="*/ 39715 w 79393"/>
                <a:gd name="connsiteY0" fmla="*/ 79393 h 79393"/>
                <a:gd name="connsiteX1" fmla="*/ 0 w 79393"/>
                <a:gd name="connsiteY1" fmla="*/ 39715 h 79393"/>
                <a:gd name="connsiteX2" fmla="*/ 39678 w 79393"/>
                <a:gd name="connsiteY2" fmla="*/ 0 h 79393"/>
                <a:gd name="connsiteX3" fmla="*/ 67751 w 79393"/>
                <a:gd name="connsiteY3" fmla="*/ 11611 h 79393"/>
                <a:gd name="connsiteX4" fmla="*/ 67751 w 79393"/>
                <a:gd name="connsiteY4" fmla="*/ 11611 h 79393"/>
                <a:gd name="connsiteX5" fmla="*/ 67782 w 79393"/>
                <a:gd name="connsiteY5" fmla="*/ 67751 h 79393"/>
                <a:gd name="connsiteX6" fmla="*/ 39715 w 793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79393">
                  <a:moveTo>
                    <a:pt x="39715" y="79393"/>
                  </a:moveTo>
                  <a:cubicBezTo>
                    <a:pt x="17791" y="79403"/>
                    <a:pt x="10" y="61639"/>
                    <a:pt x="0" y="39715"/>
                  </a:cubicBezTo>
                  <a:cubicBezTo>
                    <a:pt x="-10" y="17791"/>
                    <a:pt x="17754" y="10"/>
                    <a:pt x="39678" y="0"/>
                  </a:cubicBezTo>
                  <a:cubicBezTo>
                    <a:pt x="50205" y="-5"/>
                    <a:pt x="60303" y="4172"/>
                    <a:pt x="67751" y="11611"/>
                  </a:cubicBezTo>
                  <a:lnTo>
                    <a:pt x="67751" y="11611"/>
                  </a:lnTo>
                  <a:cubicBezTo>
                    <a:pt x="83262" y="27105"/>
                    <a:pt x="83276" y="52240"/>
                    <a:pt x="67782" y="67751"/>
                  </a:cubicBezTo>
                  <a:cubicBezTo>
                    <a:pt x="60341" y="75200"/>
                    <a:pt x="50244" y="79388"/>
                    <a:pt x="3971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EB2155D4-55EF-C682-A72F-7B8054551EEB}"/>
                </a:ext>
              </a:extLst>
            </p:cNvPr>
            <p:cNvSpPr/>
            <p:nvPr/>
          </p:nvSpPr>
          <p:spPr>
            <a:xfrm>
              <a:off x="5685531" y="4934117"/>
              <a:ext cx="141118" cy="160225"/>
            </a:xfrm>
            <a:custGeom>
              <a:avLst/>
              <a:gdLst>
                <a:gd name="connsiteX0" fmla="*/ 101480 w 141118"/>
                <a:gd name="connsiteY0" fmla="*/ 160225 h 160225"/>
                <a:gd name="connsiteX1" fmla="*/ 69921 w 141118"/>
                <a:gd name="connsiteY1" fmla="*/ 144644 h 160225"/>
                <a:gd name="connsiteX2" fmla="*/ 8788 w 141118"/>
                <a:gd name="connsiteY2" fmla="*/ 64606 h 160225"/>
                <a:gd name="connsiteX3" fmla="*/ 14790 w 141118"/>
                <a:gd name="connsiteY3" fmla="*/ 8788 h 160225"/>
                <a:gd name="connsiteX4" fmla="*/ 70608 w 141118"/>
                <a:gd name="connsiteY4" fmla="*/ 14790 h 160225"/>
                <a:gd name="connsiteX5" fmla="*/ 71856 w 141118"/>
                <a:gd name="connsiteY5" fmla="*/ 16424 h 160225"/>
                <a:gd name="connsiteX6" fmla="*/ 132989 w 141118"/>
                <a:gd name="connsiteY6" fmla="*/ 96462 h 160225"/>
                <a:gd name="connsiteX7" fmla="*/ 125485 w 141118"/>
                <a:gd name="connsiteY7" fmla="*/ 152098 h 160225"/>
                <a:gd name="connsiteX8" fmla="*/ 101480 w 141118"/>
                <a:gd name="connsiteY8" fmla="*/ 160225 h 16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8" h="160225">
                  <a:moveTo>
                    <a:pt x="101480" y="160225"/>
                  </a:moveTo>
                  <a:cubicBezTo>
                    <a:pt x="89107" y="160233"/>
                    <a:pt x="77438" y="154472"/>
                    <a:pt x="69921" y="144644"/>
                  </a:cubicBezTo>
                  <a:lnTo>
                    <a:pt x="8788" y="64606"/>
                  </a:lnTo>
                  <a:cubicBezTo>
                    <a:pt x="-4968" y="47535"/>
                    <a:pt x="-2281" y="22545"/>
                    <a:pt x="14790" y="8788"/>
                  </a:cubicBezTo>
                  <a:cubicBezTo>
                    <a:pt x="31861" y="-4968"/>
                    <a:pt x="56851" y="-2281"/>
                    <a:pt x="70608" y="14790"/>
                  </a:cubicBezTo>
                  <a:cubicBezTo>
                    <a:pt x="71038" y="15324"/>
                    <a:pt x="71454" y="15869"/>
                    <a:pt x="71856" y="16424"/>
                  </a:cubicBezTo>
                  <a:lnTo>
                    <a:pt x="132989" y="96462"/>
                  </a:lnTo>
                  <a:cubicBezTo>
                    <a:pt x="146280" y="113898"/>
                    <a:pt x="142921" y="138807"/>
                    <a:pt x="125485" y="152098"/>
                  </a:cubicBezTo>
                  <a:cubicBezTo>
                    <a:pt x="118587" y="157357"/>
                    <a:pt x="110155" y="160212"/>
                    <a:pt x="101480" y="16022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07F5FAB2-BE74-AB7C-1AD1-879B0408DBE9}"/>
                </a:ext>
              </a:extLst>
            </p:cNvPr>
            <p:cNvSpPr/>
            <p:nvPr/>
          </p:nvSpPr>
          <p:spPr>
            <a:xfrm>
              <a:off x="5627034" y="4857354"/>
              <a:ext cx="79393" cy="79393"/>
            </a:xfrm>
            <a:custGeom>
              <a:avLst/>
              <a:gdLst>
                <a:gd name="connsiteX0" fmla="*/ 39697 w 79393"/>
                <a:gd name="connsiteY0" fmla="*/ 79393 h 79393"/>
                <a:gd name="connsiteX1" fmla="*/ 0 w 79393"/>
                <a:gd name="connsiteY1" fmla="*/ 39697 h 79393"/>
                <a:gd name="connsiteX2" fmla="*/ 39697 w 79393"/>
                <a:gd name="connsiteY2" fmla="*/ 0 h 79393"/>
                <a:gd name="connsiteX3" fmla="*/ 79393 w 79393"/>
                <a:gd name="connsiteY3" fmla="*/ 39697 h 79393"/>
                <a:gd name="connsiteX4" fmla="*/ 79393 w 79393"/>
                <a:gd name="connsiteY4" fmla="*/ 39697 h 79393"/>
                <a:gd name="connsiteX5" fmla="*/ 39697 w 79393"/>
                <a:gd name="connsiteY5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93" h="79393">
                  <a:moveTo>
                    <a:pt x="39697" y="79393"/>
                  </a:move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9697"/>
                  </a:lnTo>
                  <a:cubicBezTo>
                    <a:pt x="79393" y="61620"/>
                    <a:pt x="61620" y="79393"/>
                    <a:pt x="3969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5EC54910-BD57-F64F-81B2-6B0A149F99C9}"/>
                </a:ext>
              </a:extLst>
            </p:cNvPr>
            <p:cNvSpPr/>
            <p:nvPr/>
          </p:nvSpPr>
          <p:spPr>
            <a:xfrm>
              <a:off x="5955956" y="4932531"/>
              <a:ext cx="138640" cy="160074"/>
            </a:xfrm>
            <a:custGeom>
              <a:avLst/>
              <a:gdLst>
                <a:gd name="connsiteX0" fmla="*/ 39661 w 138640"/>
                <a:gd name="connsiteY0" fmla="*/ 160074 h 160074"/>
                <a:gd name="connsiteX1" fmla="*/ 0 w 138640"/>
                <a:gd name="connsiteY1" fmla="*/ 120342 h 160074"/>
                <a:gd name="connsiteX2" fmla="*/ 7755 w 138640"/>
                <a:gd name="connsiteY2" fmla="*/ 96808 h 160074"/>
                <a:gd name="connsiteX3" fmla="*/ 67300 w 138640"/>
                <a:gd name="connsiteY3" fmla="*/ 15728 h 160074"/>
                <a:gd name="connsiteX4" fmla="*/ 122913 w 138640"/>
                <a:gd name="connsiteY4" fmla="*/ 8057 h 160074"/>
                <a:gd name="connsiteX5" fmla="*/ 131211 w 138640"/>
                <a:gd name="connsiteY5" fmla="*/ 62818 h 160074"/>
                <a:gd name="connsiteX6" fmla="*/ 71666 w 138640"/>
                <a:gd name="connsiteY6" fmla="*/ 143898 h 160074"/>
                <a:gd name="connsiteX7" fmla="*/ 39661 w 138640"/>
                <a:gd name="connsiteY7" fmla="*/ 160074 h 1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40" h="160074">
                  <a:moveTo>
                    <a:pt x="39661" y="160074"/>
                  </a:moveTo>
                  <a:cubicBezTo>
                    <a:pt x="17737" y="160054"/>
                    <a:pt x="-20" y="142266"/>
                    <a:pt x="0" y="120342"/>
                  </a:cubicBezTo>
                  <a:cubicBezTo>
                    <a:pt x="8" y="111871"/>
                    <a:pt x="2725" y="103624"/>
                    <a:pt x="7755" y="96808"/>
                  </a:cubicBezTo>
                  <a:lnTo>
                    <a:pt x="67300" y="15728"/>
                  </a:lnTo>
                  <a:cubicBezTo>
                    <a:pt x="80539" y="-1748"/>
                    <a:pt x="105437" y="-5182"/>
                    <a:pt x="122913" y="8057"/>
                  </a:cubicBezTo>
                  <a:cubicBezTo>
                    <a:pt x="140059" y="21047"/>
                    <a:pt x="143739" y="45331"/>
                    <a:pt x="131211" y="62818"/>
                  </a:cubicBezTo>
                  <a:lnTo>
                    <a:pt x="71666" y="143898"/>
                  </a:lnTo>
                  <a:cubicBezTo>
                    <a:pt x="64180" y="154076"/>
                    <a:pt x="52296" y="160083"/>
                    <a:pt x="39661" y="16007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BD1F8DB1-D686-BC59-0D77-80924E36DD20}"/>
                </a:ext>
              </a:extLst>
            </p:cNvPr>
            <p:cNvSpPr/>
            <p:nvPr/>
          </p:nvSpPr>
          <p:spPr>
            <a:xfrm>
              <a:off x="6073621" y="4853526"/>
              <a:ext cx="79442" cy="79400"/>
            </a:xfrm>
            <a:custGeom>
              <a:avLst/>
              <a:gdLst>
                <a:gd name="connsiteX0" fmla="*/ 39697 w 79442"/>
                <a:gd name="connsiteY0" fmla="*/ 79400 h 79400"/>
                <a:gd name="connsiteX1" fmla="*/ 31956 w 79442"/>
                <a:gd name="connsiteY1" fmla="*/ 78655 h 79400"/>
                <a:gd name="connsiteX2" fmla="*/ 24513 w 79442"/>
                <a:gd name="connsiteY2" fmla="*/ 76373 h 79400"/>
                <a:gd name="connsiteX3" fmla="*/ 17665 w 79442"/>
                <a:gd name="connsiteY3" fmla="*/ 72701 h 79400"/>
                <a:gd name="connsiteX4" fmla="*/ 11661 w 79442"/>
                <a:gd name="connsiteY4" fmla="*/ 67739 h 79400"/>
                <a:gd name="connsiteX5" fmla="*/ 0 w 79442"/>
                <a:gd name="connsiteY5" fmla="*/ 39703 h 79400"/>
                <a:gd name="connsiteX6" fmla="*/ 794 w 79442"/>
                <a:gd name="connsiteY6" fmla="*/ 31962 h 79400"/>
                <a:gd name="connsiteX7" fmla="*/ 11661 w 79442"/>
                <a:gd name="connsiteY7" fmla="*/ 11618 h 79400"/>
                <a:gd name="connsiteX8" fmla="*/ 67782 w 79442"/>
                <a:gd name="connsiteY8" fmla="*/ 11618 h 79400"/>
                <a:gd name="connsiteX9" fmla="*/ 72744 w 79442"/>
                <a:gd name="connsiteY9" fmla="*/ 17671 h 79400"/>
                <a:gd name="connsiteX10" fmla="*/ 76366 w 79442"/>
                <a:gd name="connsiteY10" fmla="*/ 24519 h 79400"/>
                <a:gd name="connsiteX11" fmla="*/ 78649 w 79442"/>
                <a:gd name="connsiteY11" fmla="*/ 31962 h 79400"/>
                <a:gd name="connsiteX12" fmla="*/ 78649 w 79442"/>
                <a:gd name="connsiteY12" fmla="*/ 47444 h 79400"/>
                <a:gd name="connsiteX13" fmla="*/ 76366 w 79442"/>
                <a:gd name="connsiteY13" fmla="*/ 54887 h 79400"/>
                <a:gd name="connsiteX14" fmla="*/ 72744 w 79442"/>
                <a:gd name="connsiteY14" fmla="*/ 61735 h 79400"/>
                <a:gd name="connsiteX15" fmla="*/ 67782 w 79442"/>
                <a:gd name="connsiteY15" fmla="*/ 67788 h 79400"/>
                <a:gd name="connsiteX16" fmla="*/ 61728 w 79442"/>
                <a:gd name="connsiteY16" fmla="*/ 72750 h 79400"/>
                <a:gd name="connsiteX17" fmla="*/ 54881 w 79442"/>
                <a:gd name="connsiteY17" fmla="*/ 76422 h 79400"/>
                <a:gd name="connsiteX18" fmla="*/ 47487 w 79442"/>
                <a:gd name="connsiteY18" fmla="*/ 78705 h 79400"/>
                <a:gd name="connsiteX19" fmla="*/ 39697 w 79442"/>
                <a:gd name="connsiteY19" fmla="*/ 79400 h 7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2" h="79400">
                  <a:moveTo>
                    <a:pt x="39697" y="79400"/>
                  </a:moveTo>
                  <a:cubicBezTo>
                    <a:pt x="37098" y="79398"/>
                    <a:pt x="34507" y="79149"/>
                    <a:pt x="31956" y="78655"/>
                  </a:cubicBezTo>
                  <a:cubicBezTo>
                    <a:pt x="29413" y="78114"/>
                    <a:pt x="26922" y="77350"/>
                    <a:pt x="24513" y="76373"/>
                  </a:cubicBezTo>
                  <a:cubicBezTo>
                    <a:pt x="22120" y="75366"/>
                    <a:pt x="19827" y="74137"/>
                    <a:pt x="17665" y="72701"/>
                  </a:cubicBezTo>
                  <a:cubicBezTo>
                    <a:pt x="15500" y="71256"/>
                    <a:pt x="13488" y="69593"/>
                    <a:pt x="11661" y="67739"/>
                  </a:cubicBezTo>
                  <a:cubicBezTo>
                    <a:pt x="4240" y="60290"/>
                    <a:pt x="50" y="50218"/>
                    <a:pt x="0" y="39703"/>
                  </a:cubicBezTo>
                  <a:cubicBezTo>
                    <a:pt x="16" y="37103"/>
                    <a:pt x="282" y="34511"/>
                    <a:pt x="794" y="31962"/>
                  </a:cubicBezTo>
                  <a:cubicBezTo>
                    <a:pt x="2323" y="24255"/>
                    <a:pt x="6105" y="17174"/>
                    <a:pt x="11661" y="11618"/>
                  </a:cubicBezTo>
                  <a:cubicBezTo>
                    <a:pt x="27161" y="-3873"/>
                    <a:pt x="52282" y="-3873"/>
                    <a:pt x="67782" y="11618"/>
                  </a:cubicBezTo>
                  <a:cubicBezTo>
                    <a:pt x="69621" y="13476"/>
                    <a:pt x="71283" y="15503"/>
                    <a:pt x="72744" y="17671"/>
                  </a:cubicBezTo>
                  <a:cubicBezTo>
                    <a:pt x="74155" y="19840"/>
                    <a:pt x="75368" y="22132"/>
                    <a:pt x="76366" y="24519"/>
                  </a:cubicBezTo>
                  <a:cubicBezTo>
                    <a:pt x="77373" y="26918"/>
                    <a:pt x="78138" y="29411"/>
                    <a:pt x="78649" y="31962"/>
                  </a:cubicBezTo>
                  <a:cubicBezTo>
                    <a:pt x="79707" y="37068"/>
                    <a:pt x="79707" y="42337"/>
                    <a:pt x="78649" y="47444"/>
                  </a:cubicBezTo>
                  <a:cubicBezTo>
                    <a:pt x="78138" y="49995"/>
                    <a:pt x="77373" y="52488"/>
                    <a:pt x="76366" y="54887"/>
                  </a:cubicBezTo>
                  <a:cubicBezTo>
                    <a:pt x="75368" y="57274"/>
                    <a:pt x="74155" y="59566"/>
                    <a:pt x="72744" y="61735"/>
                  </a:cubicBezTo>
                  <a:cubicBezTo>
                    <a:pt x="71283" y="63903"/>
                    <a:pt x="69621" y="65930"/>
                    <a:pt x="67782" y="67788"/>
                  </a:cubicBezTo>
                  <a:cubicBezTo>
                    <a:pt x="65938" y="69643"/>
                    <a:pt x="63909" y="71306"/>
                    <a:pt x="61728" y="72750"/>
                  </a:cubicBezTo>
                  <a:cubicBezTo>
                    <a:pt x="59578" y="74207"/>
                    <a:pt x="57283" y="75437"/>
                    <a:pt x="54881" y="76422"/>
                  </a:cubicBezTo>
                  <a:cubicBezTo>
                    <a:pt x="52491" y="77406"/>
                    <a:pt x="50016" y="78170"/>
                    <a:pt x="47487" y="78705"/>
                  </a:cubicBezTo>
                  <a:cubicBezTo>
                    <a:pt x="44918" y="79182"/>
                    <a:pt x="42309" y="79414"/>
                    <a:pt x="39697" y="7940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C9E05FDB-3DEB-7CE4-AC17-9EB7F340B4FF}"/>
                </a:ext>
              </a:extLst>
            </p:cNvPr>
            <p:cNvSpPr/>
            <p:nvPr/>
          </p:nvSpPr>
          <p:spPr>
            <a:xfrm>
              <a:off x="5689890" y="5293224"/>
              <a:ext cx="138640" cy="160074"/>
            </a:xfrm>
            <a:custGeom>
              <a:avLst/>
              <a:gdLst>
                <a:gd name="connsiteX0" fmla="*/ 39661 w 138640"/>
                <a:gd name="connsiteY0" fmla="*/ 160074 h 160074"/>
                <a:gd name="connsiteX1" fmla="*/ 0 w 138640"/>
                <a:gd name="connsiteY1" fmla="*/ 120342 h 160074"/>
                <a:gd name="connsiteX2" fmla="*/ 7755 w 138640"/>
                <a:gd name="connsiteY2" fmla="*/ 96808 h 160074"/>
                <a:gd name="connsiteX3" fmla="*/ 67300 w 138640"/>
                <a:gd name="connsiteY3" fmla="*/ 15728 h 160074"/>
                <a:gd name="connsiteX4" fmla="*/ 122913 w 138640"/>
                <a:gd name="connsiteY4" fmla="*/ 8057 h 160074"/>
                <a:gd name="connsiteX5" fmla="*/ 131211 w 138640"/>
                <a:gd name="connsiteY5" fmla="*/ 62818 h 160074"/>
                <a:gd name="connsiteX6" fmla="*/ 71666 w 138640"/>
                <a:gd name="connsiteY6" fmla="*/ 143898 h 160074"/>
                <a:gd name="connsiteX7" fmla="*/ 39661 w 138640"/>
                <a:gd name="connsiteY7" fmla="*/ 160074 h 1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40" h="160074">
                  <a:moveTo>
                    <a:pt x="39661" y="160074"/>
                  </a:moveTo>
                  <a:cubicBezTo>
                    <a:pt x="17737" y="160055"/>
                    <a:pt x="-20" y="142266"/>
                    <a:pt x="0" y="120342"/>
                  </a:cubicBezTo>
                  <a:cubicBezTo>
                    <a:pt x="8" y="111871"/>
                    <a:pt x="2725" y="103624"/>
                    <a:pt x="7755" y="96808"/>
                  </a:cubicBezTo>
                  <a:lnTo>
                    <a:pt x="67300" y="15728"/>
                  </a:lnTo>
                  <a:cubicBezTo>
                    <a:pt x="80539" y="-1748"/>
                    <a:pt x="105437" y="-5182"/>
                    <a:pt x="122913" y="8057"/>
                  </a:cubicBezTo>
                  <a:cubicBezTo>
                    <a:pt x="140059" y="21047"/>
                    <a:pt x="143739" y="45331"/>
                    <a:pt x="131211" y="62818"/>
                  </a:cubicBezTo>
                  <a:lnTo>
                    <a:pt x="71666" y="143898"/>
                  </a:lnTo>
                  <a:cubicBezTo>
                    <a:pt x="64180" y="154076"/>
                    <a:pt x="52296" y="160083"/>
                    <a:pt x="39661" y="1600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528E5BD4-E722-EC51-E3E1-D887F399E04C}"/>
                </a:ext>
              </a:extLst>
            </p:cNvPr>
            <p:cNvSpPr/>
            <p:nvPr/>
          </p:nvSpPr>
          <p:spPr>
            <a:xfrm>
              <a:off x="5632046" y="5452586"/>
              <a:ext cx="79293" cy="79459"/>
            </a:xfrm>
            <a:custGeom>
              <a:avLst/>
              <a:gdLst>
                <a:gd name="connsiteX0" fmla="*/ 39647 w 79293"/>
                <a:gd name="connsiteY0" fmla="*/ 79460 h 79459"/>
                <a:gd name="connsiteX1" fmla="*/ 31906 w 79293"/>
                <a:gd name="connsiteY1" fmla="*/ 78666 h 79459"/>
                <a:gd name="connsiteX2" fmla="*/ 24513 w 79293"/>
                <a:gd name="connsiteY2" fmla="*/ 76383 h 79459"/>
                <a:gd name="connsiteX3" fmla="*/ 17665 w 79293"/>
                <a:gd name="connsiteY3" fmla="*/ 72761 h 79459"/>
                <a:gd name="connsiteX4" fmla="*/ 11611 w 79293"/>
                <a:gd name="connsiteY4" fmla="*/ 67799 h 79459"/>
                <a:gd name="connsiteX5" fmla="*/ 6649 w 79293"/>
                <a:gd name="connsiteY5" fmla="*/ 61795 h 79459"/>
                <a:gd name="connsiteX6" fmla="*/ 744 w 79293"/>
                <a:gd name="connsiteY6" fmla="*/ 47504 h 79459"/>
                <a:gd name="connsiteX7" fmla="*/ 0 w 79293"/>
                <a:gd name="connsiteY7" fmla="*/ 39763 h 79459"/>
                <a:gd name="connsiteX8" fmla="*/ 744 w 79293"/>
                <a:gd name="connsiteY8" fmla="*/ 31973 h 79459"/>
                <a:gd name="connsiteX9" fmla="*/ 3027 w 79293"/>
                <a:gd name="connsiteY9" fmla="*/ 24579 h 79459"/>
                <a:gd name="connsiteX10" fmla="*/ 6649 w 79293"/>
                <a:gd name="connsiteY10" fmla="*/ 17732 h 79459"/>
                <a:gd name="connsiteX11" fmla="*/ 11611 w 79293"/>
                <a:gd name="connsiteY11" fmla="*/ 11678 h 79459"/>
                <a:gd name="connsiteX12" fmla="*/ 47388 w 79293"/>
                <a:gd name="connsiteY12" fmla="*/ 712 h 79459"/>
                <a:gd name="connsiteX13" fmla="*/ 54831 w 79293"/>
                <a:gd name="connsiteY13" fmla="*/ 2994 h 79459"/>
                <a:gd name="connsiteX14" fmla="*/ 61679 w 79293"/>
                <a:gd name="connsiteY14" fmla="*/ 6666 h 79459"/>
                <a:gd name="connsiteX15" fmla="*/ 67683 w 79293"/>
                <a:gd name="connsiteY15" fmla="*/ 11628 h 79459"/>
                <a:gd name="connsiteX16" fmla="*/ 72645 w 79293"/>
                <a:gd name="connsiteY16" fmla="*/ 17682 h 79459"/>
                <a:gd name="connsiteX17" fmla="*/ 76267 w 79293"/>
                <a:gd name="connsiteY17" fmla="*/ 24530 h 79459"/>
                <a:gd name="connsiteX18" fmla="*/ 78550 w 79293"/>
                <a:gd name="connsiteY18" fmla="*/ 31923 h 79459"/>
                <a:gd name="connsiteX19" fmla="*/ 79294 w 79293"/>
                <a:gd name="connsiteY19" fmla="*/ 39714 h 79459"/>
                <a:gd name="connsiteX20" fmla="*/ 67683 w 79293"/>
                <a:gd name="connsiteY20" fmla="*/ 67749 h 79459"/>
                <a:gd name="connsiteX21" fmla="*/ 61679 w 79293"/>
                <a:gd name="connsiteY21" fmla="*/ 72711 h 79459"/>
                <a:gd name="connsiteX22" fmla="*/ 54781 w 79293"/>
                <a:gd name="connsiteY22" fmla="*/ 76334 h 79459"/>
                <a:gd name="connsiteX23" fmla="*/ 47388 w 79293"/>
                <a:gd name="connsiteY23" fmla="*/ 78616 h 79459"/>
                <a:gd name="connsiteX24" fmla="*/ 39647 w 79293"/>
                <a:gd name="connsiteY24" fmla="*/ 79460 h 7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293" h="79459">
                  <a:moveTo>
                    <a:pt x="39647" y="79460"/>
                  </a:moveTo>
                  <a:cubicBezTo>
                    <a:pt x="37047" y="79441"/>
                    <a:pt x="34455" y="79175"/>
                    <a:pt x="31906" y="78666"/>
                  </a:cubicBezTo>
                  <a:cubicBezTo>
                    <a:pt x="29371" y="78155"/>
                    <a:pt x="26895" y="77390"/>
                    <a:pt x="24513" y="76383"/>
                  </a:cubicBezTo>
                  <a:cubicBezTo>
                    <a:pt x="22111" y="75415"/>
                    <a:pt x="19817" y="74201"/>
                    <a:pt x="17665" y="72761"/>
                  </a:cubicBezTo>
                  <a:cubicBezTo>
                    <a:pt x="15485" y="71315"/>
                    <a:pt x="13457" y="69653"/>
                    <a:pt x="11611" y="67799"/>
                  </a:cubicBezTo>
                  <a:cubicBezTo>
                    <a:pt x="9747" y="65982"/>
                    <a:pt x="8083" y="63969"/>
                    <a:pt x="6649" y="61795"/>
                  </a:cubicBezTo>
                  <a:cubicBezTo>
                    <a:pt x="3795" y="57447"/>
                    <a:pt x="1792" y="52598"/>
                    <a:pt x="744" y="47504"/>
                  </a:cubicBezTo>
                  <a:cubicBezTo>
                    <a:pt x="249" y="44954"/>
                    <a:pt x="-1" y="42361"/>
                    <a:pt x="0" y="39763"/>
                  </a:cubicBezTo>
                  <a:cubicBezTo>
                    <a:pt x="2" y="37149"/>
                    <a:pt x="251" y="34540"/>
                    <a:pt x="744" y="31973"/>
                  </a:cubicBezTo>
                  <a:cubicBezTo>
                    <a:pt x="1279" y="29444"/>
                    <a:pt x="2043" y="26969"/>
                    <a:pt x="3027" y="24579"/>
                  </a:cubicBezTo>
                  <a:cubicBezTo>
                    <a:pt x="4015" y="22187"/>
                    <a:pt x="5228" y="19894"/>
                    <a:pt x="6649" y="17732"/>
                  </a:cubicBezTo>
                  <a:cubicBezTo>
                    <a:pt x="8095" y="15552"/>
                    <a:pt x="9758" y="13524"/>
                    <a:pt x="11611" y="11678"/>
                  </a:cubicBezTo>
                  <a:cubicBezTo>
                    <a:pt x="20990" y="2333"/>
                    <a:pt x="34383" y="-1772"/>
                    <a:pt x="47388" y="712"/>
                  </a:cubicBezTo>
                  <a:cubicBezTo>
                    <a:pt x="49931" y="1253"/>
                    <a:pt x="52422" y="2017"/>
                    <a:pt x="54831" y="2994"/>
                  </a:cubicBezTo>
                  <a:cubicBezTo>
                    <a:pt x="57224" y="4001"/>
                    <a:pt x="59516" y="5230"/>
                    <a:pt x="61679" y="6666"/>
                  </a:cubicBezTo>
                  <a:cubicBezTo>
                    <a:pt x="63835" y="8124"/>
                    <a:pt x="65845" y="9785"/>
                    <a:pt x="67683" y="11628"/>
                  </a:cubicBezTo>
                  <a:cubicBezTo>
                    <a:pt x="69536" y="13474"/>
                    <a:pt x="71199" y="15502"/>
                    <a:pt x="72645" y="17682"/>
                  </a:cubicBezTo>
                  <a:cubicBezTo>
                    <a:pt x="74066" y="19845"/>
                    <a:pt x="75279" y="22138"/>
                    <a:pt x="76267" y="24530"/>
                  </a:cubicBezTo>
                  <a:cubicBezTo>
                    <a:pt x="77274" y="26912"/>
                    <a:pt x="78038" y="29388"/>
                    <a:pt x="78550" y="31923"/>
                  </a:cubicBezTo>
                  <a:cubicBezTo>
                    <a:pt x="79043" y="34491"/>
                    <a:pt x="79292" y="37099"/>
                    <a:pt x="79294" y="39714"/>
                  </a:cubicBezTo>
                  <a:cubicBezTo>
                    <a:pt x="79289" y="50228"/>
                    <a:pt x="75113" y="60311"/>
                    <a:pt x="67683" y="67749"/>
                  </a:cubicBezTo>
                  <a:cubicBezTo>
                    <a:pt x="65844" y="69591"/>
                    <a:pt x="63833" y="71252"/>
                    <a:pt x="61679" y="72711"/>
                  </a:cubicBezTo>
                  <a:cubicBezTo>
                    <a:pt x="59504" y="74142"/>
                    <a:pt x="57194" y="75355"/>
                    <a:pt x="54781" y="76334"/>
                  </a:cubicBezTo>
                  <a:cubicBezTo>
                    <a:pt x="52399" y="77340"/>
                    <a:pt x="49923" y="78105"/>
                    <a:pt x="47388" y="78616"/>
                  </a:cubicBezTo>
                  <a:cubicBezTo>
                    <a:pt x="44840" y="79142"/>
                    <a:pt x="42248" y="79424"/>
                    <a:pt x="39647" y="79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B8D2B20F-8CEC-11B1-F7CB-46BD03079E27}"/>
                </a:ext>
              </a:extLst>
            </p:cNvPr>
            <p:cNvSpPr/>
            <p:nvPr/>
          </p:nvSpPr>
          <p:spPr>
            <a:xfrm>
              <a:off x="5589998" y="5204581"/>
              <a:ext cx="177476" cy="109784"/>
            </a:xfrm>
            <a:custGeom>
              <a:avLst/>
              <a:gdLst>
                <a:gd name="connsiteX0" fmla="*/ 40361 w 177476"/>
                <a:gd name="connsiteY0" fmla="*/ 109779 h 109784"/>
                <a:gd name="connsiteX1" fmla="*/ 6 w 177476"/>
                <a:gd name="connsiteY1" fmla="*/ 70752 h 109784"/>
                <a:gd name="connsiteX2" fmla="*/ 28601 w 177476"/>
                <a:gd name="connsiteY2" fmla="*/ 31973 h 109784"/>
                <a:gd name="connsiteX3" fmla="*/ 124766 w 177476"/>
                <a:gd name="connsiteY3" fmla="*/ 2201 h 109784"/>
                <a:gd name="connsiteX4" fmla="*/ 175276 w 177476"/>
                <a:gd name="connsiteY4" fmla="*/ 26704 h 109784"/>
                <a:gd name="connsiteX5" fmla="*/ 150773 w 177476"/>
                <a:gd name="connsiteY5" fmla="*/ 77214 h 109784"/>
                <a:gd name="connsiteX6" fmla="*/ 148336 w 177476"/>
                <a:gd name="connsiteY6" fmla="*/ 77972 h 109784"/>
                <a:gd name="connsiteX7" fmla="*/ 52171 w 177476"/>
                <a:gd name="connsiteY7" fmla="*/ 107744 h 109784"/>
                <a:gd name="connsiteX8" fmla="*/ 40361 w 177476"/>
                <a:gd name="connsiteY8" fmla="*/ 109779 h 10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476" h="109784">
                  <a:moveTo>
                    <a:pt x="40361" y="109779"/>
                  </a:moveTo>
                  <a:cubicBezTo>
                    <a:pt x="18440" y="110145"/>
                    <a:pt x="372" y="92673"/>
                    <a:pt x="6" y="70752"/>
                  </a:cubicBezTo>
                  <a:cubicBezTo>
                    <a:pt x="-294" y="52858"/>
                    <a:pt x="11417" y="36976"/>
                    <a:pt x="28601" y="31973"/>
                  </a:cubicBezTo>
                  <a:lnTo>
                    <a:pt x="124766" y="2201"/>
                  </a:lnTo>
                  <a:cubicBezTo>
                    <a:pt x="145480" y="-4981"/>
                    <a:pt x="168094" y="5990"/>
                    <a:pt x="175276" y="26704"/>
                  </a:cubicBezTo>
                  <a:cubicBezTo>
                    <a:pt x="182457" y="47418"/>
                    <a:pt x="171487" y="70032"/>
                    <a:pt x="150773" y="77214"/>
                  </a:cubicBezTo>
                  <a:cubicBezTo>
                    <a:pt x="149969" y="77492"/>
                    <a:pt x="149156" y="77745"/>
                    <a:pt x="148336" y="77972"/>
                  </a:cubicBezTo>
                  <a:lnTo>
                    <a:pt x="52171" y="107744"/>
                  </a:lnTo>
                  <a:cubicBezTo>
                    <a:pt x="48362" y="109026"/>
                    <a:pt x="44379" y="109712"/>
                    <a:pt x="40361" y="10977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4224CF58-1013-D872-5A92-5493E9FDBAA2}"/>
                </a:ext>
              </a:extLst>
            </p:cNvPr>
            <p:cNvSpPr/>
            <p:nvPr/>
          </p:nvSpPr>
          <p:spPr>
            <a:xfrm>
              <a:off x="5497474" y="5263801"/>
              <a:ext cx="79442" cy="79388"/>
            </a:xfrm>
            <a:custGeom>
              <a:avLst/>
              <a:gdLst>
                <a:gd name="connsiteX0" fmla="*/ 39697 w 79442"/>
                <a:gd name="connsiteY0" fmla="*/ 79389 h 79388"/>
                <a:gd name="connsiteX1" fmla="*/ 31956 w 79442"/>
                <a:gd name="connsiteY1" fmla="*/ 78595 h 79388"/>
                <a:gd name="connsiteX2" fmla="*/ 24513 w 79442"/>
                <a:gd name="connsiteY2" fmla="*/ 76312 h 79388"/>
                <a:gd name="connsiteX3" fmla="*/ 17665 w 79442"/>
                <a:gd name="connsiteY3" fmla="*/ 72690 h 79388"/>
                <a:gd name="connsiteX4" fmla="*/ 11661 w 79442"/>
                <a:gd name="connsiteY4" fmla="*/ 67728 h 79388"/>
                <a:gd name="connsiteX5" fmla="*/ 6699 w 79442"/>
                <a:gd name="connsiteY5" fmla="*/ 61724 h 79388"/>
                <a:gd name="connsiteX6" fmla="*/ 3077 w 79442"/>
                <a:gd name="connsiteY6" fmla="*/ 54826 h 79388"/>
                <a:gd name="connsiteX7" fmla="*/ 794 w 79442"/>
                <a:gd name="connsiteY7" fmla="*/ 47433 h 79388"/>
                <a:gd name="connsiteX8" fmla="*/ 0 w 79442"/>
                <a:gd name="connsiteY8" fmla="*/ 39642 h 79388"/>
                <a:gd name="connsiteX9" fmla="*/ 794 w 79442"/>
                <a:gd name="connsiteY9" fmla="*/ 31902 h 79388"/>
                <a:gd name="connsiteX10" fmla="*/ 3077 w 79442"/>
                <a:gd name="connsiteY10" fmla="*/ 24459 h 79388"/>
                <a:gd name="connsiteX11" fmla="*/ 6699 w 79442"/>
                <a:gd name="connsiteY11" fmla="*/ 17611 h 79388"/>
                <a:gd name="connsiteX12" fmla="*/ 11661 w 79442"/>
                <a:gd name="connsiteY12" fmla="*/ 11607 h 79388"/>
                <a:gd name="connsiteX13" fmla="*/ 17665 w 79442"/>
                <a:gd name="connsiteY13" fmla="*/ 6645 h 79388"/>
                <a:gd name="connsiteX14" fmla="*/ 24513 w 79442"/>
                <a:gd name="connsiteY14" fmla="*/ 3022 h 79388"/>
                <a:gd name="connsiteX15" fmla="*/ 31956 w 79442"/>
                <a:gd name="connsiteY15" fmla="*/ 740 h 79388"/>
                <a:gd name="connsiteX16" fmla="*/ 67782 w 79442"/>
                <a:gd name="connsiteY16" fmla="*/ 11607 h 79388"/>
                <a:gd name="connsiteX17" fmla="*/ 72744 w 79442"/>
                <a:gd name="connsiteY17" fmla="*/ 17611 h 79388"/>
                <a:gd name="connsiteX18" fmla="*/ 76416 w 79442"/>
                <a:gd name="connsiteY18" fmla="*/ 24459 h 79388"/>
                <a:gd name="connsiteX19" fmla="*/ 78699 w 79442"/>
                <a:gd name="connsiteY19" fmla="*/ 31902 h 79388"/>
                <a:gd name="connsiteX20" fmla="*/ 79443 w 79442"/>
                <a:gd name="connsiteY20" fmla="*/ 39642 h 79388"/>
                <a:gd name="connsiteX21" fmla="*/ 78699 w 79442"/>
                <a:gd name="connsiteY21" fmla="*/ 47433 h 79388"/>
                <a:gd name="connsiteX22" fmla="*/ 76416 w 79442"/>
                <a:gd name="connsiteY22" fmla="*/ 54826 h 79388"/>
                <a:gd name="connsiteX23" fmla="*/ 72744 w 79442"/>
                <a:gd name="connsiteY23" fmla="*/ 61724 h 79388"/>
                <a:gd name="connsiteX24" fmla="*/ 67782 w 79442"/>
                <a:gd name="connsiteY24" fmla="*/ 67728 h 79388"/>
                <a:gd name="connsiteX25" fmla="*/ 39697 w 79442"/>
                <a:gd name="connsiteY25" fmla="*/ 79389 h 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42" h="79388">
                  <a:moveTo>
                    <a:pt x="39697" y="79389"/>
                  </a:moveTo>
                  <a:cubicBezTo>
                    <a:pt x="37097" y="79370"/>
                    <a:pt x="34505" y="79104"/>
                    <a:pt x="31956" y="78595"/>
                  </a:cubicBezTo>
                  <a:cubicBezTo>
                    <a:pt x="29413" y="78053"/>
                    <a:pt x="26922" y="77290"/>
                    <a:pt x="24513" y="76312"/>
                  </a:cubicBezTo>
                  <a:cubicBezTo>
                    <a:pt x="22131" y="75303"/>
                    <a:pt x="19840" y="74091"/>
                    <a:pt x="17665" y="72690"/>
                  </a:cubicBezTo>
                  <a:cubicBezTo>
                    <a:pt x="15503" y="71241"/>
                    <a:pt x="13492" y="69578"/>
                    <a:pt x="11661" y="67728"/>
                  </a:cubicBezTo>
                  <a:cubicBezTo>
                    <a:pt x="9820" y="65889"/>
                    <a:pt x="8158" y="63878"/>
                    <a:pt x="6699" y="61724"/>
                  </a:cubicBezTo>
                  <a:cubicBezTo>
                    <a:pt x="5268" y="59549"/>
                    <a:pt x="4055" y="57239"/>
                    <a:pt x="3077" y="54826"/>
                  </a:cubicBezTo>
                  <a:cubicBezTo>
                    <a:pt x="2070" y="52445"/>
                    <a:pt x="1305" y="49968"/>
                    <a:pt x="794" y="47433"/>
                  </a:cubicBezTo>
                  <a:cubicBezTo>
                    <a:pt x="260" y="44871"/>
                    <a:pt x="-6" y="42260"/>
                    <a:pt x="0" y="39642"/>
                  </a:cubicBezTo>
                  <a:cubicBezTo>
                    <a:pt x="-6" y="37042"/>
                    <a:pt x="260" y="34447"/>
                    <a:pt x="794" y="31902"/>
                  </a:cubicBezTo>
                  <a:cubicBezTo>
                    <a:pt x="1313" y="29353"/>
                    <a:pt x="2077" y="26860"/>
                    <a:pt x="3077" y="24459"/>
                  </a:cubicBezTo>
                  <a:cubicBezTo>
                    <a:pt x="4046" y="22058"/>
                    <a:pt x="5260" y="19763"/>
                    <a:pt x="6699" y="17611"/>
                  </a:cubicBezTo>
                  <a:cubicBezTo>
                    <a:pt x="8145" y="15447"/>
                    <a:pt x="9808" y="13435"/>
                    <a:pt x="11661" y="11607"/>
                  </a:cubicBezTo>
                  <a:cubicBezTo>
                    <a:pt x="13478" y="9742"/>
                    <a:pt x="15491" y="8078"/>
                    <a:pt x="17665" y="6645"/>
                  </a:cubicBezTo>
                  <a:cubicBezTo>
                    <a:pt x="19829" y="5225"/>
                    <a:pt x="22121" y="4012"/>
                    <a:pt x="24513" y="3022"/>
                  </a:cubicBezTo>
                  <a:cubicBezTo>
                    <a:pt x="26912" y="2016"/>
                    <a:pt x="29405" y="1251"/>
                    <a:pt x="31956" y="740"/>
                  </a:cubicBezTo>
                  <a:cubicBezTo>
                    <a:pt x="44961" y="-1796"/>
                    <a:pt x="58377" y="2274"/>
                    <a:pt x="67782" y="11607"/>
                  </a:cubicBezTo>
                  <a:cubicBezTo>
                    <a:pt x="69637" y="13434"/>
                    <a:pt x="71299" y="15446"/>
                    <a:pt x="72744" y="17611"/>
                  </a:cubicBezTo>
                  <a:cubicBezTo>
                    <a:pt x="74180" y="19773"/>
                    <a:pt x="75410" y="22066"/>
                    <a:pt x="76416" y="24459"/>
                  </a:cubicBezTo>
                  <a:cubicBezTo>
                    <a:pt x="77394" y="26868"/>
                    <a:pt x="78157" y="29359"/>
                    <a:pt x="78699" y="31902"/>
                  </a:cubicBezTo>
                  <a:cubicBezTo>
                    <a:pt x="79192" y="34452"/>
                    <a:pt x="79441" y="37044"/>
                    <a:pt x="79443" y="39642"/>
                  </a:cubicBezTo>
                  <a:cubicBezTo>
                    <a:pt x="79441" y="42257"/>
                    <a:pt x="79192" y="44865"/>
                    <a:pt x="78699" y="47433"/>
                  </a:cubicBezTo>
                  <a:cubicBezTo>
                    <a:pt x="78164" y="49962"/>
                    <a:pt x="77400" y="52436"/>
                    <a:pt x="76416" y="54826"/>
                  </a:cubicBezTo>
                  <a:cubicBezTo>
                    <a:pt x="75422" y="57241"/>
                    <a:pt x="74192" y="59551"/>
                    <a:pt x="72744" y="61724"/>
                  </a:cubicBezTo>
                  <a:cubicBezTo>
                    <a:pt x="71287" y="63880"/>
                    <a:pt x="69625" y="65890"/>
                    <a:pt x="67782" y="67728"/>
                  </a:cubicBezTo>
                  <a:cubicBezTo>
                    <a:pt x="60321" y="75161"/>
                    <a:pt x="50229" y="79351"/>
                    <a:pt x="39697" y="793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CCD6D670-AF79-470B-897E-70CE353BE6CF}"/>
                </a:ext>
              </a:extLst>
            </p:cNvPr>
            <p:cNvSpPr/>
            <p:nvPr/>
          </p:nvSpPr>
          <p:spPr>
            <a:xfrm>
              <a:off x="6018754" y="5071251"/>
              <a:ext cx="176798" cy="109580"/>
            </a:xfrm>
            <a:custGeom>
              <a:avLst/>
              <a:gdLst>
                <a:gd name="connsiteX0" fmla="*/ 39682 w 176798"/>
                <a:gd name="connsiteY0" fmla="*/ 109580 h 109580"/>
                <a:gd name="connsiteX1" fmla="*/ 0 w 176798"/>
                <a:gd name="connsiteY1" fmla="*/ 69870 h 109580"/>
                <a:gd name="connsiteX2" fmla="*/ 27922 w 176798"/>
                <a:gd name="connsiteY2" fmla="*/ 31973 h 109580"/>
                <a:gd name="connsiteX3" fmla="*/ 124087 w 176798"/>
                <a:gd name="connsiteY3" fmla="*/ 2201 h 109580"/>
                <a:gd name="connsiteX4" fmla="*/ 174597 w 176798"/>
                <a:gd name="connsiteY4" fmla="*/ 26704 h 109580"/>
                <a:gd name="connsiteX5" fmla="*/ 150094 w 176798"/>
                <a:gd name="connsiteY5" fmla="*/ 77214 h 109580"/>
                <a:gd name="connsiteX6" fmla="*/ 147657 w 176798"/>
                <a:gd name="connsiteY6" fmla="*/ 77972 h 109580"/>
                <a:gd name="connsiteX7" fmla="*/ 51492 w 176798"/>
                <a:gd name="connsiteY7" fmla="*/ 107744 h 109580"/>
                <a:gd name="connsiteX8" fmla="*/ 39682 w 176798"/>
                <a:gd name="connsiteY8" fmla="*/ 109580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798" h="109580">
                  <a:moveTo>
                    <a:pt x="39682" y="109580"/>
                  </a:moveTo>
                  <a:cubicBezTo>
                    <a:pt x="17759" y="109572"/>
                    <a:pt x="-8" y="91793"/>
                    <a:pt x="0" y="69870"/>
                  </a:cubicBezTo>
                  <a:cubicBezTo>
                    <a:pt x="6" y="52486"/>
                    <a:pt x="11321" y="37129"/>
                    <a:pt x="27922" y="31973"/>
                  </a:cubicBezTo>
                  <a:lnTo>
                    <a:pt x="124087" y="2201"/>
                  </a:lnTo>
                  <a:cubicBezTo>
                    <a:pt x="144802" y="-4981"/>
                    <a:pt x="167416" y="5990"/>
                    <a:pt x="174597" y="26704"/>
                  </a:cubicBezTo>
                  <a:cubicBezTo>
                    <a:pt x="181779" y="47418"/>
                    <a:pt x="170809" y="70032"/>
                    <a:pt x="150094" y="77214"/>
                  </a:cubicBezTo>
                  <a:cubicBezTo>
                    <a:pt x="149290" y="77492"/>
                    <a:pt x="148478" y="77745"/>
                    <a:pt x="147657" y="77972"/>
                  </a:cubicBezTo>
                  <a:lnTo>
                    <a:pt x="51492" y="107744"/>
                  </a:lnTo>
                  <a:cubicBezTo>
                    <a:pt x="47673" y="108959"/>
                    <a:pt x="43690" y="109578"/>
                    <a:pt x="39682" y="10958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EAC66948-007E-F6B9-FC97-1BC31B54985C}"/>
                </a:ext>
              </a:extLst>
            </p:cNvPr>
            <p:cNvSpPr/>
            <p:nvPr/>
          </p:nvSpPr>
          <p:spPr>
            <a:xfrm>
              <a:off x="6208142" y="5042451"/>
              <a:ext cx="79443" cy="79430"/>
            </a:xfrm>
            <a:custGeom>
              <a:avLst/>
              <a:gdLst>
                <a:gd name="connsiteX0" fmla="*/ 39697 w 79443"/>
                <a:gd name="connsiteY0" fmla="*/ 79381 h 79430"/>
                <a:gd name="connsiteX1" fmla="*/ 31906 w 79443"/>
                <a:gd name="connsiteY1" fmla="*/ 78587 h 79430"/>
                <a:gd name="connsiteX2" fmla="*/ 24513 w 79443"/>
                <a:gd name="connsiteY2" fmla="*/ 76304 h 79430"/>
                <a:gd name="connsiteX3" fmla="*/ 17665 w 79443"/>
                <a:gd name="connsiteY3" fmla="*/ 72682 h 79430"/>
                <a:gd name="connsiteX4" fmla="*/ 11611 w 79443"/>
                <a:gd name="connsiteY4" fmla="*/ 67720 h 79430"/>
                <a:gd name="connsiteX5" fmla="*/ 0 w 79443"/>
                <a:gd name="connsiteY5" fmla="*/ 39684 h 79430"/>
                <a:gd name="connsiteX6" fmla="*/ 744 w 79443"/>
                <a:gd name="connsiteY6" fmla="*/ 31893 h 79430"/>
                <a:gd name="connsiteX7" fmla="*/ 3027 w 79443"/>
                <a:gd name="connsiteY7" fmla="*/ 24500 h 79430"/>
                <a:gd name="connsiteX8" fmla="*/ 6699 w 79443"/>
                <a:gd name="connsiteY8" fmla="*/ 17652 h 79430"/>
                <a:gd name="connsiteX9" fmla="*/ 11661 w 79443"/>
                <a:gd name="connsiteY9" fmla="*/ 11599 h 79430"/>
                <a:gd name="connsiteX10" fmla="*/ 47487 w 79443"/>
                <a:gd name="connsiteY10" fmla="*/ 732 h 79430"/>
                <a:gd name="connsiteX11" fmla="*/ 54930 w 79443"/>
                <a:gd name="connsiteY11" fmla="*/ 3014 h 79430"/>
                <a:gd name="connsiteX12" fmla="*/ 61778 w 79443"/>
                <a:gd name="connsiteY12" fmla="*/ 6686 h 79430"/>
                <a:gd name="connsiteX13" fmla="*/ 67782 w 79443"/>
                <a:gd name="connsiteY13" fmla="*/ 11648 h 79430"/>
                <a:gd name="connsiteX14" fmla="*/ 72744 w 79443"/>
                <a:gd name="connsiteY14" fmla="*/ 17702 h 79430"/>
                <a:gd name="connsiteX15" fmla="*/ 76366 w 79443"/>
                <a:gd name="connsiteY15" fmla="*/ 24550 h 79430"/>
                <a:gd name="connsiteX16" fmla="*/ 78649 w 79443"/>
                <a:gd name="connsiteY16" fmla="*/ 31943 h 79430"/>
                <a:gd name="connsiteX17" fmla="*/ 79443 w 79443"/>
                <a:gd name="connsiteY17" fmla="*/ 39734 h 79430"/>
                <a:gd name="connsiteX18" fmla="*/ 39746 w 79443"/>
                <a:gd name="connsiteY18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3" h="79430">
                  <a:moveTo>
                    <a:pt x="39697" y="79381"/>
                  </a:moveTo>
                  <a:cubicBezTo>
                    <a:pt x="37081" y="79362"/>
                    <a:pt x="34472" y="79096"/>
                    <a:pt x="31906" y="78587"/>
                  </a:cubicBezTo>
                  <a:cubicBezTo>
                    <a:pt x="29371" y="78075"/>
                    <a:pt x="26895" y="77311"/>
                    <a:pt x="24513" y="76304"/>
                  </a:cubicBezTo>
                  <a:cubicBezTo>
                    <a:pt x="22111" y="75336"/>
                    <a:pt x="19817" y="74122"/>
                    <a:pt x="17665" y="72682"/>
                  </a:cubicBezTo>
                  <a:cubicBezTo>
                    <a:pt x="15485" y="71236"/>
                    <a:pt x="13457" y="69573"/>
                    <a:pt x="11611" y="67720"/>
                  </a:cubicBezTo>
                  <a:cubicBezTo>
                    <a:pt x="4181" y="60281"/>
                    <a:pt x="5" y="50198"/>
                    <a:pt x="0" y="39684"/>
                  </a:cubicBezTo>
                  <a:cubicBezTo>
                    <a:pt x="-1" y="37069"/>
                    <a:pt x="249" y="34461"/>
                    <a:pt x="744" y="31893"/>
                  </a:cubicBezTo>
                  <a:cubicBezTo>
                    <a:pt x="1279" y="29365"/>
                    <a:pt x="2043" y="26890"/>
                    <a:pt x="3027" y="24500"/>
                  </a:cubicBezTo>
                  <a:cubicBezTo>
                    <a:pt x="4012" y="22097"/>
                    <a:pt x="5243" y="19803"/>
                    <a:pt x="6699" y="17652"/>
                  </a:cubicBezTo>
                  <a:cubicBezTo>
                    <a:pt x="8143" y="15471"/>
                    <a:pt x="9806" y="13443"/>
                    <a:pt x="11661" y="11599"/>
                  </a:cubicBezTo>
                  <a:cubicBezTo>
                    <a:pt x="21075" y="2281"/>
                    <a:pt x="34483" y="-1786"/>
                    <a:pt x="47487" y="732"/>
                  </a:cubicBezTo>
                  <a:cubicBezTo>
                    <a:pt x="50038" y="1243"/>
                    <a:pt x="52531" y="2008"/>
                    <a:pt x="54930" y="3014"/>
                  </a:cubicBezTo>
                  <a:cubicBezTo>
                    <a:pt x="57323" y="4021"/>
                    <a:pt x="59616" y="5250"/>
                    <a:pt x="61778" y="6686"/>
                  </a:cubicBezTo>
                  <a:cubicBezTo>
                    <a:pt x="63953" y="8118"/>
                    <a:pt x="65966" y="9782"/>
                    <a:pt x="67782" y="11648"/>
                  </a:cubicBezTo>
                  <a:cubicBezTo>
                    <a:pt x="69636" y="13494"/>
                    <a:pt x="71298" y="15522"/>
                    <a:pt x="72744" y="17702"/>
                  </a:cubicBezTo>
                  <a:cubicBezTo>
                    <a:pt x="74184" y="19854"/>
                    <a:pt x="75398" y="22148"/>
                    <a:pt x="76366" y="24550"/>
                  </a:cubicBezTo>
                  <a:cubicBezTo>
                    <a:pt x="77373" y="26931"/>
                    <a:pt x="78138" y="29408"/>
                    <a:pt x="78649" y="31943"/>
                  </a:cubicBezTo>
                  <a:cubicBezTo>
                    <a:pt x="79185" y="34505"/>
                    <a:pt x="79451" y="37116"/>
                    <a:pt x="79443" y="39734"/>
                  </a:cubicBezTo>
                  <a:cubicBezTo>
                    <a:pt x="79443" y="61657"/>
                    <a:pt x="61670" y="79430"/>
                    <a:pt x="39746" y="7943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20957944-7730-4B0D-CB51-DA750D2B7775}"/>
              </a:ext>
            </a:extLst>
          </p:cNvPr>
          <p:cNvGrpSpPr/>
          <p:nvPr/>
        </p:nvGrpSpPr>
        <p:grpSpPr>
          <a:xfrm>
            <a:off x="6935213" y="4780888"/>
            <a:ext cx="549599" cy="823767"/>
            <a:chOff x="6935213" y="4780888"/>
            <a:chExt cx="549599" cy="823767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3F93B8CF-B32A-E77E-A39B-F7D556990DC1}"/>
                </a:ext>
              </a:extLst>
            </p:cNvPr>
            <p:cNvSpPr/>
            <p:nvPr/>
          </p:nvSpPr>
          <p:spPr>
            <a:xfrm>
              <a:off x="7108599" y="4944848"/>
              <a:ext cx="141662" cy="139471"/>
            </a:xfrm>
            <a:custGeom>
              <a:avLst/>
              <a:gdLst>
                <a:gd name="connsiteX0" fmla="*/ 39686 w 141662"/>
                <a:gd name="connsiteY0" fmla="*/ 139471 h 139471"/>
                <a:gd name="connsiteX1" fmla="*/ 0 w 141662"/>
                <a:gd name="connsiteY1" fmla="*/ 99764 h 139471"/>
                <a:gd name="connsiteX2" fmla="*/ 12097 w 141662"/>
                <a:gd name="connsiteY2" fmla="*/ 71243 h 139471"/>
                <a:gd name="connsiteX3" fmla="*/ 73825 w 141662"/>
                <a:gd name="connsiteY3" fmla="*/ 11698 h 139471"/>
                <a:gd name="connsiteX4" fmla="*/ 129964 w 141662"/>
                <a:gd name="connsiteY4" fmla="*/ 11556 h 139471"/>
                <a:gd name="connsiteX5" fmla="*/ 130106 w 141662"/>
                <a:gd name="connsiteY5" fmla="*/ 67695 h 139471"/>
                <a:gd name="connsiteX6" fmla="*/ 129003 w 141662"/>
                <a:gd name="connsiteY6" fmla="*/ 68762 h 139471"/>
                <a:gd name="connsiteX7" fmla="*/ 67325 w 141662"/>
                <a:gd name="connsiteY7" fmla="*/ 128307 h 139471"/>
                <a:gd name="connsiteX8" fmla="*/ 39686 w 141662"/>
                <a:gd name="connsiteY8" fmla="*/ 139471 h 139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62" h="139471">
                  <a:moveTo>
                    <a:pt x="39686" y="139471"/>
                  </a:moveTo>
                  <a:cubicBezTo>
                    <a:pt x="17762" y="139465"/>
                    <a:pt x="-6" y="121688"/>
                    <a:pt x="0" y="99764"/>
                  </a:cubicBezTo>
                  <a:cubicBezTo>
                    <a:pt x="3" y="89011"/>
                    <a:pt x="4368" y="78719"/>
                    <a:pt x="12097" y="71243"/>
                  </a:cubicBezTo>
                  <a:lnTo>
                    <a:pt x="73825" y="11698"/>
                  </a:lnTo>
                  <a:cubicBezTo>
                    <a:pt x="89288" y="-3844"/>
                    <a:pt x="114423" y="-3907"/>
                    <a:pt x="129964" y="11556"/>
                  </a:cubicBezTo>
                  <a:cubicBezTo>
                    <a:pt x="145506" y="27019"/>
                    <a:pt x="145569" y="52154"/>
                    <a:pt x="130106" y="67695"/>
                  </a:cubicBezTo>
                  <a:cubicBezTo>
                    <a:pt x="129745" y="68058"/>
                    <a:pt x="129378" y="68413"/>
                    <a:pt x="129003" y="68762"/>
                  </a:cubicBezTo>
                  <a:lnTo>
                    <a:pt x="67325" y="128307"/>
                  </a:lnTo>
                  <a:cubicBezTo>
                    <a:pt x="59912" y="135477"/>
                    <a:pt x="49999" y="139481"/>
                    <a:pt x="39686" y="13947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99C34AA5-2652-E529-B48F-7C5867024A8E}"/>
                </a:ext>
              </a:extLst>
            </p:cNvPr>
            <p:cNvSpPr/>
            <p:nvPr/>
          </p:nvSpPr>
          <p:spPr>
            <a:xfrm>
              <a:off x="7009347" y="5202118"/>
              <a:ext cx="79393" cy="402523"/>
            </a:xfrm>
            <a:custGeom>
              <a:avLst/>
              <a:gdLst>
                <a:gd name="connsiteX0" fmla="*/ 39697 w 79393"/>
                <a:gd name="connsiteY0" fmla="*/ 402523 h 402523"/>
                <a:gd name="connsiteX1" fmla="*/ 0 w 79393"/>
                <a:gd name="connsiteY1" fmla="*/ 362826 h 402523"/>
                <a:gd name="connsiteX2" fmla="*/ 0 w 79393"/>
                <a:gd name="connsiteY2" fmla="*/ 39697 h 402523"/>
                <a:gd name="connsiteX3" fmla="*/ 39697 w 79393"/>
                <a:gd name="connsiteY3" fmla="*/ 0 h 402523"/>
                <a:gd name="connsiteX4" fmla="*/ 79393 w 79393"/>
                <a:gd name="connsiteY4" fmla="*/ 39697 h 402523"/>
                <a:gd name="connsiteX5" fmla="*/ 79393 w 79393"/>
                <a:gd name="connsiteY5" fmla="*/ 362826 h 402523"/>
                <a:gd name="connsiteX6" fmla="*/ 39697 w 79393"/>
                <a:gd name="connsiteY6" fmla="*/ 402523 h 40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2523">
                  <a:moveTo>
                    <a:pt x="39697" y="402523"/>
                  </a:moveTo>
                  <a:cubicBezTo>
                    <a:pt x="17773" y="402523"/>
                    <a:pt x="0" y="384750"/>
                    <a:pt x="0" y="3628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62826"/>
                  </a:lnTo>
                  <a:cubicBezTo>
                    <a:pt x="79393" y="384750"/>
                    <a:pt x="61620" y="402523"/>
                    <a:pt x="39697" y="40252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D0509B77-73FE-F928-19C1-A582771CBC22}"/>
                </a:ext>
              </a:extLst>
            </p:cNvPr>
            <p:cNvSpPr/>
            <p:nvPr/>
          </p:nvSpPr>
          <p:spPr>
            <a:xfrm>
              <a:off x="7331286" y="5202118"/>
              <a:ext cx="79393" cy="402523"/>
            </a:xfrm>
            <a:custGeom>
              <a:avLst/>
              <a:gdLst>
                <a:gd name="connsiteX0" fmla="*/ 39697 w 79393"/>
                <a:gd name="connsiteY0" fmla="*/ 402523 h 402523"/>
                <a:gd name="connsiteX1" fmla="*/ 0 w 79393"/>
                <a:gd name="connsiteY1" fmla="*/ 362826 h 402523"/>
                <a:gd name="connsiteX2" fmla="*/ 0 w 79393"/>
                <a:gd name="connsiteY2" fmla="*/ 39697 h 402523"/>
                <a:gd name="connsiteX3" fmla="*/ 39697 w 79393"/>
                <a:gd name="connsiteY3" fmla="*/ 0 h 402523"/>
                <a:gd name="connsiteX4" fmla="*/ 79393 w 79393"/>
                <a:gd name="connsiteY4" fmla="*/ 39697 h 402523"/>
                <a:gd name="connsiteX5" fmla="*/ 79393 w 79393"/>
                <a:gd name="connsiteY5" fmla="*/ 362826 h 402523"/>
                <a:gd name="connsiteX6" fmla="*/ 39697 w 79393"/>
                <a:gd name="connsiteY6" fmla="*/ 402523 h 40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2523">
                  <a:moveTo>
                    <a:pt x="39697" y="402523"/>
                  </a:moveTo>
                  <a:cubicBezTo>
                    <a:pt x="17773" y="402523"/>
                    <a:pt x="0" y="384750"/>
                    <a:pt x="0" y="3628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62826"/>
                  </a:lnTo>
                  <a:cubicBezTo>
                    <a:pt x="79393" y="384750"/>
                    <a:pt x="61620" y="402523"/>
                    <a:pt x="39697" y="40252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990A964E-E3CE-65D9-0CAA-2B466F0DD63A}"/>
                </a:ext>
              </a:extLst>
            </p:cNvPr>
            <p:cNvSpPr/>
            <p:nvPr/>
          </p:nvSpPr>
          <p:spPr>
            <a:xfrm>
              <a:off x="6935213" y="4780888"/>
              <a:ext cx="549599" cy="549598"/>
            </a:xfrm>
            <a:custGeom>
              <a:avLst/>
              <a:gdLst>
                <a:gd name="connsiteX0" fmla="*/ 274800 w 549599"/>
                <a:gd name="connsiteY0" fmla="*/ 549599 h 549598"/>
                <a:gd name="connsiteX1" fmla="*/ 0 w 549599"/>
                <a:gd name="connsiteY1" fmla="*/ 274799 h 549598"/>
                <a:gd name="connsiteX2" fmla="*/ 274800 w 549599"/>
                <a:gd name="connsiteY2" fmla="*/ 0 h 549598"/>
                <a:gd name="connsiteX3" fmla="*/ 549599 w 549599"/>
                <a:gd name="connsiteY3" fmla="*/ 274799 h 549598"/>
                <a:gd name="connsiteX4" fmla="*/ 274800 w 549599"/>
                <a:gd name="connsiteY4" fmla="*/ 549599 h 549598"/>
                <a:gd name="connsiteX5" fmla="*/ 274800 w 549599"/>
                <a:gd name="connsiteY5" fmla="*/ 79443 h 549598"/>
                <a:gd name="connsiteX6" fmla="*/ 79393 w 549599"/>
                <a:gd name="connsiteY6" fmla="*/ 274849 h 549598"/>
                <a:gd name="connsiteX7" fmla="*/ 274800 w 549599"/>
                <a:gd name="connsiteY7" fmla="*/ 470255 h 549598"/>
                <a:gd name="connsiteX8" fmla="*/ 470206 w 549599"/>
                <a:gd name="connsiteY8" fmla="*/ 274849 h 549598"/>
                <a:gd name="connsiteX9" fmla="*/ 470206 w 549599"/>
                <a:gd name="connsiteY9" fmla="*/ 274799 h 549598"/>
                <a:gd name="connsiteX10" fmla="*/ 274800 w 549599"/>
                <a:gd name="connsiteY10" fmla="*/ 79443 h 54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9599" h="549598">
                  <a:moveTo>
                    <a:pt x="274800" y="549599"/>
                  </a:moveTo>
                  <a:cubicBezTo>
                    <a:pt x="123032" y="549599"/>
                    <a:pt x="0" y="426567"/>
                    <a:pt x="0" y="274799"/>
                  </a:cubicBezTo>
                  <a:cubicBezTo>
                    <a:pt x="0" y="123032"/>
                    <a:pt x="123032" y="0"/>
                    <a:pt x="274800" y="0"/>
                  </a:cubicBezTo>
                  <a:cubicBezTo>
                    <a:pt x="426567" y="0"/>
                    <a:pt x="549599" y="123032"/>
                    <a:pt x="549599" y="274799"/>
                  </a:cubicBezTo>
                  <a:cubicBezTo>
                    <a:pt x="549435" y="426499"/>
                    <a:pt x="426499" y="549435"/>
                    <a:pt x="274800" y="549599"/>
                  </a:cubicBezTo>
                  <a:close/>
                  <a:moveTo>
                    <a:pt x="274800" y="79443"/>
                  </a:moveTo>
                  <a:cubicBezTo>
                    <a:pt x="166880" y="79443"/>
                    <a:pt x="79393" y="166929"/>
                    <a:pt x="79393" y="274849"/>
                  </a:cubicBezTo>
                  <a:cubicBezTo>
                    <a:pt x="79393" y="382769"/>
                    <a:pt x="166880" y="470255"/>
                    <a:pt x="274800" y="470255"/>
                  </a:cubicBezTo>
                  <a:cubicBezTo>
                    <a:pt x="382720" y="470255"/>
                    <a:pt x="470206" y="382769"/>
                    <a:pt x="470206" y="274849"/>
                  </a:cubicBezTo>
                  <a:cubicBezTo>
                    <a:pt x="470206" y="274832"/>
                    <a:pt x="470206" y="274816"/>
                    <a:pt x="470206" y="274799"/>
                  </a:cubicBezTo>
                  <a:cubicBezTo>
                    <a:pt x="470069" y="166944"/>
                    <a:pt x="382655" y="79552"/>
                    <a:pt x="274800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94C82741-2F5F-2E00-16A3-D0BBFDB472B3}"/>
                </a:ext>
              </a:extLst>
            </p:cNvPr>
            <p:cNvSpPr/>
            <p:nvPr/>
          </p:nvSpPr>
          <p:spPr>
            <a:xfrm>
              <a:off x="7009304" y="5420091"/>
              <a:ext cx="401413" cy="184564"/>
            </a:xfrm>
            <a:custGeom>
              <a:avLst/>
              <a:gdLst>
                <a:gd name="connsiteX0" fmla="*/ 39789 w 401413"/>
                <a:gd name="connsiteY0" fmla="*/ 184551 h 184564"/>
                <a:gd name="connsiteX1" fmla="*/ 0 w 401413"/>
                <a:gd name="connsiteY1" fmla="*/ 144946 h 184564"/>
                <a:gd name="connsiteX2" fmla="*/ 18005 w 401413"/>
                <a:gd name="connsiteY2" fmla="*/ 111608 h 184564"/>
                <a:gd name="connsiteX3" fmla="*/ 178975 w 401413"/>
                <a:gd name="connsiteY3" fmla="*/ 6462 h 184564"/>
                <a:gd name="connsiteX4" fmla="*/ 222393 w 401413"/>
                <a:gd name="connsiteY4" fmla="*/ 6462 h 184564"/>
                <a:gd name="connsiteX5" fmla="*/ 383412 w 401413"/>
                <a:gd name="connsiteY5" fmla="*/ 111608 h 184564"/>
                <a:gd name="connsiteX6" fmla="*/ 394949 w 401413"/>
                <a:gd name="connsiteY6" fmla="*/ 166563 h 184564"/>
                <a:gd name="connsiteX7" fmla="*/ 339994 w 401413"/>
                <a:gd name="connsiteY7" fmla="*/ 178100 h 184564"/>
                <a:gd name="connsiteX8" fmla="*/ 200709 w 401413"/>
                <a:gd name="connsiteY8" fmla="*/ 87096 h 184564"/>
                <a:gd name="connsiteX9" fmla="*/ 61423 w 401413"/>
                <a:gd name="connsiteY9" fmla="*/ 178100 h 184564"/>
                <a:gd name="connsiteX10" fmla="*/ 39789 w 401413"/>
                <a:gd name="connsiteY10" fmla="*/ 184551 h 18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413" h="184564">
                  <a:moveTo>
                    <a:pt x="39789" y="184551"/>
                  </a:moveTo>
                  <a:cubicBezTo>
                    <a:pt x="17865" y="184601"/>
                    <a:pt x="51" y="166870"/>
                    <a:pt x="0" y="144946"/>
                  </a:cubicBezTo>
                  <a:cubicBezTo>
                    <a:pt x="-31" y="131502"/>
                    <a:pt x="6745" y="118955"/>
                    <a:pt x="18005" y="111608"/>
                  </a:cubicBezTo>
                  <a:lnTo>
                    <a:pt x="178975" y="6462"/>
                  </a:lnTo>
                  <a:cubicBezTo>
                    <a:pt x="192165" y="-2154"/>
                    <a:pt x="209203" y="-2154"/>
                    <a:pt x="222393" y="6462"/>
                  </a:cubicBezTo>
                  <a:lnTo>
                    <a:pt x="383412" y="111608"/>
                  </a:lnTo>
                  <a:cubicBezTo>
                    <a:pt x="401773" y="123598"/>
                    <a:pt x="406939" y="148202"/>
                    <a:pt x="394949" y="166563"/>
                  </a:cubicBezTo>
                  <a:cubicBezTo>
                    <a:pt x="382959" y="184924"/>
                    <a:pt x="358355" y="190090"/>
                    <a:pt x="339994" y="178100"/>
                  </a:cubicBezTo>
                  <a:lnTo>
                    <a:pt x="200709" y="87096"/>
                  </a:lnTo>
                  <a:lnTo>
                    <a:pt x="61423" y="178100"/>
                  </a:lnTo>
                  <a:cubicBezTo>
                    <a:pt x="54988" y="182299"/>
                    <a:pt x="47472" y="184540"/>
                    <a:pt x="39789" y="18455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9E9BDD1-F38E-14A6-8DA1-65CF5B7B8C12}"/>
                </a:ext>
              </a:extLst>
            </p:cNvPr>
            <p:cNvSpPr/>
            <p:nvPr/>
          </p:nvSpPr>
          <p:spPr>
            <a:xfrm>
              <a:off x="7170316" y="4945182"/>
              <a:ext cx="79393" cy="249492"/>
            </a:xfrm>
            <a:custGeom>
              <a:avLst/>
              <a:gdLst>
                <a:gd name="connsiteX0" fmla="*/ 39697 w 79393"/>
                <a:gd name="connsiteY0" fmla="*/ 249493 h 249492"/>
                <a:gd name="connsiteX1" fmla="*/ 0 w 79393"/>
                <a:gd name="connsiteY1" fmla="*/ 209796 h 249492"/>
                <a:gd name="connsiteX2" fmla="*/ 0 w 79393"/>
                <a:gd name="connsiteY2" fmla="*/ 39697 h 249492"/>
                <a:gd name="connsiteX3" fmla="*/ 39697 w 79393"/>
                <a:gd name="connsiteY3" fmla="*/ 0 h 249492"/>
                <a:gd name="connsiteX4" fmla="*/ 79393 w 79393"/>
                <a:gd name="connsiteY4" fmla="*/ 39697 h 249492"/>
                <a:gd name="connsiteX5" fmla="*/ 79393 w 79393"/>
                <a:gd name="connsiteY5" fmla="*/ 209796 h 249492"/>
                <a:gd name="connsiteX6" fmla="*/ 39697 w 79393"/>
                <a:gd name="connsiteY6" fmla="*/ 249493 h 24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9492">
                  <a:moveTo>
                    <a:pt x="39697" y="249493"/>
                  </a:moveTo>
                  <a:cubicBezTo>
                    <a:pt x="17773" y="249493"/>
                    <a:pt x="0" y="231720"/>
                    <a:pt x="0" y="2097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09796"/>
                  </a:lnTo>
                  <a:cubicBezTo>
                    <a:pt x="79393" y="231720"/>
                    <a:pt x="61620" y="249493"/>
                    <a:pt x="39697" y="2494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75B608E-7FB4-3AFD-AC66-659C9BE4E55C}"/>
              </a:ext>
            </a:extLst>
          </p:cNvPr>
          <p:cNvGrpSpPr/>
          <p:nvPr/>
        </p:nvGrpSpPr>
        <p:grpSpPr>
          <a:xfrm>
            <a:off x="8146279" y="4780551"/>
            <a:ext cx="762630" cy="824090"/>
            <a:chOff x="8146279" y="4780551"/>
            <a:chExt cx="762630" cy="824090"/>
          </a:xfrm>
        </p:grpSpPr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2F1B42B8-80A1-8FB5-E462-EC0D1F68BF63}"/>
                </a:ext>
              </a:extLst>
            </p:cNvPr>
            <p:cNvSpPr/>
            <p:nvPr/>
          </p:nvSpPr>
          <p:spPr>
            <a:xfrm>
              <a:off x="8405408" y="5121984"/>
              <a:ext cx="161770" cy="176050"/>
            </a:xfrm>
            <a:custGeom>
              <a:avLst/>
              <a:gdLst>
                <a:gd name="connsiteX0" fmla="*/ 122113 w 161770"/>
                <a:gd name="connsiteY0" fmla="*/ 176051 h 176050"/>
                <a:gd name="connsiteX1" fmla="*/ 91894 w 161770"/>
                <a:gd name="connsiteY1" fmla="*/ 162107 h 176050"/>
                <a:gd name="connsiteX2" fmla="*/ 9474 w 161770"/>
                <a:gd name="connsiteY2" fmla="*/ 65496 h 176050"/>
                <a:gd name="connsiteX3" fmla="*/ 13990 w 161770"/>
                <a:gd name="connsiteY3" fmla="*/ 9474 h 176050"/>
                <a:gd name="connsiteX4" fmla="*/ 70011 w 161770"/>
                <a:gd name="connsiteY4" fmla="*/ 13990 h 176050"/>
                <a:gd name="connsiteX5" fmla="*/ 152283 w 161770"/>
                <a:gd name="connsiteY5" fmla="*/ 110601 h 176050"/>
                <a:gd name="connsiteX6" fmla="*/ 147827 w 161770"/>
                <a:gd name="connsiteY6" fmla="*/ 166563 h 176050"/>
                <a:gd name="connsiteX7" fmla="*/ 122113 w 161770"/>
                <a:gd name="connsiteY7" fmla="*/ 176051 h 17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770" h="176050">
                  <a:moveTo>
                    <a:pt x="122113" y="176051"/>
                  </a:moveTo>
                  <a:cubicBezTo>
                    <a:pt x="110484" y="176054"/>
                    <a:pt x="99438" y="170957"/>
                    <a:pt x="91894" y="162107"/>
                  </a:cubicBezTo>
                  <a:lnTo>
                    <a:pt x="9474" y="65496"/>
                  </a:lnTo>
                  <a:cubicBezTo>
                    <a:pt x="-4749" y="48779"/>
                    <a:pt x="-2727" y="23697"/>
                    <a:pt x="13990" y="9474"/>
                  </a:cubicBezTo>
                  <a:cubicBezTo>
                    <a:pt x="30706" y="-4749"/>
                    <a:pt x="55788" y="-2727"/>
                    <a:pt x="70011" y="13990"/>
                  </a:cubicBezTo>
                  <a:lnTo>
                    <a:pt x="152283" y="110601"/>
                  </a:lnTo>
                  <a:cubicBezTo>
                    <a:pt x="166506" y="127285"/>
                    <a:pt x="164511" y="152340"/>
                    <a:pt x="147827" y="166563"/>
                  </a:cubicBezTo>
                  <a:cubicBezTo>
                    <a:pt x="140654" y="172678"/>
                    <a:pt x="131539" y="176041"/>
                    <a:pt x="122113" y="17605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6CC9196B-2BE8-F909-1DF8-82ABD80E6C37}"/>
                </a:ext>
              </a:extLst>
            </p:cNvPr>
            <p:cNvSpPr/>
            <p:nvPr/>
          </p:nvSpPr>
          <p:spPr>
            <a:xfrm>
              <a:off x="8146279" y="4841872"/>
              <a:ext cx="762630" cy="762769"/>
            </a:xfrm>
            <a:custGeom>
              <a:avLst/>
              <a:gdLst>
                <a:gd name="connsiteX0" fmla="*/ 381242 w 762630"/>
                <a:gd name="connsiteY0" fmla="*/ 762769 h 762769"/>
                <a:gd name="connsiteX1" fmla="*/ 0 w 762630"/>
                <a:gd name="connsiteY1" fmla="*/ 381242 h 762769"/>
                <a:gd name="connsiteX2" fmla="*/ 381528 w 762630"/>
                <a:gd name="connsiteY2" fmla="*/ 0 h 762769"/>
                <a:gd name="connsiteX3" fmla="*/ 476911 w 762630"/>
                <a:gd name="connsiteY3" fmla="*/ 12157 h 762769"/>
                <a:gd name="connsiteX4" fmla="*/ 506158 w 762630"/>
                <a:gd name="connsiteY4" fmla="*/ 60076 h 762769"/>
                <a:gd name="connsiteX5" fmla="*/ 458239 w 762630"/>
                <a:gd name="connsiteY5" fmla="*/ 89323 h 762769"/>
                <a:gd name="connsiteX6" fmla="*/ 457063 w 762630"/>
                <a:gd name="connsiteY6" fmla="*/ 89019 h 762769"/>
                <a:gd name="connsiteX7" fmla="*/ 88835 w 762630"/>
                <a:gd name="connsiteY7" fmla="*/ 305506 h 762769"/>
                <a:gd name="connsiteX8" fmla="*/ 305323 w 762630"/>
                <a:gd name="connsiteY8" fmla="*/ 673733 h 762769"/>
                <a:gd name="connsiteX9" fmla="*/ 673550 w 762630"/>
                <a:gd name="connsiteY9" fmla="*/ 457246 h 762769"/>
                <a:gd name="connsiteX10" fmla="*/ 683234 w 762630"/>
                <a:gd name="connsiteY10" fmla="*/ 381385 h 762769"/>
                <a:gd name="connsiteX11" fmla="*/ 659466 w 762630"/>
                <a:gd name="connsiteY11" fmla="*/ 264081 h 762769"/>
                <a:gd name="connsiteX12" fmla="*/ 680555 w 762630"/>
                <a:gd name="connsiteY12" fmla="*/ 212029 h 762769"/>
                <a:gd name="connsiteX13" fmla="*/ 732607 w 762630"/>
                <a:gd name="connsiteY13" fmla="*/ 233118 h 762769"/>
                <a:gd name="connsiteX14" fmla="*/ 529116 w 762630"/>
                <a:gd name="connsiteY14" fmla="*/ 732845 h 762769"/>
                <a:gd name="connsiteX15" fmla="*/ 381242 w 762630"/>
                <a:gd name="connsiteY15" fmla="*/ 762769 h 762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2630" h="762769">
                  <a:moveTo>
                    <a:pt x="381242" y="762769"/>
                  </a:moveTo>
                  <a:cubicBezTo>
                    <a:pt x="170609" y="762690"/>
                    <a:pt x="-79" y="591875"/>
                    <a:pt x="0" y="381242"/>
                  </a:cubicBezTo>
                  <a:cubicBezTo>
                    <a:pt x="79" y="170609"/>
                    <a:pt x="170895" y="-79"/>
                    <a:pt x="381528" y="0"/>
                  </a:cubicBezTo>
                  <a:cubicBezTo>
                    <a:pt x="413708" y="12"/>
                    <a:pt x="445757" y="4097"/>
                    <a:pt x="476911" y="12157"/>
                  </a:cubicBezTo>
                  <a:cubicBezTo>
                    <a:pt x="498220" y="17313"/>
                    <a:pt x="511314" y="38767"/>
                    <a:pt x="506158" y="60076"/>
                  </a:cubicBezTo>
                  <a:cubicBezTo>
                    <a:pt x="501002" y="81385"/>
                    <a:pt x="479548" y="94479"/>
                    <a:pt x="458239" y="89323"/>
                  </a:cubicBezTo>
                  <a:cubicBezTo>
                    <a:pt x="457845" y="89228"/>
                    <a:pt x="457453" y="89127"/>
                    <a:pt x="457063" y="89019"/>
                  </a:cubicBezTo>
                  <a:cubicBezTo>
                    <a:pt x="295598" y="47118"/>
                    <a:pt x="130737" y="144042"/>
                    <a:pt x="88835" y="305506"/>
                  </a:cubicBezTo>
                  <a:cubicBezTo>
                    <a:pt x="46934" y="466971"/>
                    <a:pt x="143858" y="631831"/>
                    <a:pt x="305323" y="673733"/>
                  </a:cubicBezTo>
                  <a:cubicBezTo>
                    <a:pt x="466787" y="715635"/>
                    <a:pt x="631648" y="618711"/>
                    <a:pt x="673550" y="457246"/>
                  </a:cubicBezTo>
                  <a:cubicBezTo>
                    <a:pt x="679979" y="432472"/>
                    <a:pt x="683234" y="406980"/>
                    <a:pt x="683234" y="381385"/>
                  </a:cubicBezTo>
                  <a:cubicBezTo>
                    <a:pt x="683287" y="341082"/>
                    <a:pt x="675203" y="301184"/>
                    <a:pt x="659466" y="264081"/>
                  </a:cubicBezTo>
                  <a:cubicBezTo>
                    <a:pt x="650916" y="243884"/>
                    <a:pt x="660357" y="220579"/>
                    <a:pt x="680555" y="212029"/>
                  </a:cubicBezTo>
                  <a:cubicBezTo>
                    <a:pt x="700752" y="203479"/>
                    <a:pt x="724057" y="212921"/>
                    <a:pt x="732607" y="233118"/>
                  </a:cubicBezTo>
                  <a:cubicBezTo>
                    <a:pt x="814410" y="427306"/>
                    <a:pt x="723304" y="651042"/>
                    <a:pt x="529116" y="732845"/>
                  </a:cubicBezTo>
                  <a:cubicBezTo>
                    <a:pt x="482308" y="752563"/>
                    <a:pt x="432034" y="762737"/>
                    <a:pt x="381242" y="7627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2049B567-FBE6-5E39-A508-E0FD2E83A987}"/>
                </a:ext>
              </a:extLst>
            </p:cNvPr>
            <p:cNvSpPr/>
            <p:nvPr/>
          </p:nvSpPr>
          <p:spPr>
            <a:xfrm>
              <a:off x="8487809" y="4876471"/>
              <a:ext cx="341906" cy="421563"/>
            </a:xfrm>
            <a:custGeom>
              <a:avLst/>
              <a:gdLst>
                <a:gd name="connsiteX0" fmla="*/ 39662 w 341906"/>
                <a:gd name="connsiteY0" fmla="*/ 421564 h 421563"/>
                <a:gd name="connsiteX1" fmla="*/ 0 w 341906"/>
                <a:gd name="connsiteY1" fmla="*/ 381833 h 421563"/>
                <a:gd name="connsiteX2" fmla="*/ 8203 w 341906"/>
                <a:gd name="connsiteY2" fmla="*/ 357702 h 421563"/>
                <a:gd name="connsiteX3" fmla="*/ 271193 w 341906"/>
                <a:gd name="connsiteY3" fmla="*/ 14922 h 421563"/>
                <a:gd name="connsiteX4" fmla="*/ 326984 w 341906"/>
                <a:gd name="connsiteY4" fmla="*/ 8682 h 421563"/>
                <a:gd name="connsiteX5" fmla="*/ 334161 w 341906"/>
                <a:gd name="connsiteY5" fmla="*/ 63253 h 421563"/>
                <a:gd name="connsiteX6" fmla="*/ 71172 w 341906"/>
                <a:gd name="connsiteY6" fmla="*/ 406032 h 421563"/>
                <a:gd name="connsiteX7" fmla="*/ 39662 w 341906"/>
                <a:gd name="connsiteY7" fmla="*/ 421564 h 42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906" h="421563">
                  <a:moveTo>
                    <a:pt x="39662" y="421564"/>
                  </a:moveTo>
                  <a:cubicBezTo>
                    <a:pt x="17739" y="421545"/>
                    <a:pt x="-19" y="403757"/>
                    <a:pt x="0" y="381833"/>
                  </a:cubicBezTo>
                  <a:cubicBezTo>
                    <a:pt x="8" y="373106"/>
                    <a:pt x="2890" y="364625"/>
                    <a:pt x="8203" y="357702"/>
                  </a:cubicBezTo>
                  <a:lnTo>
                    <a:pt x="271193" y="14922"/>
                  </a:lnTo>
                  <a:cubicBezTo>
                    <a:pt x="284876" y="-2207"/>
                    <a:pt x="309855" y="-5001"/>
                    <a:pt x="326984" y="8682"/>
                  </a:cubicBezTo>
                  <a:cubicBezTo>
                    <a:pt x="343646" y="21992"/>
                    <a:pt x="346815" y="46087"/>
                    <a:pt x="334161" y="63253"/>
                  </a:cubicBezTo>
                  <a:lnTo>
                    <a:pt x="71172" y="406032"/>
                  </a:lnTo>
                  <a:cubicBezTo>
                    <a:pt x="63655" y="415828"/>
                    <a:pt x="52009" y="421568"/>
                    <a:pt x="39662" y="42156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1D9FC059-E5DC-33CF-B767-C83765136900}"/>
                </a:ext>
              </a:extLst>
            </p:cNvPr>
            <p:cNvSpPr/>
            <p:nvPr/>
          </p:nvSpPr>
          <p:spPr>
            <a:xfrm>
              <a:off x="8529465" y="4840227"/>
              <a:ext cx="138472" cy="140534"/>
            </a:xfrm>
            <a:custGeom>
              <a:avLst/>
              <a:gdLst>
                <a:gd name="connsiteX0" fmla="*/ 39738 w 138472"/>
                <a:gd name="connsiteY0" fmla="*/ 140534 h 140534"/>
                <a:gd name="connsiteX1" fmla="*/ 0 w 138472"/>
                <a:gd name="connsiteY1" fmla="*/ 100878 h 140534"/>
                <a:gd name="connsiteX2" fmla="*/ 11107 w 138472"/>
                <a:gd name="connsiteY2" fmla="*/ 73298 h 140534"/>
                <a:gd name="connsiteX3" fmla="*/ 69709 w 138472"/>
                <a:gd name="connsiteY3" fmla="*/ 12661 h 140534"/>
                <a:gd name="connsiteX4" fmla="*/ 125811 w 138472"/>
                <a:gd name="connsiteY4" fmla="*/ 10630 h 140534"/>
                <a:gd name="connsiteX5" fmla="*/ 127843 w 138472"/>
                <a:gd name="connsiteY5" fmla="*/ 66732 h 140534"/>
                <a:gd name="connsiteX6" fmla="*/ 126872 w 138472"/>
                <a:gd name="connsiteY6" fmla="*/ 67740 h 140534"/>
                <a:gd name="connsiteX7" fmla="*/ 68319 w 138472"/>
                <a:gd name="connsiteY7" fmla="*/ 128575 h 140534"/>
                <a:gd name="connsiteX8" fmla="*/ 39738 w 138472"/>
                <a:gd name="connsiteY8" fmla="*/ 140534 h 14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72" h="140534">
                  <a:moveTo>
                    <a:pt x="39738" y="140534"/>
                  </a:moveTo>
                  <a:cubicBezTo>
                    <a:pt x="17814" y="140556"/>
                    <a:pt x="23" y="122802"/>
                    <a:pt x="0" y="100878"/>
                  </a:cubicBezTo>
                  <a:cubicBezTo>
                    <a:pt x="-11" y="90593"/>
                    <a:pt x="3971" y="80705"/>
                    <a:pt x="11107" y="73298"/>
                  </a:cubicBezTo>
                  <a:lnTo>
                    <a:pt x="69709" y="12661"/>
                  </a:lnTo>
                  <a:cubicBezTo>
                    <a:pt x="84640" y="-3392"/>
                    <a:pt x="109758" y="-4302"/>
                    <a:pt x="125811" y="10630"/>
                  </a:cubicBezTo>
                  <a:cubicBezTo>
                    <a:pt x="141865" y="25561"/>
                    <a:pt x="142774" y="50679"/>
                    <a:pt x="127843" y="66732"/>
                  </a:cubicBezTo>
                  <a:cubicBezTo>
                    <a:pt x="127525" y="67074"/>
                    <a:pt x="127201" y="67410"/>
                    <a:pt x="126872" y="67740"/>
                  </a:cubicBezTo>
                  <a:lnTo>
                    <a:pt x="68319" y="128575"/>
                  </a:lnTo>
                  <a:cubicBezTo>
                    <a:pt x="60805" y="136268"/>
                    <a:pt x="50491" y="140584"/>
                    <a:pt x="39738" y="1405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8A53B22D-5265-7DCC-DA6F-4B95B3A2573E}"/>
                </a:ext>
              </a:extLst>
            </p:cNvPr>
            <p:cNvSpPr/>
            <p:nvPr/>
          </p:nvSpPr>
          <p:spPr>
            <a:xfrm>
              <a:off x="8525627" y="4780551"/>
              <a:ext cx="141815" cy="139423"/>
            </a:xfrm>
            <a:custGeom>
              <a:avLst/>
              <a:gdLst>
                <a:gd name="connsiteX0" fmla="*/ 102128 w 141815"/>
                <a:gd name="connsiteY0" fmla="*/ 139374 h 139423"/>
                <a:gd name="connsiteX1" fmla="*/ 74588 w 141815"/>
                <a:gd name="connsiteY1" fmla="*/ 128309 h 139423"/>
                <a:gd name="connsiteX2" fmla="*/ 12661 w 141815"/>
                <a:gd name="connsiteY2" fmla="*/ 68764 h 139423"/>
                <a:gd name="connsiteX3" fmla="*/ 10630 w 141815"/>
                <a:gd name="connsiteY3" fmla="*/ 12661 h 139423"/>
                <a:gd name="connsiteX4" fmla="*/ 66732 w 141815"/>
                <a:gd name="connsiteY4" fmla="*/ 10630 h 139423"/>
                <a:gd name="connsiteX5" fmla="*/ 67740 w 141815"/>
                <a:gd name="connsiteY5" fmla="*/ 11601 h 139423"/>
                <a:gd name="connsiteX6" fmla="*/ 129667 w 141815"/>
                <a:gd name="connsiteY6" fmla="*/ 71146 h 139423"/>
                <a:gd name="connsiteX7" fmla="*/ 130700 w 141815"/>
                <a:gd name="connsiteY7" fmla="*/ 127276 h 139423"/>
                <a:gd name="connsiteX8" fmla="*/ 102128 w 141815"/>
                <a:gd name="connsiteY8" fmla="*/ 139424 h 13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815" h="139423">
                  <a:moveTo>
                    <a:pt x="102128" y="139374"/>
                  </a:moveTo>
                  <a:cubicBezTo>
                    <a:pt x="91862" y="139385"/>
                    <a:pt x="81992" y="135419"/>
                    <a:pt x="74588" y="128309"/>
                  </a:cubicBezTo>
                  <a:lnTo>
                    <a:pt x="12661" y="68764"/>
                  </a:lnTo>
                  <a:cubicBezTo>
                    <a:pt x="-3392" y="53833"/>
                    <a:pt x="-4302" y="28715"/>
                    <a:pt x="10630" y="12661"/>
                  </a:cubicBezTo>
                  <a:cubicBezTo>
                    <a:pt x="25561" y="-3392"/>
                    <a:pt x="50679" y="-4302"/>
                    <a:pt x="66732" y="10630"/>
                  </a:cubicBezTo>
                  <a:cubicBezTo>
                    <a:pt x="67074" y="10947"/>
                    <a:pt x="67410" y="11271"/>
                    <a:pt x="67740" y="11601"/>
                  </a:cubicBezTo>
                  <a:lnTo>
                    <a:pt x="129667" y="71146"/>
                  </a:lnTo>
                  <a:cubicBezTo>
                    <a:pt x="145452" y="86360"/>
                    <a:pt x="145915" y="111490"/>
                    <a:pt x="130700" y="127276"/>
                  </a:cubicBezTo>
                  <a:cubicBezTo>
                    <a:pt x="123220" y="135036"/>
                    <a:pt x="112906" y="139421"/>
                    <a:pt x="102128" y="1394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17DC4BC3-8764-183C-20F4-6AEF0EFF8C3A}"/>
              </a:ext>
            </a:extLst>
          </p:cNvPr>
          <p:cNvGrpSpPr/>
          <p:nvPr/>
        </p:nvGrpSpPr>
        <p:grpSpPr>
          <a:xfrm>
            <a:off x="9433176" y="4880775"/>
            <a:ext cx="823703" cy="624029"/>
            <a:chOff x="9433176" y="4880775"/>
            <a:chExt cx="823703" cy="624029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8A01D744-356F-4816-9F71-5EFEF6631AD0}"/>
                </a:ext>
              </a:extLst>
            </p:cNvPr>
            <p:cNvSpPr/>
            <p:nvPr/>
          </p:nvSpPr>
          <p:spPr>
            <a:xfrm>
              <a:off x="10175502" y="4880775"/>
              <a:ext cx="79393" cy="624029"/>
            </a:xfrm>
            <a:custGeom>
              <a:avLst/>
              <a:gdLst>
                <a:gd name="connsiteX0" fmla="*/ 39697 w 79393"/>
                <a:gd name="connsiteY0" fmla="*/ 624030 h 624029"/>
                <a:gd name="connsiteX1" fmla="*/ 0 w 79393"/>
                <a:gd name="connsiteY1" fmla="*/ 584333 h 624029"/>
                <a:gd name="connsiteX2" fmla="*/ 0 w 79393"/>
                <a:gd name="connsiteY2" fmla="*/ 39697 h 624029"/>
                <a:gd name="connsiteX3" fmla="*/ 39697 w 79393"/>
                <a:gd name="connsiteY3" fmla="*/ 0 h 624029"/>
                <a:gd name="connsiteX4" fmla="*/ 79393 w 79393"/>
                <a:gd name="connsiteY4" fmla="*/ 39697 h 624029"/>
                <a:gd name="connsiteX5" fmla="*/ 79393 w 79393"/>
                <a:gd name="connsiteY5" fmla="*/ 584333 h 624029"/>
                <a:gd name="connsiteX6" fmla="*/ 39697 w 79393"/>
                <a:gd name="connsiteY6" fmla="*/ 624030 h 62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4029">
                  <a:moveTo>
                    <a:pt x="39697" y="624030"/>
                  </a:moveTo>
                  <a:cubicBezTo>
                    <a:pt x="17773" y="624030"/>
                    <a:pt x="0" y="606257"/>
                    <a:pt x="0" y="58433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84333"/>
                  </a:lnTo>
                  <a:cubicBezTo>
                    <a:pt x="79393" y="606257"/>
                    <a:pt x="61620" y="624030"/>
                    <a:pt x="39697" y="6240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AC0D056B-48EA-2FA3-0670-0E98C15B42A8}"/>
                </a:ext>
              </a:extLst>
            </p:cNvPr>
            <p:cNvSpPr/>
            <p:nvPr/>
          </p:nvSpPr>
          <p:spPr>
            <a:xfrm>
              <a:off x="9924421" y="5231940"/>
              <a:ext cx="332458" cy="79393"/>
            </a:xfrm>
            <a:custGeom>
              <a:avLst/>
              <a:gdLst>
                <a:gd name="connsiteX0" fmla="*/ 292762 w 332458"/>
                <a:gd name="connsiteY0" fmla="*/ 79393 h 79393"/>
                <a:gd name="connsiteX1" fmla="*/ 39697 w 332458"/>
                <a:gd name="connsiteY1" fmla="*/ 79393 h 79393"/>
                <a:gd name="connsiteX2" fmla="*/ 0 w 332458"/>
                <a:gd name="connsiteY2" fmla="*/ 39697 h 79393"/>
                <a:gd name="connsiteX3" fmla="*/ 39697 w 332458"/>
                <a:gd name="connsiteY3" fmla="*/ 0 h 79393"/>
                <a:gd name="connsiteX4" fmla="*/ 292762 w 332458"/>
                <a:gd name="connsiteY4" fmla="*/ 0 h 79393"/>
                <a:gd name="connsiteX5" fmla="*/ 332459 w 332458"/>
                <a:gd name="connsiteY5" fmla="*/ 39697 h 79393"/>
                <a:gd name="connsiteX6" fmla="*/ 292762 w 332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458" h="79393">
                  <a:moveTo>
                    <a:pt x="292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92762" y="0"/>
                  </a:lnTo>
                  <a:cubicBezTo>
                    <a:pt x="314686" y="0"/>
                    <a:pt x="332459" y="17773"/>
                    <a:pt x="332459" y="39697"/>
                  </a:cubicBezTo>
                  <a:cubicBezTo>
                    <a:pt x="332459" y="61620"/>
                    <a:pt x="314686" y="79393"/>
                    <a:pt x="2927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30D676CE-D967-D299-1574-EADD08D0FED8}"/>
                </a:ext>
              </a:extLst>
            </p:cNvPr>
            <p:cNvSpPr/>
            <p:nvPr/>
          </p:nvSpPr>
          <p:spPr>
            <a:xfrm>
              <a:off x="9924421" y="5078563"/>
              <a:ext cx="332458" cy="79393"/>
            </a:xfrm>
            <a:custGeom>
              <a:avLst/>
              <a:gdLst>
                <a:gd name="connsiteX0" fmla="*/ 292762 w 332458"/>
                <a:gd name="connsiteY0" fmla="*/ 79393 h 79393"/>
                <a:gd name="connsiteX1" fmla="*/ 39697 w 332458"/>
                <a:gd name="connsiteY1" fmla="*/ 79393 h 79393"/>
                <a:gd name="connsiteX2" fmla="*/ 0 w 332458"/>
                <a:gd name="connsiteY2" fmla="*/ 39697 h 79393"/>
                <a:gd name="connsiteX3" fmla="*/ 39697 w 332458"/>
                <a:gd name="connsiteY3" fmla="*/ 0 h 79393"/>
                <a:gd name="connsiteX4" fmla="*/ 292762 w 332458"/>
                <a:gd name="connsiteY4" fmla="*/ 0 h 79393"/>
                <a:gd name="connsiteX5" fmla="*/ 332459 w 332458"/>
                <a:gd name="connsiteY5" fmla="*/ 39697 h 79393"/>
                <a:gd name="connsiteX6" fmla="*/ 292762 w 332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458" h="79393">
                  <a:moveTo>
                    <a:pt x="292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92762" y="0"/>
                  </a:lnTo>
                  <a:cubicBezTo>
                    <a:pt x="314686" y="0"/>
                    <a:pt x="332459" y="17773"/>
                    <a:pt x="332459" y="39697"/>
                  </a:cubicBezTo>
                  <a:cubicBezTo>
                    <a:pt x="332459" y="61620"/>
                    <a:pt x="314686" y="79393"/>
                    <a:pt x="2927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627FA0BE-DC3E-C56E-3023-2486EC4389BA}"/>
                </a:ext>
              </a:extLst>
            </p:cNvPr>
            <p:cNvSpPr/>
            <p:nvPr/>
          </p:nvSpPr>
          <p:spPr>
            <a:xfrm>
              <a:off x="9433176" y="4880775"/>
              <a:ext cx="821719" cy="624029"/>
            </a:xfrm>
            <a:custGeom>
              <a:avLst/>
              <a:gdLst>
                <a:gd name="connsiteX0" fmla="*/ 782023 w 821719"/>
                <a:gd name="connsiteY0" fmla="*/ 624030 h 624029"/>
                <a:gd name="connsiteX1" fmla="*/ 39697 w 821719"/>
                <a:gd name="connsiteY1" fmla="*/ 624030 h 624029"/>
                <a:gd name="connsiteX2" fmla="*/ 0 w 821719"/>
                <a:gd name="connsiteY2" fmla="*/ 584333 h 624029"/>
                <a:gd name="connsiteX3" fmla="*/ 0 w 821719"/>
                <a:gd name="connsiteY3" fmla="*/ 39697 h 624029"/>
                <a:gd name="connsiteX4" fmla="*/ 39697 w 821719"/>
                <a:gd name="connsiteY4" fmla="*/ 0 h 624029"/>
                <a:gd name="connsiteX5" fmla="*/ 782023 w 821719"/>
                <a:gd name="connsiteY5" fmla="*/ 0 h 624029"/>
                <a:gd name="connsiteX6" fmla="*/ 821720 w 821719"/>
                <a:gd name="connsiteY6" fmla="*/ 39697 h 624029"/>
                <a:gd name="connsiteX7" fmla="*/ 782023 w 821719"/>
                <a:gd name="connsiteY7" fmla="*/ 79393 h 624029"/>
                <a:gd name="connsiteX8" fmla="*/ 79393 w 821719"/>
                <a:gd name="connsiteY8" fmla="*/ 79393 h 624029"/>
                <a:gd name="connsiteX9" fmla="*/ 79393 w 821719"/>
                <a:gd name="connsiteY9" fmla="*/ 544637 h 624029"/>
                <a:gd name="connsiteX10" fmla="*/ 782023 w 821719"/>
                <a:gd name="connsiteY10" fmla="*/ 544637 h 624029"/>
                <a:gd name="connsiteX11" fmla="*/ 821720 w 821719"/>
                <a:gd name="connsiteY11" fmla="*/ 584333 h 624029"/>
                <a:gd name="connsiteX12" fmla="*/ 782023 w 821719"/>
                <a:gd name="connsiteY12" fmla="*/ 624030 h 62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1719" h="624029">
                  <a:moveTo>
                    <a:pt x="782023" y="624030"/>
                  </a:moveTo>
                  <a:lnTo>
                    <a:pt x="39697" y="624030"/>
                  </a:lnTo>
                  <a:cubicBezTo>
                    <a:pt x="17773" y="624030"/>
                    <a:pt x="0" y="606257"/>
                    <a:pt x="0" y="58433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2023" y="0"/>
                  </a:lnTo>
                  <a:cubicBezTo>
                    <a:pt x="803947" y="0"/>
                    <a:pt x="821720" y="17773"/>
                    <a:pt x="821720" y="39697"/>
                  </a:cubicBezTo>
                  <a:cubicBezTo>
                    <a:pt x="821720" y="61620"/>
                    <a:pt x="803947" y="79393"/>
                    <a:pt x="782023" y="79393"/>
                  </a:cubicBezTo>
                  <a:lnTo>
                    <a:pt x="79393" y="79393"/>
                  </a:lnTo>
                  <a:lnTo>
                    <a:pt x="79393" y="544637"/>
                  </a:lnTo>
                  <a:lnTo>
                    <a:pt x="782023" y="544637"/>
                  </a:lnTo>
                  <a:cubicBezTo>
                    <a:pt x="803947" y="544637"/>
                    <a:pt x="821720" y="562409"/>
                    <a:pt x="821720" y="584333"/>
                  </a:cubicBezTo>
                  <a:cubicBezTo>
                    <a:pt x="821720" y="606257"/>
                    <a:pt x="803947" y="624030"/>
                    <a:pt x="782023" y="62403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3020A7FB-93E4-7FEC-B821-382A90027531}"/>
                </a:ext>
              </a:extLst>
            </p:cNvPr>
            <p:cNvSpPr/>
            <p:nvPr/>
          </p:nvSpPr>
          <p:spPr>
            <a:xfrm>
              <a:off x="9587844" y="5078563"/>
              <a:ext cx="232770" cy="232770"/>
            </a:xfrm>
            <a:custGeom>
              <a:avLst/>
              <a:gdLst>
                <a:gd name="connsiteX0" fmla="*/ 193074 w 232770"/>
                <a:gd name="connsiteY0" fmla="*/ 232771 h 232770"/>
                <a:gd name="connsiteX1" fmla="*/ 39697 w 232770"/>
                <a:gd name="connsiteY1" fmla="*/ 232771 h 232770"/>
                <a:gd name="connsiteX2" fmla="*/ 0 w 232770"/>
                <a:gd name="connsiteY2" fmla="*/ 193074 h 232770"/>
                <a:gd name="connsiteX3" fmla="*/ 0 w 232770"/>
                <a:gd name="connsiteY3" fmla="*/ 39697 h 232770"/>
                <a:gd name="connsiteX4" fmla="*/ 39697 w 232770"/>
                <a:gd name="connsiteY4" fmla="*/ 0 h 232770"/>
                <a:gd name="connsiteX5" fmla="*/ 193074 w 232770"/>
                <a:gd name="connsiteY5" fmla="*/ 0 h 232770"/>
                <a:gd name="connsiteX6" fmla="*/ 232771 w 232770"/>
                <a:gd name="connsiteY6" fmla="*/ 39697 h 232770"/>
                <a:gd name="connsiteX7" fmla="*/ 232771 w 232770"/>
                <a:gd name="connsiteY7" fmla="*/ 193074 h 232770"/>
                <a:gd name="connsiteX8" fmla="*/ 193074 w 232770"/>
                <a:gd name="connsiteY8" fmla="*/ 232771 h 232770"/>
                <a:gd name="connsiteX9" fmla="*/ 79393 w 232770"/>
                <a:gd name="connsiteY9" fmla="*/ 153378 h 232770"/>
                <a:gd name="connsiteX10" fmla="*/ 153378 w 232770"/>
                <a:gd name="connsiteY10" fmla="*/ 153378 h 232770"/>
                <a:gd name="connsiteX11" fmla="*/ 153378 w 232770"/>
                <a:gd name="connsiteY11" fmla="*/ 79393 h 232770"/>
                <a:gd name="connsiteX12" fmla="*/ 79393 w 232770"/>
                <a:gd name="connsiteY12" fmla="*/ 79393 h 2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770" h="232770">
                  <a:moveTo>
                    <a:pt x="193074" y="232771"/>
                  </a:moveTo>
                  <a:lnTo>
                    <a:pt x="39697" y="232771"/>
                  </a:lnTo>
                  <a:cubicBezTo>
                    <a:pt x="17773" y="232771"/>
                    <a:pt x="0" y="214998"/>
                    <a:pt x="0" y="1930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93074" y="0"/>
                  </a:lnTo>
                  <a:cubicBezTo>
                    <a:pt x="214998" y="0"/>
                    <a:pt x="232771" y="17773"/>
                    <a:pt x="232771" y="39697"/>
                  </a:cubicBezTo>
                  <a:lnTo>
                    <a:pt x="232771" y="193074"/>
                  </a:lnTo>
                  <a:cubicBezTo>
                    <a:pt x="232771" y="214998"/>
                    <a:pt x="214998" y="232771"/>
                    <a:pt x="193074" y="232771"/>
                  </a:cubicBezTo>
                  <a:close/>
                  <a:moveTo>
                    <a:pt x="79393" y="153378"/>
                  </a:moveTo>
                  <a:lnTo>
                    <a:pt x="153378" y="153378"/>
                  </a:lnTo>
                  <a:lnTo>
                    <a:pt x="1533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63268B09-B605-EEB5-C2B0-499D59527336}"/>
              </a:ext>
            </a:extLst>
          </p:cNvPr>
          <p:cNvGrpSpPr/>
          <p:nvPr/>
        </p:nvGrpSpPr>
        <p:grpSpPr>
          <a:xfrm>
            <a:off x="1680361" y="1421070"/>
            <a:ext cx="475416" cy="843145"/>
            <a:chOff x="1680361" y="1421070"/>
            <a:chExt cx="475416" cy="843145"/>
          </a:xfrm>
        </p:grpSpPr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126A25E2-8536-4D1D-3C7E-F6D55DBF1B2E}"/>
                </a:ext>
              </a:extLst>
            </p:cNvPr>
            <p:cNvSpPr/>
            <p:nvPr/>
          </p:nvSpPr>
          <p:spPr>
            <a:xfrm>
              <a:off x="1860709" y="1963509"/>
              <a:ext cx="132498" cy="300706"/>
            </a:xfrm>
            <a:custGeom>
              <a:avLst/>
              <a:gdLst>
                <a:gd name="connsiteX0" fmla="*/ 66217 w 132498"/>
                <a:gd name="connsiteY0" fmla="*/ 300706 h 300706"/>
                <a:gd name="connsiteX1" fmla="*/ 26593 w 132498"/>
                <a:gd name="connsiteY1" fmla="*/ 260937 h 300706"/>
                <a:gd name="connsiteX2" fmla="*/ 34757 w 132498"/>
                <a:gd name="connsiteY2" fmla="*/ 236894 h 300706"/>
                <a:gd name="connsiteX3" fmla="*/ 52819 w 132498"/>
                <a:gd name="connsiteY3" fmla="*/ 186628 h 300706"/>
                <a:gd name="connsiteX4" fmla="*/ 43392 w 132498"/>
                <a:gd name="connsiteY4" fmla="*/ 173578 h 300706"/>
                <a:gd name="connsiteX5" fmla="*/ 321 w 132498"/>
                <a:gd name="connsiteY5" fmla="*/ 103662 h 300706"/>
                <a:gd name="connsiteX6" fmla="*/ 38231 w 132498"/>
                <a:gd name="connsiteY6" fmla="*/ 11616 h 300706"/>
                <a:gd name="connsiteX7" fmla="*/ 94377 w 132498"/>
                <a:gd name="connsiteY7" fmla="*/ 11641 h 300706"/>
                <a:gd name="connsiteX8" fmla="*/ 94352 w 132498"/>
                <a:gd name="connsiteY8" fmla="*/ 67786 h 300706"/>
                <a:gd name="connsiteX9" fmla="*/ 79466 w 132498"/>
                <a:gd name="connsiteY9" fmla="*/ 97063 h 300706"/>
                <a:gd name="connsiteX10" fmla="*/ 89092 w 132498"/>
                <a:gd name="connsiteY10" fmla="*/ 108624 h 300706"/>
                <a:gd name="connsiteX11" fmla="*/ 131319 w 132498"/>
                <a:gd name="connsiteY11" fmla="*/ 174868 h 300706"/>
                <a:gd name="connsiteX12" fmla="*/ 97776 w 132498"/>
                <a:gd name="connsiteY12" fmla="*/ 285324 h 300706"/>
                <a:gd name="connsiteX13" fmla="*/ 66217 w 132498"/>
                <a:gd name="connsiteY13" fmla="*/ 300706 h 300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498" h="300706">
                  <a:moveTo>
                    <a:pt x="66217" y="300706"/>
                  </a:moveTo>
                  <a:cubicBezTo>
                    <a:pt x="44293" y="300666"/>
                    <a:pt x="26553" y="282861"/>
                    <a:pt x="26593" y="260937"/>
                  </a:cubicBezTo>
                  <a:cubicBezTo>
                    <a:pt x="26609" y="252245"/>
                    <a:pt x="29477" y="243798"/>
                    <a:pt x="34757" y="236894"/>
                  </a:cubicBezTo>
                  <a:cubicBezTo>
                    <a:pt x="41655" y="227615"/>
                    <a:pt x="55400" y="202904"/>
                    <a:pt x="52819" y="186628"/>
                  </a:cubicBezTo>
                  <a:cubicBezTo>
                    <a:pt x="51766" y="181096"/>
                    <a:pt x="48313" y="176316"/>
                    <a:pt x="43392" y="173578"/>
                  </a:cubicBezTo>
                  <a:cubicBezTo>
                    <a:pt x="10691" y="150603"/>
                    <a:pt x="1909" y="122865"/>
                    <a:pt x="321" y="103662"/>
                  </a:cubicBezTo>
                  <a:cubicBezTo>
                    <a:pt x="-3847" y="54935"/>
                    <a:pt x="33914" y="15933"/>
                    <a:pt x="38231" y="11616"/>
                  </a:cubicBezTo>
                  <a:cubicBezTo>
                    <a:pt x="53742" y="-3882"/>
                    <a:pt x="78879" y="-3871"/>
                    <a:pt x="94377" y="11641"/>
                  </a:cubicBezTo>
                  <a:cubicBezTo>
                    <a:pt x="109874" y="27152"/>
                    <a:pt x="109863" y="52289"/>
                    <a:pt x="94352" y="67786"/>
                  </a:cubicBezTo>
                  <a:cubicBezTo>
                    <a:pt x="87752" y="74584"/>
                    <a:pt x="78672" y="88875"/>
                    <a:pt x="79466" y="97063"/>
                  </a:cubicBezTo>
                  <a:cubicBezTo>
                    <a:pt x="79863" y="101280"/>
                    <a:pt x="84924" y="105697"/>
                    <a:pt x="89092" y="108624"/>
                  </a:cubicBezTo>
                  <a:cubicBezTo>
                    <a:pt x="111750" y="123890"/>
                    <a:pt x="127045" y="147884"/>
                    <a:pt x="131319" y="174868"/>
                  </a:cubicBezTo>
                  <a:cubicBezTo>
                    <a:pt x="139557" y="228806"/>
                    <a:pt x="102093" y="279667"/>
                    <a:pt x="97776" y="285324"/>
                  </a:cubicBezTo>
                  <a:cubicBezTo>
                    <a:pt x="90219" y="295077"/>
                    <a:pt x="78556" y="300762"/>
                    <a:pt x="66217" y="30070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891AE563-6629-8AE9-8B7F-5A2D3201F0E9}"/>
                </a:ext>
              </a:extLst>
            </p:cNvPr>
            <p:cNvSpPr/>
            <p:nvPr/>
          </p:nvSpPr>
          <p:spPr>
            <a:xfrm>
              <a:off x="1680361" y="1421070"/>
              <a:ext cx="475416" cy="547306"/>
            </a:xfrm>
            <a:custGeom>
              <a:avLst/>
              <a:gdLst>
                <a:gd name="connsiteX0" fmla="*/ 237634 w 475416"/>
                <a:gd name="connsiteY0" fmla="*/ 547306 h 547306"/>
                <a:gd name="connsiteX1" fmla="*/ 62969 w 475416"/>
                <a:gd name="connsiteY1" fmla="*/ 432781 h 547306"/>
                <a:gd name="connsiteX2" fmla="*/ 0 w 475416"/>
                <a:gd name="connsiteY2" fmla="*/ 234299 h 547306"/>
                <a:gd name="connsiteX3" fmla="*/ 241143 w 475416"/>
                <a:gd name="connsiteY3" fmla="*/ 25 h 547306"/>
                <a:gd name="connsiteX4" fmla="*/ 475416 w 475416"/>
                <a:gd name="connsiteY4" fmla="*/ 234299 h 547306"/>
                <a:gd name="connsiteX5" fmla="*/ 412448 w 475416"/>
                <a:gd name="connsiteY5" fmla="*/ 432781 h 547306"/>
                <a:gd name="connsiteX6" fmla="*/ 237634 w 475416"/>
                <a:gd name="connsiteY6" fmla="*/ 547306 h 547306"/>
                <a:gd name="connsiteX7" fmla="*/ 237634 w 475416"/>
                <a:gd name="connsiteY7" fmla="*/ 75909 h 547306"/>
                <a:gd name="connsiteX8" fmla="*/ 79294 w 475416"/>
                <a:gd name="connsiteY8" fmla="*/ 234199 h 547306"/>
                <a:gd name="connsiteX9" fmla="*/ 129609 w 475416"/>
                <a:gd name="connsiteY9" fmla="*/ 389760 h 547306"/>
                <a:gd name="connsiteX10" fmla="*/ 237634 w 475416"/>
                <a:gd name="connsiteY10" fmla="*/ 467913 h 547306"/>
                <a:gd name="connsiteX11" fmla="*/ 345807 w 475416"/>
                <a:gd name="connsiteY11" fmla="*/ 389760 h 547306"/>
                <a:gd name="connsiteX12" fmla="*/ 396122 w 475416"/>
                <a:gd name="connsiteY12" fmla="*/ 234199 h 547306"/>
                <a:gd name="connsiteX13" fmla="*/ 237634 w 475416"/>
                <a:gd name="connsiteY13" fmla="*/ 75910 h 54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5416" h="547306">
                  <a:moveTo>
                    <a:pt x="237634" y="547306"/>
                  </a:moveTo>
                  <a:cubicBezTo>
                    <a:pt x="172531" y="547306"/>
                    <a:pt x="110505" y="506617"/>
                    <a:pt x="62969" y="432781"/>
                  </a:cubicBezTo>
                  <a:cubicBezTo>
                    <a:pt x="24165" y="372492"/>
                    <a:pt x="0" y="296424"/>
                    <a:pt x="0" y="234299"/>
                  </a:cubicBezTo>
                  <a:cubicBezTo>
                    <a:pt x="1897" y="103016"/>
                    <a:pt x="109860" y="-1872"/>
                    <a:pt x="241143" y="25"/>
                  </a:cubicBezTo>
                  <a:cubicBezTo>
                    <a:pt x="369751" y="1884"/>
                    <a:pt x="473558" y="105691"/>
                    <a:pt x="475416" y="234299"/>
                  </a:cubicBezTo>
                  <a:cubicBezTo>
                    <a:pt x="475416" y="296523"/>
                    <a:pt x="451301" y="372592"/>
                    <a:pt x="412448" y="432781"/>
                  </a:cubicBezTo>
                  <a:cubicBezTo>
                    <a:pt x="364762" y="506617"/>
                    <a:pt x="302687" y="547306"/>
                    <a:pt x="237634" y="547306"/>
                  </a:cubicBezTo>
                  <a:close/>
                  <a:moveTo>
                    <a:pt x="237634" y="75909"/>
                  </a:moveTo>
                  <a:cubicBezTo>
                    <a:pt x="150238" y="75992"/>
                    <a:pt x="79403" y="146804"/>
                    <a:pt x="79294" y="234199"/>
                  </a:cubicBezTo>
                  <a:cubicBezTo>
                    <a:pt x="79294" y="281290"/>
                    <a:pt x="99142" y="342323"/>
                    <a:pt x="129609" y="389760"/>
                  </a:cubicBezTo>
                  <a:cubicBezTo>
                    <a:pt x="161615" y="439431"/>
                    <a:pt x="201014" y="467913"/>
                    <a:pt x="237634" y="467913"/>
                  </a:cubicBezTo>
                  <a:cubicBezTo>
                    <a:pt x="274254" y="467913"/>
                    <a:pt x="313603" y="439431"/>
                    <a:pt x="345807" y="389760"/>
                  </a:cubicBezTo>
                  <a:cubicBezTo>
                    <a:pt x="376373" y="342323"/>
                    <a:pt x="396122" y="281290"/>
                    <a:pt x="396122" y="234199"/>
                  </a:cubicBezTo>
                  <a:cubicBezTo>
                    <a:pt x="396013" y="146746"/>
                    <a:pt x="325087" y="75909"/>
                    <a:pt x="237634" y="7591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7AB4D7ED-4618-504C-6AF1-A4EEDD791956}"/>
                </a:ext>
              </a:extLst>
            </p:cNvPr>
            <p:cNvSpPr/>
            <p:nvPr/>
          </p:nvSpPr>
          <p:spPr>
            <a:xfrm>
              <a:off x="1833025" y="1907889"/>
              <a:ext cx="167665" cy="124994"/>
            </a:xfrm>
            <a:custGeom>
              <a:avLst/>
              <a:gdLst>
                <a:gd name="connsiteX0" fmla="*/ 127941 w 167665"/>
                <a:gd name="connsiteY0" fmla="*/ 124995 h 124994"/>
                <a:gd name="connsiteX1" fmla="*/ 39715 w 167665"/>
                <a:gd name="connsiteY1" fmla="*/ 124995 h 124994"/>
                <a:gd name="connsiteX2" fmla="*/ 0 w 167665"/>
                <a:gd name="connsiteY2" fmla="*/ 85317 h 124994"/>
                <a:gd name="connsiteX3" fmla="*/ 3740 w 167665"/>
                <a:gd name="connsiteY3" fmla="*/ 68477 h 124994"/>
                <a:gd name="connsiteX4" fmla="*/ 25077 w 167665"/>
                <a:gd name="connsiteY4" fmla="*/ 22875 h 124994"/>
                <a:gd name="connsiteX5" fmla="*/ 61003 w 167665"/>
                <a:gd name="connsiteY5" fmla="*/ 0 h 124994"/>
                <a:gd name="connsiteX6" fmla="*/ 106654 w 167665"/>
                <a:gd name="connsiteY6" fmla="*/ 0 h 124994"/>
                <a:gd name="connsiteX7" fmla="*/ 142579 w 167665"/>
                <a:gd name="connsiteY7" fmla="*/ 22875 h 124994"/>
                <a:gd name="connsiteX8" fmla="*/ 163916 w 167665"/>
                <a:gd name="connsiteY8" fmla="*/ 68477 h 124994"/>
                <a:gd name="connsiteX9" fmla="*/ 144781 w 167665"/>
                <a:gd name="connsiteY9" fmla="*/ 121254 h 124994"/>
                <a:gd name="connsiteX10" fmla="*/ 127941 w 167665"/>
                <a:gd name="connsiteY10" fmla="*/ 124995 h 12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65" h="124994">
                  <a:moveTo>
                    <a:pt x="127941" y="124995"/>
                  </a:moveTo>
                  <a:lnTo>
                    <a:pt x="39715" y="124995"/>
                  </a:lnTo>
                  <a:cubicBezTo>
                    <a:pt x="17791" y="125005"/>
                    <a:pt x="10" y="107240"/>
                    <a:pt x="0" y="85317"/>
                  </a:cubicBezTo>
                  <a:cubicBezTo>
                    <a:pt x="-3" y="79497"/>
                    <a:pt x="1274" y="73748"/>
                    <a:pt x="3740" y="68477"/>
                  </a:cubicBezTo>
                  <a:lnTo>
                    <a:pt x="25077" y="22875"/>
                  </a:lnTo>
                  <a:cubicBezTo>
                    <a:pt x="31602" y="8928"/>
                    <a:pt x="45604" y="12"/>
                    <a:pt x="61003" y="0"/>
                  </a:cubicBezTo>
                  <a:lnTo>
                    <a:pt x="106654" y="0"/>
                  </a:lnTo>
                  <a:cubicBezTo>
                    <a:pt x="122052" y="12"/>
                    <a:pt x="136054" y="8928"/>
                    <a:pt x="142579" y="22875"/>
                  </a:cubicBezTo>
                  <a:lnTo>
                    <a:pt x="163916" y="68477"/>
                  </a:lnTo>
                  <a:cubicBezTo>
                    <a:pt x="173206" y="88335"/>
                    <a:pt x="164639" y="111964"/>
                    <a:pt x="144781" y="121254"/>
                  </a:cubicBezTo>
                  <a:cubicBezTo>
                    <a:pt x="139510" y="123720"/>
                    <a:pt x="133761" y="124997"/>
                    <a:pt x="127941" y="1249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A40A4584-20CE-7F43-3D10-2902938609BD}"/>
                </a:ext>
              </a:extLst>
            </p:cNvPr>
            <p:cNvSpPr/>
            <p:nvPr/>
          </p:nvSpPr>
          <p:spPr>
            <a:xfrm>
              <a:off x="1904597" y="1536676"/>
              <a:ext cx="136463" cy="138937"/>
            </a:xfrm>
            <a:custGeom>
              <a:avLst/>
              <a:gdLst>
                <a:gd name="connsiteX0" fmla="*/ 96760 w 136463"/>
                <a:gd name="connsiteY0" fmla="*/ 138938 h 138937"/>
                <a:gd name="connsiteX1" fmla="*/ 57064 w 136463"/>
                <a:gd name="connsiteY1" fmla="*/ 99241 h 138937"/>
                <a:gd name="connsiteX2" fmla="*/ 39697 w 136463"/>
                <a:gd name="connsiteY2" fmla="*/ 79393 h 138937"/>
                <a:gd name="connsiteX3" fmla="*/ 0 w 136463"/>
                <a:gd name="connsiteY3" fmla="*/ 39697 h 138937"/>
                <a:gd name="connsiteX4" fmla="*/ 39697 w 136463"/>
                <a:gd name="connsiteY4" fmla="*/ 0 h 138937"/>
                <a:gd name="connsiteX5" fmla="*/ 136457 w 136463"/>
                <a:gd name="connsiteY5" fmla="*/ 99241 h 138937"/>
                <a:gd name="connsiteX6" fmla="*/ 96760 w 136463"/>
                <a:gd name="connsiteY6" fmla="*/ 138938 h 13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463" h="138937">
                  <a:moveTo>
                    <a:pt x="96760" y="138938"/>
                  </a:moveTo>
                  <a:cubicBezTo>
                    <a:pt x="74837" y="138938"/>
                    <a:pt x="57064" y="121165"/>
                    <a:pt x="57064" y="99241"/>
                  </a:cubicBezTo>
                  <a:cubicBezTo>
                    <a:pt x="57689" y="88985"/>
                    <a:pt x="49945" y="80135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93788" y="762"/>
                    <a:pt x="137064" y="45148"/>
                    <a:pt x="136457" y="99241"/>
                  </a:cubicBezTo>
                  <a:cubicBezTo>
                    <a:pt x="136457" y="121165"/>
                    <a:pt x="118684" y="138938"/>
                    <a:pt x="96760" y="13893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511EB5-0DB9-1D1F-04C5-9758BCA4E464}"/>
              </a:ext>
            </a:extLst>
          </p:cNvPr>
          <p:cNvGrpSpPr/>
          <p:nvPr/>
        </p:nvGrpSpPr>
        <p:grpSpPr>
          <a:xfrm>
            <a:off x="4186863" y="3649880"/>
            <a:ext cx="808023" cy="823702"/>
            <a:chOff x="4186863" y="3649880"/>
            <a:chExt cx="808023" cy="823702"/>
          </a:xfrm>
        </p:grpSpPr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A4941E45-6C02-9D88-A9E8-1AAEB8E04383}"/>
                </a:ext>
              </a:extLst>
            </p:cNvPr>
            <p:cNvSpPr/>
            <p:nvPr/>
          </p:nvSpPr>
          <p:spPr>
            <a:xfrm>
              <a:off x="4186863" y="3757408"/>
              <a:ext cx="188558" cy="283582"/>
            </a:xfrm>
            <a:custGeom>
              <a:avLst/>
              <a:gdLst>
                <a:gd name="connsiteX0" fmla="*/ 148862 w 188558"/>
                <a:gd name="connsiteY0" fmla="*/ 283582 h 283582"/>
                <a:gd name="connsiteX1" fmla="*/ 39697 w 188558"/>
                <a:gd name="connsiteY1" fmla="*/ 283582 h 283582"/>
                <a:gd name="connsiteX2" fmla="*/ 0 w 188558"/>
                <a:gd name="connsiteY2" fmla="*/ 243886 h 283582"/>
                <a:gd name="connsiteX3" fmla="*/ 0 w 188558"/>
                <a:gd name="connsiteY3" fmla="*/ 39697 h 283582"/>
                <a:gd name="connsiteX4" fmla="*/ 39697 w 188558"/>
                <a:gd name="connsiteY4" fmla="*/ 0 h 283582"/>
                <a:gd name="connsiteX5" fmla="*/ 147820 w 188558"/>
                <a:gd name="connsiteY5" fmla="*/ 0 h 283582"/>
                <a:gd name="connsiteX6" fmla="*/ 187517 w 188558"/>
                <a:gd name="connsiteY6" fmla="*/ 39697 h 283582"/>
                <a:gd name="connsiteX7" fmla="*/ 188559 w 188558"/>
                <a:gd name="connsiteY7" fmla="*/ 243886 h 283582"/>
                <a:gd name="connsiteX8" fmla="*/ 148862 w 188558"/>
                <a:gd name="connsiteY8" fmla="*/ 283582 h 283582"/>
                <a:gd name="connsiteX9" fmla="*/ 79393 w 188558"/>
                <a:gd name="connsiteY9" fmla="*/ 204189 h 283582"/>
                <a:gd name="connsiteX10" fmla="*/ 109166 w 188558"/>
                <a:gd name="connsiteY10" fmla="*/ 204189 h 283582"/>
                <a:gd name="connsiteX11" fmla="*/ 108521 w 188558"/>
                <a:gd name="connsiteY11" fmla="*/ 79393 h 283582"/>
                <a:gd name="connsiteX12" fmla="*/ 79294 w 188558"/>
                <a:gd name="connsiteY12" fmla="*/ 79393 h 28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558" h="283582">
                  <a:moveTo>
                    <a:pt x="148862" y="283582"/>
                  </a:moveTo>
                  <a:lnTo>
                    <a:pt x="39697" y="283582"/>
                  </a:lnTo>
                  <a:cubicBezTo>
                    <a:pt x="17773" y="283582"/>
                    <a:pt x="0" y="265810"/>
                    <a:pt x="0" y="2438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47820" y="0"/>
                  </a:lnTo>
                  <a:cubicBezTo>
                    <a:pt x="169744" y="0"/>
                    <a:pt x="187517" y="17773"/>
                    <a:pt x="187517" y="39697"/>
                  </a:cubicBezTo>
                  <a:lnTo>
                    <a:pt x="188559" y="243886"/>
                  </a:lnTo>
                  <a:cubicBezTo>
                    <a:pt x="188559" y="265810"/>
                    <a:pt x="170786" y="283582"/>
                    <a:pt x="148862" y="283582"/>
                  </a:cubicBezTo>
                  <a:close/>
                  <a:moveTo>
                    <a:pt x="79393" y="204189"/>
                  </a:moveTo>
                  <a:lnTo>
                    <a:pt x="109166" y="204189"/>
                  </a:lnTo>
                  <a:lnTo>
                    <a:pt x="108521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4F59BD3A-3932-F9AF-0E2D-1647D8499073}"/>
                </a:ext>
              </a:extLst>
            </p:cNvPr>
            <p:cNvSpPr/>
            <p:nvPr/>
          </p:nvSpPr>
          <p:spPr>
            <a:xfrm>
              <a:off x="4294986" y="3649880"/>
              <a:ext cx="296831" cy="390316"/>
            </a:xfrm>
            <a:custGeom>
              <a:avLst/>
              <a:gdLst>
                <a:gd name="connsiteX0" fmla="*/ 256390 w 296831"/>
                <a:gd name="connsiteY0" fmla="*/ 390316 h 390316"/>
                <a:gd name="connsiteX1" fmla="*/ 39697 w 296831"/>
                <a:gd name="connsiteY1" fmla="*/ 390316 h 390316"/>
                <a:gd name="connsiteX2" fmla="*/ 0 w 296831"/>
                <a:gd name="connsiteY2" fmla="*/ 350620 h 390316"/>
                <a:gd name="connsiteX3" fmla="*/ 0 w 296831"/>
                <a:gd name="connsiteY3" fmla="*/ 39697 h 390316"/>
                <a:gd name="connsiteX4" fmla="*/ 39697 w 296831"/>
                <a:gd name="connsiteY4" fmla="*/ 0 h 390316"/>
                <a:gd name="connsiteX5" fmla="*/ 257135 w 296831"/>
                <a:gd name="connsiteY5" fmla="*/ 0 h 390316"/>
                <a:gd name="connsiteX6" fmla="*/ 296831 w 296831"/>
                <a:gd name="connsiteY6" fmla="*/ 39697 h 390316"/>
                <a:gd name="connsiteX7" fmla="*/ 296831 w 296831"/>
                <a:gd name="connsiteY7" fmla="*/ 102119 h 390316"/>
                <a:gd name="connsiteX8" fmla="*/ 296087 w 296831"/>
                <a:gd name="connsiteY8" fmla="*/ 350769 h 390316"/>
                <a:gd name="connsiteX9" fmla="*/ 256390 w 296831"/>
                <a:gd name="connsiteY9" fmla="*/ 390316 h 390316"/>
                <a:gd name="connsiteX10" fmla="*/ 79393 w 296831"/>
                <a:gd name="connsiteY10" fmla="*/ 310923 h 390316"/>
                <a:gd name="connsiteX11" fmla="*/ 216843 w 296831"/>
                <a:gd name="connsiteY11" fmla="*/ 310923 h 390316"/>
                <a:gd name="connsiteX12" fmla="*/ 217438 w 296831"/>
                <a:gd name="connsiteY12" fmla="*/ 79393 h 390316"/>
                <a:gd name="connsiteX13" fmla="*/ 79393 w 296831"/>
                <a:gd name="connsiteY13" fmla="*/ 79393 h 390316"/>
                <a:gd name="connsiteX14" fmla="*/ 257135 w 296831"/>
                <a:gd name="connsiteY14" fmla="*/ 101971 h 390316"/>
                <a:gd name="connsiteX15" fmla="*/ 257135 w 296831"/>
                <a:gd name="connsiteY15" fmla="*/ 101971 h 3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6831" h="390316">
                  <a:moveTo>
                    <a:pt x="256390" y="390316"/>
                  </a:moveTo>
                  <a:lnTo>
                    <a:pt x="39697" y="390316"/>
                  </a:lnTo>
                  <a:cubicBezTo>
                    <a:pt x="17773" y="390316"/>
                    <a:pt x="0" y="372544"/>
                    <a:pt x="0" y="35062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57135" y="0"/>
                  </a:lnTo>
                  <a:cubicBezTo>
                    <a:pt x="279059" y="0"/>
                    <a:pt x="296831" y="17773"/>
                    <a:pt x="296831" y="39697"/>
                  </a:cubicBezTo>
                  <a:lnTo>
                    <a:pt x="296831" y="102119"/>
                  </a:lnTo>
                  <a:lnTo>
                    <a:pt x="296087" y="350769"/>
                  </a:lnTo>
                  <a:cubicBezTo>
                    <a:pt x="296005" y="372635"/>
                    <a:pt x="278256" y="390316"/>
                    <a:pt x="256390" y="390316"/>
                  </a:cubicBezTo>
                  <a:close/>
                  <a:moveTo>
                    <a:pt x="79393" y="310923"/>
                  </a:moveTo>
                  <a:lnTo>
                    <a:pt x="216843" y="310923"/>
                  </a:lnTo>
                  <a:lnTo>
                    <a:pt x="217438" y="79393"/>
                  </a:lnTo>
                  <a:lnTo>
                    <a:pt x="79393" y="79393"/>
                  </a:lnTo>
                  <a:close/>
                  <a:moveTo>
                    <a:pt x="257135" y="101971"/>
                  </a:moveTo>
                  <a:lnTo>
                    <a:pt x="257135" y="10197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BA8C5BB2-8522-CD16-4215-AFAEA8EDBA5A}"/>
                </a:ext>
              </a:extLst>
            </p:cNvPr>
            <p:cNvSpPr/>
            <p:nvPr/>
          </p:nvSpPr>
          <p:spPr>
            <a:xfrm>
              <a:off x="4404744" y="3859152"/>
              <a:ext cx="79399" cy="80463"/>
            </a:xfrm>
            <a:custGeom>
              <a:avLst/>
              <a:gdLst>
                <a:gd name="connsiteX0" fmla="*/ 39700 w 79399"/>
                <a:gd name="connsiteY0" fmla="*/ 80265 h 80463"/>
                <a:gd name="connsiteX1" fmla="*/ 3 w 79399"/>
                <a:gd name="connsiteY1" fmla="*/ 41313 h 80463"/>
                <a:gd name="connsiteX2" fmla="*/ 3 w 79399"/>
                <a:gd name="connsiteY2" fmla="*/ 40221 h 80463"/>
                <a:gd name="connsiteX3" fmla="*/ 39179 w 79399"/>
                <a:gd name="connsiteY3" fmla="*/ 3 h 80463"/>
                <a:gd name="connsiteX4" fmla="*/ 79397 w 79399"/>
                <a:gd name="connsiteY4" fmla="*/ 39179 h 80463"/>
                <a:gd name="connsiteX5" fmla="*/ 79397 w 79399"/>
                <a:gd name="connsiteY5" fmla="*/ 40271 h 80463"/>
                <a:gd name="connsiteX6" fmla="*/ 40246 w 79399"/>
                <a:gd name="connsiteY6" fmla="*/ 80463 h 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9" h="80463">
                  <a:moveTo>
                    <a:pt x="39700" y="80265"/>
                  </a:moveTo>
                  <a:cubicBezTo>
                    <a:pt x="18063" y="80269"/>
                    <a:pt x="409" y="62945"/>
                    <a:pt x="3" y="41313"/>
                  </a:cubicBezTo>
                  <a:lnTo>
                    <a:pt x="3" y="40221"/>
                  </a:lnTo>
                  <a:cubicBezTo>
                    <a:pt x="-284" y="18297"/>
                    <a:pt x="17255" y="291"/>
                    <a:pt x="39179" y="3"/>
                  </a:cubicBezTo>
                  <a:cubicBezTo>
                    <a:pt x="61103" y="-284"/>
                    <a:pt x="79109" y="17255"/>
                    <a:pt x="79397" y="39179"/>
                  </a:cubicBezTo>
                  <a:lnTo>
                    <a:pt x="79397" y="40271"/>
                  </a:lnTo>
                  <a:cubicBezTo>
                    <a:pt x="79673" y="62176"/>
                    <a:pt x="62151" y="80164"/>
                    <a:pt x="40246" y="8046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24C2C7CF-2E98-64C5-2053-5C8780456803}"/>
                </a:ext>
              </a:extLst>
            </p:cNvPr>
            <p:cNvSpPr/>
            <p:nvPr/>
          </p:nvSpPr>
          <p:spPr>
            <a:xfrm>
              <a:off x="4404743" y="3756660"/>
              <a:ext cx="79400" cy="80488"/>
            </a:xfrm>
            <a:custGeom>
              <a:avLst/>
              <a:gdLst>
                <a:gd name="connsiteX0" fmla="*/ 39700 w 79400"/>
                <a:gd name="connsiteY0" fmla="*/ 80489 h 80488"/>
                <a:gd name="connsiteX1" fmla="*/ 4 w 79400"/>
                <a:gd name="connsiteY1" fmla="*/ 41338 h 80488"/>
                <a:gd name="connsiteX2" fmla="*/ 4 w 79400"/>
                <a:gd name="connsiteY2" fmla="*/ 40246 h 80488"/>
                <a:gd name="connsiteX3" fmla="*/ 39155 w 79400"/>
                <a:gd name="connsiteY3" fmla="*/ 4 h 80488"/>
                <a:gd name="connsiteX4" fmla="*/ 79397 w 79400"/>
                <a:gd name="connsiteY4" fmla="*/ 39155 h 80488"/>
                <a:gd name="connsiteX5" fmla="*/ 79397 w 79400"/>
                <a:gd name="connsiteY5" fmla="*/ 40246 h 80488"/>
                <a:gd name="connsiteX6" fmla="*/ 40254 w 79400"/>
                <a:gd name="connsiteY6" fmla="*/ 80489 h 80488"/>
                <a:gd name="connsiteX7" fmla="*/ 40246 w 79400"/>
                <a:gd name="connsiteY7" fmla="*/ 80489 h 80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400" h="80488">
                  <a:moveTo>
                    <a:pt x="39700" y="80489"/>
                  </a:moveTo>
                  <a:cubicBezTo>
                    <a:pt x="17988" y="80491"/>
                    <a:pt x="303" y="63048"/>
                    <a:pt x="4" y="41338"/>
                  </a:cubicBezTo>
                  <a:lnTo>
                    <a:pt x="4" y="40246"/>
                  </a:lnTo>
                  <a:cubicBezTo>
                    <a:pt x="-298" y="18322"/>
                    <a:pt x="17231" y="306"/>
                    <a:pt x="39155" y="4"/>
                  </a:cubicBezTo>
                  <a:cubicBezTo>
                    <a:pt x="61079" y="-298"/>
                    <a:pt x="79095" y="17231"/>
                    <a:pt x="79397" y="39155"/>
                  </a:cubicBezTo>
                  <a:lnTo>
                    <a:pt x="79397" y="40246"/>
                  </a:lnTo>
                  <a:cubicBezTo>
                    <a:pt x="79701" y="62168"/>
                    <a:pt x="62176" y="80185"/>
                    <a:pt x="40254" y="80489"/>
                  </a:cubicBezTo>
                  <a:cubicBezTo>
                    <a:pt x="40251" y="80489"/>
                    <a:pt x="40249" y="80489"/>
                    <a:pt x="40246" y="8048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313F5636-BD2C-9B97-89D6-802296694024}"/>
                </a:ext>
              </a:extLst>
            </p:cNvPr>
            <p:cNvSpPr/>
            <p:nvPr/>
          </p:nvSpPr>
          <p:spPr>
            <a:xfrm>
              <a:off x="4589932" y="4189951"/>
              <a:ext cx="188658" cy="283631"/>
            </a:xfrm>
            <a:custGeom>
              <a:avLst/>
              <a:gdLst>
                <a:gd name="connsiteX0" fmla="*/ 148862 w 188658"/>
                <a:gd name="connsiteY0" fmla="*/ 283632 h 283631"/>
                <a:gd name="connsiteX1" fmla="*/ 39697 w 188658"/>
                <a:gd name="connsiteY1" fmla="*/ 283632 h 283631"/>
                <a:gd name="connsiteX2" fmla="*/ 0 w 188658"/>
                <a:gd name="connsiteY2" fmla="*/ 243935 h 283631"/>
                <a:gd name="connsiteX3" fmla="*/ 0 w 188658"/>
                <a:gd name="connsiteY3" fmla="*/ 39697 h 283631"/>
                <a:gd name="connsiteX4" fmla="*/ 39697 w 188658"/>
                <a:gd name="connsiteY4" fmla="*/ 0 h 283631"/>
                <a:gd name="connsiteX5" fmla="*/ 147919 w 188658"/>
                <a:gd name="connsiteY5" fmla="*/ 0 h 283631"/>
                <a:gd name="connsiteX6" fmla="*/ 187616 w 188658"/>
                <a:gd name="connsiteY6" fmla="*/ 39697 h 283631"/>
                <a:gd name="connsiteX7" fmla="*/ 188658 w 188658"/>
                <a:gd name="connsiteY7" fmla="*/ 243935 h 283631"/>
                <a:gd name="connsiteX8" fmla="*/ 148961 w 188658"/>
                <a:gd name="connsiteY8" fmla="*/ 283632 h 283631"/>
                <a:gd name="connsiteX9" fmla="*/ 79393 w 188658"/>
                <a:gd name="connsiteY9" fmla="*/ 204239 h 283631"/>
                <a:gd name="connsiteX10" fmla="*/ 109166 w 188658"/>
                <a:gd name="connsiteY10" fmla="*/ 204239 h 283631"/>
                <a:gd name="connsiteX11" fmla="*/ 108521 w 188658"/>
                <a:gd name="connsiteY11" fmla="*/ 79393 h 283631"/>
                <a:gd name="connsiteX12" fmla="*/ 79294 w 188658"/>
                <a:gd name="connsiteY12" fmla="*/ 79393 h 28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658" h="283631">
                  <a:moveTo>
                    <a:pt x="148862" y="283632"/>
                  </a:moveTo>
                  <a:lnTo>
                    <a:pt x="39697" y="283632"/>
                  </a:lnTo>
                  <a:cubicBezTo>
                    <a:pt x="17773" y="283632"/>
                    <a:pt x="0" y="265858"/>
                    <a:pt x="0" y="24393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147919" y="0"/>
                  </a:lnTo>
                  <a:cubicBezTo>
                    <a:pt x="169842" y="0"/>
                    <a:pt x="187616" y="17774"/>
                    <a:pt x="187616" y="39697"/>
                  </a:cubicBezTo>
                  <a:lnTo>
                    <a:pt x="188658" y="243935"/>
                  </a:lnTo>
                  <a:cubicBezTo>
                    <a:pt x="188658" y="265858"/>
                    <a:pt x="170884" y="283632"/>
                    <a:pt x="148961" y="283632"/>
                  </a:cubicBezTo>
                  <a:close/>
                  <a:moveTo>
                    <a:pt x="79393" y="204239"/>
                  </a:moveTo>
                  <a:lnTo>
                    <a:pt x="109166" y="204239"/>
                  </a:lnTo>
                  <a:lnTo>
                    <a:pt x="108521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B5049197-15B9-EEB2-B4C3-D6C6AE605B1A}"/>
                </a:ext>
              </a:extLst>
            </p:cNvPr>
            <p:cNvSpPr/>
            <p:nvPr/>
          </p:nvSpPr>
          <p:spPr>
            <a:xfrm>
              <a:off x="4698055" y="4082473"/>
              <a:ext cx="296831" cy="390316"/>
            </a:xfrm>
            <a:custGeom>
              <a:avLst/>
              <a:gdLst>
                <a:gd name="connsiteX0" fmla="*/ 256390 w 296831"/>
                <a:gd name="connsiteY0" fmla="*/ 390316 h 390316"/>
                <a:gd name="connsiteX1" fmla="*/ 39697 w 296831"/>
                <a:gd name="connsiteY1" fmla="*/ 390316 h 390316"/>
                <a:gd name="connsiteX2" fmla="*/ 0 w 296831"/>
                <a:gd name="connsiteY2" fmla="*/ 350620 h 390316"/>
                <a:gd name="connsiteX3" fmla="*/ 0 w 296831"/>
                <a:gd name="connsiteY3" fmla="*/ 39697 h 390316"/>
                <a:gd name="connsiteX4" fmla="*/ 39697 w 296831"/>
                <a:gd name="connsiteY4" fmla="*/ 0 h 390316"/>
                <a:gd name="connsiteX5" fmla="*/ 257135 w 296831"/>
                <a:gd name="connsiteY5" fmla="*/ 0 h 390316"/>
                <a:gd name="connsiteX6" fmla="*/ 296831 w 296831"/>
                <a:gd name="connsiteY6" fmla="*/ 39697 h 390316"/>
                <a:gd name="connsiteX7" fmla="*/ 296831 w 296831"/>
                <a:gd name="connsiteY7" fmla="*/ 102070 h 390316"/>
                <a:gd name="connsiteX8" fmla="*/ 296087 w 296831"/>
                <a:gd name="connsiteY8" fmla="*/ 350719 h 390316"/>
                <a:gd name="connsiteX9" fmla="*/ 256390 w 296831"/>
                <a:gd name="connsiteY9" fmla="*/ 390316 h 390316"/>
                <a:gd name="connsiteX10" fmla="*/ 79393 w 296831"/>
                <a:gd name="connsiteY10" fmla="*/ 310923 h 390316"/>
                <a:gd name="connsiteX11" fmla="*/ 216843 w 296831"/>
                <a:gd name="connsiteY11" fmla="*/ 310923 h 390316"/>
                <a:gd name="connsiteX12" fmla="*/ 217438 w 296831"/>
                <a:gd name="connsiteY12" fmla="*/ 79393 h 390316"/>
                <a:gd name="connsiteX13" fmla="*/ 79393 w 296831"/>
                <a:gd name="connsiteY13" fmla="*/ 79393 h 390316"/>
                <a:gd name="connsiteX14" fmla="*/ 257135 w 296831"/>
                <a:gd name="connsiteY14" fmla="*/ 101971 h 390316"/>
                <a:gd name="connsiteX15" fmla="*/ 257135 w 296831"/>
                <a:gd name="connsiteY15" fmla="*/ 101971 h 3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6831" h="390316">
                  <a:moveTo>
                    <a:pt x="256390" y="390316"/>
                  </a:moveTo>
                  <a:lnTo>
                    <a:pt x="39697" y="390316"/>
                  </a:lnTo>
                  <a:cubicBezTo>
                    <a:pt x="17774" y="390316"/>
                    <a:pt x="0" y="372542"/>
                    <a:pt x="0" y="35062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57135" y="0"/>
                  </a:lnTo>
                  <a:cubicBezTo>
                    <a:pt x="279057" y="0"/>
                    <a:pt x="296831" y="17773"/>
                    <a:pt x="296831" y="39697"/>
                  </a:cubicBezTo>
                  <a:lnTo>
                    <a:pt x="296831" y="102070"/>
                  </a:lnTo>
                  <a:lnTo>
                    <a:pt x="296087" y="350719"/>
                  </a:lnTo>
                  <a:cubicBezTo>
                    <a:pt x="296032" y="372602"/>
                    <a:pt x="278273" y="390316"/>
                    <a:pt x="256390" y="390316"/>
                  </a:cubicBezTo>
                  <a:close/>
                  <a:moveTo>
                    <a:pt x="79393" y="310923"/>
                  </a:moveTo>
                  <a:lnTo>
                    <a:pt x="216843" y="310923"/>
                  </a:lnTo>
                  <a:lnTo>
                    <a:pt x="217438" y="79393"/>
                  </a:lnTo>
                  <a:lnTo>
                    <a:pt x="79393" y="79393"/>
                  </a:lnTo>
                  <a:close/>
                  <a:moveTo>
                    <a:pt x="257135" y="101971"/>
                  </a:moveTo>
                  <a:lnTo>
                    <a:pt x="257135" y="10197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2696D975-1C58-639E-6514-6A0B50D684EE}"/>
                </a:ext>
              </a:extLst>
            </p:cNvPr>
            <p:cNvSpPr/>
            <p:nvPr/>
          </p:nvSpPr>
          <p:spPr>
            <a:xfrm>
              <a:off x="4807862" y="4291376"/>
              <a:ext cx="79450" cy="80484"/>
            </a:xfrm>
            <a:custGeom>
              <a:avLst/>
              <a:gdLst>
                <a:gd name="connsiteX0" fmla="*/ 39700 w 79450"/>
                <a:gd name="connsiteY0" fmla="*/ 80485 h 80484"/>
                <a:gd name="connsiteX1" fmla="*/ 4 w 79450"/>
                <a:gd name="connsiteY1" fmla="*/ 41334 h 80484"/>
                <a:gd name="connsiteX2" fmla="*/ 4 w 79450"/>
                <a:gd name="connsiteY2" fmla="*/ 40242 h 80484"/>
                <a:gd name="connsiteX3" fmla="*/ 39150 w 79450"/>
                <a:gd name="connsiteY3" fmla="*/ 0 h 80484"/>
                <a:gd name="connsiteX4" fmla="*/ 39204 w 79450"/>
                <a:gd name="connsiteY4" fmla="*/ 0 h 80484"/>
                <a:gd name="connsiteX5" fmla="*/ 39750 w 79450"/>
                <a:gd name="connsiteY5" fmla="*/ 0 h 80484"/>
                <a:gd name="connsiteX6" fmla="*/ 79447 w 79450"/>
                <a:gd name="connsiteY6" fmla="*/ 39151 h 80484"/>
                <a:gd name="connsiteX7" fmla="*/ 79447 w 79450"/>
                <a:gd name="connsiteY7" fmla="*/ 40242 h 80484"/>
                <a:gd name="connsiteX8" fmla="*/ 40301 w 79450"/>
                <a:gd name="connsiteY8" fmla="*/ 80485 h 80484"/>
                <a:gd name="connsiteX9" fmla="*/ 40246 w 79450"/>
                <a:gd name="connsiteY9" fmla="*/ 80485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50" h="80484">
                  <a:moveTo>
                    <a:pt x="39700" y="80485"/>
                  </a:moveTo>
                  <a:cubicBezTo>
                    <a:pt x="17986" y="80485"/>
                    <a:pt x="302" y="63043"/>
                    <a:pt x="4" y="41334"/>
                  </a:cubicBezTo>
                  <a:lnTo>
                    <a:pt x="4" y="40242"/>
                  </a:lnTo>
                  <a:cubicBezTo>
                    <a:pt x="-299" y="18320"/>
                    <a:pt x="17227" y="303"/>
                    <a:pt x="39150" y="0"/>
                  </a:cubicBezTo>
                  <a:cubicBezTo>
                    <a:pt x="39165" y="0"/>
                    <a:pt x="39184" y="0"/>
                    <a:pt x="39204" y="0"/>
                  </a:cubicBezTo>
                  <a:lnTo>
                    <a:pt x="39750" y="0"/>
                  </a:lnTo>
                  <a:cubicBezTo>
                    <a:pt x="61464" y="0"/>
                    <a:pt x="79149" y="17442"/>
                    <a:pt x="79447" y="39151"/>
                  </a:cubicBezTo>
                  <a:lnTo>
                    <a:pt x="79447" y="40242"/>
                  </a:lnTo>
                  <a:cubicBezTo>
                    <a:pt x="79749" y="62165"/>
                    <a:pt x="62223" y="80182"/>
                    <a:pt x="40301" y="80485"/>
                  </a:cubicBezTo>
                  <a:cubicBezTo>
                    <a:pt x="40286" y="80485"/>
                    <a:pt x="40266" y="80485"/>
                    <a:pt x="40246" y="804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0AE485E1-63EB-7618-0FF2-80CE952C4197}"/>
                </a:ext>
              </a:extLst>
            </p:cNvPr>
            <p:cNvSpPr/>
            <p:nvPr/>
          </p:nvSpPr>
          <p:spPr>
            <a:xfrm>
              <a:off x="4807863" y="4189257"/>
              <a:ext cx="79449" cy="80435"/>
            </a:xfrm>
            <a:custGeom>
              <a:avLst/>
              <a:gdLst>
                <a:gd name="connsiteX0" fmla="*/ 39700 w 79449"/>
                <a:gd name="connsiteY0" fmla="*/ 80435 h 80435"/>
                <a:gd name="connsiteX1" fmla="*/ 3 w 79449"/>
                <a:gd name="connsiteY1" fmla="*/ 41284 h 80435"/>
                <a:gd name="connsiteX2" fmla="*/ 3 w 79449"/>
                <a:gd name="connsiteY2" fmla="*/ 40193 h 80435"/>
                <a:gd name="connsiteX3" fmla="*/ 39199 w 79449"/>
                <a:gd name="connsiteY3" fmla="*/ 0 h 80435"/>
                <a:gd name="connsiteX4" fmla="*/ 39204 w 79449"/>
                <a:gd name="connsiteY4" fmla="*/ 0 h 80435"/>
                <a:gd name="connsiteX5" fmla="*/ 39749 w 79449"/>
                <a:gd name="connsiteY5" fmla="*/ 0 h 80435"/>
                <a:gd name="connsiteX6" fmla="*/ 79446 w 79449"/>
                <a:gd name="connsiteY6" fmla="*/ 39151 h 80435"/>
                <a:gd name="connsiteX7" fmla="*/ 79446 w 79449"/>
                <a:gd name="connsiteY7" fmla="*/ 40242 h 80435"/>
                <a:gd name="connsiteX8" fmla="*/ 40251 w 79449"/>
                <a:gd name="connsiteY8" fmla="*/ 80435 h 80435"/>
                <a:gd name="connsiteX9" fmla="*/ 40246 w 79449"/>
                <a:gd name="connsiteY9" fmla="*/ 80435 h 80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9" h="80435">
                  <a:moveTo>
                    <a:pt x="39700" y="80435"/>
                  </a:moveTo>
                  <a:cubicBezTo>
                    <a:pt x="17986" y="80435"/>
                    <a:pt x="301" y="62993"/>
                    <a:pt x="3" y="41284"/>
                  </a:cubicBezTo>
                  <a:lnTo>
                    <a:pt x="3" y="40193"/>
                  </a:lnTo>
                  <a:cubicBezTo>
                    <a:pt x="-275" y="18270"/>
                    <a:pt x="17276" y="278"/>
                    <a:pt x="39199" y="0"/>
                  </a:cubicBezTo>
                  <a:cubicBezTo>
                    <a:pt x="39199" y="0"/>
                    <a:pt x="39204" y="0"/>
                    <a:pt x="39204" y="0"/>
                  </a:cubicBezTo>
                  <a:lnTo>
                    <a:pt x="39749" y="0"/>
                  </a:lnTo>
                  <a:cubicBezTo>
                    <a:pt x="61464" y="0"/>
                    <a:pt x="79148" y="17442"/>
                    <a:pt x="79446" y="39151"/>
                  </a:cubicBezTo>
                  <a:lnTo>
                    <a:pt x="79446" y="40242"/>
                  </a:lnTo>
                  <a:cubicBezTo>
                    <a:pt x="79724" y="62165"/>
                    <a:pt x="62173" y="80157"/>
                    <a:pt x="40251" y="80435"/>
                  </a:cubicBezTo>
                  <a:cubicBezTo>
                    <a:pt x="40251" y="80435"/>
                    <a:pt x="40246" y="80435"/>
                    <a:pt x="40246" y="8043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B6515D20-CFA7-7959-6D63-CC735A3A1B7B}"/>
                </a:ext>
              </a:extLst>
            </p:cNvPr>
            <p:cNvSpPr/>
            <p:nvPr/>
          </p:nvSpPr>
          <p:spPr>
            <a:xfrm>
              <a:off x="4620423" y="3772889"/>
              <a:ext cx="372131" cy="267307"/>
            </a:xfrm>
            <a:custGeom>
              <a:avLst/>
              <a:gdLst>
                <a:gd name="connsiteX0" fmla="*/ 332534 w 372131"/>
                <a:gd name="connsiteY0" fmla="*/ 267307 h 267307"/>
                <a:gd name="connsiteX1" fmla="*/ 292837 w 372131"/>
                <a:gd name="connsiteY1" fmla="*/ 227611 h 267307"/>
                <a:gd name="connsiteX2" fmla="*/ 292837 w 372131"/>
                <a:gd name="connsiteY2" fmla="*/ 80833 h 267307"/>
                <a:gd name="connsiteX3" fmla="*/ 39474 w 372131"/>
                <a:gd name="connsiteY3" fmla="*/ 79394 h 267307"/>
                <a:gd name="connsiteX4" fmla="*/ 1 w 372131"/>
                <a:gd name="connsiteY4" fmla="*/ 39474 h 267307"/>
                <a:gd name="connsiteX5" fmla="*/ 39921 w 372131"/>
                <a:gd name="connsiteY5" fmla="*/ 1 h 267307"/>
                <a:gd name="connsiteX6" fmla="*/ 332683 w 372131"/>
                <a:gd name="connsiteY6" fmla="*/ 1638 h 267307"/>
                <a:gd name="connsiteX7" fmla="*/ 372131 w 372131"/>
                <a:gd name="connsiteY7" fmla="*/ 41335 h 267307"/>
                <a:gd name="connsiteX8" fmla="*/ 372131 w 372131"/>
                <a:gd name="connsiteY8" fmla="*/ 227611 h 267307"/>
                <a:gd name="connsiteX9" fmla="*/ 332534 w 372131"/>
                <a:gd name="connsiteY9" fmla="*/ 267307 h 26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2131" h="267307">
                  <a:moveTo>
                    <a:pt x="332534" y="267307"/>
                  </a:moveTo>
                  <a:cubicBezTo>
                    <a:pt x="310612" y="267307"/>
                    <a:pt x="292837" y="249535"/>
                    <a:pt x="292837" y="227611"/>
                  </a:cubicBezTo>
                  <a:lnTo>
                    <a:pt x="292837" y="80833"/>
                  </a:lnTo>
                  <a:lnTo>
                    <a:pt x="39474" y="79394"/>
                  </a:lnTo>
                  <a:cubicBezTo>
                    <a:pt x="17550" y="79270"/>
                    <a:pt x="-123" y="61398"/>
                    <a:pt x="1" y="39474"/>
                  </a:cubicBezTo>
                  <a:cubicBezTo>
                    <a:pt x="124" y="17550"/>
                    <a:pt x="17997" y="-122"/>
                    <a:pt x="39921" y="1"/>
                  </a:cubicBezTo>
                  <a:lnTo>
                    <a:pt x="332683" y="1638"/>
                  </a:lnTo>
                  <a:cubicBezTo>
                    <a:pt x="354511" y="1775"/>
                    <a:pt x="372131" y="19508"/>
                    <a:pt x="372131" y="41335"/>
                  </a:cubicBezTo>
                  <a:lnTo>
                    <a:pt x="372131" y="227611"/>
                  </a:lnTo>
                  <a:cubicBezTo>
                    <a:pt x="372131" y="249496"/>
                    <a:pt x="354417" y="267253"/>
                    <a:pt x="332534" y="26730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55885800-770F-A53D-9F4D-852E6881432C}"/>
                </a:ext>
              </a:extLst>
            </p:cNvPr>
            <p:cNvSpPr/>
            <p:nvPr/>
          </p:nvSpPr>
          <p:spPr>
            <a:xfrm>
              <a:off x="4614240" y="3697465"/>
              <a:ext cx="156314" cy="230092"/>
            </a:xfrm>
            <a:custGeom>
              <a:avLst/>
              <a:gdLst>
                <a:gd name="connsiteX0" fmla="*/ 113439 w 156314"/>
                <a:gd name="connsiteY0" fmla="*/ 230042 h 230092"/>
                <a:gd name="connsiteX1" fmla="*/ 85354 w 156314"/>
                <a:gd name="connsiteY1" fmla="*/ 218382 h 230092"/>
                <a:gd name="connsiteX2" fmla="*/ 11618 w 156314"/>
                <a:gd name="connsiteY2" fmla="*/ 144645 h 230092"/>
                <a:gd name="connsiteX3" fmla="*/ 11618 w 156314"/>
                <a:gd name="connsiteY3" fmla="*/ 88524 h 230092"/>
                <a:gd name="connsiteX4" fmla="*/ 89274 w 156314"/>
                <a:gd name="connsiteY4" fmla="*/ 10917 h 230092"/>
                <a:gd name="connsiteX5" fmla="*/ 145395 w 156314"/>
                <a:gd name="connsiteY5" fmla="*/ 12355 h 230092"/>
                <a:gd name="connsiteX6" fmla="*/ 145395 w 156314"/>
                <a:gd name="connsiteY6" fmla="*/ 67038 h 230092"/>
                <a:gd name="connsiteX7" fmla="*/ 95774 w 156314"/>
                <a:gd name="connsiteY7" fmla="*/ 116659 h 230092"/>
                <a:gd name="connsiteX8" fmla="*/ 141475 w 156314"/>
                <a:gd name="connsiteY8" fmla="*/ 162310 h 230092"/>
                <a:gd name="connsiteX9" fmla="*/ 141505 w 156314"/>
                <a:gd name="connsiteY9" fmla="*/ 218450 h 230092"/>
                <a:gd name="connsiteX10" fmla="*/ 113390 w 156314"/>
                <a:gd name="connsiteY10" fmla="*/ 230092 h 23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314" h="230092">
                  <a:moveTo>
                    <a:pt x="113439" y="230042"/>
                  </a:moveTo>
                  <a:cubicBezTo>
                    <a:pt x="102900" y="230037"/>
                    <a:pt x="92797" y="225843"/>
                    <a:pt x="85354" y="218382"/>
                  </a:cubicBezTo>
                  <a:lnTo>
                    <a:pt x="11618" y="144645"/>
                  </a:lnTo>
                  <a:cubicBezTo>
                    <a:pt x="-3873" y="129145"/>
                    <a:pt x="-3873" y="104025"/>
                    <a:pt x="11618" y="88524"/>
                  </a:cubicBezTo>
                  <a:lnTo>
                    <a:pt x="89274" y="10917"/>
                  </a:lnTo>
                  <a:cubicBezTo>
                    <a:pt x="105168" y="-4183"/>
                    <a:pt x="130296" y="-3539"/>
                    <a:pt x="145395" y="12355"/>
                  </a:cubicBezTo>
                  <a:cubicBezTo>
                    <a:pt x="159954" y="27676"/>
                    <a:pt x="159954" y="51717"/>
                    <a:pt x="145395" y="67038"/>
                  </a:cubicBezTo>
                  <a:lnTo>
                    <a:pt x="95774" y="116659"/>
                  </a:lnTo>
                  <a:lnTo>
                    <a:pt x="141475" y="162310"/>
                  </a:lnTo>
                  <a:cubicBezTo>
                    <a:pt x="156987" y="177804"/>
                    <a:pt x="157001" y="202939"/>
                    <a:pt x="141505" y="218450"/>
                  </a:cubicBezTo>
                  <a:cubicBezTo>
                    <a:pt x="134052" y="225912"/>
                    <a:pt x="123934" y="230101"/>
                    <a:pt x="113390" y="2300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1CB6FB5A-E793-77B4-2B2D-634196BA1639}"/>
                </a:ext>
              </a:extLst>
            </p:cNvPr>
            <p:cNvSpPr/>
            <p:nvPr/>
          </p:nvSpPr>
          <p:spPr>
            <a:xfrm>
              <a:off x="4187061" y="4082473"/>
              <a:ext cx="372453" cy="265520"/>
            </a:xfrm>
            <a:custGeom>
              <a:avLst/>
              <a:gdLst>
                <a:gd name="connsiteX0" fmla="*/ 332211 w 372453"/>
                <a:gd name="connsiteY0" fmla="*/ 265520 h 265520"/>
                <a:gd name="connsiteX1" fmla="*/ 332211 w 372453"/>
                <a:gd name="connsiteY1" fmla="*/ 265520 h 265520"/>
                <a:gd name="connsiteX2" fmla="*/ 39448 w 372453"/>
                <a:gd name="connsiteY2" fmla="*/ 263883 h 265520"/>
                <a:gd name="connsiteX3" fmla="*/ 0 w 372453"/>
                <a:gd name="connsiteY3" fmla="*/ 224186 h 265520"/>
                <a:gd name="connsiteX4" fmla="*/ 0 w 372453"/>
                <a:gd name="connsiteY4" fmla="*/ 39697 h 265520"/>
                <a:gd name="connsiteX5" fmla="*/ 39697 w 372453"/>
                <a:gd name="connsiteY5" fmla="*/ 0 h 265520"/>
                <a:gd name="connsiteX6" fmla="*/ 79393 w 372453"/>
                <a:gd name="connsiteY6" fmla="*/ 39697 h 265520"/>
                <a:gd name="connsiteX7" fmla="*/ 79393 w 372453"/>
                <a:gd name="connsiteY7" fmla="*/ 184738 h 265520"/>
                <a:gd name="connsiteX8" fmla="*/ 332757 w 372453"/>
                <a:gd name="connsiteY8" fmla="*/ 186127 h 265520"/>
                <a:gd name="connsiteX9" fmla="*/ 372453 w 372453"/>
                <a:gd name="connsiteY9" fmla="*/ 225824 h 265520"/>
                <a:gd name="connsiteX10" fmla="*/ 332757 w 372453"/>
                <a:gd name="connsiteY10" fmla="*/ 265520 h 26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453" h="265520">
                  <a:moveTo>
                    <a:pt x="332211" y="265520"/>
                  </a:moveTo>
                  <a:lnTo>
                    <a:pt x="332211" y="265520"/>
                  </a:lnTo>
                  <a:lnTo>
                    <a:pt x="39448" y="263883"/>
                  </a:lnTo>
                  <a:cubicBezTo>
                    <a:pt x="17622" y="263749"/>
                    <a:pt x="0" y="246014"/>
                    <a:pt x="0" y="2241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4738"/>
                  </a:lnTo>
                  <a:lnTo>
                    <a:pt x="332757" y="186127"/>
                  </a:lnTo>
                  <a:cubicBezTo>
                    <a:pt x="354681" y="186127"/>
                    <a:pt x="372453" y="203901"/>
                    <a:pt x="372453" y="225824"/>
                  </a:cubicBezTo>
                  <a:cubicBezTo>
                    <a:pt x="372453" y="247746"/>
                    <a:pt x="354681" y="265520"/>
                    <a:pt x="332757" y="2655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3917BE24-BF5F-C716-E0C2-7F794B8E4396}"/>
                </a:ext>
              </a:extLst>
            </p:cNvPr>
            <p:cNvSpPr/>
            <p:nvPr/>
          </p:nvSpPr>
          <p:spPr>
            <a:xfrm>
              <a:off x="4407991" y="4193296"/>
              <a:ext cx="157236" cy="230864"/>
            </a:xfrm>
            <a:custGeom>
              <a:avLst/>
              <a:gdLst>
                <a:gd name="connsiteX0" fmla="*/ 39877 w 157236"/>
                <a:gd name="connsiteY0" fmla="*/ 230865 h 230864"/>
                <a:gd name="connsiteX1" fmla="*/ 0 w 157236"/>
                <a:gd name="connsiteY1" fmla="*/ 191347 h 230864"/>
                <a:gd name="connsiteX2" fmla="*/ 11643 w 157236"/>
                <a:gd name="connsiteY2" fmla="*/ 163083 h 230864"/>
                <a:gd name="connsiteX3" fmla="*/ 61264 w 157236"/>
                <a:gd name="connsiteY3" fmla="*/ 113462 h 230864"/>
                <a:gd name="connsiteX4" fmla="*/ 15563 w 157236"/>
                <a:gd name="connsiteY4" fmla="*/ 67761 h 230864"/>
                <a:gd name="connsiteX5" fmla="*/ 15588 w 157236"/>
                <a:gd name="connsiteY5" fmla="*/ 11616 h 230864"/>
                <a:gd name="connsiteX6" fmla="*/ 71734 w 157236"/>
                <a:gd name="connsiteY6" fmla="*/ 11640 h 230864"/>
                <a:gd name="connsiteX7" fmla="*/ 145619 w 157236"/>
                <a:gd name="connsiteY7" fmla="*/ 85476 h 230864"/>
                <a:gd name="connsiteX8" fmla="*/ 145619 w 157236"/>
                <a:gd name="connsiteY8" fmla="*/ 141597 h 230864"/>
                <a:gd name="connsiteX9" fmla="*/ 67913 w 157236"/>
                <a:gd name="connsiteY9" fmla="*/ 219253 h 230864"/>
                <a:gd name="connsiteX10" fmla="*/ 39877 w 157236"/>
                <a:gd name="connsiteY10" fmla="*/ 230865 h 230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236" h="230864">
                  <a:moveTo>
                    <a:pt x="39877" y="230865"/>
                  </a:moveTo>
                  <a:cubicBezTo>
                    <a:pt x="17954" y="230964"/>
                    <a:pt x="100" y="213274"/>
                    <a:pt x="0" y="191347"/>
                  </a:cubicBezTo>
                  <a:cubicBezTo>
                    <a:pt x="-48" y="180753"/>
                    <a:pt x="4144" y="170571"/>
                    <a:pt x="11643" y="163083"/>
                  </a:cubicBezTo>
                  <a:lnTo>
                    <a:pt x="61264" y="113462"/>
                  </a:lnTo>
                  <a:lnTo>
                    <a:pt x="15563" y="67761"/>
                  </a:lnTo>
                  <a:cubicBezTo>
                    <a:pt x="65" y="52250"/>
                    <a:pt x="77" y="27112"/>
                    <a:pt x="15588" y="11616"/>
                  </a:cubicBezTo>
                  <a:cubicBezTo>
                    <a:pt x="31099" y="-3881"/>
                    <a:pt x="56236" y="-3871"/>
                    <a:pt x="71734" y="11640"/>
                  </a:cubicBezTo>
                  <a:lnTo>
                    <a:pt x="145619" y="85476"/>
                  </a:lnTo>
                  <a:cubicBezTo>
                    <a:pt x="161109" y="100977"/>
                    <a:pt x="161109" y="126095"/>
                    <a:pt x="145619" y="141597"/>
                  </a:cubicBezTo>
                  <a:lnTo>
                    <a:pt x="67913" y="219253"/>
                  </a:lnTo>
                  <a:cubicBezTo>
                    <a:pt x="60474" y="226682"/>
                    <a:pt x="50391" y="230860"/>
                    <a:pt x="39877" y="23086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26444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AD349F-4955-3F1D-2EF7-A600603989F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F5D4BDE3-AB74-0870-EB24-5556294B7484}"/>
              </a:ext>
            </a:extLst>
          </p:cNvPr>
          <p:cNvGrpSpPr/>
          <p:nvPr/>
        </p:nvGrpSpPr>
        <p:grpSpPr>
          <a:xfrm>
            <a:off x="1497707" y="1462791"/>
            <a:ext cx="823704" cy="748181"/>
            <a:chOff x="1497707" y="1462791"/>
            <a:chExt cx="823704" cy="748181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330A80D-EE30-4A38-6776-566F1147ED1C}"/>
                </a:ext>
              </a:extLst>
            </p:cNvPr>
            <p:cNvSpPr/>
            <p:nvPr/>
          </p:nvSpPr>
          <p:spPr>
            <a:xfrm>
              <a:off x="1497707" y="146279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04164E7F-4AFA-7893-22D2-3713A6050660}"/>
                </a:ext>
              </a:extLst>
            </p:cNvPr>
            <p:cNvSpPr/>
            <p:nvPr/>
          </p:nvSpPr>
          <p:spPr>
            <a:xfrm>
              <a:off x="1497707" y="161745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2FAB372-D0AD-F0D4-7472-BB357F433C1F}"/>
                </a:ext>
              </a:extLst>
            </p:cNvPr>
            <p:cNvSpPr/>
            <p:nvPr/>
          </p:nvSpPr>
          <p:spPr>
            <a:xfrm>
              <a:off x="1497707" y="213157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028FD32-B7FB-8988-D2B1-5CDBDB50C29B}"/>
                </a:ext>
              </a:extLst>
            </p:cNvPr>
            <p:cNvSpPr/>
            <p:nvPr/>
          </p:nvSpPr>
          <p:spPr>
            <a:xfrm>
              <a:off x="1870284" y="1815427"/>
              <a:ext cx="159389" cy="160640"/>
            </a:xfrm>
            <a:custGeom>
              <a:avLst/>
              <a:gdLst>
                <a:gd name="connsiteX0" fmla="*/ 119710 w 159389"/>
                <a:gd name="connsiteY0" fmla="*/ 160640 h 160640"/>
                <a:gd name="connsiteX1" fmla="*/ 91426 w 159389"/>
                <a:gd name="connsiteY1" fmla="*/ 148830 h 160640"/>
                <a:gd name="connsiteX2" fmla="*/ 12479 w 159389"/>
                <a:gd name="connsiteY2" fmla="*/ 68594 h 160640"/>
                <a:gd name="connsiteX3" fmla="*/ 10800 w 159389"/>
                <a:gd name="connsiteY3" fmla="*/ 12479 h 160640"/>
                <a:gd name="connsiteX4" fmla="*/ 66914 w 159389"/>
                <a:gd name="connsiteY4" fmla="*/ 10800 h 160640"/>
                <a:gd name="connsiteX5" fmla="*/ 69047 w 159389"/>
                <a:gd name="connsiteY5" fmla="*/ 12969 h 160640"/>
                <a:gd name="connsiteX6" fmla="*/ 147994 w 159389"/>
                <a:gd name="connsiteY6" fmla="*/ 93106 h 160640"/>
                <a:gd name="connsiteX7" fmla="*/ 147531 w 159389"/>
                <a:gd name="connsiteY7" fmla="*/ 149244 h 160640"/>
                <a:gd name="connsiteX8" fmla="*/ 119710 w 159389"/>
                <a:gd name="connsiteY8" fmla="*/ 160640 h 16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389" h="160640">
                  <a:moveTo>
                    <a:pt x="119710" y="160640"/>
                  </a:moveTo>
                  <a:cubicBezTo>
                    <a:pt x="109081" y="160649"/>
                    <a:pt x="98893" y="156395"/>
                    <a:pt x="91426" y="148830"/>
                  </a:cubicBezTo>
                  <a:lnTo>
                    <a:pt x="12479" y="68594"/>
                  </a:lnTo>
                  <a:cubicBezTo>
                    <a:pt x="-3480" y="53562"/>
                    <a:pt x="-4232" y="28439"/>
                    <a:pt x="10800" y="12479"/>
                  </a:cubicBezTo>
                  <a:cubicBezTo>
                    <a:pt x="25831" y="-3480"/>
                    <a:pt x="50955" y="-4232"/>
                    <a:pt x="66914" y="10800"/>
                  </a:cubicBezTo>
                  <a:cubicBezTo>
                    <a:pt x="67652" y="11495"/>
                    <a:pt x="68364" y="12219"/>
                    <a:pt x="69047" y="12969"/>
                  </a:cubicBezTo>
                  <a:lnTo>
                    <a:pt x="147994" y="93106"/>
                  </a:lnTo>
                  <a:cubicBezTo>
                    <a:pt x="163368" y="108736"/>
                    <a:pt x="163160" y="133870"/>
                    <a:pt x="147531" y="149244"/>
                  </a:cubicBezTo>
                  <a:cubicBezTo>
                    <a:pt x="140110" y="156543"/>
                    <a:pt x="130119" y="160636"/>
                    <a:pt x="119710" y="16064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A8F3C43-0EA2-BED1-BBBB-D0AD7344A45B}"/>
                </a:ext>
              </a:extLst>
            </p:cNvPr>
            <p:cNvSpPr/>
            <p:nvPr/>
          </p:nvSpPr>
          <p:spPr>
            <a:xfrm>
              <a:off x="1789442" y="1816554"/>
              <a:ext cx="161309" cy="159364"/>
            </a:xfrm>
            <a:custGeom>
              <a:avLst/>
              <a:gdLst>
                <a:gd name="connsiteX0" fmla="*/ 39682 w 161309"/>
                <a:gd name="connsiteY0" fmla="*/ 159364 h 159364"/>
                <a:gd name="connsiteX1" fmla="*/ 0 w 161309"/>
                <a:gd name="connsiteY1" fmla="*/ 119653 h 159364"/>
                <a:gd name="connsiteX2" fmla="*/ 11944 w 161309"/>
                <a:gd name="connsiteY2" fmla="*/ 91285 h 159364"/>
                <a:gd name="connsiteX3" fmla="*/ 93868 w 161309"/>
                <a:gd name="connsiteY3" fmla="*/ 11296 h 159364"/>
                <a:gd name="connsiteX4" fmla="*/ 150013 w 161309"/>
                <a:gd name="connsiteY4" fmla="*/ 11966 h 159364"/>
                <a:gd name="connsiteX5" fmla="*/ 149344 w 161309"/>
                <a:gd name="connsiteY5" fmla="*/ 68112 h 159364"/>
                <a:gd name="connsiteX6" fmla="*/ 67420 w 161309"/>
                <a:gd name="connsiteY6" fmla="*/ 148100 h 159364"/>
                <a:gd name="connsiteX7" fmla="*/ 39682 w 161309"/>
                <a:gd name="connsiteY7" fmla="*/ 159364 h 15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309" h="159364">
                  <a:moveTo>
                    <a:pt x="39682" y="159364"/>
                  </a:moveTo>
                  <a:cubicBezTo>
                    <a:pt x="17758" y="159356"/>
                    <a:pt x="-8" y="141577"/>
                    <a:pt x="0" y="119653"/>
                  </a:cubicBezTo>
                  <a:cubicBezTo>
                    <a:pt x="4" y="108975"/>
                    <a:pt x="4309" y="98750"/>
                    <a:pt x="11944" y="91285"/>
                  </a:cubicBezTo>
                  <a:lnTo>
                    <a:pt x="93868" y="11296"/>
                  </a:lnTo>
                  <a:cubicBezTo>
                    <a:pt x="109557" y="-4023"/>
                    <a:pt x="134694" y="-3723"/>
                    <a:pt x="150013" y="11966"/>
                  </a:cubicBezTo>
                  <a:cubicBezTo>
                    <a:pt x="165333" y="27655"/>
                    <a:pt x="165033" y="52793"/>
                    <a:pt x="149344" y="68112"/>
                  </a:cubicBezTo>
                  <a:lnTo>
                    <a:pt x="67420" y="148100"/>
                  </a:lnTo>
                  <a:cubicBezTo>
                    <a:pt x="59998" y="155331"/>
                    <a:pt x="50043" y="159374"/>
                    <a:pt x="39682" y="1593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5C92993-7314-8A72-D5B4-F7064F3609BC}"/>
              </a:ext>
            </a:extLst>
          </p:cNvPr>
          <p:cNvGrpSpPr/>
          <p:nvPr/>
        </p:nvGrpSpPr>
        <p:grpSpPr>
          <a:xfrm>
            <a:off x="2815215" y="1462791"/>
            <a:ext cx="823704" cy="748181"/>
            <a:chOff x="2815215" y="1462791"/>
            <a:chExt cx="823704" cy="748181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6878579-54A7-CC34-2CC3-19626B81D069}"/>
                </a:ext>
              </a:extLst>
            </p:cNvPr>
            <p:cNvSpPr/>
            <p:nvPr/>
          </p:nvSpPr>
          <p:spPr>
            <a:xfrm>
              <a:off x="2815215" y="213157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3B18E6E-CEB9-4C82-8D8C-06522626ECAC}"/>
                </a:ext>
              </a:extLst>
            </p:cNvPr>
            <p:cNvSpPr/>
            <p:nvPr/>
          </p:nvSpPr>
          <p:spPr>
            <a:xfrm>
              <a:off x="2815215" y="197691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B6E4898-5C09-A539-057B-F3D528188127}"/>
                </a:ext>
              </a:extLst>
            </p:cNvPr>
            <p:cNvSpPr/>
            <p:nvPr/>
          </p:nvSpPr>
          <p:spPr>
            <a:xfrm>
              <a:off x="2815215" y="146279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cubicBezTo>
                    <a:pt x="823704" y="61620"/>
                    <a:pt x="805932" y="79393"/>
                    <a:pt x="78400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07D7E2B-785C-82C9-670D-C2430D89F137}"/>
                </a:ext>
              </a:extLst>
            </p:cNvPr>
            <p:cNvSpPr/>
            <p:nvPr/>
          </p:nvSpPr>
          <p:spPr>
            <a:xfrm>
              <a:off x="3106937" y="1697647"/>
              <a:ext cx="158273" cy="159578"/>
            </a:xfrm>
            <a:custGeom>
              <a:avLst/>
              <a:gdLst>
                <a:gd name="connsiteX0" fmla="*/ 118642 w 158273"/>
                <a:gd name="connsiteY0" fmla="*/ 159579 h 159578"/>
                <a:gd name="connsiteX1" fmla="*/ 90358 w 158273"/>
                <a:gd name="connsiteY1" fmla="*/ 147719 h 159578"/>
                <a:gd name="connsiteX2" fmla="*/ 11411 w 158273"/>
                <a:gd name="connsiteY2" fmla="*/ 67582 h 159578"/>
                <a:gd name="connsiteX3" fmla="*/ 11858 w 158273"/>
                <a:gd name="connsiteY3" fmla="*/ 11411 h 159578"/>
                <a:gd name="connsiteX4" fmla="*/ 68029 w 158273"/>
                <a:gd name="connsiteY4" fmla="*/ 11858 h 159578"/>
                <a:gd name="connsiteX5" fmla="*/ 146926 w 158273"/>
                <a:gd name="connsiteY5" fmla="*/ 92095 h 159578"/>
                <a:gd name="connsiteX6" fmla="*/ 146364 w 158273"/>
                <a:gd name="connsiteY6" fmla="*/ 148231 h 159578"/>
                <a:gd name="connsiteX7" fmla="*/ 118642 w 158273"/>
                <a:gd name="connsiteY7" fmla="*/ 159579 h 15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73" h="159578">
                  <a:moveTo>
                    <a:pt x="118642" y="159579"/>
                  </a:moveTo>
                  <a:cubicBezTo>
                    <a:pt x="108006" y="159574"/>
                    <a:pt x="97816" y="155302"/>
                    <a:pt x="90358" y="147719"/>
                  </a:cubicBezTo>
                  <a:lnTo>
                    <a:pt x="11411" y="67582"/>
                  </a:lnTo>
                  <a:cubicBezTo>
                    <a:pt x="-3976" y="51947"/>
                    <a:pt x="-3777" y="26799"/>
                    <a:pt x="11858" y="11411"/>
                  </a:cubicBezTo>
                  <a:cubicBezTo>
                    <a:pt x="27492" y="-3976"/>
                    <a:pt x="52641" y="-3777"/>
                    <a:pt x="68029" y="11858"/>
                  </a:cubicBezTo>
                  <a:lnTo>
                    <a:pt x="146926" y="92095"/>
                  </a:lnTo>
                  <a:cubicBezTo>
                    <a:pt x="162272" y="107751"/>
                    <a:pt x="162021" y="132884"/>
                    <a:pt x="146364" y="148231"/>
                  </a:cubicBezTo>
                  <a:cubicBezTo>
                    <a:pt x="138960" y="155489"/>
                    <a:pt x="129010" y="159562"/>
                    <a:pt x="118642" y="1595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D19926BD-B3FF-290F-AE62-FE83D5619970}"/>
                </a:ext>
              </a:extLst>
            </p:cNvPr>
            <p:cNvSpPr/>
            <p:nvPr/>
          </p:nvSpPr>
          <p:spPr>
            <a:xfrm>
              <a:off x="3185846" y="1697812"/>
              <a:ext cx="161360" cy="159413"/>
            </a:xfrm>
            <a:custGeom>
              <a:avLst/>
              <a:gdLst>
                <a:gd name="connsiteX0" fmla="*/ 39733 w 161360"/>
                <a:gd name="connsiteY0" fmla="*/ 159414 h 159413"/>
                <a:gd name="connsiteX1" fmla="*/ 0 w 161360"/>
                <a:gd name="connsiteY1" fmla="*/ 119753 h 159413"/>
                <a:gd name="connsiteX2" fmla="*/ 11995 w 161360"/>
                <a:gd name="connsiteY2" fmla="*/ 91285 h 159413"/>
                <a:gd name="connsiteX3" fmla="*/ 93918 w 161360"/>
                <a:gd name="connsiteY3" fmla="*/ 11296 h 159413"/>
                <a:gd name="connsiteX4" fmla="*/ 150064 w 161360"/>
                <a:gd name="connsiteY4" fmla="*/ 11966 h 159413"/>
                <a:gd name="connsiteX5" fmla="*/ 149394 w 161360"/>
                <a:gd name="connsiteY5" fmla="*/ 68112 h 159413"/>
                <a:gd name="connsiteX6" fmla="*/ 67471 w 161360"/>
                <a:gd name="connsiteY6" fmla="*/ 148100 h 159413"/>
                <a:gd name="connsiteX7" fmla="*/ 39733 w 161360"/>
                <a:gd name="connsiteY7" fmla="*/ 159414 h 15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360" h="159413">
                  <a:moveTo>
                    <a:pt x="39733" y="159414"/>
                  </a:moveTo>
                  <a:cubicBezTo>
                    <a:pt x="17809" y="159434"/>
                    <a:pt x="20" y="141677"/>
                    <a:pt x="0" y="119753"/>
                  </a:cubicBezTo>
                  <a:cubicBezTo>
                    <a:pt x="-10" y="109033"/>
                    <a:pt x="4317" y="98765"/>
                    <a:pt x="11995" y="91285"/>
                  </a:cubicBezTo>
                  <a:lnTo>
                    <a:pt x="93918" y="11296"/>
                  </a:lnTo>
                  <a:cubicBezTo>
                    <a:pt x="109608" y="-4023"/>
                    <a:pt x="134745" y="-3723"/>
                    <a:pt x="150064" y="11966"/>
                  </a:cubicBezTo>
                  <a:cubicBezTo>
                    <a:pt x="165384" y="27655"/>
                    <a:pt x="165084" y="52792"/>
                    <a:pt x="149394" y="68112"/>
                  </a:cubicBezTo>
                  <a:lnTo>
                    <a:pt x="67471" y="148100"/>
                  </a:lnTo>
                  <a:cubicBezTo>
                    <a:pt x="60057" y="155349"/>
                    <a:pt x="50101" y="159410"/>
                    <a:pt x="39733" y="1594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63EB822D-76CD-E4C7-FB52-D1294436CA71}"/>
              </a:ext>
            </a:extLst>
          </p:cNvPr>
          <p:cNvGrpSpPr/>
          <p:nvPr/>
        </p:nvGrpSpPr>
        <p:grpSpPr>
          <a:xfrm>
            <a:off x="4132721" y="1561928"/>
            <a:ext cx="823702" cy="549908"/>
            <a:chOff x="4132721" y="1561928"/>
            <a:chExt cx="823702" cy="549908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505474A-3260-EE14-8725-23D3702D5711}"/>
                </a:ext>
              </a:extLst>
            </p:cNvPr>
            <p:cNvSpPr/>
            <p:nvPr/>
          </p:nvSpPr>
          <p:spPr>
            <a:xfrm>
              <a:off x="4132723" y="1590316"/>
              <a:ext cx="79393" cy="493130"/>
            </a:xfrm>
            <a:custGeom>
              <a:avLst/>
              <a:gdLst>
                <a:gd name="connsiteX0" fmla="*/ 39697 w 79393"/>
                <a:gd name="connsiteY0" fmla="*/ 493130 h 493130"/>
                <a:gd name="connsiteX1" fmla="*/ 0 w 79393"/>
                <a:gd name="connsiteY1" fmla="*/ 453434 h 493130"/>
                <a:gd name="connsiteX2" fmla="*/ 0 w 79393"/>
                <a:gd name="connsiteY2" fmla="*/ 39697 h 493130"/>
                <a:gd name="connsiteX3" fmla="*/ 39697 w 79393"/>
                <a:gd name="connsiteY3" fmla="*/ 0 h 493130"/>
                <a:gd name="connsiteX4" fmla="*/ 79393 w 79393"/>
                <a:gd name="connsiteY4" fmla="*/ 39697 h 493130"/>
                <a:gd name="connsiteX5" fmla="*/ 79393 w 79393"/>
                <a:gd name="connsiteY5" fmla="*/ 453434 h 493130"/>
                <a:gd name="connsiteX6" fmla="*/ 39697 w 79393"/>
                <a:gd name="connsiteY6" fmla="*/ 493130 h 49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93130">
                  <a:moveTo>
                    <a:pt x="39697" y="493130"/>
                  </a:moveTo>
                  <a:cubicBezTo>
                    <a:pt x="17773" y="493130"/>
                    <a:pt x="0" y="475358"/>
                    <a:pt x="0" y="45343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453434"/>
                  </a:lnTo>
                  <a:cubicBezTo>
                    <a:pt x="79393" y="475358"/>
                    <a:pt x="61620" y="493130"/>
                    <a:pt x="39697" y="4931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9CA317B-C0FA-C4B1-4EF8-B94C8EF2FBAB}"/>
                </a:ext>
              </a:extLst>
            </p:cNvPr>
            <p:cNvSpPr/>
            <p:nvPr/>
          </p:nvSpPr>
          <p:spPr>
            <a:xfrm>
              <a:off x="4326587" y="1561928"/>
              <a:ext cx="629836" cy="549908"/>
            </a:xfrm>
            <a:custGeom>
              <a:avLst/>
              <a:gdLst>
                <a:gd name="connsiteX0" fmla="*/ 346158 w 629836"/>
                <a:gd name="connsiteY0" fmla="*/ 549902 h 549908"/>
                <a:gd name="connsiteX1" fmla="*/ 7645 w 629836"/>
                <a:gd name="connsiteY1" fmla="*/ 301252 h 549908"/>
                <a:gd name="connsiteX2" fmla="*/ 7645 w 629836"/>
                <a:gd name="connsiteY2" fmla="*/ 254410 h 549908"/>
                <a:gd name="connsiteX3" fmla="*/ 346406 w 629836"/>
                <a:gd name="connsiteY3" fmla="*/ 5 h 549908"/>
                <a:gd name="connsiteX4" fmla="*/ 546130 w 629836"/>
                <a:gd name="connsiteY4" fmla="*/ 78952 h 549908"/>
                <a:gd name="connsiteX5" fmla="*/ 554512 w 629836"/>
                <a:gd name="connsiteY5" fmla="*/ 462573 h 549908"/>
                <a:gd name="connsiteX6" fmla="*/ 546130 w 629836"/>
                <a:gd name="connsiteY6" fmla="*/ 470955 h 549908"/>
                <a:gd name="connsiteX7" fmla="*/ 346158 w 629836"/>
                <a:gd name="connsiteY7" fmla="*/ 549902 h 549908"/>
                <a:gd name="connsiteX8" fmla="*/ 89520 w 629836"/>
                <a:gd name="connsiteY8" fmla="*/ 277434 h 549908"/>
                <a:gd name="connsiteX9" fmla="*/ 346158 w 629836"/>
                <a:gd name="connsiteY9" fmla="*/ 470508 h 549908"/>
                <a:gd name="connsiteX10" fmla="*/ 550447 w 629836"/>
                <a:gd name="connsiteY10" fmla="*/ 274953 h 549908"/>
                <a:gd name="connsiteX11" fmla="*/ 346158 w 629836"/>
                <a:gd name="connsiteY11" fmla="*/ 79398 h 549908"/>
                <a:gd name="connsiteX12" fmla="*/ 89520 w 629836"/>
                <a:gd name="connsiteY12" fmla="*/ 277434 h 549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9836" h="549908">
                  <a:moveTo>
                    <a:pt x="346158" y="549902"/>
                  </a:moveTo>
                  <a:cubicBezTo>
                    <a:pt x="195708" y="549902"/>
                    <a:pt x="26452" y="326608"/>
                    <a:pt x="7645" y="301252"/>
                  </a:cubicBezTo>
                  <a:cubicBezTo>
                    <a:pt x="-2548" y="287302"/>
                    <a:pt x="-2548" y="268361"/>
                    <a:pt x="7645" y="254410"/>
                  </a:cubicBezTo>
                  <a:cubicBezTo>
                    <a:pt x="26452" y="228409"/>
                    <a:pt x="195708" y="5"/>
                    <a:pt x="346406" y="5"/>
                  </a:cubicBezTo>
                  <a:cubicBezTo>
                    <a:pt x="420673" y="-435"/>
                    <a:pt x="492235" y="27852"/>
                    <a:pt x="546130" y="78952"/>
                  </a:cubicBezTo>
                  <a:cubicBezTo>
                    <a:pt x="654379" y="182571"/>
                    <a:pt x="658131" y="354324"/>
                    <a:pt x="554512" y="462573"/>
                  </a:cubicBezTo>
                  <a:cubicBezTo>
                    <a:pt x="551779" y="465428"/>
                    <a:pt x="548985" y="468222"/>
                    <a:pt x="546130" y="470955"/>
                  </a:cubicBezTo>
                  <a:cubicBezTo>
                    <a:pt x="492173" y="522114"/>
                    <a:pt x="420511" y="550406"/>
                    <a:pt x="346158" y="549902"/>
                  </a:cubicBezTo>
                  <a:close/>
                  <a:moveTo>
                    <a:pt x="89520" y="277434"/>
                  </a:moveTo>
                  <a:cubicBezTo>
                    <a:pt x="155962" y="360251"/>
                    <a:pt x="270090" y="470508"/>
                    <a:pt x="346158" y="470508"/>
                  </a:cubicBezTo>
                  <a:cubicBezTo>
                    <a:pt x="460732" y="470508"/>
                    <a:pt x="550447" y="384615"/>
                    <a:pt x="550447" y="274953"/>
                  </a:cubicBezTo>
                  <a:cubicBezTo>
                    <a:pt x="550447" y="165292"/>
                    <a:pt x="460732" y="79398"/>
                    <a:pt x="346158" y="79398"/>
                  </a:cubicBezTo>
                  <a:cubicBezTo>
                    <a:pt x="270090" y="79398"/>
                    <a:pt x="155962" y="192533"/>
                    <a:pt x="89520" y="27743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090B0D40-7EB3-E997-B3BA-1AB2D2F74CAA}"/>
                </a:ext>
              </a:extLst>
            </p:cNvPr>
            <p:cNvSpPr/>
            <p:nvPr/>
          </p:nvSpPr>
          <p:spPr>
            <a:xfrm>
              <a:off x="4132721" y="1590314"/>
              <a:ext cx="273176" cy="493133"/>
            </a:xfrm>
            <a:custGeom>
              <a:avLst/>
              <a:gdLst>
                <a:gd name="connsiteX0" fmla="*/ 39699 w 273176"/>
                <a:gd name="connsiteY0" fmla="*/ 493132 h 493133"/>
                <a:gd name="connsiteX1" fmla="*/ 27 w 273176"/>
                <a:gd name="connsiteY1" fmla="*/ 453411 h 493133"/>
                <a:gd name="connsiteX2" fmla="*/ 10571 w 273176"/>
                <a:gd name="connsiteY2" fmla="*/ 426492 h 493133"/>
                <a:gd name="connsiteX3" fmla="*/ 179282 w 273176"/>
                <a:gd name="connsiteY3" fmla="*/ 244582 h 493133"/>
                <a:gd name="connsiteX4" fmla="*/ 10869 w 273176"/>
                <a:gd name="connsiteY4" fmla="*/ 66990 h 493133"/>
                <a:gd name="connsiteX5" fmla="*/ 12407 w 273176"/>
                <a:gd name="connsiteY5" fmla="*/ 10869 h 493133"/>
                <a:gd name="connsiteX6" fmla="*/ 68528 w 273176"/>
                <a:gd name="connsiteY6" fmla="*/ 12407 h 493133"/>
                <a:gd name="connsiteX7" fmla="*/ 262297 w 273176"/>
                <a:gd name="connsiteY7" fmla="*/ 216993 h 493133"/>
                <a:gd name="connsiteX8" fmla="*/ 262595 w 273176"/>
                <a:gd name="connsiteY8" fmla="*/ 271278 h 493133"/>
                <a:gd name="connsiteX9" fmla="*/ 69074 w 273176"/>
                <a:gd name="connsiteY9" fmla="*/ 480430 h 493133"/>
                <a:gd name="connsiteX10" fmla="*/ 39699 w 273176"/>
                <a:gd name="connsiteY10" fmla="*/ 493132 h 49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176" h="493133">
                  <a:moveTo>
                    <a:pt x="39699" y="493132"/>
                  </a:moveTo>
                  <a:cubicBezTo>
                    <a:pt x="17775" y="493119"/>
                    <a:pt x="13" y="475335"/>
                    <a:pt x="27" y="453411"/>
                  </a:cubicBezTo>
                  <a:cubicBezTo>
                    <a:pt x="33" y="443432"/>
                    <a:pt x="3798" y="433821"/>
                    <a:pt x="10571" y="426492"/>
                  </a:cubicBezTo>
                  <a:lnTo>
                    <a:pt x="179282" y="244582"/>
                  </a:lnTo>
                  <a:lnTo>
                    <a:pt x="10869" y="66990"/>
                  </a:lnTo>
                  <a:cubicBezTo>
                    <a:pt x="-4204" y="51068"/>
                    <a:pt x="-3515" y="25942"/>
                    <a:pt x="12407" y="10869"/>
                  </a:cubicBezTo>
                  <a:cubicBezTo>
                    <a:pt x="28329" y="-4204"/>
                    <a:pt x="53456" y="-3515"/>
                    <a:pt x="68528" y="12407"/>
                  </a:cubicBezTo>
                  <a:lnTo>
                    <a:pt x="262297" y="216993"/>
                  </a:lnTo>
                  <a:cubicBezTo>
                    <a:pt x="276687" y="232182"/>
                    <a:pt x="276817" y="255932"/>
                    <a:pt x="262595" y="271278"/>
                  </a:cubicBezTo>
                  <a:lnTo>
                    <a:pt x="69074" y="480430"/>
                  </a:lnTo>
                  <a:cubicBezTo>
                    <a:pt x="61499" y="488598"/>
                    <a:pt x="50839" y="493208"/>
                    <a:pt x="39699" y="49313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D219FAE-17E8-147A-CC28-AC084102C036}"/>
                </a:ext>
              </a:extLst>
            </p:cNvPr>
            <p:cNvSpPr/>
            <p:nvPr/>
          </p:nvSpPr>
          <p:spPr>
            <a:xfrm>
              <a:off x="4597271" y="1757686"/>
              <a:ext cx="159116" cy="159382"/>
            </a:xfrm>
            <a:custGeom>
              <a:avLst/>
              <a:gdLst>
                <a:gd name="connsiteX0" fmla="*/ 119438 w 159116"/>
                <a:gd name="connsiteY0" fmla="*/ 159134 h 159382"/>
                <a:gd name="connsiteX1" fmla="*/ 91353 w 159116"/>
                <a:gd name="connsiteY1" fmla="*/ 147474 h 159382"/>
                <a:gd name="connsiteX2" fmla="*/ 10917 w 159116"/>
                <a:gd name="connsiteY2" fmla="*/ 67038 h 159382"/>
                <a:gd name="connsiteX3" fmla="*/ 12355 w 159116"/>
                <a:gd name="connsiteY3" fmla="*/ 10917 h 159382"/>
                <a:gd name="connsiteX4" fmla="*/ 67039 w 159116"/>
                <a:gd name="connsiteY4" fmla="*/ 10917 h 159382"/>
                <a:gd name="connsiteX5" fmla="*/ 147474 w 159116"/>
                <a:gd name="connsiteY5" fmla="*/ 91601 h 159382"/>
                <a:gd name="connsiteX6" fmla="*/ 147505 w 159116"/>
                <a:gd name="connsiteY6" fmla="*/ 147740 h 159382"/>
                <a:gd name="connsiteX7" fmla="*/ 119438 w 159116"/>
                <a:gd name="connsiteY7" fmla="*/ 159382 h 15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116" h="159382">
                  <a:moveTo>
                    <a:pt x="119438" y="159134"/>
                  </a:moveTo>
                  <a:cubicBezTo>
                    <a:pt x="108900" y="159129"/>
                    <a:pt x="98796" y="154934"/>
                    <a:pt x="91353" y="147474"/>
                  </a:cubicBezTo>
                  <a:lnTo>
                    <a:pt x="10917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147474" y="91601"/>
                  </a:lnTo>
                  <a:cubicBezTo>
                    <a:pt x="162985" y="107094"/>
                    <a:pt x="162999" y="132229"/>
                    <a:pt x="147505" y="147740"/>
                  </a:cubicBezTo>
                  <a:cubicBezTo>
                    <a:pt x="140064" y="155190"/>
                    <a:pt x="129968" y="159378"/>
                    <a:pt x="119438" y="1593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DD6CDD2-C20C-6508-FA7D-D2AF02C70FA2}"/>
                </a:ext>
              </a:extLst>
            </p:cNvPr>
            <p:cNvSpPr/>
            <p:nvPr/>
          </p:nvSpPr>
          <p:spPr>
            <a:xfrm>
              <a:off x="4596792" y="1757934"/>
              <a:ext cx="158870" cy="158886"/>
            </a:xfrm>
            <a:custGeom>
              <a:avLst/>
              <a:gdLst>
                <a:gd name="connsiteX0" fmla="*/ 39581 w 158870"/>
                <a:gd name="connsiteY0" fmla="*/ 158886 h 158886"/>
                <a:gd name="connsiteX1" fmla="*/ 0 w 158870"/>
                <a:gd name="connsiteY1" fmla="*/ 119074 h 158886"/>
                <a:gd name="connsiteX2" fmla="*/ 11396 w 158870"/>
                <a:gd name="connsiteY2" fmla="*/ 91353 h 158886"/>
                <a:gd name="connsiteX3" fmla="*/ 91832 w 158870"/>
                <a:gd name="connsiteY3" fmla="*/ 10917 h 158886"/>
                <a:gd name="connsiteX4" fmla="*/ 147953 w 158870"/>
                <a:gd name="connsiteY4" fmla="*/ 12355 h 158886"/>
                <a:gd name="connsiteX5" fmla="*/ 147953 w 158870"/>
                <a:gd name="connsiteY5" fmla="*/ 67039 h 158886"/>
                <a:gd name="connsiteX6" fmla="*/ 67518 w 158870"/>
                <a:gd name="connsiteY6" fmla="*/ 147474 h 158886"/>
                <a:gd name="connsiteX7" fmla="*/ 39581 w 158870"/>
                <a:gd name="connsiteY7" fmla="*/ 158886 h 158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870" h="158886">
                  <a:moveTo>
                    <a:pt x="39581" y="158886"/>
                  </a:moveTo>
                  <a:cubicBezTo>
                    <a:pt x="17657" y="158823"/>
                    <a:pt x="-64" y="140998"/>
                    <a:pt x="0" y="119074"/>
                  </a:cubicBezTo>
                  <a:cubicBezTo>
                    <a:pt x="30" y="108700"/>
                    <a:pt x="4121" y="98749"/>
                    <a:pt x="11396" y="91353"/>
                  </a:cubicBezTo>
                  <a:lnTo>
                    <a:pt x="91832" y="10917"/>
                  </a:lnTo>
                  <a:cubicBezTo>
                    <a:pt x="107726" y="-4183"/>
                    <a:pt x="132852" y="-3539"/>
                    <a:pt x="147953" y="12355"/>
                  </a:cubicBezTo>
                  <a:cubicBezTo>
                    <a:pt x="162509" y="27677"/>
                    <a:pt x="162509" y="51717"/>
                    <a:pt x="147953" y="67039"/>
                  </a:cubicBezTo>
                  <a:lnTo>
                    <a:pt x="67518" y="147474"/>
                  </a:lnTo>
                  <a:cubicBezTo>
                    <a:pt x="60071" y="154807"/>
                    <a:pt x="50033" y="158908"/>
                    <a:pt x="39581" y="15888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E2D055E8-F5B5-825C-108F-A89D5E99D849}"/>
              </a:ext>
            </a:extLst>
          </p:cNvPr>
          <p:cNvGrpSpPr/>
          <p:nvPr/>
        </p:nvGrpSpPr>
        <p:grpSpPr>
          <a:xfrm>
            <a:off x="5458517" y="1419533"/>
            <a:ext cx="807031" cy="835303"/>
            <a:chOff x="5458517" y="1419533"/>
            <a:chExt cx="807031" cy="835303"/>
          </a:xfrm>
        </p:grpSpPr>
        <p:grpSp>
          <p:nvGrpSpPr>
            <p:cNvPr id="106" name="Picture Placeholder 37">
              <a:extLst>
                <a:ext uri="{FF2B5EF4-FFF2-40B4-BE49-F238E27FC236}">
                  <a16:creationId xmlns:a16="http://schemas.microsoft.com/office/drawing/2014/main" id="{E4F6D533-176F-091D-E8C2-631092D4F6A8}"/>
                </a:ext>
              </a:extLst>
            </p:cNvPr>
            <p:cNvGrpSpPr/>
            <p:nvPr/>
          </p:nvGrpSpPr>
          <p:grpSpPr>
            <a:xfrm>
              <a:off x="5559906" y="1984008"/>
              <a:ext cx="596440" cy="270828"/>
              <a:chOff x="5559906" y="1984008"/>
              <a:chExt cx="596440" cy="270828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9E2F0828-E7C4-FC06-6428-2EE97DD16449}"/>
                  </a:ext>
                </a:extLst>
              </p:cNvPr>
              <p:cNvSpPr/>
              <p:nvPr/>
            </p:nvSpPr>
            <p:spPr>
              <a:xfrm>
                <a:off x="5792465" y="1984008"/>
                <a:ext cx="129907" cy="129906"/>
              </a:xfrm>
              <a:custGeom>
                <a:avLst/>
                <a:gdLst>
                  <a:gd name="connsiteX0" fmla="*/ 65400 w 129907"/>
                  <a:gd name="connsiteY0" fmla="*/ 129905 h 129907"/>
                  <a:gd name="connsiteX1" fmla="*/ 2 w 129907"/>
                  <a:gd name="connsiteY1" fmla="*/ 65400 h 129907"/>
                  <a:gd name="connsiteX2" fmla="*/ 64507 w 129907"/>
                  <a:gd name="connsiteY2" fmla="*/ 2 h 129907"/>
                  <a:gd name="connsiteX3" fmla="*/ 129906 w 129907"/>
                  <a:gd name="connsiteY3" fmla="*/ 64507 h 129907"/>
                  <a:gd name="connsiteX4" fmla="*/ 129907 w 129907"/>
                  <a:gd name="connsiteY4" fmla="*/ 64952 h 129907"/>
                  <a:gd name="connsiteX5" fmla="*/ 65400 w 129907"/>
                  <a:gd name="connsiteY5" fmla="*/ 129905 h 129907"/>
                  <a:gd name="connsiteX6" fmla="*/ 65400 w 129907"/>
                  <a:gd name="connsiteY6" fmla="*/ 50512 h 129907"/>
                  <a:gd name="connsiteX7" fmla="*/ 51414 w 129907"/>
                  <a:gd name="connsiteY7" fmla="*/ 65392 h 129907"/>
                  <a:gd name="connsiteX8" fmla="*/ 66293 w 129907"/>
                  <a:gd name="connsiteY8" fmla="*/ 79378 h 129907"/>
                  <a:gd name="connsiteX9" fmla="*/ 80286 w 129907"/>
                  <a:gd name="connsiteY9" fmla="*/ 64952 h 129907"/>
                  <a:gd name="connsiteX10" fmla="*/ 65400 w 129907"/>
                  <a:gd name="connsiteY10" fmla="*/ 50512 h 129907"/>
                  <a:gd name="connsiteX0" fmla="*/ 65400 w 129907"/>
                  <a:gd name="connsiteY0" fmla="*/ 129905 h 129906"/>
                  <a:gd name="connsiteX1" fmla="*/ 2 w 129907"/>
                  <a:gd name="connsiteY1" fmla="*/ 65400 h 129906"/>
                  <a:gd name="connsiteX2" fmla="*/ 64507 w 129907"/>
                  <a:gd name="connsiteY2" fmla="*/ 2 h 129906"/>
                  <a:gd name="connsiteX3" fmla="*/ 129906 w 129907"/>
                  <a:gd name="connsiteY3" fmla="*/ 64507 h 129906"/>
                  <a:gd name="connsiteX4" fmla="*/ 129907 w 129907"/>
                  <a:gd name="connsiteY4" fmla="*/ 64952 h 129906"/>
                  <a:gd name="connsiteX5" fmla="*/ 65400 w 129907"/>
                  <a:gd name="connsiteY5" fmla="*/ 129905 h 129906"/>
                  <a:gd name="connsiteX6" fmla="*/ 80286 w 129907"/>
                  <a:gd name="connsiteY6" fmla="*/ 64952 h 129906"/>
                  <a:gd name="connsiteX7" fmla="*/ 51414 w 129907"/>
                  <a:gd name="connsiteY7" fmla="*/ 65392 h 129906"/>
                  <a:gd name="connsiteX8" fmla="*/ 66293 w 129907"/>
                  <a:gd name="connsiteY8" fmla="*/ 79378 h 129906"/>
                  <a:gd name="connsiteX9" fmla="*/ 80286 w 129907"/>
                  <a:gd name="connsiteY9" fmla="*/ 64952 h 129906"/>
                  <a:gd name="connsiteX0" fmla="*/ 65400 w 129907"/>
                  <a:gd name="connsiteY0" fmla="*/ 129905 h 129906"/>
                  <a:gd name="connsiteX1" fmla="*/ 2 w 129907"/>
                  <a:gd name="connsiteY1" fmla="*/ 65400 h 129906"/>
                  <a:gd name="connsiteX2" fmla="*/ 64507 w 129907"/>
                  <a:gd name="connsiteY2" fmla="*/ 2 h 129906"/>
                  <a:gd name="connsiteX3" fmla="*/ 129906 w 129907"/>
                  <a:gd name="connsiteY3" fmla="*/ 64507 h 129906"/>
                  <a:gd name="connsiteX4" fmla="*/ 129907 w 129907"/>
                  <a:gd name="connsiteY4" fmla="*/ 64952 h 129906"/>
                  <a:gd name="connsiteX5" fmla="*/ 65400 w 129907"/>
                  <a:gd name="connsiteY5" fmla="*/ 129905 h 129906"/>
                  <a:gd name="connsiteX6" fmla="*/ 66293 w 129907"/>
                  <a:gd name="connsiteY6" fmla="*/ 79378 h 129906"/>
                  <a:gd name="connsiteX7" fmla="*/ 51414 w 129907"/>
                  <a:gd name="connsiteY7" fmla="*/ 65392 h 129906"/>
                  <a:gd name="connsiteX8" fmla="*/ 66293 w 129907"/>
                  <a:gd name="connsiteY8" fmla="*/ 79378 h 129906"/>
                  <a:gd name="connsiteX0" fmla="*/ 65400 w 129907"/>
                  <a:gd name="connsiteY0" fmla="*/ 129905 h 129906"/>
                  <a:gd name="connsiteX1" fmla="*/ 2 w 129907"/>
                  <a:gd name="connsiteY1" fmla="*/ 65400 h 129906"/>
                  <a:gd name="connsiteX2" fmla="*/ 64507 w 129907"/>
                  <a:gd name="connsiteY2" fmla="*/ 2 h 129906"/>
                  <a:gd name="connsiteX3" fmla="*/ 129906 w 129907"/>
                  <a:gd name="connsiteY3" fmla="*/ 64507 h 129906"/>
                  <a:gd name="connsiteX4" fmla="*/ 129907 w 129907"/>
                  <a:gd name="connsiteY4" fmla="*/ 64952 h 129906"/>
                  <a:gd name="connsiteX5" fmla="*/ 65400 w 129907"/>
                  <a:gd name="connsiteY5" fmla="*/ 129905 h 129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907" h="129906">
                    <a:moveTo>
                      <a:pt x="65400" y="129905"/>
                    </a:moveTo>
                    <a:cubicBezTo>
                      <a:pt x="29528" y="130152"/>
                      <a:pt x="248" y="101272"/>
                      <a:pt x="2" y="65400"/>
                    </a:cubicBezTo>
                    <a:cubicBezTo>
                      <a:pt x="-245" y="29528"/>
                      <a:pt x="28635" y="248"/>
                      <a:pt x="64507" y="2"/>
                    </a:cubicBezTo>
                    <a:cubicBezTo>
                      <a:pt x="100379" y="-245"/>
                      <a:pt x="129659" y="28635"/>
                      <a:pt x="129906" y="64507"/>
                    </a:cubicBezTo>
                    <a:cubicBezTo>
                      <a:pt x="129907" y="64655"/>
                      <a:pt x="129907" y="64804"/>
                      <a:pt x="129907" y="64952"/>
                    </a:cubicBezTo>
                    <a:cubicBezTo>
                      <a:pt x="129990" y="100685"/>
                      <a:pt x="101133" y="129741"/>
                      <a:pt x="65400" y="12990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92AEEB26-C9A1-05FB-0092-CD14BA15BCBD}"/>
                  </a:ext>
                </a:extLst>
              </p:cNvPr>
              <p:cNvSpPr/>
              <p:nvPr/>
            </p:nvSpPr>
            <p:spPr>
              <a:xfrm>
                <a:off x="5559906" y="2003942"/>
                <a:ext cx="596440" cy="250894"/>
              </a:xfrm>
              <a:custGeom>
                <a:avLst/>
                <a:gdLst>
                  <a:gd name="connsiteX0" fmla="*/ 298208 w 596440"/>
                  <a:gd name="connsiteY0" fmla="*/ 250894 h 250894"/>
                  <a:gd name="connsiteX1" fmla="*/ 6289 w 596440"/>
                  <a:gd name="connsiteY1" fmla="*/ 61145 h 250894"/>
                  <a:gd name="connsiteX2" fmla="*/ 18272 w 596440"/>
                  <a:gd name="connsiteY2" fmla="*/ 6289 h 250894"/>
                  <a:gd name="connsiteX3" fmla="*/ 73128 w 596440"/>
                  <a:gd name="connsiteY3" fmla="*/ 18272 h 250894"/>
                  <a:gd name="connsiteX4" fmla="*/ 298208 w 596440"/>
                  <a:gd name="connsiteY4" fmla="*/ 171501 h 250894"/>
                  <a:gd name="connsiteX5" fmla="*/ 453322 w 596440"/>
                  <a:gd name="connsiteY5" fmla="*/ 97368 h 250894"/>
                  <a:gd name="connsiteX6" fmla="*/ 523734 w 596440"/>
                  <a:gd name="connsiteY6" fmla="*/ 17627 h 250894"/>
                  <a:gd name="connsiteX7" fmla="*/ 578813 w 596440"/>
                  <a:gd name="connsiteY7" fmla="*/ 6711 h 250894"/>
                  <a:gd name="connsiteX8" fmla="*/ 589730 w 596440"/>
                  <a:gd name="connsiteY8" fmla="*/ 61790 h 250894"/>
                  <a:gd name="connsiteX9" fmla="*/ 298208 w 596440"/>
                  <a:gd name="connsiteY9" fmla="*/ 250894 h 25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6440" h="250894">
                    <a:moveTo>
                      <a:pt x="298208" y="250894"/>
                    </a:moveTo>
                    <a:cubicBezTo>
                      <a:pt x="129993" y="250894"/>
                      <a:pt x="11301" y="68885"/>
                      <a:pt x="6289" y="61145"/>
                    </a:cubicBezTo>
                    <a:cubicBezTo>
                      <a:pt x="-5550" y="42688"/>
                      <a:pt x="-185" y="18128"/>
                      <a:pt x="18272" y="6289"/>
                    </a:cubicBezTo>
                    <a:cubicBezTo>
                      <a:pt x="36729" y="-5550"/>
                      <a:pt x="61289" y="-185"/>
                      <a:pt x="73128" y="18272"/>
                    </a:cubicBezTo>
                    <a:cubicBezTo>
                      <a:pt x="74071" y="19761"/>
                      <a:pt x="173560" y="171501"/>
                      <a:pt x="298208" y="171501"/>
                    </a:cubicBezTo>
                    <a:cubicBezTo>
                      <a:pt x="359291" y="171501"/>
                      <a:pt x="416255" y="131159"/>
                      <a:pt x="453322" y="97368"/>
                    </a:cubicBezTo>
                    <a:cubicBezTo>
                      <a:pt x="479566" y="73371"/>
                      <a:pt x="503171" y="46640"/>
                      <a:pt x="523734" y="17627"/>
                    </a:cubicBezTo>
                    <a:cubicBezTo>
                      <a:pt x="535929" y="-597"/>
                      <a:pt x="560589" y="-5484"/>
                      <a:pt x="578813" y="6711"/>
                    </a:cubicBezTo>
                    <a:cubicBezTo>
                      <a:pt x="597037" y="18906"/>
                      <a:pt x="601925" y="43565"/>
                      <a:pt x="589730" y="61790"/>
                    </a:cubicBezTo>
                    <a:cubicBezTo>
                      <a:pt x="584569" y="69481"/>
                      <a:pt x="461460" y="250894"/>
                      <a:pt x="298208" y="25089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06E38AC-C4DA-903F-F3A7-D8F749274874}"/>
                </a:ext>
              </a:extLst>
            </p:cNvPr>
            <p:cNvSpPr/>
            <p:nvPr/>
          </p:nvSpPr>
          <p:spPr>
            <a:xfrm>
              <a:off x="5458517" y="1839363"/>
              <a:ext cx="807031" cy="243984"/>
            </a:xfrm>
            <a:custGeom>
              <a:avLst/>
              <a:gdLst>
                <a:gd name="connsiteX0" fmla="*/ 767434 w 807031"/>
                <a:gd name="connsiteY0" fmla="*/ 243985 h 243984"/>
                <a:gd name="connsiteX1" fmla="*/ 658269 w 807031"/>
                <a:gd name="connsiteY1" fmla="*/ 243985 h 243984"/>
                <a:gd name="connsiteX2" fmla="*/ 626015 w 807031"/>
                <a:gd name="connsiteY2" fmla="*/ 227412 h 243984"/>
                <a:gd name="connsiteX3" fmla="*/ 399794 w 807031"/>
                <a:gd name="connsiteY3" fmla="*/ 79393 h 243984"/>
                <a:gd name="connsiteX4" fmla="*/ 173970 w 807031"/>
                <a:gd name="connsiteY4" fmla="*/ 226866 h 243984"/>
                <a:gd name="connsiteX5" fmla="*/ 141320 w 807031"/>
                <a:gd name="connsiteY5" fmla="*/ 243985 h 243984"/>
                <a:gd name="connsiteX6" fmla="*/ 39697 w 807031"/>
                <a:gd name="connsiteY6" fmla="*/ 243985 h 243984"/>
                <a:gd name="connsiteX7" fmla="*/ 0 w 807031"/>
                <a:gd name="connsiteY7" fmla="*/ 204288 h 243984"/>
                <a:gd name="connsiteX8" fmla="*/ 39697 w 807031"/>
                <a:gd name="connsiteY8" fmla="*/ 164592 h 243984"/>
                <a:gd name="connsiteX9" fmla="*/ 121273 w 807031"/>
                <a:gd name="connsiteY9" fmla="*/ 164592 h 243984"/>
                <a:gd name="connsiteX10" fmla="*/ 399596 w 807031"/>
                <a:gd name="connsiteY10" fmla="*/ 0 h 243984"/>
                <a:gd name="connsiteX11" fmla="*/ 677472 w 807031"/>
                <a:gd name="connsiteY11" fmla="*/ 164592 h 243984"/>
                <a:gd name="connsiteX12" fmla="*/ 767335 w 807031"/>
                <a:gd name="connsiteY12" fmla="*/ 164592 h 243984"/>
                <a:gd name="connsiteX13" fmla="*/ 807032 w 807031"/>
                <a:gd name="connsiteY13" fmla="*/ 204288 h 243984"/>
                <a:gd name="connsiteX14" fmla="*/ 767335 w 807031"/>
                <a:gd name="connsiteY14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7031" h="243984">
                  <a:moveTo>
                    <a:pt x="767434" y="243985"/>
                  </a:moveTo>
                  <a:lnTo>
                    <a:pt x="658269" y="243985"/>
                  </a:lnTo>
                  <a:cubicBezTo>
                    <a:pt x="645475" y="243981"/>
                    <a:pt x="633468" y="237811"/>
                    <a:pt x="626015" y="227412"/>
                  </a:cubicBezTo>
                  <a:cubicBezTo>
                    <a:pt x="624973" y="225973"/>
                    <a:pt x="517991" y="79393"/>
                    <a:pt x="399794" y="79393"/>
                  </a:cubicBezTo>
                  <a:cubicBezTo>
                    <a:pt x="277628" y="79393"/>
                    <a:pt x="174963" y="225377"/>
                    <a:pt x="173970" y="226866"/>
                  </a:cubicBezTo>
                  <a:cubicBezTo>
                    <a:pt x="166557" y="237586"/>
                    <a:pt x="154354" y="243985"/>
                    <a:pt x="141320" y="243985"/>
                  </a:cubicBezTo>
                  <a:lnTo>
                    <a:pt x="39697" y="243985"/>
                  </a:lnTo>
                  <a:cubicBezTo>
                    <a:pt x="17773" y="243985"/>
                    <a:pt x="0" y="226212"/>
                    <a:pt x="0" y="204288"/>
                  </a:cubicBezTo>
                  <a:cubicBezTo>
                    <a:pt x="0" y="182365"/>
                    <a:pt x="17773" y="164592"/>
                    <a:pt x="39697" y="164592"/>
                  </a:cubicBezTo>
                  <a:lnTo>
                    <a:pt x="121273" y="164592"/>
                  </a:lnTo>
                  <a:cubicBezTo>
                    <a:pt x="157149" y="119090"/>
                    <a:pt x="264032" y="0"/>
                    <a:pt x="399596" y="0"/>
                  </a:cubicBezTo>
                  <a:cubicBezTo>
                    <a:pt x="531637" y="0"/>
                    <a:pt x="641100" y="119635"/>
                    <a:pt x="677472" y="164592"/>
                  </a:cubicBezTo>
                  <a:lnTo>
                    <a:pt x="767335" y="164592"/>
                  </a:lnTo>
                  <a:cubicBezTo>
                    <a:pt x="789259" y="164592"/>
                    <a:pt x="807032" y="182365"/>
                    <a:pt x="807032" y="204288"/>
                  </a:cubicBezTo>
                  <a:cubicBezTo>
                    <a:pt x="807032" y="226212"/>
                    <a:pt x="789259" y="243985"/>
                    <a:pt x="767335" y="2439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E285EED-4F5F-2645-3C59-56F55524A8AB}"/>
                </a:ext>
              </a:extLst>
            </p:cNvPr>
            <p:cNvSpPr/>
            <p:nvPr/>
          </p:nvSpPr>
          <p:spPr>
            <a:xfrm>
              <a:off x="5572645" y="1825221"/>
              <a:ext cx="79393" cy="228255"/>
            </a:xfrm>
            <a:custGeom>
              <a:avLst/>
              <a:gdLst>
                <a:gd name="connsiteX0" fmla="*/ 39697 w 79393"/>
                <a:gd name="connsiteY0" fmla="*/ 228255 h 228255"/>
                <a:gd name="connsiteX1" fmla="*/ 0 w 79393"/>
                <a:gd name="connsiteY1" fmla="*/ 188559 h 228255"/>
                <a:gd name="connsiteX2" fmla="*/ 0 w 79393"/>
                <a:gd name="connsiteY2" fmla="*/ 39697 h 228255"/>
                <a:gd name="connsiteX3" fmla="*/ 39697 w 79393"/>
                <a:gd name="connsiteY3" fmla="*/ 0 h 228255"/>
                <a:gd name="connsiteX4" fmla="*/ 79393 w 79393"/>
                <a:gd name="connsiteY4" fmla="*/ 39697 h 228255"/>
                <a:gd name="connsiteX5" fmla="*/ 79393 w 79393"/>
                <a:gd name="connsiteY5" fmla="*/ 188559 h 228255"/>
                <a:gd name="connsiteX6" fmla="*/ 39697 w 79393"/>
                <a:gd name="connsiteY6" fmla="*/ 228255 h 22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8255">
                  <a:moveTo>
                    <a:pt x="39697" y="228255"/>
                  </a:moveTo>
                  <a:cubicBezTo>
                    <a:pt x="17773" y="228255"/>
                    <a:pt x="0" y="210482"/>
                    <a:pt x="0" y="1885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88559"/>
                  </a:lnTo>
                  <a:cubicBezTo>
                    <a:pt x="79393" y="210482"/>
                    <a:pt x="61620" y="228255"/>
                    <a:pt x="39697" y="22825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8EF7076-11BA-6014-4FB0-B58BF4871DF3}"/>
                </a:ext>
              </a:extLst>
            </p:cNvPr>
            <p:cNvSpPr/>
            <p:nvPr/>
          </p:nvSpPr>
          <p:spPr>
            <a:xfrm>
              <a:off x="5815787" y="1701169"/>
              <a:ext cx="79393" cy="193520"/>
            </a:xfrm>
            <a:custGeom>
              <a:avLst/>
              <a:gdLst>
                <a:gd name="connsiteX0" fmla="*/ 39697 w 79393"/>
                <a:gd name="connsiteY0" fmla="*/ 193521 h 193520"/>
                <a:gd name="connsiteX1" fmla="*/ 0 w 79393"/>
                <a:gd name="connsiteY1" fmla="*/ 153824 h 193520"/>
                <a:gd name="connsiteX2" fmla="*/ 0 w 79393"/>
                <a:gd name="connsiteY2" fmla="*/ 39697 h 193520"/>
                <a:gd name="connsiteX3" fmla="*/ 39697 w 79393"/>
                <a:gd name="connsiteY3" fmla="*/ 0 h 193520"/>
                <a:gd name="connsiteX4" fmla="*/ 79393 w 79393"/>
                <a:gd name="connsiteY4" fmla="*/ 39697 h 193520"/>
                <a:gd name="connsiteX5" fmla="*/ 79393 w 79393"/>
                <a:gd name="connsiteY5" fmla="*/ 153824 h 193520"/>
                <a:gd name="connsiteX6" fmla="*/ 39697 w 79393"/>
                <a:gd name="connsiteY6" fmla="*/ 193521 h 19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3520">
                  <a:moveTo>
                    <a:pt x="39697" y="193521"/>
                  </a:moveTo>
                  <a:cubicBezTo>
                    <a:pt x="17773" y="193521"/>
                    <a:pt x="0" y="175748"/>
                    <a:pt x="0" y="1538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53824"/>
                  </a:lnTo>
                  <a:cubicBezTo>
                    <a:pt x="79393" y="175748"/>
                    <a:pt x="61620" y="193521"/>
                    <a:pt x="39697" y="1935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4C5F6D8-C397-8C0A-D6E5-299C7ABCD0CD}"/>
                </a:ext>
              </a:extLst>
            </p:cNvPr>
            <p:cNvSpPr/>
            <p:nvPr/>
          </p:nvSpPr>
          <p:spPr>
            <a:xfrm>
              <a:off x="6063891" y="1621776"/>
              <a:ext cx="79393" cy="451548"/>
            </a:xfrm>
            <a:custGeom>
              <a:avLst/>
              <a:gdLst>
                <a:gd name="connsiteX0" fmla="*/ 39697 w 79393"/>
                <a:gd name="connsiteY0" fmla="*/ 451548 h 451548"/>
                <a:gd name="connsiteX1" fmla="*/ 0 w 79393"/>
                <a:gd name="connsiteY1" fmla="*/ 411852 h 451548"/>
                <a:gd name="connsiteX2" fmla="*/ 0 w 79393"/>
                <a:gd name="connsiteY2" fmla="*/ 39697 h 451548"/>
                <a:gd name="connsiteX3" fmla="*/ 39697 w 79393"/>
                <a:gd name="connsiteY3" fmla="*/ 0 h 451548"/>
                <a:gd name="connsiteX4" fmla="*/ 79393 w 79393"/>
                <a:gd name="connsiteY4" fmla="*/ 39697 h 451548"/>
                <a:gd name="connsiteX5" fmla="*/ 79393 w 79393"/>
                <a:gd name="connsiteY5" fmla="*/ 411852 h 451548"/>
                <a:gd name="connsiteX6" fmla="*/ 39697 w 79393"/>
                <a:gd name="connsiteY6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1548">
                  <a:moveTo>
                    <a:pt x="39697" y="451548"/>
                  </a:moveTo>
                  <a:cubicBezTo>
                    <a:pt x="17773" y="451548"/>
                    <a:pt x="0" y="433775"/>
                    <a:pt x="0" y="4118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411852"/>
                  </a:lnTo>
                  <a:cubicBezTo>
                    <a:pt x="79393" y="433776"/>
                    <a:pt x="61620" y="451548"/>
                    <a:pt x="39697" y="4515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C01B0763-25D6-FC03-9A91-29175D1CD79A}"/>
                </a:ext>
              </a:extLst>
            </p:cNvPr>
            <p:cNvSpPr/>
            <p:nvPr/>
          </p:nvSpPr>
          <p:spPr>
            <a:xfrm>
              <a:off x="5495642" y="1454417"/>
              <a:ext cx="736053" cy="358001"/>
            </a:xfrm>
            <a:custGeom>
              <a:avLst/>
              <a:gdLst>
                <a:gd name="connsiteX0" fmla="*/ 39787 w 736053"/>
                <a:gd name="connsiteY0" fmla="*/ 358001 h 358001"/>
                <a:gd name="connsiteX1" fmla="*/ 0 w 736053"/>
                <a:gd name="connsiteY1" fmla="*/ 318396 h 358001"/>
                <a:gd name="connsiteX2" fmla="*/ 24256 w 736053"/>
                <a:gd name="connsiteY2" fmla="*/ 281734 h 358001"/>
                <a:gd name="connsiteX3" fmla="*/ 680838 w 736053"/>
                <a:gd name="connsiteY3" fmla="*/ 3164 h 358001"/>
                <a:gd name="connsiteX4" fmla="*/ 732890 w 736053"/>
                <a:gd name="connsiteY4" fmla="*/ 24203 h 358001"/>
                <a:gd name="connsiteX5" fmla="*/ 711851 w 736053"/>
                <a:gd name="connsiteY5" fmla="*/ 76255 h 358001"/>
                <a:gd name="connsiteX6" fmla="*/ 55269 w 736053"/>
                <a:gd name="connsiteY6" fmla="*/ 354826 h 358001"/>
                <a:gd name="connsiteX7" fmla="*/ 39787 w 736053"/>
                <a:gd name="connsiteY7" fmla="*/ 358001 h 35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6053" h="358001">
                  <a:moveTo>
                    <a:pt x="39787" y="358001"/>
                  </a:moveTo>
                  <a:cubicBezTo>
                    <a:pt x="17864" y="358052"/>
                    <a:pt x="50" y="340319"/>
                    <a:pt x="0" y="318396"/>
                  </a:cubicBezTo>
                  <a:cubicBezTo>
                    <a:pt x="-36" y="302405"/>
                    <a:pt x="9525" y="287954"/>
                    <a:pt x="24256" y="281734"/>
                  </a:cubicBezTo>
                  <a:lnTo>
                    <a:pt x="680838" y="3164"/>
                  </a:lnTo>
                  <a:cubicBezTo>
                    <a:pt x="701021" y="-5400"/>
                    <a:pt x="724326" y="4019"/>
                    <a:pt x="732890" y="24203"/>
                  </a:cubicBezTo>
                  <a:cubicBezTo>
                    <a:pt x="741454" y="44387"/>
                    <a:pt x="732034" y="67691"/>
                    <a:pt x="711851" y="76255"/>
                  </a:cubicBezTo>
                  <a:lnTo>
                    <a:pt x="55269" y="354826"/>
                  </a:lnTo>
                  <a:cubicBezTo>
                    <a:pt x="50380" y="356931"/>
                    <a:pt x="45111" y="358012"/>
                    <a:pt x="39787" y="3580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D543144-A3F3-CA0D-C0AF-8B1E2DA981A6}"/>
                </a:ext>
              </a:extLst>
            </p:cNvPr>
            <p:cNvSpPr/>
            <p:nvPr/>
          </p:nvSpPr>
          <p:spPr>
            <a:xfrm>
              <a:off x="6075745" y="1419533"/>
              <a:ext cx="162329" cy="193112"/>
            </a:xfrm>
            <a:custGeom>
              <a:avLst/>
              <a:gdLst>
                <a:gd name="connsiteX0" fmla="*/ 90067 w 162329"/>
                <a:gd name="connsiteY0" fmla="*/ 193113 h 193112"/>
                <a:gd name="connsiteX1" fmla="*/ 50401 w 162329"/>
                <a:gd name="connsiteY1" fmla="*/ 153386 h 193112"/>
                <a:gd name="connsiteX2" fmla="*/ 53298 w 162329"/>
                <a:gd name="connsiteY2" fmla="*/ 138530 h 193112"/>
                <a:gd name="connsiteX3" fmla="*/ 70913 w 162329"/>
                <a:gd name="connsiteY3" fmla="*/ 95261 h 193112"/>
                <a:gd name="connsiteX4" fmla="*/ 23426 w 162329"/>
                <a:gd name="connsiteY4" fmla="*/ 75909 h 193112"/>
                <a:gd name="connsiteX5" fmla="*/ 3502 w 162329"/>
                <a:gd name="connsiteY5" fmla="*/ 23424 h 193112"/>
                <a:gd name="connsiteX6" fmla="*/ 53198 w 162329"/>
                <a:gd name="connsiteY6" fmla="*/ 2371 h 193112"/>
                <a:gd name="connsiteX7" fmla="*/ 137554 w 162329"/>
                <a:gd name="connsiteY7" fmla="*/ 36659 h 193112"/>
                <a:gd name="connsiteX8" fmla="*/ 159404 w 162329"/>
                <a:gd name="connsiteY8" fmla="*/ 88372 h 193112"/>
                <a:gd name="connsiteX9" fmla="*/ 159387 w 162329"/>
                <a:gd name="connsiteY9" fmla="*/ 88413 h 193112"/>
                <a:gd name="connsiteX10" fmla="*/ 126786 w 162329"/>
                <a:gd name="connsiteY10" fmla="*/ 168452 h 193112"/>
                <a:gd name="connsiteX11" fmla="*/ 90067 w 162329"/>
                <a:gd name="connsiteY11" fmla="*/ 193113 h 193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29" h="193112">
                  <a:moveTo>
                    <a:pt x="90067" y="193113"/>
                  </a:moveTo>
                  <a:cubicBezTo>
                    <a:pt x="68143" y="193096"/>
                    <a:pt x="50384" y="175310"/>
                    <a:pt x="50401" y="153386"/>
                  </a:cubicBezTo>
                  <a:cubicBezTo>
                    <a:pt x="50405" y="148294"/>
                    <a:pt x="51388" y="143250"/>
                    <a:pt x="53298" y="138530"/>
                  </a:cubicBezTo>
                  <a:lnTo>
                    <a:pt x="70913" y="95261"/>
                  </a:lnTo>
                  <a:lnTo>
                    <a:pt x="23426" y="75909"/>
                  </a:lnTo>
                  <a:cubicBezTo>
                    <a:pt x="3431" y="66917"/>
                    <a:pt x="-5490" y="43419"/>
                    <a:pt x="3502" y="23424"/>
                  </a:cubicBezTo>
                  <a:cubicBezTo>
                    <a:pt x="12015" y="4492"/>
                    <a:pt x="33676" y="-4684"/>
                    <a:pt x="53198" y="2371"/>
                  </a:cubicBezTo>
                  <a:lnTo>
                    <a:pt x="137554" y="36659"/>
                  </a:lnTo>
                  <a:cubicBezTo>
                    <a:pt x="157867" y="44905"/>
                    <a:pt x="167650" y="68058"/>
                    <a:pt x="159404" y="88372"/>
                  </a:cubicBezTo>
                  <a:cubicBezTo>
                    <a:pt x="159398" y="88386"/>
                    <a:pt x="159392" y="88399"/>
                    <a:pt x="159387" y="88413"/>
                  </a:cubicBezTo>
                  <a:lnTo>
                    <a:pt x="126786" y="168452"/>
                  </a:lnTo>
                  <a:cubicBezTo>
                    <a:pt x="120684" y="183361"/>
                    <a:pt x="106177" y="193105"/>
                    <a:pt x="90067" y="1931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B480F31F-A489-FC50-2233-A7A7C8309F17}"/>
              </a:ext>
            </a:extLst>
          </p:cNvPr>
          <p:cNvGrpSpPr/>
          <p:nvPr/>
        </p:nvGrpSpPr>
        <p:grpSpPr>
          <a:xfrm>
            <a:off x="6767782" y="1412916"/>
            <a:ext cx="823617" cy="847924"/>
            <a:chOff x="6767782" y="1412916"/>
            <a:chExt cx="823617" cy="847924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D9A68F2-AB39-A7E7-A925-6E91821032C4}"/>
                </a:ext>
              </a:extLst>
            </p:cNvPr>
            <p:cNvSpPr/>
            <p:nvPr/>
          </p:nvSpPr>
          <p:spPr>
            <a:xfrm>
              <a:off x="6819195" y="1464329"/>
              <a:ext cx="201346" cy="201362"/>
            </a:xfrm>
            <a:custGeom>
              <a:avLst/>
              <a:gdLst>
                <a:gd name="connsiteX0" fmla="*/ 161417 w 201346"/>
                <a:gd name="connsiteY0" fmla="*/ 201362 h 201362"/>
                <a:gd name="connsiteX1" fmla="*/ 133332 w 201346"/>
                <a:gd name="connsiteY1" fmla="*/ 189701 h 201362"/>
                <a:gd name="connsiteX2" fmla="*/ 10918 w 201346"/>
                <a:gd name="connsiteY2" fmla="*/ 67038 h 201362"/>
                <a:gd name="connsiteX3" fmla="*/ 12355 w 201346"/>
                <a:gd name="connsiteY3" fmla="*/ 10917 h 201362"/>
                <a:gd name="connsiteX4" fmla="*/ 67039 w 201346"/>
                <a:gd name="connsiteY4" fmla="*/ 10917 h 201362"/>
                <a:gd name="connsiteX5" fmla="*/ 189453 w 201346"/>
                <a:gd name="connsiteY5" fmla="*/ 133332 h 201362"/>
                <a:gd name="connsiteX6" fmla="*/ 189984 w 201346"/>
                <a:gd name="connsiteY6" fmla="*/ 189469 h 201362"/>
                <a:gd name="connsiteX7" fmla="*/ 161417 w 201346"/>
                <a:gd name="connsiteY7" fmla="*/ 201362 h 20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346" h="201362">
                  <a:moveTo>
                    <a:pt x="161417" y="201362"/>
                  </a:moveTo>
                  <a:cubicBezTo>
                    <a:pt x="150879" y="201357"/>
                    <a:pt x="140775" y="197162"/>
                    <a:pt x="133332" y="189701"/>
                  </a:cubicBezTo>
                  <a:lnTo>
                    <a:pt x="10918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189453" y="133332"/>
                  </a:lnTo>
                  <a:cubicBezTo>
                    <a:pt x="205101" y="148687"/>
                    <a:pt x="205339" y="173820"/>
                    <a:pt x="189984" y="189469"/>
                  </a:cubicBezTo>
                  <a:cubicBezTo>
                    <a:pt x="182463" y="197134"/>
                    <a:pt x="172156" y="201425"/>
                    <a:pt x="161417" y="2013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19FDF57-06B5-A396-31B8-356302B62DCA}"/>
                </a:ext>
              </a:extLst>
            </p:cNvPr>
            <p:cNvSpPr/>
            <p:nvPr/>
          </p:nvSpPr>
          <p:spPr>
            <a:xfrm>
              <a:off x="6818451" y="1463585"/>
              <a:ext cx="174069" cy="174069"/>
            </a:xfrm>
            <a:custGeom>
              <a:avLst/>
              <a:gdLst>
                <a:gd name="connsiteX0" fmla="*/ 39697 w 174069"/>
                <a:gd name="connsiteY0" fmla="*/ 174069 h 174069"/>
                <a:gd name="connsiteX1" fmla="*/ 0 w 174069"/>
                <a:gd name="connsiteY1" fmla="*/ 134373 h 174069"/>
                <a:gd name="connsiteX2" fmla="*/ 0 w 174069"/>
                <a:gd name="connsiteY2" fmla="*/ 39697 h 174069"/>
                <a:gd name="connsiteX3" fmla="*/ 39697 w 174069"/>
                <a:gd name="connsiteY3" fmla="*/ 0 h 174069"/>
                <a:gd name="connsiteX4" fmla="*/ 134373 w 174069"/>
                <a:gd name="connsiteY4" fmla="*/ 0 h 174069"/>
                <a:gd name="connsiteX5" fmla="*/ 174070 w 174069"/>
                <a:gd name="connsiteY5" fmla="*/ 39697 h 174069"/>
                <a:gd name="connsiteX6" fmla="*/ 134373 w 174069"/>
                <a:gd name="connsiteY6" fmla="*/ 79393 h 174069"/>
                <a:gd name="connsiteX7" fmla="*/ 79393 w 174069"/>
                <a:gd name="connsiteY7" fmla="*/ 79393 h 174069"/>
                <a:gd name="connsiteX8" fmla="*/ 79393 w 174069"/>
                <a:gd name="connsiteY8" fmla="*/ 134373 h 174069"/>
                <a:gd name="connsiteX9" fmla="*/ 39697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39697" y="174069"/>
                  </a:moveTo>
                  <a:cubicBezTo>
                    <a:pt x="17773" y="174069"/>
                    <a:pt x="0" y="156297"/>
                    <a:pt x="0" y="1343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4373" y="0"/>
                  </a:lnTo>
                  <a:cubicBezTo>
                    <a:pt x="156297" y="0"/>
                    <a:pt x="174070" y="17773"/>
                    <a:pt x="174070" y="39697"/>
                  </a:cubicBezTo>
                  <a:cubicBezTo>
                    <a:pt x="174070" y="61620"/>
                    <a:pt x="156297" y="79393"/>
                    <a:pt x="134373" y="79393"/>
                  </a:cubicBezTo>
                  <a:lnTo>
                    <a:pt x="79393" y="79393"/>
                  </a:lnTo>
                  <a:lnTo>
                    <a:pt x="79393" y="134373"/>
                  </a:lnTo>
                  <a:cubicBezTo>
                    <a:pt x="79393" y="156297"/>
                    <a:pt x="61620" y="174069"/>
                    <a:pt x="39697" y="1740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81BF9BE-F6EF-839B-A66F-81032DB9CDFB}"/>
                </a:ext>
              </a:extLst>
            </p:cNvPr>
            <p:cNvSpPr/>
            <p:nvPr/>
          </p:nvSpPr>
          <p:spPr>
            <a:xfrm>
              <a:off x="7338889" y="1477777"/>
              <a:ext cx="202783" cy="202798"/>
            </a:xfrm>
            <a:custGeom>
              <a:avLst/>
              <a:gdLst>
                <a:gd name="connsiteX0" fmla="*/ 39681 w 202783"/>
                <a:gd name="connsiteY0" fmla="*/ 202799 h 202798"/>
                <a:gd name="connsiteX1" fmla="*/ 0 w 202783"/>
                <a:gd name="connsiteY1" fmla="*/ 163087 h 202798"/>
                <a:gd name="connsiteX2" fmla="*/ 11893 w 202783"/>
                <a:gd name="connsiteY2" fmla="*/ 134769 h 202798"/>
                <a:gd name="connsiteX3" fmla="*/ 134307 w 202783"/>
                <a:gd name="connsiteY3" fmla="*/ 12355 h 202798"/>
                <a:gd name="connsiteX4" fmla="*/ 190429 w 202783"/>
                <a:gd name="connsiteY4" fmla="*/ 10917 h 202798"/>
                <a:gd name="connsiteX5" fmla="*/ 191866 w 202783"/>
                <a:gd name="connsiteY5" fmla="*/ 67038 h 202798"/>
                <a:gd name="connsiteX6" fmla="*/ 190429 w 202783"/>
                <a:gd name="connsiteY6" fmla="*/ 68476 h 202798"/>
                <a:gd name="connsiteX7" fmla="*/ 67766 w 202783"/>
                <a:gd name="connsiteY7" fmla="*/ 190890 h 202798"/>
                <a:gd name="connsiteX8" fmla="*/ 39681 w 202783"/>
                <a:gd name="connsiteY8" fmla="*/ 202799 h 202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783" h="202798">
                  <a:moveTo>
                    <a:pt x="39681" y="202799"/>
                  </a:moveTo>
                  <a:cubicBezTo>
                    <a:pt x="17757" y="202790"/>
                    <a:pt x="-9" y="185010"/>
                    <a:pt x="0" y="163087"/>
                  </a:cubicBezTo>
                  <a:cubicBezTo>
                    <a:pt x="4" y="152434"/>
                    <a:pt x="4290" y="142230"/>
                    <a:pt x="11893" y="134769"/>
                  </a:cubicBezTo>
                  <a:lnTo>
                    <a:pt x="134307" y="12355"/>
                  </a:lnTo>
                  <a:cubicBezTo>
                    <a:pt x="149408" y="-3540"/>
                    <a:pt x="174534" y="-4183"/>
                    <a:pt x="190429" y="10917"/>
                  </a:cubicBezTo>
                  <a:cubicBezTo>
                    <a:pt x="206323" y="26018"/>
                    <a:pt x="206966" y="51144"/>
                    <a:pt x="191866" y="67038"/>
                  </a:cubicBezTo>
                  <a:cubicBezTo>
                    <a:pt x="191399" y="67530"/>
                    <a:pt x="190920" y="68009"/>
                    <a:pt x="190429" y="68476"/>
                  </a:cubicBezTo>
                  <a:lnTo>
                    <a:pt x="67766" y="190890"/>
                  </a:lnTo>
                  <a:cubicBezTo>
                    <a:pt x="60364" y="198442"/>
                    <a:pt x="50255" y="202728"/>
                    <a:pt x="39681" y="2027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9812285-3B85-6BAE-6442-369C71F9CD56}"/>
                </a:ext>
              </a:extLst>
            </p:cNvPr>
            <p:cNvSpPr/>
            <p:nvPr/>
          </p:nvSpPr>
          <p:spPr>
            <a:xfrm>
              <a:off x="7366661" y="1478471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94676 w 174069"/>
                <a:gd name="connsiteY1" fmla="*/ 134373 h 174069"/>
                <a:gd name="connsiteX2" fmla="*/ 94676 w 174069"/>
                <a:gd name="connsiteY2" fmla="*/ 79393 h 174069"/>
                <a:gd name="connsiteX3" fmla="*/ 39697 w 174069"/>
                <a:gd name="connsiteY3" fmla="*/ 79393 h 174069"/>
                <a:gd name="connsiteX4" fmla="*/ 0 w 174069"/>
                <a:gd name="connsiteY4" fmla="*/ 39697 h 174069"/>
                <a:gd name="connsiteX5" fmla="*/ 39697 w 174069"/>
                <a:gd name="connsiteY5" fmla="*/ 0 h 174069"/>
                <a:gd name="connsiteX6" fmla="*/ 134373 w 174069"/>
                <a:gd name="connsiteY6" fmla="*/ 0 h 174069"/>
                <a:gd name="connsiteX7" fmla="*/ 174070 w 174069"/>
                <a:gd name="connsiteY7" fmla="*/ 39697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cubicBezTo>
                    <a:pt x="112449" y="174069"/>
                    <a:pt x="94676" y="156297"/>
                    <a:pt x="94676" y="134373"/>
                  </a:cubicBezTo>
                  <a:lnTo>
                    <a:pt x="94676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4373" y="0"/>
                  </a:lnTo>
                  <a:cubicBezTo>
                    <a:pt x="156297" y="0"/>
                    <a:pt x="174070" y="17773"/>
                    <a:pt x="174070" y="39697"/>
                  </a:cubicBezTo>
                  <a:lnTo>
                    <a:pt x="174070" y="134373"/>
                  </a:lnTo>
                  <a:cubicBezTo>
                    <a:pt x="174070" y="156297"/>
                    <a:pt x="156297" y="174069"/>
                    <a:pt x="134373" y="1740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54A1DEA-DF34-F5C7-2AB0-CEC5F33E958E}"/>
                </a:ext>
              </a:extLst>
            </p:cNvPr>
            <p:cNvSpPr/>
            <p:nvPr/>
          </p:nvSpPr>
          <p:spPr>
            <a:xfrm>
              <a:off x="6818451" y="2020577"/>
              <a:ext cx="190791" cy="190940"/>
            </a:xfrm>
            <a:custGeom>
              <a:avLst/>
              <a:gdLst>
                <a:gd name="connsiteX0" fmla="*/ 151095 w 190791"/>
                <a:gd name="connsiteY0" fmla="*/ 190940 h 190940"/>
                <a:gd name="connsiteX1" fmla="*/ 39697 w 190791"/>
                <a:gd name="connsiteY1" fmla="*/ 190940 h 190940"/>
                <a:gd name="connsiteX2" fmla="*/ 0 w 190791"/>
                <a:gd name="connsiteY2" fmla="*/ 151244 h 190940"/>
                <a:gd name="connsiteX3" fmla="*/ 0 w 190791"/>
                <a:gd name="connsiteY3" fmla="*/ 39697 h 190940"/>
                <a:gd name="connsiteX4" fmla="*/ 39697 w 190791"/>
                <a:gd name="connsiteY4" fmla="*/ 0 h 190940"/>
                <a:gd name="connsiteX5" fmla="*/ 79393 w 190791"/>
                <a:gd name="connsiteY5" fmla="*/ 39697 h 190940"/>
                <a:gd name="connsiteX6" fmla="*/ 79393 w 190791"/>
                <a:gd name="connsiteY6" fmla="*/ 111547 h 190940"/>
                <a:gd name="connsiteX7" fmla="*/ 151095 w 190791"/>
                <a:gd name="connsiteY7" fmla="*/ 111547 h 190940"/>
                <a:gd name="connsiteX8" fmla="*/ 190792 w 190791"/>
                <a:gd name="connsiteY8" fmla="*/ 151244 h 190940"/>
                <a:gd name="connsiteX9" fmla="*/ 151095 w 190791"/>
                <a:gd name="connsiteY9" fmla="*/ 190940 h 19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1" h="190940">
                  <a:moveTo>
                    <a:pt x="151095" y="190940"/>
                  </a:moveTo>
                  <a:lnTo>
                    <a:pt x="39697" y="190940"/>
                  </a:lnTo>
                  <a:cubicBezTo>
                    <a:pt x="17773" y="190940"/>
                    <a:pt x="0" y="173168"/>
                    <a:pt x="0" y="1512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11547"/>
                  </a:lnTo>
                  <a:lnTo>
                    <a:pt x="151095" y="111547"/>
                  </a:lnTo>
                  <a:cubicBezTo>
                    <a:pt x="173019" y="111547"/>
                    <a:pt x="190792" y="129320"/>
                    <a:pt x="190792" y="151244"/>
                  </a:cubicBezTo>
                  <a:cubicBezTo>
                    <a:pt x="190792" y="173168"/>
                    <a:pt x="173019" y="190940"/>
                    <a:pt x="151095" y="19094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FC25DFF-BCF1-B114-D873-8C9DC1E3723C}"/>
                </a:ext>
              </a:extLst>
            </p:cNvPr>
            <p:cNvSpPr/>
            <p:nvPr/>
          </p:nvSpPr>
          <p:spPr>
            <a:xfrm>
              <a:off x="7320910" y="2009064"/>
              <a:ext cx="201095" cy="201113"/>
            </a:xfrm>
            <a:custGeom>
              <a:avLst/>
              <a:gdLst>
                <a:gd name="connsiteX0" fmla="*/ 161417 w 201095"/>
                <a:gd name="connsiteY0" fmla="*/ 201113 h 201113"/>
                <a:gd name="connsiteX1" fmla="*/ 133332 w 201095"/>
                <a:gd name="connsiteY1" fmla="*/ 189453 h 201113"/>
                <a:gd name="connsiteX2" fmla="*/ 10917 w 201095"/>
                <a:gd name="connsiteY2" fmla="*/ 67038 h 201113"/>
                <a:gd name="connsiteX3" fmla="*/ 12355 w 201095"/>
                <a:gd name="connsiteY3" fmla="*/ 10917 h 201113"/>
                <a:gd name="connsiteX4" fmla="*/ 67039 w 201095"/>
                <a:gd name="connsiteY4" fmla="*/ 10917 h 201113"/>
                <a:gd name="connsiteX5" fmla="*/ 189453 w 201095"/>
                <a:gd name="connsiteY5" fmla="*/ 133332 h 201113"/>
                <a:gd name="connsiteX6" fmla="*/ 189484 w 201095"/>
                <a:gd name="connsiteY6" fmla="*/ 189471 h 201113"/>
                <a:gd name="connsiteX7" fmla="*/ 161417 w 201095"/>
                <a:gd name="connsiteY7" fmla="*/ 201114 h 20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095" h="201113">
                  <a:moveTo>
                    <a:pt x="161417" y="201113"/>
                  </a:moveTo>
                  <a:cubicBezTo>
                    <a:pt x="150879" y="201109"/>
                    <a:pt x="140775" y="196913"/>
                    <a:pt x="133332" y="189453"/>
                  </a:cubicBezTo>
                  <a:lnTo>
                    <a:pt x="10917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189453" y="133332"/>
                  </a:lnTo>
                  <a:cubicBezTo>
                    <a:pt x="204964" y="148825"/>
                    <a:pt x="204978" y="173960"/>
                    <a:pt x="189484" y="189471"/>
                  </a:cubicBezTo>
                  <a:cubicBezTo>
                    <a:pt x="182043" y="196921"/>
                    <a:pt x="171947" y="201109"/>
                    <a:pt x="161417" y="2011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937792E-276B-7F00-E690-5C9DE2584B0D}"/>
                </a:ext>
              </a:extLst>
            </p:cNvPr>
            <p:cNvSpPr/>
            <p:nvPr/>
          </p:nvSpPr>
          <p:spPr>
            <a:xfrm>
              <a:off x="7347954" y="2036109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39697 w 174069"/>
                <a:gd name="connsiteY1" fmla="*/ 174069 h 174069"/>
                <a:gd name="connsiteX2" fmla="*/ 0 w 174069"/>
                <a:gd name="connsiteY2" fmla="*/ 134373 h 174069"/>
                <a:gd name="connsiteX3" fmla="*/ 39697 w 174069"/>
                <a:gd name="connsiteY3" fmla="*/ 94676 h 174069"/>
                <a:gd name="connsiteX4" fmla="*/ 94676 w 174069"/>
                <a:gd name="connsiteY4" fmla="*/ 94676 h 174069"/>
                <a:gd name="connsiteX5" fmla="*/ 94676 w 174069"/>
                <a:gd name="connsiteY5" fmla="*/ 39697 h 174069"/>
                <a:gd name="connsiteX6" fmla="*/ 134373 w 174069"/>
                <a:gd name="connsiteY6" fmla="*/ 0 h 174069"/>
                <a:gd name="connsiteX7" fmla="*/ 174070 w 174069"/>
                <a:gd name="connsiteY7" fmla="*/ 39697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lnTo>
                    <a:pt x="39697" y="174069"/>
                  </a:lnTo>
                  <a:cubicBezTo>
                    <a:pt x="17773" y="174069"/>
                    <a:pt x="0" y="156297"/>
                    <a:pt x="0" y="134373"/>
                  </a:cubicBezTo>
                  <a:cubicBezTo>
                    <a:pt x="0" y="112449"/>
                    <a:pt x="17773" y="94676"/>
                    <a:pt x="39697" y="94676"/>
                  </a:cubicBezTo>
                  <a:lnTo>
                    <a:pt x="94676" y="94676"/>
                  </a:lnTo>
                  <a:lnTo>
                    <a:pt x="94676" y="39697"/>
                  </a:lnTo>
                  <a:cubicBezTo>
                    <a:pt x="94676" y="17773"/>
                    <a:pt x="112449" y="0"/>
                    <a:pt x="134373" y="0"/>
                  </a:cubicBezTo>
                  <a:cubicBezTo>
                    <a:pt x="156297" y="0"/>
                    <a:pt x="174070" y="17773"/>
                    <a:pt x="174070" y="39697"/>
                  </a:cubicBezTo>
                  <a:lnTo>
                    <a:pt x="174070" y="134373"/>
                  </a:lnTo>
                  <a:cubicBezTo>
                    <a:pt x="174070" y="156297"/>
                    <a:pt x="156297" y="174069"/>
                    <a:pt x="134373" y="1740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53605BA0-EE51-7022-A561-80A49BB6AEC1}"/>
                </a:ext>
              </a:extLst>
            </p:cNvPr>
            <p:cNvSpPr/>
            <p:nvPr/>
          </p:nvSpPr>
          <p:spPr>
            <a:xfrm>
              <a:off x="6818470" y="2009064"/>
              <a:ext cx="201095" cy="201113"/>
            </a:xfrm>
            <a:custGeom>
              <a:avLst/>
              <a:gdLst>
                <a:gd name="connsiteX0" fmla="*/ 39678 w 201095"/>
                <a:gd name="connsiteY0" fmla="*/ 201114 h 201113"/>
                <a:gd name="connsiteX1" fmla="*/ 0 w 201095"/>
                <a:gd name="connsiteY1" fmla="*/ 161399 h 201113"/>
                <a:gd name="connsiteX2" fmla="*/ 11642 w 201095"/>
                <a:gd name="connsiteY2" fmla="*/ 133332 h 201113"/>
                <a:gd name="connsiteX3" fmla="*/ 134057 w 201095"/>
                <a:gd name="connsiteY3" fmla="*/ 10917 h 201113"/>
                <a:gd name="connsiteX4" fmla="*/ 190178 w 201095"/>
                <a:gd name="connsiteY4" fmla="*/ 12355 h 201113"/>
                <a:gd name="connsiteX5" fmla="*/ 190178 w 201095"/>
                <a:gd name="connsiteY5" fmla="*/ 67039 h 201113"/>
                <a:gd name="connsiteX6" fmla="*/ 67764 w 201095"/>
                <a:gd name="connsiteY6" fmla="*/ 189453 h 201113"/>
                <a:gd name="connsiteX7" fmla="*/ 39678 w 201095"/>
                <a:gd name="connsiteY7" fmla="*/ 201114 h 20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095" h="201113">
                  <a:moveTo>
                    <a:pt x="39678" y="201114"/>
                  </a:moveTo>
                  <a:cubicBezTo>
                    <a:pt x="17754" y="201103"/>
                    <a:pt x="-10" y="183322"/>
                    <a:pt x="0" y="161399"/>
                  </a:cubicBezTo>
                  <a:cubicBezTo>
                    <a:pt x="5" y="150869"/>
                    <a:pt x="4193" y="140773"/>
                    <a:pt x="11642" y="133332"/>
                  </a:cubicBezTo>
                  <a:lnTo>
                    <a:pt x="134057" y="10917"/>
                  </a:lnTo>
                  <a:cubicBezTo>
                    <a:pt x="149951" y="-4183"/>
                    <a:pt x="175077" y="-3539"/>
                    <a:pt x="190178" y="12355"/>
                  </a:cubicBezTo>
                  <a:cubicBezTo>
                    <a:pt x="204735" y="27677"/>
                    <a:pt x="204735" y="51717"/>
                    <a:pt x="190178" y="67039"/>
                  </a:cubicBezTo>
                  <a:lnTo>
                    <a:pt x="67764" y="189453"/>
                  </a:lnTo>
                  <a:cubicBezTo>
                    <a:pt x="60321" y="196914"/>
                    <a:pt x="50217" y="201109"/>
                    <a:pt x="39678" y="2011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264961BC-6FFB-5A21-2AC5-911B8308CA20}"/>
                </a:ext>
              </a:extLst>
            </p:cNvPr>
            <p:cNvSpPr/>
            <p:nvPr/>
          </p:nvSpPr>
          <p:spPr>
            <a:xfrm>
              <a:off x="6818451" y="2036109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39697 w 174069"/>
                <a:gd name="connsiteY1" fmla="*/ 174069 h 174069"/>
                <a:gd name="connsiteX2" fmla="*/ 0 w 174069"/>
                <a:gd name="connsiteY2" fmla="*/ 134373 h 174069"/>
                <a:gd name="connsiteX3" fmla="*/ 0 w 174069"/>
                <a:gd name="connsiteY3" fmla="*/ 39697 h 174069"/>
                <a:gd name="connsiteX4" fmla="*/ 39697 w 174069"/>
                <a:gd name="connsiteY4" fmla="*/ 0 h 174069"/>
                <a:gd name="connsiteX5" fmla="*/ 79393 w 174069"/>
                <a:gd name="connsiteY5" fmla="*/ 39697 h 174069"/>
                <a:gd name="connsiteX6" fmla="*/ 79393 w 174069"/>
                <a:gd name="connsiteY6" fmla="*/ 94676 h 174069"/>
                <a:gd name="connsiteX7" fmla="*/ 134373 w 174069"/>
                <a:gd name="connsiteY7" fmla="*/ 94676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lnTo>
                    <a:pt x="39697" y="174069"/>
                  </a:lnTo>
                  <a:cubicBezTo>
                    <a:pt x="17773" y="174069"/>
                    <a:pt x="0" y="156297"/>
                    <a:pt x="0" y="1343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94676"/>
                  </a:lnTo>
                  <a:lnTo>
                    <a:pt x="134373" y="94676"/>
                  </a:lnTo>
                  <a:cubicBezTo>
                    <a:pt x="156297" y="94676"/>
                    <a:pt x="174070" y="112449"/>
                    <a:pt x="174070" y="134373"/>
                  </a:cubicBezTo>
                  <a:cubicBezTo>
                    <a:pt x="174070" y="156297"/>
                    <a:pt x="156297" y="174069"/>
                    <a:pt x="134373" y="17406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9B6D0D6D-C5BC-8ADD-C66B-A29F6825B199}"/>
                </a:ext>
              </a:extLst>
            </p:cNvPr>
            <p:cNvSpPr/>
            <p:nvPr/>
          </p:nvSpPr>
          <p:spPr>
            <a:xfrm>
              <a:off x="7140688" y="2008321"/>
              <a:ext cx="79393" cy="252519"/>
            </a:xfrm>
            <a:custGeom>
              <a:avLst/>
              <a:gdLst>
                <a:gd name="connsiteX0" fmla="*/ 39697 w 79393"/>
                <a:gd name="connsiteY0" fmla="*/ 252520 h 252519"/>
                <a:gd name="connsiteX1" fmla="*/ 0 w 79393"/>
                <a:gd name="connsiteY1" fmla="*/ 212823 h 252519"/>
                <a:gd name="connsiteX2" fmla="*/ 0 w 79393"/>
                <a:gd name="connsiteY2" fmla="*/ 39697 h 252519"/>
                <a:gd name="connsiteX3" fmla="*/ 39697 w 79393"/>
                <a:gd name="connsiteY3" fmla="*/ 0 h 252519"/>
                <a:gd name="connsiteX4" fmla="*/ 79393 w 79393"/>
                <a:gd name="connsiteY4" fmla="*/ 39697 h 252519"/>
                <a:gd name="connsiteX5" fmla="*/ 79393 w 79393"/>
                <a:gd name="connsiteY5" fmla="*/ 212823 h 252519"/>
                <a:gd name="connsiteX6" fmla="*/ 39697 w 79393"/>
                <a:gd name="connsiteY6" fmla="*/ 252520 h 252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2519">
                  <a:moveTo>
                    <a:pt x="39697" y="252520"/>
                  </a:moveTo>
                  <a:cubicBezTo>
                    <a:pt x="17773" y="252520"/>
                    <a:pt x="0" y="234747"/>
                    <a:pt x="0" y="2128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12823"/>
                  </a:lnTo>
                  <a:cubicBezTo>
                    <a:pt x="79393" y="234747"/>
                    <a:pt x="61620" y="252520"/>
                    <a:pt x="39697" y="2525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ED0BA6F1-EC65-1B95-83A0-87561D53996E}"/>
                </a:ext>
              </a:extLst>
            </p:cNvPr>
            <p:cNvSpPr/>
            <p:nvPr/>
          </p:nvSpPr>
          <p:spPr>
            <a:xfrm>
              <a:off x="7073006" y="2113815"/>
              <a:ext cx="214018" cy="147025"/>
            </a:xfrm>
            <a:custGeom>
              <a:avLst/>
              <a:gdLst>
                <a:gd name="connsiteX0" fmla="*/ 107379 w 214018"/>
                <a:gd name="connsiteY0" fmla="*/ 147025 h 147025"/>
                <a:gd name="connsiteX1" fmla="*/ 79293 w 214018"/>
                <a:gd name="connsiteY1" fmla="*/ 135414 h 147025"/>
                <a:gd name="connsiteX2" fmla="*/ 12355 w 214018"/>
                <a:gd name="connsiteY2" fmla="*/ 68476 h 147025"/>
                <a:gd name="connsiteX3" fmla="*/ 10917 w 214018"/>
                <a:gd name="connsiteY3" fmla="*/ 12355 h 147025"/>
                <a:gd name="connsiteX4" fmla="*/ 67039 w 214018"/>
                <a:gd name="connsiteY4" fmla="*/ 10917 h 147025"/>
                <a:gd name="connsiteX5" fmla="*/ 68476 w 214018"/>
                <a:gd name="connsiteY5" fmla="*/ 12355 h 147025"/>
                <a:gd name="connsiteX6" fmla="*/ 107379 w 214018"/>
                <a:gd name="connsiteY6" fmla="*/ 51208 h 147025"/>
                <a:gd name="connsiteX7" fmla="*/ 146232 w 214018"/>
                <a:gd name="connsiteY7" fmla="*/ 12355 h 147025"/>
                <a:gd name="connsiteX8" fmla="*/ 202377 w 214018"/>
                <a:gd name="connsiteY8" fmla="*/ 12330 h 147025"/>
                <a:gd name="connsiteX9" fmla="*/ 202402 w 214018"/>
                <a:gd name="connsiteY9" fmla="*/ 68476 h 147025"/>
                <a:gd name="connsiteX10" fmla="*/ 135414 w 214018"/>
                <a:gd name="connsiteY10" fmla="*/ 135414 h 147025"/>
                <a:gd name="connsiteX11" fmla="*/ 107378 w 214018"/>
                <a:gd name="connsiteY11" fmla="*/ 147025 h 1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018" h="147025">
                  <a:moveTo>
                    <a:pt x="107379" y="147025"/>
                  </a:moveTo>
                  <a:cubicBezTo>
                    <a:pt x="96847" y="147034"/>
                    <a:pt x="86744" y="142857"/>
                    <a:pt x="79293" y="135414"/>
                  </a:cubicBezTo>
                  <a:lnTo>
                    <a:pt x="12355" y="68476"/>
                  </a:lnTo>
                  <a:cubicBezTo>
                    <a:pt x="-3540" y="53375"/>
                    <a:pt x="-4183" y="28249"/>
                    <a:pt x="10917" y="12355"/>
                  </a:cubicBezTo>
                  <a:cubicBezTo>
                    <a:pt x="26018" y="-3539"/>
                    <a:pt x="51144" y="-4183"/>
                    <a:pt x="67039" y="10917"/>
                  </a:cubicBezTo>
                  <a:cubicBezTo>
                    <a:pt x="67530" y="11384"/>
                    <a:pt x="68009" y="11863"/>
                    <a:pt x="68476" y="12355"/>
                  </a:cubicBezTo>
                  <a:lnTo>
                    <a:pt x="107379" y="51208"/>
                  </a:lnTo>
                  <a:lnTo>
                    <a:pt x="146232" y="12355"/>
                  </a:lnTo>
                  <a:cubicBezTo>
                    <a:pt x="161729" y="-3156"/>
                    <a:pt x="186866" y="-3167"/>
                    <a:pt x="202377" y="12330"/>
                  </a:cubicBezTo>
                  <a:cubicBezTo>
                    <a:pt x="217889" y="27827"/>
                    <a:pt x="217900" y="52965"/>
                    <a:pt x="202402" y="68476"/>
                  </a:cubicBezTo>
                  <a:lnTo>
                    <a:pt x="135414" y="135414"/>
                  </a:lnTo>
                  <a:cubicBezTo>
                    <a:pt x="127975" y="142845"/>
                    <a:pt x="117893" y="147020"/>
                    <a:pt x="107378" y="14702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1A29737E-489A-2AD7-328A-BA1254C49788}"/>
                </a:ext>
              </a:extLst>
            </p:cNvPr>
            <p:cNvSpPr/>
            <p:nvPr/>
          </p:nvSpPr>
          <p:spPr>
            <a:xfrm>
              <a:off x="7140887" y="1412922"/>
              <a:ext cx="79393" cy="252767"/>
            </a:xfrm>
            <a:custGeom>
              <a:avLst/>
              <a:gdLst>
                <a:gd name="connsiteX0" fmla="*/ 39697 w 79393"/>
                <a:gd name="connsiteY0" fmla="*/ 252768 h 252767"/>
                <a:gd name="connsiteX1" fmla="*/ 0 w 79393"/>
                <a:gd name="connsiteY1" fmla="*/ 213071 h 252767"/>
                <a:gd name="connsiteX2" fmla="*/ 0 w 79393"/>
                <a:gd name="connsiteY2" fmla="*/ 39697 h 252767"/>
                <a:gd name="connsiteX3" fmla="*/ 39697 w 79393"/>
                <a:gd name="connsiteY3" fmla="*/ 0 h 252767"/>
                <a:gd name="connsiteX4" fmla="*/ 79393 w 79393"/>
                <a:gd name="connsiteY4" fmla="*/ 39697 h 252767"/>
                <a:gd name="connsiteX5" fmla="*/ 79393 w 79393"/>
                <a:gd name="connsiteY5" fmla="*/ 213071 h 252767"/>
                <a:gd name="connsiteX6" fmla="*/ 39697 w 79393"/>
                <a:gd name="connsiteY6" fmla="*/ 252768 h 25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2767">
                  <a:moveTo>
                    <a:pt x="39697" y="252768"/>
                  </a:moveTo>
                  <a:cubicBezTo>
                    <a:pt x="17773" y="252768"/>
                    <a:pt x="0" y="234995"/>
                    <a:pt x="0" y="21307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13071"/>
                  </a:lnTo>
                  <a:cubicBezTo>
                    <a:pt x="79393" y="234995"/>
                    <a:pt x="61620" y="252768"/>
                    <a:pt x="39697" y="2527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282953ED-BB0C-8784-2DF1-59CF49158ECB}"/>
                </a:ext>
              </a:extLst>
            </p:cNvPr>
            <p:cNvSpPr/>
            <p:nvPr/>
          </p:nvSpPr>
          <p:spPr>
            <a:xfrm>
              <a:off x="7074692" y="1412916"/>
              <a:ext cx="212557" cy="146337"/>
            </a:xfrm>
            <a:custGeom>
              <a:avLst/>
              <a:gdLst>
                <a:gd name="connsiteX0" fmla="*/ 172879 w 212557"/>
                <a:gd name="connsiteY0" fmla="*/ 146338 h 146337"/>
                <a:gd name="connsiteX1" fmla="*/ 144794 w 212557"/>
                <a:gd name="connsiteY1" fmla="*/ 134677 h 146337"/>
                <a:gd name="connsiteX2" fmla="*/ 105891 w 212557"/>
                <a:gd name="connsiteY2" fmla="*/ 95824 h 146337"/>
                <a:gd name="connsiteX3" fmla="*/ 67038 w 212557"/>
                <a:gd name="connsiteY3" fmla="*/ 134677 h 146337"/>
                <a:gd name="connsiteX4" fmla="*/ 10917 w 212557"/>
                <a:gd name="connsiteY4" fmla="*/ 133240 h 146337"/>
                <a:gd name="connsiteX5" fmla="*/ 10917 w 212557"/>
                <a:gd name="connsiteY5" fmla="*/ 78556 h 146337"/>
                <a:gd name="connsiteX6" fmla="*/ 77856 w 212557"/>
                <a:gd name="connsiteY6" fmla="*/ 11618 h 146337"/>
                <a:gd name="connsiteX7" fmla="*/ 133977 w 212557"/>
                <a:gd name="connsiteY7" fmla="*/ 11618 h 146337"/>
                <a:gd name="connsiteX8" fmla="*/ 200915 w 212557"/>
                <a:gd name="connsiteY8" fmla="*/ 78556 h 146337"/>
                <a:gd name="connsiteX9" fmla="*/ 200946 w 212557"/>
                <a:gd name="connsiteY9" fmla="*/ 134695 h 146337"/>
                <a:gd name="connsiteX10" fmla="*/ 172879 w 212557"/>
                <a:gd name="connsiteY10" fmla="*/ 146338 h 146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557" h="146337">
                  <a:moveTo>
                    <a:pt x="172879" y="146338"/>
                  </a:moveTo>
                  <a:cubicBezTo>
                    <a:pt x="162341" y="146333"/>
                    <a:pt x="152237" y="142138"/>
                    <a:pt x="144794" y="134677"/>
                  </a:cubicBezTo>
                  <a:lnTo>
                    <a:pt x="105891" y="95824"/>
                  </a:lnTo>
                  <a:lnTo>
                    <a:pt x="67038" y="134677"/>
                  </a:lnTo>
                  <a:cubicBezTo>
                    <a:pt x="51144" y="149777"/>
                    <a:pt x="26018" y="149134"/>
                    <a:pt x="10917" y="133240"/>
                  </a:cubicBezTo>
                  <a:cubicBezTo>
                    <a:pt x="-3639" y="117918"/>
                    <a:pt x="-3639" y="93878"/>
                    <a:pt x="10917" y="78556"/>
                  </a:cubicBezTo>
                  <a:lnTo>
                    <a:pt x="77856" y="11618"/>
                  </a:lnTo>
                  <a:cubicBezTo>
                    <a:pt x="93356" y="-3873"/>
                    <a:pt x="118476" y="-3873"/>
                    <a:pt x="133977" y="11618"/>
                  </a:cubicBezTo>
                  <a:lnTo>
                    <a:pt x="200915" y="78556"/>
                  </a:lnTo>
                  <a:cubicBezTo>
                    <a:pt x="216426" y="94050"/>
                    <a:pt x="216440" y="119184"/>
                    <a:pt x="200946" y="134695"/>
                  </a:cubicBezTo>
                  <a:cubicBezTo>
                    <a:pt x="193505" y="142145"/>
                    <a:pt x="183409" y="146333"/>
                    <a:pt x="172879" y="14633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8B2A256-8F07-5D1D-26C5-C47FDB8AD392}"/>
                </a:ext>
              </a:extLst>
            </p:cNvPr>
            <p:cNvSpPr/>
            <p:nvPr/>
          </p:nvSpPr>
          <p:spPr>
            <a:xfrm>
              <a:off x="6767788" y="1793364"/>
              <a:ext cx="252519" cy="79393"/>
            </a:xfrm>
            <a:custGeom>
              <a:avLst/>
              <a:gdLst>
                <a:gd name="connsiteX0" fmla="*/ 212823 w 252519"/>
                <a:gd name="connsiteY0" fmla="*/ 79393 h 79393"/>
                <a:gd name="connsiteX1" fmla="*/ 39697 w 252519"/>
                <a:gd name="connsiteY1" fmla="*/ 79393 h 79393"/>
                <a:gd name="connsiteX2" fmla="*/ 0 w 252519"/>
                <a:gd name="connsiteY2" fmla="*/ 39697 h 79393"/>
                <a:gd name="connsiteX3" fmla="*/ 39697 w 252519"/>
                <a:gd name="connsiteY3" fmla="*/ 0 h 79393"/>
                <a:gd name="connsiteX4" fmla="*/ 212823 w 252519"/>
                <a:gd name="connsiteY4" fmla="*/ 0 h 79393"/>
                <a:gd name="connsiteX5" fmla="*/ 252520 w 252519"/>
                <a:gd name="connsiteY5" fmla="*/ 39697 h 79393"/>
                <a:gd name="connsiteX6" fmla="*/ 212823 w 2525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19" h="79393">
                  <a:moveTo>
                    <a:pt x="21282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12823" y="0"/>
                  </a:lnTo>
                  <a:cubicBezTo>
                    <a:pt x="234747" y="0"/>
                    <a:pt x="252520" y="17773"/>
                    <a:pt x="252520" y="39697"/>
                  </a:cubicBezTo>
                  <a:cubicBezTo>
                    <a:pt x="252520" y="61620"/>
                    <a:pt x="234747" y="79393"/>
                    <a:pt x="21282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FD3642D-3024-F65B-B630-C425B914470E}"/>
                </a:ext>
              </a:extLst>
            </p:cNvPr>
            <p:cNvSpPr/>
            <p:nvPr/>
          </p:nvSpPr>
          <p:spPr>
            <a:xfrm>
              <a:off x="6767782" y="1727120"/>
              <a:ext cx="146319" cy="212575"/>
            </a:xfrm>
            <a:custGeom>
              <a:avLst/>
              <a:gdLst>
                <a:gd name="connsiteX0" fmla="*/ 106641 w 146319"/>
                <a:gd name="connsiteY0" fmla="*/ 212576 h 212575"/>
                <a:gd name="connsiteX1" fmla="*/ 78556 w 146319"/>
                <a:gd name="connsiteY1" fmla="*/ 200915 h 212575"/>
                <a:gd name="connsiteX2" fmla="*/ 11618 w 146319"/>
                <a:gd name="connsiteY2" fmla="*/ 133977 h 212575"/>
                <a:gd name="connsiteX3" fmla="*/ 11618 w 146319"/>
                <a:gd name="connsiteY3" fmla="*/ 77856 h 212575"/>
                <a:gd name="connsiteX4" fmla="*/ 78556 w 146319"/>
                <a:gd name="connsiteY4" fmla="*/ 10917 h 212575"/>
                <a:gd name="connsiteX5" fmla="*/ 134677 w 146319"/>
                <a:gd name="connsiteY5" fmla="*/ 12355 h 212575"/>
                <a:gd name="connsiteX6" fmla="*/ 134677 w 146319"/>
                <a:gd name="connsiteY6" fmla="*/ 67039 h 212575"/>
                <a:gd name="connsiteX7" fmla="*/ 95824 w 146319"/>
                <a:gd name="connsiteY7" fmla="*/ 105941 h 212575"/>
                <a:gd name="connsiteX8" fmla="*/ 134677 w 146319"/>
                <a:gd name="connsiteY8" fmla="*/ 144794 h 212575"/>
                <a:gd name="connsiteX9" fmla="*/ 134708 w 146319"/>
                <a:gd name="connsiteY9" fmla="*/ 200933 h 212575"/>
                <a:gd name="connsiteX10" fmla="*/ 106641 w 146319"/>
                <a:gd name="connsiteY10" fmla="*/ 212576 h 2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319" h="212575">
                  <a:moveTo>
                    <a:pt x="106641" y="212576"/>
                  </a:moveTo>
                  <a:cubicBezTo>
                    <a:pt x="96103" y="212571"/>
                    <a:pt x="85999" y="208376"/>
                    <a:pt x="78556" y="200915"/>
                  </a:cubicBezTo>
                  <a:lnTo>
                    <a:pt x="11618" y="133977"/>
                  </a:lnTo>
                  <a:cubicBezTo>
                    <a:pt x="-3873" y="118476"/>
                    <a:pt x="-3873" y="93356"/>
                    <a:pt x="11618" y="77856"/>
                  </a:cubicBezTo>
                  <a:lnTo>
                    <a:pt x="78556" y="10917"/>
                  </a:lnTo>
                  <a:cubicBezTo>
                    <a:pt x="94450" y="-4183"/>
                    <a:pt x="119577" y="-3539"/>
                    <a:pt x="134677" y="12355"/>
                  </a:cubicBezTo>
                  <a:cubicBezTo>
                    <a:pt x="149234" y="27677"/>
                    <a:pt x="149234" y="51717"/>
                    <a:pt x="134677" y="67039"/>
                  </a:cubicBezTo>
                  <a:lnTo>
                    <a:pt x="95824" y="105941"/>
                  </a:lnTo>
                  <a:lnTo>
                    <a:pt x="134677" y="144794"/>
                  </a:lnTo>
                  <a:cubicBezTo>
                    <a:pt x="150188" y="160288"/>
                    <a:pt x="150202" y="185422"/>
                    <a:pt x="134708" y="200933"/>
                  </a:cubicBezTo>
                  <a:cubicBezTo>
                    <a:pt x="127267" y="208383"/>
                    <a:pt x="117171" y="212571"/>
                    <a:pt x="106641" y="21257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5EE75A6C-6B07-3B0E-D154-CFAB59208405}"/>
                </a:ext>
              </a:extLst>
            </p:cNvPr>
            <p:cNvSpPr/>
            <p:nvPr/>
          </p:nvSpPr>
          <p:spPr>
            <a:xfrm>
              <a:off x="7338874" y="1793364"/>
              <a:ext cx="252519" cy="79393"/>
            </a:xfrm>
            <a:custGeom>
              <a:avLst/>
              <a:gdLst>
                <a:gd name="connsiteX0" fmla="*/ 212823 w 252519"/>
                <a:gd name="connsiteY0" fmla="*/ 79393 h 79393"/>
                <a:gd name="connsiteX1" fmla="*/ 39697 w 252519"/>
                <a:gd name="connsiteY1" fmla="*/ 79393 h 79393"/>
                <a:gd name="connsiteX2" fmla="*/ 0 w 252519"/>
                <a:gd name="connsiteY2" fmla="*/ 39697 h 79393"/>
                <a:gd name="connsiteX3" fmla="*/ 39697 w 252519"/>
                <a:gd name="connsiteY3" fmla="*/ 0 h 79393"/>
                <a:gd name="connsiteX4" fmla="*/ 212823 w 252519"/>
                <a:gd name="connsiteY4" fmla="*/ 0 h 79393"/>
                <a:gd name="connsiteX5" fmla="*/ 252520 w 252519"/>
                <a:gd name="connsiteY5" fmla="*/ 39697 h 79393"/>
                <a:gd name="connsiteX6" fmla="*/ 212823 w 2525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19" h="79393">
                  <a:moveTo>
                    <a:pt x="21282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12823" y="0"/>
                  </a:lnTo>
                  <a:cubicBezTo>
                    <a:pt x="234747" y="0"/>
                    <a:pt x="252520" y="17773"/>
                    <a:pt x="252520" y="39697"/>
                  </a:cubicBezTo>
                  <a:cubicBezTo>
                    <a:pt x="252520" y="61620"/>
                    <a:pt x="234747" y="79393"/>
                    <a:pt x="21282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7893208-6C64-8D5C-486C-A89C697698B6}"/>
                </a:ext>
              </a:extLst>
            </p:cNvPr>
            <p:cNvSpPr/>
            <p:nvPr/>
          </p:nvSpPr>
          <p:spPr>
            <a:xfrm>
              <a:off x="7445080" y="1727120"/>
              <a:ext cx="146319" cy="212575"/>
            </a:xfrm>
            <a:custGeom>
              <a:avLst/>
              <a:gdLst>
                <a:gd name="connsiteX0" fmla="*/ 39678 w 146319"/>
                <a:gd name="connsiteY0" fmla="*/ 212576 h 212575"/>
                <a:gd name="connsiteX1" fmla="*/ 0 w 146319"/>
                <a:gd name="connsiteY1" fmla="*/ 172861 h 212575"/>
                <a:gd name="connsiteX2" fmla="*/ 11643 w 146319"/>
                <a:gd name="connsiteY2" fmla="*/ 144794 h 212575"/>
                <a:gd name="connsiteX3" fmla="*/ 50495 w 146319"/>
                <a:gd name="connsiteY3" fmla="*/ 105941 h 212575"/>
                <a:gd name="connsiteX4" fmla="*/ 11643 w 146319"/>
                <a:gd name="connsiteY4" fmla="*/ 67038 h 212575"/>
                <a:gd name="connsiteX5" fmla="*/ 13080 w 146319"/>
                <a:gd name="connsiteY5" fmla="*/ 10917 h 212575"/>
                <a:gd name="connsiteX6" fmla="*/ 67764 w 146319"/>
                <a:gd name="connsiteY6" fmla="*/ 10917 h 212575"/>
                <a:gd name="connsiteX7" fmla="*/ 134702 w 146319"/>
                <a:gd name="connsiteY7" fmla="*/ 77856 h 212575"/>
                <a:gd name="connsiteX8" fmla="*/ 134702 w 146319"/>
                <a:gd name="connsiteY8" fmla="*/ 133977 h 212575"/>
                <a:gd name="connsiteX9" fmla="*/ 67764 w 146319"/>
                <a:gd name="connsiteY9" fmla="*/ 200915 h 212575"/>
                <a:gd name="connsiteX10" fmla="*/ 39678 w 146319"/>
                <a:gd name="connsiteY10" fmla="*/ 212576 h 2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319" h="212575">
                  <a:moveTo>
                    <a:pt x="39678" y="212576"/>
                  </a:moveTo>
                  <a:cubicBezTo>
                    <a:pt x="17754" y="212566"/>
                    <a:pt x="-10" y="194785"/>
                    <a:pt x="0" y="172861"/>
                  </a:cubicBezTo>
                  <a:cubicBezTo>
                    <a:pt x="5" y="162331"/>
                    <a:pt x="4193" y="152235"/>
                    <a:pt x="11643" y="144794"/>
                  </a:cubicBezTo>
                  <a:lnTo>
                    <a:pt x="50495" y="105941"/>
                  </a:lnTo>
                  <a:lnTo>
                    <a:pt x="11643" y="67038"/>
                  </a:lnTo>
                  <a:cubicBezTo>
                    <a:pt x="-3458" y="51144"/>
                    <a:pt x="-2814" y="26018"/>
                    <a:pt x="13080" y="10917"/>
                  </a:cubicBezTo>
                  <a:cubicBezTo>
                    <a:pt x="28402" y="-3639"/>
                    <a:pt x="52442" y="-3639"/>
                    <a:pt x="67764" y="10917"/>
                  </a:cubicBezTo>
                  <a:lnTo>
                    <a:pt x="134702" y="77856"/>
                  </a:lnTo>
                  <a:cubicBezTo>
                    <a:pt x="150192" y="93356"/>
                    <a:pt x="150192" y="118476"/>
                    <a:pt x="134702" y="133977"/>
                  </a:cubicBezTo>
                  <a:lnTo>
                    <a:pt x="67764" y="200915"/>
                  </a:lnTo>
                  <a:cubicBezTo>
                    <a:pt x="60321" y="208376"/>
                    <a:pt x="50217" y="212571"/>
                    <a:pt x="39678" y="21257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173A1CC4-70DC-A674-8603-4789EB6062AB}"/>
                </a:ext>
              </a:extLst>
            </p:cNvPr>
            <p:cNvSpPr/>
            <p:nvPr/>
          </p:nvSpPr>
          <p:spPr>
            <a:xfrm>
              <a:off x="6818451" y="2018841"/>
              <a:ext cx="190791" cy="190741"/>
            </a:xfrm>
            <a:custGeom>
              <a:avLst/>
              <a:gdLst>
                <a:gd name="connsiteX0" fmla="*/ 151095 w 190791"/>
                <a:gd name="connsiteY0" fmla="*/ 190742 h 190741"/>
                <a:gd name="connsiteX1" fmla="*/ 39697 w 190791"/>
                <a:gd name="connsiteY1" fmla="*/ 190742 h 190741"/>
                <a:gd name="connsiteX2" fmla="*/ 0 w 190791"/>
                <a:gd name="connsiteY2" fmla="*/ 151045 h 190741"/>
                <a:gd name="connsiteX3" fmla="*/ 0 w 190791"/>
                <a:gd name="connsiteY3" fmla="*/ 39697 h 190741"/>
                <a:gd name="connsiteX4" fmla="*/ 39697 w 190791"/>
                <a:gd name="connsiteY4" fmla="*/ 0 h 190741"/>
                <a:gd name="connsiteX5" fmla="*/ 79393 w 190791"/>
                <a:gd name="connsiteY5" fmla="*/ 39697 h 190741"/>
                <a:gd name="connsiteX6" fmla="*/ 79393 w 190791"/>
                <a:gd name="connsiteY6" fmla="*/ 111349 h 190741"/>
                <a:gd name="connsiteX7" fmla="*/ 151095 w 190791"/>
                <a:gd name="connsiteY7" fmla="*/ 111349 h 190741"/>
                <a:gd name="connsiteX8" fmla="*/ 190792 w 190791"/>
                <a:gd name="connsiteY8" fmla="*/ 151045 h 190741"/>
                <a:gd name="connsiteX9" fmla="*/ 151095 w 190791"/>
                <a:gd name="connsiteY9" fmla="*/ 190742 h 19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1" h="190741">
                  <a:moveTo>
                    <a:pt x="151095" y="190742"/>
                  </a:moveTo>
                  <a:lnTo>
                    <a:pt x="39697" y="190742"/>
                  </a:lnTo>
                  <a:cubicBezTo>
                    <a:pt x="17773" y="190742"/>
                    <a:pt x="0" y="172969"/>
                    <a:pt x="0" y="1510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11349"/>
                  </a:lnTo>
                  <a:lnTo>
                    <a:pt x="151095" y="111349"/>
                  </a:lnTo>
                  <a:cubicBezTo>
                    <a:pt x="173019" y="111349"/>
                    <a:pt x="190792" y="129122"/>
                    <a:pt x="190792" y="151045"/>
                  </a:cubicBezTo>
                  <a:cubicBezTo>
                    <a:pt x="190792" y="172969"/>
                    <a:pt x="173019" y="190742"/>
                    <a:pt x="151095" y="1907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B267EE1D-A94E-7FD8-C9B7-5BEDF52F4EA1}"/>
                </a:ext>
              </a:extLst>
            </p:cNvPr>
            <p:cNvSpPr/>
            <p:nvPr/>
          </p:nvSpPr>
          <p:spPr>
            <a:xfrm>
              <a:off x="7069383" y="1746288"/>
              <a:ext cx="218333" cy="218331"/>
            </a:xfrm>
            <a:custGeom>
              <a:avLst/>
              <a:gdLst>
                <a:gd name="connsiteX0" fmla="*/ 110902 w 218333"/>
                <a:gd name="connsiteY0" fmla="*/ 218318 h 218331"/>
                <a:gd name="connsiteX1" fmla="*/ 14 w 218333"/>
                <a:gd name="connsiteY1" fmla="*/ 110902 h 218331"/>
                <a:gd name="connsiteX2" fmla="*/ 107429 w 218333"/>
                <a:gd name="connsiteY2" fmla="*/ 14 h 218331"/>
                <a:gd name="connsiteX3" fmla="*/ 218318 w 218333"/>
                <a:gd name="connsiteY3" fmla="*/ 107429 h 218331"/>
                <a:gd name="connsiteX4" fmla="*/ 218331 w 218333"/>
                <a:gd name="connsiteY4" fmla="*/ 109400 h 218331"/>
                <a:gd name="connsiteX5" fmla="*/ 110902 w 218333"/>
                <a:gd name="connsiteY5" fmla="*/ 218317 h 218331"/>
                <a:gd name="connsiteX6" fmla="*/ 110902 w 218333"/>
                <a:gd name="connsiteY6" fmla="*/ 79826 h 218331"/>
                <a:gd name="connsiteX7" fmla="*/ 79444 w 218333"/>
                <a:gd name="connsiteY7" fmla="*/ 107811 h 218331"/>
                <a:gd name="connsiteX8" fmla="*/ 107429 w 218333"/>
                <a:gd name="connsiteY8" fmla="*/ 139270 h 218331"/>
                <a:gd name="connsiteX9" fmla="*/ 138887 w 218333"/>
                <a:gd name="connsiteY9" fmla="*/ 111285 h 218331"/>
                <a:gd name="connsiteX10" fmla="*/ 138938 w 218333"/>
                <a:gd name="connsiteY10" fmla="*/ 109599 h 218331"/>
                <a:gd name="connsiteX11" fmla="*/ 111078 w 218333"/>
                <a:gd name="connsiteY11" fmla="*/ 79831 h 218331"/>
                <a:gd name="connsiteX12" fmla="*/ 110902 w 218333"/>
                <a:gd name="connsiteY12" fmla="*/ 79826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333" h="218331">
                  <a:moveTo>
                    <a:pt x="110902" y="218318"/>
                  </a:moveTo>
                  <a:cubicBezTo>
                    <a:pt x="50620" y="219277"/>
                    <a:pt x="973" y="171185"/>
                    <a:pt x="14" y="110902"/>
                  </a:cubicBezTo>
                  <a:cubicBezTo>
                    <a:pt x="-945" y="50619"/>
                    <a:pt x="47147" y="973"/>
                    <a:pt x="107429" y="14"/>
                  </a:cubicBezTo>
                  <a:cubicBezTo>
                    <a:pt x="167712" y="-945"/>
                    <a:pt x="217359" y="47147"/>
                    <a:pt x="218318" y="107429"/>
                  </a:cubicBezTo>
                  <a:cubicBezTo>
                    <a:pt x="218328" y="108086"/>
                    <a:pt x="218333" y="108743"/>
                    <a:pt x="218331" y="109400"/>
                  </a:cubicBezTo>
                  <a:cubicBezTo>
                    <a:pt x="218662" y="169110"/>
                    <a:pt x="170611" y="217826"/>
                    <a:pt x="110902" y="218317"/>
                  </a:cubicBezTo>
                  <a:close/>
                  <a:moveTo>
                    <a:pt x="110902" y="79826"/>
                  </a:moveTo>
                  <a:cubicBezTo>
                    <a:pt x="94488" y="78867"/>
                    <a:pt x="80403" y="91396"/>
                    <a:pt x="79444" y="107811"/>
                  </a:cubicBezTo>
                  <a:cubicBezTo>
                    <a:pt x="78485" y="124226"/>
                    <a:pt x="91014" y="138310"/>
                    <a:pt x="107429" y="139270"/>
                  </a:cubicBezTo>
                  <a:cubicBezTo>
                    <a:pt x="123844" y="140229"/>
                    <a:pt x="137928" y="127699"/>
                    <a:pt x="138887" y="111285"/>
                  </a:cubicBezTo>
                  <a:cubicBezTo>
                    <a:pt x="138920" y="110723"/>
                    <a:pt x="138937" y="110161"/>
                    <a:pt x="138938" y="109599"/>
                  </a:cubicBezTo>
                  <a:cubicBezTo>
                    <a:pt x="139465" y="93685"/>
                    <a:pt x="126991" y="80358"/>
                    <a:pt x="111078" y="79831"/>
                  </a:cubicBezTo>
                  <a:cubicBezTo>
                    <a:pt x="111019" y="79830"/>
                    <a:pt x="110961" y="79828"/>
                    <a:pt x="110902" y="7982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8D937E82-D92E-671B-DCD3-0019C2B75B76}"/>
              </a:ext>
            </a:extLst>
          </p:cNvPr>
          <p:cNvGrpSpPr/>
          <p:nvPr/>
        </p:nvGrpSpPr>
        <p:grpSpPr>
          <a:xfrm>
            <a:off x="8088522" y="1442397"/>
            <a:ext cx="817154" cy="788968"/>
            <a:chOff x="8088522" y="1442397"/>
            <a:chExt cx="817154" cy="788968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46C9CE22-33DD-6BE4-38B9-13DB60859671}"/>
                </a:ext>
              </a:extLst>
            </p:cNvPr>
            <p:cNvSpPr/>
            <p:nvPr/>
          </p:nvSpPr>
          <p:spPr>
            <a:xfrm>
              <a:off x="8088621" y="1442397"/>
              <a:ext cx="746593" cy="746692"/>
            </a:xfrm>
            <a:custGeom>
              <a:avLst/>
              <a:gdLst>
                <a:gd name="connsiteX0" fmla="*/ 451549 w 746593"/>
                <a:gd name="connsiteY0" fmla="*/ 746692 h 746692"/>
                <a:gd name="connsiteX1" fmla="*/ 39697 w 746593"/>
                <a:gd name="connsiteY1" fmla="*/ 746692 h 746692"/>
                <a:gd name="connsiteX2" fmla="*/ 0 w 746593"/>
                <a:gd name="connsiteY2" fmla="*/ 706996 h 746692"/>
                <a:gd name="connsiteX3" fmla="*/ 0 w 746593"/>
                <a:gd name="connsiteY3" fmla="*/ 39697 h 746692"/>
                <a:gd name="connsiteX4" fmla="*/ 39697 w 746593"/>
                <a:gd name="connsiteY4" fmla="*/ 0 h 746692"/>
                <a:gd name="connsiteX5" fmla="*/ 706897 w 746593"/>
                <a:gd name="connsiteY5" fmla="*/ 0 h 746692"/>
                <a:gd name="connsiteX6" fmla="*/ 746594 w 746593"/>
                <a:gd name="connsiteY6" fmla="*/ 39697 h 746692"/>
                <a:gd name="connsiteX7" fmla="*/ 746594 w 746593"/>
                <a:gd name="connsiteY7" fmla="*/ 393839 h 746692"/>
                <a:gd name="connsiteX8" fmla="*/ 706897 w 746593"/>
                <a:gd name="connsiteY8" fmla="*/ 433536 h 746692"/>
                <a:gd name="connsiteX9" fmla="*/ 667201 w 746593"/>
                <a:gd name="connsiteY9" fmla="*/ 393839 h 746692"/>
                <a:gd name="connsiteX10" fmla="*/ 667201 w 746593"/>
                <a:gd name="connsiteY10" fmla="*/ 79393 h 746692"/>
                <a:gd name="connsiteX11" fmla="*/ 79294 w 746593"/>
                <a:gd name="connsiteY11" fmla="*/ 79393 h 746692"/>
                <a:gd name="connsiteX12" fmla="*/ 79294 w 746593"/>
                <a:gd name="connsiteY12" fmla="*/ 667299 h 746692"/>
                <a:gd name="connsiteX13" fmla="*/ 451450 w 746593"/>
                <a:gd name="connsiteY13" fmla="*/ 667299 h 746692"/>
                <a:gd name="connsiteX14" fmla="*/ 491146 w 746593"/>
                <a:gd name="connsiteY14" fmla="*/ 706996 h 746692"/>
                <a:gd name="connsiteX15" fmla="*/ 451450 w 746593"/>
                <a:gd name="connsiteY15" fmla="*/ 746692 h 74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6593" h="746692">
                  <a:moveTo>
                    <a:pt x="451549" y="746692"/>
                  </a:moveTo>
                  <a:lnTo>
                    <a:pt x="39697" y="746692"/>
                  </a:lnTo>
                  <a:cubicBezTo>
                    <a:pt x="17773" y="746692"/>
                    <a:pt x="0" y="728919"/>
                    <a:pt x="0" y="7069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6897" y="0"/>
                  </a:lnTo>
                  <a:cubicBezTo>
                    <a:pt x="728821" y="0"/>
                    <a:pt x="746594" y="17773"/>
                    <a:pt x="746594" y="39697"/>
                  </a:cubicBezTo>
                  <a:lnTo>
                    <a:pt x="746594" y="393839"/>
                  </a:lnTo>
                  <a:cubicBezTo>
                    <a:pt x="746594" y="415763"/>
                    <a:pt x="728821" y="433536"/>
                    <a:pt x="706897" y="433536"/>
                  </a:cubicBezTo>
                  <a:cubicBezTo>
                    <a:pt x="684973" y="433536"/>
                    <a:pt x="667201" y="415763"/>
                    <a:pt x="667201" y="393839"/>
                  </a:cubicBezTo>
                  <a:lnTo>
                    <a:pt x="667201" y="79393"/>
                  </a:lnTo>
                  <a:lnTo>
                    <a:pt x="79294" y="79393"/>
                  </a:lnTo>
                  <a:lnTo>
                    <a:pt x="79294" y="667299"/>
                  </a:lnTo>
                  <a:lnTo>
                    <a:pt x="451450" y="667299"/>
                  </a:lnTo>
                  <a:cubicBezTo>
                    <a:pt x="473373" y="667299"/>
                    <a:pt x="491146" y="685072"/>
                    <a:pt x="491146" y="706996"/>
                  </a:cubicBezTo>
                  <a:cubicBezTo>
                    <a:pt x="491146" y="728919"/>
                    <a:pt x="473373" y="746692"/>
                    <a:pt x="451450" y="7466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21D4E378-D0B2-DA07-1353-385C3FEB45AC}"/>
                </a:ext>
              </a:extLst>
            </p:cNvPr>
            <p:cNvSpPr/>
            <p:nvPr/>
          </p:nvSpPr>
          <p:spPr>
            <a:xfrm>
              <a:off x="8422172" y="1747862"/>
              <a:ext cx="483504" cy="483503"/>
            </a:xfrm>
            <a:custGeom>
              <a:avLst/>
              <a:gdLst>
                <a:gd name="connsiteX0" fmla="*/ 241752 w 483504"/>
                <a:gd name="connsiteY0" fmla="*/ 483504 h 483503"/>
                <a:gd name="connsiteX1" fmla="*/ 0 w 483504"/>
                <a:gd name="connsiteY1" fmla="*/ 241752 h 483503"/>
                <a:gd name="connsiteX2" fmla="*/ 241752 w 483504"/>
                <a:gd name="connsiteY2" fmla="*/ 0 h 483503"/>
                <a:gd name="connsiteX3" fmla="*/ 483505 w 483504"/>
                <a:gd name="connsiteY3" fmla="*/ 241752 h 483503"/>
                <a:gd name="connsiteX4" fmla="*/ 241752 w 483504"/>
                <a:gd name="connsiteY4" fmla="*/ 483504 h 483503"/>
                <a:gd name="connsiteX5" fmla="*/ 241752 w 483504"/>
                <a:gd name="connsiteY5" fmla="*/ 79393 h 483503"/>
                <a:gd name="connsiteX6" fmla="*/ 79393 w 483504"/>
                <a:gd name="connsiteY6" fmla="*/ 241752 h 483503"/>
                <a:gd name="connsiteX7" fmla="*/ 241752 w 483504"/>
                <a:gd name="connsiteY7" fmla="*/ 404111 h 483503"/>
                <a:gd name="connsiteX8" fmla="*/ 404111 w 483504"/>
                <a:gd name="connsiteY8" fmla="*/ 241752 h 483503"/>
                <a:gd name="connsiteX9" fmla="*/ 241752 w 483504"/>
                <a:gd name="connsiteY9" fmla="*/ 79393 h 48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3504" h="483503">
                  <a:moveTo>
                    <a:pt x="241752" y="483504"/>
                  </a:moveTo>
                  <a:cubicBezTo>
                    <a:pt x="108236" y="483504"/>
                    <a:pt x="0" y="375268"/>
                    <a:pt x="0" y="241752"/>
                  </a:cubicBezTo>
                  <a:cubicBezTo>
                    <a:pt x="0" y="108236"/>
                    <a:pt x="108236" y="0"/>
                    <a:pt x="241752" y="0"/>
                  </a:cubicBezTo>
                  <a:cubicBezTo>
                    <a:pt x="375268" y="0"/>
                    <a:pt x="483505" y="108236"/>
                    <a:pt x="483505" y="241752"/>
                  </a:cubicBezTo>
                  <a:cubicBezTo>
                    <a:pt x="483368" y="375211"/>
                    <a:pt x="375212" y="483367"/>
                    <a:pt x="241752" y="483504"/>
                  </a:cubicBezTo>
                  <a:close/>
                  <a:moveTo>
                    <a:pt x="241752" y="79393"/>
                  </a:moveTo>
                  <a:cubicBezTo>
                    <a:pt x="152084" y="79393"/>
                    <a:pt x="79393" y="152084"/>
                    <a:pt x="79393" y="241752"/>
                  </a:cubicBezTo>
                  <a:cubicBezTo>
                    <a:pt x="79393" y="331420"/>
                    <a:pt x="152084" y="404111"/>
                    <a:pt x="241752" y="404111"/>
                  </a:cubicBezTo>
                  <a:cubicBezTo>
                    <a:pt x="331421" y="404111"/>
                    <a:pt x="404111" y="331420"/>
                    <a:pt x="404111" y="241752"/>
                  </a:cubicBezTo>
                  <a:cubicBezTo>
                    <a:pt x="404002" y="152129"/>
                    <a:pt x="331375" y="79502"/>
                    <a:pt x="24175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40D34166-809B-D10C-8943-8D01BB3CC142}"/>
                </a:ext>
              </a:extLst>
            </p:cNvPr>
            <p:cNvSpPr/>
            <p:nvPr/>
          </p:nvSpPr>
          <p:spPr>
            <a:xfrm>
              <a:off x="8422172" y="1451775"/>
              <a:ext cx="79393" cy="577535"/>
            </a:xfrm>
            <a:custGeom>
              <a:avLst/>
              <a:gdLst>
                <a:gd name="connsiteX0" fmla="*/ 39697 w 79393"/>
                <a:gd name="connsiteY0" fmla="*/ 577535 h 577535"/>
                <a:gd name="connsiteX1" fmla="*/ 0 w 79393"/>
                <a:gd name="connsiteY1" fmla="*/ 537839 h 577535"/>
                <a:gd name="connsiteX2" fmla="*/ 0 w 79393"/>
                <a:gd name="connsiteY2" fmla="*/ 39697 h 577535"/>
                <a:gd name="connsiteX3" fmla="*/ 39697 w 79393"/>
                <a:gd name="connsiteY3" fmla="*/ 0 h 577535"/>
                <a:gd name="connsiteX4" fmla="*/ 79393 w 79393"/>
                <a:gd name="connsiteY4" fmla="*/ 39697 h 577535"/>
                <a:gd name="connsiteX5" fmla="*/ 79393 w 79393"/>
                <a:gd name="connsiteY5" fmla="*/ 537839 h 577535"/>
                <a:gd name="connsiteX6" fmla="*/ 39697 w 79393"/>
                <a:gd name="connsiteY6" fmla="*/ 577535 h 577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77535">
                  <a:moveTo>
                    <a:pt x="39697" y="577535"/>
                  </a:moveTo>
                  <a:cubicBezTo>
                    <a:pt x="17773" y="577535"/>
                    <a:pt x="0" y="559762"/>
                    <a:pt x="0" y="5378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37839"/>
                  </a:lnTo>
                  <a:cubicBezTo>
                    <a:pt x="79393" y="559762"/>
                    <a:pt x="61620" y="577535"/>
                    <a:pt x="39697" y="57753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C4D5CB9-5EED-C669-60B8-352FCDA34762}"/>
                </a:ext>
              </a:extLst>
            </p:cNvPr>
            <p:cNvSpPr/>
            <p:nvPr/>
          </p:nvSpPr>
          <p:spPr>
            <a:xfrm>
              <a:off x="8088522" y="1776047"/>
              <a:ext cx="497596" cy="79393"/>
            </a:xfrm>
            <a:custGeom>
              <a:avLst/>
              <a:gdLst>
                <a:gd name="connsiteX0" fmla="*/ 457900 w 497596"/>
                <a:gd name="connsiteY0" fmla="*/ 79393 h 79393"/>
                <a:gd name="connsiteX1" fmla="*/ 39697 w 497596"/>
                <a:gd name="connsiteY1" fmla="*/ 79393 h 79393"/>
                <a:gd name="connsiteX2" fmla="*/ 0 w 497596"/>
                <a:gd name="connsiteY2" fmla="*/ 39697 h 79393"/>
                <a:gd name="connsiteX3" fmla="*/ 39697 w 497596"/>
                <a:gd name="connsiteY3" fmla="*/ 0 h 79393"/>
                <a:gd name="connsiteX4" fmla="*/ 457900 w 497596"/>
                <a:gd name="connsiteY4" fmla="*/ 0 h 79393"/>
                <a:gd name="connsiteX5" fmla="*/ 497597 w 497596"/>
                <a:gd name="connsiteY5" fmla="*/ 39697 h 79393"/>
                <a:gd name="connsiteX6" fmla="*/ 457900 w 49759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596" h="79393">
                  <a:moveTo>
                    <a:pt x="45790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7900" y="0"/>
                  </a:lnTo>
                  <a:cubicBezTo>
                    <a:pt x="479824" y="0"/>
                    <a:pt x="497597" y="17773"/>
                    <a:pt x="497597" y="39697"/>
                  </a:cubicBezTo>
                  <a:cubicBezTo>
                    <a:pt x="497597" y="61620"/>
                    <a:pt x="479824" y="79393"/>
                    <a:pt x="45790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E7E894E2-1815-4854-CE45-7DAEC1E7D73B}"/>
                </a:ext>
              </a:extLst>
            </p:cNvPr>
            <p:cNvSpPr/>
            <p:nvPr/>
          </p:nvSpPr>
          <p:spPr>
            <a:xfrm>
              <a:off x="8218322" y="1913091"/>
              <a:ext cx="155699" cy="155618"/>
            </a:xfrm>
            <a:custGeom>
              <a:avLst/>
              <a:gdLst>
                <a:gd name="connsiteX0" fmla="*/ 115872 w 155699"/>
                <a:gd name="connsiteY0" fmla="*/ 155618 h 155618"/>
                <a:gd name="connsiteX1" fmla="*/ 87737 w 155699"/>
                <a:gd name="connsiteY1" fmla="*/ 144007 h 155618"/>
                <a:gd name="connsiteX2" fmla="*/ 11619 w 155699"/>
                <a:gd name="connsiteY2" fmla="*/ 67839 h 155618"/>
                <a:gd name="connsiteX3" fmla="*/ 11668 w 155699"/>
                <a:gd name="connsiteY3" fmla="*/ 11619 h 155618"/>
                <a:gd name="connsiteX4" fmla="*/ 67889 w 155699"/>
                <a:gd name="connsiteY4" fmla="*/ 11668 h 155618"/>
                <a:gd name="connsiteX5" fmla="*/ 144106 w 155699"/>
                <a:gd name="connsiteY5" fmla="*/ 87886 h 155618"/>
                <a:gd name="connsiteX6" fmla="*/ 144038 w 155699"/>
                <a:gd name="connsiteY6" fmla="*/ 144025 h 155618"/>
                <a:gd name="connsiteX7" fmla="*/ 116021 w 155699"/>
                <a:gd name="connsiteY7" fmla="*/ 155618 h 15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99" h="155618">
                  <a:moveTo>
                    <a:pt x="115872" y="155618"/>
                  </a:moveTo>
                  <a:cubicBezTo>
                    <a:pt x="105323" y="155639"/>
                    <a:pt x="95200" y="151462"/>
                    <a:pt x="87737" y="144007"/>
                  </a:cubicBezTo>
                  <a:lnTo>
                    <a:pt x="11619" y="67839"/>
                  </a:lnTo>
                  <a:cubicBezTo>
                    <a:pt x="-3892" y="52301"/>
                    <a:pt x="-3870" y="27130"/>
                    <a:pt x="11668" y="11619"/>
                  </a:cubicBezTo>
                  <a:cubicBezTo>
                    <a:pt x="27207" y="-3892"/>
                    <a:pt x="52378" y="-3870"/>
                    <a:pt x="67889" y="11668"/>
                  </a:cubicBezTo>
                  <a:lnTo>
                    <a:pt x="144106" y="87886"/>
                  </a:lnTo>
                  <a:cubicBezTo>
                    <a:pt x="159590" y="103407"/>
                    <a:pt x="159559" y="128541"/>
                    <a:pt x="144038" y="144025"/>
                  </a:cubicBezTo>
                  <a:cubicBezTo>
                    <a:pt x="136601" y="151444"/>
                    <a:pt x="126526" y="155613"/>
                    <a:pt x="116021" y="1556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B2E109EB-9C31-240B-CC24-4B3ED16FB44A}"/>
                </a:ext>
              </a:extLst>
            </p:cNvPr>
            <p:cNvSpPr/>
            <p:nvPr/>
          </p:nvSpPr>
          <p:spPr>
            <a:xfrm>
              <a:off x="8218348" y="1913126"/>
              <a:ext cx="155515" cy="155583"/>
            </a:xfrm>
            <a:custGeom>
              <a:avLst/>
              <a:gdLst>
                <a:gd name="connsiteX0" fmla="*/ 39629 w 155515"/>
                <a:gd name="connsiteY0" fmla="*/ 155583 h 155583"/>
                <a:gd name="connsiteX1" fmla="*/ 0 w 155515"/>
                <a:gd name="connsiteY1" fmla="*/ 115819 h 155583"/>
                <a:gd name="connsiteX2" fmla="*/ 11593 w 155515"/>
                <a:gd name="connsiteY2" fmla="*/ 87851 h 155583"/>
                <a:gd name="connsiteX3" fmla="*/ 87711 w 155515"/>
                <a:gd name="connsiteY3" fmla="*/ 11633 h 155583"/>
                <a:gd name="connsiteX4" fmla="*/ 143882 w 155515"/>
                <a:gd name="connsiteY4" fmla="*/ 11633 h 155583"/>
                <a:gd name="connsiteX5" fmla="*/ 143882 w 155515"/>
                <a:gd name="connsiteY5" fmla="*/ 67804 h 155583"/>
                <a:gd name="connsiteX6" fmla="*/ 67863 w 155515"/>
                <a:gd name="connsiteY6" fmla="*/ 143972 h 155583"/>
                <a:gd name="connsiteX7" fmla="*/ 39629 w 155515"/>
                <a:gd name="connsiteY7" fmla="*/ 155583 h 1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515" h="155583">
                  <a:moveTo>
                    <a:pt x="39629" y="155583"/>
                  </a:moveTo>
                  <a:cubicBezTo>
                    <a:pt x="17705" y="155545"/>
                    <a:pt x="-37" y="137742"/>
                    <a:pt x="0" y="115819"/>
                  </a:cubicBezTo>
                  <a:cubicBezTo>
                    <a:pt x="18" y="105331"/>
                    <a:pt x="4186" y="95276"/>
                    <a:pt x="11593" y="87851"/>
                  </a:cubicBezTo>
                  <a:lnTo>
                    <a:pt x="87711" y="11633"/>
                  </a:lnTo>
                  <a:cubicBezTo>
                    <a:pt x="103222" y="-3878"/>
                    <a:pt x="128371" y="-3878"/>
                    <a:pt x="143882" y="11633"/>
                  </a:cubicBezTo>
                  <a:cubicBezTo>
                    <a:pt x="159393" y="27144"/>
                    <a:pt x="159393" y="52293"/>
                    <a:pt x="143882" y="67804"/>
                  </a:cubicBezTo>
                  <a:lnTo>
                    <a:pt x="67863" y="143972"/>
                  </a:lnTo>
                  <a:cubicBezTo>
                    <a:pt x="60376" y="151451"/>
                    <a:pt x="50212" y="155631"/>
                    <a:pt x="39629" y="1555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AF012410-B646-A6DE-E8CA-9B26CFB905C9}"/>
                </a:ext>
              </a:extLst>
            </p:cNvPr>
            <p:cNvSpPr/>
            <p:nvPr/>
          </p:nvSpPr>
          <p:spPr>
            <a:xfrm>
              <a:off x="8256438" y="1554341"/>
              <a:ext cx="79393" cy="187119"/>
            </a:xfrm>
            <a:custGeom>
              <a:avLst/>
              <a:gdLst>
                <a:gd name="connsiteX0" fmla="*/ 39697 w 79393"/>
                <a:gd name="connsiteY0" fmla="*/ 187120 h 187119"/>
                <a:gd name="connsiteX1" fmla="*/ 0 w 79393"/>
                <a:gd name="connsiteY1" fmla="*/ 147423 h 187119"/>
                <a:gd name="connsiteX2" fmla="*/ 0 w 79393"/>
                <a:gd name="connsiteY2" fmla="*/ 39697 h 187119"/>
                <a:gd name="connsiteX3" fmla="*/ 39697 w 79393"/>
                <a:gd name="connsiteY3" fmla="*/ 0 h 187119"/>
                <a:gd name="connsiteX4" fmla="*/ 79393 w 79393"/>
                <a:gd name="connsiteY4" fmla="*/ 39697 h 187119"/>
                <a:gd name="connsiteX5" fmla="*/ 79393 w 79393"/>
                <a:gd name="connsiteY5" fmla="*/ 147423 h 187119"/>
                <a:gd name="connsiteX6" fmla="*/ 39697 w 79393"/>
                <a:gd name="connsiteY6" fmla="*/ 187120 h 18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7119">
                  <a:moveTo>
                    <a:pt x="39697" y="187120"/>
                  </a:moveTo>
                  <a:cubicBezTo>
                    <a:pt x="17773" y="187120"/>
                    <a:pt x="0" y="169347"/>
                    <a:pt x="0" y="1474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47423"/>
                  </a:lnTo>
                  <a:cubicBezTo>
                    <a:pt x="79393" y="169347"/>
                    <a:pt x="61620" y="187120"/>
                    <a:pt x="39697" y="18712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B58A3EEF-371B-FC9A-D277-C7F85E79DAB8}"/>
                </a:ext>
              </a:extLst>
            </p:cNvPr>
            <p:cNvSpPr/>
            <p:nvPr/>
          </p:nvSpPr>
          <p:spPr>
            <a:xfrm>
              <a:off x="8202501" y="1608229"/>
              <a:ext cx="187169" cy="79393"/>
            </a:xfrm>
            <a:custGeom>
              <a:avLst/>
              <a:gdLst>
                <a:gd name="connsiteX0" fmla="*/ 147473 w 187169"/>
                <a:gd name="connsiteY0" fmla="*/ 79393 h 79393"/>
                <a:gd name="connsiteX1" fmla="*/ 39697 w 187169"/>
                <a:gd name="connsiteY1" fmla="*/ 79393 h 79393"/>
                <a:gd name="connsiteX2" fmla="*/ 0 w 187169"/>
                <a:gd name="connsiteY2" fmla="*/ 39697 h 79393"/>
                <a:gd name="connsiteX3" fmla="*/ 39697 w 187169"/>
                <a:gd name="connsiteY3" fmla="*/ 0 h 79393"/>
                <a:gd name="connsiteX4" fmla="*/ 147473 w 187169"/>
                <a:gd name="connsiteY4" fmla="*/ 0 h 79393"/>
                <a:gd name="connsiteX5" fmla="*/ 187169 w 187169"/>
                <a:gd name="connsiteY5" fmla="*/ 39697 h 79393"/>
                <a:gd name="connsiteX6" fmla="*/ 147473 w 1871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169" h="79393">
                  <a:moveTo>
                    <a:pt x="1474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7473" y="0"/>
                  </a:lnTo>
                  <a:cubicBezTo>
                    <a:pt x="169397" y="0"/>
                    <a:pt x="187169" y="17773"/>
                    <a:pt x="187169" y="39697"/>
                  </a:cubicBezTo>
                  <a:cubicBezTo>
                    <a:pt x="187169" y="61620"/>
                    <a:pt x="169397" y="79393"/>
                    <a:pt x="147473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D97093E-3663-FFEB-ED7A-3BEC6AB69D6F}"/>
                </a:ext>
              </a:extLst>
            </p:cNvPr>
            <p:cNvSpPr/>
            <p:nvPr/>
          </p:nvSpPr>
          <p:spPr>
            <a:xfrm>
              <a:off x="8540864" y="1608229"/>
              <a:ext cx="186970" cy="79393"/>
            </a:xfrm>
            <a:custGeom>
              <a:avLst/>
              <a:gdLst>
                <a:gd name="connsiteX0" fmla="*/ 147274 w 186970"/>
                <a:gd name="connsiteY0" fmla="*/ 79393 h 79393"/>
                <a:gd name="connsiteX1" fmla="*/ 39697 w 186970"/>
                <a:gd name="connsiteY1" fmla="*/ 79393 h 79393"/>
                <a:gd name="connsiteX2" fmla="*/ 0 w 186970"/>
                <a:gd name="connsiteY2" fmla="*/ 39697 h 79393"/>
                <a:gd name="connsiteX3" fmla="*/ 39697 w 186970"/>
                <a:gd name="connsiteY3" fmla="*/ 0 h 79393"/>
                <a:gd name="connsiteX4" fmla="*/ 147274 w 186970"/>
                <a:gd name="connsiteY4" fmla="*/ 0 h 79393"/>
                <a:gd name="connsiteX5" fmla="*/ 186971 w 186970"/>
                <a:gd name="connsiteY5" fmla="*/ 39697 h 79393"/>
                <a:gd name="connsiteX6" fmla="*/ 147274 w 18697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970" h="79393">
                  <a:moveTo>
                    <a:pt x="14727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7274" y="0"/>
                  </a:lnTo>
                  <a:cubicBezTo>
                    <a:pt x="169198" y="0"/>
                    <a:pt x="186971" y="17773"/>
                    <a:pt x="186971" y="39697"/>
                  </a:cubicBezTo>
                  <a:cubicBezTo>
                    <a:pt x="186971" y="61620"/>
                    <a:pt x="169198" y="79393"/>
                    <a:pt x="14727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131A7F82-6B28-464C-E0CC-B9E20D142891}"/>
                </a:ext>
              </a:extLst>
            </p:cNvPr>
            <p:cNvSpPr/>
            <p:nvPr/>
          </p:nvSpPr>
          <p:spPr>
            <a:xfrm>
              <a:off x="8571429" y="1909817"/>
              <a:ext cx="187500" cy="81386"/>
            </a:xfrm>
            <a:custGeom>
              <a:avLst/>
              <a:gdLst>
                <a:gd name="connsiteX0" fmla="*/ 40045 w 187500"/>
                <a:gd name="connsiteY0" fmla="*/ 81385 h 81386"/>
                <a:gd name="connsiteX1" fmla="*/ 2 w 187500"/>
                <a:gd name="connsiteY1" fmla="*/ 42035 h 81386"/>
                <a:gd name="connsiteX2" fmla="*/ 39351 w 187500"/>
                <a:gd name="connsiteY2" fmla="*/ 1991 h 81386"/>
                <a:gd name="connsiteX3" fmla="*/ 147077 w 187500"/>
                <a:gd name="connsiteY3" fmla="*/ 7 h 81386"/>
                <a:gd name="connsiteX4" fmla="*/ 187494 w 187500"/>
                <a:gd name="connsiteY4" fmla="*/ 38984 h 81386"/>
                <a:gd name="connsiteX5" fmla="*/ 148516 w 187500"/>
                <a:gd name="connsiteY5" fmla="*/ 79400 h 81386"/>
                <a:gd name="connsiteX6" fmla="*/ 40790 w 187500"/>
                <a:gd name="connsiteY6" fmla="*/ 81385 h 8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500" h="81386">
                  <a:moveTo>
                    <a:pt x="40045" y="81385"/>
                  </a:moveTo>
                  <a:cubicBezTo>
                    <a:pt x="18122" y="81576"/>
                    <a:pt x="193" y="63959"/>
                    <a:pt x="2" y="42035"/>
                  </a:cubicBezTo>
                  <a:cubicBezTo>
                    <a:pt x="-190" y="20112"/>
                    <a:pt x="17427" y="2183"/>
                    <a:pt x="39351" y="1991"/>
                  </a:cubicBezTo>
                  <a:lnTo>
                    <a:pt x="147077" y="7"/>
                  </a:lnTo>
                  <a:cubicBezTo>
                    <a:pt x="169001" y="-391"/>
                    <a:pt x="187096" y="17060"/>
                    <a:pt x="187494" y="38984"/>
                  </a:cubicBezTo>
                  <a:cubicBezTo>
                    <a:pt x="187891" y="60908"/>
                    <a:pt x="170440" y="79002"/>
                    <a:pt x="148516" y="79400"/>
                  </a:cubicBezTo>
                  <a:lnTo>
                    <a:pt x="40790" y="8138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2DA3C03-DC46-21F0-1DFA-E79C9ACC975B}"/>
                </a:ext>
              </a:extLst>
            </p:cNvPr>
            <p:cNvSpPr/>
            <p:nvPr/>
          </p:nvSpPr>
          <p:spPr>
            <a:xfrm>
              <a:off x="8571778" y="2000084"/>
              <a:ext cx="187169" cy="79393"/>
            </a:xfrm>
            <a:custGeom>
              <a:avLst/>
              <a:gdLst>
                <a:gd name="connsiteX0" fmla="*/ 147473 w 187169"/>
                <a:gd name="connsiteY0" fmla="*/ 79393 h 79393"/>
                <a:gd name="connsiteX1" fmla="*/ 39697 w 187169"/>
                <a:gd name="connsiteY1" fmla="*/ 79393 h 79393"/>
                <a:gd name="connsiteX2" fmla="*/ 0 w 187169"/>
                <a:gd name="connsiteY2" fmla="*/ 39697 h 79393"/>
                <a:gd name="connsiteX3" fmla="*/ 39697 w 187169"/>
                <a:gd name="connsiteY3" fmla="*/ 0 h 79393"/>
                <a:gd name="connsiteX4" fmla="*/ 147473 w 187169"/>
                <a:gd name="connsiteY4" fmla="*/ 0 h 79393"/>
                <a:gd name="connsiteX5" fmla="*/ 187169 w 187169"/>
                <a:gd name="connsiteY5" fmla="*/ 39697 h 79393"/>
                <a:gd name="connsiteX6" fmla="*/ 147473 w 1871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169" h="79393">
                  <a:moveTo>
                    <a:pt x="1474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7473" y="0"/>
                  </a:lnTo>
                  <a:cubicBezTo>
                    <a:pt x="169397" y="0"/>
                    <a:pt x="187169" y="17773"/>
                    <a:pt x="187169" y="39697"/>
                  </a:cubicBezTo>
                  <a:cubicBezTo>
                    <a:pt x="187169" y="61620"/>
                    <a:pt x="169397" y="79393"/>
                    <a:pt x="14747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6980A69-0764-61AD-796E-3A15F91EC303}"/>
              </a:ext>
            </a:extLst>
          </p:cNvPr>
          <p:cNvGrpSpPr/>
          <p:nvPr/>
        </p:nvGrpSpPr>
        <p:grpSpPr>
          <a:xfrm>
            <a:off x="9415432" y="1448514"/>
            <a:ext cx="798631" cy="776797"/>
            <a:chOff x="9415432" y="1448514"/>
            <a:chExt cx="798631" cy="776797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550C872D-D502-BBF1-6DE8-56312FD140A0}"/>
                </a:ext>
              </a:extLst>
            </p:cNvPr>
            <p:cNvSpPr/>
            <p:nvPr/>
          </p:nvSpPr>
          <p:spPr>
            <a:xfrm>
              <a:off x="9415432" y="1448514"/>
              <a:ext cx="517251" cy="651108"/>
            </a:xfrm>
            <a:custGeom>
              <a:avLst/>
              <a:gdLst>
                <a:gd name="connsiteX0" fmla="*/ 120852 w 517251"/>
                <a:gd name="connsiteY0" fmla="*/ 651109 h 651108"/>
                <a:gd name="connsiteX1" fmla="*/ 90434 w 517251"/>
                <a:gd name="connsiteY1" fmla="*/ 636967 h 651108"/>
                <a:gd name="connsiteX2" fmla="*/ 139016 w 517251"/>
                <a:gd name="connsiteY2" fmla="*/ 90429 h 651108"/>
                <a:gd name="connsiteX3" fmla="*/ 486011 w 517251"/>
                <a:gd name="connsiteY3" fmla="*/ 12590 h 651108"/>
                <a:gd name="connsiteX4" fmla="*/ 516331 w 517251"/>
                <a:gd name="connsiteY4" fmla="*/ 59837 h 651108"/>
                <a:gd name="connsiteX5" fmla="*/ 469083 w 517251"/>
                <a:gd name="connsiteY5" fmla="*/ 90157 h 651108"/>
                <a:gd name="connsiteX6" fmla="*/ 466162 w 517251"/>
                <a:gd name="connsiteY6" fmla="*/ 89403 h 651108"/>
                <a:gd name="connsiteX7" fmla="*/ 89258 w 517251"/>
                <a:gd name="connsiteY7" fmla="*/ 308985 h 651108"/>
                <a:gd name="connsiteX8" fmla="*/ 151220 w 517251"/>
                <a:gd name="connsiteY8" fmla="*/ 585907 h 651108"/>
                <a:gd name="connsiteX9" fmla="*/ 146306 w 517251"/>
                <a:gd name="connsiteY9" fmla="*/ 641831 h 651108"/>
                <a:gd name="connsiteX10" fmla="*/ 120852 w 517251"/>
                <a:gd name="connsiteY10" fmla="*/ 651109 h 65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251" h="651108">
                  <a:moveTo>
                    <a:pt x="120852" y="651109"/>
                  </a:moveTo>
                  <a:cubicBezTo>
                    <a:pt x="109121" y="651121"/>
                    <a:pt x="97986" y="645944"/>
                    <a:pt x="90434" y="636967"/>
                  </a:cubicBezTo>
                  <a:cubicBezTo>
                    <a:pt x="-47073" y="472629"/>
                    <a:pt x="-25322" y="227936"/>
                    <a:pt x="139016" y="90429"/>
                  </a:cubicBezTo>
                  <a:cubicBezTo>
                    <a:pt x="235280" y="9882"/>
                    <a:pt x="364564" y="-19120"/>
                    <a:pt x="486011" y="12590"/>
                  </a:cubicBezTo>
                  <a:cubicBezTo>
                    <a:pt x="507430" y="17264"/>
                    <a:pt x="521005" y="38418"/>
                    <a:pt x="516331" y="59837"/>
                  </a:cubicBezTo>
                  <a:cubicBezTo>
                    <a:pt x="511656" y="81257"/>
                    <a:pt x="490503" y="94832"/>
                    <a:pt x="469083" y="90157"/>
                  </a:cubicBezTo>
                  <a:cubicBezTo>
                    <a:pt x="468100" y="89943"/>
                    <a:pt x="467126" y="89691"/>
                    <a:pt x="466162" y="89403"/>
                  </a:cubicBezTo>
                  <a:cubicBezTo>
                    <a:pt x="301447" y="45959"/>
                    <a:pt x="132701" y="144270"/>
                    <a:pt x="89258" y="308985"/>
                  </a:cubicBezTo>
                  <a:cubicBezTo>
                    <a:pt x="63703" y="405877"/>
                    <a:pt x="86809" y="509145"/>
                    <a:pt x="151220" y="585907"/>
                  </a:cubicBezTo>
                  <a:cubicBezTo>
                    <a:pt x="165306" y="602707"/>
                    <a:pt x="163106" y="627745"/>
                    <a:pt x="146306" y="641831"/>
                  </a:cubicBezTo>
                  <a:cubicBezTo>
                    <a:pt x="139172" y="647813"/>
                    <a:pt x="130162" y="651097"/>
                    <a:pt x="120852" y="65110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6C0D1039-CAD9-EC98-9632-99E3E2748DE2}"/>
                </a:ext>
              </a:extLst>
            </p:cNvPr>
            <p:cNvSpPr/>
            <p:nvPr/>
          </p:nvSpPr>
          <p:spPr>
            <a:xfrm>
              <a:off x="9484727" y="2025043"/>
              <a:ext cx="155610" cy="155610"/>
            </a:xfrm>
            <a:custGeom>
              <a:avLst/>
              <a:gdLst>
                <a:gd name="connsiteX0" fmla="*/ 77855 w 155610"/>
                <a:gd name="connsiteY0" fmla="*/ 155610 h 155610"/>
                <a:gd name="connsiteX1" fmla="*/ 0 w 155610"/>
                <a:gd name="connsiteY1" fmla="*/ 77855 h 155610"/>
                <a:gd name="connsiteX2" fmla="*/ 77756 w 155610"/>
                <a:gd name="connsiteY2" fmla="*/ 0 h 155610"/>
                <a:gd name="connsiteX3" fmla="*/ 155611 w 155610"/>
                <a:gd name="connsiteY3" fmla="*/ 77756 h 155610"/>
                <a:gd name="connsiteX4" fmla="*/ 155611 w 155610"/>
                <a:gd name="connsiteY4" fmla="*/ 77805 h 155610"/>
                <a:gd name="connsiteX5" fmla="*/ 77855 w 155610"/>
                <a:gd name="connsiteY5" fmla="*/ 155610 h 155610"/>
                <a:gd name="connsiteX6" fmla="*/ 77855 w 155610"/>
                <a:gd name="connsiteY6" fmla="*/ 76217 h 155610"/>
                <a:gd name="connsiteX7" fmla="*/ 76218 w 155610"/>
                <a:gd name="connsiteY7" fmla="*/ 77755 h 155610"/>
                <a:gd name="connsiteX8" fmla="*/ 76217 w 155610"/>
                <a:gd name="connsiteY8" fmla="*/ 77805 h 155610"/>
                <a:gd name="connsiteX9" fmla="*/ 77546 w 155610"/>
                <a:gd name="connsiteY9" fmla="*/ 79702 h 155610"/>
                <a:gd name="connsiteX10" fmla="*/ 79443 w 155610"/>
                <a:gd name="connsiteY10" fmla="*/ 78373 h 155610"/>
                <a:gd name="connsiteX11" fmla="*/ 79443 w 155610"/>
                <a:gd name="connsiteY11" fmla="*/ 77805 h 155610"/>
                <a:gd name="connsiteX12" fmla="*/ 77855 w 155610"/>
                <a:gd name="connsiteY12" fmla="*/ 76217 h 15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610" h="155610">
                  <a:moveTo>
                    <a:pt x="77855" y="155610"/>
                  </a:moveTo>
                  <a:cubicBezTo>
                    <a:pt x="34884" y="155638"/>
                    <a:pt x="27" y="120825"/>
                    <a:pt x="0" y="77855"/>
                  </a:cubicBezTo>
                  <a:cubicBezTo>
                    <a:pt x="-27" y="34884"/>
                    <a:pt x="34785" y="27"/>
                    <a:pt x="77756" y="0"/>
                  </a:cubicBezTo>
                  <a:cubicBezTo>
                    <a:pt x="120726" y="-27"/>
                    <a:pt x="155583" y="34785"/>
                    <a:pt x="155611" y="77756"/>
                  </a:cubicBezTo>
                  <a:cubicBezTo>
                    <a:pt x="155611" y="77772"/>
                    <a:pt x="155611" y="77789"/>
                    <a:pt x="155611" y="77805"/>
                  </a:cubicBezTo>
                  <a:cubicBezTo>
                    <a:pt x="155583" y="120745"/>
                    <a:pt x="120795" y="155556"/>
                    <a:pt x="77855" y="155610"/>
                  </a:cubicBezTo>
                  <a:close/>
                  <a:moveTo>
                    <a:pt x="77855" y="76217"/>
                  </a:moveTo>
                  <a:cubicBezTo>
                    <a:pt x="76978" y="76190"/>
                    <a:pt x="76246" y="76878"/>
                    <a:pt x="76218" y="77755"/>
                  </a:cubicBezTo>
                  <a:cubicBezTo>
                    <a:pt x="76218" y="77772"/>
                    <a:pt x="76217" y="77788"/>
                    <a:pt x="76217" y="77805"/>
                  </a:cubicBezTo>
                  <a:cubicBezTo>
                    <a:pt x="76061" y="78696"/>
                    <a:pt x="76656" y="79545"/>
                    <a:pt x="77546" y="79702"/>
                  </a:cubicBezTo>
                  <a:cubicBezTo>
                    <a:pt x="78437" y="79859"/>
                    <a:pt x="79286" y="79264"/>
                    <a:pt x="79443" y="78373"/>
                  </a:cubicBezTo>
                  <a:cubicBezTo>
                    <a:pt x="79476" y="78185"/>
                    <a:pt x="79476" y="77993"/>
                    <a:pt x="79443" y="77805"/>
                  </a:cubicBezTo>
                  <a:cubicBezTo>
                    <a:pt x="79443" y="76928"/>
                    <a:pt x="78732" y="76217"/>
                    <a:pt x="77855" y="7621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24530D07-FD05-8B16-50EE-8DC570E89DEC}"/>
                </a:ext>
              </a:extLst>
            </p:cNvPr>
            <p:cNvSpPr/>
            <p:nvPr/>
          </p:nvSpPr>
          <p:spPr>
            <a:xfrm>
              <a:off x="9699447" y="1574553"/>
              <a:ext cx="514616" cy="650758"/>
            </a:xfrm>
            <a:custGeom>
              <a:avLst/>
              <a:gdLst>
                <a:gd name="connsiteX0" fmla="*/ 126820 w 514616"/>
                <a:gd name="connsiteY0" fmla="*/ 650759 h 650758"/>
                <a:gd name="connsiteX1" fmla="*/ 28323 w 514616"/>
                <a:gd name="connsiteY1" fmla="*/ 638106 h 650758"/>
                <a:gd name="connsiteX2" fmla="*/ 1678 w 514616"/>
                <a:gd name="connsiteY2" fmla="*/ 588692 h 650758"/>
                <a:gd name="connsiteX3" fmla="*/ 48171 w 514616"/>
                <a:gd name="connsiteY3" fmla="*/ 561293 h 650758"/>
                <a:gd name="connsiteX4" fmla="*/ 425075 w 514616"/>
                <a:gd name="connsiteY4" fmla="*/ 341710 h 650758"/>
                <a:gd name="connsiteX5" fmla="*/ 363114 w 514616"/>
                <a:gd name="connsiteY5" fmla="*/ 64788 h 650758"/>
                <a:gd name="connsiteX6" fmla="*/ 368784 w 514616"/>
                <a:gd name="connsiteY6" fmla="*/ 8936 h 650758"/>
                <a:gd name="connsiteX7" fmla="*/ 423899 w 514616"/>
                <a:gd name="connsiteY7" fmla="*/ 13729 h 650758"/>
                <a:gd name="connsiteX8" fmla="*/ 376067 w 514616"/>
                <a:gd name="connsiteY8" fmla="*/ 560050 h 650758"/>
                <a:gd name="connsiteX9" fmla="*/ 126820 w 514616"/>
                <a:gd name="connsiteY9" fmla="*/ 650759 h 65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4616" h="650758">
                  <a:moveTo>
                    <a:pt x="126820" y="650759"/>
                  </a:moveTo>
                  <a:cubicBezTo>
                    <a:pt x="93582" y="650755"/>
                    <a:pt x="60482" y="646503"/>
                    <a:pt x="28323" y="638106"/>
                  </a:cubicBezTo>
                  <a:cubicBezTo>
                    <a:pt x="7320" y="631818"/>
                    <a:pt x="-4610" y="609695"/>
                    <a:pt x="1678" y="588692"/>
                  </a:cubicBezTo>
                  <a:cubicBezTo>
                    <a:pt x="7630" y="568809"/>
                    <a:pt x="27894" y="556868"/>
                    <a:pt x="48171" y="561293"/>
                  </a:cubicBezTo>
                  <a:cubicBezTo>
                    <a:pt x="212886" y="604736"/>
                    <a:pt x="381632" y="506426"/>
                    <a:pt x="425075" y="341710"/>
                  </a:cubicBezTo>
                  <a:cubicBezTo>
                    <a:pt x="450630" y="244818"/>
                    <a:pt x="427524" y="141551"/>
                    <a:pt x="363114" y="64788"/>
                  </a:cubicBezTo>
                  <a:cubicBezTo>
                    <a:pt x="349256" y="47799"/>
                    <a:pt x="351795" y="22793"/>
                    <a:pt x="368784" y="8936"/>
                  </a:cubicBezTo>
                  <a:cubicBezTo>
                    <a:pt x="385427" y="-4639"/>
                    <a:pt x="409849" y="-2515"/>
                    <a:pt x="423899" y="13729"/>
                  </a:cubicBezTo>
                  <a:cubicBezTo>
                    <a:pt x="561553" y="177800"/>
                    <a:pt x="540138" y="422396"/>
                    <a:pt x="376067" y="560050"/>
                  </a:cubicBezTo>
                  <a:cubicBezTo>
                    <a:pt x="306229" y="618643"/>
                    <a:pt x="217981" y="650759"/>
                    <a:pt x="126820" y="65075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81ECA600-5304-350D-40DE-94E24C19F965}"/>
                </a:ext>
              </a:extLst>
            </p:cNvPr>
            <p:cNvSpPr/>
            <p:nvPr/>
          </p:nvSpPr>
          <p:spPr>
            <a:xfrm>
              <a:off x="9988973" y="1493060"/>
              <a:ext cx="155610" cy="155610"/>
            </a:xfrm>
            <a:custGeom>
              <a:avLst/>
              <a:gdLst>
                <a:gd name="connsiteX0" fmla="*/ 77656 w 155610"/>
                <a:gd name="connsiteY0" fmla="*/ 155610 h 155610"/>
                <a:gd name="connsiteX1" fmla="*/ 0 w 155610"/>
                <a:gd name="connsiteY1" fmla="*/ 77656 h 155610"/>
                <a:gd name="connsiteX2" fmla="*/ 77954 w 155610"/>
                <a:gd name="connsiteY2" fmla="*/ 0 h 155610"/>
                <a:gd name="connsiteX3" fmla="*/ 155611 w 155610"/>
                <a:gd name="connsiteY3" fmla="*/ 77855 h 155610"/>
                <a:gd name="connsiteX4" fmla="*/ 77657 w 155610"/>
                <a:gd name="connsiteY4" fmla="*/ 155610 h 155610"/>
                <a:gd name="connsiteX5" fmla="*/ 77656 w 155610"/>
                <a:gd name="connsiteY5" fmla="*/ 76217 h 155610"/>
                <a:gd name="connsiteX6" fmla="*/ 76069 w 155610"/>
                <a:gd name="connsiteY6" fmla="*/ 77855 h 155610"/>
                <a:gd name="connsiteX7" fmla="*/ 77965 w 155610"/>
                <a:gd name="connsiteY7" fmla="*/ 79183 h 155610"/>
                <a:gd name="connsiteX8" fmla="*/ 79294 w 155610"/>
                <a:gd name="connsiteY8" fmla="*/ 77855 h 155610"/>
                <a:gd name="connsiteX9" fmla="*/ 77656 w 155610"/>
                <a:gd name="connsiteY9" fmla="*/ 76217 h 15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0" h="155610">
                  <a:moveTo>
                    <a:pt x="77656" y="155610"/>
                  </a:moveTo>
                  <a:cubicBezTo>
                    <a:pt x="34686" y="155528"/>
                    <a:pt x="-82" y="120627"/>
                    <a:pt x="0" y="77656"/>
                  </a:cubicBezTo>
                  <a:cubicBezTo>
                    <a:pt x="82" y="34686"/>
                    <a:pt x="34984" y="-82"/>
                    <a:pt x="77954" y="0"/>
                  </a:cubicBezTo>
                  <a:cubicBezTo>
                    <a:pt x="120886" y="82"/>
                    <a:pt x="155638" y="34923"/>
                    <a:pt x="155611" y="77855"/>
                  </a:cubicBezTo>
                  <a:cubicBezTo>
                    <a:pt x="155556" y="120853"/>
                    <a:pt x="120655" y="155665"/>
                    <a:pt x="77657" y="155610"/>
                  </a:cubicBezTo>
                  <a:close/>
                  <a:moveTo>
                    <a:pt x="77656" y="76217"/>
                  </a:moveTo>
                  <a:cubicBezTo>
                    <a:pt x="76772" y="76244"/>
                    <a:pt x="76068" y="76969"/>
                    <a:pt x="76069" y="77855"/>
                  </a:cubicBezTo>
                  <a:cubicBezTo>
                    <a:pt x="76225" y="78745"/>
                    <a:pt x="77075" y="79340"/>
                    <a:pt x="77965" y="79183"/>
                  </a:cubicBezTo>
                  <a:cubicBezTo>
                    <a:pt x="78643" y="79064"/>
                    <a:pt x="79174" y="78533"/>
                    <a:pt x="79294" y="77855"/>
                  </a:cubicBezTo>
                  <a:cubicBezTo>
                    <a:pt x="79294" y="76950"/>
                    <a:pt x="78561" y="76217"/>
                    <a:pt x="77656" y="7621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2" name="Picture Placeholder 43">
              <a:extLst>
                <a:ext uri="{FF2B5EF4-FFF2-40B4-BE49-F238E27FC236}">
                  <a16:creationId xmlns:a16="http://schemas.microsoft.com/office/drawing/2014/main" id="{32C89544-EB27-D23F-1440-AD912B3AA5C3}"/>
                </a:ext>
              </a:extLst>
            </p:cNvPr>
            <p:cNvGrpSpPr/>
            <p:nvPr/>
          </p:nvGrpSpPr>
          <p:grpSpPr>
            <a:xfrm>
              <a:off x="9621571" y="1639230"/>
              <a:ext cx="386163" cy="397473"/>
              <a:chOff x="9621571" y="1639230"/>
              <a:chExt cx="386163" cy="397473"/>
            </a:xfrm>
            <a:solidFill>
              <a:srgbClr val="EF463C"/>
            </a:solidFill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EE807F23-6107-D8B3-D006-AB912E25A906}"/>
                  </a:ext>
                </a:extLst>
              </p:cNvPr>
              <p:cNvSpPr/>
              <p:nvPr/>
            </p:nvSpPr>
            <p:spPr>
              <a:xfrm>
                <a:off x="9734842" y="1639230"/>
                <a:ext cx="98077" cy="147087"/>
              </a:xfrm>
              <a:custGeom>
                <a:avLst/>
                <a:gdLst>
                  <a:gd name="connsiteX0" fmla="*/ 58526 w 98077"/>
                  <a:gd name="connsiteY0" fmla="*/ 147088 h 147087"/>
                  <a:gd name="connsiteX1" fmla="*/ 20318 w 98077"/>
                  <a:gd name="connsiteY1" fmla="*/ 118010 h 147087"/>
                  <a:gd name="connsiteX2" fmla="*/ 916 w 98077"/>
                  <a:gd name="connsiteY2" fmla="*/ 48144 h 147087"/>
                  <a:gd name="connsiteX3" fmla="*/ 31263 w 98077"/>
                  <a:gd name="connsiteY3" fmla="*/ 914 h 147087"/>
                  <a:gd name="connsiteX4" fmla="*/ 77283 w 98077"/>
                  <a:gd name="connsiteY4" fmla="*/ 26906 h 147087"/>
                  <a:gd name="connsiteX5" fmla="*/ 96635 w 98077"/>
                  <a:gd name="connsiteY5" fmla="*/ 96772 h 147087"/>
                  <a:gd name="connsiteX6" fmla="*/ 69145 w 98077"/>
                  <a:gd name="connsiteY6" fmla="*/ 145549 h 147087"/>
                  <a:gd name="connsiteX7" fmla="*/ 58526 w 98077"/>
                  <a:gd name="connsiteY7" fmla="*/ 147088 h 14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077" h="147087">
                    <a:moveTo>
                      <a:pt x="58526" y="147088"/>
                    </a:moveTo>
                    <a:cubicBezTo>
                      <a:pt x="40707" y="147069"/>
                      <a:pt x="25085" y="135179"/>
                      <a:pt x="20318" y="118010"/>
                    </a:cubicBezTo>
                    <a:lnTo>
                      <a:pt x="916" y="48144"/>
                    </a:lnTo>
                    <a:cubicBezTo>
                      <a:pt x="-3746" y="26722"/>
                      <a:pt x="9841" y="5576"/>
                      <a:pt x="31263" y="914"/>
                    </a:cubicBezTo>
                    <a:cubicBezTo>
                      <a:pt x="50980" y="-3377"/>
                      <a:pt x="70778" y="7805"/>
                      <a:pt x="77283" y="26906"/>
                    </a:cubicBezTo>
                    <a:lnTo>
                      <a:pt x="96635" y="96772"/>
                    </a:lnTo>
                    <a:cubicBezTo>
                      <a:pt x="102451" y="117825"/>
                      <a:pt x="90167" y="139622"/>
                      <a:pt x="69145" y="145549"/>
                    </a:cubicBezTo>
                    <a:cubicBezTo>
                      <a:pt x="65688" y="146524"/>
                      <a:pt x="62118" y="147041"/>
                      <a:pt x="58526" y="14708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060002E6-5339-C373-8CFF-0091E12463E5}"/>
                  </a:ext>
                </a:extLst>
              </p:cNvPr>
              <p:cNvSpPr/>
              <p:nvPr/>
            </p:nvSpPr>
            <p:spPr>
              <a:xfrm>
                <a:off x="9822810" y="1655817"/>
                <a:ext cx="116722" cy="140921"/>
              </a:xfrm>
              <a:custGeom>
                <a:avLst/>
                <a:gdLst>
                  <a:gd name="connsiteX0" fmla="*/ 39680 w 116722"/>
                  <a:gd name="connsiteY0" fmla="*/ 140922 h 140921"/>
                  <a:gd name="connsiteX1" fmla="*/ 0 w 116722"/>
                  <a:gd name="connsiteY1" fmla="*/ 101209 h 140921"/>
                  <a:gd name="connsiteX2" fmla="*/ 5789 w 116722"/>
                  <a:gd name="connsiteY2" fmla="*/ 80583 h 140921"/>
                  <a:gd name="connsiteX3" fmla="*/ 43550 w 116722"/>
                  <a:gd name="connsiteY3" fmla="*/ 18358 h 140921"/>
                  <a:gd name="connsiteX4" fmla="*/ 98364 w 116722"/>
                  <a:gd name="connsiteY4" fmla="*/ 6231 h 140921"/>
                  <a:gd name="connsiteX5" fmla="*/ 111432 w 116722"/>
                  <a:gd name="connsiteY5" fmla="*/ 59494 h 140921"/>
                  <a:gd name="connsiteX6" fmla="*/ 73670 w 116722"/>
                  <a:gd name="connsiteY6" fmla="*/ 121818 h 140921"/>
                  <a:gd name="connsiteX7" fmla="*/ 39680 w 116722"/>
                  <a:gd name="connsiteY7" fmla="*/ 140922 h 140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722" h="140921">
                    <a:moveTo>
                      <a:pt x="39680" y="140922"/>
                    </a:moveTo>
                    <a:cubicBezTo>
                      <a:pt x="17756" y="140912"/>
                      <a:pt x="-9" y="123132"/>
                      <a:pt x="0" y="101209"/>
                    </a:cubicBezTo>
                    <a:cubicBezTo>
                      <a:pt x="3" y="93933"/>
                      <a:pt x="2006" y="86798"/>
                      <a:pt x="5789" y="80583"/>
                    </a:cubicBezTo>
                    <a:lnTo>
                      <a:pt x="43550" y="18358"/>
                    </a:lnTo>
                    <a:cubicBezTo>
                      <a:pt x="55338" y="-127"/>
                      <a:pt x="79879" y="-5557"/>
                      <a:pt x="98364" y="6231"/>
                    </a:cubicBezTo>
                    <a:cubicBezTo>
                      <a:pt x="116255" y="17639"/>
                      <a:pt x="122011" y="41101"/>
                      <a:pt x="111432" y="59494"/>
                    </a:cubicBezTo>
                    <a:lnTo>
                      <a:pt x="73670" y="121818"/>
                    </a:lnTo>
                    <a:cubicBezTo>
                      <a:pt x="66464" y="133695"/>
                      <a:pt x="53572" y="140940"/>
                      <a:pt x="39680" y="14092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E9B5129B-E8AB-7A91-119C-686FA87115AD}"/>
                  </a:ext>
                </a:extLst>
              </p:cNvPr>
              <p:cNvSpPr/>
              <p:nvPr/>
            </p:nvSpPr>
            <p:spPr>
              <a:xfrm>
                <a:off x="9874485" y="1763240"/>
                <a:ext cx="133250" cy="90317"/>
              </a:xfrm>
              <a:custGeom>
                <a:avLst/>
                <a:gdLst>
                  <a:gd name="connsiteX0" fmla="*/ 40157 w 133250"/>
                  <a:gd name="connsiteY0" fmla="*/ 90314 h 90317"/>
                  <a:gd name="connsiteX1" fmla="*/ 3 w 133250"/>
                  <a:gd name="connsiteY1" fmla="*/ 51081 h 90317"/>
                  <a:gd name="connsiteX2" fmla="*/ 32317 w 133250"/>
                  <a:gd name="connsiteY2" fmla="*/ 11616 h 90317"/>
                  <a:gd name="connsiteX3" fmla="*/ 85609 w 133250"/>
                  <a:gd name="connsiteY3" fmla="*/ 799 h 90317"/>
                  <a:gd name="connsiteX4" fmla="*/ 132451 w 133250"/>
                  <a:gd name="connsiteY4" fmla="*/ 31861 h 90317"/>
                  <a:gd name="connsiteX5" fmla="*/ 101389 w 133250"/>
                  <a:gd name="connsiteY5" fmla="*/ 78703 h 90317"/>
                  <a:gd name="connsiteX6" fmla="*/ 48096 w 133250"/>
                  <a:gd name="connsiteY6" fmla="*/ 89521 h 90317"/>
                  <a:gd name="connsiteX7" fmla="*/ 40157 w 133250"/>
                  <a:gd name="connsiteY7" fmla="*/ 90314 h 9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250" h="90317">
                    <a:moveTo>
                      <a:pt x="40157" y="90314"/>
                    </a:moveTo>
                    <a:cubicBezTo>
                      <a:pt x="18234" y="90569"/>
                      <a:pt x="257" y="73003"/>
                      <a:pt x="3" y="51081"/>
                    </a:cubicBezTo>
                    <a:cubicBezTo>
                      <a:pt x="-220" y="31831"/>
                      <a:pt x="13401" y="15195"/>
                      <a:pt x="32317" y="11616"/>
                    </a:cubicBezTo>
                    <a:lnTo>
                      <a:pt x="85609" y="799"/>
                    </a:lnTo>
                    <a:cubicBezTo>
                      <a:pt x="107122" y="-3559"/>
                      <a:pt x="128094" y="10349"/>
                      <a:pt x="132451" y="31861"/>
                    </a:cubicBezTo>
                    <a:cubicBezTo>
                      <a:pt x="136809" y="53374"/>
                      <a:pt x="122902" y="74346"/>
                      <a:pt x="101389" y="78703"/>
                    </a:cubicBezTo>
                    <a:lnTo>
                      <a:pt x="48096" y="89521"/>
                    </a:lnTo>
                    <a:cubicBezTo>
                      <a:pt x="45483" y="90051"/>
                      <a:pt x="42823" y="90317"/>
                      <a:pt x="40157" y="9031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03B23B56-3295-20B4-9ABA-1F74B51E8021}"/>
                  </a:ext>
                </a:extLst>
              </p:cNvPr>
              <p:cNvSpPr/>
              <p:nvPr/>
            </p:nvSpPr>
            <p:spPr>
              <a:xfrm>
                <a:off x="9859376" y="1847190"/>
                <a:ext cx="134800" cy="112849"/>
              </a:xfrm>
              <a:custGeom>
                <a:avLst/>
                <a:gdLst>
                  <a:gd name="connsiteX0" fmla="*/ 95011 w 134800"/>
                  <a:gd name="connsiteY0" fmla="*/ 112850 h 112849"/>
                  <a:gd name="connsiteX1" fmla="*/ 74518 w 134800"/>
                  <a:gd name="connsiteY1" fmla="*/ 107143 h 112849"/>
                  <a:gd name="connsiteX2" fmla="*/ 19191 w 134800"/>
                  <a:gd name="connsiteY2" fmla="*/ 73699 h 112849"/>
                  <a:gd name="connsiteX3" fmla="*/ 5719 w 134800"/>
                  <a:gd name="connsiteY3" fmla="*/ 19191 h 112849"/>
                  <a:gd name="connsiteX4" fmla="*/ 60227 w 134800"/>
                  <a:gd name="connsiteY4" fmla="*/ 5719 h 112849"/>
                  <a:gd name="connsiteX5" fmla="*/ 115604 w 134800"/>
                  <a:gd name="connsiteY5" fmla="*/ 39163 h 112849"/>
                  <a:gd name="connsiteX6" fmla="*/ 129089 w 134800"/>
                  <a:gd name="connsiteY6" fmla="*/ 93659 h 112849"/>
                  <a:gd name="connsiteX7" fmla="*/ 95011 w 134800"/>
                  <a:gd name="connsiteY7" fmla="*/ 112850 h 112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800" h="112849">
                    <a:moveTo>
                      <a:pt x="95011" y="112850"/>
                    </a:moveTo>
                    <a:cubicBezTo>
                      <a:pt x="87788" y="112848"/>
                      <a:pt x="80703" y="110875"/>
                      <a:pt x="74518" y="107143"/>
                    </a:cubicBezTo>
                    <a:lnTo>
                      <a:pt x="19191" y="73699"/>
                    </a:lnTo>
                    <a:cubicBezTo>
                      <a:pt x="418" y="62367"/>
                      <a:pt x="-5613" y="37963"/>
                      <a:pt x="5719" y="19191"/>
                    </a:cubicBezTo>
                    <a:cubicBezTo>
                      <a:pt x="17051" y="418"/>
                      <a:pt x="41455" y="-5613"/>
                      <a:pt x="60227" y="5719"/>
                    </a:cubicBezTo>
                    <a:lnTo>
                      <a:pt x="115604" y="39163"/>
                    </a:lnTo>
                    <a:cubicBezTo>
                      <a:pt x="134376" y="50488"/>
                      <a:pt x="140413" y="74887"/>
                      <a:pt x="129089" y="93659"/>
                    </a:cubicBezTo>
                    <a:cubicBezTo>
                      <a:pt x="121887" y="105596"/>
                      <a:pt x="108952" y="112880"/>
                      <a:pt x="95011" y="11285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433A902F-1CAD-B928-C40D-A395AD7B9142}"/>
                  </a:ext>
                </a:extLst>
              </p:cNvPr>
              <p:cNvSpPr/>
              <p:nvPr/>
            </p:nvSpPr>
            <p:spPr>
              <a:xfrm>
                <a:off x="9793842" y="1905062"/>
                <a:ext cx="92052" cy="131641"/>
              </a:xfrm>
              <a:custGeom>
                <a:avLst/>
                <a:gdLst>
                  <a:gd name="connsiteX0" fmla="*/ 52323 w 92052"/>
                  <a:gd name="connsiteY0" fmla="*/ 131642 h 131641"/>
                  <a:gd name="connsiteX1" fmla="*/ 13768 w 92052"/>
                  <a:gd name="connsiteY1" fmla="*/ 101274 h 131641"/>
                  <a:gd name="connsiteX2" fmla="*/ 1114 w 92052"/>
                  <a:gd name="connsiteY2" fmla="*/ 49023 h 131641"/>
                  <a:gd name="connsiteX3" fmla="*/ 30415 w 92052"/>
                  <a:gd name="connsiteY3" fmla="*/ 1114 h 131641"/>
                  <a:gd name="connsiteX4" fmla="*/ 78324 w 92052"/>
                  <a:gd name="connsiteY4" fmla="*/ 30415 h 131641"/>
                  <a:gd name="connsiteX5" fmla="*/ 90928 w 92052"/>
                  <a:gd name="connsiteY5" fmla="*/ 82616 h 131641"/>
                  <a:gd name="connsiteX6" fmla="*/ 61690 w 92052"/>
                  <a:gd name="connsiteY6" fmla="*/ 130541 h 131641"/>
                  <a:gd name="connsiteX7" fmla="*/ 61652 w 92052"/>
                  <a:gd name="connsiteY7" fmla="*/ 130550 h 131641"/>
                  <a:gd name="connsiteX8" fmla="*/ 52323 w 92052"/>
                  <a:gd name="connsiteY8" fmla="*/ 131642 h 13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052" h="131641">
                    <a:moveTo>
                      <a:pt x="52323" y="131642"/>
                    </a:moveTo>
                    <a:cubicBezTo>
                      <a:pt x="34004" y="131628"/>
                      <a:pt x="18073" y="119080"/>
                      <a:pt x="13768" y="101274"/>
                    </a:cubicBezTo>
                    <a:lnTo>
                      <a:pt x="1114" y="49023"/>
                    </a:lnTo>
                    <a:cubicBezTo>
                      <a:pt x="-4024" y="27702"/>
                      <a:pt x="9095" y="6253"/>
                      <a:pt x="30415" y="1114"/>
                    </a:cubicBezTo>
                    <a:cubicBezTo>
                      <a:pt x="51736" y="-4024"/>
                      <a:pt x="73186" y="9095"/>
                      <a:pt x="78324" y="30415"/>
                    </a:cubicBezTo>
                    <a:lnTo>
                      <a:pt x="90928" y="82616"/>
                    </a:lnTo>
                    <a:cubicBezTo>
                      <a:pt x="96088" y="103924"/>
                      <a:pt x="82998" y="125381"/>
                      <a:pt x="61690" y="130541"/>
                    </a:cubicBezTo>
                    <a:cubicBezTo>
                      <a:pt x="61677" y="130544"/>
                      <a:pt x="61664" y="130547"/>
                      <a:pt x="61652" y="130550"/>
                    </a:cubicBezTo>
                    <a:cubicBezTo>
                      <a:pt x="58595" y="131277"/>
                      <a:pt x="55465" y="131643"/>
                      <a:pt x="52323" y="13164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11A34436-F90D-F681-F5D9-062BEAEA857D}"/>
                  </a:ext>
                </a:extLst>
              </p:cNvPr>
              <p:cNvSpPr/>
              <p:nvPr/>
            </p:nvSpPr>
            <p:spPr>
              <a:xfrm>
                <a:off x="9689305" y="1884904"/>
                <a:ext cx="111130" cy="133787"/>
              </a:xfrm>
              <a:custGeom>
                <a:avLst/>
                <a:gdLst>
                  <a:gd name="connsiteX0" fmla="*/ 39557 w 111130"/>
                  <a:gd name="connsiteY0" fmla="*/ 133787 h 133787"/>
                  <a:gd name="connsiteX1" fmla="*/ 0 w 111130"/>
                  <a:gd name="connsiteY1" fmla="*/ 93951 h 133787"/>
                  <a:gd name="connsiteX2" fmla="*/ 5318 w 111130"/>
                  <a:gd name="connsiteY2" fmla="*/ 74242 h 133787"/>
                  <a:gd name="connsiteX3" fmla="*/ 36877 w 111130"/>
                  <a:gd name="connsiteY3" fmla="*/ 20156 h 133787"/>
                  <a:gd name="connsiteX4" fmla="*/ 90975 w 111130"/>
                  <a:gd name="connsiteY4" fmla="*/ 5153 h 133787"/>
                  <a:gd name="connsiteX5" fmla="*/ 105978 w 111130"/>
                  <a:gd name="connsiteY5" fmla="*/ 59251 h 133787"/>
                  <a:gd name="connsiteX6" fmla="*/ 105453 w 111130"/>
                  <a:gd name="connsiteY6" fmla="*/ 60150 h 133787"/>
                  <a:gd name="connsiteX7" fmla="*/ 73894 w 111130"/>
                  <a:gd name="connsiteY7" fmla="*/ 114286 h 133787"/>
                  <a:gd name="connsiteX8" fmla="*/ 39557 w 111130"/>
                  <a:gd name="connsiteY8" fmla="*/ 133787 h 13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787">
                    <a:moveTo>
                      <a:pt x="39557" y="133787"/>
                    </a:moveTo>
                    <a:cubicBezTo>
                      <a:pt x="17633" y="133710"/>
                      <a:pt x="-77" y="115875"/>
                      <a:pt x="0" y="93951"/>
                    </a:cubicBezTo>
                    <a:cubicBezTo>
                      <a:pt x="25" y="87030"/>
                      <a:pt x="1858" y="80236"/>
                      <a:pt x="5318" y="74242"/>
                    </a:cubicBezTo>
                    <a:lnTo>
                      <a:pt x="36877" y="20156"/>
                    </a:lnTo>
                    <a:cubicBezTo>
                      <a:pt x="47673" y="1074"/>
                      <a:pt x="71893" y="-5642"/>
                      <a:pt x="90975" y="5153"/>
                    </a:cubicBezTo>
                    <a:cubicBezTo>
                      <a:pt x="110056" y="15949"/>
                      <a:pt x="116773" y="40170"/>
                      <a:pt x="105978" y="59251"/>
                    </a:cubicBezTo>
                    <a:cubicBezTo>
                      <a:pt x="105807" y="59553"/>
                      <a:pt x="105632" y="59853"/>
                      <a:pt x="105453" y="60150"/>
                    </a:cubicBezTo>
                    <a:lnTo>
                      <a:pt x="73894" y="114286"/>
                    </a:lnTo>
                    <a:cubicBezTo>
                      <a:pt x="66723" y="126422"/>
                      <a:pt x="53653" y="133845"/>
                      <a:pt x="39557" y="13378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F6F41707-CEBD-0CE6-9124-48D584780F7E}"/>
                  </a:ext>
                </a:extLst>
              </p:cNvPr>
              <p:cNvSpPr/>
              <p:nvPr/>
            </p:nvSpPr>
            <p:spPr>
              <a:xfrm>
                <a:off x="9621571" y="1819309"/>
                <a:ext cx="138974" cy="95636"/>
              </a:xfrm>
              <a:custGeom>
                <a:avLst/>
                <a:gdLst>
                  <a:gd name="connsiteX0" fmla="*/ 39657 w 138974"/>
                  <a:gd name="connsiteY0" fmla="*/ 95626 h 95636"/>
                  <a:gd name="connsiteX1" fmla="*/ 0 w 138974"/>
                  <a:gd name="connsiteY1" fmla="*/ 55890 h 95636"/>
                  <a:gd name="connsiteX2" fmla="*/ 29286 w 138974"/>
                  <a:gd name="connsiteY2" fmla="*/ 17622 h 95636"/>
                  <a:gd name="connsiteX3" fmla="*/ 88335 w 138974"/>
                  <a:gd name="connsiteY3" fmla="*/ 1545 h 95636"/>
                  <a:gd name="connsiteX4" fmla="*/ 137429 w 138974"/>
                  <a:gd name="connsiteY4" fmla="*/ 28774 h 95636"/>
                  <a:gd name="connsiteX5" fmla="*/ 110200 w 138974"/>
                  <a:gd name="connsiteY5" fmla="*/ 77868 h 95636"/>
                  <a:gd name="connsiteX6" fmla="*/ 109126 w 138974"/>
                  <a:gd name="connsiteY6" fmla="*/ 78160 h 95636"/>
                  <a:gd name="connsiteX7" fmla="*/ 50077 w 138974"/>
                  <a:gd name="connsiteY7" fmla="*/ 94485 h 95636"/>
                  <a:gd name="connsiteX8" fmla="*/ 39657 w 138974"/>
                  <a:gd name="connsiteY8" fmla="*/ 95626 h 95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974" h="95636">
                    <a:moveTo>
                      <a:pt x="39657" y="95626"/>
                    </a:moveTo>
                    <a:cubicBezTo>
                      <a:pt x="17733" y="95604"/>
                      <a:pt x="-22" y="77814"/>
                      <a:pt x="0" y="55890"/>
                    </a:cubicBezTo>
                    <a:cubicBezTo>
                      <a:pt x="18" y="37990"/>
                      <a:pt x="12013" y="22317"/>
                      <a:pt x="29286" y="17622"/>
                    </a:cubicBezTo>
                    <a:lnTo>
                      <a:pt x="88335" y="1545"/>
                    </a:lnTo>
                    <a:cubicBezTo>
                      <a:pt x="109411" y="-4493"/>
                      <a:pt x="131391" y="7698"/>
                      <a:pt x="137429" y="28774"/>
                    </a:cubicBezTo>
                    <a:cubicBezTo>
                      <a:pt x="143467" y="49850"/>
                      <a:pt x="131276" y="71830"/>
                      <a:pt x="110200" y="77868"/>
                    </a:cubicBezTo>
                    <a:cubicBezTo>
                      <a:pt x="109843" y="77970"/>
                      <a:pt x="109485" y="78068"/>
                      <a:pt x="109126" y="78160"/>
                    </a:cubicBezTo>
                    <a:lnTo>
                      <a:pt x="50077" y="94485"/>
                    </a:lnTo>
                    <a:cubicBezTo>
                      <a:pt x="46670" y="95324"/>
                      <a:pt x="43166" y="95708"/>
                      <a:pt x="39657" y="9562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A622AC14-C86E-9B37-9D2E-4EE47C0804AC}"/>
                  </a:ext>
                </a:extLst>
              </p:cNvPr>
              <p:cNvSpPr/>
              <p:nvPr/>
            </p:nvSpPr>
            <p:spPr>
              <a:xfrm>
                <a:off x="9635305" y="1709211"/>
                <a:ext cx="136078" cy="116356"/>
              </a:xfrm>
              <a:custGeom>
                <a:avLst/>
                <a:gdLst>
                  <a:gd name="connsiteX0" fmla="*/ 96087 w 136078"/>
                  <a:gd name="connsiteY0" fmla="*/ 116357 h 116356"/>
                  <a:gd name="connsiteX1" fmla="*/ 74452 w 136078"/>
                  <a:gd name="connsiteY1" fmla="*/ 109906 h 116356"/>
                  <a:gd name="connsiteX2" fmla="*/ 18034 w 136078"/>
                  <a:gd name="connsiteY2" fmla="*/ 72989 h 116356"/>
                  <a:gd name="connsiteX3" fmla="*/ 6447 w 136078"/>
                  <a:gd name="connsiteY3" fmla="*/ 18034 h 116356"/>
                  <a:gd name="connsiteX4" fmla="*/ 61402 w 136078"/>
                  <a:gd name="connsiteY4" fmla="*/ 6447 h 116356"/>
                  <a:gd name="connsiteX5" fmla="*/ 118069 w 136078"/>
                  <a:gd name="connsiteY5" fmla="*/ 43415 h 116356"/>
                  <a:gd name="connsiteX6" fmla="*/ 129623 w 136078"/>
                  <a:gd name="connsiteY6" fmla="*/ 98352 h 116356"/>
                  <a:gd name="connsiteX7" fmla="*/ 96335 w 136078"/>
                  <a:gd name="connsiteY7" fmla="*/ 116357 h 1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078" h="116356">
                    <a:moveTo>
                      <a:pt x="96087" y="116357"/>
                    </a:moveTo>
                    <a:cubicBezTo>
                      <a:pt x="88403" y="116346"/>
                      <a:pt x="80888" y="114105"/>
                      <a:pt x="74452" y="109906"/>
                    </a:cubicBezTo>
                    <a:lnTo>
                      <a:pt x="18034" y="72989"/>
                    </a:lnTo>
                    <a:cubicBezTo>
                      <a:pt x="-341" y="61013"/>
                      <a:pt x="-5529" y="36408"/>
                      <a:pt x="6447" y="18034"/>
                    </a:cubicBezTo>
                    <a:cubicBezTo>
                      <a:pt x="18423" y="-341"/>
                      <a:pt x="43027" y="-5529"/>
                      <a:pt x="61402" y="6447"/>
                    </a:cubicBezTo>
                    <a:lnTo>
                      <a:pt x="118069" y="43415"/>
                    </a:lnTo>
                    <a:cubicBezTo>
                      <a:pt x="136430" y="55395"/>
                      <a:pt x="141603" y="79991"/>
                      <a:pt x="129623" y="98352"/>
                    </a:cubicBezTo>
                    <a:cubicBezTo>
                      <a:pt x="122286" y="109597"/>
                      <a:pt x="109762" y="116371"/>
                      <a:pt x="96335" y="116357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71E77720-944D-E590-5CB0-5A3E3F65B386}"/>
                  </a:ext>
                </a:extLst>
              </p:cNvPr>
              <p:cNvSpPr/>
              <p:nvPr/>
            </p:nvSpPr>
            <p:spPr>
              <a:xfrm>
                <a:off x="9679800" y="1704345"/>
                <a:ext cx="270933" cy="270928"/>
              </a:xfrm>
              <a:custGeom>
                <a:avLst/>
                <a:gdLst>
                  <a:gd name="connsiteX0" fmla="*/ 135501 w 270933"/>
                  <a:gd name="connsiteY0" fmla="*/ 270929 h 270928"/>
                  <a:gd name="connsiteX1" fmla="*/ 0 w 270933"/>
                  <a:gd name="connsiteY1" fmla="*/ 135501 h 270928"/>
                  <a:gd name="connsiteX2" fmla="*/ 135428 w 270933"/>
                  <a:gd name="connsiteY2" fmla="*/ 0 h 270928"/>
                  <a:gd name="connsiteX3" fmla="*/ 267343 w 270933"/>
                  <a:gd name="connsiteY3" fmla="*/ 104501 h 270928"/>
                  <a:gd name="connsiteX4" fmla="*/ 267343 w 270933"/>
                  <a:gd name="connsiteY4" fmla="*/ 104501 h 270928"/>
                  <a:gd name="connsiteX5" fmla="*/ 166204 w 270933"/>
                  <a:gd name="connsiteY5" fmla="*/ 267369 h 270928"/>
                  <a:gd name="connsiteX6" fmla="*/ 135501 w 270933"/>
                  <a:gd name="connsiteY6" fmla="*/ 270929 h 270928"/>
                  <a:gd name="connsiteX7" fmla="*/ 135501 w 270933"/>
                  <a:gd name="connsiteY7" fmla="*/ 79393 h 270928"/>
                  <a:gd name="connsiteX8" fmla="*/ 122649 w 270933"/>
                  <a:gd name="connsiteY8" fmla="*/ 80882 h 270928"/>
                  <a:gd name="connsiteX9" fmla="*/ 80893 w 270933"/>
                  <a:gd name="connsiteY9" fmla="*/ 148291 h 270928"/>
                  <a:gd name="connsiteX10" fmla="*/ 148303 w 270933"/>
                  <a:gd name="connsiteY10" fmla="*/ 190047 h 270928"/>
                  <a:gd name="connsiteX11" fmla="*/ 190054 w 270933"/>
                  <a:gd name="connsiteY11" fmla="*/ 122797 h 270928"/>
                  <a:gd name="connsiteX12" fmla="*/ 190034 w 270933"/>
                  <a:gd name="connsiteY12" fmla="*/ 122712 h 270928"/>
                  <a:gd name="connsiteX13" fmla="*/ 190034 w 270933"/>
                  <a:gd name="connsiteY13" fmla="*/ 122712 h 270928"/>
                  <a:gd name="connsiteX14" fmla="*/ 135501 w 270933"/>
                  <a:gd name="connsiteY14" fmla="*/ 79393 h 27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0933" h="270928">
                    <a:moveTo>
                      <a:pt x="135501" y="270929"/>
                    </a:moveTo>
                    <a:cubicBezTo>
                      <a:pt x="60686" y="270949"/>
                      <a:pt x="20" y="210316"/>
                      <a:pt x="0" y="135501"/>
                    </a:cubicBezTo>
                    <a:cubicBezTo>
                      <a:pt x="-20" y="60686"/>
                      <a:pt x="60613" y="20"/>
                      <a:pt x="135428" y="0"/>
                    </a:cubicBezTo>
                    <a:cubicBezTo>
                      <a:pt x="198329" y="-17"/>
                      <a:pt x="252966" y="43266"/>
                      <a:pt x="267343" y="104501"/>
                    </a:cubicBezTo>
                    <a:lnTo>
                      <a:pt x="267343" y="104501"/>
                    </a:lnTo>
                    <a:cubicBezTo>
                      <a:pt x="284389" y="177405"/>
                      <a:pt x="239107" y="250323"/>
                      <a:pt x="166204" y="267369"/>
                    </a:cubicBezTo>
                    <a:cubicBezTo>
                      <a:pt x="156139" y="269722"/>
                      <a:pt x="145837" y="270917"/>
                      <a:pt x="135501" y="270929"/>
                    </a:cubicBezTo>
                    <a:close/>
                    <a:moveTo>
                      <a:pt x="135501" y="79393"/>
                    </a:moveTo>
                    <a:cubicBezTo>
                      <a:pt x="131174" y="79403"/>
                      <a:pt x="126863" y="79903"/>
                      <a:pt x="122649" y="80882"/>
                    </a:cubicBezTo>
                    <a:cubicBezTo>
                      <a:pt x="92504" y="87966"/>
                      <a:pt x="73809" y="118146"/>
                      <a:pt x="80893" y="148291"/>
                    </a:cubicBezTo>
                    <a:cubicBezTo>
                      <a:pt x="87977" y="178437"/>
                      <a:pt x="118158" y="197131"/>
                      <a:pt x="148303" y="190047"/>
                    </a:cubicBezTo>
                    <a:cubicBezTo>
                      <a:pt x="178403" y="183006"/>
                      <a:pt x="197095" y="152897"/>
                      <a:pt x="190054" y="122797"/>
                    </a:cubicBezTo>
                    <a:cubicBezTo>
                      <a:pt x="190047" y="122769"/>
                      <a:pt x="190041" y="122740"/>
                      <a:pt x="190034" y="122712"/>
                    </a:cubicBezTo>
                    <a:lnTo>
                      <a:pt x="190034" y="122712"/>
                    </a:lnTo>
                    <a:cubicBezTo>
                      <a:pt x="184098" y="97376"/>
                      <a:pt x="161523" y="79443"/>
                      <a:pt x="135501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5A14ADF2-D187-D297-6CB7-94F2A8C57C7A}"/>
              </a:ext>
            </a:extLst>
          </p:cNvPr>
          <p:cNvGrpSpPr/>
          <p:nvPr/>
        </p:nvGrpSpPr>
        <p:grpSpPr>
          <a:xfrm>
            <a:off x="1659299" y="2543666"/>
            <a:ext cx="531338" cy="823703"/>
            <a:chOff x="1659299" y="2543666"/>
            <a:chExt cx="531338" cy="823703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FB291FB1-0009-2D8B-FCC6-CE15397E1AF1}"/>
                </a:ext>
              </a:extLst>
            </p:cNvPr>
            <p:cNvSpPr/>
            <p:nvPr/>
          </p:nvSpPr>
          <p:spPr>
            <a:xfrm>
              <a:off x="1659299" y="2646182"/>
              <a:ext cx="531338" cy="721187"/>
            </a:xfrm>
            <a:custGeom>
              <a:avLst/>
              <a:gdLst>
                <a:gd name="connsiteX0" fmla="*/ 265471 w 531338"/>
                <a:gd name="connsiteY0" fmla="*/ 721187 h 721187"/>
                <a:gd name="connsiteX1" fmla="*/ 89317 w 531338"/>
                <a:gd name="connsiteY1" fmla="*/ 687594 h 721187"/>
                <a:gd name="connsiteX2" fmla="*/ 0 w 531338"/>
                <a:gd name="connsiteY2" fmla="*/ 578974 h 721187"/>
                <a:gd name="connsiteX3" fmla="*/ 0 w 531338"/>
                <a:gd name="connsiteY3" fmla="*/ 39697 h 721187"/>
                <a:gd name="connsiteX4" fmla="*/ 39697 w 531338"/>
                <a:gd name="connsiteY4" fmla="*/ 0 h 721187"/>
                <a:gd name="connsiteX5" fmla="*/ 79393 w 531338"/>
                <a:gd name="connsiteY5" fmla="*/ 39697 h 721187"/>
                <a:gd name="connsiteX6" fmla="*/ 79393 w 531338"/>
                <a:gd name="connsiteY6" fmla="*/ 578974 h 721187"/>
                <a:gd name="connsiteX7" fmla="*/ 265669 w 531338"/>
                <a:gd name="connsiteY7" fmla="*/ 641794 h 721187"/>
                <a:gd name="connsiteX8" fmla="*/ 451946 w 531338"/>
                <a:gd name="connsiteY8" fmla="*/ 578974 h 721187"/>
                <a:gd name="connsiteX9" fmla="*/ 451946 w 531338"/>
                <a:gd name="connsiteY9" fmla="*/ 39697 h 721187"/>
                <a:gd name="connsiteX10" fmla="*/ 491642 w 531338"/>
                <a:gd name="connsiteY10" fmla="*/ 0 h 721187"/>
                <a:gd name="connsiteX11" fmla="*/ 531339 w 531338"/>
                <a:gd name="connsiteY11" fmla="*/ 39697 h 721187"/>
                <a:gd name="connsiteX12" fmla="*/ 531339 w 531338"/>
                <a:gd name="connsiteY12" fmla="*/ 578974 h 721187"/>
                <a:gd name="connsiteX13" fmla="*/ 442022 w 531338"/>
                <a:gd name="connsiteY13" fmla="*/ 687594 h 721187"/>
                <a:gd name="connsiteX14" fmla="*/ 265471 w 531338"/>
                <a:gd name="connsiteY14" fmla="*/ 721187 h 72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1338" h="721187">
                  <a:moveTo>
                    <a:pt x="265471" y="721187"/>
                  </a:moveTo>
                  <a:cubicBezTo>
                    <a:pt x="199575" y="721187"/>
                    <a:pt x="137003" y="709278"/>
                    <a:pt x="89317" y="687594"/>
                  </a:cubicBezTo>
                  <a:cubicBezTo>
                    <a:pt x="11462" y="652264"/>
                    <a:pt x="0" y="604578"/>
                    <a:pt x="0" y="5789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78974"/>
                  </a:lnTo>
                  <a:cubicBezTo>
                    <a:pt x="79393" y="597185"/>
                    <a:pt x="144694" y="641794"/>
                    <a:pt x="265669" y="641794"/>
                  </a:cubicBezTo>
                  <a:cubicBezTo>
                    <a:pt x="386645" y="641794"/>
                    <a:pt x="451946" y="597135"/>
                    <a:pt x="451946" y="578974"/>
                  </a:cubicBezTo>
                  <a:lnTo>
                    <a:pt x="451946" y="39697"/>
                  </a:lnTo>
                  <a:cubicBezTo>
                    <a:pt x="451946" y="17773"/>
                    <a:pt x="469719" y="0"/>
                    <a:pt x="491642" y="0"/>
                  </a:cubicBezTo>
                  <a:cubicBezTo>
                    <a:pt x="513566" y="0"/>
                    <a:pt x="531339" y="17773"/>
                    <a:pt x="531339" y="39697"/>
                  </a:cubicBezTo>
                  <a:lnTo>
                    <a:pt x="531339" y="578974"/>
                  </a:lnTo>
                  <a:cubicBezTo>
                    <a:pt x="531339" y="604380"/>
                    <a:pt x="519678" y="652264"/>
                    <a:pt x="442022" y="687594"/>
                  </a:cubicBezTo>
                  <a:cubicBezTo>
                    <a:pt x="393939" y="709278"/>
                    <a:pt x="331367" y="721187"/>
                    <a:pt x="265471" y="72118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4EEA74BE-FE28-9134-93E7-772C423BA44C}"/>
                </a:ext>
              </a:extLst>
            </p:cNvPr>
            <p:cNvSpPr/>
            <p:nvPr/>
          </p:nvSpPr>
          <p:spPr>
            <a:xfrm>
              <a:off x="1659299" y="2543666"/>
              <a:ext cx="530941" cy="284475"/>
            </a:xfrm>
            <a:custGeom>
              <a:avLst/>
              <a:gdLst>
                <a:gd name="connsiteX0" fmla="*/ 265471 w 530941"/>
                <a:gd name="connsiteY0" fmla="*/ 284475 h 284475"/>
                <a:gd name="connsiteX1" fmla="*/ 89317 w 530941"/>
                <a:gd name="connsiteY1" fmla="*/ 250882 h 284475"/>
                <a:gd name="connsiteX2" fmla="*/ 0 w 530941"/>
                <a:gd name="connsiteY2" fmla="*/ 142213 h 284475"/>
                <a:gd name="connsiteX3" fmla="*/ 89317 w 530941"/>
                <a:gd name="connsiteY3" fmla="*/ 33593 h 284475"/>
                <a:gd name="connsiteX4" fmla="*/ 265471 w 530941"/>
                <a:gd name="connsiteY4" fmla="*/ 0 h 284475"/>
                <a:gd name="connsiteX5" fmla="*/ 441625 w 530941"/>
                <a:gd name="connsiteY5" fmla="*/ 33593 h 284475"/>
                <a:gd name="connsiteX6" fmla="*/ 530942 w 530941"/>
                <a:gd name="connsiteY6" fmla="*/ 142213 h 284475"/>
                <a:gd name="connsiteX7" fmla="*/ 441625 w 530941"/>
                <a:gd name="connsiteY7" fmla="*/ 250882 h 284475"/>
                <a:gd name="connsiteX8" fmla="*/ 265471 w 530941"/>
                <a:gd name="connsiteY8" fmla="*/ 284475 h 284475"/>
                <a:gd name="connsiteX9" fmla="*/ 265471 w 530941"/>
                <a:gd name="connsiteY9" fmla="*/ 79393 h 284475"/>
                <a:gd name="connsiteX10" fmla="*/ 79393 w 530941"/>
                <a:gd name="connsiteY10" fmla="*/ 142213 h 284475"/>
                <a:gd name="connsiteX11" fmla="*/ 265471 w 530941"/>
                <a:gd name="connsiteY11" fmla="*/ 205082 h 284475"/>
                <a:gd name="connsiteX12" fmla="*/ 451549 w 530941"/>
                <a:gd name="connsiteY12" fmla="*/ 142213 h 284475"/>
                <a:gd name="connsiteX13" fmla="*/ 265471 w 530941"/>
                <a:gd name="connsiteY13" fmla="*/ 79393 h 28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0941" h="284475">
                  <a:moveTo>
                    <a:pt x="265471" y="284475"/>
                  </a:moveTo>
                  <a:cubicBezTo>
                    <a:pt x="199575" y="284475"/>
                    <a:pt x="137003" y="272517"/>
                    <a:pt x="89317" y="250882"/>
                  </a:cubicBezTo>
                  <a:cubicBezTo>
                    <a:pt x="11462" y="215552"/>
                    <a:pt x="0" y="167668"/>
                    <a:pt x="0" y="142213"/>
                  </a:cubicBezTo>
                  <a:cubicBezTo>
                    <a:pt x="0" y="116757"/>
                    <a:pt x="11661" y="68923"/>
                    <a:pt x="89317" y="33593"/>
                  </a:cubicBezTo>
                  <a:cubicBezTo>
                    <a:pt x="137003" y="11909"/>
                    <a:pt x="199575" y="0"/>
                    <a:pt x="265471" y="0"/>
                  </a:cubicBezTo>
                  <a:cubicBezTo>
                    <a:pt x="331367" y="0"/>
                    <a:pt x="393939" y="11909"/>
                    <a:pt x="441625" y="33593"/>
                  </a:cubicBezTo>
                  <a:cubicBezTo>
                    <a:pt x="519480" y="68923"/>
                    <a:pt x="530942" y="116807"/>
                    <a:pt x="530942" y="142213"/>
                  </a:cubicBezTo>
                  <a:cubicBezTo>
                    <a:pt x="530942" y="167619"/>
                    <a:pt x="519281" y="215552"/>
                    <a:pt x="441625" y="250882"/>
                  </a:cubicBezTo>
                  <a:cubicBezTo>
                    <a:pt x="393939" y="272517"/>
                    <a:pt x="331367" y="284475"/>
                    <a:pt x="265471" y="284475"/>
                  </a:cubicBezTo>
                  <a:close/>
                  <a:moveTo>
                    <a:pt x="265471" y="79393"/>
                  </a:moveTo>
                  <a:cubicBezTo>
                    <a:pt x="144496" y="79393"/>
                    <a:pt x="79393" y="124002"/>
                    <a:pt x="79393" y="142213"/>
                  </a:cubicBezTo>
                  <a:cubicBezTo>
                    <a:pt x="79393" y="160424"/>
                    <a:pt x="144496" y="205082"/>
                    <a:pt x="265471" y="205082"/>
                  </a:cubicBezTo>
                  <a:cubicBezTo>
                    <a:pt x="386446" y="205082"/>
                    <a:pt x="451549" y="160473"/>
                    <a:pt x="451549" y="142213"/>
                  </a:cubicBezTo>
                  <a:cubicBezTo>
                    <a:pt x="451549" y="123952"/>
                    <a:pt x="386446" y="79393"/>
                    <a:pt x="26547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869AE5D-7B97-D5B5-5B40-C9FD2DA61229}"/>
              </a:ext>
            </a:extLst>
          </p:cNvPr>
          <p:cNvGrpSpPr/>
          <p:nvPr/>
        </p:nvGrpSpPr>
        <p:grpSpPr>
          <a:xfrm>
            <a:off x="2957703" y="2557163"/>
            <a:ext cx="636832" cy="829161"/>
            <a:chOff x="2957703" y="2557163"/>
            <a:chExt cx="636832" cy="829161"/>
          </a:xfrm>
        </p:grpSpPr>
        <p:grpSp>
          <p:nvGrpSpPr>
            <p:cNvPr id="166" name="Picture Placeholder 47">
              <a:extLst>
                <a:ext uri="{FF2B5EF4-FFF2-40B4-BE49-F238E27FC236}">
                  <a16:creationId xmlns:a16="http://schemas.microsoft.com/office/drawing/2014/main" id="{CC84D24E-248E-A689-D08F-6BF2472F60C3}"/>
                </a:ext>
              </a:extLst>
            </p:cNvPr>
            <p:cNvGrpSpPr/>
            <p:nvPr/>
          </p:nvGrpSpPr>
          <p:grpSpPr>
            <a:xfrm>
              <a:off x="2957703" y="2557163"/>
              <a:ext cx="636832" cy="829161"/>
              <a:chOff x="2957703" y="2557163"/>
              <a:chExt cx="636832" cy="829161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4B63123-BA99-3C1E-64C9-8FF31A0C2C7B}"/>
                  </a:ext>
                </a:extLst>
              </p:cNvPr>
              <p:cNvSpPr/>
              <p:nvPr/>
            </p:nvSpPr>
            <p:spPr>
              <a:xfrm>
                <a:off x="2957703" y="2557163"/>
                <a:ext cx="636832" cy="829161"/>
              </a:xfrm>
              <a:custGeom>
                <a:avLst/>
                <a:gdLst>
                  <a:gd name="connsiteX0" fmla="*/ 597235 w 636832"/>
                  <a:gd name="connsiteY0" fmla="*/ 829162 h 829161"/>
                  <a:gd name="connsiteX1" fmla="*/ 39697 w 636832"/>
                  <a:gd name="connsiteY1" fmla="*/ 829162 h 829161"/>
                  <a:gd name="connsiteX2" fmla="*/ 0 w 636832"/>
                  <a:gd name="connsiteY2" fmla="*/ 789465 h 829161"/>
                  <a:gd name="connsiteX3" fmla="*/ 0 w 636832"/>
                  <a:gd name="connsiteY3" fmla="*/ 39697 h 829161"/>
                  <a:gd name="connsiteX4" fmla="*/ 39697 w 636832"/>
                  <a:gd name="connsiteY4" fmla="*/ 0 h 829161"/>
                  <a:gd name="connsiteX5" fmla="*/ 411108 w 636832"/>
                  <a:gd name="connsiteY5" fmla="*/ 0 h 829161"/>
                  <a:gd name="connsiteX6" fmla="*/ 439292 w 636832"/>
                  <a:gd name="connsiteY6" fmla="*/ 11760 h 829161"/>
                  <a:gd name="connsiteX7" fmla="*/ 625321 w 636832"/>
                  <a:gd name="connsiteY7" fmla="*/ 199475 h 829161"/>
                  <a:gd name="connsiteX8" fmla="*/ 636833 w 636832"/>
                  <a:gd name="connsiteY8" fmla="*/ 227412 h 829161"/>
                  <a:gd name="connsiteX9" fmla="*/ 636833 w 636832"/>
                  <a:gd name="connsiteY9" fmla="*/ 789465 h 829161"/>
                  <a:gd name="connsiteX10" fmla="*/ 597235 w 636832"/>
                  <a:gd name="connsiteY10" fmla="*/ 829162 h 829161"/>
                  <a:gd name="connsiteX11" fmla="*/ 79393 w 636832"/>
                  <a:gd name="connsiteY11" fmla="*/ 749769 h 829161"/>
                  <a:gd name="connsiteX12" fmla="*/ 557539 w 636832"/>
                  <a:gd name="connsiteY12" fmla="*/ 749769 h 829161"/>
                  <a:gd name="connsiteX13" fmla="*/ 557539 w 636832"/>
                  <a:gd name="connsiteY13" fmla="*/ 243638 h 829161"/>
                  <a:gd name="connsiteX14" fmla="*/ 394683 w 636832"/>
                  <a:gd name="connsiteY14" fmla="*/ 79393 h 829161"/>
                  <a:gd name="connsiteX15" fmla="*/ 79393 w 636832"/>
                  <a:gd name="connsiteY15" fmla="*/ 79393 h 829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36832" h="829161">
                    <a:moveTo>
                      <a:pt x="597235" y="829162"/>
                    </a:moveTo>
                    <a:lnTo>
                      <a:pt x="39697" y="829162"/>
                    </a:lnTo>
                    <a:cubicBezTo>
                      <a:pt x="17773" y="829162"/>
                      <a:pt x="0" y="811389"/>
                      <a:pt x="0" y="78946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1108" y="0"/>
                    </a:lnTo>
                    <a:cubicBezTo>
                      <a:pt x="421695" y="5"/>
                      <a:pt x="431842" y="4238"/>
                      <a:pt x="439292" y="11760"/>
                    </a:cubicBezTo>
                    <a:lnTo>
                      <a:pt x="625321" y="199475"/>
                    </a:lnTo>
                    <a:cubicBezTo>
                      <a:pt x="632691" y="206906"/>
                      <a:pt x="636828" y="216946"/>
                      <a:pt x="636833" y="227412"/>
                    </a:cubicBezTo>
                    <a:lnTo>
                      <a:pt x="636833" y="789465"/>
                    </a:lnTo>
                    <a:cubicBezTo>
                      <a:pt x="636833" y="811350"/>
                      <a:pt x="619120" y="829107"/>
                      <a:pt x="597235" y="829162"/>
                    </a:cubicBezTo>
                    <a:close/>
                    <a:moveTo>
                      <a:pt x="79393" y="749769"/>
                    </a:moveTo>
                    <a:lnTo>
                      <a:pt x="557539" y="749769"/>
                    </a:lnTo>
                    <a:lnTo>
                      <a:pt x="557539" y="243638"/>
                    </a:lnTo>
                    <a:lnTo>
                      <a:pt x="394683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9CFFA59D-C916-572C-2932-8AABE2F160BE}"/>
                  </a:ext>
                </a:extLst>
              </p:cNvPr>
              <p:cNvSpPr/>
              <p:nvPr/>
            </p:nvSpPr>
            <p:spPr>
              <a:xfrm>
                <a:off x="3329114" y="2557163"/>
                <a:ext cx="265421" cy="267108"/>
              </a:xfrm>
              <a:custGeom>
                <a:avLst/>
                <a:gdLst>
                  <a:gd name="connsiteX0" fmla="*/ 225824 w 265421"/>
                  <a:gd name="connsiteY0" fmla="*/ 267108 h 267108"/>
                  <a:gd name="connsiteX1" fmla="*/ 39697 w 265421"/>
                  <a:gd name="connsiteY1" fmla="*/ 267108 h 267108"/>
                  <a:gd name="connsiteX2" fmla="*/ 0 w 265421"/>
                  <a:gd name="connsiteY2" fmla="*/ 227412 h 267108"/>
                  <a:gd name="connsiteX3" fmla="*/ 0 w 265421"/>
                  <a:gd name="connsiteY3" fmla="*/ 39697 h 267108"/>
                  <a:gd name="connsiteX4" fmla="*/ 39697 w 265421"/>
                  <a:gd name="connsiteY4" fmla="*/ 0 h 267108"/>
                  <a:gd name="connsiteX5" fmla="*/ 79393 w 265421"/>
                  <a:gd name="connsiteY5" fmla="*/ 39697 h 267108"/>
                  <a:gd name="connsiteX6" fmla="*/ 79393 w 265421"/>
                  <a:gd name="connsiteY6" fmla="*/ 187715 h 267108"/>
                  <a:gd name="connsiteX7" fmla="*/ 225725 w 265421"/>
                  <a:gd name="connsiteY7" fmla="*/ 187715 h 267108"/>
                  <a:gd name="connsiteX8" fmla="*/ 265421 w 265421"/>
                  <a:gd name="connsiteY8" fmla="*/ 227412 h 267108"/>
                  <a:gd name="connsiteX9" fmla="*/ 225725 w 265421"/>
                  <a:gd name="connsiteY9" fmla="*/ 267108 h 26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7108">
                    <a:moveTo>
                      <a:pt x="225824" y="267108"/>
                    </a:moveTo>
                    <a:lnTo>
                      <a:pt x="39697" y="267108"/>
                    </a:lnTo>
                    <a:cubicBezTo>
                      <a:pt x="17773" y="267108"/>
                      <a:pt x="0" y="249335"/>
                      <a:pt x="0" y="22741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87715"/>
                    </a:lnTo>
                    <a:lnTo>
                      <a:pt x="225725" y="187715"/>
                    </a:lnTo>
                    <a:cubicBezTo>
                      <a:pt x="247649" y="187715"/>
                      <a:pt x="265421" y="205488"/>
                      <a:pt x="265421" y="227412"/>
                    </a:cubicBezTo>
                    <a:cubicBezTo>
                      <a:pt x="265421" y="249335"/>
                      <a:pt x="247649" y="267108"/>
                      <a:pt x="225725" y="26710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4B050597-7AFC-4B93-D95C-16B629D7FB3B}"/>
                  </a:ext>
                </a:extLst>
              </p:cNvPr>
              <p:cNvSpPr/>
              <p:nvPr/>
            </p:nvSpPr>
            <p:spPr>
              <a:xfrm>
                <a:off x="3095897" y="2869922"/>
                <a:ext cx="362231" cy="79393"/>
              </a:xfrm>
              <a:custGeom>
                <a:avLst/>
                <a:gdLst>
                  <a:gd name="connsiteX0" fmla="*/ 322535 w 362231"/>
                  <a:gd name="connsiteY0" fmla="*/ 79393 h 79393"/>
                  <a:gd name="connsiteX1" fmla="*/ 39697 w 362231"/>
                  <a:gd name="connsiteY1" fmla="*/ 79393 h 79393"/>
                  <a:gd name="connsiteX2" fmla="*/ 0 w 362231"/>
                  <a:gd name="connsiteY2" fmla="*/ 39697 h 79393"/>
                  <a:gd name="connsiteX3" fmla="*/ 39697 w 362231"/>
                  <a:gd name="connsiteY3" fmla="*/ 0 h 79393"/>
                  <a:gd name="connsiteX4" fmla="*/ 322535 w 362231"/>
                  <a:gd name="connsiteY4" fmla="*/ 0 h 79393"/>
                  <a:gd name="connsiteX5" fmla="*/ 362231 w 362231"/>
                  <a:gd name="connsiteY5" fmla="*/ 39697 h 79393"/>
                  <a:gd name="connsiteX6" fmla="*/ 322535 w 36223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231" h="79393">
                    <a:moveTo>
                      <a:pt x="32253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22535" y="0"/>
                    </a:lnTo>
                    <a:cubicBezTo>
                      <a:pt x="344459" y="0"/>
                      <a:pt x="362231" y="17773"/>
                      <a:pt x="362231" y="39697"/>
                    </a:cubicBezTo>
                    <a:cubicBezTo>
                      <a:pt x="362231" y="61620"/>
                      <a:pt x="344459" y="79393"/>
                      <a:pt x="32253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D1F7DF45-00B7-C43F-837F-C3EEE9C58624}"/>
                  </a:ext>
                </a:extLst>
              </p:cNvPr>
              <p:cNvSpPr/>
              <p:nvPr/>
            </p:nvSpPr>
            <p:spPr>
              <a:xfrm>
                <a:off x="3095897" y="2744630"/>
                <a:ext cx="153824" cy="79393"/>
              </a:xfrm>
              <a:custGeom>
                <a:avLst/>
                <a:gdLst>
                  <a:gd name="connsiteX0" fmla="*/ 114128 w 153824"/>
                  <a:gd name="connsiteY0" fmla="*/ 79393 h 79393"/>
                  <a:gd name="connsiteX1" fmla="*/ 39697 w 153824"/>
                  <a:gd name="connsiteY1" fmla="*/ 79393 h 79393"/>
                  <a:gd name="connsiteX2" fmla="*/ 0 w 153824"/>
                  <a:gd name="connsiteY2" fmla="*/ 39697 h 79393"/>
                  <a:gd name="connsiteX3" fmla="*/ 39697 w 153824"/>
                  <a:gd name="connsiteY3" fmla="*/ 0 h 79393"/>
                  <a:gd name="connsiteX4" fmla="*/ 114128 w 153824"/>
                  <a:gd name="connsiteY4" fmla="*/ 0 h 79393"/>
                  <a:gd name="connsiteX5" fmla="*/ 153824 w 153824"/>
                  <a:gd name="connsiteY5" fmla="*/ 39697 h 79393"/>
                  <a:gd name="connsiteX6" fmla="*/ 114128 w 15382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824" h="79393">
                    <a:moveTo>
                      <a:pt x="114128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14128" y="0"/>
                    </a:lnTo>
                    <a:cubicBezTo>
                      <a:pt x="136052" y="0"/>
                      <a:pt x="153824" y="17773"/>
                      <a:pt x="153824" y="39697"/>
                    </a:cubicBezTo>
                    <a:cubicBezTo>
                      <a:pt x="153824" y="61620"/>
                      <a:pt x="136052" y="79393"/>
                      <a:pt x="114128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959645D7-82D9-3D44-BB06-8A4C42794605}"/>
                  </a:ext>
                </a:extLst>
              </p:cNvPr>
              <p:cNvSpPr/>
              <p:nvPr/>
            </p:nvSpPr>
            <p:spPr>
              <a:xfrm>
                <a:off x="3095897" y="2995214"/>
                <a:ext cx="362231" cy="79393"/>
              </a:xfrm>
              <a:custGeom>
                <a:avLst/>
                <a:gdLst>
                  <a:gd name="connsiteX0" fmla="*/ 322535 w 362231"/>
                  <a:gd name="connsiteY0" fmla="*/ 79393 h 79393"/>
                  <a:gd name="connsiteX1" fmla="*/ 39697 w 362231"/>
                  <a:gd name="connsiteY1" fmla="*/ 79393 h 79393"/>
                  <a:gd name="connsiteX2" fmla="*/ 0 w 362231"/>
                  <a:gd name="connsiteY2" fmla="*/ 39697 h 79393"/>
                  <a:gd name="connsiteX3" fmla="*/ 39697 w 362231"/>
                  <a:gd name="connsiteY3" fmla="*/ 0 h 79393"/>
                  <a:gd name="connsiteX4" fmla="*/ 322535 w 362231"/>
                  <a:gd name="connsiteY4" fmla="*/ 0 h 79393"/>
                  <a:gd name="connsiteX5" fmla="*/ 362231 w 362231"/>
                  <a:gd name="connsiteY5" fmla="*/ 39697 h 79393"/>
                  <a:gd name="connsiteX6" fmla="*/ 322535 w 36223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231" h="79393">
                    <a:moveTo>
                      <a:pt x="32253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22535" y="0"/>
                    </a:lnTo>
                    <a:cubicBezTo>
                      <a:pt x="344459" y="0"/>
                      <a:pt x="362231" y="17773"/>
                      <a:pt x="362231" y="39697"/>
                    </a:cubicBezTo>
                    <a:cubicBezTo>
                      <a:pt x="362231" y="61620"/>
                      <a:pt x="344459" y="79393"/>
                      <a:pt x="32253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96594705-FFFF-60DB-8E6B-BE067443ACF0}"/>
                </a:ext>
              </a:extLst>
            </p:cNvPr>
            <p:cNvSpPr/>
            <p:nvPr/>
          </p:nvSpPr>
          <p:spPr>
            <a:xfrm>
              <a:off x="3181874" y="3119980"/>
              <a:ext cx="305890" cy="150629"/>
            </a:xfrm>
            <a:custGeom>
              <a:avLst/>
              <a:gdLst>
                <a:gd name="connsiteX0" fmla="*/ 173688 w 305890"/>
                <a:gd name="connsiteY0" fmla="*/ 150629 h 150629"/>
                <a:gd name="connsiteX1" fmla="*/ 101590 w 305890"/>
                <a:gd name="connsiteY1" fmla="*/ 102299 h 150629"/>
                <a:gd name="connsiteX2" fmla="*/ 69336 w 305890"/>
                <a:gd name="connsiteY2" fmla="*/ 137033 h 150629"/>
                <a:gd name="connsiteX3" fmla="*/ 13265 w 305890"/>
                <a:gd name="connsiteY3" fmla="*/ 140209 h 150629"/>
                <a:gd name="connsiteX4" fmla="*/ 10089 w 305890"/>
                <a:gd name="connsiteY4" fmla="*/ 84137 h 150629"/>
                <a:gd name="connsiteX5" fmla="*/ 44823 w 305890"/>
                <a:gd name="connsiteY5" fmla="*/ 46575 h 150629"/>
                <a:gd name="connsiteX6" fmla="*/ 133248 w 305890"/>
                <a:gd name="connsiteY6" fmla="*/ 6878 h 150629"/>
                <a:gd name="connsiteX7" fmla="*/ 154684 w 305890"/>
                <a:gd name="connsiteY7" fmla="*/ 35013 h 150629"/>
                <a:gd name="connsiteX8" fmla="*/ 177013 w 305890"/>
                <a:gd name="connsiteY8" fmla="*/ 70392 h 150629"/>
                <a:gd name="connsiteX9" fmla="*/ 234176 w 305890"/>
                <a:gd name="connsiteY9" fmla="*/ 43101 h 150629"/>
                <a:gd name="connsiteX10" fmla="*/ 289662 w 305890"/>
                <a:gd name="connsiteY10" fmla="*/ 34558 h 150629"/>
                <a:gd name="connsiteX11" fmla="*/ 299278 w 305890"/>
                <a:gd name="connsiteY11" fmla="*/ 88504 h 150629"/>
                <a:gd name="connsiteX12" fmla="*/ 180983 w 305890"/>
                <a:gd name="connsiteY12" fmla="*/ 150034 h 150629"/>
                <a:gd name="connsiteX13" fmla="*/ 173688 w 305890"/>
                <a:gd name="connsiteY13" fmla="*/ 150629 h 150629"/>
                <a:gd name="connsiteX14" fmla="*/ 233233 w 305890"/>
                <a:gd name="connsiteY14" fmla="*/ 44639 h 150629"/>
                <a:gd name="connsiteX15" fmla="*/ 233233 w 305890"/>
                <a:gd name="connsiteY15" fmla="*/ 44639 h 15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890" h="150629">
                  <a:moveTo>
                    <a:pt x="173688" y="150629"/>
                  </a:moveTo>
                  <a:cubicBezTo>
                    <a:pt x="140492" y="150629"/>
                    <a:pt x="117270" y="126166"/>
                    <a:pt x="101590" y="102299"/>
                  </a:cubicBezTo>
                  <a:cubicBezTo>
                    <a:pt x="91169" y="113165"/>
                    <a:pt x="79508" y="125769"/>
                    <a:pt x="69336" y="137033"/>
                  </a:cubicBezTo>
                  <a:cubicBezTo>
                    <a:pt x="54729" y="153394"/>
                    <a:pt x="29625" y="154815"/>
                    <a:pt x="13265" y="140209"/>
                  </a:cubicBezTo>
                  <a:cubicBezTo>
                    <a:pt x="-3096" y="125602"/>
                    <a:pt x="-4518" y="100498"/>
                    <a:pt x="10089" y="84137"/>
                  </a:cubicBezTo>
                  <a:cubicBezTo>
                    <a:pt x="10784" y="83343"/>
                    <a:pt x="27307" y="64885"/>
                    <a:pt x="44823" y="46575"/>
                  </a:cubicBezTo>
                  <a:cubicBezTo>
                    <a:pt x="76779" y="13180"/>
                    <a:pt x="102036" y="-12970"/>
                    <a:pt x="133248" y="6878"/>
                  </a:cubicBezTo>
                  <a:cubicBezTo>
                    <a:pt x="143668" y="13626"/>
                    <a:pt x="148134" y="22608"/>
                    <a:pt x="154684" y="35013"/>
                  </a:cubicBezTo>
                  <a:cubicBezTo>
                    <a:pt x="164310" y="53770"/>
                    <a:pt x="171803" y="65679"/>
                    <a:pt x="177013" y="70392"/>
                  </a:cubicBezTo>
                  <a:cubicBezTo>
                    <a:pt x="197834" y="65586"/>
                    <a:pt x="217347" y="56270"/>
                    <a:pt x="234176" y="43101"/>
                  </a:cubicBezTo>
                  <a:cubicBezTo>
                    <a:pt x="247139" y="25420"/>
                    <a:pt x="271981" y="21595"/>
                    <a:pt x="289662" y="34558"/>
                  </a:cubicBezTo>
                  <a:cubicBezTo>
                    <a:pt x="306754" y="47090"/>
                    <a:pt x="310988" y="70838"/>
                    <a:pt x="299278" y="88504"/>
                  </a:cubicBezTo>
                  <a:cubicBezTo>
                    <a:pt x="281514" y="115101"/>
                    <a:pt x="222962" y="145568"/>
                    <a:pt x="180983" y="150034"/>
                  </a:cubicBezTo>
                  <a:cubicBezTo>
                    <a:pt x="178551" y="150629"/>
                    <a:pt x="176070" y="150629"/>
                    <a:pt x="173688" y="150629"/>
                  </a:cubicBezTo>
                  <a:close/>
                  <a:moveTo>
                    <a:pt x="233233" y="44639"/>
                  </a:moveTo>
                  <a:lnTo>
                    <a:pt x="233233" y="44639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C9CCD812-1EBC-8AC7-890E-198043E4CB69}"/>
              </a:ext>
            </a:extLst>
          </p:cNvPr>
          <p:cNvGrpSpPr/>
          <p:nvPr/>
        </p:nvGrpSpPr>
        <p:grpSpPr>
          <a:xfrm>
            <a:off x="4133048" y="2530764"/>
            <a:ext cx="853476" cy="849506"/>
            <a:chOff x="4133048" y="2530764"/>
            <a:chExt cx="853476" cy="849506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6BE1F2B8-0421-260F-36AB-3EC4CD290739}"/>
                </a:ext>
              </a:extLst>
            </p:cNvPr>
            <p:cNvSpPr/>
            <p:nvPr/>
          </p:nvSpPr>
          <p:spPr>
            <a:xfrm>
              <a:off x="4458510" y="2799163"/>
              <a:ext cx="202254" cy="202253"/>
            </a:xfrm>
            <a:custGeom>
              <a:avLst/>
              <a:gdLst>
                <a:gd name="connsiteX0" fmla="*/ 101177 w 202254"/>
                <a:gd name="connsiteY0" fmla="*/ 202254 h 202253"/>
                <a:gd name="connsiteX1" fmla="*/ 0 w 202254"/>
                <a:gd name="connsiteY1" fmla="*/ 101177 h 202253"/>
                <a:gd name="connsiteX2" fmla="*/ 101077 w 202254"/>
                <a:gd name="connsiteY2" fmla="*/ 0 h 202253"/>
                <a:gd name="connsiteX3" fmla="*/ 202254 w 202254"/>
                <a:gd name="connsiteY3" fmla="*/ 101077 h 202253"/>
                <a:gd name="connsiteX4" fmla="*/ 202254 w 202254"/>
                <a:gd name="connsiteY4" fmla="*/ 101127 h 202253"/>
                <a:gd name="connsiteX5" fmla="*/ 101177 w 202254"/>
                <a:gd name="connsiteY5" fmla="*/ 202254 h 202253"/>
                <a:gd name="connsiteX6" fmla="*/ 101177 w 202254"/>
                <a:gd name="connsiteY6" fmla="*/ 79443 h 202253"/>
                <a:gd name="connsiteX7" fmla="*/ 79393 w 202254"/>
                <a:gd name="connsiteY7" fmla="*/ 101127 h 202253"/>
                <a:gd name="connsiteX8" fmla="*/ 101078 w 202254"/>
                <a:gd name="connsiteY8" fmla="*/ 122910 h 202253"/>
                <a:gd name="connsiteX9" fmla="*/ 122861 w 202254"/>
                <a:gd name="connsiteY9" fmla="*/ 101226 h 202253"/>
                <a:gd name="connsiteX10" fmla="*/ 122861 w 202254"/>
                <a:gd name="connsiteY10" fmla="*/ 101127 h 202253"/>
                <a:gd name="connsiteX11" fmla="*/ 101177 w 202254"/>
                <a:gd name="connsiteY11" fmla="*/ 79443 h 20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2254" h="202253">
                  <a:moveTo>
                    <a:pt x="101177" y="202254"/>
                  </a:moveTo>
                  <a:cubicBezTo>
                    <a:pt x="45326" y="202281"/>
                    <a:pt x="27" y="157027"/>
                    <a:pt x="0" y="101177"/>
                  </a:cubicBezTo>
                  <a:cubicBezTo>
                    <a:pt x="-27" y="45326"/>
                    <a:pt x="45227" y="27"/>
                    <a:pt x="101077" y="0"/>
                  </a:cubicBezTo>
                  <a:cubicBezTo>
                    <a:pt x="156928" y="-27"/>
                    <a:pt x="202227" y="45226"/>
                    <a:pt x="202254" y="101077"/>
                  </a:cubicBezTo>
                  <a:cubicBezTo>
                    <a:pt x="202254" y="101094"/>
                    <a:pt x="202254" y="101110"/>
                    <a:pt x="202254" y="101127"/>
                  </a:cubicBezTo>
                  <a:cubicBezTo>
                    <a:pt x="202199" y="156936"/>
                    <a:pt x="156986" y="202172"/>
                    <a:pt x="101177" y="202254"/>
                  </a:cubicBezTo>
                  <a:close/>
                  <a:moveTo>
                    <a:pt x="101177" y="79443"/>
                  </a:moveTo>
                  <a:cubicBezTo>
                    <a:pt x="89173" y="79415"/>
                    <a:pt x="79421" y="89124"/>
                    <a:pt x="79393" y="101127"/>
                  </a:cubicBezTo>
                  <a:cubicBezTo>
                    <a:pt x="79366" y="113130"/>
                    <a:pt x="89074" y="122883"/>
                    <a:pt x="101078" y="122910"/>
                  </a:cubicBezTo>
                  <a:cubicBezTo>
                    <a:pt x="113081" y="122938"/>
                    <a:pt x="122834" y="113229"/>
                    <a:pt x="122861" y="101226"/>
                  </a:cubicBezTo>
                  <a:cubicBezTo>
                    <a:pt x="122861" y="101193"/>
                    <a:pt x="122861" y="101160"/>
                    <a:pt x="122861" y="101127"/>
                  </a:cubicBezTo>
                  <a:cubicBezTo>
                    <a:pt x="122861" y="89151"/>
                    <a:pt x="113153" y="79443"/>
                    <a:pt x="101177" y="794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0D5FDFB9-D123-2C69-C08D-8CB671439303}"/>
                </a:ext>
              </a:extLst>
            </p:cNvPr>
            <p:cNvSpPr/>
            <p:nvPr/>
          </p:nvSpPr>
          <p:spPr>
            <a:xfrm>
              <a:off x="4419260" y="2971892"/>
              <a:ext cx="281051" cy="214361"/>
            </a:xfrm>
            <a:custGeom>
              <a:avLst/>
              <a:gdLst>
                <a:gd name="connsiteX0" fmla="*/ 241355 w 281051"/>
                <a:gd name="connsiteY0" fmla="*/ 214361 h 214361"/>
                <a:gd name="connsiteX1" fmla="*/ 201659 w 281051"/>
                <a:gd name="connsiteY1" fmla="*/ 174665 h 214361"/>
                <a:gd name="connsiteX2" fmla="*/ 201659 w 281051"/>
                <a:gd name="connsiteY2" fmla="*/ 140526 h 214361"/>
                <a:gd name="connsiteX3" fmla="*/ 140526 w 281051"/>
                <a:gd name="connsiteY3" fmla="*/ 79393 h 214361"/>
                <a:gd name="connsiteX4" fmla="*/ 79393 w 281051"/>
                <a:gd name="connsiteY4" fmla="*/ 140526 h 214361"/>
                <a:gd name="connsiteX5" fmla="*/ 79393 w 281051"/>
                <a:gd name="connsiteY5" fmla="*/ 174665 h 214361"/>
                <a:gd name="connsiteX6" fmla="*/ 39697 w 281051"/>
                <a:gd name="connsiteY6" fmla="*/ 214361 h 214361"/>
                <a:gd name="connsiteX7" fmla="*/ 0 w 281051"/>
                <a:gd name="connsiteY7" fmla="*/ 174665 h 214361"/>
                <a:gd name="connsiteX8" fmla="*/ 0 w 281051"/>
                <a:gd name="connsiteY8" fmla="*/ 140526 h 214361"/>
                <a:gd name="connsiteX9" fmla="*/ 140526 w 281051"/>
                <a:gd name="connsiteY9" fmla="*/ 0 h 214361"/>
                <a:gd name="connsiteX10" fmla="*/ 281052 w 281051"/>
                <a:gd name="connsiteY10" fmla="*/ 140526 h 214361"/>
                <a:gd name="connsiteX11" fmla="*/ 281052 w 281051"/>
                <a:gd name="connsiteY11" fmla="*/ 174665 h 214361"/>
                <a:gd name="connsiteX12" fmla="*/ 241355 w 281051"/>
                <a:gd name="connsiteY12" fmla="*/ 214361 h 21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051" h="214361">
                  <a:moveTo>
                    <a:pt x="241355" y="214361"/>
                  </a:moveTo>
                  <a:cubicBezTo>
                    <a:pt x="219431" y="214361"/>
                    <a:pt x="201659" y="196589"/>
                    <a:pt x="201659" y="174665"/>
                  </a:cubicBezTo>
                  <a:lnTo>
                    <a:pt x="201659" y="140526"/>
                  </a:lnTo>
                  <a:cubicBezTo>
                    <a:pt x="201659" y="106763"/>
                    <a:pt x="174289" y="79393"/>
                    <a:pt x="140526" y="79393"/>
                  </a:cubicBezTo>
                  <a:cubicBezTo>
                    <a:pt x="106763" y="79393"/>
                    <a:pt x="79393" y="106763"/>
                    <a:pt x="79393" y="140526"/>
                  </a:cubicBezTo>
                  <a:lnTo>
                    <a:pt x="79393" y="174665"/>
                  </a:lnTo>
                  <a:cubicBezTo>
                    <a:pt x="79393" y="196589"/>
                    <a:pt x="61620" y="214361"/>
                    <a:pt x="39697" y="214361"/>
                  </a:cubicBezTo>
                  <a:cubicBezTo>
                    <a:pt x="17773" y="214361"/>
                    <a:pt x="0" y="196589"/>
                    <a:pt x="0" y="174665"/>
                  </a:cubicBezTo>
                  <a:lnTo>
                    <a:pt x="0" y="140526"/>
                  </a:lnTo>
                  <a:cubicBezTo>
                    <a:pt x="0" y="62916"/>
                    <a:pt x="62916" y="0"/>
                    <a:pt x="140526" y="0"/>
                  </a:cubicBezTo>
                  <a:cubicBezTo>
                    <a:pt x="218136" y="0"/>
                    <a:pt x="281052" y="62916"/>
                    <a:pt x="281052" y="140526"/>
                  </a:cubicBezTo>
                  <a:lnTo>
                    <a:pt x="281052" y="174665"/>
                  </a:lnTo>
                  <a:cubicBezTo>
                    <a:pt x="281052" y="196589"/>
                    <a:pt x="263279" y="214361"/>
                    <a:pt x="241355" y="2143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9262EC0B-0345-E65A-CF11-590141F0915C}"/>
                </a:ext>
              </a:extLst>
            </p:cNvPr>
            <p:cNvSpPr/>
            <p:nvPr/>
          </p:nvSpPr>
          <p:spPr>
            <a:xfrm>
              <a:off x="4183512" y="2579244"/>
              <a:ext cx="752548" cy="752547"/>
            </a:xfrm>
            <a:custGeom>
              <a:avLst/>
              <a:gdLst>
                <a:gd name="connsiteX0" fmla="*/ 376274 w 752548"/>
                <a:gd name="connsiteY0" fmla="*/ 752547 h 752547"/>
                <a:gd name="connsiteX1" fmla="*/ 0 w 752548"/>
                <a:gd name="connsiteY1" fmla="*/ 376274 h 752547"/>
                <a:gd name="connsiteX2" fmla="*/ 376274 w 752548"/>
                <a:gd name="connsiteY2" fmla="*/ 0 h 752547"/>
                <a:gd name="connsiteX3" fmla="*/ 752548 w 752548"/>
                <a:gd name="connsiteY3" fmla="*/ 376274 h 752547"/>
                <a:gd name="connsiteX4" fmla="*/ 376274 w 752548"/>
                <a:gd name="connsiteY4" fmla="*/ 752547 h 752547"/>
                <a:gd name="connsiteX5" fmla="*/ 376274 w 752548"/>
                <a:gd name="connsiteY5" fmla="*/ 79393 h 752547"/>
                <a:gd name="connsiteX6" fmla="*/ 79393 w 752548"/>
                <a:gd name="connsiteY6" fmla="*/ 376274 h 752547"/>
                <a:gd name="connsiteX7" fmla="*/ 376274 w 752548"/>
                <a:gd name="connsiteY7" fmla="*/ 673154 h 752547"/>
                <a:gd name="connsiteX8" fmla="*/ 673155 w 752548"/>
                <a:gd name="connsiteY8" fmla="*/ 376274 h 752547"/>
                <a:gd name="connsiteX9" fmla="*/ 376274 w 752548"/>
                <a:gd name="connsiteY9" fmla="*/ 79393 h 7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2548" h="752547">
                  <a:moveTo>
                    <a:pt x="376274" y="752547"/>
                  </a:moveTo>
                  <a:cubicBezTo>
                    <a:pt x="168464" y="752547"/>
                    <a:pt x="0" y="584084"/>
                    <a:pt x="0" y="376274"/>
                  </a:cubicBezTo>
                  <a:cubicBezTo>
                    <a:pt x="0" y="168463"/>
                    <a:pt x="168464" y="0"/>
                    <a:pt x="376274" y="0"/>
                  </a:cubicBezTo>
                  <a:cubicBezTo>
                    <a:pt x="584085" y="0"/>
                    <a:pt x="752548" y="168463"/>
                    <a:pt x="752548" y="376274"/>
                  </a:cubicBezTo>
                  <a:cubicBezTo>
                    <a:pt x="752329" y="583993"/>
                    <a:pt x="583994" y="752329"/>
                    <a:pt x="376274" y="752547"/>
                  </a:cubicBezTo>
                  <a:close/>
                  <a:moveTo>
                    <a:pt x="376274" y="79393"/>
                  </a:moveTo>
                  <a:cubicBezTo>
                    <a:pt x="212311" y="79393"/>
                    <a:pt x="79393" y="212311"/>
                    <a:pt x="79393" y="376274"/>
                  </a:cubicBezTo>
                  <a:cubicBezTo>
                    <a:pt x="79393" y="540236"/>
                    <a:pt x="212311" y="673154"/>
                    <a:pt x="376274" y="673154"/>
                  </a:cubicBezTo>
                  <a:cubicBezTo>
                    <a:pt x="540237" y="673154"/>
                    <a:pt x="673155" y="540236"/>
                    <a:pt x="673155" y="376274"/>
                  </a:cubicBezTo>
                  <a:cubicBezTo>
                    <a:pt x="672964" y="212390"/>
                    <a:pt x="540158" y="79585"/>
                    <a:pt x="37627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87B2DCA-FFC1-C931-FEDF-3004256DE1C0}"/>
                </a:ext>
              </a:extLst>
            </p:cNvPr>
            <p:cNvSpPr/>
            <p:nvPr/>
          </p:nvSpPr>
          <p:spPr>
            <a:xfrm>
              <a:off x="4292876" y="2688608"/>
              <a:ext cx="533819" cy="533819"/>
            </a:xfrm>
            <a:custGeom>
              <a:avLst/>
              <a:gdLst>
                <a:gd name="connsiteX0" fmla="*/ 266910 w 533819"/>
                <a:gd name="connsiteY0" fmla="*/ 533819 h 533819"/>
                <a:gd name="connsiteX1" fmla="*/ 0 w 533819"/>
                <a:gd name="connsiteY1" fmla="*/ 266910 h 533819"/>
                <a:gd name="connsiteX2" fmla="*/ 266910 w 533819"/>
                <a:gd name="connsiteY2" fmla="*/ 0 h 533819"/>
                <a:gd name="connsiteX3" fmla="*/ 533820 w 533819"/>
                <a:gd name="connsiteY3" fmla="*/ 266910 h 533819"/>
                <a:gd name="connsiteX4" fmla="*/ 266910 w 533819"/>
                <a:gd name="connsiteY4" fmla="*/ 533819 h 533819"/>
                <a:gd name="connsiteX5" fmla="*/ 266910 w 533819"/>
                <a:gd name="connsiteY5" fmla="*/ 79393 h 533819"/>
                <a:gd name="connsiteX6" fmla="*/ 79393 w 533819"/>
                <a:gd name="connsiteY6" fmla="*/ 266910 h 533819"/>
                <a:gd name="connsiteX7" fmla="*/ 266910 w 533819"/>
                <a:gd name="connsiteY7" fmla="*/ 454426 h 533819"/>
                <a:gd name="connsiteX8" fmla="*/ 454427 w 533819"/>
                <a:gd name="connsiteY8" fmla="*/ 266910 h 533819"/>
                <a:gd name="connsiteX9" fmla="*/ 266910 w 533819"/>
                <a:gd name="connsiteY9" fmla="*/ 79393 h 53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819" h="533819">
                  <a:moveTo>
                    <a:pt x="266910" y="533819"/>
                  </a:moveTo>
                  <a:cubicBezTo>
                    <a:pt x="119500" y="533819"/>
                    <a:pt x="0" y="414320"/>
                    <a:pt x="0" y="266910"/>
                  </a:cubicBezTo>
                  <a:cubicBezTo>
                    <a:pt x="0" y="119500"/>
                    <a:pt x="119500" y="0"/>
                    <a:pt x="266910" y="0"/>
                  </a:cubicBezTo>
                  <a:cubicBezTo>
                    <a:pt x="414320" y="0"/>
                    <a:pt x="533820" y="119500"/>
                    <a:pt x="533820" y="266910"/>
                  </a:cubicBezTo>
                  <a:cubicBezTo>
                    <a:pt x="533656" y="414252"/>
                    <a:pt x="414252" y="533655"/>
                    <a:pt x="266910" y="533819"/>
                  </a:cubicBezTo>
                  <a:close/>
                  <a:moveTo>
                    <a:pt x="266910" y="79393"/>
                  </a:moveTo>
                  <a:cubicBezTo>
                    <a:pt x="163347" y="79393"/>
                    <a:pt x="79393" y="163347"/>
                    <a:pt x="79393" y="266910"/>
                  </a:cubicBezTo>
                  <a:cubicBezTo>
                    <a:pt x="79393" y="370472"/>
                    <a:pt x="163347" y="454426"/>
                    <a:pt x="266910" y="454426"/>
                  </a:cubicBezTo>
                  <a:cubicBezTo>
                    <a:pt x="370473" y="454426"/>
                    <a:pt x="454427" y="370472"/>
                    <a:pt x="454427" y="266910"/>
                  </a:cubicBezTo>
                  <a:cubicBezTo>
                    <a:pt x="454317" y="163393"/>
                    <a:pt x="370427" y="79503"/>
                    <a:pt x="26691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EE04F6FB-3E4B-A7D4-E676-4334A06F28E5}"/>
                </a:ext>
              </a:extLst>
            </p:cNvPr>
            <p:cNvSpPr/>
            <p:nvPr/>
          </p:nvSpPr>
          <p:spPr>
            <a:xfrm>
              <a:off x="4682498" y="2915821"/>
              <a:ext cx="304026" cy="79393"/>
            </a:xfrm>
            <a:custGeom>
              <a:avLst/>
              <a:gdLst>
                <a:gd name="connsiteX0" fmla="*/ 264330 w 304026"/>
                <a:gd name="connsiteY0" fmla="*/ 79393 h 79393"/>
                <a:gd name="connsiteX1" fmla="*/ 39697 w 304026"/>
                <a:gd name="connsiteY1" fmla="*/ 79393 h 79393"/>
                <a:gd name="connsiteX2" fmla="*/ 0 w 304026"/>
                <a:gd name="connsiteY2" fmla="*/ 39697 h 79393"/>
                <a:gd name="connsiteX3" fmla="*/ 39697 w 304026"/>
                <a:gd name="connsiteY3" fmla="*/ 0 h 79393"/>
                <a:gd name="connsiteX4" fmla="*/ 264330 w 304026"/>
                <a:gd name="connsiteY4" fmla="*/ 0 h 79393"/>
                <a:gd name="connsiteX5" fmla="*/ 304026 w 304026"/>
                <a:gd name="connsiteY5" fmla="*/ 39697 h 79393"/>
                <a:gd name="connsiteX6" fmla="*/ 264330 w 30402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026" h="79393">
                  <a:moveTo>
                    <a:pt x="26433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64330" y="0"/>
                  </a:lnTo>
                  <a:cubicBezTo>
                    <a:pt x="286253" y="0"/>
                    <a:pt x="304026" y="17773"/>
                    <a:pt x="304026" y="39697"/>
                  </a:cubicBezTo>
                  <a:cubicBezTo>
                    <a:pt x="304026" y="61620"/>
                    <a:pt x="286253" y="79393"/>
                    <a:pt x="26433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30DE6965-0DAF-E21C-7DB0-EBA888250108}"/>
                </a:ext>
              </a:extLst>
            </p:cNvPr>
            <p:cNvSpPr/>
            <p:nvPr/>
          </p:nvSpPr>
          <p:spPr>
            <a:xfrm>
              <a:off x="4520089" y="2530764"/>
              <a:ext cx="79393" cy="304025"/>
            </a:xfrm>
            <a:custGeom>
              <a:avLst/>
              <a:gdLst>
                <a:gd name="connsiteX0" fmla="*/ 39697 w 79393"/>
                <a:gd name="connsiteY0" fmla="*/ 304026 h 304025"/>
                <a:gd name="connsiteX1" fmla="*/ 0 w 79393"/>
                <a:gd name="connsiteY1" fmla="*/ 264329 h 304025"/>
                <a:gd name="connsiteX2" fmla="*/ 0 w 79393"/>
                <a:gd name="connsiteY2" fmla="*/ 39697 h 304025"/>
                <a:gd name="connsiteX3" fmla="*/ 39697 w 79393"/>
                <a:gd name="connsiteY3" fmla="*/ 0 h 304025"/>
                <a:gd name="connsiteX4" fmla="*/ 79393 w 79393"/>
                <a:gd name="connsiteY4" fmla="*/ 39697 h 304025"/>
                <a:gd name="connsiteX5" fmla="*/ 79393 w 79393"/>
                <a:gd name="connsiteY5" fmla="*/ 264329 h 304025"/>
                <a:gd name="connsiteX6" fmla="*/ 39697 w 79393"/>
                <a:gd name="connsiteY6" fmla="*/ 304026 h 30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4025">
                  <a:moveTo>
                    <a:pt x="39697" y="304026"/>
                  </a:moveTo>
                  <a:cubicBezTo>
                    <a:pt x="17773" y="304026"/>
                    <a:pt x="0" y="286253"/>
                    <a:pt x="0" y="26432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64329"/>
                  </a:lnTo>
                  <a:cubicBezTo>
                    <a:pt x="79393" y="286253"/>
                    <a:pt x="61620" y="304026"/>
                    <a:pt x="39697" y="30402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C18BBDB5-3CBE-522D-0AC8-A4AB6B21BA6B}"/>
                </a:ext>
              </a:extLst>
            </p:cNvPr>
            <p:cNvSpPr/>
            <p:nvPr/>
          </p:nvSpPr>
          <p:spPr>
            <a:xfrm>
              <a:off x="4520089" y="3076245"/>
              <a:ext cx="79393" cy="304025"/>
            </a:xfrm>
            <a:custGeom>
              <a:avLst/>
              <a:gdLst>
                <a:gd name="connsiteX0" fmla="*/ 39697 w 79393"/>
                <a:gd name="connsiteY0" fmla="*/ 304026 h 304025"/>
                <a:gd name="connsiteX1" fmla="*/ 0 w 79393"/>
                <a:gd name="connsiteY1" fmla="*/ 264329 h 304025"/>
                <a:gd name="connsiteX2" fmla="*/ 0 w 79393"/>
                <a:gd name="connsiteY2" fmla="*/ 39697 h 304025"/>
                <a:gd name="connsiteX3" fmla="*/ 39697 w 79393"/>
                <a:gd name="connsiteY3" fmla="*/ 0 h 304025"/>
                <a:gd name="connsiteX4" fmla="*/ 79393 w 79393"/>
                <a:gd name="connsiteY4" fmla="*/ 39697 h 304025"/>
                <a:gd name="connsiteX5" fmla="*/ 79393 w 79393"/>
                <a:gd name="connsiteY5" fmla="*/ 264329 h 304025"/>
                <a:gd name="connsiteX6" fmla="*/ 39697 w 79393"/>
                <a:gd name="connsiteY6" fmla="*/ 304026 h 30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4025">
                  <a:moveTo>
                    <a:pt x="39697" y="304026"/>
                  </a:moveTo>
                  <a:cubicBezTo>
                    <a:pt x="17773" y="304026"/>
                    <a:pt x="0" y="286253"/>
                    <a:pt x="0" y="26432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64329"/>
                  </a:lnTo>
                  <a:cubicBezTo>
                    <a:pt x="79393" y="286253"/>
                    <a:pt x="61620" y="304026"/>
                    <a:pt x="39697" y="30402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8D1B72EA-5C3E-9630-3E80-40C0DA909E36}"/>
                </a:ext>
              </a:extLst>
            </p:cNvPr>
            <p:cNvSpPr/>
            <p:nvPr/>
          </p:nvSpPr>
          <p:spPr>
            <a:xfrm>
              <a:off x="4133048" y="2915821"/>
              <a:ext cx="304026" cy="79393"/>
            </a:xfrm>
            <a:custGeom>
              <a:avLst/>
              <a:gdLst>
                <a:gd name="connsiteX0" fmla="*/ 264330 w 304026"/>
                <a:gd name="connsiteY0" fmla="*/ 79393 h 79393"/>
                <a:gd name="connsiteX1" fmla="*/ 39697 w 304026"/>
                <a:gd name="connsiteY1" fmla="*/ 79393 h 79393"/>
                <a:gd name="connsiteX2" fmla="*/ 0 w 304026"/>
                <a:gd name="connsiteY2" fmla="*/ 39697 h 79393"/>
                <a:gd name="connsiteX3" fmla="*/ 39697 w 304026"/>
                <a:gd name="connsiteY3" fmla="*/ 0 h 79393"/>
                <a:gd name="connsiteX4" fmla="*/ 264330 w 304026"/>
                <a:gd name="connsiteY4" fmla="*/ 0 h 79393"/>
                <a:gd name="connsiteX5" fmla="*/ 304026 w 304026"/>
                <a:gd name="connsiteY5" fmla="*/ 39697 h 79393"/>
                <a:gd name="connsiteX6" fmla="*/ 264330 w 30402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026" h="79393">
                  <a:moveTo>
                    <a:pt x="26433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64330" y="0"/>
                  </a:lnTo>
                  <a:cubicBezTo>
                    <a:pt x="286254" y="0"/>
                    <a:pt x="304026" y="17773"/>
                    <a:pt x="304026" y="39697"/>
                  </a:cubicBezTo>
                  <a:cubicBezTo>
                    <a:pt x="304026" y="61620"/>
                    <a:pt x="286254" y="79393"/>
                    <a:pt x="26433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B50CA5F1-82F8-F99F-D24D-D678924B091F}"/>
              </a:ext>
            </a:extLst>
          </p:cNvPr>
          <p:cNvGrpSpPr/>
          <p:nvPr/>
        </p:nvGrpSpPr>
        <p:grpSpPr>
          <a:xfrm>
            <a:off x="5452038" y="2570956"/>
            <a:ext cx="850777" cy="769122"/>
            <a:chOff x="5452038" y="2570956"/>
            <a:chExt cx="850777" cy="769122"/>
          </a:xfrm>
        </p:grpSpPr>
        <p:grpSp>
          <p:nvGrpSpPr>
            <p:cNvPr id="183" name="Picture Placeholder 53">
              <a:extLst>
                <a:ext uri="{FF2B5EF4-FFF2-40B4-BE49-F238E27FC236}">
                  <a16:creationId xmlns:a16="http://schemas.microsoft.com/office/drawing/2014/main" id="{8E5128DE-A9AD-77DF-C299-D545459C139A}"/>
                </a:ext>
              </a:extLst>
            </p:cNvPr>
            <p:cNvGrpSpPr/>
            <p:nvPr/>
          </p:nvGrpSpPr>
          <p:grpSpPr>
            <a:xfrm>
              <a:off x="5452038" y="2570956"/>
              <a:ext cx="850777" cy="605373"/>
              <a:chOff x="5452038" y="2570956"/>
              <a:chExt cx="850777" cy="605373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870999F6-5E81-74BA-B104-914595BDBDD7}"/>
                  </a:ext>
                </a:extLst>
              </p:cNvPr>
              <p:cNvSpPr/>
              <p:nvPr/>
            </p:nvSpPr>
            <p:spPr>
              <a:xfrm>
                <a:off x="5452038" y="2571652"/>
                <a:ext cx="467979" cy="604677"/>
              </a:xfrm>
              <a:custGeom>
                <a:avLst/>
                <a:gdLst>
                  <a:gd name="connsiteX0" fmla="*/ 239476 w 467979"/>
                  <a:gd name="connsiteY0" fmla="*/ 604678 h 604677"/>
                  <a:gd name="connsiteX1" fmla="*/ 65506 w 467979"/>
                  <a:gd name="connsiteY1" fmla="*/ 530991 h 604677"/>
                  <a:gd name="connsiteX2" fmla="*/ 105 w 467979"/>
                  <a:gd name="connsiteY2" fmla="*/ 364017 h 604677"/>
                  <a:gd name="connsiteX3" fmla="*/ 71559 w 467979"/>
                  <a:gd name="connsiteY3" fmla="*/ 218678 h 604677"/>
                  <a:gd name="connsiteX4" fmla="*/ 187374 w 467979"/>
                  <a:gd name="connsiteY4" fmla="*/ 163748 h 604677"/>
                  <a:gd name="connsiteX5" fmla="*/ 428283 w 467979"/>
                  <a:gd name="connsiteY5" fmla="*/ 0 h 604677"/>
                  <a:gd name="connsiteX6" fmla="*/ 467979 w 467979"/>
                  <a:gd name="connsiteY6" fmla="*/ 39697 h 604677"/>
                  <a:gd name="connsiteX7" fmla="*/ 428283 w 467979"/>
                  <a:gd name="connsiteY7" fmla="*/ 79393 h 604677"/>
                  <a:gd name="connsiteX8" fmla="*/ 252080 w 467979"/>
                  <a:gd name="connsiteY8" fmla="*/ 216048 h 604677"/>
                  <a:gd name="connsiteX9" fmla="*/ 212681 w 467979"/>
                  <a:gd name="connsiteY9" fmla="*/ 242248 h 604677"/>
                  <a:gd name="connsiteX10" fmla="*/ 125348 w 467979"/>
                  <a:gd name="connsiteY10" fmla="*/ 276983 h 604677"/>
                  <a:gd name="connsiteX11" fmla="*/ 79449 w 467979"/>
                  <a:gd name="connsiteY11" fmla="*/ 366498 h 604677"/>
                  <a:gd name="connsiteX12" fmla="*/ 122371 w 467979"/>
                  <a:gd name="connsiteY12" fmla="*/ 475664 h 604677"/>
                  <a:gd name="connsiteX13" fmla="*/ 239476 w 467979"/>
                  <a:gd name="connsiteY13" fmla="*/ 525285 h 604677"/>
                  <a:gd name="connsiteX14" fmla="*/ 279173 w 467979"/>
                  <a:gd name="connsiteY14" fmla="*/ 564981 h 604677"/>
                  <a:gd name="connsiteX15" fmla="*/ 239476 w 467979"/>
                  <a:gd name="connsiteY15" fmla="*/ 604678 h 604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7979" h="604677">
                    <a:moveTo>
                      <a:pt x="239476" y="604678"/>
                    </a:moveTo>
                    <a:cubicBezTo>
                      <a:pt x="173936" y="604510"/>
                      <a:pt x="111227" y="577949"/>
                      <a:pt x="65506" y="530991"/>
                    </a:cubicBezTo>
                    <a:cubicBezTo>
                      <a:pt x="21840" y="486586"/>
                      <a:pt x="-1786" y="426267"/>
                      <a:pt x="105" y="364017"/>
                    </a:cubicBezTo>
                    <a:cubicBezTo>
                      <a:pt x="1693" y="312710"/>
                      <a:pt x="28439" y="258375"/>
                      <a:pt x="71559" y="218678"/>
                    </a:cubicBezTo>
                    <a:cubicBezTo>
                      <a:pt x="103335" y="188511"/>
                      <a:pt x="143908" y="169268"/>
                      <a:pt x="187374" y="163748"/>
                    </a:cubicBezTo>
                    <a:cubicBezTo>
                      <a:pt x="245976" y="29127"/>
                      <a:pt x="349535" y="0"/>
                      <a:pt x="428283" y="0"/>
                    </a:cubicBezTo>
                    <a:cubicBezTo>
                      <a:pt x="450207" y="0"/>
                      <a:pt x="467979" y="17773"/>
                      <a:pt x="467979" y="39697"/>
                    </a:cubicBezTo>
                    <a:cubicBezTo>
                      <a:pt x="467979" y="61620"/>
                      <a:pt x="450207" y="79393"/>
                      <a:pt x="428283" y="79393"/>
                    </a:cubicBezTo>
                    <a:cubicBezTo>
                      <a:pt x="342737" y="79393"/>
                      <a:pt x="285077" y="124052"/>
                      <a:pt x="252080" y="216048"/>
                    </a:cubicBezTo>
                    <a:cubicBezTo>
                      <a:pt x="246155" y="232509"/>
                      <a:pt x="230152" y="243151"/>
                      <a:pt x="212681" y="242248"/>
                    </a:cubicBezTo>
                    <a:cubicBezTo>
                      <a:pt x="182462" y="240660"/>
                      <a:pt x="151449" y="253115"/>
                      <a:pt x="125348" y="276983"/>
                    </a:cubicBezTo>
                    <a:cubicBezTo>
                      <a:pt x="97958" y="302289"/>
                      <a:pt x="80392" y="336726"/>
                      <a:pt x="79449" y="366498"/>
                    </a:cubicBezTo>
                    <a:cubicBezTo>
                      <a:pt x="78259" y="407220"/>
                      <a:pt x="93765" y="446658"/>
                      <a:pt x="122371" y="475664"/>
                    </a:cubicBezTo>
                    <a:cubicBezTo>
                      <a:pt x="153142" y="507283"/>
                      <a:pt x="195355" y="525170"/>
                      <a:pt x="239476" y="525285"/>
                    </a:cubicBezTo>
                    <a:cubicBezTo>
                      <a:pt x="261400" y="525285"/>
                      <a:pt x="279173" y="543057"/>
                      <a:pt x="279173" y="564981"/>
                    </a:cubicBezTo>
                    <a:cubicBezTo>
                      <a:pt x="279173" y="586905"/>
                      <a:pt x="261400" y="604678"/>
                      <a:pt x="239476" y="60467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839C4F60-8D91-A87A-A261-1AF9173100E0}"/>
                  </a:ext>
                </a:extLst>
              </p:cNvPr>
              <p:cNvSpPr/>
              <p:nvPr/>
            </p:nvSpPr>
            <p:spPr>
              <a:xfrm>
                <a:off x="5840078" y="2570956"/>
                <a:ext cx="462736" cy="604778"/>
              </a:xfrm>
              <a:custGeom>
                <a:avLst/>
                <a:gdLst>
                  <a:gd name="connsiteX0" fmla="*/ 276437 w 462736"/>
                  <a:gd name="connsiteY0" fmla="*/ 604779 h 604778"/>
                  <a:gd name="connsiteX1" fmla="*/ 236741 w 462736"/>
                  <a:gd name="connsiteY1" fmla="*/ 565082 h 604778"/>
                  <a:gd name="connsiteX2" fmla="*/ 276437 w 462736"/>
                  <a:gd name="connsiteY2" fmla="*/ 525386 h 604778"/>
                  <a:gd name="connsiteX3" fmla="*/ 385007 w 462736"/>
                  <a:gd name="connsiteY3" fmla="*/ 420587 h 604778"/>
                  <a:gd name="connsiteX4" fmla="*/ 280208 w 462736"/>
                  <a:gd name="connsiteY4" fmla="*/ 312017 h 604778"/>
                  <a:gd name="connsiteX5" fmla="*/ 241951 w 462736"/>
                  <a:gd name="connsiteY5" fmla="*/ 273858 h 604778"/>
                  <a:gd name="connsiteX6" fmla="*/ 39697 w 462736"/>
                  <a:gd name="connsiteY6" fmla="*/ 79395 h 604778"/>
                  <a:gd name="connsiteX7" fmla="*/ 0 w 462736"/>
                  <a:gd name="connsiteY7" fmla="*/ 39698 h 604778"/>
                  <a:gd name="connsiteX8" fmla="*/ 39697 w 462736"/>
                  <a:gd name="connsiteY8" fmla="*/ 2 h 604778"/>
                  <a:gd name="connsiteX9" fmla="*/ 318019 w 462736"/>
                  <a:gd name="connsiteY9" fmla="*/ 237288 h 604778"/>
                  <a:gd name="connsiteX10" fmla="*/ 458031 w 462736"/>
                  <a:gd name="connsiteY10" fmla="*/ 460102 h 604778"/>
                  <a:gd name="connsiteX11" fmla="*/ 276437 w 462736"/>
                  <a:gd name="connsiteY11" fmla="*/ 604779 h 60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2736" h="604778">
                    <a:moveTo>
                      <a:pt x="276437" y="604779"/>
                    </a:moveTo>
                    <a:cubicBezTo>
                      <a:pt x="254513" y="604779"/>
                      <a:pt x="236741" y="587006"/>
                      <a:pt x="236741" y="565082"/>
                    </a:cubicBezTo>
                    <a:cubicBezTo>
                      <a:pt x="236741" y="543158"/>
                      <a:pt x="254513" y="525386"/>
                      <a:pt x="276437" y="525386"/>
                    </a:cubicBezTo>
                    <a:cubicBezTo>
                      <a:pt x="335357" y="526427"/>
                      <a:pt x="383966" y="479507"/>
                      <a:pt x="385007" y="420587"/>
                    </a:cubicBezTo>
                    <a:cubicBezTo>
                      <a:pt x="386049" y="361666"/>
                      <a:pt x="339129" y="313058"/>
                      <a:pt x="280208" y="312017"/>
                    </a:cubicBezTo>
                    <a:cubicBezTo>
                      <a:pt x="259431" y="311278"/>
                      <a:pt x="242743" y="294634"/>
                      <a:pt x="241951" y="273858"/>
                    </a:cubicBezTo>
                    <a:cubicBezTo>
                      <a:pt x="238042" y="165085"/>
                      <a:pt x="148540" y="79030"/>
                      <a:pt x="39697" y="79395"/>
                    </a:cubicBezTo>
                    <a:cubicBezTo>
                      <a:pt x="17773" y="79395"/>
                      <a:pt x="0" y="61622"/>
                      <a:pt x="0" y="39698"/>
                    </a:cubicBezTo>
                    <a:cubicBezTo>
                      <a:pt x="0" y="17774"/>
                      <a:pt x="17773" y="2"/>
                      <a:pt x="39697" y="2"/>
                    </a:cubicBezTo>
                    <a:cubicBezTo>
                      <a:pt x="178332" y="-469"/>
                      <a:pt x="296556" y="100323"/>
                      <a:pt x="318019" y="237288"/>
                    </a:cubicBezTo>
                    <a:cubicBezTo>
                      <a:pt x="418211" y="260153"/>
                      <a:pt x="480897" y="359911"/>
                      <a:pt x="458031" y="460102"/>
                    </a:cubicBezTo>
                    <a:cubicBezTo>
                      <a:pt x="438700" y="544809"/>
                      <a:pt x="363322" y="604863"/>
                      <a:pt x="276437" y="60477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EC164E2-3CC0-B5E1-0780-C83EAB5435EE}"/>
                </a:ext>
              </a:extLst>
            </p:cNvPr>
            <p:cNvSpPr/>
            <p:nvPr/>
          </p:nvSpPr>
          <p:spPr>
            <a:xfrm>
              <a:off x="5763165" y="2860494"/>
              <a:ext cx="81083" cy="286063"/>
            </a:xfrm>
            <a:custGeom>
              <a:avLst/>
              <a:gdLst>
                <a:gd name="connsiteX0" fmla="*/ 39698 w 81083"/>
                <a:gd name="connsiteY0" fmla="*/ 286063 h 286063"/>
                <a:gd name="connsiteX1" fmla="*/ 39400 w 81083"/>
                <a:gd name="connsiteY1" fmla="*/ 286063 h 286063"/>
                <a:gd name="connsiteX2" fmla="*/ 1 w 81083"/>
                <a:gd name="connsiteY2" fmla="*/ 246071 h 286063"/>
                <a:gd name="connsiteX3" fmla="*/ 1 w 81083"/>
                <a:gd name="connsiteY3" fmla="*/ 246069 h 286063"/>
                <a:gd name="connsiteX4" fmla="*/ 1688 w 81083"/>
                <a:gd name="connsiteY4" fmla="*/ 39399 h 286063"/>
                <a:gd name="connsiteX5" fmla="*/ 41385 w 81083"/>
                <a:gd name="connsiteY5" fmla="*/ 0 h 286063"/>
                <a:gd name="connsiteX6" fmla="*/ 41732 w 81083"/>
                <a:gd name="connsiteY6" fmla="*/ 0 h 286063"/>
                <a:gd name="connsiteX7" fmla="*/ 81081 w 81083"/>
                <a:gd name="connsiteY7" fmla="*/ 40041 h 286063"/>
                <a:gd name="connsiteX8" fmla="*/ 81081 w 81083"/>
                <a:gd name="connsiteY8" fmla="*/ 40044 h 286063"/>
                <a:gd name="connsiteX9" fmla="*/ 79444 w 81083"/>
                <a:gd name="connsiteY9" fmla="*/ 246714 h 286063"/>
                <a:gd name="connsiteX10" fmla="*/ 39698 w 81083"/>
                <a:gd name="connsiteY10" fmla="*/ 286063 h 28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83" h="286063">
                  <a:moveTo>
                    <a:pt x="39698" y="286063"/>
                  </a:moveTo>
                  <a:lnTo>
                    <a:pt x="39400" y="286063"/>
                  </a:lnTo>
                  <a:cubicBezTo>
                    <a:pt x="17477" y="285899"/>
                    <a:pt x="-163" y="267994"/>
                    <a:pt x="1" y="246071"/>
                  </a:cubicBezTo>
                  <a:cubicBezTo>
                    <a:pt x="1" y="246070"/>
                    <a:pt x="1" y="246070"/>
                    <a:pt x="1" y="246069"/>
                  </a:cubicBezTo>
                  <a:lnTo>
                    <a:pt x="1688" y="39399"/>
                  </a:lnTo>
                  <a:cubicBezTo>
                    <a:pt x="1852" y="17591"/>
                    <a:pt x="19577" y="-1"/>
                    <a:pt x="41385" y="0"/>
                  </a:cubicBezTo>
                  <a:lnTo>
                    <a:pt x="41732" y="0"/>
                  </a:lnTo>
                  <a:cubicBezTo>
                    <a:pt x="63655" y="191"/>
                    <a:pt x="81272" y="18118"/>
                    <a:pt x="81081" y="40041"/>
                  </a:cubicBezTo>
                  <a:cubicBezTo>
                    <a:pt x="81081" y="40042"/>
                    <a:pt x="81081" y="40043"/>
                    <a:pt x="81081" y="40044"/>
                  </a:cubicBezTo>
                  <a:lnTo>
                    <a:pt x="79444" y="246714"/>
                  </a:lnTo>
                  <a:cubicBezTo>
                    <a:pt x="79253" y="268521"/>
                    <a:pt x="61506" y="286091"/>
                    <a:pt x="39698" y="2860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937715A6-96BE-D319-AE32-29DBE7D15371}"/>
                </a:ext>
              </a:extLst>
            </p:cNvPr>
            <p:cNvSpPr/>
            <p:nvPr/>
          </p:nvSpPr>
          <p:spPr>
            <a:xfrm>
              <a:off x="5669006" y="2854260"/>
              <a:ext cx="272974" cy="178665"/>
            </a:xfrm>
            <a:custGeom>
              <a:avLst/>
              <a:gdLst>
                <a:gd name="connsiteX0" fmla="*/ 232949 w 272974"/>
                <a:gd name="connsiteY0" fmla="*/ 178666 h 178665"/>
                <a:gd name="connsiteX1" fmla="*/ 204913 w 272974"/>
                <a:gd name="connsiteY1" fmla="*/ 167054 h 178665"/>
                <a:gd name="connsiteX2" fmla="*/ 133856 w 272974"/>
                <a:gd name="connsiteY2" fmla="*/ 95998 h 178665"/>
                <a:gd name="connsiteX3" fmla="*/ 67762 w 272974"/>
                <a:gd name="connsiteY3" fmla="*/ 162092 h 178665"/>
                <a:gd name="connsiteX4" fmla="*/ 11616 w 272974"/>
                <a:gd name="connsiteY4" fmla="*/ 162068 h 178665"/>
                <a:gd name="connsiteX5" fmla="*/ 11641 w 272974"/>
                <a:gd name="connsiteY5" fmla="*/ 105922 h 178665"/>
                <a:gd name="connsiteX6" fmla="*/ 105920 w 272974"/>
                <a:gd name="connsiteY6" fmla="*/ 11642 h 178665"/>
                <a:gd name="connsiteX7" fmla="*/ 162059 w 272974"/>
                <a:gd name="connsiteY7" fmla="*/ 11611 h 178665"/>
                <a:gd name="connsiteX8" fmla="*/ 162091 w 272974"/>
                <a:gd name="connsiteY8" fmla="*/ 11642 h 178665"/>
                <a:gd name="connsiteX9" fmla="*/ 261332 w 272974"/>
                <a:gd name="connsiteY9" fmla="*/ 110884 h 178665"/>
                <a:gd name="connsiteX10" fmla="*/ 261363 w 272974"/>
                <a:gd name="connsiteY10" fmla="*/ 167023 h 178665"/>
                <a:gd name="connsiteX11" fmla="*/ 233247 w 272974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4" h="178665">
                  <a:moveTo>
                    <a:pt x="232949" y="178666"/>
                  </a:moveTo>
                  <a:cubicBezTo>
                    <a:pt x="222435" y="178661"/>
                    <a:pt x="212352" y="174485"/>
                    <a:pt x="204913" y="167054"/>
                  </a:cubicBezTo>
                  <a:lnTo>
                    <a:pt x="133856" y="95998"/>
                  </a:lnTo>
                  <a:lnTo>
                    <a:pt x="67762" y="162092"/>
                  </a:lnTo>
                  <a:cubicBezTo>
                    <a:pt x="52251" y="177590"/>
                    <a:pt x="27113" y="177579"/>
                    <a:pt x="11616" y="162068"/>
                  </a:cubicBezTo>
                  <a:cubicBezTo>
                    <a:pt x="-3882" y="146557"/>
                    <a:pt x="-3871" y="121419"/>
                    <a:pt x="11641" y="105922"/>
                  </a:cubicBezTo>
                  <a:lnTo>
                    <a:pt x="105920" y="11642"/>
                  </a:lnTo>
                  <a:cubicBezTo>
                    <a:pt x="121414" y="-3869"/>
                    <a:pt x="146548" y="-3883"/>
                    <a:pt x="162059" y="11611"/>
                  </a:cubicBezTo>
                  <a:cubicBezTo>
                    <a:pt x="162070" y="11622"/>
                    <a:pt x="162080" y="11632"/>
                    <a:pt x="162091" y="11642"/>
                  </a:cubicBezTo>
                  <a:lnTo>
                    <a:pt x="261332" y="110884"/>
                  </a:lnTo>
                  <a:cubicBezTo>
                    <a:pt x="276843" y="126378"/>
                    <a:pt x="276857" y="151512"/>
                    <a:pt x="261363" y="167023"/>
                  </a:cubicBezTo>
                  <a:cubicBezTo>
                    <a:pt x="253910" y="174485"/>
                    <a:pt x="243794" y="178674"/>
                    <a:pt x="233247" y="17866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0C69F17F-CF74-854B-9009-D8FB6005AF72}"/>
                </a:ext>
              </a:extLst>
            </p:cNvPr>
            <p:cNvSpPr/>
            <p:nvPr/>
          </p:nvSpPr>
          <p:spPr>
            <a:xfrm>
              <a:off x="5910389" y="3047961"/>
              <a:ext cx="81033" cy="286063"/>
            </a:xfrm>
            <a:custGeom>
              <a:avLst/>
              <a:gdLst>
                <a:gd name="connsiteX0" fmla="*/ 39698 w 81033"/>
                <a:gd name="connsiteY0" fmla="*/ 286063 h 286063"/>
                <a:gd name="connsiteX1" fmla="*/ 39351 w 81033"/>
                <a:gd name="connsiteY1" fmla="*/ 286063 h 286063"/>
                <a:gd name="connsiteX2" fmla="*/ 2 w 81033"/>
                <a:gd name="connsiteY2" fmla="*/ 246022 h 286063"/>
                <a:gd name="connsiteX3" fmla="*/ 2 w 81033"/>
                <a:gd name="connsiteY3" fmla="*/ 246019 h 286063"/>
                <a:gd name="connsiteX4" fmla="*/ 1639 w 81033"/>
                <a:gd name="connsiteY4" fmla="*/ 39349 h 286063"/>
                <a:gd name="connsiteX5" fmla="*/ 41336 w 81033"/>
                <a:gd name="connsiteY5" fmla="*/ 0 h 286063"/>
                <a:gd name="connsiteX6" fmla="*/ 41633 w 81033"/>
                <a:gd name="connsiteY6" fmla="*/ 0 h 286063"/>
                <a:gd name="connsiteX7" fmla="*/ 81032 w 81033"/>
                <a:gd name="connsiteY7" fmla="*/ 39992 h 286063"/>
                <a:gd name="connsiteX8" fmla="*/ 81032 w 81033"/>
                <a:gd name="connsiteY8" fmla="*/ 39994 h 286063"/>
                <a:gd name="connsiteX9" fmla="*/ 79345 w 81033"/>
                <a:gd name="connsiteY9" fmla="*/ 246664 h 286063"/>
                <a:gd name="connsiteX10" fmla="*/ 39698 w 81033"/>
                <a:gd name="connsiteY10" fmla="*/ 286063 h 28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33" h="286063">
                  <a:moveTo>
                    <a:pt x="39698" y="286063"/>
                  </a:moveTo>
                  <a:lnTo>
                    <a:pt x="39351" y="286063"/>
                  </a:lnTo>
                  <a:cubicBezTo>
                    <a:pt x="17428" y="285872"/>
                    <a:pt x="-189" y="267945"/>
                    <a:pt x="2" y="246022"/>
                  </a:cubicBezTo>
                  <a:cubicBezTo>
                    <a:pt x="2" y="246021"/>
                    <a:pt x="2" y="246020"/>
                    <a:pt x="2" y="246019"/>
                  </a:cubicBezTo>
                  <a:lnTo>
                    <a:pt x="1639" y="39349"/>
                  </a:lnTo>
                  <a:cubicBezTo>
                    <a:pt x="1830" y="17561"/>
                    <a:pt x="19547" y="-1"/>
                    <a:pt x="41336" y="0"/>
                  </a:cubicBezTo>
                  <a:lnTo>
                    <a:pt x="41633" y="0"/>
                  </a:lnTo>
                  <a:cubicBezTo>
                    <a:pt x="63557" y="164"/>
                    <a:pt x="81196" y="18069"/>
                    <a:pt x="81032" y="39992"/>
                  </a:cubicBezTo>
                  <a:cubicBezTo>
                    <a:pt x="81032" y="39993"/>
                    <a:pt x="81032" y="39994"/>
                    <a:pt x="81032" y="39994"/>
                  </a:cubicBezTo>
                  <a:lnTo>
                    <a:pt x="79345" y="246664"/>
                  </a:lnTo>
                  <a:cubicBezTo>
                    <a:pt x="79182" y="268453"/>
                    <a:pt x="61487" y="286037"/>
                    <a:pt x="39698" y="28606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000E8752-4AA1-ADC1-6605-C470C5B02A30}"/>
                </a:ext>
              </a:extLst>
            </p:cNvPr>
            <p:cNvSpPr/>
            <p:nvPr/>
          </p:nvSpPr>
          <p:spPr>
            <a:xfrm>
              <a:off x="5812758" y="3161439"/>
              <a:ext cx="272675" cy="178639"/>
            </a:xfrm>
            <a:custGeom>
              <a:avLst/>
              <a:gdLst>
                <a:gd name="connsiteX0" fmla="*/ 138967 w 272675"/>
                <a:gd name="connsiteY0" fmla="*/ 178639 h 178639"/>
                <a:gd name="connsiteX1" fmla="*/ 110882 w 272675"/>
                <a:gd name="connsiteY1" fmla="*/ 167028 h 178639"/>
                <a:gd name="connsiteX2" fmla="*/ 11641 w 272675"/>
                <a:gd name="connsiteY2" fmla="*/ 67786 h 178639"/>
                <a:gd name="connsiteX3" fmla="*/ 11616 w 272675"/>
                <a:gd name="connsiteY3" fmla="*/ 11641 h 178639"/>
                <a:gd name="connsiteX4" fmla="*/ 67762 w 272675"/>
                <a:gd name="connsiteY4" fmla="*/ 11616 h 178639"/>
                <a:gd name="connsiteX5" fmla="*/ 138819 w 272675"/>
                <a:gd name="connsiteY5" fmla="*/ 82673 h 178639"/>
                <a:gd name="connsiteX6" fmla="*/ 204913 w 272675"/>
                <a:gd name="connsiteY6" fmla="*/ 16578 h 178639"/>
                <a:gd name="connsiteX7" fmla="*/ 261059 w 272675"/>
                <a:gd name="connsiteY7" fmla="*/ 16603 h 178639"/>
                <a:gd name="connsiteX8" fmla="*/ 261035 w 272675"/>
                <a:gd name="connsiteY8" fmla="*/ 72748 h 178639"/>
                <a:gd name="connsiteX9" fmla="*/ 166755 w 272675"/>
                <a:gd name="connsiteY9" fmla="*/ 167028 h 178639"/>
                <a:gd name="connsiteX10" fmla="*/ 138967 w 272675"/>
                <a:gd name="connsiteY10" fmla="*/ 178639 h 178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2675" h="178639">
                  <a:moveTo>
                    <a:pt x="138967" y="178639"/>
                  </a:moveTo>
                  <a:cubicBezTo>
                    <a:pt x="128436" y="178647"/>
                    <a:pt x="118333" y="174470"/>
                    <a:pt x="110882" y="167028"/>
                  </a:cubicBezTo>
                  <a:lnTo>
                    <a:pt x="11641" y="67786"/>
                  </a:lnTo>
                  <a:cubicBezTo>
                    <a:pt x="-3870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138819" y="82673"/>
                  </a:lnTo>
                  <a:lnTo>
                    <a:pt x="204913" y="16578"/>
                  </a:lnTo>
                  <a:cubicBezTo>
                    <a:pt x="220425" y="1080"/>
                    <a:pt x="245562" y="1092"/>
                    <a:pt x="261059" y="16603"/>
                  </a:cubicBezTo>
                  <a:cubicBezTo>
                    <a:pt x="276557" y="32114"/>
                    <a:pt x="276546" y="57251"/>
                    <a:pt x="261035" y="72748"/>
                  </a:cubicBezTo>
                  <a:lnTo>
                    <a:pt x="166755" y="167028"/>
                  </a:lnTo>
                  <a:cubicBezTo>
                    <a:pt x="159377" y="174398"/>
                    <a:pt x="149396" y="178569"/>
                    <a:pt x="138967" y="17863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2029C81C-F270-9B06-DD3D-DFD8E989CBAD}"/>
              </a:ext>
            </a:extLst>
          </p:cNvPr>
          <p:cNvGrpSpPr/>
          <p:nvPr/>
        </p:nvGrpSpPr>
        <p:grpSpPr>
          <a:xfrm>
            <a:off x="6778633" y="2545303"/>
            <a:ext cx="832337" cy="820378"/>
            <a:chOff x="6778633" y="2545303"/>
            <a:chExt cx="832337" cy="820378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ABD08B8C-4BF3-791F-F5F3-E252642FDF61}"/>
                </a:ext>
              </a:extLst>
            </p:cNvPr>
            <p:cNvSpPr/>
            <p:nvPr/>
          </p:nvSpPr>
          <p:spPr>
            <a:xfrm>
              <a:off x="6837017" y="2695703"/>
              <a:ext cx="206839" cy="276090"/>
            </a:xfrm>
            <a:custGeom>
              <a:avLst/>
              <a:gdLst>
                <a:gd name="connsiteX0" fmla="*/ 39765 w 206839"/>
                <a:gd name="connsiteY0" fmla="*/ 276090 h 276090"/>
                <a:gd name="connsiteX1" fmla="*/ 31727 w 206839"/>
                <a:gd name="connsiteY1" fmla="*/ 275247 h 276090"/>
                <a:gd name="connsiteX2" fmla="*/ 813 w 206839"/>
                <a:gd name="connsiteY2" fmla="*/ 228405 h 276090"/>
                <a:gd name="connsiteX3" fmla="*/ 143870 w 206839"/>
                <a:gd name="connsiteY3" fmla="*/ 7493 h 276090"/>
                <a:gd name="connsiteX4" fmla="*/ 199346 w 206839"/>
                <a:gd name="connsiteY4" fmla="*/ 16524 h 276090"/>
                <a:gd name="connsiteX5" fmla="*/ 190315 w 206839"/>
                <a:gd name="connsiteY5" fmla="*/ 72000 h 276090"/>
                <a:gd name="connsiteX6" fmla="*/ 78618 w 206839"/>
                <a:gd name="connsiteY6" fmla="*/ 244333 h 276090"/>
                <a:gd name="connsiteX7" fmla="*/ 39765 w 206839"/>
                <a:gd name="connsiteY7" fmla="*/ 276090 h 27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839" h="276090">
                  <a:moveTo>
                    <a:pt x="39765" y="276090"/>
                  </a:moveTo>
                  <a:cubicBezTo>
                    <a:pt x="37065" y="276074"/>
                    <a:pt x="34372" y="275792"/>
                    <a:pt x="31727" y="275247"/>
                  </a:cubicBezTo>
                  <a:cubicBezTo>
                    <a:pt x="10259" y="270843"/>
                    <a:pt x="-3579" y="249875"/>
                    <a:pt x="813" y="228405"/>
                  </a:cubicBezTo>
                  <a:cubicBezTo>
                    <a:pt x="19019" y="139397"/>
                    <a:pt x="70098" y="60518"/>
                    <a:pt x="143870" y="7493"/>
                  </a:cubicBezTo>
                  <a:cubicBezTo>
                    <a:pt x="161683" y="-5332"/>
                    <a:pt x="186520" y="-1289"/>
                    <a:pt x="199346" y="16524"/>
                  </a:cubicBezTo>
                  <a:cubicBezTo>
                    <a:pt x="212171" y="34337"/>
                    <a:pt x="208128" y="59175"/>
                    <a:pt x="190315" y="72000"/>
                  </a:cubicBezTo>
                  <a:cubicBezTo>
                    <a:pt x="132738" y="113357"/>
                    <a:pt x="92857" y="174888"/>
                    <a:pt x="78618" y="244333"/>
                  </a:cubicBezTo>
                  <a:cubicBezTo>
                    <a:pt x="74849" y="262800"/>
                    <a:pt x="58613" y="276070"/>
                    <a:pt x="39765" y="2760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54144B18-50C8-8688-FF08-55D08704C8EA}"/>
                </a:ext>
              </a:extLst>
            </p:cNvPr>
            <p:cNvSpPr/>
            <p:nvPr/>
          </p:nvSpPr>
          <p:spPr>
            <a:xfrm>
              <a:off x="7097757" y="3273669"/>
              <a:ext cx="199329" cy="85665"/>
            </a:xfrm>
            <a:custGeom>
              <a:avLst/>
              <a:gdLst>
                <a:gd name="connsiteX0" fmla="*/ 94961 w 199329"/>
                <a:gd name="connsiteY0" fmla="*/ 85662 h 85665"/>
                <a:gd name="connsiteX1" fmla="*/ 33680 w 199329"/>
                <a:gd name="connsiteY1" fmla="*/ 80700 h 85665"/>
                <a:gd name="connsiteX2" fmla="*/ 465 w 199329"/>
                <a:gd name="connsiteY2" fmla="*/ 35440 h 85665"/>
                <a:gd name="connsiteX3" fmla="*/ 45724 w 199329"/>
                <a:gd name="connsiteY3" fmla="*/ 2224 h 85665"/>
                <a:gd name="connsiteX4" fmla="*/ 47028 w 199329"/>
                <a:gd name="connsiteY4" fmla="*/ 2448 h 85665"/>
                <a:gd name="connsiteX5" fmla="*/ 151678 w 199329"/>
                <a:gd name="connsiteY5" fmla="*/ 810 h 85665"/>
                <a:gd name="connsiteX6" fmla="*/ 198520 w 199329"/>
                <a:gd name="connsiteY6" fmla="*/ 31774 h 85665"/>
                <a:gd name="connsiteX7" fmla="*/ 167556 w 199329"/>
                <a:gd name="connsiteY7" fmla="*/ 78615 h 85665"/>
                <a:gd name="connsiteX8" fmla="*/ 94961 w 199329"/>
                <a:gd name="connsiteY8" fmla="*/ 85662 h 8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329" h="85665">
                  <a:moveTo>
                    <a:pt x="94961" y="85662"/>
                  </a:moveTo>
                  <a:cubicBezTo>
                    <a:pt x="74430" y="85756"/>
                    <a:pt x="53928" y="84094"/>
                    <a:pt x="33680" y="80700"/>
                  </a:cubicBezTo>
                  <a:cubicBezTo>
                    <a:pt x="12010" y="77375"/>
                    <a:pt x="-2861" y="57110"/>
                    <a:pt x="465" y="35440"/>
                  </a:cubicBezTo>
                  <a:cubicBezTo>
                    <a:pt x="3791" y="13771"/>
                    <a:pt x="24054" y="-1100"/>
                    <a:pt x="45724" y="2224"/>
                  </a:cubicBezTo>
                  <a:cubicBezTo>
                    <a:pt x="46160" y="2294"/>
                    <a:pt x="46595" y="2368"/>
                    <a:pt x="47028" y="2448"/>
                  </a:cubicBezTo>
                  <a:cubicBezTo>
                    <a:pt x="81718" y="8303"/>
                    <a:pt x="117188" y="7747"/>
                    <a:pt x="151678" y="810"/>
                  </a:cubicBezTo>
                  <a:cubicBezTo>
                    <a:pt x="173164" y="-3576"/>
                    <a:pt x="194133" y="10288"/>
                    <a:pt x="198520" y="31774"/>
                  </a:cubicBezTo>
                  <a:cubicBezTo>
                    <a:pt x="202906" y="53259"/>
                    <a:pt x="189042" y="74229"/>
                    <a:pt x="167556" y="78615"/>
                  </a:cubicBezTo>
                  <a:cubicBezTo>
                    <a:pt x="143653" y="83374"/>
                    <a:pt x="119334" y="85731"/>
                    <a:pt x="94961" y="856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241B2D97-5F8A-298F-F6C0-E200DB85530E}"/>
                </a:ext>
              </a:extLst>
            </p:cNvPr>
            <p:cNvSpPr/>
            <p:nvPr/>
          </p:nvSpPr>
          <p:spPr>
            <a:xfrm>
              <a:off x="7349008" y="2701197"/>
              <a:ext cx="197643" cy="262557"/>
            </a:xfrm>
            <a:custGeom>
              <a:avLst/>
              <a:gdLst>
                <a:gd name="connsiteX0" fmla="*/ 157908 w 197643"/>
                <a:gd name="connsiteY0" fmla="*/ 262557 h 262557"/>
                <a:gd name="connsiteX1" fmla="*/ 119254 w 197643"/>
                <a:gd name="connsiteY1" fmla="*/ 231792 h 262557"/>
                <a:gd name="connsiteX2" fmla="*/ 15546 w 197643"/>
                <a:gd name="connsiteY2" fmla="*/ 71220 h 262557"/>
                <a:gd name="connsiteX3" fmla="*/ 8202 w 197643"/>
                <a:gd name="connsiteY3" fmla="*/ 15545 h 262557"/>
                <a:gd name="connsiteX4" fmla="*/ 63877 w 197643"/>
                <a:gd name="connsiteY4" fmla="*/ 8202 h 262557"/>
                <a:gd name="connsiteX5" fmla="*/ 196612 w 197643"/>
                <a:gd name="connsiteY5" fmla="*/ 213879 h 262557"/>
                <a:gd name="connsiteX6" fmla="*/ 166890 w 197643"/>
                <a:gd name="connsiteY6" fmla="*/ 261504 h 262557"/>
                <a:gd name="connsiteX7" fmla="*/ 166840 w 197643"/>
                <a:gd name="connsiteY7" fmla="*/ 261515 h 262557"/>
                <a:gd name="connsiteX8" fmla="*/ 157908 w 197643"/>
                <a:gd name="connsiteY8" fmla="*/ 262557 h 262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643" h="262557">
                  <a:moveTo>
                    <a:pt x="157908" y="262557"/>
                  </a:moveTo>
                  <a:cubicBezTo>
                    <a:pt x="139434" y="262546"/>
                    <a:pt x="123412" y="249792"/>
                    <a:pt x="119254" y="231792"/>
                  </a:cubicBezTo>
                  <a:cubicBezTo>
                    <a:pt x="104308" y="167879"/>
                    <a:pt x="67658" y="111129"/>
                    <a:pt x="15546" y="71220"/>
                  </a:cubicBezTo>
                  <a:cubicBezTo>
                    <a:pt x="-1856" y="57874"/>
                    <a:pt x="-5146" y="32947"/>
                    <a:pt x="8202" y="15545"/>
                  </a:cubicBezTo>
                  <a:cubicBezTo>
                    <a:pt x="21550" y="-1857"/>
                    <a:pt x="46475" y="-5144"/>
                    <a:pt x="63877" y="8202"/>
                  </a:cubicBezTo>
                  <a:cubicBezTo>
                    <a:pt x="130582" y="59343"/>
                    <a:pt x="177489" y="132030"/>
                    <a:pt x="196612" y="213879"/>
                  </a:cubicBezTo>
                  <a:cubicBezTo>
                    <a:pt x="201555" y="235239"/>
                    <a:pt x="188246" y="256561"/>
                    <a:pt x="166890" y="261504"/>
                  </a:cubicBezTo>
                  <a:cubicBezTo>
                    <a:pt x="166870" y="261508"/>
                    <a:pt x="166855" y="261512"/>
                    <a:pt x="166840" y="261515"/>
                  </a:cubicBezTo>
                  <a:cubicBezTo>
                    <a:pt x="163912" y="262195"/>
                    <a:pt x="160915" y="262544"/>
                    <a:pt x="157908" y="26255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4" name="Picture Placeholder 55">
              <a:extLst>
                <a:ext uri="{FF2B5EF4-FFF2-40B4-BE49-F238E27FC236}">
                  <a16:creationId xmlns:a16="http://schemas.microsoft.com/office/drawing/2014/main" id="{7EA66C2D-D8CA-5F04-B752-EFCE84420464}"/>
                </a:ext>
              </a:extLst>
            </p:cNvPr>
            <p:cNvGrpSpPr/>
            <p:nvPr/>
          </p:nvGrpSpPr>
          <p:grpSpPr>
            <a:xfrm>
              <a:off x="6778633" y="3027864"/>
              <a:ext cx="267058" cy="336577"/>
              <a:chOff x="6778633" y="3027864"/>
              <a:chExt cx="267058" cy="336577"/>
            </a:xfrm>
            <a:solidFill>
              <a:srgbClr val="C42828"/>
            </a:solidFill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9C5E0EA0-E0C6-02B7-965F-A1D4F50C850A}"/>
                  </a:ext>
                </a:extLst>
              </p:cNvPr>
              <p:cNvSpPr/>
              <p:nvPr/>
            </p:nvSpPr>
            <p:spPr>
              <a:xfrm>
                <a:off x="6815303" y="3027864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72 h 190444"/>
                  <a:gd name="connsiteX4" fmla="*/ 190444 w 190444"/>
                  <a:gd name="connsiteY4" fmla="*/ 95222 h 190444"/>
                  <a:gd name="connsiteX5" fmla="*/ 95272 w 190444"/>
                  <a:gd name="connsiteY5" fmla="*/ 190444 h 190444"/>
                  <a:gd name="connsiteX6" fmla="*/ 95272 w 190444"/>
                  <a:gd name="connsiteY6" fmla="*/ 79443 h 190444"/>
                  <a:gd name="connsiteX7" fmla="*/ 79393 w 190444"/>
                  <a:gd name="connsiteY7" fmla="*/ 95222 h 190444"/>
                  <a:gd name="connsiteX8" fmla="*/ 95173 w 190444"/>
                  <a:gd name="connsiteY8" fmla="*/ 111101 h 190444"/>
                  <a:gd name="connsiteX9" fmla="*/ 111051 w 190444"/>
                  <a:gd name="connsiteY9" fmla="*/ 95321 h 190444"/>
                  <a:gd name="connsiteX10" fmla="*/ 111051 w 190444"/>
                  <a:gd name="connsiteY10" fmla="*/ 95222 h 190444"/>
                  <a:gd name="connsiteX11" fmla="*/ 95272 w 190444"/>
                  <a:gd name="connsiteY11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2" y="190474"/>
                      <a:pt x="27" y="147860"/>
                      <a:pt x="0" y="95272"/>
                    </a:cubicBezTo>
                    <a:cubicBezTo>
                      <a:pt x="-27" y="42684"/>
                      <a:pt x="42583" y="30"/>
                      <a:pt x="95173" y="0"/>
                    </a:cubicBezTo>
                    <a:cubicBezTo>
                      <a:pt x="147762" y="-30"/>
                      <a:pt x="190417" y="42584"/>
                      <a:pt x="190444" y="95172"/>
                    </a:cubicBezTo>
                    <a:cubicBezTo>
                      <a:pt x="190444" y="95187"/>
                      <a:pt x="190444" y="95207"/>
                      <a:pt x="190444" y="95222"/>
                    </a:cubicBezTo>
                    <a:cubicBezTo>
                      <a:pt x="190390" y="147770"/>
                      <a:pt x="147820" y="190360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30" y="79413"/>
                      <a:pt x="79420" y="86479"/>
                      <a:pt x="79393" y="95222"/>
                    </a:cubicBezTo>
                    <a:cubicBezTo>
                      <a:pt x="79366" y="103965"/>
                      <a:pt x="86431" y="111071"/>
                      <a:pt x="95173" y="111101"/>
                    </a:cubicBezTo>
                    <a:cubicBezTo>
                      <a:pt x="103915" y="111126"/>
                      <a:pt x="111024" y="104065"/>
                      <a:pt x="111051" y="95321"/>
                    </a:cubicBezTo>
                    <a:cubicBezTo>
                      <a:pt x="111051" y="95287"/>
                      <a:pt x="111051" y="95257"/>
                      <a:pt x="111051" y="95222"/>
                    </a:cubicBezTo>
                    <a:cubicBezTo>
                      <a:pt x="111051" y="86509"/>
                      <a:pt x="103987" y="79443"/>
                      <a:pt x="95272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99B91F67-FE7B-DFDA-66CB-36BC6E1D9CE7}"/>
                  </a:ext>
                </a:extLst>
              </p:cNvPr>
              <p:cNvSpPr/>
              <p:nvPr/>
            </p:nvSpPr>
            <p:spPr>
              <a:xfrm>
                <a:off x="6778633" y="3159459"/>
                <a:ext cx="267058" cy="204983"/>
              </a:xfrm>
              <a:custGeom>
                <a:avLst/>
                <a:gdLst>
                  <a:gd name="connsiteX0" fmla="*/ 227362 w 267058"/>
                  <a:gd name="connsiteY0" fmla="*/ 204983 h 204983"/>
                  <a:gd name="connsiteX1" fmla="*/ 187666 w 267058"/>
                  <a:gd name="connsiteY1" fmla="*/ 165286 h 204983"/>
                  <a:gd name="connsiteX2" fmla="*/ 187666 w 267058"/>
                  <a:gd name="connsiteY2" fmla="*/ 133529 h 204983"/>
                  <a:gd name="connsiteX3" fmla="*/ 133529 w 267058"/>
                  <a:gd name="connsiteY3" fmla="*/ 79393 h 204983"/>
                  <a:gd name="connsiteX4" fmla="*/ 79393 w 267058"/>
                  <a:gd name="connsiteY4" fmla="*/ 133529 h 204983"/>
                  <a:gd name="connsiteX5" fmla="*/ 79393 w 267058"/>
                  <a:gd name="connsiteY5" fmla="*/ 165286 h 204983"/>
                  <a:gd name="connsiteX6" fmla="*/ 39697 w 267058"/>
                  <a:gd name="connsiteY6" fmla="*/ 204983 h 204983"/>
                  <a:gd name="connsiteX7" fmla="*/ 0 w 267058"/>
                  <a:gd name="connsiteY7" fmla="*/ 165286 h 204983"/>
                  <a:gd name="connsiteX8" fmla="*/ 0 w 267058"/>
                  <a:gd name="connsiteY8" fmla="*/ 133529 h 204983"/>
                  <a:gd name="connsiteX9" fmla="*/ 133529 w 267058"/>
                  <a:gd name="connsiteY9" fmla="*/ 0 h 204983"/>
                  <a:gd name="connsiteX10" fmla="*/ 267059 w 267058"/>
                  <a:gd name="connsiteY10" fmla="*/ 133529 h 204983"/>
                  <a:gd name="connsiteX11" fmla="*/ 267059 w 267058"/>
                  <a:gd name="connsiteY11" fmla="*/ 165286 h 204983"/>
                  <a:gd name="connsiteX12" fmla="*/ 227362 w 267058"/>
                  <a:gd name="connsiteY12" fmla="*/ 204983 h 204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4983">
                    <a:moveTo>
                      <a:pt x="227362" y="204983"/>
                    </a:moveTo>
                    <a:cubicBezTo>
                      <a:pt x="205438" y="204983"/>
                      <a:pt x="187666" y="187209"/>
                      <a:pt x="187666" y="165286"/>
                    </a:cubicBezTo>
                    <a:lnTo>
                      <a:pt x="187666" y="133529"/>
                    </a:lnTo>
                    <a:cubicBezTo>
                      <a:pt x="187666" y="103633"/>
                      <a:pt x="163428" y="79393"/>
                      <a:pt x="133529" y="79393"/>
                    </a:cubicBezTo>
                    <a:cubicBezTo>
                      <a:pt x="103631" y="79393"/>
                      <a:pt x="79393" y="103633"/>
                      <a:pt x="79393" y="133529"/>
                    </a:cubicBezTo>
                    <a:lnTo>
                      <a:pt x="79393" y="165286"/>
                    </a:lnTo>
                    <a:cubicBezTo>
                      <a:pt x="79393" y="187209"/>
                      <a:pt x="61621" y="204983"/>
                      <a:pt x="39697" y="204983"/>
                    </a:cubicBezTo>
                    <a:cubicBezTo>
                      <a:pt x="17773" y="204983"/>
                      <a:pt x="0" y="187209"/>
                      <a:pt x="0" y="165286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286"/>
                    </a:lnTo>
                    <a:cubicBezTo>
                      <a:pt x="267059" y="187209"/>
                      <a:pt x="249286" y="204983"/>
                      <a:pt x="227362" y="20498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7" name="Picture Placeholder 55">
              <a:extLst>
                <a:ext uri="{FF2B5EF4-FFF2-40B4-BE49-F238E27FC236}">
                  <a16:creationId xmlns:a16="http://schemas.microsoft.com/office/drawing/2014/main" id="{3CDD18EC-AA72-BE4C-8AB0-320C574804C9}"/>
                </a:ext>
              </a:extLst>
            </p:cNvPr>
            <p:cNvGrpSpPr/>
            <p:nvPr/>
          </p:nvGrpSpPr>
          <p:grpSpPr>
            <a:xfrm>
              <a:off x="7061670" y="2545303"/>
              <a:ext cx="267058" cy="336626"/>
              <a:chOff x="7061670" y="2545303"/>
              <a:chExt cx="267058" cy="336626"/>
            </a:xfrm>
            <a:solidFill>
              <a:srgbClr val="C42828"/>
            </a:solidFill>
          </p:grpSpPr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F683E463-966D-A0CB-8958-1C7CE4A39482}"/>
                  </a:ext>
                </a:extLst>
              </p:cNvPr>
              <p:cNvSpPr/>
              <p:nvPr/>
            </p:nvSpPr>
            <p:spPr>
              <a:xfrm>
                <a:off x="7098339" y="2545303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23 h 190444"/>
                  <a:gd name="connsiteX4" fmla="*/ 95272 w 190444"/>
                  <a:gd name="connsiteY4" fmla="*/ 190444 h 190444"/>
                  <a:gd name="connsiteX5" fmla="*/ 95272 w 190444"/>
                  <a:gd name="connsiteY5" fmla="*/ 79443 h 190444"/>
                  <a:gd name="connsiteX6" fmla="*/ 79394 w 190444"/>
                  <a:gd name="connsiteY6" fmla="*/ 95223 h 190444"/>
                  <a:gd name="connsiteX7" fmla="*/ 95174 w 190444"/>
                  <a:gd name="connsiteY7" fmla="*/ 111101 h 190444"/>
                  <a:gd name="connsiteX8" fmla="*/ 111052 w 190444"/>
                  <a:gd name="connsiteY8" fmla="*/ 95320 h 190444"/>
                  <a:gd name="connsiteX9" fmla="*/ 111051 w 190444"/>
                  <a:gd name="connsiteY9" fmla="*/ 95123 h 190444"/>
                  <a:gd name="connsiteX10" fmla="*/ 95272 w 190444"/>
                  <a:gd name="connsiteY10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2" y="190472"/>
                      <a:pt x="27" y="147861"/>
                      <a:pt x="0" y="95272"/>
                    </a:cubicBezTo>
                    <a:cubicBezTo>
                      <a:pt x="-27" y="42682"/>
                      <a:pt x="42583" y="27"/>
                      <a:pt x="95173" y="0"/>
                    </a:cubicBezTo>
                    <a:cubicBezTo>
                      <a:pt x="147743" y="-27"/>
                      <a:pt x="190390" y="42553"/>
                      <a:pt x="190444" y="95123"/>
                    </a:cubicBezTo>
                    <a:cubicBezTo>
                      <a:pt x="190444" y="147709"/>
                      <a:pt x="147858" y="190362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30" y="79416"/>
                      <a:pt x="79421" y="86480"/>
                      <a:pt x="79394" y="95223"/>
                    </a:cubicBezTo>
                    <a:cubicBezTo>
                      <a:pt x="79367" y="103965"/>
                      <a:pt x="86432" y="111073"/>
                      <a:pt x="95174" y="111101"/>
                    </a:cubicBezTo>
                    <a:cubicBezTo>
                      <a:pt x="103916" y="111128"/>
                      <a:pt x="111025" y="104063"/>
                      <a:pt x="111052" y="95320"/>
                    </a:cubicBezTo>
                    <a:cubicBezTo>
                      <a:pt x="111052" y="95255"/>
                      <a:pt x="111052" y="95189"/>
                      <a:pt x="111051" y="95123"/>
                    </a:cubicBezTo>
                    <a:cubicBezTo>
                      <a:pt x="110970" y="86458"/>
                      <a:pt x="103937" y="79470"/>
                      <a:pt x="95272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1644074D-89BC-BDDA-5EF6-EEB6E230297B}"/>
                  </a:ext>
                </a:extLst>
              </p:cNvPr>
              <p:cNvSpPr/>
              <p:nvPr/>
            </p:nvSpPr>
            <p:spPr>
              <a:xfrm>
                <a:off x="7061670" y="2676897"/>
                <a:ext cx="267058" cy="205032"/>
              </a:xfrm>
              <a:custGeom>
                <a:avLst/>
                <a:gdLst>
                  <a:gd name="connsiteX0" fmla="*/ 227362 w 267058"/>
                  <a:gd name="connsiteY0" fmla="*/ 205033 h 205032"/>
                  <a:gd name="connsiteX1" fmla="*/ 187666 w 267058"/>
                  <a:gd name="connsiteY1" fmla="*/ 165336 h 205032"/>
                  <a:gd name="connsiteX2" fmla="*/ 187666 w 267058"/>
                  <a:gd name="connsiteY2" fmla="*/ 133529 h 205032"/>
                  <a:gd name="connsiteX3" fmla="*/ 133529 w 267058"/>
                  <a:gd name="connsiteY3" fmla="*/ 79393 h 205032"/>
                  <a:gd name="connsiteX4" fmla="*/ 79393 w 267058"/>
                  <a:gd name="connsiteY4" fmla="*/ 133529 h 205032"/>
                  <a:gd name="connsiteX5" fmla="*/ 79393 w 267058"/>
                  <a:gd name="connsiteY5" fmla="*/ 165336 h 205032"/>
                  <a:gd name="connsiteX6" fmla="*/ 39697 w 267058"/>
                  <a:gd name="connsiteY6" fmla="*/ 205033 h 205032"/>
                  <a:gd name="connsiteX7" fmla="*/ 0 w 267058"/>
                  <a:gd name="connsiteY7" fmla="*/ 165336 h 205032"/>
                  <a:gd name="connsiteX8" fmla="*/ 0 w 267058"/>
                  <a:gd name="connsiteY8" fmla="*/ 133529 h 205032"/>
                  <a:gd name="connsiteX9" fmla="*/ 133529 w 267058"/>
                  <a:gd name="connsiteY9" fmla="*/ 0 h 205032"/>
                  <a:gd name="connsiteX10" fmla="*/ 267059 w 267058"/>
                  <a:gd name="connsiteY10" fmla="*/ 133529 h 205032"/>
                  <a:gd name="connsiteX11" fmla="*/ 267059 w 267058"/>
                  <a:gd name="connsiteY11" fmla="*/ 165336 h 205032"/>
                  <a:gd name="connsiteX12" fmla="*/ 227362 w 267058"/>
                  <a:gd name="connsiteY12" fmla="*/ 205033 h 20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5032">
                    <a:moveTo>
                      <a:pt x="227362" y="205033"/>
                    </a:moveTo>
                    <a:cubicBezTo>
                      <a:pt x="205440" y="205033"/>
                      <a:pt x="187666" y="187260"/>
                      <a:pt x="187666" y="165336"/>
                    </a:cubicBezTo>
                    <a:lnTo>
                      <a:pt x="187666" y="133529"/>
                    </a:lnTo>
                    <a:cubicBezTo>
                      <a:pt x="187666" y="103631"/>
                      <a:pt x="163428" y="79393"/>
                      <a:pt x="133529" y="79393"/>
                    </a:cubicBezTo>
                    <a:cubicBezTo>
                      <a:pt x="103631" y="79393"/>
                      <a:pt x="79393" y="103631"/>
                      <a:pt x="79393" y="133529"/>
                    </a:cubicBezTo>
                    <a:lnTo>
                      <a:pt x="79393" y="165336"/>
                    </a:lnTo>
                    <a:cubicBezTo>
                      <a:pt x="79393" y="187260"/>
                      <a:pt x="61621" y="205033"/>
                      <a:pt x="39697" y="205033"/>
                    </a:cubicBezTo>
                    <a:cubicBezTo>
                      <a:pt x="17773" y="205033"/>
                      <a:pt x="0" y="187260"/>
                      <a:pt x="0" y="165336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336"/>
                    </a:lnTo>
                    <a:cubicBezTo>
                      <a:pt x="267059" y="187260"/>
                      <a:pt x="249285" y="205033"/>
                      <a:pt x="227362" y="2050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0" name="Picture Placeholder 55">
              <a:extLst>
                <a:ext uri="{FF2B5EF4-FFF2-40B4-BE49-F238E27FC236}">
                  <a16:creationId xmlns:a16="http://schemas.microsoft.com/office/drawing/2014/main" id="{6A9587E4-146D-02E1-FC9D-F5B6C3ACE601}"/>
                </a:ext>
              </a:extLst>
            </p:cNvPr>
            <p:cNvGrpSpPr/>
            <p:nvPr/>
          </p:nvGrpSpPr>
          <p:grpSpPr>
            <a:xfrm>
              <a:off x="7343912" y="3029055"/>
              <a:ext cx="267058" cy="336626"/>
              <a:chOff x="7343912" y="3029055"/>
              <a:chExt cx="267058" cy="336626"/>
            </a:xfrm>
            <a:solidFill>
              <a:srgbClr val="C42828"/>
            </a:solidFill>
          </p:grpSpPr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2FE7B0CF-E764-DF0D-9C0A-6EDAEBCEC23E}"/>
                  </a:ext>
                </a:extLst>
              </p:cNvPr>
              <p:cNvSpPr/>
              <p:nvPr/>
            </p:nvSpPr>
            <p:spPr>
              <a:xfrm>
                <a:off x="7380582" y="3029055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72 h 190444"/>
                  <a:gd name="connsiteX4" fmla="*/ 190444 w 190444"/>
                  <a:gd name="connsiteY4" fmla="*/ 95272 h 190444"/>
                  <a:gd name="connsiteX5" fmla="*/ 95272 w 190444"/>
                  <a:gd name="connsiteY5" fmla="*/ 190444 h 190444"/>
                  <a:gd name="connsiteX6" fmla="*/ 95272 w 190444"/>
                  <a:gd name="connsiteY6" fmla="*/ 79443 h 190444"/>
                  <a:gd name="connsiteX7" fmla="*/ 79393 w 190444"/>
                  <a:gd name="connsiteY7" fmla="*/ 95222 h 190444"/>
                  <a:gd name="connsiteX8" fmla="*/ 95173 w 190444"/>
                  <a:gd name="connsiteY8" fmla="*/ 111101 h 190444"/>
                  <a:gd name="connsiteX9" fmla="*/ 111051 w 190444"/>
                  <a:gd name="connsiteY9" fmla="*/ 95321 h 190444"/>
                  <a:gd name="connsiteX10" fmla="*/ 111051 w 190444"/>
                  <a:gd name="connsiteY10" fmla="*/ 95272 h 190444"/>
                  <a:gd name="connsiteX11" fmla="*/ 95321 w 190444"/>
                  <a:gd name="connsiteY11" fmla="*/ 79443 h 190444"/>
                  <a:gd name="connsiteX12" fmla="*/ 95272 w 190444"/>
                  <a:gd name="connsiteY12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4" y="190474"/>
                      <a:pt x="30" y="147860"/>
                      <a:pt x="0" y="95272"/>
                    </a:cubicBezTo>
                    <a:cubicBezTo>
                      <a:pt x="-30" y="42684"/>
                      <a:pt x="42585" y="30"/>
                      <a:pt x="95173" y="0"/>
                    </a:cubicBezTo>
                    <a:cubicBezTo>
                      <a:pt x="147761" y="-30"/>
                      <a:pt x="190415" y="42584"/>
                      <a:pt x="190444" y="95172"/>
                    </a:cubicBezTo>
                    <a:cubicBezTo>
                      <a:pt x="190444" y="95207"/>
                      <a:pt x="190444" y="95237"/>
                      <a:pt x="190444" y="95272"/>
                    </a:cubicBezTo>
                    <a:cubicBezTo>
                      <a:pt x="190390" y="147810"/>
                      <a:pt x="147810" y="190390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29" y="79413"/>
                      <a:pt x="79423" y="86479"/>
                      <a:pt x="79393" y="95222"/>
                    </a:cubicBezTo>
                    <a:cubicBezTo>
                      <a:pt x="79363" y="103965"/>
                      <a:pt x="86429" y="111071"/>
                      <a:pt x="95173" y="111101"/>
                    </a:cubicBezTo>
                    <a:cubicBezTo>
                      <a:pt x="103916" y="111126"/>
                      <a:pt x="111021" y="104065"/>
                      <a:pt x="111051" y="95321"/>
                    </a:cubicBezTo>
                    <a:cubicBezTo>
                      <a:pt x="111051" y="95306"/>
                      <a:pt x="111051" y="95287"/>
                      <a:pt x="111051" y="95272"/>
                    </a:cubicBezTo>
                    <a:cubicBezTo>
                      <a:pt x="111081" y="86558"/>
                      <a:pt x="104035" y="79473"/>
                      <a:pt x="95321" y="79443"/>
                    </a:cubicBezTo>
                    <a:cubicBezTo>
                      <a:pt x="95307" y="79443"/>
                      <a:pt x="95287" y="79443"/>
                      <a:pt x="95272" y="794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4BDF36CC-FE3C-A832-2A59-1009F876E795}"/>
                  </a:ext>
                </a:extLst>
              </p:cNvPr>
              <p:cNvSpPr/>
              <p:nvPr/>
            </p:nvSpPr>
            <p:spPr>
              <a:xfrm>
                <a:off x="7343912" y="3160699"/>
                <a:ext cx="267058" cy="204983"/>
              </a:xfrm>
              <a:custGeom>
                <a:avLst/>
                <a:gdLst>
                  <a:gd name="connsiteX0" fmla="*/ 227362 w 267058"/>
                  <a:gd name="connsiteY0" fmla="*/ 204983 h 204983"/>
                  <a:gd name="connsiteX1" fmla="*/ 187666 w 267058"/>
                  <a:gd name="connsiteY1" fmla="*/ 165286 h 204983"/>
                  <a:gd name="connsiteX2" fmla="*/ 187666 w 267058"/>
                  <a:gd name="connsiteY2" fmla="*/ 133529 h 204983"/>
                  <a:gd name="connsiteX3" fmla="*/ 133529 w 267058"/>
                  <a:gd name="connsiteY3" fmla="*/ 79393 h 204983"/>
                  <a:gd name="connsiteX4" fmla="*/ 79393 w 267058"/>
                  <a:gd name="connsiteY4" fmla="*/ 133529 h 204983"/>
                  <a:gd name="connsiteX5" fmla="*/ 79393 w 267058"/>
                  <a:gd name="connsiteY5" fmla="*/ 165286 h 204983"/>
                  <a:gd name="connsiteX6" fmla="*/ 39697 w 267058"/>
                  <a:gd name="connsiteY6" fmla="*/ 204983 h 204983"/>
                  <a:gd name="connsiteX7" fmla="*/ 0 w 267058"/>
                  <a:gd name="connsiteY7" fmla="*/ 165286 h 204983"/>
                  <a:gd name="connsiteX8" fmla="*/ 0 w 267058"/>
                  <a:gd name="connsiteY8" fmla="*/ 133529 h 204983"/>
                  <a:gd name="connsiteX9" fmla="*/ 133529 w 267058"/>
                  <a:gd name="connsiteY9" fmla="*/ 0 h 204983"/>
                  <a:gd name="connsiteX10" fmla="*/ 267059 w 267058"/>
                  <a:gd name="connsiteY10" fmla="*/ 133529 h 204983"/>
                  <a:gd name="connsiteX11" fmla="*/ 267059 w 267058"/>
                  <a:gd name="connsiteY11" fmla="*/ 165286 h 204983"/>
                  <a:gd name="connsiteX12" fmla="*/ 227362 w 267058"/>
                  <a:gd name="connsiteY12" fmla="*/ 204983 h 204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4983">
                    <a:moveTo>
                      <a:pt x="227362" y="204983"/>
                    </a:moveTo>
                    <a:cubicBezTo>
                      <a:pt x="205440" y="204983"/>
                      <a:pt x="187666" y="187209"/>
                      <a:pt x="187666" y="165286"/>
                    </a:cubicBezTo>
                    <a:lnTo>
                      <a:pt x="187666" y="133529"/>
                    </a:lnTo>
                    <a:cubicBezTo>
                      <a:pt x="187666" y="103633"/>
                      <a:pt x="163426" y="79393"/>
                      <a:pt x="133529" y="79393"/>
                    </a:cubicBezTo>
                    <a:cubicBezTo>
                      <a:pt x="103633" y="79393"/>
                      <a:pt x="79393" y="103633"/>
                      <a:pt x="79393" y="133529"/>
                    </a:cubicBezTo>
                    <a:lnTo>
                      <a:pt x="79393" y="165286"/>
                    </a:lnTo>
                    <a:cubicBezTo>
                      <a:pt x="79393" y="187209"/>
                      <a:pt x="61619" y="204983"/>
                      <a:pt x="39697" y="204983"/>
                    </a:cubicBezTo>
                    <a:cubicBezTo>
                      <a:pt x="17774" y="204983"/>
                      <a:pt x="0" y="187209"/>
                      <a:pt x="0" y="165286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286"/>
                    </a:lnTo>
                    <a:cubicBezTo>
                      <a:pt x="267059" y="187209"/>
                      <a:pt x="249285" y="204983"/>
                      <a:pt x="227362" y="20498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E427DE2E-6BEA-AC13-8151-7ED09E1B5B48}"/>
                </a:ext>
              </a:extLst>
            </p:cNvPr>
            <p:cNvSpPr/>
            <p:nvPr/>
          </p:nvSpPr>
          <p:spPr>
            <a:xfrm>
              <a:off x="7048249" y="3003350"/>
              <a:ext cx="158393" cy="158490"/>
            </a:xfrm>
            <a:custGeom>
              <a:avLst/>
              <a:gdLst>
                <a:gd name="connsiteX0" fmla="*/ 118716 w 158393"/>
                <a:gd name="connsiteY0" fmla="*/ 158490 h 158490"/>
                <a:gd name="connsiteX1" fmla="*/ 90630 w 158393"/>
                <a:gd name="connsiteY1" fmla="*/ 146879 h 158490"/>
                <a:gd name="connsiteX2" fmla="*/ 10096 w 158393"/>
                <a:gd name="connsiteY2" fmla="*/ 66146 h 158490"/>
                <a:gd name="connsiteX3" fmla="*/ 13248 w 158393"/>
                <a:gd name="connsiteY3" fmla="*/ 10095 h 158490"/>
                <a:gd name="connsiteX4" fmla="*/ 66068 w 158393"/>
                <a:gd name="connsiteY4" fmla="*/ 10025 h 158490"/>
                <a:gd name="connsiteX5" fmla="*/ 146751 w 158393"/>
                <a:gd name="connsiteY5" fmla="*/ 90708 h 158490"/>
                <a:gd name="connsiteX6" fmla="*/ 146783 w 158393"/>
                <a:gd name="connsiteY6" fmla="*/ 146849 h 158490"/>
                <a:gd name="connsiteX7" fmla="*/ 118716 w 158393"/>
                <a:gd name="connsiteY7" fmla="*/ 158490 h 15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393" h="158490">
                  <a:moveTo>
                    <a:pt x="118716" y="158490"/>
                  </a:moveTo>
                  <a:cubicBezTo>
                    <a:pt x="108184" y="158500"/>
                    <a:pt x="98081" y="154322"/>
                    <a:pt x="90630" y="146879"/>
                  </a:cubicBezTo>
                  <a:lnTo>
                    <a:pt x="10096" y="66146"/>
                  </a:lnTo>
                  <a:cubicBezTo>
                    <a:pt x="-4512" y="49796"/>
                    <a:pt x="-3101" y="24703"/>
                    <a:pt x="13248" y="10095"/>
                  </a:cubicBezTo>
                  <a:cubicBezTo>
                    <a:pt x="28282" y="-3338"/>
                    <a:pt x="50998" y="-3368"/>
                    <a:pt x="66068" y="10025"/>
                  </a:cubicBezTo>
                  <a:lnTo>
                    <a:pt x="146751" y="90708"/>
                  </a:lnTo>
                  <a:cubicBezTo>
                    <a:pt x="162262" y="106200"/>
                    <a:pt x="162277" y="131338"/>
                    <a:pt x="146783" y="146849"/>
                  </a:cubicBezTo>
                  <a:cubicBezTo>
                    <a:pt x="139341" y="154297"/>
                    <a:pt x="129245" y="158485"/>
                    <a:pt x="118716" y="15849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07FCCF39-2546-7785-DAAC-F8D7B85EDA82}"/>
                </a:ext>
              </a:extLst>
            </p:cNvPr>
            <p:cNvSpPr/>
            <p:nvPr/>
          </p:nvSpPr>
          <p:spPr>
            <a:xfrm>
              <a:off x="7128676" y="2945664"/>
              <a:ext cx="216112" cy="216523"/>
            </a:xfrm>
            <a:custGeom>
              <a:avLst/>
              <a:gdLst>
                <a:gd name="connsiteX0" fmla="*/ 39678 w 216112"/>
                <a:gd name="connsiteY0" fmla="*/ 216524 h 216523"/>
                <a:gd name="connsiteX1" fmla="*/ 0 w 216112"/>
                <a:gd name="connsiteY1" fmla="*/ 176807 h 216523"/>
                <a:gd name="connsiteX2" fmla="*/ 11593 w 216112"/>
                <a:gd name="connsiteY2" fmla="*/ 148791 h 216523"/>
                <a:gd name="connsiteX3" fmla="*/ 146611 w 216112"/>
                <a:gd name="connsiteY3" fmla="*/ 13476 h 216523"/>
                <a:gd name="connsiteX4" fmla="*/ 202638 w 216112"/>
                <a:gd name="connsiteY4" fmla="*/ 9893 h 216523"/>
                <a:gd name="connsiteX5" fmla="*/ 206220 w 216112"/>
                <a:gd name="connsiteY5" fmla="*/ 65918 h 216523"/>
                <a:gd name="connsiteX6" fmla="*/ 202583 w 216112"/>
                <a:gd name="connsiteY6" fmla="*/ 69547 h 216523"/>
                <a:gd name="connsiteX7" fmla="*/ 67813 w 216112"/>
                <a:gd name="connsiteY7" fmla="*/ 204863 h 216523"/>
                <a:gd name="connsiteX8" fmla="*/ 39678 w 216112"/>
                <a:gd name="connsiteY8" fmla="*/ 216524 h 21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112" h="216523">
                  <a:moveTo>
                    <a:pt x="39678" y="216524"/>
                  </a:moveTo>
                  <a:cubicBezTo>
                    <a:pt x="17754" y="216514"/>
                    <a:pt x="-10" y="198735"/>
                    <a:pt x="0" y="176807"/>
                  </a:cubicBezTo>
                  <a:cubicBezTo>
                    <a:pt x="5" y="166303"/>
                    <a:pt x="4174" y="156230"/>
                    <a:pt x="11593" y="148791"/>
                  </a:cubicBezTo>
                  <a:lnTo>
                    <a:pt x="146611" y="13476"/>
                  </a:lnTo>
                  <a:cubicBezTo>
                    <a:pt x="161090" y="-2984"/>
                    <a:pt x="186174" y="-4588"/>
                    <a:pt x="202638" y="9893"/>
                  </a:cubicBezTo>
                  <a:cubicBezTo>
                    <a:pt x="219097" y="24375"/>
                    <a:pt x="220700" y="49458"/>
                    <a:pt x="206220" y="65918"/>
                  </a:cubicBezTo>
                  <a:cubicBezTo>
                    <a:pt x="205084" y="67205"/>
                    <a:pt x="203873" y="68417"/>
                    <a:pt x="202583" y="69547"/>
                  </a:cubicBezTo>
                  <a:lnTo>
                    <a:pt x="67813" y="204863"/>
                  </a:lnTo>
                  <a:cubicBezTo>
                    <a:pt x="60358" y="212336"/>
                    <a:pt x="50234" y="216534"/>
                    <a:pt x="39678" y="21652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41AE69C-52B4-A0FC-3CF3-C74D6157DFB4}"/>
              </a:ext>
            </a:extLst>
          </p:cNvPr>
          <p:cNvGrpSpPr/>
          <p:nvPr/>
        </p:nvGrpSpPr>
        <p:grpSpPr>
          <a:xfrm>
            <a:off x="8131471" y="2543666"/>
            <a:ext cx="761248" cy="823702"/>
            <a:chOff x="8131471" y="2543666"/>
            <a:chExt cx="761248" cy="823702"/>
          </a:xfrm>
        </p:grpSpPr>
        <p:grpSp>
          <p:nvGrpSpPr>
            <p:cNvPr id="206" name="Picture Placeholder 57">
              <a:extLst>
                <a:ext uri="{FF2B5EF4-FFF2-40B4-BE49-F238E27FC236}">
                  <a16:creationId xmlns:a16="http://schemas.microsoft.com/office/drawing/2014/main" id="{9F5FF1DF-0869-28D0-C8CD-C499ACC0647D}"/>
                </a:ext>
              </a:extLst>
            </p:cNvPr>
            <p:cNvGrpSpPr/>
            <p:nvPr/>
          </p:nvGrpSpPr>
          <p:grpSpPr>
            <a:xfrm>
              <a:off x="8131471" y="2543666"/>
              <a:ext cx="703026" cy="790778"/>
              <a:chOff x="8131471" y="2543666"/>
              <a:chExt cx="703026" cy="790778"/>
            </a:xfrm>
            <a:solidFill>
              <a:srgbClr val="C42828"/>
            </a:solidFill>
          </p:grpSpPr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27725EF7-8199-3935-9CEC-524092C82272}"/>
                  </a:ext>
                </a:extLst>
              </p:cNvPr>
              <p:cNvSpPr/>
              <p:nvPr/>
            </p:nvSpPr>
            <p:spPr>
              <a:xfrm>
                <a:off x="8131769" y="2808280"/>
                <a:ext cx="701947" cy="168921"/>
              </a:xfrm>
              <a:custGeom>
                <a:avLst/>
                <a:gdLst>
                  <a:gd name="connsiteX0" fmla="*/ 350968 w 701947"/>
                  <a:gd name="connsiteY0" fmla="*/ 168921 h 168921"/>
                  <a:gd name="connsiteX1" fmla="*/ 0 w 701947"/>
                  <a:gd name="connsiteY1" fmla="*/ 41942 h 168921"/>
                  <a:gd name="connsiteX2" fmla="*/ 39697 w 701947"/>
                  <a:gd name="connsiteY2" fmla="*/ 2246 h 168921"/>
                  <a:gd name="connsiteX3" fmla="*/ 79393 w 701947"/>
                  <a:gd name="connsiteY3" fmla="*/ 41942 h 168921"/>
                  <a:gd name="connsiteX4" fmla="*/ 350968 w 701947"/>
                  <a:gd name="connsiteY4" fmla="*/ 89528 h 168921"/>
                  <a:gd name="connsiteX5" fmla="*/ 622542 w 701947"/>
                  <a:gd name="connsiteY5" fmla="*/ 38717 h 168921"/>
                  <a:gd name="connsiteX6" fmla="*/ 663231 w 701947"/>
                  <a:gd name="connsiteY6" fmla="*/ 13 h 168921"/>
                  <a:gd name="connsiteX7" fmla="*/ 701935 w 701947"/>
                  <a:gd name="connsiteY7" fmla="*/ 40702 h 168921"/>
                  <a:gd name="connsiteX8" fmla="*/ 350968 w 701947"/>
                  <a:gd name="connsiteY8" fmla="*/ 168921 h 16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947" h="168921">
                    <a:moveTo>
                      <a:pt x="350968" y="168921"/>
                    </a:moveTo>
                    <a:cubicBezTo>
                      <a:pt x="114773" y="168921"/>
                      <a:pt x="0" y="127389"/>
                      <a:pt x="0" y="41942"/>
                    </a:cubicBezTo>
                    <a:cubicBezTo>
                      <a:pt x="0" y="20018"/>
                      <a:pt x="17773" y="2246"/>
                      <a:pt x="39697" y="2246"/>
                    </a:cubicBezTo>
                    <a:cubicBezTo>
                      <a:pt x="61621" y="2246"/>
                      <a:pt x="79393" y="20018"/>
                      <a:pt x="79393" y="41942"/>
                    </a:cubicBezTo>
                    <a:cubicBezTo>
                      <a:pt x="79393" y="49336"/>
                      <a:pt x="129461" y="89528"/>
                      <a:pt x="350968" y="89528"/>
                    </a:cubicBezTo>
                    <a:cubicBezTo>
                      <a:pt x="531537" y="89528"/>
                      <a:pt x="611973" y="55240"/>
                      <a:pt x="622542" y="38717"/>
                    </a:cubicBezTo>
                    <a:cubicBezTo>
                      <a:pt x="623088" y="16793"/>
                      <a:pt x="641308" y="-536"/>
                      <a:pt x="663231" y="13"/>
                    </a:cubicBezTo>
                    <a:cubicBezTo>
                      <a:pt x="685153" y="561"/>
                      <a:pt x="702481" y="18778"/>
                      <a:pt x="701935" y="40702"/>
                    </a:cubicBezTo>
                    <a:cubicBezTo>
                      <a:pt x="701885" y="156417"/>
                      <a:pt x="456461" y="168921"/>
                      <a:pt x="350968" y="16892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628A855F-A89E-0848-B7C1-FEFDAD84CB3E}"/>
                  </a:ext>
                </a:extLst>
              </p:cNvPr>
              <p:cNvSpPr/>
              <p:nvPr/>
            </p:nvSpPr>
            <p:spPr>
              <a:xfrm>
                <a:off x="8131751" y="2987679"/>
                <a:ext cx="498276" cy="169151"/>
              </a:xfrm>
              <a:custGeom>
                <a:avLst/>
                <a:gdLst>
                  <a:gd name="connsiteX0" fmla="*/ 355699 w 498276"/>
                  <a:gd name="connsiteY0" fmla="*/ 169100 h 169151"/>
                  <a:gd name="connsiteX1" fmla="*/ 17 w 498276"/>
                  <a:gd name="connsiteY1" fmla="*/ 40880 h 169151"/>
                  <a:gd name="connsiteX2" fmla="*/ 38548 w 498276"/>
                  <a:gd name="connsiteY2" fmla="*/ 17 h 169151"/>
                  <a:gd name="connsiteX3" fmla="*/ 79411 w 498276"/>
                  <a:gd name="connsiteY3" fmla="*/ 38548 h 169151"/>
                  <a:gd name="connsiteX4" fmla="*/ 355749 w 498276"/>
                  <a:gd name="connsiteY4" fmla="*/ 89707 h 169151"/>
                  <a:gd name="connsiteX5" fmla="*/ 443925 w 498276"/>
                  <a:gd name="connsiteY5" fmla="*/ 84249 h 169151"/>
                  <a:gd name="connsiteX6" fmla="*/ 454196 w 498276"/>
                  <a:gd name="connsiteY6" fmla="*/ 83058 h 169151"/>
                  <a:gd name="connsiteX7" fmla="*/ 498031 w 498276"/>
                  <a:gd name="connsiteY7" fmla="*/ 118130 h 169151"/>
                  <a:gd name="connsiteX8" fmla="*/ 463475 w 498276"/>
                  <a:gd name="connsiteY8" fmla="*/ 161905 h 169151"/>
                  <a:gd name="connsiteX9" fmla="*/ 453551 w 498276"/>
                  <a:gd name="connsiteY9" fmla="*/ 163096 h 169151"/>
                  <a:gd name="connsiteX10" fmla="*/ 355699 w 498276"/>
                  <a:gd name="connsiteY10" fmla="*/ 169100 h 1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276" h="169151">
                    <a:moveTo>
                      <a:pt x="355699" y="169100"/>
                    </a:moveTo>
                    <a:cubicBezTo>
                      <a:pt x="248766" y="169100"/>
                      <a:pt x="17" y="156645"/>
                      <a:pt x="17" y="40880"/>
                    </a:cubicBezTo>
                    <a:cubicBezTo>
                      <a:pt x="-627" y="18956"/>
                      <a:pt x="16624" y="662"/>
                      <a:pt x="38548" y="17"/>
                    </a:cubicBezTo>
                    <a:cubicBezTo>
                      <a:pt x="60472" y="-627"/>
                      <a:pt x="78767" y="16624"/>
                      <a:pt x="79411" y="38548"/>
                    </a:cubicBezTo>
                    <a:cubicBezTo>
                      <a:pt x="90873" y="55270"/>
                      <a:pt x="173343" y="89707"/>
                      <a:pt x="355749" y="89707"/>
                    </a:cubicBezTo>
                    <a:cubicBezTo>
                      <a:pt x="385236" y="90114"/>
                      <a:pt x="414712" y="88288"/>
                      <a:pt x="443925" y="84249"/>
                    </a:cubicBezTo>
                    <a:lnTo>
                      <a:pt x="454196" y="83058"/>
                    </a:lnTo>
                    <a:cubicBezTo>
                      <a:pt x="475985" y="80636"/>
                      <a:pt x="495610" y="96341"/>
                      <a:pt x="498031" y="118130"/>
                    </a:cubicBezTo>
                    <a:cubicBezTo>
                      <a:pt x="500428" y="139720"/>
                      <a:pt x="485030" y="159225"/>
                      <a:pt x="463475" y="161905"/>
                    </a:cubicBezTo>
                    <a:lnTo>
                      <a:pt x="453551" y="163096"/>
                    </a:lnTo>
                    <a:cubicBezTo>
                      <a:pt x="421126" y="167502"/>
                      <a:pt x="388419" y="169507"/>
                      <a:pt x="355699" y="16910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F5124634-34A2-62F2-C893-3B46AF81F3AE}"/>
                  </a:ext>
                </a:extLst>
              </p:cNvPr>
              <p:cNvSpPr/>
              <p:nvPr/>
            </p:nvSpPr>
            <p:spPr>
              <a:xfrm>
                <a:off x="8131471" y="2632288"/>
                <a:ext cx="542613" cy="702155"/>
              </a:xfrm>
              <a:custGeom>
                <a:avLst/>
                <a:gdLst>
                  <a:gd name="connsiteX0" fmla="*/ 356823 w 542613"/>
                  <a:gd name="connsiteY0" fmla="*/ 702133 h 702155"/>
                  <a:gd name="connsiteX1" fmla="*/ 113334 w 542613"/>
                  <a:gd name="connsiteY1" fmla="*/ 674593 h 702155"/>
                  <a:gd name="connsiteX2" fmla="*/ 1241 w 542613"/>
                  <a:gd name="connsiteY2" fmla="*/ 573814 h 702155"/>
                  <a:gd name="connsiteX3" fmla="*/ 0 w 542613"/>
                  <a:gd name="connsiteY3" fmla="*/ 39697 h 702155"/>
                  <a:gd name="connsiteX4" fmla="*/ 39697 w 542613"/>
                  <a:gd name="connsiteY4" fmla="*/ 0 h 702155"/>
                  <a:gd name="connsiteX5" fmla="*/ 39697 w 542613"/>
                  <a:gd name="connsiteY5" fmla="*/ 0 h 702155"/>
                  <a:gd name="connsiteX6" fmla="*/ 79393 w 542613"/>
                  <a:gd name="connsiteY6" fmla="*/ 39697 h 702155"/>
                  <a:gd name="connsiteX7" fmla="*/ 80634 w 542613"/>
                  <a:gd name="connsiteY7" fmla="*/ 571630 h 702155"/>
                  <a:gd name="connsiteX8" fmla="*/ 356922 w 542613"/>
                  <a:gd name="connsiteY8" fmla="*/ 622740 h 702155"/>
                  <a:gd name="connsiteX9" fmla="*/ 497448 w 542613"/>
                  <a:gd name="connsiteY9" fmla="*/ 614254 h 702155"/>
                  <a:gd name="connsiteX10" fmla="*/ 542231 w 542613"/>
                  <a:gd name="connsiteY10" fmla="*/ 648121 h 702155"/>
                  <a:gd name="connsiteX11" fmla="*/ 508365 w 542613"/>
                  <a:gd name="connsiteY11" fmla="*/ 692903 h 702155"/>
                  <a:gd name="connsiteX12" fmla="*/ 356823 w 542613"/>
                  <a:gd name="connsiteY12" fmla="*/ 702133 h 702155"/>
                  <a:gd name="connsiteX13" fmla="*/ 80634 w 542613"/>
                  <a:gd name="connsiteY13" fmla="*/ 573814 h 702155"/>
                  <a:gd name="connsiteX14" fmla="*/ 80634 w 542613"/>
                  <a:gd name="connsiteY14" fmla="*/ 573814 h 70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42613" h="702155">
                    <a:moveTo>
                      <a:pt x="356823" y="702133"/>
                    </a:moveTo>
                    <a:cubicBezTo>
                      <a:pt x="258574" y="702133"/>
                      <a:pt x="174367" y="692606"/>
                      <a:pt x="113334" y="674593"/>
                    </a:cubicBezTo>
                    <a:cubicBezTo>
                      <a:pt x="20642" y="647203"/>
                      <a:pt x="1241" y="604727"/>
                      <a:pt x="1241" y="5738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80634" y="571630"/>
                    </a:lnTo>
                    <a:cubicBezTo>
                      <a:pt x="92344" y="588402"/>
                      <a:pt x="174913" y="622740"/>
                      <a:pt x="356922" y="622740"/>
                    </a:cubicBezTo>
                    <a:cubicBezTo>
                      <a:pt x="403901" y="623082"/>
                      <a:pt x="450849" y="620244"/>
                      <a:pt x="497448" y="614254"/>
                    </a:cubicBezTo>
                    <a:cubicBezTo>
                      <a:pt x="519167" y="611238"/>
                      <a:pt x="539214" y="626402"/>
                      <a:pt x="542231" y="648121"/>
                    </a:cubicBezTo>
                    <a:cubicBezTo>
                      <a:pt x="545248" y="669840"/>
                      <a:pt x="530084" y="689886"/>
                      <a:pt x="508365" y="692903"/>
                    </a:cubicBezTo>
                    <a:cubicBezTo>
                      <a:pt x="458114" y="699374"/>
                      <a:pt x="407487" y="702455"/>
                      <a:pt x="356823" y="702133"/>
                    </a:cubicBezTo>
                    <a:close/>
                    <a:moveTo>
                      <a:pt x="80634" y="573814"/>
                    </a:moveTo>
                    <a:lnTo>
                      <a:pt x="80634" y="573814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4577FF97-B930-DEE2-A171-0D9091418ED9}"/>
                  </a:ext>
                </a:extLst>
              </p:cNvPr>
              <p:cNvSpPr/>
              <p:nvPr/>
            </p:nvSpPr>
            <p:spPr>
              <a:xfrm>
                <a:off x="8754013" y="2632090"/>
                <a:ext cx="80484" cy="514467"/>
              </a:xfrm>
              <a:custGeom>
                <a:avLst/>
                <a:gdLst>
                  <a:gd name="connsiteX0" fmla="*/ 40788 w 80484"/>
                  <a:gd name="connsiteY0" fmla="*/ 514467 h 514467"/>
                  <a:gd name="connsiteX1" fmla="*/ 1092 w 80484"/>
                  <a:gd name="connsiteY1" fmla="*/ 474771 h 514467"/>
                  <a:gd name="connsiteX2" fmla="*/ 0 w 80484"/>
                  <a:gd name="connsiteY2" fmla="*/ 39697 h 514467"/>
                  <a:gd name="connsiteX3" fmla="*/ 39697 w 80484"/>
                  <a:gd name="connsiteY3" fmla="*/ 0 h 514467"/>
                  <a:gd name="connsiteX4" fmla="*/ 39697 w 80484"/>
                  <a:gd name="connsiteY4" fmla="*/ 0 h 514467"/>
                  <a:gd name="connsiteX5" fmla="*/ 79393 w 80484"/>
                  <a:gd name="connsiteY5" fmla="*/ 39697 h 514467"/>
                  <a:gd name="connsiteX6" fmla="*/ 80485 w 80484"/>
                  <a:gd name="connsiteY6" fmla="*/ 474771 h 514467"/>
                  <a:gd name="connsiteX7" fmla="*/ 40788 w 80484"/>
                  <a:gd name="connsiteY7" fmla="*/ 514467 h 51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484" h="514467">
                    <a:moveTo>
                      <a:pt x="40788" y="514467"/>
                    </a:moveTo>
                    <a:cubicBezTo>
                      <a:pt x="18866" y="514467"/>
                      <a:pt x="1092" y="496693"/>
                      <a:pt x="1092" y="474771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lnTo>
                      <a:pt x="39697" y="0"/>
                    </a:ln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80485" y="474771"/>
                    </a:lnTo>
                    <a:cubicBezTo>
                      <a:pt x="80485" y="496693"/>
                      <a:pt x="62711" y="514467"/>
                      <a:pt x="40788" y="51446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C580FDDD-BC1B-9FF0-A0C2-7A0126728F11}"/>
                  </a:ext>
                </a:extLst>
              </p:cNvPr>
              <p:cNvSpPr/>
              <p:nvPr/>
            </p:nvSpPr>
            <p:spPr>
              <a:xfrm>
                <a:off x="8131471" y="2543666"/>
                <a:ext cx="701935" cy="256439"/>
              </a:xfrm>
              <a:custGeom>
                <a:avLst/>
                <a:gdLst>
                  <a:gd name="connsiteX0" fmla="*/ 350968 w 701935"/>
                  <a:gd name="connsiteY0" fmla="*/ 256440 h 256439"/>
                  <a:gd name="connsiteX1" fmla="*/ 0 w 701935"/>
                  <a:gd name="connsiteY1" fmla="*/ 128220 h 256439"/>
                  <a:gd name="connsiteX2" fmla="*/ 350968 w 701935"/>
                  <a:gd name="connsiteY2" fmla="*/ 0 h 256439"/>
                  <a:gd name="connsiteX3" fmla="*/ 701935 w 701935"/>
                  <a:gd name="connsiteY3" fmla="*/ 128220 h 256439"/>
                  <a:gd name="connsiteX4" fmla="*/ 350968 w 701935"/>
                  <a:gd name="connsiteY4" fmla="*/ 256440 h 256439"/>
                  <a:gd name="connsiteX5" fmla="*/ 80882 w 701935"/>
                  <a:gd name="connsiteY5" fmla="*/ 128220 h 256439"/>
                  <a:gd name="connsiteX6" fmla="*/ 350968 w 701935"/>
                  <a:gd name="connsiteY6" fmla="*/ 177047 h 256439"/>
                  <a:gd name="connsiteX7" fmla="*/ 621053 w 701935"/>
                  <a:gd name="connsiteY7" fmla="*/ 128220 h 256439"/>
                  <a:gd name="connsiteX8" fmla="*/ 350968 w 701935"/>
                  <a:gd name="connsiteY8" fmla="*/ 79393 h 256439"/>
                  <a:gd name="connsiteX9" fmla="*/ 80882 w 701935"/>
                  <a:gd name="connsiteY9" fmla="*/ 128220 h 256439"/>
                  <a:gd name="connsiteX10" fmla="*/ 623038 w 701935"/>
                  <a:gd name="connsiteY10" fmla="*/ 130999 h 256439"/>
                  <a:gd name="connsiteX11" fmla="*/ 623038 w 701935"/>
                  <a:gd name="connsiteY11" fmla="*/ 130999 h 256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1935" h="256439">
                    <a:moveTo>
                      <a:pt x="350968" y="256440"/>
                    </a:moveTo>
                    <a:cubicBezTo>
                      <a:pt x="245424" y="256440"/>
                      <a:pt x="0" y="243985"/>
                      <a:pt x="0" y="128220"/>
                    </a:cubicBezTo>
                    <a:cubicBezTo>
                      <a:pt x="0" y="12455"/>
                      <a:pt x="245424" y="0"/>
                      <a:pt x="350968" y="0"/>
                    </a:cubicBezTo>
                    <a:cubicBezTo>
                      <a:pt x="456511" y="0"/>
                      <a:pt x="701935" y="12405"/>
                      <a:pt x="701935" y="128220"/>
                    </a:cubicBezTo>
                    <a:cubicBezTo>
                      <a:pt x="701935" y="244035"/>
                      <a:pt x="456461" y="256440"/>
                      <a:pt x="350968" y="256440"/>
                    </a:cubicBezTo>
                    <a:close/>
                    <a:moveTo>
                      <a:pt x="80882" y="128220"/>
                    </a:moveTo>
                    <a:cubicBezTo>
                      <a:pt x="96215" y="145339"/>
                      <a:pt x="177245" y="177047"/>
                      <a:pt x="350968" y="177047"/>
                    </a:cubicBezTo>
                    <a:cubicBezTo>
                      <a:pt x="524690" y="177047"/>
                      <a:pt x="605720" y="145339"/>
                      <a:pt x="621053" y="128220"/>
                    </a:cubicBezTo>
                    <a:cubicBezTo>
                      <a:pt x="605720" y="111101"/>
                      <a:pt x="524640" y="79393"/>
                      <a:pt x="350968" y="79393"/>
                    </a:cubicBezTo>
                    <a:cubicBezTo>
                      <a:pt x="177295" y="79393"/>
                      <a:pt x="96215" y="111101"/>
                      <a:pt x="80882" y="128220"/>
                    </a:cubicBezTo>
                    <a:close/>
                    <a:moveTo>
                      <a:pt x="623038" y="130999"/>
                    </a:moveTo>
                    <a:lnTo>
                      <a:pt x="623038" y="130999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2" name="Picture Placeholder 57">
              <a:extLst>
                <a:ext uri="{FF2B5EF4-FFF2-40B4-BE49-F238E27FC236}">
                  <a16:creationId xmlns:a16="http://schemas.microsoft.com/office/drawing/2014/main" id="{633146C4-7F95-8B96-9262-4AAF361C04A5}"/>
                </a:ext>
              </a:extLst>
            </p:cNvPr>
            <p:cNvGrpSpPr/>
            <p:nvPr/>
          </p:nvGrpSpPr>
          <p:grpSpPr>
            <a:xfrm>
              <a:off x="8521579" y="2982940"/>
              <a:ext cx="371140" cy="384428"/>
              <a:chOff x="8521579" y="2982940"/>
              <a:chExt cx="371140" cy="384428"/>
            </a:xfrm>
            <a:solidFill>
              <a:srgbClr val="EF463C"/>
            </a:solidFill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C02F75B6-A57A-5E9B-BBDC-454053C72399}"/>
                  </a:ext>
                </a:extLst>
              </p:cNvPr>
              <p:cNvSpPr/>
              <p:nvPr/>
            </p:nvSpPr>
            <p:spPr>
              <a:xfrm>
                <a:off x="8629000" y="2982940"/>
                <a:ext cx="97887" cy="145951"/>
              </a:xfrm>
              <a:custGeom>
                <a:avLst/>
                <a:gdLst>
                  <a:gd name="connsiteX0" fmla="*/ 58123 w 97887"/>
                  <a:gd name="connsiteY0" fmla="*/ 145952 h 145951"/>
                  <a:gd name="connsiteX1" fmla="*/ 19915 w 97887"/>
                  <a:gd name="connsiteY1" fmla="*/ 116874 h 145951"/>
                  <a:gd name="connsiteX2" fmla="*/ 1457 w 97887"/>
                  <a:gd name="connsiteY2" fmla="*/ 50333 h 145951"/>
                  <a:gd name="connsiteX3" fmla="*/ 29095 w 97887"/>
                  <a:gd name="connsiteY3" fmla="*/ 1456 h 145951"/>
                  <a:gd name="connsiteX4" fmla="*/ 77972 w 97887"/>
                  <a:gd name="connsiteY4" fmla="*/ 29095 h 145951"/>
                  <a:gd name="connsiteX5" fmla="*/ 96431 w 97887"/>
                  <a:gd name="connsiteY5" fmla="*/ 95637 h 145951"/>
                  <a:gd name="connsiteX6" fmla="*/ 68802 w 97887"/>
                  <a:gd name="connsiteY6" fmla="*/ 144503 h 145951"/>
                  <a:gd name="connsiteX7" fmla="*/ 58123 w 97887"/>
                  <a:gd name="connsiteY7" fmla="*/ 145952 h 14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887" h="145951">
                    <a:moveTo>
                      <a:pt x="58123" y="145952"/>
                    </a:moveTo>
                    <a:cubicBezTo>
                      <a:pt x="40305" y="145932"/>
                      <a:pt x="24684" y="134043"/>
                      <a:pt x="19915" y="116874"/>
                    </a:cubicBezTo>
                    <a:lnTo>
                      <a:pt x="1457" y="50333"/>
                    </a:lnTo>
                    <a:cubicBezTo>
                      <a:pt x="-4409" y="29204"/>
                      <a:pt x="7967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6431" y="95637"/>
                    </a:lnTo>
                    <a:cubicBezTo>
                      <a:pt x="102296" y="116760"/>
                      <a:pt x="89925" y="138643"/>
                      <a:pt x="68802" y="144503"/>
                    </a:cubicBezTo>
                    <a:cubicBezTo>
                      <a:pt x="65323" y="145471"/>
                      <a:pt x="61731" y="145957"/>
                      <a:pt x="58123" y="14595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07C845C0-3407-72D0-16DD-E3BB4D9A01D2}"/>
                  </a:ext>
                </a:extLst>
              </p:cNvPr>
              <p:cNvSpPr/>
              <p:nvPr/>
            </p:nvSpPr>
            <p:spPr>
              <a:xfrm>
                <a:off x="8713289" y="3000118"/>
                <a:ext cx="115411" cy="138698"/>
              </a:xfrm>
              <a:custGeom>
                <a:avLst/>
                <a:gdLst>
                  <a:gd name="connsiteX0" fmla="*/ 39682 w 115411"/>
                  <a:gd name="connsiteY0" fmla="*/ 138698 h 138698"/>
                  <a:gd name="connsiteX1" fmla="*/ 0 w 115411"/>
                  <a:gd name="connsiteY1" fmla="*/ 98987 h 138698"/>
                  <a:gd name="connsiteX2" fmla="*/ 5791 w 115411"/>
                  <a:gd name="connsiteY2" fmla="*/ 78359 h 138698"/>
                  <a:gd name="connsiteX3" fmla="*/ 41766 w 115411"/>
                  <a:gd name="connsiteY3" fmla="*/ 19112 h 138698"/>
                  <a:gd name="connsiteX4" fmla="*/ 96299 w 115411"/>
                  <a:gd name="connsiteY4" fmla="*/ 5764 h 138698"/>
                  <a:gd name="connsiteX5" fmla="*/ 109647 w 115411"/>
                  <a:gd name="connsiteY5" fmla="*/ 60297 h 138698"/>
                  <a:gd name="connsiteX6" fmla="*/ 73622 w 115411"/>
                  <a:gd name="connsiteY6" fmla="*/ 119842 h 138698"/>
                  <a:gd name="connsiteX7" fmla="*/ 39682 w 115411"/>
                  <a:gd name="connsiteY7" fmla="*/ 138698 h 138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411" h="138698">
                    <a:moveTo>
                      <a:pt x="39682" y="138698"/>
                    </a:moveTo>
                    <a:cubicBezTo>
                      <a:pt x="17759" y="138688"/>
                      <a:pt x="-10" y="120909"/>
                      <a:pt x="0" y="98987"/>
                    </a:cubicBezTo>
                    <a:cubicBezTo>
                      <a:pt x="5" y="91707"/>
                      <a:pt x="2010" y="84572"/>
                      <a:pt x="5791" y="78359"/>
                    </a:cubicBezTo>
                    <a:lnTo>
                      <a:pt x="41766" y="19112"/>
                    </a:lnTo>
                    <a:cubicBezTo>
                      <a:pt x="53139" y="368"/>
                      <a:pt x="77552" y="-5609"/>
                      <a:pt x="96299" y="5764"/>
                    </a:cubicBezTo>
                    <a:cubicBezTo>
                      <a:pt x="115046" y="17137"/>
                      <a:pt x="121020" y="41551"/>
                      <a:pt x="109647" y="60297"/>
                    </a:cubicBezTo>
                    <a:lnTo>
                      <a:pt x="73622" y="119842"/>
                    </a:lnTo>
                    <a:cubicBezTo>
                      <a:pt x="66363" y="131607"/>
                      <a:pt x="53506" y="138753"/>
                      <a:pt x="39682" y="13869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0B9E3B5E-BF30-4FD4-6596-9E2B2984CD79}"/>
                  </a:ext>
                </a:extLst>
              </p:cNvPr>
              <p:cNvSpPr/>
              <p:nvPr/>
            </p:nvSpPr>
            <p:spPr>
              <a:xfrm>
                <a:off x="8762706" y="3103309"/>
                <a:ext cx="130014" cy="89643"/>
              </a:xfrm>
              <a:custGeom>
                <a:avLst/>
                <a:gdLst>
                  <a:gd name="connsiteX0" fmla="*/ 39886 w 130014"/>
                  <a:gd name="connsiteY0" fmla="*/ 89643 h 89643"/>
                  <a:gd name="connsiteX1" fmla="*/ 0 w 130014"/>
                  <a:gd name="connsiteY1" fmla="*/ 50140 h 89643"/>
                  <a:gd name="connsiteX2" fmla="*/ 32046 w 130014"/>
                  <a:gd name="connsiteY2" fmla="*/ 10994 h 89643"/>
                  <a:gd name="connsiteX3" fmla="*/ 82808 w 130014"/>
                  <a:gd name="connsiteY3" fmla="*/ 723 h 89643"/>
                  <a:gd name="connsiteX4" fmla="*/ 129292 w 130014"/>
                  <a:gd name="connsiteY4" fmla="*/ 32202 h 89643"/>
                  <a:gd name="connsiteX5" fmla="*/ 98587 w 130014"/>
                  <a:gd name="connsiteY5" fmla="*/ 78528 h 89643"/>
                  <a:gd name="connsiteX6" fmla="*/ 47825 w 130014"/>
                  <a:gd name="connsiteY6" fmla="*/ 88799 h 89643"/>
                  <a:gd name="connsiteX7" fmla="*/ 39886 w 130014"/>
                  <a:gd name="connsiteY7" fmla="*/ 89643 h 89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014" h="89643">
                    <a:moveTo>
                      <a:pt x="39886" y="89643"/>
                    </a:moveTo>
                    <a:cubicBezTo>
                      <a:pt x="17963" y="89747"/>
                      <a:pt x="105" y="72062"/>
                      <a:pt x="0" y="50140"/>
                    </a:cubicBezTo>
                    <a:cubicBezTo>
                      <a:pt x="-94" y="31091"/>
                      <a:pt x="13353" y="14666"/>
                      <a:pt x="32046" y="10994"/>
                    </a:cubicBezTo>
                    <a:lnTo>
                      <a:pt x="82808" y="723"/>
                    </a:lnTo>
                    <a:cubicBezTo>
                      <a:pt x="104338" y="-3421"/>
                      <a:pt x="125149" y="10672"/>
                      <a:pt x="129292" y="32202"/>
                    </a:cubicBezTo>
                    <a:cubicBezTo>
                      <a:pt x="133376" y="53425"/>
                      <a:pt x="119730" y="74022"/>
                      <a:pt x="98587" y="78528"/>
                    </a:cubicBezTo>
                    <a:lnTo>
                      <a:pt x="47825" y="88799"/>
                    </a:lnTo>
                    <a:cubicBezTo>
                      <a:pt x="45215" y="89345"/>
                      <a:pt x="42555" y="89628"/>
                      <a:pt x="39886" y="896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BCF6CF50-B922-04A1-E063-12394525223F}"/>
                  </a:ext>
                </a:extLst>
              </p:cNvPr>
              <p:cNvSpPr/>
              <p:nvPr/>
            </p:nvSpPr>
            <p:spPr>
              <a:xfrm>
                <a:off x="8748084" y="3183054"/>
                <a:ext cx="132208" cy="111273"/>
              </a:xfrm>
              <a:custGeom>
                <a:avLst/>
                <a:gdLst>
                  <a:gd name="connsiteX0" fmla="*/ 92418 w 132208"/>
                  <a:gd name="connsiteY0" fmla="*/ 111274 h 111273"/>
                  <a:gd name="connsiteX1" fmla="*/ 71924 w 132208"/>
                  <a:gd name="connsiteY1" fmla="*/ 105567 h 111273"/>
                  <a:gd name="connsiteX2" fmla="*/ 19178 w 132208"/>
                  <a:gd name="connsiteY2" fmla="*/ 73711 h 111273"/>
                  <a:gd name="connsiteX3" fmla="*/ 5730 w 132208"/>
                  <a:gd name="connsiteY3" fmla="*/ 19178 h 111273"/>
                  <a:gd name="connsiteX4" fmla="*/ 60264 w 132208"/>
                  <a:gd name="connsiteY4" fmla="*/ 5730 h 111273"/>
                  <a:gd name="connsiteX5" fmla="*/ 113010 w 132208"/>
                  <a:gd name="connsiteY5" fmla="*/ 37587 h 111273"/>
                  <a:gd name="connsiteX6" fmla="*/ 126497 w 132208"/>
                  <a:gd name="connsiteY6" fmla="*/ 92080 h 111273"/>
                  <a:gd name="connsiteX7" fmla="*/ 92418 w 132208"/>
                  <a:gd name="connsiteY7" fmla="*/ 111274 h 11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08" h="111273">
                    <a:moveTo>
                      <a:pt x="92418" y="111274"/>
                    </a:moveTo>
                    <a:cubicBezTo>
                      <a:pt x="85193" y="111274"/>
                      <a:pt x="78107" y="109299"/>
                      <a:pt x="71924" y="105567"/>
                    </a:cubicBezTo>
                    <a:lnTo>
                      <a:pt x="19178" y="73711"/>
                    </a:lnTo>
                    <a:cubicBezTo>
                      <a:pt x="406" y="62367"/>
                      <a:pt x="-5613" y="37949"/>
                      <a:pt x="5730" y="19178"/>
                    </a:cubicBezTo>
                    <a:cubicBezTo>
                      <a:pt x="17074" y="406"/>
                      <a:pt x="41492" y="-5613"/>
                      <a:pt x="60264" y="5730"/>
                    </a:cubicBezTo>
                    <a:lnTo>
                      <a:pt x="113010" y="37587"/>
                    </a:lnTo>
                    <a:cubicBezTo>
                      <a:pt x="131782" y="48910"/>
                      <a:pt x="137821" y="73309"/>
                      <a:pt x="126497" y="92080"/>
                    </a:cubicBezTo>
                    <a:cubicBezTo>
                      <a:pt x="119292" y="104019"/>
                      <a:pt x="106356" y="111303"/>
                      <a:pt x="92418" y="11127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E725A299-C04C-9B7B-F068-EB0B86FF7F46}"/>
                  </a:ext>
                </a:extLst>
              </p:cNvPr>
              <p:cNvSpPr/>
              <p:nvPr/>
            </p:nvSpPr>
            <p:spPr>
              <a:xfrm>
                <a:off x="8685557" y="3237756"/>
                <a:ext cx="91611" cy="129612"/>
              </a:xfrm>
              <a:custGeom>
                <a:avLst/>
                <a:gdLst>
                  <a:gd name="connsiteX0" fmla="*/ 51832 w 91611"/>
                  <a:gd name="connsiteY0" fmla="*/ 129613 h 129612"/>
                  <a:gd name="connsiteX1" fmla="*/ 13277 w 91611"/>
                  <a:gd name="connsiteY1" fmla="*/ 99245 h 129612"/>
                  <a:gd name="connsiteX2" fmla="*/ 1269 w 91611"/>
                  <a:gd name="connsiteY2" fmla="*/ 49624 h 129612"/>
                  <a:gd name="connsiteX3" fmla="*/ 29786 w 91611"/>
                  <a:gd name="connsiteY3" fmla="*/ 1269 h 129612"/>
                  <a:gd name="connsiteX4" fmla="*/ 78141 w 91611"/>
                  <a:gd name="connsiteY4" fmla="*/ 29786 h 129612"/>
                  <a:gd name="connsiteX5" fmla="*/ 78429 w 91611"/>
                  <a:gd name="connsiteY5" fmla="*/ 30967 h 129612"/>
                  <a:gd name="connsiteX6" fmla="*/ 90487 w 91611"/>
                  <a:gd name="connsiteY6" fmla="*/ 80588 h 129612"/>
                  <a:gd name="connsiteX7" fmla="*/ 61250 w 91611"/>
                  <a:gd name="connsiteY7" fmla="*/ 128511 h 129612"/>
                  <a:gd name="connsiteX8" fmla="*/ 61211 w 91611"/>
                  <a:gd name="connsiteY8" fmla="*/ 128521 h 129612"/>
                  <a:gd name="connsiteX9" fmla="*/ 51832 w 91611"/>
                  <a:gd name="connsiteY9" fmla="*/ 129613 h 12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1611" h="129612">
                    <a:moveTo>
                      <a:pt x="51832" y="129613"/>
                    </a:moveTo>
                    <a:cubicBezTo>
                      <a:pt x="33512" y="129598"/>
                      <a:pt x="17584" y="117049"/>
                      <a:pt x="13277" y="99245"/>
                    </a:cubicBezTo>
                    <a:lnTo>
                      <a:pt x="1269" y="49624"/>
                    </a:lnTo>
                    <a:cubicBezTo>
                      <a:pt x="-4209" y="28397"/>
                      <a:pt x="8558" y="6747"/>
                      <a:pt x="29786" y="1269"/>
                    </a:cubicBezTo>
                    <a:cubicBezTo>
                      <a:pt x="51014" y="-4209"/>
                      <a:pt x="72663" y="8558"/>
                      <a:pt x="78141" y="29786"/>
                    </a:cubicBezTo>
                    <a:cubicBezTo>
                      <a:pt x="78246" y="30178"/>
                      <a:pt x="78340" y="30570"/>
                      <a:pt x="78429" y="30967"/>
                    </a:cubicBezTo>
                    <a:lnTo>
                      <a:pt x="90487" y="80588"/>
                    </a:lnTo>
                    <a:cubicBezTo>
                      <a:pt x="95648" y="101895"/>
                      <a:pt x="82558" y="123351"/>
                      <a:pt x="61250" y="128511"/>
                    </a:cubicBezTo>
                    <a:cubicBezTo>
                      <a:pt x="61236" y="128516"/>
                      <a:pt x="61226" y="128516"/>
                      <a:pt x="61211" y="128521"/>
                    </a:cubicBezTo>
                    <a:cubicBezTo>
                      <a:pt x="58139" y="129251"/>
                      <a:pt x="54988" y="129618"/>
                      <a:pt x="51832" y="12961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A3842E8A-41C5-8CC0-2351-3D44CAE1D672}"/>
                  </a:ext>
                </a:extLst>
              </p:cNvPr>
              <p:cNvSpPr/>
              <p:nvPr/>
            </p:nvSpPr>
            <p:spPr>
              <a:xfrm>
                <a:off x="8586135" y="3219646"/>
                <a:ext cx="109117" cy="130356"/>
              </a:xfrm>
              <a:custGeom>
                <a:avLst/>
                <a:gdLst>
                  <a:gd name="connsiteX0" fmla="*/ 39558 w 109117"/>
                  <a:gd name="connsiteY0" fmla="*/ 130356 h 130356"/>
                  <a:gd name="connsiteX1" fmla="*/ 0 w 109117"/>
                  <a:gd name="connsiteY1" fmla="*/ 90521 h 130356"/>
                  <a:gd name="connsiteX2" fmla="*/ 5320 w 109117"/>
                  <a:gd name="connsiteY2" fmla="*/ 70812 h 130356"/>
                  <a:gd name="connsiteX3" fmla="*/ 35390 w 109117"/>
                  <a:gd name="connsiteY3" fmla="*/ 19256 h 130356"/>
                  <a:gd name="connsiteX4" fmla="*/ 89863 w 109117"/>
                  <a:gd name="connsiteY4" fmla="*/ 5674 h 130356"/>
                  <a:gd name="connsiteX5" fmla="*/ 103966 w 109117"/>
                  <a:gd name="connsiteY5" fmla="*/ 59250 h 130356"/>
                  <a:gd name="connsiteX6" fmla="*/ 73895 w 109117"/>
                  <a:gd name="connsiteY6" fmla="*/ 110806 h 130356"/>
                  <a:gd name="connsiteX7" fmla="*/ 39558 w 109117"/>
                  <a:gd name="connsiteY7" fmla="*/ 130356 h 13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117" h="130356">
                    <a:moveTo>
                      <a:pt x="39558" y="130356"/>
                    </a:moveTo>
                    <a:cubicBezTo>
                      <a:pt x="17635" y="130277"/>
                      <a:pt x="-74" y="112443"/>
                      <a:pt x="0" y="90521"/>
                    </a:cubicBezTo>
                    <a:cubicBezTo>
                      <a:pt x="25" y="83599"/>
                      <a:pt x="1861" y="76806"/>
                      <a:pt x="5320" y="70812"/>
                    </a:cubicBezTo>
                    <a:lnTo>
                      <a:pt x="35390" y="19256"/>
                    </a:lnTo>
                    <a:cubicBezTo>
                      <a:pt x="46683" y="464"/>
                      <a:pt x="71072" y="-5614"/>
                      <a:pt x="89863" y="5674"/>
                    </a:cubicBezTo>
                    <a:cubicBezTo>
                      <a:pt x="108307" y="16760"/>
                      <a:pt x="114560" y="40523"/>
                      <a:pt x="103966" y="59250"/>
                    </a:cubicBezTo>
                    <a:lnTo>
                      <a:pt x="73895" y="110806"/>
                    </a:lnTo>
                    <a:cubicBezTo>
                      <a:pt x="66735" y="122963"/>
                      <a:pt x="53665" y="130406"/>
                      <a:pt x="39558" y="13035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9AE99053-AFD7-C9A6-407A-32A0A1CCA9B9}"/>
                  </a:ext>
                </a:extLst>
              </p:cNvPr>
              <p:cNvSpPr/>
              <p:nvPr/>
            </p:nvSpPr>
            <p:spPr>
              <a:xfrm>
                <a:off x="8521579" y="3156667"/>
                <a:ext cx="135686" cy="94689"/>
              </a:xfrm>
              <a:custGeom>
                <a:avLst/>
                <a:gdLst>
                  <a:gd name="connsiteX0" fmla="*/ 39707 w 135686"/>
                  <a:gd name="connsiteY0" fmla="*/ 94689 h 94689"/>
                  <a:gd name="connsiteX1" fmla="*/ 0 w 135686"/>
                  <a:gd name="connsiteY1" fmla="*/ 55003 h 94689"/>
                  <a:gd name="connsiteX2" fmla="*/ 29286 w 135686"/>
                  <a:gd name="connsiteY2" fmla="*/ 16686 h 94689"/>
                  <a:gd name="connsiteX3" fmla="*/ 85556 w 135686"/>
                  <a:gd name="connsiteY3" fmla="*/ 1402 h 94689"/>
                  <a:gd name="connsiteX4" fmla="*/ 134284 w 135686"/>
                  <a:gd name="connsiteY4" fmla="*/ 29289 h 94689"/>
                  <a:gd name="connsiteX5" fmla="*/ 106397 w 135686"/>
                  <a:gd name="connsiteY5" fmla="*/ 78017 h 94689"/>
                  <a:gd name="connsiteX6" fmla="*/ 50127 w 135686"/>
                  <a:gd name="connsiteY6" fmla="*/ 93300 h 94689"/>
                  <a:gd name="connsiteX7" fmla="*/ 39707 w 135686"/>
                  <a:gd name="connsiteY7" fmla="*/ 94689 h 94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686" h="94689">
                    <a:moveTo>
                      <a:pt x="39707" y="94689"/>
                    </a:moveTo>
                    <a:cubicBezTo>
                      <a:pt x="17783" y="94694"/>
                      <a:pt x="5" y="76925"/>
                      <a:pt x="0" y="55003"/>
                    </a:cubicBezTo>
                    <a:cubicBezTo>
                      <a:pt x="-4" y="37085"/>
                      <a:pt x="11995" y="21385"/>
                      <a:pt x="29286" y="16686"/>
                    </a:cubicBezTo>
                    <a:lnTo>
                      <a:pt x="85556" y="1402"/>
                    </a:lnTo>
                    <a:cubicBezTo>
                      <a:pt x="106714" y="-4354"/>
                      <a:pt x="128528" y="8131"/>
                      <a:pt x="134284" y="29289"/>
                    </a:cubicBezTo>
                    <a:cubicBezTo>
                      <a:pt x="140040" y="50447"/>
                      <a:pt x="127555" y="72261"/>
                      <a:pt x="106397" y="78017"/>
                    </a:cubicBezTo>
                    <a:lnTo>
                      <a:pt x="50127" y="93300"/>
                    </a:lnTo>
                    <a:cubicBezTo>
                      <a:pt x="46730" y="94223"/>
                      <a:pt x="43226" y="94689"/>
                      <a:pt x="39707" y="94689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4A251A6-E34C-6F37-4608-87840EB122E5}"/>
                  </a:ext>
                </a:extLst>
              </p:cNvPr>
              <p:cNvSpPr/>
              <p:nvPr/>
            </p:nvSpPr>
            <p:spPr>
              <a:xfrm>
                <a:off x="8534962" y="3051989"/>
                <a:ext cx="132855" cy="114416"/>
              </a:xfrm>
              <a:custGeom>
                <a:avLst/>
                <a:gdLst>
                  <a:gd name="connsiteX0" fmla="*/ 93163 w 132855"/>
                  <a:gd name="connsiteY0" fmla="*/ 114417 h 114416"/>
                  <a:gd name="connsiteX1" fmla="*/ 71528 w 132855"/>
                  <a:gd name="connsiteY1" fmla="*/ 107966 h 114416"/>
                  <a:gd name="connsiteX2" fmla="*/ 17541 w 132855"/>
                  <a:gd name="connsiteY2" fmla="*/ 72636 h 114416"/>
                  <a:gd name="connsiteX3" fmla="*/ 6765 w 132855"/>
                  <a:gd name="connsiteY3" fmla="*/ 17542 h 114416"/>
                  <a:gd name="connsiteX4" fmla="*/ 60909 w 132855"/>
                  <a:gd name="connsiteY4" fmla="*/ 6145 h 114416"/>
                  <a:gd name="connsiteX5" fmla="*/ 114847 w 132855"/>
                  <a:gd name="connsiteY5" fmla="*/ 41326 h 114416"/>
                  <a:gd name="connsiteX6" fmla="*/ 126399 w 132855"/>
                  <a:gd name="connsiteY6" fmla="*/ 96261 h 114416"/>
                  <a:gd name="connsiteX7" fmla="*/ 93163 w 132855"/>
                  <a:gd name="connsiteY7" fmla="*/ 114268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855" h="114416">
                    <a:moveTo>
                      <a:pt x="93163" y="114417"/>
                    </a:moveTo>
                    <a:cubicBezTo>
                      <a:pt x="85476" y="114407"/>
                      <a:pt x="77964" y="112164"/>
                      <a:pt x="71528" y="107966"/>
                    </a:cubicBezTo>
                    <a:lnTo>
                      <a:pt x="17541" y="72636"/>
                    </a:lnTo>
                    <a:cubicBezTo>
                      <a:pt x="-649" y="60400"/>
                      <a:pt x="-5473" y="35728"/>
                      <a:pt x="6765" y="17542"/>
                    </a:cubicBezTo>
                    <a:cubicBezTo>
                      <a:pt x="18757" y="-281"/>
                      <a:pt x="42753" y="-5333"/>
                      <a:pt x="60909" y="6145"/>
                    </a:cubicBezTo>
                    <a:lnTo>
                      <a:pt x="114847" y="41326"/>
                    </a:lnTo>
                    <a:cubicBezTo>
                      <a:pt x="133207" y="53304"/>
                      <a:pt x="138382" y="77901"/>
                      <a:pt x="126399" y="96261"/>
                    </a:cubicBezTo>
                    <a:cubicBezTo>
                      <a:pt x="119075" y="107495"/>
                      <a:pt x="106570" y="114263"/>
                      <a:pt x="93163" y="114268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455205F-B73E-63B3-420E-2F0496564B2D}"/>
                  </a:ext>
                </a:extLst>
              </p:cNvPr>
              <p:cNvSpPr/>
              <p:nvPr/>
            </p:nvSpPr>
            <p:spPr>
              <a:xfrm>
                <a:off x="8577119" y="3047067"/>
                <a:ext cx="261775" cy="261799"/>
              </a:xfrm>
              <a:custGeom>
                <a:avLst/>
                <a:gdLst>
                  <a:gd name="connsiteX0" fmla="*/ 130647 w 261775"/>
                  <a:gd name="connsiteY0" fmla="*/ 261799 h 261799"/>
                  <a:gd name="connsiteX1" fmla="*/ 0 w 261775"/>
                  <a:gd name="connsiteY1" fmla="*/ 130647 h 261799"/>
                  <a:gd name="connsiteX2" fmla="*/ 131153 w 261775"/>
                  <a:gd name="connsiteY2" fmla="*/ 0 h 261799"/>
                  <a:gd name="connsiteX3" fmla="*/ 258321 w 261775"/>
                  <a:gd name="connsiteY3" fmla="*/ 100929 h 261799"/>
                  <a:gd name="connsiteX4" fmla="*/ 258321 w 261775"/>
                  <a:gd name="connsiteY4" fmla="*/ 100929 h 261799"/>
                  <a:gd name="connsiteX5" fmla="*/ 160419 w 261775"/>
                  <a:gd name="connsiteY5" fmla="*/ 258375 h 261799"/>
                  <a:gd name="connsiteX6" fmla="*/ 130647 w 261775"/>
                  <a:gd name="connsiteY6" fmla="*/ 261799 h 261799"/>
                  <a:gd name="connsiteX7" fmla="*/ 130994 w 261775"/>
                  <a:gd name="connsiteY7" fmla="*/ 79344 h 261799"/>
                  <a:gd name="connsiteX8" fmla="*/ 119135 w 261775"/>
                  <a:gd name="connsiteY8" fmla="*/ 80733 h 261799"/>
                  <a:gd name="connsiteX9" fmla="*/ 80426 w 261775"/>
                  <a:gd name="connsiteY9" fmla="*/ 142436 h 261799"/>
                  <a:gd name="connsiteX10" fmla="*/ 142129 w 261775"/>
                  <a:gd name="connsiteY10" fmla="*/ 181146 h 261799"/>
                  <a:gd name="connsiteX11" fmla="*/ 180838 w 261775"/>
                  <a:gd name="connsiteY11" fmla="*/ 119442 h 261799"/>
                  <a:gd name="connsiteX12" fmla="*/ 180813 w 261775"/>
                  <a:gd name="connsiteY12" fmla="*/ 119338 h 261799"/>
                  <a:gd name="connsiteX13" fmla="*/ 180813 w 261775"/>
                  <a:gd name="connsiteY13" fmla="*/ 119338 h 261799"/>
                  <a:gd name="connsiteX14" fmla="*/ 130796 w 261775"/>
                  <a:gd name="connsiteY14" fmla="*/ 79641 h 26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1775" h="261799">
                    <a:moveTo>
                      <a:pt x="130647" y="261799"/>
                    </a:moveTo>
                    <a:cubicBezTo>
                      <a:pt x="58354" y="261660"/>
                      <a:pt x="-139" y="202944"/>
                      <a:pt x="0" y="130647"/>
                    </a:cubicBezTo>
                    <a:cubicBezTo>
                      <a:pt x="139" y="58354"/>
                      <a:pt x="58855" y="-139"/>
                      <a:pt x="131153" y="0"/>
                    </a:cubicBezTo>
                    <a:cubicBezTo>
                      <a:pt x="191804" y="119"/>
                      <a:pt x="244432" y="41885"/>
                      <a:pt x="258321" y="100929"/>
                    </a:cubicBezTo>
                    <a:lnTo>
                      <a:pt x="258321" y="100929"/>
                    </a:lnTo>
                    <a:cubicBezTo>
                      <a:pt x="274765" y="171440"/>
                      <a:pt x="230930" y="241931"/>
                      <a:pt x="160419" y="258375"/>
                    </a:cubicBezTo>
                    <a:cubicBezTo>
                      <a:pt x="150659" y="260648"/>
                      <a:pt x="140670" y="261799"/>
                      <a:pt x="130647" y="261799"/>
                    </a:cubicBezTo>
                    <a:close/>
                    <a:moveTo>
                      <a:pt x="130994" y="79344"/>
                    </a:moveTo>
                    <a:cubicBezTo>
                      <a:pt x="127000" y="79364"/>
                      <a:pt x="123025" y="79830"/>
                      <a:pt x="119135" y="80733"/>
                    </a:cubicBezTo>
                    <a:cubicBezTo>
                      <a:pt x="91407" y="87085"/>
                      <a:pt x="74074" y="114708"/>
                      <a:pt x="80426" y="142436"/>
                    </a:cubicBezTo>
                    <a:cubicBezTo>
                      <a:pt x="86772" y="170164"/>
                      <a:pt x="114396" y="187497"/>
                      <a:pt x="142129" y="181146"/>
                    </a:cubicBezTo>
                    <a:cubicBezTo>
                      <a:pt x="169857" y="174799"/>
                      <a:pt x="187185" y="147170"/>
                      <a:pt x="180838" y="119442"/>
                    </a:cubicBezTo>
                    <a:cubicBezTo>
                      <a:pt x="180828" y="119408"/>
                      <a:pt x="180823" y="119373"/>
                      <a:pt x="180813" y="119338"/>
                    </a:cubicBezTo>
                    <a:lnTo>
                      <a:pt x="180813" y="119338"/>
                    </a:lnTo>
                    <a:cubicBezTo>
                      <a:pt x="175360" y="96111"/>
                      <a:pt x="154653" y="79676"/>
                      <a:pt x="130796" y="7964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F971F375-7929-15B7-DCD8-0A1E32A491A3}"/>
              </a:ext>
            </a:extLst>
          </p:cNvPr>
          <p:cNvGrpSpPr/>
          <p:nvPr/>
        </p:nvGrpSpPr>
        <p:grpSpPr>
          <a:xfrm>
            <a:off x="9426450" y="2537116"/>
            <a:ext cx="806734" cy="838589"/>
            <a:chOff x="9426450" y="2537116"/>
            <a:chExt cx="806734" cy="838589"/>
          </a:xfrm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7AF02CB7-0A10-4327-5998-5AB55276AE93}"/>
                </a:ext>
              </a:extLst>
            </p:cNvPr>
            <p:cNvSpPr/>
            <p:nvPr/>
          </p:nvSpPr>
          <p:spPr>
            <a:xfrm>
              <a:off x="9426450" y="2537116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4"/>
                    <a:pt x="0" y="228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900"/>
                  </a:lnTo>
                  <a:cubicBezTo>
                    <a:pt x="806734" y="250824"/>
                    <a:pt x="788960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4BCA174B-24B0-8000-BA32-E17CA2171B83}"/>
                </a:ext>
              </a:extLst>
            </p:cNvPr>
            <p:cNvSpPr/>
            <p:nvPr/>
          </p:nvSpPr>
          <p:spPr>
            <a:xfrm>
              <a:off x="9523508" y="2631693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C5106573-8CEF-C626-B3F2-56ADB906A594}"/>
                </a:ext>
              </a:extLst>
            </p:cNvPr>
            <p:cNvSpPr/>
            <p:nvPr/>
          </p:nvSpPr>
          <p:spPr>
            <a:xfrm>
              <a:off x="9735885" y="2631693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7C17E11-410F-E14C-655E-E7CCBEDB2F5C}"/>
                </a:ext>
              </a:extLst>
            </p:cNvPr>
            <p:cNvSpPr/>
            <p:nvPr/>
          </p:nvSpPr>
          <p:spPr>
            <a:xfrm>
              <a:off x="9426450" y="2822137"/>
              <a:ext cx="806734" cy="268547"/>
            </a:xfrm>
            <a:custGeom>
              <a:avLst/>
              <a:gdLst>
                <a:gd name="connsiteX0" fmla="*/ 767037 w 806734"/>
                <a:gd name="connsiteY0" fmla="*/ 268547 h 268547"/>
                <a:gd name="connsiteX1" fmla="*/ 39697 w 806734"/>
                <a:gd name="connsiteY1" fmla="*/ 268547 h 268547"/>
                <a:gd name="connsiteX2" fmla="*/ 0 w 806734"/>
                <a:gd name="connsiteY2" fmla="*/ 228851 h 268547"/>
                <a:gd name="connsiteX3" fmla="*/ 0 w 806734"/>
                <a:gd name="connsiteY3" fmla="*/ 39697 h 268547"/>
                <a:gd name="connsiteX4" fmla="*/ 39697 w 806734"/>
                <a:gd name="connsiteY4" fmla="*/ 0 h 268547"/>
                <a:gd name="connsiteX5" fmla="*/ 767037 w 806734"/>
                <a:gd name="connsiteY5" fmla="*/ 0 h 268547"/>
                <a:gd name="connsiteX6" fmla="*/ 806734 w 806734"/>
                <a:gd name="connsiteY6" fmla="*/ 39697 h 268547"/>
                <a:gd name="connsiteX7" fmla="*/ 806734 w 806734"/>
                <a:gd name="connsiteY7" fmla="*/ 228851 h 268547"/>
                <a:gd name="connsiteX8" fmla="*/ 767037 w 806734"/>
                <a:gd name="connsiteY8" fmla="*/ 268547 h 268547"/>
                <a:gd name="connsiteX9" fmla="*/ 79393 w 806734"/>
                <a:gd name="connsiteY9" fmla="*/ 189154 h 268547"/>
                <a:gd name="connsiteX10" fmla="*/ 727341 w 806734"/>
                <a:gd name="connsiteY10" fmla="*/ 189154 h 268547"/>
                <a:gd name="connsiteX11" fmla="*/ 727341 w 806734"/>
                <a:gd name="connsiteY11" fmla="*/ 79393 h 268547"/>
                <a:gd name="connsiteX12" fmla="*/ 79393 w 806734"/>
                <a:gd name="connsiteY12" fmla="*/ 79393 h 2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47">
                  <a:moveTo>
                    <a:pt x="767037" y="268547"/>
                  </a:moveTo>
                  <a:lnTo>
                    <a:pt x="39697" y="268547"/>
                  </a:lnTo>
                  <a:cubicBezTo>
                    <a:pt x="17773" y="268547"/>
                    <a:pt x="0" y="250773"/>
                    <a:pt x="0" y="2288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851"/>
                  </a:lnTo>
                  <a:cubicBezTo>
                    <a:pt x="806734" y="250773"/>
                    <a:pt x="788960" y="268547"/>
                    <a:pt x="767037" y="268547"/>
                  </a:cubicBezTo>
                  <a:close/>
                  <a:moveTo>
                    <a:pt x="79393" y="189154"/>
                  </a:moveTo>
                  <a:lnTo>
                    <a:pt x="727341" y="18915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682EB9E8-73AC-24FC-7610-8DB8B3407254}"/>
                </a:ext>
              </a:extLst>
            </p:cNvPr>
            <p:cNvSpPr/>
            <p:nvPr/>
          </p:nvSpPr>
          <p:spPr>
            <a:xfrm>
              <a:off x="9523508" y="2916714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37AE676C-BAAD-796A-7184-44FECCBB834B}"/>
                </a:ext>
              </a:extLst>
            </p:cNvPr>
            <p:cNvSpPr/>
            <p:nvPr/>
          </p:nvSpPr>
          <p:spPr>
            <a:xfrm>
              <a:off x="9735885" y="2916714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BCE4A02A-E434-D5E6-F0CB-20EA8F36B1B3}"/>
                </a:ext>
              </a:extLst>
            </p:cNvPr>
            <p:cNvSpPr/>
            <p:nvPr/>
          </p:nvSpPr>
          <p:spPr>
            <a:xfrm>
              <a:off x="9426450" y="3107109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3"/>
                    <a:pt x="0" y="228900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4"/>
                    <a:pt x="806734" y="39697"/>
                  </a:cubicBezTo>
                  <a:lnTo>
                    <a:pt x="806734" y="228900"/>
                  </a:lnTo>
                  <a:cubicBezTo>
                    <a:pt x="806734" y="250823"/>
                    <a:pt x="788960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40E71B77-69B5-1942-82DF-3D0BA4CF65DF}"/>
                </a:ext>
              </a:extLst>
            </p:cNvPr>
            <p:cNvSpPr/>
            <p:nvPr/>
          </p:nvSpPr>
          <p:spPr>
            <a:xfrm>
              <a:off x="9523508" y="3201735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4"/>
                    <a:pt x="202254" y="39697"/>
                  </a:cubicBezTo>
                  <a:cubicBezTo>
                    <a:pt x="202254" y="61619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2ED33FD3-5FF7-1E27-2FC2-C41A28B70783}"/>
                </a:ext>
              </a:extLst>
            </p:cNvPr>
            <p:cNvSpPr/>
            <p:nvPr/>
          </p:nvSpPr>
          <p:spPr>
            <a:xfrm>
              <a:off x="9735885" y="3201735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A4C34458-8539-546E-96EE-FAE22DD7ABE0}"/>
              </a:ext>
            </a:extLst>
          </p:cNvPr>
          <p:cNvGrpSpPr/>
          <p:nvPr/>
        </p:nvGrpSpPr>
        <p:grpSpPr>
          <a:xfrm>
            <a:off x="1503391" y="3674657"/>
            <a:ext cx="842841" cy="792450"/>
            <a:chOff x="1503391" y="3674657"/>
            <a:chExt cx="842841" cy="792450"/>
          </a:xfrm>
        </p:grpSpPr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E5689FF7-B5FF-FDE8-09DE-4B815BDEE1E1}"/>
                </a:ext>
              </a:extLst>
            </p:cNvPr>
            <p:cNvSpPr/>
            <p:nvPr/>
          </p:nvSpPr>
          <p:spPr>
            <a:xfrm>
              <a:off x="1879814" y="3674657"/>
              <a:ext cx="238973" cy="238973"/>
            </a:xfrm>
            <a:custGeom>
              <a:avLst/>
              <a:gdLst>
                <a:gd name="connsiteX0" fmla="*/ 119536 w 238973"/>
                <a:gd name="connsiteY0" fmla="*/ 238973 h 238973"/>
                <a:gd name="connsiteX1" fmla="*/ 0 w 238973"/>
                <a:gd name="connsiteY1" fmla="*/ 119536 h 238973"/>
                <a:gd name="connsiteX2" fmla="*/ 119437 w 238973"/>
                <a:gd name="connsiteY2" fmla="*/ 0 h 238973"/>
                <a:gd name="connsiteX3" fmla="*/ 238973 w 238973"/>
                <a:gd name="connsiteY3" fmla="*/ 119437 h 238973"/>
                <a:gd name="connsiteX4" fmla="*/ 238973 w 238973"/>
                <a:gd name="connsiteY4" fmla="*/ 119487 h 238973"/>
                <a:gd name="connsiteX5" fmla="*/ 119536 w 238973"/>
                <a:gd name="connsiteY5" fmla="*/ 238973 h 238973"/>
                <a:gd name="connsiteX6" fmla="*/ 119536 w 238973"/>
                <a:gd name="connsiteY6" fmla="*/ 79443 h 238973"/>
                <a:gd name="connsiteX7" fmla="*/ 79393 w 238973"/>
                <a:gd name="connsiteY7" fmla="*/ 119487 h 238973"/>
                <a:gd name="connsiteX8" fmla="*/ 119437 w 238973"/>
                <a:gd name="connsiteY8" fmla="*/ 159630 h 238973"/>
                <a:gd name="connsiteX9" fmla="*/ 159580 w 238973"/>
                <a:gd name="connsiteY9" fmla="*/ 119586 h 238973"/>
                <a:gd name="connsiteX10" fmla="*/ 159580 w 238973"/>
                <a:gd name="connsiteY10" fmla="*/ 119487 h 238973"/>
                <a:gd name="connsiteX11" fmla="*/ 119536 w 238973"/>
                <a:gd name="connsiteY11" fmla="*/ 79443 h 23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973" h="238973">
                  <a:moveTo>
                    <a:pt x="119536" y="238973"/>
                  </a:moveTo>
                  <a:cubicBezTo>
                    <a:pt x="53546" y="239000"/>
                    <a:pt x="27" y="185527"/>
                    <a:pt x="0" y="119536"/>
                  </a:cubicBezTo>
                  <a:cubicBezTo>
                    <a:pt x="-27" y="53546"/>
                    <a:pt x="53446" y="27"/>
                    <a:pt x="119437" y="0"/>
                  </a:cubicBezTo>
                  <a:cubicBezTo>
                    <a:pt x="185428" y="-27"/>
                    <a:pt x="238944" y="53446"/>
                    <a:pt x="238973" y="119437"/>
                  </a:cubicBezTo>
                  <a:cubicBezTo>
                    <a:pt x="238973" y="119453"/>
                    <a:pt x="238973" y="119470"/>
                    <a:pt x="238973" y="119487"/>
                  </a:cubicBezTo>
                  <a:cubicBezTo>
                    <a:pt x="238919" y="185435"/>
                    <a:pt x="185487" y="238891"/>
                    <a:pt x="119536" y="238973"/>
                  </a:cubicBezTo>
                  <a:close/>
                  <a:moveTo>
                    <a:pt x="119536" y="79443"/>
                  </a:moveTo>
                  <a:cubicBezTo>
                    <a:pt x="97393" y="79415"/>
                    <a:pt x="79420" y="97343"/>
                    <a:pt x="79393" y="119487"/>
                  </a:cubicBezTo>
                  <a:cubicBezTo>
                    <a:pt x="79366" y="141630"/>
                    <a:pt x="97294" y="159602"/>
                    <a:pt x="119437" y="159630"/>
                  </a:cubicBezTo>
                  <a:cubicBezTo>
                    <a:pt x="141578" y="159657"/>
                    <a:pt x="159551" y="141729"/>
                    <a:pt x="159580" y="119586"/>
                  </a:cubicBezTo>
                  <a:cubicBezTo>
                    <a:pt x="159580" y="119553"/>
                    <a:pt x="159580" y="119520"/>
                    <a:pt x="159580" y="119487"/>
                  </a:cubicBezTo>
                  <a:cubicBezTo>
                    <a:pt x="159551" y="97382"/>
                    <a:pt x="141642" y="79470"/>
                    <a:pt x="119536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AD3C9FC0-D5F0-2AC1-A855-F535BB91AE74}"/>
                </a:ext>
              </a:extLst>
            </p:cNvPr>
            <p:cNvSpPr/>
            <p:nvPr/>
          </p:nvSpPr>
          <p:spPr>
            <a:xfrm>
              <a:off x="1801016" y="3874075"/>
              <a:ext cx="396668" cy="284235"/>
            </a:xfrm>
            <a:custGeom>
              <a:avLst/>
              <a:gdLst>
                <a:gd name="connsiteX0" fmla="*/ 356972 w 396668"/>
                <a:gd name="connsiteY0" fmla="*/ 284236 h 284235"/>
                <a:gd name="connsiteX1" fmla="*/ 317275 w 396668"/>
                <a:gd name="connsiteY1" fmla="*/ 244539 h 284235"/>
                <a:gd name="connsiteX2" fmla="*/ 317275 w 396668"/>
                <a:gd name="connsiteY2" fmla="*/ 190800 h 284235"/>
                <a:gd name="connsiteX3" fmla="*/ 192380 w 396668"/>
                <a:gd name="connsiteY3" fmla="*/ 77812 h 284235"/>
                <a:gd name="connsiteX4" fmla="*/ 79393 w 396668"/>
                <a:gd name="connsiteY4" fmla="*/ 190800 h 284235"/>
                <a:gd name="connsiteX5" fmla="*/ 39697 w 396668"/>
                <a:gd name="connsiteY5" fmla="*/ 230496 h 284235"/>
                <a:gd name="connsiteX6" fmla="*/ 0 w 396668"/>
                <a:gd name="connsiteY6" fmla="*/ 190800 h 284235"/>
                <a:gd name="connsiteX7" fmla="*/ 206020 w 396668"/>
                <a:gd name="connsiteY7" fmla="*/ 152 h 284235"/>
                <a:gd name="connsiteX8" fmla="*/ 396668 w 396668"/>
                <a:gd name="connsiteY8" fmla="*/ 190800 h 284235"/>
                <a:gd name="connsiteX9" fmla="*/ 396668 w 396668"/>
                <a:gd name="connsiteY9" fmla="*/ 244539 h 284235"/>
                <a:gd name="connsiteX10" fmla="*/ 356972 w 396668"/>
                <a:gd name="connsiteY10" fmla="*/ 284236 h 284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6668" h="284235">
                  <a:moveTo>
                    <a:pt x="356972" y="284236"/>
                  </a:moveTo>
                  <a:cubicBezTo>
                    <a:pt x="335049" y="284236"/>
                    <a:pt x="317275" y="266461"/>
                    <a:pt x="317275" y="244539"/>
                  </a:cubicBezTo>
                  <a:lnTo>
                    <a:pt x="317275" y="190800"/>
                  </a:lnTo>
                  <a:cubicBezTo>
                    <a:pt x="313985" y="125110"/>
                    <a:pt x="258073" y="74524"/>
                    <a:pt x="192380" y="77812"/>
                  </a:cubicBezTo>
                  <a:cubicBezTo>
                    <a:pt x="131291" y="80869"/>
                    <a:pt x="82451" y="129709"/>
                    <a:pt x="79393" y="190800"/>
                  </a:cubicBezTo>
                  <a:cubicBezTo>
                    <a:pt x="79393" y="212724"/>
                    <a:pt x="61621" y="230496"/>
                    <a:pt x="39697" y="230496"/>
                  </a:cubicBezTo>
                  <a:cubicBezTo>
                    <a:pt x="17773" y="230496"/>
                    <a:pt x="0" y="212724"/>
                    <a:pt x="0" y="190800"/>
                  </a:cubicBezTo>
                  <a:cubicBezTo>
                    <a:pt x="4245" y="81263"/>
                    <a:pt x="96483" y="-4093"/>
                    <a:pt x="206020" y="152"/>
                  </a:cubicBezTo>
                  <a:cubicBezTo>
                    <a:pt x="309604" y="4165"/>
                    <a:pt x="392654" y="87216"/>
                    <a:pt x="396668" y="190800"/>
                  </a:cubicBezTo>
                  <a:lnTo>
                    <a:pt x="396668" y="244539"/>
                  </a:lnTo>
                  <a:cubicBezTo>
                    <a:pt x="396668" y="266461"/>
                    <a:pt x="378894" y="284236"/>
                    <a:pt x="356972" y="28423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AF99817F-8BF8-13EA-B32B-C9D7A13DD315}"/>
                </a:ext>
              </a:extLst>
            </p:cNvPr>
            <p:cNvSpPr/>
            <p:nvPr/>
          </p:nvSpPr>
          <p:spPr>
            <a:xfrm>
              <a:off x="1503391" y="4062939"/>
              <a:ext cx="842841" cy="404061"/>
            </a:xfrm>
            <a:custGeom>
              <a:avLst/>
              <a:gdLst>
                <a:gd name="connsiteX0" fmla="*/ 40590 w 842841"/>
                <a:gd name="connsiteY0" fmla="*/ 404061 h 404061"/>
                <a:gd name="connsiteX1" fmla="*/ 893 w 842841"/>
                <a:gd name="connsiteY1" fmla="*/ 364365 h 404061"/>
                <a:gd name="connsiteX2" fmla="*/ 0 w 842841"/>
                <a:gd name="connsiteY2" fmla="*/ 73439 h 404061"/>
                <a:gd name="connsiteX3" fmla="*/ 39349 w 842841"/>
                <a:gd name="connsiteY3" fmla="*/ 33742 h 404061"/>
                <a:gd name="connsiteX4" fmla="*/ 186723 w 842841"/>
                <a:gd name="connsiteY4" fmla="*/ 32353 h 404061"/>
                <a:gd name="connsiteX5" fmla="*/ 215850 w 842841"/>
                <a:gd name="connsiteY5" fmla="*/ 37315 h 404061"/>
                <a:gd name="connsiteX6" fmla="*/ 238924 w 842841"/>
                <a:gd name="connsiteY6" fmla="*/ 24761 h 404061"/>
                <a:gd name="connsiteX7" fmla="*/ 241703 w 842841"/>
                <a:gd name="connsiteY7" fmla="*/ 23371 h 404061"/>
                <a:gd name="connsiteX8" fmla="*/ 332509 w 842841"/>
                <a:gd name="connsiteY8" fmla="*/ 595 h 404061"/>
                <a:gd name="connsiteX9" fmla="*/ 334841 w 842841"/>
                <a:gd name="connsiteY9" fmla="*/ 595 h 404061"/>
                <a:gd name="connsiteX10" fmla="*/ 498292 w 842841"/>
                <a:gd name="connsiteY10" fmla="*/ 0 h 404061"/>
                <a:gd name="connsiteX11" fmla="*/ 585376 w 842841"/>
                <a:gd name="connsiteY11" fmla="*/ 70759 h 404061"/>
                <a:gd name="connsiteX12" fmla="*/ 689580 w 842841"/>
                <a:gd name="connsiteY12" fmla="*/ 31658 h 404061"/>
                <a:gd name="connsiteX13" fmla="*/ 760041 w 842841"/>
                <a:gd name="connsiteY13" fmla="*/ 13149 h 404061"/>
                <a:gd name="connsiteX14" fmla="*/ 760041 w 842841"/>
                <a:gd name="connsiteY14" fmla="*/ 13149 h 404061"/>
                <a:gd name="connsiteX15" fmla="*/ 827277 w 842841"/>
                <a:gd name="connsiteY15" fmla="*/ 48777 h 404061"/>
                <a:gd name="connsiteX16" fmla="*/ 839186 w 842841"/>
                <a:gd name="connsiteY16" fmla="*/ 121372 h 404061"/>
                <a:gd name="connsiteX17" fmla="*/ 796165 w 842841"/>
                <a:gd name="connsiteY17" fmla="*/ 181463 h 404061"/>
                <a:gd name="connsiteX18" fmla="*/ 790508 w 842841"/>
                <a:gd name="connsiteY18" fmla="*/ 185234 h 404061"/>
                <a:gd name="connsiteX19" fmla="*/ 668937 w 842841"/>
                <a:gd name="connsiteY19" fmla="*/ 252073 h 404061"/>
                <a:gd name="connsiteX20" fmla="*/ 579620 w 842841"/>
                <a:gd name="connsiteY20" fmla="*/ 300156 h 404061"/>
                <a:gd name="connsiteX21" fmla="*/ 513227 w 842841"/>
                <a:gd name="connsiteY21" fmla="*/ 320004 h 404061"/>
                <a:gd name="connsiteX22" fmla="*/ 510101 w 842841"/>
                <a:gd name="connsiteY22" fmla="*/ 320004 h 404061"/>
                <a:gd name="connsiteX23" fmla="*/ 321542 w 842841"/>
                <a:gd name="connsiteY23" fmla="*/ 323676 h 404061"/>
                <a:gd name="connsiteX24" fmla="*/ 320997 w 842841"/>
                <a:gd name="connsiteY24" fmla="*/ 323676 h 404061"/>
                <a:gd name="connsiteX25" fmla="*/ 285815 w 842841"/>
                <a:gd name="connsiteY25" fmla="*/ 335188 h 404061"/>
                <a:gd name="connsiteX26" fmla="*/ 278620 w 842841"/>
                <a:gd name="connsiteY26" fmla="*/ 348585 h 404061"/>
                <a:gd name="connsiteX27" fmla="*/ 240512 w 842841"/>
                <a:gd name="connsiteY27" fmla="*/ 372056 h 404061"/>
                <a:gd name="connsiteX28" fmla="*/ 46991 w 842841"/>
                <a:gd name="connsiteY28" fmla="*/ 403565 h 404061"/>
                <a:gd name="connsiteX29" fmla="*/ 40590 w 842841"/>
                <a:gd name="connsiteY29" fmla="*/ 404061 h 404061"/>
                <a:gd name="connsiteX30" fmla="*/ 79542 w 842841"/>
                <a:gd name="connsiteY30" fmla="*/ 112937 h 404061"/>
                <a:gd name="connsiteX31" fmla="*/ 80138 w 842841"/>
                <a:gd name="connsiteY31" fmla="*/ 317820 h 404061"/>
                <a:gd name="connsiteX32" fmla="*/ 213022 w 842841"/>
                <a:gd name="connsiteY32" fmla="*/ 296186 h 404061"/>
                <a:gd name="connsiteX33" fmla="*/ 225377 w 842841"/>
                <a:gd name="connsiteY33" fmla="*/ 280059 h 404061"/>
                <a:gd name="connsiteX34" fmla="*/ 320451 w 842841"/>
                <a:gd name="connsiteY34" fmla="*/ 244233 h 404061"/>
                <a:gd name="connsiteX35" fmla="*/ 507819 w 842841"/>
                <a:gd name="connsiteY35" fmla="*/ 240611 h 404061"/>
                <a:gd name="connsiteX36" fmla="*/ 538087 w 842841"/>
                <a:gd name="connsiteY36" fmla="*/ 232622 h 404061"/>
                <a:gd name="connsiteX37" fmla="*/ 540916 w 842841"/>
                <a:gd name="connsiteY37" fmla="*/ 230984 h 404061"/>
                <a:gd name="connsiteX38" fmla="*/ 631821 w 842841"/>
                <a:gd name="connsiteY38" fmla="*/ 181959 h 404061"/>
                <a:gd name="connsiteX39" fmla="*/ 632863 w 842841"/>
                <a:gd name="connsiteY39" fmla="*/ 181413 h 404061"/>
                <a:gd name="connsiteX40" fmla="*/ 748827 w 842841"/>
                <a:gd name="connsiteY40" fmla="*/ 117651 h 404061"/>
                <a:gd name="connsiteX41" fmla="*/ 763068 w 842841"/>
                <a:gd name="connsiteY41" fmla="*/ 99093 h 404061"/>
                <a:gd name="connsiteX42" fmla="*/ 763068 w 842841"/>
                <a:gd name="connsiteY42" fmla="*/ 95520 h 404061"/>
                <a:gd name="connsiteX43" fmla="*/ 754533 w 842841"/>
                <a:gd name="connsiteY43" fmla="*/ 92344 h 404061"/>
                <a:gd name="connsiteX44" fmla="*/ 729177 w 842841"/>
                <a:gd name="connsiteY44" fmla="*/ 100482 h 404061"/>
                <a:gd name="connsiteX45" fmla="*/ 721684 w 842841"/>
                <a:gd name="connsiteY45" fmla="*/ 104352 h 404061"/>
                <a:gd name="connsiteX46" fmla="*/ 497597 w 842841"/>
                <a:gd name="connsiteY46" fmla="*/ 180123 h 404061"/>
                <a:gd name="connsiteX47" fmla="*/ 435075 w 842841"/>
                <a:gd name="connsiteY47" fmla="*/ 175955 h 404061"/>
                <a:gd name="connsiteX48" fmla="*/ 398209 w 842841"/>
                <a:gd name="connsiteY48" fmla="*/ 133614 h 404061"/>
                <a:gd name="connsiteX49" fmla="*/ 430658 w 842841"/>
                <a:gd name="connsiteY49" fmla="*/ 97306 h 404061"/>
                <a:gd name="connsiteX50" fmla="*/ 496009 w 842841"/>
                <a:gd name="connsiteY50" fmla="*/ 85496 h 404061"/>
                <a:gd name="connsiteX51" fmla="*/ 506529 w 842841"/>
                <a:gd name="connsiteY51" fmla="*/ 81428 h 404061"/>
                <a:gd name="connsiteX52" fmla="*/ 498043 w 842841"/>
                <a:gd name="connsiteY52" fmla="*/ 79393 h 404061"/>
                <a:gd name="connsiteX53" fmla="*/ 335734 w 842841"/>
                <a:gd name="connsiteY53" fmla="*/ 79840 h 404061"/>
                <a:gd name="connsiteX54" fmla="*/ 275494 w 842841"/>
                <a:gd name="connsiteY54" fmla="*/ 95172 h 404061"/>
                <a:gd name="connsiteX55" fmla="*/ 229000 w 842841"/>
                <a:gd name="connsiteY55" fmla="*/ 120479 h 404061"/>
                <a:gd name="connsiteX56" fmla="*/ 180173 w 842841"/>
                <a:gd name="connsiteY56" fmla="*/ 111845 h 404061"/>
                <a:gd name="connsiteX57" fmla="*/ 227958 w 842841"/>
                <a:gd name="connsiteY57" fmla="*/ 293754 h 404061"/>
                <a:gd name="connsiteX58" fmla="*/ 227958 w 842841"/>
                <a:gd name="connsiteY58" fmla="*/ 293754 h 404061"/>
                <a:gd name="connsiteX59" fmla="*/ 171638 w 842841"/>
                <a:gd name="connsiteY59" fmla="*/ 95818 h 404061"/>
                <a:gd name="connsiteX60" fmla="*/ 171638 w 842841"/>
                <a:gd name="connsiteY60" fmla="*/ 95818 h 40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2841" h="404061">
                  <a:moveTo>
                    <a:pt x="40590" y="404061"/>
                  </a:moveTo>
                  <a:cubicBezTo>
                    <a:pt x="18666" y="404061"/>
                    <a:pt x="893" y="386287"/>
                    <a:pt x="893" y="364365"/>
                  </a:cubicBezTo>
                  <a:lnTo>
                    <a:pt x="0" y="73439"/>
                  </a:lnTo>
                  <a:cubicBezTo>
                    <a:pt x="-1" y="51650"/>
                    <a:pt x="17561" y="33933"/>
                    <a:pt x="39349" y="33742"/>
                  </a:cubicBezTo>
                  <a:lnTo>
                    <a:pt x="186723" y="32353"/>
                  </a:lnTo>
                  <a:cubicBezTo>
                    <a:pt x="196696" y="31503"/>
                    <a:pt x="206721" y="33211"/>
                    <a:pt x="215850" y="37315"/>
                  </a:cubicBezTo>
                  <a:lnTo>
                    <a:pt x="238924" y="24761"/>
                  </a:lnTo>
                  <a:cubicBezTo>
                    <a:pt x="239817" y="24265"/>
                    <a:pt x="240760" y="23818"/>
                    <a:pt x="241703" y="23371"/>
                  </a:cubicBezTo>
                  <a:cubicBezTo>
                    <a:pt x="270154" y="9813"/>
                    <a:pt x="301026" y="2070"/>
                    <a:pt x="332509" y="595"/>
                  </a:cubicBezTo>
                  <a:lnTo>
                    <a:pt x="334841" y="595"/>
                  </a:lnTo>
                  <a:lnTo>
                    <a:pt x="498292" y="0"/>
                  </a:lnTo>
                  <a:cubicBezTo>
                    <a:pt x="549897" y="447"/>
                    <a:pt x="580414" y="35231"/>
                    <a:pt x="585376" y="70759"/>
                  </a:cubicBezTo>
                  <a:cubicBezTo>
                    <a:pt x="617580" y="58949"/>
                    <a:pt x="654498" y="45105"/>
                    <a:pt x="689580" y="31658"/>
                  </a:cubicBezTo>
                  <a:cubicBezTo>
                    <a:pt x="710554" y="18280"/>
                    <a:pt x="735196" y="11807"/>
                    <a:pt x="760041" y="13149"/>
                  </a:cubicBezTo>
                  <a:lnTo>
                    <a:pt x="760041" y="13149"/>
                  </a:lnTo>
                  <a:cubicBezTo>
                    <a:pt x="786623" y="14475"/>
                    <a:pt x="811250" y="27525"/>
                    <a:pt x="827277" y="48777"/>
                  </a:cubicBezTo>
                  <a:cubicBezTo>
                    <a:pt x="842387" y="69779"/>
                    <a:pt x="846793" y="96641"/>
                    <a:pt x="839186" y="121372"/>
                  </a:cubicBezTo>
                  <a:cubicBezTo>
                    <a:pt x="832735" y="143404"/>
                    <a:pt x="818246" y="163599"/>
                    <a:pt x="796165" y="181463"/>
                  </a:cubicBezTo>
                  <a:cubicBezTo>
                    <a:pt x="794383" y="182867"/>
                    <a:pt x="792488" y="184127"/>
                    <a:pt x="790508" y="185234"/>
                  </a:cubicBezTo>
                  <a:cubicBezTo>
                    <a:pt x="779492" y="191337"/>
                    <a:pt x="683873" y="244481"/>
                    <a:pt x="668937" y="252073"/>
                  </a:cubicBezTo>
                  <a:lnTo>
                    <a:pt x="579620" y="300156"/>
                  </a:lnTo>
                  <a:cubicBezTo>
                    <a:pt x="555951" y="315042"/>
                    <a:pt x="534961" y="317969"/>
                    <a:pt x="513227" y="320004"/>
                  </a:cubicBez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7" y="324738"/>
                    <a:pt x="296494" y="328683"/>
                    <a:pt x="285815" y="335188"/>
                  </a:cubicBezTo>
                  <a:cubicBezTo>
                    <a:pt x="283992" y="339941"/>
                    <a:pt x="281575" y="344442"/>
                    <a:pt x="278620" y="348585"/>
                  </a:cubicBezTo>
                  <a:cubicBezTo>
                    <a:pt x="269565" y="361189"/>
                    <a:pt x="255841" y="369639"/>
                    <a:pt x="240512" y="372056"/>
                  </a:cubicBezTo>
                  <a:lnTo>
                    <a:pt x="46991" y="403565"/>
                  </a:lnTo>
                  <a:cubicBezTo>
                    <a:pt x="44874" y="403902"/>
                    <a:pt x="42733" y="404071"/>
                    <a:pt x="40590" y="404061"/>
                  </a:cubicBezTo>
                  <a:close/>
                  <a:moveTo>
                    <a:pt x="79542" y="112937"/>
                  </a:moveTo>
                  <a:lnTo>
                    <a:pt x="80138" y="317820"/>
                  </a:lnTo>
                  <a:lnTo>
                    <a:pt x="213022" y="296186"/>
                  </a:lnTo>
                  <a:cubicBezTo>
                    <a:pt x="215672" y="289829"/>
                    <a:pt x="219930" y="284272"/>
                    <a:pt x="225377" y="280059"/>
                  </a:cubicBezTo>
                  <a:cubicBezTo>
                    <a:pt x="229992" y="276437"/>
                    <a:pt x="272021" y="244680"/>
                    <a:pt x="320451" y="244233"/>
                  </a:cubicBezTo>
                  <a:lnTo>
                    <a:pt x="507819" y="240611"/>
                  </a:lnTo>
                  <a:cubicBezTo>
                    <a:pt x="523648" y="239221"/>
                    <a:pt x="530049" y="237882"/>
                    <a:pt x="538087" y="232622"/>
                  </a:cubicBezTo>
                  <a:cubicBezTo>
                    <a:pt x="539045" y="232026"/>
                    <a:pt x="539988" y="231481"/>
                    <a:pt x="540916" y="230984"/>
                  </a:cubicBezTo>
                  <a:lnTo>
                    <a:pt x="631821" y="181959"/>
                  </a:lnTo>
                  <a:lnTo>
                    <a:pt x="632863" y="181413"/>
                  </a:lnTo>
                  <a:cubicBezTo>
                    <a:pt x="641001" y="177344"/>
                    <a:pt x="706947" y="140923"/>
                    <a:pt x="748827" y="117651"/>
                  </a:cubicBezTo>
                  <a:cubicBezTo>
                    <a:pt x="755238" y="112937"/>
                    <a:pt x="760175" y="106501"/>
                    <a:pt x="763068" y="99093"/>
                  </a:cubicBezTo>
                  <a:cubicBezTo>
                    <a:pt x="763068" y="98299"/>
                    <a:pt x="763812" y="96314"/>
                    <a:pt x="763068" y="95520"/>
                  </a:cubicBezTo>
                  <a:cubicBezTo>
                    <a:pt x="760721" y="93431"/>
                    <a:pt x="757674" y="92299"/>
                    <a:pt x="754533" y="92344"/>
                  </a:cubicBezTo>
                  <a:cubicBezTo>
                    <a:pt x="745423" y="92245"/>
                    <a:pt x="736526" y="95098"/>
                    <a:pt x="729177" y="100482"/>
                  </a:cubicBezTo>
                  <a:cubicBezTo>
                    <a:pt x="726820" y="102025"/>
                    <a:pt x="724309" y="103320"/>
                    <a:pt x="721684" y="104352"/>
                  </a:cubicBezTo>
                  <a:cubicBezTo>
                    <a:pt x="520621" y="181661"/>
                    <a:pt x="507372" y="180768"/>
                    <a:pt x="497597" y="180123"/>
                  </a:cubicBezTo>
                  <a:lnTo>
                    <a:pt x="435075" y="175955"/>
                  </a:lnTo>
                  <a:cubicBezTo>
                    <a:pt x="413203" y="174442"/>
                    <a:pt x="396698" y="155486"/>
                    <a:pt x="398209" y="133614"/>
                  </a:cubicBezTo>
                  <a:cubicBezTo>
                    <a:pt x="399460" y="115522"/>
                    <a:pt x="412817" y="100576"/>
                    <a:pt x="430658" y="97306"/>
                  </a:cubicBezTo>
                  <a:lnTo>
                    <a:pt x="496009" y="85496"/>
                  </a:lnTo>
                  <a:cubicBezTo>
                    <a:pt x="499835" y="85184"/>
                    <a:pt x="503492" y="83775"/>
                    <a:pt x="506529" y="81428"/>
                  </a:cubicBezTo>
                  <a:cubicBezTo>
                    <a:pt x="504003" y="79835"/>
                    <a:pt x="501021" y="79120"/>
                    <a:pt x="498043" y="79393"/>
                  </a:cubicBezTo>
                  <a:lnTo>
                    <a:pt x="335734" y="79840"/>
                  </a:lnTo>
                  <a:cubicBezTo>
                    <a:pt x="314826" y="80842"/>
                    <a:pt x="294337" y="86057"/>
                    <a:pt x="275494" y="95172"/>
                  </a:cubicBezTo>
                  <a:lnTo>
                    <a:pt x="229000" y="120479"/>
                  </a:lnTo>
                  <a:cubicBezTo>
                    <a:pt x="212707" y="129371"/>
                    <a:pt x="192429" y="125783"/>
                    <a:pt x="180173" y="111845"/>
                  </a:cubicBezTo>
                  <a:close/>
                  <a:moveTo>
                    <a:pt x="227958" y="293754"/>
                  </a:moveTo>
                  <a:lnTo>
                    <a:pt x="227958" y="293754"/>
                  </a:lnTo>
                  <a:close/>
                  <a:moveTo>
                    <a:pt x="171638" y="95818"/>
                  </a:moveTo>
                  <a:lnTo>
                    <a:pt x="171638" y="95818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E92C930A-65AC-E179-FFA9-A06E2CF760F0}"/>
                </a:ext>
              </a:extLst>
            </p:cNvPr>
            <p:cNvSpPr/>
            <p:nvPr/>
          </p:nvSpPr>
          <p:spPr>
            <a:xfrm>
              <a:off x="1676326" y="4109118"/>
              <a:ext cx="109204" cy="324816"/>
            </a:xfrm>
            <a:custGeom>
              <a:avLst/>
              <a:gdLst>
                <a:gd name="connsiteX0" fmla="*/ 69412 w 109204"/>
                <a:gd name="connsiteY0" fmla="*/ 324785 h 324816"/>
                <a:gd name="connsiteX1" fmla="*/ 30063 w 109204"/>
                <a:gd name="connsiteY1" fmla="*/ 290051 h 324816"/>
                <a:gd name="connsiteX2" fmla="*/ 291 w 109204"/>
                <a:gd name="connsiteY2" fmla="*/ 44478 h 324816"/>
                <a:gd name="connsiteX3" fmla="*/ 34951 w 109204"/>
                <a:gd name="connsiteY3" fmla="*/ 291 h 324816"/>
                <a:gd name="connsiteX4" fmla="*/ 79138 w 109204"/>
                <a:gd name="connsiteY4" fmla="*/ 34951 h 324816"/>
                <a:gd name="connsiteX5" fmla="*/ 108911 w 109204"/>
                <a:gd name="connsiteY5" fmla="*/ 280474 h 324816"/>
                <a:gd name="connsiteX6" fmla="*/ 74296 w 109204"/>
                <a:gd name="connsiteY6" fmla="*/ 324671 h 324816"/>
                <a:gd name="connsiteX7" fmla="*/ 74176 w 109204"/>
                <a:gd name="connsiteY7" fmla="*/ 324686 h 324816"/>
                <a:gd name="connsiteX8" fmla="*/ 69412 w 109204"/>
                <a:gd name="connsiteY8" fmla="*/ 324785 h 32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4" h="324816">
                  <a:moveTo>
                    <a:pt x="69412" y="324785"/>
                  </a:moveTo>
                  <a:cubicBezTo>
                    <a:pt x="49421" y="324765"/>
                    <a:pt x="32562" y="309884"/>
                    <a:pt x="30063" y="290051"/>
                  </a:cubicBezTo>
                  <a:lnTo>
                    <a:pt x="291" y="44478"/>
                  </a:lnTo>
                  <a:cubicBezTo>
                    <a:pt x="-2340" y="22705"/>
                    <a:pt x="13178" y="2922"/>
                    <a:pt x="34951" y="291"/>
                  </a:cubicBezTo>
                  <a:cubicBezTo>
                    <a:pt x="56724" y="-2340"/>
                    <a:pt x="76507" y="13178"/>
                    <a:pt x="79138" y="34951"/>
                  </a:cubicBezTo>
                  <a:lnTo>
                    <a:pt x="108911" y="280474"/>
                  </a:lnTo>
                  <a:cubicBezTo>
                    <a:pt x="111557" y="302238"/>
                    <a:pt x="96059" y="322026"/>
                    <a:pt x="74296" y="324671"/>
                  </a:cubicBezTo>
                  <a:cubicBezTo>
                    <a:pt x="74256" y="324676"/>
                    <a:pt x="74216" y="324681"/>
                    <a:pt x="74176" y="324686"/>
                  </a:cubicBezTo>
                  <a:cubicBezTo>
                    <a:pt x="72592" y="324815"/>
                    <a:pt x="71001" y="324850"/>
                    <a:pt x="69412" y="3247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6F483A5D-DE0E-E585-192E-CC3AB9E5EBC1}"/>
                </a:ext>
              </a:extLst>
            </p:cNvPr>
            <p:cNvSpPr/>
            <p:nvPr/>
          </p:nvSpPr>
          <p:spPr>
            <a:xfrm>
              <a:off x="1505475" y="4095317"/>
              <a:ext cx="273233" cy="371790"/>
            </a:xfrm>
            <a:custGeom>
              <a:avLst/>
              <a:gdLst>
                <a:gd name="connsiteX0" fmla="*/ 40391 w 273233"/>
                <a:gd name="connsiteY0" fmla="*/ 371783 h 371790"/>
                <a:gd name="connsiteX1" fmla="*/ 695 w 273233"/>
                <a:gd name="connsiteY1" fmla="*/ 332086 h 371790"/>
                <a:gd name="connsiteX2" fmla="*/ 0 w 273233"/>
                <a:gd name="connsiteY2" fmla="*/ 41309 h 371790"/>
                <a:gd name="connsiteX3" fmla="*/ 39349 w 273233"/>
                <a:gd name="connsiteY3" fmla="*/ 1612 h 371790"/>
                <a:gd name="connsiteX4" fmla="*/ 186723 w 273233"/>
                <a:gd name="connsiteY4" fmla="*/ 223 h 371790"/>
                <a:gd name="connsiteX5" fmla="*/ 248104 w 273233"/>
                <a:gd name="connsiteY5" fmla="*/ 43194 h 371790"/>
                <a:gd name="connsiteX6" fmla="*/ 219874 w 273233"/>
                <a:gd name="connsiteY6" fmla="*/ 91718 h 371790"/>
                <a:gd name="connsiteX7" fmla="*/ 179925 w 273233"/>
                <a:gd name="connsiteY7" fmla="*/ 79566 h 371790"/>
                <a:gd name="connsiteX8" fmla="*/ 79393 w 273233"/>
                <a:gd name="connsiteY8" fmla="*/ 80559 h 371790"/>
                <a:gd name="connsiteX9" fmla="*/ 79989 w 273233"/>
                <a:gd name="connsiteY9" fmla="*/ 285492 h 371790"/>
                <a:gd name="connsiteX10" fmla="*/ 227809 w 273233"/>
                <a:gd name="connsiteY10" fmla="*/ 261426 h 371790"/>
                <a:gd name="connsiteX11" fmla="*/ 272814 w 273233"/>
                <a:gd name="connsiteY11" fmla="*/ 294985 h 371790"/>
                <a:gd name="connsiteX12" fmla="*/ 240561 w 273233"/>
                <a:gd name="connsiteY12" fmla="*/ 339777 h 371790"/>
                <a:gd name="connsiteX13" fmla="*/ 47040 w 273233"/>
                <a:gd name="connsiteY13" fmla="*/ 371336 h 371790"/>
                <a:gd name="connsiteX14" fmla="*/ 40391 w 273233"/>
                <a:gd name="connsiteY14" fmla="*/ 371783 h 37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233" h="371790">
                  <a:moveTo>
                    <a:pt x="40391" y="371783"/>
                  </a:moveTo>
                  <a:cubicBezTo>
                    <a:pt x="18467" y="371783"/>
                    <a:pt x="695" y="354008"/>
                    <a:pt x="695" y="332086"/>
                  </a:cubicBezTo>
                  <a:lnTo>
                    <a:pt x="0" y="41309"/>
                  </a:lnTo>
                  <a:cubicBezTo>
                    <a:pt x="-1" y="19520"/>
                    <a:pt x="17561" y="1803"/>
                    <a:pt x="39349" y="1612"/>
                  </a:cubicBezTo>
                  <a:lnTo>
                    <a:pt x="186723" y="223"/>
                  </a:lnTo>
                  <a:cubicBezTo>
                    <a:pt x="214897" y="-2236"/>
                    <a:pt x="240773" y="15879"/>
                    <a:pt x="248104" y="43194"/>
                  </a:cubicBezTo>
                  <a:cubicBezTo>
                    <a:pt x="253708" y="64387"/>
                    <a:pt x="241069" y="86116"/>
                    <a:pt x="219874" y="91718"/>
                  </a:cubicBezTo>
                  <a:cubicBezTo>
                    <a:pt x="205331" y="95564"/>
                    <a:pt x="189863" y="90860"/>
                    <a:pt x="179925" y="79566"/>
                  </a:cubicBezTo>
                  <a:lnTo>
                    <a:pt x="79393" y="80559"/>
                  </a:lnTo>
                  <a:lnTo>
                    <a:pt x="79989" y="285492"/>
                  </a:lnTo>
                  <a:lnTo>
                    <a:pt x="227809" y="261426"/>
                  </a:lnTo>
                  <a:cubicBezTo>
                    <a:pt x="249504" y="258265"/>
                    <a:pt x="269653" y="273291"/>
                    <a:pt x="272814" y="294985"/>
                  </a:cubicBezTo>
                  <a:cubicBezTo>
                    <a:pt x="275901" y="316168"/>
                    <a:pt x="261632" y="335986"/>
                    <a:pt x="240561" y="339777"/>
                  </a:cubicBezTo>
                  <a:lnTo>
                    <a:pt x="47040" y="371336"/>
                  </a:lnTo>
                  <a:cubicBezTo>
                    <a:pt x="44841" y="371673"/>
                    <a:pt x="42616" y="371827"/>
                    <a:pt x="40391" y="3717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7E62880B-3CCC-9D97-57EF-EDC7E8EDFCE1}"/>
              </a:ext>
            </a:extLst>
          </p:cNvPr>
          <p:cNvGrpSpPr/>
          <p:nvPr/>
        </p:nvGrpSpPr>
        <p:grpSpPr>
          <a:xfrm>
            <a:off x="2850621" y="3662996"/>
            <a:ext cx="784652" cy="823704"/>
            <a:chOff x="2850621" y="3662996"/>
            <a:chExt cx="784652" cy="823704"/>
          </a:xfrm>
        </p:grpSpPr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4B477BE7-C252-3EF4-7CF2-74A044D6F71B}"/>
                </a:ext>
              </a:extLst>
            </p:cNvPr>
            <p:cNvSpPr/>
            <p:nvPr/>
          </p:nvSpPr>
          <p:spPr>
            <a:xfrm>
              <a:off x="3006631" y="4180671"/>
              <a:ext cx="269748" cy="306029"/>
            </a:xfrm>
            <a:custGeom>
              <a:avLst/>
              <a:gdLst>
                <a:gd name="connsiteX0" fmla="*/ 39646 w 269748"/>
                <a:gd name="connsiteY0" fmla="*/ 306029 h 306029"/>
                <a:gd name="connsiteX1" fmla="*/ 0 w 269748"/>
                <a:gd name="connsiteY1" fmla="*/ 266283 h 306029"/>
                <a:gd name="connsiteX2" fmla="*/ 9278 w 269748"/>
                <a:gd name="connsiteY2" fmla="*/ 240828 h 306029"/>
                <a:gd name="connsiteX3" fmla="*/ 200169 w 269748"/>
                <a:gd name="connsiteY3" fmla="*/ 13565 h 306029"/>
                <a:gd name="connsiteX4" fmla="*/ 256182 w 269748"/>
                <a:gd name="connsiteY4" fmla="*/ 9814 h 306029"/>
                <a:gd name="connsiteX5" fmla="*/ 260904 w 269748"/>
                <a:gd name="connsiteY5" fmla="*/ 64674 h 306029"/>
                <a:gd name="connsiteX6" fmla="*/ 70013 w 269748"/>
                <a:gd name="connsiteY6" fmla="*/ 291937 h 306029"/>
                <a:gd name="connsiteX7" fmla="*/ 39646 w 269748"/>
                <a:gd name="connsiteY7" fmla="*/ 306029 h 306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748" h="306029">
                  <a:moveTo>
                    <a:pt x="39646" y="306029"/>
                  </a:moveTo>
                  <a:cubicBezTo>
                    <a:pt x="17722" y="306000"/>
                    <a:pt x="-28" y="288206"/>
                    <a:pt x="0" y="266283"/>
                  </a:cubicBezTo>
                  <a:cubicBezTo>
                    <a:pt x="12" y="256969"/>
                    <a:pt x="3296" y="247963"/>
                    <a:pt x="9278" y="240828"/>
                  </a:cubicBezTo>
                  <a:lnTo>
                    <a:pt x="200169" y="13565"/>
                  </a:lnTo>
                  <a:cubicBezTo>
                    <a:pt x="214601" y="-2939"/>
                    <a:pt x="239679" y="-4616"/>
                    <a:pt x="256182" y="9814"/>
                  </a:cubicBezTo>
                  <a:cubicBezTo>
                    <a:pt x="272244" y="23861"/>
                    <a:pt x="274330" y="48091"/>
                    <a:pt x="260904" y="64674"/>
                  </a:cubicBezTo>
                  <a:lnTo>
                    <a:pt x="70013" y="291937"/>
                  </a:lnTo>
                  <a:cubicBezTo>
                    <a:pt x="62464" y="300884"/>
                    <a:pt x="51351" y="306039"/>
                    <a:pt x="39646" y="3060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1FA0394A-DC6D-C97C-5119-A5361A954C06}"/>
                </a:ext>
              </a:extLst>
            </p:cNvPr>
            <p:cNvSpPr/>
            <p:nvPr/>
          </p:nvSpPr>
          <p:spPr>
            <a:xfrm>
              <a:off x="3204346" y="4176524"/>
              <a:ext cx="270396" cy="306752"/>
            </a:xfrm>
            <a:custGeom>
              <a:avLst/>
              <a:gdLst>
                <a:gd name="connsiteX0" fmla="*/ 230560 w 270396"/>
                <a:gd name="connsiteY0" fmla="*/ 306653 h 306752"/>
                <a:gd name="connsiteX1" fmla="*/ 200142 w 270396"/>
                <a:gd name="connsiteY1" fmla="*/ 292462 h 306752"/>
                <a:gd name="connsiteX2" fmla="*/ 9251 w 270396"/>
                <a:gd name="connsiteY2" fmla="*/ 65199 h 306752"/>
                <a:gd name="connsiteX3" fmla="*/ 14238 w 270396"/>
                <a:gd name="connsiteY3" fmla="*/ 9251 h 306752"/>
                <a:gd name="connsiteX4" fmla="*/ 70186 w 270396"/>
                <a:gd name="connsiteY4" fmla="*/ 14238 h 306752"/>
                <a:gd name="connsiteX5" fmla="*/ 261077 w 270396"/>
                <a:gd name="connsiteY5" fmla="*/ 241501 h 306752"/>
                <a:gd name="connsiteX6" fmla="*/ 256254 w 270396"/>
                <a:gd name="connsiteY6" fmla="*/ 297434 h 306752"/>
                <a:gd name="connsiteX7" fmla="*/ 230709 w 270396"/>
                <a:gd name="connsiteY7" fmla="*/ 306752 h 30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396" h="306752">
                  <a:moveTo>
                    <a:pt x="230560" y="306653"/>
                  </a:moveTo>
                  <a:cubicBezTo>
                    <a:pt x="218820" y="306653"/>
                    <a:pt x="207685" y="301458"/>
                    <a:pt x="200142" y="292462"/>
                  </a:cubicBezTo>
                  <a:lnTo>
                    <a:pt x="9251" y="65199"/>
                  </a:lnTo>
                  <a:cubicBezTo>
                    <a:pt x="-4821" y="48372"/>
                    <a:pt x="-2588" y="23324"/>
                    <a:pt x="14238" y="9251"/>
                  </a:cubicBezTo>
                  <a:cubicBezTo>
                    <a:pt x="31065" y="-4821"/>
                    <a:pt x="56113" y="-2588"/>
                    <a:pt x="70186" y="14238"/>
                  </a:cubicBezTo>
                  <a:lnTo>
                    <a:pt x="261077" y="241501"/>
                  </a:lnTo>
                  <a:cubicBezTo>
                    <a:pt x="275189" y="258278"/>
                    <a:pt x="273030" y="283321"/>
                    <a:pt x="256254" y="297434"/>
                  </a:cubicBezTo>
                  <a:cubicBezTo>
                    <a:pt x="249103" y="303448"/>
                    <a:pt x="240057" y="306752"/>
                    <a:pt x="230709" y="30675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907978B1-8ACF-9C2F-9FE5-E3234AE87B46}"/>
                </a:ext>
              </a:extLst>
            </p:cNvPr>
            <p:cNvSpPr/>
            <p:nvPr/>
          </p:nvSpPr>
          <p:spPr>
            <a:xfrm>
              <a:off x="2850621" y="3662996"/>
              <a:ext cx="784652" cy="584482"/>
            </a:xfrm>
            <a:custGeom>
              <a:avLst/>
              <a:gdLst>
                <a:gd name="connsiteX0" fmla="*/ 744956 w 784652"/>
                <a:gd name="connsiteY0" fmla="*/ 584482 h 584482"/>
                <a:gd name="connsiteX1" fmla="*/ 39697 w 784652"/>
                <a:gd name="connsiteY1" fmla="*/ 584482 h 584482"/>
                <a:gd name="connsiteX2" fmla="*/ 0 w 784652"/>
                <a:gd name="connsiteY2" fmla="*/ 544786 h 584482"/>
                <a:gd name="connsiteX3" fmla="*/ 0 w 784652"/>
                <a:gd name="connsiteY3" fmla="*/ 39697 h 584482"/>
                <a:gd name="connsiteX4" fmla="*/ 39697 w 784652"/>
                <a:gd name="connsiteY4" fmla="*/ 0 h 584482"/>
                <a:gd name="connsiteX5" fmla="*/ 744956 w 784652"/>
                <a:gd name="connsiteY5" fmla="*/ 0 h 584482"/>
                <a:gd name="connsiteX6" fmla="*/ 784653 w 784652"/>
                <a:gd name="connsiteY6" fmla="*/ 39697 h 584482"/>
                <a:gd name="connsiteX7" fmla="*/ 784653 w 784652"/>
                <a:gd name="connsiteY7" fmla="*/ 544786 h 584482"/>
                <a:gd name="connsiteX8" fmla="*/ 744956 w 784652"/>
                <a:gd name="connsiteY8" fmla="*/ 584482 h 584482"/>
                <a:gd name="connsiteX9" fmla="*/ 79393 w 784652"/>
                <a:gd name="connsiteY9" fmla="*/ 505089 h 584482"/>
                <a:gd name="connsiteX10" fmla="*/ 705260 w 784652"/>
                <a:gd name="connsiteY10" fmla="*/ 505089 h 584482"/>
                <a:gd name="connsiteX11" fmla="*/ 705260 w 784652"/>
                <a:gd name="connsiteY11" fmla="*/ 79393 h 584482"/>
                <a:gd name="connsiteX12" fmla="*/ 79393 w 784652"/>
                <a:gd name="connsiteY12" fmla="*/ 79393 h 584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652" h="584482">
                  <a:moveTo>
                    <a:pt x="744956" y="584482"/>
                  </a:moveTo>
                  <a:lnTo>
                    <a:pt x="39697" y="584482"/>
                  </a:lnTo>
                  <a:cubicBezTo>
                    <a:pt x="17773" y="584482"/>
                    <a:pt x="0" y="566708"/>
                    <a:pt x="0" y="5447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44956" y="0"/>
                  </a:lnTo>
                  <a:cubicBezTo>
                    <a:pt x="766879" y="0"/>
                    <a:pt x="784653" y="17773"/>
                    <a:pt x="784653" y="39697"/>
                  </a:cubicBezTo>
                  <a:lnTo>
                    <a:pt x="784653" y="544786"/>
                  </a:lnTo>
                  <a:cubicBezTo>
                    <a:pt x="784653" y="566708"/>
                    <a:pt x="766879" y="584482"/>
                    <a:pt x="744956" y="584482"/>
                  </a:cubicBezTo>
                  <a:close/>
                  <a:moveTo>
                    <a:pt x="79393" y="505089"/>
                  </a:moveTo>
                  <a:lnTo>
                    <a:pt x="705260" y="505089"/>
                  </a:lnTo>
                  <a:lnTo>
                    <a:pt x="70526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83BC3952-3C10-043A-C40E-AC6ECD998FDF}"/>
                </a:ext>
              </a:extLst>
            </p:cNvPr>
            <p:cNvSpPr/>
            <p:nvPr/>
          </p:nvSpPr>
          <p:spPr>
            <a:xfrm>
              <a:off x="2976807" y="3874331"/>
              <a:ext cx="79393" cy="271772"/>
            </a:xfrm>
            <a:custGeom>
              <a:avLst/>
              <a:gdLst>
                <a:gd name="connsiteX0" fmla="*/ 39697 w 79393"/>
                <a:gd name="connsiteY0" fmla="*/ 271773 h 271772"/>
                <a:gd name="connsiteX1" fmla="*/ 0 w 79393"/>
                <a:gd name="connsiteY1" fmla="*/ 232076 h 271772"/>
                <a:gd name="connsiteX2" fmla="*/ 0 w 79393"/>
                <a:gd name="connsiteY2" fmla="*/ 39697 h 271772"/>
                <a:gd name="connsiteX3" fmla="*/ 39697 w 79393"/>
                <a:gd name="connsiteY3" fmla="*/ 0 h 271772"/>
                <a:gd name="connsiteX4" fmla="*/ 79393 w 79393"/>
                <a:gd name="connsiteY4" fmla="*/ 39697 h 271772"/>
                <a:gd name="connsiteX5" fmla="*/ 79393 w 79393"/>
                <a:gd name="connsiteY5" fmla="*/ 232076 h 271772"/>
                <a:gd name="connsiteX6" fmla="*/ 39697 w 79393"/>
                <a:gd name="connsiteY6" fmla="*/ 271773 h 271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1772">
                  <a:moveTo>
                    <a:pt x="39697" y="271773"/>
                  </a:moveTo>
                  <a:cubicBezTo>
                    <a:pt x="17773" y="271773"/>
                    <a:pt x="0" y="254000"/>
                    <a:pt x="0" y="2320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32076"/>
                  </a:lnTo>
                  <a:cubicBezTo>
                    <a:pt x="79393" y="254000"/>
                    <a:pt x="61621" y="271773"/>
                    <a:pt x="39697" y="2717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F3F66436-BAE1-EF05-A9F6-994FD786B05E}"/>
                </a:ext>
              </a:extLst>
            </p:cNvPr>
            <p:cNvSpPr/>
            <p:nvPr/>
          </p:nvSpPr>
          <p:spPr>
            <a:xfrm>
              <a:off x="3127307" y="3943056"/>
              <a:ext cx="79393" cy="203047"/>
            </a:xfrm>
            <a:custGeom>
              <a:avLst/>
              <a:gdLst>
                <a:gd name="connsiteX0" fmla="*/ 39697 w 79393"/>
                <a:gd name="connsiteY0" fmla="*/ 203048 h 203047"/>
                <a:gd name="connsiteX1" fmla="*/ 0 w 79393"/>
                <a:gd name="connsiteY1" fmla="*/ 163351 h 203047"/>
                <a:gd name="connsiteX2" fmla="*/ 0 w 79393"/>
                <a:gd name="connsiteY2" fmla="*/ 39697 h 203047"/>
                <a:gd name="connsiteX3" fmla="*/ 39697 w 79393"/>
                <a:gd name="connsiteY3" fmla="*/ 0 h 203047"/>
                <a:gd name="connsiteX4" fmla="*/ 79393 w 79393"/>
                <a:gd name="connsiteY4" fmla="*/ 39697 h 203047"/>
                <a:gd name="connsiteX5" fmla="*/ 79393 w 79393"/>
                <a:gd name="connsiteY5" fmla="*/ 163351 h 203047"/>
                <a:gd name="connsiteX6" fmla="*/ 39697 w 79393"/>
                <a:gd name="connsiteY6" fmla="*/ 203048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3047">
                  <a:moveTo>
                    <a:pt x="39697" y="203048"/>
                  </a:moveTo>
                  <a:cubicBezTo>
                    <a:pt x="17773" y="203048"/>
                    <a:pt x="0" y="185275"/>
                    <a:pt x="0" y="1633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3351"/>
                  </a:lnTo>
                  <a:cubicBezTo>
                    <a:pt x="79393" y="185275"/>
                    <a:pt x="61621" y="203048"/>
                    <a:pt x="39697" y="2030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386CF457-291C-283C-8709-9B146707C4F7}"/>
                </a:ext>
              </a:extLst>
            </p:cNvPr>
            <p:cNvSpPr/>
            <p:nvPr/>
          </p:nvSpPr>
          <p:spPr>
            <a:xfrm>
              <a:off x="3277856" y="3842276"/>
              <a:ext cx="79393" cy="303827"/>
            </a:xfrm>
            <a:custGeom>
              <a:avLst/>
              <a:gdLst>
                <a:gd name="connsiteX0" fmla="*/ 39697 w 79393"/>
                <a:gd name="connsiteY0" fmla="*/ 303827 h 303827"/>
                <a:gd name="connsiteX1" fmla="*/ 0 w 79393"/>
                <a:gd name="connsiteY1" fmla="*/ 264131 h 303827"/>
                <a:gd name="connsiteX2" fmla="*/ 0 w 79393"/>
                <a:gd name="connsiteY2" fmla="*/ 39697 h 303827"/>
                <a:gd name="connsiteX3" fmla="*/ 39697 w 79393"/>
                <a:gd name="connsiteY3" fmla="*/ 0 h 303827"/>
                <a:gd name="connsiteX4" fmla="*/ 79393 w 79393"/>
                <a:gd name="connsiteY4" fmla="*/ 39697 h 303827"/>
                <a:gd name="connsiteX5" fmla="*/ 79393 w 79393"/>
                <a:gd name="connsiteY5" fmla="*/ 264131 h 303827"/>
                <a:gd name="connsiteX6" fmla="*/ 39697 w 79393"/>
                <a:gd name="connsiteY6" fmla="*/ 303827 h 303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3827">
                  <a:moveTo>
                    <a:pt x="39697" y="303827"/>
                  </a:moveTo>
                  <a:cubicBezTo>
                    <a:pt x="17773" y="303827"/>
                    <a:pt x="0" y="286055"/>
                    <a:pt x="0" y="2641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64131"/>
                  </a:lnTo>
                  <a:cubicBezTo>
                    <a:pt x="79393" y="286055"/>
                    <a:pt x="61619" y="303827"/>
                    <a:pt x="39697" y="3038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73CB0FE9-ACB3-5CD9-D691-C23D1D9BE226}"/>
                </a:ext>
              </a:extLst>
            </p:cNvPr>
            <p:cNvSpPr/>
            <p:nvPr/>
          </p:nvSpPr>
          <p:spPr>
            <a:xfrm>
              <a:off x="3428356" y="3768986"/>
              <a:ext cx="79393" cy="377117"/>
            </a:xfrm>
            <a:custGeom>
              <a:avLst/>
              <a:gdLst>
                <a:gd name="connsiteX0" fmla="*/ 39697 w 79393"/>
                <a:gd name="connsiteY0" fmla="*/ 377117 h 377117"/>
                <a:gd name="connsiteX1" fmla="*/ 0 w 79393"/>
                <a:gd name="connsiteY1" fmla="*/ 337421 h 377117"/>
                <a:gd name="connsiteX2" fmla="*/ 0 w 79393"/>
                <a:gd name="connsiteY2" fmla="*/ 39697 h 377117"/>
                <a:gd name="connsiteX3" fmla="*/ 39697 w 79393"/>
                <a:gd name="connsiteY3" fmla="*/ 0 h 377117"/>
                <a:gd name="connsiteX4" fmla="*/ 79393 w 79393"/>
                <a:gd name="connsiteY4" fmla="*/ 39697 h 377117"/>
                <a:gd name="connsiteX5" fmla="*/ 79393 w 79393"/>
                <a:gd name="connsiteY5" fmla="*/ 337421 h 377117"/>
                <a:gd name="connsiteX6" fmla="*/ 39697 w 79393"/>
                <a:gd name="connsiteY6" fmla="*/ 377117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77117">
                  <a:moveTo>
                    <a:pt x="39697" y="377117"/>
                  </a:moveTo>
                  <a:cubicBezTo>
                    <a:pt x="17774" y="377117"/>
                    <a:pt x="0" y="359345"/>
                    <a:pt x="0" y="33742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37421"/>
                  </a:lnTo>
                  <a:cubicBezTo>
                    <a:pt x="79393" y="359345"/>
                    <a:pt x="61619" y="377117"/>
                    <a:pt x="39697" y="37711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FFD47B31-1405-DBE7-E6DC-A6ECAF1A7D03}"/>
              </a:ext>
            </a:extLst>
          </p:cNvPr>
          <p:cNvGrpSpPr/>
          <p:nvPr/>
        </p:nvGrpSpPr>
        <p:grpSpPr>
          <a:xfrm>
            <a:off x="4145422" y="3659920"/>
            <a:ext cx="828697" cy="828566"/>
            <a:chOff x="4145422" y="3659920"/>
            <a:chExt cx="828697" cy="828566"/>
          </a:xfrm>
        </p:grpSpPr>
        <p:grpSp>
          <p:nvGrpSpPr>
            <p:cNvPr id="247" name="Picture Placeholder 65">
              <a:extLst>
                <a:ext uri="{FF2B5EF4-FFF2-40B4-BE49-F238E27FC236}">
                  <a16:creationId xmlns:a16="http://schemas.microsoft.com/office/drawing/2014/main" id="{59C6999D-F033-8AF6-7125-8A519128588A}"/>
                </a:ext>
              </a:extLst>
            </p:cNvPr>
            <p:cNvGrpSpPr/>
            <p:nvPr/>
          </p:nvGrpSpPr>
          <p:grpSpPr>
            <a:xfrm>
              <a:off x="4145422" y="3659920"/>
              <a:ext cx="828697" cy="828566"/>
              <a:chOff x="4145422" y="3659920"/>
              <a:chExt cx="828697" cy="828566"/>
            </a:xfrm>
          </p:grpSpPr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E20F12B4-B281-BD78-2507-978F0D44338B}"/>
                  </a:ext>
                </a:extLst>
              </p:cNvPr>
              <p:cNvSpPr/>
              <p:nvPr/>
            </p:nvSpPr>
            <p:spPr>
              <a:xfrm>
                <a:off x="4145422" y="4136982"/>
                <a:ext cx="351455" cy="351504"/>
              </a:xfrm>
              <a:custGeom>
                <a:avLst/>
                <a:gdLst>
                  <a:gd name="connsiteX0" fmla="*/ 39728 w 351455"/>
                  <a:gd name="connsiteY0" fmla="*/ 351504 h 351504"/>
                  <a:gd name="connsiteX1" fmla="*/ 0 w 351455"/>
                  <a:gd name="connsiteY1" fmla="*/ 311838 h 351504"/>
                  <a:gd name="connsiteX2" fmla="*/ 11642 w 351455"/>
                  <a:gd name="connsiteY2" fmla="*/ 283723 h 351504"/>
                  <a:gd name="connsiteX3" fmla="*/ 281430 w 351455"/>
                  <a:gd name="connsiteY3" fmla="*/ 14084 h 351504"/>
                  <a:gd name="connsiteX4" fmla="*/ 337372 w 351455"/>
                  <a:gd name="connsiteY4" fmla="*/ 9370 h 351504"/>
                  <a:gd name="connsiteX5" fmla="*/ 342085 w 351455"/>
                  <a:gd name="connsiteY5" fmla="*/ 65312 h 351504"/>
                  <a:gd name="connsiteX6" fmla="*/ 337452 w 351455"/>
                  <a:gd name="connsiteY6" fmla="*/ 69957 h 351504"/>
                  <a:gd name="connsiteX7" fmla="*/ 67813 w 351455"/>
                  <a:gd name="connsiteY7" fmla="*/ 339744 h 351504"/>
                  <a:gd name="connsiteX8" fmla="*/ 39728 w 351455"/>
                  <a:gd name="connsiteY8" fmla="*/ 351504 h 351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455" h="351504">
                    <a:moveTo>
                      <a:pt x="39728" y="351504"/>
                    </a:moveTo>
                    <a:cubicBezTo>
                      <a:pt x="17804" y="351519"/>
                      <a:pt x="17" y="333765"/>
                      <a:pt x="0" y="311838"/>
                    </a:cubicBezTo>
                    <a:cubicBezTo>
                      <a:pt x="-8" y="301293"/>
                      <a:pt x="4181" y="291176"/>
                      <a:pt x="11642" y="283723"/>
                    </a:cubicBezTo>
                    <a:lnTo>
                      <a:pt x="281430" y="14084"/>
                    </a:lnTo>
                    <a:cubicBezTo>
                      <a:pt x="295576" y="-2666"/>
                      <a:pt x="320622" y="-4776"/>
                      <a:pt x="337372" y="9370"/>
                    </a:cubicBezTo>
                    <a:cubicBezTo>
                      <a:pt x="354121" y="23517"/>
                      <a:pt x="356232" y="48560"/>
                      <a:pt x="342085" y="65312"/>
                    </a:cubicBezTo>
                    <a:cubicBezTo>
                      <a:pt x="340672" y="66984"/>
                      <a:pt x="339122" y="68538"/>
                      <a:pt x="337452" y="69957"/>
                    </a:cubicBezTo>
                    <a:lnTo>
                      <a:pt x="67813" y="339744"/>
                    </a:lnTo>
                    <a:cubicBezTo>
                      <a:pt x="60386" y="347242"/>
                      <a:pt x="50281" y="351475"/>
                      <a:pt x="39728" y="35150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617B8F16-C8BD-DEC9-13B4-E478E451B272}"/>
                  </a:ext>
                </a:extLst>
              </p:cNvPr>
              <p:cNvSpPr/>
              <p:nvPr/>
            </p:nvSpPr>
            <p:spPr>
              <a:xfrm>
                <a:off x="4333118" y="3659920"/>
                <a:ext cx="641000" cy="641000"/>
              </a:xfrm>
              <a:custGeom>
                <a:avLst/>
                <a:gdLst>
                  <a:gd name="connsiteX0" fmla="*/ 320550 w 641000"/>
                  <a:gd name="connsiteY0" fmla="*/ 641000 h 641000"/>
                  <a:gd name="connsiteX1" fmla="*/ 0 w 641000"/>
                  <a:gd name="connsiteY1" fmla="*/ 320550 h 641000"/>
                  <a:gd name="connsiteX2" fmla="*/ 320451 w 641000"/>
                  <a:gd name="connsiteY2" fmla="*/ 0 h 641000"/>
                  <a:gd name="connsiteX3" fmla="*/ 641001 w 641000"/>
                  <a:gd name="connsiteY3" fmla="*/ 320450 h 641000"/>
                  <a:gd name="connsiteX4" fmla="*/ 641001 w 641000"/>
                  <a:gd name="connsiteY4" fmla="*/ 320500 h 641000"/>
                  <a:gd name="connsiteX5" fmla="*/ 320550 w 641000"/>
                  <a:gd name="connsiteY5" fmla="*/ 641000 h 641000"/>
                  <a:gd name="connsiteX6" fmla="*/ 320550 w 641000"/>
                  <a:gd name="connsiteY6" fmla="*/ 79443 h 641000"/>
                  <a:gd name="connsiteX7" fmla="*/ 79393 w 641000"/>
                  <a:gd name="connsiteY7" fmla="*/ 320500 h 641000"/>
                  <a:gd name="connsiteX8" fmla="*/ 320451 w 641000"/>
                  <a:gd name="connsiteY8" fmla="*/ 561657 h 641000"/>
                  <a:gd name="connsiteX9" fmla="*/ 561608 w 641000"/>
                  <a:gd name="connsiteY9" fmla="*/ 320599 h 641000"/>
                  <a:gd name="connsiteX10" fmla="*/ 561608 w 641000"/>
                  <a:gd name="connsiteY10" fmla="*/ 320500 h 641000"/>
                  <a:gd name="connsiteX11" fmla="*/ 320550 w 641000"/>
                  <a:gd name="connsiteY11" fmla="*/ 79294 h 64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000" h="641000">
                    <a:moveTo>
                      <a:pt x="320550" y="641000"/>
                    </a:moveTo>
                    <a:cubicBezTo>
                      <a:pt x="143542" y="641030"/>
                      <a:pt x="27" y="497557"/>
                      <a:pt x="0" y="320550"/>
                    </a:cubicBezTo>
                    <a:cubicBezTo>
                      <a:pt x="-27" y="143542"/>
                      <a:pt x="143443" y="27"/>
                      <a:pt x="320451" y="0"/>
                    </a:cubicBezTo>
                    <a:cubicBezTo>
                      <a:pt x="497458" y="-27"/>
                      <a:pt x="640971" y="143443"/>
                      <a:pt x="641001" y="320450"/>
                    </a:cubicBezTo>
                    <a:cubicBezTo>
                      <a:pt x="641001" y="320467"/>
                      <a:pt x="641001" y="320484"/>
                      <a:pt x="641001" y="320500"/>
                    </a:cubicBezTo>
                    <a:cubicBezTo>
                      <a:pt x="640807" y="497408"/>
                      <a:pt x="497458" y="640782"/>
                      <a:pt x="320550" y="641000"/>
                    </a:cubicBezTo>
                    <a:close/>
                    <a:moveTo>
                      <a:pt x="320550" y="79443"/>
                    </a:moveTo>
                    <a:cubicBezTo>
                      <a:pt x="187390" y="79415"/>
                      <a:pt x="79420" y="187340"/>
                      <a:pt x="79393" y="320500"/>
                    </a:cubicBezTo>
                    <a:cubicBezTo>
                      <a:pt x="79366" y="453660"/>
                      <a:pt x="187291" y="561627"/>
                      <a:pt x="320451" y="561657"/>
                    </a:cubicBezTo>
                    <a:cubicBezTo>
                      <a:pt x="453613" y="561686"/>
                      <a:pt x="561578" y="453759"/>
                      <a:pt x="561608" y="320599"/>
                    </a:cubicBezTo>
                    <a:cubicBezTo>
                      <a:pt x="561608" y="320566"/>
                      <a:pt x="561608" y="320533"/>
                      <a:pt x="561608" y="320500"/>
                    </a:cubicBezTo>
                    <a:cubicBezTo>
                      <a:pt x="561523" y="187378"/>
                      <a:pt x="453673" y="79458"/>
                      <a:pt x="320550" y="7929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FC31004C-8A6E-29DF-8A16-F7AE7DC0FB83}"/>
                </a:ext>
              </a:extLst>
            </p:cNvPr>
            <p:cNvSpPr/>
            <p:nvPr/>
          </p:nvSpPr>
          <p:spPr>
            <a:xfrm>
              <a:off x="4484266" y="3886615"/>
              <a:ext cx="336845" cy="240285"/>
            </a:xfrm>
            <a:custGeom>
              <a:avLst/>
              <a:gdLst>
                <a:gd name="connsiteX0" fmla="*/ 136256 w 336845"/>
                <a:gd name="connsiteY0" fmla="*/ 240285 h 240285"/>
                <a:gd name="connsiteX1" fmla="*/ 108171 w 336845"/>
                <a:gd name="connsiteY1" fmla="*/ 228674 h 240285"/>
                <a:gd name="connsiteX2" fmla="*/ 11658 w 336845"/>
                <a:gd name="connsiteY2" fmla="*/ 132112 h 240285"/>
                <a:gd name="connsiteX3" fmla="*/ 11609 w 336845"/>
                <a:gd name="connsiteY3" fmla="*/ 75942 h 240285"/>
                <a:gd name="connsiteX4" fmla="*/ 67779 w 336845"/>
                <a:gd name="connsiteY4" fmla="*/ 75892 h 240285"/>
                <a:gd name="connsiteX5" fmla="*/ 136256 w 336845"/>
                <a:gd name="connsiteY5" fmla="*/ 144319 h 240285"/>
                <a:gd name="connsiteX6" fmla="*/ 269041 w 336845"/>
                <a:gd name="connsiteY6" fmla="*/ 11633 h 240285"/>
                <a:gd name="connsiteX7" fmla="*/ 325212 w 336845"/>
                <a:gd name="connsiteY7" fmla="*/ 11633 h 240285"/>
                <a:gd name="connsiteX8" fmla="*/ 325212 w 336845"/>
                <a:gd name="connsiteY8" fmla="*/ 67804 h 240285"/>
                <a:gd name="connsiteX9" fmla="*/ 164341 w 336845"/>
                <a:gd name="connsiteY9" fmla="*/ 228674 h 240285"/>
                <a:gd name="connsiteX10" fmla="*/ 136256 w 336845"/>
                <a:gd name="connsiteY10" fmla="*/ 240285 h 24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6845" h="240285">
                  <a:moveTo>
                    <a:pt x="136256" y="240285"/>
                  </a:moveTo>
                  <a:cubicBezTo>
                    <a:pt x="125724" y="240294"/>
                    <a:pt x="115622" y="236117"/>
                    <a:pt x="108171" y="228674"/>
                  </a:cubicBezTo>
                  <a:lnTo>
                    <a:pt x="11658" y="132112"/>
                  </a:lnTo>
                  <a:cubicBezTo>
                    <a:pt x="-3867" y="116615"/>
                    <a:pt x="-3889" y="91466"/>
                    <a:pt x="11609" y="75942"/>
                  </a:cubicBezTo>
                  <a:cubicBezTo>
                    <a:pt x="27106" y="60417"/>
                    <a:pt x="52254" y="60394"/>
                    <a:pt x="67779" y="75892"/>
                  </a:cubicBezTo>
                  <a:lnTo>
                    <a:pt x="136256" y="144319"/>
                  </a:lnTo>
                  <a:lnTo>
                    <a:pt x="269041" y="11633"/>
                  </a:lnTo>
                  <a:cubicBezTo>
                    <a:pt x="284553" y="-3878"/>
                    <a:pt x="309700" y="-3878"/>
                    <a:pt x="325212" y="11633"/>
                  </a:cubicBezTo>
                  <a:cubicBezTo>
                    <a:pt x="340723" y="27144"/>
                    <a:pt x="340723" y="52293"/>
                    <a:pt x="325212" y="67804"/>
                  </a:cubicBezTo>
                  <a:lnTo>
                    <a:pt x="164341" y="228674"/>
                  </a:lnTo>
                  <a:cubicBezTo>
                    <a:pt x="156888" y="236117"/>
                    <a:pt x="146785" y="240294"/>
                    <a:pt x="136256" y="24028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6B1808CD-3D35-74D6-E17F-A888D42ADD3E}"/>
              </a:ext>
            </a:extLst>
          </p:cNvPr>
          <p:cNvGrpSpPr/>
          <p:nvPr/>
        </p:nvGrpSpPr>
        <p:grpSpPr>
          <a:xfrm>
            <a:off x="5496504" y="3657687"/>
            <a:ext cx="761579" cy="832932"/>
            <a:chOff x="5496504" y="3657687"/>
            <a:chExt cx="761579" cy="832932"/>
          </a:xfrm>
        </p:grpSpPr>
        <p:grpSp>
          <p:nvGrpSpPr>
            <p:cNvPr id="252" name="Picture Placeholder 67">
              <a:extLst>
                <a:ext uri="{FF2B5EF4-FFF2-40B4-BE49-F238E27FC236}">
                  <a16:creationId xmlns:a16="http://schemas.microsoft.com/office/drawing/2014/main" id="{B80E75D8-25C5-12B9-D446-12CBFACA9FD3}"/>
                </a:ext>
              </a:extLst>
            </p:cNvPr>
            <p:cNvGrpSpPr/>
            <p:nvPr/>
          </p:nvGrpSpPr>
          <p:grpSpPr>
            <a:xfrm>
              <a:off x="5613014" y="3657687"/>
              <a:ext cx="645069" cy="832932"/>
              <a:chOff x="5613014" y="3657687"/>
              <a:chExt cx="645069" cy="832932"/>
            </a:xfrm>
            <a:solidFill>
              <a:srgbClr val="C42828"/>
            </a:solidFill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8C81E20A-FE91-5147-D41D-ECCF4B2BAE0C}"/>
                  </a:ext>
                </a:extLst>
              </p:cNvPr>
              <p:cNvSpPr/>
              <p:nvPr/>
            </p:nvSpPr>
            <p:spPr>
              <a:xfrm>
                <a:off x="5613014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617430"/>
                    </a:lnTo>
                    <a:cubicBezTo>
                      <a:pt x="0" y="595508"/>
                      <a:pt x="17773" y="577734"/>
                      <a:pt x="39697" y="577734"/>
                    </a:cubicBezTo>
                    <a:cubicBezTo>
                      <a:pt x="61621" y="577734"/>
                      <a:pt x="79393" y="595508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7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1"/>
                      <a:pt x="644980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0" y="815119"/>
                      <a:pt x="627256" y="832878"/>
                      <a:pt x="605373" y="8329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0B374DF7-4E34-F32D-AFA4-5CFA948BCDE8}"/>
                  </a:ext>
                </a:extLst>
              </p:cNvPr>
              <p:cNvSpPr/>
              <p:nvPr/>
            </p:nvSpPr>
            <p:spPr>
              <a:xfrm>
                <a:off x="5990132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287AFA7A-5042-3549-803C-B8E07479EC96}"/>
                </a:ext>
              </a:extLst>
            </p:cNvPr>
            <p:cNvSpPr/>
            <p:nvPr/>
          </p:nvSpPr>
          <p:spPr>
            <a:xfrm>
              <a:off x="5496504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7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2"/>
                    <a:pt x="463547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C5060607-2EFF-4C7D-3020-840E6531FD15}"/>
                </a:ext>
              </a:extLst>
            </p:cNvPr>
            <p:cNvSpPr/>
            <p:nvPr/>
          </p:nvSpPr>
          <p:spPr>
            <a:xfrm>
              <a:off x="5619663" y="4107548"/>
              <a:ext cx="75639" cy="94825"/>
            </a:xfrm>
            <a:custGeom>
              <a:avLst/>
              <a:gdLst>
                <a:gd name="connsiteX0" fmla="*/ 30169 w 75639"/>
                <a:gd name="connsiteY0" fmla="*/ 64309 h 94825"/>
                <a:gd name="connsiteX1" fmla="*/ 30169 w 75639"/>
                <a:gd name="connsiteY1" fmla="*/ 94825 h 94825"/>
                <a:gd name="connsiteX2" fmla="*/ 0 w 75639"/>
                <a:gd name="connsiteY2" fmla="*/ 94825 h 94825"/>
                <a:gd name="connsiteX3" fmla="*/ 0 w 75639"/>
                <a:gd name="connsiteY3" fmla="*/ 0 h 94825"/>
                <a:gd name="connsiteX4" fmla="*/ 38704 w 75639"/>
                <a:gd name="connsiteY4" fmla="*/ 0 h 94825"/>
                <a:gd name="connsiteX5" fmla="*/ 52201 w 75639"/>
                <a:gd name="connsiteY5" fmla="*/ 1538 h 94825"/>
                <a:gd name="connsiteX6" fmla="*/ 64011 w 75639"/>
                <a:gd name="connsiteY6" fmla="*/ 6500 h 94825"/>
                <a:gd name="connsiteX7" fmla="*/ 72446 w 75639"/>
                <a:gd name="connsiteY7" fmla="*/ 16425 h 94825"/>
                <a:gd name="connsiteX8" fmla="*/ 75622 w 75639"/>
                <a:gd name="connsiteY8" fmla="*/ 31757 h 94825"/>
                <a:gd name="connsiteX9" fmla="*/ 72496 w 75639"/>
                <a:gd name="connsiteY9" fmla="*/ 46644 h 94825"/>
                <a:gd name="connsiteX10" fmla="*/ 64209 w 75639"/>
                <a:gd name="connsiteY10" fmla="*/ 56568 h 94825"/>
                <a:gd name="connsiteX11" fmla="*/ 52399 w 75639"/>
                <a:gd name="connsiteY11" fmla="*/ 62225 h 94825"/>
                <a:gd name="connsiteX12" fmla="*/ 38704 w 75639"/>
                <a:gd name="connsiteY12" fmla="*/ 63961 h 94825"/>
                <a:gd name="connsiteX13" fmla="*/ 30169 w 75639"/>
                <a:gd name="connsiteY13" fmla="*/ 24612 h 94825"/>
                <a:gd name="connsiteX14" fmla="*/ 30169 w 75639"/>
                <a:gd name="connsiteY14" fmla="*/ 39895 h 94825"/>
                <a:gd name="connsiteX15" fmla="*/ 36521 w 75639"/>
                <a:gd name="connsiteY15" fmla="*/ 39895 h 94825"/>
                <a:gd name="connsiteX16" fmla="*/ 42823 w 75639"/>
                <a:gd name="connsiteY16" fmla="*/ 38109 h 94825"/>
                <a:gd name="connsiteX17" fmla="*/ 45701 w 75639"/>
                <a:gd name="connsiteY17" fmla="*/ 32006 h 94825"/>
                <a:gd name="connsiteX18" fmla="*/ 44907 w 75639"/>
                <a:gd name="connsiteY18" fmla="*/ 28334 h 94825"/>
                <a:gd name="connsiteX19" fmla="*/ 42823 w 75639"/>
                <a:gd name="connsiteY19" fmla="*/ 26101 h 94825"/>
                <a:gd name="connsiteX20" fmla="*/ 39845 w 75639"/>
                <a:gd name="connsiteY20" fmla="*/ 24959 h 94825"/>
                <a:gd name="connsiteX21" fmla="*/ 36521 w 75639"/>
                <a:gd name="connsiteY21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5639" h="94825">
                  <a:moveTo>
                    <a:pt x="30169" y="64309"/>
                  </a:moveTo>
                  <a:lnTo>
                    <a:pt x="30169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704" y="0"/>
                  </a:lnTo>
                  <a:cubicBezTo>
                    <a:pt x="43247" y="-12"/>
                    <a:pt x="47777" y="505"/>
                    <a:pt x="52201" y="1538"/>
                  </a:cubicBezTo>
                  <a:cubicBezTo>
                    <a:pt x="56417" y="2428"/>
                    <a:pt x="60425" y="4112"/>
                    <a:pt x="64011" y="6500"/>
                  </a:cubicBezTo>
                  <a:cubicBezTo>
                    <a:pt x="67578" y="9084"/>
                    <a:pt x="70472" y="12488"/>
                    <a:pt x="72446" y="16425"/>
                  </a:cubicBezTo>
                  <a:cubicBezTo>
                    <a:pt x="74703" y="21212"/>
                    <a:pt x="75792" y="26467"/>
                    <a:pt x="75622" y="31757"/>
                  </a:cubicBezTo>
                  <a:cubicBezTo>
                    <a:pt x="75754" y="36893"/>
                    <a:pt x="74683" y="41994"/>
                    <a:pt x="72496" y="46644"/>
                  </a:cubicBezTo>
                  <a:cubicBezTo>
                    <a:pt x="70534" y="50544"/>
                    <a:pt x="67698" y="53943"/>
                    <a:pt x="64209" y="56568"/>
                  </a:cubicBezTo>
                  <a:cubicBezTo>
                    <a:pt x="60684" y="59213"/>
                    <a:pt x="56670" y="61138"/>
                    <a:pt x="52399" y="62225"/>
                  </a:cubicBezTo>
                  <a:cubicBezTo>
                    <a:pt x="47925" y="63376"/>
                    <a:pt x="43324" y="63956"/>
                    <a:pt x="38704" y="63961"/>
                  </a:cubicBezTo>
                  <a:close/>
                  <a:moveTo>
                    <a:pt x="30169" y="24612"/>
                  </a:moveTo>
                  <a:lnTo>
                    <a:pt x="30169" y="39895"/>
                  </a:lnTo>
                  <a:lnTo>
                    <a:pt x="36521" y="39895"/>
                  </a:lnTo>
                  <a:cubicBezTo>
                    <a:pt x="38749" y="39915"/>
                    <a:pt x="40936" y="39295"/>
                    <a:pt x="42823" y="38109"/>
                  </a:cubicBezTo>
                  <a:cubicBezTo>
                    <a:pt x="44820" y="36749"/>
                    <a:pt x="45922" y="34412"/>
                    <a:pt x="45701" y="32006"/>
                  </a:cubicBezTo>
                  <a:cubicBezTo>
                    <a:pt x="45766" y="30735"/>
                    <a:pt x="45492" y="29465"/>
                    <a:pt x="44907" y="28334"/>
                  </a:cubicBezTo>
                  <a:cubicBezTo>
                    <a:pt x="44430" y="27412"/>
                    <a:pt x="43709" y="26640"/>
                    <a:pt x="42823" y="26101"/>
                  </a:cubicBezTo>
                  <a:cubicBezTo>
                    <a:pt x="41898" y="25562"/>
                    <a:pt x="40893" y="25177"/>
                    <a:pt x="39845" y="24959"/>
                  </a:cubicBezTo>
                  <a:cubicBezTo>
                    <a:pt x="38750" y="24746"/>
                    <a:pt x="37637" y="24629"/>
                    <a:pt x="36521" y="2461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B2A142C0-8AC7-DBA6-1F14-D7A7B4BA7920}"/>
                </a:ext>
              </a:extLst>
            </p:cNvPr>
            <p:cNvSpPr/>
            <p:nvPr/>
          </p:nvSpPr>
          <p:spPr>
            <a:xfrm>
              <a:off x="5701637" y="4107548"/>
              <a:ext cx="87480" cy="94825"/>
            </a:xfrm>
            <a:custGeom>
              <a:avLst/>
              <a:gdLst>
                <a:gd name="connsiteX0" fmla="*/ 0 w 87480"/>
                <a:gd name="connsiteY0" fmla="*/ 94825 h 94825"/>
                <a:gd name="connsiteX1" fmla="*/ 0 w 87480"/>
                <a:gd name="connsiteY1" fmla="*/ 0 h 94825"/>
                <a:gd name="connsiteX2" fmla="*/ 33593 w 87480"/>
                <a:gd name="connsiteY2" fmla="*/ 0 h 94825"/>
                <a:gd name="connsiteX3" fmla="*/ 54037 w 87480"/>
                <a:gd name="connsiteY3" fmla="*/ 2184 h 94825"/>
                <a:gd name="connsiteX4" fmla="*/ 71206 w 87480"/>
                <a:gd name="connsiteY4" fmla="*/ 9825 h 94825"/>
                <a:gd name="connsiteX5" fmla="*/ 83115 w 87480"/>
                <a:gd name="connsiteY5" fmla="*/ 24265 h 94825"/>
                <a:gd name="connsiteX6" fmla="*/ 83115 w 87480"/>
                <a:gd name="connsiteY6" fmla="*/ 68477 h 94825"/>
                <a:gd name="connsiteX7" fmla="*/ 71702 w 87480"/>
                <a:gd name="connsiteY7" fmla="*/ 83363 h 94825"/>
                <a:gd name="connsiteX8" fmla="*/ 55278 w 87480"/>
                <a:gd name="connsiteY8" fmla="*/ 91997 h 94825"/>
                <a:gd name="connsiteX9" fmla="*/ 35925 w 87480"/>
                <a:gd name="connsiteY9" fmla="*/ 94776 h 94825"/>
                <a:gd name="connsiteX10" fmla="*/ 29276 w 87480"/>
                <a:gd name="connsiteY10" fmla="*/ 27044 h 94825"/>
                <a:gd name="connsiteX11" fmla="*/ 29276 w 87480"/>
                <a:gd name="connsiteY11" fmla="*/ 67385 h 94825"/>
                <a:gd name="connsiteX12" fmla="*/ 34735 w 87480"/>
                <a:gd name="connsiteY12" fmla="*/ 67385 h 94825"/>
                <a:gd name="connsiteX13" fmla="*/ 51159 w 87480"/>
                <a:gd name="connsiteY13" fmla="*/ 62423 h 94825"/>
                <a:gd name="connsiteX14" fmla="*/ 56865 w 87480"/>
                <a:gd name="connsiteY14" fmla="*/ 46445 h 94825"/>
                <a:gd name="connsiteX15" fmla="*/ 51159 w 87480"/>
                <a:gd name="connsiteY15" fmla="*/ 32105 h 94825"/>
                <a:gd name="connsiteX16" fmla="*/ 35876 w 87480"/>
                <a:gd name="connsiteY16" fmla="*/ 27143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7480" h="94825">
                  <a:moveTo>
                    <a:pt x="0" y="94825"/>
                  </a:moveTo>
                  <a:lnTo>
                    <a:pt x="0" y="0"/>
                  </a:lnTo>
                  <a:lnTo>
                    <a:pt x="33593" y="0"/>
                  </a:lnTo>
                  <a:cubicBezTo>
                    <a:pt x="40467" y="-19"/>
                    <a:pt x="47322" y="713"/>
                    <a:pt x="54037" y="2184"/>
                  </a:cubicBezTo>
                  <a:cubicBezTo>
                    <a:pt x="60223" y="3528"/>
                    <a:pt x="66067" y="6129"/>
                    <a:pt x="71206" y="9825"/>
                  </a:cubicBezTo>
                  <a:cubicBezTo>
                    <a:pt x="76291" y="13597"/>
                    <a:pt x="80379" y="18554"/>
                    <a:pt x="83115" y="24265"/>
                  </a:cubicBezTo>
                  <a:cubicBezTo>
                    <a:pt x="88935" y="38427"/>
                    <a:pt x="88935" y="54315"/>
                    <a:pt x="83115" y="68477"/>
                  </a:cubicBezTo>
                  <a:cubicBezTo>
                    <a:pt x="80462" y="74223"/>
                    <a:pt x="76563" y="79309"/>
                    <a:pt x="71702" y="83363"/>
                  </a:cubicBezTo>
                  <a:cubicBezTo>
                    <a:pt x="66845" y="87288"/>
                    <a:pt x="61264" y="90221"/>
                    <a:pt x="55278" y="91997"/>
                  </a:cubicBezTo>
                  <a:cubicBezTo>
                    <a:pt x="49000" y="93878"/>
                    <a:pt x="42478" y="94816"/>
                    <a:pt x="35925" y="94776"/>
                  </a:cubicBezTo>
                  <a:close/>
                  <a:moveTo>
                    <a:pt x="29276" y="27044"/>
                  </a:moveTo>
                  <a:lnTo>
                    <a:pt x="29276" y="67385"/>
                  </a:lnTo>
                  <a:lnTo>
                    <a:pt x="34735" y="67385"/>
                  </a:lnTo>
                  <a:cubicBezTo>
                    <a:pt x="40625" y="67738"/>
                    <a:pt x="46449" y="65976"/>
                    <a:pt x="51159" y="62423"/>
                  </a:cubicBezTo>
                  <a:cubicBezTo>
                    <a:pt x="55356" y="58220"/>
                    <a:pt x="57450" y="52355"/>
                    <a:pt x="56865" y="46445"/>
                  </a:cubicBezTo>
                  <a:cubicBezTo>
                    <a:pt x="57183" y="41057"/>
                    <a:pt x="55093" y="35802"/>
                    <a:pt x="51159" y="32105"/>
                  </a:cubicBezTo>
                  <a:cubicBezTo>
                    <a:pt x="46873" y="28581"/>
                    <a:pt x="41414" y="26809"/>
                    <a:pt x="35876" y="271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E2B9F143-3FDD-D0E2-C2AA-E61251042C33}"/>
                </a:ext>
              </a:extLst>
            </p:cNvPr>
            <p:cNvSpPr/>
            <p:nvPr/>
          </p:nvSpPr>
          <p:spPr>
            <a:xfrm>
              <a:off x="5796859" y="4107548"/>
              <a:ext cx="60785" cy="94825"/>
            </a:xfrm>
            <a:custGeom>
              <a:avLst/>
              <a:gdLst>
                <a:gd name="connsiteX0" fmla="*/ 29624 w 60785"/>
                <a:gd name="connsiteY0" fmla="*/ 36570 h 94825"/>
                <a:gd name="connsiteX1" fmla="*/ 57113 w 60785"/>
                <a:gd name="connsiteY1" fmla="*/ 36570 h 94825"/>
                <a:gd name="connsiteX2" fmla="*/ 57113 w 60785"/>
                <a:gd name="connsiteY2" fmla="*/ 62671 h 94825"/>
                <a:gd name="connsiteX3" fmla="*/ 29772 w 60785"/>
                <a:gd name="connsiteY3" fmla="*/ 62671 h 94825"/>
                <a:gd name="connsiteX4" fmla="*/ 29772 w 60785"/>
                <a:gd name="connsiteY4" fmla="*/ 94825 h 94825"/>
                <a:gd name="connsiteX5" fmla="*/ 0 w 60785"/>
                <a:gd name="connsiteY5" fmla="*/ 94825 h 94825"/>
                <a:gd name="connsiteX6" fmla="*/ 0 w 60785"/>
                <a:gd name="connsiteY6" fmla="*/ 0 h 94825"/>
                <a:gd name="connsiteX7" fmla="*/ 60785 w 60785"/>
                <a:gd name="connsiteY7" fmla="*/ 0 h 94825"/>
                <a:gd name="connsiteX8" fmla="*/ 60785 w 60785"/>
                <a:gd name="connsiteY8" fmla="*/ 26646 h 94825"/>
                <a:gd name="connsiteX9" fmla="*/ 29624 w 60785"/>
                <a:gd name="connsiteY9" fmla="*/ 26646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85" h="94825">
                  <a:moveTo>
                    <a:pt x="29624" y="36570"/>
                  </a:moveTo>
                  <a:lnTo>
                    <a:pt x="57113" y="36570"/>
                  </a:lnTo>
                  <a:lnTo>
                    <a:pt x="57113" y="62671"/>
                  </a:lnTo>
                  <a:lnTo>
                    <a:pt x="29772" y="62671"/>
                  </a:lnTo>
                  <a:lnTo>
                    <a:pt x="29772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60785" y="0"/>
                  </a:lnTo>
                  <a:lnTo>
                    <a:pt x="60785" y="26646"/>
                  </a:lnTo>
                  <a:lnTo>
                    <a:pt x="29624" y="2664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B2DF57EE-C59A-6318-0FF7-BCB36AA22BDF}"/>
              </a:ext>
            </a:extLst>
          </p:cNvPr>
          <p:cNvGrpSpPr/>
          <p:nvPr/>
        </p:nvGrpSpPr>
        <p:grpSpPr>
          <a:xfrm>
            <a:off x="6814012" y="3657687"/>
            <a:ext cx="761579" cy="832932"/>
            <a:chOff x="6814012" y="3657687"/>
            <a:chExt cx="761579" cy="832932"/>
          </a:xfrm>
        </p:grpSpPr>
        <p:grpSp>
          <p:nvGrpSpPr>
            <p:cNvPr id="260" name="Picture Placeholder 69">
              <a:extLst>
                <a:ext uri="{FF2B5EF4-FFF2-40B4-BE49-F238E27FC236}">
                  <a16:creationId xmlns:a16="http://schemas.microsoft.com/office/drawing/2014/main" id="{F64D9E38-1405-E8D1-8AF9-AA83381DBC67}"/>
                </a:ext>
              </a:extLst>
            </p:cNvPr>
            <p:cNvGrpSpPr/>
            <p:nvPr/>
          </p:nvGrpSpPr>
          <p:grpSpPr>
            <a:xfrm>
              <a:off x="6930522" y="3657687"/>
              <a:ext cx="645069" cy="832932"/>
              <a:chOff x="6930522" y="3657687"/>
              <a:chExt cx="645069" cy="832932"/>
            </a:xfrm>
            <a:solidFill>
              <a:srgbClr val="C42828"/>
            </a:solidFill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3D6FF622-9E0B-66A9-7D7D-E84B686151C9}"/>
                  </a:ext>
                </a:extLst>
              </p:cNvPr>
              <p:cNvSpPr/>
              <p:nvPr/>
            </p:nvSpPr>
            <p:spPr>
              <a:xfrm>
                <a:off x="6930522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617430"/>
                    </a:lnTo>
                    <a:cubicBezTo>
                      <a:pt x="0" y="595508"/>
                      <a:pt x="17773" y="577734"/>
                      <a:pt x="39697" y="577734"/>
                    </a:cubicBezTo>
                    <a:cubicBezTo>
                      <a:pt x="61621" y="577734"/>
                      <a:pt x="79393" y="595508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7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1"/>
                      <a:pt x="644980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0" y="815119"/>
                      <a:pt x="627256" y="832878"/>
                      <a:pt x="605373" y="8329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196B18-3B55-0418-0967-FD1193CCFE63}"/>
                  </a:ext>
                </a:extLst>
              </p:cNvPr>
              <p:cNvSpPr/>
              <p:nvPr/>
            </p:nvSpPr>
            <p:spPr>
              <a:xfrm>
                <a:off x="7307640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BD2C6636-D449-5462-5E73-DE3AE3283F4B}"/>
                </a:ext>
              </a:extLst>
            </p:cNvPr>
            <p:cNvSpPr/>
            <p:nvPr/>
          </p:nvSpPr>
          <p:spPr>
            <a:xfrm>
              <a:off x="6814012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7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2"/>
                    <a:pt x="463547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7709E529-49C9-0F22-5FA9-0C296BB923B9}"/>
                </a:ext>
              </a:extLst>
            </p:cNvPr>
            <p:cNvSpPr/>
            <p:nvPr/>
          </p:nvSpPr>
          <p:spPr>
            <a:xfrm>
              <a:off x="6918960" y="4107548"/>
              <a:ext cx="87480" cy="94825"/>
            </a:xfrm>
            <a:custGeom>
              <a:avLst/>
              <a:gdLst>
                <a:gd name="connsiteX0" fmla="*/ 0 w 87480"/>
                <a:gd name="connsiteY0" fmla="*/ 94825 h 94825"/>
                <a:gd name="connsiteX1" fmla="*/ 0 w 87480"/>
                <a:gd name="connsiteY1" fmla="*/ 0 h 94825"/>
                <a:gd name="connsiteX2" fmla="*/ 33593 w 87480"/>
                <a:gd name="connsiteY2" fmla="*/ 0 h 94825"/>
                <a:gd name="connsiteX3" fmla="*/ 54037 w 87480"/>
                <a:gd name="connsiteY3" fmla="*/ 2184 h 94825"/>
                <a:gd name="connsiteX4" fmla="*/ 71206 w 87480"/>
                <a:gd name="connsiteY4" fmla="*/ 9825 h 94825"/>
                <a:gd name="connsiteX5" fmla="*/ 83115 w 87480"/>
                <a:gd name="connsiteY5" fmla="*/ 24265 h 94825"/>
                <a:gd name="connsiteX6" fmla="*/ 83115 w 87480"/>
                <a:gd name="connsiteY6" fmla="*/ 68477 h 94825"/>
                <a:gd name="connsiteX7" fmla="*/ 71752 w 87480"/>
                <a:gd name="connsiteY7" fmla="*/ 83363 h 94825"/>
                <a:gd name="connsiteX8" fmla="*/ 55327 w 87480"/>
                <a:gd name="connsiteY8" fmla="*/ 91997 h 94825"/>
                <a:gd name="connsiteX9" fmla="*/ 35975 w 87480"/>
                <a:gd name="connsiteY9" fmla="*/ 94776 h 94825"/>
                <a:gd name="connsiteX10" fmla="*/ 29177 w 87480"/>
                <a:gd name="connsiteY10" fmla="*/ 27044 h 94825"/>
                <a:gd name="connsiteX11" fmla="*/ 29177 w 87480"/>
                <a:gd name="connsiteY11" fmla="*/ 67385 h 94825"/>
                <a:gd name="connsiteX12" fmla="*/ 34784 w 87480"/>
                <a:gd name="connsiteY12" fmla="*/ 67385 h 94825"/>
                <a:gd name="connsiteX13" fmla="*/ 51159 w 87480"/>
                <a:gd name="connsiteY13" fmla="*/ 62423 h 94825"/>
                <a:gd name="connsiteX14" fmla="*/ 56915 w 87480"/>
                <a:gd name="connsiteY14" fmla="*/ 46445 h 94825"/>
                <a:gd name="connsiteX15" fmla="*/ 51159 w 87480"/>
                <a:gd name="connsiteY15" fmla="*/ 32105 h 94825"/>
                <a:gd name="connsiteX16" fmla="*/ 35925 w 87480"/>
                <a:gd name="connsiteY16" fmla="*/ 27143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7480" h="94825">
                  <a:moveTo>
                    <a:pt x="0" y="94825"/>
                  </a:moveTo>
                  <a:lnTo>
                    <a:pt x="0" y="0"/>
                  </a:lnTo>
                  <a:lnTo>
                    <a:pt x="33593" y="0"/>
                  </a:lnTo>
                  <a:cubicBezTo>
                    <a:pt x="40467" y="-19"/>
                    <a:pt x="47322" y="713"/>
                    <a:pt x="54037" y="2184"/>
                  </a:cubicBezTo>
                  <a:cubicBezTo>
                    <a:pt x="60223" y="3528"/>
                    <a:pt x="66067" y="6129"/>
                    <a:pt x="71206" y="9825"/>
                  </a:cubicBezTo>
                  <a:cubicBezTo>
                    <a:pt x="76291" y="13597"/>
                    <a:pt x="80379" y="18554"/>
                    <a:pt x="83115" y="24265"/>
                  </a:cubicBezTo>
                  <a:cubicBezTo>
                    <a:pt x="88935" y="38427"/>
                    <a:pt x="88935" y="54315"/>
                    <a:pt x="83115" y="68477"/>
                  </a:cubicBezTo>
                  <a:cubicBezTo>
                    <a:pt x="80480" y="74223"/>
                    <a:pt x="76599" y="79309"/>
                    <a:pt x="71752" y="83363"/>
                  </a:cubicBezTo>
                  <a:cubicBezTo>
                    <a:pt x="66888" y="87278"/>
                    <a:pt x="61309" y="90211"/>
                    <a:pt x="55327" y="91997"/>
                  </a:cubicBezTo>
                  <a:cubicBezTo>
                    <a:pt x="49050" y="93878"/>
                    <a:pt x="42528" y="94816"/>
                    <a:pt x="35975" y="94776"/>
                  </a:cubicBezTo>
                  <a:close/>
                  <a:moveTo>
                    <a:pt x="29177" y="27044"/>
                  </a:moveTo>
                  <a:lnTo>
                    <a:pt x="29177" y="67385"/>
                  </a:lnTo>
                  <a:lnTo>
                    <a:pt x="34784" y="67385"/>
                  </a:lnTo>
                  <a:cubicBezTo>
                    <a:pt x="40658" y="67728"/>
                    <a:pt x="46462" y="65966"/>
                    <a:pt x="51159" y="62423"/>
                  </a:cubicBezTo>
                  <a:cubicBezTo>
                    <a:pt x="55374" y="58230"/>
                    <a:pt x="57487" y="52365"/>
                    <a:pt x="56915" y="46445"/>
                  </a:cubicBezTo>
                  <a:cubicBezTo>
                    <a:pt x="57213" y="41047"/>
                    <a:pt x="55105" y="35797"/>
                    <a:pt x="51159" y="32105"/>
                  </a:cubicBezTo>
                  <a:cubicBezTo>
                    <a:pt x="46889" y="28589"/>
                    <a:pt x="41447" y="26817"/>
                    <a:pt x="35925" y="271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16759A22-9609-8A91-20D8-3CF6A38AFE49}"/>
                </a:ext>
              </a:extLst>
            </p:cNvPr>
            <p:cNvSpPr/>
            <p:nvPr/>
          </p:nvSpPr>
          <p:spPr>
            <a:xfrm>
              <a:off x="7010109" y="4104869"/>
              <a:ext cx="100145" cy="100183"/>
            </a:xfrm>
            <a:custGeom>
              <a:avLst/>
              <a:gdLst>
                <a:gd name="connsiteX0" fmla="*/ 5 w 100145"/>
                <a:gd name="connsiteY0" fmla="*/ 49571 h 100183"/>
                <a:gd name="connsiteX1" fmla="*/ 3825 w 100145"/>
                <a:gd name="connsiteY1" fmla="*/ 28978 h 100183"/>
                <a:gd name="connsiteX2" fmla="*/ 30174 w 100145"/>
                <a:gd name="connsiteY2" fmla="*/ 3473 h 100183"/>
                <a:gd name="connsiteX3" fmla="*/ 69871 w 100145"/>
                <a:gd name="connsiteY3" fmla="*/ 3473 h 100183"/>
                <a:gd name="connsiteX4" fmla="*/ 85799 w 100145"/>
                <a:gd name="connsiteY4" fmla="*/ 13397 h 100183"/>
                <a:gd name="connsiteX5" fmla="*/ 96368 w 100145"/>
                <a:gd name="connsiteY5" fmla="*/ 28978 h 100183"/>
                <a:gd name="connsiteX6" fmla="*/ 100139 w 100145"/>
                <a:gd name="connsiteY6" fmla="*/ 49571 h 100183"/>
                <a:gd name="connsiteX7" fmla="*/ 96368 w 100145"/>
                <a:gd name="connsiteY7" fmla="*/ 70312 h 100183"/>
                <a:gd name="connsiteX8" fmla="*/ 69871 w 100145"/>
                <a:gd name="connsiteY8" fmla="*/ 96611 h 100183"/>
                <a:gd name="connsiteX9" fmla="*/ 30174 w 100145"/>
                <a:gd name="connsiteY9" fmla="*/ 96611 h 100183"/>
                <a:gd name="connsiteX10" fmla="*/ 14295 w 100145"/>
                <a:gd name="connsiteY10" fmla="*/ 86339 h 100183"/>
                <a:gd name="connsiteX11" fmla="*/ 3825 w 100145"/>
                <a:gd name="connsiteY11" fmla="*/ 70312 h 100183"/>
                <a:gd name="connsiteX12" fmla="*/ 5 w 100145"/>
                <a:gd name="connsiteY12" fmla="*/ 49571 h 100183"/>
                <a:gd name="connsiteX13" fmla="*/ 32209 w 100145"/>
                <a:gd name="connsiteY13" fmla="*/ 49571 h 100183"/>
                <a:gd name="connsiteX14" fmla="*/ 33548 w 100145"/>
                <a:gd name="connsiteY14" fmla="*/ 58155 h 100183"/>
                <a:gd name="connsiteX15" fmla="*/ 37220 w 100145"/>
                <a:gd name="connsiteY15" fmla="*/ 64854 h 100183"/>
                <a:gd name="connsiteX16" fmla="*/ 50022 w 100145"/>
                <a:gd name="connsiteY16" fmla="*/ 70709 h 100183"/>
                <a:gd name="connsiteX17" fmla="*/ 57069 w 100145"/>
                <a:gd name="connsiteY17" fmla="*/ 69171 h 100183"/>
                <a:gd name="connsiteX18" fmla="*/ 62725 w 100145"/>
                <a:gd name="connsiteY18" fmla="*/ 64854 h 100183"/>
                <a:gd name="connsiteX19" fmla="*/ 66496 w 100145"/>
                <a:gd name="connsiteY19" fmla="*/ 58155 h 100183"/>
                <a:gd name="connsiteX20" fmla="*/ 67836 w 100145"/>
                <a:gd name="connsiteY20" fmla="*/ 49571 h 100183"/>
                <a:gd name="connsiteX21" fmla="*/ 66496 w 100145"/>
                <a:gd name="connsiteY21" fmla="*/ 41185 h 100183"/>
                <a:gd name="connsiteX22" fmla="*/ 62725 w 100145"/>
                <a:gd name="connsiteY22" fmla="*/ 34784 h 100183"/>
                <a:gd name="connsiteX23" fmla="*/ 50022 w 100145"/>
                <a:gd name="connsiteY23" fmla="*/ 29226 h 100183"/>
                <a:gd name="connsiteX24" fmla="*/ 42877 w 100145"/>
                <a:gd name="connsiteY24" fmla="*/ 30665 h 100183"/>
                <a:gd name="connsiteX25" fmla="*/ 37220 w 100145"/>
                <a:gd name="connsiteY25" fmla="*/ 34784 h 100183"/>
                <a:gd name="connsiteX26" fmla="*/ 33350 w 100145"/>
                <a:gd name="connsiteY26" fmla="*/ 41234 h 100183"/>
                <a:gd name="connsiteX27" fmla="*/ 32209 w 100145"/>
                <a:gd name="connsiteY27" fmla="*/ 49571 h 10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145" h="100183">
                  <a:moveTo>
                    <a:pt x="5" y="49571"/>
                  </a:moveTo>
                  <a:cubicBezTo>
                    <a:pt x="-89" y="42519"/>
                    <a:pt x="1210" y="35523"/>
                    <a:pt x="3825" y="28978"/>
                  </a:cubicBezTo>
                  <a:cubicBezTo>
                    <a:pt x="8579" y="17114"/>
                    <a:pt x="18162" y="7838"/>
                    <a:pt x="30174" y="3473"/>
                  </a:cubicBezTo>
                  <a:cubicBezTo>
                    <a:pt x="43001" y="-1158"/>
                    <a:pt x="57044" y="-1158"/>
                    <a:pt x="69871" y="3473"/>
                  </a:cubicBezTo>
                  <a:cubicBezTo>
                    <a:pt x="75793" y="5676"/>
                    <a:pt x="81211" y="9052"/>
                    <a:pt x="85799" y="13397"/>
                  </a:cubicBezTo>
                  <a:cubicBezTo>
                    <a:pt x="90358" y="17807"/>
                    <a:pt x="93956" y="23112"/>
                    <a:pt x="96368" y="28978"/>
                  </a:cubicBezTo>
                  <a:cubicBezTo>
                    <a:pt x="98967" y="35528"/>
                    <a:pt x="100249" y="42524"/>
                    <a:pt x="100139" y="49571"/>
                  </a:cubicBezTo>
                  <a:cubicBezTo>
                    <a:pt x="100242" y="56661"/>
                    <a:pt x="98961" y="63707"/>
                    <a:pt x="96368" y="70312"/>
                  </a:cubicBezTo>
                  <a:cubicBezTo>
                    <a:pt x="91618" y="82410"/>
                    <a:pt x="82003" y="91952"/>
                    <a:pt x="69871" y="96611"/>
                  </a:cubicBezTo>
                  <a:cubicBezTo>
                    <a:pt x="57068" y="101375"/>
                    <a:pt x="42978" y="101375"/>
                    <a:pt x="30174" y="96611"/>
                  </a:cubicBezTo>
                  <a:cubicBezTo>
                    <a:pt x="24241" y="94294"/>
                    <a:pt x="18839" y="90800"/>
                    <a:pt x="14295" y="86339"/>
                  </a:cubicBezTo>
                  <a:cubicBezTo>
                    <a:pt x="9760" y="81760"/>
                    <a:pt x="6198" y="76306"/>
                    <a:pt x="3825" y="70312"/>
                  </a:cubicBezTo>
                  <a:cubicBezTo>
                    <a:pt x="1215" y="63712"/>
                    <a:pt x="-82" y="56666"/>
                    <a:pt x="5" y="49571"/>
                  </a:cubicBezTo>
                  <a:close/>
                  <a:moveTo>
                    <a:pt x="32209" y="49571"/>
                  </a:moveTo>
                  <a:cubicBezTo>
                    <a:pt x="32178" y="52488"/>
                    <a:pt x="32631" y="55386"/>
                    <a:pt x="33548" y="58155"/>
                  </a:cubicBezTo>
                  <a:cubicBezTo>
                    <a:pt x="34348" y="60596"/>
                    <a:pt x="35593" y="62869"/>
                    <a:pt x="37220" y="64854"/>
                  </a:cubicBezTo>
                  <a:cubicBezTo>
                    <a:pt x="40401" y="68615"/>
                    <a:pt x="45096" y="70764"/>
                    <a:pt x="50022" y="70709"/>
                  </a:cubicBezTo>
                  <a:cubicBezTo>
                    <a:pt x="52458" y="70744"/>
                    <a:pt x="54868" y="70218"/>
                    <a:pt x="57069" y="69171"/>
                  </a:cubicBezTo>
                  <a:cubicBezTo>
                    <a:pt x="59244" y="68158"/>
                    <a:pt x="61175" y="66685"/>
                    <a:pt x="62725" y="64854"/>
                  </a:cubicBezTo>
                  <a:cubicBezTo>
                    <a:pt x="64407" y="62889"/>
                    <a:pt x="65688" y="60611"/>
                    <a:pt x="66496" y="58155"/>
                  </a:cubicBezTo>
                  <a:cubicBezTo>
                    <a:pt x="67414" y="55386"/>
                    <a:pt x="67867" y="52488"/>
                    <a:pt x="67836" y="49571"/>
                  </a:cubicBezTo>
                  <a:cubicBezTo>
                    <a:pt x="67867" y="46717"/>
                    <a:pt x="67414" y="43884"/>
                    <a:pt x="66496" y="41185"/>
                  </a:cubicBezTo>
                  <a:cubicBezTo>
                    <a:pt x="65703" y="38808"/>
                    <a:pt x="64418" y="36629"/>
                    <a:pt x="62725" y="34784"/>
                  </a:cubicBezTo>
                  <a:cubicBezTo>
                    <a:pt x="59495" y="31180"/>
                    <a:pt x="54861" y="29153"/>
                    <a:pt x="50022" y="29226"/>
                  </a:cubicBezTo>
                  <a:cubicBezTo>
                    <a:pt x="47566" y="29195"/>
                    <a:pt x="45130" y="29686"/>
                    <a:pt x="42877" y="30665"/>
                  </a:cubicBezTo>
                  <a:cubicBezTo>
                    <a:pt x="40721" y="31623"/>
                    <a:pt x="38792" y="33027"/>
                    <a:pt x="37220" y="34784"/>
                  </a:cubicBezTo>
                  <a:cubicBezTo>
                    <a:pt x="35499" y="36644"/>
                    <a:pt x="34181" y="38838"/>
                    <a:pt x="33350" y="41234"/>
                  </a:cubicBezTo>
                  <a:cubicBezTo>
                    <a:pt x="32505" y="43929"/>
                    <a:pt x="32119" y="46747"/>
                    <a:pt x="32209" y="4957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D5F709E4-3B86-F8E2-3203-87CB09E9C285}"/>
                </a:ext>
              </a:extLst>
            </p:cNvPr>
            <p:cNvSpPr/>
            <p:nvPr/>
          </p:nvSpPr>
          <p:spPr>
            <a:xfrm>
              <a:off x="7113821" y="4105066"/>
              <a:ext cx="84653" cy="99797"/>
            </a:xfrm>
            <a:custGeom>
              <a:avLst/>
              <a:gdLst>
                <a:gd name="connsiteX0" fmla="*/ 0 w 84653"/>
                <a:gd name="connsiteY0" fmla="*/ 49920 h 99797"/>
                <a:gd name="connsiteX1" fmla="*/ 4069 w 84653"/>
                <a:gd name="connsiteY1" fmla="*/ 29278 h 99797"/>
                <a:gd name="connsiteX2" fmla="*/ 14539 w 84653"/>
                <a:gd name="connsiteY2" fmla="*/ 13449 h 99797"/>
                <a:gd name="connsiteX3" fmla="*/ 30120 w 84653"/>
                <a:gd name="connsiteY3" fmla="*/ 3525 h 99797"/>
                <a:gd name="connsiteX4" fmla="*/ 49273 w 84653"/>
                <a:gd name="connsiteY4" fmla="*/ 2 h 99797"/>
                <a:gd name="connsiteX5" fmla="*/ 69122 w 84653"/>
                <a:gd name="connsiteY5" fmla="*/ 3525 h 99797"/>
                <a:gd name="connsiteX6" fmla="*/ 84653 w 84653"/>
                <a:gd name="connsiteY6" fmla="*/ 13101 h 99797"/>
                <a:gd name="connsiteX7" fmla="*/ 66095 w 84653"/>
                <a:gd name="connsiteY7" fmla="*/ 36721 h 99797"/>
                <a:gd name="connsiteX8" fmla="*/ 59346 w 84653"/>
                <a:gd name="connsiteY8" fmla="*/ 31114 h 99797"/>
                <a:gd name="connsiteX9" fmla="*/ 50812 w 84653"/>
                <a:gd name="connsiteY9" fmla="*/ 29327 h 99797"/>
                <a:gd name="connsiteX10" fmla="*/ 43666 w 84653"/>
                <a:gd name="connsiteY10" fmla="*/ 30717 h 99797"/>
                <a:gd name="connsiteX11" fmla="*/ 37861 w 84653"/>
                <a:gd name="connsiteY11" fmla="*/ 34786 h 99797"/>
                <a:gd name="connsiteX12" fmla="*/ 33990 w 84653"/>
                <a:gd name="connsiteY12" fmla="*/ 41286 h 99797"/>
                <a:gd name="connsiteX13" fmla="*/ 32601 w 84653"/>
                <a:gd name="connsiteY13" fmla="*/ 49821 h 99797"/>
                <a:gd name="connsiteX14" fmla="*/ 34040 w 84653"/>
                <a:gd name="connsiteY14" fmla="*/ 58157 h 99797"/>
                <a:gd name="connsiteX15" fmla="*/ 38010 w 84653"/>
                <a:gd name="connsiteY15" fmla="*/ 64558 h 99797"/>
                <a:gd name="connsiteX16" fmla="*/ 43815 w 84653"/>
                <a:gd name="connsiteY16" fmla="*/ 68627 h 99797"/>
                <a:gd name="connsiteX17" fmla="*/ 50812 w 84653"/>
                <a:gd name="connsiteY17" fmla="*/ 70016 h 99797"/>
                <a:gd name="connsiteX18" fmla="*/ 59793 w 84653"/>
                <a:gd name="connsiteY18" fmla="*/ 67734 h 99797"/>
                <a:gd name="connsiteX19" fmla="*/ 65698 w 84653"/>
                <a:gd name="connsiteY19" fmla="*/ 62424 h 99797"/>
                <a:gd name="connsiteX20" fmla="*/ 84256 w 84653"/>
                <a:gd name="connsiteY20" fmla="*/ 85845 h 99797"/>
                <a:gd name="connsiteX21" fmla="*/ 69370 w 84653"/>
                <a:gd name="connsiteY21" fmla="*/ 96117 h 99797"/>
                <a:gd name="connsiteX22" fmla="*/ 29971 w 84653"/>
                <a:gd name="connsiteY22" fmla="*/ 96117 h 99797"/>
                <a:gd name="connsiteX23" fmla="*/ 14390 w 84653"/>
                <a:gd name="connsiteY23" fmla="*/ 85845 h 99797"/>
                <a:gd name="connsiteX24" fmla="*/ 4069 w 84653"/>
                <a:gd name="connsiteY24" fmla="*/ 70314 h 99797"/>
                <a:gd name="connsiteX25" fmla="*/ 0 w 84653"/>
                <a:gd name="connsiteY25" fmla="*/ 49920 h 9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4653" h="99797">
                  <a:moveTo>
                    <a:pt x="0" y="49920"/>
                  </a:moveTo>
                  <a:cubicBezTo>
                    <a:pt x="-13" y="42839"/>
                    <a:pt x="1370" y="35823"/>
                    <a:pt x="4069" y="29278"/>
                  </a:cubicBezTo>
                  <a:cubicBezTo>
                    <a:pt x="6468" y="23356"/>
                    <a:pt x="10028" y="17974"/>
                    <a:pt x="14539" y="13449"/>
                  </a:cubicBezTo>
                  <a:cubicBezTo>
                    <a:pt x="18999" y="9110"/>
                    <a:pt x="24302" y="5732"/>
                    <a:pt x="30120" y="3525"/>
                  </a:cubicBezTo>
                  <a:cubicBezTo>
                    <a:pt x="36226" y="1157"/>
                    <a:pt x="42724" y="-38"/>
                    <a:pt x="49273" y="2"/>
                  </a:cubicBezTo>
                  <a:cubicBezTo>
                    <a:pt x="56050" y="-50"/>
                    <a:pt x="62778" y="1144"/>
                    <a:pt x="69122" y="3525"/>
                  </a:cubicBezTo>
                  <a:cubicBezTo>
                    <a:pt x="74899" y="5623"/>
                    <a:pt x="80184" y="8882"/>
                    <a:pt x="84653" y="13101"/>
                  </a:cubicBezTo>
                  <a:lnTo>
                    <a:pt x="66095" y="36721"/>
                  </a:lnTo>
                  <a:cubicBezTo>
                    <a:pt x="64397" y="34275"/>
                    <a:pt x="62064" y="32334"/>
                    <a:pt x="59346" y="31114"/>
                  </a:cubicBezTo>
                  <a:cubicBezTo>
                    <a:pt x="56669" y="29893"/>
                    <a:pt x="53754" y="29283"/>
                    <a:pt x="50812" y="29327"/>
                  </a:cubicBezTo>
                  <a:cubicBezTo>
                    <a:pt x="48359" y="29294"/>
                    <a:pt x="45927" y="29767"/>
                    <a:pt x="43666" y="30717"/>
                  </a:cubicBezTo>
                  <a:cubicBezTo>
                    <a:pt x="41472" y="31660"/>
                    <a:pt x="39496" y="33044"/>
                    <a:pt x="37861" y="34786"/>
                  </a:cubicBezTo>
                  <a:cubicBezTo>
                    <a:pt x="36166" y="36686"/>
                    <a:pt x="34852" y="38889"/>
                    <a:pt x="33990" y="41286"/>
                  </a:cubicBezTo>
                  <a:cubicBezTo>
                    <a:pt x="33024" y="44025"/>
                    <a:pt x="32554" y="46918"/>
                    <a:pt x="32601" y="49821"/>
                  </a:cubicBezTo>
                  <a:cubicBezTo>
                    <a:pt x="32559" y="52664"/>
                    <a:pt x="33047" y="55492"/>
                    <a:pt x="34040" y="58157"/>
                  </a:cubicBezTo>
                  <a:cubicBezTo>
                    <a:pt x="34963" y="60514"/>
                    <a:pt x="36309" y="62682"/>
                    <a:pt x="38010" y="64558"/>
                  </a:cubicBezTo>
                  <a:cubicBezTo>
                    <a:pt x="39626" y="66320"/>
                    <a:pt x="41607" y="67709"/>
                    <a:pt x="43815" y="68627"/>
                  </a:cubicBezTo>
                  <a:cubicBezTo>
                    <a:pt x="46027" y="69570"/>
                    <a:pt x="48409" y="70041"/>
                    <a:pt x="50812" y="70016"/>
                  </a:cubicBezTo>
                  <a:cubicBezTo>
                    <a:pt x="53960" y="70106"/>
                    <a:pt x="57070" y="69317"/>
                    <a:pt x="59793" y="67734"/>
                  </a:cubicBezTo>
                  <a:cubicBezTo>
                    <a:pt x="62109" y="66394"/>
                    <a:pt x="64120" y="64583"/>
                    <a:pt x="65698" y="62424"/>
                  </a:cubicBezTo>
                  <a:lnTo>
                    <a:pt x="84256" y="85845"/>
                  </a:lnTo>
                  <a:cubicBezTo>
                    <a:pt x="80028" y="90227"/>
                    <a:pt x="74967" y="93720"/>
                    <a:pt x="69370" y="96117"/>
                  </a:cubicBezTo>
                  <a:cubicBezTo>
                    <a:pt x="56695" y="101024"/>
                    <a:pt x="42646" y="101024"/>
                    <a:pt x="29971" y="96117"/>
                  </a:cubicBezTo>
                  <a:cubicBezTo>
                    <a:pt x="24128" y="93800"/>
                    <a:pt x="18825" y="90301"/>
                    <a:pt x="14390" y="85845"/>
                  </a:cubicBezTo>
                  <a:cubicBezTo>
                    <a:pt x="9965" y="81394"/>
                    <a:pt x="6458" y="76120"/>
                    <a:pt x="4069" y="70314"/>
                  </a:cubicBezTo>
                  <a:cubicBezTo>
                    <a:pt x="1374" y="63854"/>
                    <a:pt x="-9" y="56921"/>
                    <a:pt x="0" y="499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E7B32B2C-9B6C-3D70-E42C-2DA38C60C822}"/>
              </a:ext>
            </a:extLst>
          </p:cNvPr>
          <p:cNvGrpSpPr/>
          <p:nvPr/>
        </p:nvGrpSpPr>
        <p:grpSpPr>
          <a:xfrm>
            <a:off x="8131520" y="3657687"/>
            <a:ext cx="761579" cy="832932"/>
            <a:chOff x="8131520" y="3657687"/>
            <a:chExt cx="761579" cy="832932"/>
          </a:xfrm>
        </p:grpSpPr>
        <p:grpSp>
          <p:nvGrpSpPr>
            <p:cNvPr id="268" name="Picture Placeholder 71">
              <a:extLst>
                <a:ext uri="{FF2B5EF4-FFF2-40B4-BE49-F238E27FC236}">
                  <a16:creationId xmlns:a16="http://schemas.microsoft.com/office/drawing/2014/main" id="{DD713658-BDC4-9FF5-586A-0970CFE378EB}"/>
                </a:ext>
              </a:extLst>
            </p:cNvPr>
            <p:cNvGrpSpPr/>
            <p:nvPr/>
          </p:nvGrpSpPr>
          <p:grpSpPr>
            <a:xfrm>
              <a:off x="8248030" y="3657687"/>
              <a:ext cx="645069" cy="832932"/>
              <a:chOff x="8248030" y="3657687"/>
              <a:chExt cx="645069" cy="832932"/>
            </a:xfrm>
            <a:solidFill>
              <a:srgbClr val="C42828"/>
            </a:solidFill>
          </p:grpSpPr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15B54294-8D3D-0574-B0A7-04730F339019}"/>
                  </a:ext>
                </a:extLst>
              </p:cNvPr>
              <p:cNvSpPr/>
              <p:nvPr/>
            </p:nvSpPr>
            <p:spPr>
              <a:xfrm>
                <a:off x="8248030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617430"/>
                    </a:lnTo>
                    <a:cubicBezTo>
                      <a:pt x="0" y="595508"/>
                      <a:pt x="17773" y="577734"/>
                      <a:pt x="39697" y="577734"/>
                    </a:cubicBezTo>
                    <a:cubicBezTo>
                      <a:pt x="61621" y="577734"/>
                      <a:pt x="79393" y="595508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7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1"/>
                      <a:pt x="644980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0" y="815119"/>
                      <a:pt x="627256" y="832878"/>
                      <a:pt x="605373" y="8329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2E8EE08A-3181-5A7B-727A-4B4E922A7DDE}"/>
                  </a:ext>
                </a:extLst>
              </p:cNvPr>
              <p:cNvSpPr/>
              <p:nvPr/>
            </p:nvSpPr>
            <p:spPr>
              <a:xfrm>
                <a:off x="8625148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1FBE7E09-E37B-1B61-C4FB-63D441C5236A}"/>
                </a:ext>
              </a:extLst>
            </p:cNvPr>
            <p:cNvSpPr/>
            <p:nvPr/>
          </p:nvSpPr>
          <p:spPr>
            <a:xfrm>
              <a:off x="8131520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7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2"/>
                    <a:pt x="463547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B1775C5F-E1AD-E149-316D-BA811D09BAD2}"/>
                </a:ext>
              </a:extLst>
            </p:cNvPr>
            <p:cNvSpPr/>
            <p:nvPr/>
          </p:nvSpPr>
          <p:spPr>
            <a:xfrm>
              <a:off x="8245202" y="4107548"/>
              <a:ext cx="105146" cy="94825"/>
            </a:xfrm>
            <a:custGeom>
              <a:avLst/>
              <a:gdLst>
                <a:gd name="connsiteX0" fmla="*/ 51556 w 105146"/>
                <a:gd name="connsiteY0" fmla="*/ 67137 h 94825"/>
                <a:gd name="connsiteX1" fmla="*/ 35876 w 105146"/>
                <a:gd name="connsiteY1" fmla="*/ 94825 h 94825"/>
                <a:gd name="connsiteX2" fmla="*/ 0 w 105146"/>
                <a:gd name="connsiteY2" fmla="*/ 94825 h 94825"/>
                <a:gd name="connsiteX3" fmla="*/ 32204 w 105146"/>
                <a:gd name="connsiteY3" fmla="*/ 45204 h 94825"/>
                <a:gd name="connsiteX4" fmla="*/ 1637 w 105146"/>
                <a:gd name="connsiteY4" fmla="*/ 0 h 94825"/>
                <a:gd name="connsiteX5" fmla="*/ 38158 w 105146"/>
                <a:gd name="connsiteY5" fmla="*/ 0 h 94825"/>
                <a:gd name="connsiteX6" fmla="*/ 52449 w 105146"/>
                <a:gd name="connsiteY6" fmla="*/ 24810 h 94825"/>
                <a:gd name="connsiteX7" fmla="*/ 66045 w 105146"/>
                <a:gd name="connsiteY7" fmla="*/ 0 h 94825"/>
                <a:gd name="connsiteX8" fmla="*/ 101673 w 105146"/>
                <a:gd name="connsiteY8" fmla="*/ 0 h 94825"/>
                <a:gd name="connsiteX9" fmla="*/ 71900 w 105146"/>
                <a:gd name="connsiteY9" fmla="*/ 45006 h 94825"/>
                <a:gd name="connsiteX10" fmla="*/ 105146 w 105146"/>
                <a:gd name="connsiteY10" fmla="*/ 94627 h 94825"/>
                <a:gd name="connsiteX11" fmla="*/ 67832 w 105146"/>
                <a:gd name="connsiteY11" fmla="*/ 94627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5146" h="94825">
                  <a:moveTo>
                    <a:pt x="51556" y="67137"/>
                  </a:moveTo>
                  <a:lnTo>
                    <a:pt x="35876" y="94825"/>
                  </a:lnTo>
                  <a:lnTo>
                    <a:pt x="0" y="94825"/>
                  </a:lnTo>
                  <a:lnTo>
                    <a:pt x="32204" y="45204"/>
                  </a:lnTo>
                  <a:lnTo>
                    <a:pt x="1637" y="0"/>
                  </a:lnTo>
                  <a:lnTo>
                    <a:pt x="38158" y="0"/>
                  </a:lnTo>
                  <a:lnTo>
                    <a:pt x="52449" y="24810"/>
                  </a:lnTo>
                  <a:lnTo>
                    <a:pt x="66045" y="0"/>
                  </a:lnTo>
                  <a:lnTo>
                    <a:pt x="101673" y="0"/>
                  </a:lnTo>
                  <a:lnTo>
                    <a:pt x="71900" y="45006"/>
                  </a:lnTo>
                  <a:lnTo>
                    <a:pt x="105146" y="94627"/>
                  </a:lnTo>
                  <a:lnTo>
                    <a:pt x="67832" y="9462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FD931AB0-E76C-B5CD-ACCC-B7430711610D}"/>
                </a:ext>
              </a:extLst>
            </p:cNvPr>
            <p:cNvSpPr/>
            <p:nvPr/>
          </p:nvSpPr>
          <p:spPr>
            <a:xfrm>
              <a:off x="8356947" y="4107548"/>
              <a:ext cx="60338" cy="94825"/>
            </a:xfrm>
            <a:custGeom>
              <a:avLst/>
              <a:gdLst>
                <a:gd name="connsiteX0" fmla="*/ 0 w 60338"/>
                <a:gd name="connsiteY0" fmla="*/ 0 h 94825"/>
                <a:gd name="connsiteX1" fmla="*/ 30566 w 60338"/>
                <a:gd name="connsiteY1" fmla="*/ 0 h 94825"/>
                <a:gd name="connsiteX2" fmla="*/ 30566 w 60338"/>
                <a:gd name="connsiteY2" fmla="*/ 67385 h 94825"/>
                <a:gd name="connsiteX3" fmla="*/ 60339 w 60338"/>
                <a:gd name="connsiteY3" fmla="*/ 67385 h 94825"/>
                <a:gd name="connsiteX4" fmla="*/ 60339 w 60338"/>
                <a:gd name="connsiteY4" fmla="*/ 94825 h 94825"/>
                <a:gd name="connsiteX5" fmla="*/ 0 w 60338"/>
                <a:gd name="connsiteY5" fmla="*/ 94825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38" h="94825">
                  <a:moveTo>
                    <a:pt x="0" y="0"/>
                  </a:moveTo>
                  <a:lnTo>
                    <a:pt x="30566" y="0"/>
                  </a:lnTo>
                  <a:lnTo>
                    <a:pt x="30566" y="67385"/>
                  </a:lnTo>
                  <a:lnTo>
                    <a:pt x="60339" y="67385"/>
                  </a:lnTo>
                  <a:lnTo>
                    <a:pt x="60339" y="94825"/>
                  </a:lnTo>
                  <a:lnTo>
                    <a:pt x="0" y="94825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88FA37F9-8F8F-47C6-0A61-EAE760669B79}"/>
                </a:ext>
              </a:extLst>
            </p:cNvPr>
            <p:cNvSpPr/>
            <p:nvPr/>
          </p:nvSpPr>
          <p:spPr>
            <a:xfrm>
              <a:off x="8418428" y="4104670"/>
              <a:ext cx="77507" cy="100386"/>
            </a:xfrm>
            <a:custGeom>
              <a:avLst/>
              <a:gdLst>
                <a:gd name="connsiteX0" fmla="*/ 37910 w 77507"/>
                <a:gd name="connsiteY0" fmla="*/ 100383 h 100386"/>
                <a:gd name="connsiteX1" fmla="*/ 16970 w 77507"/>
                <a:gd name="connsiteY1" fmla="*/ 96463 h 100386"/>
                <a:gd name="connsiteX2" fmla="*/ 7741 w 77507"/>
                <a:gd name="connsiteY2" fmla="*/ 91947 h 100386"/>
                <a:gd name="connsiteX3" fmla="*/ 0 w 77507"/>
                <a:gd name="connsiteY3" fmla="*/ 86092 h 100386"/>
                <a:gd name="connsiteX4" fmla="*/ 18459 w 77507"/>
                <a:gd name="connsiteY4" fmla="*/ 65003 h 100386"/>
                <a:gd name="connsiteX5" fmla="*/ 26894 w 77507"/>
                <a:gd name="connsiteY5" fmla="*/ 71404 h 100386"/>
                <a:gd name="connsiteX6" fmla="*/ 37811 w 77507"/>
                <a:gd name="connsiteY6" fmla="*/ 74233 h 100386"/>
                <a:gd name="connsiteX7" fmla="*/ 42426 w 77507"/>
                <a:gd name="connsiteY7" fmla="*/ 73290 h 100386"/>
                <a:gd name="connsiteX8" fmla="*/ 44559 w 77507"/>
                <a:gd name="connsiteY8" fmla="*/ 69816 h 100386"/>
                <a:gd name="connsiteX9" fmla="*/ 43865 w 77507"/>
                <a:gd name="connsiteY9" fmla="*/ 67534 h 100386"/>
                <a:gd name="connsiteX10" fmla="*/ 41384 w 77507"/>
                <a:gd name="connsiteY10" fmla="*/ 65599 h 100386"/>
                <a:gd name="connsiteX11" fmla="*/ 36422 w 77507"/>
                <a:gd name="connsiteY11" fmla="*/ 63366 h 100386"/>
                <a:gd name="connsiteX12" fmla="*/ 28582 w 77507"/>
                <a:gd name="connsiteY12" fmla="*/ 60537 h 100386"/>
                <a:gd name="connsiteX13" fmla="*/ 19799 w 77507"/>
                <a:gd name="connsiteY13" fmla="*/ 56716 h 100386"/>
                <a:gd name="connsiteX14" fmla="*/ 12356 w 77507"/>
                <a:gd name="connsiteY14" fmla="*/ 51258 h 100386"/>
                <a:gd name="connsiteX15" fmla="*/ 7393 w 77507"/>
                <a:gd name="connsiteY15" fmla="*/ 43567 h 100386"/>
                <a:gd name="connsiteX16" fmla="*/ 5508 w 77507"/>
                <a:gd name="connsiteY16" fmla="*/ 32750 h 100386"/>
                <a:gd name="connsiteX17" fmla="*/ 17764 w 77507"/>
                <a:gd name="connsiteY17" fmla="*/ 7592 h 100386"/>
                <a:gd name="connsiteX18" fmla="*/ 29772 w 77507"/>
                <a:gd name="connsiteY18" fmla="*/ 1737 h 100386"/>
                <a:gd name="connsiteX19" fmla="*/ 43120 w 77507"/>
                <a:gd name="connsiteY19" fmla="*/ 0 h 100386"/>
                <a:gd name="connsiteX20" fmla="*/ 61282 w 77507"/>
                <a:gd name="connsiteY20" fmla="*/ 3622 h 100386"/>
                <a:gd name="connsiteX21" fmla="*/ 77508 w 77507"/>
                <a:gd name="connsiteY21" fmla="*/ 14043 h 100386"/>
                <a:gd name="connsiteX22" fmla="*/ 58652 w 77507"/>
                <a:gd name="connsiteY22" fmla="*/ 34288 h 100386"/>
                <a:gd name="connsiteX23" fmla="*/ 51159 w 77507"/>
                <a:gd name="connsiteY23" fmla="*/ 28185 h 100386"/>
                <a:gd name="connsiteX24" fmla="*/ 43120 w 77507"/>
                <a:gd name="connsiteY24" fmla="*/ 26547 h 100386"/>
                <a:gd name="connsiteX25" fmla="*/ 37811 w 77507"/>
                <a:gd name="connsiteY25" fmla="*/ 27589 h 100386"/>
                <a:gd name="connsiteX26" fmla="*/ 35777 w 77507"/>
                <a:gd name="connsiteY26" fmla="*/ 30864 h 100386"/>
                <a:gd name="connsiteX27" fmla="*/ 37861 w 77507"/>
                <a:gd name="connsiteY27" fmla="*/ 34089 h 100386"/>
                <a:gd name="connsiteX28" fmla="*/ 44659 w 77507"/>
                <a:gd name="connsiteY28" fmla="*/ 36769 h 100386"/>
                <a:gd name="connsiteX29" fmla="*/ 54583 w 77507"/>
                <a:gd name="connsiteY29" fmla="*/ 40490 h 100386"/>
                <a:gd name="connsiteX30" fmla="*/ 64507 w 77507"/>
                <a:gd name="connsiteY30" fmla="*/ 46048 h 100386"/>
                <a:gd name="connsiteX31" fmla="*/ 71950 w 77507"/>
                <a:gd name="connsiteY31" fmla="*/ 54434 h 100386"/>
                <a:gd name="connsiteX32" fmla="*/ 74878 w 77507"/>
                <a:gd name="connsiteY32" fmla="*/ 66740 h 100386"/>
                <a:gd name="connsiteX33" fmla="*/ 71652 w 77507"/>
                <a:gd name="connsiteY33" fmla="*/ 81626 h 100386"/>
                <a:gd name="connsiteX34" fmla="*/ 63118 w 77507"/>
                <a:gd name="connsiteY34" fmla="*/ 92245 h 100386"/>
                <a:gd name="connsiteX35" fmla="*/ 51209 w 77507"/>
                <a:gd name="connsiteY35" fmla="*/ 98547 h 100386"/>
                <a:gd name="connsiteX36" fmla="*/ 37910 w 77507"/>
                <a:gd name="connsiteY36" fmla="*/ 100383 h 10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7507" h="100386">
                  <a:moveTo>
                    <a:pt x="37910" y="100383"/>
                  </a:moveTo>
                  <a:cubicBezTo>
                    <a:pt x="30747" y="100393"/>
                    <a:pt x="23645" y="99063"/>
                    <a:pt x="16970" y="96463"/>
                  </a:cubicBezTo>
                  <a:cubicBezTo>
                    <a:pt x="13773" y="95217"/>
                    <a:pt x="10685" y="93709"/>
                    <a:pt x="7741" y="91947"/>
                  </a:cubicBezTo>
                  <a:cubicBezTo>
                    <a:pt x="4963" y="90270"/>
                    <a:pt x="2368" y="88310"/>
                    <a:pt x="0" y="86092"/>
                  </a:cubicBezTo>
                  <a:lnTo>
                    <a:pt x="18459" y="65003"/>
                  </a:lnTo>
                  <a:cubicBezTo>
                    <a:pt x="20875" y="67613"/>
                    <a:pt x="23730" y="69782"/>
                    <a:pt x="26894" y="71404"/>
                  </a:cubicBezTo>
                  <a:cubicBezTo>
                    <a:pt x="30239" y="73245"/>
                    <a:pt x="33993" y="74218"/>
                    <a:pt x="37811" y="74233"/>
                  </a:cubicBezTo>
                  <a:cubicBezTo>
                    <a:pt x="39400" y="74262"/>
                    <a:pt x="40975" y="73940"/>
                    <a:pt x="42426" y="73290"/>
                  </a:cubicBezTo>
                  <a:cubicBezTo>
                    <a:pt x="43813" y="72714"/>
                    <a:pt x="44674" y="71315"/>
                    <a:pt x="44559" y="69816"/>
                  </a:cubicBezTo>
                  <a:cubicBezTo>
                    <a:pt x="44581" y="69003"/>
                    <a:pt x="44337" y="68199"/>
                    <a:pt x="43865" y="67534"/>
                  </a:cubicBezTo>
                  <a:cubicBezTo>
                    <a:pt x="43169" y="66735"/>
                    <a:pt x="42326" y="66080"/>
                    <a:pt x="41384" y="65599"/>
                  </a:cubicBezTo>
                  <a:cubicBezTo>
                    <a:pt x="39791" y="64725"/>
                    <a:pt x="38132" y="63976"/>
                    <a:pt x="36422" y="63366"/>
                  </a:cubicBezTo>
                  <a:lnTo>
                    <a:pt x="28582" y="60537"/>
                  </a:lnTo>
                  <a:cubicBezTo>
                    <a:pt x="25562" y="59485"/>
                    <a:pt x="22626" y="58210"/>
                    <a:pt x="19799" y="56716"/>
                  </a:cubicBezTo>
                  <a:cubicBezTo>
                    <a:pt x="17062" y="55272"/>
                    <a:pt x="14553" y="53437"/>
                    <a:pt x="12356" y="51258"/>
                  </a:cubicBezTo>
                  <a:cubicBezTo>
                    <a:pt x="10220" y="49040"/>
                    <a:pt x="8535" y="46425"/>
                    <a:pt x="7393" y="43567"/>
                  </a:cubicBezTo>
                  <a:cubicBezTo>
                    <a:pt x="6041" y="40123"/>
                    <a:pt x="5400" y="36446"/>
                    <a:pt x="5508" y="32750"/>
                  </a:cubicBezTo>
                  <a:cubicBezTo>
                    <a:pt x="5152" y="22847"/>
                    <a:pt x="9746" y="13415"/>
                    <a:pt x="17764" y="7592"/>
                  </a:cubicBezTo>
                  <a:cubicBezTo>
                    <a:pt x="21368" y="4909"/>
                    <a:pt x="25440" y="2924"/>
                    <a:pt x="29772" y="1737"/>
                  </a:cubicBezTo>
                  <a:cubicBezTo>
                    <a:pt x="34132" y="605"/>
                    <a:pt x="38616" y="22"/>
                    <a:pt x="43120" y="0"/>
                  </a:cubicBezTo>
                  <a:cubicBezTo>
                    <a:pt x="49349" y="45"/>
                    <a:pt x="55512" y="1274"/>
                    <a:pt x="61282" y="3622"/>
                  </a:cubicBezTo>
                  <a:cubicBezTo>
                    <a:pt x="67337" y="5967"/>
                    <a:pt x="72857" y="9511"/>
                    <a:pt x="77508" y="14043"/>
                  </a:cubicBezTo>
                  <a:lnTo>
                    <a:pt x="58652" y="34288"/>
                  </a:lnTo>
                  <a:cubicBezTo>
                    <a:pt x="56695" y="31668"/>
                    <a:pt x="54121" y="29570"/>
                    <a:pt x="51159" y="28185"/>
                  </a:cubicBezTo>
                  <a:cubicBezTo>
                    <a:pt x="48628" y="27069"/>
                    <a:pt x="45886" y="26510"/>
                    <a:pt x="43120" y="26547"/>
                  </a:cubicBezTo>
                  <a:cubicBezTo>
                    <a:pt x="41293" y="26472"/>
                    <a:pt x="39474" y="26828"/>
                    <a:pt x="37811" y="27589"/>
                  </a:cubicBezTo>
                  <a:cubicBezTo>
                    <a:pt x="36504" y="28136"/>
                    <a:pt x="35688" y="29450"/>
                    <a:pt x="35777" y="30864"/>
                  </a:cubicBezTo>
                  <a:cubicBezTo>
                    <a:pt x="35760" y="32258"/>
                    <a:pt x="36581" y="33529"/>
                    <a:pt x="37861" y="34089"/>
                  </a:cubicBezTo>
                  <a:cubicBezTo>
                    <a:pt x="40074" y="35112"/>
                    <a:pt x="42344" y="36005"/>
                    <a:pt x="44659" y="36769"/>
                  </a:cubicBezTo>
                  <a:cubicBezTo>
                    <a:pt x="47884" y="37811"/>
                    <a:pt x="51308" y="39051"/>
                    <a:pt x="54583" y="40490"/>
                  </a:cubicBezTo>
                  <a:cubicBezTo>
                    <a:pt x="58123" y="41895"/>
                    <a:pt x="61460" y="43760"/>
                    <a:pt x="64507" y="46048"/>
                  </a:cubicBezTo>
                  <a:cubicBezTo>
                    <a:pt x="67526" y="48316"/>
                    <a:pt x="70058" y="51169"/>
                    <a:pt x="71950" y="54434"/>
                  </a:cubicBezTo>
                  <a:cubicBezTo>
                    <a:pt x="74031" y="58190"/>
                    <a:pt x="75044" y="62448"/>
                    <a:pt x="74878" y="66740"/>
                  </a:cubicBezTo>
                  <a:cubicBezTo>
                    <a:pt x="74991" y="71885"/>
                    <a:pt x="73886" y="76986"/>
                    <a:pt x="71652" y="81626"/>
                  </a:cubicBezTo>
                  <a:cubicBezTo>
                    <a:pt x="69599" y="85735"/>
                    <a:pt x="66688" y="89357"/>
                    <a:pt x="63118" y="92245"/>
                  </a:cubicBezTo>
                  <a:cubicBezTo>
                    <a:pt x="59566" y="95053"/>
                    <a:pt x="55530" y="97192"/>
                    <a:pt x="51209" y="98547"/>
                  </a:cubicBezTo>
                  <a:cubicBezTo>
                    <a:pt x="46894" y="99827"/>
                    <a:pt x="42410" y="100442"/>
                    <a:pt x="37910" y="1003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1522AC85-7957-5D9E-4EBC-392400E081F8}"/>
              </a:ext>
            </a:extLst>
          </p:cNvPr>
          <p:cNvGrpSpPr/>
          <p:nvPr/>
        </p:nvGrpSpPr>
        <p:grpSpPr>
          <a:xfrm>
            <a:off x="9449027" y="3657687"/>
            <a:ext cx="761579" cy="832932"/>
            <a:chOff x="9449027" y="3657687"/>
            <a:chExt cx="761579" cy="832932"/>
          </a:xfrm>
        </p:grpSpPr>
        <p:grpSp>
          <p:nvGrpSpPr>
            <p:cNvPr id="276" name="Picture Placeholder 73">
              <a:extLst>
                <a:ext uri="{FF2B5EF4-FFF2-40B4-BE49-F238E27FC236}">
                  <a16:creationId xmlns:a16="http://schemas.microsoft.com/office/drawing/2014/main" id="{ED86A62D-4B30-D182-09C3-DD386B615563}"/>
                </a:ext>
              </a:extLst>
            </p:cNvPr>
            <p:cNvGrpSpPr/>
            <p:nvPr/>
          </p:nvGrpSpPr>
          <p:grpSpPr>
            <a:xfrm>
              <a:off x="9565537" y="3657687"/>
              <a:ext cx="645069" cy="832932"/>
              <a:chOff x="9565537" y="3657687"/>
              <a:chExt cx="645069" cy="832932"/>
            </a:xfrm>
            <a:solidFill>
              <a:srgbClr val="C42828"/>
            </a:solidFill>
          </p:grpSpPr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FF7417FB-F794-F7DB-618A-C07501D47B1B}"/>
                  </a:ext>
                </a:extLst>
              </p:cNvPr>
              <p:cNvSpPr/>
              <p:nvPr/>
            </p:nvSpPr>
            <p:spPr>
              <a:xfrm>
                <a:off x="9565537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617430"/>
                    </a:lnTo>
                    <a:cubicBezTo>
                      <a:pt x="0" y="595508"/>
                      <a:pt x="17773" y="577734"/>
                      <a:pt x="39697" y="577734"/>
                    </a:cubicBezTo>
                    <a:cubicBezTo>
                      <a:pt x="61621" y="577734"/>
                      <a:pt x="79393" y="595508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7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1"/>
                      <a:pt x="644980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0" y="815119"/>
                      <a:pt x="627256" y="832878"/>
                      <a:pt x="605373" y="83293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A2C11199-EEFF-00D5-7509-94BFDB4A3D71}"/>
                  </a:ext>
                </a:extLst>
              </p:cNvPr>
              <p:cNvSpPr/>
              <p:nvPr/>
            </p:nvSpPr>
            <p:spPr>
              <a:xfrm>
                <a:off x="9942655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8CDC2D8E-D100-FD4A-16F6-C9C693E5558C}"/>
                </a:ext>
              </a:extLst>
            </p:cNvPr>
            <p:cNvSpPr/>
            <p:nvPr/>
          </p:nvSpPr>
          <p:spPr>
            <a:xfrm>
              <a:off x="9449027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7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2"/>
                    <a:pt x="463547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00FFDBAB-6AE1-8835-AD98-CD7D9EADD2EC}"/>
                </a:ext>
              </a:extLst>
            </p:cNvPr>
            <p:cNvSpPr/>
            <p:nvPr/>
          </p:nvSpPr>
          <p:spPr>
            <a:xfrm>
              <a:off x="9579530" y="4107548"/>
              <a:ext cx="75547" cy="94825"/>
            </a:xfrm>
            <a:custGeom>
              <a:avLst/>
              <a:gdLst>
                <a:gd name="connsiteX0" fmla="*/ 30120 w 75547"/>
                <a:gd name="connsiteY0" fmla="*/ 64309 h 94825"/>
                <a:gd name="connsiteX1" fmla="*/ 30120 w 75547"/>
                <a:gd name="connsiteY1" fmla="*/ 94825 h 94825"/>
                <a:gd name="connsiteX2" fmla="*/ 0 w 75547"/>
                <a:gd name="connsiteY2" fmla="*/ 94825 h 94825"/>
                <a:gd name="connsiteX3" fmla="*/ 0 w 75547"/>
                <a:gd name="connsiteY3" fmla="*/ 0 h 94825"/>
                <a:gd name="connsiteX4" fmla="*/ 38655 w 75547"/>
                <a:gd name="connsiteY4" fmla="*/ 0 h 94825"/>
                <a:gd name="connsiteX5" fmla="*/ 52151 w 75547"/>
                <a:gd name="connsiteY5" fmla="*/ 1539 h 94825"/>
                <a:gd name="connsiteX6" fmla="*/ 64011 w 75547"/>
                <a:gd name="connsiteY6" fmla="*/ 6501 h 94825"/>
                <a:gd name="connsiteX7" fmla="*/ 72397 w 75547"/>
                <a:gd name="connsiteY7" fmla="*/ 16425 h 94825"/>
                <a:gd name="connsiteX8" fmla="*/ 72397 w 75547"/>
                <a:gd name="connsiteY8" fmla="*/ 46793 h 94825"/>
                <a:gd name="connsiteX9" fmla="*/ 64160 w 75547"/>
                <a:gd name="connsiteY9" fmla="*/ 56717 h 94825"/>
                <a:gd name="connsiteX10" fmla="*/ 52300 w 75547"/>
                <a:gd name="connsiteY10" fmla="*/ 62373 h 94825"/>
                <a:gd name="connsiteX11" fmla="*/ 38605 w 75547"/>
                <a:gd name="connsiteY11" fmla="*/ 64110 h 94825"/>
                <a:gd name="connsiteX12" fmla="*/ 30120 w 75547"/>
                <a:gd name="connsiteY12" fmla="*/ 24612 h 94825"/>
                <a:gd name="connsiteX13" fmla="*/ 30120 w 75547"/>
                <a:gd name="connsiteY13" fmla="*/ 39895 h 94825"/>
                <a:gd name="connsiteX14" fmla="*/ 36521 w 75547"/>
                <a:gd name="connsiteY14" fmla="*/ 39895 h 94825"/>
                <a:gd name="connsiteX15" fmla="*/ 42823 w 75547"/>
                <a:gd name="connsiteY15" fmla="*/ 38109 h 94825"/>
                <a:gd name="connsiteX16" fmla="*/ 45651 w 75547"/>
                <a:gd name="connsiteY16" fmla="*/ 32006 h 94825"/>
                <a:gd name="connsiteX17" fmla="*/ 44907 w 75547"/>
                <a:gd name="connsiteY17" fmla="*/ 28334 h 94825"/>
                <a:gd name="connsiteX18" fmla="*/ 42823 w 75547"/>
                <a:gd name="connsiteY18" fmla="*/ 26101 h 94825"/>
                <a:gd name="connsiteX19" fmla="*/ 39796 w 75547"/>
                <a:gd name="connsiteY19" fmla="*/ 24959 h 94825"/>
                <a:gd name="connsiteX20" fmla="*/ 36521 w 75547"/>
                <a:gd name="connsiteY20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547" h="94825">
                  <a:moveTo>
                    <a:pt x="30120" y="64309"/>
                  </a:moveTo>
                  <a:lnTo>
                    <a:pt x="30120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655" y="0"/>
                  </a:lnTo>
                  <a:cubicBezTo>
                    <a:pt x="43198" y="-14"/>
                    <a:pt x="47728" y="502"/>
                    <a:pt x="52151" y="1539"/>
                  </a:cubicBezTo>
                  <a:cubicBezTo>
                    <a:pt x="56383" y="2428"/>
                    <a:pt x="60407" y="4111"/>
                    <a:pt x="64011" y="6501"/>
                  </a:cubicBezTo>
                  <a:cubicBezTo>
                    <a:pt x="67563" y="9087"/>
                    <a:pt x="70440" y="12491"/>
                    <a:pt x="72397" y="16425"/>
                  </a:cubicBezTo>
                  <a:cubicBezTo>
                    <a:pt x="76598" y="26111"/>
                    <a:pt x="76598" y="37107"/>
                    <a:pt x="72397" y="46793"/>
                  </a:cubicBezTo>
                  <a:cubicBezTo>
                    <a:pt x="70454" y="50693"/>
                    <a:pt x="67634" y="54087"/>
                    <a:pt x="64160" y="56717"/>
                  </a:cubicBezTo>
                  <a:cubicBezTo>
                    <a:pt x="60617" y="59362"/>
                    <a:pt x="56586" y="61287"/>
                    <a:pt x="52300" y="62373"/>
                  </a:cubicBezTo>
                  <a:cubicBezTo>
                    <a:pt x="47826" y="63525"/>
                    <a:pt x="43225" y="64105"/>
                    <a:pt x="38605" y="64110"/>
                  </a:cubicBezTo>
                  <a:close/>
                  <a:moveTo>
                    <a:pt x="30120" y="24612"/>
                  </a:moveTo>
                  <a:lnTo>
                    <a:pt x="30120" y="39895"/>
                  </a:lnTo>
                  <a:lnTo>
                    <a:pt x="36521" y="39895"/>
                  </a:lnTo>
                  <a:cubicBezTo>
                    <a:pt x="38748" y="39910"/>
                    <a:pt x="40934" y="39290"/>
                    <a:pt x="42823" y="38109"/>
                  </a:cubicBezTo>
                  <a:cubicBezTo>
                    <a:pt x="44793" y="36730"/>
                    <a:pt x="45872" y="34402"/>
                    <a:pt x="45651" y="32006"/>
                  </a:cubicBezTo>
                  <a:cubicBezTo>
                    <a:pt x="45705" y="30740"/>
                    <a:pt x="45450" y="29480"/>
                    <a:pt x="44907" y="28334"/>
                  </a:cubicBezTo>
                  <a:cubicBezTo>
                    <a:pt x="44430" y="27412"/>
                    <a:pt x="43709" y="26640"/>
                    <a:pt x="42823" y="26101"/>
                  </a:cubicBezTo>
                  <a:cubicBezTo>
                    <a:pt x="41886" y="25551"/>
                    <a:pt x="40862" y="25165"/>
                    <a:pt x="39796" y="24959"/>
                  </a:cubicBezTo>
                  <a:cubicBezTo>
                    <a:pt x="38717" y="24746"/>
                    <a:pt x="37621" y="24629"/>
                    <a:pt x="36521" y="2461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E0337E56-602E-0C15-40C5-54FBC60D7158}"/>
                </a:ext>
              </a:extLst>
            </p:cNvPr>
            <p:cNvSpPr/>
            <p:nvPr/>
          </p:nvSpPr>
          <p:spPr>
            <a:xfrm>
              <a:off x="9661454" y="4107548"/>
              <a:ext cx="75597" cy="94825"/>
            </a:xfrm>
            <a:custGeom>
              <a:avLst/>
              <a:gdLst>
                <a:gd name="connsiteX0" fmla="*/ 30169 w 75597"/>
                <a:gd name="connsiteY0" fmla="*/ 64309 h 94825"/>
                <a:gd name="connsiteX1" fmla="*/ 30169 w 75597"/>
                <a:gd name="connsiteY1" fmla="*/ 94825 h 94825"/>
                <a:gd name="connsiteX2" fmla="*/ 0 w 75597"/>
                <a:gd name="connsiteY2" fmla="*/ 94825 h 94825"/>
                <a:gd name="connsiteX3" fmla="*/ 0 w 75597"/>
                <a:gd name="connsiteY3" fmla="*/ 0 h 94825"/>
                <a:gd name="connsiteX4" fmla="*/ 38704 w 75597"/>
                <a:gd name="connsiteY4" fmla="*/ 0 h 94825"/>
                <a:gd name="connsiteX5" fmla="*/ 52201 w 75597"/>
                <a:gd name="connsiteY5" fmla="*/ 1538 h 94825"/>
                <a:gd name="connsiteX6" fmla="*/ 64060 w 75597"/>
                <a:gd name="connsiteY6" fmla="*/ 6500 h 94825"/>
                <a:gd name="connsiteX7" fmla="*/ 72446 w 75597"/>
                <a:gd name="connsiteY7" fmla="*/ 16425 h 94825"/>
                <a:gd name="connsiteX8" fmla="*/ 72446 w 75597"/>
                <a:gd name="connsiteY8" fmla="*/ 46793 h 94825"/>
                <a:gd name="connsiteX9" fmla="*/ 64160 w 75597"/>
                <a:gd name="connsiteY9" fmla="*/ 56717 h 94825"/>
                <a:gd name="connsiteX10" fmla="*/ 52350 w 75597"/>
                <a:gd name="connsiteY10" fmla="*/ 62373 h 94825"/>
                <a:gd name="connsiteX11" fmla="*/ 38655 w 75597"/>
                <a:gd name="connsiteY11" fmla="*/ 64110 h 94825"/>
                <a:gd name="connsiteX12" fmla="*/ 30169 w 75597"/>
                <a:gd name="connsiteY12" fmla="*/ 24612 h 94825"/>
                <a:gd name="connsiteX13" fmla="*/ 30169 w 75597"/>
                <a:gd name="connsiteY13" fmla="*/ 39895 h 94825"/>
                <a:gd name="connsiteX14" fmla="*/ 36570 w 75597"/>
                <a:gd name="connsiteY14" fmla="*/ 39895 h 94825"/>
                <a:gd name="connsiteX15" fmla="*/ 42872 w 75597"/>
                <a:gd name="connsiteY15" fmla="*/ 38109 h 94825"/>
                <a:gd name="connsiteX16" fmla="*/ 45701 w 75597"/>
                <a:gd name="connsiteY16" fmla="*/ 32006 h 94825"/>
                <a:gd name="connsiteX17" fmla="*/ 44956 w 75597"/>
                <a:gd name="connsiteY17" fmla="*/ 28334 h 94825"/>
                <a:gd name="connsiteX18" fmla="*/ 42872 w 75597"/>
                <a:gd name="connsiteY18" fmla="*/ 26101 h 94825"/>
                <a:gd name="connsiteX19" fmla="*/ 39845 w 75597"/>
                <a:gd name="connsiteY19" fmla="*/ 24959 h 94825"/>
                <a:gd name="connsiteX20" fmla="*/ 36570 w 75597"/>
                <a:gd name="connsiteY20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597" h="94825">
                  <a:moveTo>
                    <a:pt x="30169" y="64309"/>
                  </a:moveTo>
                  <a:lnTo>
                    <a:pt x="30169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704" y="0"/>
                  </a:lnTo>
                  <a:cubicBezTo>
                    <a:pt x="43247" y="-12"/>
                    <a:pt x="47777" y="505"/>
                    <a:pt x="52201" y="1538"/>
                  </a:cubicBezTo>
                  <a:cubicBezTo>
                    <a:pt x="56428" y="2440"/>
                    <a:pt x="60450" y="4123"/>
                    <a:pt x="64060" y="6500"/>
                  </a:cubicBezTo>
                  <a:cubicBezTo>
                    <a:pt x="67613" y="9087"/>
                    <a:pt x="70489" y="12491"/>
                    <a:pt x="72446" y="16425"/>
                  </a:cubicBezTo>
                  <a:cubicBezTo>
                    <a:pt x="76648" y="26111"/>
                    <a:pt x="76648" y="37107"/>
                    <a:pt x="72446" y="46793"/>
                  </a:cubicBezTo>
                  <a:cubicBezTo>
                    <a:pt x="70500" y="50703"/>
                    <a:pt x="67661" y="54102"/>
                    <a:pt x="64160" y="56717"/>
                  </a:cubicBezTo>
                  <a:cubicBezTo>
                    <a:pt x="60641" y="59371"/>
                    <a:pt x="56625" y="61297"/>
                    <a:pt x="52350" y="62373"/>
                  </a:cubicBezTo>
                  <a:cubicBezTo>
                    <a:pt x="47876" y="63525"/>
                    <a:pt x="43274" y="64105"/>
                    <a:pt x="38655" y="64110"/>
                  </a:cubicBezTo>
                  <a:close/>
                  <a:moveTo>
                    <a:pt x="30169" y="24612"/>
                  </a:moveTo>
                  <a:lnTo>
                    <a:pt x="30169" y="39895"/>
                  </a:lnTo>
                  <a:lnTo>
                    <a:pt x="36570" y="39895"/>
                  </a:lnTo>
                  <a:cubicBezTo>
                    <a:pt x="38798" y="39910"/>
                    <a:pt x="40983" y="39290"/>
                    <a:pt x="42872" y="38109"/>
                  </a:cubicBezTo>
                  <a:cubicBezTo>
                    <a:pt x="44842" y="36729"/>
                    <a:pt x="45922" y="34402"/>
                    <a:pt x="45701" y="32006"/>
                  </a:cubicBezTo>
                  <a:cubicBezTo>
                    <a:pt x="45755" y="30740"/>
                    <a:pt x="45500" y="29480"/>
                    <a:pt x="44956" y="28334"/>
                  </a:cubicBezTo>
                  <a:cubicBezTo>
                    <a:pt x="44466" y="27422"/>
                    <a:pt x="43748" y="26653"/>
                    <a:pt x="42872" y="26101"/>
                  </a:cubicBezTo>
                  <a:cubicBezTo>
                    <a:pt x="41933" y="25557"/>
                    <a:pt x="40910" y="25172"/>
                    <a:pt x="39845" y="24959"/>
                  </a:cubicBezTo>
                  <a:cubicBezTo>
                    <a:pt x="38766" y="24746"/>
                    <a:pt x="37671" y="24629"/>
                    <a:pt x="36570" y="2461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67F7EB4F-E038-78ED-AA4C-D7046951C38E}"/>
                </a:ext>
              </a:extLst>
            </p:cNvPr>
            <p:cNvSpPr/>
            <p:nvPr/>
          </p:nvSpPr>
          <p:spPr>
            <a:xfrm>
              <a:off x="9735141" y="4107548"/>
              <a:ext cx="74431" cy="94825"/>
            </a:xfrm>
            <a:custGeom>
              <a:avLst/>
              <a:gdLst>
                <a:gd name="connsiteX0" fmla="*/ 52499 w 74431"/>
                <a:gd name="connsiteY0" fmla="*/ 94825 h 94825"/>
                <a:gd name="connsiteX1" fmla="*/ 22230 w 74431"/>
                <a:gd name="connsiteY1" fmla="*/ 94825 h 94825"/>
                <a:gd name="connsiteX2" fmla="*/ 22230 w 74431"/>
                <a:gd name="connsiteY2" fmla="*/ 26944 h 94825"/>
                <a:gd name="connsiteX3" fmla="*/ 0 w 74431"/>
                <a:gd name="connsiteY3" fmla="*/ 26944 h 94825"/>
                <a:gd name="connsiteX4" fmla="*/ 0 w 74431"/>
                <a:gd name="connsiteY4" fmla="*/ 0 h 94825"/>
                <a:gd name="connsiteX5" fmla="*/ 74431 w 74431"/>
                <a:gd name="connsiteY5" fmla="*/ 0 h 94825"/>
                <a:gd name="connsiteX6" fmla="*/ 74431 w 74431"/>
                <a:gd name="connsiteY6" fmla="*/ 26944 h 94825"/>
                <a:gd name="connsiteX7" fmla="*/ 52499 w 74431"/>
                <a:gd name="connsiteY7" fmla="*/ 26944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431" h="94825">
                  <a:moveTo>
                    <a:pt x="52499" y="94825"/>
                  </a:moveTo>
                  <a:lnTo>
                    <a:pt x="22230" y="94825"/>
                  </a:lnTo>
                  <a:lnTo>
                    <a:pt x="22230" y="26944"/>
                  </a:lnTo>
                  <a:lnTo>
                    <a:pt x="0" y="26944"/>
                  </a:lnTo>
                  <a:lnTo>
                    <a:pt x="0" y="0"/>
                  </a:lnTo>
                  <a:lnTo>
                    <a:pt x="74431" y="0"/>
                  </a:lnTo>
                  <a:lnTo>
                    <a:pt x="74431" y="26944"/>
                  </a:lnTo>
                  <a:lnTo>
                    <a:pt x="52499" y="2694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4F91B6E-0453-1EA3-DCEF-51CF24E57F5E}"/>
              </a:ext>
            </a:extLst>
          </p:cNvPr>
          <p:cNvGrpSpPr/>
          <p:nvPr/>
        </p:nvGrpSpPr>
        <p:grpSpPr>
          <a:xfrm>
            <a:off x="1528129" y="4780938"/>
            <a:ext cx="823704" cy="823703"/>
            <a:chOff x="1528129" y="4780938"/>
            <a:chExt cx="823704" cy="823703"/>
          </a:xfrm>
        </p:grpSpPr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B1666CB7-83C3-74F6-344C-1B2B26D5C1F4}"/>
                </a:ext>
              </a:extLst>
            </p:cNvPr>
            <p:cNvSpPr/>
            <p:nvPr/>
          </p:nvSpPr>
          <p:spPr>
            <a:xfrm>
              <a:off x="1528129" y="4780938"/>
              <a:ext cx="823704" cy="823703"/>
            </a:xfrm>
            <a:custGeom>
              <a:avLst/>
              <a:gdLst>
                <a:gd name="connsiteX0" fmla="*/ 784008 w 823704"/>
                <a:gd name="connsiteY0" fmla="*/ 823703 h 823703"/>
                <a:gd name="connsiteX1" fmla="*/ 39697 w 823704"/>
                <a:gd name="connsiteY1" fmla="*/ 823703 h 823703"/>
                <a:gd name="connsiteX2" fmla="*/ 0 w 823704"/>
                <a:gd name="connsiteY2" fmla="*/ 784007 h 823703"/>
                <a:gd name="connsiteX3" fmla="*/ 0 w 823704"/>
                <a:gd name="connsiteY3" fmla="*/ 39697 h 823703"/>
                <a:gd name="connsiteX4" fmla="*/ 39697 w 823704"/>
                <a:gd name="connsiteY4" fmla="*/ 0 h 823703"/>
                <a:gd name="connsiteX5" fmla="*/ 784008 w 823704"/>
                <a:gd name="connsiteY5" fmla="*/ 0 h 823703"/>
                <a:gd name="connsiteX6" fmla="*/ 823704 w 823704"/>
                <a:gd name="connsiteY6" fmla="*/ 39697 h 823703"/>
                <a:gd name="connsiteX7" fmla="*/ 823704 w 823704"/>
                <a:gd name="connsiteY7" fmla="*/ 784007 h 823703"/>
                <a:gd name="connsiteX8" fmla="*/ 784008 w 823704"/>
                <a:gd name="connsiteY8" fmla="*/ 823703 h 823703"/>
                <a:gd name="connsiteX9" fmla="*/ 79393 w 823704"/>
                <a:gd name="connsiteY9" fmla="*/ 744310 h 823703"/>
                <a:gd name="connsiteX10" fmla="*/ 744311 w 823704"/>
                <a:gd name="connsiteY10" fmla="*/ 744310 h 823703"/>
                <a:gd name="connsiteX11" fmla="*/ 744311 w 823704"/>
                <a:gd name="connsiteY11" fmla="*/ 79393 h 823703"/>
                <a:gd name="connsiteX12" fmla="*/ 79393 w 823704"/>
                <a:gd name="connsiteY12" fmla="*/ 79393 h 823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823703">
                  <a:moveTo>
                    <a:pt x="784008" y="823703"/>
                  </a:moveTo>
                  <a:lnTo>
                    <a:pt x="39697" y="823703"/>
                  </a:lnTo>
                  <a:cubicBezTo>
                    <a:pt x="17773" y="823703"/>
                    <a:pt x="0" y="805929"/>
                    <a:pt x="0" y="7840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784007"/>
                  </a:lnTo>
                  <a:cubicBezTo>
                    <a:pt x="823704" y="805929"/>
                    <a:pt x="805930" y="823703"/>
                    <a:pt x="784008" y="823703"/>
                  </a:cubicBezTo>
                  <a:close/>
                  <a:moveTo>
                    <a:pt x="79393" y="744310"/>
                  </a:moveTo>
                  <a:lnTo>
                    <a:pt x="744311" y="744310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A3CCB3C3-3175-263D-682A-1FADDEA6D82F}"/>
                </a:ext>
              </a:extLst>
            </p:cNvPr>
            <p:cNvSpPr/>
            <p:nvPr/>
          </p:nvSpPr>
          <p:spPr>
            <a:xfrm>
              <a:off x="1932538" y="5200233"/>
              <a:ext cx="287800" cy="287799"/>
            </a:xfrm>
            <a:custGeom>
              <a:avLst/>
              <a:gdLst>
                <a:gd name="connsiteX0" fmla="*/ 248104 w 287800"/>
                <a:gd name="connsiteY0" fmla="*/ 287800 h 287799"/>
                <a:gd name="connsiteX1" fmla="*/ 39697 w 287800"/>
                <a:gd name="connsiteY1" fmla="*/ 287800 h 287799"/>
                <a:gd name="connsiteX2" fmla="*/ 0 w 287800"/>
                <a:gd name="connsiteY2" fmla="*/ 248103 h 287799"/>
                <a:gd name="connsiteX3" fmla="*/ 0 w 287800"/>
                <a:gd name="connsiteY3" fmla="*/ 39697 h 287799"/>
                <a:gd name="connsiteX4" fmla="*/ 39697 w 287800"/>
                <a:gd name="connsiteY4" fmla="*/ 0 h 287799"/>
                <a:gd name="connsiteX5" fmla="*/ 248104 w 287800"/>
                <a:gd name="connsiteY5" fmla="*/ 0 h 287799"/>
                <a:gd name="connsiteX6" fmla="*/ 287800 w 287800"/>
                <a:gd name="connsiteY6" fmla="*/ 39697 h 287799"/>
                <a:gd name="connsiteX7" fmla="*/ 287800 w 287800"/>
                <a:gd name="connsiteY7" fmla="*/ 248103 h 287799"/>
                <a:gd name="connsiteX8" fmla="*/ 248104 w 287800"/>
                <a:gd name="connsiteY8" fmla="*/ 287800 h 287799"/>
                <a:gd name="connsiteX9" fmla="*/ 79393 w 287800"/>
                <a:gd name="connsiteY9" fmla="*/ 208407 h 287799"/>
                <a:gd name="connsiteX10" fmla="*/ 208407 w 287800"/>
                <a:gd name="connsiteY10" fmla="*/ 208407 h 287799"/>
                <a:gd name="connsiteX11" fmla="*/ 208407 w 287800"/>
                <a:gd name="connsiteY11" fmla="*/ 79393 h 287799"/>
                <a:gd name="connsiteX12" fmla="*/ 79393 w 287800"/>
                <a:gd name="connsiteY12" fmla="*/ 79393 h 28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00" h="287799">
                  <a:moveTo>
                    <a:pt x="248104" y="287800"/>
                  </a:moveTo>
                  <a:lnTo>
                    <a:pt x="39697" y="287800"/>
                  </a:lnTo>
                  <a:cubicBezTo>
                    <a:pt x="17773" y="287800"/>
                    <a:pt x="0" y="270026"/>
                    <a:pt x="0" y="2481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48104" y="0"/>
                  </a:lnTo>
                  <a:cubicBezTo>
                    <a:pt x="270026" y="0"/>
                    <a:pt x="287800" y="17773"/>
                    <a:pt x="287800" y="39697"/>
                  </a:cubicBezTo>
                  <a:lnTo>
                    <a:pt x="287800" y="248103"/>
                  </a:lnTo>
                  <a:cubicBezTo>
                    <a:pt x="287800" y="270026"/>
                    <a:pt x="270026" y="287800"/>
                    <a:pt x="248104" y="287800"/>
                  </a:cubicBezTo>
                  <a:close/>
                  <a:moveTo>
                    <a:pt x="79393" y="208407"/>
                  </a:moveTo>
                  <a:lnTo>
                    <a:pt x="208407" y="208407"/>
                  </a:lnTo>
                  <a:lnTo>
                    <a:pt x="20840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88EF56C-FDA8-463D-E18F-5C8D845F97BE}"/>
                </a:ext>
              </a:extLst>
            </p:cNvPr>
            <p:cNvSpPr/>
            <p:nvPr/>
          </p:nvSpPr>
          <p:spPr>
            <a:xfrm>
              <a:off x="1639776" y="5254815"/>
              <a:ext cx="253065" cy="79393"/>
            </a:xfrm>
            <a:custGeom>
              <a:avLst/>
              <a:gdLst>
                <a:gd name="connsiteX0" fmla="*/ 213369 w 253065"/>
                <a:gd name="connsiteY0" fmla="*/ 79393 h 79393"/>
                <a:gd name="connsiteX1" fmla="*/ 39697 w 253065"/>
                <a:gd name="connsiteY1" fmla="*/ 79393 h 79393"/>
                <a:gd name="connsiteX2" fmla="*/ 0 w 253065"/>
                <a:gd name="connsiteY2" fmla="*/ 39697 h 79393"/>
                <a:gd name="connsiteX3" fmla="*/ 39697 w 253065"/>
                <a:gd name="connsiteY3" fmla="*/ 0 h 79393"/>
                <a:gd name="connsiteX4" fmla="*/ 213369 w 253065"/>
                <a:gd name="connsiteY4" fmla="*/ 0 h 79393"/>
                <a:gd name="connsiteX5" fmla="*/ 253066 w 253065"/>
                <a:gd name="connsiteY5" fmla="*/ 39697 h 79393"/>
                <a:gd name="connsiteX6" fmla="*/ 213369 w 25306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065" h="79393">
                  <a:moveTo>
                    <a:pt x="21336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4"/>
                    <a:pt x="253066" y="39697"/>
                  </a:cubicBezTo>
                  <a:cubicBezTo>
                    <a:pt x="253066" y="61619"/>
                    <a:pt x="235293" y="79393"/>
                    <a:pt x="21336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032F71CA-FFEB-6C2C-20BE-4E59E92BEAB7}"/>
                </a:ext>
              </a:extLst>
            </p:cNvPr>
            <p:cNvSpPr/>
            <p:nvPr/>
          </p:nvSpPr>
          <p:spPr>
            <a:xfrm>
              <a:off x="1639776" y="5368943"/>
              <a:ext cx="253065" cy="79393"/>
            </a:xfrm>
            <a:custGeom>
              <a:avLst/>
              <a:gdLst>
                <a:gd name="connsiteX0" fmla="*/ 213369 w 253065"/>
                <a:gd name="connsiteY0" fmla="*/ 79393 h 79393"/>
                <a:gd name="connsiteX1" fmla="*/ 39697 w 253065"/>
                <a:gd name="connsiteY1" fmla="*/ 79393 h 79393"/>
                <a:gd name="connsiteX2" fmla="*/ 0 w 253065"/>
                <a:gd name="connsiteY2" fmla="*/ 39697 h 79393"/>
                <a:gd name="connsiteX3" fmla="*/ 39697 w 253065"/>
                <a:gd name="connsiteY3" fmla="*/ 0 h 79393"/>
                <a:gd name="connsiteX4" fmla="*/ 213369 w 253065"/>
                <a:gd name="connsiteY4" fmla="*/ 0 h 79393"/>
                <a:gd name="connsiteX5" fmla="*/ 253066 w 253065"/>
                <a:gd name="connsiteY5" fmla="*/ 39697 h 79393"/>
                <a:gd name="connsiteX6" fmla="*/ 213369 w 25306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065" h="79393">
                  <a:moveTo>
                    <a:pt x="21336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4"/>
                    <a:pt x="253066" y="39697"/>
                  </a:cubicBezTo>
                  <a:cubicBezTo>
                    <a:pt x="253066" y="61619"/>
                    <a:pt x="235293" y="79393"/>
                    <a:pt x="21336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0E1C3701-ACF9-A4A5-43AD-CA452EB825B3}"/>
                </a:ext>
              </a:extLst>
            </p:cNvPr>
            <p:cNvSpPr/>
            <p:nvPr/>
          </p:nvSpPr>
          <p:spPr>
            <a:xfrm>
              <a:off x="1787546" y="4781930"/>
              <a:ext cx="304869" cy="358757"/>
            </a:xfrm>
            <a:custGeom>
              <a:avLst/>
              <a:gdLst>
                <a:gd name="connsiteX0" fmla="*/ 39697 w 304869"/>
                <a:gd name="connsiteY0" fmla="*/ 358758 h 358757"/>
                <a:gd name="connsiteX1" fmla="*/ 0 w 304869"/>
                <a:gd name="connsiteY1" fmla="*/ 319061 h 358757"/>
                <a:gd name="connsiteX2" fmla="*/ 0 w 304869"/>
                <a:gd name="connsiteY2" fmla="*/ 40193 h 358757"/>
                <a:gd name="connsiteX3" fmla="*/ 39697 w 304869"/>
                <a:gd name="connsiteY3" fmla="*/ 497 h 358757"/>
                <a:gd name="connsiteX4" fmla="*/ 147374 w 304869"/>
                <a:gd name="connsiteY4" fmla="*/ 497 h 358757"/>
                <a:gd name="connsiteX5" fmla="*/ 153527 w 304869"/>
                <a:gd name="connsiteY5" fmla="*/ 0 h 358757"/>
                <a:gd name="connsiteX6" fmla="*/ 265173 w 304869"/>
                <a:gd name="connsiteY6" fmla="*/ 0 h 358757"/>
                <a:gd name="connsiteX7" fmla="*/ 304870 w 304869"/>
                <a:gd name="connsiteY7" fmla="*/ 39697 h 358757"/>
                <a:gd name="connsiteX8" fmla="*/ 304870 w 304869"/>
                <a:gd name="connsiteY8" fmla="*/ 318565 h 358757"/>
                <a:gd name="connsiteX9" fmla="*/ 265168 w 304869"/>
                <a:gd name="connsiteY9" fmla="*/ 358255 h 358757"/>
                <a:gd name="connsiteX10" fmla="*/ 243340 w 304869"/>
                <a:gd name="connsiteY10" fmla="*/ 351712 h 358757"/>
                <a:gd name="connsiteX11" fmla="*/ 152782 w 304869"/>
                <a:gd name="connsiteY11" fmla="*/ 292167 h 358757"/>
                <a:gd name="connsiteX12" fmla="*/ 61530 w 304869"/>
                <a:gd name="connsiteY12" fmla="*/ 352208 h 358757"/>
                <a:gd name="connsiteX13" fmla="*/ 39697 w 304869"/>
                <a:gd name="connsiteY13" fmla="*/ 358758 h 358757"/>
                <a:gd name="connsiteX14" fmla="*/ 79393 w 304869"/>
                <a:gd name="connsiteY14" fmla="*/ 79890 h 358757"/>
                <a:gd name="connsiteX15" fmla="*/ 79393 w 304869"/>
                <a:gd name="connsiteY15" fmla="*/ 245375 h 358757"/>
                <a:gd name="connsiteX16" fmla="*/ 130106 w 304869"/>
                <a:gd name="connsiteY16" fmla="*/ 211930 h 358757"/>
                <a:gd name="connsiteX17" fmla="*/ 135762 w 304869"/>
                <a:gd name="connsiteY17" fmla="*/ 208854 h 358757"/>
                <a:gd name="connsiteX18" fmla="*/ 136804 w 304869"/>
                <a:gd name="connsiteY18" fmla="*/ 208358 h 358757"/>
                <a:gd name="connsiteX19" fmla="*/ 174863 w 304869"/>
                <a:gd name="connsiteY19" fmla="*/ 211484 h 358757"/>
                <a:gd name="connsiteX20" fmla="*/ 225526 w 304869"/>
                <a:gd name="connsiteY20" fmla="*/ 244878 h 358757"/>
                <a:gd name="connsiteX21" fmla="*/ 225526 w 304869"/>
                <a:gd name="connsiteY21" fmla="*/ 79393 h 358757"/>
                <a:gd name="connsiteX22" fmla="*/ 159481 w 304869"/>
                <a:gd name="connsiteY22" fmla="*/ 79393 h 358757"/>
                <a:gd name="connsiteX23" fmla="*/ 153328 w 304869"/>
                <a:gd name="connsiteY23" fmla="*/ 79890 h 35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69" h="358757">
                  <a:moveTo>
                    <a:pt x="39697" y="358758"/>
                  </a:moveTo>
                  <a:cubicBezTo>
                    <a:pt x="17773" y="358758"/>
                    <a:pt x="0" y="340985"/>
                    <a:pt x="0" y="319061"/>
                  </a:cubicBezTo>
                  <a:lnTo>
                    <a:pt x="0" y="40193"/>
                  </a:lnTo>
                  <a:cubicBezTo>
                    <a:pt x="0" y="18269"/>
                    <a:pt x="17773" y="497"/>
                    <a:pt x="39697" y="497"/>
                  </a:cubicBezTo>
                  <a:lnTo>
                    <a:pt x="147374" y="497"/>
                  </a:lnTo>
                  <a:cubicBezTo>
                    <a:pt x="149407" y="157"/>
                    <a:pt x="151465" y="-9"/>
                    <a:pt x="153527" y="0"/>
                  </a:cubicBezTo>
                  <a:lnTo>
                    <a:pt x="265173" y="0"/>
                  </a:lnTo>
                  <a:cubicBezTo>
                    <a:pt x="287096" y="0"/>
                    <a:pt x="304870" y="17773"/>
                    <a:pt x="304870" y="39697"/>
                  </a:cubicBezTo>
                  <a:lnTo>
                    <a:pt x="304870" y="318565"/>
                  </a:lnTo>
                  <a:cubicBezTo>
                    <a:pt x="304865" y="340489"/>
                    <a:pt x="287091" y="358259"/>
                    <a:pt x="265168" y="358255"/>
                  </a:cubicBezTo>
                  <a:cubicBezTo>
                    <a:pt x="257408" y="358254"/>
                    <a:pt x="249821" y="355979"/>
                    <a:pt x="243340" y="351712"/>
                  </a:cubicBezTo>
                  <a:lnTo>
                    <a:pt x="152782" y="292167"/>
                  </a:lnTo>
                  <a:lnTo>
                    <a:pt x="61530" y="352208"/>
                  </a:lnTo>
                  <a:cubicBezTo>
                    <a:pt x="55049" y="356479"/>
                    <a:pt x="47458" y="358756"/>
                    <a:pt x="39697" y="358758"/>
                  </a:cubicBezTo>
                  <a:close/>
                  <a:moveTo>
                    <a:pt x="79393" y="79890"/>
                  </a:moveTo>
                  <a:lnTo>
                    <a:pt x="79393" y="245375"/>
                  </a:lnTo>
                  <a:lnTo>
                    <a:pt x="130106" y="211930"/>
                  </a:lnTo>
                  <a:cubicBezTo>
                    <a:pt x="131903" y="210750"/>
                    <a:pt x="133795" y="209721"/>
                    <a:pt x="135762" y="208854"/>
                  </a:cubicBezTo>
                  <a:lnTo>
                    <a:pt x="136804" y="208358"/>
                  </a:lnTo>
                  <a:cubicBezTo>
                    <a:pt x="149192" y="202828"/>
                    <a:pt x="163545" y="204007"/>
                    <a:pt x="174863" y="211484"/>
                  </a:cubicBezTo>
                  <a:lnTo>
                    <a:pt x="225526" y="244878"/>
                  </a:lnTo>
                  <a:lnTo>
                    <a:pt x="225526" y="79393"/>
                  </a:lnTo>
                  <a:lnTo>
                    <a:pt x="159481" y="79393"/>
                  </a:lnTo>
                  <a:cubicBezTo>
                    <a:pt x="157445" y="79709"/>
                    <a:pt x="155388" y="79874"/>
                    <a:pt x="153328" y="798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5C67EDA-38B8-D589-E643-5CE9AE129B32}"/>
              </a:ext>
            </a:extLst>
          </p:cNvPr>
          <p:cNvGrpSpPr/>
          <p:nvPr/>
        </p:nvGrpSpPr>
        <p:grpSpPr>
          <a:xfrm>
            <a:off x="4256184" y="4790663"/>
            <a:ext cx="637626" cy="804252"/>
            <a:chOff x="4256184" y="4790663"/>
            <a:chExt cx="637626" cy="804252"/>
          </a:xfrm>
        </p:grpSpPr>
        <p:grpSp>
          <p:nvGrpSpPr>
            <p:cNvPr id="53" name="Picture Placeholder 5">
              <a:extLst>
                <a:ext uri="{FF2B5EF4-FFF2-40B4-BE49-F238E27FC236}">
                  <a16:creationId xmlns:a16="http://schemas.microsoft.com/office/drawing/2014/main" id="{68672C29-DC81-B9B6-BA7E-027E06B0D4C9}"/>
                </a:ext>
              </a:extLst>
            </p:cNvPr>
            <p:cNvGrpSpPr/>
            <p:nvPr/>
          </p:nvGrpSpPr>
          <p:grpSpPr>
            <a:xfrm>
              <a:off x="4256184" y="4790663"/>
              <a:ext cx="637626" cy="585474"/>
              <a:chOff x="4256184" y="4790663"/>
              <a:chExt cx="637626" cy="585474"/>
            </a:xfrm>
          </p:grpSpPr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421AA047-48E2-5679-7B3E-2EDC9E217C99}"/>
                  </a:ext>
                </a:extLst>
              </p:cNvPr>
              <p:cNvSpPr/>
              <p:nvPr/>
            </p:nvSpPr>
            <p:spPr>
              <a:xfrm>
                <a:off x="4256184" y="5069085"/>
                <a:ext cx="124002" cy="79393"/>
              </a:xfrm>
              <a:custGeom>
                <a:avLst/>
                <a:gdLst>
                  <a:gd name="connsiteX0" fmla="*/ 84306 w 124002"/>
                  <a:gd name="connsiteY0" fmla="*/ 79393 h 79393"/>
                  <a:gd name="connsiteX1" fmla="*/ 39697 w 124002"/>
                  <a:gd name="connsiteY1" fmla="*/ 79393 h 79393"/>
                  <a:gd name="connsiteX2" fmla="*/ 0 w 124002"/>
                  <a:gd name="connsiteY2" fmla="*/ 39697 h 79393"/>
                  <a:gd name="connsiteX3" fmla="*/ 39697 w 124002"/>
                  <a:gd name="connsiteY3" fmla="*/ 0 h 79393"/>
                  <a:gd name="connsiteX4" fmla="*/ 84306 w 124002"/>
                  <a:gd name="connsiteY4" fmla="*/ 0 h 79393"/>
                  <a:gd name="connsiteX5" fmla="*/ 124002 w 124002"/>
                  <a:gd name="connsiteY5" fmla="*/ 39697 h 79393"/>
                  <a:gd name="connsiteX6" fmla="*/ 84306 w 1240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02" h="79393">
                    <a:moveTo>
                      <a:pt x="84306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84306" y="0"/>
                    </a:lnTo>
                    <a:cubicBezTo>
                      <a:pt x="106238" y="0"/>
                      <a:pt x="124002" y="17764"/>
                      <a:pt x="124002" y="39697"/>
                    </a:cubicBezTo>
                    <a:cubicBezTo>
                      <a:pt x="124002" y="61629"/>
                      <a:pt x="106238" y="79393"/>
                      <a:pt x="84306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5" name="Picture Placeholder 5">
                <a:extLst>
                  <a:ext uri="{FF2B5EF4-FFF2-40B4-BE49-F238E27FC236}">
                    <a16:creationId xmlns:a16="http://schemas.microsoft.com/office/drawing/2014/main" id="{48BACFAB-DD65-6293-C36A-936503F94E60}"/>
                  </a:ext>
                </a:extLst>
              </p:cNvPr>
              <p:cNvGrpSpPr/>
              <p:nvPr/>
            </p:nvGrpSpPr>
            <p:grpSpPr>
              <a:xfrm>
                <a:off x="4413928" y="4957687"/>
                <a:ext cx="322832" cy="418451"/>
                <a:chOff x="4413928" y="4957687"/>
                <a:chExt cx="322832" cy="418451"/>
              </a:xfrm>
            </p:grpSpPr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4BA58AA4-1C35-D7E5-255C-F36D9BEA0A2D}"/>
                    </a:ext>
                  </a:extLst>
                </p:cNvPr>
                <p:cNvSpPr/>
                <p:nvPr/>
              </p:nvSpPr>
              <p:spPr>
                <a:xfrm>
                  <a:off x="4413928" y="4957687"/>
                  <a:ext cx="322832" cy="314892"/>
                </a:xfrm>
                <a:custGeom>
                  <a:avLst/>
                  <a:gdLst>
                    <a:gd name="connsiteX0" fmla="*/ 217339 w 322832"/>
                    <a:gd name="connsiteY0" fmla="*/ 314893 h 314892"/>
                    <a:gd name="connsiteX1" fmla="*/ 180173 w 322832"/>
                    <a:gd name="connsiteY1" fmla="*/ 289140 h 314892"/>
                    <a:gd name="connsiteX2" fmla="*/ 203395 w 322832"/>
                    <a:gd name="connsiteY2" fmla="*/ 238030 h 314892"/>
                    <a:gd name="connsiteX3" fmla="*/ 243439 w 322832"/>
                    <a:gd name="connsiteY3" fmla="*/ 158191 h 314892"/>
                    <a:gd name="connsiteX4" fmla="*/ 161416 w 322832"/>
                    <a:gd name="connsiteY4" fmla="*/ 79393 h 314892"/>
                    <a:gd name="connsiteX5" fmla="*/ 79393 w 322832"/>
                    <a:gd name="connsiteY5" fmla="*/ 158191 h 314892"/>
                    <a:gd name="connsiteX6" fmla="*/ 121372 w 322832"/>
                    <a:gd name="connsiteY6" fmla="*/ 237633 h 314892"/>
                    <a:gd name="connsiteX7" fmla="*/ 143900 w 322832"/>
                    <a:gd name="connsiteY7" fmla="*/ 289041 h 314892"/>
                    <a:gd name="connsiteX8" fmla="*/ 92493 w 322832"/>
                    <a:gd name="connsiteY8" fmla="*/ 311568 h 314892"/>
                    <a:gd name="connsiteX9" fmla="*/ 0 w 322832"/>
                    <a:gd name="connsiteY9" fmla="*/ 158191 h 314892"/>
                    <a:gd name="connsiteX10" fmla="*/ 161416 w 322832"/>
                    <a:gd name="connsiteY10" fmla="*/ 0 h 314892"/>
                    <a:gd name="connsiteX11" fmla="*/ 322833 w 322832"/>
                    <a:gd name="connsiteY11" fmla="*/ 158191 h 314892"/>
                    <a:gd name="connsiteX12" fmla="*/ 231282 w 322832"/>
                    <a:gd name="connsiteY12" fmla="*/ 312362 h 314892"/>
                    <a:gd name="connsiteX13" fmla="*/ 217339 w 322832"/>
                    <a:gd name="connsiteY13" fmla="*/ 314893 h 3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2832" h="314892">
                      <a:moveTo>
                        <a:pt x="217339" y="314893"/>
                      </a:moveTo>
                      <a:cubicBezTo>
                        <a:pt x="201262" y="314893"/>
                        <a:pt x="186127" y="305068"/>
                        <a:pt x="180173" y="289140"/>
                      </a:cubicBezTo>
                      <a:cubicBezTo>
                        <a:pt x="172482" y="268597"/>
                        <a:pt x="182852" y="245722"/>
                        <a:pt x="203395" y="238030"/>
                      </a:cubicBezTo>
                      <a:cubicBezTo>
                        <a:pt x="213320" y="234309"/>
                        <a:pt x="243439" y="222995"/>
                        <a:pt x="243439" y="158191"/>
                      </a:cubicBezTo>
                      <a:cubicBezTo>
                        <a:pt x="243439" y="112540"/>
                        <a:pt x="208953" y="79393"/>
                        <a:pt x="161416" y="79393"/>
                      </a:cubicBezTo>
                      <a:cubicBezTo>
                        <a:pt x="113880" y="79393"/>
                        <a:pt x="79393" y="112540"/>
                        <a:pt x="79393" y="158191"/>
                      </a:cubicBezTo>
                      <a:cubicBezTo>
                        <a:pt x="79393" y="200021"/>
                        <a:pt x="93535" y="226717"/>
                        <a:pt x="121372" y="237633"/>
                      </a:cubicBezTo>
                      <a:cubicBezTo>
                        <a:pt x="141766" y="245622"/>
                        <a:pt x="151889" y="268646"/>
                        <a:pt x="143900" y="289041"/>
                      </a:cubicBezTo>
                      <a:cubicBezTo>
                        <a:pt x="135911" y="309484"/>
                        <a:pt x="112887" y="319557"/>
                        <a:pt x="92493" y="311568"/>
                      </a:cubicBezTo>
                      <a:cubicBezTo>
                        <a:pt x="33742" y="288594"/>
                        <a:pt x="0" y="232671"/>
                        <a:pt x="0" y="158191"/>
                      </a:cubicBezTo>
                      <a:cubicBezTo>
                        <a:pt x="0" y="68030"/>
                        <a:pt x="69370" y="0"/>
                        <a:pt x="161416" y="0"/>
                      </a:cubicBezTo>
                      <a:cubicBezTo>
                        <a:pt x="253463" y="0"/>
                        <a:pt x="322833" y="67980"/>
                        <a:pt x="322833" y="158191"/>
                      </a:cubicBezTo>
                      <a:cubicBezTo>
                        <a:pt x="322833" y="235450"/>
                        <a:pt x="290331" y="290231"/>
                        <a:pt x="231282" y="312362"/>
                      </a:cubicBezTo>
                      <a:cubicBezTo>
                        <a:pt x="226668" y="314099"/>
                        <a:pt x="221954" y="314893"/>
                        <a:pt x="217339" y="314893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4FAB1422-005D-FED7-8A29-CC18CFDA1EB3}"/>
                    </a:ext>
                  </a:extLst>
                </p:cNvPr>
                <p:cNvSpPr/>
                <p:nvPr/>
              </p:nvSpPr>
              <p:spPr>
                <a:xfrm>
                  <a:off x="4491733" y="5296745"/>
                  <a:ext cx="165187" cy="79393"/>
                </a:xfrm>
                <a:custGeom>
                  <a:avLst/>
                  <a:gdLst>
                    <a:gd name="connsiteX0" fmla="*/ 125491 w 165187"/>
                    <a:gd name="connsiteY0" fmla="*/ 79393 h 79393"/>
                    <a:gd name="connsiteX1" fmla="*/ 39697 w 165187"/>
                    <a:gd name="connsiteY1" fmla="*/ 79393 h 79393"/>
                    <a:gd name="connsiteX2" fmla="*/ 0 w 165187"/>
                    <a:gd name="connsiteY2" fmla="*/ 39697 h 79393"/>
                    <a:gd name="connsiteX3" fmla="*/ 39697 w 165187"/>
                    <a:gd name="connsiteY3" fmla="*/ 0 h 79393"/>
                    <a:gd name="connsiteX4" fmla="*/ 125491 w 165187"/>
                    <a:gd name="connsiteY4" fmla="*/ 0 h 79393"/>
                    <a:gd name="connsiteX5" fmla="*/ 165187 w 165187"/>
                    <a:gd name="connsiteY5" fmla="*/ 39697 h 79393"/>
                    <a:gd name="connsiteX6" fmla="*/ 125491 w 165187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187" h="79393">
                      <a:moveTo>
                        <a:pt x="125491" y="79393"/>
                      </a:moveTo>
                      <a:lnTo>
                        <a:pt x="39697" y="79393"/>
                      </a:lnTo>
                      <a:cubicBezTo>
                        <a:pt x="17764" y="79393"/>
                        <a:pt x="0" y="61629"/>
                        <a:pt x="0" y="39697"/>
                      </a:cubicBezTo>
                      <a:cubicBezTo>
                        <a:pt x="0" y="17764"/>
                        <a:pt x="17764" y="0"/>
                        <a:pt x="39697" y="0"/>
                      </a:cubicBezTo>
                      <a:lnTo>
                        <a:pt x="125491" y="0"/>
                      </a:lnTo>
                      <a:cubicBezTo>
                        <a:pt x="147423" y="0"/>
                        <a:pt x="165187" y="17764"/>
                        <a:pt x="165187" y="39697"/>
                      </a:cubicBezTo>
                      <a:cubicBezTo>
                        <a:pt x="165187" y="61629"/>
                        <a:pt x="147423" y="79393"/>
                        <a:pt x="125491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18101794-747B-DE85-A7DC-AFA0DBF87593}"/>
                    </a:ext>
                  </a:extLst>
                </p:cNvPr>
                <p:cNvSpPr/>
                <p:nvPr/>
              </p:nvSpPr>
              <p:spPr>
                <a:xfrm>
                  <a:off x="4482107" y="5193832"/>
                  <a:ext cx="186722" cy="182306"/>
                </a:xfrm>
                <a:custGeom>
                  <a:avLst/>
                  <a:gdLst>
                    <a:gd name="connsiteX0" fmla="*/ 147026 w 186722"/>
                    <a:gd name="connsiteY0" fmla="*/ 182306 h 182306"/>
                    <a:gd name="connsiteX1" fmla="*/ 39697 w 186722"/>
                    <a:gd name="connsiteY1" fmla="*/ 182306 h 182306"/>
                    <a:gd name="connsiteX2" fmla="*/ 0 w 186722"/>
                    <a:gd name="connsiteY2" fmla="*/ 142610 h 182306"/>
                    <a:gd name="connsiteX3" fmla="*/ 0 w 186722"/>
                    <a:gd name="connsiteY3" fmla="*/ 39697 h 182306"/>
                    <a:gd name="connsiteX4" fmla="*/ 39697 w 186722"/>
                    <a:gd name="connsiteY4" fmla="*/ 0 h 182306"/>
                    <a:gd name="connsiteX5" fmla="*/ 79393 w 186722"/>
                    <a:gd name="connsiteY5" fmla="*/ 39697 h 182306"/>
                    <a:gd name="connsiteX6" fmla="*/ 79393 w 186722"/>
                    <a:gd name="connsiteY6" fmla="*/ 102913 h 182306"/>
                    <a:gd name="connsiteX7" fmla="*/ 107330 w 186722"/>
                    <a:gd name="connsiteY7" fmla="*/ 102913 h 182306"/>
                    <a:gd name="connsiteX8" fmla="*/ 107330 w 186722"/>
                    <a:gd name="connsiteY8" fmla="*/ 41235 h 182306"/>
                    <a:gd name="connsiteX9" fmla="*/ 147026 w 186722"/>
                    <a:gd name="connsiteY9" fmla="*/ 1538 h 182306"/>
                    <a:gd name="connsiteX10" fmla="*/ 186723 w 186722"/>
                    <a:gd name="connsiteY10" fmla="*/ 41235 h 182306"/>
                    <a:gd name="connsiteX11" fmla="*/ 186723 w 186722"/>
                    <a:gd name="connsiteY11" fmla="*/ 142610 h 182306"/>
                    <a:gd name="connsiteX12" fmla="*/ 147026 w 186722"/>
                    <a:gd name="connsiteY12" fmla="*/ 182306 h 18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722" h="182306">
                      <a:moveTo>
                        <a:pt x="147026" y="182306"/>
                      </a:moveTo>
                      <a:lnTo>
                        <a:pt x="39697" y="182306"/>
                      </a:lnTo>
                      <a:cubicBezTo>
                        <a:pt x="17764" y="182306"/>
                        <a:pt x="0" y="164542"/>
                        <a:pt x="0" y="142610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102913"/>
                      </a:lnTo>
                      <a:lnTo>
                        <a:pt x="107330" y="102913"/>
                      </a:lnTo>
                      <a:lnTo>
                        <a:pt x="107330" y="41235"/>
                      </a:lnTo>
                      <a:cubicBezTo>
                        <a:pt x="107330" y="19302"/>
                        <a:pt x="125094" y="1538"/>
                        <a:pt x="147026" y="1538"/>
                      </a:cubicBezTo>
                      <a:cubicBezTo>
                        <a:pt x="168959" y="1538"/>
                        <a:pt x="186723" y="19302"/>
                        <a:pt x="186723" y="41235"/>
                      </a:cubicBezTo>
                      <a:lnTo>
                        <a:pt x="186723" y="142610"/>
                      </a:lnTo>
                      <a:cubicBezTo>
                        <a:pt x="186723" y="164542"/>
                        <a:pt x="168959" y="182306"/>
                        <a:pt x="147026" y="182306"/>
                      </a:cubicBezTo>
                      <a:close/>
                    </a:path>
                  </a:pathLst>
                </a:custGeom>
                <a:solidFill>
                  <a:srgbClr val="C42828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549AC45B-AC3B-4ED9-468D-23C97B5BAFE5}"/>
                  </a:ext>
                </a:extLst>
              </p:cNvPr>
              <p:cNvSpPr/>
              <p:nvPr/>
            </p:nvSpPr>
            <p:spPr>
              <a:xfrm>
                <a:off x="4716962" y="4868419"/>
                <a:ext cx="117204" cy="117204"/>
              </a:xfrm>
              <a:custGeom>
                <a:avLst/>
                <a:gdLst>
                  <a:gd name="connsiteX0" fmla="*/ 39697 w 117204"/>
                  <a:gd name="connsiteY0" fmla="*/ 117204 h 117204"/>
                  <a:gd name="connsiteX1" fmla="*/ 11611 w 117204"/>
                  <a:gd name="connsiteY1" fmla="*/ 105593 h 117204"/>
                  <a:gd name="connsiteX2" fmla="*/ 11611 w 117204"/>
                  <a:gd name="connsiteY2" fmla="*/ 49472 h 117204"/>
                  <a:gd name="connsiteX3" fmla="*/ 49472 w 117204"/>
                  <a:gd name="connsiteY3" fmla="*/ 11611 h 117204"/>
                  <a:gd name="connsiteX4" fmla="*/ 105593 w 117204"/>
                  <a:gd name="connsiteY4" fmla="*/ 11611 h 117204"/>
                  <a:gd name="connsiteX5" fmla="*/ 105593 w 117204"/>
                  <a:gd name="connsiteY5" fmla="*/ 67732 h 117204"/>
                  <a:gd name="connsiteX6" fmla="*/ 67732 w 117204"/>
                  <a:gd name="connsiteY6" fmla="*/ 105593 h 117204"/>
                  <a:gd name="connsiteX7" fmla="*/ 39647 w 117204"/>
                  <a:gd name="connsiteY7" fmla="*/ 117204 h 11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04" h="117204">
                    <a:moveTo>
                      <a:pt x="39697" y="117204"/>
                    </a:moveTo>
                    <a:cubicBezTo>
                      <a:pt x="29524" y="117204"/>
                      <a:pt x="19402" y="113334"/>
                      <a:pt x="11611" y="105593"/>
                    </a:cubicBezTo>
                    <a:cubicBezTo>
                      <a:pt x="-3870" y="90111"/>
                      <a:pt x="-3870" y="64953"/>
                      <a:pt x="11611" y="49472"/>
                    </a:cubicBezTo>
                    <a:lnTo>
                      <a:pt x="49472" y="11611"/>
                    </a:lnTo>
                    <a:cubicBezTo>
                      <a:pt x="64954" y="-3870"/>
                      <a:pt x="90111" y="-3870"/>
                      <a:pt x="105593" y="11611"/>
                    </a:cubicBezTo>
                    <a:cubicBezTo>
                      <a:pt x="121075" y="27093"/>
                      <a:pt x="121075" y="52251"/>
                      <a:pt x="105593" y="67732"/>
                    </a:cubicBezTo>
                    <a:lnTo>
                      <a:pt x="67732" y="105593"/>
                    </a:lnTo>
                    <a:cubicBezTo>
                      <a:pt x="59991" y="113334"/>
                      <a:pt x="49819" y="117204"/>
                      <a:pt x="39647" y="11720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1334EBEC-D530-F695-72E8-7545E2F67844}"/>
                  </a:ext>
                </a:extLst>
              </p:cNvPr>
              <p:cNvSpPr/>
              <p:nvPr/>
            </p:nvSpPr>
            <p:spPr>
              <a:xfrm>
                <a:off x="4313297" y="4867625"/>
                <a:ext cx="117204" cy="117204"/>
              </a:xfrm>
              <a:custGeom>
                <a:avLst/>
                <a:gdLst>
                  <a:gd name="connsiteX0" fmla="*/ 77557 w 117204"/>
                  <a:gd name="connsiteY0" fmla="*/ 117204 h 117204"/>
                  <a:gd name="connsiteX1" fmla="*/ 49472 w 117204"/>
                  <a:gd name="connsiteY1" fmla="*/ 105593 h 117204"/>
                  <a:gd name="connsiteX2" fmla="*/ 11611 w 117204"/>
                  <a:gd name="connsiteY2" fmla="*/ 67732 h 117204"/>
                  <a:gd name="connsiteX3" fmla="*/ 11611 w 117204"/>
                  <a:gd name="connsiteY3" fmla="*/ 11611 h 117204"/>
                  <a:gd name="connsiteX4" fmla="*/ 67732 w 117204"/>
                  <a:gd name="connsiteY4" fmla="*/ 11611 h 117204"/>
                  <a:gd name="connsiteX5" fmla="*/ 105593 w 117204"/>
                  <a:gd name="connsiteY5" fmla="*/ 49472 h 117204"/>
                  <a:gd name="connsiteX6" fmla="*/ 105593 w 117204"/>
                  <a:gd name="connsiteY6" fmla="*/ 105593 h 117204"/>
                  <a:gd name="connsiteX7" fmla="*/ 77508 w 117204"/>
                  <a:gd name="connsiteY7" fmla="*/ 117204 h 11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04" h="117204">
                    <a:moveTo>
                      <a:pt x="77557" y="117204"/>
                    </a:moveTo>
                    <a:cubicBezTo>
                      <a:pt x="67385" y="117204"/>
                      <a:pt x="57262" y="113334"/>
                      <a:pt x="49472" y="105593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05593" y="49472"/>
                    </a:lnTo>
                    <a:cubicBezTo>
                      <a:pt x="121075" y="64953"/>
                      <a:pt x="121075" y="90111"/>
                      <a:pt x="105593" y="105593"/>
                    </a:cubicBezTo>
                    <a:cubicBezTo>
                      <a:pt x="97852" y="113334"/>
                      <a:pt x="87680" y="117204"/>
                      <a:pt x="77508" y="11720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0B15762-78D3-2750-ED77-1CC76DBEAF16}"/>
                  </a:ext>
                </a:extLst>
              </p:cNvPr>
              <p:cNvSpPr/>
              <p:nvPr/>
            </p:nvSpPr>
            <p:spPr>
              <a:xfrm>
                <a:off x="4536144" y="4790663"/>
                <a:ext cx="79393" cy="132933"/>
              </a:xfrm>
              <a:custGeom>
                <a:avLst/>
                <a:gdLst>
                  <a:gd name="connsiteX0" fmla="*/ 39697 w 79393"/>
                  <a:gd name="connsiteY0" fmla="*/ 132934 h 132933"/>
                  <a:gd name="connsiteX1" fmla="*/ 0 w 79393"/>
                  <a:gd name="connsiteY1" fmla="*/ 93237 h 132933"/>
                  <a:gd name="connsiteX2" fmla="*/ 0 w 79393"/>
                  <a:gd name="connsiteY2" fmla="*/ 39697 h 132933"/>
                  <a:gd name="connsiteX3" fmla="*/ 39697 w 79393"/>
                  <a:gd name="connsiteY3" fmla="*/ 0 h 132933"/>
                  <a:gd name="connsiteX4" fmla="*/ 79393 w 79393"/>
                  <a:gd name="connsiteY4" fmla="*/ 39697 h 132933"/>
                  <a:gd name="connsiteX5" fmla="*/ 79393 w 79393"/>
                  <a:gd name="connsiteY5" fmla="*/ 93237 h 132933"/>
                  <a:gd name="connsiteX6" fmla="*/ 39697 w 79393"/>
                  <a:gd name="connsiteY6" fmla="*/ 132934 h 13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32933">
                    <a:moveTo>
                      <a:pt x="39697" y="132934"/>
                    </a:moveTo>
                    <a:cubicBezTo>
                      <a:pt x="17764" y="132934"/>
                      <a:pt x="0" y="115170"/>
                      <a:pt x="0" y="93237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93237"/>
                    </a:lnTo>
                    <a:cubicBezTo>
                      <a:pt x="79393" y="115170"/>
                      <a:pt x="61629" y="132934"/>
                      <a:pt x="39697" y="13293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A2CADC3E-BF09-BCDD-87C3-5448251E1D82}"/>
                  </a:ext>
                </a:extLst>
              </p:cNvPr>
              <p:cNvSpPr/>
              <p:nvPr/>
            </p:nvSpPr>
            <p:spPr>
              <a:xfrm>
                <a:off x="4769808" y="5069085"/>
                <a:ext cx="124002" cy="79393"/>
              </a:xfrm>
              <a:custGeom>
                <a:avLst/>
                <a:gdLst>
                  <a:gd name="connsiteX0" fmla="*/ 84306 w 124002"/>
                  <a:gd name="connsiteY0" fmla="*/ 79393 h 79393"/>
                  <a:gd name="connsiteX1" fmla="*/ 39697 w 124002"/>
                  <a:gd name="connsiteY1" fmla="*/ 79393 h 79393"/>
                  <a:gd name="connsiteX2" fmla="*/ 0 w 124002"/>
                  <a:gd name="connsiteY2" fmla="*/ 39697 h 79393"/>
                  <a:gd name="connsiteX3" fmla="*/ 39697 w 124002"/>
                  <a:gd name="connsiteY3" fmla="*/ 0 h 79393"/>
                  <a:gd name="connsiteX4" fmla="*/ 84306 w 124002"/>
                  <a:gd name="connsiteY4" fmla="*/ 0 h 79393"/>
                  <a:gd name="connsiteX5" fmla="*/ 124002 w 124002"/>
                  <a:gd name="connsiteY5" fmla="*/ 39697 h 79393"/>
                  <a:gd name="connsiteX6" fmla="*/ 84306 w 1240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02" h="79393">
                    <a:moveTo>
                      <a:pt x="84306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84306" y="0"/>
                    </a:lnTo>
                    <a:cubicBezTo>
                      <a:pt x="106238" y="0"/>
                      <a:pt x="124002" y="17764"/>
                      <a:pt x="124002" y="39697"/>
                    </a:cubicBezTo>
                    <a:cubicBezTo>
                      <a:pt x="124002" y="61629"/>
                      <a:pt x="106238" y="79393"/>
                      <a:pt x="84306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3972D5E-F76E-6B8F-8C27-FC4B35AA94FD}"/>
                </a:ext>
              </a:extLst>
            </p:cNvPr>
            <p:cNvSpPr/>
            <p:nvPr/>
          </p:nvSpPr>
          <p:spPr>
            <a:xfrm>
              <a:off x="4317962" y="5297985"/>
              <a:ext cx="514467" cy="296930"/>
            </a:xfrm>
            <a:custGeom>
              <a:avLst/>
              <a:gdLst>
                <a:gd name="connsiteX0" fmla="*/ 474771 w 514467"/>
                <a:gd name="connsiteY0" fmla="*/ 296930 h 296930"/>
                <a:gd name="connsiteX1" fmla="*/ 435075 w 514467"/>
                <a:gd name="connsiteY1" fmla="*/ 257234 h 296930"/>
                <a:gd name="connsiteX2" fmla="*/ 257234 w 514467"/>
                <a:gd name="connsiteY2" fmla="*/ 79393 h 296930"/>
                <a:gd name="connsiteX3" fmla="*/ 79393 w 514467"/>
                <a:gd name="connsiteY3" fmla="*/ 257234 h 296930"/>
                <a:gd name="connsiteX4" fmla="*/ 39697 w 514467"/>
                <a:gd name="connsiteY4" fmla="*/ 296930 h 296930"/>
                <a:gd name="connsiteX5" fmla="*/ 0 w 514467"/>
                <a:gd name="connsiteY5" fmla="*/ 257234 h 296930"/>
                <a:gd name="connsiteX6" fmla="*/ 257234 w 514467"/>
                <a:gd name="connsiteY6" fmla="*/ 0 h 296930"/>
                <a:gd name="connsiteX7" fmla="*/ 514468 w 514467"/>
                <a:gd name="connsiteY7" fmla="*/ 257234 h 296930"/>
                <a:gd name="connsiteX8" fmla="*/ 474771 w 514467"/>
                <a:gd name="connsiteY8" fmla="*/ 296930 h 29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4467" h="296930">
                  <a:moveTo>
                    <a:pt x="474771" y="296930"/>
                  </a:moveTo>
                  <a:cubicBezTo>
                    <a:pt x="452839" y="296930"/>
                    <a:pt x="435075" y="279166"/>
                    <a:pt x="435075" y="257234"/>
                  </a:cubicBezTo>
                  <a:cubicBezTo>
                    <a:pt x="435075" y="159183"/>
                    <a:pt x="355285" y="79393"/>
                    <a:pt x="257234" y="79393"/>
                  </a:cubicBezTo>
                  <a:cubicBezTo>
                    <a:pt x="159183" y="79393"/>
                    <a:pt x="79393" y="159183"/>
                    <a:pt x="79393" y="257234"/>
                  </a:cubicBezTo>
                  <a:cubicBezTo>
                    <a:pt x="79393" y="279166"/>
                    <a:pt x="61629" y="296930"/>
                    <a:pt x="39697" y="296930"/>
                  </a:cubicBezTo>
                  <a:cubicBezTo>
                    <a:pt x="17764" y="296930"/>
                    <a:pt x="0" y="279166"/>
                    <a:pt x="0" y="257234"/>
                  </a:cubicBezTo>
                  <a:cubicBezTo>
                    <a:pt x="0" y="115418"/>
                    <a:pt x="115368" y="0"/>
                    <a:pt x="257234" y="0"/>
                  </a:cubicBezTo>
                  <a:cubicBezTo>
                    <a:pt x="399100" y="0"/>
                    <a:pt x="514468" y="115368"/>
                    <a:pt x="514468" y="257234"/>
                  </a:cubicBezTo>
                  <a:cubicBezTo>
                    <a:pt x="514468" y="279166"/>
                    <a:pt x="496704" y="296930"/>
                    <a:pt x="474771" y="29693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871CDC50-F2EB-B45A-59E6-9A01973E9747}"/>
              </a:ext>
            </a:extLst>
          </p:cNvPr>
          <p:cNvGrpSpPr/>
          <p:nvPr/>
        </p:nvGrpSpPr>
        <p:grpSpPr>
          <a:xfrm>
            <a:off x="5538208" y="4804186"/>
            <a:ext cx="708342" cy="777034"/>
            <a:chOff x="5538208" y="4804186"/>
            <a:chExt cx="708342" cy="777034"/>
          </a:xfrm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3D961BC-1C7D-8082-03CF-681EC4507C41}"/>
                </a:ext>
              </a:extLst>
            </p:cNvPr>
            <p:cNvSpPr/>
            <p:nvPr/>
          </p:nvSpPr>
          <p:spPr>
            <a:xfrm>
              <a:off x="5939243" y="5268659"/>
              <a:ext cx="307307" cy="312561"/>
            </a:xfrm>
            <a:custGeom>
              <a:avLst/>
              <a:gdLst>
                <a:gd name="connsiteX0" fmla="*/ 156062 w 307307"/>
                <a:gd name="connsiteY0" fmla="*/ 312462 h 312561"/>
                <a:gd name="connsiteX1" fmla="*/ 97609 w 307307"/>
                <a:gd name="connsiteY1" fmla="*/ 290927 h 312561"/>
                <a:gd name="connsiteX2" fmla="*/ 70764 w 307307"/>
                <a:gd name="connsiteY2" fmla="*/ 187666 h 312561"/>
                <a:gd name="connsiteX3" fmla="*/ 68482 w 307307"/>
                <a:gd name="connsiteY3" fmla="*/ 176998 h 312561"/>
                <a:gd name="connsiteX4" fmla="*/ 11170 w 307307"/>
                <a:gd name="connsiteY4" fmla="*/ 117850 h 312561"/>
                <a:gd name="connsiteX5" fmla="*/ 12063 w 307307"/>
                <a:gd name="connsiteY5" fmla="*/ 61729 h 312561"/>
                <a:gd name="connsiteX6" fmla="*/ 60741 w 307307"/>
                <a:gd name="connsiteY6" fmla="*/ 56618 h 312561"/>
                <a:gd name="connsiteX7" fmla="*/ 69127 w 307307"/>
                <a:gd name="connsiteY7" fmla="*/ 11116 h 312561"/>
                <a:gd name="connsiteX8" fmla="*/ 125248 w 307307"/>
                <a:gd name="connsiteY8" fmla="*/ 12158 h 312561"/>
                <a:gd name="connsiteX9" fmla="*/ 193278 w 307307"/>
                <a:gd name="connsiteY9" fmla="*/ 82768 h 312561"/>
                <a:gd name="connsiteX10" fmla="*/ 289939 w 307307"/>
                <a:gd name="connsiteY10" fmla="*/ 127129 h 312561"/>
                <a:gd name="connsiteX11" fmla="*/ 292470 w 307307"/>
                <a:gd name="connsiteY11" fmla="*/ 232871 h 312561"/>
                <a:gd name="connsiteX12" fmla="*/ 230990 w 307307"/>
                <a:gd name="connsiteY12" fmla="*/ 272220 h 312561"/>
                <a:gd name="connsiteX13" fmla="*/ 203649 w 307307"/>
                <a:gd name="connsiteY13" fmla="*/ 298916 h 312561"/>
                <a:gd name="connsiteX14" fmla="*/ 156062 w 307307"/>
                <a:gd name="connsiteY14" fmla="*/ 312562 h 312561"/>
                <a:gd name="connsiteX15" fmla="*/ 139787 w 307307"/>
                <a:gd name="connsiteY15" fmla="*/ 141569 h 312561"/>
                <a:gd name="connsiteX16" fmla="*/ 144798 w 307307"/>
                <a:gd name="connsiteY16" fmla="*/ 216298 h 312561"/>
                <a:gd name="connsiteX17" fmla="*/ 148421 w 307307"/>
                <a:gd name="connsiteY17" fmla="*/ 229943 h 312561"/>
                <a:gd name="connsiteX18" fmla="*/ 162116 w 307307"/>
                <a:gd name="connsiteY18" fmla="*/ 231184 h 312561"/>
                <a:gd name="connsiteX19" fmla="*/ 166979 w 307307"/>
                <a:gd name="connsiteY19" fmla="*/ 225180 h 312561"/>
                <a:gd name="connsiteX20" fmla="*/ 219626 w 307307"/>
                <a:gd name="connsiteY20" fmla="*/ 193522 h 312561"/>
                <a:gd name="connsiteX21" fmla="*/ 225730 w 307307"/>
                <a:gd name="connsiteY21" fmla="*/ 189899 h 312561"/>
                <a:gd name="connsiteX22" fmla="*/ 224142 w 307307"/>
                <a:gd name="connsiteY22" fmla="*/ 171341 h 312561"/>
                <a:gd name="connsiteX23" fmla="*/ 206130 w 307307"/>
                <a:gd name="connsiteY23" fmla="*/ 161020 h 312561"/>
                <a:gd name="connsiteX24" fmla="*/ 139836 w 307307"/>
                <a:gd name="connsiteY24" fmla="*/ 141569 h 31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7307" h="312561">
                  <a:moveTo>
                    <a:pt x="156062" y="312462"/>
                  </a:moveTo>
                  <a:cubicBezTo>
                    <a:pt x="135370" y="312462"/>
                    <a:pt x="114778" y="305218"/>
                    <a:pt x="97609" y="290927"/>
                  </a:cubicBezTo>
                  <a:cubicBezTo>
                    <a:pt x="66894" y="265372"/>
                    <a:pt x="56374" y="224832"/>
                    <a:pt x="70764" y="187666"/>
                  </a:cubicBezTo>
                  <a:cubicBezTo>
                    <a:pt x="71906" y="184788"/>
                    <a:pt x="70913" y="180323"/>
                    <a:pt x="68482" y="176998"/>
                  </a:cubicBezTo>
                  <a:lnTo>
                    <a:pt x="11170" y="117850"/>
                  </a:lnTo>
                  <a:cubicBezTo>
                    <a:pt x="-4064" y="102120"/>
                    <a:pt x="-3667" y="76963"/>
                    <a:pt x="12063" y="61729"/>
                  </a:cubicBezTo>
                  <a:cubicBezTo>
                    <a:pt x="25461" y="48728"/>
                    <a:pt x="45656" y="47091"/>
                    <a:pt x="60741" y="56618"/>
                  </a:cubicBezTo>
                  <a:cubicBezTo>
                    <a:pt x="53695" y="41633"/>
                    <a:pt x="56523" y="23223"/>
                    <a:pt x="69127" y="11116"/>
                  </a:cubicBezTo>
                  <a:cubicBezTo>
                    <a:pt x="84906" y="-4118"/>
                    <a:pt x="110064" y="-3621"/>
                    <a:pt x="125248" y="12158"/>
                  </a:cubicBezTo>
                  <a:lnTo>
                    <a:pt x="193278" y="82768"/>
                  </a:lnTo>
                  <a:cubicBezTo>
                    <a:pt x="229898" y="76764"/>
                    <a:pt x="267659" y="93983"/>
                    <a:pt x="289939" y="127129"/>
                  </a:cubicBezTo>
                  <a:cubicBezTo>
                    <a:pt x="312169" y="160177"/>
                    <a:pt x="313112" y="200667"/>
                    <a:pt x="292470" y="232871"/>
                  </a:cubicBezTo>
                  <a:cubicBezTo>
                    <a:pt x="278179" y="255151"/>
                    <a:pt x="256544" y="268945"/>
                    <a:pt x="230990" y="272220"/>
                  </a:cubicBezTo>
                  <a:cubicBezTo>
                    <a:pt x="225928" y="279465"/>
                    <a:pt x="217840" y="290183"/>
                    <a:pt x="203649" y="298916"/>
                  </a:cubicBezTo>
                  <a:cubicBezTo>
                    <a:pt x="188762" y="308046"/>
                    <a:pt x="172338" y="312562"/>
                    <a:pt x="156062" y="312562"/>
                  </a:cubicBezTo>
                  <a:close/>
                  <a:moveTo>
                    <a:pt x="139787" y="141569"/>
                  </a:moveTo>
                  <a:cubicBezTo>
                    <a:pt x="152142" y="164742"/>
                    <a:pt x="154226" y="191983"/>
                    <a:pt x="144798" y="216298"/>
                  </a:cubicBezTo>
                  <a:cubicBezTo>
                    <a:pt x="142218" y="222947"/>
                    <a:pt x="145344" y="227363"/>
                    <a:pt x="148421" y="229943"/>
                  </a:cubicBezTo>
                  <a:cubicBezTo>
                    <a:pt x="151448" y="232474"/>
                    <a:pt x="156310" y="234756"/>
                    <a:pt x="162116" y="231184"/>
                  </a:cubicBezTo>
                  <a:cubicBezTo>
                    <a:pt x="163208" y="230489"/>
                    <a:pt x="164150" y="229298"/>
                    <a:pt x="166979" y="225180"/>
                  </a:cubicBezTo>
                  <a:cubicBezTo>
                    <a:pt x="173777" y="215305"/>
                    <a:pt x="187869" y="194762"/>
                    <a:pt x="219626" y="193522"/>
                  </a:cubicBezTo>
                  <a:cubicBezTo>
                    <a:pt x="222852" y="193373"/>
                    <a:pt x="223894" y="192777"/>
                    <a:pt x="225730" y="189899"/>
                  </a:cubicBezTo>
                  <a:cubicBezTo>
                    <a:pt x="230096" y="183052"/>
                    <a:pt x="227268" y="176055"/>
                    <a:pt x="224142" y="171341"/>
                  </a:cubicBezTo>
                  <a:cubicBezTo>
                    <a:pt x="219428" y="164295"/>
                    <a:pt x="211836" y="159978"/>
                    <a:pt x="206130" y="161020"/>
                  </a:cubicBezTo>
                  <a:cubicBezTo>
                    <a:pt x="181766" y="165536"/>
                    <a:pt x="157005" y="158142"/>
                    <a:pt x="139836" y="14156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238C5D8A-C995-6257-9198-48C4287CC921}"/>
                </a:ext>
              </a:extLst>
            </p:cNvPr>
            <p:cNvSpPr/>
            <p:nvPr/>
          </p:nvSpPr>
          <p:spPr>
            <a:xfrm>
              <a:off x="5538208" y="4804186"/>
              <a:ext cx="548288" cy="600682"/>
            </a:xfrm>
            <a:custGeom>
              <a:avLst/>
              <a:gdLst>
                <a:gd name="connsiteX0" fmla="*/ 419995 w 548288"/>
                <a:gd name="connsiteY0" fmla="*/ 600633 h 600682"/>
                <a:gd name="connsiteX1" fmla="*/ 341296 w 548288"/>
                <a:gd name="connsiteY1" fmla="*/ 568776 h 600682"/>
                <a:gd name="connsiteX2" fmla="*/ 282595 w 548288"/>
                <a:gd name="connsiteY2" fmla="*/ 537614 h 600682"/>
                <a:gd name="connsiteX3" fmla="*/ 36923 w 548288"/>
                <a:gd name="connsiteY3" fmla="*/ 365282 h 600682"/>
                <a:gd name="connsiteX4" fmla="*/ 41984 w 548288"/>
                <a:gd name="connsiteY4" fmla="*/ 93112 h 600682"/>
                <a:gd name="connsiteX5" fmla="*/ 118499 w 548288"/>
                <a:gd name="connsiteY5" fmla="*/ 22849 h 600682"/>
                <a:gd name="connsiteX6" fmla="*/ 438305 w 548288"/>
                <a:gd name="connsiteY6" fmla="*/ 118617 h 600682"/>
                <a:gd name="connsiteX7" fmla="*/ 509908 w 548288"/>
                <a:gd name="connsiteY7" fmla="*/ 332731 h 600682"/>
                <a:gd name="connsiteX8" fmla="*/ 511843 w 548288"/>
                <a:gd name="connsiteY8" fmla="*/ 345880 h 600682"/>
                <a:gd name="connsiteX9" fmla="*/ 531096 w 548288"/>
                <a:gd name="connsiteY9" fmla="*/ 410189 h 600682"/>
                <a:gd name="connsiteX10" fmla="*/ 533180 w 548288"/>
                <a:gd name="connsiteY10" fmla="*/ 523473 h 600682"/>
                <a:gd name="connsiteX11" fmla="*/ 460982 w 548288"/>
                <a:gd name="connsiteY11" fmla="*/ 588873 h 600682"/>
                <a:gd name="connsiteX12" fmla="*/ 419995 w 548288"/>
                <a:gd name="connsiteY12" fmla="*/ 600682 h 600682"/>
                <a:gd name="connsiteX13" fmla="*/ 215954 w 548288"/>
                <a:gd name="connsiteY13" fmla="*/ 79715 h 600682"/>
                <a:gd name="connsiteX14" fmla="*/ 153432 w 548288"/>
                <a:gd name="connsiteY14" fmla="*/ 94154 h 600682"/>
                <a:gd name="connsiteX15" fmla="*/ 109766 w 548288"/>
                <a:gd name="connsiteY15" fmla="*/ 134496 h 600682"/>
                <a:gd name="connsiteX16" fmla="*/ 105449 w 548288"/>
                <a:gd name="connsiteY16" fmla="*/ 325139 h 600682"/>
                <a:gd name="connsiteX17" fmla="*/ 105449 w 548288"/>
                <a:gd name="connsiteY17" fmla="*/ 325139 h 600682"/>
                <a:gd name="connsiteX18" fmla="*/ 307852 w 548288"/>
                <a:gd name="connsiteY18" fmla="*/ 462390 h 600682"/>
                <a:gd name="connsiteX19" fmla="*/ 384466 w 548288"/>
                <a:gd name="connsiteY19" fmla="*/ 502185 h 600682"/>
                <a:gd name="connsiteX20" fmla="*/ 419449 w 548288"/>
                <a:gd name="connsiteY20" fmla="*/ 521091 h 600682"/>
                <a:gd name="connsiteX21" fmla="*/ 419548 w 548288"/>
                <a:gd name="connsiteY21" fmla="*/ 521091 h 600682"/>
                <a:gd name="connsiteX22" fmla="*/ 420491 w 548288"/>
                <a:gd name="connsiteY22" fmla="*/ 520595 h 600682"/>
                <a:gd name="connsiteX23" fmla="*/ 468921 w 548288"/>
                <a:gd name="connsiteY23" fmla="*/ 476779 h 600682"/>
                <a:gd name="connsiteX24" fmla="*/ 456913 w 548288"/>
                <a:gd name="connsiteY24" fmla="*/ 438572 h 600682"/>
                <a:gd name="connsiteX25" fmla="*/ 433343 w 548288"/>
                <a:gd name="connsiteY25" fmla="*/ 357690 h 600682"/>
                <a:gd name="connsiteX26" fmla="*/ 431358 w 548288"/>
                <a:gd name="connsiteY26" fmla="*/ 344391 h 600682"/>
                <a:gd name="connsiteX27" fmla="*/ 376577 w 548288"/>
                <a:gd name="connsiteY27" fmla="*/ 168585 h 600682"/>
                <a:gd name="connsiteX28" fmla="*/ 216004 w 548288"/>
                <a:gd name="connsiteY28" fmla="*/ 79764 h 6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48288" h="600682">
                  <a:moveTo>
                    <a:pt x="419995" y="600633"/>
                  </a:moveTo>
                  <a:cubicBezTo>
                    <a:pt x="390421" y="600633"/>
                    <a:pt x="363923" y="583464"/>
                    <a:pt x="341296" y="568776"/>
                  </a:cubicBezTo>
                  <a:cubicBezTo>
                    <a:pt x="323284" y="557115"/>
                    <a:pt x="304627" y="545008"/>
                    <a:pt x="282595" y="537614"/>
                  </a:cubicBezTo>
                  <a:cubicBezTo>
                    <a:pt x="177201" y="502285"/>
                    <a:pt x="97907" y="469237"/>
                    <a:pt x="36923" y="365282"/>
                  </a:cubicBezTo>
                  <a:cubicBezTo>
                    <a:pt x="-31752" y="248127"/>
                    <a:pt x="10624" y="144470"/>
                    <a:pt x="41984" y="93112"/>
                  </a:cubicBezTo>
                  <a:cubicBezTo>
                    <a:pt x="60691" y="62496"/>
                    <a:pt x="87139" y="38182"/>
                    <a:pt x="118499" y="22849"/>
                  </a:cubicBezTo>
                  <a:cubicBezTo>
                    <a:pt x="223943" y="-28806"/>
                    <a:pt x="349434" y="8807"/>
                    <a:pt x="438305" y="118617"/>
                  </a:cubicBezTo>
                  <a:cubicBezTo>
                    <a:pt x="487132" y="179006"/>
                    <a:pt x="498693" y="257158"/>
                    <a:pt x="509908" y="332731"/>
                  </a:cubicBezTo>
                  <a:lnTo>
                    <a:pt x="511843" y="345880"/>
                  </a:lnTo>
                  <a:cubicBezTo>
                    <a:pt x="515267" y="368854"/>
                    <a:pt x="523305" y="389844"/>
                    <a:pt x="531096" y="410189"/>
                  </a:cubicBezTo>
                  <a:cubicBezTo>
                    <a:pt x="544940" y="446412"/>
                    <a:pt x="560620" y="487498"/>
                    <a:pt x="533180" y="523473"/>
                  </a:cubicBezTo>
                  <a:cubicBezTo>
                    <a:pt x="518988" y="542031"/>
                    <a:pt x="482914" y="575872"/>
                    <a:pt x="460982" y="588873"/>
                  </a:cubicBezTo>
                  <a:cubicBezTo>
                    <a:pt x="446790" y="597308"/>
                    <a:pt x="433095" y="600682"/>
                    <a:pt x="419995" y="600682"/>
                  </a:cubicBezTo>
                  <a:close/>
                  <a:moveTo>
                    <a:pt x="215954" y="79715"/>
                  </a:moveTo>
                  <a:cubicBezTo>
                    <a:pt x="194369" y="79715"/>
                    <a:pt x="173231" y="84429"/>
                    <a:pt x="153432" y="94154"/>
                  </a:cubicBezTo>
                  <a:cubicBezTo>
                    <a:pt x="135668" y="102838"/>
                    <a:pt x="120583" y="116831"/>
                    <a:pt x="109766" y="134496"/>
                  </a:cubicBezTo>
                  <a:cubicBezTo>
                    <a:pt x="82723" y="178758"/>
                    <a:pt x="60046" y="247730"/>
                    <a:pt x="105449" y="325139"/>
                  </a:cubicBezTo>
                  <a:lnTo>
                    <a:pt x="105449" y="325139"/>
                  </a:lnTo>
                  <a:cubicBezTo>
                    <a:pt x="151050" y="402994"/>
                    <a:pt x="204690" y="427804"/>
                    <a:pt x="307852" y="462390"/>
                  </a:cubicBezTo>
                  <a:cubicBezTo>
                    <a:pt x="339411" y="472959"/>
                    <a:pt x="364420" y="489135"/>
                    <a:pt x="384466" y="502185"/>
                  </a:cubicBezTo>
                  <a:cubicBezTo>
                    <a:pt x="396127" y="509728"/>
                    <a:pt x="413643" y="521091"/>
                    <a:pt x="419449" y="521091"/>
                  </a:cubicBezTo>
                  <a:cubicBezTo>
                    <a:pt x="419449" y="521091"/>
                    <a:pt x="419499" y="521091"/>
                    <a:pt x="419548" y="521091"/>
                  </a:cubicBezTo>
                  <a:cubicBezTo>
                    <a:pt x="419548" y="521091"/>
                    <a:pt x="419896" y="520942"/>
                    <a:pt x="420491" y="520595"/>
                  </a:cubicBezTo>
                  <a:cubicBezTo>
                    <a:pt x="431606" y="513995"/>
                    <a:pt x="458600" y="489482"/>
                    <a:pt x="468921" y="476779"/>
                  </a:cubicBezTo>
                  <a:cubicBezTo>
                    <a:pt x="468772" y="469585"/>
                    <a:pt x="461974" y="451771"/>
                    <a:pt x="456913" y="438572"/>
                  </a:cubicBezTo>
                  <a:cubicBezTo>
                    <a:pt x="448527" y="416540"/>
                    <a:pt x="438057" y="389149"/>
                    <a:pt x="433343" y="357690"/>
                  </a:cubicBezTo>
                  <a:lnTo>
                    <a:pt x="431358" y="344391"/>
                  </a:lnTo>
                  <a:cubicBezTo>
                    <a:pt x="421285" y="276362"/>
                    <a:pt x="411807" y="212103"/>
                    <a:pt x="376577" y="168585"/>
                  </a:cubicBezTo>
                  <a:cubicBezTo>
                    <a:pt x="330032" y="111025"/>
                    <a:pt x="271530" y="79764"/>
                    <a:pt x="216004" y="797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E5DF15C-097C-FCC5-F759-ABA7E4938DFA}"/>
              </a:ext>
            </a:extLst>
          </p:cNvPr>
          <p:cNvGrpSpPr/>
          <p:nvPr/>
        </p:nvGrpSpPr>
        <p:grpSpPr>
          <a:xfrm>
            <a:off x="6840872" y="4818193"/>
            <a:ext cx="738131" cy="764019"/>
            <a:chOff x="6840872" y="4818193"/>
            <a:chExt cx="738131" cy="764019"/>
          </a:xfrm>
        </p:grpSpPr>
        <p:grpSp>
          <p:nvGrpSpPr>
            <p:cNvPr id="42" name="Picture Placeholder 9">
              <a:extLst>
                <a:ext uri="{FF2B5EF4-FFF2-40B4-BE49-F238E27FC236}">
                  <a16:creationId xmlns:a16="http://schemas.microsoft.com/office/drawing/2014/main" id="{4CAFD162-4EE8-E5A8-D49A-CEECE86D40D9}"/>
                </a:ext>
              </a:extLst>
            </p:cNvPr>
            <p:cNvGrpSpPr/>
            <p:nvPr/>
          </p:nvGrpSpPr>
          <p:grpSpPr>
            <a:xfrm>
              <a:off x="6840872" y="4818193"/>
              <a:ext cx="237261" cy="233773"/>
              <a:chOff x="6840872" y="4818193"/>
              <a:chExt cx="237261" cy="233773"/>
            </a:xfrm>
            <a:solidFill>
              <a:srgbClr val="EF463C"/>
            </a:solidFill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5A5ED57A-C7E8-7CBF-2B84-1E9354743519}"/>
                  </a:ext>
                </a:extLst>
              </p:cNvPr>
              <p:cNvSpPr/>
              <p:nvPr/>
            </p:nvSpPr>
            <p:spPr>
              <a:xfrm>
                <a:off x="6840872" y="4968944"/>
                <a:ext cx="229917" cy="83022"/>
              </a:xfrm>
              <a:custGeom>
                <a:avLst/>
                <a:gdLst>
                  <a:gd name="connsiteX0" fmla="*/ 39660 w 229917"/>
                  <a:gd name="connsiteY0" fmla="*/ 83022 h 83022"/>
                  <a:gd name="connsiteX1" fmla="*/ 13 w 229917"/>
                  <a:gd name="connsiteY1" fmla="*/ 44318 h 83022"/>
                  <a:gd name="connsiteX2" fmla="*/ 38717 w 229917"/>
                  <a:gd name="connsiteY2" fmla="*/ 3679 h 83022"/>
                  <a:gd name="connsiteX3" fmla="*/ 189266 w 229917"/>
                  <a:gd name="connsiteY3" fmla="*/ 7 h 83022"/>
                  <a:gd name="connsiteX4" fmla="*/ 229905 w 229917"/>
                  <a:gd name="connsiteY4" fmla="*/ 38711 h 83022"/>
                  <a:gd name="connsiteX5" fmla="*/ 191201 w 229917"/>
                  <a:gd name="connsiteY5" fmla="*/ 79350 h 83022"/>
                  <a:gd name="connsiteX6" fmla="*/ 40652 w 229917"/>
                  <a:gd name="connsiteY6" fmla="*/ 83022 h 83022"/>
                  <a:gd name="connsiteX7" fmla="*/ 39660 w 229917"/>
                  <a:gd name="connsiteY7" fmla="*/ 83022 h 8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9917" h="83022">
                    <a:moveTo>
                      <a:pt x="39660" y="83022"/>
                    </a:moveTo>
                    <a:cubicBezTo>
                      <a:pt x="18174" y="83022"/>
                      <a:pt x="509" y="65903"/>
                      <a:pt x="13" y="44318"/>
                    </a:cubicBezTo>
                    <a:cubicBezTo>
                      <a:pt x="-533" y="22386"/>
                      <a:pt x="16834" y="4224"/>
                      <a:pt x="38717" y="3679"/>
                    </a:cubicBezTo>
                    <a:lnTo>
                      <a:pt x="189266" y="7"/>
                    </a:lnTo>
                    <a:cubicBezTo>
                      <a:pt x="211248" y="-390"/>
                      <a:pt x="229360" y="16828"/>
                      <a:pt x="229905" y="38711"/>
                    </a:cubicBezTo>
                    <a:cubicBezTo>
                      <a:pt x="230451" y="60594"/>
                      <a:pt x="213084" y="78804"/>
                      <a:pt x="191201" y="79350"/>
                    </a:cubicBezTo>
                    <a:lnTo>
                      <a:pt x="40652" y="83022"/>
                    </a:lnTo>
                    <a:cubicBezTo>
                      <a:pt x="40305" y="83022"/>
                      <a:pt x="40007" y="83022"/>
                      <a:pt x="39660" y="8302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ABACCFEE-D30A-BA06-9EBF-E7DA447A4804}"/>
                  </a:ext>
                </a:extLst>
              </p:cNvPr>
              <p:cNvSpPr/>
              <p:nvPr/>
            </p:nvSpPr>
            <p:spPr>
              <a:xfrm>
                <a:off x="6995093" y="4818193"/>
                <a:ext cx="83040" cy="229903"/>
              </a:xfrm>
              <a:custGeom>
                <a:avLst/>
                <a:gdLst>
                  <a:gd name="connsiteX0" fmla="*/ 43331 w 83040"/>
                  <a:gd name="connsiteY0" fmla="*/ 229903 h 229903"/>
                  <a:gd name="connsiteX1" fmla="*/ 3684 w 83040"/>
                  <a:gd name="connsiteY1" fmla="*/ 191199 h 229903"/>
                  <a:gd name="connsiteX2" fmla="*/ 13 w 83040"/>
                  <a:gd name="connsiteY2" fmla="*/ 40650 h 229903"/>
                  <a:gd name="connsiteX3" fmla="*/ 38717 w 83040"/>
                  <a:gd name="connsiteY3" fmla="*/ 10 h 229903"/>
                  <a:gd name="connsiteX4" fmla="*/ 79356 w 83040"/>
                  <a:gd name="connsiteY4" fmla="*/ 38715 h 229903"/>
                  <a:gd name="connsiteX5" fmla="*/ 83028 w 83040"/>
                  <a:gd name="connsiteY5" fmla="*/ 189264 h 229903"/>
                  <a:gd name="connsiteX6" fmla="*/ 44324 w 83040"/>
                  <a:gd name="connsiteY6" fmla="*/ 229903 h 229903"/>
                  <a:gd name="connsiteX7" fmla="*/ 43331 w 83040"/>
                  <a:gd name="connsiteY7" fmla="*/ 229903 h 22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040" h="229903">
                    <a:moveTo>
                      <a:pt x="43331" y="229903"/>
                    </a:moveTo>
                    <a:cubicBezTo>
                      <a:pt x="21846" y="229903"/>
                      <a:pt x="4181" y="212784"/>
                      <a:pt x="3684" y="191199"/>
                    </a:cubicBezTo>
                    <a:lnTo>
                      <a:pt x="13" y="40650"/>
                    </a:lnTo>
                    <a:cubicBezTo>
                      <a:pt x="-533" y="18717"/>
                      <a:pt x="16834" y="556"/>
                      <a:pt x="38717" y="10"/>
                    </a:cubicBezTo>
                    <a:cubicBezTo>
                      <a:pt x="60599" y="-486"/>
                      <a:pt x="78860" y="16832"/>
                      <a:pt x="79356" y="38715"/>
                    </a:cubicBezTo>
                    <a:lnTo>
                      <a:pt x="83028" y="189264"/>
                    </a:lnTo>
                    <a:cubicBezTo>
                      <a:pt x="83574" y="211196"/>
                      <a:pt x="66207" y="229357"/>
                      <a:pt x="44324" y="229903"/>
                    </a:cubicBezTo>
                    <a:cubicBezTo>
                      <a:pt x="43977" y="229903"/>
                      <a:pt x="43679" y="229903"/>
                      <a:pt x="43331" y="22990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52BF18DD-1279-769E-A1A6-69B557CA9759}"/>
                  </a:ext>
                </a:extLst>
              </p:cNvPr>
              <p:cNvSpPr/>
              <p:nvPr/>
            </p:nvSpPr>
            <p:spPr>
              <a:xfrm>
                <a:off x="6878038" y="4841215"/>
                <a:ext cx="188433" cy="183261"/>
              </a:xfrm>
              <a:custGeom>
                <a:avLst/>
                <a:gdLst>
                  <a:gd name="connsiteX0" fmla="*/ 148775 w 188433"/>
                  <a:gd name="connsiteY0" fmla="*/ 183261 h 183261"/>
                  <a:gd name="connsiteX1" fmla="*/ 121384 w 188433"/>
                  <a:gd name="connsiteY1" fmla="*/ 172295 h 183261"/>
                  <a:gd name="connsiteX2" fmla="*/ 12318 w 188433"/>
                  <a:gd name="connsiteY2" fmla="*/ 68439 h 183261"/>
                  <a:gd name="connsiteX3" fmla="*/ 10928 w 188433"/>
                  <a:gd name="connsiteY3" fmla="*/ 12318 h 183261"/>
                  <a:gd name="connsiteX4" fmla="*/ 67050 w 188433"/>
                  <a:gd name="connsiteY4" fmla="*/ 10928 h 183261"/>
                  <a:gd name="connsiteX5" fmla="*/ 176116 w 188433"/>
                  <a:gd name="connsiteY5" fmla="*/ 114785 h 183261"/>
                  <a:gd name="connsiteX6" fmla="*/ 177505 w 188433"/>
                  <a:gd name="connsiteY6" fmla="*/ 170906 h 183261"/>
                  <a:gd name="connsiteX7" fmla="*/ 148775 w 188433"/>
                  <a:gd name="connsiteY7" fmla="*/ 183212 h 183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433" h="183261">
                    <a:moveTo>
                      <a:pt x="148775" y="183261"/>
                    </a:moveTo>
                    <a:cubicBezTo>
                      <a:pt x="138950" y="183261"/>
                      <a:pt x="129075" y="179639"/>
                      <a:pt x="121384" y="172295"/>
                    </a:cubicBezTo>
                    <a:lnTo>
                      <a:pt x="12318" y="68439"/>
                    </a:lnTo>
                    <a:cubicBezTo>
                      <a:pt x="-3561" y="53305"/>
                      <a:pt x="-4156" y="28196"/>
                      <a:pt x="10928" y="12318"/>
                    </a:cubicBezTo>
                    <a:cubicBezTo>
                      <a:pt x="26063" y="-3561"/>
                      <a:pt x="51171" y="-4156"/>
                      <a:pt x="67050" y="10928"/>
                    </a:cubicBezTo>
                    <a:lnTo>
                      <a:pt x="176116" y="114785"/>
                    </a:lnTo>
                    <a:cubicBezTo>
                      <a:pt x="191995" y="129919"/>
                      <a:pt x="192590" y="155027"/>
                      <a:pt x="177505" y="170906"/>
                    </a:cubicBezTo>
                    <a:cubicBezTo>
                      <a:pt x="169715" y="179093"/>
                      <a:pt x="159245" y="183212"/>
                      <a:pt x="148775" y="18321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A2CC9ABB-55B6-D73F-191A-613AB499C10D}"/>
                </a:ext>
              </a:extLst>
            </p:cNvPr>
            <p:cNvSpPr/>
            <p:nvPr/>
          </p:nvSpPr>
          <p:spPr>
            <a:xfrm>
              <a:off x="6965097" y="4934138"/>
              <a:ext cx="613906" cy="648074"/>
            </a:xfrm>
            <a:custGeom>
              <a:avLst/>
              <a:gdLst>
                <a:gd name="connsiteX0" fmla="*/ 510089 w 613906"/>
                <a:gd name="connsiteY0" fmla="*/ 648074 h 648074"/>
                <a:gd name="connsiteX1" fmla="*/ 448162 w 613906"/>
                <a:gd name="connsiteY1" fmla="*/ 626539 h 648074"/>
                <a:gd name="connsiteX2" fmla="*/ 448162 w 613906"/>
                <a:gd name="connsiteY2" fmla="*/ 626539 h 648074"/>
                <a:gd name="connsiteX3" fmla="*/ 61170 w 613906"/>
                <a:gd name="connsiteY3" fmla="*/ 325788 h 648074"/>
                <a:gd name="connsiteX4" fmla="*/ 25294 w 613906"/>
                <a:gd name="connsiteY4" fmla="*/ 108003 h 648074"/>
                <a:gd name="connsiteX5" fmla="*/ 31745 w 613906"/>
                <a:gd name="connsiteY5" fmla="*/ 99270 h 648074"/>
                <a:gd name="connsiteX6" fmla="*/ 101710 w 613906"/>
                <a:gd name="connsiteY6" fmla="*/ 27766 h 648074"/>
                <a:gd name="connsiteX7" fmla="*/ 111734 w 613906"/>
                <a:gd name="connsiteY7" fmla="*/ 20323 h 648074"/>
                <a:gd name="connsiteX8" fmla="*/ 317461 w 613906"/>
                <a:gd name="connsiteY8" fmla="*/ 65925 h 648074"/>
                <a:gd name="connsiteX9" fmla="*/ 341627 w 613906"/>
                <a:gd name="connsiteY9" fmla="*/ 100659 h 648074"/>
                <a:gd name="connsiteX10" fmla="*/ 341825 w 613906"/>
                <a:gd name="connsiteY10" fmla="*/ 100957 h 648074"/>
                <a:gd name="connsiteX11" fmla="*/ 518227 w 613906"/>
                <a:gd name="connsiteY11" fmla="*/ 365931 h 648074"/>
                <a:gd name="connsiteX12" fmla="*/ 592360 w 613906"/>
                <a:gd name="connsiteY12" fmla="*/ 478223 h 648074"/>
                <a:gd name="connsiteX13" fmla="*/ 597670 w 613906"/>
                <a:gd name="connsiteY13" fmla="*/ 486261 h 648074"/>
                <a:gd name="connsiteX14" fmla="*/ 581940 w 613906"/>
                <a:gd name="connsiteY14" fmla="*/ 618798 h 648074"/>
                <a:gd name="connsiteX15" fmla="*/ 510039 w 613906"/>
                <a:gd name="connsiteY15" fmla="*/ 648074 h 648074"/>
                <a:gd name="connsiteX16" fmla="*/ 496940 w 613906"/>
                <a:gd name="connsiteY16" fmla="*/ 563868 h 648074"/>
                <a:gd name="connsiteX17" fmla="*/ 497336 w 613906"/>
                <a:gd name="connsiteY17" fmla="*/ 564166 h 648074"/>
                <a:gd name="connsiteX18" fmla="*/ 527159 w 613906"/>
                <a:gd name="connsiteY18" fmla="*/ 561288 h 648074"/>
                <a:gd name="connsiteX19" fmla="*/ 531376 w 613906"/>
                <a:gd name="connsiteY19" fmla="*/ 529928 h 648074"/>
                <a:gd name="connsiteX20" fmla="*/ 526067 w 613906"/>
                <a:gd name="connsiteY20" fmla="*/ 521889 h 648074"/>
                <a:gd name="connsiteX21" fmla="*/ 452033 w 613906"/>
                <a:gd name="connsiteY21" fmla="*/ 409746 h 648074"/>
                <a:gd name="connsiteX22" fmla="*/ 275830 w 613906"/>
                <a:gd name="connsiteY22" fmla="*/ 145020 h 648074"/>
                <a:gd name="connsiteX23" fmla="*/ 254493 w 613906"/>
                <a:gd name="connsiteY23" fmla="*/ 114255 h 648074"/>
                <a:gd name="connsiteX24" fmla="*/ 153713 w 613906"/>
                <a:gd name="connsiteY24" fmla="*/ 88105 h 648074"/>
                <a:gd name="connsiteX25" fmla="*/ 92580 w 613906"/>
                <a:gd name="connsiteY25" fmla="*/ 150577 h 648074"/>
                <a:gd name="connsiteX26" fmla="*/ 110890 w 613906"/>
                <a:gd name="connsiteY26" fmla="*/ 263762 h 648074"/>
                <a:gd name="connsiteX27" fmla="*/ 496989 w 613906"/>
                <a:gd name="connsiteY27" fmla="*/ 563819 h 64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13906" h="648074">
                  <a:moveTo>
                    <a:pt x="510089" y="648074"/>
                  </a:moveTo>
                  <a:cubicBezTo>
                    <a:pt x="488256" y="648074"/>
                    <a:pt x="466472" y="640929"/>
                    <a:pt x="448162" y="626539"/>
                  </a:cubicBezTo>
                  <a:lnTo>
                    <a:pt x="448162" y="626539"/>
                  </a:lnTo>
                  <a:cubicBezTo>
                    <a:pt x="424692" y="608378"/>
                    <a:pt x="88213" y="347472"/>
                    <a:pt x="61170" y="325788"/>
                  </a:cubicBezTo>
                  <a:cubicBezTo>
                    <a:pt x="11500" y="285943"/>
                    <a:pt x="-27701" y="205011"/>
                    <a:pt x="25294" y="108003"/>
                  </a:cubicBezTo>
                  <a:cubicBezTo>
                    <a:pt x="27031" y="104827"/>
                    <a:pt x="29214" y="101850"/>
                    <a:pt x="31745" y="99270"/>
                  </a:cubicBezTo>
                  <a:lnTo>
                    <a:pt x="101710" y="27766"/>
                  </a:lnTo>
                  <a:cubicBezTo>
                    <a:pt x="104638" y="24789"/>
                    <a:pt x="108012" y="22258"/>
                    <a:pt x="111734" y="20323"/>
                  </a:cubicBezTo>
                  <a:cubicBezTo>
                    <a:pt x="201646" y="-26519"/>
                    <a:pt x="278708" y="15609"/>
                    <a:pt x="317461" y="65925"/>
                  </a:cubicBezTo>
                  <a:cubicBezTo>
                    <a:pt x="319793" y="68951"/>
                    <a:pt x="324756" y="75799"/>
                    <a:pt x="341627" y="100659"/>
                  </a:cubicBezTo>
                  <a:cubicBezTo>
                    <a:pt x="341676" y="100758"/>
                    <a:pt x="341775" y="100858"/>
                    <a:pt x="341825" y="100957"/>
                  </a:cubicBezTo>
                  <a:lnTo>
                    <a:pt x="518227" y="365931"/>
                  </a:lnTo>
                  <a:cubicBezTo>
                    <a:pt x="552267" y="417438"/>
                    <a:pt x="580451" y="460161"/>
                    <a:pt x="592360" y="478223"/>
                  </a:cubicBezTo>
                  <a:lnTo>
                    <a:pt x="597670" y="486261"/>
                  </a:lnTo>
                  <a:cubicBezTo>
                    <a:pt x="624366" y="526702"/>
                    <a:pt x="617468" y="584957"/>
                    <a:pt x="581940" y="618798"/>
                  </a:cubicBezTo>
                  <a:cubicBezTo>
                    <a:pt x="561595" y="638200"/>
                    <a:pt x="535743" y="648074"/>
                    <a:pt x="510039" y="648074"/>
                  </a:cubicBezTo>
                  <a:close/>
                  <a:moveTo>
                    <a:pt x="496940" y="563868"/>
                  </a:moveTo>
                  <a:cubicBezTo>
                    <a:pt x="496940" y="563868"/>
                    <a:pt x="497237" y="564067"/>
                    <a:pt x="497336" y="564166"/>
                  </a:cubicBezTo>
                  <a:cubicBezTo>
                    <a:pt x="506268" y="571212"/>
                    <a:pt x="517979" y="570071"/>
                    <a:pt x="527159" y="561288"/>
                  </a:cubicBezTo>
                  <a:cubicBezTo>
                    <a:pt x="535793" y="553051"/>
                    <a:pt x="536537" y="537668"/>
                    <a:pt x="531376" y="529928"/>
                  </a:cubicBezTo>
                  <a:lnTo>
                    <a:pt x="526067" y="521889"/>
                  </a:lnTo>
                  <a:cubicBezTo>
                    <a:pt x="514158" y="503827"/>
                    <a:pt x="485973" y="461104"/>
                    <a:pt x="452033" y="409746"/>
                  </a:cubicBezTo>
                  <a:lnTo>
                    <a:pt x="275830" y="145020"/>
                  </a:lnTo>
                  <a:cubicBezTo>
                    <a:pt x="260100" y="121847"/>
                    <a:pt x="255683" y="115793"/>
                    <a:pt x="254493" y="114255"/>
                  </a:cubicBezTo>
                  <a:cubicBezTo>
                    <a:pt x="241889" y="97880"/>
                    <a:pt x="207353" y="63394"/>
                    <a:pt x="153713" y="88105"/>
                  </a:cubicBezTo>
                  <a:lnTo>
                    <a:pt x="92580" y="150577"/>
                  </a:lnTo>
                  <a:cubicBezTo>
                    <a:pt x="59781" y="215581"/>
                    <a:pt x="98088" y="253540"/>
                    <a:pt x="110890" y="263762"/>
                  </a:cubicBezTo>
                  <a:cubicBezTo>
                    <a:pt x="136941" y="284653"/>
                    <a:pt x="491779" y="559799"/>
                    <a:pt x="496989" y="56381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6F88109-6DA5-6CFB-CB58-2A80922D8325}"/>
              </a:ext>
            </a:extLst>
          </p:cNvPr>
          <p:cNvGrpSpPr/>
          <p:nvPr/>
        </p:nvGrpSpPr>
        <p:grpSpPr>
          <a:xfrm>
            <a:off x="8172197" y="4768136"/>
            <a:ext cx="710657" cy="849455"/>
            <a:chOff x="8172197" y="4768136"/>
            <a:chExt cx="710657" cy="849455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74B657E0-61B1-D9DE-1CB3-A95ACAE171FE}"/>
                </a:ext>
              </a:extLst>
            </p:cNvPr>
            <p:cNvSpPr/>
            <p:nvPr/>
          </p:nvSpPr>
          <p:spPr>
            <a:xfrm>
              <a:off x="8259571" y="5121243"/>
              <a:ext cx="226263" cy="496348"/>
            </a:xfrm>
            <a:custGeom>
              <a:avLst/>
              <a:gdLst>
                <a:gd name="connsiteX0" fmla="*/ 88918 w 226263"/>
                <a:gd name="connsiteY0" fmla="*/ 496349 h 496348"/>
                <a:gd name="connsiteX1" fmla="*/ 56318 w 226263"/>
                <a:gd name="connsiteY1" fmla="*/ 490394 h 496348"/>
                <a:gd name="connsiteX2" fmla="*/ 3720 w 226263"/>
                <a:gd name="connsiteY2" fmla="*/ 370312 h 496348"/>
                <a:gd name="connsiteX3" fmla="*/ 93881 w 226263"/>
                <a:gd name="connsiteY3" fmla="*/ 28624 h 496348"/>
                <a:gd name="connsiteX4" fmla="*/ 143104 w 226263"/>
                <a:gd name="connsiteY4" fmla="*/ 1581 h 496348"/>
                <a:gd name="connsiteX5" fmla="*/ 170148 w 226263"/>
                <a:gd name="connsiteY5" fmla="*/ 50805 h 496348"/>
                <a:gd name="connsiteX6" fmla="*/ 81227 w 226263"/>
                <a:gd name="connsiteY6" fmla="*/ 387630 h 496348"/>
                <a:gd name="connsiteX7" fmla="*/ 84403 w 226263"/>
                <a:gd name="connsiteY7" fmla="*/ 416162 h 496348"/>
                <a:gd name="connsiteX8" fmla="*/ 103457 w 226263"/>
                <a:gd name="connsiteY8" fmla="*/ 409513 h 496348"/>
                <a:gd name="connsiteX9" fmla="*/ 148166 w 226263"/>
                <a:gd name="connsiteY9" fmla="*/ 238123 h 496348"/>
                <a:gd name="connsiteX10" fmla="*/ 196546 w 226263"/>
                <a:gd name="connsiteY10" fmla="*/ 209690 h 496348"/>
                <a:gd name="connsiteX11" fmla="*/ 224979 w 226263"/>
                <a:gd name="connsiteY11" fmla="*/ 258070 h 496348"/>
                <a:gd name="connsiteX12" fmla="*/ 174911 w 226263"/>
                <a:gd name="connsiteY12" fmla="*/ 444793 h 496348"/>
                <a:gd name="connsiteX13" fmla="*/ 88819 w 226263"/>
                <a:gd name="connsiteY13" fmla="*/ 496299 h 49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6263" h="496348">
                  <a:moveTo>
                    <a:pt x="88918" y="496349"/>
                  </a:moveTo>
                  <a:cubicBezTo>
                    <a:pt x="77952" y="496349"/>
                    <a:pt x="66937" y="494414"/>
                    <a:pt x="56318" y="490394"/>
                  </a:cubicBezTo>
                  <a:cubicBezTo>
                    <a:pt x="22576" y="477642"/>
                    <a:pt x="-11464" y="438491"/>
                    <a:pt x="3720" y="370312"/>
                  </a:cubicBezTo>
                  <a:cubicBezTo>
                    <a:pt x="33492" y="236932"/>
                    <a:pt x="91449" y="37060"/>
                    <a:pt x="93881" y="28624"/>
                  </a:cubicBezTo>
                  <a:cubicBezTo>
                    <a:pt x="99984" y="7585"/>
                    <a:pt x="122016" y="-4522"/>
                    <a:pt x="143104" y="1581"/>
                  </a:cubicBezTo>
                  <a:cubicBezTo>
                    <a:pt x="164144" y="7684"/>
                    <a:pt x="176251" y="29716"/>
                    <a:pt x="170148" y="50805"/>
                  </a:cubicBezTo>
                  <a:cubicBezTo>
                    <a:pt x="169552" y="52839"/>
                    <a:pt x="110404" y="256730"/>
                    <a:pt x="81227" y="387630"/>
                  </a:cubicBezTo>
                  <a:cubicBezTo>
                    <a:pt x="77903" y="402466"/>
                    <a:pt x="79242" y="414227"/>
                    <a:pt x="84403" y="416162"/>
                  </a:cubicBezTo>
                  <a:cubicBezTo>
                    <a:pt x="89117" y="417948"/>
                    <a:pt x="97949" y="416360"/>
                    <a:pt x="103457" y="409513"/>
                  </a:cubicBezTo>
                  <a:cubicBezTo>
                    <a:pt x="109412" y="387084"/>
                    <a:pt x="132535" y="298412"/>
                    <a:pt x="148166" y="238123"/>
                  </a:cubicBezTo>
                  <a:cubicBezTo>
                    <a:pt x="153674" y="216885"/>
                    <a:pt x="175358" y="204182"/>
                    <a:pt x="196546" y="209690"/>
                  </a:cubicBezTo>
                  <a:cubicBezTo>
                    <a:pt x="217784" y="215198"/>
                    <a:pt x="230486" y="236882"/>
                    <a:pt x="224979" y="258070"/>
                  </a:cubicBezTo>
                  <a:cubicBezTo>
                    <a:pt x="193552" y="379045"/>
                    <a:pt x="176863" y="441285"/>
                    <a:pt x="174911" y="444793"/>
                  </a:cubicBezTo>
                  <a:cubicBezTo>
                    <a:pt x="157048" y="477245"/>
                    <a:pt x="123306" y="496299"/>
                    <a:pt x="88819" y="49629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F5BAE63A-22D0-2A5E-EA1B-DE91D9AD9126}"/>
                </a:ext>
              </a:extLst>
            </p:cNvPr>
            <p:cNvSpPr/>
            <p:nvPr/>
          </p:nvSpPr>
          <p:spPr>
            <a:xfrm>
              <a:off x="8478545" y="4768136"/>
              <a:ext cx="231728" cy="232274"/>
            </a:xfrm>
            <a:custGeom>
              <a:avLst/>
              <a:gdLst>
                <a:gd name="connsiteX0" fmla="*/ 115864 w 231728"/>
                <a:gd name="connsiteY0" fmla="*/ 232274 h 232274"/>
                <a:gd name="connsiteX1" fmla="*/ 0 w 231728"/>
                <a:gd name="connsiteY1" fmla="*/ 116112 h 232274"/>
                <a:gd name="connsiteX2" fmla="*/ 115864 w 231728"/>
                <a:gd name="connsiteY2" fmla="*/ 0 h 232274"/>
                <a:gd name="connsiteX3" fmla="*/ 231729 w 231728"/>
                <a:gd name="connsiteY3" fmla="*/ 116112 h 232274"/>
                <a:gd name="connsiteX4" fmla="*/ 115864 w 231728"/>
                <a:gd name="connsiteY4" fmla="*/ 232274 h 232274"/>
                <a:gd name="connsiteX5" fmla="*/ 115864 w 231728"/>
                <a:gd name="connsiteY5" fmla="*/ 79393 h 232274"/>
                <a:gd name="connsiteX6" fmla="*/ 79393 w 231728"/>
                <a:gd name="connsiteY6" fmla="*/ 116112 h 232274"/>
                <a:gd name="connsiteX7" fmla="*/ 115864 w 231728"/>
                <a:gd name="connsiteY7" fmla="*/ 152881 h 232274"/>
                <a:gd name="connsiteX8" fmla="*/ 152336 w 231728"/>
                <a:gd name="connsiteY8" fmla="*/ 116112 h 232274"/>
                <a:gd name="connsiteX9" fmla="*/ 115864 w 231728"/>
                <a:gd name="connsiteY9" fmla="*/ 79393 h 23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728" h="232274">
                  <a:moveTo>
                    <a:pt x="115864" y="232274"/>
                  </a:moveTo>
                  <a:cubicBezTo>
                    <a:pt x="51953" y="232274"/>
                    <a:pt x="0" y="180173"/>
                    <a:pt x="0" y="116112"/>
                  </a:cubicBezTo>
                  <a:cubicBezTo>
                    <a:pt x="0" y="52052"/>
                    <a:pt x="51953" y="0"/>
                    <a:pt x="115864" y="0"/>
                  </a:cubicBezTo>
                  <a:cubicBezTo>
                    <a:pt x="179776" y="0"/>
                    <a:pt x="231729" y="52102"/>
                    <a:pt x="231729" y="116112"/>
                  </a:cubicBezTo>
                  <a:cubicBezTo>
                    <a:pt x="231729" y="180123"/>
                    <a:pt x="179726" y="232274"/>
                    <a:pt x="115864" y="232274"/>
                  </a:cubicBezTo>
                  <a:close/>
                  <a:moveTo>
                    <a:pt x="115864" y="79393"/>
                  </a:moveTo>
                  <a:cubicBezTo>
                    <a:pt x="95768" y="79393"/>
                    <a:pt x="79393" y="95867"/>
                    <a:pt x="79393" y="116112"/>
                  </a:cubicBezTo>
                  <a:cubicBezTo>
                    <a:pt x="79393" y="136358"/>
                    <a:pt x="95768" y="152881"/>
                    <a:pt x="115864" y="152881"/>
                  </a:cubicBezTo>
                  <a:cubicBezTo>
                    <a:pt x="135961" y="152881"/>
                    <a:pt x="152336" y="136407"/>
                    <a:pt x="152336" y="116112"/>
                  </a:cubicBezTo>
                  <a:cubicBezTo>
                    <a:pt x="152336" y="95818"/>
                    <a:pt x="135961" y="79393"/>
                    <a:pt x="11586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994EE273-22EA-419A-9E78-CC2D963D54DC}"/>
                </a:ext>
              </a:extLst>
            </p:cNvPr>
            <p:cNvSpPr/>
            <p:nvPr/>
          </p:nvSpPr>
          <p:spPr>
            <a:xfrm>
              <a:off x="8712701" y="5154341"/>
              <a:ext cx="170153" cy="463101"/>
            </a:xfrm>
            <a:custGeom>
              <a:avLst/>
              <a:gdLst>
                <a:gd name="connsiteX0" fmla="*/ 130457 w 170153"/>
                <a:gd name="connsiteY0" fmla="*/ 463102 h 463101"/>
                <a:gd name="connsiteX1" fmla="*/ 90761 w 170153"/>
                <a:gd name="connsiteY1" fmla="*/ 423405 h 463101"/>
                <a:gd name="connsiteX2" fmla="*/ 90761 w 170153"/>
                <a:gd name="connsiteY2" fmla="*/ 102062 h 463101"/>
                <a:gd name="connsiteX3" fmla="*/ 80043 w 170153"/>
                <a:gd name="connsiteY3" fmla="*/ 82759 h 463101"/>
                <a:gd name="connsiteX4" fmla="*/ 57713 w 170153"/>
                <a:gd name="connsiteY4" fmla="*/ 82065 h 463101"/>
                <a:gd name="connsiteX5" fmla="*/ 4321 w 170153"/>
                <a:gd name="connsiteY5" fmla="*/ 64697 h 463101"/>
                <a:gd name="connsiteX6" fmla="*/ 21689 w 170153"/>
                <a:gd name="connsiteY6" fmla="*/ 11306 h 463101"/>
                <a:gd name="connsiteX7" fmla="*/ 121525 w 170153"/>
                <a:gd name="connsiteY7" fmla="*/ 15077 h 463101"/>
                <a:gd name="connsiteX8" fmla="*/ 170154 w 170153"/>
                <a:gd name="connsiteY8" fmla="*/ 102062 h 463101"/>
                <a:gd name="connsiteX9" fmla="*/ 170154 w 170153"/>
                <a:gd name="connsiteY9" fmla="*/ 423405 h 463101"/>
                <a:gd name="connsiteX10" fmla="*/ 130457 w 170153"/>
                <a:gd name="connsiteY10" fmla="*/ 463102 h 46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153" h="463101">
                  <a:moveTo>
                    <a:pt x="130457" y="463102"/>
                  </a:moveTo>
                  <a:cubicBezTo>
                    <a:pt x="108525" y="463102"/>
                    <a:pt x="90761" y="445338"/>
                    <a:pt x="90761" y="423405"/>
                  </a:cubicBezTo>
                  <a:lnTo>
                    <a:pt x="90761" y="102062"/>
                  </a:lnTo>
                  <a:cubicBezTo>
                    <a:pt x="90761" y="90599"/>
                    <a:pt x="83268" y="84744"/>
                    <a:pt x="80043" y="82759"/>
                  </a:cubicBezTo>
                  <a:cubicBezTo>
                    <a:pt x="76023" y="80278"/>
                    <a:pt x="67786" y="76904"/>
                    <a:pt x="57713" y="82065"/>
                  </a:cubicBezTo>
                  <a:cubicBezTo>
                    <a:pt x="38163" y="91989"/>
                    <a:pt x="14295" y="84248"/>
                    <a:pt x="4321" y="64697"/>
                  </a:cubicBezTo>
                  <a:cubicBezTo>
                    <a:pt x="-5603" y="45147"/>
                    <a:pt x="2138" y="21279"/>
                    <a:pt x="21689" y="11306"/>
                  </a:cubicBezTo>
                  <a:cubicBezTo>
                    <a:pt x="53744" y="-5020"/>
                    <a:pt x="91058" y="-3581"/>
                    <a:pt x="121525" y="15077"/>
                  </a:cubicBezTo>
                  <a:cubicBezTo>
                    <a:pt x="151993" y="33734"/>
                    <a:pt x="170154" y="66236"/>
                    <a:pt x="170154" y="102062"/>
                  </a:cubicBezTo>
                  <a:lnTo>
                    <a:pt x="170154" y="423405"/>
                  </a:lnTo>
                  <a:cubicBezTo>
                    <a:pt x="170154" y="445338"/>
                    <a:pt x="152390" y="463102"/>
                    <a:pt x="130457" y="4631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C47153C5-BDC4-2CB3-1DD1-4AD4D525AB76}"/>
                </a:ext>
              </a:extLst>
            </p:cNvPr>
            <p:cNvSpPr/>
            <p:nvPr/>
          </p:nvSpPr>
          <p:spPr>
            <a:xfrm>
              <a:off x="8350568" y="4928194"/>
              <a:ext cx="310102" cy="689249"/>
            </a:xfrm>
            <a:custGeom>
              <a:avLst/>
              <a:gdLst>
                <a:gd name="connsiteX0" fmla="*/ 219975 w 310102"/>
                <a:gd name="connsiteY0" fmla="*/ 689249 h 689249"/>
                <a:gd name="connsiteX1" fmla="*/ 201565 w 310102"/>
                <a:gd name="connsiteY1" fmla="*/ 687165 h 689249"/>
                <a:gd name="connsiteX2" fmla="*/ 120882 w 310102"/>
                <a:gd name="connsiteY2" fmla="*/ 597203 h 689249"/>
                <a:gd name="connsiteX3" fmla="*/ 58062 w 310102"/>
                <a:gd name="connsiteY3" fmla="*/ 419859 h 689249"/>
                <a:gd name="connsiteX4" fmla="*/ 2785 w 310102"/>
                <a:gd name="connsiteY4" fmla="*/ 220780 h 689249"/>
                <a:gd name="connsiteX5" fmla="*/ 56722 w 310102"/>
                <a:gd name="connsiteY5" fmla="*/ 70231 h 689249"/>
                <a:gd name="connsiteX6" fmla="*/ 66200 w 310102"/>
                <a:gd name="connsiteY6" fmla="*/ 48249 h 689249"/>
                <a:gd name="connsiteX7" fmla="*/ 66795 w 310102"/>
                <a:gd name="connsiteY7" fmla="*/ 47058 h 689249"/>
                <a:gd name="connsiteX8" fmla="*/ 67044 w 310102"/>
                <a:gd name="connsiteY8" fmla="*/ 46562 h 689249"/>
                <a:gd name="connsiteX9" fmla="*/ 98801 w 310102"/>
                <a:gd name="connsiteY9" fmla="*/ 8950 h 689249"/>
                <a:gd name="connsiteX10" fmla="*/ 104904 w 310102"/>
                <a:gd name="connsiteY10" fmla="*/ 5079 h 689249"/>
                <a:gd name="connsiteX11" fmla="*/ 158941 w 310102"/>
                <a:gd name="connsiteY11" fmla="*/ 20263 h 689249"/>
                <a:gd name="connsiteX12" fmla="*/ 144601 w 310102"/>
                <a:gd name="connsiteY12" fmla="*/ 73804 h 689249"/>
                <a:gd name="connsiteX13" fmla="*/ 137604 w 310102"/>
                <a:gd name="connsiteY13" fmla="*/ 82934 h 689249"/>
                <a:gd name="connsiteX14" fmla="*/ 137207 w 310102"/>
                <a:gd name="connsiteY14" fmla="*/ 83778 h 689249"/>
                <a:gd name="connsiteX15" fmla="*/ 131501 w 310102"/>
                <a:gd name="connsiteY15" fmla="*/ 97026 h 689249"/>
                <a:gd name="connsiteX16" fmla="*/ 79945 w 310102"/>
                <a:gd name="connsiteY16" fmla="*/ 240827 h 689249"/>
                <a:gd name="connsiteX17" fmla="*/ 132394 w 310102"/>
                <a:gd name="connsiteY17" fmla="*/ 391872 h 689249"/>
                <a:gd name="connsiteX18" fmla="*/ 196951 w 310102"/>
                <a:gd name="connsiteY18" fmla="*/ 574477 h 689249"/>
                <a:gd name="connsiteX19" fmla="*/ 219131 w 310102"/>
                <a:gd name="connsiteY19" fmla="*/ 609707 h 689249"/>
                <a:gd name="connsiteX20" fmla="*/ 226922 w 310102"/>
                <a:gd name="connsiteY20" fmla="*/ 606135 h 689249"/>
                <a:gd name="connsiteX21" fmla="*/ 229750 w 310102"/>
                <a:gd name="connsiteY21" fmla="*/ 590703 h 689249"/>
                <a:gd name="connsiteX22" fmla="*/ 141723 w 310102"/>
                <a:gd name="connsiteY22" fmla="*/ 321957 h 689249"/>
                <a:gd name="connsiteX23" fmla="*/ 140036 w 310102"/>
                <a:gd name="connsiteY23" fmla="*/ 289058 h 689249"/>
                <a:gd name="connsiteX24" fmla="*/ 140482 w 310102"/>
                <a:gd name="connsiteY24" fmla="*/ 287471 h 689249"/>
                <a:gd name="connsiteX25" fmla="*/ 161621 w 310102"/>
                <a:gd name="connsiteY25" fmla="*/ 221376 h 689249"/>
                <a:gd name="connsiteX26" fmla="*/ 211539 w 310102"/>
                <a:gd name="connsiteY26" fmla="*/ 195672 h 689249"/>
                <a:gd name="connsiteX27" fmla="*/ 237243 w 310102"/>
                <a:gd name="connsiteY27" fmla="*/ 245591 h 689249"/>
                <a:gd name="connsiteX28" fmla="*/ 218933 w 310102"/>
                <a:gd name="connsiteY28" fmla="*/ 302803 h 689249"/>
                <a:gd name="connsiteX29" fmla="*/ 305074 w 310102"/>
                <a:gd name="connsiteY29" fmla="*/ 565892 h 689249"/>
                <a:gd name="connsiteX30" fmla="*/ 285673 w 310102"/>
                <a:gd name="connsiteY30" fmla="*/ 659477 h 689249"/>
                <a:gd name="connsiteX31" fmla="*/ 219875 w 310102"/>
                <a:gd name="connsiteY31" fmla="*/ 689249 h 689249"/>
                <a:gd name="connsiteX32" fmla="*/ 215310 w 310102"/>
                <a:gd name="connsiteY32" fmla="*/ 292135 h 689249"/>
                <a:gd name="connsiteX33" fmla="*/ 215310 w 310102"/>
                <a:gd name="connsiteY33" fmla="*/ 292135 h 689249"/>
                <a:gd name="connsiteX34" fmla="*/ 215310 w 310102"/>
                <a:gd name="connsiteY34" fmla="*/ 292135 h 689249"/>
                <a:gd name="connsiteX35" fmla="*/ 145593 w 310102"/>
                <a:gd name="connsiteY35" fmla="*/ 73159 h 689249"/>
                <a:gd name="connsiteX36" fmla="*/ 145593 w 310102"/>
                <a:gd name="connsiteY36" fmla="*/ 73159 h 689249"/>
                <a:gd name="connsiteX37" fmla="*/ 145593 w 310102"/>
                <a:gd name="connsiteY37" fmla="*/ 73159 h 689249"/>
                <a:gd name="connsiteX38" fmla="*/ 102125 w 310102"/>
                <a:gd name="connsiteY38" fmla="*/ 65170 h 689249"/>
                <a:gd name="connsiteX39" fmla="*/ 102125 w 310102"/>
                <a:gd name="connsiteY39" fmla="*/ 65170 h 689249"/>
                <a:gd name="connsiteX40" fmla="*/ 102125 w 310102"/>
                <a:gd name="connsiteY40" fmla="*/ 65170 h 689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10102" h="689249">
                  <a:moveTo>
                    <a:pt x="219975" y="689249"/>
                  </a:moveTo>
                  <a:cubicBezTo>
                    <a:pt x="213822" y="689249"/>
                    <a:pt x="207669" y="688555"/>
                    <a:pt x="201565" y="687165"/>
                  </a:cubicBezTo>
                  <a:cubicBezTo>
                    <a:pt x="179980" y="682253"/>
                    <a:pt x="140780" y="664042"/>
                    <a:pt x="120882" y="597203"/>
                  </a:cubicBezTo>
                  <a:cubicBezTo>
                    <a:pt x="106294" y="548178"/>
                    <a:pt x="80689" y="479999"/>
                    <a:pt x="58062" y="419859"/>
                  </a:cubicBezTo>
                  <a:cubicBezTo>
                    <a:pt x="3926" y="275810"/>
                    <a:pt x="-5899" y="245442"/>
                    <a:pt x="2785" y="220780"/>
                  </a:cubicBezTo>
                  <a:lnTo>
                    <a:pt x="56722" y="70231"/>
                  </a:lnTo>
                  <a:cubicBezTo>
                    <a:pt x="59650" y="62044"/>
                    <a:pt x="62776" y="54849"/>
                    <a:pt x="66200" y="48249"/>
                  </a:cubicBezTo>
                  <a:cubicBezTo>
                    <a:pt x="66398" y="47852"/>
                    <a:pt x="66547" y="47505"/>
                    <a:pt x="66795" y="47058"/>
                  </a:cubicBezTo>
                  <a:cubicBezTo>
                    <a:pt x="66895" y="46909"/>
                    <a:pt x="66944" y="46711"/>
                    <a:pt x="67044" y="46562"/>
                  </a:cubicBezTo>
                  <a:cubicBezTo>
                    <a:pt x="75628" y="30386"/>
                    <a:pt x="85999" y="18080"/>
                    <a:pt x="98801" y="8950"/>
                  </a:cubicBezTo>
                  <a:cubicBezTo>
                    <a:pt x="100686" y="7560"/>
                    <a:pt x="102721" y="6270"/>
                    <a:pt x="104904" y="5079"/>
                  </a:cubicBezTo>
                  <a:cubicBezTo>
                    <a:pt x="124058" y="-5639"/>
                    <a:pt x="148223" y="1159"/>
                    <a:pt x="158941" y="20263"/>
                  </a:cubicBezTo>
                  <a:cubicBezTo>
                    <a:pt x="169510" y="39069"/>
                    <a:pt x="163060" y="62838"/>
                    <a:pt x="144601" y="73804"/>
                  </a:cubicBezTo>
                  <a:cubicBezTo>
                    <a:pt x="142368" y="75491"/>
                    <a:pt x="139936" y="78617"/>
                    <a:pt x="137604" y="82934"/>
                  </a:cubicBezTo>
                  <a:cubicBezTo>
                    <a:pt x="137455" y="83232"/>
                    <a:pt x="137356" y="83480"/>
                    <a:pt x="137207" y="83778"/>
                  </a:cubicBezTo>
                  <a:cubicBezTo>
                    <a:pt x="135123" y="87747"/>
                    <a:pt x="133287" y="91965"/>
                    <a:pt x="131501" y="97026"/>
                  </a:cubicBezTo>
                  <a:lnTo>
                    <a:pt x="79945" y="240827"/>
                  </a:lnTo>
                  <a:cubicBezTo>
                    <a:pt x="84262" y="263801"/>
                    <a:pt x="111901" y="337339"/>
                    <a:pt x="132394" y="391872"/>
                  </a:cubicBezTo>
                  <a:cubicBezTo>
                    <a:pt x="156559" y="456231"/>
                    <a:pt x="181568" y="522772"/>
                    <a:pt x="196951" y="574477"/>
                  </a:cubicBezTo>
                  <a:cubicBezTo>
                    <a:pt x="204592" y="600081"/>
                    <a:pt x="214814" y="608715"/>
                    <a:pt x="219131" y="609707"/>
                  </a:cubicBezTo>
                  <a:cubicBezTo>
                    <a:pt x="221910" y="610352"/>
                    <a:pt x="225086" y="608169"/>
                    <a:pt x="226922" y="606135"/>
                  </a:cubicBezTo>
                  <a:cubicBezTo>
                    <a:pt x="229105" y="603703"/>
                    <a:pt x="232380" y="598493"/>
                    <a:pt x="229750" y="590703"/>
                  </a:cubicBezTo>
                  <a:cubicBezTo>
                    <a:pt x="228708" y="587527"/>
                    <a:pt x="148273" y="341954"/>
                    <a:pt x="141723" y="321957"/>
                  </a:cubicBezTo>
                  <a:cubicBezTo>
                    <a:pt x="137703" y="311487"/>
                    <a:pt x="137058" y="299876"/>
                    <a:pt x="140036" y="289058"/>
                  </a:cubicBezTo>
                  <a:cubicBezTo>
                    <a:pt x="140184" y="288513"/>
                    <a:pt x="140333" y="288016"/>
                    <a:pt x="140482" y="287471"/>
                  </a:cubicBezTo>
                  <a:lnTo>
                    <a:pt x="161621" y="221376"/>
                  </a:lnTo>
                  <a:cubicBezTo>
                    <a:pt x="168319" y="200485"/>
                    <a:pt x="190649" y="189023"/>
                    <a:pt x="211539" y="195672"/>
                  </a:cubicBezTo>
                  <a:cubicBezTo>
                    <a:pt x="232429" y="202371"/>
                    <a:pt x="243941" y="224700"/>
                    <a:pt x="237243" y="245591"/>
                  </a:cubicBezTo>
                  <a:lnTo>
                    <a:pt x="218933" y="302803"/>
                  </a:lnTo>
                  <a:cubicBezTo>
                    <a:pt x="232628" y="344584"/>
                    <a:pt x="304528" y="564106"/>
                    <a:pt x="305074" y="565892"/>
                  </a:cubicBezTo>
                  <a:cubicBezTo>
                    <a:pt x="316040" y="598791"/>
                    <a:pt x="308845" y="633922"/>
                    <a:pt x="285673" y="659477"/>
                  </a:cubicBezTo>
                  <a:cubicBezTo>
                    <a:pt x="268355" y="678581"/>
                    <a:pt x="244289" y="689249"/>
                    <a:pt x="219875" y="689249"/>
                  </a:cubicBezTo>
                  <a:close/>
                  <a:moveTo>
                    <a:pt x="215310" y="292135"/>
                  </a:moveTo>
                  <a:cubicBezTo>
                    <a:pt x="215310" y="292135"/>
                    <a:pt x="215310" y="292135"/>
                    <a:pt x="215310" y="292135"/>
                  </a:cubicBezTo>
                  <a:cubicBezTo>
                    <a:pt x="215310" y="292135"/>
                    <a:pt x="215310" y="292135"/>
                    <a:pt x="215310" y="292135"/>
                  </a:cubicBezTo>
                  <a:close/>
                  <a:moveTo>
                    <a:pt x="145593" y="73159"/>
                  </a:moveTo>
                  <a:cubicBezTo>
                    <a:pt x="145593" y="73159"/>
                    <a:pt x="145593" y="73159"/>
                    <a:pt x="145593" y="73159"/>
                  </a:cubicBezTo>
                  <a:cubicBezTo>
                    <a:pt x="145593" y="73159"/>
                    <a:pt x="145593" y="73159"/>
                    <a:pt x="145593" y="73159"/>
                  </a:cubicBezTo>
                  <a:close/>
                  <a:moveTo>
                    <a:pt x="102125" y="65170"/>
                  </a:moveTo>
                  <a:lnTo>
                    <a:pt x="102125" y="65170"/>
                  </a:lnTo>
                  <a:lnTo>
                    <a:pt x="102125" y="65170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577CB06-B659-803D-B7CB-1C344A6A5653}"/>
                </a:ext>
              </a:extLst>
            </p:cNvPr>
            <p:cNvSpPr/>
            <p:nvPr/>
          </p:nvSpPr>
          <p:spPr>
            <a:xfrm>
              <a:off x="8408937" y="4920927"/>
              <a:ext cx="378062" cy="349221"/>
            </a:xfrm>
            <a:custGeom>
              <a:avLst/>
              <a:gdLst>
                <a:gd name="connsiteX0" fmla="*/ 285112 w 378062"/>
                <a:gd name="connsiteY0" fmla="*/ 349172 h 349221"/>
                <a:gd name="connsiteX1" fmla="*/ 241991 w 378062"/>
                <a:gd name="connsiteY1" fmla="*/ 338503 h 349221"/>
                <a:gd name="connsiteX2" fmla="*/ 102607 w 378062"/>
                <a:gd name="connsiteY2" fmla="*/ 265362 h 349221"/>
                <a:gd name="connsiteX3" fmla="*/ 65639 w 378062"/>
                <a:gd name="connsiteY3" fmla="*/ 230082 h 349221"/>
                <a:gd name="connsiteX4" fmla="*/ 12743 w 378062"/>
                <a:gd name="connsiteY4" fmla="*/ 139921 h 349221"/>
                <a:gd name="connsiteX5" fmla="*/ 45890 w 378062"/>
                <a:gd name="connsiteY5" fmla="*/ 12743 h 349221"/>
                <a:gd name="connsiteX6" fmla="*/ 173068 w 378062"/>
                <a:gd name="connsiteY6" fmla="*/ 45890 h 349221"/>
                <a:gd name="connsiteX7" fmla="*/ 212516 w 378062"/>
                <a:gd name="connsiteY7" fmla="*/ 113176 h 349221"/>
                <a:gd name="connsiteX8" fmla="*/ 328331 w 378062"/>
                <a:gd name="connsiteY8" fmla="*/ 173961 h 349221"/>
                <a:gd name="connsiteX9" fmla="*/ 367432 w 378062"/>
                <a:gd name="connsiteY9" fmla="*/ 299452 h 349221"/>
                <a:gd name="connsiteX10" fmla="*/ 285112 w 378062"/>
                <a:gd name="connsiteY10" fmla="*/ 349221 h 349221"/>
                <a:gd name="connsiteX11" fmla="*/ 92881 w 378062"/>
                <a:gd name="connsiteY11" fmla="*/ 79334 h 349221"/>
                <a:gd name="connsiteX12" fmla="*/ 86033 w 378062"/>
                <a:gd name="connsiteY12" fmla="*/ 81220 h 349221"/>
                <a:gd name="connsiteX13" fmla="*/ 79781 w 378062"/>
                <a:gd name="connsiteY13" fmla="*/ 89507 h 349221"/>
                <a:gd name="connsiteX14" fmla="*/ 81220 w 378062"/>
                <a:gd name="connsiteY14" fmla="*/ 99778 h 349221"/>
                <a:gd name="connsiteX15" fmla="*/ 134116 w 378062"/>
                <a:gd name="connsiteY15" fmla="*/ 189988 h 349221"/>
                <a:gd name="connsiteX16" fmla="*/ 139524 w 378062"/>
                <a:gd name="connsiteY16" fmla="*/ 195149 h 349221"/>
                <a:gd name="connsiteX17" fmla="*/ 278909 w 378062"/>
                <a:gd name="connsiteY17" fmla="*/ 268290 h 349221"/>
                <a:gd name="connsiteX18" fmla="*/ 285161 w 378062"/>
                <a:gd name="connsiteY18" fmla="*/ 269828 h 349221"/>
                <a:gd name="connsiteX19" fmla="*/ 297219 w 378062"/>
                <a:gd name="connsiteY19" fmla="*/ 262583 h 349221"/>
                <a:gd name="connsiteX20" fmla="*/ 291513 w 378062"/>
                <a:gd name="connsiteY20" fmla="*/ 244323 h 349221"/>
                <a:gd name="connsiteX21" fmla="*/ 165625 w 378062"/>
                <a:gd name="connsiteY21" fmla="*/ 178278 h 349221"/>
                <a:gd name="connsiteX22" fmla="*/ 149845 w 378062"/>
                <a:gd name="connsiteY22" fmla="*/ 163193 h 349221"/>
                <a:gd name="connsiteX23" fmla="*/ 104641 w 378062"/>
                <a:gd name="connsiteY23" fmla="*/ 86132 h 349221"/>
                <a:gd name="connsiteX24" fmla="*/ 92930 w 378062"/>
                <a:gd name="connsiteY24" fmla="*/ 79434 h 34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8062" h="349221">
                  <a:moveTo>
                    <a:pt x="285112" y="349172"/>
                  </a:moveTo>
                  <a:cubicBezTo>
                    <a:pt x="270176" y="349172"/>
                    <a:pt x="255240" y="345500"/>
                    <a:pt x="241991" y="338503"/>
                  </a:cubicBezTo>
                  <a:lnTo>
                    <a:pt x="102607" y="265362"/>
                  </a:lnTo>
                  <a:cubicBezTo>
                    <a:pt x="87224" y="257274"/>
                    <a:pt x="74422" y="245067"/>
                    <a:pt x="65639" y="230082"/>
                  </a:cubicBezTo>
                  <a:lnTo>
                    <a:pt x="12743" y="139921"/>
                  </a:lnTo>
                  <a:cubicBezTo>
                    <a:pt x="-13159" y="95709"/>
                    <a:pt x="1678" y="38645"/>
                    <a:pt x="45890" y="12743"/>
                  </a:cubicBezTo>
                  <a:cubicBezTo>
                    <a:pt x="90102" y="-13159"/>
                    <a:pt x="147166" y="1678"/>
                    <a:pt x="173068" y="45890"/>
                  </a:cubicBezTo>
                  <a:lnTo>
                    <a:pt x="212516" y="113176"/>
                  </a:lnTo>
                  <a:lnTo>
                    <a:pt x="328331" y="173961"/>
                  </a:lnTo>
                  <a:cubicBezTo>
                    <a:pt x="373685" y="197779"/>
                    <a:pt x="391250" y="254049"/>
                    <a:pt x="367432" y="299452"/>
                  </a:cubicBezTo>
                  <a:cubicBezTo>
                    <a:pt x="351306" y="330167"/>
                    <a:pt x="319747" y="349221"/>
                    <a:pt x="285112" y="349221"/>
                  </a:cubicBezTo>
                  <a:close/>
                  <a:moveTo>
                    <a:pt x="92881" y="79334"/>
                  </a:moveTo>
                  <a:cubicBezTo>
                    <a:pt x="90549" y="79334"/>
                    <a:pt x="88216" y="79930"/>
                    <a:pt x="86033" y="81220"/>
                  </a:cubicBezTo>
                  <a:cubicBezTo>
                    <a:pt x="81815" y="83701"/>
                    <a:pt x="80327" y="87472"/>
                    <a:pt x="79781" y="89507"/>
                  </a:cubicBezTo>
                  <a:cubicBezTo>
                    <a:pt x="79235" y="91541"/>
                    <a:pt x="78739" y="95560"/>
                    <a:pt x="81220" y="99778"/>
                  </a:cubicBezTo>
                  <a:lnTo>
                    <a:pt x="134116" y="189988"/>
                  </a:lnTo>
                  <a:cubicBezTo>
                    <a:pt x="135406" y="192172"/>
                    <a:pt x="137242" y="193958"/>
                    <a:pt x="139524" y="195149"/>
                  </a:cubicBezTo>
                  <a:lnTo>
                    <a:pt x="278909" y="268290"/>
                  </a:lnTo>
                  <a:cubicBezTo>
                    <a:pt x="280894" y="269332"/>
                    <a:pt x="282978" y="269828"/>
                    <a:pt x="285161" y="269828"/>
                  </a:cubicBezTo>
                  <a:cubicBezTo>
                    <a:pt x="289131" y="269828"/>
                    <a:pt x="294391" y="267943"/>
                    <a:pt x="297219" y="262583"/>
                  </a:cubicBezTo>
                  <a:cubicBezTo>
                    <a:pt x="300693" y="255984"/>
                    <a:pt x="298112" y="247797"/>
                    <a:pt x="291513" y="244323"/>
                  </a:cubicBezTo>
                  <a:lnTo>
                    <a:pt x="165625" y="178278"/>
                  </a:lnTo>
                  <a:cubicBezTo>
                    <a:pt x="159075" y="174805"/>
                    <a:pt x="153567" y="169594"/>
                    <a:pt x="149845" y="163193"/>
                  </a:cubicBezTo>
                  <a:lnTo>
                    <a:pt x="104641" y="86132"/>
                  </a:lnTo>
                  <a:cubicBezTo>
                    <a:pt x="102110" y="81865"/>
                    <a:pt x="97595" y="79434"/>
                    <a:pt x="92930" y="7943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F4F6D524-AF42-0D61-6ACF-5E57B02216DD}"/>
                </a:ext>
              </a:extLst>
            </p:cNvPr>
            <p:cNvSpPr/>
            <p:nvPr/>
          </p:nvSpPr>
          <p:spPr>
            <a:xfrm>
              <a:off x="8172197" y="4898238"/>
              <a:ext cx="120954" cy="175511"/>
            </a:xfrm>
            <a:custGeom>
              <a:avLst/>
              <a:gdLst>
                <a:gd name="connsiteX0" fmla="*/ 39686 w 120954"/>
                <a:gd name="connsiteY0" fmla="*/ 175512 h 175511"/>
                <a:gd name="connsiteX1" fmla="*/ 23956 w 120954"/>
                <a:gd name="connsiteY1" fmla="*/ 172237 h 175511"/>
                <a:gd name="connsiteX2" fmla="*/ 3265 w 120954"/>
                <a:gd name="connsiteY2" fmla="*/ 120036 h 175511"/>
                <a:gd name="connsiteX3" fmla="*/ 44797 w 120954"/>
                <a:gd name="connsiteY3" fmla="*/ 23970 h 175511"/>
                <a:gd name="connsiteX4" fmla="*/ 96998 w 120954"/>
                <a:gd name="connsiteY4" fmla="*/ 3278 h 175511"/>
                <a:gd name="connsiteX5" fmla="*/ 117690 w 120954"/>
                <a:gd name="connsiteY5" fmla="*/ 55479 h 175511"/>
                <a:gd name="connsiteX6" fmla="*/ 76157 w 120954"/>
                <a:gd name="connsiteY6" fmla="*/ 151545 h 175511"/>
                <a:gd name="connsiteX7" fmla="*/ 39686 w 120954"/>
                <a:gd name="connsiteY7" fmla="*/ 175512 h 17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54" h="175511">
                  <a:moveTo>
                    <a:pt x="39686" y="175512"/>
                  </a:moveTo>
                  <a:cubicBezTo>
                    <a:pt x="34426" y="175512"/>
                    <a:pt x="29117" y="174470"/>
                    <a:pt x="23956" y="172237"/>
                  </a:cubicBezTo>
                  <a:cubicBezTo>
                    <a:pt x="3810" y="163553"/>
                    <a:pt x="-5419" y="140182"/>
                    <a:pt x="3265" y="120036"/>
                  </a:cubicBezTo>
                  <a:lnTo>
                    <a:pt x="44797" y="23970"/>
                  </a:lnTo>
                  <a:cubicBezTo>
                    <a:pt x="53481" y="3874"/>
                    <a:pt x="76852" y="-5455"/>
                    <a:pt x="96998" y="3278"/>
                  </a:cubicBezTo>
                  <a:cubicBezTo>
                    <a:pt x="117144" y="11962"/>
                    <a:pt x="126374" y="35333"/>
                    <a:pt x="117690" y="55479"/>
                  </a:cubicBezTo>
                  <a:lnTo>
                    <a:pt x="76157" y="151545"/>
                  </a:lnTo>
                  <a:cubicBezTo>
                    <a:pt x="69657" y="166531"/>
                    <a:pt x="55069" y="175512"/>
                    <a:pt x="39686" y="17551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622594E2-DBEC-A31F-5475-B81067AF9201}"/>
                </a:ext>
              </a:extLst>
            </p:cNvPr>
            <p:cNvSpPr/>
            <p:nvPr/>
          </p:nvSpPr>
          <p:spPr>
            <a:xfrm>
              <a:off x="8276056" y="4952312"/>
              <a:ext cx="102440" cy="136125"/>
            </a:xfrm>
            <a:custGeom>
              <a:avLst/>
              <a:gdLst>
                <a:gd name="connsiteX0" fmla="*/ 39683 w 102440"/>
                <a:gd name="connsiteY0" fmla="*/ 136125 h 136125"/>
                <a:gd name="connsiteX1" fmla="*/ 24797 w 102440"/>
                <a:gd name="connsiteY1" fmla="*/ 133198 h 136125"/>
                <a:gd name="connsiteX2" fmla="*/ 2915 w 102440"/>
                <a:gd name="connsiteY2" fmla="*/ 81493 h 136125"/>
                <a:gd name="connsiteX3" fmla="*/ 25939 w 102440"/>
                <a:gd name="connsiteY3" fmla="*/ 24777 h 136125"/>
                <a:gd name="connsiteX4" fmla="*/ 77643 w 102440"/>
                <a:gd name="connsiteY4" fmla="*/ 2894 h 136125"/>
                <a:gd name="connsiteX5" fmla="*/ 99526 w 102440"/>
                <a:gd name="connsiteY5" fmla="*/ 54599 h 136125"/>
                <a:gd name="connsiteX6" fmla="*/ 76502 w 102440"/>
                <a:gd name="connsiteY6" fmla="*/ 111315 h 136125"/>
                <a:gd name="connsiteX7" fmla="*/ 39683 w 102440"/>
                <a:gd name="connsiteY7" fmla="*/ 136125 h 13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40" h="136125">
                  <a:moveTo>
                    <a:pt x="39683" y="136125"/>
                  </a:moveTo>
                  <a:cubicBezTo>
                    <a:pt x="34721" y="136125"/>
                    <a:pt x="29660" y="135183"/>
                    <a:pt x="24797" y="133198"/>
                  </a:cubicBezTo>
                  <a:cubicBezTo>
                    <a:pt x="4502" y="124961"/>
                    <a:pt x="-5323" y="101788"/>
                    <a:pt x="2915" y="81493"/>
                  </a:cubicBezTo>
                  <a:lnTo>
                    <a:pt x="25939" y="24777"/>
                  </a:lnTo>
                  <a:cubicBezTo>
                    <a:pt x="34176" y="4482"/>
                    <a:pt x="57299" y="-5294"/>
                    <a:pt x="77643" y="2894"/>
                  </a:cubicBezTo>
                  <a:cubicBezTo>
                    <a:pt x="97938" y="11131"/>
                    <a:pt x="107763" y="34304"/>
                    <a:pt x="99526" y="54599"/>
                  </a:cubicBezTo>
                  <a:lnTo>
                    <a:pt x="76502" y="111315"/>
                  </a:lnTo>
                  <a:cubicBezTo>
                    <a:pt x="70250" y="126747"/>
                    <a:pt x="55364" y="136125"/>
                    <a:pt x="39683" y="13612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16289C3-470E-E015-1C94-98D617BA1FCC}"/>
              </a:ext>
            </a:extLst>
          </p:cNvPr>
          <p:cNvGrpSpPr/>
          <p:nvPr/>
        </p:nvGrpSpPr>
        <p:grpSpPr>
          <a:xfrm>
            <a:off x="9440073" y="4793343"/>
            <a:ext cx="809910" cy="798892"/>
            <a:chOff x="9440073" y="4793343"/>
            <a:chExt cx="809910" cy="798892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955A7AD-0A44-B2A7-D4D9-50B31A41F860}"/>
                </a:ext>
              </a:extLst>
            </p:cNvPr>
            <p:cNvSpPr/>
            <p:nvPr/>
          </p:nvSpPr>
          <p:spPr>
            <a:xfrm>
              <a:off x="9542341" y="4793343"/>
              <a:ext cx="79393" cy="292762"/>
            </a:xfrm>
            <a:custGeom>
              <a:avLst/>
              <a:gdLst>
                <a:gd name="connsiteX0" fmla="*/ 39697 w 79393"/>
                <a:gd name="connsiteY0" fmla="*/ 292762 h 292762"/>
                <a:gd name="connsiteX1" fmla="*/ 0 w 79393"/>
                <a:gd name="connsiteY1" fmla="*/ 253066 h 292762"/>
                <a:gd name="connsiteX2" fmla="*/ 0 w 79393"/>
                <a:gd name="connsiteY2" fmla="*/ 39697 h 292762"/>
                <a:gd name="connsiteX3" fmla="*/ 39697 w 79393"/>
                <a:gd name="connsiteY3" fmla="*/ 0 h 292762"/>
                <a:gd name="connsiteX4" fmla="*/ 79393 w 79393"/>
                <a:gd name="connsiteY4" fmla="*/ 39697 h 292762"/>
                <a:gd name="connsiteX5" fmla="*/ 79393 w 79393"/>
                <a:gd name="connsiteY5" fmla="*/ 253066 h 292762"/>
                <a:gd name="connsiteX6" fmla="*/ 39697 w 79393"/>
                <a:gd name="connsiteY6" fmla="*/ 292762 h 29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92762">
                  <a:moveTo>
                    <a:pt x="39697" y="292762"/>
                  </a:moveTo>
                  <a:cubicBezTo>
                    <a:pt x="17764" y="292762"/>
                    <a:pt x="0" y="274998"/>
                    <a:pt x="0" y="25306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253066"/>
                  </a:lnTo>
                  <a:cubicBezTo>
                    <a:pt x="79393" y="274998"/>
                    <a:pt x="61629" y="292762"/>
                    <a:pt x="39697" y="29276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26C9032-0564-BC8F-EE0F-3D02A87A846A}"/>
                </a:ext>
              </a:extLst>
            </p:cNvPr>
            <p:cNvSpPr/>
            <p:nvPr/>
          </p:nvSpPr>
          <p:spPr>
            <a:xfrm>
              <a:off x="9440073" y="5080051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1F1AB0CE-07FE-1D61-930C-DB570A201B1A}"/>
                </a:ext>
              </a:extLst>
            </p:cNvPr>
            <p:cNvSpPr/>
            <p:nvPr/>
          </p:nvSpPr>
          <p:spPr>
            <a:xfrm>
              <a:off x="9512420" y="5021598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B876195-8940-994A-A0EF-0601E3D4BEEE}"/>
                </a:ext>
              </a:extLst>
            </p:cNvPr>
            <p:cNvSpPr/>
            <p:nvPr/>
          </p:nvSpPr>
          <p:spPr>
            <a:xfrm>
              <a:off x="10058397" y="4793343"/>
              <a:ext cx="79393" cy="198482"/>
            </a:xfrm>
            <a:custGeom>
              <a:avLst/>
              <a:gdLst>
                <a:gd name="connsiteX0" fmla="*/ 39697 w 79393"/>
                <a:gd name="connsiteY0" fmla="*/ 198483 h 198482"/>
                <a:gd name="connsiteX1" fmla="*/ 0 w 79393"/>
                <a:gd name="connsiteY1" fmla="*/ 158786 h 198482"/>
                <a:gd name="connsiteX2" fmla="*/ 0 w 79393"/>
                <a:gd name="connsiteY2" fmla="*/ 39697 h 198482"/>
                <a:gd name="connsiteX3" fmla="*/ 39697 w 79393"/>
                <a:gd name="connsiteY3" fmla="*/ 0 h 198482"/>
                <a:gd name="connsiteX4" fmla="*/ 79393 w 79393"/>
                <a:gd name="connsiteY4" fmla="*/ 39697 h 198482"/>
                <a:gd name="connsiteX5" fmla="*/ 79393 w 79393"/>
                <a:gd name="connsiteY5" fmla="*/ 158786 h 198482"/>
                <a:gd name="connsiteX6" fmla="*/ 39697 w 79393"/>
                <a:gd name="connsiteY6" fmla="*/ 198483 h 198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8482">
                  <a:moveTo>
                    <a:pt x="39697" y="198483"/>
                  </a:moveTo>
                  <a:cubicBezTo>
                    <a:pt x="17764" y="198483"/>
                    <a:pt x="0" y="180719"/>
                    <a:pt x="0" y="15878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58786"/>
                  </a:lnTo>
                  <a:cubicBezTo>
                    <a:pt x="79393" y="180719"/>
                    <a:pt x="61629" y="198483"/>
                    <a:pt x="39697" y="1984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EA186C61-9865-87D8-E92F-4C99E6220E44}"/>
                </a:ext>
              </a:extLst>
            </p:cNvPr>
            <p:cNvSpPr/>
            <p:nvPr/>
          </p:nvSpPr>
          <p:spPr>
            <a:xfrm>
              <a:off x="9956129" y="4985772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A79B1D73-CE92-916E-E4ED-3F7A147BCA0A}"/>
                </a:ext>
              </a:extLst>
            </p:cNvPr>
            <p:cNvSpPr/>
            <p:nvPr/>
          </p:nvSpPr>
          <p:spPr>
            <a:xfrm>
              <a:off x="10028476" y="4927319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814CFC9C-3541-75BC-28AE-21B1F8C8A23D}"/>
                </a:ext>
              </a:extLst>
            </p:cNvPr>
            <p:cNvSpPr/>
            <p:nvPr/>
          </p:nvSpPr>
          <p:spPr>
            <a:xfrm>
              <a:off x="9800369" y="4793343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7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7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64" y="511093"/>
                    <a:pt x="0" y="493329"/>
                    <a:pt x="0" y="47139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71397"/>
                  </a:lnTo>
                  <a:cubicBezTo>
                    <a:pt x="79393" y="493329"/>
                    <a:pt x="61629" y="511093"/>
                    <a:pt x="39697" y="5110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8CBC4B69-9A34-3293-2E8D-E9740908B88C}"/>
                </a:ext>
              </a:extLst>
            </p:cNvPr>
            <p:cNvSpPr/>
            <p:nvPr/>
          </p:nvSpPr>
          <p:spPr>
            <a:xfrm>
              <a:off x="9698101" y="5298382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14417E8F-C397-45B7-77A7-92FA78DC5393}"/>
                </a:ext>
              </a:extLst>
            </p:cNvPr>
            <p:cNvSpPr/>
            <p:nvPr/>
          </p:nvSpPr>
          <p:spPr>
            <a:xfrm>
              <a:off x="9770448" y="5239929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F8A60047-529E-F4D6-A0F2-0472AAFA7180}"/>
                </a:ext>
              </a:extLst>
            </p:cNvPr>
            <p:cNvSpPr/>
            <p:nvPr/>
          </p:nvSpPr>
          <p:spPr>
            <a:xfrm>
              <a:off x="9457986" y="4793343"/>
              <a:ext cx="769121" cy="79393"/>
            </a:xfrm>
            <a:custGeom>
              <a:avLst/>
              <a:gdLst>
                <a:gd name="connsiteX0" fmla="*/ 729425 w 769121"/>
                <a:gd name="connsiteY0" fmla="*/ 79393 h 79393"/>
                <a:gd name="connsiteX1" fmla="*/ 39697 w 769121"/>
                <a:gd name="connsiteY1" fmla="*/ 79393 h 79393"/>
                <a:gd name="connsiteX2" fmla="*/ 0 w 769121"/>
                <a:gd name="connsiteY2" fmla="*/ 39697 h 79393"/>
                <a:gd name="connsiteX3" fmla="*/ 39697 w 769121"/>
                <a:gd name="connsiteY3" fmla="*/ 0 h 79393"/>
                <a:gd name="connsiteX4" fmla="*/ 729425 w 769121"/>
                <a:gd name="connsiteY4" fmla="*/ 0 h 79393"/>
                <a:gd name="connsiteX5" fmla="*/ 769122 w 769121"/>
                <a:gd name="connsiteY5" fmla="*/ 39697 h 79393"/>
                <a:gd name="connsiteX6" fmla="*/ 729425 w 76912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9121" h="79393">
                  <a:moveTo>
                    <a:pt x="729425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29425" y="0"/>
                  </a:lnTo>
                  <a:cubicBezTo>
                    <a:pt x="751357" y="0"/>
                    <a:pt x="769122" y="17764"/>
                    <a:pt x="769122" y="39697"/>
                  </a:cubicBezTo>
                  <a:cubicBezTo>
                    <a:pt x="769122" y="61629"/>
                    <a:pt x="751357" y="79393"/>
                    <a:pt x="72942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EAD70B5-000D-5034-904D-271F15099B3A}"/>
              </a:ext>
            </a:extLst>
          </p:cNvPr>
          <p:cNvGrpSpPr/>
          <p:nvPr/>
        </p:nvGrpSpPr>
        <p:grpSpPr>
          <a:xfrm>
            <a:off x="2835266" y="4770319"/>
            <a:ext cx="844445" cy="844941"/>
            <a:chOff x="2835266" y="4770319"/>
            <a:chExt cx="844445" cy="844941"/>
          </a:xfrm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1AF29100-ADA5-FFAC-FDD9-7858DF99C3C9}"/>
                </a:ext>
              </a:extLst>
            </p:cNvPr>
            <p:cNvSpPr/>
            <p:nvPr/>
          </p:nvSpPr>
          <p:spPr>
            <a:xfrm>
              <a:off x="2965953" y="5120081"/>
              <a:ext cx="189118" cy="495178"/>
            </a:xfrm>
            <a:custGeom>
              <a:avLst/>
              <a:gdLst>
                <a:gd name="connsiteX0" fmla="*/ 149471 w 189118"/>
                <a:gd name="connsiteY0" fmla="*/ 495179 h 495178"/>
                <a:gd name="connsiteX1" fmla="*/ 109775 w 189118"/>
                <a:gd name="connsiteY1" fmla="*/ 455482 h 495178"/>
                <a:gd name="connsiteX2" fmla="*/ 109775 w 189118"/>
                <a:gd name="connsiteY2" fmla="*/ 189267 h 495178"/>
                <a:gd name="connsiteX3" fmla="*/ 8846 w 189118"/>
                <a:gd name="connsiteY3" fmla="*/ 64669 h 495178"/>
                <a:gd name="connsiteX4" fmla="*/ 14701 w 189118"/>
                <a:gd name="connsiteY4" fmla="*/ 8846 h 495178"/>
                <a:gd name="connsiteX5" fmla="*/ 70525 w 189118"/>
                <a:gd name="connsiteY5" fmla="*/ 14701 h 495178"/>
                <a:gd name="connsiteX6" fmla="*/ 180286 w 189118"/>
                <a:gd name="connsiteY6" fmla="*/ 150216 h 495178"/>
                <a:gd name="connsiteX7" fmla="*/ 189118 w 189118"/>
                <a:gd name="connsiteY7" fmla="*/ 175224 h 495178"/>
                <a:gd name="connsiteX8" fmla="*/ 189118 w 189118"/>
                <a:gd name="connsiteY8" fmla="*/ 455482 h 495178"/>
                <a:gd name="connsiteX9" fmla="*/ 149422 w 189118"/>
                <a:gd name="connsiteY9" fmla="*/ 495179 h 49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118" h="495178">
                  <a:moveTo>
                    <a:pt x="149471" y="495179"/>
                  </a:moveTo>
                  <a:cubicBezTo>
                    <a:pt x="127539" y="495179"/>
                    <a:pt x="109775" y="477414"/>
                    <a:pt x="109775" y="455482"/>
                  </a:cubicBezTo>
                  <a:lnTo>
                    <a:pt x="109775" y="189267"/>
                  </a:lnTo>
                  <a:lnTo>
                    <a:pt x="8846" y="64669"/>
                  </a:lnTo>
                  <a:cubicBezTo>
                    <a:pt x="-4948" y="47650"/>
                    <a:pt x="-2318" y="22641"/>
                    <a:pt x="14701" y="8846"/>
                  </a:cubicBezTo>
                  <a:cubicBezTo>
                    <a:pt x="31721" y="-4948"/>
                    <a:pt x="56730" y="-2318"/>
                    <a:pt x="70525" y="14701"/>
                  </a:cubicBezTo>
                  <a:lnTo>
                    <a:pt x="180286" y="150216"/>
                  </a:lnTo>
                  <a:cubicBezTo>
                    <a:pt x="185992" y="157262"/>
                    <a:pt x="189118" y="166094"/>
                    <a:pt x="189118" y="175224"/>
                  </a:cubicBezTo>
                  <a:lnTo>
                    <a:pt x="189118" y="455482"/>
                  </a:lnTo>
                  <a:cubicBezTo>
                    <a:pt x="189118" y="477414"/>
                    <a:pt x="171354" y="495179"/>
                    <a:pt x="149422" y="4951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A5073CE8-4E83-C086-63C0-BE1E6B1B32FE}"/>
                </a:ext>
              </a:extLst>
            </p:cNvPr>
            <p:cNvSpPr/>
            <p:nvPr/>
          </p:nvSpPr>
          <p:spPr>
            <a:xfrm>
              <a:off x="3412405" y="5272282"/>
              <a:ext cx="185730" cy="342978"/>
            </a:xfrm>
            <a:custGeom>
              <a:avLst/>
              <a:gdLst>
                <a:gd name="connsiteX0" fmla="*/ 39697 w 185730"/>
                <a:gd name="connsiteY0" fmla="*/ 342978 h 342978"/>
                <a:gd name="connsiteX1" fmla="*/ 0 w 185730"/>
                <a:gd name="connsiteY1" fmla="*/ 303282 h 342978"/>
                <a:gd name="connsiteX2" fmla="*/ 0 w 185730"/>
                <a:gd name="connsiteY2" fmla="*/ 177791 h 342978"/>
                <a:gd name="connsiteX3" fmla="*/ 21337 w 185730"/>
                <a:gd name="connsiteY3" fmla="*/ 142610 h 342978"/>
                <a:gd name="connsiteX4" fmla="*/ 106337 w 185730"/>
                <a:gd name="connsiteY4" fmla="*/ 98199 h 342978"/>
                <a:gd name="connsiteX5" fmla="*/ 106337 w 185730"/>
                <a:gd name="connsiteY5" fmla="*/ 39697 h 342978"/>
                <a:gd name="connsiteX6" fmla="*/ 146034 w 185730"/>
                <a:gd name="connsiteY6" fmla="*/ 0 h 342978"/>
                <a:gd name="connsiteX7" fmla="*/ 185730 w 185730"/>
                <a:gd name="connsiteY7" fmla="*/ 39697 h 342978"/>
                <a:gd name="connsiteX8" fmla="*/ 185730 w 185730"/>
                <a:gd name="connsiteY8" fmla="*/ 122265 h 342978"/>
                <a:gd name="connsiteX9" fmla="*/ 164394 w 185730"/>
                <a:gd name="connsiteY9" fmla="*/ 157446 h 342978"/>
                <a:gd name="connsiteX10" fmla="*/ 79393 w 185730"/>
                <a:gd name="connsiteY10" fmla="*/ 201857 h 342978"/>
                <a:gd name="connsiteX11" fmla="*/ 79393 w 185730"/>
                <a:gd name="connsiteY11" fmla="*/ 303282 h 342978"/>
                <a:gd name="connsiteX12" fmla="*/ 39697 w 185730"/>
                <a:gd name="connsiteY12" fmla="*/ 342978 h 342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730" h="342978">
                  <a:moveTo>
                    <a:pt x="39697" y="342978"/>
                  </a:moveTo>
                  <a:cubicBezTo>
                    <a:pt x="17764" y="342978"/>
                    <a:pt x="0" y="325214"/>
                    <a:pt x="0" y="303282"/>
                  </a:cubicBezTo>
                  <a:lnTo>
                    <a:pt x="0" y="177791"/>
                  </a:lnTo>
                  <a:cubicBezTo>
                    <a:pt x="0" y="163004"/>
                    <a:pt x="8237" y="149458"/>
                    <a:pt x="21337" y="142610"/>
                  </a:cubicBezTo>
                  <a:lnTo>
                    <a:pt x="106337" y="98199"/>
                  </a:lnTo>
                  <a:lnTo>
                    <a:pt x="106337" y="39697"/>
                  </a:lnTo>
                  <a:cubicBezTo>
                    <a:pt x="106337" y="17764"/>
                    <a:pt x="124101" y="0"/>
                    <a:pt x="146034" y="0"/>
                  </a:cubicBezTo>
                  <a:cubicBezTo>
                    <a:pt x="167966" y="0"/>
                    <a:pt x="185730" y="17764"/>
                    <a:pt x="185730" y="39697"/>
                  </a:cubicBezTo>
                  <a:lnTo>
                    <a:pt x="185730" y="122265"/>
                  </a:lnTo>
                  <a:cubicBezTo>
                    <a:pt x="185730" y="137052"/>
                    <a:pt x="177493" y="150599"/>
                    <a:pt x="164394" y="157446"/>
                  </a:cubicBezTo>
                  <a:lnTo>
                    <a:pt x="79393" y="201857"/>
                  </a:lnTo>
                  <a:lnTo>
                    <a:pt x="79393" y="303282"/>
                  </a:lnTo>
                  <a:cubicBezTo>
                    <a:pt x="79393" y="325214"/>
                    <a:pt x="61629" y="342978"/>
                    <a:pt x="39697" y="3429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92364B41-DCF9-B6D2-AD74-27AE1BC890E5}"/>
                </a:ext>
              </a:extLst>
            </p:cNvPr>
            <p:cNvSpPr/>
            <p:nvPr/>
          </p:nvSpPr>
          <p:spPr>
            <a:xfrm>
              <a:off x="3300411" y="5113496"/>
              <a:ext cx="79393" cy="501764"/>
            </a:xfrm>
            <a:custGeom>
              <a:avLst/>
              <a:gdLst>
                <a:gd name="connsiteX0" fmla="*/ 39697 w 79393"/>
                <a:gd name="connsiteY0" fmla="*/ 501764 h 501764"/>
                <a:gd name="connsiteX1" fmla="*/ 0 w 79393"/>
                <a:gd name="connsiteY1" fmla="*/ 462068 h 501764"/>
                <a:gd name="connsiteX2" fmla="*/ 0 w 79393"/>
                <a:gd name="connsiteY2" fmla="*/ 39697 h 501764"/>
                <a:gd name="connsiteX3" fmla="*/ 39697 w 79393"/>
                <a:gd name="connsiteY3" fmla="*/ 0 h 501764"/>
                <a:gd name="connsiteX4" fmla="*/ 79393 w 79393"/>
                <a:gd name="connsiteY4" fmla="*/ 39697 h 501764"/>
                <a:gd name="connsiteX5" fmla="*/ 79393 w 79393"/>
                <a:gd name="connsiteY5" fmla="*/ 462068 h 501764"/>
                <a:gd name="connsiteX6" fmla="*/ 39697 w 79393"/>
                <a:gd name="connsiteY6" fmla="*/ 501764 h 5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01764">
                  <a:moveTo>
                    <a:pt x="39697" y="501764"/>
                  </a:moveTo>
                  <a:cubicBezTo>
                    <a:pt x="17764" y="501764"/>
                    <a:pt x="0" y="484000"/>
                    <a:pt x="0" y="462068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62068"/>
                  </a:lnTo>
                  <a:cubicBezTo>
                    <a:pt x="79393" y="484000"/>
                    <a:pt x="61629" y="501764"/>
                    <a:pt x="39697" y="50176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A2DCFB9-7787-3D80-9AEE-E90BF9D6DA4D}"/>
                </a:ext>
              </a:extLst>
            </p:cNvPr>
            <p:cNvSpPr/>
            <p:nvPr/>
          </p:nvSpPr>
          <p:spPr>
            <a:xfrm>
              <a:off x="3099149" y="4929949"/>
              <a:ext cx="172580" cy="685311"/>
            </a:xfrm>
            <a:custGeom>
              <a:avLst/>
              <a:gdLst>
                <a:gd name="connsiteX0" fmla="*/ 132884 w 172580"/>
                <a:gd name="connsiteY0" fmla="*/ 685311 h 685311"/>
                <a:gd name="connsiteX1" fmla="*/ 93188 w 172580"/>
                <a:gd name="connsiteY1" fmla="*/ 645615 h 685311"/>
                <a:gd name="connsiteX2" fmla="*/ 93188 w 172580"/>
                <a:gd name="connsiteY2" fmla="*/ 336031 h 685311"/>
                <a:gd name="connsiteX3" fmla="*/ 7642 w 172580"/>
                <a:gd name="connsiteY3" fmla="*/ 218827 h 685311"/>
                <a:gd name="connsiteX4" fmla="*/ 0 w 172580"/>
                <a:gd name="connsiteY4" fmla="*/ 195406 h 685311"/>
                <a:gd name="connsiteX5" fmla="*/ 0 w 172580"/>
                <a:gd name="connsiteY5" fmla="*/ 39697 h 685311"/>
                <a:gd name="connsiteX6" fmla="*/ 39697 w 172580"/>
                <a:gd name="connsiteY6" fmla="*/ 0 h 685311"/>
                <a:gd name="connsiteX7" fmla="*/ 79393 w 172580"/>
                <a:gd name="connsiteY7" fmla="*/ 39697 h 685311"/>
                <a:gd name="connsiteX8" fmla="*/ 79393 w 172580"/>
                <a:gd name="connsiteY8" fmla="*/ 182455 h 685311"/>
                <a:gd name="connsiteX9" fmla="*/ 164939 w 172580"/>
                <a:gd name="connsiteY9" fmla="*/ 299659 h 685311"/>
                <a:gd name="connsiteX10" fmla="*/ 172581 w 172580"/>
                <a:gd name="connsiteY10" fmla="*/ 323080 h 685311"/>
                <a:gd name="connsiteX11" fmla="*/ 172581 w 172580"/>
                <a:gd name="connsiteY11" fmla="*/ 645615 h 685311"/>
                <a:gd name="connsiteX12" fmla="*/ 132884 w 172580"/>
                <a:gd name="connsiteY12" fmla="*/ 685311 h 68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80" h="685311">
                  <a:moveTo>
                    <a:pt x="132884" y="685311"/>
                  </a:moveTo>
                  <a:cubicBezTo>
                    <a:pt x="110952" y="685311"/>
                    <a:pt x="93188" y="667547"/>
                    <a:pt x="93188" y="645615"/>
                  </a:cubicBezTo>
                  <a:lnTo>
                    <a:pt x="93188" y="336031"/>
                  </a:lnTo>
                  <a:lnTo>
                    <a:pt x="7642" y="218827"/>
                  </a:lnTo>
                  <a:cubicBezTo>
                    <a:pt x="2680" y="212029"/>
                    <a:pt x="0" y="203842"/>
                    <a:pt x="0" y="19540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82455"/>
                  </a:lnTo>
                  <a:lnTo>
                    <a:pt x="164939" y="299659"/>
                  </a:lnTo>
                  <a:cubicBezTo>
                    <a:pt x="169901" y="306457"/>
                    <a:pt x="172581" y="314645"/>
                    <a:pt x="172581" y="323080"/>
                  </a:cubicBezTo>
                  <a:lnTo>
                    <a:pt x="172581" y="645615"/>
                  </a:lnTo>
                  <a:cubicBezTo>
                    <a:pt x="172581" y="667547"/>
                    <a:pt x="154817" y="685311"/>
                    <a:pt x="132884" y="68531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9AB9DD53-7DE0-EA9A-6E7E-2EF1E58D28B9}"/>
                </a:ext>
              </a:extLst>
            </p:cNvPr>
            <p:cNvSpPr/>
            <p:nvPr/>
          </p:nvSpPr>
          <p:spPr>
            <a:xfrm>
              <a:off x="2835266" y="4978726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0AFE75E-14C2-33BA-108F-4122A3C2FC5C}"/>
                </a:ext>
              </a:extLst>
            </p:cNvPr>
            <p:cNvSpPr/>
            <p:nvPr/>
          </p:nvSpPr>
          <p:spPr>
            <a:xfrm>
              <a:off x="3018863" y="4770319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44D3C17-3817-B2F1-39B8-8642ADF57A93}"/>
                </a:ext>
              </a:extLst>
            </p:cNvPr>
            <p:cNvSpPr/>
            <p:nvPr/>
          </p:nvSpPr>
          <p:spPr>
            <a:xfrm>
              <a:off x="3222308" y="4953916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B9A1704-75CB-DAD9-8B1D-1F3404513E93}"/>
                </a:ext>
              </a:extLst>
            </p:cNvPr>
            <p:cNvSpPr/>
            <p:nvPr/>
          </p:nvSpPr>
          <p:spPr>
            <a:xfrm>
              <a:off x="3440639" y="5112702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5" y="79393"/>
                    <a:pt x="79393" y="97405"/>
                    <a:pt x="79393" y="119536"/>
                  </a:cubicBezTo>
                  <a:cubicBezTo>
                    <a:pt x="79393" y="141667"/>
                    <a:pt x="97405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22215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9F8423-6292-915D-2288-7E79330A964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F5F3565-C320-355D-3B48-16DDEF5D0F6A}"/>
              </a:ext>
            </a:extLst>
          </p:cNvPr>
          <p:cNvGrpSpPr/>
          <p:nvPr/>
        </p:nvGrpSpPr>
        <p:grpSpPr>
          <a:xfrm>
            <a:off x="1526042" y="1419224"/>
            <a:ext cx="761873" cy="828665"/>
            <a:chOff x="1526042" y="1419224"/>
            <a:chExt cx="761873" cy="828665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B612007-9834-D525-7FE6-019F2C67F3E4}"/>
                </a:ext>
              </a:extLst>
            </p:cNvPr>
            <p:cNvSpPr/>
            <p:nvPr/>
          </p:nvSpPr>
          <p:spPr>
            <a:xfrm>
              <a:off x="1870706" y="1419224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64" y="828665"/>
                    <a:pt x="0" y="810901"/>
                    <a:pt x="0" y="788969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788969"/>
                  </a:lnTo>
                  <a:cubicBezTo>
                    <a:pt x="79393" y="810901"/>
                    <a:pt x="61629" y="828665"/>
                    <a:pt x="39697" y="8286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208719C-E0BF-1D2A-9E32-ED82A1AAE218}"/>
                </a:ext>
              </a:extLst>
            </p:cNvPr>
            <p:cNvSpPr/>
            <p:nvPr/>
          </p:nvSpPr>
          <p:spPr>
            <a:xfrm>
              <a:off x="2082396" y="1539728"/>
              <a:ext cx="205413" cy="237360"/>
            </a:xfrm>
            <a:custGeom>
              <a:avLst/>
              <a:gdLst>
                <a:gd name="connsiteX0" fmla="*/ 165725 w 205413"/>
                <a:gd name="connsiteY0" fmla="*/ 237311 h 237360"/>
                <a:gd name="connsiteX1" fmla="*/ 155950 w 205413"/>
                <a:gd name="connsiteY1" fmla="*/ 236071 h 237360"/>
                <a:gd name="connsiteX2" fmla="*/ 29963 w 205413"/>
                <a:gd name="connsiteY2" fmla="*/ 204165 h 237360"/>
                <a:gd name="connsiteX3" fmla="*/ 1233 w 205413"/>
                <a:gd name="connsiteY3" fmla="*/ 155933 h 237360"/>
                <a:gd name="connsiteX4" fmla="*/ 33139 w 205413"/>
                <a:gd name="connsiteY4" fmla="*/ 29946 h 237360"/>
                <a:gd name="connsiteX5" fmla="*/ 81370 w 205413"/>
                <a:gd name="connsiteY5" fmla="*/ 1216 h 237360"/>
                <a:gd name="connsiteX6" fmla="*/ 110100 w 205413"/>
                <a:gd name="connsiteY6" fmla="*/ 49447 h 237360"/>
                <a:gd name="connsiteX7" fmla="*/ 87920 w 205413"/>
                <a:gd name="connsiteY7" fmla="*/ 136978 h 237360"/>
                <a:gd name="connsiteX8" fmla="*/ 175451 w 205413"/>
                <a:gd name="connsiteY8" fmla="*/ 159159 h 237360"/>
                <a:gd name="connsiteX9" fmla="*/ 204181 w 205413"/>
                <a:gd name="connsiteY9" fmla="*/ 207390 h 237360"/>
                <a:gd name="connsiteX10" fmla="*/ 165725 w 205413"/>
                <a:gd name="connsiteY10" fmla="*/ 237361 h 2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413" h="237360">
                  <a:moveTo>
                    <a:pt x="165725" y="237311"/>
                  </a:moveTo>
                  <a:cubicBezTo>
                    <a:pt x="162500" y="237311"/>
                    <a:pt x="159225" y="236914"/>
                    <a:pt x="155950" y="236071"/>
                  </a:cubicBezTo>
                  <a:lnTo>
                    <a:pt x="29963" y="204165"/>
                  </a:lnTo>
                  <a:cubicBezTo>
                    <a:pt x="8725" y="198806"/>
                    <a:pt x="-4176" y="177171"/>
                    <a:pt x="1233" y="155933"/>
                  </a:cubicBezTo>
                  <a:lnTo>
                    <a:pt x="33139" y="29946"/>
                  </a:lnTo>
                  <a:cubicBezTo>
                    <a:pt x="38498" y="8709"/>
                    <a:pt x="60132" y="-4143"/>
                    <a:pt x="81370" y="1216"/>
                  </a:cubicBezTo>
                  <a:cubicBezTo>
                    <a:pt x="102608" y="6575"/>
                    <a:pt x="115509" y="28210"/>
                    <a:pt x="110100" y="49447"/>
                  </a:cubicBezTo>
                  <a:lnTo>
                    <a:pt x="87920" y="136978"/>
                  </a:lnTo>
                  <a:lnTo>
                    <a:pt x="175451" y="159159"/>
                  </a:lnTo>
                  <a:cubicBezTo>
                    <a:pt x="196689" y="164518"/>
                    <a:pt x="209590" y="186152"/>
                    <a:pt x="204181" y="207390"/>
                  </a:cubicBezTo>
                  <a:cubicBezTo>
                    <a:pt x="199616" y="225353"/>
                    <a:pt x="183489" y="237361"/>
                    <a:pt x="165725" y="2373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BF3BE19-33E8-5448-C2DB-C086FC9602F1}"/>
                </a:ext>
              </a:extLst>
            </p:cNvPr>
            <p:cNvSpPr/>
            <p:nvPr/>
          </p:nvSpPr>
          <p:spPr>
            <a:xfrm>
              <a:off x="1526197" y="1890083"/>
              <a:ext cx="205413" cy="237377"/>
            </a:xfrm>
            <a:custGeom>
              <a:avLst/>
              <a:gdLst>
                <a:gd name="connsiteX0" fmla="*/ 133819 w 205413"/>
                <a:gd name="connsiteY0" fmla="*/ 237377 h 237377"/>
                <a:gd name="connsiteX1" fmla="*/ 124044 w 205413"/>
                <a:gd name="connsiteY1" fmla="*/ 236137 h 237377"/>
                <a:gd name="connsiteX2" fmla="*/ 95313 w 205413"/>
                <a:gd name="connsiteY2" fmla="*/ 187906 h 237377"/>
                <a:gd name="connsiteX3" fmla="*/ 117494 w 205413"/>
                <a:gd name="connsiteY3" fmla="*/ 100375 h 237377"/>
                <a:gd name="connsiteX4" fmla="*/ 29963 w 205413"/>
                <a:gd name="connsiteY4" fmla="*/ 78194 h 237377"/>
                <a:gd name="connsiteX5" fmla="*/ 1233 w 205413"/>
                <a:gd name="connsiteY5" fmla="*/ 29963 h 237377"/>
                <a:gd name="connsiteX6" fmla="*/ 49464 w 205413"/>
                <a:gd name="connsiteY6" fmla="*/ 1233 h 237377"/>
                <a:gd name="connsiteX7" fmla="*/ 175451 w 205413"/>
                <a:gd name="connsiteY7" fmla="*/ 33139 h 237377"/>
                <a:gd name="connsiteX8" fmla="*/ 204181 w 205413"/>
                <a:gd name="connsiteY8" fmla="*/ 81370 h 237377"/>
                <a:gd name="connsiteX9" fmla="*/ 172275 w 205413"/>
                <a:gd name="connsiteY9" fmla="*/ 207357 h 237377"/>
                <a:gd name="connsiteX10" fmla="*/ 133819 w 205413"/>
                <a:gd name="connsiteY10" fmla="*/ 237328 h 23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413" h="237377">
                  <a:moveTo>
                    <a:pt x="133819" y="237377"/>
                  </a:moveTo>
                  <a:cubicBezTo>
                    <a:pt x="130594" y="237377"/>
                    <a:pt x="127319" y="236980"/>
                    <a:pt x="124044" y="236137"/>
                  </a:cubicBezTo>
                  <a:cubicBezTo>
                    <a:pt x="102806" y="230778"/>
                    <a:pt x="89905" y="209143"/>
                    <a:pt x="95313" y="187906"/>
                  </a:cubicBezTo>
                  <a:lnTo>
                    <a:pt x="117494" y="100375"/>
                  </a:lnTo>
                  <a:lnTo>
                    <a:pt x="29963" y="78194"/>
                  </a:lnTo>
                  <a:cubicBezTo>
                    <a:pt x="8725" y="72835"/>
                    <a:pt x="-4176" y="51201"/>
                    <a:pt x="1233" y="29963"/>
                  </a:cubicBezTo>
                  <a:cubicBezTo>
                    <a:pt x="6592" y="8725"/>
                    <a:pt x="28177" y="-4176"/>
                    <a:pt x="49464" y="1233"/>
                  </a:cubicBezTo>
                  <a:lnTo>
                    <a:pt x="175451" y="33139"/>
                  </a:lnTo>
                  <a:cubicBezTo>
                    <a:pt x="196689" y="38498"/>
                    <a:pt x="209590" y="60132"/>
                    <a:pt x="204181" y="81370"/>
                  </a:cubicBezTo>
                  <a:lnTo>
                    <a:pt x="172275" y="207357"/>
                  </a:lnTo>
                  <a:cubicBezTo>
                    <a:pt x="167710" y="225320"/>
                    <a:pt x="151583" y="237328"/>
                    <a:pt x="133819" y="2373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85760CD-46E8-2EA7-A1A6-E075BF1BE2A1}"/>
                </a:ext>
              </a:extLst>
            </p:cNvPr>
            <p:cNvSpPr/>
            <p:nvPr/>
          </p:nvSpPr>
          <p:spPr>
            <a:xfrm>
              <a:off x="1545450" y="1602084"/>
              <a:ext cx="723106" cy="462952"/>
            </a:xfrm>
            <a:custGeom>
              <a:avLst/>
              <a:gdLst>
                <a:gd name="connsiteX0" fmla="*/ 39738 w 723106"/>
                <a:gd name="connsiteY0" fmla="*/ 462953 h 462952"/>
                <a:gd name="connsiteX1" fmla="*/ 5599 w 723106"/>
                <a:gd name="connsiteY1" fmla="*/ 443551 h 462952"/>
                <a:gd name="connsiteX2" fmla="*/ 19394 w 723106"/>
                <a:gd name="connsiteY2" fmla="*/ 389117 h 462952"/>
                <a:gd name="connsiteX3" fmla="*/ 663074 w 723106"/>
                <a:gd name="connsiteY3" fmla="*/ 5599 h 462952"/>
                <a:gd name="connsiteX4" fmla="*/ 717508 w 723106"/>
                <a:gd name="connsiteY4" fmla="*/ 19394 h 462952"/>
                <a:gd name="connsiteX5" fmla="*/ 703713 w 723106"/>
                <a:gd name="connsiteY5" fmla="*/ 73828 h 462952"/>
                <a:gd name="connsiteX6" fmla="*/ 60033 w 723106"/>
                <a:gd name="connsiteY6" fmla="*/ 457346 h 462952"/>
                <a:gd name="connsiteX7" fmla="*/ 39738 w 723106"/>
                <a:gd name="connsiteY7" fmla="*/ 462953 h 46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106" h="462952">
                  <a:moveTo>
                    <a:pt x="39738" y="462953"/>
                  </a:moveTo>
                  <a:cubicBezTo>
                    <a:pt x="26192" y="462953"/>
                    <a:pt x="13042" y="456056"/>
                    <a:pt x="5599" y="443551"/>
                  </a:cubicBezTo>
                  <a:cubicBezTo>
                    <a:pt x="-5615" y="424745"/>
                    <a:pt x="538" y="400332"/>
                    <a:pt x="19394" y="389117"/>
                  </a:cubicBezTo>
                  <a:lnTo>
                    <a:pt x="663074" y="5599"/>
                  </a:lnTo>
                  <a:cubicBezTo>
                    <a:pt x="681880" y="-5615"/>
                    <a:pt x="706294" y="538"/>
                    <a:pt x="717508" y="19394"/>
                  </a:cubicBezTo>
                  <a:cubicBezTo>
                    <a:pt x="728722" y="38200"/>
                    <a:pt x="722569" y="62613"/>
                    <a:pt x="703713" y="73828"/>
                  </a:cubicBezTo>
                  <a:lnTo>
                    <a:pt x="60033" y="457346"/>
                  </a:lnTo>
                  <a:cubicBezTo>
                    <a:pt x="53682" y="461117"/>
                    <a:pt x="46685" y="462953"/>
                    <a:pt x="39738" y="4629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72164F7-EBB4-24F1-56E7-2739B5291724}"/>
                </a:ext>
              </a:extLst>
            </p:cNvPr>
            <p:cNvSpPr/>
            <p:nvPr/>
          </p:nvSpPr>
          <p:spPr>
            <a:xfrm>
              <a:off x="1778808" y="1451626"/>
              <a:ext cx="263138" cy="171240"/>
            </a:xfrm>
            <a:custGeom>
              <a:avLst/>
              <a:gdLst>
                <a:gd name="connsiteX0" fmla="*/ 131594 w 263138"/>
                <a:gd name="connsiteY0" fmla="*/ 171241 h 171240"/>
                <a:gd name="connsiteX1" fmla="*/ 103509 w 263138"/>
                <a:gd name="connsiteY1" fmla="*/ 159630 h 171240"/>
                <a:gd name="connsiteX2" fmla="*/ 11611 w 263138"/>
                <a:gd name="connsiteY2" fmla="*/ 67732 h 171240"/>
                <a:gd name="connsiteX3" fmla="*/ 11611 w 263138"/>
                <a:gd name="connsiteY3" fmla="*/ 11611 h 171240"/>
                <a:gd name="connsiteX4" fmla="*/ 67732 w 263138"/>
                <a:gd name="connsiteY4" fmla="*/ 11611 h 171240"/>
                <a:gd name="connsiteX5" fmla="*/ 131594 w 263138"/>
                <a:gd name="connsiteY5" fmla="*/ 75423 h 171240"/>
                <a:gd name="connsiteX6" fmla="*/ 195406 w 263138"/>
                <a:gd name="connsiteY6" fmla="*/ 11611 h 171240"/>
                <a:gd name="connsiteX7" fmla="*/ 251528 w 263138"/>
                <a:gd name="connsiteY7" fmla="*/ 11611 h 171240"/>
                <a:gd name="connsiteX8" fmla="*/ 251528 w 263138"/>
                <a:gd name="connsiteY8" fmla="*/ 67732 h 171240"/>
                <a:gd name="connsiteX9" fmla="*/ 159630 w 263138"/>
                <a:gd name="connsiteY9" fmla="*/ 159630 h 171240"/>
                <a:gd name="connsiteX10" fmla="*/ 131545 w 263138"/>
                <a:gd name="connsiteY10" fmla="*/ 171241 h 17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138" h="171240">
                  <a:moveTo>
                    <a:pt x="131594" y="171241"/>
                  </a:moveTo>
                  <a:cubicBezTo>
                    <a:pt x="121422" y="171241"/>
                    <a:pt x="111299" y="167371"/>
                    <a:pt x="103509" y="159630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31594" y="75423"/>
                  </a:lnTo>
                  <a:lnTo>
                    <a:pt x="195406" y="11611"/>
                  </a:lnTo>
                  <a:cubicBezTo>
                    <a:pt x="210888" y="-3870"/>
                    <a:pt x="236046" y="-3870"/>
                    <a:pt x="251528" y="11611"/>
                  </a:cubicBezTo>
                  <a:cubicBezTo>
                    <a:pt x="267009" y="27093"/>
                    <a:pt x="267009" y="52251"/>
                    <a:pt x="251528" y="67732"/>
                  </a:cubicBezTo>
                  <a:lnTo>
                    <a:pt x="159630" y="159630"/>
                  </a:lnTo>
                  <a:cubicBezTo>
                    <a:pt x="151889" y="167371"/>
                    <a:pt x="141717" y="171241"/>
                    <a:pt x="131545" y="1712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B18CFA4-8081-3904-B405-2E2A10665D52}"/>
                </a:ext>
              </a:extLst>
            </p:cNvPr>
            <p:cNvSpPr/>
            <p:nvPr/>
          </p:nvSpPr>
          <p:spPr>
            <a:xfrm>
              <a:off x="1778808" y="2044296"/>
              <a:ext cx="263138" cy="171240"/>
            </a:xfrm>
            <a:custGeom>
              <a:avLst/>
              <a:gdLst>
                <a:gd name="connsiteX0" fmla="*/ 223492 w 263138"/>
                <a:gd name="connsiteY0" fmla="*/ 171241 h 171240"/>
                <a:gd name="connsiteX1" fmla="*/ 195406 w 263138"/>
                <a:gd name="connsiteY1" fmla="*/ 159630 h 171240"/>
                <a:gd name="connsiteX2" fmla="*/ 131594 w 263138"/>
                <a:gd name="connsiteY2" fmla="*/ 95818 h 171240"/>
                <a:gd name="connsiteX3" fmla="*/ 67732 w 263138"/>
                <a:gd name="connsiteY3" fmla="*/ 159630 h 171240"/>
                <a:gd name="connsiteX4" fmla="*/ 11611 w 263138"/>
                <a:gd name="connsiteY4" fmla="*/ 159630 h 171240"/>
                <a:gd name="connsiteX5" fmla="*/ 11611 w 263138"/>
                <a:gd name="connsiteY5" fmla="*/ 103509 h 171240"/>
                <a:gd name="connsiteX6" fmla="*/ 103509 w 263138"/>
                <a:gd name="connsiteY6" fmla="*/ 11611 h 171240"/>
                <a:gd name="connsiteX7" fmla="*/ 159630 w 263138"/>
                <a:gd name="connsiteY7" fmla="*/ 11611 h 171240"/>
                <a:gd name="connsiteX8" fmla="*/ 251528 w 263138"/>
                <a:gd name="connsiteY8" fmla="*/ 103509 h 171240"/>
                <a:gd name="connsiteX9" fmla="*/ 251528 w 263138"/>
                <a:gd name="connsiteY9" fmla="*/ 159630 h 171240"/>
                <a:gd name="connsiteX10" fmla="*/ 223442 w 263138"/>
                <a:gd name="connsiteY10" fmla="*/ 171241 h 17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138" h="171240">
                  <a:moveTo>
                    <a:pt x="223492" y="171241"/>
                  </a:moveTo>
                  <a:cubicBezTo>
                    <a:pt x="213320" y="171241"/>
                    <a:pt x="203197" y="167371"/>
                    <a:pt x="195406" y="159630"/>
                  </a:cubicBezTo>
                  <a:lnTo>
                    <a:pt x="131594" y="95818"/>
                  </a:lnTo>
                  <a:lnTo>
                    <a:pt x="67732" y="159630"/>
                  </a:lnTo>
                  <a:cubicBezTo>
                    <a:pt x="52251" y="175111"/>
                    <a:pt x="27093" y="175111"/>
                    <a:pt x="11611" y="159630"/>
                  </a:cubicBezTo>
                  <a:cubicBezTo>
                    <a:pt x="-3870" y="144148"/>
                    <a:pt x="-3870" y="118990"/>
                    <a:pt x="11611" y="103509"/>
                  </a:cubicBezTo>
                  <a:lnTo>
                    <a:pt x="103509" y="11611"/>
                  </a:lnTo>
                  <a:cubicBezTo>
                    <a:pt x="118991" y="-3870"/>
                    <a:pt x="144148" y="-3870"/>
                    <a:pt x="159630" y="11611"/>
                  </a:cubicBezTo>
                  <a:lnTo>
                    <a:pt x="251528" y="103509"/>
                  </a:lnTo>
                  <a:cubicBezTo>
                    <a:pt x="267009" y="118990"/>
                    <a:pt x="267009" y="144148"/>
                    <a:pt x="251528" y="159630"/>
                  </a:cubicBezTo>
                  <a:cubicBezTo>
                    <a:pt x="243787" y="167371"/>
                    <a:pt x="233614" y="171241"/>
                    <a:pt x="223442" y="17124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FBEBE89-3EC0-3F41-7920-0CB1C278CCB6}"/>
                </a:ext>
              </a:extLst>
            </p:cNvPr>
            <p:cNvSpPr/>
            <p:nvPr/>
          </p:nvSpPr>
          <p:spPr>
            <a:xfrm>
              <a:off x="2082588" y="1889580"/>
              <a:ext cx="205327" cy="237482"/>
            </a:xfrm>
            <a:custGeom>
              <a:avLst/>
              <a:gdLst>
                <a:gd name="connsiteX0" fmla="*/ 71800 w 205327"/>
                <a:gd name="connsiteY0" fmla="*/ 237433 h 237482"/>
                <a:gd name="connsiteX1" fmla="*/ 33343 w 205327"/>
                <a:gd name="connsiteY1" fmla="*/ 207562 h 237482"/>
                <a:gd name="connsiteX2" fmla="*/ 1239 w 205327"/>
                <a:gd name="connsiteY2" fmla="*/ 81624 h 237482"/>
                <a:gd name="connsiteX3" fmla="*/ 29870 w 205327"/>
                <a:gd name="connsiteY3" fmla="*/ 33343 h 237482"/>
                <a:gd name="connsiteX4" fmla="*/ 155808 w 205327"/>
                <a:gd name="connsiteY4" fmla="*/ 1239 h 237482"/>
                <a:gd name="connsiteX5" fmla="*/ 204088 w 205327"/>
                <a:gd name="connsiteY5" fmla="*/ 29870 h 237482"/>
                <a:gd name="connsiteX6" fmla="*/ 175457 w 205327"/>
                <a:gd name="connsiteY6" fmla="*/ 78151 h 237482"/>
                <a:gd name="connsiteX7" fmla="*/ 87976 w 205327"/>
                <a:gd name="connsiteY7" fmla="*/ 100480 h 237482"/>
                <a:gd name="connsiteX8" fmla="*/ 110305 w 205327"/>
                <a:gd name="connsiteY8" fmla="*/ 187962 h 237482"/>
                <a:gd name="connsiteX9" fmla="*/ 81674 w 205327"/>
                <a:gd name="connsiteY9" fmla="*/ 236242 h 237482"/>
                <a:gd name="connsiteX10" fmla="*/ 71849 w 205327"/>
                <a:gd name="connsiteY10" fmla="*/ 237483 h 2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327" h="237482">
                  <a:moveTo>
                    <a:pt x="71800" y="237433"/>
                  </a:moveTo>
                  <a:cubicBezTo>
                    <a:pt x="54085" y="237433"/>
                    <a:pt x="37958" y="225475"/>
                    <a:pt x="33343" y="207562"/>
                  </a:cubicBezTo>
                  <a:lnTo>
                    <a:pt x="1239" y="81624"/>
                  </a:lnTo>
                  <a:cubicBezTo>
                    <a:pt x="-4170" y="60387"/>
                    <a:pt x="8632" y="38752"/>
                    <a:pt x="29870" y="33343"/>
                  </a:cubicBezTo>
                  <a:lnTo>
                    <a:pt x="155808" y="1239"/>
                  </a:lnTo>
                  <a:cubicBezTo>
                    <a:pt x="177045" y="-4170"/>
                    <a:pt x="198680" y="8632"/>
                    <a:pt x="204088" y="29870"/>
                  </a:cubicBezTo>
                  <a:cubicBezTo>
                    <a:pt x="209497" y="51108"/>
                    <a:pt x="196695" y="72742"/>
                    <a:pt x="175457" y="78151"/>
                  </a:cubicBezTo>
                  <a:lnTo>
                    <a:pt x="87976" y="100480"/>
                  </a:lnTo>
                  <a:lnTo>
                    <a:pt x="110305" y="187962"/>
                  </a:lnTo>
                  <a:cubicBezTo>
                    <a:pt x="115714" y="209199"/>
                    <a:pt x="102912" y="230834"/>
                    <a:pt x="81674" y="236242"/>
                  </a:cubicBezTo>
                  <a:cubicBezTo>
                    <a:pt x="78399" y="237086"/>
                    <a:pt x="75075" y="237483"/>
                    <a:pt x="71849" y="2374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63554E2-5432-4A56-2D6A-49F14540BABE}"/>
                </a:ext>
              </a:extLst>
            </p:cNvPr>
            <p:cNvSpPr/>
            <p:nvPr/>
          </p:nvSpPr>
          <p:spPr>
            <a:xfrm>
              <a:off x="1526042" y="1540052"/>
              <a:ext cx="205310" cy="237532"/>
            </a:xfrm>
            <a:custGeom>
              <a:avLst/>
              <a:gdLst>
                <a:gd name="connsiteX0" fmla="*/ 39695 w 205310"/>
                <a:gd name="connsiteY0" fmla="*/ 237533 h 237532"/>
                <a:gd name="connsiteX1" fmla="*/ 1239 w 205310"/>
                <a:gd name="connsiteY1" fmla="*/ 207611 h 237532"/>
                <a:gd name="connsiteX2" fmla="*/ 29919 w 205310"/>
                <a:gd name="connsiteY2" fmla="*/ 159330 h 237532"/>
                <a:gd name="connsiteX3" fmla="*/ 117401 w 205310"/>
                <a:gd name="connsiteY3" fmla="*/ 137001 h 237532"/>
                <a:gd name="connsiteX4" fmla="*/ 95072 w 205310"/>
                <a:gd name="connsiteY4" fmla="*/ 49520 h 237532"/>
                <a:gd name="connsiteX5" fmla="*/ 123703 w 205310"/>
                <a:gd name="connsiteY5" fmla="*/ 1239 h 237532"/>
                <a:gd name="connsiteX6" fmla="*/ 171984 w 205310"/>
                <a:gd name="connsiteY6" fmla="*/ 29870 h 237532"/>
                <a:gd name="connsiteX7" fmla="*/ 204088 w 205310"/>
                <a:gd name="connsiteY7" fmla="*/ 155807 h 237532"/>
                <a:gd name="connsiteX8" fmla="*/ 199771 w 205310"/>
                <a:gd name="connsiteY8" fmla="*/ 185877 h 237532"/>
                <a:gd name="connsiteX9" fmla="*/ 175457 w 205310"/>
                <a:gd name="connsiteY9" fmla="*/ 204088 h 237532"/>
                <a:gd name="connsiteX10" fmla="*/ 49520 w 205310"/>
                <a:gd name="connsiteY10" fmla="*/ 236193 h 237532"/>
                <a:gd name="connsiteX11" fmla="*/ 39695 w 205310"/>
                <a:gd name="connsiteY11" fmla="*/ 237433 h 23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5310" h="237532">
                  <a:moveTo>
                    <a:pt x="39695" y="237533"/>
                  </a:moveTo>
                  <a:cubicBezTo>
                    <a:pt x="21980" y="237533"/>
                    <a:pt x="5853" y="225574"/>
                    <a:pt x="1239" y="207611"/>
                  </a:cubicBezTo>
                  <a:cubicBezTo>
                    <a:pt x="-4170" y="186374"/>
                    <a:pt x="8632" y="164739"/>
                    <a:pt x="29919" y="159330"/>
                  </a:cubicBezTo>
                  <a:lnTo>
                    <a:pt x="117401" y="137001"/>
                  </a:lnTo>
                  <a:lnTo>
                    <a:pt x="95072" y="49520"/>
                  </a:lnTo>
                  <a:cubicBezTo>
                    <a:pt x="89663" y="28282"/>
                    <a:pt x="102465" y="6648"/>
                    <a:pt x="123703" y="1239"/>
                  </a:cubicBezTo>
                  <a:cubicBezTo>
                    <a:pt x="144940" y="-4170"/>
                    <a:pt x="166575" y="8632"/>
                    <a:pt x="171984" y="29870"/>
                  </a:cubicBezTo>
                  <a:lnTo>
                    <a:pt x="204088" y="155807"/>
                  </a:lnTo>
                  <a:cubicBezTo>
                    <a:pt x="206669" y="166029"/>
                    <a:pt x="205130" y="176846"/>
                    <a:pt x="199771" y="185877"/>
                  </a:cubicBezTo>
                  <a:cubicBezTo>
                    <a:pt x="194412" y="194958"/>
                    <a:pt x="185629" y="201458"/>
                    <a:pt x="175457" y="204088"/>
                  </a:cubicBezTo>
                  <a:lnTo>
                    <a:pt x="49520" y="236193"/>
                  </a:lnTo>
                  <a:cubicBezTo>
                    <a:pt x="46245" y="237036"/>
                    <a:pt x="42920" y="237433"/>
                    <a:pt x="39695" y="23743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0F419F6E-93EA-3F75-B4CE-B4FAFB7CE809}"/>
                </a:ext>
              </a:extLst>
            </p:cNvPr>
            <p:cNvSpPr/>
            <p:nvPr/>
          </p:nvSpPr>
          <p:spPr>
            <a:xfrm>
              <a:off x="1545151" y="1602679"/>
              <a:ext cx="723704" cy="461812"/>
            </a:xfrm>
            <a:custGeom>
              <a:avLst/>
              <a:gdLst>
                <a:gd name="connsiteX0" fmla="*/ 683966 w 723704"/>
                <a:gd name="connsiteY0" fmla="*/ 461813 h 461812"/>
                <a:gd name="connsiteX1" fmla="*/ 663720 w 723704"/>
                <a:gd name="connsiteY1" fmla="*/ 456255 h 461812"/>
                <a:gd name="connsiteX2" fmla="*/ 19445 w 723704"/>
                <a:gd name="connsiteY2" fmla="*/ 73829 h 461812"/>
                <a:gd name="connsiteX3" fmla="*/ 5551 w 723704"/>
                <a:gd name="connsiteY3" fmla="*/ 19445 h 461812"/>
                <a:gd name="connsiteX4" fmla="*/ 59935 w 723704"/>
                <a:gd name="connsiteY4" fmla="*/ 5551 h 461812"/>
                <a:gd name="connsiteX5" fmla="*/ 704260 w 723704"/>
                <a:gd name="connsiteY5" fmla="*/ 387977 h 461812"/>
                <a:gd name="connsiteX6" fmla="*/ 718154 w 723704"/>
                <a:gd name="connsiteY6" fmla="*/ 442362 h 461812"/>
                <a:gd name="connsiteX7" fmla="*/ 683966 w 723704"/>
                <a:gd name="connsiteY7" fmla="*/ 461813 h 46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704" h="461812">
                  <a:moveTo>
                    <a:pt x="683966" y="461813"/>
                  </a:moveTo>
                  <a:cubicBezTo>
                    <a:pt x="677068" y="461813"/>
                    <a:pt x="670121" y="460027"/>
                    <a:pt x="663720" y="456255"/>
                  </a:cubicBezTo>
                  <a:lnTo>
                    <a:pt x="19445" y="73829"/>
                  </a:lnTo>
                  <a:cubicBezTo>
                    <a:pt x="589" y="62615"/>
                    <a:pt x="-5614" y="38300"/>
                    <a:pt x="5551" y="19445"/>
                  </a:cubicBezTo>
                  <a:cubicBezTo>
                    <a:pt x="16715" y="589"/>
                    <a:pt x="41079" y="-5614"/>
                    <a:pt x="59935" y="5551"/>
                  </a:cubicBezTo>
                  <a:lnTo>
                    <a:pt x="704260" y="387977"/>
                  </a:lnTo>
                  <a:cubicBezTo>
                    <a:pt x="723116" y="399192"/>
                    <a:pt x="729319" y="423506"/>
                    <a:pt x="718154" y="442362"/>
                  </a:cubicBezTo>
                  <a:cubicBezTo>
                    <a:pt x="710711" y="454866"/>
                    <a:pt x="697512" y="461813"/>
                    <a:pt x="683966" y="4618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411CA9E-C06F-1DC6-6C7C-6D0691F71D27}"/>
              </a:ext>
            </a:extLst>
          </p:cNvPr>
          <p:cNvGrpSpPr/>
          <p:nvPr/>
        </p:nvGrpSpPr>
        <p:grpSpPr>
          <a:xfrm>
            <a:off x="2860667" y="1422549"/>
            <a:ext cx="732799" cy="828665"/>
            <a:chOff x="2860667" y="1422549"/>
            <a:chExt cx="732799" cy="828665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E16EF98-278D-07A4-0A40-57A5E8015BA2}"/>
                </a:ext>
              </a:extLst>
            </p:cNvPr>
            <p:cNvSpPr/>
            <p:nvPr/>
          </p:nvSpPr>
          <p:spPr>
            <a:xfrm>
              <a:off x="2961915" y="1572589"/>
              <a:ext cx="631551" cy="678625"/>
            </a:xfrm>
            <a:custGeom>
              <a:avLst/>
              <a:gdLst>
                <a:gd name="connsiteX0" fmla="*/ 175388 w 631551"/>
                <a:gd name="connsiteY0" fmla="*/ 678626 h 678625"/>
                <a:gd name="connsiteX1" fmla="*/ 16849 w 631551"/>
                <a:gd name="connsiteY1" fmla="*/ 628409 h 678625"/>
                <a:gd name="connsiteX2" fmla="*/ 7223 w 631551"/>
                <a:gd name="connsiteY2" fmla="*/ 573082 h 678625"/>
                <a:gd name="connsiteX3" fmla="*/ 62550 w 631551"/>
                <a:gd name="connsiteY3" fmla="*/ 563456 h 678625"/>
                <a:gd name="connsiteX4" fmla="*/ 175437 w 631551"/>
                <a:gd name="connsiteY4" fmla="*/ 599183 h 678625"/>
                <a:gd name="connsiteX5" fmla="*/ 175537 w 631551"/>
                <a:gd name="connsiteY5" fmla="*/ 599183 h 678625"/>
                <a:gd name="connsiteX6" fmla="*/ 372928 w 631551"/>
                <a:gd name="connsiteY6" fmla="*/ 401792 h 678625"/>
                <a:gd name="connsiteX7" fmla="*/ 372928 w 631551"/>
                <a:gd name="connsiteY7" fmla="*/ 139993 h 678625"/>
                <a:gd name="connsiteX8" fmla="*/ 394513 w 631551"/>
                <a:gd name="connsiteY8" fmla="*/ 104663 h 678625"/>
                <a:gd name="connsiteX9" fmla="*/ 435797 w 631551"/>
                <a:gd name="connsiteY9" fmla="*/ 107740 h 678625"/>
                <a:gd name="connsiteX10" fmla="*/ 552158 w 631551"/>
                <a:gd name="connsiteY10" fmla="*/ 155028 h 678625"/>
                <a:gd name="connsiteX11" fmla="*/ 552158 w 631551"/>
                <a:gd name="connsiteY11" fmla="*/ 104862 h 678625"/>
                <a:gd name="connsiteX12" fmla="*/ 472616 w 631551"/>
                <a:gd name="connsiteY12" fmla="*/ 73055 h 678625"/>
                <a:gd name="connsiteX13" fmla="*/ 464776 w 631551"/>
                <a:gd name="connsiteY13" fmla="*/ 66306 h 678625"/>
                <a:gd name="connsiteX14" fmla="*/ 466165 w 631551"/>
                <a:gd name="connsiteY14" fmla="*/ 11624 h 678625"/>
                <a:gd name="connsiteX15" fmla="*/ 517175 w 631551"/>
                <a:gd name="connsiteY15" fmla="*/ 7307 h 678625"/>
                <a:gd name="connsiteX16" fmla="*/ 591656 w 631551"/>
                <a:gd name="connsiteY16" fmla="*/ 29041 h 678625"/>
                <a:gd name="connsiteX17" fmla="*/ 591855 w 631551"/>
                <a:gd name="connsiteY17" fmla="*/ 29041 h 678625"/>
                <a:gd name="connsiteX18" fmla="*/ 619890 w 631551"/>
                <a:gd name="connsiteY18" fmla="*/ 40652 h 678625"/>
                <a:gd name="connsiteX19" fmla="*/ 631551 w 631551"/>
                <a:gd name="connsiteY19" fmla="*/ 68738 h 678625"/>
                <a:gd name="connsiteX20" fmla="*/ 631551 w 631551"/>
                <a:gd name="connsiteY20" fmla="*/ 197553 h 678625"/>
                <a:gd name="connsiteX21" fmla="*/ 591904 w 631551"/>
                <a:gd name="connsiteY21" fmla="*/ 237250 h 678625"/>
                <a:gd name="connsiteX22" fmla="*/ 452321 w 631551"/>
                <a:gd name="connsiteY22" fmla="*/ 208122 h 678625"/>
                <a:gd name="connsiteX23" fmla="*/ 452321 w 631551"/>
                <a:gd name="connsiteY23" fmla="*/ 401693 h 678625"/>
                <a:gd name="connsiteX24" fmla="*/ 175537 w 631551"/>
                <a:gd name="connsiteY24" fmla="*/ 678477 h 678625"/>
                <a:gd name="connsiteX25" fmla="*/ 175388 w 631551"/>
                <a:gd name="connsiteY25" fmla="*/ 678477 h 67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31551" h="678625">
                  <a:moveTo>
                    <a:pt x="175388" y="678626"/>
                  </a:moveTo>
                  <a:cubicBezTo>
                    <a:pt x="118324" y="678626"/>
                    <a:pt x="63493" y="661258"/>
                    <a:pt x="16849" y="628409"/>
                  </a:cubicBezTo>
                  <a:cubicBezTo>
                    <a:pt x="-1064" y="615806"/>
                    <a:pt x="-5381" y="591045"/>
                    <a:pt x="7223" y="573082"/>
                  </a:cubicBezTo>
                  <a:cubicBezTo>
                    <a:pt x="19827" y="555169"/>
                    <a:pt x="44587" y="550852"/>
                    <a:pt x="62550" y="563456"/>
                  </a:cubicBezTo>
                  <a:cubicBezTo>
                    <a:pt x="95746" y="586827"/>
                    <a:pt x="134798" y="599183"/>
                    <a:pt x="175437" y="599183"/>
                  </a:cubicBezTo>
                  <a:lnTo>
                    <a:pt x="175537" y="599183"/>
                  </a:lnTo>
                  <a:cubicBezTo>
                    <a:pt x="284404" y="599183"/>
                    <a:pt x="372928" y="510610"/>
                    <a:pt x="372928" y="401792"/>
                  </a:cubicBezTo>
                  <a:lnTo>
                    <a:pt x="372928" y="139993"/>
                  </a:lnTo>
                  <a:cubicBezTo>
                    <a:pt x="372928" y="125107"/>
                    <a:pt x="381264" y="111461"/>
                    <a:pt x="394513" y="104663"/>
                  </a:cubicBezTo>
                  <a:cubicBezTo>
                    <a:pt x="407762" y="97865"/>
                    <a:pt x="423690" y="99056"/>
                    <a:pt x="435797" y="107740"/>
                  </a:cubicBezTo>
                  <a:cubicBezTo>
                    <a:pt x="470730" y="132848"/>
                    <a:pt x="510377" y="148875"/>
                    <a:pt x="552158" y="155028"/>
                  </a:cubicBezTo>
                  <a:lnTo>
                    <a:pt x="552158" y="104862"/>
                  </a:lnTo>
                  <a:cubicBezTo>
                    <a:pt x="523924" y="99651"/>
                    <a:pt x="496930" y="88933"/>
                    <a:pt x="472616" y="73055"/>
                  </a:cubicBezTo>
                  <a:cubicBezTo>
                    <a:pt x="469738" y="71169"/>
                    <a:pt x="467058" y="68887"/>
                    <a:pt x="464776" y="66306"/>
                  </a:cubicBezTo>
                  <a:cubicBezTo>
                    <a:pt x="450684" y="50725"/>
                    <a:pt x="451180" y="26659"/>
                    <a:pt x="466165" y="11624"/>
                  </a:cubicBezTo>
                  <a:cubicBezTo>
                    <a:pt x="480059" y="-2270"/>
                    <a:pt x="501694" y="-3708"/>
                    <a:pt x="517175" y="7307"/>
                  </a:cubicBezTo>
                  <a:cubicBezTo>
                    <a:pt x="539455" y="21548"/>
                    <a:pt x="565159" y="29041"/>
                    <a:pt x="591656" y="29041"/>
                  </a:cubicBezTo>
                  <a:lnTo>
                    <a:pt x="591855" y="29041"/>
                  </a:lnTo>
                  <a:cubicBezTo>
                    <a:pt x="602374" y="29041"/>
                    <a:pt x="612447" y="33209"/>
                    <a:pt x="619890" y="40652"/>
                  </a:cubicBezTo>
                  <a:cubicBezTo>
                    <a:pt x="627333" y="48095"/>
                    <a:pt x="631551" y="58218"/>
                    <a:pt x="631551" y="68738"/>
                  </a:cubicBezTo>
                  <a:lnTo>
                    <a:pt x="631551" y="197553"/>
                  </a:lnTo>
                  <a:cubicBezTo>
                    <a:pt x="631551" y="219436"/>
                    <a:pt x="613787" y="237200"/>
                    <a:pt x="591904" y="237250"/>
                  </a:cubicBezTo>
                  <a:cubicBezTo>
                    <a:pt x="543326" y="237101"/>
                    <a:pt x="495987" y="227375"/>
                    <a:pt x="452321" y="208122"/>
                  </a:cubicBezTo>
                  <a:lnTo>
                    <a:pt x="452321" y="401693"/>
                  </a:lnTo>
                  <a:cubicBezTo>
                    <a:pt x="452321" y="554326"/>
                    <a:pt x="328170" y="678477"/>
                    <a:pt x="175537" y="678477"/>
                  </a:cubicBezTo>
                  <a:lnTo>
                    <a:pt x="175388" y="678477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EE968F3-0B18-F247-0C23-517076C6A7C4}"/>
                </a:ext>
              </a:extLst>
            </p:cNvPr>
            <p:cNvSpPr/>
            <p:nvPr/>
          </p:nvSpPr>
          <p:spPr>
            <a:xfrm>
              <a:off x="3206077" y="1422549"/>
              <a:ext cx="211269" cy="112093"/>
            </a:xfrm>
            <a:custGeom>
              <a:avLst/>
              <a:gdLst>
                <a:gd name="connsiteX0" fmla="*/ 171489 w 211269"/>
                <a:gd name="connsiteY0" fmla="*/ 112093 h 112093"/>
                <a:gd name="connsiteX1" fmla="*/ 132487 w 211269"/>
                <a:gd name="connsiteY1" fmla="*/ 79641 h 112093"/>
                <a:gd name="connsiteX2" fmla="*/ 132487 w 211269"/>
                <a:gd name="connsiteY2" fmla="*/ 79393 h 112093"/>
                <a:gd name="connsiteX3" fmla="*/ 39697 w 211269"/>
                <a:gd name="connsiteY3" fmla="*/ 79393 h 112093"/>
                <a:gd name="connsiteX4" fmla="*/ 0 w 211269"/>
                <a:gd name="connsiteY4" fmla="*/ 39697 h 112093"/>
                <a:gd name="connsiteX5" fmla="*/ 39697 w 211269"/>
                <a:gd name="connsiteY5" fmla="*/ 0 h 112093"/>
                <a:gd name="connsiteX6" fmla="*/ 168512 w 211269"/>
                <a:gd name="connsiteY6" fmla="*/ 0 h 112093"/>
                <a:gd name="connsiteX7" fmla="*/ 208209 w 211269"/>
                <a:gd name="connsiteY7" fmla="*/ 39597 h 112093"/>
                <a:gd name="connsiteX8" fmla="*/ 210590 w 211269"/>
                <a:gd name="connsiteY8" fmla="*/ 65102 h 112093"/>
                <a:gd name="connsiteX9" fmla="*/ 178833 w 211269"/>
                <a:gd name="connsiteY9" fmla="*/ 111398 h 112093"/>
                <a:gd name="connsiteX10" fmla="*/ 171539 w 211269"/>
                <a:gd name="connsiteY10" fmla="*/ 112093 h 11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69" h="112093">
                  <a:moveTo>
                    <a:pt x="171489" y="112093"/>
                  </a:moveTo>
                  <a:cubicBezTo>
                    <a:pt x="152733" y="112093"/>
                    <a:pt x="136060" y="98745"/>
                    <a:pt x="132487" y="79641"/>
                  </a:cubicBezTo>
                  <a:cubicBezTo>
                    <a:pt x="132487" y="79542"/>
                    <a:pt x="132487" y="79492"/>
                    <a:pt x="132487" y="79393"/>
                  </a:cubicBez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68512" y="0"/>
                  </a:lnTo>
                  <a:cubicBezTo>
                    <a:pt x="190395" y="0"/>
                    <a:pt x="208159" y="17715"/>
                    <a:pt x="208209" y="39597"/>
                  </a:cubicBezTo>
                  <a:cubicBezTo>
                    <a:pt x="208209" y="48132"/>
                    <a:pt x="209052" y="56716"/>
                    <a:pt x="210590" y="65102"/>
                  </a:cubicBezTo>
                  <a:cubicBezTo>
                    <a:pt x="214610" y="86638"/>
                    <a:pt x="200369" y="107379"/>
                    <a:pt x="178833" y="111398"/>
                  </a:cubicBezTo>
                  <a:cubicBezTo>
                    <a:pt x="176402" y="111845"/>
                    <a:pt x="173921" y="112093"/>
                    <a:pt x="171539" y="1120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39C3A440-0D84-1FF4-3943-A9CA4664C26F}"/>
                </a:ext>
              </a:extLst>
            </p:cNvPr>
            <p:cNvSpPr/>
            <p:nvPr/>
          </p:nvSpPr>
          <p:spPr>
            <a:xfrm>
              <a:off x="3337920" y="1455298"/>
              <a:ext cx="157982" cy="196894"/>
            </a:xfrm>
            <a:custGeom>
              <a:avLst/>
              <a:gdLst>
                <a:gd name="connsiteX0" fmla="*/ 118246 w 157982"/>
                <a:gd name="connsiteY0" fmla="*/ 196845 h 196894"/>
                <a:gd name="connsiteX1" fmla="*/ 96661 w 157982"/>
                <a:gd name="connsiteY1" fmla="*/ 190444 h 196894"/>
                <a:gd name="connsiteX2" fmla="*/ 695 w 157982"/>
                <a:gd name="connsiteY2" fmla="*/ 46991 h 196894"/>
                <a:gd name="connsiteX3" fmla="*/ 0 w 157982"/>
                <a:gd name="connsiteY3" fmla="*/ 39697 h 196894"/>
                <a:gd name="connsiteX4" fmla="*/ 39697 w 157982"/>
                <a:gd name="connsiteY4" fmla="*/ 0 h 196894"/>
                <a:gd name="connsiteX5" fmla="*/ 78847 w 157982"/>
                <a:gd name="connsiteY5" fmla="*/ 33147 h 196894"/>
                <a:gd name="connsiteX6" fmla="*/ 139930 w 157982"/>
                <a:gd name="connsiteY6" fmla="*/ 123903 h 196894"/>
                <a:gd name="connsiteX7" fmla="*/ 151591 w 157982"/>
                <a:gd name="connsiteY7" fmla="*/ 178833 h 196894"/>
                <a:gd name="connsiteX8" fmla="*/ 118296 w 157982"/>
                <a:gd name="connsiteY8" fmla="*/ 196895 h 19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982" h="196894">
                  <a:moveTo>
                    <a:pt x="118246" y="196845"/>
                  </a:moveTo>
                  <a:cubicBezTo>
                    <a:pt x="110853" y="196845"/>
                    <a:pt x="103310" y="194761"/>
                    <a:pt x="96661" y="190444"/>
                  </a:cubicBezTo>
                  <a:cubicBezTo>
                    <a:pt x="46644" y="157943"/>
                    <a:pt x="11661" y="105642"/>
                    <a:pt x="695" y="46991"/>
                  </a:cubicBezTo>
                  <a:cubicBezTo>
                    <a:pt x="248" y="44559"/>
                    <a:pt x="0" y="42128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59396" y="0"/>
                    <a:pt x="75721" y="14340"/>
                    <a:pt x="78847" y="33147"/>
                  </a:cubicBezTo>
                  <a:cubicBezTo>
                    <a:pt x="85993" y="70263"/>
                    <a:pt x="108223" y="103310"/>
                    <a:pt x="139930" y="123903"/>
                  </a:cubicBezTo>
                  <a:cubicBezTo>
                    <a:pt x="158290" y="135861"/>
                    <a:pt x="163500" y="160424"/>
                    <a:pt x="151591" y="178833"/>
                  </a:cubicBezTo>
                  <a:cubicBezTo>
                    <a:pt x="143999" y="190543"/>
                    <a:pt x="131247" y="196895"/>
                    <a:pt x="118296" y="19689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BFB5184-AB11-6C3A-FEF8-2214764097C5}"/>
                </a:ext>
              </a:extLst>
            </p:cNvPr>
            <p:cNvSpPr/>
            <p:nvPr/>
          </p:nvSpPr>
          <p:spPr>
            <a:xfrm>
              <a:off x="2860667" y="1422598"/>
              <a:ext cx="424803" cy="787182"/>
            </a:xfrm>
            <a:custGeom>
              <a:avLst/>
              <a:gdLst>
                <a:gd name="connsiteX0" fmla="*/ 142957 w 424803"/>
                <a:gd name="connsiteY0" fmla="*/ 787133 h 787182"/>
                <a:gd name="connsiteX1" fmla="*/ 120231 w 424803"/>
                <a:gd name="connsiteY1" fmla="*/ 779988 h 787182"/>
                <a:gd name="connsiteX2" fmla="*/ 118147 w 424803"/>
                <a:gd name="connsiteY2" fmla="*/ 778549 h 787182"/>
                <a:gd name="connsiteX3" fmla="*/ 117998 w 424803"/>
                <a:gd name="connsiteY3" fmla="*/ 778449 h 787182"/>
                <a:gd name="connsiteX4" fmla="*/ 0 w 424803"/>
                <a:gd name="connsiteY4" fmla="*/ 551881 h 787182"/>
                <a:gd name="connsiteX5" fmla="*/ 276834 w 424803"/>
                <a:gd name="connsiteY5" fmla="*/ 275047 h 787182"/>
                <a:gd name="connsiteX6" fmla="*/ 306210 w 424803"/>
                <a:gd name="connsiteY6" fmla="*/ 288048 h 787182"/>
                <a:gd name="connsiteX7" fmla="*/ 316332 w 424803"/>
                <a:gd name="connsiteY7" fmla="*/ 318565 h 787182"/>
                <a:gd name="connsiteX8" fmla="*/ 316580 w 424803"/>
                <a:gd name="connsiteY8" fmla="*/ 365258 h 787182"/>
                <a:gd name="connsiteX9" fmla="*/ 316431 w 424803"/>
                <a:gd name="connsiteY9" fmla="*/ 446239 h 787182"/>
                <a:gd name="connsiteX10" fmla="*/ 276884 w 424803"/>
                <a:gd name="connsiteY10" fmla="*/ 483306 h 787182"/>
                <a:gd name="connsiteX11" fmla="*/ 208258 w 424803"/>
                <a:gd name="connsiteY11" fmla="*/ 551981 h 787182"/>
                <a:gd name="connsiteX12" fmla="*/ 245027 w 424803"/>
                <a:gd name="connsiteY12" fmla="*/ 612617 h 787182"/>
                <a:gd name="connsiteX13" fmla="*/ 276735 w 424803"/>
                <a:gd name="connsiteY13" fmla="*/ 620507 h 787182"/>
                <a:gd name="connsiteX14" fmla="*/ 276785 w 424803"/>
                <a:gd name="connsiteY14" fmla="*/ 620507 h 787182"/>
                <a:gd name="connsiteX15" fmla="*/ 345212 w 424803"/>
                <a:gd name="connsiteY15" fmla="*/ 555156 h 787182"/>
                <a:gd name="connsiteX16" fmla="*/ 345410 w 424803"/>
                <a:gd name="connsiteY16" fmla="*/ 39697 h 787182"/>
                <a:gd name="connsiteX17" fmla="*/ 385107 w 424803"/>
                <a:gd name="connsiteY17" fmla="*/ 0 h 787182"/>
                <a:gd name="connsiteX18" fmla="*/ 385107 w 424803"/>
                <a:gd name="connsiteY18" fmla="*/ 0 h 787182"/>
                <a:gd name="connsiteX19" fmla="*/ 424803 w 424803"/>
                <a:gd name="connsiteY19" fmla="*/ 39697 h 787182"/>
                <a:gd name="connsiteX20" fmla="*/ 424605 w 424803"/>
                <a:gd name="connsiteY20" fmla="*/ 555950 h 787182"/>
                <a:gd name="connsiteX21" fmla="*/ 424605 w 424803"/>
                <a:gd name="connsiteY21" fmla="*/ 557439 h 787182"/>
                <a:gd name="connsiteX22" fmla="*/ 276884 w 424803"/>
                <a:gd name="connsiteY22" fmla="*/ 699850 h 787182"/>
                <a:gd name="connsiteX23" fmla="*/ 276785 w 424803"/>
                <a:gd name="connsiteY23" fmla="*/ 699850 h 787182"/>
                <a:gd name="connsiteX24" fmla="*/ 208159 w 424803"/>
                <a:gd name="connsiteY24" fmla="*/ 682830 h 787182"/>
                <a:gd name="connsiteX25" fmla="*/ 128964 w 424803"/>
                <a:gd name="connsiteY25" fmla="*/ 551931 h 787182"/>
                <a:gd name="connsiteX26" fmla="*/ 238130 w 424803"/>
                <a:gd name="connsiteY26" fmla="*/ 409123 h 787182"/>
                <a:gd name="connsiteX27" fmla="*/ 237336 w 424803"/>
                <a:gd name="connsiteY27" fmla="*/ 367342 h 787182"/>
                <a:gd name="connsiteX28" fmla="*/ 237088 w 424803"/>
                <a:gd name="connsiteY28" fmla="*/ 358509 h 787182"/>
                <a:gd name="connsiteX29" fmla="*/ 79542 w 424803"/>
                <a:gd name="connsiteY29" fmla="*/ 551881 h 787182"/>
                <a:gd name="connsiteX30" fmla="*/ 163848 w 424803"/>
                <a:gd name="connsiteY30" fmla="*/ 713496 h 787182"/>
                <a:gd name="connsiteX31" fmla="*/ 165882 w 424803"/>
                <a:gd name="connsiteY31" fmla="*/ 714935 h 787182"/>
                <a:gd name="connsiteX32" fmla="*/ 182852 w 424803"/>
                <a:gd name="connsiteY32" fmla="*/ 747486 h 787182"/>
                <a:gd name="connsiteX33" fmla="*/ 175707 w 424803"/>
                <a:gd name="connsiteY33" fmla="*/ 770212 h 787182"/>
                <a:gd name="connsiteX34" fmla="*/ 143156 w 424803"/>
                <a:gd name="connsiteY34" fmla="*/ 787183 h 78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24803" h="787182">
                  <a:moveTo>
                    <a:pt x="142957" y="787133"/>
                  </a:moveTo>
                  <a:cubicBezTo>
                    <a:pt x="135117" y="787133"/>
                    <a:pt x="127178" y="784801"/>
                    <a:pt x="120231" y="779988"/>
                  </a:cubicBezTo>
                  <a:lnTo>
                    <a:pt x="118147" y="778549"/>
                  </a:lnTo>
                  <a:cubicBezTo>
                    <a:pt x="118147" y="778549"/>
                    <a:pt x="118048" y="778449"/>
                    <a:pt x="117998" y="778449"/>
                  </a:cubicBezTo>
                  <a:cubicBezTo>
                    <a:pt x="44063" y="726447"/>
                    <a:pt x="0" y="641794"/>
                    <a:pt x="0" y="551881"/>
                  </a:cubicBezTo>
                  <a:cubicBezTo>
                    <a:pt x="0" y="399248"/>
                    <a:pt x="124201" y="275047"/>
                    <a:pt x="276834" y="275047"/>
                  </a:cubicBezTo>
                  <a:cubicBezTo>
                    <a:pt x="288048" y="275047"/>
                    <a:pt x="298717" y="279761"/>
                    <a:pt x="306210" y="288048"/>
                  </a:cubicBezTo>
                  <a:cubicBezTo>
                    <a:pt x="313752" y="296335"/>
                    <a:pt x="317424" y="307400"/>
                    <a:pt x="316332" y="318565"/>
                  </a:cubicBezTo>
                  <a:cubicBezTo>
                    <a:pt x="315538" y="326554"/>
                    <a:pt x="316084" y="346204"/>
                    <a:pt x="316580" y="365258"/>
                  </a:cubicBezTo>
                  <a:cubicBezTo>
                    <a:pt x="317275" y="391805"/>
                    <a:pt x="318069" y="421875"/>
                    <a:pt x="316431" y="446239"/>
                  </a:cubicBezTo>
                  <a:cubicBezTo>
                    <a:pt x="315042" y="467080"/>
                    <a:pt x="297774" y="483306"/>
                    <a:pt x="276884" y="483306"/>
                  </a:cubicBezTo>
                  <a:cubicBezTo>
                    <a:pt x="239073" y="483306"/>
                    <a:pt x="208308" y="514120"/>
                    <a:pt x="208258" y="551981"/>
                  </a:cubicBezTo>
                  <a:cubicBezTo>
                    <a:pt x="208258" y="577436"/>
                    <a:pt x="222351" y="600708"/>
                    <a:pt x="245027" y="612617"/>
                  </a:cubicBezTo>
                  <a:cubicBezTo>
                    <a:pt x="254852" y="617778"/>
                    <a:pt x="265769" y="620507"/>
                    <a:pt x="276735" y="620507"/>
                  </a:cubicBezTo>
                  <a:lnTo>
                    <a:pt x="276785" y="620507"/>
                  </a:lnTo>
                  <a:cubicBezTo>
                    <a:pt x="313553" y="620507"/>
                    <a:pt x="343475" y="591876"/>
                    <a:pt x="345212" y="555156"/>
                  </a:cubicBezTo>
                  <a:lnTo>
                    <a:pt x="345410" y="39697"/>
                  </a:lnTo>
                  <a:cubicBezTo>
                    <a:pt x="345410" y="17764"/>
                    <a:pt x="363174" y="0"/>
                    <a:pt x="385107" y="0"/>
                  </a:cubicBezTo>
                  <a:lnTo>
                    <a:pt x="385107" y="0"/>
                  </a:lnTo>
                  <a:cubicBezTo>
                    <a:pt x="407039" y="0"/>
                    <a:pt x="424803" y="17764"/>
                    <a:pt x="424803" y="39697"/>
                  </a:cubicBezTo>
                  <a:lnTo>
                    <a:pt x="424605" y="555950"/>
                  </a:lnTo>
                  <a:cubicBezTo>
                    <a:pt x="424605" y="556446"/>
                    <a:pt x="424605" y="556943"/>
                    <a:pt x="424605" y="557439"/>
                  </a:cubicBezTo>
                  <a:cubicBezTo>
                    <a:pt x="421627" y="637279"/>
                    <a:pt x="356724" y="699850"/>
                    <a:pt x="276884" y="699850"/>
                  </a:cubicBezTo>
                  <a:lnTo>
                    <a:pt x="276785" y="699850"/>
                  </a:lnTo>
                  <a:cubicBezTo>
                    <a:pt x="252967" y="699850"/>
                    <a:pt x="229248" y="693995"/>
                    <a:pt x="208159" y="682830"/>
                  </a:cubicBezTo>
                  <a:cubicBezTo>
                    <a:pt x="159382" y="657226"/>
                    <a:pt x="129014" y="607059"/>
                    <a:pt x="128964" y="551931"/>
                  </a:cubicBezTo>
                  <a:cubicBezTo>
                    <a:pt x="129064" y="483802"/>
                    <a:pt x="175360" y="426242"/>
                    <a:pt x="238130" y="409123"/>
                  </a:cubicBezTo>
                  <a:cubicBezTo>
                    <a:pt x="238080" y="395378"/>
                    <a:pt x="237683" y="380888"/>
                    <a:pt x="237336" y="367342"/>
                  </a:cubicBezTo>
                  <a:cubicBezTo>
                    <a:pt x="237237" y="364315"/>
                    <a:pt x="237187" y="361387"/>
                    <a:pt x="237088" y="358509"/>
                  </a:cubicBezTo>
                  <a:cubicBezTo>
                    <a:pt x="147274" y="377018"/>
                    <a:pt x="79542" y="456709"/>
                    <a:pt x="79542" y="551881"/>
                  </a:cubicBezTo>
                  <a:cubicBezTo>
                    <a:pt x="79542" y="615991"/>
                    <a:pt x="111051" y="676380"/>
                    <a:pt x="163848" y="713496"/>
                  </a:cubicBezTo>
                  <a:lnTo>
                    <a:pt x="165882" y="714935"/>
                  </a:lnTo>
                  <a:cubicBezTo>
                    <a:pt x="176898" y="722626"/>
                    <a:pt x="182852" y="734982"/>
                    <a:pt x="182852" y="747486"/>
                  </a:cubicBezTo>
                  <a:cubicBezTo>
                    <a:pt x="182852" y="755326"/>
                    <a:pt x="180520" y="763265"/>
                    <a:pt x="175707" y="770212"/>
                  </a:cubicBezTo>
                  <a:cubicBezTo>
                    <a:pt x="167966" y="781278"/>
                    <a:pt x="155660" y="787183"/>
                    <a:pt x="143156" y="78718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8BDE5651-9B47-2414-75DA-2DBF71822A53}"/>
              </a:ext>
            </a:extLst>
          </p:cNvPr>
          <p:cNvGrpSpPr/>
          <p:nvPr/>
        </p:nvGrpSpPr>
        <p:grpSpPr>
          <a:xfrm>
            <a:off x="4163686" y="1425030"/>
            <a:ext cx="761629" cy="823703"/>
            <a:chOff x="4163686" y="1425030"/>
            <a:chExt cx="761629" cy="823703"/>
          </a:xfrm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71EF22DB-89CB-1E51-5361-4A115CDC5194}"/>
                </a:ext>
              </a:extLst>
            </p:cNvPr>
            <p:cNvSpPr/>
            <p:nvPr/>
          </p:nvSpPr>
          <p:spPr>
            <a:xfrm>
              <a:off x="4301961" y="1546005"/>
              <a:ext cx="623354" cy="702728"/>
            </a:xfrm>
            <a:custGeom>
              <a:avLst/>
              <a:gdLst>
                <a:gd name="connsiteX0" fmla="*/ 272089 w 623354"/>
                <a:gd name="connsiteY0" fmla="*/ 702728 h 702728"/>
                <a:gd name="connsiteX1" fmla="*/ 13565 w 623354"/>
                <a:gd name="connsiteY1" fmla="*/ 589345 h 702728"/>
                <a:gd name="connsiteX2" fmla="*/ 15847 w 623354"/>
                <a:gd name="connsiteY2" fmla="*/ 533274 h 702728"/>
                <a:gd name="connsiteX3" fmla="*/ 71919 w 623354"/>
                <a:gd name="connsiteY3" fmla="*/ 535556 h 702728"/>
                <a:gd name="connsiteX4" fmla="*/ 272039 w 623354"/>
                <a:gd name="connsiteY4" fmla="*/ 623335 h 702728"/>
                <a:gd name="connsiteX5" fmla="*/ 544011 w 623354"/>
                <a:gd name="connsiteY5" fmla="*/ 351364 h 702728"/>
                <a:gd name="connsiteX6" fmla="*/ 272039 w 623354"/>
                <a:gd name="connsiteY6" fmla="*/ 79393 h 702728"/>
                <a:gd name="connsiteX7" fmla="*/ 69289 w 623354"/>
                <a:gd name="connsiteY7" fmla="*/ 170050 h 702728"/>
                <a:gd name="connsiteX8" fmla="*/ 13217 w 623354"/>
                <a:gd name="connsiteY8" fmla="*/ 173176 h 702728"/>
                <a:gd name="connsiteX9" fmla="*/ 10091 w 623354"/>
                <a:gd name="connsiteY9" fmla="*/ 117105 h 702728"/>
                <a:gd name="connsiteX10" fmla="*/ 271990 w 623354"/>
                <a:gd name="connsiteY10" fmla="*/ 0 h 702728"/>
                <a:gd name="connsiteX11" fmla="*/ 623354 w 623354"/>
                <a:gd name="connsiteY11" fmla="*/ 351364 h 702728"/>
                <a:gd name="connsiteX12" fmla="*/ 271990 w 623354"/>
                <a:gd name="connsiteY12" fmla="*/ 702728 h 70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354" h="702728">
                  <a:moveTo>
                    <a:pt x="272089" y="702728"/>
                  </a:moveTo>
                  <a:cubicBezTo>
                    <a:pt x="174187" y="702728"/>
                    <a:pt x="79957" y="661394"/>
                    <a:pt x="13565" y="589345"/>
                  </a:cubicBezTo>
                  <a:cubicBezTo>
                    <a:pt x="-1272" y="573218"/>
                    <a:pt x="-279" y="548110"/>
                    <a:pt x="15847" y="533274"/>
                  </a:cubicBezTo>
                  <a:cubicBezTo>
                    <a:pt x="31974" y="518437"/>
                    <a:pt x="57082" y="519479"/>
                    <a:pt x="71919" y="535556"/>
                  </a:cubicBezTo>
                  <a:cubicBezTo>
                    <a:pt x="123276" y="591330"/>
                    <a:pt x="196219" y="623335"/>
                    <a:pt x="272039" y="623335"/>
                  </a:cubicBezTo>
                  <a:cubicBezTo>
                    <a:pt x="421993" y="623335"/>
                    <a:pt x="544011" y="501318"/>
                    <a:pt x="544011" y="351364"/>
                  </a:cubicBezTo>
                  <a:cubicBezTo>
                    <a:pt x="544011" y="201410"/>
                    <a:pt x="421993" y="79393"/>
                    <a:pt x="272039" y="79393"/>
                  </a:cubicBezTo>
                  <a:cubicBezTo>
                    <a:pt x="194780" y="79393"/>
                    <a:pt x="120895" y="112440"/>
                    <a:pt x="69289" y="170050"/>
                  </a:cubicBezTo>
                  <a:cubicBezTo>
                    <a:pt x="54651" y="186375"/>
                    <a:pt x="29592" y="187765"/>
                    <a:pt x="13217" y="173176"/>
                  </a:cubicBezTo>
                  <a:cubicBezTo>
                    <a:pt x="-3108" y="158538"/>
                    <a:pt x="-4497" y="133480"/>
                    <a:pt x="10091" y="117105"/>
                  </a:cubicBezTo>
                  <a:cubicBezTo>
                    <a:pt x="76682" y="42674"/>
                    <a:pt x="172153" y="0"/>
                    <a:pt x="271990" y="0"/>
                  </a:cubicBezTo>
                  <a:cubicBezTo>
                    <a:pt x="465759" y="0"/>
                    <a:pt x="623354" y="157645"/>
                    <a:pt x="623354" y="351364"/>
                  </a:cubicBezTo>
                  <a:cubicBezTo>
                    <a:pt x="623354" y="545083"/>
                    <a:pt x="465709" y="702728"/>
                    <a:pt x="271990" y="7027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54FAE5FB-F3B8-E20C-29B7-EEBA37B61BB3}"/>
                </a:ext>
              </a:extLst>
            </p:cNvPr>
            <p:cNvSpPr/>
            <p:nvPr/>
          </p:nvSpPr>
          <p:spPr>
            <a:xfrm>
              <a:off x="4434268" y="1425030"/>
              <a:ext cx="285617" cy="79393"/>
            </a:xfrm>
            <a:custGeom>
              <a:avLst/>
              <a:gdLst>
                <a:gd name="connsiteX0" fmla="*/ 245920 w 285617"/>
                <a:gd name="connsiteY0" fmla="*/ 79393 h 79393"/>
                <a:gd name="connsiteX1" fmla="*/ 39697 w 285617"/>
                <a:gd name="connsiteY1" fmla="*/ 79393 h 79393"/>
                <a:gd name="connsiteX2" fmla="*/ 0 w 285617"/>
                <a:gd name="connsiteY2" fmla="*/ 39697 h 79393"/>
                <a:gd name="connsiteX3" fmla="*/ 39697 w 285617"/>
                <a:gd name="connsiteY3" fmla="*/ 0 h 79393"/>
                <a:gd name="connsiteX4" fmla="*/ 245920 w 285617"/>
                <a:gd name="connsiteY4" fmla="*/ 0 h 79393"/>
                <a:gd name="connsiteX5" fmla="*/ 285617 w 285617"/>
                <a:gd name="connsiteY5" fmla="*/ 39697 h 79393"/>
                <a:gd name="connsiteX6" fmla="*/ 245920 w 28561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17" h="79393">
                  <a:moveTo>
                    <a:pt x="245920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45920" y="0"/>
                  </a:lnTo>
                  <a:cubicBezTo>
                    <a:pt x="267853" y="0"/>
                    <a:pt x="285617" y="17764"/>
                    <a:pt x="285617" y="39697"/>
                  </a:cubicBezTo>
                  <a:cubicBezTo>
                    <a:pt x="285617" y="61629"/>
                    <a:pt x="267853" y="79393"/>
                    <a:pt x="245920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B5BFB87-8107-D9DD-5339-485EECF4B734}"/>
                </a:ext>
              </a:extLst>
            </p:cNvPr>
            <p:cNvSpPr/>
            <p:nvPr/>
          </p:nvSpPr>
          <p:spPr>
            <a:xfrm>
              <a:off x="4537380" y="1425030"/>
              <a:ext cx="79393" cy="200368"/>
            </a:xfrm>
            <a:custGeom>
              <a:avLst/>
              <a:gdLst>
                <a:gd name="connsiteX0" fmla="*/ 39697 w 79393"/>
                <a:gd name="connsiteY0" fmla="*/ 200319 h 200368"/>
                <a:gd name="connsiteX1" fmla="*/ 0 w 79393"/>
                <a:gd name="connsiteY1" fmla="*/ 160622 h 200368"/>
                <a:gd name="connsiteX2" fmla="*/ 0 w 79393"/>
                <a:gd name="connsiteY2" fmla="*/ 39697 h 200368"/>
                <a:gd name="connsiteX3" fmla="*/ 39697 w 79393"/>
                <a:gd name="connsiteY3" fmla="*/ 0 h 200368"/>
                <a:gd name="connsiteX4" fmla="*/ 79393 w 79393"/>
                <a:gd name="connsiteY4" fmla="*/ 39697 h 200368"/>
                <a:gd name="connsiteX5" fmla="*/ 79393 w 79393"/>
                <a:gd name="connsiteY5" fmla="*/ 160672 h 200368"/>
                <a:gd name="connsiteX6" fmla="*/ 39697 w 79393"/>
                <a:gd name="connsiteY6" fmla="*/ 200368 h 2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0368">
                  <a:moveTo>
                    <a:pt x="39697" y="200319"/>
                  </a:moveTo>
                  <a:cubicBezTo>
                    <a:pt x="17764" y="200319"/>
                    <a:pt x="0" y="182555"/>
                    <a:pt x="0" y="16062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0672"/>
                  </a:lnTo>
                  <a:cubicBezTo>
                    <a:pt x="79393" y="182604"/>
                    <a:pt x="61629" y="200368"/>
                    <a:pt x="39697" y="2003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A72F030B-AB83-30E6-EFED-90D935C1E7F4}"/>
                </a:ext>
              </a:extLst>
            </p:cNvPr>
            <p:cNvSpPr/>
            <p:nvPr/>
          </p:nvSpPr>
          <p:spPr>
            <a:xfrm>
              <a:off x="4163686" y="1760912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540F4600-AFC8-5910-FA24-86F619EC0CDA}"/>
                </a:ext>
              </a:extLst>
            </p:cNvPr>
            <p:cNvSpPr/>
            <p:nvPr/>
          </p:nvSpPr>
          <p:spPr>
            <a:xfrm>
              <a:off x="4210230" y="1858615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9271F12F-71A5-DB03-6823-8CDB2037B07C}"/>
                </a:ext>
              </a:extLst>
            </p:cNvPr>
            <p:cNvSpPr/>
            <p:nvPr/>
          </p:nvSpPr>
          <p:spPr>
            <a:xfrm>
              <a:off x="4163686" y="1956318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884B9E0B-77BD-7A8A-57C0-450EA737312B}"/>
                </a:ext>
              </a:extLst>
            </p:cNvPr>
            <p:cNvSpPr/>
            <p:nvPr/>
          </p:nvSpPr>
          <p:spPr>
            <a:xfrm>
              <a:off x="4537340" y="1745092"/>
              <a:ext cx="208190" cy="192022"/>
            </a:xfrm>
            <a:custGeom>
              <a:avLst/>
              <a:gdLst>
                <a:gd name="connsiteX0" fmla="*/ 39737 w 208190"/>
                <a:gd name="connsiteY0" fmla="*/ 191973 h 192022"/>
                <a:gd name="connsiteX1" fmla="*/ 9816 w 208190"/>
                <a:gd name="connsiteY1" fmla="*/ 178427 h 192022"/>
                <a:gd name="connsiteX2" fmla="*/ 13587 w 208190"/>
                <a:gd name="connsiteY2" fmla="*/ 122405 h 192022"/>
                <a:gd name="connsiteX3" fmla="*/ 142353 w 208190"/>
                <a:gd name="connsiteY3" fmla="*/ 9816 h 192022"/>
                <a:gd name="connsiteX4" fmla="*/ 198375 w 208190"/>
                <a:gd name="connsiteY4" fmla="*/ 13587 h 192022"/>
                <a:gd name="connsiteX5" fmla="*/ 194603 w 208190"/>
                <a:gd name="connsiteY5" fmla="*/ 69609 h 192022"/>
                <a:gd name="connsiteX6" fmla="*/ 65838 w 208190"/>
                <a:gd name="connsiteY6" fmla="*/ 182198 h 192022"/>
                <a:gd name="connsiteX7" fmla="*/ 39737 w 208190"/>
                <a:gd name="connsiteY7" fmla="*/ 192023 h 19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190" h="192022">
                  <a:moveTo>
                    <a:pt x="39737" y="191973"/>
                  </a:moveTo>
                  <a:cubicBezTo>
                    <a:pt x="28672" y="191973"/>
                    <a:pt x="17705" y="187408"/>
                    <a:pt x="9816" y="178427"/>
                  </a:cubicBezTo>
                  <a:cubicBezTo>
                    <a:pt x="-4624" y="161903"/>
                    <a:pt x="-2937" y="136845"/>
                    <a:pt x="13587" y="122405"/>
                  </a:cubicBezTo>
                  <a:lnTo>
                    <a:pt x="142353" y="9816"/>
                  </a:lnTo>
                  <a:cubicBezTo>
                    <a:pt x="158876" y="-4624"/>
                    <a:pt x="183935" y="-2937"/>
                    <a:pt x="198375" y="13587"/>
                  </a:cubicBezTo>
                  <a:cubicBezTo>
                    <a:pt x="212814" y="30111"/>
                    <a:pt x="211127" y="55169"/>
                    <a:pt x="194603" y="69609"/>
                  </a:cubicBezTo>
                  <a:lnTo>
                    <a:pt x="65838" y="182198"/>
                  </a:lnTo>
                  <a:cubicBezTo>
                    <a:pt x="58295" y="188798"/>
                    <a:pt x="49016" y="192023"/>
                    <a:pt x="39737" y="19202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917C0FCB-8BB9-3134-1752-CB0A1F548F5A}"/>
                </a:ext>
              </a:extLst>
            </p:cNvPr>
            <p:cNvSpPr/>
            <p:nvPr/>
          </p:nvSpPr>
          <p:spPr>
            <a:xfrm>
              <a:off x="4511131" y="1829786"/>
              <a:ext cx="135166" cy="135166"/>
            </a:xfrm>
            <a:custGeom>
              <a:avLst/>
              <a:gdLst>
                <a:gd name="connsiteX0" fmla="*/ 67583 w 135166"/>
                <a:gd name="connsiteY0" fmla="*/ 135167 h 135166"/>
                <a:gd name="connsiteX1" fmla="*/ 0 w 135166"/>
                <a:gd name="connsiteY1" fmla="*/ 67583 h 135166"/>
                <a:gd name="connsiteX2" fmla="*/ 67583 w 135166"/>
                <a:gd name="connsiteY2" fmla="*/ 0 h 135166"/>
                <a:gd name="connsiteX3" fmla="*/ 135167 w 135166"/>
                <a:gd name="connsiteY3" fmla="*/ 67583 h 135166"/>
                <a:gd name="connsiteX4" fmla="*/ 67583 w 135166"/>
                <a:gd name="connsiteY4" fmla="*/ 135167 h 135166"/>
                <a:gd name="connsiteX5" fmla="*/ 67583 w 135166"/>
                <a:gd name="connsiteY5" fmla="*/ 55774 h 135166"/>
                <a:gd name="connsiteX6" fmla="*/ 55774 w 135166"/>
                <a:gd name="connsiteY6" fmla="*/ 67583 h 135166"/>
                <a:gd name="connsiteX7" fmla="*/ 67583 w 135166"/>
                <a:gd name="connsiteY7" fmla="*/ 79393 h 135166"/>
                <a:gd name="connsiteX8" fmla="*/ 79393 w 135166"/>
                <a:gd name="connsiteY8" fmla="*/ 67583 h 135166"/>
                <a:gd name="connsiteX9" fmla="*/ 67583 w 135166"/>
                <a:gd name="connsiteY9" fmla="*/ 55774 h 13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166" h="135166">
                  <a:moveTo>
                    <a:pt x="67583" y="135167"/>
                  </a:moveTo>
                  <a:cubicBezTo>
                    <a:pt x="30318" y="135167"/>
                    <a:pt x="0" y="104848"/>
                    <a:pt x="0" y="67583"/>
                  </a:cubicBezTo>
                  <a:cubicBezTo>
                    <a:pt x="0" y="30318"/>
                    <a:pt x="30318" y="0"/>
                    <a:pt x="67583" y="0"/>
                  </a:cubicBezTo>
                  <a:cubicBezTo>
                    <a:pt x="104849" y="0"/>
                    <a:pt x="135167" y="30318"/>
                    <a:pt x="135167" y="67583"/>
                  </a:cubicBezTo>
                  <a:cubicBezTo>
                    <a:pt x="135167" y="104848"/>
                    <a:pt x="104849" y="135167"/>
                    <a:pt x="67583" y="135167"/>
                  </a:cubicBezTo>
                  <a:close/>
                  <a:moveTo>
                    <a:pt x="67583" y="55774"/>
                  </a:moveTo>
                  <a:cubicBezTo>
                    <a:pt x="61083" y="55774"/>
                    <a:pt x="55774" y="61083"/>
                    <a:pt x="55774" y="67583"/>
                  </a:cubicBezTo>
                  <a:cubicBezTo>
                    <a:pt x="55774" y="74084"/>
                    <a:pt x="61083" y="79393"/>
                    <a:pt x="67583" y="79393"/>
                  </a:cubicBezTo>
                  <a:cubicBezTo>
                    <a:pt x="74084" y="79393"/>
                    <a:pt x="79393" y="74084"/>
                    <a:pt x="79393" y="67583"/>
                  </a:cubicBezTo>
                  <a:cubicBezTo>
                    <a:pt x="79393" y="61083"/>
                    <a:pt x="74084" y="55774"/>
                    <a:pt x="67583" y="557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81165C51-200C-254F-BF24-5384EDFCC608}"/>
              </a:ext>
            </a:extLst>
          </p:cNvPr>
          <p:cNvGrpSpPr/>
          <p:nvPr/>
        </p:nvGrpSpPr>
        <p:grpSpPr>
          <a:xfrm>
            <a:off x="5484221" y="1442397"/>
            <a:ext cx="750960" cy="796412"/>
            <a:chOff x="5484221" y="1442397"/>
            <a:chExt cx="750960" cy="796412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973A3A0-307B-712A-C810-780CFD91CBAB}"/>
                </a:ext>
              </a:extLst>
            </p:cNvPr>
            <p:cNvSpPr/>
            <p:nvPr/>
          </p:nvSpPr>
          <p:spPr>
            <a:xfrm>
              <a:off x="5484221" y="1606145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2082DD5-886B-12D2-9625-3BF220F4FF7F}"/>
                </a:ext>
              </a:extLst>
            </p:cNvPr>
            <p:cNvSpPr/>
            <p:nvPr/>
          </p:nvSpPr>
          <p:spPr>
            <a:xfrm>
              <a:off x="5687666" y="1442397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494BAA15-9EBD-5BA5-A055-5D60D189EF2D}"/>
                </a:ext>
              </a:extLst>
            </p:cNvPr>
            <p:cNvSpPr/>
            <p:nvPr/>
          </p:nvSpPr>
          <p:spPr>
            <a:xfrm>
              <a:off x="5891111" y="1601183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5B95A31D-D70F-8E04-EF18-794A675A3ECC}"/>
                </a:ext>
              </a:extLst>
            </p:cNvPr>
            <p:cNvSpPr/>
            <p:nvPr/>
          </p:nvSpPr>
          <p:spPr>
            <a:xfrm>
              <a:off x="6094556" y="1442397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A0103697-A5C6-8198-ACB7-0B25F89B2C47}"/>
                </a:ext>
              </a:extLst>
            </p:cNvPr>
            <p:cNvSpPr/>
            <p:nvPr/>
          </p:nvSpPr>
          <p:spPr>
            <a:xfrm>
              <a:off x="5547855" y="1471840"/>
              <a:ext cx="655405" cy="239798"/>
            </a:xfrm>
            <a:custGeom>
              <a:avLst/>
              <a:gdLst>
                <a:gd name="connsiteX0" fmla="*/ 411038 w 655405"/>
                <a:gd name="connsiteY0" fmla="*/ 239798 h 239798"/>
                <a:gd name="connsiteX1" fmla="*/ 386277 w 655405"/>
                <a:gd name="connsiteY1" fmla="*/ 231115 h 239798"/>
                <a:gd name="connsiteX2" fmla="*/ 210322 w 655405"/>
                <a:gd name="connsiteY2" fmla="*/ 90639 h 239798"/>
                <a:gd name="connsiteX3" fmla="*/ 64685 w 655405"/>
                <a:gd name="connsiteY3" fmla="*/ 208736 h 239798"/>
                <a:gd name="connsiteX4" fmla="*/ 8862 w 655405"/>
                <a:gd name="connsiteY4" fmla="*/ 202881 h 239798"/>
                <a:gd name="connsiteX5" fmla="*/ 14717 w 655405"/>
                <a:gd name="connsiteY5" fmla="*/ 147057 h 239798"/>
                <a:gd name="connsiteX6" fmla="*/ 185115 w 655405"/>
                <a:gd name="connsiteY6" fmla="*/ 8864 h 239798"/>
                <a:gd name="connsiteX7" fmla="*/ 234884 w 655405"/>
                <a:gd name="connsiteY7" fmla="*/ 8665 h 239798"/>
                <a:gd name="connsiteX8" fmla="*/ 411237 w 655405"/>
                <a:gd name="connsiteY8" fmla="*/ 149489 h 239798"/>
                <a:gd name="connsiteX9" fmla="*/ 591211 w 655405"/>
                <a:gd name="connsiteY9" fmla="*/ 8467 h 239798"/>
                <a:gd name="connsiteX10" fmla="*/ 646935 w 655405"/>
                <a:gd name="connsiteY10" fmla="*/ 15215 h 239798"/>
                <a:gd name="connsiteX11" fmla="*/ 640187 w 655405"/>
                <a:gd name="connsiteY11" fmla="*/ 70939 h 239798"/>
                <a:gd name="connsiteX12" fmla="*/ 435501 w 655405"/>
                <a:gd name="connsiteY12" fmla="*/ 231363 h 239798"/>
                <a:gd name="connsiteX13" fmla="*/ 411038 w 655405"/>
                <a:gd name="connsiteY13" fmla="*/ 239798 h 239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405" h="239798">
                  <a:moveTo>
                    <a:pt x="411038" y="239798"/>
                  </a:moveTo>
                  <a:cubicBezTo>
                    <a:pt x="402255" y="239798"/>
                    <a:pt x="393522" y="236920"/>
                    <a:pt x="386277" y="231115"/>
                  </a:cubicBezTo>
                  <a:lnTo>
                    <a:pt x="210322" y="90639"/>
                  </a:lnTo>
                  <a:lnTo>
                    <a:pt x="64685" y="208736"/>
                  </a:lnTo>
                  <a:cubicBezTo>
                    <a:pt x="47665" y="222530"/>
                    <a:pt x="22657" y="219901"/>
                    <a:pt x="8862" y="202881"/>
                  </a:cubicBezTo>
                  <a:cubicBezTo>
                    <a:pt x="-4933" y="185861"/>
                    <a:pt x="-2352" y="160852"/>
                    <a:pt x="14717" y="147057"/>
                  </a:cubicBezTo>
                  <a:lnTo>
                    <a:pt x="185115" y="8864"/>
                  </a:lnTo>
                  <a:cubicBezTo>
                    <a:pt x="199604" y="-2896"/>
                    <a:pt x="220296" y="-2946"/>
                    <a:pt x="234884" y="8665"/>
                  </a:cubicBezTo>
                  <a:lnTo>
                    <a:pt x="411237" y="149489"/>
                  </a:lnTo>
                  <a:lnTo>
                    <a:pt x="591211" y="8467"/>
                  </a:lnTo>
                  <a:cubicBezTo>
                    <a:pt x="608479" y="-5080"/>
                    <a:pt x="633438" y="-2003"/>
                    <a:pt x="646935" y="15215"/>
                  </a:cubicBezTo>
                  <a:cubicBezTo>
                    <a:pt x="660482" y="32483"/>
                    <a:pt x="657455" y="57442"/>
                    <a:pt x="640187" y="70939"/>
                  </a:cubicBezTo>
                  <a:lnTo>
                    <a:pt x="435501" y="231363"/>
                  </a:lnTo>
                  <a:cubicBezTo>
                    <a:pt x="428306" y="237020"/>
                    <a:pt x="419672" y="239798"/>
                    <a:pt x="411038" y="23979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86ED580-4EB5-29A3-D90C-2B6A83D1A145}"/>
                </a:ext>
              </a:extLst>
            </p:cNvPr>
            <p:cNvSpPr/>
            <p:nvPr/>
          </p:nvSpPr>
          <p:spPr>
            <a:xfrm>
              <a:off x="5517368" y="1827255"/>
              <a:ext cx="79393" cy="409072"/>
            </a:xfrm>
            <a:custGeom>
              <a:avLst/>
              <a:gdLst>
                <a:gd name="connsiteX0" fmla="*/ 39697 w 79393"/>
                <a:gd name="connsiteY0" fmla="*/ 409073 h 409072"/>
                <a:gd name="connsiteX1" fmla="*/ 0 w 79393"/>
                <a:gd name="connsiteY1" fmla="*/ 369376 h 409072"/>
                <a:gd name="connsiteX2" fmla="*/ 0 w 79393"/>
                <a:gd name="connsiteY2" fmla="*/ 39697 h 409072"/>
                <a:gd name="connsiteX3" fmla="*/ 39697 w 79393"/>
                <a:gd name="connsiteY3" fmla="*/ 0 h 409072"/>
                <a:gd name="connsiteX4" fmla="*/ 79393 w 79393"/>
                <a:gd name="connsiteY4" fmla="*/ 39697 h 409072"/>
                <a:gd name="connsiteX5" fmla="*/ 79393 w 79393"/>
                <a:gd name="connsiteY5" fmla="*/ 369376 h 409072"/>
                <a:gd name="connsiteX6" fmla="*/ 39697 w 79393"/>
                <a:gd name="connsiteY6" fmla="*/ 409073 h 40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9072">
                  <a:moveTo>
                    <a:pt x="39697" y="409073"/>
                  </a:moveTo>
                  <a:cubicBezTo>
                    <a:pt x="17764" y="409073"/>
                    <a:pt x="0" y="391309"/>
                    <a:pt x="0" y="36937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69376"/>
                  </a:lnTo>
                  <a:cubicBezTo>
                    <a:pt x="79393" y="391309"/>
                    <a:pt x="61629" y="409073"/>
                    <a:pt x="39697" y="4090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C7386763-9E77-A8C7-3965-F15A40D66D0B}"/>
                </a:ext>
              </a:extLst>
            </p:cNvPr>
            <p:cNvSpPr/>
            <p:nvPr/>
          </p:nvSpPr>
          <p:spPr>
            <a:xfrm>
              <a:off x="5719920" y="1725235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7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7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64" y="511093"/>
                    <a:pt x="0" y="493329"/>
                    <a:pt x="0" y="47139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71397"/>
                  </a:lnTo>
                  <a:cubicBezTo>
                    <a:pt x="79393" y="493329"/>
                    <a:pt x="61629" y="511093"/>
                    <a:pt x="39697" y="5110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94BF96E6-4E20-A1A0-1039-F3AEA276332B}"/>
                </a:ext>
              </a:extLst>
            </p:cNvPr>
            <p:cNvSpPr/>
            <p:nvPr/>
          </p:nvSpPr>
          <p:spPr>
            <a:xfrm>
              <a:off x="5922521" y="1799666"/>
              <a:ext cx="79393" cy="439143"/>
            </a:xfrm>
            <a:custGeom>
              <a:avLst/>
              <a:gdLst>
                <a:gd name="connsiteX0" fmla="*/ 39697 w 79393"/>
                <a:gd name="connsiteY0" fmla="*/ 439143 h 439143"/>
                <a:gd name="connsiteX1" fmla="*/ 0 w 79393"/>
                <a:gd name="connsiteY1" fmla="*/ 399447 h 439143"/>
                <a:gd name="connsiteX2" fmla="*/ 0 w 79393"/>
                <a:gd name="connsiteY2" fmla="*/ 39697 h 439143"/>
                <a:gd name="connsiteX3" fmla="*/ 39697 w 79393"/>
                <a:gd name="connsiteY3" fmla="*/ 0 h 439143"/>
                <a:gd name="connsiteX4" fmla="*/ 79393 w 79393"/>
                <a:gd name="connsiteY4" fmla="*/ 39697 h 439143"/>
                <a:gd name="connsiteX5" fmla="*/ 79393 w 79393"/>
                <a:gd name="connsiteY5" fmla="*/ 399447 h 439143"/>
                <a:gd name="connsiteX6" fmla="*/ 39697 w 79393"/>
                <a:gd name="connsiteY6" fmla="*/ 439143 h 43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39143">
                  <a:moveTo>
                    <a:pt x="39697" y="439143"/>
                  </a:moveTo>
                  <a:cubicBezTo>
                    <a:pt x="17764" y="439143"/>
                    <a:pt x="0" y="421379"/>
                    <a:pt x="0" y="39944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99447"/>
                  </a:lnTo>
                  <a:cubicBezTo>
                    <a:pt x="79393" y="421379"/>
                    <a:pt x="61629" y="439143"/>
                    <a:pt x="39697" y="4391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699E6118-DE9D-C139-F026-3D4D21283D79}"/>
                </a:ext>
              </a:extLst>
            </p:cNvPr>
            <p:cNvSpPr/>
            <p:nvPr/>
          </p:nvSpPr>
          <p:spPr>
            <a:xfrm>
              <a:off x="6125073" y="1705387"/>
              <a:ext cx="79393" cy="533422"/>
            </a:xfrm>
            <a:custGeom>
              <a:avLst/>
              <a:gdLst>
                <a:gd name="connsiteX0" fmla="*/ 39697 w 79393"/>
                <a:gd name="connsiteY0" fmla="*/ 533422 h 533422"/>
                <a:gd name="connsiteX1" fmla="*/ 0 w 79393"/>
                <a:gd name="connsiteY1" fmla="*/ 493726 h 533422"/>
                <a:gd name="connsiteX2" fmla="*/ 0 w 79393"/>
                <a:gd name="connsiteY2" fmla="*/ 39697 h 533422"/>
                <a:gd name="connsiteX3" fmla="*/ 39697 w 79393"/>
                <a:gd name="connsiteY3" fmla="*/ 0 h 533422"/>
                <a:gd name="connsiteX4" fmla="*/ 79393 w 79393"/>
                <a:gd name="connsiteY4" fmla="*/ 39697 h 533422"/>
                <a:gd name="connsiteX5" fmla="*/ 79393 w 79393"/>
                <a:gd name="connsiteY5" fmla="*/ 493726 h 533422"/>
                <a:gd name="connsiteX6" fmla="*/ 39697 w 79393"/>
                <a:gd name="connsiteY6" fmla="*/ 533422 h 53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33422">
                  <a:moveTo>
                    <a:pt x="39697" y="533422"/>
                  </a:moveTo>
                  <a:cubicBezTo>
                    <a:pt x="17764" y="533422"/>
                    <a:pt x="0" y="515658"/>
                    <a:pt x="0" y="49372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93726"/>
                  </a:lnTo>
                  <a:cubicBezTo>
                    <a:pt x="79393" y="515658"/>
                    <a:pt x="61629" y="533422"/>
                    <a:pt x="39697" y="53342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830441D1-CEA2-6F44-7701-A9C5A18D2853}"/>
              </a:ext>
            </a:extLst>
          </p:cNvPr>
          <p:cNvGrpSpPr/>
          <p:nvPr/>
        </p:nvGrpSpPr>
        <p:grpSpPr>
          <a:xfrm>
            <a:off x="6779077" y="1493233"/>
            <a:ext cx="800947" cy="687320"/>
            <a:chOff x="6779077" y="1493233"/>
            <a:chExt cx="800947" cy="687320"/>
          </a:xfrm>
        </p:grpSpPr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B2F3F0F-C16D-049F-221F-04C8DF52BBB7}"/>
                </a:ext>
              </a:extLst>
            </p:cNvPr>
            <p:cNvSpPr/>
            <p:nvPr/>
          </p:nvSpPr>
          <p:spPr>
            <a:xfrm>
              <a:off x="7012269" y="1685267"/>
              <a:ext cx="567755" cy="495286"/>
            </a:xfrm>
            <a:custGeom>
              <a:avLst/>
              <a:gdLst>
                <a:gd name="connsiteX0" fmla="*/ 528114 w 567755"/>
                <a:gd name="connsiteY0" fmla="*/ 495287 h 495286"/>
                <a:gd name="connsiteX1" fmla="*/ 527667 w 567755"/>
                <a:gd name="connsiteY1" fmla="*/ 495287 h 495286"/>
                <a:gd name="connsiteX2" fmla="*/ 488368 w 567755"/>
                <a:gd name="connsiteY2" fmla="*/ 455193 h 495286"/>
                <a:gd name="connsiteX3" fmla="*/ 378954 w 567755"/>
                <a:gd name="connsiteY3" fmla="*/ 158710 h 495286"/>
                <a:gd name="connsiteX4" fmla="*/ 46793 w 567755"/>
                <a:gd name="connsiteY4" fmla="*/ 85122 h 495286"/>
                <a:gd name="connsiteX5" fmla="*/ 645 w 567755"/>
                <a:gd name="connsiteY5" fmla="*/ 53117 h 495286"/>
                <a:gd name="connsiteX6" fmla="*/ 32651 w 567755"/>
                <a:gd name="connsiteY6" fmla="*/ 6970 h 495286"/>
                <a:gd name="connsiteX7" fmla="*/ 430163 w 567755"/>
                <a:gd name="connsiteY7" fmla="*/ 98024 h 495286"/>
                <a:gd name="connsiteX8" fmla="*/ 567711 w 567755"/>
                <a:gd name="connsiteY8" fmla="*/ 455987 h 495286"/>
                <a:gd name="connsiteX9" fmla="*/ 528015 w 567755"/>
                <a:gd name="connsiteY9" fmla="*/ 495287 h 49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755" h="495286">
                  <a:moveTo>
                    <a:pt x="528114" y="495287"/>
                  </a:moveTo>
                  <a:lnTo>
                    <a:pt x="527667" y="495287"/>
                  </a:lnTo>
                  <a:cubicBezTo>
                    <a:pt x="505735" y="495039"/>
                    <a:pt x="488169" y="477076"/>
                    <a:pt x="488368" y="455193"/>
                  </a:cubicBezTo>
                  <a:cubicBezTo>
                    <a:pt x="489807" y="320969"/>
                    <a:pt x="452988" y="221232"/>
                    <a:pt x="378954" y="158710"/>
                  </a:cubicBezTo>
                  <a:cubicBezTo>
                    <a:pt x="250039" y="49892"/>
                    <a:pt x="48827" y="84725"/>
                    <a:pt x="46793" y="85122"/>
                  </a:cubicBezTo>
                  <a:cubicBezTo>
                    <a:pt x="25208" y="88993"/>
                    <a:pt x="4566" y="74702"/>
                    <a:pt x="645" y="53117"/>
                  </a:cubicBezTo>
                  <a:cubicBezTo>
                    <a:pt x="-3275" y="31532"/>
                    <a:pt x="11066" y="10890"/>
                    <a:pt x="32651" y="6970"/>
                  </a:cubicBezTo>
                  <a:cubicBezTo>
                    <a:pt x="42377" y="5183"/>
                    <a:pt x="273014" y="-34662"/>
                    <a:pt x="430163" y="98024"/>
                  </a:cubicBezTo>
                  <a:cubicBezTo>
                    <a:pt x="523102" y="176524"/>
                    <a:pt x="569398" y="296953"/>
                    <a:pt x="567711" y="455987"/>
                  </a:cubicBezTo>
                  <a:cubicBezTo>
                    <a:pt x="567463" y="477771"/>
                    <a:pt x="549749" y="495287"/>
                    <a:pt x="528015" y="49528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4AB23426-DDEA-7D38-1A32-B54E6FDBA24D}"/>
                </a:ext>
              </a:extLst>
            </p:cNvPr>
            <p:cNvSpPr/>
            <p:nvPr/>
          </p:nvSpPr>
          <p:spPr>
            <a:xfrm>
              <a:off x="6973318" y="1692733"/>
              <a:ext cx="279414" cy="279414"/>
            </a:xfrm>
            <a:custGeom>
              <a:avLst/>
              <a:gdLst>
                <a:gd name="connsiteX0" fmla="*/ 239767 w 279414"/>
                <a:gd name="connsiteY0" fmla="*/ 279414 h 279414"/>
                <a:gd name="connsiteX1" fmla="*/ 211682 w 279414"/>
                <a:gd name="connsiteY1" fmla="*/ 267803 h 279414"/>
                <a:gd name="connsiteX2" fmla="*/ 11611 w 279414"/>
                <a:gd name="connsiteY2" fmla="*/ 67732 h 279414"/>
                <a:gd name="connsiteX3" fmla="*/ 11611 w 279414"/>
                <a:gd name="connsiteY3" fmla="*/ 11611 h 279414"/>
                <a:gd name="connsiteX4" fmla="*/ 67732 w 279414"/>
                <a:gd name="connsiteY4" fmla="*/ 11611 h 279414"/>
                <a:gd name="connsiteX5" fmla="*/ 267803 w 279414"/>
                <a:gd name="connsiteY5" fmla="*/ 211682 h 279414"/>
                <a:gd name="connsiteX6" fmla="*/ 267803 w 279414"/>
                <a:gd name="connsiteY6" fmla="*/ 267803 h 279414"/>
                <a:gd name="connsiteX7" fmla="*/ 239718 w 279414"/>
                <a:gd name="connsiteY7" fmla="*/ 279414 h 27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9414">
                  <a:moveTo>
                    <a:pt x="239767" y="279414"/>
                  </a:moveTo>
                  <a:cubicBezTo>
                    <a:pt x="229595" y="279414"/>
                    <a:pt x="219473" y="275544"/>
                    <a:pt x="211682" y="267803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67803" y="211682"/>
                  </a:lnTo>
                  <a:cubicBezTo>
                    <a:pt x="283285" y="227164"/>
                    <a:pt x="283285" y="252321"/>
                    <a:pt x="267803" y="267803"/>
                  </a:cubicBezTo>
                  <a:cubicBezTo>
                    <a:pt x="260062" y="275544"/>
                    <a:pt x="249890" y="279414"/>
                    <a:pt x="239718" y="2794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FAC0275-DB4D-6119-202B-E9907DA2D81A}"/>
                </a:ext>
              </a:extLst>
            </p:cNvPr>
            <p:cNvSpPr/>
            <p:nvPr/>
          </p:nvSpPr>
          <p:spPr>
            <a:xfrm>
              <a:off x="6973392" y="1493233"/>
              <a:ext cx="279414" cy="278893"/>
            </a:xfrm>
            <a:custGeom>
              <a:avLst/>
              <a:gdLst>
                <a:gd name="connsiteX0" fmla="*/ 39672 w 279414"/>
                <a:gd name="connsiteY0" fmla="*/ 278893 h 278893"/>
                <a:gd name="connsiteX1" fmla="*/ 11586 w 279414"/>
                <a:gd name="connsiteY1" fmla="*/ 267232 h 278893"/>
                <a:gd name="connsiteX2" fmla="*/ 11636 w 279414"/>
                <a:gd name="connsiteY2" fmla="*/ 211111 h 278893"/>
                <a:gd name="connsiteX3" fmla="*/ 211707 w 279414"/>
                <a:gd name="connsiteY3" fmla="*/ 11586 h 278893"/>
                <a:gd name="connsiteX4" fmla="*/ 267828 w 279414"/>
                <a:gd name="connsiteY4" fmla="*/ 11636 h 278893"/>
                <a:gd name="connsiteX5" fmla="*/ 267778 w 279414"/>
                <a:gd name="connsiteY5" fmla="*/ 67757 h 278893"/>
                <a:gd name="connsiteX6" fmla="*/ 67708 w 279414"/>
                <a:gd name="connsiteY6" fmla="*/ 267282 h 278893"/>
                <a:gd name="connsiteX7" fmla="*/ 39672 w 279414"/>
                <a:gd name="connsiteY7" fmla="*/ 278893 h 27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8893">
                  <a:moveTo>
                    <a:pt x="39672" y="278893"/>
                  </a:moveTo>
                  <a:cubicBezTo>
                    <a:pt x="29500" y="278893"/>
                    <a:pt x="19327" y="275023"/>
                    <a:pt x="11586" y="267232"/>
                  </a:cubicBezTo>
                  <a:cubicBezTo>
                    <a:pt x="-3895" y="251701"/>
                    <a:pt x="-3846" y="226593"/>
                    <a:pt x="11636" y="211111"/>
                  </a:cubicBezTo>
                  <a:lnTo>
                    <a:pt x="211707" y="11586"/>
                  </a:lnTo>
                  <a:cubicBezTo>
                    <a:pt x="227238" y="-3895"/>
                    <a:pt x="252346" y="-3846"/>
                    <a:pt x="267828" y="11636"/>
                  </a:cubicBezTo>
                  <a:cubicBezTo>
                    <a:pt x="283310" y="27167"/>
                    <a:pt x="283260" y="52275"/>
                    <a:pt x="267778" y="67757"/>
                  </a:cubicBezTo>
                  <a:lnTo>
                    <a:pt x="67708" y="267282"/>
                  </a:lnTo>
                  <a:cubicBezTo>
                    <a:pt x="59967" y="275023"/>
                    <a:pt x="49794" y="278893"/>
                    <a:pt x="39672" y="2788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AB4EC1B-901D-8D0C-0700-8AF16E2A2555}"/>
                </a:ext>
              </a:extLst>
            </p:cNvPr>
            <p:cNvSpPr/>
            <p:nvPr/>
          </p:nvSpPr>
          <p:spPr>
            <a:xfrm>
              <a:off x="6779102" y="1692783"/>
              <a:ext cx="279414" cy="279414"/>
            </a:xfrm>
            <a:custGeom>
              <a:avLst/>
              <a:gdLst>
                <a:gd name="connsiteX0" fmla="*/ 239718 w 279414"/>
                <a:gd name="connsiteY0" fmla="*/ 279364 h 279414"/>
                <a:gd name="connsiteX1" fmla="*/ 211632 w 279414"/>
                <a:gd name="connsiteY1" fmla="*/ 267753 h 279414"/>
                <a:gd name="connsiteX2" fmla="*/ 11611 w 279414"/>
                <a:gd name="connsiteY2" fmla="*/ 67732 h 279414"/>
                <a:gd name="connsiteX3" fmla="*/ 11611 w 279414"/>
                <a:gd name="connsiteY3" fmla="*/ 11611 h 279414"/>
                <a:gd name="connsiteX4" fmla="*/ 67732 w 279414"/>
                <a:gd name="connsiteY4" fmla="*/ 11611 h 279414"/>
                <a:gd name="connsiteX5" fmla="*/ 267803 w 279414"/>
                <a:gd name="connsiteY5" fmla="*/ 211682 h 279414"/>
                <a:gd name="connsiteX6" fmla="*/ 267803 w 279414"/>
                <a:gd name="connsiteY6" fmla="*/ 267803 h 279414"/>
                <a:gd name="connsiteX7" fmla="*/ 239718 w 279414"/>
                <a:gd name="connsiteY7" fmla="*/ 279414 h 27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9414">
                  <a:moveTo>
                    <a:pt x="239718" y="279364"/>
                  </a:moveTo>
                  <a:cubicBezTo>
                    <a:pt x="229546" y="279364"/>
                    <a:pt x="219423" y="275494"/>
                    <a:pt x="211632" y="267753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67803" y="211682"/>
                  </a:lnTo>
                  <a:cubicBezTo>
                    <a:pt x="283285" y="227163"/>
                    <a:pt x="283285" y="252321"/>
                    <a:pt x="267803" y="267803"/>
                  </a:cubicBezTo>
                  <a:cubicBezTo>
                    <a:pt x="260062" y="275544"/>
                    <a:pt x="249890" y="279414"/>
                    <a:pt x="239718" y="27941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13B23F3A-8587-5C47-C53A-68F5282F4FF8}"/>
                </a:ext>
              </a:extLst>
            </p:cNvPr>
            <p:cNvSpPr/>
            <p:nvPr/>
          </p:nvSpPr>
          <p:spPr>
            <a:xfrm>
              <a:off x="6779077" y="1493233"/>
              <a:ext cx="279414" cy="278893"/>
            </a:xfrm>
            <a:custGeom>
              <a:avLst/>
              <a:gdLst>
                <a:gd name="connsiteX0" fmla="*/ 39672 w 279414"/>
                <a:gd name="connsiteY0" fmla="*/ 278893 h 278893"/>
                <a:gd name="connsiteX1" fmla="*/ 11586 w 279414"/>
                <a:gd name="connsiteY1" fmla="*/ 267232 h 278893"/>
                <a:gd name="connsiteX2" fmla="*/ 11636 w 279414"/>
                <a:gd name="connsiteY2" fmla="*/ 211111 h 278893"/>
                <a:gd name="connsiteX3" fmla="*/ 211707 w 279414"/>
                <a:gd name="connsiteY3" fmla="*/ 11586 h 278893"/>
                <a:gd name="connsiteX4" fmla="*/ 267828 w 279414"/>
                <a:gd name="connsiteY4" fmla="*/ 11636 h 278893"/>
                <a:gd name="connsiteX5" fmla="*/ 267778 w 279414"/>
                <a:gd name="connsiteY5" fmla="*/ 67757 h 278893"/>
                <a:gd name="connsiteX6" fmla="*/ 67708 w 279414"/>
                <a:gd name="connsiteY6" fmla="*/ 267282 h 278893"/>
                <a:gd name="connsiteX7" fmla="*/ 39672 w 279414"/>
                <a:gd name="connsiteY7" fmla="*/ 278893 h 27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8893">
                  <a:moveTo>
                    <a:pt x="39672" y="278893"/>
                  </a:moveTo>
                  <a:cubicBezTo>
                    <a:pt x="29500" y="278893"/>
                    <a:pt x="19327" y="275023"/>
                    <a:pt x="11586" y="267232"/>
                  </a:cubicBezTo>
                  <a:cubicBezTo>
                    <a:pt x="-3895" y="251701"/>
                    <a:pt x="-3846" y="226593"/>
                    <a:pt x="11636" y="211111"/>
                  </a:cubicBezTo>
                  <a:lnTo>
                    <a:pt x="211707" y="11586"/>
                  </a:lnTo>
                  <a:cubicBezTo>
                    <a:pt x="227238" y="-3895"/>
                    <a:pt x="252346" y="-3846"/>
                    <a:pt x="267828" y="11636"/>
                  </a:cubicBezTo>
                  <a:cubicBezTo>
                    <a:pt x="283310" y="27167"/>
                    <a:pt x="283260" y="52275"/>
                    <a:pt x="267778" y="67757"/>
                  </a:cubicBezTo>
                  <a:lnTo>
                    <a:pt x="67708" y="267282"/>
                  </a:lnTo>
                  <a:cubicBezTo>
                    <a:pt x="59967" y="275023"/>
                    <a:pt x="49794" y="278893"/>
                    <a:pt x="39672" y="2788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F283F1D-9894-488C-77DE-67B217A88DCE}"/>
              </a:ext>
            </a:extLst>
          </p:cNvPr>
          <p:cNvGrpSpPr/>
          <p:nvPr/>
        </p:nvGrpSpPr>
        <p:grpSpPr>
          <a:xfrm>
            <a:off x="8240972" y="1412625"/>
            <a:ext cx="509223" cy="848513"/>
            <a:chOff x="8240972" y="1412625"/>
            <a:chExt cx="509223" cy="848513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F1505464-76A8-86ED-58AF-F7746FCFDD6F}"/>
                </a:ext>
              </a:extLst>
            </p:cNvPr>
            <p:cNvSpPr/>
            <p:nvPr/>
          </p:nvSpPr>
          <p:spPr>
            <a:xfrm>
              <a:off x="8240972" y="1412625"/>
              <a:ext cx="509223" cy="848513"/>
            </a:xfrm>
            <a:custGeom>
              <a:avLst/>
              <a:gdLst>
                <a:gd name="connsiteX0" fmla="*/ 350655 w 509223"/>
                <a:gd name="connsiteY0" fmla="*/ 848514 h 848513"/>
                <a:gd name="connsiteX1" fmla="*/ 173509 w 509223"/>
                <a:gd name="connsiteY1" fmla="*/ 848514 h 848513"/>
                <a:gd name="connsiteX2" fmla="*/ 123094 w 509223"/>
                <a:gd name="connsiteY2" fmla="*/ 799141 h 848513"/>
                <a:gd name="connsiteX3" fmla="*/ 123094 w 509223"/>
                <a:gd name="connsiteY3" fmla="*/ 371212 h 848513"/>
                <a:gd name="connsiteX4" fmla="*/ 49804 w 509223"/>
                <a:gd name="connsiteY4" fmla="*/ 371212 h 848513"/>
                <a:gd name="connsiteX5" fmla="*/ 6684 w 509223"/>
                <a:gd name="connsiteY5" fmla="*/ 346799 h 848513"/>
                <a:gd name="connsiteX6" fmla="*/ 9612 w 509223"/>
                <a:gd name="connsiteY6" fmla="*/ 293506 h 848513"/>
                <a:gd name="connsiteX7" fmla="*/ 214446 w 509223"/>
                <a:gd name="connsiteY7" fmla="*/ 19699 h 848513"/>
                <a:gd name="connsiteX8" fmla="*/ 254639 w 509223"/>
                <a:gd name="connsiteY8" fmla="*/ 0 h 848513"/>
                <a:gd name="connsiteX9" fmla="*/ 294832 w 509223"/>
                <a:gd name="connsiteY9" fmla="*/ 19749 h 848513"/>
                <a:gd name="connsiteX10" fmla="*/ 499567 w 509223"/>
                <a:gd name="connsiteY10" fmla="*/ 293457 h 848513"/>
                <a:gd name="connsiteX11" fmla="*/ 502544 w 509223"/>
                <a:gd name="connsiteY11" fmla="*/ 346799 h 848513"/>
                <a:gd name="connsiteX12" fmla="*/ 459424 w 509223"/>
                <a:gd name="connsiteY12" fmla="*/ 371212 h 848513"/>
                <a:gd name="connsiteX13" fmla="*/ 386183 w 509223"/>
                <a:gd name="connsiteY13" fmla="*/ 371212 h 848513"/>
                <a:gd name="connsiteX14" fmla="*/ 386183 w 509223"/>
                <a:gd name="connsiteY14" fmla="*/ 439044 h 848513"/>
                <a:gd name="connsiteX15" fmla="*/ 346487 w 509223"/>
                <a:gd name="connsiteY15" fmla="*/ 478740 h 848513"/>
                <a:gd name="connsiteX16" fmla="*/ 306790 w 509223"/>
                <a:gd name="connsiteY16" fmla="*/ 439044 h 848513"/>
                <a:gd name="connsiteX17" fmla="*/ 306790 w 509223"/>
                <a:gd name="connsiteY17" fmla="*/ 332062 h 848513"/>
                <a:gd name="connsiteX18" fmla="*/ 347082 w 509223"/>
                <a:gd name="connsiteY18" fmla="*/ 291819 h 848513"/>
                <a:gd name="connsiteX19" fmla="*/ 399234 w 509223"/>
                <a:gd name="connsiteY19" fmla="*/ 291819 h 848513"/>
                <a:gd name="connsiteX20" fmla="*/ 254639 w 509223"/>
                <a:gd name="connsiteY20" fmla="*/ 98547 h 848513"/>
                <a:gd name="connsiteX21" fmla="*/ 110044 w 509223"/>
                <a:gd name="connsiteY21" fmla="*/ 291819 h 848513"/>
                <a:gd name="connsiteX22" fmla="*/ 162245 w 509223"/>
                <a:gd name="connsiteY22" fmla="*/ 291819 h 848513"/>
                <a:gd name="connsiteX23" fmla="*/ 202537 w 509223"/>
                <a:gd name="connsiteY23" fmla="*/ 332062 h 848513"/>
                <a:gd name="connsiteX24" fmla="*/ 202537 w 509223"/>
                <a:gd name="connsiteY24" fmla="*/ 769121 h 848513"/>
                <a:gd name="connsiteX25" fmla="*/ 350705 w 509223"/>
                <a:gd name="connsiteY25" fmla="*/ 769121 h 848513"/>
                <a:gd name="connsiteX26" fmla="*/ 390401 w 509223"/>
                <a:gd name="connsiteY26" fmla="*/ 808817 h 848513"/>
                <a:gd name="connsiteX27" fmla="*/ 350705 w 509223"/>
                <a:gd name="connsiteY27" fmla="*/ 848514 h 848513"/>
                <a:gd name="connsiteX28" fmla="*/ 231218 w 509223"/>
                <a:gd name="connsiteY28" fmla="*/ 67236 h 848513"/>
                <a:gd name="connsiteX29" fmla="*/ 231267 w 509223"/>
                <a:gd name="connsiteY29" fmla="*/ 67335 h 848513"/>
                <a:gd name="connsiteX30" fmla="*/ 231267 w 509223"/>
                <a:gd name="connsiteY30" fmla="*/ 67236 h 848513"/>
                <a:gd name="connsiteX31" fmla="*/ 278060 w 509223"/>
                <a:gd name="connsiteY31" fmla="*/ 67186 h 848513"/>
                <a:gd name="connsiteX32" fmla="*/ 278060 w 509223"/>
                <a:gd name="connsiteY32" fmla="*/ 67286 h 848513"/>
                <a:gd name="connsiteX33" fmla="*/ 278060 w 509223"/>
                <a:gd name="connsiteY33" fmla="*/ 67186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09223" h="848513">
                  <a:moveTo>
                    <a:pt x="350655" y="848514"/>
                  </a:moveTo>
                  <a:lnTo>
                    <a:pt x="173509" y="848514"/>
                  </a:lnTo>
                  <a:cubicBezTo>
                    <a:pt x="145721" y="848514"/>
                    <a:pt x="123094" y="826383"/>
                    <a:pt x="123094" y="799141"/>
                  </a:cubicBezTo>
                  <a:lnTo>
                    <a:pt x="123094" y="371212"/>
                  </a:lnTo>
                  <a:lnTo>
                    <a:pt x="49804" y="371212"/>
                  </a:lnTo>
                  <a:cubicBezTo>
                    <a:pt x="32090" y="371212"/>
                    <a:pt x="15516" y="361884"/>
                    <a:pt x="6684" y="346799"/>
                  </a:cubicBezTo>
                  <a:cubicBezTo>
                    <a:pt x="-3191" y="330027"/>
                    <a:pt x="-2049" y="309137"/>
                    <a:pt x="9612" y="293506"/>
                  </a:cubicBezTo>
                  <a:lnTo>
                    <a:pt x="214446" y="19699"/>
                  </a:lnTo>
                  <a:cubicBezTo>
                    <a:pt x="223626" y="7393"/>
                    <a:pt x="238661" y="0"/>
                    <a:pt x="254639" y="0"/>
                  </a:cubicBezTo>
                  <a:cubicBezTo>
                    <a:pt x="270617" y="0"/>
                    <a:pt x="285652" y="7393"/>
                    <a:pt x="294832" y="19749"/>
                  </a:cubicBezTo>
                  <a:lnTo>
                    <a:pt x="499567" y="293457"/>
                  </a:lnTo>
                  <a:cubicBezTo>
                    <a:pt x="511277" y="309087"/>
                    <a:pt x="512419" y="330027"/>
                    <a:pt x="502544" y="346799"/>
                  </a:cubicBezTo>
                  <a:cubicBezTo>
                    <a:pt x="493662" y="361834"/>
                    <a:pt x="477138" y="371212"/>
                    <a:pt x="459424" y="371212"/>
                  </a:cubicBezTo>
                  <a:lnTo>
                    <a:pt x="386183" y="371212"/>
                  </a:lnTo>
                  <a:lnTo>
                    <a:pt x="386183" y="439044"/>
                  </a:lnTo>
                  <a:cubicBezTo>
                    <a:pt x="386183" y="460976"/>
                    <a:pt x="368419" y="478740"/>
                    <a:pt x="346487" y="478740"/>
                  </a:cubicBezTo>
                  <a:cubicBezTo>
                    <a:pt x="324554" y="478740"/>
                    <a:pt x="306790" y="460976"/>
                    <a:pt x="306790" y="439044"/>
                  </a:cubicBezTo>
                  <a:lnTo>
                    <a:pt x="306790" y="332062"/>
                  </a:lnTo>
                  <a:cubicBezTo>
                    <a:pt x="306790" y="309881"/>
                    <a:pt x="324852" y="291819"/>
                    <a:pt x="347082" y="291819"/>
                  </a:cubicBezTo>
                  <a:lnTo>
                    <a:pt x="399234" y="291819"/>
                  </a:lnTo>
                  <a:lnTo>
                    <a:pt x="254639" y="98547"/>
                  </a:lnTo>
                  <a:lnTo>
                    <a:pt x="110044" y="291819"/>
                  </a:lnTo>
                  <a:lnTo>
                    <a:pt x="162245" y="291819"/>
                  </a:lnTo>
                  <a:cubicBezTo>
                    <a:pt x="184475" y="291819"/>
                    <a:pt x="202537" y="309881"/>
                    <a:pt x="202537" y="332062"/>
                  </a:cubicBezTo>
                  <a:lnTo>
                    <a:pt x="202537" y="769121"/>
                  </a:lnTo>
                  <a:lnTo>
                    <a:pt x="350705" y="769121"/>
                  </a:lnTo>
                  <a:cubicBezTo>
                    <a:pt x="372637" y="769121"/>
                    <a:pt x="390401" y="786885"/>
                    <a:pt x="390401" y="808817"/>
                  </a:cubicBezTo>
                  <a:cubicBezTo>
                    <a:pt x="390401" y="830750"/>
                    <a:pt x="372637" y="848514"/>
                    <a:pt x="350705" y="848514"/>
                  </a:cubicBezTo>
                  <a:close/>
                  <a:moveTo>
                    <a:pt x="231218" y="67236"/>
                  </a:moveTo>
                  <a:cubicBezTo>
                    <a:pt x="231218" y="67236"/>
                    <a:pt x="231218" y="67286"/>
                    <a:pt x="231267" y="67335"/>
                  </a:cubicBezTo>
                  <a:lnTo>
                    <a:pt x="231267" y="67236"/>
                  </a:lnTo>
                  <a:close/>
                  <a:moveTo>
                    <a:pt x="278060" y="67186"/>
                  </a:moveTo>
                  <a:lnTo>
                    <a:pt x="278060" y="67286"/>
                  </a:lnTo>
                  <a:cubicBezTo>
                    <a:pt x="278060" y="67286"/>
                    <a:pt x="278060" y="67236"/>
                    <a:pt x="278060" y="6718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4" name="Picture Placeholder 40">
              <a:extLst>
                <a:ext uri="{FF2B5EF4-FFF2-40B4-BE49-F238E27FC236}">
                  <a16:creationId xmlns:a16="http://schemas.microsoft.com/office/drawing/2014/main" id="{52EB1265-B11B-02E6-8C96-447DE6ED13E6}"/>
                </a:ext>
              </a:extLst>
            </p:cNvPr>
            <p:cNvGrpSpPr/>
            <p:nvPr/>
          </p:nvGrpSpPr>
          <p:grpSpPr>
            <a:xfrm>
              <a:off x="8487026" y="1901041"/>
              <a:ext cx="251080" cy="251080"/>
              <a:chOff x="8487026" y="1901041"/>
              <a:chExt cx="251080" cy="251080"/>
            </a:xfrm>
            <a:solidFill>
              <a:srgbClr val="EF463C"/>
            </a:solidFill>
          </p:grpSpPr>
          <p:grpSp>
            <p:nvGrpSpPr>
              <p:cNvPr id="85" name="Picture Placeholder 40">
                <a:extLst>
                  <a:ext uri="{FF2B5EF4-FFF2-40B4-BE49-F238E27FC236}">
                    <a16:creationId xmlns:a16="http://schemas.microsoft.com/office/drawing/2014/main" id="{E9980A23-C389-7A8D-7A3A-1FC1E8AEC52B}"/>
                  </a:ext>
                </a:extLst>
              </p:cNvPr>
              <p:cNvGrpSpPr/>
              <p:nvPr/>
            </p:nvGrpSpPr>
            <p:grpSpPr>
              <a:xfrm>
                <a:off x="8487026" y="1901041"/>
                <a:ext cx="251080" cy="251080"/>
                <a:chOff x="8487026" y="1901041"/>
                <a:chExt cx="251080" cy="251080"/>
              </a:xfrm>
              <a:solidFill>
                <a:srgbClr val="EF463C"/>
              </a:solidFill>
            </p:grpSpPr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44C6D81-E2C5-A76A-5C78-D049DFD03D9C}"/>
                    </a:ext>
                  </a:extLst>
                </p:cNvPr>
                <p:cNvSpPr/>
                <p:nvPr/>
              </p:nvSpPr>
              <p:spPr>
                <a:xfrm>
                  <a:off x="8487026" y="1901041"/>
                  <a:ext cx="251080" cy="251080"/>
                </a:xfrm>
                <a:custGeom>
                  <a:avLst/>
                  <a:gdLst>
                    <a:gd name="connsiteX0" fmla="*/ 39697 w 251080"/>
                    <a:gd name="connsiteY0" fmla="*/ 251081 h 251080"/>
                    <a:gd name="connsiteX1" fmla="*/ 11611 w 251080"/>
                    <a:gd name="connsiteY1" fmla="*/ 239469 h 251080"/>
                    <a:gd name="connsiteX2" fmla="*/ 11611 w 251080"/>
                    <a:gd name="connsiteY2" fmla="*/ 183348 h 251080"/>
                    <a:gd name="connsiteX3" fmla="*/ 183349 w 251080"/>
                    <a:gd name="connsiteY3" fmla="*/ 11611 h 251080"/>
                    <a:gd name="connsiteX4" fmla="*/ 239470 w 251080"/>
                    <a:gd name="connsiteY4" fmla="*/ 11611 h 251080"/>
                    <a:gd name="connsiteX5" fmla="*/ 239470 w 251080"/>
                    <a:gd name="connsiteY5" fmla="*/ 67732 h 251080"/>
                    <a:gd name="connsiteX6" fmla="*/ 67732 w 251080"/>
                    <a:gd name="connsiteY6" fmla="*/ 239469 h 251080"/>
                    <a:gd name="connsiteX7" fmla="*/ 39647 w 251080"/>
                    <a:gd name="connsiteY7" fmla="*/ 251081 h 25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080" h="251080">
                      <a:moveTo>
                        <a:pt x="39697" y="251081"/>
                      </a:moveTo>
                      <a:cubicBezTo>
                        <a:pt x="29524" y="251081"/>
                        <a:pt x="19402" y="247210"/>
                        <a:pt x="11611" y="239469"/>
                      </a:cubicBezTo>
                      <a:cubicBezTo>
                        <a:pt x="-3870" y="223988"/>
                        <a:pt x="-3870" y="198830"/>
                        <a:pt x="11611" y="183348"/>
                      </a:cubicBezTo>
                      <a:lnTo>
                        <a:pt x="183349" y="11611"/>
                      </a:lnTo>
                      <a:cubicBezTo>
                        <a:pt x="198830" y="-3870"/>
                        <a:pt x="223988" y="-3870"/>
                        <a:pt x="239470" y="11611"/>
                      </a:cubicBezTo>
                      <a:cubicBezTo>
                        <a:pt x="254951" y="27093"/>
                        <a:pt x="254951" y="52251"/>
                        <a:pt x="239470" y="67732"/>
                      </a:cubicBezTo>
                      <a:lnTo>
                        <a:pt x="67732" y="239469"/>
                      </a:lnTo>
                      <a:cubicBezTo>
                        <a:pt x="59991" y="247210"/>
                        <a:pt x="49819" y="251081"/>
                        <a:pt x="39647" y="251081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 86">
                  <a:extLst>
                    <a:ext uri="{FF2B5EF4-FFF2-40B4-BE49-F238E27FC236}">
                      <a16:creationId xmlns:a16="http://schemas.microsoft.com/office/drawing/2014/main" id="{27EF4390-53B9-0764-FF3A-C20A81003E69}"/>
                    </a:ext>
                  </a:extLst>
                </p:cNvPr>
                <p:cNvSpPr/>
                <p:nvPr/>
              </p:nvSpPr>
              <p:spPr>
                <a:xfrm>
                  <a:off x="8505981" y="1919944"/>
                  <a:ext cx="79393" cy="79395"/>
                </a:xfrm>
                <a:custGeom>
                  <a:avLst/>
                  <a:gdLst>
                    <a:gd name="connsiteX0" fmla="*/ 39697 w 79393"/>
                    <a:gd name="connsiteY0" fmla="*/ 79396 h 79395"/>
                    <a:gd name="connsiteX1" fmla="*/ 31906 w 79393"/>
                    <a:gd name="connsiteY1" fmla="*/ 78602 h 79395"/>
                    <a:gd name="connsiteX2" fmla="*/ 24513 w 79393"/>
                    <a:gd name="connsiteY2" fmla="*/ 76320 h 79395"/>
                    <a:gd name="connsiteX3" fmla="*/ 17665 w 79393"/>
                    <a:gd name="connsiteY3" fmla="*/ 72697 h 79395"/>
                    <a:gd name="connsiteX4" fmla="*/ 11611 w 79393"/>
                    <a:gd name="connsiteY4" fmla="*/ 67735 h 79395"/>
                    <a:gd name="connsiteX5" fmla="*/ 0 w 79393"/>
                    <a:gd name="connsiteY5" fmla="*/ 39699 h 79395"/>
                    <a:gd name="connsiteX6" fmla="*/ 744 w 79393"/>
                    <a:gd name="connsiteY6" fmla="*/ 31909 h 79395"/>
                    <a:gd name="connsiteX7" fmla="*/ 3027 w 79393"/>
                    <a:gd name="connsiteY7" fmla="*/ 24516 h 79395"/>
                    <a:gd name="connsiteX8" fmla="*/ 6699 w 79393"/>
                    <a:gd name="connsiteY8" fmla="*/ 17668 h 79395"/>
                    <a:gd name="connsiteX9" fmla="*/ 11611 w 79393"/>
                    <a:gd name="connsiteY9" fmla="*/ 11614 h 79395"/>
                    <a:gd name="connsiteX10" fmla="*/ 17665 w 79393"/>
                    <a:gd name="connsiteY10" fmla="*/ 6702 h 79395"/>
                    <a:gd name="connsiteX11" fmla="*/ 24513 w 79393"/>
                    <a:gd name="connsiteY11" fmla="*/ 3030 h 79395"/>
                    <a:gd name="connsiteX12" fmla="*/ 31906 w 79393"/>
                    <a:gd name="connsiteY12" fmla="*/ 747 h 79395"/>
                    <a:gd name="connsiteX13" fmla="*/ 67732 w 79393"/>
                    <a:gd name="connsiteY13" fmla="*/ 11614 h 79395"/>
                    <a:gd name="connsiteX14" fmla="*/ 72694 w 79393"/>
                    <a:gd name="connsiteY14" fmla="*/ 17668 h 79395"/>
                    <a:gd name="connsiteX15" fmla="*/ 76366 w 79393"/>
                    <a:gd name="connsiteY15" fmla="*/ 24516 h 79395"/>
                    <a:gd name="connsiteX16" fmla="*/ 78599 w 79393"/>
                    <a:gd name="connsiteY16" fmla="*/ 31909 h 79395"/>
                    <a:gd name="connsiteX17" fmla="*/ 79393 w 79393"/>
                    <a:gd name="connsiteY17" fmla="*/ 39699 h 79395"/>
                    <a:gd name="connsiteX18" fmla="*/ 67732 w 79393"/>
                    <a:gd name="connsiteY18" fmla="*/ 67735 h 79395"/>
                    <a:gd name="connsiteX19" fmla="*/ 39697 w 79393"/>
                    <a:gd name="connsiteY19" fmla="*/ 79396 h 7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9393" h="79395">
                      <a:moveTo>
                        <a:pt x="39697" y="79396"/>
                      </a:moveTo>
                      <a:cubicBezTo>
                        <a:pt x="37116" y="79396"/>
                        <a:pt x="34486" y="79098"/>
                        <a:pt x="31906" y="78602"/>
                      </a:cubicBezTo>
                      <a:cubicBezTo>
                        <a:pt x="29375" y="78106"/>
                        <a:pt x="26894" y="77312"/>
                        <a:pt x="24513" y="76320"/>
                      </a:cubicBezTo>
                      <a:cubicBezTo>
                        <a:pt x="22131" y="75327"/>
                        <a:pt x="19799" y="74136"/>
                        <a:pt x="17665" y="72697"/>
                      </a:cubicBezTo>
                      <a:cubicBezTo>
                        <a:pt x="15482" y="71258"/>
                        <a:pt x="13447" y="69571"/>
                        <a:pt x="11611" y="67735"/>
                      </a:cubicBezTo>
                      <a:cubicBezTo>
                        <a:pt x="4218" y="60391"/>
                        <a:pt x="0" y="50169"/>
                        <a:pt x="0" y="39699"/>
                      </a:cubicBezTo>
                      <a:cubicBezTo>
                        <a:pt x="0" y="37119"/>
                        <a:pt x="248" y="34489"/>
                        <a:pt x="744" y="31909"/>
                      </a:cubicBezTo>
                      <a:cubicBezTo>
                        <a:pt x="1290" y="29378"/>
                        <a:pt x="2034" y="26897"/>
                        <a:pt x="3027" y="24516"/>
                      </a:cubicBezTo>
                      <a:cubicBezTo>
                        <a:pt x="4019" y="22084"/>
                        <a:pt x="5260" y="19802"/>
                        <a:pt x="6699" y="17668"/>
                      </a:cubicBezTo>
                      <a:cubicBezTo>
                        <a:pt x="8138" y="15485"/>
                        <a:pt x="9775" y="13450"/>
                        <a:pt x="11611" y="11614"/>
                      </a:cubicBezTo>
                      <a:cubicBezTo>
                        <a:pt x="13447" y="9778"/>
                        <a:pt x="15482" y="8141"/>
                        <a:pt x="17665" y="6702"/>
                      </a:cubicBezTo>
                      <a:cubicBezTo>
                        <a:pt x="19799" y="5263"/>
                        <a:pt x="22131" y="4022"/>
                        <a:pt x="24513" y="3030"/>
                      </a:cubicBezTo>
                      <a:cubicBezTo>
                        <a:pt x="26894" y="2037"/>
                        <a:pt x="29375" y="1293"/>
                        <a:pt x="31906" y="747"/>
                      </a:cubicBezTo>
                      <a:cubicBezTo>
                        <a:pt x="44808" y="-1833"/>
                        <a:pt x="58503" y="2385"/>
                        <a:pt x="67732" y="11614"/>
                      </a:cubicBezTo>
                      <a:cubicBezTo>
                        <a:pt x="69568" y="13450"/>
                        <a:pt x="71255" y="15485"/>
                        <a:pt x="72694" y="17668"/>
                      </a:cubicBezTo>
                      <a:cubicBezTo>
                        <a:pt x="74133" y="19802"/>
                        <a:pt x="75374" y="22084"/>
                        <a:pt x="76366" y="24516"/>
                      </a:cubicBezTo>
                      <a:cubicBezTo>
                        <a:pt x="77359" y="26897"/>
                        <a:pt x="78103" y="29378"/>
                        <a:pt x="78599" y="31909"/>
                      </a:cubicBezTo>
                      <a:cubicBezTo>
                        <a:pt x="79145" y="34489"/>
                        <a:pt x="79393" y="37119"/>
                        <a:pt x="79393" y="39699"/>
                      </a:cubicBezTo>
                      <a:cubicBezTo>
                        <a:pt x="79393" y="50120"/>
                        <a:pt x="75126" y="60342"/>
                        <a:pt x="67732" y="67735"/>
                      </a:cubicBezTo>
                      <a:cubicBezTo>
                        <a:pt x="60339" y="75129"/>
                        <a:pt x="50117" y="79396"/>
                        <a:pt x="39697" y="79396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5896B83F-B9A7-FDCD-1681-DADB994F0C86}"/>
                  </a:ext>
                </a:extLst>
              </p:cNvPr>
              <p:cNvSpPr/>
              <p:nvPr/>
            </p:nvSpPr>
            <p:spPr>
              <a:xfrm>
                <a:off x="8642835" y="2056800"/>
                <a:ext cx="79393" cy="79393"/>
              </a:xfrm>
              <a:custGeom>
                <a:avLst/>
                <a:gdLst>
                  <a:gd name="connsiteX0" fmla="*/ 39697 w 79393"/>
                  <a:gd name="connsiteY0" fmla="*/ 79393 h 79393"/>
                  <a:gd name="connsiteX1" fmla="*/ 11611 w 79393"/>
                  <a:gd name="connsiteY1" fmla="*/ 67782 h 79393"/>
                  <a:gd name="connsiteX2" fmla="*/ 6699 w 79393"/>
                  <a:gd name="connsiteY2" fmla="*/ 61728 h 79393"/>
                  <a:gd name="connsiteX3" fmla="*/ 3027 w 79393"/>
                  <a:gd name="connsiteY3" fmla="*/ 54880 h 79393"/>
                  <a:gd name="connsiteX4" fmla="*/ 794 w 79393"/>
                  <a:gd name="connsiteY4" fmla="*/ 47437 h 79393"/>
                  <a:gd name="connsiteX5" fmla="*/ 0 w 79393"/>
                  <a:gd name="connsiteY5" fmla="*/ 39697 h 79393"/>
                  <a:gd name="connsiteX6" fmla="*/ 11611 w 79393"/>
                  <a:gd name="connsiteY6" fmla="*/ 11611 h 79393"/>
                  <a:gd name="connsiteX7" fmla="*/ 39697 w 79393"/>
                  <a:gd name="connsiteY7" fmla="*/ 0 h 79393"/>
                  <a:gd name="connsiteX8" fmla="*/ 67782 w 79393"/>
                  <a:gd name="connsiteY8" fmla="*/ 11611 h 79393"/>
                  <a:gd name="connsiteX9" fmla="*/ 79393 w 79393"/>
                  <a:gd name="connsiteY9" fmla="*/ 39697 h 79393"/>
                  <a:gd name="connsiteX10" fmla="*/ 78599 w 79393"/>
                  <a:gd name="connsiteY10" fmla="*/ 47437 h 79393"/>
                  <a:gd name="connsiteX11" fmla="*/ 76366 w 79393"/>
                  <a:gd name="connsiteY11" fmla="*/ 54880 h 79393"/>
                  <a:gd name="connsiteX12" fmla="*/ 72694 w 79393"/>
                  <a:gd name="connsiteY12" fmla="*/ 61728 h 79393"/>
                  <a:gd name="connsiteX13" fmla="*/ 67782 w 79393"/>
                  <a:gd name="connsiteY13" fmla="*/ 67782 h 79393"/>
                  <a:gd name="connsiteX14" fmla="*/ 61728 w 79393"/>
                  <a:gd name="connsiteY14" fmla="*/ 72694 h 79393"/>
                  <a:gd name="connsiteX15" fmla="*/ 54881 w 79393"/>
                  <a:gd name="connsiteY15" fmla="*/ 76366 h 79393"/>
                  <a:gd name="connsiteX16" fmla="*/ 47437 w 79393"/>
                  <a:gd name="connsiteY16" fmla="*/ 78599 h 79393"/>
                  <a:gd name="connsiteX17" fmla="*/ 39697 w 79393"/>
                  <a:gd name="connsiteY17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393" h="79393">
                    <a:moveTo>
                      <a:pt x="39697" y="79393"/>
                    </a:moveTo>
                    <a:cubicBezTo>
                      <a:pt x="29227" y="79393"/>
                      <a:pt x="19005" y="75175"/>
                      <a:pt x="11611" y="67782"/>
                    </a:cubicBezTo>
                    <a:cubicBezTo>
                      <a:pt x="9825" y="65946"/>
                      <a:pt x="8138" y="63911"/>
                      <a:pt x="6699" y="61728"/>
                    </a:cubicBezTo>
                    <a:cubicBezTo>
                      <a:pt x="5260" y="59594"/>
                      <a:pt x="4019" y="57262"/>
                      <a:pt x="3027" y="54880"/>
                    </a:cubicBezTo>
                    <a:cubicBezTo>
                      <a:pt x="2034" y="52499"/>
                      <a:pt x="1290" y="49968"/>
                      <a:pt x="794" y="47437"/>
                    </a:cubicBezTo>
                    <a:cubicBezTo>
                      <a:pt x="248" y="44907"/>
                      <a:pt x="0" y="42277"/>
                      <a:pt x="0" y="39697"/>
                    </a:cubicBezTo>
                    <a:cubicBezTo>
                      <a:pt x="0" y="29227"/>
                      <a:pt x="4267" y="19005"/>
                      <a:pt x="11611" y="11611"/>
                    </a:cubicBezTo>
                    <a:cubicBezTo>
                      <a:pt x="19005" y="4218"/>
                      <a:pt x="29276" y="0"/>
                      <a:pt x="39697" y="0"/>
                    </a:cubicBezTo>
                    <a:cubicBezTo>
                      <a:pt x="50117" y="0"/>
                      <a:pt x="60388" y="4218"/>
                      <a:pt x="67782" y="11611"/>
                    </a:cubicBezTo>
                    <a:cubicBezTo>
                      <a:pt x="75175" y="19005"/>
                      <a:pt x="79393" y="29227"/>
                      <a:pt x="79393" y="39697"/>
                    </a:cubicBezTo>
                    <a:cubicBezTo>
                      <a:pt x="79393" y="42277"/>
                      <a:pt x="79145" y="44907"/>
                      <a:pt x="78599" y="47437"/>
                    </a:cubicBezTo>
                    <a:cubicBezTo>
                      <a:pt x="78103" y="49968"/>
                      <a:pt x="77359" y="52499"/>
                      <a:pt x="76366" y="54880"/>
                    </a:cubicBezTo>
                    <a:cubicBezTo>
                      <a:pt x="75374" y="57262"/>
                      <a:pt x="74133" y="59594"/>
                      <a:pt x="72694" y="61728"/>
                    </a:cubicBezTo>
                    <a:cubicBezTo>
                      <a:pt x="71255" y="63911"/>
                      <a:pt x="69618" y="65946"/>
                      <a:pt x="67782" y="67782"/>
                    </a:cubicBezTo>
                    <a:cubicBezTo>
                      <a:pt x="65946" y="69618"/>
                      <a:pt x="63912" y="71255"/>
                      <a:pt x="61728" y="72694"/>
                    </a:cubicBezTo>
                    <a:cubicBezTo>
                      <a:pt x="59595" y="74133"/>
                      <a:pt x="57262" y="75374"/>
                      <a:pt x="54881" y="76366"/>
                    </a:cubicBezTo>
                    <a:cubicBezTo>
                      <a:pt x="52499" y="77359"/>
                      <a:pt x="49968" y="78103"/>
                      <a:pt x="47437" y="78599"/>
                    </a:cubicBezTo>
                    <a:cubicBezTo>
                      <a:pt x="44907" y="79145"/>
                      <a:pt x="42277" y="79393"/>
                      <a:pt x="3969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DE65B3FD-E67F-8BB7-52C0-1141EA0CD0DC}"/>
              </a:ext>
            </a:extLst>
          </p:cNvPr>
          <p:cNvGrpSpPr/>
          <p:nvPr/>
        </p:nvGrpSpPr>
        <p:grpSpPr>
          <a:xfrm>
            <a:off x="9558533" y="1412625"/>
            <a:ext cx="509169" cy="848513"/>
            <a:chOff x="9558533" y="1412625"/>
            <a:chExt cx="509169" cy="848513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307357A3-1B1A-53AF-EB6C-3772FBCF8C6F}"/>
                </a:ext>
              </a:extLst>
            </p:cNvPr>
            <p:cNvSpPr/>
            <p:nvPr/>
          </p:nvSpPr>
          <p:spPr>
            <a:xfrm>
              <a:off x="9558533" y="1412625"/>
              <a:ext cx="509169" cy="848513"/>
            </a:xfrm>
            <a:custGeom>
              <a:avLst/>
              <a:gdLst>
                <a:gd name="connsiteX0" fmla="*/ 254585 w 509169"/>
                <a:gd name="connsiteY0" fmla="*/ 848514 h 848513"/>
                <a:gd name="connsiteX1" fmla="*/ 214392 w 509169"/>
                <a:gd name="connsiteY1" fmla="*/ 828765 h 848513"/>
                <a:gd name="connsiteX2" fmla="*/ 9657 w 509169"/>
                <a:gd name="connsiteY2" fmla="*/ 555057 h 848513"/>
                <a:gd name="connsiteX3" fmla="*/ 6679 w 509169"/>
                <a:gd name="connsiteY3" fmla="*/ 501715 h 848513"/>
                <a:gd name="connsiteX4" fmla="*/ 49800 w 509169"/>
                <a:gd name="connsiteY4" fmla="*/ 477301 h 848513"/>
                <a:gd name="connsiteX5" fmla="*/ 123040 w 509169"/>
                <a:gd name="connsiteY5" fmla="*/ 477301 h 848513"/>
                <a:gd name="connsiteX6" fmla="*/ 123040 w 509169"/>
                <a:gd name="connsiteY6" fmla="*/ 409470 h 848513"/>
                <a:gd name="connsiteX7" fmla="*/ 162737 w 509169"/>
                <a:gd name="connsiteY7" fmla="*/ 369773 h 848513"/>
                <a:gd name="connsiteX8" fmla="*/ 202433 w 509169"/>
                <a:gd name="connsiteY8" fmla="*/ 409470 h 848513"/>
                <a:gd name="connsiteX9" fmla="*/ 202433 w 509169"/>
                <a:gd name="connsiteY9" fmla="*/ 516452 h 848513"/>
                <a:gd name="connsiteX10" fmla="*/ 162141 w 509169"/>
                <a:gd name="connsiteY10" fmla="*/ 556695 h 848513"/>
                <a:gd name="connsiteX11" fmla="*/ 109990 w 509169"/>
                <a:gd name="connsiteY11" fmla="*/ 556695 h 848513"/>
                <a:gd name="connsiteX12" fmla="*/ 254585 w 509169"/>
                <a:gd name="connsiteY12" fmla="*/ 749967 h 848513"/>
                <a:gd name="connsiteX13" fmla="*/ 399179 w 509169"/>
                <a:gd name="connsiteY13" fmla="*/ 556695 h 848513"/>
                <a:gd name="connsiteX14" fmla="*/ 346978 w 509169"/>
                <a:gd name="connsiteY14" fmla="*/ 556695 h 848513"/>
                <a:gd name="connsiteX15" fmla="*/ 306686 w 509169"/>
                <a:gd name="connsiteY15" fmla="*/ 516452 h 848513"/>
                <a:gd name="connsiteX16" fmla="*/ 306686 w 509169"/>
                <a:gd name="connsiteY16" fmla="*/ 79393 h 848513"/>
                <a:gd name="connsiteX17" fmla="*/ 158519 w 509169"/>
                <a:gd name="connsiteY17" fmla="*/ 79393 h 848513"/>
                <a:gd name="connsiteX18" fmla="*/ 118822 w 509169"/>
                <a:gd name="connsiteY18" fmla="*/ 39697 h 848513"/>
                <a:gd name="connsiteX19" fmla="*/ 158519 w 509169"/>
                <a:gd name="connsiteY19" fmla="*/ 0 h 848513"/>
                <a:gd name="connsiteX20" fmla="*/ 335665 w 509169"/>
                <a:gd name="connsiteY20" fmla="*/ 0 h 848513"/>
                <a:gd name="connsiteX21" fmla="*/ 386080 w 509169"/>
                <a:gd name="connsiteY21" fmla="*/ 49373 h 848513"/>
                <a:gd name="connsiteX22" fmla="*/ 386080 w 509169"/>
                <a:gd name="connsiteY22" fmla="*/ 477301 h 848513"/>
                <a:gd name="connsiteX23" fmla="*/ 459369 w 509169"/>
                <a:gd name="connsiteY23" fmla="*/ 477301 h 848513"/>
                <a:gd name="connsiteX24" fmla="*/ 502490 w 509169"/>
                <a:gd name="connsiteY24" fmla="*/ 501715 h 848513"/>
                <a:gd name="connsiteX25" fmla="*/ 499513 w 509169"/>
                <a:gd name="connsiteY25" fmla="*/ 555057 h 848513"/>
                <a:gd name="connsiteX26" fmla="*/ 294728 w 509169"/>
                <a:gd name="connsiteY26" fmla="*/ 828814 h 848513"/>
                <a:gd name="connsiteX27" fmla="*/ 254585 w 509169"/>
                <a:gd name="connsiteY27" fmla="*/ 848514 h 848513"/>
                <a:gd name="connsiteX28" fmla="*/ 231213 w 509169"/>
                <a:gd name="connsiteY28" fmla="*/ 781228 h 848513"/>
                <a:gd name="connsiteX29" fmla="*/ 231164 w 509169"/>
                <a:gd name="connsiteY29" fmla="*/ 781327 h 848513"/>
                <a:gd name="connsiteX30" fmla="*/ 231164 w 509169"/>
                <a:gd name="connsiteY30" fmla="*/ 781228 h 848513"/>
                <a:gd name="connsiteX31" fmla="*/ 277906 w 509169"/>
                <a:gd name="connsiteY31" fmla="*/ 781178 h 848513"/>
                <a:gd name="connsiteX32" fmla="*/ 277906 w 509169"/>
                <a:gd name="connsiteY32" fmla="*/ 781278 h 848513"/>
                <a:gd name="connsiteX33" fmla="*/ 277906 w 509169"/>
                <a:gd name="connsiteY33" fmla="*/ 781178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09169" h="848513">
                  <a:moveTo>
                    <a:pt x="254585" y="848514"/>
                  </a:moveTo>
                  <a:cubicBezTo>
                    <a:pt x="238607" y="848514"/>
                    <a:pt x="223572" y="841120"/>
                    <a:pt x="214392" y="828765"/>
                  </a:cubicBezTo>
                  <a:lnTo>
                    <a:pt x="9657" y="555057"/>
                  </a:lnTo>
                  <a:cubicBezTo>
                    <a:pt x="-2054" y="539377"/>
                    <a:pt x="-3195" y="518437"/>
                    <a:pt x="6679" y="501715"/>
                  </a:cubicBezTo>
                  <a:cubicBezTo>
                    <a:pt x="15561" y="486680"/>
                    <a:pt x="32085" y="477301"/>
                    <a:pt x="49800" y="477301"/>
                  </a:cubicBezTo>
                  <a:lnTo>
                    <a:pt x="123040" y="477301"/>
                  </a:lnTo>
                  <a:lnTo>
                    <a:pt x="123040" y="409470"/>
                  </a:lnTo>
                  <a:cubicBezTo>
                    <a:pt x="123040" y="387538"/>
                    <a:pt x="140804" y="369773"/>
                    <a:pt x="162737" y="369773"/>
                  </a:cubicBezTo>
                  <a:cubicBezTo>
                    <a:pt x="184669" y="369773"/>
                    <a:pt x="202433" y="387538"/>
                    <a:pt x="202433" y="409470"/>
                  </a:cubicBezTo>
                  <a:lnTo>
                    <a:pt x="202433" y="516452"/>
                  </a:lnTo>
                  <a:cubicBezTo>
                    <a:pt x="202433" y="538633"/>
                    <a:pt x="184371" y="556695"/>
                    <a:pt x="162141" y="556695"/>
                  </a:cubicBezTo>
                  <a:lnTo>
                    <a:pt x="109990" y="556695"/>
                  </a:lnTo>
                  <a:lnTo>
                    <a:pt x="254585" y="749967"/>
                  </a:lnTo>
                  <a:lnTo>
                    <a:pt x="399179" y="556695"/>
                  </a:lnTo>
                  <a:lnTo>
                    <a:pt x="346978" y="556695"/>
                  </a:lnTo>
                  <a:cubicBezTo>
                    <a:pt x="324748" y="556695"/>
                    <a:pt x="306686" y="538633"/>
                    <a:pt x="306686" y="516452"/>
                  </a:cubicBezTo>
                  <a:lnTo>
                    <a:pt x="306686" y="79393"/>
                  </a:lnTo>
                  <a:lnTo>
                    <a:pt x="158519" y="79393"/>
                  </a:lnTo>
                  <a:cubicBezTo>
                    <a:pt x="136586" y="79393"/>
                    <a:pt x="118822" y="61629"/>
                    <a:pt x="118822" y="39697"/>
                  </a:cubicBezTo>
                  <a:cubicBezTo>
                    <a:pt x="118822" y="17764"/>
                    <a:pt x="136586" y="0"/>
                    <a:pt x="158519" y="0"/>
                  </a:cubicBezTo>
                  <a:lnTo>
                    <a:pt x="335665" y="0"/>
                  </a:lnTo>
                  <a:cubicBezTo>
                    <a:pt x="363453" y="0"/>
                    <a:pt x="386080" y="22131"/>
                    <a:pt x="386080" y="49373"/>
                  </a:cubicBezTo>
                  <a:lnTo>
                    <a:pt x="386080" y="477301"/>
                  </a:lnTo>
                  <a:lnTo>
                    <a:pt x="459369" y="477301"/>
                  </a:lnTo>
                  <a:cubicBezTo>
                    <a:pt x="477084" y="477301"/>
                    <a:pt x="493657" y="486630"/>
                    <a:pt x="502490" y="501715"/>
                  </a:cubicBezTo>
                  <a:cubicBezTo>
                    <a:pt x="512364" y="518487"/>
                    <a:pt x="511223" y="539427"/>
                    <a:pt x="499513" y="555057"/>
                  </a:cubicBezTo>
                  <a:lnTo>
                    <a:pt x="294728" y="828814"/>
                  </a:lnTo>
                  <a:cubicBezTo>
                    <a:pt x="285548" y="841120"/>
                    <a:pt x="270513" y="848514"/>
                    <a:pt x="254585" y="848514"/>
                  </a:cubicBezTo>
                  <a:close/>
                  <a:moveTo>
                    <a:pt x="231213" y="781228"/>
                  </a:moveTo>
                  <a:cubicBezTo>
                    <a:pt x="231213" y="781228"/>
                    <a:pt x="231213" y="781278"/>
                    <a:pt x="231164" y="781327"/>
                  </a:cubicBezTo>
                  <a:lnTo>
                    <a:pt x="231164" y="781228"/>
                  </a:lnTo>
                  <a:close/>
                  <a:moveTo>
                    <a:pt x="277906" y="781178"/>
                  </a:moveTo>
                  <a:lnTo>
                    <a:pt x="277906" y="781278"/>
                  </a:lnTo>
                  <a:cubicBezTo>
                    <a:pt x="277906" y="781278"/>
                    <a:pt x="277906" y="781228"/>
                    <a:pt x="277906" y="78117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1" name="Picture Placeholder 52">
              <a:extLst>
                <a:ext uri="{FF2B5EF4-FFF2-40B4-BE49-F238E27FC236}">
                  <a16:creationId xmlns:a16="http://schemas.microsoft.com/office/drawing/2014/main" id="{DFBEDEFF-C17D-021C-EED7-CB606966B9AE}"/>
                </a:ext>
              </a:extLst>
            </p:cNvPr>
            <p:cNvGrpSpPr/>
            <p:nvPr/>
          </p:nvGrpSpPr>
          <p:grpSpPr>
            <a:xfrm>
              <a:off x="9570522" y="1521691"/>
              <a:ext cx="251080" cy="251080"/>
              <a:chOff x="9570522" y="1521691"/>
              <a:chExt cx="251080" cy="251080"/>
            </a:xfrm>
            <a:solidFill>
              <a:srgbClr val="EF463C"/>
            </a:solidFill>
          </p:grpSpPr>
          <p:grpSp>
            <p:nvGrpSpPr>
              <p:cNvPr id="92" name="Picture Placeholder 52">
                <a:extLst>
                  <a:ext uri="{FF2B5EF4-FFF2-40B4-BE49-F238E27FC236}">
                    <a16:creationId xmlns:a16="http://schemas.microsoft.com/office/drawing/2014/main" id="{76B79DAF-A4F3-C473-C0AF-2C920C536AB2}"/>
                  </a:ext>
                </a:extLst>
              </p:cNvPr>
              <p:cNvGrpSpPr/>
              <p:nvPr/>
            </p:nvGrpSpPr>
            <p:grpSpPr>
              <a:xfrm>
                <a:off x="9570522" y="1521691"/>
                <a:ext cx="251080" cy="251080"/>
                <a:chOff x="9570522" y="1521691"/>
                <a:chExt cx="251080" cy="251080"/>
              </a:xfrm>
              <a:solidFill>
                <a:srgbClr val="EF463C"/>
              </a:solidFill>
            </p:grpSpPr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32E76D-E46D-3ACA-C769-D2BC14EF905C}"/>
                    </a:ext>
                  </a:extLst>
                </p:cNvPr>
                <p:cNvSpPr/>
                <p:nvPr/>
              </p:nvSpPr>
              <p:spPr>
                <a:xfrm>
                  <a:off x="9570522" y="1521691"/>
                  <a:ext cx="251080" cy="251080"/>
                </a:xfrm>
                <a:custGeom>
                  <a:avLst/>
                  <a:gdLst>
                    <a:gd name="connsiteX0" fmla="*/ 39697 w 251080"/>
                    <a:gd name="connsiteY0" fmla="*/ 251081 h 251080"/>
                    <a:gd name="connsiteX1" fmla="*/ 11611 w 251080"/>
                    <a:gd name="connsiteY1" fmla="*/ 239469 h 251080"/>
                    <a:gd name="connsiteX2" fmla="*/ 11611 w 251080"/>
                    <a:gd name="connsiteY2" fmla="*/ 183348 h 251080"/>
                    <a:gd name="connsiteX3" fmla="*/ 183349 w 251080"/>
                    <a:gd name="connsiteY3" fmla="*/ 11611 h 251080"/>
                    <a:gd name="connsiteX4" fmla="*/ 239470 w 251080"/>
                    <a:gd name="connsiteY4" fmla="*/ 11611 h 251080"/>
                    <a:gd name="connsiteX5" fmla="*/ 239470 w 251080"/>
                    <a:gd name="connsiteY5" fmla="*/ 67732 h 251080"/>
                    <a:gd name="connsiteX6" fmla="*/ 67732 w 251080"/>
                    <a:gd name="connsiteY6" fmla="*/ 239469 h 251080"/>
                    <a:gd name="connsiteX7" fmla="*/ 39647 w 251080"/>
                    <a:gd name="connsiteY7" fmla="*/ 251081 h 25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080" h="251080">
                      <a:moveTo>
                        <a:pt x="39697" y="251081"/>
                      </a:moveTo>
                      <a:cubicBezTo>
                        <a:pt x="29524" y="251081"/>
                        <a:pt x="19402" y="247210"/>
                        <a:pt x="11611" y="239469"/>
                      </a:cubicBezTo>
                      <a:cubicBezTo>
                        <a:pt x="-3870" y="223988"/>
                        <a:pt x="-3870" y="198830"/>
                        <a:pt x="11611" y="183348"/>
                      </a:cubicBezTo>
                      <a:lnTo>
                        <a:pt x="183349" y="11611"/>
                      </a:lnTo>
                      <a:cubicBezTo>
                        <a:pt x="198830" y="-3870"/>
                        <a:pt x="223988" y="-3870"/>
                        <a:pt x="239470" y="11611"/>
                      </a:cubicBezTo>
                      <a:cubicBezTo>
                        <a:pt x="254951" y="27093"/>
                        <a:pt x="254951" y="52251"/>
                        <a:pt x="239470" y="67732"/>
                      </a:cubicBezTo>
                      <a:lnTo>
                        <a:pt x="67732" y="239469"/>
                      </a:lnTo>
                      <a:cubicBezTo>
                        <a:pt x="59991" y="247210"/>
                        <a:pt x="49819" y="251081"/>
                        <a:pt x="39647" y="251081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DAC90716-8D8F-C13D-7260-9F9A1771370D}"/>
                    </a:ext>
                  </a:extLst>
                </p:cNvPr>
                <p:cNvSpPr/>
                <p:nvPr/>
              </p:nvSpPr>
              <p:spPr>
                <a:xfrm>
                  <a:off x="9723353" y="1674436"/>
                  <a:ext cx="79393" cy="79430"/>
                </a:xfrm>
                <a:custGeom>
                  <a:avLst/>
                  <a:gdLst>
                    <a:gd name="connsiteX0" fmla="*/ 39647 w 79393"/>
                    <a:gd name="connsiteY0" fmla="*/ 79430 h 79430"/>
                    <a:gd name="connsiteX1" fmla="*/ 11611 w 79393"/>
                    <a:gd name="connsiteY1" fmla="*/ 67769 h 79430"/>
                    <a:gd name="connsiteX2" fmla="*/ 0 w 79393"/>
                    <a:gd name="connsiteY2" fmla="*/ 39734 h 79430"/>
                    <a:gd name="connsiteX3" fmla="*/ 744 w 79393"/>
                    <a:gd name="connsiteY3" fmla="*/ 31943 h 79430"/>
                    <a:gd name="connsiteX4" fmla="*/ 3027 w 79393"/>
                    <a:gd name="connsiteY4" fmla="*/ 24500 h 79430"/>
                    <a:gd name="connsiteX5" fmla="*/ 6649 w 79393"/>
                    <a:gd name="connsiteY5" fmla="*/ 17653 h 79430"/>
                    <a:gd name="connsiteX6" fmla="*/ 11611 w 79393"/>
                    <a:gd name="connsiteY6" fmla="*/ 11648 h 79430"/>
                    <a:gd name="connsiteX7" fmla="*/ 17615 w 79393"/>
                    <a:gd name="connsiteY7" fmla="*/ 6686 h 79430"/>
                    <a:gd name="connsiteX8" fmla="*/ 24513 w 79393"/>
                    <a:gd name="connsiteY8" fmla="*/ 3064 h 79430"/>
                    <a:gd name="connsiteX9" fmla="*/ 31906 w 79393"/>
                    <a:gd name="connsiteY9" fmla="*/ 782 h 79430"/>
                    <a:gd name="connsiteX10" fmla="*/ 47437 w 79393"/>
                    <a:gd name="connsiteY10" fmla="*/ 782 h 79430"/>
                    <a:gd name="connsiteX11" fmla="*/ 54831 w 79393"/>
                    <a:gd name="connsiteY11" fmla="*/ 3064 h 79430"/>
                    <a:gd name="connsiteX12" fmla="*/ 61728 w 79393"/>
                    <a:gd name="connsiteY12" fmla="*/ 6686 h 79430"/>
                    <a:gd name="connsiteX13" fmla="*/ 67732 w 79393"/>
                    <a:gd name="connsiteY13" fmla="*/ 11648 h 79430"/>
                    <a:gd name="connsiteX14" fmla="*/ 72694 w 79393"/>
                    <a:gd name="connsiteY14" fmla="*/ 17653 h 79430"/>
                    <a:gd name="connsiteX15" fmla="*/ 76317 w 79393"/>
                    <a:gd name="connsiteY15" fmla="*/ 24500 h 79430"/>
                    <a:gd name="connsiteX16" fmla="*/ 78599 w 79393"/>
                    <a:gd name="connsiteY16" fmla="*/ 31943 h 79430"/>
                    <a:gd name="connsiteX17" fmla="*/ 79393 w 79393"/>
                    <a:gd name="connsiteY17" fmla="*/ 39734 h 79430"/>
                    <a:gd name="connsiteX18" fmla="*/ 78599 w 79393"/>
                    <a:gd name="connsiteY18" fmla="*/ 47475 h 79430"/>
                    <a:gd name="connsiteX19" fmla="*/ 76317 w 79393"/>
                    <a:gd name="connsiteY19" fmla="*/ 54868 h 79430"/>
                    <a:gd name="connsiteX20" fmla="*/ 72694 w 79393"/>
                    <a:gd name="connsiteY20" fmla="*/ 61716 h 79430"/>
                    <a:gd name="connsiteX21" fmla="*/ 67732 w 79393"/>
                    <a:gd name="connsiteY21" fmla="*/ 67769 h 79430"/>
                    <a:gd name="connsiteX22" fmla="*/ 61728 w 79393"/>
                    <a:gd name="connsiteY22" fmla="*/ 72682 h 79430"/>
                    <a:gd name="connsiteX23" fmla="*/ 54831 w 79393"/>
                    <a:gd name="connsiteY23" fmla="*/ 76354 h 79430"/>
                    <a:gd name="connsiteX24" fmla="*/ 47437 w 79393"/>
                    <a:gd name="connsiteY24" fmla="*/ 78636 h 79430"/>
                    <a:gd name="connsiteX25" fmla="*/ 39647 w 79393"/>
                    <a:gd name="connsiteY25" fmla="*/ 79430 h 7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79393" h="79430">
                      <a:moveTo>
                        <a:pt x="39647" y="79430"/>
                      </a:moveTo>
                      <a:cubicBezTo>
                        <a:pt x="29227" y="79430"/>
                        <a:pt x="19005" y="75163"/>
                        <a:pt x="11611" y="67769"/>
                      </a:cubicBezTo>
                      <a:cubicBezTo>
                        <a:pt x="4218" y="60376"/>
                        <a:pt x="0" y="50154"/>
                        <a:pt x="0" y="39734"/>
                      </a:cubicBezTo>
                      <a:cubicBezTo>
                        <a:pt x="0" y="37104"/>
                        <a:pt x="248" y="34524"/>
                        <a:pt x="744" y="31943"/>
                      </a:cubicBezTo>
                      <a:cubicBezTo>
                        <a:pt x="1241" y="29413"/>
                        <a:pt x="2034" y="26932"/>
                        <a:pt x="3027" y="24500"/>
                      </a:cubicBezTo>
                      <a:cubicBezTo>
                        <a:pt x="4019" y="22118"/>
                        <a:pt x="5260" y="19836"/>
                        <a:pt x="6649" y="17653"/>
                      </a:cubicBezTo>
                      <a:cubicBezTo>
                        <a:pt x="8138" y="15519"/>
                        <a:pt x="9775" y="13484"/>
                        <a:pt x="11611" y="11648"/>
                      </a:cubicBezTo>
                      <a:cubicBezTo>
                        <a:pt x="13447" y="9813"/>
                        <a:pt x="15482" y="8125"/>
                        <a:pt x="17615" y="6686"/>
                      </a:cubicBezTo>
                      <a:cubicBezTo>
                        <a:pt x="19799" y="5247"/>
                        <a:pt x="22081" y="4057"/>
                        <a:pt x="24513" y="3064"/>
                      </a:cubicBezTo>
                      <a:cubicBezTo>
                        <a:pt x="26894" y="2072"/>
                        <a:pt x="29375" y="1278"/>
                        <a:pt x="31906" y="782"/>
                      </a:cubicBezTo>
                      <a:cubicBezTo>
                        <a:pt x="37017" y="-261"/>
                        <a:pt x="42326" y="-261"/>
                        <a:pt x="47437" y="782"/>
                      </a:cubicBezTo>
                      <a:cubicBezTo>
                        <a:pt x="49968" y="1278"/>
                        <a:pt x="52449" y="2072"/>
                        <a:pt x="54831" y="3064"/>
                      </a:cubicBezTo>
                      <a:cubicBezTo>
                        <a:pt x="57262" y="4057"/>
                        <a:pt x="59545" y="5247"/>
                        <a:pt x="61728" y="6686"/>
                      </a:cubicBezTo>
                      <a:cubicBezTo>
                        <a:pt x="63862" y="8125"/>
                        <a:pt x="65896" y="9813"/>
                        <a:pt x="67732" y="11648"/>
                      </a:cubicBezTo>
                      <a:cubicBezTo>
                        <a:pt x="69568" y="13484"/>
                        <a:pt x="71255" y="15519"/>
                        <a:pt x="72694" y="17653"/>
                      </a:cubicBezTo>
                      <a:cubicBezTo>
                        <a:pt x="74084" y="19836"/>
                        <a:pt x="75324" y="22118"/>
                        <a:pt x="76317" y="24500"/>
                      </a:cubicBezTo>
                      <a:cubicBezTo>
                        <a:pt x="77309" y="26932"/>
                        <a:pt x="78103" y="29413"/>
                        <a:pt x="78599" y="31943"/>
                      </a:cubicBezTo>
                      <a:cubicBezTo>
                        <a:pt x="79095" y="34524"/>
                        <a:pt x="79393" y="37104"/>
                        <a:pt x="79393" y="39734"/>
                      </a:cubicBezTo>
                      <a:cubicBezTo>
                        <a:pt x="79393" y="42364"/>
                        <a:pt x="79095" y="44894"/>
                        <a:pt x="78599" y="47475"/>
                      </a:cubicBezTo>
                      <a:cubicBezTo>
                        <a:pt x="78103" y="50005"/>
                        <a:pt x="77309" y="52486"/>
                        <a:pt x="76317" y="54868"/>
                      </a:cubicBezTo>
                      <a:cubicBezTo>
                        <a:pt x="75324" y="57299"/>
                        <a:pt x="74084" y="59582"/>
                        <a:pt x="72694" y="61716"/>
                      </a:cubicBezTo>
                      <a:cubicBezTo>
                        <a:pt x="71255" y="63899"/>
                        <a:pt x="69568" y="65934"/>
                        <a:pt x="67732" y="67769"/>
                      </a:cubicBezTo>
                      <a:cubicBezTo>
                        <a:pt x="65896" y="69605"/>
                        <a:pt x="63862" y="71243"/>
                        <a:pt x="61728" y="72682"/>
                      </a:cubicBezTo>
                      <a:cubicBezTo>
                        <a:pt x="59545" y="74121"/>
                        <a:pt x="57262" y="75361"/>
                        <a:pt x="54831" y="76354"/>
                      </a:cubicBezTo>
                      <a:cubicBezTo>
                        <a:pt x="52449" y="77346"/>
                        <a:pt x="49968" y="78140"/>
                        <a:pt x="47437" y="78636"/>
                      </a:cubicBezTo>
                      <a:cubicBezTo>
                        <a:pt x="44857" y="79133"/>
                        <a:pt x="42277" y="79430"/>
                        <a:pt x="39647" y="79430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BC3E1A31-22E0-34D9-F3D9-E18C090733D0}"/>
                  </a:ext>
                </a:extLst>
              </p:cNvPr>
              <p:cNvSpPr/>
              <p:nvPr/>
            </p:nvSpPr>
            <p:spPr>
              <a:xfrm>
                <a:off x="9586450" y="1537582"/>
                <a:ext cx="79393" cy="79380"/>
              </a:xfrm>
              <a:custGeom>
                <a:avLst/>
                <a:gdLst>
                  <a:gd name="connsiteX0" fmla="*/ 39697 w 79393"/>
                  <a:gd name="connsiteY0" fmla="*/ 79381 h 79380"/>
                  <a:gd name="connsiteX1" fmla="*/ 31956 w 79393"/>
                  <a:gd name="connsiteY1" fmla="*/ 78636 h 79380"/>
                  <a:gd name="connsiteX2" fmla="*/ 24513 w 79393"/>
                  <a:gd name="connsiteY2" fmla="*/ 76354 h 79380"/>
                  <a:gd name="connsiteX3" fmla="*/ 17665 w 79393"/>
                  <a:gd name="connsiteY3" fmla="*/ 72682 h 79380"/>
                  <a:gd name="connsiteX4" fmla="*/ 11611 w 79393"/>
                  <a:gd name="connsiteY4" fmla="*/ 67769 h 79380"/>
                  <a:gd name="connsiteX5" fmla="*/ 6699 w 79393"/>
                  <a:gd name="connsiteY5" fmla="*/ 61716 h 79380"/>
                  <a:gd name="connsiteX6" fmla="*/ 3027 w 79393"/>
                  <a:gd name="connsiteY6" fmla="*/ 54868 h 79380"/>
                  <a:gd name="connsiteX7" fmla="*/ 794 w 79393"/>
                  <a:gd name="connsiteY7" fmla="*/ 47425 h 79380"/>
                  <a:gd name="connsiteX8" fmla="*/ 0 w 79393"/>
                  <a:gd name="connsiteY8" fmla="*/ 39684 h 79380"/>
                  <a:gd name="connsiteX9" fmla="*/ 11611 w 79393"/>
                  <a:gd name="connsiteY9" fmla="*/ 11648 h 79380"/>
                  <a:gd name="connsiteX10" fmla="*/ 17665 w 79393"/>
                  <a:gd name="connsiteY10" fmla="*/ 6686 h 79380"/>
                  <a:gd name="connsiteX11" fmla="*/ 24513 w 79393"/>
                  <a:gd name="connsiteY11" fmla="*/ 3064 h 79380"/>
                  <a:gd name="connsiteX12" fmla="*/ 31956 w 79393"/>
                  <a:gd name="connsiteY12" fmla="*/ 782 h 79380"/>
                  <a:gd name="connsiteX13" fmla="*/ 47437 w 79393"/>
                  <a:gd name="connsiteY13" fmla="*/ 782 h 79380"/>
                  <a:gd name="connsiteX14" fmla="*/ 54881 w 79393"/>
                  <a:gd name="connsiteY14" fmla="*/ 3064 h 79380"/>
                  <a:gd name="connsiteX15" fmla="*/ 61728 w 79393"/>
                  <a:gd name="connsiteY15" fmla="*/ 6686 h 79380"/>
                  <a:gd name="connsiteX16" fmla="*/ 67782 w 79393"/>
                  <a:gd name="connsiteY16" fmla="*/ 11648 h 79380"/>
                  <a:gd name="connsiteX17" fmla="*/ 72694 w 79393"/>
                  <a:gd name="connsiteY17" fmla="*/ 17653 h 79380"/>
                  <a:gd name="connsiteX18" fmla="*/ 76366 w 79393"/>
                  <a:gd name="connsiteY18" fmla="*/ 24500 h 79380"/>
                  <a:gd name="connsiteX19" fmla="*/ 78649 w 79393"/>
                  <a:gd name="connsiteY19" fmla="*/ 31943 h 79380"/>
                  <a:gd name="connsiteX20" fmla="*/ 79393 w 79393"/>
                  <a:gd name="connsiteY20" fmla="*/ 39684 h 79380"/>
                  <a:gd name="connsiteX21" fmla="*/ 67782 w 79393"/>
                  <a:gd name="connsiteY21" fmla="*/ 67769 h 79380"/>
                  <a:gd name="connsiteX22" fmla="*/ 61728 w 79393"/>
                  <a:gd name="connsiteY22" fmla="*/ 72682 h 79380"/>
                  <a:gd name="connsiteX23" fmla="*/ 54881 w 79393"/>
                  <a:gd name="connsiteY23" fmla="*/ 76354 h 79380"/>
                  <a:gd name="connsiteX24" fmla="*/ 47437 w 79393"/>
                  <a:gd name="connsiteY24" fmla="*/ 78636 h 79380"/>
                  <a:gd name="connsiteX25" fmla="*/ 39697 w 79393"/>
                  <a:gd name="connsiteY25" fmla="*/ 79381 h 7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93" h="79380">
                    <a:moveTo>
                      <a:pt x="39697" y="79381"/>
                    </a:moveTo>
                    <a:cubicBezTo>
                      <a:pt x="37116" y="79381"/>
                      <a:pt x="34536" y="79133"/>
                      <a:pt x="31956" y="78636"/>
                    </a:cubicBezTo>
                    <a:cubicBezTo>
                      <a:pt x="29425" y="78091"/>
                      <a:pt x="26944" y="77346"/>
                      <a:pt x="24513" y="76354"/>
                    </a:cubicBezTo>
                    <a:cubicBezTo>
                      <a:pt x="22131" y="75361"/>
                      <a:pt x="19848" y="74121"/>
                      <a:pt x="17665" y="72682"/>
                    </a:cubicBezTo>
                    <a:cubicBezTo>
                      <a:pt x="15482" y="71243"/>
                      <a:pt x="13447" y="69605"/>
                      <a:pt x="11611" y="67769"/>
                    </a:cubicBezTo>
                    <a:cubicBezTo>
                      <a:pt x="9825" y="65933"/>
                      <a:pt x="8138" y="63899"/>
                      <a:pt x="6699" y="61716"/>
                    </a:cubicBezTo>
                    <a:cubicBezTo>
                      <a:pt x="5260" y="59582"/>
                      <a:pt x="4019" y="57299"/>
                      <a:pt x="3027" y="54868"/>
                    </a:cubicBezTo>
                    <a:cubicBezTo>
                      <a:pt x="2034" y="52486"/>
                      <a:pt x="1290" y="50005"/>
                      <a:pt x="794" y="47425"/>
                    </a:cubicBezTo>
                    <a:cubicBezTo>
                      <a:pt x="248" y="44894"/>
                      <a:pt x="0" y="42264"/>
                      <a:pt x="0" y="39684"/>
                    </a:cubicBezTo>
                    <a:cubicBezTo>
                      <a:pt x="0" y="29264"/>
                      <a:pt x="4218" y="19042"/>
                      <a:pt x="11611" y="11648"/>
                    </a:cubicBezTo>
                    <a:cubicBezTo>
                      <a:pt x="13447" y="9812"/>
                      <a:pt x="15482" y="8125"/>
                      <a:pt x="17665" y="6686"/>
                    </a:cubicBezTo>
                    <a:cubicBezTo>
                      <a:pt x="19848" y="5247"/>
                      <a:pt x="22131" y="4056"/>
                      <a:pt x="24513" y="3064"/>
                    </a:cubicBezTo>
                    <a:cubicBezTo>
                      <a:pt x="26944" y="2072"/>
                      <a:pt x="29425" y="1278"/>
                      <a:pt x="31956" y="782"/>
                    </a:cubicBezTo>
                    <a:cubicBezTo>
                      <a:pt x="37067" y="-261"/>
                      <a:pt x="42326" y="-261"/>
                      <a:pt x="47437" y="782"/>
                    </a:cubicBezTo>
                    <a:cubicBezTo>
                      <a:pt x="50018" y="1278"/>
                      <a:pt x="52499" y="2072"/>
                      <a:pt x="54881" y="3064"/>
                    </a:cubicBezTo>
                    <a:cubicBezTo>
                      <a:pt x="57262" y="4056"/>
                      <a:pt x="59595" y="5247"/>
                      <a:pt x="61728" y="6686"/>
                    </a:cubicBezTo>
                    <a:cubicBezTo>
                      <a:pt x="63912" y="8125"/>
                      <a:pt x="65946" y="9812"/>
                      <a:pt x="67782" y="11648"/>
                    </a:cubicBezTo>
                    <a:cubicBezTo>
                      <a:pt x="69618" y="13484"/>
                      <a:pt x="71255" y="15469"/>
                      <a:pt x="72694" y="17653"/>
                    </a:cubicBezTo>
                    <a:cubicBezTo>
                      <a:pt x="74133" y="19836"/>
                      <a:pt x="75374" y="22118"/>
                      <a:pt x="76366" y="24500"/>
                    </a:cubicBezTo>
                    <a:cubicBezTo>
                      <a:pt x="77359" y="26932"/>
                      <a:pt x="78103" y="29413"/>
                      <a:pt x="78649" y="31943"/>
                    </a:cubicBezTo>
                    <a:cubicBezTo>
                      <a:pt x="79145" y="34524"/>
                      <a:pt x="79393" y="37104"/>
                      <a:pt x="79393" y="39684"/>
                    </a:cubicBezTo>
                    <a:cubicBezTo>
                      <a:pt x="79393" y="50154"/>
                      <a:pt x="75175" y="60376"/>
                      <a:pt x="67782" y="67769"/>
                    </a:cubicBezTo>
                    <a:cubicBezTo>
                      <a:pt x="65946" y="69605"/>
                      <a:pt x="63912" y="71243"/>
                      <a:pt x="61728" y="72682"/>
                    </a:cubicBezTo>
                    <a:cubicBezTo>
                      <a:pt x="59595" y="74121"/>
                      <a:pt x="57262" y="75361"/>
                      <a:pt x="54881" y="76354"/>
                    </a:cubicBezTo>
                    <a:cubicBezTo>
                      <a:pt x="52499" y="77346"/>
                      <a:pt x="50018" y="78091"/>
                      <a:pt x="47437" y="78636"/>
                    </a:cubicBezTo>
                    <a:cubicBezTo>
                      <a:pt x="44907" y="79133"/>
                      <a:pt x="42277" y="79381"/>
                      <a:pt x="39697" y="79381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DA29A63A-8AD4-82D3-E5A4-DC723F0C2224}"/>
              </a:ext>
            </a:extLst>
          </p:cNvPr>
          <p:cNvGrpSpPr/>
          <p:nvPr/>
        </p:nvGrpSpPr>
        <p:grpSpPr>
          <a:xfrm>
            <a:off x="1523182" y="2530379"/>
            <a:ext cx="803267" cy="850387"/>
            <a:chOff x="1523182" y="2530379"/>
            <a:chExt cx="803267" cy="850387"/>
          </a:xfrm>
        </p:grpSpPr>
        <p:grpSp>
          <p:nvGrpSpPr>
            <p:cNvPr id="147" name="Picture Placeholder 54">
              <a:extLst>
                <a:ext uri="{FF2B5EF4-FFF2-40B4-BE49-F238E27FC236}">
                  <a16:creationId xmlns:a16="http://schemas.microsoft.com/office/drawing/2014/main" id="{94BC4840-EC7D-E028-6C61-24E86631C670}"/>
                </a:ext>
              </a:extLst>
            </p:cNvPr>
            <p:cNvGrpSpPr/>
            <p:nvPr/>
          </p:nvGrpSpPr>
          <p:grpSpPr>
            <a:xfrm>
              <a:off x="1523182" y="2530379"/>
              <a:ext cx="678082" cy="850387"/>
              <a:chOff x="1523182" y="2530379"/>
              <a:chExt cx="678082" cy="850387"/>
            </a:xfrm>
            <a:solidFill>
              <a:srgbClr val="C42828"/>
            </a:solidFill>
          </p:grpSpPr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CF38EF1D-4AB8-3EDA-C665-3501CCED7F72}"/>
                  </a:ext>
                </a:extLst>
              </p:cNvPr>
              <p:cNvSpPr/>
              <p:nvPr/>
            </p:nvSpPr>
            <p:spPr>
              <a:xfrm>
                <a:off x="1566875" y="2530379"/>
                <a:ext cx="634389" cy="842299"/>
              </a:xfrm>
              <a:custGeom>
                <a:avLst/>
                <a:gdLst>
                  <a:gd name="connsiteX0" fmla="*/ 459668 w 634389"/>
                  <a:gd name="connsiteY0" fmla="*/ 842250 h 842299"/>
                  <a:gd name="connsiteX1" fmla="*/ 427712 w 634389"/>
                  <a:gd name="connsiteY1" fmla="*/ 826123 h 842299"/>
                  <a:gd name="connsiteX2" fmla="*/ 436048 w 634389"/>
                  <a:gd name="connsiteY2" fmla="*/ 770598 h 842299"/>
                  <a:gd name="connsiteX3" fmla="*/ 538168 w 634389"/>
                  <a:gd name="connsiteY3" fmla="*/ 694777 h 842299"/>
                  <a:gd name="connsiteX4" fmla="*/ 451530 w 634389"/>
                  <a:gd name="connsiteY4" fmla="*/ 585513 h 842299"/>
                  <a:gd name="connsiteX5" fmla="*/ 409997 w 634389"/>
                  <a:gd name="connsiteY5" fmla="*/ 613896 h 842299"/>
                  <a:gd name="connsiteX6" fmla="*/ 355117 w 634389"/>
                  <a:gd name="connsiteY6" fmla="*/ 603922 h 842299"/>
                  <a:gd name="connsiteX7" fmla="*/ 159115 w 634389"/>
                  <a:gd name="connsiteY7" fmla="*/ 278410 h 842299"/>
                  <a:gd name="connsiteX8" fmla="*/ 182188 w 634389"/>
                  <a:gd name="connsiteY8" fmla="*/ 233355 h 842299"/>
                  <a:gd name="connsiteX9" fmla="*/ 228733 w 634389"/>
                  <a:gd name="connsiteY9" fmla="*/ 213308 h 842299"/>
                  <a:gd name="connsiteX10" fmla="*/ 167054 w 634389"/>
                  <a:gd name="connsiteY10" fmla="*/ 88611 h 842299"/>
                  <a:gd name="connsiteX11" fmla="*/ 52778 w 634389"/>
                  <a:gd name="connsiteY11" fmla="*/ 128407 h 842299"/>
                  <a:gd name="connsiteX12" fmla="*/ 2214 w 634389"/>
                  <a:gd name="connsiteY12" fmla="*/ 103994 h 842299"/>
                  <a:gd name="connsiteX13" fmla="*/ 26627 w 634389"/>
                  <a:gd name="connsiteY13" fmla="*/ 53430 h 842299"/>
                  <a:gd name="connsiteX14" fmla="*/ 173951 w 634389"/>
                  <a:gd name="connsiteY14" fmla="*/ 2222 h 842299"/>
                  <a:gd name="connsiteX15" fmla="*/ 222580 w 634389"/>
                  <a:gd name="connsiteY15" fmla="*/ 22119 h 842299"/>
                  <a:gd name="connsiteX16" fmla="*/ 318348 w 634389"/>
                  <a:gd name="connsiteY16" fmla="*/ 215739 h 842299"/>
                  <a:gd name="connsiteX17" fmla="*/ 320035 w 634389"/>
                  <a:gd name="connsiteY17" fmla="*/ 247050 h 842299"/>
                  <a:gd name="connsiteX18" fmla="*/ 298499 w 634389"/>
                  <a:gd name="connsiteY18" fmla="*/ 269826 h 842299"/>
                  <a:gd name="connsiteX19" fmla="*/ 249226 w 634389"/>
                  <a:gd name="connsiteY19" fmla="*/ 291064 h 842299"/>
                  <a:gd name="connsiteX20" fmla="*/ 397691 w 634389"/>
                  <a:gd name="connsiteY20" fmla="*/ 526266 h 842299"/>
                  <a:gd name="connsiteX21" fmla="*/ 437239 w 634389"/>
                  <a:gd name="connsiteY21" fmla="*/ 499222 h 842299"/>
                  <a:gd name="connsiteX22" fmla="*/ 490730 w 634389"/>
                  <a:gd name="connsiteY22" fmla="*/ 507310 h 842299"/>
                  <a:gd name="connsiteX23" fmla="*/ 625798 w 634389"/>
                  <a:gd name="connsiteY23" fmla="*/ 677609 h 842299"/>
                  <a:gd name="connsiteX24" fmla="*/ 634035 w 634389"/>
                  <a:gd name="connsiteY24" fmla="*/ 707431 h 842299"/>
                  <a:gd name="connsiteX25" fmla="*/ 618355 w 634389"/>
                  <a:gd name="connsiteY25" fmla="*/ 734127 h 842299"/>
                  <a:gd name="connsiteX26" fmla="*/ 483188 w 634389"/>
                  <a:gd name="connsiteY26" fmla="*/ 834509 h 842299"/>
                  <a:gd name="connsiteX27" fmla="*/ 459618 w 634389"/>
                  <a:gd name="connsiteY27" fmla="*/ 842300 h 84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34389" h="842299">
                    <a:moveTo>
                      <a:pt x="459668" y="842250"/>
                    </a:moveTo>
                    <a:cubicBezTo>
                      <a:pt x="447511" y="842250"/>
                      <a:pt x="435502" y="836693"/>
                      <a:pt x="427712" y="826123"/>
                    </a:cubicBezTo>
                    <a:cubicBezTo>
                      <a:pt x="414711" y="808508"/>
                      <a:pt x="418433" y="783648"/>
                      <a:pt x="436048" y="770598"/>
                    </a:cubicBezTo>
                    <a:cubicBezTo>
                      <a:pt x="450389" y="759979"/>
                      <a:pt x="503036" y="720928"/>
                      <a:pt x="538168" y="694777"/>
                    </a:cubicBezTo>
                    <a:lnTo>
                      <a:pt x="451530" y="585513"/>
                    </a:lnTo>
                    <a:lnTo>
                      <a:pt x="409997" y="613896"/>
                    </a:lnTo>
                    <a:cubicBezTo>
                      <a:pt x="392035" y="626152"/>
                      <a:pt x="367572" y="621736"/>
                      <a:pt x="355117" y="603922"/>
                    </a:cubicBezTo>
                    <a:cubicBezTo>
                      <a:pt x="324898" y="560851"/>
                      <a:pt x="173406" y="342818"/>
                      <a:pt x="159115" y="278410"/>
                    </a:cubicBezTo>
                    <a:cubicBezTo>
                      <a:pt x="154996" y="259802"/>
                      <a:pt x="164672" y="240897"/>
                      <a:pt x="182188" y="233355"/>
                    </a:cubicBezTo>
                    <a:lnTo>
                      <a:pt x="228733" y="213308"/>
                    </a:lnTo>
                    <a:lnTo>
                      <a:pt x="167054" y="88611"/>
                    </a:lnTo>
                    <a:lnTo>
                      <a:pt x="52778" y="128407"/>
                    </a:lnTo>
                    <a:cubicBezTo>
                      <a:pt x="32036" y="135652"/>
                      <a:pt x="9459" y="124685"/>
                      <a:pt x="2214" y="103994"/>
                    </a:cubicBezTo>
                    <a:cubicBezTo>
                      <a:pt x="-4981" y="83302"/>
                      <a:pt x="5936" y="60675"/>
                      <a:pt x="26627" y="53430"/>
                    </a:cubicBezTo>
                    <a:lnTo>
                      <a:pt x="173951" y="2222"/>
                    </a:lnTo>
                    <a:cubicBezTo>
                      <a:pt x="192857" y="-4378"/>
                      <a:pt x="213698" y="4157"/>
                      <a:pt x="222580" y="22119"/>
                    </a:cubicBezTo>
                    <a:lnTo>
                      <a:pt x="318348" y="215739"/>
                    </a:lnTo>
                    <a:cubicBezTo>
                      <a:pt x="323161" y="225515"/>
                      <a:pt x="323756" y="236828"/>
                      <a:pt x="320035" y="247050"/>
                    </a:cubicBezTo>
                    <a:cubicBezTo>
                      <a:pt x="316264" y="257272"/>
                      <a:pt x="308473" y="265509"/>
                      <a:pt x="298499" y="269826"/>
                    </a:cubicBezTo>
                    <a:lnTo>
                      <a:pt x="249226" y="291064"/>
                    </a:lnTo>
                    <a:cubicBezTo>
                      <a:pt x="275227" y="341677"/>
                      <a:pt x="336261" y="437048"/>
                      <a:pt x="397691" y="526266"/>
                    </a:cubicBezTo>
                    <a:lnTo>
                      <a:pt x="437239" y="499222"/>
                    </a:lnTo>
                    <a:cubicBezTo>
                      <a:pt x="454408" y="487462"/>
                      <a:pt x="477779" y="490985"/>
                      <a:pt x="490730" y="507310"/>
                    </a:cubicBezTo>
                    <a:lnTo>
                      <a:pt x="625798" y="677609"/>
                    </a:lnTo>
                    <a:cubicBezTo>
                      <a:pt x="632497" y="686044"/>
                      <a:pt x="635474" y="696812"/>
                      <a:pt x="634035" y="707431"/>
                    </a:cubicBezTo>
                    <a:cubicBezTo>
                      <a:pt x="632646" y="718099"/>
                      <a:pt x="626989" y="727726"/>
                      <a:pt x="618355" y="734127"/>
                    </a:cubicBezTo>
                    <a:cubicBezTo>
                      <a:pt x="618355" y="734127"/>
                      <a:pt x="505269" y="818184"/>
                      <a:pt x="483188" y="834509"/>
                    </a:cubicBezTo>
                    <a:cubicBezTo>
                      <a:pt x="476092" y="839769"/>
                      <a:pt x="467805" y="842300"/>
                      <a:pt x="459618" y="84230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7B9D2BD-36B8-0972-DEE1-29339903DB9F}"/>
                  </a:ext>
                </a:extLst>
              </p:cNvPr>
              <p:cNvSpPr/>
              <p:nvPr/>
            </p:nvSpPr>
            <p:spPr>
              <a:xfrm>
                <a:off x="1523182" y="2582023"/>
                <a:ext cx="546048" cy="798744"/>
              </a:xfrm>
              <a:custGeom>
                <a:avLst/>
                <a:gdLst>
                  <a:gd name="connsiteX0" fmla="*/ 477111 w 546048"/>
                  <a:gd name="connsiteY0" fmla="*/ 798695 h 798744"/>
                  <a:gd name="connsiteX1" fmla="*/ 376331 w 546048"/>
                  <a:gd name="connsiteY1" fmla="*/ 751654 h 798744"/>
                  <a:gd name="connsiteX2" fmla="*/ 7996 w 546048"/>
                  <a:gd name="connsiteY2" fmla="*/ 143801 h 798744"/>
                  <a:gd name="connsiteX3" fmla="*/ 13256 w 546048"/>
                  <a:gd name="connsiteY3" fmla="*/ 46296 h 798744"/>
                  <a:gd name="connsiteX4" fmla="*/ 78904 w 546048"/>
                  <a:gd name="connsiteY4" fmla="*/ 0 h 798744"/>
                  <a:gd name="connsiteX5" fmla="*/ 93741 w 546048"/>
                  <a:gd name="connsiteY5" fmla="*/ 78004 h 798744"/>
                  <a:gd name="connsiteX6" fmla="*/ 94634 w 546048"/>
                  <a:gd name="connsiteY6" fmla="*/ 77805 h 798744"/>
                  <a:gd name="connsiteX7" fmla="*/ 81485 w 546048"/>
                  <a:gd name="connsiteY7" fmla="*/ 86886 h 798744"/>
                  <a:gd name="connsiteX8" fmla="*/ 83420 w 546048"/>
                  <a:gd name="connsiteY8" fmla="*/ 118990 h 798744"/>
                  <a:gd name="connsiteX9" fmla="*/ 434983 w 546048"/>
                  <a:gd name="connsiteY9" fmla="*/ 698113 h 798744"/>
                  <a:gd name="connsiteX10" fmla="*/ 483065 w 546048"/>
                  <a:gd name="connsiteY10" fmla="*/ 718408 h 798744"/>
                  <a:gd name="connsiteX11" fmla="*/ 538293 w 546048"/>
                  <a:gd name="connsiteY11" fmla="*/ 726993 h 798744"/>
                  <a:gd name="connsiteX12" fmla="*/ 529957 w 546048"/>
                  <a:gd name="connsiteY12" fmla="*/ 782518 h 798744"/>
                  <a:gd name="connsiteX13" fmla="*/ 477111 w 546048"/>
                  <a:gd name="connsiteY13" fmla="*/ 798744 h 798744"/>
                  <a:gd name="connsiteX14" fmla="*/ 483214 w 546048"/>
                  <a:gd name="connsiteY14" fmla="*/ 718309 h 798744"/>
                  <a:gd name="connsiteX15" fmla="*/ 483214 w 546048"/>
                  <a:gd name="connsiteY15" fmla="*/ 718309 h 79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6048" h="798744">
                    <a:moveTo>
                      <a:pt x="477111" y="798695"/>
                    </a:moveTo>
                    <a:cubicBezTo>
                      <a:pt x="442327" y="798695"/>
                      <a:pt x="404119" y="782072"/>
                      <a:pt x="376331" y="751654"/>
                    </a:cubicBezTo>
                    <a:cubicBezTo>
                      <a:pt x="263493" y="628049"/>
                      <a:pt x="29780" y="210193"/>
                      <a:pt x="7996" y="143801"/>
                    </a:cubicBezTo>
                    <a:cubicBezTo>
                      <a:pt x="-7436" y="96810"/>
                      <a:pt x="2339" y="64854"/>
                      <a:pt x="13256" y="46296"/>
                    </a:cubicBezTo>
                    <a:cubicBezTo>
                      <a:pt x="35039" y="9329"/>
                      <a:pt x="74488" y="844"/>
                      <a:pt x="78904" y="0"/>
                    </a:cubicBezTo>
                    <a:lnTo>
                      <a:pt x="93741" y="78004"/>
                    </a:lnTo>
                    <a:lnTo>
                      <a:pt x="94634" y="77805"/>
                    </a:lnTo>
                    <a:cubicBezTo>
                      <a:pt x="94634" y="77805"/>
                      <a:pt x="85156" y="80286"/>
                      <a:pt x="81485" y="86886"/>
                    </a:cubicBezTo>
                    <a:cubicBezTo>
                      <a:pt x="78061" y="93088"/>
                      <a:pt x="78755" y="104799"/>
                      <a:pt x="83420" y="118990"/>
                    </a:cubicBezTo>
                    <a:cubicBezTo>
                      <a:pt x="100291" y="170348"/>
                      <a:pt x="328546" y="581505"/>
                      <a:pt x="434983" y="698113"/>
                    </a:cubicBezTo>
                    <a:cubicBezTo>
                      <a:pt x="454236" y="719252"/>
                      <a:pt x="477855" y="720740"/>
                      <a:pt x="483065" y="718408"/>
                    </a:cubicBezTo>
                    <a:cubicBezTo>
                      <a:pt x="500681" y="705656"/>
                      <a:pt x="525342" y="709427"/>
                      <a:pt x="538293" y="726993"/>
                    </a:cubicBezTo>
                    <a:cubicBezTo>
                      <a:pt x="551294" y="744608"/>
                      <a:pt x="547572" y="769468"/>
                      <a:pt x="529957" y="782518"/>
                    </a:cubicBezTo>
                    <a:cubicBezTo>
                      <a:pt x="515071" y="793484"/>
                      <a:pt x="496661" y="798744"/>
                      <a:pt x="477111" y="798744"/>
                    </a:cubicBezTo>
                    <a:close/>
                    <a:moveTo>
                      <a:pt x="483214" y="718309"/>
                    </a:moveTo>
                    <a:lnTo>
                      <a:pt x="483214" y="718309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CCFB40B7-7489-C722-2502-2542E4B9DE4C}"/>
                </a:ext>
              </a:extLst>
            </p:cNvPr>
            <p:cNvSpPr/>
            <p:nvPr/>
          </p:nvSpPr>
          <p:spPr>
            <a:xfrm>
              <a:off x="1936133" y="2632338"/>
              <a:ext cx="390316" cy="352654"/>
            </a:xfrm>
            <a:custGeom>
              <a:avLst/>
              <a:gdLst>
                <a:gd name="connsiteX0" fmla="*/ 128915 w 390316"/>
                <a:gd name="connsiteY0" fmla="*/ 352654 h 352654"/>
                <a:gd name="connsiteX1" fmla="*/ 113483 w 390316"/>
                <a:gd name="connsiteY1" fmla="*/ 349528 h 352654"/>
                <a:gd name="connsiteX2" fmla="*/ 89218 w 390316"/>
                <a:gd name="connsiteY2" fmla="*/ 312958 h 352654"/>
                <a:gd name="connsiteX3" fmla="*/ 89218 w 390316"/>
                <a:gd name="connsiteY3" fmla="*/ 294350 h 352654"/>
                <a:gd name="connsiteX4" fmla="*/ 39697 w 390316"/>
                <a:gd name="connsiteY4" fmla="*/ 294350 h 352654"/>
                <a:gd name="connsiteX5" fmla="*/ 0 w 390316"/>
                <a:gd name="connsiteY5" fmla="*/ 254653 h 352654"/>
                <a:gd name="connsiteX6" fmla="*/ 0 w 390316"/>
                <a:gd name="connsiteY6" fmla="*/ 39697 h 352654"/>
                <a:gd name="connsiteX7" fmla="*/ 39697 w 390316"/>
                <a:gd name="connsiteY7" fmla="*/ 0 h 352654"/>
                <a:gd name="connsiteX8" fmla="*/ 350620 w 390316"/>
                <a:gd name="connsiteY8" fmla="*/ 0 h 352654"/>
                <a:gd name="connsiteX9" fmla="*/ 390317 w 390316"/>
                <a:gd name="connsiteY9" fmla="*/ 39697 h 352654"/>
                <a:gd name="connsiteX10" fmla="*/ 390317 w 390316"/>
                <a:gd name="connsiteY10" fmla="*/ 254653 h 352654"/>
                <a:gd name="connsiteX11" fmla="*/ 350620 w 390316"/>
                <a:gd name="connsiteY11" fmla="*/ 294350 h 352654"/>
                <a:gd name="connsiteX12" fmla="*/ 204884 w 390316"/>
                <a:gd name="connsiteY12" fmla="*/ 294350 h 352654"/>
                <a:gd name="connsiteX13" fmla="*/ 156653 w 390316"/>
                <a:gd name="connsiteY13" fmla="*/ 341390 h 352654"/>
                <a:gd name="connsiteX14" fmla="*/ 128915 w 390316"/>
                <a:gd name="connsiteY14" fmla="*/ 352654 h 352654"/>
                <a:gd name="connsiteX15" fmla="*/ 79393 w 390316"/>
                <a:gd name="connsiteY15" fmla="*/ 214957 h 352654"/>
                <a:gd name="connsiteX16" fmla="*/ 128915 w 390316"/>
                <a:gd name="connsiteY16" fmla="*/ 214957 h 352654"/>
                <a:gd name="connsiteX17" fmla="*/ 158737 w 390316"/>
                <a:gd name="connsiteY17" fmla="*/ 228454 h 352654"/>
                <a:gd name="connsiteX18" fmla="*/ 161019 w 390316"/>
                <a:gd name="connsiteY18" fmla="*/ 226270 h 352654"/>
                <a:gd name="connsiteX19" fmla="*/ 188757 w 390316"/>
                <a:gd name="connsiteY19" fmla="*/ 215006 h 352654"/>
                <a:gd name="connsiteX20" fmla="*/ 310924 w 390316"/>
                <a:gd name="connsiteY20" fmla="*/ 215006 h 352654"/>
                <a:gd name="connsiteX21" fmla="*/ 310924 w 390316"/>
                <a:gd name="connsiteY21" fmla="*/ 79443 h 352654"/>
                <a:gd name="connsiteX22" fmla="*/ 79393 w 390316"/>
                <a:gd name="connsiteY22" fmla="*/ 79443 h 352654"/>
                <a:gd name="connsiteX23" fmla="*/ 79393 w 390316"/>
                <a:gd name="connsiteY23" fmla="*/ 215006 h 35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0316" h="352654">
                  <a:moveTo>
                    <a:pt x="128915" y="352654"/>
                  </a:moveTo>
                  <a:cubicBezTo>
                    <a:pt x="123705" y="352654"/>
                    <a:pt x="118494" y="351612"/>
                    <a:pt x="113483" y="349528"/>
                  </a:cubicBezTo>
                  <a:cubicBezTo>
                    <a:pt x="98795" y="343326"/>
                    <a:pt x="89218" y="328936"/>
                    <a:pt x="89218" y="312958"/>
                  </a:cubicBezTo>
                  <a:lnTo>
                    <a:pt x="89218" y="294350"/>
                  </a:lnTo>
                  <a:lnTo>
                    <a:pt x="39697" y="294350"/>
                  </a:lnTo>
                  <a:cubicBezTo>
                    <a:pt x="17764" y="294350"/>
                    <a:pt x="0" y="276586"/>
                    <a:pt x="0" y="25465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350620" y="0"/>
                  </a:lnTo>
                  <a:cubicBezTo>
                    <a:pt x="372553" y="0"/>
                    <a:pt x="390317" y="17764"/>
                    <a:pt x="390317" y="39697"/>
                  </a:cubicBezTo>
                  <a:lnTo>
                    <a:pt x="390317" y="254653"/>
                  </a:lnTo>
                  <a:cubicBezTo>
                    <a:pt x="390317" y="276586"/>
                    <a:pt x="372553" y="294350"/>
                    <a:pt x="350620" y="294350"/>
                  </a:cubicBezTo>
                  <a:lnTo>
                    <a:pt x="204884" y="294350"/>
                  </a:lnTo>
                  <a:lnTo>
                    <a:pt x="156653" y="341390"/>
                  </a:lnTo>
                  <a:cubicBezTo>
                    <a:pt x="149110" y="348784"/>
                    <a:pt x="139087" y="352654"/>
                    <a:pt x="128915" y="352654"/>
                  </a:cubicBezTo>
                  <a:close/>
                  <a:moveTo>
                    <a:pt x="79393" y="214957"/>
                  </a:moveTo>
                  <a:lnTo>
                    <a:pt x="128915" y="214957"/>
                  </a:lnTo>
                  <a:cubicBezTo>
                    <a:pt x="140774" y="214957"/>
                    <a:pt x="151442" y="220167"/>
                    <a:pt x="158737" y="228454"/>
                  </a:cubicBezTo>
                  <a:lnTo>
                    <a:pt x="161019" y="226270"/>
                  </a:lnTo>
                  <a:cubicBezTo>
                    <a:pt x="168413" y="219026"/>
                    <a:pt x="178387" y="215006"/>
                    <a:pt x="188757" y="215006"/>
                  </a:cubicBezTo>
                  <a:lnTo>
                    <a:pt x="310924" y="215006"/>
                  </a:lnTo>
                  <a:lnTo>
                    <a:pt x="310924" y="79443"/>
                  </a:lnTo>
                  <a:lnTo>
                    <a:pt x="79393" y="79443"/>
                  </a:lnTo>
                  <a:lnTo>
                    <a:pt x="79393" y="21500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E08AC6E-67F2-FD07-6DC7-A781C1741BB7}"/>
              </a:ext>
            </a:extLst>
          </p:cNvPr>
          <p:cNvGrpSpPr/>
          <p:nvPr/>
        </p:nvGrpSpPr>
        <p:grpSpPr>
          <a:xfrm>
            <a:off x="2949290" y="2531258"/>
            <a:ext cx="583566" cy="828668"/>
            <a:chOff x="2949290" y="2531258"/>
            <a:chExt cx="583566" cy="828668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85B22334-3132-1651-7F11-BD83F7E82CEA}"/>
                </a:ext>
              </a:extLst>
            </p:cNvPr>
            <p:cNvSpPr/>
            <p:nvPr/>
          </p:nvSpPr>
          <p:spPr>
            <a:xfrm>
              <a:off x="2951897" y="3280533"/>
              <a:ext cx="580959" cy="79393"/>
            </a:xfrm>
            <a:custGeom>
              <a:avLst/>
              <a:gdLst>
                <a:gd name="connsiteX0" fmla="*/ 541263 w 580959"/>
                <a:gd name="connsiteY0" fmla="*/ 79393 h 79393"/>
                <a:gd name="connsiteX1" fmla="*/ 39697 w 580959"/>
                <a:gd name="connsiteY1" fmla="*/ 79393 h 79393"/>
                <a:gd name="connsiteX2" fmla="*/ 0 w 580959"/>
                <a:gd name="connsiteY2" fmla="*/ 39697 h 79393"/>
                <a:gd name="connsiteX3" fmla="*/ 39697 w 580959"/>
                <a:gd name="connsiteY3" fmla="*/ 0 h 79393"/>
                <a:gd name="connsiteX4" fmla="*/ 541263 w 580959"/>
                <a:gd name="connsiteY4" fmla="*/ 0 h 79393"/>
                <a:gd name="connsiteX5" fmla="*/ 580960 w 580959"/>
                <a:gd name="connsiteY5" fmla="*/ 39697 h 79393"/>
                <a:gd name="connsiteX6" fmla="*/ 541263 w 5809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959" h="79393">
                  <a:moveTo>
                    <a:pt x="54126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41263" y="0"/>
                  </a:lnTo>
                  <a:cubicBezTo>
                    <a:pt x="563195" y="0"/>
                    <a:pt x="580960" y="17764"/>
                    <a:pt x="580960" y="39697"/>
                  </a:cubicBezTo>
                  <a:cubicBezTo>
                    <a:pt x="580960" y="61629"/>
                    <a:pt x="563195" y="79393"/>
                    <a:pt x="54126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" name="Picture Placeholder 56">
              <a:extLst>
                <a:ext uri="{FF2B5EF4-FFF2-40B4-BE49-F238E27FC236}">
                  <a16:creationId xmlns:a16="http://schemas.microsoft.com/office/drawing/2014/main" id="{5F04F209-CE97-C952-2076-BEDD089CF5F8}"/>
                </a:ext>
              </a:extLst>
            </p:cNvPr>
            <p:cNvGrpSpPr/>
            <p:nvPr/>
          </p:nvGrpSpPr>
          <p:grpSpPr>
            <a:xfrm>
              <a:off x="2949290" y="2531258"/>
              <a:ext cx="458841" cy="828618"/>
              <a:chOff x="2949290" y="2531258"/>
              <a:chExt cx="458841" cy="828618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5110EC6-ADD4-68F6-1772-E968C64D7D2F}"/>
                  </a:ext>
                </a:extLst>
              </p:cNvPr>
              <p:cNvSpPr/>
              <p:nvPr/>
            </p:nvSpPr>
            <p:spPr>
              <a:xfrm>
                <a:off x="2949290" y="2531258"/>
                <a:ext cx="458841" cy="828618"/>
              </a:xfrm>
              <a:custGeom>
                <a:avLst/>
                <a:gdLst>
                  <a:gd name="connsiteX0" fmla="*/ 39674 w 458841"/>
                  <a:gd name="connsiteY0" fmla="*/ 828618 h 828618"/>
                  <a:gd name="connsiteX1" fmla="*/ 20124 w 458841"/>
                  <a:gd name="connsiteY1" fmla="*/ 823458 h 828618"/>
                  <a:gd name="connsiteX2" fmla="*/ 77 w 458841"/>
                  <a:gd name="connsiteY2" fmla="*/ 786441 h 828618"/>
                  <a:gd name="connsiteX3" fmla="*/ 7272 w 458841"/>
                  <a:gd name="connsiteY3" fmla="*/ 670576 h 828618"/>
                  <a:gd name="connsiteX4" fmla="*/ 10497 w 458841"/>
                  <a:gd name="connsiteY4" fmla="*/ 657179 h 828618"/>
                  <a:gd name="connsiteX5" fmla="*/ 286637 w 458841"/>
                  <a:gd name="connsiteY5" fmla="*/ 23820 h 828618"/>
                  <a:gd name="connsiteX6" fmla="*/ 309214 w 458841"/>
                  <a:gd name="connsiteY6" fmla="*/ 2483 h 828618"/>
                  <a:gd name="connsiteX7" fmla="*/ 340277 w 458841"/>
                  <a:gd name="connsiteY7" fmla="*/ 3972 h 828618"/>
                  <a:gd name="connsiteX8" fmla="*/ 436392 w 458841"/>
                  <a:gd name="connsiteY8" fmla="*/ 50417 h 828618"/>
                  <a:gd name="connsiteX9" fmla="*/ 455546 w 458841"/>
                  <a:gd name="connsiteY9" fmla="*/ 101973 h 828618"/>
                  <a:gd name="connsiteX10" fmla="*/ 181540 w 458841"/>
                  <a:gd name="connsiteY10" fmla="*/ 732106 h 828618"/>
                  <a:gd name="connsiteX11" fmla="*/ 167646 w 458841"/>
                  <a:gd name="connsiteY11" fmla="*/ 748977 h 828618"/>
                  <a:gd name="connsiteX12" fmla="*/ 62202 w 458841"/>
                  <a:gd name="connsiteY12" fmla="*/ 821622 h 828618"/>
                  <a:gd name="connsiteX13" fmla="*/ 39674 w 458841"/>
                  <a:gd name="connsiteY13" fmla="*/ 828618 h 828618"/>
                  <a:gd name="connsiteX14" fmla="*/ 145118 w 458841"/>
                  <a:gd name="connsiteY14" fmla="*/ 716277 h 828618"/>
                  <a:gd name="connsiteX15" fmla="*/ 145118 w 458841"/>
                  <a:gd name="connsiteY15" fmla="*/ 716277 h 828618"/>
                  <a:gd name="connsiteX16" fmla="*/ 145118 w 458841"/>
                  <a:gd name="connsiteY16" fmla="*/ 716277 h 828618"/>
                  <a:gd name="connsiteX17" fmla="*/ 86070 w 458841"/>
                  <a:gd name="connsiteY17" fmla="*/ 682485 h 828618"/>
                  <a:gd name="connsiteX18" fmla="*/ 84383 w 458841"/>
                  <a:gd name="connsiteY18" fmla="*/ 709925 h 828618"/>
                  <a:gd name="connsiteX19" fmla="*/ 113262 w 458841"/>
                  <a:gd name="connsiteY19" fmla="*/ 690028 h 828618"/>
                  <a:gd name="connsiteX20" fmla="*/ 367518 w 458841"/>
                  <a:gd name="connsiteY20" fmla="*/ 105297 h 828618"/>
                  <a:gd name="connsiteX21" fmla="*/ 342907 w 458841"/>
                  <a:gd name="connsiteY21" fmla="*/ 93388 h 828618"/>
                  <a:gd name="connsiteX22" fmla="*/ 86070 w 458841"/>
                  <a:gd name="connsiteY22" fmla="*/ 682535 h 828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58841" h="828618">
                    <a:moveTo>
                      <a:pt x="39674" y="828618"/>
                    </a:moveTo>
                    <a:cubicBezTo>
                      <a:pt x="32975" y="828618"/>
                      <a:pt x="26227" y="826931"/>
                      <a:pt x="20124" y="823458"/>
                    </a:cubicBezTo>
                    <a:cubicBezTo>
                      <a:pt x="6925" y="815965"/>
                      <a:pt x="-866" y="801625"/>
                      <a:pt x="77" y="786441"/>
                    </a:cubicBezTo>
                    <a:lnTo>
                      <a:pt x="7272" y="670576"/>
                    </a:lnTo>
                    <a:cubicBezTo>
                      <a:pt x="7570" y="665962"/>
                      <a:pt x="8661" y="661396"/>
                      <a:pt x="10497" y="657179"/>
                    </a:cubicBezTo>
                    <a:lnTo>
                      <a:pt x="286637" y="23820"/>
                    </a:lnTo>
                    <a:cubicBezTo>
                      <a:pt x="290954" y="13946"/>
                      <a:pt x="299091" y="6205"/>
                      <a:pt x="309214" y="2483"/>
                    </a:cubicBezTo>
                    <a:cubicBezTo>
                      <a:pt x="319337" y="-1288"/>
                      <a:pt x="330551" y="-742"/>
                      <a:pt x="340277" y="3972"/>
                    </a:cubicBezTo>
                    <a:lnTo>
                      <a:pt x="436392" y="50417"/>
                    </a:lnTo>
                    <a:cubicBezTo>
                      <a:pt x="455595" y="59696"/>
                      <a:pt x="464031" y="82472"/>
                      <a:pt x="455546" y="101973"/>
                    </a:cubicBezTo>
                    <a:lnTo>
                      <a:pt x="181540" y="732106"/>
                    </a:lnTo>
                    <a:cubicBezTo>
                      <a:pt x="178563" y="738904"/>
                      <a:pt x="173749" y="744759"/>
                      <a:pt x="167646" y="748977"/>
                    </a:cubicBezTo>
                    <a:lnTo>
                      <a:pt x="62202" y="821622"/>
                    </a:lnTo>
                    <a:cubicBezTo>
                      <a:pt x="55454" y="826286"/>
                      <a:pt x="47564" y="828618"/>
                      <a:pt x="39674" y="828618"/>
                    </a:cubicBezTo>
                    <a:close/>
                    <a:moveTo>
                      <a:pt x="145118" y="716277"/>
                    </a:moveTo>
                    <a:lnTo>
                      <a:pt x="145118" y="716277"/>
                    </a:lnTo>
                    <a:lnTo>
                      <a:pt x="145118" y="716277"/>
                    </a:lnTo>
                    <a:close/>
                    <a:moveTo>
                      <a:pt x="86070" y="682485"/>
                    </a:moveTo>
                    <a:lnTo>
                      <a:pt x="84383" y="709925"/>
                    </a:lnTo>
                    <a:lnTo>
                      <a:pt x="113262" y="690028"/>
                    </a:lnTo>
                    <a:lnTo>
                      <a:pt x="367518" y="105297"/>
                    </a:lnTo>
                    <a:lnTo>
                      <a:pt x="342907" y="93388"/>
                    </a:lnTo>
                    <a:lnTo>
                      <a:pt x="86070" y="682535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957577BB-D313-8CE3-42DA-75982156A1B3}"/>
                  </a:ext>
                </a:extLst>
              </p:cNvPr>
              <p:cNvSpPr/>
              <p:nvPr/>
            </p:nvSpPr>
            <p:spPr>
              <a:xfrm>
                <a:off x="3178454" y="2649445"/>
                <a:ext cx="181833" cy="122624"/>
              </a:xfrm>
              <a:custGeom>
                <a:avLst/>
                <a:gdLst>
                  <a:gd name="connsiteX0" fmla="*/ 142125 w 181833"/>
                  <a:gd name="connsiteY0" fmla="*/ 122624 h 122624"/>
                  <a:gd name="connsiteX1" fmla="*/ 126693 w 181833"/>
                  <a:gd name="connsiteY1" fmla="*/ 119498 h 122624"/>
                  <a:gd name="connsiteX2" fmla="*/ 24276 w 181833"/>
                  <a:gd name="connsiteY2" fmla="*/ 76279 h 122624"/>
                  <a:gd name="connsiteX3" fmla="*/ 3138 w 181833"/>
                  <a:gd name="connsiteY3" fmla="*/ 24276 h 122624"/>
                  <a:gd name="connsiteX4" fmla="*/ 55140 w 181833"/>
                  <a:gd name="connsiteY4" fmla="*/ 3138 h 122624"/>
                  <a:gd name="connsiteX5" fmla="*/ 157558 w 181833"/>
                  <a:gd name="connsiteY5" fmla="*/ 46357 h 122624"/>
                  <a:gd name="connsiteX6" fmla="*/ 178696 w 181833"/>
                  <a:gd name="connsiteY6" fmla="*/ 98360 h 122624"/>
                  <a:gd name="connsiteX7" fmla="*/ 142125 w 181833"/>
                  <a:gd name="connsiteY7" fmla="*/ 122624 h 122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1833" h="122624">
                    <a:moveTo>
                      <a:pt x="142125" y="122624"/>
                    </a:moveTo>
                    <a:cubicBezTo>
                      <a:pt x="136965" y="122624"/>
                      <a:pt x="131755" y="121632"/>
                      <a:pt x="126693" y="119498"/>
                    </a:cubicBezTo>
                    <a:lnTo>
                      <a:pt x="24276" y="76279"/>
                    </a:lnTo>
                    <a:cubicBezTo>
                      <a:pt x="4081" y="67744"/>
                      <a:pt x="-5397" y="44472"/>
                      <a:pt x="3138" y="24276"/>
                    </a:cubicBezTo>
                    <a:cubicBezTo>
                      <a:pt x="11673" y="4081"/>
                      <a:pt x="34945" y="-5397"/>
                      <a:pt x="55140" y="3138"/>
                    </a:cubicBezTo>
                    <a:lnTo>
                      <a:pt x="157558" y="46357"/>
                    </a:lnTo>
                    <a:cubicBezTo>
                      <a:pt x="177753" y="54892"/>
                      <a:pt x="187231" y="78164"/>
                      <a:pt x="178696" y="98360"/>
                    </a:cubicBezTo>
                    <a:cubicBezTo>
                      <a:pt x="172295" y="113494"/>
                      <a:pt x="157607" y="122624"/>
                      <a:pt x="142125" y="12262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33C0F2ED-2392-C677-10F2-3AC862688275}"/>
                  </a:ext>
                </a:extLst>
              </p:cNvPr>
              <p:cNvSpPr/>
              <p:nvPr/>
            </p:nvSpPr>
            <p:spPr>
              <a:xfrm>
                <a:off x="2989686" y="3091754"/>
                <a:ext cx="176496" cy="122585"/>
              </a:xfrm>
              <a:custGeom>
                <a:avLst/>
                <a:gdLst>
                  <a:gd name="connsiteX0" fmla="*/ 136728 w 176496"/>
                  <a:gd name="connsiteY0" fmla="*/ 122585 h 122585"/>
                  <a:gd name="connsiteX1" fmla="*/ 120650 w 176496"/>
                  <a:gd name="connsiteY1" fmla="*/ 119162 h 122585"/>
                  <a:gd name="connsiteX2" fmla="*/ 23592 w 176496"/>
                  <a:gd name="connsiteY2" fmla="*/ 75992 h 122585"/>
                  <a:gd name="connsiteX3" fmla="*/ 3446 w 176496"/>
                  <a:gd name="connsiteY3" fmla="*/ 23592 h 122585"/>
                  <a:gd name="connsiteX4" fmla="*/ 55846 w 176496"/>
                  <a:gd name="connsiteY4" fmla="*/ 3446 h 122585"/>
                  <a:gd name="connsiteX5" fmla="*/ 152904 w 176496"/>
                  <a:gd name="connsiteY5" fmla="*/ 46616 h 122585"/>
                  <a:gd name="connsiteX6" fmla="*/ 173050 w 176496"/>
                  <a:gd name="connsiteY6" fmla="*/ 99016 h 122585"/>
                  <a:gd name="connsiteX7" fmla="*/ 136777 w 176496"/>
                  <a:gd name="connsiteY7" fmla="*/ 122585 h 122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6496" h="122585">
                    <a:moveTo>
                      <a:pt x="136728" y="122585"/>
                    </a:moveTo>
                    <a:cubicBezTo>
                      <a:pt x="131319" y="122585"/>
                      <a:pt x="125861" y="121494"/>
                      <a:pt x="120650" y="119162"/>
                    </a:cubicBezTo>
                    <a:lnTo>
                      <a:pt x="23592" y="75992"/>
                    </a:lnTo>
                    <a:cubicBezTo>
                      <a:pt x="3545" y="67110"/>
                      <a:pt x="-5486" y="43639"/>
                      <a:pt x="3446" y="23592"/>
                    </a:cubicBezTo>
                    <a:cubicBezTo>
                      <a:pt x="12328" y="3545"/>
                      <a:pt x="35799" y="-5486"/>
                      <a:pt x="55846" y="3446"/>
                    </a:cubicBezTo>
                    <a:lnTo>
                      <a:pt x="152904" y="46616"/>
                    </a:lnTo>
                    <a:cubicBezTo>
                      <a:pt x="172951" y="55498"/>
                      <a:pt x="181982" y="78969"/>
                      <a:pt x="173050" y="99016"/>
                    </a:cubicBezTo>
                    <a:cubicBezTo>
                      <a:pt x="166450" y="113803"/>
                      <a:pt x="151961" y="122585"/>
                      <a:pt x="136777" y="12258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900EF7B9-B3F1-668E-7E1A-2C4943D66133}"/>
              </a:ext>
            </a:extLst>
          </p:cNvPr>
          <p:cNvGrpSpPr/>
          <p:nvPr/>
        </p:nvGrpSpPr>
        <p:grpSpPr>
          <a:xfrm>
            <a:off x="4145423" y="2583859"/>
            <a:ext cx="828669" cy="743416"/>
            <a:chOff x="4145423" y="2583859"/>
            <a:chExt cx="828669" cy="743416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A97875A-06C9-A5A3-4FB9-E5E609648FD1}"/>
                </a:ext>
              </a:extLst>
            </p:cNvPr>
            <p:cNvSpPr/>
            <p:nvPr/>
          </p:nvSpPr>
          <p:spPr>
            <a:xfrm>
              <a:off x="4145423" y="2583859"/>
              <a:ext cx="632190" cy="743367"/>
            </a:xfrm>
            <a:custGeom>
              <a:avLst/>
              <a:gdLst>
                <a:gd name="connsiteX0" fmla="*/ 382060 w 632190"/>
                <a:gd name="connsiteY0" fmla="*/ 743318 h 743367"/>
                <a:gd name="connsiteX1" fmla="*/ 165267 w 632190"/>
                <a:gd name="connsiteY1" fmla="*/ 743318 h 743367"/>
                <a:gd name="connsiteX2" fmla="*/ 115398 w 632190"/>
                <a:gd name="connsiteY2" fmla="*/ 696923 h 743367"/>
                <a:gd name="connsiteX3" fmla="*/ 109097 w 632190"/>
                <a:gd name="connsiteY3" fmla="*/ 606762 h 743367"/>
                <a:gd name="connsiteX4" fmla="*/ 75652 w 632190"/>
                <a:gd name="connsiteY4" fmla="*/ 523151 h 743367"/>
                <a:gd name="connsiteX5" fmla="*/ 6580 w 632190"/>
                <a:gd name="connsiteY5" fmla="*/ 357616 h 743367"/>
                <a:gd name="connsiteX6" fmla="*/ 179 w 632190"/>
                <a:gd name="connsiteY6" fmla="*/ 271773 h 743367"/>
                <a:gd name="connsiteX7" fmla="*/ 83939 w 632190"/>
                <a:gd name="connsiteY7" fmla="*/ 76465 h 743367"/>
                <a:gd name="connsiteX8" fmla="*/ 283216 w 632190"/>
                <a:gd name="connsiteY8" fmla="*/ 0 h 743367"/>
                <a:gd name="connsiteX9" fmla="*/ 500555 w 632190"/>
                <a:gd name="connsiteY9" fmla="*/ 80534 h 743367"/>
                <a:gd name="connsiteX10" fmla="*/ 580791 w 632190"/>
                <a:gd name="connsiteY10" fmla="*/ 289338 h 743367"/>
                <a:gd name="connsiteX11" fmla="*/ 627633 w 632190"/>
                <a:gd name="connsiteY11" fmla="*/ 424455 h 743367"/>
                <a:gd name="connsiteX12" fmla="*/ 620091 w 632190"/>
                <a:gd name="connsiteY12" fmla="*/ 488962 h 743367"/>
                <a:gd name="connsiteX13" fmla="*/ 561439 w 632190"/>
                <a:gd name="connsiteY13" fmla="*/ 520174 h 743367"/>
                <a:gd name="connsiteX14" fmla="*/ 552706 w 632190"/>
                <a:gd name="connsiteY14" fmla="*/ 520174 h 743367"/>
                <a:gd name="connsiteX15" fmla="*/ 542435 w 632190"/>
                <a:gd name="connsiteY15" fmla="*/ 587261 h 743367"/>
                <a:gd name="connsiteX16" fmla="*/ 456888 w 632190"/>
                <a:gd name="connsiteY16" fmla="*/ 660749 h 743367"/>
                <a:gd name="connsiteX17" fmla="*/ 432177 w 632190"/>
                <a:gd name="connsiteY17" fmla="*/ 660749 h 743367"/>
                <a:gd name="connsiteX18" fmla="*/ 432028 w 632190"/>
                <a:gd name="connsiteY18" fmla="*/ 693548 h 743367"/>
                <a:gd name="connsiteX19" fmla="*/ 382060 w 632190"/>
                <a:gd name="connsiteY19" fmla="*/ 743368 h 743367"/>
                <a:gd name="connsiteX20" fmla="*/ 352635 w 632190"/>
                <a:gd name="connsiteY20" fmla="*/ 693102 h 743367"/>
                <a:gd name="connsiteX21" fmla="*/ 352635 w 632190"/>
                <a:gd name="connsiteY21" fmla="*/ 693350 h 743367"/>
                <a:gd name="connsiteX22" fmla="*/ 352635 w 632190"/>
                <a:gd name="connsiteY22" fmla="*/ 693102 h 743367"/>
                <a:gd name="connsiteX23" fmla="*/ 194593 w 632190"/>
                <a:gd name="connsiteY23" fmla="*/ 691266 h 743367"/>
                <a:gd name="connsiteX24" fmla="*/ 194643 w 632190"/>
                <a:gd name="connsiteY24" fmla="*/ 691266 h 743367"/>
                <a:gd name="connsiteX25" fmla="*/ 194593 w 632190"/>
                <a:gd name="connsiteY25" fmla="*/ 691266 h 743367"/>
                <a:gd name="connsiteX26" fmla="*/ 192708 w 632190"/>
                <a:gd name="connsiteY26" fmla="*/ 663925 h 743367"/>
                <a:gd name="connsiteX27" fmla="*/ 352784 w 632190"/>
                <a:gd name="connsiteY27" fmla="*/ 663925 h 743367"/>
                <a:gd name="connsiteX28" fmla="*/ 352933 w 632190"/>
                <a:gd name="connsiteY28" fmla="*/ 620854 h 743367"/>
                <a:gd name="connsiteX29" fmla="*/ 392630 w 632190"/>
                <a:gd name="connsiteY29" fmla="*/ 581306 h 743367"/>
                <a:gd name="connsiteX30" fmla="*/ 456888 w 632190"/>
                <a:gd name="connsiteY30" fmla="*/ 581306 h 743367"/>
                <a:gd name="connsiteX31" fmla="*/ 463984 w 632190"/>
                <a:gd name="connsiteY31" fmla="*/ 575153 h 743367"/>
                <a:gd name="connsiteX32" fmla="*/ 479416 w 632190"/>
                <a:gd name="connsiteY32" fmla="*/ 474423 h 743367"/>
                <a:gd name="connsiteX33" fmla="*/ 518666 w 632190"/>
                <a:gd name="connsiteY33" fmla="*/ 440731 h 743367"/>
                <a:gd name="connsiteX34" fmla="*/ 549282 w 632190"/>
                <a:gd name="connsiteY34" fmla="*/ 440731 h 743367"/>
                <a:gd name="connsiteX35" fmla="*/ 503730 w 632190"/>
                <a:gd name="connsiteY35" fmla="*/ 309236 h 743367"/>
                <a:gd name="connsiteX36" fmla="*/ 501547 w 632190"/>
                <a:gd name="connsiteY36" fmla="*/ 296434 h 743367"/>
                <a:gd name="connsiteX37" fmla="*/ 444434 w 632190"/>
                <a:gd name="connsiteY37" fmla="*/ 136606 h 743367"/>
                <a:gd name="connsiteX38" fmla="*/ 283265 w 632190"/>
                <a:gd name="connsiteY38" fmla="*/ 79393 h 743367"/>
                <a:gd name="connsiteX39" fmla="*/ 138373 w 632190"/>
                <a:gd name="connsiteY39" fmla="*/ 134323 h 743367"/>
                <a:gd name="connsiteX40" fmla="*/ 79622 w 632190"/>
                <a:gd name="connsiteY40" fmla="*/ 272666 h 743367"/>
                <a:gd name="connsiteX41" fmla="*/ 79622 w 632190"/>
                <a:gd name="connsiteY41" fmla="*/ 274502 h 743367"/>
                <a:gd name="connsiteX42" fmla="*/ 85031 w 632190"/>
                <a:gd name="connsiteY42" fmla="*/ 344566 h 743367"/>
                <a:gd name="connsiteX43" fmla="*/ 137629 w 632190"/>
                <a:gd name="connsiteY43" fmla="*/ 473282 h 743367"/>
                <a:gd name="connsiteX44" fmla="*/ 188440 w 632190"/>
                <a:gd name="connsiteY44" fmla="*/ 601155 h 743367"/>
                <a:gd name="connsiteX45" fmla="*/ 192807 w 632190"/>
                <a:gd name="connsiteY45" fmla="*/ 663875 h 743367"/>
                <a:gd name="connsiteX46" fmla="*/ 39876 w 632190"/>
                <a:gd name="connsiteY46" fmla="*/ 272666 h 743367"/>
                <a:gd name="connsiteX47" fmla="*/ 39876 w 632190"/>
                <a:gd name="connsiteY47" fmla="*/ 272666 h 743367"/>
                <a:gd name="connsiteX48" fmla="*/ 39876 w 632190"/>
                <a:gd name="connsiteY48" fmla="*/ 272666 h 74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32190" h="743367">
                  <a:moveTo>
                    <a:pt x="382060" y="743318"/>
                  </a:moveTo>
                  <a:lnTo>
                    <a:pt x="165267" y="743318"/>
                  </a:lnTo>
                  <a:cubicBezTo>
                    <a:pt x="139216" y="743318"/>
                    <a:pt x="117334" y="722924"/>
                    <a:pt x="115398" y="696923"/>
                  </a:cubicBezTo>
                  <a:lnTo>
                    <a:pt x="109097" y="606762"/>
                  </a:lnTo>
                  <a:cubicBezTo>
                    <a:pt x="106963" y="576592"/>
                    <a:pt x="95401" y="547664"/>
                    <a:pt x="75652" y="523151"/>
                  </a:cubicBezTo>
                  <a:cubicBezTo>
                    <a:pt x="32333" y="469412"/>
                    <a:pt x="14172" y="403466"/>
                    <a:pt x="6580" y="357616"/>
                  </a:cubicBezTo>
                  <a:cubicBezTo>
                    <a:pt x="-913" y="312710"/>
                    <a:pt x="-119" y="278819"/>
                    <a:pt x="179" y="271773"/>
                  </a:cubicBezTo>
                  <a:cubicBezTo>
                    <a:pt x="477" y="196250"/>
                    <a:pt x="30200" y="126930"/>
                    <a:pt x="83939" y="76465"/>
                  </a:cubicBezTo>
                  <a:cubicBezTo>
                    <a:pt x="136338" y="27192"/>
                    <a:pt x="207098" y="0"/>
                    <a:pt x="283216" y="0"/>
                  </a:cubicBezTo>
                  <a:cubicBezTo>
                    <a:pt x="372781" y="0"/>
                    <a:pt x="447957" y="27837"/>
                    <a:pt x="500555" y="80534"/>
                  </a:cubicBezTo>
                  <a:cubicBezTo>
                    <a:pt x="551366" y="131495"/>
                    <a:pt x="579055" y="203594"/>
                    <a:pt x="580791" y="289338"/>
                  </a:cubicBezTo>
                  <a:lnTo>
                    <a:pt x="627633" y="424455"/>
                  </a:lnTo>
                  <a:cubicBezTo>
                    <a:pt x="635722" y="445891"/>
                    <a:pt x="632943" y="469908"/>
                    <a:pt x="620091" y="488962"/>
                  </a:cubicBezTo>
                  <a:cubicBezTo>
                    <a:pt x="606892" y="508513"/>
                    <a:pt x="584960" y="520174"/>
                    <a:pt x="561439" y="520174"/>
                  </a:cubicBezTo>
                  <a:lnTo>
                    <a:pt x="552706" y="520174"/>
                  </a:lnTo>
                  <a:lnTo>
                    <a:pt x="542435" y="587261"/>
                  </a:lnTo>
                  <a:cubicBezTo>
                    <a:pt x="535835" y="629835"/>
                    <a:pt x="499860" y="660749"/>
                    <a:pt x="456888" y="660749"/>
                  </a:cubicBezTo>
                  <a:lnTo>
                    <a:pt x="432177" y="660749"/>
                  </a:lnTo>
                  <a:lnTo>
                    <a:pt x="432028" y="693548"/>
                  </a:lnTo>
                  <a:cubicBezTo>
                    <a:pt x="432028" y="720939"/>
                    <a:pt x="409600" y="743368"/>
                    <a:pt x="382060" y="743368"/>
                  </a:cubicBezTo>
                  <a:close/>
                  <a:moveTo>
                    <a:pt x="352635" y="693102"/>
                  </a:moveTo>
                  <a:lnTo>
                    <a:pt x="352635" y="693350"/>
                  </a:lnTo>
                  <a:lnTo>
                    <a:pt x="352635" y="693102"/>
                  </a:lnTo>
                  <a:close/>
                  <a:moveTo>
                    <a:pt x="194593" y="691266"/>
                  </a:moveTo>
                  <a:lnTo>
                    <a:pt x="194643" y="691266"/>
                  </a:lnTo>
                  <a:lnTo>
                    <a:pt x="194593" y="691266"/>
                  </a:lnTo>
                  <a:close/>
                  <a:moveTo>
                    <a:pt x="192708" y="663925"/>
                  </a:moveTo>
                  <a:lnTo>
                    <a:pt x="352784" y="663925"/>
                  </a:lnTo>
                  <a:lnTo>
                    <a:pt x="352933" y="620854"/>
                  </a:lnTo>
                  <a:cubicBezTo>
                    <a:pt x="353032" y="598971"/>
                    <a:pt x="370747" y="581306"/>
                    <a:pt x="392630" y="581306"/>
                  </a:cubicBezTo>
                  <a:lnTo>
                    <a:pt x="456888" y="581306"/>
                  </a:lnTo>
                  <a:cubicBezTo>
                    <a:pt x="460560" y="581306"/>
                    <a:pt x="463438" y="578825"/>
                    <a:pt x="463984" y="575153"/>
                  </a:cubicBezTo>
                  <a:lnTo>
                    <a:pt x="479416" y="474423"/>
                  </a:lnTo>
                  <a:cubicBezTo>
                    <a:pt x="482393" y="455022"/>
                    <a:pt x="499066" y="440731"/>
                    <a:pt x="518666" y="440731"/>
                  </a:cubicBezTo>
                  <a:lnTo>
                    <a:pt x="549282" y="440731"/>
                  </a:lnTo>
                  <a:lnTo>
                    <a:pt x="503730" y="309236"/>
                  </a:lnTo>
                  <a:cubicBezTo>
                    <a:pt x="502291" y="305118"/>
                    <a:pt x="501547" y="300751"/>
                    <a:pt x="501547" y="296434"/>
                  </a:cubicBezTo>
                  <a:cubicBezTo>
                    <a:pt x="501249" y="229049"/>
                    <a:pt x="481500" y="173772"/>
                    <a:pt x="444434" y="136606"/>
                  </a:cubicBezTo>
                  <a:cubicBezTo>
                    <a:pt x="407069" y="99192"/>
                    <a:pt x="351345" y="79393"/>
                    <a:pt x="283265" y="79393"/>
                  </a:cubicBezTo>
                  <a:cubicBezTo>
                    <a:pt x="227492" y="79393"/>
                    <a:pt x="176035" y="98894"/>
                    <a:pt x="138373" y="134323"/>
                  </a:cubicBezTo>
                  <a:cubicBezTo>
                    <a:pt x="100512" y="169852"/>
                    <a:pt x="79672" y="218976"/>
                    <a:pt x="79622" y="272666"/>
                  </a:cubicBezTo>
                  <a:cubicBezTo>
                    <a:pt x="79622" y="273261"/>
                    <a:pt x="79622" y="273906"/>
                    <a:pt x="79622" y="274502"/>
                  </a:cubicBezTo>
                  <a:cubicBezTo>
                    <a:pt x="79622" y="274799"/>
                    <a:pt x="78282" y="304274"/>
                    <a:pt x="85031" y="344566"/>
                  </a:cubicBezTo>
                  <a:cubicBezTo>
                    <a:pt x="91084" y="381037"/>
                    <a:pt x="105127" y="432940"/>
                    <a:pt x="137629" y="473282"/>
                  </a:cubicBezTo>
                  <a:cubicBezTo>
                    <a:pt x="167600" y="510448"/>
                    <a:pt x="185165" y="554660"/>
                    <a:pt x="188440" y="601155"/>
                  </a:cubicBezTo>
                  <a:lnTo>
                    <a:pt x="192807" y="663875"/>
                  </a:lnTo>
                  <a:close/>
                  <a:moveTo>
                    <a:pt x="39876" y="272666"/>
                  </a:moveTo>
                  <a:lnTo>
                    <a:pt x="39876" y="272666"/>
                  </a:lnTo>
                  <a:lnTo>
                    <a:pt x="39876" y="272666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788F81DB-EADB-FB8F-BAA3-BD87A1CC4EF9}"/>
                </a:ext>
              </a:extLst>
            </p:cNvPr>
            <p:cNvSpPr/>
            <p:nvPr/>
          </p:nvSpPr>
          <p:spPr>
            <a:xfrm>
              <a:off x="4341959" y="2583958"/>
              <a:ext cx="632133" cy="743317"/>
            </a:xfrm>
            <a:custGeom>
              <a:avLst/>
              <a:gdLst>
                <a:gd name="connsiteX0" fmla="*/ 466873 w 632133"/>
                <a:gd name="connsiteY0" fmla="*/ 743219 h 743317"/>
                <a:gd name="connsiteX1" fmla="*/ 250080 w 632133"/>
                <a:gd name="connsiteY1" fmla="*/ 743219 h 743317"/>
                <a:gd name="connsiteX2" fmla="*/ 200112 w 632133"/>
                <a:gd name="connsiteY2" fmla="*/ 693251 h 743317"/>
                <a:gd name="connsiteX3" fmla="*/ 199963 w 632133"/>
                <a:gd name="connsiteY3" fmla="*/ 660650 h 743317"/>
                <a:gd name="connsiteX4" fmla="*/ 175252 w 632133"/>
                <a:gd name="connsiteY4" fmla="*/ 660650 h 743317"/>
                <a:gd name="connsiteX5" fmla="*/ 89706 w 632133"/>
                <a:gd name="connsiteY5" fmla="*/ 587261 h 743317"/>
                <a:gd name="connsiteX6" fmla="*/ 79434 w 632133"/>
                <a:gd name="connsiteY6" fmla="*/ 520124 h 743317"/>
                <a:gd name="connsiteX7" fmla="*/ 70701 w 632133"/>
                <a:gd name="connsiteY7" fmla="*/ 520124 h 743317"/>
                <a:gd name="connsiteX8" fmla="*/ 12099 w 632133"/>
                <a:gd name="connsiteY8" fmla="*/ 488962 h 743317"/>
                <a:gd name="connsiteX9" fmla="*/ 4557 w 632133"/>
                <a:gd name="connsiteY9" fmla="*/ 424455 h 743317"/>
                <a:gd name="connsiteX10" fmla="*/ 51399 w 632133"/>
                <a:gd name="connsiteY10" fmla="*/ 289338 h 743317"/>
                <a:gd name="connsiteX11" fmla="*/ 131586 w 632133"/>
                <a:gd name="connsiteY11" fmla="*/ 80534 h 743317"/>
                <a:gd name="connsiteX12" fmla="*/ 348974 w 632133"/>
                <a:gd name="connsiteY12" fmla="*/ 0 h 743317"/>
                <a:gd name="connsiteX13" fmla="*/ 548251 w 632133"/>
                <a:gd name="connsiteY13" fmla="*/ 76515 h 743317"/>
                <a:gd name="connsiteX14" fmla="*/ 631961 w 632133"/>
                <a:gd name="connsiteY14" fmla="*/ 271773 h 743317"/>
                <a:gd name="connsiteX15" fmla="*/ 625560 w 632133"/>
                <a:gd name="connsiteY15" fmla="*/ 357666 h 743317"/>
                <a:gd name="connsiteX16" fmla="*/ 556488 w 632133"/>
                <a:gd name="connsiteY16" fmla="*/ 523151 h 743317"/>
                <a:gd name="connsiteX17" fmla="*/ 523044 w 632133"/>
                <a:gd name="connsiteY17" fmla="*/ 606811 h 743317"/>
                <a:gd name="connsiteX18" fmla="*/ 516792 w 632133"/>
                <a:gd name="connsiteY18" fmla="*/ 696774 h 743317"/>
                <a:gd name="connsiteX19" fmla="*/ 466923 w 632133"/>
                <a:gd name="connsiteY19" fmla="*/ 743318 h 743317"/>
                <a:gd name="connsiteX20" fmla="*/ 279505 w 632133"/>
                <a:gd name="connsiteY20" fmla="*/ 692854 h 743317"/>
                <a:gd name="connsiteX21" fmla="*/ 279505 w 632133"/>
                <a:gd name="connsiteY21" fmla="*/ 693102 h 743317"/>
                <a:gd name="connsiteX22" fmla="*/ 279505 w 632133"/>
                <a:gd name="connsiteY22" fmla="*/ 692854 h 743317"/>
                <a:gd name="connsiteX23" fmla="*/ 279406 w 632133"/>
                <a:gd name="connsiteY23" fmla="*/ 663826 h 743317"/>
                <a:gd name="connsiteX24" fmla="*/ 439483 w 632133"/>
                <a:gd name="connsiteY24" fmla="*/ 663826 h 743317"/>
                <a:gd name="connsiteX25" fmla="*/ 443849 w 632133"/>
                <a:gd name="connsiteY25" fmla="*/ 601155 h 743317"/>
                <a:gd name="connsiteX26" fmla="*/ 494710 w 632133"/>
                <a:gd name="connsiteY26" fmla="*/ 473232 h 743317"/>
                <a:gd name="connsiteX27" fmla="*/ 547308 w 632133"/>
                <a:gd name="connsiteY27" fmla="*/ 344516 h 743317"/>
                <a:gd name="connsiteX28" fmla="*/ 552717 w 632133"/>
                <a:gd name="connsiteY28" fmla="*/ 274452 h 743317"/>
                <a:gd name="connsiteX29" fmla="*/ 552717 w 632133"/>
                <a:gd name="connsiteY29" fmla="*/ 272616 h 743317"/>
                <a:gd name="connsiteX30" fmla="*/ 494016 w 632133"/>
                <a:gd name="connsiteY30" fmla="*/ 134274 h 743317"/>
                <a:gd name="connsiteX31" fmla="*/ 349074 w 632133"/>
                <a:gd name="connsiteY31" fmla="*/ 79343 h 743317"/>
                <a:gd name="connsiteX32" fmla="*/ 187905 w 632133"/>
                <a:gd name="connsiteY32" fmla="*/ 136556 h 743317"/>
                <a:gd name="connsiteX33" fmla="*/ 130792 w 632133"/>
                <a:gd name="connsiteY33" fmla="*/ 296384 h 743317"/>
                <a:gd name="connsiteX34" fmla="*/ 128609 w 632133"/>
                <a:gd name="connsiteY34" fmla="*/ 309187 h 743317"/>
                <a:gd name="connsiteX35" fmla="*/ 83057 w 632133"/>
                <a:gd name="connsiteY35" fmla="*/ 440681 h 743317"/>
                <a:gd name="connsiteX36" fmla="*/ 113673 w 632133"/>
                <a:gd name="connsiteY36" fmla="*/ 440681 h 743317"/>
                <a:gd name="connsiteX37" fmla="*/ 152923 w 632133"/>
                <a:gd name="connsiteY37" fmla="*/ 474374 h 743317"/>
                <a:gd name="connsiteX38" fmla="*/ 168355 w 632133"/>
                <a:gd name="connsiteY38" fmla="*/ 575153 h 743317"/>
                <a:gd name="connsiteX39" fmla="*/ 175451 w 632133"/>
                <a:gd name="connsiteY39" fmla="*/ 581257 h 743317"/>
                <a:gd name="connsiteX40" fmla="*/ 239709 w 632133"/>
                <a:gd name="connsiteY40" fmla="*/ 581257 h 743317"/>
                <a:gd name="connsiteX41" fmla="*/ 279406 w 632133"/>
                <a:gd name="connsiteY41" fmla="*/ 620804 h 743317"/>
                <a:gd name="connsiteX42" fmla="*/ 279555 w 632133"/>
                <a:gd name="connsiteY42" fmla="*/ 663875 h 7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32133" h="743317">
                  <a:moveTo>
                    <a:pt x="466873" y="743219"/>
                  </a:moveTo>
                  <a:lnTo>
                    <a:pt x="250080" y="743219"/>
                  </a:lnTo>
                  <a:cubicBezTo>
                    <a:pt x="222541" y="743219"/>
                    <a:pt x="200112" y="720790"/>
                    <a:pt x="200112" y="693251"/>
                  </a:cubicBezTo>
                  <a:lnTo>
                    <a:pt x="199963" y="660650"/>
                  </a:lnTo>
                  <a:lnTo>
                    <a:pt x="175252" y="660650"/>
                  </a:lnTo>
                  <a:cubicBezTo>
                    <a:pt x="132231" y="660650"/>
                    <a:pt x="96256" y="629786"/>
                    <a:pt x="89706" y="587261"/>
                  </a:cubicBezTo>
                  <a:lnTo>
                    <a:pt x="79434" y="520124"/>
                  </a:lnTo>
                  <a:lnTo>
                    <a:pt x="70701" y="520124"/>
                  </a:lnTo>
                  <a:cubicBezTo>
                    <a:pt x="47181" y="520124"/>
                    <a:pt x="25249" y="508463"/>
                    <a:pt x="12099" y="488962"/>
                  </a:cubicBezTo>
                  <a:cubicBezTo>
                    <a:pt x="-753" y="469908"/>
                    <a:pt x="-3531" y="445842"/>
                    <a:pt x="4557" y="424455"/>
                  </a:cubicBezTo>
                  <a:lnTo>
                    <a:pt x="51399" y="289338"/>
                  </a:lnTo>
                  <a:cubicBezTo>
                    <a:pt x="53135" y="203544"/>
                    <a:pt x="80774" y="131495"/>
                    <a:pt x="131586" y="80534"/>
                  </a:cubicBezTo>
                  <a:cubicBezTo>
                    <a:pt x="184233" y="27837"/>
                    <a:pt x="259359" y="0"/>
                    <a:pt x="348974" y="0"/>
                  </a:cubicBezTo>
                  <a:cubicBezTo>
                    <a:pt x="425043" y="0"/>
                    <a:pt x="495852" y="27143"/>
                    <a:pt x="548251" y="76515"/>
                  </a:cubicBezTo>
                  <a:cubicBezTo>
                    <a:pt x="601991" y="126930"/>
                    <a:pt x="631713" y="196250"/>
                    <a:pt x="631961" y="271773"/>
                  </a:cubicBezTo>
                  <a:cubicBezTo>
                    <a:pt x="632259" y="278868"/>
                    <a:pt x="633003" y="312759"/>
                    <a:pt x="625560" y="357666"/>
                  </a:cubicBezTo>
                  <a:cubicBezTo>
                    <a:pt x="617919" y="403515"/>
                    <a:pt x="599758" y="469412"/>
                    <a:pt x="556488" y="523151"/>
                  </a:cubicBezTo>
                  <a:cubicBezTo>
                    <a:pt x="536739" y="547664"/>
                    <a:pt x="525178" y="576592"/>
                    <a:pt x="523044" y="606811"/>
                  </a:cubicBezTo>
                  <a:lnTo>
                    <a:pt x="516792" y="696774"/>
                  </a:lnTo>
                  <a:cubicBezTo>
                    <a:pt x="514856" y="722924"/>
                    <a:pt x="492974" y="743318"/>
                    <a:pt x="466923" y="743318"/>
                  </a:cubicBezTo>
                  <a:close/>
                  <a:moveTo>
                    <a:pt x="279505" y="692854"/>
                  </a:moveTo>
                  <a:lnTo>
                    <a:pt x="279505" y="693102"/>
                  </a:lnTo>
                  <a:lnTo>
                    <a:pt x="279505" y="692854"/>
                  </a:lnTo>
                  <a:close/>
                  <a:moveTo>
                    <a:pt x="279406" y="663826"/>
                  </a:moveTo>
                  <a:lnTo>
                    <a:pt x="439483" y="663826"/>
                  </a:lnTo>
                  <a:lnTo>
                    <a:pt x="443849" y="601155"/>
                  </a:lnTo>
                  <a:cubicBezTo>
                    <a:pt x="447124" y="554660"/>
                    <a:pt x="464740" y="510448"/>
                    <a:pt x="494710" y="473232"/>
                  </a:cubicBezTo>
                  <a:cubicBezTo>
                    <a:pt x="527212" y="432891"/>
                    <a:pt x="541255" y="380988"/>
                    <a:pt x="547308" y="344516"/>
                  </a:cubicBezTo>
                  <a:cubicBezTo>
                    <a:pt x="554007" y="304224"/>
                    <a:pt x="552717" y="274750"/>
                    <a:pt x="552717" y="274452"/>
                  </a:cubicBezTo>
                  <a:cubicBezTo>
                    <a:pt x="552717" y="273857"/>
                    <a:pt x="552717" y="273212"/>
                    <a:pt x="552717" y="272616"/>
                  </a:cubicBezTo>
                  <a:cubicBezTo>
                    <a:pt x="552717" y="218926"/>
                    <a:pt x="531827" y="169802"/>
                    <a:pt x="494016" y="134274"/>
                  </a:cubicBezTo>
                  <a:cubicBezTo>
                    <a:pt x="456354" y="98844"/>
                    <a:pt x="404897" y="79343"/>
                    <a:pt x="349074" y="79343"/>
                  </a:cubicBezTo>
                  <a:cubicBezTo>
                    <a:pt x="281044" y="79343"/>
                    <a:pt x="225270" y="99142"/>
                    <a:pt x="187905" y="136556"/>
                  </a:cubicBezTo>
                  <a:cubicBezTo>
                    <a:pt x="150839" y="173722"/>
                    <a:pt x="131090" y="228950"/>
                    <a:pt x="130792" y="296384"/>
                  </a:cubicBezTo>
                  <a:cubicBezTo>
                    <a:pt x="130792" y="300751"/>
                    <a:pt x="130048" y="305068"/>
                    <a:pt x="128609" y="309187"/>
                  </a:cubicBezTo>
                  <a:lnTo>
                    <a:pt x="83057" y="440681"/>
                  </a:lnTo>
                  <a:lnTo>
                    <a:pt x="113673" y="440681"/>
                  </a:lnTo>
                  <a:cubicBezTo>
                    <a:pt x="133273" y="440681"/>
                    <a:pt x="149946" y="454972"/>
                    <a:pt x="152923" y="474374"/>
                  </a:cubicBezTo>
                  <a:lnTo>
                    <a:pt x="168355" y="575153"/>
                  </a:lnTo>
                  <a:cubicBezTo>
                    <a:pt x="168901" y="578776"/>
                    <a:pt x="171779" y="581257"/>
                    <a:pt x="175451" y="581257"/>
                  </a:cubicBezTo>
                  <a:lnTo>
                    <a:pt x="239709" y="581257"/>
                  </a:lnTo>
                  <a:cubicBezTo>
                    <a:pt x="261592" y="581257"/>
                    <a:pt x="279307" y="598922"/>
                    <a:pt x="279406" y="620804"/>
                  </a:cubicBezTo>
                  <a:lnTo>
                    <a:pt x="279555" y="66387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7FA19B13-0A30-4BD8-1912-CAD652768ABF}"/>
              </a:ext>
            </a:extLst>
          </p:cNvPr>
          <p:cNvGrpSpPr/>
          <p:nvPr/>
        </p:nvGrpSpPr>
        <p:grpSpPr>
          <a:xfrm>
            <a:off x="5479435" y="2540937"/>
            <a:ext cx="800432" cy="831096"/>
            <a:chOff x="5479435" y="2540937"/>
            <a:chExt cx="800432" cy="831096"/>
          </a:xfrm>
        </p:grpSpPr>
        <p:grpSp>
          <p:nvGrpSpPr>
            <p:cNvPr id="129" name="Picture Placeholder 60">
              <a:extLst>
                <a:ext uri="{FF2B5EF4-FFF2-40B4-BE49-F238E27FC236}">
                  <a16:creationId xmlns:a16="http://schemas.microsoft.com/office/drawing/2014/main" id="{7B4F7096-250B-F939-B97C-224C1E6B5896}"/>
                </a:ext>
              </a:extLst>
            </p:cNvPr>
            <p:cNvGrpSpPr/>
            <p:nvPr/>
          </p:nvGrpSpPr>
          <p:grpSpPr>
            <a:xfrm>
              <a:off x="5479435" y="2540937"/>
              <a:ext cx="636931" cy="829211"/>
              <a:chOff x="5479435" y="2540937"/>
              <a:chExt cx="636931" cy="829211"/>
            </a:xfrm>
          </p:grpSpPr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232CB193-E049-1A0E-54DD-91BBCDBFB97D}"/>
                  </a:ext>
                </a:extLst>
              </p:cNvPr>
              <p:cNvSpPr/>
              <p:nvPr/>
            </p:nvSpPr>
            <p:spPr>
              <a:xfrm>
                <a:off x="5479435" y="2540937"/>
                <a:ext cx="636931" cy="829211"/>
              </a:xfrm>
              <a:custGeom>
                <a:avLst/>
                <a:gdLst>
                  <a:gd name="connsiteX0" fmla="*/ 428723 w 636931"/>
                  <a:gd name="connsiteY0" fmla="*/ 829162 h 829211"/>
                  <a:gd name="connsiteX1" fmla="*/ 39697 w 636931"/>
                  <a:gd name="connsiteY1" fmla="*/ 829162 h 829211"/>
                  <a:gd name="connsiteX2" fmla="*/ 0 w 636931"/>
                  <a:gd name="connsiteY2" fmla="*/ 789465 h 829211"/>
                  <a:gd name="connsiteX3" fmla="*/ 0 w 636931"/>
                  <a:gd name="connsiteY3" fmla="*/ 39697 h 829211"/>
                  <a:gd name="connsiteX4" fmla="*/ 39697 w 636931"/>
                  <a:gd name="connsiteY4" fmla="*/ 0 h 829211"/>
                  <a:gd name="connsiteX5" fmla="*/ 411207 w 636931"/>
                  <a:gd name="connsiteY5" fmla="*/ 0 h 829211"/>
                  <a:gd name="connsiteX6" fmla="*/ 439392 w 636931"/>
                  <a:gd name="connsiteY6" fmla="*/ 11760 h 829211"/>
                  <a:gd name="connsiteX7" fmla="*/ 625420 w 636931"/>
                  <a:gd name="connsiteY7" fmla="*/ 199475 h 829211"/>
                  <a:gd name="connsiteX8" fmla="*/ 636932 w 636931"/>
                  <a:gd name="connsiteY8" fmla="*/ 227412 h 829211"/>
                  <a:gd name="connsiteX9" fmla="*/ 636932 w 636931"/>
                  <a:gd name="connsiteY9" fmla="*/ 377415 h 829211"/>
                  <a:gd name="connsiteX10" fmla="*/ 597235 w 636931"/>
                  <a:gd name="connsiteY10" fmla="*/ 417112 h 829211"/>
                  <a:gd name="connsiteX11" fmla="*/ 557539 w 636931"/>
                  <a:gd name="connsiteY11" fmla="*/ 377415 h 829211"/>
                  <a:gd name="connsiteX12" fmla="*/ 557539 w 636931"/>
                  <a:gd name="connsiteY12" fmla="*/ 243786 h 829211"/>
                  <a:gd name="connsiteX13" fmla="*/ 394683 w 636931"/>
                  <a:gd name="connsiteY13" fmla="*/ 79443 h 829211"/>
                  <a:gd name="connsiteX14" fmla="*/ 79393 w 636931"/>
                  <a:gd name="connsiteY14" fmla="*/ 79443 h 829211"/>
                  <a:gd name="connsiteX15" fmla="*/ 79393 w 636931"/>
                  <a:gd name="connsiteY15" fmla="*/ 749818 h 829211"/>
                  <a:gd name="connsiteX16" fmla="*/ 428723 w 636931"/>
                  <a:gd name="connsiteY16" fmla="*/ 749818 h 829211"/>
                  <a:gd name="connsiteX17" fmla="*/ 468420 w 636931"/>
                  <a:gd name="connsiteY17" fmla="*/ 789515 h 829211"/>
                  <a:gd name="connsiteX18" fmla="*/ 428723 w 636931"/>
                  <a:gd name="connsiteY18" fmla="*/ 829211 h 829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6931" h="829211">
                    <a:moveTo>
                      <a:pt x="428723" y="829162"/>
                    </a:moveTo>
                    <a:lnTo>
                      <a:pt x="39697" y="829162"/>
                    </a:lnTo>
                    <a:cubicBezTo>
                      <a:pt x="17764" y="829162"/>
                      <a:pt x="0" y="811397"/>
                      <a:pt x="0" y="78946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lnTo>
                      <a:pt x="411207" y="0"/>
                    </a:lnTo>
                    <a:cubicBezTo>
                      <a:pt x="421776" y="0"/>
                      <a:pt x="431949" y="4218"/>
                      <a:pt x="439392" y="11760"/>
                    </a:cubicBezTo>
                    <a:lnTo>
                      <a:pt x="625420" y="199475"/>
                    </a:lnTo>
                    <a:cubicBezTo>
                      <a:pt x="632764" y="206918"/>
                      <a:pt x="636932" y="216942"/>
                      <a:pt x="636932" y="227412"/>
                    </a:cubicBezTo>
                    <a:lnTo>
                      <a:pt x="636932" y="377415"/>
                    </a:lnTo>
                    <a:cubicBezTo>
                      <a:pt x="636932" y="399347"/>
                      <a:pt x="619168" y="417112"/>
                      <a:pt x="597235" y="417112"/>
                    </a:cubicBezTo>
                    <a:cubicBezTo>
                      <a:pt x="575303" y="417112"/>
                      <a:pt x="557539" y="399347"/>
                      <a:pt x="557539" y="377415"/>
                    </a:cubicBezTo>
                    <a:lnTo>
                      <a:pt x="557539" y="243786"/>
                    </a:lnTo>
                    <a:lnTo>
                      <a:pt x="394683" y="79443"/>
                    </a:lnTo>
                    <a:lnTo>
                      <a:pt x="79393" y="79443"/>
                    </a:lnTo>
                    <a:lnTo>
                      <a:pt x="79393" y="749818"/>
                    </a:lnTo>
                    <a:lnTo>
                      <a:pt x="428723" y="749818"/>
                    </a:lnTo>
                    <a:cubicBezTo>
                      <a:pt x="450656" y="749818"/>
                      <a:pt x="468420" y="767582"/>
                      <a:pt x="468420" y="789515"/>
                    </a:cubicBezTo>
                    <a:cubicBezTo>
                      <a:pt x="468420" y="811447"/>
                      <a:pt x="450656" y="829211"/>
                      <a:pt x="428723" y="82921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64BC1FD-4A65-84DA-E22C-5811F8C2FC2D}"/>
                  </a:ext>
                </a:extLst>
              </p:cNvPr>
              <p:cNvSpPr/>
              <p:nvPr/>
            </p:nvSpPr>
            <p:spPr>
              <a:xfrm>
                <a:off x="5850945" y="2540937"/>
                <a:ext cx="265421" cy="267108"/>
              </a:xfrm>
              <a:custGeom>
                <a:avLst/>
                <a:gdLst>
                  <a:gd name="connsiteX0" fmla="*/ 225725 w 265421"/>
                  <a:gd name="connsiteY0" fmla="*/ 267108 h 267108"/>
                  <a:gd name="connsiteX1" fmla="*/ 39697 w 265421"/>
                  <a:gd name="connsiteY1" fmla="*/ 267108 h 267108"/>
                  <a:gd name="connsiteX2" fmla="*/ 0 w 265421"/>
                  <a:gd name="connsiteY2" fmla="*/ 227412 h 267108"/>
                  <a:gd name="connsiteX3" fmla="*/ 0 w 265421"/>
                  <a:gd name="connsiteY3" fmla="*/ 39697 h 267108"/>
                  <a:gd name="connsiteX4" fmla="*/ 39697 w 265421"/>
                  <a:gd name="connsiteY4" fmla="*/ 0 h 267108"/>
                  <a:gd name="connsiteX5" fmla="*/ 79393 w 265421"/>
                  <a:gd name="connsiteY5" fmla="*/ 39697 h 267108"/>
                  <a:gd name="connsiteX6" fmla="*/ 79393 w 265421"/>
                  <a:gd name="connsiteY6" fmla="*/ 187715 h 267108"/>
                  <a:gd name="connsiteX7" fmla="*/ 225725 w 265421"/>
                  <a:gd name="connsiteY7" fmla="*/ 187715 h 267108"/>
                  <a:gd name="connsiteX8" fmla="*/ 265421 w 265421"/>
                  <a:gd name="connsiteY8" fmla="*/ 227412 h 267108"/>
                  <a:gd name="connsiteX9" fmla="*/ 225725 w 265421"/>
                  <a:gd name="connsiteY9" fmla="*/ 267108 h 26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7108">
                    <a:moveTo>
                      <a:pt x="225725" y="267108"/>
                    </a:moveTo>
                    <a:lnTo>
                      <a:pt x="39697" y="267108"/>
                    </a:lnTo>
                    <a:cubicBezTo>
                      <a:pt x="17764" y="267108"/>
                      <a:pt x="0" y="249344"/>
                      <a:pt x="0" y="227412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87715"/>
                    </a:lnTo>
                    <a:lnTo>
                      <a:pt x="225725" y="187715"/>
                    </a:lnTo>
                    <a:cubicBezTo>
                      <a:pt x="247657" y="187715"/>
                      <a:pt x="265421" y="205479"/>
                      <a:pt x="265421" y="227412"/>
                    </a:cubicBezTo>
                    <a:cubicBezTo>
                      <a:pt x="265421" y="249344"/>
                      <a:pt x="247657" y="267108"/>
                      <a:pt x="225725" y="26710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8635269A-7081-BABB-49E3-2E26500693DA}"/>
                  </a:ext>
                </a:extLst>
              </p:cNvPr>
              <p:cNvSpPr/>
              <p:nvPr/>
            </p:nvSpPr>
            <p:spPr>
              <a:xfrm>
                <a:off x="5635641" y="2884014"/>
                <a:ext cx="264925" cy="79393"/>
              </a:xfrm>
              <a:custGeom>
                <a:avLst/>
                <a:gdLst>
                  <a:gd name="connsiteX0" fmla="*/ 225229 w 264925"/>
                  <a:gd name="connsiteY0" fmla="*/ 79393 h 79393"/>
                  <a:gd name="connsiteX1" fmla="*/ 39697 w 264925"/>
                  <a:gd name="connsiteY1" fmla="*/ 79393 h 79393"/>
                  <a:gd name="connsiteX2" fmla="*/ 0 w 264925"/>
                  <a:gd name="connsiteY2" fmla="*/ 39697 h 79393"/>
                  <a:gd name="connsiteX3" fmla="*/ 39697 w 264925"/>
                  <a:gd name="connsiteY3" fmla="*/ 0 h 79393"/>
                  <a:gd name="connsiteX4" fmla="*/ 225229 w 264925"/>
                  <a:gd name="connsiteY4" fmla="*/ 0 h 79393"/>
                  <a:gd name="connsiteX5" fmla="*/ 264925 w 264925"/>
                  <a:gd name="connsiteY5" fmla="*/ 39697 h 79393"/>
                  <a:gd name="connsiteX6" fmla="*/ 225229 w 26492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925" h="79393">
                    <a:moveTo>
                      <a:pt x="22522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5229" y="0"/>
                    </a:lnTo>
                    <a:cubicBezTo>
                      <a:pt x="247161" y="0"/>
                      <a:pt x="264925" y="17764"/>
                      <a:pt x="264925" y="39697"/>
                    </a:cubicBezTo>
                    <a:cubicBezTo>
                      <a:pt x="264925" y="61629"/>
                      <a:pt x="247161" y="79393"/>
                      <a:pt x="225229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51D7444-4AA7-D7DC-915F-00E0680AF20C}"/>
                  </a:ext>
                </a:extLst>
              </p:cNvPr>
              <p:cNvSpPr/>
              <p:nvPr/>
            </p:nvSpPr>
            <p:spPr>
              <a:xfrm>
                <a:off x="5635641" y="3013673"/>
                <a:ext cx="264925" cy="79393"/>
              </a:xfrm>
              <a:custGeom>
                <a:avLst/>
                <a:gdLst>
                  <a:gd name="connsiteX0" fmla="*/ 225229 w 264925"/>
                  <a:gd name="connsiteY0" fmla="*/ 79393 h 79393"/>
                  <a:gd name="connsiteX1" fmla="*/ 39697 w 264925"/>
                  <a:gd name="connsiteY1" fmla="*/ 79393 h 79393"/>
                  <a:gd name="connsiteX2" fmla="*/ 0 w 264925"/>
                  <a:gd name="connsiteY2" fmla="*/ 39697 h 79393"/>
                  <a:gd name="connsiteX3" fmla="*/ 39697 w 264925"/>
                  <a:gd name="connsiteY3" fmla="*/ 0 h 79393"/>
                  <a:gd name="connsiteX4" fmla="*/ 225229 w 264925"/>
                  <a:gd name="connsiteY4" fmla="*/ 0 h 79393"/>
                  <a:gd name="connsiteX5" fmla="*/ 264925 w 264925"/>
                  <a:gd name="connsiteY5" fmla="*/ 39697 h 79393"/>
                  <a:gd name="connsiteX6" fmla="*/ 225229 w 26492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925" h="79393">
                    <a:moveTo>
                      <a:pt x="22522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5229" y="0"/>
                    </a:lnTo>
                    <a:cubicBezTo>
                      <a:pt x="247161" y="0"/>
                      <a:pt x="264925" y="17764"/>
                      <a:pt x="264925" y="39697"/>
                    </a:cubicBezTo>
                    <a:cubicBezTo>
                      <a:pt x="264925" y="61629"/>
                      <a:pt x="247161" y="79393"/>
                      <a:pt x="225229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4" name="Picture Placeholder 60">
              <a:extLst>
                <a:ext uri="{FF2B5EF4-FFF2-40B4-BE49-F238E27FC236}">
                  <a16:creationId xmlns:a16="http://schemas.microsoft.com/office/drawing/2014/main" id="{3523FE34-1D17-3D6E-6046-9FD299B40A74}"/>
                </a:ext>
              </a:extLst>
            </p:cNvPr>
            <p:cNvGrpSpPr/>
            <p:nvPr/>
          </p:nvGrpSpPr>
          <p:grpSpPr>
            <a:xfrm>
              <a:off x="5875458" y="2878655"/>
              <a:ext cx="404409" cy="493378"/>
              <a:chOff x="5875458" y="2878655"/>
              <a:chExt cx="404409" cy="493378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F5E5A32A-37CE-306F-8056-06A76020CF50}"/>
                  </a:ext>
                </a:extLst>
              </p:cNvPr>
              <p:cNvSpPr/>
              <p:nvPr/>
            </p:nvSpPr>
            <p:spPr>
              <a:xfrm>
                <a:off x="5956290" y="2878655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1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0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0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1" y="144446"/>
                      <a:pt x="163351" y="121323"/>
                    </a:cubicBezTo>
                    <a:cubicBezTo>
                      <a:pt x="163351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8BDB188E-7F3C-97F2-4A1D-FF89907C15E2}"/>
                  </a:ext>
                </a:extLst>
              </p:cNvPr>
              <p:cNvSpPr/>
              <p:nvPr/>
            </p:nvSpPr>
            <p:spPr>
              <a:xfrm>
                <a:off x="5875458" y="3075103"/>
                <a:ext cx="404409" cy="296930"/>
              </a:xfrm>
              <a:custGeom>
                <a:avLst/>
                <a:gdLst>
                  <a:gd name="connsiteX0" fmla="*/ 364713 w 404409"/>
                  <a:gd name="connsiteY0" fmla="*/ 296930 h 296930"/>
                  <a:gd name="connsiteX1" fmla="*/ 325016 w 404409"/>
                  <a:gd name="connsiteY1" fmla="*/ 257234 h 296930"/>
                  <a:gd name="connsiteX2" fmla="*/ 325016 w 404409"/>
                  <a:gd name="connsiteY2" fmla="*/ 202204 h 296930"/>
                  <a:gd name="connsiteX3" fmla="*/ 202205 w 404409"/>
                  <a:gd name="connsiteY3" fmla="*/ 79393 h 296930"/>
                  <a:gd name="connsiteX4" fmla="*/ 79393 w 404409"/>
                  <a:gd name="connsiteY4" fmla="*/ 202204 h 296930"/>
                  <a:gd name="connsiteX5" fmla="*/ 79393 w 404409"/>
                  <a:gd name="connsiteY5" fmla="*/ 257234 h 296930"/>
                  <a:gd name="connsiteX6" fmla="*/ 39697 w 404409"/>
                  <a:gd name="connsiteY6" fmla="*/ 296930 h 296930"/>
                  <a:gd name="connsiteX7" fmla="*/ 0 w 404409"/>
                  <a:gd name="connsiteY7" fmla="*/ 257234 h 296930"/>
                  <a:gd name="connsiteX8" fmla="*/ 0 w 404409"/>
                  <a:gd name="connsiteY8" fmla="*/ 202204 h 296930"/>
                  <a:gd name="connsiteX9" fmla="*/ 202205 w 404409"/>
                  <a:gd name="connsiteY9" fmla="*/ 0 h 296930"/>
                  <a:gd name="connsiteX10" fmla="*/ 404409 w 404409"/>
                  <a:gd name="connsiteY10" fmla="*/ 202204 h 296930"/>
                  <a:gd name="connsiteX11" fmla="*/ 404409 w 404409"/>
                  <a:gd name="connsiteY11" fmla="*/ 257234 h 296930"/>
                  <a:gd name="connsiteX12" fmla="*/ 364713 w 404409"/>
                  <a:gd name="connsiteY12" fmla="*/ 296930 h 29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96930">
                    <a:moveTo>
                      <a:pt x="364713" y="296930"/>
                    </a:moveTo>
                    <a:cubicBezTo>
                      <a:pt x="342780" y="296930"/>
                      <a:pt x="325016" y="279166"/>
                      <a:pt x="325016" y="2572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57234"/>
                    </a:lnTo>
                    <a:cubicBezTo>
                      <a:pt x="79393" y="279166"/>
                      <a:pt x="61629" y="296930"/>
                      <a:pt x="39697" y="296930"/>
                    </a:cubicBezTo>
                    <a:cubicBezTo>
                      <a:pt x="17764" y="296930"/>
                      <a:pt x="0" y="279166"/>
                      <a:pt x="0" y="2572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57234"/>
                    </a:lnTo>
                    <a:cubicBezTo>
                      <a:pt x="404409" y="279166"/>
                      <a:pt x="386645" y="296930"/>
                      <a:pt x="364713" y="29693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E9ED886D-5299-19BA-1AFB-AA17FDEC2513}"/>
              </a:ext>
            </a:extLst>
          </p:cNvPr>
          <p:cNvGrpSpPr/>
          <p:nvPr/>
        </p:nvGrpSpPr>
        <p:grpSpPr>
          <a:xfrm>
            <a:off x="6801409" y="2526001"/>
            <a:ext cx="786786" cy="859033"/>
            <a:chOff x="6801409" y="2526001"/>
            <a:chExt cx="786786" cy="859033"/>
          </a:xfrm>
        </p:grpSpPr>
        <p:grpSp>
          <p:nvGrpSpPr>
            <p:cNvPr id="112" name="Picture Placeholder 62">
              <a:extLst>
                <a:ext uri="{FF2B5EF4-FFF2-40B4-BE49-F238E27FC236}">
                  <a16:creationId xmlns:a16="http://schemas.microsoft.com/office/drawing/2014/main" id="{D3C54234-8993-5229-FF22-785FEE7BF322}"/>
                </a:ext>
              </a:extLst>
            </p:cNvPr>
            <p:cNvGrpSpPr/>
            <p:nvPr/>
          </p:nvGrpSpPr>
          <p:grpSpPr>
            <a:xfrm>
              <a:off x="6993193" y="2770184"/>
              <a:ext cx="404409" cy="493378"/>
              <a:chOff x="6993193" y="2770184"/>
              <a:chExt cx="404409" cy="493378"/>
            </a:xfrm>
            <a:solidFill>
              <a:srgbClr val="EF463C"/>
            </a:solidFill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054C97D5-85F8-A66E-1DD2-512E4F3CDD11}"/>
                  </a:ext>
                </a:extLst>
              </p:cNvPr>
              <p:cNvSpPr/>
              <p:nvPr/>
            </p:nvSpPr>
            <p:spPr>
              <a:xfrm>
                <a:off x="7074025" y="2770184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2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0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0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2" y="144446"/>
                      <a:pt x="163352" y="121323"/>
                    </a:cubicBezTo>
                    <a:cubicBezTo>
                      <a:pt x="163352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F5D4D233-85B5-0E29-1D1E-63F13C1CF76F}"/>
                  </a:ext>
                </a:extLst>
              </p:cNvPr>
              <p:cNvSpPr/>
              <p:nvPr/>
            </p:nvSpPr>
            <p:spPr>
              <a:xfrm>
                <a:off x="6993193" y="2966633"/>
                <a:ext cx="404409" cy="296930"/>
              </a:xfrm>
              <a:custGeom>
                <a:avLst/>
                <a:gdLst>
                  <a:gd name="connsiteX0" fmla="*/ 364712 w 404409"/>
                  <a:gd name="connsiteY0" fmla="*/ 296930 h 296930"/>
                  <a:gd name="connsiteX1" fmla="*/ 325016 w 404409"/>
                  <a:gd name="connsiteY1" fmla="*/ 257234 h 296930"/>
                  <a:gd name="connsiteX2" fmla="*/ 325016 w 404409"/>
                  <a:gd name="connsiteY2" fmla="*/ 202204 h 296930"/>
                  <a:gd name="connsiteX3" fmla="*/ 202205 w 404409"/>
                  <a:gd name="connsiteY3" fmla="*/ 79393 h 296930"/>
                  <a:gd name="connsiteX4" fmla="*/ 79393 w 404409"/>
                  <a:gd name="connsiteY4" fmla="*/ 202204 h 296930"/>
                  <a:gd name="connsiteX5" fmla="*/ 79393 w 404409"/>
                  <a:gd name="connsiteY5" fmla="*/ 257234 h 296930"/>
                  <a:gd name="connsiteX6" fmla="*/ 39697 w 404409"/>
                  <a:gd name="connsiteY6" fmla="*/ 296930 h 296930"/>
                  <a:gd name="connsiteX7" fmla="*/ 0 w 404409"/>
                  <a:gd name="connsiteY7" fmla="*/ 257234 h 296930"/>
                  <a:gd name="connsiteX8" fmla="*/ 0 w 404409"/>
                  <a:gd name="connsiteY8" fmla="*/ 202204 h 296930"/>
                  <a:gd name="connsiteX9" fmla="*/ 202205 w 404409"/>
                  <a:gd name="connsiteY9" fmla="*/ 0 h 296930"/>
                  <a:gd name="connsiteX10" fmla="*/ 404409 w 404409"/>
                  <a:gd name="connsiteY10" fmla="*/ 202204 h 296930"/>
                  <a:gd name="connsiteX11" fmla="*/ 404409 w 404409"/>
                  <a:gd name="connsiteY11" fmla="*/ 257234 h 296930"/>
                  <a:gd name="connsiteX12" fmla="*/ 364712 w 404409"/>
                  <a:gd name="connsiteY12" fmla="*/ 296930 h 29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96930">
                    <a:moveTo>
                      <a:pt x="364712" y="296930"/>
                    </a:moveTo>
                    <a:cubicBezTo>
                      <a:pt x="342780" y="296930"/>
                      <a:pt x="325016" y="279166"/>
                      <a:pt x="325016" y="2572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57234"/>
                    </a:lnTo>
                    <a:cubicBezTo>
                      <a:pt x="79393" y="279166"/>
                      <a:pt x="61629" y="296930"/>
                      <a:pt x="39697" y="296930"/>
                    </a:cubicBezTo>
                    <a:cubicBezTo>
                      <a:pt x="17764" y="296930"/>
                      <a:pt x="0" y="279166"/>
                      <a:pt x="0" y="2572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57234"/>
                    </a:lnTo>
                    <a:cubicBezTo>
                      <a:pt x="404409" y="279166"/>
                      <a:pt x="386645" y="296930"/>
                      <a:pt x="364712" y="29693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5" name="Picture Placeholder 62">
              <a:extLst>
                <a:ext uri="{FF2B5EF4-FFF2-40B4-BE49-F238E27FC236}">
                  <a16:creationId xmlns:a16="http://schemas.microsoft.com/office/drawing/2014/main" id="{2EB49848-FC94-7338-1435-79672AC28808}"/>
                </a:ext>
              </a:extLst>
            </p:cNvPr>
            <p:cNvGrpSpPr/>
            <p:nvPr/>
          </p:nvGrpSpPr>
          <p:grpSpPr>
            <a:xfrm>
              <a:off x="6801409" y="2526001"/>
              <a:ext cx="786786" cy="859033"/>
              <a:chOff x="6801409" y="2526001"/>
              <a:chExt cx="786786" cy="859033"/>
            </a:xfrm>
            <a:solidFill>
              <a:srgbClr val="C42828"/>
            </a:solidFill>
          </p:grpSpPr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C9D8F0EA-39E4-B1E0-5B26-B84C57BDD1D1}"/>
                  </a:ext>
                </a:extLst>
              </p:cNvPr>
              <p:cNvSpPr/>
              <p:nvPr/>
            </p:nvSpPr>
            <p:spPr>
              <a:xfrm>
                <a:off x="6826318" y="2822436"/>
                <a:ext cx="95074" cy="273508"/>
              </a:xfrm>
              <a:custGeom>
                <a:avLst/>
                <a:gdLst>
                  <a:gd name="connsiteX0" fmla="*/ 55327 w 95074"/>
                  <a:gd name="connsiteY0" fmla="*/ 273458 h 273508"/>
                  <a:gd name="connsiteX1" fmla="*/ 17566 w 95074"/>
                  <a:gd name="connsiteY1" fmla="*/ 245969 h 273508"/>
                  <a:gd name="connsiteX2" fmla="*/ 0 w 95074"/>
                  <a:gd name="connsiteY2" fmla="*/ 133925 h 273508"/>
                  <a:gd name="connsiteX3" fmla="*/ 15631 w 95074"/>
                  <a:gd name="connsiteY3" fmla="*/ 28183 h 273508"/>
                  <a:gd name="connsiteX4" fmla="*/ 65152 w 95074"/>
                  <a:gd name="connsiteY4" fmla="*/ 1736 h 273508"/>
                  <a:gd name="connsiteX5" fmla="*/ 91600 w 95074"/>
                  <a:gd name="connsiteY5" fmla="*/ 51257 h 273508"/>
                  <a:gd name="connsiteX6" fmla="*/ 79393 w 95074"/>
                  <a:gd name="connsiteY6" fmla="*/ 133975 h 273508"/>
                  <a:gd name="connsiteX7" fmla="*/ 93138 w 95074"/>
                  <a:gd name="connsiteY7" fmla="*/ 221605 h 273508"/>
                  <a:gd name="connsiteX8" fmla="*/ 67583 w 95074"/>
                  <a:gd name="connsiteY8" fmla="*/ 271573 h 273508"/>
                  <a:gd name="connsiteX9" fmla="*/ 55377 w 95074"/>
                  <a:gd name="connsiteY9" fmla="*/ 273508 h 273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074" h="273508">
                    <a:moveTo>
                      <a:pt x="55327" y="273458"/>
                    </a:moveTo>
                    <a:cubicBezTo>
                      <a:pt x="38555" y="273458"/>
                      <a:pt x="22974" y="262740"/>
                      <a:pt x="17566" y="245969"/>
                    </a:cubicBezTo>
                    <a:cubicBezTo>
                      <a:pt x="5905" y="209894"/>
                      <a:pt x="0" y="172183"/>
                      <a:pt x="0" y="133925"/>
                    </a:cubicBezTo>
                    <a:cubicBezTo>
                      <a:pt x="0" y="97901"/>
                      <a:pt x="5260" y="62322"/>
                      <a:pt x="15631" y="28183"/>
                    </a:cubicBezTo>
                    <a:cubicBezTo>
                      <a:pt x="21982" y="7194"/>
                      <a:pt x="44162" y="-4665"/>
                      <a:pt x="65152" y="1736"/>
                    </a:cubicBezTo>
                    <a:cubicBezTo>
                      <a:pt x="86142" y="8087"/>
                      <a:pt x="98001" y="30267"/>
                      <a:pt x="91600" y="51257"/>
                    </a:cubicBezTo>
                    <a:cubicBezTo>
                      <a:pt x="83512" y="77953"/>
                      <a:pt x="79393" y="105790"/>
                      <a:pt x="79393" y="133975"/>
                    </a:cubicBezTo>
                    <a:cubicBezTo>
                      <a:pt x="79393" y="163946"/>
                      <a:pt x="84008" y="193420"/>
                      <a:pt x="93138" y="221605"/>
                    </a:cubicBezTo>
                    <a:cubicBezTo>
                      <a:pt x="99887" y="242446"/>
                      <a:pt x="88424" y="264825"/>
                      <a:pt x="67583" y="271573"/>
                    </a:cubicBezTo>
                    <a:cubicBezTo>
                      <a:pt x="63515" y="272863"/>
                      <a:pt x="59396" y="273508"/>
                      <a:pt x="55377" y="27350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D0E740B1-8C84-1275-5B1D-59BE50AF0945}"/>
                  </a:ext>
                </a:extLst>
              </p:cNvPr>
              <p:cNvSpPr/>
              <p:nvPr/>
            </p:nvSpPr>
            <p:spPr>
              <a:xfrm>
                <a:off x="6919238" y="3143975"/>
                <a:ext cx="234411" cy="167372"/>
              </a:xfrm>
              <a:custGeom>
                <a:avLst/>
                <a:gdLst>
                  <a:gd name="connsiteX0" fmla="*/ 194782 w 234411"/>
                  <a:gd name="connsiteY0" fmla="*/ 167322 h 167372"/>
                  <a:gd name="connsiteX1" fmla="*/ 185453 w 234411"/>
                  <a:gd name="connsiteY1" fmla="*/ 166231 h 167372"/>
                  <a:gd name="connsiteX2" fmla="*/ 11383 w 234411"/>
                  <a:gd name="connsiteY2" fmla="*/ 67486 h 167372"/>
                  <a:gd name="connsiteX3" fmla="*/ 11880 w 234411"/>
                  <a:gd name="connsiteY3" fmla="*/ 11365 h 167372"/>
                  <a:gd name="connsiteX4" fmla="*/ 68001 w 234411"/>
                  <a:gd name="connsiteY4" fmla="*/ 11861 h 167372"/>
                  <a:gd name="connsiteX5" fmla="*/ 204011 w 234411"/>
                  <a:gd name="connsiteY5" fmla="*/ 89071 h 167372"/>
                  <a:gd name="connsiteX6" fmla="*/ 233287 w 234411"/>
                  <a:gd name="connsiteY6" fmla="*/ 136955 h 167372"/>
                  <a:gd name="connsiteX7" fmla="*/ 194732 w 234411"/>
                  <a:gd name="connsiteY7" fmla="*/ 167372 h 167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4411" h="167372">
                    <a:moveTo>
                      <a:pt x="194782" y="167322"/>
                    </a:moveTo>
                    <a:cubicBezTo>
                      <a:pt x="191705" y="167322"/>
                      <a:pt x="188579" y="166975"/>
                      <a:pt x="185453" y="166231"/>
                    </a:cubicBezTo>
                    <a:cubicBezTo>
                      <a:pt x="119457" y="150303"/>
                      <a:pt x="59267" y="116163"/>
                      <a:pt x="11383" y="67486"/>
                    </a:cubicBezTo>
                    <a:cubicBezTo>
                      <a:pt x="-3999" y="51855"/>
                      <a:pt x="-3751" y="26697"/>
                      <a:pt x="11880" y="11365"/>
                    </a:cubicBezTo>
                    <a:cubicBezTo>
                      <a:pt x="27510" y="-3968"/>
                      <a:pt x="52668" y="-3770"/>
                      <a:pt x="68001" y="11861"/>
                    </a:cubicBezTo>
                    <a:cubicBezTo>
                      <a:pt x="105415" y="49970"/>
                      <a:pt x="152455" y="76665"/>
                      <a:pt x="204011" y="89071"/>
                    </a:cubicBezTo>
                    <a:cubicBezTo>
                      <a:pt x="225348" y="94231"/>
                      <a:pt x="238448" y="115667"/>
                      <a:pt x="233287" y="136955"/>
                    </a:cubicBezTo>
                    <a:cubicBezTo>
                      <a:pt x="228921" y="155165"/>
                      <a:pt x="212645" y="167372"/>
                      <a:pt x="194732" y="16737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0C1E530F-126E-34D5-AD0B-FE4560FADBFA}"/>
                  </a:ext>
                </a:extLst>
              </p:cNvPr>
              <p:cNvSpPr/>
              <p:nvPr/>
            </p:nvSpPr>
            <p:spPr>
              <a:xfrm>
                <a:off x="7230928" y="3138548"/>
                <a:ext cx="235567" cy="171757"/>
              </a:xfrm>
              <a:custGeom>
                <a:avLst/>
                <a:gdLst>
                  <a:gd name="connsiteX0" fmla="*/ 39695 w 235567"/>
                  <a:gd name="connsiteY0" fmla="*/ 171757 h 171757"/>
                  <a:gd name="connsiteX1" fmla="*/ 1239 w 235567"/>
                  <a:gd name="connsiteY1" fmla="*/ 141836 h 171757"/>
                  <a:gd name="connsiteX2" fmla="*/ 29919 w 235567"/>
                  <a:gd name="connsiteY2" fmla="*/ 93555 h 171757"/>
                  <a:gd name="connsiteX3" fmla="*/ 166922 w 235567"/>
                  <a:gd name="connsiteY3" fmla="*/ 12525 h 171757"/>
                  <a:gd name="connsiteX4" fmla="*/ 223043 w 235567"/>
                  <a:gd name="connsiteY4" fmla="*/ 10738 h 171757"/>
                  <a:gd name="connsiteX5" fmla="*/ 224830 w 235567"/>
                  <a:gd name="connsiteY5" fmla="*/ 66859 h 171757"/>
                  <a:gd name="connsiteX6" fmla="*/ 49569 w 235567"/>
                  <a:gd name="connsiteY6" fmla="*/ 170517 h 171757"/>
                  <a:gd name="connsiteX7" fmla="*/ 39744 w 235567"/>
                  <a:gd name="connsiteY7" fmla="*/ 171757 h 17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567" h="171757">
                    <a:moveTo>
                      <a:pt x="39695" y="171757"/>
                    </a:moveTo>
                    <a:cubicBezTo>
                      <a:pt x="21980" y="171757"/>
                      <a:pt x="5853" y="159799"/>
                      <a:pt x="1239" y="141836"/>
                    </a:cubicBezTo>
                    <a:cubicBezTo>
                      <a:pt x="-4170" y="120598"/>
                      <a:pt x="8632" y="98964"/>
                      <a:pt x="29919" y="93555"/>
                    </a:cubicBezTo>
                    <a:cubicBezTo>
                      <a:pt x="82269" y="80207"/>
                      <a:pt x="129657" y="52171"/>
                      <a:pt x="166922" y="12525"/>
                    </a:cubicBezTo>
                    <a:cubicBezTo>
                      <a:pt x="181957" y="-3453"/>
                      <a:pt x="207066" y="-4247"/>
                      <a:pt x="223043" y="10738"/>
                    </a:cubicBezTo>
                    <a:cubicBezTo>
                      <a:pt x="239021" y="25724"/>
                      <a:pt x="239815" y="50881"/>
                      <a:pt x="224830" y="66859"/>
                    </a:cubicBezTo>
                    <a:cubicBezTo>
                      <a:pt x="177194" y="117572"/>
                      <a:pt x="116607" y="153398"/>
                      <a:pt x="49569" y="170517"/>
                    </a:cubicBezTo>
                    <a:cubicBezTo>
                      <a:pt x="46294" y="171360"/>
                      <a:pt x="42970" y="171757"/>
                      <a:pt x="39744" y="17175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E69F63CC-2C3A-DDF1-4DCF-46D23B6950CF}"/>
                  </a:ext>
                </a:extLst>
              </p:cNvPr>
              <p:cNvSpPr/>
              <p:nvPr/>
            </p:nvSpPr>
            <p:spPr>
              <a:xfrm>
                <a:off x="7460291" y="2828005"/>
                <a:ext cx="94013" cy="264465"/>
              </a:xfrm>
              <a:custGeom>
                <a:avLst/>
                <a:gdLst>
                  <a:gd name="connsiteX0" fmla="*/ 39728 w 94013"/>
                  <a:gd name="connsiteY0" fmla="*/ 264465 h 264465"/>
                  <a:gd name="connsiteX1" fmla="*/ 27919 w 94013"/>
                  <a:gd name="connsiteY1" fmla="*/ 262679 h 264465"/>
                  <a:gd name="connsiteX2" fmla="*/ 1818 w 94013"/>
                  <a:gd name="connsiteY2" fmla="*/ 213009 h 264465"/>
                  <a:gd name="connsiteX3" fmla="*/ 14620 w 94013"/>
                  <a:gd name="connsiteY3" fmla="*/ 128356 h 264465"/>
                  <a:gd name="connsiteX4" fmla="*/ 3852 w 94013"/>
                  <a:gd name="connsiteY4" fmla="*/ 50551 h 264465"/>
                  <a:gd name="connsiteX5" fmla="*/ 31243 w 94013"/>
                  <a:gd name="connsiteY5" fmla="*/ 1525 h 264465"/>
                  <a:gd name="connsiteX6" fmla="*/ 80268 w 94013"/>
                  <a:gd name="connsiteY6" fmla="*/ 28866 h 264465"/>
                  <a:gd name="connsiteX7" fmla="*/ 94013 w 94013"/>
                  <a:gd name="connsiteY7" fmla="*/ 128306 h 264465"/>
                  <a:gd name="connsiteX8" fmla="*/ 77638 w 94013"/>
                  <a:gd name="connsiteY8" fmla="*/ 236529 h 264465"/>
                  <a:gd name="connsiteX9" fmla="*/ 39728 w 94013"/>
                  <a:gd name="connsiteY9" fmla="*/ 264465 h 26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013" h="264465">
                    <a:moveTo>
                      <a:pt x="39728" y="264465"/>
                    </a:moveTo>
                    <a:cubicBezTo>
                      <a:pt x="35808" y="264465"/>
                      <a:pt x="31839" y="263870"/>
                      <a:pt x="27919" y="262679"/>
                    </a:cubicBezTo>
                    <a:cubicBezTo>
                      <a:pt x="6979" y="256179"/>
                      <a:pt x="-4732" y="233899"/>
                      <a:pt x="1818" y="213009"/>
                    </a:cubicBezTo>
                    <a:cubicBezTo>
                      <a:pt x="10303" y="185717"/>
                      <a:pt x="14620" y="157235"/>
                      <a:pt x="14620" y="128356"/>
                    </a:cubicBezTo>
                    <a:cubicBezTo>
                      <a:pt x="14620" y="101908"/>
                      <a:pt x="10998" y="75758"/>
                      <a:pt x="3852" y="50551"/>
                    </a:cubicBezTo>
                    <a:cubicBezTo>
                      <a:pt x="-2152" y="29462"/>
                      <a:pt x="10105" y="7530"/>
                      <a:pt x="31243" y="1525"/>
                    </a:cubicBezTo>
                    <a:cubicBezTo>
                      <a:pt x="52332" y="-4479"/>
                      <a:pt x="74264" y="7778"/>
                      <a:pt x="80268" y="28866"/>
                    </a:cubicBezTo>
                    <a:cubicBezTo>
                      <a:pt x="89399" y="61070"/>
                      <a:pt x="94013" y="94515"/>
                      <a:pt x="94013" y="128306"/>
                    </a:cubicBezTo>
                    <a:cubicBezTo>
                      <a:pt x="94013" y="165174"/>
                      <a:pt x="88505" y="201596"/>
                      <a:pt x="77638" y="236529"/>
                    </a:cubicBezTo>
                    <a:cubicBezTo>
                      <a:pt x="72329" y="253549"/>
                      <a:pt x="56649" y="264465"/>
                      <a:pt x="39728" y="26446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2123EC11-F278-AF89-E6AD-BA8F139C5F31}"/>
                  </a:ext>
                </a:extLst>
              </p:cNvPr>
              <p:cNvSpPr/>
              <p:nvPr/>
            </p:nvSpPr>
            <p:spPr>
              <a:xfrm>
                <a:off x="7223554" y="2600537"/>
                <a:ext cx="250075" cy="181456"/>
              </a:xfrm>
              <a:custGeom>
                <a:avLst/>
                <a:gdLst>
                  <a:gd name="connsiteX0" fmla="*/ 210370 w 250075"/>
                  <a:gd name="connsiteY0" fmla="*/ 181456 h 181456"/>
                  <a:gd name="connsiteX1" fmla="*/ 180548 w 250075"/>
                  <a:gd name="connsiteY1" fmla="*/ 167960 h 181456"/>
                  <a:gd name="connsiteX2" fmla="*/ 30793 w 250075"/>
                  <a:gd name="connsiteY2" fmla="*/ 78394 h 181456"/>
                  <a:gd name="connsiteX3" fmla="*/ 1020 w 250075"/>
                  <a:gd name="connsiteY3" fmla="*/ 30808 h 181456"/>
                  <a:gd name="connsiteX4" fmla="*/ 48606 w 250075"/>
                  <a:gd name="connsiteY4" fmla="*/ 1036 h 181456"/>
                  <a:gd name="connsiteX5" fmla="*/ 240192 w 250075"/>
                  <a:gd name="connsiteY5" fmla="*/ 115560 h 181456"/>
                  <a:gd name="connsiteX6" fmla="*/ 236570 w 250075"/>
                  <a:gd name="connsiteY6" fmla="*/ 171582 h 181456"/>
                  <a:gd name="connsiteX7" fmla="*/ 210370 w 250075"/>
                  <a:gd name="connsiteY7" fmla="*/ 181456 h 18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0075" h="181456">
                    <a:moveTo>
                      <a:pt x="210370" y="181456"/>
                    </a:moveTo>
                    <a:cubicBezTo>
                      <a:pt x="199354" y="181456"/>
                      <a:pt x="188388" y="176891"/>
                      <a:pt x="180548" y="167960"/>
                    </a:cubicBezTo>
                    <a:cubicBezTo>
                      <a:pt x="140802" y="122755"/>
                      <a:pt x="89047" y="91792"/>
                      <a:pt x="30793" y="78394"/>
                    </a:cubicBezTo>
                    <a:cubicBezTo>
                      <a:pt x="9406" y="73482"/>
                      <a:pt x="-3892" y="52195"/>
                      <a:pt x="1020" y="30808"/>
                    </a:cubicBezTo>
                    <a:cubicBezTo>
                      <a:pt x="5933" y="9422"/>
                      <a:pt x="27220" y="-3926"/>
                      <a:pt x="48606" y="1036"/>
                    </a:cubicBezTo>
                    <a:cubicBezTo>
                      <a:pt x="123186" y="18204"/>
                      <a:pt x="189430" y="57752"/>
                      <a:pt x="240192" y="115560"/>
                    </a:cubicBezTo>
                    <a:cubicBezTo>
                      <a:pt x="254681" y="132034"/>
                      <a:pt x="253044" y="157093"/>
                      <a:pt x="236570" y="171582"/>
                    </a:cubicBezTo>
                    <a:cubicBezTo>
                      <a:pt x="229028" y="178231"/>
                      <a:pt x="219699" y="181456"/>
                      <a:pt x="210370" y="18145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424C24B3-47F4-F0BD-ACCF-2D7ED2D1EEB2}"/>
                  </a:ext>
                </a:extLst>
              </p:cNvPr>
              <p:cNvSpPr/>
              <p:nvPr/>
            </p:nvSpPr>
            <p:spPr>
              <a:xfrm>
                <a:off x="6917142" y="2601265"/>
                <a:ext cx="237129" cy="169762"/>
              </a:xfrm>
              <a:custGeom>
                <a:avLst/>
                <a:gdLst>
                  <a:gd name="connsiteX0" fmla="*/ 39679 w 237129"/>
                  <a:gd name="connsiteY0" fmla="*/ 169713 h 169762"/>
                  <a:gd name="connsiteX1" fmla="*/ 12139 w 237129"/>
                  <a:gd name="connsiteY1" fmla="*/ 158598 h 169762"/>
                  <a:gd name="connsiteX2" fmla="*/ 11097 w 237129"/>
                  <a:gd name="connsiteY2" fmla="*/ 102477 h 169762"/>
                  <a:gd name="connsiteX3" fmla="*/ 188193 w 237129"/>
                  <a:gd name="connsiteY3" fmla="*/ 1102 h 169762"/>
                  <a:gd name="connsiteX4" fmla="*/ 236028 w 237129"/>
                  <a:gd name="connsiteY4" fmla="*/ 30478 h 169762"/>
                  <a:gd name="connsiteX5" fmla="*/ 206652 w 237129"/>
                  <a:gd name="connsiteY5" fmla="*/ 78312 h 169762"/>
                  <a:gd name="connsiteX6" fmla="*/ 68260 w 237129"/>
                  <a:gd name="connsiteY6" fmla="*/ 157606 h 169762"/>
                  <a:gd name="connsiteX7" fmla="*/ 39679 w 237129"/>
                  <a:gd name="connsiteY7" fmla="*/ 169763 h 169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7129" h="169762">
                    <a:moveTo>
                      <a:pt x="39679" y="169713"/>
                    </a:moveTo>
                    <a:cubicBezTo>
                      <a:pt x="29754" y="169713"/>
                      <a:pt x="19830" y="166041"/>
                      <a:pt x="12139" y="158598"/>
                    </a:cubicBezTo>
                    <a:cubicBezTo>
                      <a:pt x="-3640" y="143365"/>
                      <a:pt x="-4087" y="118257"/>
                      <a:pt x="11097" y="102477"/>
                    </a:cubicBezTo>
                    <a:cubicBezTo>
                      <a:pt x="59477" y="52261"/>
                      <a:pt x="120709" y="17229"/>
                      <a:pt x="188193" y="1102"/>
                    </a:cubicBezTo>
                    <a:cubicBezTo>
                      <a:pt x="209530" y="-4009"/>
                      <a:pt x="230917" y="9141"/>
                      <a:pt x="236028" y="30478"/>
                    </a:cubicBezTo>
                    <a:cubicBezTo>
                      <a:pt x="241139" y="51815"/>
                      <a:pt x="227989" y="73201"/>
                      <a:pt x="206652" y="78312"/>
                    </a:cubicBezTo>
                    <a:cubicBezTo>
                      <a:pt x="153955" y="90916"/>
                      <a:pt x="106121" y="118356"/>
                      <a:pt x="68260" y="157606"/>
                    </a:cubicBezTo>
                    <a:cubicBezTo>
                      <a:pt x="60470" y="165694"/>
                      <a:pt x="50099" y="169763"/>
                      <a:pt x="39679" y="16976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EF58A6F-0CBC-E1B5-2001-31A802382F4A}"/>
                  </a:ext>
                </a:extLst>
              </p:cNvPr>
              <p:cNvSpPr/>
              <p:nvPr/>
            </p:nvSpPr>
            <p:spPr>
              <a:xfrm>
                <a:off x="7085686" y="3168489"/>
                <a:ext cx="216544" cy="216544"/>
              </a:xfrm>
              <a:custGeom>
                <a:avLst/>
                <a:gdLst>
                  <a:gd name="connsiteX0" fmla="*/ 108272 w 216544"/>
                  <a:gd name="connsiteY0" fmla="*/ 216545 h 216544"/>
                  <a:gd name="connsiteX1" fmla="*/ 0 w 216544"/>
                  <a:gd name="connsiteY1" fmla="*/ 108272 h 216544"/>
                  <a:gd name="connsiteX2" fmla="*/ 108272 w 216544"/>
                  <a:gd name="connsiteY2" fmla="*/ 0 h 216544"/>
                  <a:gd name="connsiteX3" fmla="*/ 216545 w 216544"/>
                  <a:gd name="connsiteY3" fmla="*/ 108272 h 216544"/>
                  <a:gd name="connsiteX4" fmla="*/ 108272 w 216544"/>
                  <a:gd name="connsiteY4" fmla="*/ 216545 h 216544"/>
                  <a:gd name="connsiteX5" fmla="*/ 108272 w 216544"/>
                  <a:gd name="connsiteY5" fmla="*/ 79344 h 216544"/>
                  <a:gd name="connsiteX6" fmla="*/ 79393 w 216544"/>
                  <a:gd name="connsiteY6" fmla="*/ 108223 h 216544"/>
                  <a:gd name="connsiteX7" fmla="*/ 108272 w 216544"/>
                  <a:gd name="connsiteY7" fmla="*/ 137102 h 216544"/>
                  <a:gd name="connsiteX8" fmla="*/ 137152 w 216544"/>
                  <a:gd name="connsiteY8" fmla="*/ 108223 h 216544"/>
                  <a:gd name="connsiteX9" fmla="*/ 108272 w 216544"/>
                  <a:gd name="connsiteY9" fmla="*/ 79344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2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44"/>
                    </a:moveTo>
                    <a:cubicBezTo>
                      <a:pt x="92344" y="79344"/>
                      <a:pt x="79393" y="92295"/>
                      <a:pt x="79393" y="108223"/>
                    </a:cubicBezTo>
                    <a:cubicBezTo>
                      <a:pt x="79393" y="124151"/>
                      <a:pt x="92344" y="137102"/>
                      <a:pt x="108272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5"/>
                      <a:pt x="124201" y="79344"/>
                      <a:pt x="108272" y="7934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4BA0B4DC-A7AE-9E76-4065-E687A84A32E8}"/>
                  </a:ext>
                </a:extLst>
              </p:cNvPr>
              <p:cNvSpPr/>
              <p:nvPr/>
            </p:nvSpPr>
            <p:spPr>
              <a:xfrm>
                <a:off x="7080575" y="2526001"/>
                <a:ext cx="216544" cy="216594"/>
              </a:xfrm>
              <a:custGeom>
                <a:avLst/>
                <a:gdLst>
                  <a:gd name="connsiteX0" fmla="*/ 108272 w 216544"/>
                  <a:gd name="connsiteY0" fmla="*/ 216594 h 216594"/>
                  <a:gd name="connsiteX1" fmla="*/ 0 w 216544"/>
                  <a:gd name="connsiteY1" fmla="*/ 108322 h 216594"/>
                  <a:gd name="connsiteX2" fmla="*/ 108272 w 216544"/>
                  <a:gd name="connsiteY2" fmla="*/ 0 h 216594"/>
                  <a:gd name="connsiteX3" fmla="*/ 216545 w 216544"/>
                  <a:gd name="connsiteY3" fmla="*/ 108272 h 216594"/>
                  <a:gd name="connsiteX4" fmla="*/ 108272 w 216544"/>
                  <a:gd name="connsiteY4" fmla="*/ 216545 h 216594"/>
                  <a:gd name="connsiteX5" fmla="*/ 108272 w 216544"/>
                  <a:gd name="connsiteY5" fmla="*/ 79393 h 216594"/>
                  <a:gd name="connsiteX6" fmla="*/ 79393 w 216544"/>
                  <a:gd name="connsiteY6" fmla="*/ 108272 h 216594"/>
                  <a:gd name="connsiteX7" fmla="*/ 108272 w 216544"/>
                  <a:gd name="connsiteY7" fmla="*/ 137152 h 216594"/>
                  <a:gd name="connsiteX8" fmla="*/ 137152 w 216544"/>
                  <a:gd name="connsiteY8" fmla="*/ 108272 h 216594"/>
                  <a:gd name="connsiteX9" fmla="*/ 108272 w 216544"/>
                  <a:gd name="connsiteY9" fmla="*/ 79393 h 21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94">
                    <a:moveTo>
                      <a:pt x="108272" y="216594"/>
                    </a:moveTo>
                    <a:cubicBezTo>
                      <a:pt x="48579" y="216594"/>
                      <a:pt x="0" y="168016"/>
                      <a:pt x="0" y="108322"/>
                    </a:cubicBezTo>
                    <a:cubicBezTo>
                      <a:pt x="0" y="48628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93"/>
                    </a:moveTo>
                    <a:cubicBezTo>
                      <a:pt x="92344" y="79393"/>
                      <a:pt x="79393" y="92344"/>
                      <a:pt x="79393" y="108272"/>
                    </a:cubicBezTo>
                    <a:cubicBezTo>
                      <a:pt x="79393" y="124201"/>
                      <a:pt x="92344" y="137152"/>
                      <a:pt x="108272" y="137152"/>
                    </a:cubicBezTo>
                    <a:cubicBezTo>
                      <a:pt x="124201" y="137152"/>
                      <a:pt x="137152" y="124201"/>
                      <a:pt x="137152" y="108272"/>
                    </a:cubicBezTo>
                    <a:cubicBezTo>
                      <a:pt x="137152" y="92344"/>
                      <a:pt x="124201" y="79393"/>
                      <a:pt x="108272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95227C2C-3A48-4710-4EB3-9DCF1D780A14}"/>
                  </a:ext>
                </a:extLst>
              </p:cNvPr>
              <p:cNvSpPr/>
              <p:nvPr/>
            </p:nvSpPr>
            <p:spPr>
              <a:xfrm>
                <a:off x="7371650" y="2684986"/>
                <a:ext cx="216544" cy="216544"/>
              </a:xfrm>
              <a:custGeom>
                <a:avLst/>
                <a:gdLst>
                  <a:gd name="connsiteX0" fmla="*/ 108273 w 216544"/>
                  <a:gd name="connsiteY0" fmla="*/ 216545 h 216544"/>
                  <a:gd name="connsiteX1" fmla="*/ 0 w 216544"/>
                  <a:gd name="connsiteY1" fmla="*/ 108272 h 216544"/>
                  <a:gd name="connsiteX2" fmla="*/ 108273 w 216544"/>
                  <a:gd name="connsiteY2" fmla="*/ 0 h 216544"/>
                  <a:gd name="connsiteX3" fmla="*/ 216545 w 216544"/>
                  <a:gd name="connsiteY3" fmla="*/ 108272 h 216544"/>
                  <a:gd name="connsiteX4" fmla="*/ 108273 w 216544"/>
                  <a:gd name="connsiteY4" fmla="*/ 216545 h 216544"/>
                  <a:gd name="connsiteX5" fmla="*/ 108273 w 216544"/>
                  <a:gd name="connsiteY5" fmla="*/ 79343 h 216544"/>
                  <a:gd name="connsiteX6" fmla="*/ 79393 w 216544"/>
                  <a:gd name="connsiteY6" fmla="*/ 108223 h 216544"/>
                  <a:gd name="connsiteX7" fmla="*/ 108273 w 216544"/>
                  <a:gd name="connsiteY7" fmla="*/ 137102 h 216544"/>
                  <a:gd name="connsiteX8" fmla="*/ 137152 w 216544"/>
                  <a:gd name="connsiteY8" fmla="*/ 108223 h 216544"/>
                  <a:gd name="connsiteX9" fmla="*/ 108273 w 216544"/>
                  <a:gd name="connsiteY9" fmla="*/ 79343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3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3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3" y="216545"/>
                    </a:cubicBezTo>
                    <a:close/>
                    <a:moveTo>
                      <a:pt x="108273" y="79343"/>
                    </a:moveTo>
                    <a:cubicBezTo>
                      <a:pt x="92344" y="79343"/>
                      <a:pt x="79393" y="92294"/>
                      <a:pt x="79393" y="108223"/>
                    </a:cubicBezTo>
                    <a:cubicBezTo>
                      <a:pt x="79393" y="124151"/>
                      <a:pt x="92344" y="137102"/>
                      <a:pt x="108273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4"/>
                      <a:pt x="124201" y="79343"/>
                      <a:pt x="108273" y="793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63D50017-4705-1B78-A909-A80D59BAFEB0}"/>
                  </a:ext>
                </a:extLst>
              </p:cNvPr>
              <p:cNvSpPr/>
              <p:nvPr/>
            </p:nvSpPr>
            <p:spPr>
              <a:xfrm>
                <a:off x="6801409" y="2683931"/>
                <a:ext cx="216507" cy="216507"/>
              </a:xfrm>
              <a:custGeom>
                <a:avLst/>
                <a:gdLst>
                  <a:gd name="connsiteX0" fmla="*/ 108272 w 216507"/>
                  <a:gd name="connsiteY0" fmla="*/ 216507 h 216507"/>
                  <a:gd name="connsiteX1" fmla="*/ 31708 w 216507"/>
                  <a:gd name="connsiteY1" fmla="*/ 184800 h 216507"/>
                  <a:gd name="connsiteX2" fmla="*/ 0 w 216507"/>
                  <a:gd name="connsiteY2" fmla="*/ 108235 h 216507"/>
                  <a:gd name="connsiteX3" fmla="*/ 31708 w 216507"/>
                  <a:gd name="connsiteY3" fmla="*/ 31670 h 216507"/>
                  <a:gd name="connsiteX4" fmla="*/ 184837 w 216507"/>
                  <a:gd name="connsiteY4" fmla="*/ 31670 h 216507"/>
                  <a:gd name="connsiteX5" fmla="*/ 184837 w 216507"/>
                  <a:gd name="connsiteY5" fmla="*/ 184800 h 216507"/>
                  <a:gd name="connsiteX6" fmla="*/ 184837 w 216507"/>
                  <a:gd name="connsiteY6" fmla="*/ 184800 h 216507"/>
                  <a:gd name="connsiteX7" fmla="*/ 184837 w 216507"/>
                  <a:gd name="connsiteY7" fmla="*/ 184800 h 216507"/>
                  <a:gd name="connsiteX8" fmla="*/ 108272 w 216507"/>
                  <a:gd name="connsiteY8" fmla="*/ 216507 h 216507"/>
                  <a:gd name="connsiteX9" fmla="*/ 108272 w 216507"/>
                  <a:gd name="connsiteY9" fmla="*/ 79306 h 216507"/>
                  <a:gd name="connsiteX10" fmla="*/ 87829 w 216507"/>
                  <a:gd name="connsiteY10" fmla="*/ 87742 h 216507"/>
                  <a:gd name="connsiteX11" fmla="*/ 79344 w 216507"/>
                  <a:gd name="connsiteY11" fmla="*/ 108186 h 216507"/>
                  <a:gd name="connsiteX12" fmla="*/ 87829 w 216507"/>
                  <a:gd name="connsiteY12" fmla="*/ 128629 h 216507"/>
                  <a:gd name="connsiteX13" fmla="*/ 108272 w 216507"/>
                  <a:gd name="connsiteY13" fmla="*/ 137114 h 216507"/>
                  <a:gd name="connsiteX14" fmla="*/ 128716 w 216507"/>
                  <a:gd name="connsiteY14" fmla="*/ 128629 h 216507"/>
                  <a:gd name="connsiteX15" fmla="*/ 128716 w 216507"/>
                  <a:gd name="connsiteY15" fmla="*/ 128629 h 216507"/>
                  <a:gd name="connsiteX16" fmla="*/ 128716 w 216507"/>
                  <a:gd name="connsiteY16" fmla="*/ 87742 h 216507"/>
                  <a:gd name="connsiteX17" fmla="*/ 108272 w 216507"/>
                  <a:gd name="connsiteY17" fmla="*/ 79306 h 216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6507" h="216507">
                    <a:moveTo>
                      <a:pt x="108272" y="216507"/>
                    </a:moveTo>
                    <a:cubicBezTo>
                      <a:pt x="79344" y="216507"/>
                      <a:pt x="52151" y="205244"/>
                      <a:pt x="31708" y="184800"/>
                    </a:cubicBezTo>
                    <a:cubicBezTo>
                      <a:pt x="11264" y="164356"/>
                      <a:pt x="0" y="137164"/>
                      <a:pt x="0" y="108235"/>
                    </a:cubicBezTo>
                    <a:cubicBezTo>
                      <a:pt x="0" y="79306"/>
                      <a:pt x="11264" y="52114"/>
                      <a:pt x="31708" y="31670"/>
                    </a:cubicBezTo>
                    <a:cubicBezTo>
                      <a:pt x="73935" y="-10557"/>
                      <a:pt x="142610" y="-10557"/>
                      <a:pt x="184837" y="31670"/>
                    </a:cubicBezTo>
                    <a:cubicBezTo>
                      <a:pt x="227065" y="73898"/>
                      <a:pt x="227065" y="142573"/>
                      <a:pt x="184837" y="184800"/>
                    </a:cubicBezTo>
                    <a:lnTo>
                      <a:pt x="184837" y="184800"/>
                    </a:lnTo>
                    <a:cubicBezTo>
                      <a:pt x="184837" y="184800"/>
                      <a:pt x="184837" y="184800"/>
                      <a:pt x="184837" y="184800"/>
                    </a:cubicBezTo>
                    <a:cubicBezTo>
                      <a:pt x="164394" y="205244"/>
                      <a:pt x="137201" y="216507"/>
                      <a:pt x="108272" y="216507"/>
                    </a:cubicBezTo>
                    <a:close/>
                    <a:moveTo>
                      <a:pt x="108272" y="79306"/>
                    </a:moveTo>
                    <a:cubicBezTo>
                      <a:pt x="100879" y="79306"/>
                      <a:pt x="93485" y="82135"/>
                      <a:pt x="87829" y="87742"/>
                    </a:cubicBezTo>
                    <a:cubicBezTo>
                      <a:pt x="82370" y="93200"/>
                      <a:pt x="79344" y="100445"/>
                      <a:pt x="79344" y="108186"/>
                    </a:cubicBezTo>
                    <a:cubicBezTo>
                      <a:pt x="79344" y="115926"/>
                      <a:pt x="82370" y="123171"/>
                      <a:pt x="87829" y="128629"/>
                    </a:cubicBezTo>
                    <a:cubicBezTo>
                      <a:pt x="93287" y="134088"/>
                      <a:pt x="100532" y="137114"/>
                      <a:pt x="108272" y="137114"/>
                    </a:cubicBezTo>
                    <a:cubicBezTo>
                      <a:pt x="116013" y="137114"/>
                      <a:pt x="123258" y="134088"/>
                      <a:pt x="128716" y="128629"/>
                    </a:cubicBezTo>
                    <a:lnTo>
                      <a:pt x="128716" y="128629"/>
                    </a:lnTo>
                    <a:cubicBezTo>
                      <a:pt x="139980" y="117365"/>
                      <a:pt x="139980" y="99006"/>
                      <a:pt x="128716" y="87742"/>
                    </a:cubicBezTo>
                    <a:cubicBezTo>
                      <a:pt x="123059" y="82085"/>
                      <a:pt x="115666" y="79306"/>
                      <a:pt x="108272" y="7930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848F8279-7C92-69D7-1225-F01805A14568}"/>
                  </a:ext>
                </a:extLst>
              </p:cNvPr>
              <p:cNvSpPr/>
              <p:nvPr/>
            </p:nvSpPr>
            <p:spPr>
              <a:xfrm>
                <a:off x="6803480" y="3016439"/>
                <a:ext cx="216470" cy="216457"/>
              </a:xfrm>
              <a:custGeom>
                <a:avLst/>
                <a:gdLst>
                  <a:gd name="connsiteX0" fmla="*/ 108235 w 216470"/>
                  <a:gd name="connsiteY0" fmla="*/ 216458 h 216457"/>
                  <a:gd name="connsiteX1" fmla="*/ 31670 w 216470"/>
                  <a:gd name="connsiteY1" fmla="*/ 184800 h 216457"/>
                  <a:gd name="connsiteX2" fmla="*/ 31670 w 216470"/>
                  <a:gd name="connsiteY2" fmla="*/ 31670 h 216457"/>
                  <a:gd name="connsiteX3" fmla="*/ 184800 w 216470"/>
                  <a:gd name="connsiteY3" fmla="*/ 31670 h 216457"/>
                  <a:gd name="connsiteX4" fmla="*/ 184800 w 216470"/>
                  <a:gd name="connsiteY4" fmla="*/ 184800 h 216457"/>
                  <a:gd name="connsiteX5" fmla="*/ 108235 w 216470"/>
                  <a:gd name="connsiteY5" fmla="*/ 216458 h 216457"/>
                  <a:gd name="connsiteX6" fmla="*/ 108235 w 216470"/>
                  <a:gd name="connsiteY6" fmla="*/ 79356 h 216457"/>
                  <a:gd name="connsiteX7" fmla="*/ 87792 w 216470"/>
                  <a:gd name="connsiteY7" fmla="*/ 87791 h 216457"/>
                  <a:gd name="connsiteX8" fmla="*/ 87792 w 216470"/>
                  <a:gd name="connsiteY8" fmla="*/ 128679 h 216457"/>
                  <a:gd name="connsiteX9" fmla="*/ 128679 w 216470"/>
                  <a:gd name="connsiteY9" fmla="*/ 128679 h 216457"/>
                  <a:gd name="connsiteX10" fmla="*/ 128679 w 216470"/>
                  <a:gd name="connsiteY10" fmla="*/ 87791 h 216457"/>
                  <a:gd name="connsiteX11" fmla="*/ 108235 w 216470"/>
                  <a:gd name="connsiteY11" fmla="*/ 79356 h 21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6470" h="216457">
                    <a:moveTo>
                      <a:pt x="108235" y="216458"/>
                    </a:moveTo>
                    <a:cubicBezTo>
                      <a:pt x="80497" y="216458"/>
                      <a:pt x="52759" y="205889"/>
                      <a:pt x="31670" y="184800"/>
                    </a:cubicBezTo>
                    <a:cubicBezTo>
                      <a:pt x="-10557" y="142573"/>
                      <a:pt x="-10557" y="73898"/>
                      <a:pt x="31670" y="31670"/>
                    </a:cubicBezTo>
                    <a:cubicBezTo>
                      <a:pt x="73898" y="-10557"/>
                      <a:pt x="142573" y="-10557"/>
                      <a:pt x="184800" y="31670"/>
                    </a:cubicBezTo>
                    <a:cubicBezTo>
                      <a:pt x="227027" y="73898"/>
                      <a:pt x="227027" y="142573"/>
                      <a:pt x="184800" y="184800"/>
                    </a:cubicBezTo>
                    <a:cubicBezTo>
                      <a:pt x="163711" y="205889"/>
                      <a:pt x="135973" y="216458"/>
                      <a:pt x="108235" y="216458"/>
                    </a:cubicBezTo>
                    <a:close/>
                    <a:moveTo>
                      <a:pt x="108235" y="79356"/>
                    </a:moveTo>
                    <a:cubicBezTo>
                      <a:pt x="100842" y="79356"/>
                      <a:pt x="93448" y="82184"/>
                      <a:pt x="87792" y="87791"/>
                    </a:cubicBezTo>
                    <a:cubicBezTo>
                      <a:pt x="76528" y="99055"/>
                      <a:pt x="76528" y="117365"/>
                      <a:pt x="87792" y="128679"/>
                    </a:cubicBezTo>
                    <a:cubicBezTo>
                      <a:pt x="99055" y="139943"/>
                      <a:pt x="117415" y="139943"/>
                      <a:pt x="128679" y="128679"/>
                    </a:cubicBezTo>
                    <a:cubicBezTo>
                      <a:pt x="139943" y="117415"/>
                      <a:pt x="139943" y="99105"/>
                      <a:pt x="128679" y="87791"/>
                    </a:cubicBezTo>
                    <a:cubicBezTo>
                      <a:pt x="123022" y="82135"/>
                      <a:pt x="115629" y="79356"/>
                      <a:pt x="108235" y="7935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3C4F8ABC-3B08-F7C9-64DA-046B7B1A2B6D}"/>
                  </a:ext>
                </a:extLst>
              </p:cNvPr>
              <p:cNvSpPr/>
              <p:nvPr/>
            </p:nvSpPr>
            <p:spPr>
              <a:xfrm>
                <a:off x="7366043" y="3016501"/>
                <a:ext cx="216544" cy="216544"/>
              </a:xfrm>
              <a:custGeom>
                <a:avLst/>
                <a:gdLst>
                  <a:gd name="connsiteX0" fmla="*/ 108272 w 216544"/>
                  <a:gd name="connsiteY0" fmla="*/ 216545 h 216544"/>
                  <a:gd name="connsiteX1" fmla="*/ 0 w 216544"/>
                  <a:gd name="connsiteY1" fmla="*/ 108272 h 216544"/>
                  <a:gd name="connsiteX2" fmla="*/ 108272 w 216544"/>
                  <a:gd name="connsiteY2" fmla="*/ 0 h 216544"/>
                  <a:gd name="connsiteX3" fmla="*/ 216545 w 216544"/>
                  <a:gd name="connsiteY3" fmla="*/ 108272 h 216544"/>
                  <a:gd name="connsiteX4" fmla="*/ 108272 w 216544"/>
                  <a:gd name="connsiteY4" fmla="*/ 216545 h 216544"/>
                  <a:gd name="connsiteX5" fmla="*/ 108272 w 216544"/>
                  <a:gd name="connsiteY5" fmla="*/ 79343 h 216544"/>
                  <a:gd name="connsiteX6" fmla="*/ 79393 w 216544"/>
                  <a:gd name="connsiteY6" fmla="*/ 108223 h 216544"/>
                  <a:gd name="connsiteX7" fmla="*/ 108272 w 216544"/>
                  <a:gd name="connsiteY7" fmla="*/ 137102 h 216544"/>
                  <a:gd name="connsiteX8" fmla="*/ 137152 w 216544"/>
                  <a:gd name="connsiteY8" fmla="*/ 108223 h 216544"/>
                  <a:gd name="connsiteX9" fmla="*/ 108272 w 216544"/>
                  <a:gd name="connsiteY9" fmla="*/ 79343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2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43"/>
                    </a:moveTo>
                    <a:cubicBezTo>
                      <a:pt x="92344" y="79343"/>
                      <a:pt x="79393" y="92294"/>
                      <a:pt x="79393" y="108223"/>
                    </a:cubicBezTo>
                    <a:cubicBezTo>
                      <a:pt x="79393" y="124151"/>
                      <a:pt x="92344" y="137102"/>
                      <a:pt x="108272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4"/>
                      <a:pt x="124201" y="79343"/>
                      <a:pt x="108272" y="793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46FB5B8-D578-1AA0-EF9B-1D71DD3B9384}"/>
              </a:ext>
            </a:extLst>
          </p:cNvPr>
          <p:cNvGrpSpPr/>
          <p:nvPr/>
        </p:nvGrpSpPr>
        <p:grpSpPr>
          <a:xfrm>
            <a:off x="8104973" y="2552449"/>
            <a:ext cx="814673" cy="806187"/>
            <a:chOff x="8104973" y="2552449"/>
            <a:chExt cx="814673" cy="806187"/>
          </a:xfrm>
        </p:grpSpPr>
        <p:grpSp>
          <p:nvGrpSpPr>
            <p:cNvPr id="97" name="Picture Placeholder 64">
              <a:extLst>
                <a:ext uri="{FF2B5EF4-FFF2-40B4-BE49-F238E27FC236}">
                  <a16:creationId xmlns:a16="http://schemas.microsoft.com/office/drawing/2014/main" id="{9032B93B-A8F7-892B-41C0-7007262A1DBB}"/>
                </a:ext>
              </a:extLst>
            </p:cNvPr>
            <p:cNvGrpSpPr/>
            <p:nvPr/>
          </p:nvGrpSpPr>
          <p:grpSpPr>
            <a:xfrm>
              <a:off x="8308319" y="2552449"/>
              <a:ext cx="404409" cy="447578"/>
              <a:chOff x="8308319" y="2552449"/>
              <a:chExt cx="404409" cy="447578"/>
            </a:xfrm>
            <a:solidFill>
              <a:srgbClr val="C42828"/>
            </a:solidFill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2C9675AC-6A6C-3B0A-5258-F7F0639A023B}"/>
                  </a:ext>
                </a:extLst>
              </p:cNvPr>
              <p:cNvSpPr/>
              <p:nvPr/>
            </p:nvSpPr>
            <p:spPr>
              <a:xfrm>
                <a:off x="8389151" y="2552449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1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1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1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1" y="144446"/>
                      <a:pt x="163351" y="121323"/>
                    </a:cubicBezTo>
                    <a:cubicBezTo>
                      <a:pt x="163351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D269A98-8D28-E588-2D0F-37424D4AFD4F}"/>
                  </a:ext>
                </a:extLst>
              </p:cNvPr>
              <p:cNvSpPr/>
              <p:nvPr/>
            </p:nvSpPr>
            <p:spPr>
              <a:xfrm>
                <a:off x="8308319" y="2748897"/>
                <a:ext cx="404409" cy="251130"/>
              </a:xfrm>
              <a:custGeom>
                <a:avLst/>
                <a:gdLst>
                  <a:gd name="connsiteX0" fmla="*/ 364712 w 404409"/>
                  <a:gd name="connsiteY0" fmla="*/ 251130 h 251130"/>
                  <a:gd name="connsiteX1" fmla="*/ 325016 w 404409"/>
                  <a:gd name="connsiteY1" fmla="*/ 211434 h 251130"/>
                  <a:gd name="connsiteX2" fmla="*/ 325016 w 404409"/>
                  <a:gd name="connsiteY2" fmla="*/ 202204 h 251130"/>
                  <a:gd name="connsiteX3" fmla="*/ 202205 w 404409"/>
                  <a:gd name="connsiteY3" fmla="*/ 79393 h 251130"/>
                  <a:gd name="connsiteX4" fmla="*/ 79393 w 404409"/>
                  <a:gd name="connsiteY4" fmla="*/ 202204 h 251130"/>
                  <a:gd name="connsiteX5" fmla="*/ 79393 w 404409"/>
                  <a:gd name="connsiteY5" fmla="*/ 211434 h 251130"/>
                  <a:gd name="connsiteX6" fmla="*/ 39697 w 404409"/>
                  <a:gd name="connsiteY6" fmla="*/ 251130 h 251130"/>
                  <a:gd name="connsiteX7" fmla="*/ 0 w 404409"/>
                  <a:gd name="connsiteY7" fmla="*/ 211434 h 251130"/>
                  <a:gd name="connsiteX8" fmla="*/ 0 w 404409"/>
                  <a:gd name="connsiteY8" fmla="*/ 202204 h 251130"/>
                  <a:gd name="connsiteX9" fmla="*/ 202205 w 404409"/>
                  <a:gd name="connsiteY9" fmla="*/ 0 h 251130"/>
                  <a:gd name="connsiteX10" fmla="*/ 404409 w 404409"/>
                  <a:gd name="connsiteY10" fmla="*/ 202204 h 251130"/>
                  <a:gd name="connsiteX11" fmla="*/ 404409 w 404409"/>
                  <a:gd name="connsiteY11" fmla="*/ 211434 h 251130"/>
                  <a:gd name="connsiteX12" fmla="*/ 364712 w 404409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51130">
                    <a:moveTo>
                      <a:pt x="364712" y="251130"/>
                    </a:moveTo>
                    <a:cubicBezTo>
                      <a:pt x="342780" y="251130"/>
                      <a:pt x="325016" y="233366"/>
                      <a:pt x="325016" y="2114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11434"/>
                    </a:lnTo>
                    <a:cubicBezTo>
                      <a:pt x="79393" y="233366"/>
                      <a:pt x="61629" y="251130"/>
                      <a:pt x="39697" y="251130"/>
                    </a:cubicBezTo>
                    <a:cubicBezTo>
                      <a:pt x="17764" y="251130"/>
                      <a:pt x="0" y="233366"/>
                      <a:pt x="0" y="2114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11434"/>
                    </a:lnTo>
                    <a:cubicBezTo>
                      <a:pt x="404409" y="233366"/>
                      <a:pt x="386645" y="251130"/>
                      <a:pt x="364712" y="25113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412C4B7-B73F-57FB-1DB0-95ECD85DBB1D}"/>
                </a:ext>
              </a:extLst>
            </p:cNvPr>
            <p:cNvSpPr/>
            <p:nvPr/>
          </p:nvSpPr>
          <p:spPr>
            <a:xfrm>
              <a:off x="8132711" y="2920634"/>
              <a:ext cx="759197" cy="79393"/>
            </a:xfrm>
            <a:custGeom>
              <a:avLst/>
              <a:gdLst>
                <a:gd name="connsiteX0" fmla="*/ 719501 w 759197"/>
                <a:gd name="connsiteY0" fmla="*/ 79393 h 79393"/>
                <a:gd name="connsiteX1" fmla="*/ 39697 w 759197"/>
                <a:gd name="connsiteY1" fmla="*/ 79393 h 79393"/>
                <a:gd name="connsiteX2" fmla="*/ 0 w 759197"/>
                <a:gd name="connsiteY2" fmla="*/ 39697 h 79393"/>
                <a:gd name="connsiteX3" fmla="*/ 39697 w 759197"/>
                <a:gd name="connsiteY3" fmla="*/ 0 h 79393"/>
                <a:gd name="connsiteX4" fmla="*/ 719501 w 759197"/>
                <a:gd name="connsiteY4" fmla="*/ 0 h 79393"/>
                <a:gd name="connsiteX5" fmla="*/ 759197 w 759197"/>
                <a:gd name="connsiteY5" fmla="*/ 39697 h 79393"/>
                <a:gd name="connsiteX6" fmla="*/ 719501 w 75919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9197" h="79393">
                  <a:moveTo>
                    <a:pt x="71950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19501" y="0"/>
                  </a:lnTo>
                  <a:cubicBezTo>
                    <a:pt x="741433" y="0"/>
                    <a:pt x="759197" y="17764"/>
                    <a:pt x="759197" y="39697"/>
                  </a:cubicBezTo>
                  <a:cubicBezTo>
                    <a:pt x="759197" y="61629"/>
                    <a:pt x="741433" y="79393"/>
                    <a:pt x="71950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1" name="Picture Placeholder 64">
              <a:extLst>
                <a:ext uri="{FF2B5EF4-FFF2-40B4-BE49-F238E27FC236}">
                  <a16:creationId xmlns:a16="http://schemas.microsoft.com/office/drawing/2014/main" id="{30E358C7-C13A-C1BF-176C-4D8A63C5986F}"/>
                </a:ext>
              </a:extLst>
            </p:cNvPr>
            <p:cNvGrpSpPr/>
            <p:nvPr/>
          </p:nvGrpSpPr>
          <p:grpSpPr>
            <a:xfrm>
              <a:off x="8104973" y="2972736"/>
              <a:ext cx="814673" cy="385900"/>
              <a:chOff x="8104973" y="2972736"/>
              <a:chExt cx="814673" cy="385900"/>
            </a:xfrm>
            <a:solidFill>
              <a:srgbClr val="EF463C"/>
            </a:solidFill>
          </p:grpSpPr>
          <p:grpSp>
            <p:nvGrpSpPr>
              <p:cNvPr id="102" name="Picture Placeholder 64">
                <a:extLst>
                  <a:ext uri="{FF2B5EF4-FFF2-40B4-BE49-F238E27FC236}">
                    <a16:creationId xmlns:a16="http://schemas.microsoft.com/office/drawing/2014/main" id="{E15C838C-D5CA-B0AE-9C55-791A5836D404}"/>
                  </a:ext>
                </a:extLst>
              </p:cNvPr>
              <p:cNvGrpSpPr/>
              <p:nvPr/>
            </p:nvGrpSpPr>
            <p:grpSpPr>
              <a:xfrm>
                <a:off x="8104973" y="2972736"/>
                <a:ext cx="320053" cy="385900"/>
                <a:chOff x="8104973" y="2972736"/>
                <a:chExt cx="320053" cy="385900"/>
              </a:xfrm>
              <a:solidFill>
                <a:srgbClr val="EF463C"/>
              </a:solidFill>
            </p:grpSpPr>
            <p:sp>
              <p:nvSpPr>
                <p:cNvPr id="103" name="Freeform 102">
                  <a:extLst>
                    <a:ext uri="{FF2B5EF4-FFF2-40B4-BE49-F238E27FC236}">
                      <a16:creationId xmlns:a16="http://schemas.microsoft.com/office/drawing/2014/main" id="{6B57F830-3665-9214-5149-05B2DF16B856}"/>
                    </a:ext>
                  </a:extLst>
                </p:cNvPr>
                <p:cNvSpPr/>
                <p:nvPr/>
              </p:nvSpPr>
              <p:spPr>
                <a:xfrm>
                  <a:off x="8164816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7AFF7C75-4F07-4521-77EB-14E6A04F6276}"/>
                    </a:ext>
                  </a:extLst>
                </p:cNvPr>
                <p:cNvSpPr/>
                <p:nvPr/>
              </p:nvSpPr>
              <p:spPr>
                <a:xfrm>
                  <a:off x="8104973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5" name="Picture Placeholder 64">
                <a:extLst>
                  <a:ext uri="{FF2B5EF4-FFF2-40B4-BE49-F238E27FC236}">
                    <a16:creationId xmlns:a16="http://schemas.microsoft.com/office/drawing/2014/main" id="{253B123E-F07A-FCF1-F97D-4F6EAD8059F7}"/>
                  </a:ext>
                </a:extLst>
              </p:cNvPr>
              <p:cNvGrpSpPr/>
              <p:nvPr/>
            </p:nvGrpSpPr>
            <p:grpSpPr>
              <a:xfrm>
                <a:off x="8346775" y="2972736"/>
                <a:ext cx="320053" cy="385900"/>
                <a:chOff x="8346775" y="2972736"/>
                <a:chExt cx="320053" cy="385900"/>
              </a:xfrm>
              <a:solidFill>
                <a:srgbClr val="EF463C"/>
              </a:solidFill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03152CF1-BB2A-6E90-7BA2-F5F7C8183017}"/>
                    </a:ext>
                  </a:extLst>
                </p:cNvPr>
                <p:cNvSpPr/>
                <p:nvPr/>
              </p:nvSpPr>
              <p:spPr>
                <a:xfrm>
                  <a:off x="8406618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A2D2C39-BC68-F117-0509-D2196EC6C7CF}"/>
                    </a:ext>
                  </a:extLst>
                </p:cNvPr>
                <p:cNvSpPr/>
                <p:nvPr/>
              </p:nvSpPr>
              <p:spPr>
                <a:xfrm>
                  <a:off x="8346775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8" name="Picture Placeholder 64">
                <a:extLst>
                  <a:ext uri="{FF2B5EF4-FFF2-40B4-BE49-F238E27FC236}">
                    <a16:creationId xmlns:a16="http://schemas.microsoft.com/office/drawing/2014/main" id="{70F755AC-E40D-E031-8334-5FEC1FC430CA}"/>
                  </a:ext>
                </a:extLst>
              </p:cNvPr>
              <p:cNvGrpSpPr/>
              <p:nvPr/>
            </p:nvGrpSpPr>
            <p:grpSpPr>
              <a:xfrm>
                <a:off x="8599593" y="2972736"/>
                <a:ext cx="320053" cy="385900"/>
                <a:chOff x="8599593" y="2972736"/>
                <a:chExt cx="320053" cy="385900"/>
              </a:xfrm>
              <a:solidFill>
                <a:srgbClr val="EF463C"/>
              </a:solidFill>
            </p:grpSpPr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71A9A3EA-58FC-7824-F338-8B871F98DE65}"/>
                    </a:ext>
                  </a:extLst>
                </p:cNvPr>
                <p:cNvSpPr/>
                <p:nvPr/>
              </p:nvSpPr>
              <p:spPr>
                <a:xfrm>
                  <a:off x="8659436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 109">
                  <a:extLst>
                    <a:ext uri="{FF2B5EF4-FFF2-40B4-BE49-F238E27FC236}">
                      <a16:creationId xmlns:a16="http://schemas.microsoft.com/office/drawing/2014/main" id="{D5BBE172-E84E-1E26-05E6-8CF6DCC19DED}"/>
                    </a:ext>
                  </a:extLst>
                </p:cNvPr>
                <p:cNvSpPr/>
                <p:nvPr/>
              </p:nvSpPr>
              <p:spPr>
                <a:xfrm>
                  <a:off x="8599593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CA23A10E-E8CF-DE26-E106-24657905DCA5}"/>
              </a:ext>
            </a:extLst>
          </p:cNvPr>
          <p:cNvGrpSpPr/>
          <p:nvPr/>
        </p:nvGrpSpPr>
        <p:grpSpPr>
          <a:xfrm>
            <a:off x="9582370" y="2528676"/>
            <a:ext cx="494297" cy="837501"/>
            <a:chOff x="9582370" y="2528676"/>
            <a:chExt cx="494297" cy="837501"/>
          </a:xfrm>
        </p:grpSpPr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781B12E-C26F-1259-DE5F-894EE0BD1473}"/>
                </a:ext>
              </a:extLst>
            </p:cNvPr>
            <p:cNvSpPr/>
            <p:nvPr/>
          </p:nvSpPr>
          <p:spPr>
            <a:xfrm>
              <a:off x="9582370" y="2528676"/>
              <a:ext cx="494297" cy="677079"/>
            </a:xfrm>
            <a:custGeom>
              <a:avLst/>
              <a:gdLst>
                <a:gd name="connsiteX0" fmla="*/ 399385 w 494297"/>
                <a:gd name="connsiteY0" fmla="*/ 677029 h 677079"/>
                <a:gd name="connsiteX1" fmla="*/ 359788 w 494297"/>
                <a:gd name="connsiteY1" fmla="*/ 639665 h 677079"/>
                <a:gd name="connsiteX2" fmla="*/ 399385 w 494297"/>
                <a:gd name="connsiteY2" fmla="*/ 525389 h 677079"/>
                <a:gd name="connsiteX3" fmla="*/ 400279 w 494297"/>
                <a:gd name="connsiteY3" fmla="*/ 524644 h 677079"/>
                <a:gd name="connsiteX4" fmla="*/ 412585 w 494297"/>
                <a:gd name="connsiteY4" fmla="*/ 374939 h 677079"/>
                <a:gd name="connsiteX5" fmla="*/ 410451 w 494297"/>
                <a:gd name="connsiteY5" fmla="*/ 327700 h 677079"/>
                <a:gd name="connsiteX6" fmla="*/ 409210 w 494297"/>
                <a:gd name="connsiteY6" fmla="*/ 325120 h 677079"/>
                <a:gd name="connsiteX7" fmla="*/ 405886 w 494297"/>
                <a:gd name="connsiteY7" fmla="*/ 323829 h 677079"/>
                <a:gd name="connsiteX8" fmla="*/ 403901 w 494297"/>
                <a:gd name="connsiteY8" fmla="*/ 323829 h 677079"/>
                <a:gd name="connsiteX9" fmla="*/ 399534 w 494297"/>
                <a:gd name="connsiteY9" fmla="*/ 325169 h 677079"/>
                <a:gd name="connsiteX10" fmla="*/ 365594 w 494297"/>
                <a:gd name="connsiteY10" fmla="*/ 328791 h 677079"/>
                <a:gd name="connsiteX11" fmla="*/ 341379 w 494297"/>
                <a:gd name="connsiteY11" fmla="*/ 304775 h 677079"/>
                <a:gd name="connsiteX12" fmla="*/ 338203 w 494297"/>
                <a:gd name="connsiteY12" fmla="*/ 300855 h 677079"/>
                <a:gd name="connsiteX13" fmla="*/ 333390 w 494297"/>
                <a:gd name="connsiteY13" fmla="*/ 299664 h 677079"/>
                <a:gd name="connsiteX14" fmla="*/ 331256 w 494297"/>
                <a:gd name="connsiteY14" fmla="*/ 299664 h 677079"/>
                <a:gd name="connsiteX15" fmla="*/ 323565 w 494297"/>
                <a:gd name="connsiteY15" fmla="*/ 301947 h 677079"/>
                <a:gd name="connsiteX16" fmla="*/ 291113 w 494297"/>
                <a:gd name="connsiteY16" fmla="*/ 307206 h 677079"/>
                <a:gd name="connsiteX17" fmla="*/ 265806 w 494297"/>
                <a:gd name="connsiteY17" fmla="*/ 286167 h 677079"/>
                <a:gd name="connsiteX18" fmla="*/ 262432 w 494297"/>
                <a:gd name="connsiteY18" fmla="*/ 282495 h 677079"/>
                <a:gd name="connsiteX19" fmla="*/ 257420 w 494297"/>
                <a:gd name="connsiteY19" fmla="*/ 281205 h 677079"/>
                <a:gd name="connsiteX20" fmla="*/ 250672 w 494297"/>
                <a:gd name="connsiteY20" fmla="*/ 282694 h 677079"/>
                <a:gd name="connsiteX21" fmla="*/ 211273 w 494297"/>
                <a:gd name="connsiteY21" fmla="*/ 282347 h 677079"/>
                <a:gd name="connsiteX22" fmla="*/ 191574 w 494297"/>
                <a:gd name="connsiteY22" fmla="*/ 248257 h 677079"/>
                <a:gd name="connsiteX23" fmla="*/ 190730 w 494297"/>
                <a:gd name="connsiteY23" fmla="*/ 89024 h 677079"/>
                <a:gd name="connsiteX24" fmla="*/ 190730 w 494297"/>
                <a:gd name="connsiteY24" fmla="*/ 88280 h 677079"/>
                <a:gd name="connsiteX25" fmla="*/ 188200 w 494297"/>
                <a:gd name="connsiteY25" fmla="*/ 82127 h 677079"/>
                <a:gd name="connsiteX26" fmla="*/ 181550 w 494297"/>
                <a:gd name="connsiteY26" fmla="*/ 79299 h 677079"/>
                <a:gd name="connsiteX27" fmla="*/ 174901 w 494297"/>
                <a:gd name="connsiteY27" fmla="*/ 81978 h 677079"/>
                <a:gd name="connsiteX28" fmla="*/ 172321 w 494297"/>
                <a:gd name="connsiteY28" fmla="*/ 88280 h 677079"/>
                <a:gd name="connsiteX29" fmla="*/ 172321 w 494297"/>
                <a:gd name="connsiteY29" fmla="*/ 89967 h 677079"/>
                <a:gd name="connsiteX30" fmla="*/ 172321 w 494297"/>
                <a:gd name="connsiteY30" fmla="*/ 302641 h 677079"/>
                <a:gd name="connsiteX31" fmla="*/ 132624 w 494297"/>
                <a:gd name="connsiteY31" fmla="*/ 342338 h 677079"/>
                <a:gd name="connsiteX32" fmla="*/ 119475 w 494297"/>
                <a:gd name="connsiteY32" fmla="*/ 342338 h 677079"/>
                <a:gd name="connsiteX33" fmla="*/ 116597 w 494297"/>
                <a:gd name="connsiteY33" fmla="*/ 342933 h 677079"/>
                <a:gd name="connsiteX34" fmla="*/ 93374 w 494297"/>
                <a:gd name="connsiteY34" fmla="*/ 365114 h 677079"/>
                <a:gd name="connsiteX35" fmla="*/ 89206 w 494297"/>
                <a:gd name="connsiteY35" fmla="*/ 467680 h 677079"/>
                <a:gd name="connsiteX36" fmla="*/ 89405 w 494297"/>
                <a:gd name="connsiteY36" fmla="*/ 468226 h 677079"/>
                <a:gd name="connsiteX37" fmla="*/ 164332 w 494297"/>
                <a:gd name="connsiteY37" fmla="*/ 553474 h 677079"/>
                <a:gd name="connsiteX38" fmla="*/ 164828 w 494297"/>
                <a:gd name="connsiteY38" fmla="*/ 553970 h 677079"/>
                <a:gd name="connsiteX39" fmla="*/ 182940 w 494297"/>
                <a:gd name="connsiteY39" fmla="*/ 570940 h 677079"/>
                <a:gd name="connsiteX40" fmla="*/ 193757 w 494297"/>
                <a:gd name="connsiteY40" fmla="*/ 598182 h 677079"/>
                <a:gd name="connsiteX41" fmla="*/ 193757 w 494297"/>
                <a:gd name="connsiteY41" fmla="*/ 637383 h 677079"/>
                <a:gd name="connsiteX42" fmla="*/ 154060 w 494297"/>
                <a:gd name="connsiteY42" fmla="*/ 677079 h 677079"/>
                <a:gd name="connsiteX43" fmla="*/ 114364 w 494297"/>
                <a:gd name="connsiteY43" fmla="*/ 637383 h 677079"/>
                <a:gd name="connsiteX44" fmla="*/ 114364 w 494297"/>
                <a:gd name="connsiteY44" fmla="*/ 615401 h 677079"/>
                <a:gd name="connsiteX45" fmla="*/ 111734 w 494297"/>
                <a:gd name="connsiteY45" fmla="*/ 613068 h 677079"/>
                <a:gd name="connsiteX46" fmla="*/ 111039 w 494297"/>
                <a:gd name="connsiteY46" fmla="*/ 612423 h 677079"/>
                <a:gd name="connsiteX47" fmla="*/ 16214 w 494297"/>
                <a:gd name="connsiteY47" fmla="*/ 499040 h 677079"/>
                <a:gd name="connsiteX48" fmla="*/ 23310 w 494297"/>
                <a:gd name="connsiteY48" fmla="*/ 327849 h 677079"/>
                <a:gd name="connsiteX49" fmla="*/ 83450 w 494297"/>
                <a:gd name="connsiteY49" fmla="*/ 270884 h 677079"/>
                <a:gd name="connsiteX50" fmla="*/ 84443 w 494297"/>
                <a:gd name="connsiteY50" fmla="*/ 270438 h 677079"/>
                <a:gd name="connsiteX51" fmla="*/ 92928 w 494297"/>
                <a:gd name="connsiteY51" fmla="*/ 267262 h 677079"/>
                <a:gd name="connsiteX52" fmla="*/ 92928 w 494297"/>
                <a:gd name="connsiteY52" fmla="*/ 90711 h 677079"/>
                <a:gd name="connsiteX53" fmla="*/ 117490 w 494297"/>
                <a:gd name="connsiteY53" fmla="*/ 27197 h 677079"/>
                <a:gd name="connsiteX54" fmla="*/ 180657 w 494297"/>
                <a:gd name="connsiteY54" fmla="*/ 5 h 677079"/>
                <a:gd name="connsiteX55" fmla="*/ 244122 w 494297"/>
                <a:gd name="connsiteY55" fmla="*/ 25907 h 677079"/>
                <a:gd name="connsiteX56" fmla="*/ 270024 w 494297"/>
                <a:gd name="connsiteY56" fmla="*/ 89024 h 677079"/>
                <a:gd name="connsiteX57" fmla="*/ 270620 w 494297"/>
                <a:gd name="connsiteY57" fmla="*/ 202805 h 677079"/>
                <a:gd name="connsiteX58" fmla="*/ 303816 w 494297"/>
                <a:gd name="connsiteY58" fmla="*/ 214862 h 677079"/>
                <a:gd name="connsiteX59" fmla="*/ 313740 w 494297"/>
                <a:gd name="connsiteY59" fmla="*/ 221909 h 677079"/>
                <a:gd name="connsiteX60" fmla="*/ 330760 w 494297"/>
                <a:gd name="connsiteY60" fmla="*/ 220321 h 677079"/>
                <a:gd name="connsiteX61" fmla="*/ 382167 w 494297"/>
                <a:gd name="connsiteY61" fmla="*/ 234860 h 677079"/>
                <a:gd name="connsiteX62" fmla="*/ 394572 w 494297"/>
                <a:gd name="connsiteY62" fmla="*/ 244933 h 677079"/>
                <a:gd name="connsiteX63" fmla="*/ 403504 w 494297"/>
                <a:gd name="connsiteY63" fmla="*/ 244436 h 677079"/>
                <a:gd name="connsiteX64" fmla="*/ 462404 w 494297"/>
                <a:gd name="connsiteY64" fmla="*/ 266369 h 677079"/>
                <a:gd name="connsiteX65" fmla="*/ 489546 w 494297"/>
                <a:gd name="connsiteY65" fmla="*/ 324127 h 677079"/>
                <a:gd name="connsiteX66" fmla="*/ 489546 w 494297"/>
                <a:gd name="connsiteY66" fmla="*/ 324971 h 677079"/>
                <a:gd name="connsiteX67" fmla="*/ 491630 w 494297"/>
                <a:gd name="connsiteY67" fmla="*/ 370522 h 677079"/>
                <a:gd name="connsiteX68" fmla="*/ 450693 w 494297"/>
                <a:gd name="connsiteY68" fmla="*/ 585926 h 677079"/>
                <a:gd name="connsiteX69" fmla="*/ 449651 w 494297"/>
                <a:gd name="connsiteY69" fmla="*/ 586769 h 677079"/>
                <a:gd name="connsiteX70" fmla="*/ 438784 w 494297"/>
                <a:gd name="connsiteY70" fmla="*/ 635001 h 677079"/>
                <a:gd name="connsiteX71" fmla="*/ 401519 w 494297"/>
                <a:gd name="connsiteY71" fmla="*/ 676980 h 677079"/>
                <a:gd name="connsiteX72" fmla="*/ 399137 w 494297"/>
                <a:gd name="connsiteY72" fmla="*/ 677029 h 67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494297" h="677079">
                  <a:moveTo>
                    <a:pt x="399385" y="677029"/>
                  </a:moveTo>
                  <a:cubicBezTo>
                    <a:pt x="378545" y="677029"/>
                    <a:pt x="361029" y="660754"/>
                    <a:pt x="359788" y="639665"/>
                  </a:cubicBezTo>
                  <a:cubicBezTo>
                    <a:pt x="358101" y="611034"/>
                    <a:pt x="360979" y="558089"/>
                    <a:pt x="399385" y="525389"/>
                  </a:cubicBezTo>
                  <a:cubicBezTo>
                    <a:pt x="399683" y="525141"/>
                    <a:pt x="399981" y="524892"/>
                    <a:pt x="400279" y="524644"/>
                  </a:cubicBezTo>
                  <a:cubicBezTo>
                    <a:pt x="419780" y="505243"/>
                    <a:pt x="415264" y="423865"/>
                    <a:pt x="412585" y="374939"/>
                  </a:cubicBezTo>
                  <a:cubicBezTo>
                    <a:pt x="411741" y="360152"/>
                    <a:pt x="410848" y="343082"/>
                    <a:pt x="410451" y="327700"/>
                  </a:cubicBezTo>
                  <a:cubicBezTo>
                    <a:pt x="410352" y="326658"/>
                    <a:pt x="409955" y="325814"/>
                    <a:pt x="409210" y="325120"/>
                  </a:cubicBezTo>
                  <a:cubicBezTo>
                    <a:pt x="408218" y="324177"/>
                    <a:pt x="407077" y="323780"/>
                    <a:pt x="405886" y="323829"/>
                  </a:cubicBezTo>
                  <a:cubicBezTo>
                    <a:pt x="405241" y="323829"/>
                    <a:pt x="404546" y="323829"/>
                    <a:pt x="403901" y="323829"/>
                  </a:cubicBezTo>
                  <a:cubicBezTo>
                    <a:pt x="402512" y="323978"/>
                    <a:pt x="400973" y="324276"/>
                    <a:pt x="399534" y="325169"/>
                  </a:cubicBezTo>
                  <a:cubicBezTo>
                    <a:pt x="389362" y="331421"/>
                    <a:pt x="376907" y="332761"/>
                    <a:pt x="365594" y="328791"/>
                  </a:cubicBezTo>
                  <a:cubicBezTo>
                    <a:pt x="354330" y="324822"/>
                    <a:pt x="345448" y="315989"/>
                    <a:pt x="341379" y="304775"/>
                  </a:cubicBezTo>
                  <a:cubicBezTo>
                    <a:pt x="340833" y="303286"/>
                    <a:pt x="339692" y="301847"/>
                    <a:pt x="338203" y="300855"/>
                  </a:cubicBezTo>
                  <a:cubicBezTo>
                    <a:pt x="337012" y="300061"/>
                    <a:pt x="335275" y="299565"/>
                    <a:pt x="333390" y="299664"/>
                  </a:cubicBezTo>
                  <a:cubicBezTo>
                    <a:pt x="332695" y="299664"/>
                    <a:pt x="331951" y="299664"/>
                    <a:pt x="331256" y="299664"/>
                  </a:cubicBezTo>
                  <a:cubicBezTo>
                    <a:pt x="328626" y="299664"/>
                    <a:pt x="325798" y="300458"/>
                    <a:pt x="323565" y="301947"/>
                  </a:cubicBezTo>
                  <a:cubicBezTo>
                    <a:pt x="313988" y="308298"/>
                    <a:pt x="302178" y="310233"/>
                    <a:pt x="291113" y="307206"/>
                  </a:cubicBezTo>
                  <a:cubicBezTo>
                    <a:pt x="280048" y="304180"/>
                    <a:pt x="270818" y="296538"/>
                    <a:pt x="265806" y="286167"/>
                  </a:cubicBezTo>
                  <a:cubicBezTo>
                    <a:pt x="265062" y="284629"/>
                    <a:pt x="263921" y="283438"/>
                    <a:pt x="262432" y="282495"/>
                  </a:cubicBezTo>
                  <a:cubicBezTo>
                    <a:pt x="260944" y="281553"/>
                    <a:pt x="259256" y="281255"/>
                    <a:pt x="257420" y="281205"/>
                  </a:cubicBezTo>
                  <a:cubicBezTo>
                    <a:pt x="254939" y="281255"/>
                    <a:pt x="252657" y="281602"/>
                    <a:pt x="250672" y="282694"/>
                  </a:cubicBezTo>
                  <a:cubicBezTo>
                    <a:pt x="238416" y="289542"/>
                    <a:pt x="223430" y="289442"/>
                    <a:pt x="211273" y="282347"/>
                  </a:cubicBezTo>
                  <a:cubicBezTo>
                    <a:pt x="199116" y="275251"/>
                    <a:pt x="191623" y="262300"/>
                    <a:pt x="191574" y="248257"/>
                  </a:cubicBezTo>
                  <a:lnTo>
                    <a:pt x="190730" y="89024"/>
                  </a:lnTo>
                  <a:cubicBezTo>
                    <a:pt x="190730" y="88776"/>
                    <a:pt x="190730" y="88528"/>
                    <a:pt x="190730" y="88280"/>
                  </a:cubicBezTo>
                  <a:cubicBezTo>
                    <a:pt x="190730" y="85997"/>
                    <a:pt x="189837" y="83715"/>
                    <a:pt x="188200" y="82127"/>
                  </a:cubicBezTo>
                  <a:cubicBezTo>
                    <a:pt x="186314" y="80241"/>
                    <a:pt x="184031" y="79398"/>
                    <a:pt x="181550" y="79299"/>
                  </a:cubicBezTo>
                  <a:cubicBezTo>
                    <a:pt x="178821" y="79299"/>
                    <a:pt x="176539" y="80291"/>
                    <a:pt x="174901" y="81978"/>
                  </a:cubicBezTo>
                  <a:cubicBezTo>
                    <a:pt x="173115" y="83864"/>
                    <a:pt x="172222" y="86047"/>
                    <a:pt x="172321" y="88280"/>
                  </a:cubicBezTo>
                  <a:cubicBezTo>
                    <a:pt x="172321" y="88826"/>
                    <a:pt x="172321" y="89372"/>
                    <a:pt x="172321" y="89967"/>
                  </a:cubicBezTo>
                  <a:lnTo>
                    <a:pt x="172321" y="302641"/>
                  </a:lnTo>
                  <a:cubicBezTo>
                    <a:pt x="172321" y="324574"/>
                    <a:pt x="154557" y="342338"/>
                    <a:pt x="132624" y="342338"/>
                  </a:cubicBezTo>
                  <a:lnTo>
                    <a:pt x="119475" y="342338"/>
                  </a:lnTo>
                  <a:cubicBezTo>
                    <a:pt x="118482" y="342338"/>
                    <a:pt x="117540" y="342586"/>
                    <a:pt x="116597" y="342933"/>
                  </a:cubicBezTo>
                  <a:cubicBezTo>
                    <a:pt x="106722" y="347697"/>
                    <a:pt x="98485" y="355587"/>
                    <a:pt x="93374" y="365114"/>
                  </a:cubicBezTo>
                  <a:cubicBezTo>
                    <a:pt x="76404" y="397020"/>
                    <a:pt x="74866" y="434484"/>
                    <a:pt x="89206" y="467680"/>
                  </a:cubicBezTo>
                  <a:cubicBezTo>
                    <a:pt x="89305" y="467878"/>
                    <a:pt x="89355" y="468027"/>
                    <a:pt x="89405" y="468226"/>
                  </a:cubicBezTo>
                  <a:cubicBezTo>
                    <a:pt x="101016" y="496162"/>
                    <a:pt x="142201" y="533427"/>
                    <a:pt x="164332" y="553474"/>
                  </a:cubicBezTo>
                  <a:lnTo>
                    <a:pt x="164828" y="553970"/>
                  </a:lnTo>
                  <a:cubicBezTo>
                    <a:pt x="172867" y="561165"/>
                    <a:pt x="179119" y="566872"/>
                    <a:pt x="182940" y="570940"/>
                  </a:cubicBezTo>
                  <a:cubicBezTo>
                    <a:pt x="189887" y="578284"/>
                    <a:pt x="193757" y="588060"/>
                    <a:pt x="193757" y="598182"/>
                  </a:cubicBezTo>
                  <a:lnTo>
                    <a:pt x="193757" y="637383"/>
                  </a:lnTo>
                  <a:cubicBezTo>
                    <a:pt x="193757" y="659315"/>
                    <a:pt x="175993" y="677079"/>
                    <a:pt x="154060" y="677079"/>
                  </a:cubicBezTo>
                  <a:cubicBezTo>
                    <a:pt x="132128" y="677079"/>
                    <a:pt x="114364" y="659315"/>
                    <a:pt x="114364" y="637383"/>
                  </a:cubicBezTo>
                  <a:lnTo>
                    <a:pt x="114364" y="615401"/>
                  </a:lnTo>
                  <a:cubicBezTo>
                    <a:pt x="113570" y="614656"/>
                    <a:pt x="112677" y="613912"/>
                    <a:pt x="111734" y="613068"/>
                  </a:cubicBezTo>
                  <a:lnTo>
                    <a:pt x="111039" y="612423"/>
                  </a:lnTo>
                  <a:cubicBezTo>
                    <a:pt x="72385" y="577441"/>
                    <a:pt x="33284" y="539878"/>
                    <a:pt x="16214" y="499040"/>
                  </a:cubicBezTo>
                  <a:cubicBezTo>
                    <a:pt x="-7654" y="443614"/>
                    <a:pt x="-5073" y="381241"/>
                    <a:pt x="23310" y="327849"/>
                  </a:cubicBezTo>
                  <a:cubicBezTo>
                    <a:pt x="36658" y="303038"/>
                    <a:pt x="57995" y="282843"/>
                    <a:pt x="83450" y="270884"/>
                  </a:cubicBezTo>
                  <a:cubicBezTo>
                    <a:pt x="83748" y="270735"/>
                    <a:pt x="84095" y="270586"/>
                    <a:pt x="84443" y="270438"/>
                  </a:cubicBezTo>
                  <a:cubicBezTo>
                    <a:pt x="87221" y="269247"/>
                    <a:pt x="90050" y="268155"/>
                    <a:pt x="92928" y="267262"/>
                  </a:cubicBezTo>
                  <a:lnTo>
                    <a:pt x="92928" y="90711"/>
                  </a:lnTo>
                  <a:cubicBezTo>
                    <a:pt x="92183" y="67290"/>
                    <a:pt x="101115" y="44167"/>
                    <a:pt x="117490" y="27197"/>
                  </a:cubicBezTo>
                  <a:cubicBezTo>
                    <a:pt x="133716" y="10127"/>
                    <a:pt x="156790" y="154"/>
                    <a:pt x="180657" y="5"/>
                  </a:cubicBezTo>
                  <a:cubicBezTo>
                    <a:pt x="204029" y="-243"/>
                    <a:pt x="227350" y="9135"/>
                    <a:pt x="244122" y="25907"/>
                  </a:cubicBezTo>
                  <a:cubicBezTo>
                    <a:pt x="260745" y="42381"/>
                    <a:pt x="270223" y="65405"/>
                    <a:pt x="270024" y="89024"/>
                  </a:cubicBezTo>
                  <a:lnTo>
                    <a:pt x="270620" y="202805"/>
                  </a:lnTo>
                  <a:cubicBezTo>
                    <a:pt x="282380" y="204541"/>
                    <a:pt x="293693" y="208610"/>
                    <a:pt x="303816" y="214862"/>
                  </a:cubicBezTo>
                  <a:cubicBezTo>
                    <a:pt x="307289" y="216996"/>
                    <a:pt x="310614" y="219328"/>
                    <a:pt x="313740" y="221909"/>
                  </a:cubicBezTo>
                  <a:cubicBezTo>
                    <a:pt x="319298" y="220866"/>
                    <a:pt x="325004" y="220321"/>
                    <a:pt x="330760" y="220321"/>
                  </a:cubicBezTo>
                  <a:cubicBezTo>
                    <a:pt x="349120" y="219676"/>
                    <a:pt x="366884" y="224737"/>
                    <a:pt x="382167" y="234860"/>
                  </a:cubicBezTo>
                  <a:cubicBezTo>
                    <a:pt x="386633" y="237837"/>
                    <a:pt x="390751" y="241261"/>
                    <a:pt x="394572" y="244933"/>
                  </a:cubicBezTo>
                  <a:cubicBezTo>
                    <a:pt x="397549" y="244635"/>
                    <a:pt x="400527" y="244436"/>
                    <a:pt x="403504" y="244436"/>
                  </a:cubicBezTo>
                  <a:cubicBezTo>
                    <a:pt x="425436" y="243742"/>
                    <a:pt x="446227" y="251582"/>
                    <a:pt x="462404" y="266369"/>
                  </a:cubicBezTo>
                  <a:cubicBezTo>
                    <a:pt x="478779" y="281205"/>
                    <a:pt x="488504" y="301748"/>
                    <a:pt x="489546" y="324127"/>
                  </a:cubicBezTo>
                  <a:cubicBezTo>
                    <a:pt x="489546" y="324425"/>
                    <a:pt x="489546" y="324723"/>
                    <a:pt x="489546" y="324971"/>
                  </a:cubicBezTo>
                  <a:cubicBezTo>
                    <a:pt x="489894" y="339410"/>
                    <a:pt x="490787" y="356033"/>
                    <a:pt x="491630" y="370522"/>
                  </a:cubicBezTo>
                  <a:cubicBezTo>
                    <a:pt x="496096" y="451255"/>
                    <a:pt x="501158" y="542756"/>
                    <a:pt x="450693" y="585926"/>
                  </a:cubicBezTo>
                  <a:cubicBezTo>
                    <a:pt x="450346" y="586224"/>
                    <a:pt x="449999" y="586472"/>
                    <a:pt x="449651" y="586769"/>
                  </a:cubicBezTo>
                  <a:cubicBezTo>
                    <a:pt x="441762" y="594609"/>
                    <a:pt x="437494" y="613267"/>
                    <a:pt x="438784" y="635001"/>
                  </a:cubicBezTo>
                  <a:cubicBezTo>
                    <a:pt x="440074" y="656883"/>
                    <a:pt x="423402" y="675690"/>
                    <a:pt x="401519" y="676980"/>
                  </a:cubicBezTo>
                  <a:cubicBezTo>
                    <a:pt x="400725" y="676980"/>
                    <a:pt x="399931" y="677029"/>
                    <a:pt x="399137" y="6770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9A6E938-399E-1390-3E4D-3C744FD95B73}"/>
                </a:ext>
              </a:extLst>
            </p:cNvPr>
            <p:cNvSpPr/>
            <p:nvPr/>
          </p:nvSpPr>
          <p:spPr>
            <a:xfrm>
              <a:off x="9658625" y="3126510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3 h 239667"/>
                <a:gd name="connsiteX3" fmla="*/ 79393 w 407832"/>
                <a:gd name="connsiteY3" fmla="*/ 79343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2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2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3"/>
                  </a:lnTo>
                  <a:lnTo>
                    <a:pt x="79393" y="79343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2"/>
                  </a:lnTo>
                  <a:cubicBezTo>
                    <a:pt x="0" y="2510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2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55F078DE-734D-4F0C-8A16-923FBEDCDD8C}"/>
                </a:ext>
              </a:extLst>
            </p:cNvPr>
            <p:cNvSpPr/>
            <p:nvPr/>
          </p:nvSpPr>
          <p:spPr>
            <a:xfrm>
              <a:off x="9669968" y="2791853"/>
              <a:ext cx="126220" cy="243702"/>
            </a:xfrm>
            <a:custGeom>
              <a:avLst/>
              <a:gdLst>
                <a:gd name="connsiteX0" fmla="*/ 86560 w 126220"/>
                <a:gd name="connsiteY0" fmla="*/ 243702 h 243702"/>
                <a:gd name="connsiteX1" fmla="*/ 56142 w 126220"/>
                <a:gd name="connsiteY1" fmla="*/ 229511 h 243702"/>
                <a:gd name="connsiteX2" fmla="*/ 6968 w 126220"/>
                <a:gd name="connsiteY2" fmla="*/ 140591 h 243702"/>
                <a:gd name="connsiteX3" fmla="*/ 1956 w 126220"/>
                <a:gd name="connsiteY3" fmla="*/ 71122 h 243702"/>
                <a:gd name="connsiteX4" fmla="*/ 3296 w 126220"/>
                <a:gd name="connsiteY4" fmla="*/ 62885 h 243702"/>
                <a:gd name="connsiteX5" fmla="*/ 5579 w 126220"/>
                <a:gd name="connsiteY5" fmla="*/ 41945 h 243702"/>
                <a:gd name="connsiteX6" fmla="*/ 42943 w 126220"/>
                <a:gd name="connsiteY6" fmla="*/ 65 h 243702"/>
                <a:gd name="connsiteX7" fmla="*/ 84823 w 126220"/>
                <a:gd name="connsiteY7" fmla="*/ 37429 h 243702"/>
                <a:gd name="connsiteX8" fmla="*/ 81548 w 126220"/>
                <a:gd name="connsiteY8" fmla="*/ 76133 h 243702"/>
                <a:gd name="connsiteX9" fmla="*/ 80307 w 126220"/>
                <a:gd name="connsiteY9" fmla="*/ 83576 h 243702"/>
                <a:gd name="connsiteX10" fmla="*/ 82590 w 126220"/>
                <a:gd name="connsiteY10" fmla="*/ 116624 h 243702"/>
                <a:gd name="connsiteX11" fmla="*/ 116927 w 126220"/>
                <a:gd name="connsiteY11" fmla="*/ 178501 h 243702"/>
                <a:gd name="connsiteX12" fmla="*/ 112065 w 126220"/>
                <a:gd name="connsiteY12" fmla="*/ 234423 h 243702"/>
                <a:gd name="connsiteX13" fmla="*/ 86560 w 126220"/>
                <a:gd name="connsiteY13" fmla="*/ 243702 h 24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6220" h="243702">
                  <a:moveTo>
                    <a:pt x="86560" y="243702"/>
                  </a:moveTo>
                  <a:cubicBezTo>
                    <a:pt x="75246" y="243702"/>
                    <a:pt x="63982" y="238889"/>
                    <a:pt x="56142" y="229511"/>
                  </a:cubicBezTo>
                  <a:cubicBezTo>
                    <a:pt x="34061" y="203212"/>
                    <a:pt x="17537" y="173291"/>
                    <a:pt x="6968" y="140591"/>
                  </a:cubicBezTo>
                  <a:cubicBezTo>
                    <a:pt x="-128" y="117815"/>
                    <a:pt x="-1815" y="93898"/>
                    <a:pt x="1956" y="71122"/>
                  </a:cubicBezTo>
                  <a:cubicBezTo>
                    <a:pt x="2304" y="68690"/>
                    <a:pt x="2800" y="65763"/>
                    <a:pt x="3296" y="62885"/>
                  </a:cubicBezTo>
                  <a:cubicBezTo>
                    <a:pt x="4636" y="54945"/>
                    <a:pt x="5926" y="47403"/>
                    <a:pt x="5579" y="41945"/>
                  </a:cubicBezTo>
                  <a:cubicBezTo>
                    <a:pt x="4338" y="20062"/>
                    <a:pt x="21060" y="1305"/>
                    <a:pt x="42943" y="65"/>
                  </a:cubicBezTo>
                  <a:cubicBezTo>
                    <a:pt x="64776" y="-1176"/>
                    <a:pt x="83582" y="15546"/>
                    <a:pt x="84823" y="37429"/>
                  </a:cubicBezTo>
                  <a:cubicBezTo>
                    <a:pt x="85666" y="51869"/>
                    <a:pt x="83483" y="64770"/>
                    <a:pt x="81548" y="76133"/>
                  </a:cubicBezTo>
                  <a:cubicBezTo>
                    <a:pt x="81151" y="78614"/>
                    <a:pt x="80704" y="81095"/>
                    <a:pt x="80307" y="83576"/>
                  </a:cubicBezTo>
                  <a:cubicBezTo>
                    <a:pt x="78471" y="94741"/>
                    <a:pt x="79315" y="105955"/>
                    <a:pt x="82590" y="116624"/>
                  </a:cubicBezTo>
                  <a:cubicBezTo>
                    <a:pt x="89884" y="139152"/>
                    <a:pt x="101446" y="160092"/>
                    <a:pt x="116927" y="178501"/>
                  </a:cubicBezTo>
                  <a:cubicBezTo>
                    <a:pt x="131020" y="195273"/>
                    <a:pt x="128836" y="220331"/>
                    <a:pt x="112065" y="234423"/>
                  </a:cubicBezTo>
                  <a:cubicBezTo>
                    <a:pt x="104622" y="240675"/>
                    <a:pt x="95591" y="243702"/>
                    <a:pt x="86560" y="24370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BB8E4015-4290-CDD6-1EE5-430BD19E20E7}"/>
              </a:ext>
            </a:extLst>
          </p:cNvPr>
          <p:cNvGrpSpPr/>
          <p:nvPr/>
        </p:nvGrpSpPr>
        <p:grpSpPr>
          <a:xfrm>
            <a:off x="1677650" y="3653023"/>
            <a:ext cx="494219" cy="842211"/>
            <a:chOff x="1677650" y="3653023"/>
            <a:chExt cx="494219" cy="842211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10A3289-3515-D938-F3E0-246F50916EB1}"/>
                </a:ext>
              </a:extLst>
            </p:cNvPr>
            <p:cNvSpPr/>
            <p:nvPr/>
          </p:nvSpPr>
          <p:spPr>
            <a:xfrm>
              <a:off x="1677650" y="3653023"/>
              <a:ext cx="494219" cy="681986"/>
            </a:xfrm>
            <a:custGeom>
              <a:avLst/>
              <a:gdLst>
                <a:gd name="connsiteX0" fmla="*/ 400051 w 494219"/>
                <a:gd name="connsiteY0" fmla="*/ 681936 h 681986"/>
                <a:gd name="connsiteX1" fmla="*/ 395040 w 494219"/>
                <a:gd name="connsiteY1" fmla="*/ 681639 h 681986"/>
                <a:gd name="connsiteX2" fmla="*/ 360603 w 494219"/>
                <a:gd name="connsiteY2" fmla="*/ 637327 h 681986"/>
                <a:gd name="connsiteX3" fmla="*/ 399158 w 494219"/>
                <a:gd name="connsiteY3" fmla="*/ 559224 h 681986"/>
                <a:gd name="connsiteX4" fmla="*/ 412258 w 494219"/>
                <a:gd name="connsiteY4" fmla="*/ 408080 h 681986"/>
                <a:gd name="connsiteX5" fmla="*/ 411811 w 494219"/>
                <a:gd name="connsiteY5" fmla="*/ 398850 h 681986"/>
                <a:gd name="connsiteX6" fmla="*/ 410224 w 494219"/>
                <a:gd name="connsiteY6" fmla="*/ 360593 h 681986"/>
                <a:gd name="connsiteX7" fmla="*/ 408735 w 494219"/>
                <a:gd name="connsiteY7" fmla="*/ 357814 h 681986"/>
                <a:gd name="connsiteX8" fmla="*/ 405262 w 494219"/>
                <a:gd name="connsiteY8" fmla="*/ 356574 h 681986"/>
                <a:gd name="connsiteX9" fmla="*/ 399555 w 494219"/>
                <a:gd name="connsiteY9" fmla="*/ 357814 h 681986"/>
                <a:gd name="connsiteX10" fmla="*/ 365466 w 494219"/>
                <a:gd name="connsiteY10" fmla="*/ 361684 h 681986"/>
                <a:gd name="connsiteX11" fmla="*/ 341102 w 494219"/>
                <a:gd name="connsiteY11" fmla="*/ 337519 h 681986"/>
                <a:gd name="connsiteX12" fmla="*/ 337877 w 494219"/>
                <a:gd name="connsiteY12" fmla="*/ 333649 h 681986"/>
                <a:gd name="connsiteX13" fmla="*/ 332716 w 494219"/>
                <a:gd name="connsiteY13" fmla="*/ 332359 h 681986"/>
                <a:gd name="connsiteX14" fmla="*/ 324727 w 494219"/>
                <a:gd name="connsiteY14" fmla="*/ 333897 h 681986"/>
                <a:gd name="connsiteX15" fmla="*/ 284584 w 494219"/>
                <a:gd name="connsiteY15" fmla="*/ 329630 h 681986"/>
                <a:gd name="connsiteX16" fmla="*/ 268953 w 494219"/>
                <a:gd name="connsiteY16" fmla="*/ 292414 h 681986"/>
                <a:gd name="connsiteX17" fmla="*/ 297187 w 494219"/>
                <a:gd name="connsiteY17" fmla="*/ 86538 h 681986"/>
                <a:gd name="connsiteX18" fmla="*/ 295947 w 494219"/>
                <a:gd name="connsiteY18" fmla="*/ 82221 h 681986"/>
                <a:gd name="connsiteX19" fmla="*/ 291432 w 494219"/>
                <a:gd name="connsiteY19" fmla="*/ 79541 h 681986"/>
                <a:gd name="connsiteX20" fmla="*/ 287015 w 494219"/>
                <a:gd name="connsiteY20" fmla="*/ 80782 h 681986"/>
                <a:gd name="connsiteX21" fmla="*/ 284187 w 494219"/>
                <a:gd name="connsiteY21" fmla="*/ 85545 h 681986"/>
                <a:gd name="connsiteX22" fmla="*/ 253918 w 494219"/>
                <a:gd name="connsiteY22" fmla="*/ 328488 h 681986"/>
                <a:gd name="connsiteX23" fmla="*/ 216802 w 494219"/>
                <a:gd name="connsiteY23" fmla="*/ 363223 h 681986"/>
                <a:gd name="connsiteX24" fmla="*/ 175964 w 494219"/>
                <a:gd name="connsiteY24" fmla="*/ 332905 h 681986"/>
                <a:gd name="connsiteX25" fmla="*/ 128130 w 494219"/>
                <a:gd name="connsiteY25" fmla="*/ 135265 h 681986"/>
                <a:gd name="connsiteX26" fmla="*/ 127733 w 494219"/>
                <a:gd name="connsiteY26" fmla="*/ 133380 h 681986"/>
                <a:gd name="connsiteX27" fmla="*/ 123912 w 494219"/>
                <a:gd name="connsiteY27" fmla="*/ 127574 h 681986"/>
                <a:gd name="connsiteX28" fmla="*/ 116469 w 494219"/>
                <a:gd name="connsiteY28" fmla="*/ 126234 h 681986"/>
                <a:gd name="connsiteX29" fmla="*/ 110762 w 494219"/>
                <a:gd name="connsiteY29" fmla="*/ 130452 h 681986"/>
                <a:gd name="connsiteX30" fmla="*/ 109820 w 494219"/>
                <a:gd name="connsiteY30" fmla="*/ 137597 h 681986"/>
                <a:gd name="connsiteX31" fmla="*/ 110117 w 494219"/>
                <a:gd name="connsiteY31" fmla="*/ 138937 h 681986"/>
                <a:gd name="connsiteX32" fmla="*/ 150757 w 494219"/>
                <a:gd name="connsiteY32" fmla="*/ 328389 h 681986"/>
                <a:gd name="connsiteX33" fmla="*/ 144207 w 494219"/>
                <a:gd name="connsiteY33" fmla="*/ 359799 h 681986"/>
                <a:gd name="connsiteX34" fmla="*/ 116568 w 494219"/>
                <a:gd name="connsiteY34" fmla="*/ 376124 h 681986"/>
                <a:gd name="connsiteX35" fmla="*/ 115724 w 494219"/>
                <a:gd name="connsiteY35" fmla="*/ 376323 h 681986"/>
                <a:gd name="connsiteX36" fmla="*/ 93395 w 494219"/>
                <a:gd name="connsiteY36" fmla="*/ 398106 h 681986"/>
                <a:gd name="connsiteX37" fmla="*/ 89227 w 494219"/>
                <a:gd name="connsiteY37" fmla="*/ 501267 h 681986"/>
                <a:gd name="connsiteX38" fmla="*/ 164551 w 494219"/>
                <a:gd name="connsiteY38" fmla="*/ 587459 h 681986"/>
                <a:gd name="connsiteX39" fmla="*/ 164998 w 494219"/>
                <a:gd name="connsiteY39" fmla="*/ 587856 h 681986"/>
                <a:gd name="connsiteX40" fmla="*/ 182613 w 494219"/>
                <a:gd name="connsiteY40" fmla="*/ 604330 h 681986"/>
                <a:gd name="connsiteX41" fmla="*/ 193828 w 494219"/>
                <a:gd name="connsiteY41" fmla="*/ 632018 h 681986"/>
                <a:gd name="connsiteX42" fmla="*/ 193828 w 494219"/>
                <a:gd name="connsiteY42" fmla="*/ 642240 h 681986"/>
                <a:gd name="connsiteX43" fmla="*/ 154131 w 494219"/>
                <a:gd name="connsiteY43" fmla="*/ 681936 h 681986"/>
                <a:gd name="connsiteX44" fmla="*/ 115179 w 494219"/>
                <a:gd name="connsiteY44" fmla="*/ 649881 h 681986"/>
                <a:gd name="connsiteX45" fmla="*/ 111804 w 494219"/>
                <a:gd name="connsiteY45" fmla="*/ 646855 h 681986"/>
                <a:gd name="connsiteX46" fmla="*/ 111159 w 494219"/>
                <a:gd name="connsiteY46" fmla="*/ 646259 h 681986"/>
                <a:gd name="connsiteX47" fmla="*/ 16136 w 494219"/>
                <a:gd name="connsiteY47" fmla="*/ 532280 h 681986"/>
                <a:gd name="connsiteX48" fmla="*/ 23281 w 494219"/>
                <a:gd name="connsiteY48" fmla="*/ 360841 h 681986"/>
                <a:gd name="connsiteX49" fmla="*/ 66302 w 494219"/>
                <a:gd name="connsiteY49" fmla="*/ 313404 h 681986"/>
                <a:gd name="connsiteX50" fmla="*/ 32560 w 494219"/>
                <a:gd name="connsiteY50" fmla="*/ 156156 h 681986"/>
                <a:gd name="connsiteX51" fmla="*/ 43080 w 494219"/>
                <a:gd name="connsiteY51" fmla="*/ 88820 h 681986"/>
                <a:gd name="connsiteX52" fmla="*/ 98953 w 494219"/>
                <a:gd name="connsiteY52" fmla="*/ 48727 h 681986"/>
                <a:gd name="connsiteX53" fmla="*/ 167280 w 494219"/>
                <a:gd name="connsiteY53" fmla="*/ 61082 h 681986"/>
                <a:gd name="connsiteX54" fmla="*/ 201767 w 494219"/>
                <a:gd name="connsiteY54" fmla="*/ 104500 h 681986"/>
                <a:gd name="connsiteX55" fmla="*/ 205439 w 494219"/>
                <a:gd name="connsiteY55" fmla="*/ 75075 h 681986"/>
                <a:gd name="connsiteX56" fmla="*/ 205538 w 494219"/>
                <a:gd name="connsiteY56" fmla="*/ 74182 h 681986"/>
                <a:gd name="connsiteX57" fmla="*/ 237593 w 494219"/>
                <a:gd name="connsiteY57" fmla="*/ 18508 h 681986"/>
                <a:gd name="connsiteX58" fmla="*/ 299420 w 494219"/>
                <a:gd name="connsiteY58" fmla="*/ 446 h 681986"/>
                <a:gd name="connsiteX59" fmla="*/ 358122 w 494219"/>
                <a:gd name="connsiteY59" fmla="*/ 32799 h 681986"/>
                <a:gd name="connsiteX60" fmla="*/ 375836 w 494219"/>
                <a:gd name="connsiteY60" fmla="*/ 96859 h 681986"/>
                <a:gd name="connsiteX61" fmla="*/ 354102 w 494219"/>
                <a:gd name="connsiteY61" fmla="*/ 255397 h 681986"/>
                <a:gd name="connsiteX62" fmla="*/ 381989 w 494219"/>
                <a:gd name="connsiteY62" fmla="*/ 267604 h 681986"/>
                <a:gd name="connsiteX63" fmla="*/ 394444 w 494219"/>
                <a:gd name="connsiteY63" fmla="*/ 277726 h 681986"/>
                <a:gd name="connsiteX64" fmla="*/ 403376 w 494219"/>
                <a:gd name="connsiteY64" fmla="*/ 277230 h 681986"/>
                <a:gd name="connsiteX65" fmla="*/ 462325 w 494219"/>
                <a:gd name="connsiteY65" fmla="*/ 299262 h 681986"/>
                <a:gd name="connsiteX66" fmla="*/ 489567 w 494219"/>
                <a:gd name="connsiteY66" fmla="*/ 357119 h 681986"/>
                <a:gd name="connsiteX67" fmla="*/ 489567 w 494219"/>
                <a:gd name="connsiteY67" fmla="*/ 358261 h 681986"/>
                <a:gd name="connsiteX68" fmla="*/ 491105 w 494219"/>
                <a:gd name="connsiteY68" fmla="*/ 394831 h 681986"/>
                <a:gd name="connsiteX69" fmla="*/ 491552 w 494219"/>
                <a:gd name="connsiteY69" fmla="*/ 403961 h 681986"/>
                <a:gd name="connsiteX70" fmla="*/ 450615 w 494219"/>
                <a:gd name="connsiteY70" fmla="*/ 619712 h 681986"/>
                <a:gd name="connsiteX71" fmla="*/ 439351 w 494219"/>
                <a:gd name="connsiteY71" fmla="*/ 647252 h 681986"/>
                <a:gd name="connsiteX72" fmla="*/ 400002 w 494219"/>
                <a:gd name="connsiteY72" fmla="*/ 681986 h 681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494219" h="681986">
                  <a:moveTo>
                    <a:pt x="400051" y="681936"/>
                  </a:moveTo>
                  <a:cubicBezTo>
                    <a:pt x="398414" y="681936"/>
                    <a:pt x="396727" y="681837"/>
                    <a:pt x="395040" y="681639"/>
                  </a:cubicBezTo>
                  <a:cubicBezTo>
                    <a:pt x="373306" y="678910"/>
                    <a:pt x="357874" y="659061"/>
                    <a:pt x="360603" y="637327"/>
                  </a:cubicBezTo>
                  <a:cubicBezTo>
                    <a:pt x="364771" y="604032"/>
                    <a:pt x="378119" y="576989"/>
                    <a:pt x="399158" y="559224"/>
                  </a:cubicBezTo>
                  <a:cubicBezTo>
                    <a:pt x="419602" y="541708"/>
                    <a:pt x="414987" y="458048"/>
                    <a:pt x="412258" y="408080"/>
                  </a:cubicBezTo>
                  <a:lnTo>
                    <a:pt x="411811" y="398850"/>
                  </a:lnTo>
                  <a:cubicBezTo>
                    <a:pt x="411117" y="385403"/>
                    <a:pt x="410472" y="372750"/>
                    <a:pt x="410224" y="360593"/>
                  </a:cubicBezTo>
                  <a:cubicBezTo>
                    <a:pt x="410075" y="359303"/>
                    <a:pt x="409330" y="358410"/>
                    <a:pt x="408735" y="357814"/>
                  </a:cubicBezTo>
                  <a:cubicBezTo>
                    <a:pt x="407842" y="356971"/>
                    <a:pt x="406601" y="356623"/>
                    <a:pt x="405262" y="356574"/>
                  </a:cubicBezTo>
                  <a:cubicBezTo>
                    <a:pt x="403227" y="356623"/>
                    <a:pt x="401143" y="356822"/>
                    <a:pt x="399555" y="357814"/>
                  </a:cubicBezTo>
                  <a:cubicBezTo>
                    <a:pt x="389333" y="364215"/>
                    <a:pt x="376829" y="365605"/>
                    <a:pt x="365466" y="361684"/>
                  </a:cubicBezTo>
                  <a:cubicBezTo>
                    <a:pt x="354102" y="357715"/>
                    <a:pt x="345121" y="348833"/>
                    <a:pt x="341102" y="337519"/>
                  </a:cubicBezTo>
                  <a:cubicBezTo>
                    <a:pt x="340606" y="336080"/>
                    <a:pt x="339415" y="334641"/>
                    <a:pt x="337877" y="333649"/>
                  </a:cubicBezTo>
                  <a:cubicBezTo>
                    <a:pt x="336586" y="332805"/>
                    <a:pt x="334701" y="332309"/>
                    <a:pt x="332716" y="332359"/>
                  </a:cubicBezTo>
                  <a:cubicBezTo>
                    <a:pt x="330036" y="332458"/>
                    <a:pt x="327357" y="332656"/>
                    <a:pt x="324727" y="333897"/>
                  </a:cubicBezTo>
                  <a:cubicBezTo>
                    <a:pt x="311578" y="339901"/>
                    <a:pt x="296195" y="338264"/>
                    <a:pt x="284584" y="329630"/>
                  </a:cubicBezTo>
                  <a:cubicBezTo>
                    <a:pt x="272973" y="320996"/>
                    <a:pt x="266968" y="306705"/>
                    <a:pt x="268953" y="292414"/>
                  </a:cubicBezTo>
                  <a:lnTo>
                    <a:pt x="297187" y="86538"/>
                  </a:lnTo>
                  <a:cubicBezTo>
                    <a:pt x="297386" y="85148"/>
                    <a:pt x="296939" y="83412"/>
                    <a:pt x="295947" y="82221"/>
                  </a:cubicBezTo>
                  <a:cubicBezTo>
                    <a:pt x="294607" y="80534"/>
                    <a:pt x="293119" y="79690"/>
                    <a:pt x="291432" y="79541"/>
                  </a:cubicBezTo>
                  <a:cubicBezTo>
                    <a:pt x="289943" y="79392"/>
                    <a:pt x="288206" y="79839"/>
                    <a:pt x="287015" y="80782"/>
                  </a:cubicBezTo>
                  <a:cubicBezTo>
                    <a:pt x="285427" y="82022"/>
                    <a:pt x="284485" y="83660"/>
                    <a:pt x="284187" y="85545"/>
                  </a:cubicBezTo>
                  <a:lnTo>
                    <a:pt x="253918" y="328488"/>
                  </a:lnTo>
                  <a:cubicBezTo>
                    <a:pt x="251536" y="347493"/>
                    <a:pt x="235906" y="362131"/>
                    <a:pt x="216802" y="363223"/>
                  </a:cubicBezTo>
                  <a:cubicBezTo>
                    <a:pt x="197648" y="364364"/>
                    <a:pt x="180480" y="351562"/>
                    <a:pt x="175964" y="332905"/>
                  </a:cubicBezTo>
                  <a:lnTo>
                    <a:pt x="128130" y="135265"/>
                  </a:lnTo>
                  <a:cubicBezTo>
                    <a:pt x="127981" y="134670"/>
                    <a:pt x="127832" y="134025"/>
                    <a:pt x="127733" y="133380"/>
                  </a:cubicBezTo>
                  <a:cubicBezTo>
                    <a:pt x="127286" y="130998"/>
                    <a:pt x="125847" y="128864"/>
                    <a:pt x="123912" y="127574"/>
                  </a:cubicBezTo>
                  <a:cubicBezTo>
                    <a:pt x="121629" y="126085"/>
                    <a:pt x="119049" y="125639"/>
                    <a:pt x="116469" y="126234"/>
                  </a:cubicBezTo>
                  <a:cubicBezTo>
                    <a:pt x="114385" y="126731"/>
                    <a:pt x="112102" y="128318"/>
                    <a:pt x="110762" y="130452"/>
                  </a:cubicBezTo>
                  <a:cubicBezTo>
                    <a:pt x="109522" y="132487"/>
                    <a:pt x="109175" y="135017"/>
                    <a:pt x="109820" y="137597"/>
                  </a:cubicBezTo>
                  <a:cubicBezTo>
                    <a:pt x="109919" y="138044"/>
                    <a:pt x="110018" y="138491"/>
                    <a:pt x="110117" y="138937"/>
                  </a:cubicBezTo>
                  <a:lnTo>
                    <a:pt x="150757" y="328389"/>
                  </a:lnTo>
                  <a:cubicBezTo>
                    <a:pt x="153089" y="339306"/>
                    <a:pt x="150757" y="350718"/>
                    <a:pt x="144207" y="359799"/>
                  </a:cubicBezTo>
                  <a:cubicBezTo>
                    <a:pt x="137657" y="368880"/>
                    <a:pt x="127683" y="374834"/>
                    <a:pt x="116568" y="376124"/>
                  </a:cubicBezTo>
                  <a:cubicBezTo>
                    <a:pt x="116370" y="376124"/>
                    <a:pt x="116072" y="376174"/>
                    <a:pt x="115724" y="376323"/>
                  </a:cubicBezTo>
                  <a:cubicBezTo>
                    <a:pt x="106247" y="381136"/>
                    <a:pt x="98357" y="388827"/>
                    <a:pt x="93395" y="398106"/>
                  </a:cubicBezTo>
                  <a:cubicBezTo>
                    <a:pt x="76425" y="430211"/>
                    <a:pt x="74837" y="467873"/>
                    <a:pt x="89227" y="501267"/>
                  </a:cubicBezTo>
                  <a:cubicBezTo>
                    <a:pt x="101186" y="529899"/>
                    <a:pt x="142420" y="567362"/>
                    <a:pt x="164551" y="587459"/>
                  </a:cubicBezTo>
                  <a:lnTo>
                    <a:pt x="164998" y="587856"/>
                  </a:lnTo>
                  <a:cubicBezTo>
                    <a:pt x="169513" y="591875"/>
                    <a:pt x="178098" y="599665"/>
                    <a:pt x="182613" y="604330"/>
                  </a:cubicBezTo>
                  <a:cubicBezTo>
                    <a:pt x="189808" y="611723"/>
                    <a:pt x="193828" y="621647"/>
                    <a:pt x="193828" y="632018"/>
                  </a:cubicBezTo>
                  <a:lnTo>
                    <a:pt x="193828" y="642240"/>
                  </a:lnTo>
                  <a:cubicBezTo>
                    <a:pt x="193828" y="664172"/>
                    <a:pt x="176063" y="681936"/>
                    <a:pt x="154131" y="681936"/>
                  </a:cubicBezTo>
                  <a:cubicBezTo>
                    <a:pt x="134828" y="681936"/>
                    <a:pt x="118702" y="668142"/>
                    <a:pt x="115179" y="649881"/>
                  </a:cubicBezTo>
                  <a:cubicBezTo>
                    <a:pt x="114137" y="648939"/>
                    <a:pt x="112995" y="647897"/>
                    <a:pt x="111804" y="646855"/>
                  </a:cubicBezTo>
                  <a:lnTo>
                    <a:pt x="111159" y="646259"/>
                  </a:lnTo>
                  <a:cubicBezTo>
                    <a:pt x="82578" y="620308"/>
                    <a:pt x="34743" y="576840"/>
                    <a:pt x="16136" y="532280"/>
                  </a:cubicBezTo>
                  <a:cubicBezTo>
                    <a:pt x="-7633" y="477102"/>
                    <a:pt x="-5052" y="414481"/>
                    <a:pt x="23281" y="360841"/>
                  </a:cubicBezTo>
                  <a:cubicBezTo>
                    <a:pt x="33503" y="341737"/>
                    <a:pt x="48389" y="325412"/>
                    <a:pt x="66302" y="313404"/>
                  </a:cubicBezTo>
                  <a:lnTo>
                    <a:pt x="32560" y="156156"/>
                  </a:lnTo>
                  <a:cubicBezTo>
                    <a:pt x="27003" y="133231"/>
                    <a:pt x="30823" y="108768"/>
                    <a:pt x="43080" y="88820"/>
                  </a:cubicBezTo>
                  <a:cubicBezTo>
                    <a:pt x="55485" y="68674"/>
                    <a:pt x="75829" y="54036"/>
                    <a:pt x="98953" y="48727"/>
                  </a:cubicBezTo>
                  <a:cubicBezTo>
                    <a:pt x="122721" y="43517"/>
                    <a:pt x="147482" y="48032"/>
                    <a:pt x="167280" y="61082"/>
                  </a:cubicBezTo>
                  <a:cubicBezTo>
                    <a:pt x="183060" y="71354"/>
                    <a:pt x="195217" y="86736"/>
                    <a:pt x="201767" y="104500"/>
                  </a:cubicBezTo>
                  <a:lnTo>
                    <a:pt x="205439" y="75075"/>
                  </a:lnTo>
                  <a:cubicBezTo>
                    <a:pt x="205439" y="74778"/>
                    <a:pt x="205538" y="74480"/>
                    <a:pt x="205538" y="74182"/>
                  </a:cubicBezTo>
                  <a:cubicBezTo>
                    <a:pt x="208813" y="52002"/>
                    <a:pt x="220176" y="32203"/>
                    <a:pt x="237593" y="18508"/>
                  </a:cubicBezTo>
                  <a:cubicBezTo>
                    <a:pt x="254811" y="4713"/>
                    <a:pt x="276843" y="-1837"/>
                    <a:pt x="299420" y="446"/>
                  </a:cubicBezTo>
                  <a:cubicBezTo>
                    <a:pt x="322593" y="2877"/>
                    <a:pt x="343881" y="14637"/>
                    <a:pt x="358122" y="32799"/>
                  </a:cubicBezTo>
                  <a:cubicBezTo>
                    <a:pt x="372214" y="50364"/>
                    <a:pt x="378764" y="73835"/>
                    <a:pt x="375836" y="96859"/>
                  </a:cubicBezTo>
                  <a:lnTo>
                    <a:pt x="354102" y="255397"/>
                  </a:lnTo>
                  <a:cubicBezTo>
                    <a:pt x="363977" y="257779"/>
                    <a:pt x="373405" y="261897"/>
                    <a:pt x="381989" y="267604"/>
                  </a:cubicBezTo>
                  <a:cubicBezTo>
                    <a:pt x="386455" y="270631"/>
                    <a:pt x="390623" y="274005"/>
                    <a:pt x="394444" y="277726"/>
                  </a:cubicBezTo>
                  <a:cubicBezTo>
                    <a:pt x="397421" y="277429"/>
                    <a:pt x="400399" y="277230"/>
                    <a:pt x="403376" y="277230"/>
                  </a:cubicBezTo>
                  <a:cubicBezTo>
                    <a:pt x="425358" y="276833"/>
                    <a:pt x="446199" y="284524"/>
                    <a:pt x="462325" y="299262"/>
                  </a:cubicBezTo>
                  <a:cubicBezTo>
                    <a:pt x="478849" y="314396"/>
                    <a:pt x="488525" y="334939"/>
                    <a:pt x="489567" y="357119"/>
                  </a:cubicBezTo>
                  <a:cubicBezTo>
                    <a:pt x="489567" y="357516"/>
                    <a:pt x="489567" y="357864"/>
                    <a:pt x="489567" y="358261"/>
                  </a:cubicBezTo>
                  <a:cubicBezTo>
                    <a:pt x="489766" y="369376"/>
                    <a:pt x="490411" y="381731"/>
                    <a:pt x="491105" y="394831"/>
                  </a:cubicBezTo>
                  <a:lnTo>
                    <a:pt x="491552" y="403961"/>
                  </a:lnTo>
                  <a:cubicBezTo>
                    <a:pt x="496018" y="484694"/>
                    <a:pt x="501079" y="576492"/>
                    <a:pt x="450615" y="619712"/>
                  </a:cubicBezTo>
                  <a:cubicBezTo>
                    <a:pt x="444908" y="624525"/>
                    <a:pt x="440988" y="634251"/>
                    <a:pt x="439351" y="647252"/>
                  </a:cubicBezTo>
                  <a:cubicBezTo>
                    <a:pt x="436820" y="667298"/>
                    <a:pt x="419751" y="681986"/>
                    <a:pt x="400002" y="68198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6D161AA-01EC-956E-2438-A660C7AAC714}"/>
                </a:ext>
              </a:extLst>
            </p:cNvPr>
            <p:cNvSpPr/>
            <p:nvPr/>
          </p:nvSpPr>
          <p:spPr>
            <a:xfrm>
              <a:off x="1755563" y="4255567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05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5853EA7-1DE7-6720-BCDB-2839F059CFC4}"/>
                </a:ext>
              </a:extLst>
            </p:cNvPr>
            <p:cNvSpPr/>
            <p:nvPr/>
          </p:nvSpPr>
          <p:spPr>
            <a:xfrm>
              <a:off x="1748899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E6FE285-CF3C-88BA-F0CA-B2DC848F70E4}"/>
                </a:ext>
              </a:extLst>
            </p:cNvPr>
            <p:cNvSpPr/>
            <p:nvPr/>
          </p:nvSpPr>
          <p:spPr>
            <a:xfrm>
              <a:off x="1748899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1126EE6-E075-8B68-16DB-D9E9BF7B8B7A}"/>
              </a:ext>
            </a:extLst>
          </p:cNvPr>
          <p:cNvGrpSpPr/>
          <p:nvPr/>
        </p:nvGrpSpPr>
        <p:grpSpPr>
          <a:xfrm>
            <a:off x="2995120" y="3653089"/>
            <a:ext cx="494170" cy="842145"/>
            <a:chOff x="2995120" y="3653089"/>
            <a:chExt cx="494170" cy="842145"/>
          </a:xfrm>
        </p:grpSpPr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D28BFFA-1D91-2EFA-98DC-2D27CD5D742A}"/>
                </a:ext>
              </a:extLst>
            </p:cNvPr>
            <p:cNvSpPr/>
            <p:nvPr/>
          </p:nvSpPr>
          <p:spPr>
            <a:xfrm>
              <a:off x="2995120" y="3653089"/>
              <a:ext cx="494170" cy="681871"/>
            </a:xfrm>
            <a:custGeom>
              <a:avLst/>
              <a:gdLst>
                <a:gd name="connsiteX0" fmla="*/ 397608 w 494170"/>
                <a:gd name="connsiteY0" fmla="*/ 681871 h 681871"/>
                <a:gd name="connsiteX1" fmla="*/ 392349 w 494170"/>
                <a:gd name="connsiteY1" fmla="*/ 681524 h 681871"/>
                <a:gd name="connsiteX2" fmla="*/ 358210 w 494170"/>
                <a:gd name="connsiteY2" fmla="*/ 636964 h 681871"/>
                <a:gd name="connsiteX3" fmla="*/ 396120 w 494170"/>
                <a:gd name="connsiteY3" fmla="*/ 560102 h 681871"/>
                <a:gd name="connsiteX4" fmla="*/ 411899 w 494170"/>
                <a:gd name="connsiteY4" fmla="*/ 402507 h 681871"/>
                <a:gd name="connsiteX5" fmla="*/ 411254 w 494170"/>
                <a:gd name="connsiteY5" fmla="*/ 393624 h 681871"/>
                <a:gd name="connsiteX6" fmla="*/ 411155 w 494170"/>
                <a:gd name="connsiteY6" fmla="*/ 391292 h 681871"/>
                <a:gd name="connsiteX7" fmla="*/ 398899 w 494170"/>
                <a:gd name="connsiteY7" fmla="*/ 362760 h 681871"/>
                <a:gd name="connsiteX8" fmla="*/ 381432 w 494170"/>
                <a:gd name="connsiteY8" fmla="*/ 355417 h 681871"/>
                <a:gd name="connsiteX9" fmla="*/ 346747 w 494170"/>
                <a:gd name="connsiteY9" fmla="*/ 311602 h 681871"/>
                <a:gd name="connsiteX10" fmla="*/ 368878 w 494170"/>
                <a:gd name="connsiteY10" fmla="*/ 114707 h 681871"/>
                <a:gd name="connsiteX11" fmla="*/ 366000 w 494170"/>
                <a:gd name="connsiteY11" fmla="*/ 110241 h 681871"/>
                <a:gd name="connsiteX12" fmla="*/ 359996 w 494170"/>
                <a:gd name="connsiteY12" fmla="*/ 109943 h 681871"/>
                <a:gd name="connsiteX13" fmla="*/ 356523 w 494170"/>
                <a:gd name="connsiteY13" fmla="*/ 114855 h 681871"/>
                <a:gd name="connsiteX14" fmla="*/ 356423 w 494170"/>
                <a:gd name="connsiteY14" fmla="*/ 115749 h 681871"/>
                <a:gd name="connsiteX15" fmla="*/ 339254 w 494170"/>
                <a:gd name="connsiteY15" fmla="*/ 243820 h 681871"/>
                <a:gd name="connsiteX16" fmla="*/ 298069 w 494170"/>
                <a:gd name="connsiteY16" fmla="*/ 278207 h 681871"/>
                <a:gd name="connsiteX17" fmla="*/ 260258 w 494170"/>
                <a:gd name="connsiteY17" fmla="*/ 240197 h 681871"/>
                <a:gd name="connsiteX18" fmla="*/ 254006 w 494170"/>
                <a:gd name="connsiteY18" fmla="*/ 87167 h 681871"/>
                <a:gd name="connsiteX19" fmla="*/ 254006 w 494170"/>
                <a:gd name="connsiteY19" fmla="*/ 85530 h 681871"/>
                <a:gd name="connsiteX20" fmla="*/ 252319 w 494170"/>
                <a:gd name="connsiteY20" fmla="*/ 81362 h 681871"/>
                <a:gd name="connsiteX21" fmla="*/ 247803 w 494170"/>
                <a:gd name="connsiteY21" fmla="*/ 79476 h 681871"/>
                <a:gd name="connsiteX22" fmla="*/ 243784 w 494170"/>
                <a:gd name="connsiteY22" fmla="*/ 81362 h 681871"/>
                <a:gd name="connsiteX23" fmla="*/ 241998 w 494170"/>
                <a:gd name="connsiteY23" fmla="*/ 85678 h 681871"/>
                <a:gd name="connsiteX24" fmla="*/ 241799 w 494170"/>
                <a:gd name="connsiteY24" fmla="*/ 278306 h 681871"/>
                <a:gd name="connsiteX25" fmla="*/ 206767 w 494170"/>
                <a:gd name="connsiteY25" fmla="*/ 317705 h 681871"/>
                <a:gd name="connsiteX26" fmla="*/ 163498 w 494170"/>
                <a:gd name="connsiteY26" fmla="*/ 287585 h 681871"/>
                <a:gd name="connsiteX27" fmla="*/ 127275 w 494170"/>
                <a:gd name="connsiteY27" fmla="*/ 137482 h 681871"/>
                <a:gd name="connsiteX28" fmla="*/ 126878 w 494170"/>
                <a:gd name="connsiteY28" fmla="*/ 135696 h 681871"/>
                <a:gd name="connsiteX29" fmla="*/ 123007 w 494170"/>
                <a:gd name="connsiteY29" fmla="*/ 129940 h 681871"/>
                <a:gd name="connsiteX30" fmla="*/ 116160 w 494170"/>
                <a:gd name="connsiteY30" fmla="*/ 128650 h 681871"/>
                <a:gd name="connsiteX31" fmla="*/ 110652 w 494170"/>
                <a:gd name="connsiteY31" fmla="*/ 132620 h 681871"/>
                <a:gd name="connsiteX32" fmla="*/ 109560 w 494170"/>
                <a:gd name="connsiteY32" fmla="*/ 139815 h 681871"/>
                <a:gd name="connsiteX33" fmla="*/ 109907 w 494170"/>
                <a:gd name="connsiteY33" fmla="*/ 141254 h 681871"/>
                <a:gd name="connsiteX34" fmla="*/ 150100 w 494170"/>
                <a:gd name="connsiteY34" fmla="*/ 329217 h 681871"/>
                <a:gd name="connsiteX35" fmla="*/ 120278 w 494170"/>
                <a:gd name="connsiteY35" fmla="*/ 376208 h 681871"/>
                <a:gd name="connsiteX36" fmla="*/ 116557 w 494170"/>
                <a:gd name="connsiteY36" fmla="*/ 377448 h 681871"/>
                <a:gd name="connsiteX37" fmla="*/ 93384 w 494170"/>
                <a:gd name="connsiteY37" fmla="*/ 399579 h 681871"/>
                <a:gd name="connsiteX38" fmla="*/ 89166 w 494170"/>
                <a:gd name="connsiteY38" fmla="*/ 502393 h 681871"/>
                <a:gd name="connsiteX39" fmla="*/ 89364 w 494170"/>
                <a:gd name="connsiteY39" fmla="*/ 502889 h 681871"/>
                <a:gd name="connsiteX40" fmla="*/ 164143 w 494170"/>
                <a:gd name="connsiteY40" fmla="*/ 588485 h 681871"/>
                <a:gd name="connsiteX41" fmla="*/ 168510 w 494170"/>
                <a:gd name="connsiteY41" fmla="*/ 592504 h 681871"/>
                <a:gd name="connsiteX42" fmla="*/ 181808 w 494170"/>
                <a:gd name="connsiteY42" fmla="*/ 605058 h 681871"/>
                <a:gd name="connsiteX43" fmla="*/ 193022 w 494170"/>
                <a:gd name="connsiteY43" fmla="*/ 632697 h 681871"/>
                <a:gd name="connsiteX44" fmla="*/ 193022 w 494170"/>
                <a:gd name="connsiteY44" fmla="*/ 642175 h 681871"/>
                <a:gd name="connsiteX45" fmla="*/ 153326 w 494170"/>
                <a:gd name="connsiteY45" fmla="*/ 681871 h 681871"/>
                <a:gd name="connsiteX46" fmla="*/ 114522 w 494170"/>
                <a:gd name="connsiteY46" fmla="*/ 650709 h 681871"/>
                <a:gd name="connsiteX47" fmla="*/ 110602 w 494170"/>
                <a:gd name="connsiteY47" fmla="*/ 647087 h 681871"/>
                <a:gd name="connsiteX48" fmla="*/ 16025 w 494170"/>
                <a:gd name="connsiteY48" fmla="*/ 533356 h 681871"/>
                <a:gd name="connsiteX49" fmla="*/ 23170 w 494170"/>
                <a:gd name="connsiteY49" fmla="*/ 362413 h 681871"/>
                <a:gd name="connsiteX50" fmla="*/ 65894 w 494170"/>
                <a:gd name="connsiteY50" fmla="*/ 315125 h 681871"/>
                <a:gd name="connsiteX51" fmla="*/ 32400 w 494170"/>
                <a:gd name="connsiteY51" fmla="*/ 158422 h 681871"/>
                <a:gd name="connsiteX52" fmla="*/ 42771 w 494170"/>
                <a:gd name="connsiteY52" fmla="*/ 91385 h 681871"/>
                <a:gd name="connsiteX53" fmla="*/ 98594 w 494170"/>
                <a:gd name="connsiteY53" fmla="*/ 51142 h 681871"/>
                <a:gd name="connsiteX54" fmla="*/ 165582 w 494170"/>
                <a:gd name="connsiteY54" fmla="*/ 62853 h 681871"/>
                <a:gd name="connsiteX55" fmla="*/ 186571 w 494170"/>
                <a:gd name="connsiteY55" fmla="*/ 26183 h 681871"/>
                <a:gd name="connsiteX56" fmla="*/ 245422 w 494170"/>
                <a:gd name="connsiteY56" fmla="*/ 33 h 681871"/>
                <a:gd name="connsiteX57" fmla="*/ 307596 w 494170"/>
                <a:gd name="connsiteY57" fmla="*/ 24248 h 681871"/>
                <a:gd name="connsiteX58" fmla="*/ 320895 w 494170"/>
                <a:gd name="connsiteY58" fmla="*/ 40821 h 681871"/>
                <a:gd name="connsiteX59" fmla="*/ 326055 w 494170"/>
                <a:gd name="connsiteY59" fmla="*/ 38142 h 681871"/>
                <a:gd name="connsiteX60" fmla="*/ 409369 w 494170"/>
                <a:gd name="connsiteY60" fmla="*/ 43650 h 681871"/>
                <a:gd name="connsiteX61" fmla="*/ 448371 w 494170"/>
                <a:gd name="connsiteY61" fmla="*/ 117436 h 681871"/>
                <a:gd name="connsiteX62" fmla="*/ 448122 w 494170"/>
                <a:gd name="connsiteY62" fmla="*/ 120959 h 681871"/>
                <a:gd name="connsiteX63" fmla="*/ 429316 w 494170"/>
                <a:gd name="connsiteY63" fmla="*/ 288280 h 681871"/>
                <a:gd name="connsiteX64" fmla="*/ 451050 w 494170"/>
                <a:gd name="connsiteY64" fmla="*/ 302819 h 681871"/>
                <a:gd name="connsiteX65" fmla="*/ 452390 w 494170"/>
                <a:gd name="connsiteY65" fmla="*/ 304010 h 681871"/>
                <a:gd name="connsiteX66" fmla="*/ 490548 w 494170"/>
                <a:gd name="connsiteY66" fmla="*/ 388960 h 681871"/>
                <a:gd name="connsiteX67" fmla="*/ 491094 w 494170"/>
                <a:gd name="connsiteY67" fmla="*/ 396850 h 681871"/>
                <a:gd name="connsiteX68" fmla="*/ 447974 w 494170"/>
                <a:gd name="connsiteY68" fmla="*/ 620292 h 681871"/>
                <a:gd name="connsiteX69" fmla="*/ 436958 w 494170"/>
                <a:gd name="connsiteY69" fmla="*/ 647385 h 681871"/>
                <a:gd name="connsiteX70" fmla="*/ 397658 w 494170"/>
                <a:gd name="connsiteY70" fmla="*/ 681871 h 68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94170" h="681871">
                  <a:moveTo>
                    <a:pt x="397608" y="681871"/>
                  </a:moveTo>
                  <a:cubicBezTo>
                    <a:pt x="395872" y="681871"/>
                    <a:pt x="394135" y="681772"/>
                    <a:pt x="392349" y="681524"/>
                  </a:cubicBezTo>
                  <a:cubicBezTo>
                    <a:pt x="370615" y="678646"/>
                    <a:pt x="355332" y="658698"/>
                    <a:pt x="358210" y="636964"/>
                  </a:cubicBezTo>
                  <a:cubicBezTo>
                    <a:pt x="362527" y="604413"/>
                    <a:pt x="375626" y="577816"/>
                    <a:pt x="396120" y="560102"/>
                  </a:cubicBezTo>
                  <a:cubicBezTo>
                    <a:pt x="421526" y="538269"/>
                    <a:pt x="414281" y="436100"/>
                    <a:pt x="411899" y="402507"/>
                  </a:cubicBezTo>
                  <a:lnTo>
                    <a:pt x="411254" y="393624"/>
                  </a:lnTo>
                  <a:cubicBezTo>
                    <a:pt x="411205" y="392831"/>
                    <a:pt x="411155" y="392037"/>
                    <a:pt x="411155" y="391292"/>
                  </a:cubicBezTo>
                  <a:cubicBezTo>
                    <a:pt x="411006" y="380574"/>
                    <a:pt x="406590" y="370204"/>
                    <a:pt x="398899" y="362760"/>
                  </a:cubicBezTo>
                  <a:cubicBezTo>
                    <a:pt x="393937" y="358741"/>
                    <a:pt x="387883" y="356210"/>
                    <a:pt x="381432" y="355417"/>
                  </a:cubicBezTo>
                  <a:cubicBezTo>
                    <a:pt x="359797" y="352787"/>
                    <a:pt x="344316" y="333236"/>
                    <a:pt x="346747" y="311602"/>
                  </a:cubicBezTo>
                  <a:lnTo>
                    <a:pt x="368878" y="114707"/>
                  </a:lnTo>
                  <a:cubicBezTo>
                    <a:pt x="368630" y="112920"/>
                    <a:pt x="367588" y="111283"/>
                    <a:pt x="366000" y="110241"/>
                  </a:cubicBezTo>
                  <a:cubicBezTo>
                    <a:pt x="364313" y="109149"/>
                    <a:pt x="361981" y="109000"/>
                    <a:pt x="359996" y="109943"/>
                  </a:cubicBezTo>
                  <a:cubicBezTo>
                    <a:pt x="358110" y="110836"/>
                    <a:pt x="356771" y="112722"/>
                    <a:pt x="356523" y="114855"/>
                  </a:cubicBezTo>
                  <a:cubicBezTo>
                    <a:pt x="356523" y="115153"/>
                    <a:pt x="356473" y="115451"/>
                    <a:pt x="356423" y="115749"/>
                  </a:cubicBezTo>
                  <a:lnTo>
                    <a:pt x="339254" y="243820"/>
                  </a:lnTo>
                  <a:cubicBezTo>
                    <a:pt x="336525" y="264214"/>
                    <a:pt x="318563" y="279150"/>
                    <a:pt x="298069" y="278207"/>
                  </a:cubicBezTo>
                  <a:cubicBezTo>
                    <a:pt x="277526" y="277264"/>
                    <a:pt x="261052" y="260740"/>
                    <a:pt x="260258" y="240197"/>
                  </a:cubicBezTo>
                  <a:lnTo>
                    <a:pt x="254006" y="87167"/>
                  </a:lnTo>
                  <a:cubicBezTo>
                    <a:pt x="254006" y="86621"/>
                    <a:pt x="254006" y="86075"/>
                    <a:pt x="254006" y="85530"/>
                  </a:cubicBezTo>
                  <a:cubicBezTo>
                    <a:pt x="254006" y="83892"/>
                    <a:pt x="253411" y="82404"/>
                    <a:pt x="252319" y="81362"/>
                  </a:cubicBezTo>
                  <a:cubicBezTo>
                    <a:pt x="250930" y="79972"/>
                    <a:pt x="249441" y="79526"/>
                    <a:pt x="247803" y="79476"/>
                  </a:cubicBezTo>
                  <a:cubicBezTo>
                    <a:pt x="245918" y="79526"/>
                    <a:pt x="244578" y="80518"/>
                    <a:pt x="243784" y="81362"/>
                  </a:cubicBezTo>
                  <a:cubicBezTo>
                    <a:pt x="242593" y="82602"/>
                    <a:pt x="241998" y="84140"/>
                    <a:pt x="241998" y="85678"/>
                  </a:cubicBezTo>
                  <a:lnTo>
                    <a:pt x="241799" y="278306"/>
                  </a:lnTo>
                  <a:cubicBezTo>
                    <a:pt x="241799" y="298402"/>
                    <a:pt x="226715" y="315323"/>
                    <a:pt x="206767" y="317705"/>
                  </a:cubicBezTo>
                  <a:cubicBezTo>
                    <a:pt x="186820" y="320136"/>
                    <a:pt x="168212" y="307136"/>
                    <a:pt x="163498" y="287585"/>
                  </a:cubicBezTo>
                  <a:lnTo>
                    <a:pt x="127275" y="137482"/>
                  </a:lnTo>
                  <a:cubicBezTo>
                    <a:pt x="127126" y="136887"/>
                    <a:pt x="127027" y="136292"/>
                    <a:pt x="126878" y="135696"/>
                  </a:cubicBezTo>
                  <a:cubicBezTo>
                    <a:pt x="126431" y="133364"/>
                    <a:pt x="124992" y="131280"/>
                    <a:pt x="123007" y="129940"/>
                  </a:cubicBezTo>
                  <a:cubicBezTo>
                    <a:pt x="120923" y="128551"/>
                    <a:pt x="118492" y="128154"/>
                    <a:pt x="116160" y="128650"/>
                  </a:cubicBezTo>
                  <a:cubicBezTo>
                    <a:pt x="113976" y="129146"/>
                    <a:pt x="111892" y="130635"/>
                    <a:pt x="110652" y="132620"/>
                  </a:cubicBezTo>
                  <a:cubicBezTo>
                    <a:pt x="109362" y="134753"/>
                    <a:pt x="108965" y="137383"/>
                    <a:pt x="109560" y="139815"/>
                  </a:cubicBezTo>
                  <a:cubicBezTo>
                    <a:pt x="109659" y="140311"/>
                    <a:pt x="109808" y="140807"/>
                    <a:pt x="109907" y="141254"/>
                  </a:cubicBezTo>
                  <a:lnTo>
                    <a:pt x="150100" y="329217"/>
                  </a:lnTo>
                  <a:cubicBezTo>
                    <a:pt x="154616" y="350405"/>
                    <a:pt x="141367" y="371295"/>
                    <a:pt x="120278" y="376208"/>
                  </a:cubicBezTo>
                  <a:cubicBezTo>
                    <a:pt x="118938" y="376505"/>
                    <a:pt x="117747" y="376902"/>
                    <a:pt x="116557" y="377448"/>
                  </a:cubicBezTo>
                  <a:cubicBezTo>
                    <a:pt x="106682" y="382112"/>
                    <a:pt x="98544" y="389804"/>
                    <a:pt x="93384" y="399579"/>
                  </a:cubicBezTo>
                  <a:cubicBezTo>
                    <a:pt x="76463" y="431584"/>
                    <a:pt x="74925" y="469048"/>
                    <a:pt x="89166" y="502393"/>
                  </a:cubicBezTo>
                  <a:cubicBezTo>
                    <a:pt x="89216" y="502542"/>
                    <a:pt x="89315" y="502740"/>
                    <a:pt x="89364" y="502889"/>
                  </a:cubicBezTo>
                  <a:cubicBezTo>
                    <a:pt x="100976" y="531074"/>
                    <a:pt x="142062" y="568389"/>
                    <a:pt x="164143" y="588485"/>
                  </a:cubicBezTo>
                  <a:lnTo>
                    <a:pt x="168510" y="592504"/>
                  </a:lnTo>
                  <a:cubicBezTo>
                    <a:pt x="173968" y="597516"/>
                    <a:pt x="178682" y="601833"/>
                    <a:pt x="181808" y="605058"/>
                  </a:cubicBezTo>
                  <a:cubicBezTo>
                    <a:pt x="189003" y="612452"/>
                    <a:pt x="193022" y="622376"/>
                    <a:pt x="193022" y="632697"/>
                  </a:cubicBezTo>
                  <a:lnTo>
                    <a:pt x="193022" y="642175"/>
                  </a:lnTo>
                  <a:cubicBezTo>
                    <a:pt x="193022" y="664107"/>
                    <a:pt x="175258" y="681871"/>
                    <a:pt x="153326" y="681871"/>
                  </a:cubicBezTo>
                  <a:cubicBezTo>
                    <a:pt x="134321" y="681871"/>
                    <a:pt x="118442" y="668523"/>
                    <a:pt x="114522" y="650709"/>
                  </a:cubicBezTo>
                  <a:lnTo>
                    <a:pt x="110602" y="647087"/>
                  </a:lnTo>
                  <a:cubicBezTo>
                    <a:pt x="82219" y="621334"/>
                    <a:pt x="34533" y="578015"/>
                    <a:pt x="16025" y="533356"/>
                  </a:cubicBezTo>
                  <a:cubicBezTo>
                    <a:pt x="-7595" y="477930"/>
                    <a:pt x="-5014" y="415656"/>
                    <a:pt x="23170" y="362413"/>
                  </a:cubicBezTo>
                  <a:cubicBezTo>
                    <a:pt x="33194" y="343458"/>
                    <a:pt x="48030" y="327133"/>
                    <a:pt x="65894" y="315125"/>
                  </a:cubicBezTo>
                  <a:lnTo>
                    <a:pt x="32400" y="158422"/>
                  </a:lnTo>
                  <a:cubicBezTo>
                    <a:pt x="26892" y="135746"/>
                    <a:pt x="30663" y="111382"/>
                    <a:pt x="42771" y="91385"/>
                  </a:cubicBezTo>
                  <a:cubicBezTo>
                    <a:pt x="55027" y="71189"/>
                    <a:pt x="75371" y="56502"/>
                    <a:pt x="98594" y="51142"/>
                  </a:cubicBezTo>
                  <a:cubicBezTo>
                    <a:pt x="121717" y="45982"/>
                    <a:pt x="145982" y="50249"/>
                    <a:pt x="165582" y="62853"/>
                  </a:cubicBezTo>
                  <a:cubicBezTo>
                    <a:pt x="169303" y="49257"/>
                    <a:pt x="176449" y="36653"/>
                    <a:pt x="186571" y="26183"/>
                  </a:cubicBezTo>
                  <a:cubicBezTo>
                    <a:pt x="202004" y="10057"/>
                    <a:pt x="222943" y="678"/>
                    <a:pt x="245422" y="33"/>
                  </a:cubicBezTo>
                  <a:cubicBezTo>
                    <a:pt x="268495" y="-612"/>
                    <a:pt x="291172" y="8171"/>
                    <a:pt x="307596" y="24248"/>
                  </a:cubicBezTo>
                  <a:cubicBezTo>
                    <a:pt x="312707" y="29161"/>
                    <a:pt x="317173" y="34718"/>
                    <a:pt x="320895" y="40821"/>
                  </a:cubicBezTo>
                  <a:cubicBezTo>
                    <a:pt x="322582" y="39879"/>
                    <a:pt x="324319" y="38985"/>
                    <a:pt x="326055" y="38142"/>
                  </a:cubicBezTo>
                  <a:cubicBezTo>
                    <a:pt x="352702" y="25489"/>
                    <a:pt x="384657" y="27622"/>
                    <a:pt x="409369" y="43650"/>
                  </a:cubicBezTo>
                  <a:cubicBezTo>
                    <a:pt x="434179" y="59826"/>
                    <a:pt x="449065" y="88060"/>
                    <a:pt x="448371" y="117436"/>
                  </a:cubicBezTo>
                  <a:cubicBezTo>
                    <a:pt x="448371" y="118627"/>
                    <a:pt x="448271" y="119768"/>
                    <a:pt x="448122" y="120959"/>
                  </a:cubicBezTo>
                  <a:lnTo>
                    <a:pt x="429316" y="288280"/>
                  </a:lnTo>
                  <a:cubicBezTo>
                    <a:pt x="437057" y="292249"/>
                    <a:pt x="444351" y="297112"/>
                    <a:pt x="451050" y="302819"/>
                  </a:cubicBezTo>
                  <a:cubicBezTo>
                    <a:pt x="451497" y="303216"/>
                    <a:pt x="451943" y="303613"/>
                    <a:pt x="452390" y="304010"/>
                  </a:cubicBezTo>
                  <a:cubicBezTo>
                    <a:pt x="475910" y="325942"/>
                    <a:pt x="489804" y="356806"/>
                    <a:pt x="490548" y="388960"/>
                  </a:cubicBezTo>
                  <a:lnTo>
                    <a:pt x="491094" y="396850"/>
                  </a:lnTo>
                  <a:cubicBezTo>
                    <a:pt x="497148" y="481850"/>
                    <a:pt x="499281" y="576179"/>
                    <a:pt x="447974" y="620292"/>
                  </a:cubicBezTo>
                  <a:cubicBezTo>
                    <a:pt x="442565" y="624956"/>
                    <a:pt x="438645" y="634583"/>
                    <a:pt x="436958" y="647385"/>
                  </a:cubicBezTo>
                  <a:cubicBezTo>
                    <a:pt x="434328" y="667332"/>
                    <a:pt x="417258" y="681871"/>
                    <a:pt x="397658" y="6818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C4831E5-C430-43A9-898A-8FC1B5228B72}"/>
                </a:ext>
              </a:extLst>
            </p:cNvPr>
            <p:cNvSpPr/>
            <p:nvPr/>
          </p:nvSpPr>
          <p:spPr>
            <a:xfrm>
              <a:off x="3073022" y="4255567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05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00D9537-AACE-764E-30D9-AD3855E54871}"/>
                </a:ext>
              </a:extLst>
            </p:cNvPr>
            <p:cNvSpPr/>
            <p:nvPr/>
          </p:nvSpPr>
          <p:spPr>
            <a:xfrm>
              <a:off x="3066407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5873F39-4ADC-57CC-5B12-5B5689661748}"/>
              </a:ext>
            </a:extLst>
          </p:cNvPr>
          <p:cNvGrpSpPr/>
          <p:nvPr/>
        </p:nvGrpSpPr>
        <p:grpSpPr>
          <a:xfrm>
            <a:off x="4288883" y="3653779"/>
            <a:ext cx="541597" cy="840760"/>
            <a:chOff x="4288883" y="3653779"/>
            <a:chExt cx="541597" cy="840760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C37C044-C862-5286-AF35-866CEEEC754E}"/>
                </a:ext>
              </a:extLst>
            </p:cNvPr>
            <p:cNvSpPr/>
            <p:nvPr/>
          </p:nvSpPr>
          <p:spPr>
            <a:xfrm>
              <a:off x="4288883" y="3653779"/>
              <a:ext cx="541597" cy="680486"/>
            </a:xfrm>
            <a:custGeom>
              <a:avLst/>
              <a:gdLst>
                <a:gd name="connsiteX0" fmla="*/ 154642 w 541597"/>
                <a:gd name="connsiteY0" fmla="*/ 680487 h 680486"/>
                <a:gd name="connsiteX1" fmla="*/ 119163 w 541597"/>
                <a:gd name="connsiteY1" fmla="*/ 658604 h 680486"/>
                <a:gd name="connsiteX2" fmla="*/ 115094 w 541597"/>
                <a:gd name="connsiteY2" fmla="*/ 654882 h 680486"/>
                <a:gd name="connsiteX3" fmla="*/ 112017 w 541597"/>
                <a:gd name="connsiteY3" fmla="*/ 652104 h 680486"/>
                <a:gd name="connsiteX4" fmla="*/ 16100 w 541597"/>
                <a:gd name="connsiteY4" fmla="*/ 537182 h 680486"/>
                <a:gd name="connsiteX5" fmla="*/ 23444 w 541597"/>
                <a:gd name="connsiteY5" fmla="*/ 365147 h 680486"/>
                <a:gd name="connsiteX6" fmla="*/ 66664 w 541597"/>
                <a:gd name="connsiteY6" fmla="*/ 317511 h 680486"/>
                <a:gd name="connsiteX7" fmla="*/ 32872 w 541597"/>
                <a:gd name="connsiteY7" fmla="*/ 159618 h 680486"/>
                <a:gd name="connsiteX8" fmla="*/ 43392 w 541597"/>
                <a:gd name="connsiteY8" fmla="*/ 91787 h 680486"/>
                <a:gd name="connsiteX9" fmla="*/ 99463 w 541597"/>
                <a:gd name="connsiteY9" fmla="*/ 51644 h 680486"/>
                <a:gd name="connsiteX10" fmla="*/ 167394 w 541597"/>
                <a:gd name="connsiteY10" fmla="*/ 63701 h 680486"/>
                <a:gd name="connsiteX11" fmla="*/ 188433 w 541597"/>
                <a:gd name="connsiteY11" fmla="*/ 26536 h 680486"/>
                <a:gd name="connsiteX12" fmla="*/ 247780 w 541597"/>
                <a:gd name="connsiteY12" fmla="*/ 38 h 680486"/>
                <a:gd name="connsiteX13" fmla="*/ 310252 w 541597"/>
                <a:gd name="connsiteY13" fmla="*/ 24203 h 680486"/>
                <a:gd name="connsiteX14" fmla="*/ 323898 w 541597"/>
                <a:gd name="connsiteY14" fmla="*/ 41422 h 680486"/>
                <a:gd name="connsiteX15" fmla="*/ 329406 w 541597"/>
                <a:gd name="connsiteY15" fmla="*/ 38544 h 680486"/>
                <a:gd name="connsiteX16" fmla="*/ 413166 w 541597"/>
                <a:gd name="connsiteY16" fmla="*/ 43804 h 680486"/>
                <a:gd name="connsiteX17" fmla="*/ 452664 w 541597"/>
                <a:gd name="connsiteY17" fmla="*/ 118086 h 680486"/>
                <a:gd name="connsiteX18" fmla="*/ 452465 w 541597"/>
                <a:gd name="connsiteY18" fmla="*/ 121311 h 680486"/>
                <a:gd name="connsiteX19" fmla="*/ 446312 w 541597"/>
                <a:gd name="connsiteY19" fmla="*/ 179665 h 680486"/>
                <a:gd name="connsiteX20" fmla="*/ 455145 w 541597"/>
                <a:gd name="connsiteY20" fmla="*/ 179070 h 680486"/>
                <a:gd name="connsiteX21" fmla="*/ 514243 w 541597"/>
                <a:gd name="connsiteY21" fmla="*/ 201052 h 680486"/>
                <a:gd name="connsiteX22" fmla="*/ 541535 w 541597"/>
                <a:gd name="connsiteY22" fmla="*/ 259108 h 680486"/>
                <a:gd name="connsiteX23" fmla="*/ 541535 w 541597"/>
                <a:gd name="connsiteY23" fmla="*/ 260100 h 680486"/>
                <a:gd name="connsiteX24" fmla="*/ 520347 w 541597"/>
                <a:gd name="connsiteY24" fmla="*/ 448361 h 680486"/>
                <a:gd name="connsiteX25" fmla="*/ 453855 w 541597"/>
                <a:gd name="connsiteY25" fmla="*/ 623572 h 680486"/>
                <a:gd name="connsiteX26" fmla="*/ 451274 w 541597"/>
                <a:gd name="connsiteY26" fmla="*/ 631064 h 680486"/>
                <a:gd name="connsiteX27" fmla="*/ 430731 w 541597"/>
                <a:gd name="connsiteY27" fmla="*/ 668826 h 680486"/>
                <a:gd name="connsiteX28" fmla="*/ 374610 w 541597"/>
                <a:gd name="connsiteY28" fmla="*/ 668826 h 680486"/>
                <a:gd name="connsiteX29" fmla="*/ 373171 w 541597"/>
                <a:gd name="connsiteY29" fmla="*/ 614193 h 680486"/>
                <a:gd name="connsiteX30" fmla="*/ 375603 w 541597"/>
                <a:gd name="connsiteY30" fmla="*/ 607098 h 680486"/>
                <a:gd name="connsiteX31" fmla="*/ 400562 w 541597"/>
                <a:gd name="connsiteY31" fmla="*/ 564672 h 680486"/>
                <a:gd name="connsiteX32" fmla="*/ 462191 w 541597"/>
                <a:gd name="connsiteY32" fmla="*/ 262532 h 680486"/>
                <a:gd name="connsiteX33" fmla="*/ 460802 w 541597"/>
                <a:gd name="connsiteY33" fmla="*/ 259703 h 680486"/>
                <a:gd name="connsiteX34" fmla="*/ 458420 w 541597"/>
                <a:gd name="connsiteY34" fmla="*/ 258512 h 680486"/>
                <a:gd name="connsiteX35" fmla="*/ 454897 w 541597"/>
                <a:gd name="connsiteY35" fmla="*/ 275284 h 680486"/>
                <a:gd name="connsiteX36" fmla="*/ 454797 w 541597"/>
                <a:gd name="connsiteY36" fmla="*/ 276326 h 680486"/>
                <a:gd name="connsiteX37" fmla="*/ 422147 w 541597"/>
                <a:gd name="connsiteY37" fmla="*/ 386186 h 680486"/>
                <a:gd name="connsiteX38" fmla="*/ 375504 w 541597"/>
                <a:gd name="connsiteY38" fmla="*/ 406977 h 680486"/>
                <a:gd name="connsiteX39" fmla="*/ 346972 w 541597"/>
                <a:gd name="connsiteY39" fmla="*/ 364651 h 680486"/>
                <a:gd name="connsiteX40" fmla="*/ 373171 w 541597"/>
                <a:gd name="connsiteY40" fmla="*/ 115257 h 680486"/>
                <a:gd name="connsiteX41" fmla="*/ 370045 w 541597"/>
                <a:gd name="connsiteY41" fmla="*/ 110395 h 680486"/>
                <a:gd name="connsiteX42" fmla="*/ 363644 w 541597"/>
                <a:gd name="connsiteY42" fmla="*/ 109998 h 680486"/>
                <a:gd name="connsiteX43" fmla="*/ 359675 w 541597"/>
                <a:gd name="connsiteY43" fmla="*/ 115505 h 680486"/>
                <a:gd name="connsiteX44" fmla="*/ 359575 w 541597"/>
                <a:gd name="connsiteY44" fmla="*/ 116250 h 680486"/>
                <a:gd name="connsiteX45" fmla="*/ 341712 w 541597"/>
                <a:gd name="connsiteY45" fmla="*/ 248836 h 680486"/>
                <a:gd name="connsiteX46" fmla="*/ 300427 w 541597"/>
                <a:gd name="connsiteY46" fmla="*/ 283174 h 680486"/>
                <a:gd name="connsiteX47" fmla="*/ 262666 w 541597"/>
                <a:gd name="connsiteY47" fmla="*/ 244966 h 680486"/>
                <a:gd name="connsiteX48" fmla="*/ 256860 w 541597"/>
                <a:gd name="connsiteY48" fmla="*/ 87222 h 680486"/>
                <a:gd name="connsiteX49" fmla="*/ 256860 w 541597"/>
                <a:gd name="connsiteY49" fmla="*/ 85783 h 680486"/>
                <a:gd name="connsiteX50" fmla="*/ 254925 w 541597"/>
                <a:gd name="connsiteY50" fmla="*/ 81069 h 680486"/>
                <a:gd name="connsiteX51" fmla="*/ 250062 w 541597"/>
                <a:gd name="connsiteY51" fmla="*/ 79233 h 680486"/>
                <a:gd name="connsiteX52" fmla="*/ 245646 w 541597"/>
                <a:gd name="connsiteY52" fmla="*/ 81317 h 680486"/>
                <a:gd name="connsiteX53" fmla="*/ 243760 w 541597"/>
                <a:gd name="connsiteY53" fmla="*/ 85932 h 680486"/>
                <a:gd name="connsiteX54" fmla="*/ 243562 w 541597"/>
                <a:gd name="connsiteY54" fmla="*/ 282727 h 680486"/>
                <a:gd name="connsiteX55" fmla="*/ 208480 w 541597"/>
                <a:gd name="connsiteY55" fmla="*/ 322126 h 680486"/>
                <a:gd name="connsiteX56" fmla="*/ 165260 w 541597"/>
                <a:gd name="connsiteY56" fmla="*/ 291907 h 680486"/>
                <a:gd name="connsiteX57" fmla="*/ 128591 w 541597"/>
                <a:gd name="connsiteY57" fmla="*/ 138033 h 680486"/>
                <a:gd name="connsiteX58" fmla="*/ 128243 w 541597"/>
                <a:gd name="connsiteY58" fmla="*/ 136495 h 680486"/>
                <a:gd name="connsiteX59" fmla="*/ 124075 w 541597"/>
                <a:gd name="connsiteY59" fmla="*/ 130144 h 680486"/>
                <a:gd name="connsiteX60" fmla="*/ 116880 w 541597"/>
                <a:gd name="connsiteY60" fmla="*/ 128903 h 680486"/>
                <a:gd name="connsiteX61" fmla="*/ 111025 w 541597"/>
                <a:gd name="connsiteY61" fmla="*/ 132972 h 680486"/>
                <a:gd name="connsiteX62" fmla="*/ 109784 w 541597"/>
                <a:gd name="connsiteY62" fmla="*/ 140266 h 680486"/>
                <a:gd name="connsiteX63" fmla="*/ 110231 w 541597"/>
                <a:gd name="connsiteY63" fmla="*/ 142102 h 680486"/>
                <a:gd name="connsiteX64" fmla="*/ 150970 w 541597"/>
                <a:gd name="connsiteY64" fmla="*/ 332497 h 680486"/>
                <a:gd name="connsiteX65" fmla="*/ 144122 w 541597"/>
                <a:gd name="connsiteY65" fmla="*/ 364304 h 680486"/>
                <a:gd name="connsiteX66" fmla="*/ 115888 w 541597"/>
                <a:gd name="connsiteY66" fmla="*/ 380331 h 680486"/>
                <a:gd name="connsiteX67" fmla="*/ 93410 w 541597"/>
                <a:gd name="connsiteY67" fmla="*/ 402313 h 680486"/>
                <a:gd name="connsiteX68" fmla="*/ 89142 w 541597"/>
                <a:gd name="connsiteY68" fmla="*/ 506268 h 680486"/>
                <a:gd name="connsiteX69" fmla="*/ 165211 w 541597"/>
                <a:gd name="connsiteY69" fmla="*/ 593204 h 680486"/>
                <a:gd name="connsiteX70" fmla="*/ 168238 w 541597"/>
                <a:gd name="connsiteY70" fmla="*/ 595933 h 680486"/>
                <a:gd name="connsiteX71" fmla="*/ 183372 w 541597"/>
                <a:gd name="connsiteY71" fmla="*/ 610224 h 680486"/>
                <a:gd name="connsiteX72" fmla="*/ 194189 w 541597"/>
                <a:gd name="connsiteY72" fmla="*/ 637465 h 680486"/>
                <a:gd name="connsiteX73" fmla="*/ 194189 w 541597"/>
                <a:gd name="connsiteY73" fmla="*/ 640691 h 680486"/>
                <a:gd name="connsiteX74" fmla="*/ 154493 w 541597"/>
                <a:gd name="connsiteY74" fmla="*/ 680387 h 680486"/>
                <a:gd name="connsiteX75" fmla="*/ 372923 w 541597"/>
                <a:gd name="connsiteY75" fmla="*/ 614938 h 680486"/>
                <a:gd name="connsiteX76" fmla="*/ 372923 w 541597"/>
                <a:gd name="connsiteY76" fmla="*/ 614938 h 680486"/>
                <a:gd name="connsiteX77" fmla="*/ 374660 w 541597"/>
                <a:gd name="connsiteY77" fmla="*/ 612754 h 680486"/>
                <a:gd name="connsiteX78" fmla="*/ 374660 w 541597"/>
                <a:gd name="connsiteY78" fmla="*/ 612754 h 680486"/>
                <a:gd name="connsiteX79" fmla="*/ 374660 w 541597"/>
                <a:gd name="connsiteY79" fmla="*/ 612754 h 68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41597" h="680486">
                  <a:moveTo>
                    <a:pt x="154642" y="680487"/>
                  </a:moveTo>
                  <a:cubicBezTo>
                    <a:pt x="139110" y="680487"/>
                    <a:pt x="125663" y="671555"/>
                    <a:pt x="119163" y="658604"/>
                  </a:cubicBezTo>
                  <a:cubicBezTo>
                    <a:pt x="117724" y="657264"/>
                    <a:pt x="116235" y="655974"/>
                    <a:pt x="115094" y="654882"/>
                  </a:cubicBezTo>
                  <a:lnTo>
                    <a:pt x="112017" y="652104"/>
                  </a:lnTo>
                  <a:cubicBezTo>
                    <a:pt x="83188" y="626003"/>
                    <a:pt x="34758" y="582188"/>
                    <a:pt x="16100" y="537182"/>
                  </a:cubicBezTo>
                  <a:cubicBezTo>
                    <a:pt x="-7668" y="481607"/>
                    <a:pt x="-5038" y="418787"/>
                    <a:pt x="23444" y="365147"/>
                  </a:cubicBezTo>
                  <a:cubicBezTo>
                    <a:pt x="33617" y="346043"/>
                    <a:pt x="48602" y="329619"/>
                    <a:pt x="66664" y="317511"/>
                  </a:cubicBezTo>
                  <a:lnTo>
                    <a:pt x="32872" y="159618"/>
                  </a:lnTo>
                  <a:cubicBezTo>
                    <a:pt x="27116" y="136644"/>
                    <a:pt x="30887" y="111933"/>
                    <a:pt x="43392" y="91787"/>
                  </a:cubicBezTo>
                  <a:cubicBezTo>
                    <a:pt x="55450" y="71740"/>
                    <a:pt x="75993" y="56953"/>
                    <a:pt x="99463" y="51644"/>
                  </a:cubicBezTo>
                  <a:cubicBezTo>
                    <a:pt x="122636" y="46384"/>
                    <a:pt x="147397" y="50800"/>
                    <a:pt x="167394" y="63701"/>
                  </a:cubicBezTo>
                  <a:cubicBezTo>
                    <a:pt x="171116" y="49957"/>
                    <a:pt x="178261" y="37204"/>
                    <a:pt x="188433" y="26536"/>
                  </a:cubicBezTo>
                  <a:cubicBezTo>
                    <a:pt x="204163" y="10111"/>
                    <a:pt x="225252" y="733"/>
                    <a:pt x="247780" y="38"/>
                  </a:cubicBezTo>
                  <a:cubicBezTo>
                    <a:pt x="271052" y="-657"/>
                    <a:pt x="293729" y="8176"/>
                    <a:pt x="310252" y="24203"/>
                  </a:cubicBezTo>
                  <a:cubicBezTo>
                    <a:pt x="315562" y="29364"/>
                    <a:pt x="320127" y="35120"/>
                    <a:pt x="323898" y="41422"/>
                  </a:cubicBezTo>
                  <a:cubicBezTo>
                    <a:pt x="325684" y="40380"/>
                    <a:pt x="327520" y="39437"/>
                    <a:pt x="329406" y="38544"/>
                  </a:cubicBezTo>
                  <a:cubicBezTo>
                    <a:pt x="356102" y="25791"/>
                    <a:pt x="388157" y="27826"/>
                    <a:pt x="413166" y="43804"/>
                  </a:cubicBezTo>
                  <a:cubicBezTo>
                    <a:pt x="438323" y="60178"/>
                    <a:pt x="453358" y="88561"/>
                    <a:pt x="452664" y="118086"/>
                  </a:cubicBezTo>
                  <a:cubicBezTo>
                    <a:pt x="452664" y="119177"/>
                    <a:pt x="452565" y="120269"/>
                    <a:pt x="452465" y="121311"/>
                  </a:cubicBezTo>
                  <a:lnTo>
                    <a:pt x="446312" y="179665"/>
                  </a:lnTo>
                  <a:cubicBezTo>
                    <a:pt x="449786" y="179218"/>
                    <a:pt x="452813" y="179070"/>
                    <a:pt x="455145" y="179070"/>
                  </a:cubicBezTo>
                  <a:cubicBezTo>
                    <a:pt x="477028" y="178474"/>
                    <a:pt x="498017" y="186314"/>
                    <a:pt x="514243" y="201052"/>
                  </a:cubicBezTo>
                  <a:cubicBezTo>
                    <a:pt x="530866" y="216235"/>
                    <a:pt x="540493" y="236778"/>
                    <a:pt x="541535" y="259108"/>
                  </a:cubicBezTo>
                  <a:cubicBezTo>
                    <a:pt x="541535" y="259455"/>
                    <a:pt x="541535" y="259802"/>
                    <a:pt x="541535" y="260100"/>
                  </a:cubicBezTo>
                  <a:cubicBezTo>
                    <a:pt x="542428" y="301881"/>
                    <a:pt x="533695" y="379289"/>
                    <a:pt x="520347" y="448361"/>
                  </a:cubicBezTo>
                  <a:cubicBezTo>
                    <a:pt x="494147" y="583478"/>
                    <a:pt x="465218" y="613598"/>
                    <a:pt x="453855" y="623572"/>
                  </a:cubicBezTo>
                  <a:cubicBezTo>
                    <a:pt x="453110" y="625358"/>
                    <a:pt x="452019" y="628732"/>
                    <a:pt x="451274" y="631064"/>
                  </a:cubicBezTo>
                  <a:cubicBezTo>
                    <a:pt x="447900" y="641733"/>
                    <a:pt x="443285" y="656272"/>
                    <a:pt x="430731" y="668826"/>
                  </a:cubicBezTo>
                  <a:cubicBezTo>
                    <a:pt x="415250" y="684357"/>
                    <a:pt x="390092" y="684307"/>
                    <a:pt x="374610" y="668826"/>
                  </a:cubicBezTo>
                  <a:cubicBezTo>
                    <a:pt x="359575" y="653840"/>
                    <a:pt x="359129" y="629774"/>
                    <a:pt x="373171" y="614193"/>
                  </a:cubicBezTo>
                  <a:cubicBezTo>
                    <a:pt x="373866" y="612556"/>
                    <a:pt x="374858" y="609479"/>
                    <a:pt x="375603" y="607098"/>
                  </a:cubicBezTo>
                  <a:cubicBezTo>
                    <a:pt x="379225" y="595635"/>
                    <a:pt x="384683" y="578367"/>
                    <a:pt x="400562" y="564672"/>
                  </a:cubicBezTo>
                  <a:cubicBezTo>
                    <a:pt x="423487" y="542839"/>
                    <a:pt x="464077" y="359044"/>
                    <a:pt x="462191" y="262532"/>
                  </a:cubicBezTo>
                  <a:cubicBezTo>
                    <a:pt x="462092" y="261440"/>
                    <a:pt x="461596" y="260447"/>
                    <a:pt x="460802" y="259703"/>
                  </a:cubicBezTo>
                  <a:cubicBezTo>
                    <a:pt x="460157" y="259157"/>
                    <a:pt x="459363" y="258711"/>
                    <a:pt x="458420" y="258512"/>
                  </a:cubicBezTo>
                  <a:cubicBezTo>
                    <a:pt x="457328" y="261142"/>
                    <a:pt x="455740" y="266303"/>
                    <a:pt x="454897" y="275284"/>
                  </a:cubicBezTo>
                  <a:cubicBezTo>
                    <a:pt x="454897" y="275631"/>
                    <a:pt x="454797" y="275979"/>
                    <a:pt x="454797" y="276326"/>
                  </a:cubicBezTo>
                  <a:cubicBezTo>
                    <a:pt x="449984" y="314584"/>
                    <a:pt x="439018" y="351551"/>
                    <a:pt x="422147" y="386186"/>
                  </a:cubicBezTo>
                  <a:cubicBezTo>
                    <a:pt x="413712" y="403504"/>
                    <a:pt x="394062" y="412287"/>
                    <a:pt x="375504" y="406977"/>
                  </a:cubicBezTo>
                  <a:cubicBezTo>
                    <a:pt x="356995" y="401668"/>
                    <a:pt x="344937" y="383804"/>
                    <a:pt x="346972" y="364651"/>
                  </a:cubicBezTo>
                  <a:lnTo>
                    <a:pt x="373171" y="115257"/>
                  </a:lnTo>
                  <a:cubicBezTo>
                    <a:pt x="372923" y="113322"/>
                    <a:pt x="371782" y="111536"/>
                    <a:pt x="370045" y="110395"/>
                  </a:cubicBezTo>
                  <a:cubicBezTo>
                    <a:pt x="368259" y="109253"/>
                    <a:pt x="365629" y="109055"/>
                    <a:pt x="363644" y="109998"/>
                  </a:cubicBezTo>
                  <a:cubicBezTo>
                    <a:pt x="361461" y="111040"/>
                    <a:pt x="359972" y="113074"/>
                    <a:pt x="359675" y="115505"/>
                  </a:cubicBezTo>
                  <a:cubicBezTo>
                    <a:pt x="359675" y="115754"/>
                    <a:pt x="359625" y="116002"/>
                    <a:pt x="359575" y="116250"/>
                  </a:cubicBezTo>
                  <a:lnTo>
                    <a:pt x="341712" y="248836"/>
                  </a:lnTo>
                  <a:cubicBezTo>
                    <a:pt x="338933" y="269280"/>
                    <a:pt x="320921" y="284216"/>
                    <a:pt x="300427" y="283174"/>
                  </a:cubicBezTo>
                  <a:cubicBezTo>
                    <a:pt x="279835" y="282181"/>
                    <a:pt x="263460" y="265608"/>
                    <a:pt x="262666" y="244966"/>
                  </a:cubicBezTo>
                  <a:lnTo>
                    <a:pt x="256860" y="87222"/>
                  </a:lnTo>
                  <a:cubicBezTo>
                    <a:pt x="256860" y="86725"/>
                    <a:pt x="256860" y="86229"/>
                    <a:pt x="256860" y="85783"/>
                  </a:cubicBezTo>
                  <a:cubicBezTo>
                    <a:pt x="256860" y="83996"/>
                    <a:pt x="256166" y="82309"/>
                    <a:pt x="254925" y="81069"/>
                  </a:cubicBezTo>
                  <a:cubicBezTo>
                    <a:pt x="253685" y="79878"/>
                    <a:pt x="251998" y="79332"/>
                    <a:pt x="250062" y="79233"/>
                  </a:cubicBezTo>
                  <a:cubicBezTo>
                    <a:pt x="248474" y="79233"/>
                    <a:pt x="246887" y="80027"/>
                    <a:pt x="245646" y="81317"/>
                  </a:cubicBezTo>
                  <a:cubicBezTo>
                    <a:pt x="244455" y="82557"/>
                    <a:pt x="243760" y="84244"/>
                    <a:pt x="243760" y="85932"/>
                  </a:cubicBezTo>
                  <a:lnTo>
                    <a:pt x="243562" y="282727"/>
                  </a:lnTo>
                  <a:cubicBezTo>
                    <a:pt x="243562" y="302873"/>
                    <a:pt x="228477" y="319794"/>
                    <a:pt x="208480" y="322126"/>
                  </a:cubicBezTo>
                  <a:cubicBezTo>
                    <a:pt x="188483" y="324508"/>
                    <a:pt x="169925" y="311507"/>
                    <a:pt x="165260" y="291907"/>
                  </a:cubicBezTo>
                  <a:lnTo>
                    <a:pt x="128591" y="138033"/>
                  </a:lnTo>
                  <a:cubicBezTo>
                    <a:pt x="128491" y="137537"/>
                    <a:pt x="128343" y="137041"/>
                    <a:pt x="128243" y="136495"/>
                  </a:cubicBezTo>
                  <a:cubicBezTo>
                    <a:pt x="127698" y="133865"/>
                    <a:pt x="126259" y="131583"/>
                    <a:pt x="124075" y="130144"/>
                  </a:cubicBezTo>
                  <a:cubicBezTo>
                    <a:pt x="122041" y="128804"/>
                    <a:pt x="119361" y="128308"/>
                    <a:pt x="116880" y="128903"/>
                  </a:cubicBezTo>
                  <a:cubicBezTo>
                    <a:pt x="114399" y="129449"/>
                    <a:pt x="112265" y="130937"/>
                    <a:pt x="111025" y="132972"/>
                  </a:cubicBezTo>
                  <a:cubicBezTo>
                    <a:pt x="109487" y="135453"/>
                    <a:pt x="109139" y="137884"/>
                    <a:pt x="109784" y="140266"/>
                  </a:cubicBezTo>
                  <a:cubicBezTo>
                    <a:pt x="109933" y="140862"/>
                    <a:pt x="110082" y="141507"/>
                    <a:pt x="110231" y="142102"/>
                  </a:cubicBezTo>
                  <a:lnTo>
                    <a:pt x="150970" y="332497"/>
                  </a:lnTo>
                  <a:cubicBezTo>
                    <a:pt x="153351" y="343612"/>
                    <a:pt x="150870" y="355173"/>
                    <a:pt x="144122" y="364304"/>
                  </a:cubicBezTo>
                  <a:cubicBezTo>
                    <a:pt x="137423" y="373434"/>
                    <a:pt x="127152" y="379239"/>
                    <a:pt x="115888" y="380331"/>
                  </a:cubicBezTo>
                  <a:cubicBezTo>
                    <a:pt x="106311" y="385243"/>
                    <a:pt x="98372" y="392984"/>
                    <a:pt x="93410" y="402313"/>
                  </a:cubicBezTo>
                  <a:cubicBezTo>
                    <a:pt x="76241" y="434616"/>
                    <a:pt x="74703" y="472477"/>
                    <a:pt x="89142" y="506268"/>
                  </a:cubicBezTo>
                  <a:cubicBezTo>
                    <a:pt x="101150" y="535197"/>
                    <a:pt x="142832" y="572959"/>
                    <a:pt x="165211" y="593204"/>
                  </a:cubicBezTo>
                  <a:lnTo>
                    <a:pt x="168238" y="595933"/>
                  </a:lnTo>
                  <a:cubicBezTo>
                    <a:pt x="175433" y="602433"/>
                    <a:pt x="179998" y="606651"/>
                    <a:pt x="183372" y="610224"/>
                  </a:cubicBezTo>
                  <a:cubicBezTo>
                    <a:pt x="190319" y="617568"/>
                    <a:pt x="194189" y="627343"/>
                    <a:pt x="194189" y="637465"/>
                  </a:cubicBezTo>
                  <a:lnTo>
                    <a:pt x="194189" y="640691"/>
                  </a:lnTo>
                  <a:cubicBezTo>
                    <a:pt x="194189" y="662623"/>
                    <a:pt x="176425" y="680387"/>
                    <a:pt x="154493" y="680387"/>
                  </a:cubicBezTo>
                  <a:close/>
                  <a:moveTo>
                    <a:pt x="372923" y="614938"/>
                  </a:moveTo>
                  <a:lnTo>
                    <a:pt x="372923" y="614938"/>
                  </a:lnTo>
                  <a:close/>
                  <a:moveTo>
                    <a:pt x="374660" y="612754"/>
                  </a:moveTo>
                  <a:cubicBezTo>
                    <a:pt x="374660" y="612754"/>
                    <a:pt x="374660" y="612754"/>
                    <a:pt x="374660" y="612754"/>
                  </a:cubicBezTo>
                  <a:cubicBezTo>
                    <a:pt x="374660" y="612754"/>
                    <a:pt x="374660" y="612754"/>
                    <a:pt x="374660" y="61275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06112970-B40F-A094-38B9-F85C80A1FDB6}"/>
                </a:ext>
              </a:extLst>
            </p:cNvPr>
            <p:cNvSpPr/>
            <p:nvPr/>
          </p:nvSpPr>
          <p:spPr>
            <a:xfrm>
              <a:off x="4370880" y="4254872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10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182B993-90CE-ABCD-18BF-2FC77BCD8CBF}"/>
                </a:ext>
              </a:extLst>
            </p:cNvPr>
            <p:cNvSpPr/>
            <p:nvPr/>
          </p:nvSpPr>
          <p:spPr>
            <a:xfrm>
              <a:off x="4359105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DCFA1FD3-0EFE-8DD0-9368-4552AFFAA7DC}"/>
              </a:ext>
            </a:extLst>
          </p:cNvPr>
          <p:cNvGrpSpPr/>
          <p:nvPr/>
        </p:nvGrpSpPr>
        <p:grpSpPr>
          <a:xfrm>
            <a:off x="5494023" y="3693364"/>
            <a:ext cx="766541" cy="761627"/>
            <a:chOff x="5494023" y="3693364"/>
            <a:chExt cx="766541" cy="761627"/>
          </a:xfrm>
        </p:grpSpPr>
        <p:grpSp>
          <p:nvGrpSpPr>
            <p:cNvPr id="89" name="Picture Placeholder 3">
              <a:extLst>
                <a:ext uri="{FF2B5EF4-FFF2-40B4-BE49-F238E27FC236}">
                  <a16:creationId xmlns:a16="http://schemas.microsoft.com/office/drawing/2014/main" id="{C2DAE996-8960-3292-14FF-249949249D15}"/>
                </a:ext>
              </a:extLst>
            </p:cNvPr>
            <p:cNvGrpSpPr/>
            <p:nvPr/>
          </p:nvGrpSpPr>
          <p:grpSpPr>
            <a:xfrm>
              <a:off x="5932472" y="3790819"/>
              <a:ext cx="328092" cy="566668"/>
              <a:chOff x="5932472" y="3790819"/>
              <a:chExt cx="328092" cy="566668"/>
            </a:xfrm>
            <a:noFill/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129BCBF5-0C11-95F8-1406-2D1CC7864ADF}"/>
                  </a:ext>
                </a:extLst>
              </p:cNvPr>
              <p:cNvSpPr/>
              <p:nvPr/>
            </p:nvSpPr>
            <p:spPr>
              <a:xfrm>
                <a:off x="5932472" y="4073905"/>
                <a:ext cx="291422" cy="4962"/>
              </a:xfrm>
              <a:custGeom>
                <a:avLst/>
                <a:gdLst>
                  <a:gd name="connsiteX0" fmla="*/ 291423 w 291422"/>
                  <a:gd name="connsiteY0" fmla="*/ 0 h 4962"/>
                  <a:gd name="connsiteX1" fmla="*/ 0 w 291422"/>
                  <a:gd name="connsiteY1" fmla="*/ 0 h 4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1422" h="4962">
                    <a:moveTo>
                      <a:pt x="291423" y="0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4F99F3-ACD9-2C37-1A81-F2615D0B4C49}"/>
                  </a:ext>
                </a:extLst>
              </p:cNvPr>
              <p:cNvSpPr/>
              <p:nvPr/>
            </p:nvSpPr>
            <p:spPr>
              <a:xfrm>
                <a:off x="5965520" y="3832550"/>
                <a:ext cx="164443" cy="113085"/>
              </a:xfrm>
              <a:custGeom>
                <a:avLst/>
                <a:gdLst>
                  <a:gd name="connsiteX0" fmla="*/ 164443 w 164443"/>
                  <a:gd name="connsiteY0" fmla="*/ 0 h 113085"/>
                  <a:gd name="connsiteX1" fmla="*/ 164443 w 164443"/>
                  <a:gd name="connsiteY1" fmla="*/ 113086 h 113085"/>
                  <a:gd name="connsiteX2" fmla="*/ 0 w 164443"/>
                  <a:gd name="connsiteY2" fmla="*/ 113086 h 11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43" h="113085">
                    <a:moveTo>
                      <a:pt x="164443" y="0"/>
                    </a:moveTo>
                    <a:lnTo>
                      <a:pt x="164443" y="113086"/>
                    </a:lnTo>
                    <a:lnTo>
                      <a:pt x="0" y="113086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9C073BB-DE5B-972B-5291-2D6F27757FAF}"/>
                  </a:ext>
                </a:extLst>
              </p:cNvPr>
              <p:cNvSpPr/>
              <p:nvPr/>
            </p:nvSpPr>
            <p:spPr>
              <a:xfrm>
                <a:off x="6102473" y="3790819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453FF584-9E28-F6EB-EE13-B58705BC4A82}"/>
                  </a:ext>
                </a:extLst>
              </p:cNvPr>
              <p:cNvSpPr/>
              <p:nvPr/>
            </p:nvSpPr>
            <p:spPr>
              <a:xfrm>
                <a:off x="5965520" y="4202671"/>
                <a:ext cx="164443" cy="113085"/>
              </a:xfrm>
              <a:custGeom>
                <a:avLst/>
                <a:gdLst>
                  <a:gd name="connsiteX0" fmla="*/ 164443 w 164443"/>
                  <a:gd name="connsiteY0" fmla="*/ 113086 h 113085"/>
                  <a:gd name="connsiteX1" fmla="*/ 164443 w 164443"/>
                  <a:gd name="connsiteY1" fmla="*/ 0 h 113085"/>
                  <a:gd name="connsiteX2" fmla="*/ 0 w 164443"/>
                  <a:gd name="connsiteY2" fmla="*/ 0 h 11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43" h="113085">
                    <a:moveTo>
                      <a:pt x="164443" y="113086"/>
                    </a:moveTo>
                    <a:lnTo>
                      <a:pt x="164443" y="0"/>
                    </a:lnTo>
                    <a:lnTo>
                      <a:pt x="0" y="0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57520802-5445-FE84-6564-17BDDEAC3070}"/>
                  </a:ext>
                </a:extLst>
              </p:cNvPr>
              <p:cNvSpPr/>
              <p:nvPr/>
            </p:nvSpPr>
            <p:spPr>
              <a:xfrm>
                <a:off x="6102473" y="4307867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0CF18B3-E12C-82D5-83A7-DD86706FD23A}"/>
                  </a:ext>
                </a:extLst>
              </p:cNvPr>
              <p:cNvSpPr/>
              <p:nvPr/>
            </p:nvSpPr>
            <p:spPr>
              <a:xfrm>
                <a:off x="6210944" y="4049839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1" name="Picture Placeholder 3">
              <a:extLst>
                <a:ext uri="{FF2B5EF4-FFF2-40B4-BE49-F238E27FC236}">
                  <a16:creationId xmlns:a16="http://schemas.microsoft.com/office/drawing/2014/main" id="{C6AC5824-AB89-DCB5-CEA8-BC4E12F49C90}"/>
                </a:ext>
              </a:extLst>
            </p:cNvPr>
            <p:cNvGrpSpPr/>
            <p:nvPr/>
          </p:nvGrpSpPr>
          <p:grpSpPr>
            <a:xfrm>
              <a:off x="5494023" y="3693364"/>
              <a:ext cx="437555" cy="761627"/>
              <a:chOff x="5494023" y="3693364"/>
              <a:chExt cx="437555" cy="761627"/>
            </a:xfrm>
            <a:noFill/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090121A-1463-A9FE-CA55-CBB71AED6265}"/>
                  </a:ext>
                </a:extLst>
              </p:cNvPr>
              <p:cNvSpPr/>
              <p:nvPr/>
            </p:nvSpPr>
            <p:spPr>
              <a:xfrm>
                <a:off x="5558828" y="3790571"/>
                <a:ext cx="132040" cy="202998"/>
              </a:xfrm>
              <a:custGeom>
                <a:avLst/>
                <a:gdLst>
                  <a:gd name="connsiteX0" fmla="*/ 132041 w 132040"/>
                  <a:gd name="connsiteY0" fmla="*/ 447 h 202998"/>
                  <a:gd name="connsiteX1" fmla="*/ 121521 w 132040"/>
                  <a:gd name="connsiteY1" fmla="*/ 0 h 202998"/>
                  <a:gd name="connsiteX2" fmla="*/ 0 w 132040"/>
                  <a:gd name="connsiteY2" fmla="*/ 121521 h 202998"/>
                  <a:gd name="connsiteX3" fmla="*/ 10668 w 132040"/>
                  <a:gd name="connsiteY3" fmla="*/ 171142 h 202998"/>
                  <a:gd name="connsiteX4" fmla="*/ 31608 w 132040"/>
                  <a:gd name="connsiteY4" fmla="*/ 202998 h 202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040" h="202998">
                    <a:moveTo>
                      <a:pt x="132041" y="447"/>
                    </a:moveTo>
                    <a:cubicBezTo>
                      <a:pt x="128567" y="149"/>
                      <a:pt x="125094" y="0"/>
                      <a:pt x="121521" y="0"/>
                    </a:cubicBezTo>
                    <a:cubicBezTo>
                      <a:pt x="54533" y="0"/>
                      <a:pt x="0" y="54533"/>
                      <a:pt x="0" y="121521"/>
                    </a:cubicBezTo>
                    <a:cubicBezTo>
                      <a:pt x="0" y="138789"/>
                      <a:pt x="3672" y="155660"/>
                      <a:pt x="10668" y="171142"/>
                    </a:cubicBezTo>
                    <a:cubicBezTo>
                      <a:pt x="15879" y="182654"/>
                      <a:pt x="22925" y="193421"/>
                      <a:pt x="31608" y="202998"/>
                    </a:cubicBez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 171">
                <a:extLst>
                  <a:ext uri="{FF2B5EF4-FFF2-40B4-BE49-F238E27FC236}">
                    <a16:creationId xmlns:a16="http://schemas.microsoft.com/office/drawing/2014/main" id="{909781E7-8821-06A5-86C4-14A63FDE663A}"/>
                  </a:ext>
                </a:extLst>
              </p:cNvPr>
              <p:cNvSpPr/>
              <p:nvPr/>
            </p:nvSpPr>
            <p:spPr>
              <a:xfrm>
                <a:off x="5494023" y="3961713"/>
                <a:ext cx="112688" cy="233614"/>
              </a:xfrm>
              <a:custGeom>
                <a:avLst/>
                <a:gdLst>
                  <a:gd name="connsiteX0" fmla="*/ 75473 w 112688"/>
                  <a:gd name="connsiteY0" fmla="*/ 0 h 233614"/>
                  <a:gd name="connsiteX1" fmla="*/ 0 w 112688"/>
                  <a:gd name="connsiteY1" fmla="*/ 112440 h 233614"/>
                  <a:gd name="connsiteX2" fmla="*/ 75473 w 112688"/>
                  <a:gd name="connsiteY2" fmla="*/ 224881 h 233614"/>
                  <a:gd name="connsiteX3" fmla="*/ 112689 w 112688"/>
                  <a:gd name="connsiteY3" fmla="*/ 233614 h 23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688" h="233614">
                    <a:moveTo>
                      <a:pt x="75473" y="0"/>
                    </a:moveTo>
                    <a:cubicBezTo>
                      <a:pt x="31112" y="18260"/>
                      <a:pt x="0" y="62125"/>
                      <a:pt x="0" y="112440"/>
                    </a:cubicBezTo>
                    <a:cubicBezTo>
                      <a:pt x="0" y="162756"/>
                      <a:pt x="31112" y="206621"/>
                      <a:pt x="75473" y="224881"/>
                    </a:cubicBezTo>
                    <a:cubicBezTo>
                      <a:pt x="87084" y="229645"/>
                      <a:pt x="99589" y="232671"/>
                      <a:pt x="112689" y="233614"/>
                    </a:cubicBez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A7EE4EA-5C2B-2E6A-4859-409292D462B7}"/>
                  </a:ext>
                </a:extLst>
              </p:cNvPr>
              <p:cNvSpPr/>
              <p:nvPr/>
            </p:nvSpPr>
            <p:spPr>
              <a:xfrm>
                <a:off x="5558828" y="4186594"/>
                <a:ext cx="132040" cy="171141"/>
              </a:xfrm>
              <a:custGeom>
                <a:avLst/>
                <a:gdLst>
                  <a:gd name="connsiteX0" fmla="*/ 10668 w 132040"/>
                  <a:gd name="connsiteY0" fmla="*/ 0 h 171141"/>
                  <a:gd name="connsiteX1" fmla="*/ 0 w 132040"/>
                  <a:gd name="connsiteY1" fmla="*/ 49621 h 171141"/>
                  <a:gd name="connsiteX2" fmla="*/ 121521 w 132040"/>
                  <a:gd name="connsiteY2" fmla="*/ 171142 h 171141"/>
                  <a:gd name="connsiteX3" fmla="*/ 132041 w 132040"/>
                  <a:gd name="connsiteY3" fmla="*/ 170745 h 171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40" h="171141">
                    <a:moveTo>
                      <a:pt x="10668" y="0"/>
                    </a:moveTo>
                    <a:cubicBezTo>
                      <a:pt x="3821" y="15134"/>
                      <a:pt x="0" y="31956"/>
                      <a:pt x="0" y="49621"/>
                    </a:cubicBezTo>
                    <a:cubicBezTo>
                      <a:pt x="0" y="116609"/>
                      <a:pt x="54533" y="171142"/>
                      <a:pt x="121521" y="171142"/>
                    </a:cubicBezTo>
                    <a:cubicBezTo>
                      <a:pt x="125094" y="171142"/>
                      <a:pt x="128617" y="170993"/>
                      <a:pt x="132041" y="170745"/>
                    </a:cubicBez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CFED1D4E-E5E5-98A8-FB0E-40205E5FBFA1}"/>
                  </a:ext>
                </a:extLst>
              </p:cNvPr>
              <p:cNvSpPr/>
              <p:nvPr/>
            </p:nvSpPr>
            <p:spPr>
              <a:xfrm>
                <a:off x="5688537" y="3693364"/>
                <a:ext cx="243042" cy="761627"/>
              </a:xfrm>
              <a:custGeom>
                <a:avLst/>
                <a:gdLst>
                  <a:gd name="connsiteX0" fmla="*/ 121521 w 243042"/>
                  <a:gd name="connsiteY0" fmla="*/ 243042 h 761627"/>
                  <a:gd name="connsiteX1" fmla="*/ 0 w 243042"/>
                  <a:gd name="connsiteY1" fmla="*/ 121521 h 761627"/>
                  <a:gd name="connsiteX2" fmla="*/ 121521 w 243042"/>
                  <a:gd name="connsiteY2" fmla="*/ 0 h 761627"/>
                  <a:gd name="connsiteX3" fmla="*/ 243042 w 243042"/>
                  <a:gd name="connsiteY3" fmla="*/ 121521 h 761627"/>
                  <a:gd name="connsiteX4" fmla="*/ 243042 w 243042"/>
                  <a:gd name="connsiteY4" fmla="*/ 640107 h 761627"/>
                  <a:gd name="connsiteX5" fmla="*/ 121521 w 243042"/>
                  <a:gd name="connsiteY5" fmla="*/ 761628 h 761627"/>
                  <a:gd name="connsiteX6" fmla="*/ 0 w 243042"/>
                  <a:gd name="connsiteY6" fmla="*/ 640107 h 761627"/>
                  <a:gd name="connsiteX7" fmla="*/ 121521 w 243042"/>
                  <a:gd name="connsiteY7" fmla="*/ 518586 h 761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3042" h="761627">
                    <a:moveTo>
                      <a:pt x="121521" y="243042"/>
                    </a:moveTo>
                    <a:cubicBezTo>
                      <a:pt x="54533" y="243042"/>
                      <a:pt x="0" y="188509"/>
                      <a:pt x="0" y="121521"/>
                    </a:cubicBezTo>
                    <a:cubicBezTo>
                      <a:pt x="0" y="54533"/>
                      <a:pt x="54533" y="0"/>
                      <a:pt x="121521" y="0"/>
                    </a:cubicBezTo>
                    <a:cubicBezTo>
                      <a:pt x="188509" y="0"/>
                      <a:pt x="243042" y="54533"/>
                      <a:pt x="243042" y="121521"/>
                    </a:cubicBezTo>
                    <a:lnTo>
                      <a:pt x="243042" y="640107"/>
                    </a:lnTo>
                    <a:cubicBezTo>
                      <a:pt x="243042" y="707095"/>
                      <a:pt x="188509" y="761628"/>
                      <a:pt x="121521" y="761628"/>
                    </a:cubicBezTo>
                    <a:cubicBezTo>
                      <a:pt x="54533" y="761628"/>
                      <a:pt x="0" y="707095"/>
                      <a:pt x="0" y="640107"/>
                    </a:cubicBezTo>
                    <a:cubicBezTo>
                      <a:pt x="0" y="573119"/>
                      <a:pt x="54533" y="518586"/>
                      <a:pt x="121521" y="518586"/>
                    </a:cubicBez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653A5880-6F93-DBA8-6F76-6D22850E743B}"/>
                </a:ext>
              </a:extLst>
            </p:cNvPr>
            <p:cNvSpPr/>
            <p:nvPr/>
          </p:nvSpPr>
          <p:spPr>
            <a:xfrm>
              <a:off x="5782667" y="4048946"/>
              <a:ext cx="148911" cy="31608"/>
            </a:xfrm>
            <a:custGeom>
              <a:avLst/>
              <a:gdLst>
                <a:gd name="connsiteX0" fmla="*/ 0 w 148911"/>
                <a:gd name="connsiteY0" fmla="*/ 31608 h 31608"/>
                <a:gd name="connsiteX1" fmla="*/ 31857 w 148911"/>
                <a:gd name="connsiteY1" fmla="*/ 10668 h 31608"/>
                <a:gd name="connsiteX2" fmla="*/ 81477 w 148911"/>
                <a:gd name="connsiteY2" fmla="*/ 0 h 31608"/>
                <a:gd name="connsiteX3" fmla="*/ 148912 w 148911"/>
                <a:gd name="connsiteY3" fmla="*/ 20493 h 3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911" h="31608">
                  <a:moveTo>
                    <a:pt x="0" y="31608"/>
                  </a:moveTo>
                  <a:cubicBezTo>
                    <a:pt x="9577" y="22925"/>
                    <a:pt x="20344" y="15879"/>
                    <a:pt x="31857" y="10668"/>
                  </a:cubicBezTo>
                  <a:cubicBezTo>
                    <a:pt x="47338" y="3672"/>
                    <a:pt x="64209" y="0"/>
                    <a:pt x="81477" y="0"/>
                  </a:cubicBezTo>
                  <a:cubicBezTo>
                    <a:pt x="106387" y="0"/>
                    <a:pt x="129609" y="7542"/>
                    <a:pt x="148912" y="20493"/>
                  </a:cubicBez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D60053E0-F18D-BFB0-DE25-F0F75D7FBA2F}"/>
              </a:ext>
            </a:extLst>
          </p:cNvPr>
          <p:cNvGrpSpPr/>
          <p:nvPr/>
        </p:nvGrpSpPr>
        <p:grpSpPr>
          <a:xfrm>
            <a:off x="6838376" y="3830119"/>
            <a:ext cx="712851" cy="488069"/>
            <a:chOff x="6838376" y="3830119"/>
            <a:chExt cx="712851" cy="488069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76697F4B-796E-5E4F-DA18-50EC5084759F}"/>
                </a:ext>
              </a:extLst>
            </p:cNvPr>
            <p:cNvSpPr/>
            <p:nvPr/>
          </p:nvSpPr>
          <p:spPr>
            <a:xfrm>
              <a:off x="6838376" y="3873686"/>
              <a:ext cx="666505" cy="444502"/>
            </a:xfrm>
            <a:custGeom>
              <a:avLst/>
              <a:gdLst>
                <a:gd name="connsiteX0" fmla="*/ 0 w 666505"/>
                <a:gd name="connsiteY0" fmla="*/ 444502 h 444502"/>
                <a:gd name="connsiteX1" fmla="*/ 251379 w 666505"/>
                <a:gd name="connsiteY1" fmla="*/ 193173 h 444502"/>
                <a:gd name="connsiteX2" fmla="*/ 362331 w 666505"/>
                <a:gd name="connsiteY2" fmla="*/ 304125 h 444502"/>
                <a:gd name="connsiteX3" fmla="*/ 666506 w 666505"/>
                <a:gd name="connsiteY3" fmla="*/ 0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505" h="444502">
                  <a:moveTo>
                    <a:pt x="0" y="444502"/>
                  </a:moveTo>
                  <a:lnTo>
                    <a:pt x="251379" y="193173"/>
                  </a:lnTo>
                  <a:lnTo>
                    <a:pt x="362331" y="304125"/>
                  </a:lnTo>
                  <a:lnTo>
                    <a:pt x="666506" y="0"/>
                  </a:ln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945D93E9-5F6F-CF60-053F-A10D561FE312}"/>
                </a:ext>
              </a:extLst>
            </p:cNvPr>
            <p:cNvSpPr/>
            <p:nvPr/>
          </p:nvSpPr>
          <p:spPr>
            <a:xfrm>
              <a:off x="7363264" y="3830119"/>
              <a:ext cx="187963" cy="180073"/>
            </a:xfrm>
            <a:custGeom>
              <a:avLst/>
              <a:gdLst>
                <a:gd name="connsiteX0" fmla="*/ 0 w 187963"/>
                <a:gd name="connsiteY0" fmla="*/ 0 h 180073"/>
                <a:gd name="connsiteX1" fmla="*/ 187963 w 187963"/>
                <a:gd name="connsiteY1" fmla="*/ 1538 h 180073"/>
                <a:gd name="connsiteX2" fmla="*/ 186475 w 187963"/>
                <a:gd name="connsiteY2" fmla="*/ 180073 h 18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963" h="180073">
                  <a:moveTo>
                    <a:pt x="0" y="0"/>
                  </a:moveTo>
                  <a:lnTo>
                    <a:pt x="187963" y="1538"/>
                  </a:lnTo>
                  <a:lnTo>
                    <a:pt x="186475" y="180073"/>
                  </a:lnTo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280C4D33-FE50-8F7D-F0C5-20A01DB3741C}"/>
              </a:ext>
            </a:extLst>
          </p:cNvPr>
          <p:cNvGrpSpPr/>
          <p:nvPr/>
        </p:nvGrpSpPr>
        <p:grpSpPr>
          <a:xfrm>
            <a:off x="8155438" y="3817317"/>
            <a:ext cx="713744" cy="518586"/>
            <a:chOff x="8155438" y="3817317"/>
            <a:chExt cx="713744" cy="518586"/>
          </a:xfrm>
        </p:grpSpPr>
        <p:grpSp>
          <p:nvGrpSpPr>
            <p:cNvPr id="182" name="Picture Placeholder 7">
              <a:extLst>
                <a:ext uri="{FF2B5EF4-FFF2-40B4-BE49-F238E27FC236}">
                  <a16:creationId xmlns:a16="http://schemas.microsoft.com/office/drawing/2014/main" id="{83525EBF-3434-CDD0-0FC5-B7108B0E9DB0}"/>
                </a:ext>
              </a:extLst>
            </p:cNvPr>
            <p:cNvGrpSpPr/>
            <p:nvPr/>
          </p:nvGrpSpPr>
          <p:grpSpPr>
            <a:xfrm>
              <a:off x="8292689" y="3817317"/>
              <a:ext cx="435471" cy="493428"/>
              <a:chOff x="8292689" y="3817317"/>
              <a:chExt cx="435471" cy="493428"/>
            </a:xfrm>
            <a:noFill/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9F180491-25F4-F8A1-2026-134A01C9213F}"/>
                  </a:ext>
                </a:extLst>
              </p:cNvPr>
              <p:cNvSpPr/>
              <p:nvPr/>
            </p:nvSpPr>
            <p:spPr>
              <a:xfrm>
                <a:off x="8401011" y="3817317"/>
                <a:ext cx="218926" cy="218926"/>
              </a:xfrm>
              <a:custGeom>
                <a:avLst/>
                <a:gdLst>
                  <a:gd name="connsiteX0" fmla="*/ 218927 w 218926"/>
                  <a:gd name="connsiteY0" fmla="*/ 109463 h 218926"/>
                  <a:gd name="connsiteX1" fmla="*/ 109463 w 218926"/>
                  <a:gd name="connsiteY1" fmla="*/ 218926 h 218926"/>
                  <a:gd name="connsiteX2" fmla="*/ 0 w 218926"/>
                  <a:gd name="connsiteY2" fmla="*/ 109463 h 218926"/>
                  <a:gd name="connsiteX3" fmla="*/ 109463 w 218926"/>
                  <a:gd name="connsiteY3" fmla="*/ 0 h 218926"/>
                  <a:gd name="connsiteX4" fmla="*/ 218927 w 218926"/>
                  <a:gd name="connsiteY4" fmla="*/ 109463 h 218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26" h="218926">
                    <a:moveTo>
                      <a:pt x="218927" y="109463"/>
                    </a:moveTo>
                    <a:cubicBezTo>
                      <a:pt x="218927" y="169918"/>
                      <a:pt x="169918" y="218926"/>
                      <a:pt x="109463" y="218926"/>
                    </a:cubicBezTo>
                    <a:cubicBezTo>
                      <a:pt x="49008" y="218926"/>
                      <a:pt x="0" y="169918"/>
                      <a:pt x="0" y="109463"/>
                    </a:cubicBezTo>
                    <a:cubicBezTo>
                      <a:pt x="0" y="49008"/>
                      <a:pt x="49008" y="0"/>
                      <a:pt x="109463" y="0"/>
                    </a:cubicBezTo>
                    <a:cubicBezTo>
                      <a:pt x="169918" y="0"/>
                      <a:pt x="218927" y="49008"/>
                      <a:pt x="218927" y="109463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19BDE52-4089-909B-6C67-BCB82E87CED6}"/>
                  </a:ext>
                </a:extLst>
              </p:cNvPr>
              <p:cNvSpPr/>
              <p:nvPr/>
            </p:nvSpPr>
            <p:spPr>
              <a:xfrm>
                <a:off x="8292689" y="4080654"/>
                <a:ext cx="435471" cy="230091"/>
              </a:xfrm>
              <a:custGeom>
                <a:avLst/>
                <a:gdLst>
                  <a:gd name="connsiteX0" fmla="*/ 0 w 435471"/>
                  <a:gd name="connsiteY0" fmla="*/ 230091 h 230091"/>
                  <a:gd name="connsiteX1" fmla="*/ 0 w 435471"/>
                  <a:gd name="connsiteY1" fmla="*/ 217736 h 230091"/>
                  <a:gd name="connsiteX2" fmla="*/ 217736 w 435471"/>
                  <a:gd name="connsiteY2" fmla="*/ 0 h 230091"/>
                  <a:gd name="connsiteX3" fmla="*/ 435472 w 435471"/>
                  <a:gd name="connsiteY3" fmla="*/ 217736 h 230091"/>
                  <a:gd name="connsiteX4" fmla="*/ 435472 w 435471"/>
                  <a:gd name="connsiteY4" fmla="*/ 230091 h 23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471" h="230091">
                    <a:moveTo>
                      <a:pt x="0" y="230091"/>
                    </a:moveTo>
                    <a:lnTo>
                      <a:pt x="0" y="217736"/>
                    </a:lnTo>
                    <a:cubicBezTo>
                      <a:pt x="0" y="97654"/>
                      <a:pt x="97356" y="0"/>
                      <a:pt x="217736" y="0"/>
                    </a:cubicBezTo>
                    <a:cubicBezTo>
                      <a:pt x="338116" y="0"/>
                      <a:pt x="435472" y="97257"/>
                      <a:pt x="435472" y="217736"/>
                    </a:cubicBezTo>
                    <a:lnTo>
                      <a:pt x="435472" y="230091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CF0C44EB-40A0-9461-76DB-FBCB5421462E}"/>
                </a:ext>
              </a:extLst>
            </p:cNvPr>
            <p:cNvSpPr/>
            <p:nvPr/>
          </p:nvSpPr>
          <p:spPr>
            <a:xfrm>
              <a:off x="8155438" y="4330941"/>
              <a:ext cx="713744" cy="4962"/>
            </a:xfrm>
            <a:custGeom>
              <a:avLst/>
              <a:gdLst>
                <a:gd name="connsiteX0" fmla="*/ 713745 w 713744"/>
                <a:gd name="connsiteY0" fmla="*/ 0 h 4962"/>
                <a:gd name="connsiteX1" fmla="*/ 0 w 713744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3744" h="4962">
                  <a:moveTo>
                    <a:pt x="713745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4066A2BA-E2E1-B189-E7F7-EA97207ECD1F}"/>
              </a:ext>
            </a:extLst>
          </p:cNvPr>
          <p:cNvGrpSpPr/>
          <p:nvPr/>
        </p:nvGrpSpPr>
        <p:grpSpPr>
          <a:xfrm>
            <a:off x="9459084" y="3694109"/>
            <a:ext cx="749411" cy="760108"/>
            <a:chOff x="9459084" y="3694109"/>
            <a:chExt cx="749411" cy="760108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A8D7C91D-DC76-672F-D017-F01C75BE7F47}"/>
                </a:ext>
              </a:extLst>
            </p:cNvPr>
            <p:cNvSpPr/>
            <p:nvPr/>
          </p:nvSpPr>
          <p:spPr>
            <a:xfrm>
              <a:off x="9459084" y="3852250"/>
              <a:ext cx="628098" cy="601967"/>
            </a:xfrm>
            <a:custGeom>
              <a:avLst/>
              <a:gdLst>
                <a:gd name="connsiteX0" fmla="*/ 6616 w 628098"/>
                <a:gd name="connsiteY0" fmla="*/ 0 h 601967"/>
                <a:gd name="connsiteX1" fmla="*/ 26166 w 628098"/>
                <a:gd name="connsiteY1" fmla="*/ 285120 h 601967"/>
                <a:gd name="connsiteX2" fmla="*/ 279629 w 628098"/>
                <a:gd name="connsiteY2" fmla="*/ 464995 h 601967"/>
                <a:gd name="connsiteX3" fmla="*/ 458760 w 628098"/>
                <a:gd name="connsiteY3" fmla="*/ 393740 h 601967"/>
                <a:gd name="connsiteX4" fmla="*/ 624146 w 628098"/>
                <a:gd name="connsiteY4" fmla="*/ 447231 h 601967"/>
                <a:gd name="connsiteX5" fmla="*/ 575319 w 628098"/>
                <a:gd name="connsiteY5" fmla="*/ 562748 h 601967"/>
                <a:gd name="connsiteX6" fmla="*/ 446702 w 628098"/>
                <a:gd name="connsiteY6" fmla="*/ 597929 h 601967"/>
                <a:gd name="connsiteX7" fmla="*/ 127045 w 628098"/>
                <a:gd name="connsiteY7" fmla="*/ 582696 h 60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098" h="601967">
                  <a:moveTo>
                    <a:pt x="6616" y="0"/>
                  </a:moveTo>
                  <a:cubicBezTo>
                    <a:pt x="-2762" y="96463"/>
                    <a:pt x="-6633" y="194712"/>
                    <a:pt x="26166" y="285120"/>
                  </a:cubicBezTo>
                  <a:cubicBezTo>
                    <a:pt x="64424" y="390614"/>
                    <a:pt x="168578" y="481271"/>
                    <a:pt x="279629" y="464995"/>
                  </a:cubicBezTo>
                  <a:cubicBezTo>
                    <a:pt x="343441" y="455667"/>
                    <a:pt x="397578" y="414035"/>
                    <a:pt x="458760" y="393740"/>
                  </a:cubicBezTo>
                  <a:cubicBezTo>
                    <a:pt x="519942" y="373396"/>
                    <a:pt x="603851" y="386049"/>
                    <a:pt x="624146" y="447231"/>
                  </a:cubicBezTo>
                  <a:cubicBezTo>
                    <a:pt x="638288" y="489905"/>
                    <a:pt x="612733" y="537839"/>
                    <a:pt x="575319" y="562748"/>
                  </a:cubicBezTo>
                  <a:cubicBezTo>
                    <a:pt x="537905" y="587658"/>
                    <a:pt x="491510" y="594307"/>
                    <a:pt x="446702" y="597929"/>
                  </a:cubicBezTo>
                  <a:cubicBezTo>
                    <a:pt x="340067" y="606514"/>
                    <a:pt x="232390" y="601403"/>
                    <a:pt x="127045" y="582696"/>
                  </a:cubicBez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9" name="Picture Placeholder 9">
              <a:extLst>
                <a:ext uri="{FF2B5EF4-FFF2-40B4-BE49-F238E27FC236}">
                  <a16:creationId xmlns:a16="http://schemas.microsoft.com/office/drawing/2014/main" id="{82A828C5-D8E4-E6E8-DD47-71B89C2D3B30}"/>
                </a:ext>
              </a:extLst>
            </p:cNvPr>
            <p:cNvGrpSpPr/>
            <p:nvPr/>
          </p:nvGrpSpPr>
          <p:grpSpPr>
            <a:xfrm>
              <a:off x="9541967" y="3694109"/>
              <a:ext cx="666528" cy="492056"/>
              <a:chOff x="9541967" y="3694109"/>
              <a:chExt cx="666528" cy="492056"/>
            </a:xfrm>
            <a:noFill/>
          </p:grpSpPr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F9CCF9C3-0ECC-E47D-8739-6407F265DCB4}"/>
                  </a:ext>
                </a:extLst>
              </p:cNvPr>
              <p:cNvSpPr/>
              <p:nvPr/>
            </p:nvSpPr>
            <p:spPr>
              <a:xfrm>
                <a:off x="9541967" y="3694109"/>
                <a:ext cx="145884" cy="145884"/>
              </a:xfrm>
              <a:custGeom>
                <a:avLst/>
                <a:gdLst>
                  <a:gd name="connsiteX0" fmla="*/ 145885 w 145884"/>
                  <a:gd name="connsiteY0" fmla="*/ 72942 h 145884"/>
                  <a:gd name="connsiteX1" fmla="*/ 72942 w 145884"/>
                  <a:gd name="connsiteY1" fmla="*/ 145885 h 145884"/>
                  <a:gd name="connsiteX2" fmla="*/ 0 w 145884"/>
                  <a:gd name="connsiteY2" fmla="*/ 72942 h 145884"/>
                  <a:gd name="connsiteX3" fmla="*/ 72942 w 145884"/>
                  <a:gd name="connsiteY3" fmla="*/ 0 h 145884"/>
                  <a:gd name="connsiteX4" fmla="*/ 145885 w 145884"/>
                  <a:gd name="connsiteY4" fmla="*/ 72942 h 145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84" h="145884">
                    <a:moveTo>
                      <a:pt x="145885" y="72942"/>
                    </a:moveTo>
                    <a:cubicBezTo>
                      <a:pt x="145885" y="113227"/>
                      <a:pt x="113228" y="145885"/>
                      <a:pt x="72942" y="145885"/>
                    </a:cubicBezTo>
                    <a:cubicBezTo>
                      <a:pt x="32657" y="145885"/>
                      <a:pt x="0" y="113227"/>
                      <a:pt x="0" y="72942"/>
                    </a:cubicBezTo>
                    <a:cubicBezTo>
                      <a:pt x="0" y="32657"/>
                      <a:pt x="32657" y="0"/>
                      <a:pt x="72942" y="0"/>
                    </a:cubicBezTo>
                    <a:cubicBezTo>
                      <a:pt x="113228" y="0"/>
                      <a:pt x="145885" y="32657"/>
                      <a:pt x="145885" y="72942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017EDFC0-CF7A-07D0-B661-F0119C506727}"/>
                  </a:ext>
                </a:extLst>
              </p:cNvPr>
              <p:cNvSpPr/>
              <p:nvPr/>
            </p:nvSpPr>
            <p:spPr>
              <a:xfrm>
                <a:off x="9577314" y="3872628"/>
                <a:ext cx="631182" cy="313537"/>
              </a:xfrm>
              <a:custGeom>
                <a:avLst/>
                <a:gdLst>
                  <a:gd name="connsiteX0" fmla="*/ 7277 w 631182"/>
                  <a:gd name="connsiteY0" fmla="*/ 15448 h 313537"/>
                  <a:gd name="connsiteX1" fmla="*/ 38489 w 631182"/>
                  <a:gd name="connsiteY1" fmla="*/ 5573 h 313537"/>
                  <a:gd name="connsiteX2" fmla="*/ 175641 w 631182"/>
                  <a:gd name="connsiteY2" fmla="*/ 137961 h 313537"/>
                  <a:gd name="connsiteX3" fmla="*/ 232655 w 631182"/>
                  <a:gd name="connsiteY3" fmla="*/ 151061 h 313537"/>
                  <a:gd name="connsiteX4" fmla="*/ 369757 w 631182"/>
                  <a:gd name="connsiteY4" fmla="*/ 119502 h 313537"/>
                  <a:gd name="connsiteX5" fmla="*/ 401465 w 631182"/>
                  <a:gd name="connsiteY5" fmla="*/ 123819 h 313537"/>
                  <a:gd name="connsiteX6" fmla="*/ 630762 w 631182"/>
                  <a:gd name="connsiteY6" fmla="*/ 307069 h 313537"/>
                  <a:gd name="connsiteX7" fmla="*/ 350157 w 631182"/>
                  <a:gd name="connsiteY7" fmla="*/ 233729 h 313537"/>
                  <a:gd name="connsiteX8" fmla="*/ 312941 w 631182"/>
                  <a:gd name="connsiteY8" fmla="*/ 241073 h 313537"/>
                  <a:gd name="connsiteX9" fmla="*/ 94014 w 631182"/>
                  <a:gd name="connsiteY9" fmla="*/ 289205 h 313537"/>
                  <a:gd name="connsiteX10" fmla="*/ 7327 w 631182"/>
                  <a:gd name="connsiteY10" fmla="*/ 15448 h 31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1182" h="313537">
                    <a:moveTo>
                      <a:pt x="7277" y="15448"/>
                    </a:moveTo>
                    <a:cubicBezTo>
                      <a:pt x="9610" y="562"/>
                      <a:pt x="27969" y="-5244"/>
                      <a:pt x="38489" y="5573"/>
                    </a:cubicBezTo>
                    <a:lnTo>
                      <a:pt x="175641" y="137961"/>
                    </a:lnTo>
                    <a:cubicBezTo>
                      <a:pt x="191073" y="151905"/>
                      <a:pt x="212658" y="156867"/>
                      <a:pt x="232655" y="151061"/>
                    </a:cubicBezTo>
                    <a:lnTo>
                      <a:pt x="369757" y="119502"/>
                    </a:lnTo>
                    <a:cubicBezTo>
                      <a:pt x="380475" y="116376"/>
                      <a:pt x="391987" y="117964"/>
                      <a:pt x="401465" y="123819"/>
                    </a:cubicBezTo>
                    <a:cubicBezTo>
                      <a:pt x="456544" y="157958"/>
                      <a:pt x="641133" y="290942"/>
                      <a:pt x="630762" y="307069"/>
                    </a:cubicBezTo>
                    <a:cubicBezTo>
                      <a:pt x="612204" y="335948"/>
                      <a:pt x="416351" y="260326"/>
                      <a:pt x="350157" y="233729"/>
                    </a:cubicBezTo>
                    <a:cubicBezTo>
                      <a:pt x="337404" y="228618"/>
                      <a:pt x="322865" y="231496"/>
                      <a:pt x="312941" y="241073"/>
                    </a:cubicBezTo>
                    <a:cubicBezTo>
                      <a:pt x="279050" y="273624"/>
                      <a:pt x="162441" y="320565"/>
                      <a:pt x="94014" y="289205"/>
                    </a:cubicBezTo>
                    <a:cubicBezTo>
                      <a:pt x="-15201" y="239088"/>
                      <a:pt x="-4929" y="94394"/>
                      <a:pt x="7327" y="15448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7C3368F0-AE75-6BC3-8F7F-BBF364D5DE2C}"/>
              </a:ext>
            </a:extLst>
          </p:cNvPr>
          <p:cNvGrpSpPr/>
          <p:nvPr/>
        </p:nvGrpSpPr>
        <p:grpSpPr>
          <a:xfrm>
            <a:off x="1574882" y="4944984"/>
            <a:ext cx="730149" cy="495660"/>
            <a:chOff x="1574882" y="4944984"/>
            <a:chExt cx="730149" cy="495660"/>
          </a:xfrm>
        </p:grpSpPr>
        <p:grpSp>
          <p:nvGrpSpPr>
            <p:cNvPr id="194" name="Picture Placeholder 15">
              <a:extLst>
                <a:ext uri="{FF2B5EF4-FFF2-40B4-BE49-F238E27FC236}">
                  <a16:creationId xmlns:a16="http://schemas.microsoft.com/office/drawing/2014/main" id="{621A9806-3076-AB8E-1AE6-6E35598F2FB7}"/>
                </a:ext>
              </a:extLst>
            </p:cNvPr>
            <p:cNvGrpSpPr/>
            <p:nvPr/>
          </p:nvGrpSpPr>
          <p:grpSpPr>
            <a:xfrm>
              <a:off x="1875921" y="4944984"/>
              <a:ext cx="135663" cy="210540"/>
              <a:chOff x="1875921" y="4944984"/>
              <a:chExt cx="135663" cy="210540"/>
            </a:xfrm>
            <a:noFill/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37DA2C01-D55D-8659-1B38-185D503A7B8F}"/>
                  </a:ext>
                </a:extLst>
              </p:cNvPr>
              <p:cNvSpPr/>
              <p:nvPr/>
            </p:nvSpPr>
            <p:spPr>
              <a:xfrm>
                <a:off x="1949359" y="5084468"/>
                <a:ext cx="4962" cy="71056"/>
              </a:xfrm>
              <a:custGeom>
                <a:avLst/>
                <a:gdLst>
                  <a:gd name="connsiteX0" fmla="*/ 0 w 4962"/>
                  <a:gd name="connsiteY0" fmla="*/ 0 h 71056"/>
                  <a:gd name="connsiteX1" fmla="*/ 0 w 4962"/>
                  <a:gd name="connsiteY1" fmla="*/ 71057 h 71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71056">
                    <a:moveTo>
                      <a:pt x="0" y="0"/>
                    </a:moveTo>
                    <a:lnTo>
                      <a:pt x="0" y="71057"/>
                    </a:lnTo>
                  </a:path>
                </a:pathLst>
              </a:custGeom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47F948C6-CB6F-6A69-F8D4-238D5CAFB687}"/>
                  </a:ext>
                </a:extLst>
              </p:cNvPr>
              <p:cNvSpPr/>
              <p:nvPr/>
            </p:nvSpPr>
            <p:spPr>
              <a:xfrm>
                <a:off x="1875921" y="4944984"/>
                <a:ext cx="135663" cy="132288"/>
              </a:xfrm>
              <a:custGeom>
                <a:avLst/>
                <a:gdLst>
                  <a:gd name="connsiteX0" fmla="*/ 546 w 135663"/>
                  <a:gd name="connsiteY0" fmla="*/ 76317 h 132288"/>
                  <a:gd name="connsiteX1" fmla="*/ 0 w 135663"/>
                  <a:gd name="connsiteY1" fmla="*/ 67831 h 132288"/>
                  <a:gd name="connsiteX2" fmla="*/ 67832 w 135663"/>
                  <a:gd name="connsiteY2" fmla="*/ 0 h 132288"/>
                  <a:gd name="connsiteX3" fmla="*/ 135663 w 135663"/>
                  <a:gd name="connsiteY3" fmla="*/ 67831 h 132288"/>
                  <a:gd name="connsiteX4" fmla="*/ 88920 w 135663"/>
                  <a:gd name="connsiteY4" fmla="*/ 132289 h 13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63" h="132288">
                    <a:moveTo>
                      <a:pt x="546" y="76317"/>
                    </a:moveTo>
                    <a:cubicBezTo>
                      <a:pt x="198" y="73538"/>
                      <a:pt x="0" y="70709"/>
                      <a:pt x="0" y="67831"/>
                    </a:cubicBezTo>
                    <a:cubicBezTo>
                      <a:pt x="0" y="30368"/>
                      <a:pt x="30368" y="0"/>
                      <a:pt x="67832" y="0"/>
                    </a:cubicBezTo>
                    <a:cubicBezTo>
                      <a:pt x="105295" y="0"/>
                      <a:pt x="135663" y="30368"/>
                      <a:pt x="135663" y="67831"/>
                    </a:cubicBezTo>
                    <a:cubicBezTo>
                      <a:pt x="135663" y="97852"/>
                      <a:pt x="116063" y="123407"/>
                      <a:pt x="88920" y="132289"/>
                    </a:cubicBezTo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EB914C2C-2626-BC14-2710-1C37D32F64B0}"/>
                </a:ext>
              </a:extLst>
            </p:cNvPr>
            <p:cNvSpPr/>
            <p:nvPr/>
          </p:nvSpPr>
          <p:spPr>
            <a:xfrm>
              <a:off x="1574882" y="5167036"/>
              <a:ext cx="730149" cy="273608"/>
            </a:xfrm>
            <a:custGeom>
              <a:avLst/>
              <a:gdLst>
                <a:gd name="connsiteX0" fmla="*/ 365100 w 730149"/>
                <a:gd name="connsiteY0" fmla="*/ 0 h 273608"/>
                <a:gd name="connsiteX1" fmla="*/ 432286 w 730149"/>
                <a:gd name="connsiteY1" fmla="*/ 20890 h 273608"/>
                <a:gd name="connsiteX2" fmla="*/ 716861 w 730149"/>
                <a:gd name="connsiteY2" fmla="*/ 214858 h 273608"/>
                <a:gd name="connsiteX3" fmla="*/ 697410 w 730149"/>
                <a:gd name="connsiteY3" fmla="*/ 273608 h 273608"/>
                <a:gd name="connsiteX4" fmla="*/ 32740 w 730149"/>
                <a:gd name="connsiteY4" fmla="*/ 273608 h 273608"/>
                <a:gd name="connsiteX5" fmla="*/ 13288 w 730149"/>
                <a:gd name="connsiteY5" fmla="*/ 214858 h 273608"/>
                <a:gd name="connsiteX6" fmla="*/ 365050 w 730149"/>
                <a:gd name="connsiteY6" fmla="*/ 50 h 27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0149" h="273608">
                  <a:moveTo>
                    <a:pt x="365100" y="0"/>
                  </a:moveTo>
                  <a:cubicBezTo>
                    <a:pt x="388372" y="0"/>
                    <a:pt x="411644" y="6947"/>
                    <a:pt x="432286" y="20890"/>
                  </a:cubicBezTo>
                  <a:lnTo>
                    <a:pt x="716861" y="214858"/>
                  </a:lnTo>
                  <a:cubicBezTo>
                    <a:pt x="742168" y="233515"/>
                    <a:pt x="728919" y="273608"/>
                    <a:pt x="697410" y="273608"/>
                  </a:cubicBezTo>
                  <a:lnTo>
                    <a:pt x="32740" y="273608"/>
                  </a:lnTo>
                  <a:cubicBezTo>
                    <a:pt x="1231" y="273608"/>
                    <a:pt x="-12018" y="233565"/>
                    <a:pt x="13288" y="214858"/>
                  </a:cubicBezTo>
                  <a:lnTo>
                    <a:pt x="365050" y="50"/>
                  </a:ln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59AE8614-CE6B-AB48-03D3-ED480F180099}"/>
              </a:ext>
            </a:extLst>
          </p:cNvPr>
          <p:cNvGrpSpPr/>
          <p:nvPr/>
        </p:nvGrpSpPr>
        <p:grpSpPr>
          <a:xfrm>
            <a:off x="2886807" y="4807386"/>
            <a:ext cx="741398" cy="770807"/>
            <a:chOff x="2886807" y="4807386"/>
            <a:chExt cx="741398" cy="770807"/>
          </a:xfrm>
        </p:grpSpPr>
        <p:grpSp>
          <p:nvGrpSpPr>
            <p:cNvPr id="200" name="Picture Placeholder 17">
              <a:extLst>
                <a:ext uri="{FF2B5EF4-FFF2-40B4-BE49-F238E27FC236}">
                  <a16:creationId xmlns:a16="http://schemas.microsoft.com/office/drawing/2014/main" id="{EBAD72E3-3D67-D87B-DA9B-03741108F3AA}"/>
                </a:ext>
              </a:extLst>
            </p:cNvPr>
            <p:cNvGrpSpPr/>
            <p:nvPr/>
          </p:nvGrpSpPr>
          <p:grpSpPr>
            <a:xfrm>
              <a:off x="2886807" y="4807386"/>
              <a:ext cx="741398" cy="438051"/>
              <a:chOff x="2886807" y="4807386"/>
              <a:chExt cx="741398" cy="438051"/>
            </a:xfrm>
            <a:noFill/>
          </p:grpSpPr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10508627-2863-4D38-11A0-FA28000779C7}"/>
                  </a:ext>
                </a:extLst>
              </p:cNvPr>
              <p:cNvSpPr/>
              <p:nvPr/>
            </p:nvSpPr>
            <p:spPr>
              <a:xfrm>
                <a:off x="2886807" y="4807882"/>
                <a:ext cx="610449" cy="437555"/>
              </a:xfrm>
              <a:custGeom>
                <a:avLst/>
                <a:gdLst>
                  <a:gd name="connsiteX0" fmla="*/ 373709 w 610449"/>
                  <a:gd name="connsiteY0" fmla="*/ 0 h 437555"/>
                  <a:gd name="connsiteX1" fmla="*/ 160142 w 610449"/>
                  <a:gd name="connsiteY1" fmla="*/ 135663 h 437555"/>
                  <a:gd name="connsiteX2" fmla="*/ 115 w 610449"/>
                  <a:gd name="connsiteY2" fmla="*/ 271227 h 437555"/>
                  <a:gd name="connsiteX3" fmla="*/ 184952 w 610449"/>
                  <a:gd name="connsiteY3" fmla="*/ 437555 h 437555"/>
                  <a:gd name="connsiteX4" fmla="*/ 610450 w 610449"/>
                  <a:gd name="connsiteY4" fmla="*/ 437555 h 437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449" h="437555">
                    <a:moveTo>
                      <a:pt x="373709" y="0"/>
                    </a:moveTo>
                    <a:cubicBezTo>
                      <a:pt x="277246" y="0"/>
                      <a:pt x="201079" y="40838"/>
                      <a:pt x="160142" y="135663"/>
                    </a:cubicBezTo>
                    <a:cubicBezTo>
                      <a:pt x="67053" y="131743"/>
                      <a:pt x="2596" y="206124"/>
                      <a:pt x="115" y="271227"/>
                    </a:cubicBezTo>
                    <a:cubicBezTo>
                      <a:pt x="-3408" y="363025"/>
                      <a:pt x="74645" y="437555"/>
                      <a:pt x="184952" y="437555"/>
                    </a:cubicBezTo>
                    <a:lnTo>
                      <a:pt x="610450" y="437555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C7B7F46F-1DF5-B24A-67CA-F2B2A4F02078}"/>
                  </a:ext>
                </a:extLst>
              </p:cNvPr>
              <p:cNvSpPr/>
              <p:nvPr/>
            </p:nvSpPr>
            <p:spPr>
              <a:xfrm>
                <a:off x="3259970" y="4807386"/>
                <a:ext cx="368235" cy="437505"/>
              </a:xfrm>
              <a:custGeom>
                <a:avLst/>
                <a:gdLst>
                  <a:gd name="connsiteX0" fmla="*/ 236741 w 368235"/>
                  <a:gd name="connsiteY0" fmla="*/ 437506 h 437505"/>
                  <a:gd name="connsiteX1" fmla="*/ 368236 w 368235"/>
                  <a:gd name="connsiteY1" fmla="*/ 315588 h 437505"/>
                  <a:gd name="connsiteX2" fmla="*/ 241901 w 368235"/>
                  <a:gd name="connsiteY2" fmla="*/ 193818 h 437505"/>
                  <a:gd name="connsiteX3" fmla="*/ 0 w 368235"/>
                  <a:gd name="connsiteY3" fmla="*/ 0 h 43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235" h="437505">
                    <a:moveTo>
                      <a:pt x="236741" y="437506"/>
                    </a:moveTo>
                    <a:cubicBezTo>
                      <a:pt x="317573" y="437506"/>
                      <a:pt x="368236" y="382923"/>
                      <a:pt x="368236" y="315588"/>
                    </a:cubicBezTo>
                    <a:cubicBezTo>
                      <a:pt x="368236" y="248252"/>
                      <a:pt x="320352" y="196051"/>
                      <a:pt x="241901" y="193818"/>
                    </a:cubicBezTo>
                    <a:cubicBezTo>
                      <a:pt x="236989" y="86092"/>
                      <a:pt x="130602" y="0"/>
                      <a:pt x="0" y="0"/>
                    </a:cubicBez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3" name="Picture Placeholder 17">
              <a:extLst>
                <a:ext uri="{FF2B5EF4-FFF2-40B4-BE49-F238E27FC236}">
                  <a16:creationId xmlns:a16="http://schemas.microsoft.com/office/drawing/2014/main" id="{0A1007C2-0364-98BE-0B2C-0D218D282614}"/>
                </a:ext>
              </a:extLst>
            </p:cNvPr>
            <p:cNvGrpSpPr/>
            <p:nvPr/>
          </p:nvGrpSpPr>
          <p:grpSpPr>
            <a:xfrm>
              <a:off x="2976685" y="5250151"/>
              <a:ext cx="566619" cy="328042"/>
              <a:chOff x="2976685" y="5250151"/>
              <a:chExt cx="566619" cy="328042"/>
            </a:xfrm>
            <a:noFill/>
          </p:grpSpPr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F5D67A7F-9A39-9B56-B83C-49201A954DEE}"/>
                  </a:ext>
                </a:extLst>
              </p:cNvPr>
              <p:cNvSpPr/>
              <p:nvPr/>
            </p:nvSpPr>
            <p:spPr>
              <a:xfrm>
                <a:off x="3260218" y="5250151"/>
                <a:ext cx="4962" cy="291372"/>
              </a:xfrm>
              <a:custGeom>
                <a:avLst/>
                <a:gdLst>
                  <a:gd name="connsiteX0" fmla="*/ 0 w 4962"/>
                  <a:gd name="connsiteY0" fmla="*/ 291373 h 291372"/>
                  <a:gd name="connsiteX1" fmla="*/ 0 w 4962"/>
                  <a:gd name="connsiteY1" fmla="*/ 0 h 291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291372">
                    <a:moveTo>
                      <a:pt x="0" y="291373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6B15FBFE-C417-0E28-362F-FCC7936E26FE}"/>
                  </a:ext>
                </a:extLst>
              </p:cNvPr>
              <p:cNvSpPr/>
              <p:nvPr/>
            </p:nvSpPr>
            <p:spPr>
              <a:xfrm>
                <a:off x="3388537" y="5283149"/>
                <a:ext cx="113085" cy="164442"/>
              </a:xfrm>
              <a:custGeom>
                <a:avLst/>
                <a:gdLst>
                  <a:gd name="connsiteX0" fmla="*/ 113086 w 113085"/>
                  <a:gd name="connsiteY0" fmla="*/ 164443 h 164442"/>
                  <a:gd name="connsiteX1" fmla="*/ 0 w 113085"/>
                  <a:gd name="connsiteY1" fmla="*/ 164443 h 164442"/>
                  <a:gd name="connsiteX2" fmla="*/ 0 w 113085"/>
                  <a:gd name="connsiteY2" fmla="*/ 0 h 16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85" h="164442">
                    <a:moveTo>
                      <a:pt x="113086" y="164443"/>
                    </a:moveTo>
                    <a:lnTo>
                      <a:pt x="0" y="164443"/>
                    </a:lnTo>
                    <a:lnTo>
                      <a:pt x="0" y="0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6E4F7E0C-3077-116A-3E7E-D2A0F703408B}"/>
                  </a:ext>
                </a:extLst>
              </p:cNvPr>
              <p:cNvSpPr/>
              <p:nvPr/>
            </p:nvSpPr>
            <p:spPr>
              <a:xfrm>
                <a:off x="3493684" y="5420151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B35B8EC4-8B8D-4935-02FB-AB5B0F8BE1BB}"/>
                  </a:ext>
                </a:extLst>
              </p:cNvPr>
              <p:cNvSpPr/>
              <p:nvPr/>
            </p:nvSpPr>
            <p:spPr>
              <a:xfrm>
                <a:off x="3018367" y="5283149"/>
                <a:ext cx="113085" cy="164442"/>
              </a:xfrm>
              <a:custGeom>
                <a:avLst/>
                <a:gdLst>
                  <a:gd name="connsiteX0" fmla="*/ 0 w 113085"/>
                  <a:gd name="connsiteY0" fmla="*/ 164443 h 164442"/>
                  <a:gd name="connsiteX1" fmla="*/ 113086 w 113085"/>
                  <a:gd name="connsiteY1" fmla="*/ 164443 h 164442"/>
                  <a:gd name="connsiteX2" fmla="*/ 113086 w 113085"/>
                  <a:gd name="connsiteY2" fmla="*/ 0 h 16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85" h="164442">
                    <a:moveTo>
                      <a:pt x="0" y="164443"/>
                    </a:moveTo>
                    <a:lnTo>
                      <a:pt x="113086" y="164443"/>
                    </a:lnTo>
                    <a:lnTo>
                      <a:pt x="113086" y="0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571B97A0-15B9-FCBF-CE95-DDF3C6DFD503}"/>
                  </a:ext>
                </a:extLst>
              </p:cNvPr>
              <p:cNvSpPr/>
              <p:nvPr/>
            </p:nvSpPr>
            <p:spPr>
              <a:xfrm>
                <a:off x="2976685" y="5420151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8DBA5F2F-A0BA-588B-C3D4-93BEA38BEB1D}"/>
                  </a:ext>
                </a:extLst>
              </p:cNvPr>
              <p:cNvSpPr/>
              <p:nvPr/>
            </p:nvSpPr>
            <p:spPr>
              <a:xfrm>
                <a:off x="3234713" y="5528573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11E82E57-8F44-6ACD-3430-382175D3C762}"/>
              </a:ext>
            </a:extLst>
          </p:cNvPr>
          <p:cNvGrpSpPr/>
          <p:nvPr/>
        </p:nvGrpSpPr>
        <p:grpSpPr>
          <a:xfrm>
            <a:off x="4215693" y="4827208"/>
            <a:ext cx="718523" cy="749050"/>
            <a:chOff x="4215693" y="4827208"/>
            <a:chExt cx="718523" cy="749050"/>
          </a:xfrm>
        </p:grpSpPr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8F00718C-C14D-C208-F59E-DAD4FD0E4126}"/>
                </a:ext>
              </a:extLst>
            </p:cNvPr>
            <p:cNvSpPr/>
            <p:nvPr/>
          </p:nvSpPr>
          <p:spPr>
            <a:xfrm>
              <a:off x="4352604" y="4827208"/>
              <a:ext cx="512600" cy="493156"/>
            </a:xfrm>
            <a:custGeom>
              <a:avLst/>
              <a:gdLst>
                <a:gd name="connsiteX0" fmla="*/ 91692 w 512600"/>
                <a:gd name="connsiteY0" fmla="*/ 452765 h 493156"/>
                <a:gd name="connsiteX1" fmla="*/ 28822 w 512600"/>
                <a:gd name="connsiteY1" fmla="*/ 138319 h 493156"/>
                <a:gd name="connsiteX2" fmla="*/ 374282 w 512600"/>
                <a:gd name="connsiteY2" fmla="*/ 28856 h 493156"/>
                <a:gd name="connsiteX3" fmla="*/ 483745 w 512600"/>
                <a:gd name="connsiteY3" fmla="*/ 374315 h 493156"/>
                <a:gd name="connsiteX4" fmla="*/ 354185 w 512600"/>
                <a:gd name="connsiteY4" fmla="*/ 493157 h 49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600" h="493156">
                  <a:moveTo>
                    <a:pt x="91692" y="452765"/>
                  </a:moveTo>
                  <a:cubicBezTo>
                    <a:pt x="1481" y="377342"/>
                    <a:pt x="-27497" y="246988"/>
                    <a:pt x="28822" y="138319"/>
                  </a:cubicBezTo>
                  <a:cubicBezTo>
                    <a:pt x="93974" y="12679"/>
                    <a:pt x="248692" y="-36346"/>
                    <a:pt x="374282" y="28856"/>
                  </a:cubicBezTo>
                  <a:cubicBezTo>
                    <a:pt x="499922" y="94008"/>
                    <a:pt x="548947" y="248675"/>
                    <a:pt x="483745" y="374315"/>
                  </a:cubicBezTo>
                  <a:cubicBezTo>
                    <a:pt x="454767" y="430188"/>
                    <a:pt x="408123" y="470926"/>
                    <a:pt x="354185" y="493157"/>
                  </a:cubicBez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EAA0CC88-1E90-7CAC-84E5-B86FB3F37475}"/>
                </a:ext>
              </a:extLst>
            </p:cNvPr>
            <p:cNvSpPr/>
            <p:nvPr/>
          </p:nvSpPr>
          <p:spPr>
            <a:xfrm>
              <a:off x="4530239" y="4963740"/>
              <a:ext cx="157297" cy="251676"/>
            </a:xfrm>
            <a:custGeom>
              <a:avLst/>
              <a:gdLst>
                <a:gd name="connsiteX0" fmla="*/ 5508 w 157297"/>
                <a:gd name="connsiteY0" fmla="*/ 211930 h 251676"/>
                <a:gd name="connsiteX1" fmla="*/ 78649 w 157297"/>
                <a:gd name="connsiteY1" fmla="*/ 251676 h 251676"/>
                <a:gd name="connsiteX2" fmla="*/ 157298 w 157297"/>
                <a:gd name="connsiteY2" fmla="*/ 188757 h 251676"/>
                <a:gd name="connsiteX3" fmla="*/ 78649 w 157297"/>
                <a:gd name="connsiteY3" fmla="*/ 125838 h 251676"/>
                <a:gd name="connsiteX4" fmla="*/ 0 w 157297"/>
                <a:gd name="connsiteY4" fmla="*/ 62919 h 251676"/>
                <a:gd name="connsiteX5" fmla="*/ 78649 w 157297"/>
                <a:gd name="connsiteY5" fmla="*/ 0 h 251676"/>
                <a:gd name="connsiteX6" fmla="*/ 150847 w 157297"/>
                <a:gd name="connsiteY6" fmla="*/ 37910 h 25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297" h="251676">
                  <a:moveTo>
                    <a:pt x="5508" y="211930"/>
                  </a:moveTo>
                  <a:cubicBezTo>
                    <a:pt x="17020" y="235202"/>
                    <a:pt x="45453" y="251676"/>
                    <a:pt x="78649" y="251676"/>
                  </a:cubicBezTo>
                  <a:cubicBezTo>
                    <a:pt x="122067" y="251676"/>
                    <a:pt x="157298" y="223492"/>
                    <a:pt x="157298" y="188757"/>
                  </a:cubicBezTo>
                  <a:cubicBezTo>
                    <a:pt x="157298" y="141568"/>
                    <a:pt x="120578" y="131098"/>
                    <a:pt x="78649" y="125838"/>
                  </a:cubicBezTo>
                  <a:cubicBezTo>
                    <a:pt x="24314" y="119040"/>
                    <a:pt x="0" y="97654"/>
                    <a:pt x="0" y="62919"/>
                  </a:cubicBezTo>
                  <a:cubicBezTo>
                    <a:pt x="0" y="28185"/>
                    <a:pt x="35231" y="0"/>
                    <a:pt x="78649" y="0"/>
                  </a:cubicBezTo>
                  <a:cubicBezTo>
                    <a:pt x="110952" y="0"/>
                    <a:pt x="138740" y="15581"/>
                    <a:pt x="150847" y="37910"/>
                  </a:cubicBezTo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C7052CDA-EB53-117B-9BE5-D0180974732D}"/>
                </a:ext>
              </a:extLst>
            </p:cNvPr>
            <p:cNvSpPr/>
            <p:nvPr/>
          </p:nvSpPr>
          <p:spPr>
            <a:xfrm>
              <a:off x="4608888" y="4927071"/>
              <a:ext cx="4962" cy="325065"/>
            </a:xfrm>
            <a:custGeom>
              <a:avLst/>
              <a:gdLst>
                <a:gd name="connsiteX0" fmla="*/ 0 w 4962"/>
                <a:gd name="connsiteY0" fmla="*/ 0 h 325065"/>
                <a:gd name="connsiteX1" fmla="*/ 0 w 4962"/>
                <a:gd name="connsiteY1" fmla="*/ 325065 h 3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2" h="325065">
                  <a:moveTo>
                    <a:pt x="0" y="0"/>
                  </a:moveTo>
                  <a:lnTo>
                    <a:pt x="0" y="325065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1AA3369D-FBE7-B085-64A6-F437B38A4AD5}"/>
                </a:ext>
              </a:extLst>
            </p:cNvPr>
            <p:cNvSpPr/>
            <p:nvPr/>
          </p:nvSpPr>
          <p:spPr>
            <a:xfrm>
              <a:off x="4215693" y="5270545"/>
              <a:ext cx="718523" cy="305564"/>
            </a:xfrm>
            <a:custGeom>
              <a:avLst/>
              <a:gdLst>
                <a:gd name="connsiteX0" fmla="*/ 675487 w 718523"/>
                <a:gd name="connsiteY0" fmla="*/ 12306 h 305564"/>
                <a:gd name="connsiteX1" fmla="*/ 628546 w 718523"/>
                <a:gd name="connsiteY1" fmla="*/ 26001 h 305564"/>
                <a:gd name="connsiteX2" fmla="*/ 433536 w 718523"/>
                <a:gd name="connsiteY2" fmla="*/ 94924 h 305564"/>
                <a:gd name="connsiteX3" fmla="*/ 374686 w 718523"/>
                <a:gd name="connsiteY3" fmla="*/ 91004 h 305564"/>
                <a:gd name="connsiteX4" fmla="*/ 436166 w 718523"/>
                <a:gd name="connsiteY4" fmla="*/ 79889 h 305564"/>
                <a:gd name="connsiteX5" fmla="*/ 476855 w 718523"/>
                <a:gd name="connsiteY5" fmla="*/ 36372 h 305564"/>
                <a:gd name="connsiteX6" fmla="*/ 431800 w 718523"/>
                <a:gd name="connsiteY6" fmla="*/ 0 h 305564"/>
                <a:gd name="connsiteX7" fmla="*/ 277926 w 718523"/>
                <a:gd name="connsiteY7" fmla="*/ 447 h 305564"/>
                <a:gd name="connsiteX8" fmla="*/ 277479 w 718523"/>
                <a:gd name="connsiteY8" fmla="*/ 447 h 305564"/>
                <a:gd name="connsiteX9" fmla="*/ 205380 w 718523"/>
                <a:gd name="connsiteY9" fmla="*/ 18707 h 305564"/>
                <a:gd name="connsiteX10" fmla="*/ 160275 w 718523"/>
                <a:gd name="connsiteY10" fmla="*/ 43269 h 305564"/>
                <a:gd name="connsiteX11" fmla="*/ 140625 w 718523"/>
                <a:gd name="connsiteY11" fmla="*/ 30467 h 305564"/>
                <a:gd name="connsiteX12" fmla="*/ 0 w 718523"/>
                <a:gd name="connsiteY12" fmla="*/ 31757 h 305564"/>
                <a:gd name="connsiteX13" fmla="*/ 794 w 718523"/>
                <a:gd name="connsiteY13" fmla="*/ 305564 h 305564"/>
                <a:gd name="connsiteX14" fmla="*/ 183200 w 718523"/>
                <a:gd name="connsiteY14" fmla="*/ 275891 h 305564"/>
                <a:gd name="connsiteX15" fmla="*/ 194613 w 718523"/>
                <a:gd name="connsiteY15" fmla="*/ 268845 h 305564"/>
                <a:gd name="connsiteX16" fmla="*/ 197639 w 718523"/>
                <a:gd name="connsiteY16" fmla="*/ 255695 h 305564"/>
                <a:gd name="connsiteX17" fmla="*/ 264627 w 718523"/>
                <a:gd name="connsiteY17" fmla="*/ 229893 h 305564"/>
                <a:gd name="connsiteX18" fmla="*/ 442170 w 718523"/>
                <a:gd name="connsiteY18" fmla="*/ 226419 h 305564"/>
                <a:gd name="connsiteX19" fmla="*/ 442766 w 718523"/>
                <a:gd name="connsiteY19" fmla="*/ 226419 h 305564"/>
                <a:gd name="connsiteX20" fmla="*/ 489409 w 718523"/>
                <a:gd name="connsiteY20" fmla="*/ 212873 h 305564"/>
                <a:gd name="connsiteX21" fmla="*/ 574956 w 718523"/>
                <a:gd name="connsiteY21" fmla="*/ 166775 h 305564"/>
                <a:gd name="connsiteX22" fmla="*/ 688537 w 718523"/>
                <a:gd name="connsiteY22" fmla="*/ 104303 h 305564"/>
                <a:gd name="connsiteX23" fmla="*/ 716623 w 718523"/>
                <a:gd name="connsiteY23" fmla="*/ 66393 h 305564"/>
                <a:gd name="connsiteX24" fmla="*/ 711065 w 718523"/>
                <a:gd name="connsiteY24" fmla="*/ 30517 h 305564"/>
                <a:gd name="connsiteX25" fmla="*/ 675388 w 718523"/>
                <a:gd name="connsiteY25" fmla="*/ 12256 h 30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18523" h="305564">
                  <a:moveTo>
                    <a:pt x="675487" y="12306"/>
                  </a:moveTo>
                  <a:cubicBezTo>
                    <a:pt x="660055" y="11264"/>
                    <a:pt x="643829" y="15978"/>
                    <a:pt x="628546" y="26001"/>
                  </a:cubicBezTo>
                  <a:cubicBezTo>
                    <a:pt x="628546" y="26001"/>
                    <a:pt x="446984" y="95818"/>
                    <a:pt x="433536" y="94924"/>
                  </a:cubicBezTo>
                  <a:lnTo>
                    <a:pt x="374686" y="91004"/>
                  </a:lnTo>
                  <a:lnTo>
                    <a:pt x="436166" y="79889"/>
                  </a:lnTo>
                  <a:cubicBezTo>
                    <a:pt x="466237" y="74778"/>
                    <a:pt x="478294" y="54335"/>
                    <a:pt x="476855" y="36372"/>
                  </a:cubicBezTo>
                  <a:cubicBezTo>
                    <a:pt x="475466" y="19054"/>
                    <a:pt x="460778" y="248"/>
                    <a:pt x="431800" y="0"/>
                  </a:cubicBezTo>
                  <a:lnTo>
                    <a:pt x="277926" y="447"/>
                  </a:lnTo>
                  <a:lnTo>
                    <a:pt x="277479" y="447"/>
                  </a:lnTo>
                  <a:cubicBezTo>
                    <a:pt x="245027" y="2084"/>
                    <a:pt x="224087" y="10371"/>
                    <a:pt x="205380" y="18707"/>
                  </a:cubicBezTo>
                  <a:lnTo>
                    <a:pt x="160275" y="43269"/>
                  </a:lnTo>
                  <a:cubicBezTo>
                    <a:pt x="157992" y="34784"/>
                    <a:pt x="149557" y="29127"/>
                    <a:pt x="140625" y="30467"/>
                  </a:cubicBezTo>
                  <a:lnTo>
                    <a:pt x="0" y="31757"/>
                  </a:lnTo>
                  <a:lnTo>
                    <a:pt x="794" y="305564"/>
                  </a:lnTo>
                  <a:lnTo>
                    <a:pt x="183200" y="275891"/>
                  </a:lnTo>
                  <a:cubicBezTo>
                    <a:pt x="187815" y="275147"/>
                    <a:pt x="191834" y="272666"/>
                    <a:pt x="194613" y="268845"/>
                  </a:cubicBezTo>
                  <a:cubicBezTo>
                    <a:pt x="197342" y="265024"/>
                    <a:pt x="198433" y="260360"/>
                    <a:pt x="197639" y="255695"/>
                  </a:cubicBezTo>
                  <a:cubicBezTo>
                    <a:pt x="197639" y="255695"/>
                    <a:pt x="230339" y="230091"/>
                    <a:pt x="264627" y="229893"/>
                  </a:cubicBezTo>
                  <a:lnTo>
                    <a:pt x="442170" y="226419"/>
                  </a:lnTo>
                  <a:lnTo>
                    <a:pt x="442766" y="226419"/>
                  </a:lnTo>
                  <a:cubicBezTo>
                    <a:pt x="460183" y="224931"/>
                    <a:pt x="473729" y="223095"/>
                    <a:pt x="489409" y="212873"/>
                  </a:cubicBezTo>
                  <a:lnTo>
                    <a:pt x="574956" y="166775"/>
                  </a:lnTo>
                  <a:cubicBezTo>
                    <a:pt x="586468" y="161019"/>
                    <a:pt x="688537" y="104303"/>
                    <a:pt x="688537" y="104303"/>
                  </a:cubicBezTo>
                  <a:cubicBezTo>
                    <a:pt x="703324" y="92394"/>
                    <a:pt x="712752" y="79641"/>
                    <a:pt x="716623" y="66393"/>
                  </a:cubicBezTo>
                  <a:cubicBezTo>
                    <a:pt x="720444" y="53392"/>
                    <a:pt x="718459" y="40639"/>
                    <a:pt x="711065" y="30517"/>
                  </a:cubicBezTo>
                  <a:cubicBezTo>
                    <a:pt x="703374" y="19948"/>
                    <a:pt x="690373" y="13298"/>
                    <a:pt x="675388" y="12256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7E9D7BB3-94E1-DFA6-0D41-DFF3749254D4}"/>
                </a:ext>
              </a:extLst>
            </p:cNvPr>
            <p:cNvSpPr/>
            <p:nvPr/>
          </p:nvSpPr>
          <p:spPr>
            <a:xfrm>
              <a:off x="4378499" y="5313814"/>
              <a:ext cx="28035" cy="231133"/>
            </a:xfrm>
            <a:custGeom>
              <a:avLst/>
              <a:gdLst>
                <a:gd name="connsiteX0" fmla="*/ 28036 w 28035"/>
                <a:gd name="connsiteY0" fmla="*/ 231133 h 231133"/>
                <a:gd name="connsiteX1" fmla="*/ 0 w 28035"/>
                <a:gd name="connsiteY1" fmla="*/ 0 h 23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35" h="231133">
                  <a:moveTo>
                    <a:pt x="28036" y="231133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927BDF56-472A-578E-2883-D6D86CC78F33}"/>
                </a:ext>
              </a:extLst>
            </p:cNvPr>
            <p:cNvSpPr/>
            <p:nvPr/>
          </p:nvSpPr>
          <p:spPr>
            <a:xfrm>
              <a:off x="4217529" y="5300965"/>
              <a:ext cx="183199" cy="275293"/>
            </a:xfrm>
            <a:custGeom>
              <a:avLst/>
              <a:gdLst>
                <a:gd name="connsiteX0" fmla="*/ 160275 w 183199"/>
                <a:gd name="connsiteY0" fmla="*/ 12998 h 275293"/>
                <a:gd name="connsiteX1" fmla="*/ 140625 w 183199"/>
                <a:gd name="connsiteY1" fmla="*/ 196 h 275293"/>
                <a:gd name="connsiteX2" fmla="*/ 0 w 183199"/>
                <a:gd name="connsiteY2" fmla="*/ 1486 h 275293"/>
                <a:gd name="connsiteX3" fmla="*/ 794 w 183199"/>
                <a:gd name="connsiteY3" fmla="*/ 275293 h 275293"/>
                <a:gd name="connsiteX4" fmla="*/ 183200 w 183199"/>
                <a:gd name="connsiteY4" fmla="*/ 245620 h 27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199" h="275293">
                  <a:moveTo>
                    <a:pt x="160275" y="12998"/>
                  </a:moveTo>
                  <a:cubicBezTo>
                    <a:pt x="157992" y="4513"/>
                    <a:pt x="149557" y="-1144"/>
                    <a:pt x="140625" y="196"/>
                  </a:cubicBezTo>
                  <a:lnTo>
                    <a:pt x="0" y="1486"/>
                  </a:lnTo>
                  <a:lnTo>
                    <a:pt x="794" y="275293"/>
                  </a:lnTo>
                  <a:lnTo>
                    <a:pt x="183200" y="245620"/>
                  </a:lnTo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4BF1EE64-9DE0-F14C-D516-74311BC24E1B}"/>
              </a:ext>
            </a:extLst>
          </p:cNvPr>
          <p:cNvGrpSpPr/>
          <p:nvPr/>
        </p:nvGrpSpPr>
        <p:grpSpPr>
          <a:xfrm>
            <a:off x="5533201" y="4827208"/>
            <a:ext cx="718523" cy="749050"/>
            <a:chOff x="5533201" y="4827208"/>
            <a:chExt cx="718523" cy="749050"/>
          </a:xfrm>
        </p:grpSpPr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27915268-4C9E-0997-74B1-483FDC5845D8}"/>
                </a:ext>
              </a:extLst>
            </p:cNvPr>
            <p:cNvSpPr/>
            <p:nvPr/>
          </p:nvSpPr>
          <p:spPr>
            <a:xfrm>
              <a:off x="5670112" y="4827208"/>
              <a:ext cx="512600" cy="493156"/>
            </a:xfrm>
            <a:custGeom>
              <a:avLst/>
              <a:gdLst>
                <a:gd name="connsiteX0" fmla="*/ 91692 w 512600"/>
                <a:gd name="connsiteY0" fmla="*/ 452765 h 493156"/>
                <a:gd name="connsiteX1" fmla="*/ 28822 w 512600"/>
                <a:gd name="connsiteY1" fmla="*/ 138319 h 493156"/>
                <a:gd name="connsiteX2" fmla="*/ 374282 w 512600"/>
                <a:gd name="connsiteY2" fmla="*/ 28856 h 493156"/>
                <a:gd name="connsiteX3" fmla="*/ 483745 w 512600"/>
                <a:gd name="connsiteY3" fmla="*/ 374315 h 493156"/>
                <a:gd name="connsiteX4" fmla="*/ 354185 w 512600"/>
                <a:gd name="connsiteY4" fmla="*/ 493157 h 49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600" h="493156">
                  <a:moveTo>
                    <a:pt x="91692" y="452765"/>
                  </a:moveTo>
                  <a:cubicBezTo>
                    <a:pt x="1481" y="377342"/>
                    <a:pt x="-27497" y="246988"/>
                    <a:pt x="28822" y="138319"/>
                  </a:cubicBezTo>
                  <a:cubicBezTo>
                    <a:pt x="93974" y="12679"/>
                    <a:pt x="248692" y="-36346"/>
                    <a:pt x="374282" y="28856"/>
                  </a:cubicBezTo>
                  <a:cubicBezTo>
                    <a:pt x="499922" y="94008"/>
                    <a:pt x="548947" y="248675"/>
                    <a:pt x="483745" y="374315"/>
                  </a:cubicBezTo>
                  <a:cubicBezTo>
                    <a:pt x="454767" y="430188"/>
                    <a:pt x="408123" y="470926"/>
                    <a:pt x="354185" y="493157"/>
                  </a:cubicBez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30D4768-7CDB-4DFE-AE34-0886E101156B}"/>
                </a:ext>
              </a:extLst>
            </p:cNvPr>
            <p:cNvSpPr/>
            <p:nvPr/>
          </p:nvSpPr>
          <p:spPr>
            <a:xfrm>
              <a:off x="5818372" y="4937541"/>
              <a:ext cx="174367" cy="293357"/>
            </a:xfrm>
            <a:custGeom>
              <a:avLst/>
              <a:gdLst>
                <a:gd name="connsiteX0" fmla="*/ 174367 w 174367"/>
                <a:gd name="connsiteY0" fmla="*/ 282639 h 293357"/>
                <a:gd name="connsiteX1" fmla="*/ 126731 w 174367"/>
                <a:gd name="connsiteY1" fmla="*/ 293358 h 293357"/>
                <a:gd name="connsiteX2" fmla="*/ 0 w 174367"/>
                <a:gd name="connsiteY2" fmla="*/ 146679 h 293357"/>
                <a:gd name="connsiteX3" fmla="*/ 126731 w 174367"/>
                <a:gd name="connsiteY3" fmla="*/ 0 h 293357"/>
                <a:gd name="connsiteX4" fmla="*/ 174318 w 174367"/>
                <a:gd name="connsiteY4" fmla="*/ 10718 h 2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67" h="293357">
                  <a:moveTo>
                    <a:pt x="174367" y="282639"/>
                  </a:moveTo>
                  <a:cubicBezTo>
                    <a:pt x="159680" y="289537"/>
                    <a:pt x="143602" y="293358"/>
                    <a:pt x="126731" y="293358"/>
                  </a:cubicBezTo>
                  <a:cubicBezTo>
                    <a:pt x="56717" y="293358"/>
                    <a:pt x="0" y="227660"/>
                    <a:pt x="0" y="146679"/>
                  </a:cubicBezTo>
                  <a:cubicBezTo>
                    <a:pt x="0" y="65698"/>
                    <a:pt x="56766" y="0"/>
                    <a:pt x="126731" y="0"/>
                  </a:cubicBezTo>
                  <a:cubicBezTo>
                    <a:pt x="143553" y="0"/>
                    <a:pt x="159630" y="3821"/>
                    <a:pt x="174318" y="10718"/>
                  </a:cubicBezTo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71E0990F-2126-982E-E9EF-EDCAAF915810}"/>
                </a:ext>
              </a:extLst>
            </p:cNvPr>
            <p:cNvSpPr/>
            <p:nvPr/>
          </p:nvSpPr>
          <p:spPr>
            <a:xfrm>
              <a:off x="5797233" y="5047252"/>
              <a:ext cx="170546" cy="4962"/>
            </a:xfrm>
            <a:custGeom>
              <a:avLst/>
              <a:gdLst>
                <a:gd name="connsiteX0" fmla="*/ 170546 w 170546"/>
                <a:gd name="connsiteY0" fmla="*/ 0 h 4962"/>
                <a:gd name="connsiteX1" fmla="*/ 0 w 17054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46" h="4962">
                  <a:moveTo>
                    <a:pt x="170546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03828C92-9A4A-CDDC-B854-20E9270B7264}"/>
                </a:ext>
              </a:extLst>
            </p:cNvPr>
            <p:cNvSpPr/>
            <p:nvPr/>
          </p:nvSpPr>
          <p:spPr>
            <a:xfrm>
              <a:off x="5797233" y="5132203"/>
              <a:ext cx="170546" cy="4962"/>
            </a:xfrm>
            <a:custGeom>
              <a:avLst/>
              <a:gdLst>
                <a:gd name="connsiteX0" fmla="*/ 170546 w 170546"/>
                <a:gd name="connsiteY0" fmla="*/ 0 h 4962"/>
                <a:gd name="connsiteX1" fmla="*/ 0 w 17054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46" h="4962">
                  <a:moveTo>
                    <a:pt x="170546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7576BA82-3468-6C5D-3647-E2645FA39DC4}"/>
                </a:ext>
              </a:extLst>
            </p:cNvPr>
            <p:cNvSpPr/>
            <p:nvPr/>
          </p:nvSpPr>
          <p:spPr>
            <a:xfrm>
              <a:off x="5533201" y="5270545"/>
              <a:ext cx="718523" cy="305564"/>
            </a:xfrm>
            <a:custGeom>
              <a:avLst/>
              <a:gdLst>
                <a:gd name="connsiteX0" fmla="*/ 675487 w 718523"/>
                <a:gd name="connsiteY0" fmla="*/ 12306 h 305564"/>
                <a:gd name="connsiteX1" fmla="*/ 628546 w 718523"/>
                <a:gd name="connsiteY1" fmla="*/ 26001 h 305564"/>
                <a:gd name="connsiteX2" fmla="*/ 433536 w 718523"/>
                <a:gd name="connsiteY2" fmla="*/ 94924 h 305564"/>
                <a:gd name="connsiteX3" fmla="*/ 374686 w 718523"/>
                <a:gd name="connsiteY3" fmla="*/ 91004 h 305564"/>
                <a:gd name="connsiteX4" fmla="*/ 436166 w 718523"/>
                <a:gd name="connsiteY4" fmla="*/ 79889 h 305564"/>
                <a:gd name="connsiteX5" fmla="*/ 476855 w 718523"/>
                <a:gd name="connsiteY5" fmla="*/ 36372 h 305564"/>
                <a:gd name="connsiteX6" fmla="*/ 431800 w 718523"/>
                <a:gd name="connsiteY6" fmla="*/ 0 h 305564"/>
                <a:gd name="connsiteX7" fmla="*/ 277926 w 718523"/>
                <a:gd name="connsiteY7" fmla="*/ 447 h 305564"/>
                <a:gd name="connsiteX8" fmla="*/ 277479 w 718523"/>
                <a:gd name="connsiteY8" fmla="*/ 447 h 305564"/>
                <a:gd name="connsiteX9" fmla="*/ 205380 w 718523"/>
                <a:gd name="connsiteY9" fmla="*/ 18707 h 305564"/>
                <a:gd name="connsiteX10" fmla="*/ 160275 w 718523"/>
                <a:gd name="connsiteY10" fmla="*/ 43269 h 305564"/>
                <a:gd name="connsiteX11" fmla="*/ 140625 w 718523"/>
                <a:gd name="connsiteY11" fmla="*/ 30467 h 305564"/>
                <a:gd name="connsiteX12" fmla="*/ 0 w 718523"/>
                <a:gd name="connsiteY12" fmla="*/ 31757 h 305564"/>
                <a:gd name="connsiteX13" fmla="*/ 794 w 718523"/>
                <a:gd name="connsiteY13" fmla="*/ 305564 h 305564"/>
                <a:gd name="connsiteX14" fmla="*/ 183200 w 718523"/>
                <a:gd name="connsiteY14" fmla="*/ 275891 h 305564"/>
                <a:gd name="connsiteX15" fmla="*/ 194613 w 718523"/>
                <a:gd name="connsiteY15" fmla="*/ 268845 h 305564"/>
                <a:gd name="connsiteX16" fmla="*/ 197639 w 718523"/>
                <a:gd name="connsiteY16" fmla="*/ 255695 h 305564"/>
                <a:gd name="connsiteX17" fmla="*/ 264627 w 718523"/>
                <a:gd name="connsiteY17" fmla="*/ 229893 h 305564"/>
                <a:gd name="connsiteX18" fmla="*/ 442170 w 718523"/>
                <a:gd name="connsiteY18" fmla="*/ 226419 h 305564"/>
                <a:gd name="connsiteX19" fmla="*/ 442766 w 718523"/>
                <a:gd name="connsiteY19" fmla="*/ 226419 h 305564"/>
                <a:gd name="connsiteX20" fmla="*/ 489409 w 718523"/>
                <a:gd name="connsiteY20" fmla="*/ 212873 h 305564"/>
                <a:gd name="connsiteX21" fmla="*/ 574956 w 718523"/>
                <a:gd name="connsiteY21" fmla="*/ 166775 h 305564"/>
                <a:gd name="connsiteX22" fmla="*/ 688537 w 718523"/>
                <a:gd name="connsiteY22" fmla="*/ 104303 h 305564"/>
                <a:gd name="connsiteX23" fmla="*/ 716623 w 718523"/>
                <a:gd name="connsiteY23" fmla="*/ 66393 h 305564"/>
                <a:gd name="connsiteX24" fmla="*/ 711065 w 718523"/>
                <a:gd name="connsiteY24" fmla="*/ 30517 h 305564"/>
                <a:gd name="connsiteX25" fmla="*/ 675388 w 718523"/>
                <a:gd name="connsiteY25" fmla="*/ 12256 h 30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18523" h="305564">
                  <a:moveTo>
                    <a:pt x="675487" y="12306"/>
                  </a:moveTo>
                  <a:cubicBezTo>
                    <a:pt x="660055" y="11264"/>
                    <a:pt x="643829" y="15978"/>
                    <a:pt x="628546" y="26001"/>
                  </a:cubicBezTo>
                  <a:cubicBezTo>
                    <a:pt x="628546" y="26001"/>
                    <a:pt x="446984" y="95818"/>
                    <a:pt x="433536" y="94924"/>
                  </a:cubicBezTo>
                  <a:lnTo>
                    <a:pt x="374686" y="91004"/>
                  </a:lnTo>
                  <a:lnTo>
                    <a:pt x="436166" y="79889"/>
                  </a:lnTo>
                  <a:cubicBezTo>
                    <a:pt x="466237" y="74778"/>
                    <a:pt x="478294" y="54335"/>
                    <a:pt x="476855" y="36372"/>
                  </a:cubicBezTo>
                  <a:cubicBezTo>
                    <a:pt x="475466" y="19054"/>
                    <a:pt x="460778" y="248"/>
                    <a:pt x="431800" y="0"/>
                  </a:cubicBezTo>
                  <a:lnTo>
                    <a:pt x="277926" y="447"/>
                  </a:lnTo>
                  <a:lnTo>
                    <a:pt x="277479" y="447"/>
                  </a:lnTo>
                  <a:cubicBezTo>
                    <a:pt x="245027" y="2084"/>
                    <a:pt x="224087" y="10371"/>
                    <a:pt x="205380" y="18707"/>
                  </a:cubicBezTo>
                  <a:lnTo>
                    <a:pt x="160275" y="43269"/>
                  </a:lnTo>
                  <a:cubicBezTo>
                    <a:pt x="157992" y="34784"/>
                    <a:pt x="149557" y="29127"/>
                    <a:pt x="140625" y="30467"/>
                  </a:cubicBezTo>
                  <a:lnTo>
                    <a:pt x="0" y="31757"/>
                  </a:lnTo>
                  <a:lnTo>
                    <a:pt x="794" y="305564"/>
                  </a:lnTo>
                  <a:lnTo>
                    <a:pt x="183200" y="275891"/>
                  </a:lnTo>
                  <a:cubicBezTo>
                    <a:pt x="187815" y="275147"/>
                    <a:pt x="191834" y="272666"/>
                    <a:pt x="194613" y="268845"/>
                  </a:cubicBezTo>
                  <a:cubicBezTo>
                    <a:pt x="197342" y="265024"/>
                    <a:pt x="198433" y="260360"/>
                    <a:pt x="197639" y="255695"/>
                  </a:cubicBezTo>
                  <a:cubicBezTo>
                    <a:pt x="197639" y="255695"/>
                    <a:pt x="230339" y="230091"/>
                    <a:pt x="264627" y="229893"/>
                  </a:cubicBezTo>
                  <a:lnTo>
                    <a:pt x="442170" y="226419"/>
                  </a:lnTo>
                  <a:lnTo>
                    <a:pt x="442766" y="226419"/>
                  </a:lnTo>
                  <a:cubicBezTo>
                    <a:pt x="460183" y="224931"/>
                    <a:pt x="473729" y="223095"/>
                    <a:pt x="489409" y="212873"/>
                  </a:cubicBezTo>
                  <a:lnTo>
                    <a:pt x="574956" y="166775"/>
                  </a:lnTo>
                  <a:cubicBezTo>
                    <a:pt x="586468" y="161019"/>
                    <a:pt x="688537" y="104303"/>
                    <a:pt x="688537" y="104303"/>
                  </a:cubicBezTo>
                  <a:cubicBezTo>
                    <a:pt x="703324" y="92394"/>
                    <a:pt x="712752" y="79641"/>
                    <a:pt x="716623" y="66393"/>
                  </a:cubicBezTo>
                  <a:cubicBezTo>
                    <a:pt x="720444" y="53392"/>
                    <a:pt x="718459" y="40639"/>
                    <a:pt x="711065" y="30517"/>
                  </a:cubicBezTo>
                  <a:cubicBezTo>
                    <a:pt x="703374" y="19948"/>
                    <a:pt x="690373" y="13298"/>
                    <a:pt x="675388" y="12256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FC16D5A2-E63A-71ED-B2DF-29B83954A657}"/>
                </a:ext>
              </a:extLst>
            </p:cNvPr>
            <p:cNvSpPr/>
            <p:nvPr/>
          </p:nvSpPr>
          <p:spPr>
            <a:xfrm>
              <a:off x="5696007" y="5313814"/>
              <a:ext cx="28035" cy="231133"/>
            </a:xfrm>
            <a:custGeom>
              <a:avLst/>
              <a:gdLst>
                <a:gd name="connsiteX0" fmla="*/ 28036 w 28035"/>
                <a:gd name="connsiteY0" fmla="*/ 231133 h 231133"/>
                <a:gd name="connsiteX1" fmla="*/ 0 w 28035"/>
                <a:gd name="connsiteY1" fmla="*/ 0 h 23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35" h="231133">
                  <a:moveTo>
                    <a:pt x="28036" y="231133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F52A49EB-025E-411E-9AE1-BF38564C602E}"/>
                </a:ext>
              </a:extLst>
            </p:cNvPr>
            <p:cNvSpPr/>
            <p:nvPr/>
          </p:nvSpPr>
          <p:spPr>
            <a:xfrm>
              <a:off x="5535037" y="5300965"/>
              <a:ext cx="183199" cy="275293"/>
            </a:xfrm>
            <a:custGeom>
              <a:avLst/>
              <a:gdLst>
                <a:gd name="connsiteX0" fmla="*/ 160275 w 183199"/>
                <a:gd name="connsiteY0" fmla="*/ 12998 h 275293"/>
                <a:gd name="connsiteX1" fmla="*/ 140625 w 183199"/>
                <a:gd name="connsiteY1" fmla="*/ 196 h 275293"/>
                <a:gd name="connsiteX2" fmla="*/ 0 w 183199"/>
                <a:gd name="connsiteY2" fmla="*/ 1486 h 275293"/>
                <a:gd name="connsiteX3" fmla="*/ 794 w 183199"/>
                <a:gd name="connsiteY3" fmla="*/ 275293 h 275293"/>
                <a:gd name="connsiteX4" fmla="*/ 183200 w 183199"/>
                <a:gd name="connsiteY4" fmla="*/ 245620 h 27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199" h="275293">
                  <a:moveTo>
                    <a:pt x="160275" y="12998"/>
                  </a:moveTo>
                  <a:cubicBezTo>
                    <a:pt x="157992" y="4513"/>
                    <a:pt x="149557" y="-1144"/>
                    <a:pt x="140625" y="196"/>
                  </a:cubicBezTo>
                  <a:lnTo>
                    <a:pt x="0" y="1486"/>
                  </a:lnTo>
                  <a:lnTo>
                    <a:pt x="794" y="275293"/>
                  </a:lnTo>
                  <a:lnTo>
                    <a:pt x="183200" y="245620"/>
                  </a:lnTo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85BF9E00-58DA-A01D-C1AC-990130D28D74}"/>
              </a:ext>
            </a:extLst>
          </p:cNvPr>
          <p:cNvGrpSpPr/>
          <p:nvPr/>
        </p:nvGrpSpPr>
        <p:grpSpPr>
          <a:xfrm>
            <a:off x="6897210" y="4817111"/>
            <a:ext cx="625590" cy="751356"/>
            <a:chOff x="6897210" y="4817111"/>
            <a:chExt cx="625590" cy="751356"/>
          </a:xfrm>
        </p:grpSpPr>
        <p:grpSp>
          <p:nvGrpSpPr>
            <p:cNvPr id="229" name="Picture Placeholder 62">
              <a:extLst>
                <a:ext uri="{FF2B5EF4-FFF2-40B4-BE49-F238E27FC236}">
                  <a16:creationId xmlns:a16="http://schemas.microsoft.com/office/drawing/2014/main" id="{418CE2E6-C52C-0FE9-71C0-E509B3C61C33}"/>
                </a:ext>
              </a:extLst>
            </p:cNvPr>
            <p:cNvGrpSpPr/>
            <p:nvPr/>
          </p:nvGrpSpPr>
          <p:grpSpPr>
            <a:xfrm>
              <a:off x="7058819" y="5026756"/>
              <a:ext cx="352158" cy="312563"/>
              <a:chOff x="7058819" y="5026756"/>
              <a:chExt cx="352158" cy="312563"/>
            </a:xfrm>
            <a:noFill/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DE3CBFEA-88BB-42BF-EB6D-3A15FEBB91BC}"/>
                  </a:ext>
                </a:extLst>
              </p:cNvPr>
              <p:cNvSpPr/>
              <p:nvPr/>
            </p:nvSpPr>
            <p:spPr>
              <a:xfrm>
                <a:off x="7240227" y="5205840"/>
                <a:ext cx="56522" cy="133479"/>
              </a:xfrm>
              <a:custGeom>
                <a:avLst/>
                <a:gdLst>
                  <a:gd name="connsiteX0" fmla="*/ 1295 w 56522"/>
                  <a:gd name="connsiteY0" fmla="*/ 133480 h 133479"/>
                  <a:gd name="connsiteX1" fmla="*/ 56523 w 56522"/>
                  <a:gd name="connsiteY1" fmla="*/ 0 h 13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" h="133479">
                    <a:moveTo>
                      <a:pt x="1295" y="133480"/>
                    </a:moveTo>
                    <a:cubicBezTo>
                      <a:pt x="1295" y="133480"/>
                      <a:pt x="-13443" y="88374"/>
                      <a:pt x="56523" y="0"/>
                    </a:cubicBezTo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1D9903A7-6485-0DA4-B868-7E9929F90E5A}"/>
                  </a:ext>
                </a:extLst>
              </p:cNvPr>
              <p:cNvSpPr/>
              <p:nvPr/>
            </p:nvSpPr>
            <p:spPr>
              <a:xfrm>
                <a:off x="7167885" y="5151555"/>
                <a:ext cx="76720" cy="183249"/>
              </a:xfrm>
              <a:custGeom>
                <a:avLst/>
                <a:gdLst>
                  <a:gd name="connsiteX0" fmla="*/ 72248 w 76720"/>
                  <a:gd name="connsiteY0" fmla="*/ 183249 h 183249"/>
                  <a:gd name="connsiteX1" fmla="*/ 0 w 76720"/>
                  <a:gd name="connsiteY1" fmla="*/ 0 h 18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720" h="183249">
                    <a:moveTo>
                      <a:pt x="72248" y="183249"/>
                    </a:moveTo>
                    <a:cubicBezTo>
                      <a:pt x="72248" y="183249"/>
                      <a:pt x="103658" y="59247"/>
                      <a:pt x="0" y="0"/>
                    </a:cubicBezTo>
                  </a:path>
                </a:pathLst>
              </a:custGeom>
              <a:noFill/>
              <a:ln w="79248" cap="rnd">
                <a:solidFill>
                  <a:srgbClr val="EF463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693F833D-A534-12CD-B261-DAD76EC1AE8B}"/>
                  </a:ext>
                </a:extLst>
              </p:cNvPr>
              <p:cNvSpPr/>
              <p:nvPr/>
            </p:nvSpPr>
            <p:spPr>
              <a:xfrm>
                <a:off x="7287507" y="5090720"/>
                <a:ext cx="123470" cy="130599"/>
              </a:xfrm>
              <a:custGeom>
                <a:avLst/>
                <a:gdLst>
                  <a:gd name="connsiteX0" fmla="*/ 19267 w 123470"/>
                  <a:gd name="connsiteY0" fmla="*/ 120926 h 130599"/>
                  <a:gd name="connsiteX1" fmla="*/ 2147 w 123470"/>
                  <a:gd name="connsiteY1" fmla="*/ 67335 h 130599"/>
                  <a:gd name="connsiteX2" fmla="*/ 44077 w 123470"/>
                  <a:gd name="connsiteY2" fmla="*/ 20394 h 130599"/>
                  <a:gd name="connsiteX3" fmla="*/ 123470 w 123470"/>
                  <a:gd name="connsiteY3" fmla="*/ 0 h 130599"/>
                  <a:gd name="connsiteX4" fmla="*/ 115184 w 123470"/>
                  <a:gd name="connsiteY4" fmla="*/ 45304 h 130599"/>
                  <a:gd name="connsiteX5" fmla="*/ 99404 w 123470"/>
                  <a:gd name="connsiteY5" fmla="*/ 96909 h 130599"/>
                  <a:gd name="connsiteX6" fmla="*/ 19217 w 123470"/>
                  <a:gd name="connsiteY6" fmla="*/ 120975 h 13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470" h="130599">
                    <a:moveTo>
                      <a:pt x="19267" y="120926"/>
                    </a:moveTo>
                    <a:cubicBezTo>
                      <a:pt x="2544" y="108372"/>
                      <a:pt x="-3708" y="87233"/>
                      <a:pt x="2147" y="67335"/>
                    </a:cubicBezTo>
                    <a:cubicBezTo>
                      <a:pt x="8350" y="46346"/>
                      <a:pt x="25320" y="30566"/>
                      <a:pt x="44077" y="20394"/>
                    </a:cubicBezTo>
                    <a:cubicBezTo>
                      <a:pt x="67895" y="7493"/>
                      <a:pt x="96377" y="943"/>
                      <a:pt x="123470" y="0"/>
                    </a:cubicBezTo>
                    <a:cubicBezTo>
                      <a:pt x="117962" y="14291"/>
                      <a:pt x="117317" y="30219"/>
                      <a:pt x="115184" y="45304"/>
                    </a:cubicBezTo>
                    <a:cubicBezTo>
                      <a:pt x="112653" y="63217"/>
                      <a:pt x="108683" y="81179"/>
                      <a:pt x="99404" y="96909"/>
                    </a:cubicBezTo>
                    <a:cubicBezTo>
                      <a:pt x="83029" y="124697"/>
                      <a:pt x="48146" y="142659"/>
                      <a:pt x="19217" y="120975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26B462BB-0801-0459-5FEC-0D7A4CA0F91E}"/>
                  </a:ext>
                </a:extLst>
              </p:cNvPr>
              <p:cNvSpPr/>
              <p:nvPr/>
            </p:nvSpPr>
            <p:spPr>
              <a:xfrm>
                <a:off x="7058819" y="5026756"/>
                <a:ext cx="126761" cy="127409"/>
              </a:xfrm>
              <a:custGeom>
                <a:avLst/>
                <a:gdLst>
                  <a:gd name="connsiteX0" fmla="*/ 109066 w 126761"/>
                  <a:gd name="connsiteY0" fmla="*/ 116612 h 127409"/>
                  <a:gd name="connsiteX1" fmla="*/ 123953 w 126761"/>
                  <a:gd name="connsiteY1" fmla="*/ 62376 h 127409"/>
                  <a:gd name="connsiteX2" fmla="*/ 80138 w 126761"/>
                  <a:gd name="connsiteY2" fmla="*/ 17172 h 127409"/>
                  <a:gd name="connsiteX3" fmla="*/ 0 w 126761"/>
                  <a:gd name="connsiteY3" fmla="*/ 3 h 127409"/>
                  <a:gd name="connsiteX4" fmla="*/ 10123 w 126761"/>
                  <a:gd name="connsiteY4" fmla="*/ 44910 h 127409"/>
                  <a:gd name="connsiteX5" fmla="*/ 27986 w 126761"/>
                  <a:gd name="connsiteY5" fmla="*/ 95821 h 127409"/>
                  <a:gd name="connsiteX6" fmla="*/ 109066 w 126761"/>
                  <a:gd name="connsiteY6" fmla="*/ 116612 h 127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761" h="127409">
                    <a:moveTo>
                      <a:pt x="109066" y="116612"/>
                    </a:moveTo>
                    <a:cubicBezTo>
                      <a:pt x="125243" y="103363"/>
                      <a:pt x="130651" y="82026"/>
                      <a:pt x="123953" y="62376"/>
                    </a:cubicBezTo>
                    <a:cubicBezTo>
                      <a:pt x="116906" y="41684"/>
                      <a:pt x="99291" y="26550"/>
                      <a:pt x="80138" y="17172"/>
                    </a:cubicBezTo>
                    <a:cubicBezTo>
                      <a:pt x="55774" y="5213"/>
                      <a:pt x="27093" y="-146"/>
                      <a:pt x="0" y="3"/>
                    </a:cubicBezTo>
                    <a:cubicBezTo>
                      <a:pt x="6103" y="14095"/>
                      <a:pt x="7393" y="29974"/>
                      <a:pt x="10123" y="44910"/>
                    </a:cubicBezTo>
                    <a:cubicBezTo>
                      <a:pt x="13398" y="62724"/>
                      <a:pt x="18062" y="80488"/>
                      <a:pt x="27986" y="95821"/>
                    </a:cubicBezTo>
                    <a:cubicBezTo>
                      <a:pt x="45453" y="122913"/>
                      <a:pt x="81080" y="139487"/>
                      <a:pt x="109066" y="116612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4F0C5FB6-12FD-EC42-62DC-88603AB28133}"/>
                </a:ext>
              </a:extLst>
            </p:cNvPr>
            <p:cNvSpPr/>
            <p:nvPr/>
          </p:nvSpPr>
          <p:spPr>
            <a:xfrm>
              <a:off x="6897210" y="4817111"/>
              <a:ext cx="625590" cy="751356"/>
            </a:xfrm>
            <a:custGeom>
              <a:avLst/>
              <a:gdLst>
                <a:gd name="connsiteX0" fmla="*/ 625414 w 625590"/>
                <a:gd name="connsiteY0" fmla="*/ 263635 h 751356"/>
                <a:gd name="connsiteX1" fmla="*/ 544780 w 625590"/>
                <a:gd name="connsiteY1" fmla="*/ 74381 h 751356"/>
                <a:gd name="connsiteX2" fmla="*/ 350019 w 625590"/>
                <a:gd name="connsiteY2" fmla="*/ 0 h 751356"/>
                <a:gd name="connsiteX3" fmla="*/ 135806 w 625590"/>
                <a:gd name="connsiteY3" fmla="*/ 77954 h 751356"/>
                <a:gd name="connsiteX4" fmla="*/ 58051 w 625590"/>
                <a:gd name="connsiteY4" fmla="*/ 290331 h 751356"/>
                <a:gd name="connsiteX5" fmla="*/ 2426 w 625590"/>
                <a:gd name="connsiteY5" fmla="*/ 450804 h 751356"/>
                <a:gd name="connsiteX6" fmla="*/ 5998 w 625590"/>
                <a:gd name="connsiteY6" fmla="*/ 483306 h 751356"/>
                <a:gd name="connsiteX7" fmla="*/ 35076 w 625590"/>
                <a:gd name="connsiteY7" fmla="*/ 498787 h 751356"/>
                <a:gd name="connsiteX8" fmla="*/ 83556 w 625590"/>
                <a:gd name="connsiteY8" fmla="*/ 498787 h 751356"/>
                <a:gd name="connsiteX9" fmla="*/ 101022 w 625590"/>
                <a:gd name="connsiteY9" fmla="*/ 612865 h 751356"/>
                <a:gd name="connsiteX10" fmla="*/ 153471 w 625590"/>
                <a:gd name="connsiteY10" fmla="*/ 657871 h 751356"/>
                <a:gd name="connsiteX11" fmla="*/ 226166 w 625590"/>
                <a:gd name="connsiteY11" fmla="*/ 657871 h 751356"/>
                <a:gd name="connsiteX12" fmla="*/ 226463 w 625590"/>
                <a:gd name="connsiteY12" fmla="*/ 739696 h 751356"/>
                <a:gd name="connsiteX13" fmla="*/ 238124 w 625590"/>
                <a:gd name="connsiteY13" fmla="*/ 751356 h 751356"/>
                <a:gd name="connsiteX14" fmla="*/ 483449 w 625590"/>
                <a:gd name="connsiteY14" fmla="*/ 751356 h 751356"/>
                <a:gd name="connsiteX15" fmla="*/ 495110 w 625590"/>
                <a:gd name="connsiteY15" fmla="*/ 740490 h 751356"/>
                <a:gd name="connsiteX16" fmla="*/ 502206 w 625590"/>
                <a:gd name="connsiteY16" fmla="*/ 638618 h 751356"/>
                <a:gd name="connsiteX17" fmla="*/ 549891 w 625590"/>
                <a:gd name="connsiteY17" fmla="*/ 518933 h 751356"/>
                <a:gd name="connsiteX18" fmla="*/ 618765 w 625590"/>
                <a:gd name="connsiteY18" fmla="*/ 352456 h 751356"/>
                <a:gd name="connsiteX19" fmla="*/ 625414 w 625590"/>
                <a:gd name="connsiteY19" fmla="*/ 263635 h 75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5590" h="751356">
                  <a:moveTo>
                    <a:pt x="625414" y="263635"/>
                  </a:moveTo>
                  <a:cubicBezTo>
                    <a:pt x="625365" y="190345"/>
                    <a:pt x="596684" y="123109"/>
                    <a:pt x="544780" y="74381"/>
                  </a:cubicBezTo>
                  <a:cubicBezTo>
                    <a:pt x="493820" y="26448"/>
                    <a:pt x="424649" y="0"/>
                    <a:pt x="350019" y="0"/>
                  </a:cubicBezTo>
                  <a:cubicBezTo>
                    <a:pt x="260751" y="0"/>
                    <a:pt x="186717" y="26994"/>
                    <a:pt x="135806" y="77954"/>
                  </a:cubicBezTo>
                  <a:cubicBezTo>
                    <a:pt x="85342" y="128518"/>
                    <a:pt x="58448" y="201907"/>
                    <a:pt x="58051" y="290331"/>
                  </a:cubicBezTo>
                  <a:lnTo>
                    <a:pt x="2426" y="450804"/>
                  </a:lnTo>
                  <a:cubicBezTo>
                    <a:pt x="-1792" y="461522"/>
                    <a:pt x="-452" y="473679"/>
                    <a:pt x="5998" y="483306"/>
                  </a:cubicBezTo>
                  <a:cubicBezTo>
                    <a:pt x="12499" y="492982"/>
                    <a:pt x="23366" y="498787"/>
                    <a:pt x="35076" y="498787"/>
                  </a:cubicBezTo>
                  <a:lnTo>
                    <a:pt x="83556" y="498787"/>
                  </a:lnTo>
                  <a:lnTo>
                    <a:pt x="101022" y="612865"/>
                  </a:lnTo>
                  <a:cubicBezTo>
                    <a:pt x="105041" y="638966"/>
                    <a:pt x="127123" y="657871"/>
                    <a:pt x="153471" y="657871"/>
                  </a:cubicBezTo>
                  <a:lnTo>
                    <a:pt x="226166" y="657871"/>
                  </a:lnTo>
                  <a:lnTo>
                    <a:pt x="226463" y="739696"/>
                  </a:lnTo>
                  <a:cubicBezTo>
                    <a:pt x="226463" y="746097"/>
                    <a:pt x="231723" y="751356"/>
                    <a:pt x="238124" y="751356"/>
                  </a:cubicBezTo>
                  <a:lnTo>
                    <a:pt x="483449" y="751356"/>
                  </a:lnTo>
                  <a:cubicBezTo>
                    <a:pt x="489503" y="751356"/>
                    <a:pt x="494614" y="746543"/>
                    <a:pt x="495110" y="740490"/>
                  </a:cubicBezTo>
                  <a:lnTo>
                    <a:pt x="502206" y="638618"/>
                  </a:lnTo>
                  <a:cubicBezTo>
                    <a:pt x="505282" y="595250"/>
                    <a:pt x="521756" y="553817"/>
                    <a:pt x="549891" y="518933"/>
                  </a:cubicBezTo>
                  <a:cubicBezTo>
                    <a:pt x="592813" y="465690"/>
                    <a:pt x="611024" y="399000"/>
                    <a:pt x="618765" y="352456"/>
                  </a:cubicBezTo>
                  <a:cubicBezTo>
                    <a:pt x="626804" y="304076"/>
                    <a:pt x="625613" y="267604"/>
                    <a:pt x="625414" y="263635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0FEA1C27-1AC2-946E-B1D7-4166049F35C4}"/>
              </a:ext>
            </a:extLst>
          </p:cNvPr>
          <p:cNvGrpSpPr/>
          <p:nvPr/>
        </p:nvGrpSpPr>
        <p:grpSpPr>
          <a:xfrm>
            <a:off x="8163404" y="4843460"/>
            <a:ext cx="716473" cy="699353"/>
            <a:chOff x="8163404" y="4843460"/>
            <a:chExt cx="716473" cy="699353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344F1A9D-D1DC-D9B7-4653-9DE53B5FF84D}"/>
                </a:ext>
              </a:extLst>
            </p:cNvPr>
            <p:cNvSpPr/>
            <p:nvPr/>
          </p:nvSpPr>
          <p:spPr>
            <a:xfrm>
              <a:off x="8349085" y="5120641"/>
              <a:ext cx="344119" cy="422172"/>
            </a:xfrm>
            <a:custGeom>
              <a:avLst/>
              <a:gdLst>
                <a:gd name="connsiteX0" fmla="*/ 0 w 344119"/>
                <a:gd name="connsiteY0" fmla="*/ 193173 h 422172"/>
                <a:gd name="connsiteX1" fmla="*/ 0 w 344119"/>
                <a:gd name="connsiteY1" fmla="*/ 237088 h 422172"/>
                <a:gd name="connsiteX2" fmla="*/ 185085 w 344119"/>
                <a:gd name="connsiteY2" fmla="*/ 422173 h 422172"/>
                <a:gd name="connsiteX3" fmla="*/ 194464 w 344119"/>
                <a:gd name="connsiteY3" fmla="*/ 422173 h 422172"/>
                <a:gd name="connsiteX4" fmla="*/ 344120 w 344119"/>
                <a:gd name="connsiteY4" fmla="*/ 272517 h 422172"/>
                <a:gd name="connsiteX5" fmla="*/ 344120 w 344119"/>
                <a:gd name="connsiteY5" fmla="*/ 0 h 422172"/>
                <a:gd name="connsiteX6" fmla="*/ 114773 w 344119"/>
                <a:gd name="connsiteY6" fmla="*/ 0 h 422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119" h="422172">
                  <a:moveTo>
                    <a:pt x="0" y="193173"/>
                  </a:moveTo>
                  <a:lnTo>
                    <a:pt x="0" y="237088"/>
                  </a:lnTo>
                  <a:cubicBezTo>
                    <a:pt x="0" y="339306"/>
                    <a:pt x="82867" y="422173"/>
                    <a:pt x="185085" y="422173"/>
                  </a:cubicBezTo>
                  <a:lnTo>
                    <a:pt x="194464" y="422173"/>
                  </a:lnTo>
                  <a:cubicBezTo>
                    <a:pt x="277132" y="422173"/>
                    <a:pt x="344120" y="355185"/>
                    <a:pt x="344120" y="272517"/>
                  </a:cubicBezTo>
                  <a:lnTo>
                    <a:pt x="344120" y="0"/>
                  </a:lnTo>
                  <a:cubicBezTo>
                    <a:pt x="344120" y="0"/>
                    <a:pt x="114773" y="0"/>
                    <a:pt x="114773" y="0"/>
                  </a:cubicBez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49B2EFC6-848A-593F-25E1-5135C50ABE85}"/>
                </a:ext>
              </a:extLst>
            </p:cNvPr>
            <p:cNvSpPr/>
            <p:nvPr/>
          </p:nvSpPr>
          <p:spPr>
            <a:xfrm>
              <a:off x="8693155" y="5120641"/>
              <a:ext cx="186722" cy="229247"/>
            </a:xfrm>
            <a:custGeom>
              <a:avLst/>
              <a:gdLst>
                <a:gd name="connsiteX0" fmla="*/ 0 w 186722"/>
                <a:gd name="connsiteY0" fmla="*/ 0 h 229247"/>
                <a:gd name="connsiteX1" fmla="*/ 186723 w 186722"/>
                <a:gd name="connsiteY1" fmla="*/ 0 h 229247"/>
                <a:gd name="connsiteX2" fmla="*/ 186723 w 186722"/>
                <a:gd name="connsiteY2" fmla="*/ 123903 h 229247"/>
                <a:gd name="connsiteX3" fmla="*/ 81378 w 186722"/>
                <a:gd name="connsiteY3" fmla="*/ 229248 h 229247"/>
                <a:gd name="connsiteX4" fmla="*/ 81378 w 186722"/>
                <a:gd name="connsiteY4" fmla="*/ 229248 h 229247"/>
                <a:gd name="connsiteX5" fmla="*/ 0 w 186722"/>
                <a:gd name="connsiteY5" fmla="*/ 147870 h 229247"/>
                <a:gd name="connsiteX6" fmla="*/ 0 w 186722"/>
                <a:gd name="connsiteY6" fmla="*/ 0 h 229247"/>
                <a:gd name="connsiteX7" fmla="*/ 0 w 186722"/>
                <a:gd name="connsiteY7" fmla="*/ 0 h 22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722" h="229247">
                  <a:moveTo>
                    <a:pt x="0" y="0"/>
                  </a:moveTo>
                  <a:lnTo>
                    <a:pt x="186723" y="0"/>
                  </a:lnTo>
                  <a:lnTo>
                    <a:pt x="186723" y="123903"/>
                  </a:lnTo>
                  <a:cubicBezTo>
                    <a:pt x="186723" y="182058"/>
                    <a:pt x="139534" y="229248"/>
                    <a:pt x="81378" y="229248"/>
                  </a:cubicBezTo>
                  <a:lnTo>
                    <a:pt x="81378" y="229248"/>
                  </a:lnTo>
                  <a:cubicBezTo>
                    <a:pt x="36471" y="229248"/>
                    <a:pt x="0" y="192776"/>
                    <a:pt x="0" y="14787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98D93382-6B03-9A5F-7F7F-91E9FFD9CBD9}"/>
                </a:ext>
              </a:extLst>
            </p:cNvPr>
            <p:cNvSpPr/>
            <p:nvPr/>
          </p:nvSpPr>
          <p:spPr>
            <a:xfrm>
              <a:off x="8438353" y="4843460"/>
              <a:ext cx="178336" cy="178336"/>
            </a:xfrm>
            <a:custGeom>
              <a:avLst/>
              <a:gdLst>
                <a:gd name="connsiteX0" fmla="*/ 178337 w 178336"/>
                <a:gd name="connsiteY0" fmla="*/ 89168 h 178336"/>
                <a:gd name="connsiteX1" fmla="*/ 89168 w 178336"/>
                <a:gd name="connsiteY1" fmla="*/ 178337 h 178336"/>
                <a:gd name="connsiteX2" fmla="*/ 0 w 178336"/>
                <a:gd name="connsiteY2" fmla="*/ 89168 h 178336"/>
                <a:gd name="connsiteX3" fmla="*/ 89168 w 178336"/>
                <a:gd name="connsiteY3" fmla="*/ 0 h 178336"/>
                <a:gd name="connsiteX4" fmla="*/ 178337 w 178336"/>
                <a:gd name="connsiteY4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36" h="178336">
                  <a:moveTo>
                    <a:pt x="178337" y="89168"/>
                  </a:moveTo>
                  <a:cubicBezTo>
                    <a:pt x="178337" y="138415"/>
                    <a:pt x="138415" y="178337"/>
                    <a:pt x="89168" y="178337"/>
                  </a:cubicBezTo>
                  <a:cubicBezTo>
                    <a:pt x="39922" y="178337"/>
                    <a:pt x="0" y="138415"/>
                    <a:pt x="0" y="89168"/>
                  </a:cubicBezTo>
                  <a:cubicBezTo>
                    <a:pt x="0" y="39922"/>
                    <a:pt x="39922" y="0"/>
                    <a:pt x="89168" y="0"/>
                  </a:cubicBezTo>
                  <a:cubicBezTo>
                    <a:pt x="138415" y="0"/>
                    <a:pt x="178337" y="39922"/>
                    <a:pt x="178337" y="89168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5D32D4C1-DD87-49D4-4BC5-CFCBEBB9E71E}"/>
                </a:ext>
              </a:extLst>
            </p:cNvPr>
            <p:cNvSpPr/>
            <p:nvPr/>
          </p:nvSpPr>
          <p:spPr>
            <a:xfrm>
              <a:off x="8717271" y="4891691"/>
              <a:ext cx="130105" cy="130105"/>
            </a:xfrm>
            <a:custGeom>
              <a:avLst/>
              <a:gdLst>
                <a:gd name="connsiteX0" fmla="*/ 130106 w 130105"/>
                <a:gd name="connsiteY0" fmla="*/ 65053 h 130105"/>
                <a:gd name="connsiteX1" fmla="*/ 65053 w 130105"/>
                <a:gd name="connsiteY1" fmla="*/ 130105 h 130105"/>
                <a:gd name="connsiteX2" fmla="*/ 0 w 130105"/>
                <a:gd name="connsiteY2" fmla="*/ 65053 h 130105"/>
                <a:gd name="connsiteX3" fmla="*/ 65053 w 130105"/>
                <a:gd name="connsiteY3" fmla="*/ 0 h 130105"/>
                <a:gd name="connsiteX4" fmla="*/ 130106 w 130105"/>
                <a:gd name="connsiteY4" fmla="*/ 65053 h 1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105" h="130105">
                  <a:moveTo>
                    <a:pt x="130106" y="65053"/>
                  </a:moveTo>
                  <a:cubicBezTo>
                    <a:pt x="130106" y="100980"/>
                    <a:pt x="100980" y="130105"/>
                    <a:pt x="65053" y="130105"/>
                  </a:cubicBezTo>
                  <a:cubicBezTo>
                    <a:pt x="29125" y="130105"/>
                    <a:pt x="0" y="100980"/>
                    <a:pt x="0" y="65053"/>
                  </a:cubicBezTo>
                  <a:cubicBezTo>
                    <a:pt x="0" y="29125"/>
                    <a:pt x="29125" y="0"/>
                    <a:pt x="65053" y="0"/>
                  </a:cubicBezTo>
                  <a:cubicBezTo>
                    <a:pt x="100980" y="0"/>
                    <a:pt x="130106" y="29125"/>
                    <a:pt x="130106" y="65053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B67D3888-4226-657A-3608-902CABF6E581}"/>
                </a:ext>
              </a:extLst>
            </p:cNvPr>
            <p:cNvSpPr/>
            <p:nvPr/>
          </p:nvSpPr>
          <p:spPr>
            <a:xfrm>
              <a:off x="8163404" y="5013510"/>
              <a:ext cx="292762" cy="292762"/>
            </a:xfrm>
            <a:custGeom>
              <a:avLst/>
              <a:gdLst>
                <a:gd name="connsiteX0" fmla="*/ 0 w 292762"/>
                <a:gd name="connsiteY0" fmla="*/ 0 h 292762"/>
                <a:gd name="connsiteX1" fmla="*/ 292762 w 292762"/>
                <a:gd name="connsiteY1" fmla="*/ 0 h 292762"/>
                <a:gd name="connsiteX2" fmla="*/ 292762 w 292762"/>
                <a:gd name="connsiteY2" fmla="*/ 292762 h 292762"/>
                <a:gd name="connsiteX3" fmla="*/ 0 w 292762"/>
                <a:gd name="connsiteY3" fmla="*/ 292762 h 29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762" h="292762">
                  <a:moveTo>
                    <a:pt x="0" y="0"/>
                  </a:moveTo>
                  <a:lnTo>
                    <a:pt x="292762" y="0"/>
                  </a:lnTo>
                  <a:lnTo>
                    <a:pt x="292762" y="292762"/>
                  </a:lnTo>
                  <a:lnTo>
                    <a:pt x="0" y="292762"/>
                  </a:lnTo>
                  <a:close/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8D9DEA53-C9B3-6C55-687D-2EDE799D3178}"/>
                </a:ext>
              </a:extLst>
            </p:cNvPr>
            <p:cNvSpPr/>
            <p:nvPr/>
          </p:nvSpPr>
          <p:spPr>
            <a:xfrm>
              <a:off x="8259867" y="5114935"/>
              <a:ext cx="99836" cy="4962"/>
            </a:xfrm>
            <a:custGeom>
              <a:avLst/>
              <a:gdLst>
                <a:gd name="connsiteX0" fmla="*/ 0 w 99836"/>
                <a:gd name="connsiteY0" fmla="*/ 0 h 4962"/>
                <a:gd name="connsiteX1" fmla="*/ 99837 w 9983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36" h="4962">
                  <a:moveTo>
                    <a:pt x="0" y="0"/>
                  </a:moveTo>
                  <a:lnTo>
                    <a:pt x="99837" y="0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5421BB75-005E-6965-7553-489BFBC269B1}"/>
                </a:ext>
              </a:extLst>
            </p:cNvPr>
            <p:cNvSpPr/>
            <p:nvPr/>
          </p:nvSpPr>
          <p:spPr>
            <a:xfrm>
              <a:off x="8309785" y="5114935"/>
              <a:ext cx="4962" cy="99836"/>
            </a:xfrm>
            <a:custGeom>
              <a:avLst/>
              <a:gdLst>
                <a:gd name="connsiteX0" fmla="*/ 0 w 4962"/>
                <a:gd name="connsiteY0" fmla="*/ 0 h 99836"/>
                <a:gd name="connsiteX1" fmla="*/ 0 w 4962"/>
                <a:gd name="connsiteY1" fmla="*/ 99837 h 9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2" h="99836">
                  <a:moveTo>
                    <a:pt x="0" y="0"/>
                  </a:moveTo>
                  <a:lnTo>
                    <a:pt x="0" y="99837"/>
                  </a:lnTo>
                </a:path>
              </a:pathLst>
            </a:custGeom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E7D55742-4846-7A2C-4CA8-ACC27CBC1EA4}"/>
              </a:ext>
            </a:extLst>
          </p:cNvPr>
          <p:cNvGrpSpPr/>
          <p:nvPr/>
        </p:nvGrpSpPr>
        <p:grpSpPr>
          <a:xfrm>
            <a:off x="9503935" y="4816020"/>
            <a:ext cx="682186" cy="753539"/>
            <a:chOff x="9503935" y="4816020"/>
            <a:chExt cx="682186" cy="753539"/>
          </a:xfrm>
        </p:grpSpPr>
        <p:grpSp>
          <p:nvGrpSpPr>
            <p:cNvPr id="246" name="Picture Placeholder 75">
              <a:extLst>
                <a:ext uri="{FF2B5EF4-FFF2-40B4-BE49-F238E27FC236}">
                  <a16:creationId xmlns:a16="http://schemas.microsoft.com/office/drawing/2014/main" id="{D45E0400-8A25-ABCD-2E6C-3A17F698ADEB}"/>
                </a:ext>
              </a:extLst>
            </p:cNvPr>
            <p:cNvGrpSpPr/>
            <p:nvPr/>
          </p:nvGrpSpPr>
          <p:grpSpPr>
            <a:xfrm>
              <a:off x="9620643" y="4816020"/>
              <a:ext cx="565478" cy="753539"/>
              <a:chOff x="9620643" y="4816020"/>
              <a:chExt cx="565478" cy="753539"/>
            </a:xfrm>
            <a:noFill/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119506F3-FA79-19E3-84AE-912C00984FEB}"/>
                  </a:ext>
                </a:extLst>
              </p:cNvPr>
              <p:cNvSpPr/>
              <p:nvPr/>
            </p:nvSpPr>
            <p:spPr>
              <a:xfrm>
                <a:off x="9620643" y="4816020"/>
                <a:ext cx="565478" cy="753539"/>
              </a:xfrm>
              <a:custGeom>
                <a:avLst/>
                <a:gdLst>
                  <a:gd name="connsiteX0" fmla="*/ 0 w 565478"/>
                  <a:gd name="connsiteY0" fmla="*/ 329630 h 753539"/>
                  <a:gd name="connsiteX1" fmla="*/ 0 w 565478"/>
                  <a:gd name="connsiteY1" fmla="*/ 0 h 753539"/>
                  <a:gd name="connsiteX2" fmla="*/ 376820 w 565478"/>
                  <a:gd name="connsiteY2" fmla="*/ 0 h 753539"/>
                  <a:gd name="connsiteX3" fmla="*/ 565478 w 565478"/>
                  <a:gd name="connsiteY3" fmla="*/ 188608 h 753539"/>
                  <a:gd name="connsiteX4" fmla="*/ 565478 w 565478"/>
                  <a:gd name="connsiteY4" fmla="*/ 753540 h 753539"/>
                  <a:gd name="connsiteX5" fmla="*/ 0 w 565478"/>
                  <a:gd name="connsiteY5" fmla="*/ 753540 h 753539"/>
                  <a:gd name="connsiteX6" fmla="*/ 0 w 565478"/>
                  <a:gd name="connsiteY6" fmla="*/ 577734 h 7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478" h="753539">
                    <a:moveTo>
                      <a:pt x="0" y="329630"/>
                    </a:moveTo>
                    <a:lnTo>
                      <a:pt x="0" y="0"/>
                    </a:lnTo>
                    <a:lnTo>
                      <a:pt x="376820" y="0"/>
                    </a:lnTo>
                    <a:lnTo>
                      <a:pt x="565478" y="188608"/>
                    </a:lnTo>
                    <a:lnTo>
                      <a:pt x="565478" y="753540"/>
                    </a:lnTo>
                    <a:lnTo>
                      <a:pt x="0" y="753540"/>
                    </a:lnTo>
                    <a:lnTo>
                      <a:pt x="0" y="577734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B2C68C0-7567-F924-C628-D2466A40657D}"/>
                  </a:ext>
                </a:extLst>
              </p:cNvPr>
              <p:cNvSpPr/>
              <p:nvPr/>
            </p:nvSpPr>
            <p:spPr>
              <a:xfrm>
                <a:off x="9997463" y="4816020"/>
                <a:ext cx="188658" cy="188657"/>
              </a:xfrm>
              <a:custGeom>
                <a:avLst/>
                <a:gdLst>
                  <a:gd name="connsiteX0" fmla="*/ 0 w 188658"/>
                  <a:gd name="connsiteY0" fmla="*/ 0 h 188657"/>
                  <a:gd name="connsiteX1" fmla="*/ 0 w 188658"/>
                  <a:gd name="connsiteY1" fmla="*/ 188658 h 188657"/>
                  <a:gd name="connsiteX2" fmla="*/ 188658 w 188658"/>
                  <a:gd name="connsiteY2" fmla="*/ 188658 h 188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658" h="188657">
                    <a:moveTo>
                      <a:pt x="0" y="0"/>
                    </a:moveTo>
                    <a:lnTo>
                      <a:pt x="0" y="188658"/>
                    </a:lnTo>
                    <a:lnTo>
                      <a:pt x="188658" y="188658"/>
                    </a:lnTo>
                  </a:path>
                </a:pathLst>
              </a:custGeom>
              <a:noFill/>
              <a:ln w="79248" cap="rnd">
                <a:solidFill>
                  <a:srgbClr val="C42828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EB639224-AA9F-3C75-1524-F5D97458BF15}"/>
                </a:ext>
              </a:extLst>
            </p:cNvPr>
            <p:cNvSpPr/>
            <p:nvPr/>
          </p:nvSpPr>
          <p:spPr>
            <a:xfrm>
              <a:off x="9503935" y="5145650"/>
              <a:ext cx="401928" cy="248103"/>
            </a:xfrm>
            <a:custGeom>
              <a:avLst/>
              <a:gdLst>
                <a:gd name="connsiteX0" fmla="*/ 0 w 401928"/>
                <a:gd name="connsiteY0" fmla="*/ 0 h 248103"/>
                <a:gd name="connsiteX1" fmla="*/ 401928 w 401928"/>
                <a:gd name="connsiteY1" fmla="*/ 0 h 248103"/>
                <a:gd name="connsiteX2" fmla="*/ 401928 w 401928"/>
                <a:gd name="connsiteY2" fmla="*/ 248103 h 248103"/>
                <a:gd name="connsiteX3" fmla="*/ 0 w 401928"/>
                <a:gd name="connsiteY3" fmla="*/ 248103 h 24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928" h="248103">
                  <a:moveTo>
                    <a:pt x="0" y="0"/>
                  </a:moveTo>
                  <a:lnTo>
                    <a:pt x="401928" y="0"/>
                  </a:lnTo>
                  <a:lnTo>
                    <a:pt x="401928" y="248103"/>
                  </a:lnTo>
                  <a:lnTo>
                    <a:pt x="0" y="248103"/>
                  </a:lnTo>
                  <a:close/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0" name="Picture Placeholder 75">
              <a:extLst>
                <a:ext uri="{FF2B5EF4-FFF2-40B4-BE49-F238E27FC236}">
                  <a16:creationId xmlns:a16="http://schemas.microsoft.com/office/drawing/2014/main" id="{7E789618-E406-29CE-FC66-C46570F210A5}"/>
                </a:ext>
              </a:extLst>
            </p:cNvPr>
            <p:cNvGrpSpPr/>
            <p:nvPr/>
          </p:nvGrpSpPr>
          <p:grpSpPr>
            <a:xfrm>
              <a:off x="9567946" y="5228814"/>
              <a:ext cx="274601" cy="94924"/>
              <a:chOff x="9567946" y="5228814"/>
              <a:chExt cx="274601" cy="94924"/>
            </a:xfrm>
            <a:solidFill>
              <a:srgbClr val="EF463B"/>
            </a:solidFill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6B27325A-E753-50A6-ED74-D17E65B647C0}"/>
                  </a:ext>
                </a:extLst>
              </p:cNvPr>
              <p:cNvSpPr/>
              <p:nvPr/>
            </p:nvSpPr>
            <p:spPr>
              <a:xfrm>
                <a:off x="9567946" y="5228913"/>
                <a:ext cx="97951" cy="94825"/>
              </a:xfrm>
              <a:custGeom>
                <a:avLst/>
                <a:gdLst>
                  <a:gd name="connsiteX0" fmla="*/ 48182 w 97951"/>
                  <a:gd name="connsiteY0" fmla="*/ 67087 h 94825"/>
                  <a:gd name="connsiteX1" fmla="*/ 33544 w 97951"/>
                  <a:gd name="connsiteY1" fmla="*/ 94825 h 94825"/>
                  <a:gd name="connsiteX2" fmla="*/ 0 w 97951"/>
                  <a:gd name="connsiteY2" fmla="*/ 94825 h 94825"/>
                  <a:gd name="connsiteX3" fmla="*/ 30070 w 97951"/>
                  <a:gd name="connsiteY3" fmla="*/ 45403 h 94825"/>
                  <a:gd name="connsiteX4" fmla="*/ 1538 w 97951"/>
                  <a:gd name="connsiteY4" fmla="*/ 0 h 94825"/>
                  <a:gd name="connsiteX5" fmla="*/ 35677 w 97951"/>
                  <a:gd name="connsiteY5" fmla="*/ 0 h 94825"/>
                  <a:gd name="connsiteX6" fmla="*/ 48976 w 97951"/>
                  <a:gd name="connsiteY6" fmla="*/ 24910 h 94825"/>
                  <a:gd name="connsiteX7" fmla="*/ 61679 w 97951"/>
                  <a:gd name="connsiteY7" fmla="*/ 0 h 94825"/>
                  <a:gd name="connsiteX8" fmla="*/ 94974 w 97951"/>
                  <a:gd name="connsiteY8" fmla="*/ 0 h 94825"/>
                  <a:gd name="connsiteX9" fmla="*/ 66938 w 97951"/>
                  <a:gd name="connsiteY9" fmla="*/ 45006 h 94825"/>
                  <a:gd name="connsiteX10" fmla="*/ 97951 w 97951"/>
                  <a:gd name="connsiteY10" fmla="*/ 94825 h 94825"/>
                  <a:gd name="connsiteX11" fmla="*/ 63366 w 97951"/>
                  <a:gd name="connsiteY11" fmla="*/ 94825 h 94825"/>
                  <a:gd name="connsiteX12" fmla="*/ 48132 w 97951"/>
                  <a:gd name="connsiteY12" fmla="*/ 67087 h 9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7951" h="94825">
                    <a:moveTo>
                      <a:pt x="48182" y="67087"/>
                    </a:moveTo>
                    <a:lnTo>
                      <a:pt x="33544" y="94825"/>
                    </a:lnTo>
                    <a:lnTo>
                      <a:pt x="0" y="94825"/>
                    </a:lnTo>
                    <a:lnTo>
                      <a:pt x="30070" y="45403"/>
                    </a:lnTo>
                    <a:lnTo>
                      <a:pt x="1538" y="0"/>
                    </a:lnTo>
                    <a:lnTo>
                      <a:pt x="35677" y="0"/>
                    </a:lnTo>
                    <a:lnTo>
                      <a:pt x="48976" y="24910"/>
                    </a:lnTo>
                    <a:lnTo>
                      <a:pt x="61679" y="0"/>
                    </a:lnTo>
                    <a:lnTo>
                      <a:pt x="94974" y="0"/>
                    </a:lnTo>
                    <a:lnTo>
                      <a:pt x="66938" y="45006"/>
                    </a:lnTo>
                    <a:lnTo>
                      <a:pt x="97951" y="94825"/>
                    </a:lnTo>
                    <a:lnTo>
                      <a:pt x="63366" y="94825"/>
                    </a:lnTo>
                    <a:lnTo>
                      <a:pt x="48132" y="67087"/>
                    </a:lnTo>
                    <a:close/>
                  </a:path>
                </a:pathLst>
              </a:custGeom>
              <a:solidFill>
                <a:srgbClr val="EF463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5D205E16-1A74-6317-391E-D32D3C0AF876}"/>
                  </a:ext>
                </a:extLst>
              </p:cNvPr>
              <p:cNvSpPr/>
              <p:nvPr/>
            </p:nvSpPr>
            <p:spPr>
              <a:xfrm>
                <a:off x="9786079" y="5228814"/>
                <a:ext cx="56468" cy="94874"/>
              </a:xfrm>
              <a:custGeom>
                <a:avLst/>
                <a:gdLst>
                  <a:gd name="connsiteX0" fmla="*/ 0 w 56468"/>
                  <a:gd name="connsiteY0" fmla="*/ 50 h 94874"/>
                  <a:gd name="connsiteX1" fmla="*/ 28532 w 56468"/>
                  <a:gd name="connsiteY1" fmla="*/ 50 h 94874"/>
                  <a:gd name="connsiteX2" fmla="*/ 28532 w 56468"/>
                  <a:gd name="connsiteY2" fmla="*/ 67434 h 94874"/>
                  <a:gd name="connsiteX3" fmla="*/ 56468 w 56468"/>
                  <a:gd name="connsiteY3" fmla="*/ 67434 h 94874"/>
                  <a:gd name="connsiteX4" fmla="*/ 56468 w 56468"/>
                  <a:gd name="connsiteY4" fmla="*/ 94875 h 94874"/>
                  <a:gd name="connsiteX5" fmla="*/ 0 w 56468"/>
                  <a:gd name="connsiteY5" fmla="*/ 94875 h 94874"/>
                  <a:gd name="connsiteX6" fmla="*/ 0 w 56468"/>
                  <a:gd name="connsiteY6" fmla="*/ 0 h 9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468" h="94874">
                    <a:moveTo>
                      <a:pt x="0" y="50"/>
                    </a:moveTo>
                    <a:lnTo>
                      <a:pt x="28532" y="50"/>
                    </a:lnTo>
                    <a:lnTo>
                      <a:pt x="28532" y="67434"/>
                    </a:lnTo>
                    <a:lnTo>
                      <a:pt x="56468" y="67434"/>
                    </a:lnTo>
                    <a:lnTo>
                      <a:pt x="56468" y="94875"/>
                    </a:lnTo>
                    <a:lnTo>
                      <a:pt x="0" y="948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463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E8AC1B80-E1C9-C8A9-C7DC-1E90D2D497F8}"/>
                  </a:ext>
                </a:extLst>
              </p:cNvPr>
              <p:cNvSpPr/>
              <p:nvPr/>
            </p:nvSpPr>
            <p:spPr>
              <a:xfrm>
                <a:off x="9672794" y="5228864"/>
                <a:ext cx="104253" cy="94874"/>
              </a:xfrm>
              <a:custGeom>
                <a:avLst/>
                <a:gdLst>
                  <a:gd name="connsiteX0" fmla="*/ 78500 w 104253"/>
                  <a:gd name="connsiteY0" fmla="*/ 41235 h 94874"/>
                  <a:gd name="connsiteX1" fmla="*/ 63068 w 104253"/>
                  <a:gd name="connsiteY1" fmla="*/ 94825 h 94874"/>
                  <a:gd name="connsiteX2" fmla="*/ 43120 w 104253"/>
                  <a:gd name="connsiteY2" fmla="*/ 94825 h 94874"/>
                  <a:gd name="connsiteX3" fmla="*/ 27440 w 104253"/>
                  <a:gd name="connsiteY3" fmla="*/ 41384 h 94874"/>
                  <a:gd name="connsiteX4" fmla="*/ 26746 w 104253"/>
                  <a:gd name="connsiteY4" fmla="*/ 41533 h 94874"/>
                  <a:gd name="connsiteX5" fmla="*/ 27589 w 104253"/>
                  <a:gd name="connsiteY5" fmla="*/ 94875 h 94874"/>
                  <a:gd name="connsiteX6" fmla="*/ 0 w 104253"/>
                  <a:gd name="connsiteY6" fmla="*/ 94875 h 94874"/>
                  <a:gd name="connsiteX7" fmla="*/ 0 w 104253"/>
                  <a:gd name="connsiteY7" fmla="*/ 0 h 94874"/>
                  <a:gd name="connsiteX8" fmla="*/ 38208 w 104253"/>
                  <a:gd name="connsiteY8" fmla="*/ 0 h 94874"/>
                  <a:gd name="connsiteX9" fmla="*/ 51407 w 104253"/>
                  <a:gd name="connsiteY9" fmla="*/ 51060 h 94874"/>
                  <a:gd name="connsiteX10" fmla="*/ 52003 w 104253"/>
                  <a:gd name="connsiteY10" fmla="*/ 51060 h 94874"/>
                  <a:gd name="connsiteX11" fmla="*/ 67236 w 104253"/>
                  <a:gd name="connsiteY11" fmla="*/ 0 h 94874"/>
                  <a:gd name="connsiteX12" fmla="*/ 104253 w 104253"/>
                  <a:gd name="connsiteY12" fmla="*/ 0 h 94874"/>
                  <a:gd name="connsiteX13" fmla="*/ 104253 w 104253"/>
                  <a:gd name="connsiteY13" fmla="*/ 94875 h 94874"/>
                  <a:gd name="connsiteX14" fmla="*/ 77855 w 104253"/>
                  <a:gd name="connsiteY14" fmla="*/ 94875 h 94874"/>
                  <a:gd name="connsiteX15" fmla="*/ 79145 w 104253"/>
                  <a:gd name="connsiteY15" fmla="*/ 41284 h 94874"/>
                  <a:gd name="connsiteX16" fmla="*/ 78550 w 104253"/>
                  <a:gd name="connsiteY16" fmla="*/ 41284 h 9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4253" h="94874">
                    <a:moveTo>
                      <a:pt x="78500" y="41235"/>
                    </a:moveTo>
                    <a:lnTo>
                      <a:pt x="63068" y="94825"/>
                    </a:lnTo>
                    <a:lnTo>
                      <a:pt x="43120" y="94825"/>
                    </a:lnTo>
                    <a:cubicBezTo>
                      <a:pt x="43120" y="94825"/>
                      <a:pt x="27440" y="41384"/>
                      <a:pt x="27440" y="41384"/>
                    </a:cubicBezTo>
                    <a:lnTo>
                      <a:pt x="26746" y="41533"/>
                    </a:lnTo>
                    <a:lnTo>
                      <a:pt x="27589" y="94875"/>
                    </a:lnTo>
                    <a:lnTo>
                      <a:pt x="0" y="94875"/>
                    </a:lnTo>
                    <a:lnTo>
                      <a:pt x="0" y="0"/>
                    </a:lnTo>
                    <a:lnTo>
                      <a:pt x="38208" y="0"/>
                    </a:lnTo>
                    <a:cubicBezTo>
                      <a:pt x="38208" y="0"/>
                      <a:pt x="51407" y="51060"/>
                      <a:pt x="51407" y="51060"/>
                    </a:cubicBezTo>
                    <a:lnTo>
                      <a:pt x="52003" y="51060"/>
                    </a:lnTo>
                    <a:cubicBezTo>
                      <a:pt x="52003" y="51060"/>
                      <a:pt x="67236" y="0"/>
                      <a:pt x="67236" y="0"/>
                    </a:cubicBezTo>
                    <a:lnTo>
                      <a:pt x="104253" y="0"/>
                    </a:lnTo>
                    <a:lnTo>
                      <a:pt x="104253" y="94875"/>
                    </a:lnTo>
                    <a:lnTo>
                      <a:pt x="77855" y="94875"/>
                    </a:lnTo>
                    <a:cubicBezTo>
                      <a:pt x="77855" y="94875"/>
                      <a:pt x="79145" y="41284"/>
                      <a:pt x="79145" y="41284"/>
                    </a:cubicBezTo>
                    <a:lnTo>
                      <a:pt x="78550" y="41284"/>
                    </a:lnTo>
                    <a:close/>
                  </a:path>
                </a:pathLst>
              </a:custGeom>
              <a:solidFill>
                <a:srgbClr val="EF463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1795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CB3D4D-9E9D-557E-3718-00E2E680CBA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99E0FB9B-341D-D869-A8A9-6626B0CA807D}"/>
              </a:ext>
            </a:extLst>
          </p:cNvPr>
          <p:cNvGrpSpPr/>
          <p:nvPr/>
        </p:nvGrpSpPr>
        <p:grpSpPr>
          <a:xfrm>
            <a:off x="1530582" y="1457846"/>
            <a:ext cx="758006" cy="758005"/>
            <a:chOff x="1530582" y="1457846"/>
            <a:chExt cx="758006" cy="758005"/>
          </a:xfrm>
        </p:grpSpPr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1607427-6C4D-43FD-5E56-EE31520FB57C}"/>
                </a:ext>
              </a:extLst>
            </p:cNvPr>
            <p:cNvSpPr/>
            <p:nvPr/>
          </p:nvSpPr>
          <p:spPr>
            <a:xfrm rot="21586800">
              <a:off x="1530582" y="1457846"/>
              <a:ext cx="758006" cy="758005"/>
            </a:xfrm>
            <a:custGeom>
              <a:avLst/>
              <a:gdLst>
                <a:gd name="connsiteX0" fmla="*/ 758007 w 758006"/>
                <a:gd name="connsiteY0" fmla="*/ 379003 h 758005"/>
                <a:gd name="connsiteX1" fmla="*/ 379003 w 758006"/>
                <a:gd name="connsiteY1" fmla="*/ 758006 h 758005"/>
                <a:gd name="connsiteX2" fmla="*/ 0 w 758006"/>
                <a:gd name="connsiteY2" fmla="*/ 379003 h 758005"/>
                <a:gd name="connsiteX3" fmla="*/ 379003 w 758006"/>
                <a:gd name="connsiteY3" fmla="*/ 0 h 758005"/>
                <a:gd name="connsiteX4" fmla="*/ 758007 w 758006"/>
                <a:gd name="connsiteY4" fmla="*/ 379003 h 75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06" h="758005">
                  <a:moveTo>
                    <a:pt x="758007" y="379003"/>
                  </a:moveTo>
                  <a:cubicBezTo>
                    <a:pt x="758007" y="588320"/>
                    <a:pt x="588321" y="758006"/>
                    <a:pt x="379003" y="758006"/>
                  </a:cubicBezTo>
                  <a:cubicBezTo>
                    <a:pt x="169686" y="758006"/>
                    <a:pt x="0" y="588321"/>
                    <a:pt x="0" y="379003"/>
                  </a:cubicBezTo>
                  <a:cubicBezTo>
                    <a:pt x="0" y="169685"/>
                    <a:pt x="169686" y="0"/>
                    <a:pt x="379003" y="0"/>
                  </a:cubicBezTo>
                  <a:cubicBezTo>
                    <a:pt x="588321" y="0"/>
                    <a:pt x="758007" y="169685"/>
                    <a:pt x="758007" y="379003"/>
                  </a:cubicBezTo>
                  <a:close/>
                </a:path>
              </a:pathLst>
            </a:custGeom>
            <a:noFill/>
            <a:ln w="79248" cap="flat">
              <a:solidFill>
                <a:srgbClr val="C4282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5" name="Picture Placeholder 31">
              <a:extLst>
                <a:ext uri="{FF2B5EF4-FFF2-40B4-BE49-F238E27FC236}">
                  <a16:creationId xmlns:a16="http://schemas.microsoft.com/office/drawing/2014/main" id="{BF439CC3-AAEB-E6EE-9302-9065B85B751A}"/>
                </a:ext>
              </a:extLst>
            </p:cNvPr>
            <p:cNvGrpSpPr/>
            <p:nvPr/>
          </p:nvGrpSpPr>
          <p:grpSpPr>
            <a:xfrm>
              <a:off x="1679863" y="1647479"/>
              <a:ext cx="459386" cy="397511"/>
              <a:chOff x="1679863" y="1647479"/>
              <a:chExt cx="459386" cy="397511"/>
            </a:xfrm>
            <a:noFill/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E7A17699-9B5E-267E-EE52-845DCEC148DE}"/>
                  </a:ext>
                </a:extLst>
              </p:cNvPr>
              <p:cNvSpPr/>
              <p:nvPr/>
            </p:nvSpPr>
            <p:spPr>
              <a:xfrm>
                <a:off x="1907624" y="1647479"/>
                <a:ext cx="4962" cy="397511"/>
              </a:xfrm>
              <a:custGeom>
                <a:avLst/>
                <a:gdLst>
                  <a:gd name="connsiteX0" fmla="*/ 0 w 4962"/>
                  <a:gd name="connsiteY0" fmla="*/ 397511 h 397511"/>
                  <a:gd name="connsiteX1" fmla="*/ 0 w 4962"/>
                  <a:gd name="connsiteY1" fmla="*/ 0 h 397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397511">
                    <a:moveTo>
                      <a:pt x="0" y="397511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C4282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37" name="Picture Placeholder 31">
                <a:extLst>
                  <a:ext uri="{FF2B5EF4-FFF2-40B4-BE49-F238E27FC236}">
                    <a16:creationId xmlns:a16="http://schemas.microsoft.com/office/drawing/2014/main" id="{F228447F-8402-41FB-70CB-310939A550C6}"/>
                  </a:ext>
                </a:extLst>
              </p:cNvPr>
              <p:cNvGrpSpPr/>
              <p:nvPr/>
            </p:nvGrpSpPr>
            <p:grpSpPr>
              <a:xfrm>
                <a:off x="1679863" y="1664499"/>
                <a:ext cx="130789" cy="380044"/>
                <a:chOff x="1679863" y="1664499"/>
                <a:chExt cx="130789" cy="380044"/>
              </a:xfrm>
              <a:noFill/>
            </p:grpSpPr>
            <p:sp>
              <p:nvSpPr>
                <p:cNvPr id="38" name="Freeform 37">
                  <a:extLst>
                    <a:ext uri="{FF2B5EF4-FFF2-40B4-BE49-F238E27FC236}">
                      <a16:creationId xmlns:a16="http://schemas.microsoft.com/office/drawing/2014/main" id="{E890E93C-9B8F-5378-AAD4-8A21C7344262}"/>
                    </a:ext>
                  </a:extLst>
                </p:cNvPr>
                <p:cNvSpPr/>
                <p:nvPr/>
              </p:nvSpPr>
              <p:spPr>
                <a:xfrm>
                  <a:off x="1722439" y="2026284"/>
                  <a:ext cx="46891" cy="18260"/>
                </a:xfrm>
                <a:custGeom>
                  <a:avLst/>
                  <a:gdLst>
                    <a:gd name="connsiteX0" fmla="*/ 46892 w 46891"/>
                    <a:gd name="connsiteY0" fmla="*/ 0 h 18260"/>
                    <a:gd name="connsiteX1" fmla="*/ 17516 w 46891"/>
                    <a:gd name="connsiteY1" fmla="*/ 17516 h 18260"/>
                    <a:gd name="connsiteX2" fmla="*/ 0 w 46891"/>
                    <a:gd name="connsiteY2" fmla="*/ 0 h 18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891" h="18260">
                      <a:moveTo>
                        <a:pt x="46892" y="0"/>
                      </a:moveTo>
                      <a:cubicBezTo>
                        <a:pt x="43617" y="12951"/>
                        <a:pt x="30467" y="20791"/>
                        <a:pt x="17516" y="17516"/>
                      </a:cubicBezTo>
                      <a:cubicBezTo>
                        <a:pt x="8882" y="15333"/>
                        <a:pt x="2134" y="8584"/>
                        <a:pt x="0" y="0"/>
                      </a:cubicBezTo>
                    </a:path>
                  </a:pathLst>
                </a:custGeom>
                <a:noFill/>
                <a:ln w="79248" cap="rnd">
                  <a:solidFill>
                    <a:srgbClr val="EF463C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 38">
                  <a:extLst>
                    <a:ext uri="{FF2B5EF4-FFF2-40B4-BE49-F238E27FC236}">
                      <a16:creationId xmlns:a16="http://schemas.microsoft.com/office/drawing/2014/main" id="{3C47733B-FE84-F481-65A6-9C676C689F7A}"/>
                    </a:ext>
                  </a:extLst>
                </p:cNvPr>
                <p:cNvSpPr/>
                <p:nvPr/>
              </p:nvSpPr>
              <p:spPr>
                <a:xfrm>
                  <a:off x="1720405" y="1664499"/>
                  <a:ext cx="49620" cy="49620"/>
                </a:xfrm>
                <a:custGeom>
                  <a:avLst/>
                  <a:gdLst>
                    <a:gd name="connsiteX0" fmla="*/ 49621 w 49620"/>
                    <a:gd name="connsiteY0" fmla="*/ 24810 h 49620"/>
                    <a:gd name="connsiteX1" fmla="*/ 24810 w 49620"/>
                    <a:gd name="connsiteY1" fmla="*/ 49621 h 49620"/>
                    <a:gd name="connsiteX2" fmla="*/ 0 w 49620"/>
                    <a:gd name="connsiteY2" fmla="*/ 24810 h 49620"/>
                    <a:gd name="connsiteX3" fmla="*/ 24810 w 49620"/>
                    <a:gd name="connsiteY3" fmla="*/ 0 h 49620"/>
                    <a:gd name="connsiteX4" fmla="*/ 49621 w 49620"/>
                    <a:gd name="connsiteY4" fmla="*/ 24810 h 49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620" h="49620">
                      <a:moveTo>
                        <a:pt x="49621" y="24810"/>
                      </a:moveTo>
                      <a:cubicBezTo>
                        <a:pt x="49621" y="38513"/>
                        <a:pt x="38513" y="49621"/>
                        <a:pt x="24810" y="49621"/>
                      </a:cubicBezTo>
                      <a:cubicBezTo>
                        <a:pt x="11108" y="49621"/>
                        <a:pt x="0" y="38513"/>
                        <a:pt x="0" y="24810"/>
                      </a:cubicBezTo>
                      <a:cubicBezTo>
                        <a:pt x="0" y="11108"/>
                        <a:pt x="11108" y="0"/>
                        <a:pt x="24810" y="0"/>
                      </a:cubicBezTo>
                      <a:cubicBezTo>
                        <a:pt x="38513" y="0"/>
                        <a:pt x="49621" y="11108"/>
                        <a:pt x="49621" y="24810"/>
                      </a:cubicBezTo>
                      <a:close/>
                    </a:path>
                  </a:pathLst>
                </a:custGeom>
                <a:noFill/>
                <a:ln w="79248" cap="rnd">
                  <a:solidFill>
                    <a:srgbClr val="C42828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 39">
                  <a:extLst>
                    <a:ext uri="{FF2B5EF4-FFF2-40B4-BE49-F238E27FC236}">
                      <a16:creationId xmlns:a16="http://schemas.microsoft.com/office/drawing/2014/main" id="{532A8EEE-C2A7-8C1F-BD35-0551B3789614}"/>
                    </a:ext>
                  </a:extLst>
                </p:cNvPr>
                <p:cNvSpPr/>
                <p:nvPr/>
              </p:nvSpPr>
              <p:spPr>
                <a:xfrm>
                  <a:off x="1679863" y="1780452"/>
                  <a:ext cx="130789" cy="245781"/>
                </a:xfrm>
                <a:custGeom>
                  <a:avLst/>
                  <a:gdLst>
                    <a:gd name="connsiteX0" fmla="*/ 1 w 130789"/>
                    <a:gd name="connsiteY0" fmla="*/ 65758 h 245781"/>
                    <a:gd name="connsiteX1" fmla="*/ 52004 w 130789"/>
                    <a:gd name="connsiteY1" fmla="*/ 1400 h 245781"/>
                    <a:gd name="connsiteX2" fmla="*/ 129412 w 130789"/>
                    <a:gd name="connsiteY2" fmla="*/ 51963 h 245781"/>
                    <a:gd name="connsiteX3" fmla="*/ 129412 w 130789"/>
                    <a:gd name="connsiteY3" fmla="*/ 78758 h 245781"/>
                    <a:gd name="connsiteX4" fmla="*/ 89517 w 130789"/>
                    <a:gd name="connsiteY4" fmla="*/ 245782 h 245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789" h="245781">
                      <a:moveTo>
                        <a:pt x="1" y="65758"/>
                      </a:moveTo>
                      <a:cubicBezTo>
                        <a:pt x="-197" y="35291"/>
                        <a:pt x="21041" y="7900"/>
                        <a:pt x="52004" y="1400"/>
                      </a:cubicBezTo>
                      <a:cubicBezTo>
                        <a:pt x="87334" y="-5994"/>
                        <a:pt x="122019" y="16633"/>
                        <a:pt x="129412" y="51963"/>
                      </a:cubicBezTo>
                      <a:cubicBezTo>
                        <a:pt x="131248" y="60796"/>
                        <a:pt x="131248" y="69926"/>
                        <a:pt x="129412" y="78758"/>
                      </a:cubicBezTo>
                      <a:lnTo>
                        <a:pt x="89517" y="245782"/>
                      </a:lnTo>
                    </a:path>
                  </a:pathLst>
                </a:custGeom>
                <a:noFill/>
                <a:ln w="79248" cap="rnd">
                  <a:solidFill>
                    <a:srgbClr val="EF463C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 40">
                  <a:extLst>
                    <a:ext uri="{FF2B5EF4-FFF2-40B4-BE49-F238E27FC236}">
                      <a16:creationId xmlns:a16="http://schemas.microsoft.com/office/drawing/2014/main" id="{9E3D34BE-B1FA-90B2-ADB8-D89939FDEF5E}"/>
                    </a:ext>
                  </a:extLst>
                </p:cNvPr>
                <p:cNvSpPr/>
                <p:nvPr/>
              </p:nvSpPr>
              <p:spPr>
                <a:xfrm>
                  <a:off x="1679865" y="1852760"/>
                  <a:ext cx="41185" cy="167023"/>
                </a:xfrm>
                <a:custGeom>
                  <a:avLst/>
                  <a:gdLst>
                    <a:gd name="connsiteX0" fmla="*/ 41185 w 41185"/>
                    <a:gd name="connsiteY0" fmla="*/ 167023 h 167023"/>
                    <a:gd name="connsiteX1" fmla="*/ 0 w 41185"/>
                    <a:gd name="connsiteY1" fmla="*/ 0 h 16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185" h="167023">
                      <a:moveTo>
                        <a:pt x="41185" y="16702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79248" cap="rnd">
                  <a:solidFill>
                    <a:srgbClr val="EF463C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2" name="Picture Placeholder 31">
                <a:extLst>
                  <a:ext uri="{FF2B5EF4-FFF2-40B4-BE49-F238E27FC236}">
                    <a16:creationId xmlns:a16="http://schemas.microsoft.com/office/drawing/2014/main" id="{0512CAA7-FD2E-C154-92D7-408196DE3DA3}"/>
                  </a:ext>
                </a:extLst>
              </p:cNvPr>
              <p:cNvGrpSpPr/>
              <p:nvPr/>
            </p:nvGrpSpPr>
            <p:grpSpPr>
              <a:xfrm>
                <a:off x="2007932" y="1664499"/>
                <a:ext cx="131317" cy="380480"/>
                <a:chOff x="2007932" y="1664499"/>
                <a:chExt cx="131317" cy="380480"/>
              </a:xfrm>
              <a:noFill/>
            </p:grpSpPr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EB9AF2A9-D591-658D-2AF9-A1816762B145}"/>
                    </a:ext>
                  </a:extLst>
                </p:cNvPr>
                <p:cNvSpPr/>
                <p:nvPr/>
              </p:nvSpPr>
              <p:spPr>
                <a:xfrm>
                  <a:off x="2049241" y="1664499"/>
                  <a:ext cx="49620" cy="49620"/>
                </a:xfrm>
                <a:custGeom>
                  <a:avLst/>
                  <a:gdLst>
                    <a:gd name="connsiteX0" fmla="*/ 49621 w 49620"/>
                    <a:gd name="connsiteY0" fmla="*/ 24810 h 49620"/>
                    <a:gd name="connsiteX1" fmla="*/ 24810 w 49620"/>
                    <a:gd name="connsiteY1" fmla="*/ 49621 h 49620"/>
                    <a:gd name="connsiteX2" fmla="*/ 0 w 49620"/>
                    <a:gd name="connsiteY2" fmla="*/ 24810 h 49620"/>
                    <a:gd name="connsiteX3" fmla="*/ 24810 w 49620"/>
                    <a:gd name="connsiteY3" fmla="*/ 0 h 49620"/>
                    <a:gd name="connsiteX4" fmla="*/ 49621 w 49620"/>
                    <a:gd name="connsiteY4" fmla="*/ 24810 h 49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620" h="49620">
                      <a:moveTo>
                        <a:pt x="49621" y="24810"/>
                      </a:moveTo>
                      <a:cubicBezTo>
                        <a:pt x="49621" y="38513"/>
                        <a:pt x="38513" y="49621"/>
                        <a:pt x="24810" y="49621"/>
                      </a:cubicBezTo>
                      <a:cubicBezTo>
                        <a:pt x="11108" y="49621"/>
                        <a:pt x="0" y="38513"/>
                        <a:pt x="0" y="24810"/>
                      </a:cubicBezTo>
                      <a:cubicBezTo>
                        <a:pt x="0" y="11108"/>
                        <a:pt x="11108" y="0"/>
                        <a:pt x="24810" y="0"/>
                      </a:cubicBezTo>
                      <a:cubicBezTo>
                        <a:pt x="38513" y="0"/>
                        <a:pt x="49621" y="11108"/>
                        <a:pt x="49621" y="24810"/>
                      </a:cubicBezTo>
                      <a:close/>
                    </a:path>
                  </a:pathLst>
                </a:custGeom>
                <a:noFill/>
                <a:ln w="79248" cap="rnd">
                  <a:solidFill>
                    <a:srgbClr val="C42828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 43">
                  <a:extLst>
                    <a:ext uri="{FF2B5EF4-FFF2-40B4-BE49-F238E27FC236}">
                      <a16:creationId xmlns:a16="http://schemas.microsoft.com/office/drawing/2014/main" id="{768F7AD3-BB3F-1AA0-2A13-1F7744FDC9B8}"/>
                    </a:ext>
                  </a:extLst>
                </p:cNvPr>
                <p:cNvSpPr/>
                <p:nvPr/>
              </p:nvSpPr>
              <p:spPr>
                <a:xfrm>
                  <a:off x="2007932" y="1796292"/>
                  <a:ext cx="131317" cy="248687"/>
                </a:xfrm>
                <a:custGeom>
                  <a:avLst/>
                  <a:gdLst>
                    <a:gd name="connsiteX0" fmla="*/ 129336 w 131317"/>
                    <a:gd name="connsiteY0" fmla="*/ 167222 h 248687"/>
                    <a:gd name="connsiteX1" fmla="*/ 81849 w 131317"/>
                    <a:gd name="connsiteY1" fmla="*/ 246565 h 248687"/>
                    <a:gd name="connsiteX2" fmla="*/ 81452 w 131317"/>
                    <a:gd name="connsiteY2" fmla="*/ 246664 h 248687"/>
                    <a:gd name="connsiteX3" fmla="*/ 2010 w 131317"/>
                    <a:gd name="connsiteY3" fmla="*/ 199326 h 248687"/>
                    <a:gd name="connsiteX4" fmla="*/ 2010 w 131317"/>
                    <a:gd name="connsiteY4" fmla="*/ 167222 h 248687"/>
                    <a:gd name="connsiteX5" fmla="*/ 41905 w 131317"/>
                    <a:gd name="connsiteY5" fmla="*/ 0 h 248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1317" h="248687">
                      <a:moveTo>
                        <a:pt x="129336" y="167222"/>
                      </a:moveTo>
                      <a:cubicBezTo>
                        <a:pt x="138119" y="202254"/>
                        <a:pt x="116882" y="237782"/>
                        <a:pt x="81849" y="246565"/>
                      </a:cubicBezTo>
                      <a:cubicBezTo>
                        <a:pt x="81701" y="246565"/>
                        <a:pt x="81601" y="246615"/>
                        <a:pt x="81452" y="246664"/>
                      </a:cubicBezTo>
                      <a:cubicBezTo>
                        <a:pt x="46470" y="255547"/>
                        <a:pt x="10892" y="234359"/>
                        <a:pt x="2010" y="199326"/>
                      </a:cubicBezTo>
                      <a:cubicBezTo>
                        <a:pt x="-670" y="188807"/>
                        <a:pt x="-670" y="177741"/>
                        <a:pt x="2010" y="167222"/>
                      </a:cubicBezTo>
                      <a:lnTo>
                        <a:pt x="41905" y="0"/>
                      </a:lnTo>
                    </a:path>
                  </a:pathLst>
                </a:custGeom>
                <a:noFill/>
                <a:ln w="79248" cap="rnd">
                  <a:solidFill>
                    <a:srgbClr val="EF463C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reeform 44">
                  <a:extLst>
                    <a:ext uri="{FF2B5EF4-FFF2-40B4-BE49-F238E27FC236}">
                      <a16:creationId xmlns:a16="http://schemas.microsoft.com/office/drawing/2014/main" id="{0FFB6372-87BC-BB7C-F530-D95C919CFEE5}"/>
                    </a:ext>
                  </a:extLst>
                </p:cNvPr>
                <p:cNvSpPr/>
                <p:nvPr/>
              </p:nvSpPr>
              <p:spPr>
                <a:xfrm>
                  <a:off x="2049837" y="1778081"/>
                  <a:ext cx="87431" cy="185481"/>
                </a:xfrm>
                <a:custGeom>
                  <a:avLst/>
                  <a:gdLst>
                    <a:gd name="connsiteX0" fmla="*/ 0 w 87431"/>
                    <a:gd name="connsiteY0" fmla="*/ 18260 h 185481"/>
                    <a:gd name="connsiteX1" fmla="*/ 29376 w 87431"/>
                    <a:gd name="connsiteY1" fmla="*/ 744 h 185481"/>
                    <a:gd name="connsiteX2" fmla="*/ 46892 w 87431"/>
                    <a:gd name="connsiteY2" fmla="*/ 18260 h 185481"/>
                    <a:gd name="connsiteX3" fmla="*/ 87432 w 87431"/>
                    <a:gd name="connsiteY3" fmla="*/ 185482 h 185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431" h="185481">
                      <a:moveTo>
                        <a:pt x="0" y="18260"/>
                      </a:moveTo>
                      <a:cubicBezTo>
                        <a:pt x="3275" y="5309"/>
                        <a:pt x="16424" y="-2531"/>
                        <a:pt x="29376" y="744"/>
                      </a:cubicBezTo>
                      <a:cubicBezTo>
                        <a:pt x="38010" y="2927"/>
                        <a:pt x="44708" y="9676"/>
                        <a:pt x="46892" y="18260"/>
                      </a:cubicBezTo>
                      <a:lnTo>
                        <a:pt x="87432" y="185482"/>
                      </a:lnTo>
                    </a:path>
                  </a:pathLst>
                </a:custGeom>
                <a:noFill/>
                <a:ln w="79248" cap="rnd">
                  <a:solidFill>
                    <a:srgbClr val="EF463C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7F1B5FB-13BA-02DC-97D9-5ACB83C57E75}"/>
              </a:ext>
            </a:extLst>
          </p:cNvPr>
          <p:cNvGrpSpPr/>
          <p:nvPr/>
        </p:nvGrpSpPr>
        <p:grpSpPr>
          <a:xfrm>
            <a:off x="2873767" y="1453909"/>
            <a:ext cx="706600" cy="765895"/>
            <a:chOff x="2873767" y="1453909"/>
            <a:chExt cx="706600" cy="765895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EAACC2DB-9924-16AB-D7AD-6329E28CC486}"/>
                </a:ext>
              </a:extLst>
            </p:cNvPr>
            <p:cNvSpPr/>
            <p:nvPr/>
          </p:nvSpPr>
          <p:spPr>
            <a:xfrm>
              <a:off x="2907906" y="1650308"/>
              <a:ext cx="638867" cy="569496"/>
            </a:xfrm>
            <a:custGeom>
              <a:avLst/>
              <a:gdLst>
                <a:gd name="connsiteX0" fmla="*/ 576692 w 638867"/>
                <a:gd name="connsiteY0" fmla="*/ 0 h 569496"/>
                <a:gd name="connsiteX1" fmla="*/ 62175 w 638867"/>
                <a:gd name="connsiteY1" fmla="*/ 0 h 569496"/>
                <a:gd name="connsiteX2" fmla="*/ 0 w 638867"/>
                <a:gd name="connsiteY2" fmla="*/ 60885 h 569496"/>
                <a:gd name="connsiteX3" fmla="*/ 0 w 638867"/>
                <a:gd name="connsiteY3" fmla="*/ 60885 h 569496"/>
                <a:gd name="connsiteX4" fmla="*/ 62175 w 638867"/>
                <a:gd name="connsiteY4" fmla="*/ 121769 h 569496"/>
                <a:gd name="connsiteX5" fmla="*/ 181265 w 638867"/>
                <a:gd name="connsiteY5" fmla="*/ 121769 h 569496"/>
                <a:gd name="connsiteX6" fmla="*/ 222499 w 638867"/>
                <a:gd name="connsiteY6" fmla="*/ 163004 h 569496"/>
                <a:gd name="connsiteX7" fmla="*/ 222499 w 638867"/>
                <a:gd name="connsiteY7" fmla="*/ 543793 h 569496"/>
                <a:gd name="connsiteX8" fmla="*/ 248749 w 638867"/>
                <a:gd name="connsiteY8" fmla="*/ 569497 h 569496"/>
                <a:gd name="connsiteX9" fmla="*/ 375232 w 638867"/>
                <a:gd name="connsiteY9" fmla="*/ 569497 h 569496"/>
                <a:gd name="connsiteX10" fmla="*/ 416368 w 638867"/>
                <a:gd name="connsiteY10" fmla="*/ 543793 h 569496"/>
                <a:gd name="connsiteX11" fmla="*/ 416368 w 638867"/>
                <a:gd name="connsiteY11" fmla="*/ 163054 h 569496"/>
                <a:gd name="connsiteX12" fmla="*/ 457652 w 638867"/>
                <a:gd name="connsiteY12" fmla="*/ 121769 h 569496"/>
                <a:gd name="connsiteX13" fmla="*/ 576692 w 638867"/>
                <a:gd name="connsiteY13" fmla="*/ 121769 h 569496"/>
                <a:gd name="connsiteX14" fmla="*/ 638867 w 638867"/>
                <a:gd name="connsiteY14" fmla="*/ 60885 h 569496"/>
                <a:gd name="connsiteX15" fmla="*/ 638867 w 638867"/>
                <a:gd name="connsiteY15" fmla="*/ 60885 h 569496"/>
                <a:gd name="connsiteX16" fmla="*/ 576692 w 638867"/>
                <a:gd name="connsiteY16" fmla="*/ 0 h 56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8867" h="569496">
                  <a:moveTo>
                    <a:pt x="576692" y="0"/>
                  </a:moveTo>
                  <a:lnTo>
                    <a:pt x="62175" y="0"/>
                  </a:lnTo>
                  <a:cubicBezTo>
                    <a:pt x="27837" y="0"/>
                    <a:pt x="0" y="27242"/>
                    <a:pt x="0" y="60885"/>
                  </a:cubicBezTo>
                  <a:lnTo>
                    <a:pt x="0" y="60885"/>
                  </a:lnTo>
                  <a:cubicBezTo>
                    <a:pt x="0" y="94527"/>
                    <a:pt x="27837" y="121769"/>
                    <a:pt x="62175" y="121769"/>
                  </a:cubicBezTo>
                  <a:lnTo>
                    <a:pt x="181265" y="121769"/>
                  </a:lnTo>
                  <a:cubicBezTo>
                    <a:pt x="204041" y="121769"/>
                    <a:pt x="222499" y="140228"/>
                    <a:pt x="222499" y="163004"/>
                  </a:cubicBezTo>
                  <a:lnTo>
                    <a:pt x="222499" y="543793"/>
                  </a:lnTo>
                  <a:cubicBezTo>
                    <a:pt x="222499" y="557985"/>
                    <a:pt x="234260" y="569497"/>
                    <a:pt x="248749" y="569497"/>
                  </a:cubicBezTo>
                  <a:lnTo>
                    <a:pt x="375232" y="569497"/>
                  </a:lnTo>
                  <a:cubicBezTo>
                    <a:pt x="389721" y="569497"/>
                    <a:pt x="416368" y="557985"/>
                    <a:pt x="416368" y="543793"/>
                  </a:cubicBezTo>
                  <a:lnTo>
                    <a:pt x="416368" y="163054"/>
                  </a:lnTo>
                  <a:cubicBezTo>
                    <a:pt x="416368" y="140228"/>
                    <a:pt x="434876" y="121769"/>
                    <a:pt x="457652" y="121769"/>
                  </a:cubicBezTo>
                  <a:lnTo>
                    <a:pt x="576692" y="121769"/>
                  </a:lnTo>
                  <a:cubicBezTo>
                    <a:pt x="611030" y="121769"/>
                    <a:pt x="638867" y="94527"/>
                    <a:pt x="638867" y="60885"/>
                  </a:cubicBezTo>
                  <a:lnTo>
                    <a:pt x="638867" y="60885"/>
                  </a:lnTo>
                  <a:cubicBezTo>
                    <a:pt x="638867" y="27242"/>
                    <a:pt x="611030" y="0"/>
                    <a:pt x="576692" y="0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0AA4DF-ACF9-C3BE-638A-69407E49636B}"/>
                </a:ext>
              </a:extLst>
            </p:cNvPr>
            <p:cNvSpPr/>
            <p:nvPr/>
          </p:nvSpPr>
          <p:spPr>
            <a:xfrm>
              <a:off x="2873767" y="1864421"/>
              <a:ext cx="141419" cy="200417"/>
            </a:xfrm>
            <a:custGeom>
              <a:avLst/>
              <a:gdLst>
                <a:gd name="connsiteX0" fmla="*/ 140079 w 141419"/>
                <a:gd name="connsiteY0" fmla="*/ 115616 h 200417"/>
                <a:gd name="connsiteX1" fmla="*/ 70858 w 141419"/>
                <a:gd name="connsiteY1" fmla="*/ 0 h 200417"/>
                <a:gd name="connsiteX2" fmla="*/ 70858 w 141419"/>
                <a:gd name="connsiteY2" fmla="*/ 0 h 200417"/>
                <a:gd name="connsiteX3" fmla="*/ 1389 w 141419"/>
                <a:gd name="connsiteY3" fmla="*/ 115616 h 200417"/>
                <a:gd name="connsiteX4" fmla="*/ 1389 w 141419"/>
                <a:gd name="connsiteY4" fmla="*/ 115467 h 200417"/>
                <a:gd name="connsiteX5" fmla="*/ 0 w 141419"/>
                <a:gd name="connsiteY5" fmla="*/ 129708 h 200417"/>
                <a:gd name="connsiteX6" fmla="*/ 70710 w 141419"/>
                <a:gd name="connsiteY6" fmla="*/ 200418 h 200417"/>
                <a:gd name="connsiteX7" fmla="*/ 141419 w 141419"/>
                <a:gd name="connsiteY7" fmla="*/ 129708 h 200417"/>
                <a:gd name="connsiteX8" fmla="*/ 140079 w 141419"/>
                <a:gd name="connsiteY8" fmla="*/ 115914 h 200417"/>
                <a:gd name="connsiteX9" fmla="*/ 140079 w 141419"/>
                <a:gd name="connsiteY9" fmla="*/ 115616 h 20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19" h="200417">
                  <a:moveTo>
                    <a:pt x="140079" y="115616"/>
                  </a:moveTo>
                  <a:lnTo>
                    <a:pt x="70858" y="0"/>
                  </a:lnTo>
                  <a:lnTo>
                    <a:pt x="70858" y="0"/>
                  </a:lnTo>
                  <a:lnTo>
                    <a:pt x="1389" y="115616"/>
                  </a:lnTo>
                  <a:lnTo>
                    <a:pt x="1389" y="115467"/>
                  </a:lnTo>
                  <a:cubicBezTo>
                    <a:pt x="496" y="120082"/>
                    <a:pt x="0" y="124846"/>
                    <a:pt x="0" y="129708"/>
                  </a:cubicBezTo>
                  <a:cubicBezTo>
                    <a:pt x="0" y="168760"/>
                    <a:pt x="31658" y="200418"/>
                    <a:pt x="70710" y="200418"/>
                  </a:cubicBezTo>
                  <a:cubicBezTo>
                    <a:pt x="109761" y="200418"/>
                    <a:pt x="141419" y="168760"/>
                    <a:pt x="141419" y="129708"/>
                  </a:cubicBezTo>
                  <a:cubicBezTo>
                    <a:pt x="141419" y="124994"/>
                    <a:pt x="140973" y="120380"/>
                    <a:pt x="140079" y="115914"/>
                  </a:cubicBezTo>
                  <a:lnTo>
                    <a:pt x="140079" y="115616"/>
                  </a:lnTo>
                  <a:close/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9C39C3C-EFDD-83E4-E112-3AF7A89CC5F1}"/>
                </a:ext>
              </a:extLst>
            </p:cNvPr>
            <p:cNvSpPr/>
            <p:nvPr/>
          </p:nvSpPr>
          <p:spPr>
            <a:xfrm>
              <a:off x="3438948" y="1864421"/>
              <a:ext cx="141419" cy="200417"/>
            </a:xfrm>
            <a:custGeom>
              <a:avLst/>
              <a:gdLst>
                <a:gd name="connsiteX0" fmla="*/ 140079 w 141419"/>
                <a:gd name="connsiteY0" fmla="*/ 115616 h 200417"/>
                <a:gd name="connsiteX1" fmla="*/ 70858 w 141419"/>
                <a:gd name="connsiteY1" fmla="*/ 0 h 200417"/>
                <a:gd name="connsiteX2" fmla="*/ 70858 w 141419"/>
                <a:gd name="connsiteY2" fmla="*/ 0 h 200417"/>
                <a:gd name="connsiteX3" fmla="*/ 1389 w 141419"/>
                <a:gd name="connsiteY3" fmla="*/ 115616 h 200417"/>
                <a:gd name="connsiteX4" fmla="*/ 1389 w 141419"/>
                <a:gd name="connsiteY4" fmla="*/ 115467 h 200417"/>
                <a:gd name="connsiteX5" fmla="*/ 0 w 141419"/>
                <a:gd name="connsiteY5" fmla="*/ 129708 h 200417"/>
                <a:gd name="connsiteX6" fmla="*/ 70710 w 141419"/>
                <a:gd name="connsiteY6" fmla="*/ 200418 h 200417"/>
                <a:gd name="connsiteX7" fmla="*/ 141419 w 141419"/>
                <a:gd name="connsiteY7" fmla="*/ 129708 h 200417"/>
                <a:gd name="connsiteX8" fmla="*/ 140079 w 141419"/>
                <a:gd name="connsiteY8" fmla="*/ 115914 h 200417"/>
                <a:gd name="connsiteX9" fmla="*/ 140079 w 141419"/>
                <a:gd name="connsiteY9" fmla="*/ 115616 h 20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19" h="200417">
                  <a:moveTo>
                    <a:pt x="140079" y="115616"/>
                  </a:moveTo>
                  <a:lnTo>
                    <a:pt x="70858" y="0"/>
                  </a:lnTo>
                  <a:lnTo>
                    <a:pt x="70858" y="0"/>
                  </a:lnTo>
                  <a:lnTo>
                    <a:pt x="1389" y="115616"/>
                  </a:lnTo>
                  <a:lnTo>
                    <a:pt x="1389" y="115467"/>
                  </a:lnTo>
                  <a:cubicBezTo>
                    <a:pt x="496" y="120082"/>
                    <a:pt x="0" y="124846"/>
                    <a:pt x="0" y="129708"/>
                  </a:cubicBezTo>
                  <a:cubicBezTo>
                    <a:pt x="0" y="168760"/>
                    <a:pt x="31658" y="200418"/>
                    <a:pt x="70710" y="200418"/>
                  </a:cubicBezTo>
                  <a:cubicBezTo>
                    <a:pt x="109761" y="200418"/>
                    <a:pt x="141419" y="168760"/>
                    <a:pt x="141419" y="129708"/>
                  </a:cubicBezTo>
                  <a:cubicBezTo>
                    <a:pt x="141419" y="124994"/>
                    <a:pt x="140973" y="120380"/>
                    <a:pt x="140079" y="115914"/>
                  </a:cubicBezTo>
                  <a:lnTo>
                    <a:pt x="140079" y="115616"/>
                  </a:lnTo>
                  <a:close/>
                </a:path>
              </a:pathLst>
            </a:custGeom>
            <a:noFill/>
            <a:ln w="79248" cap="rnd">
              <a:solidFill>
                <a:srgbClr val="EF463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67A40C9-2E56-0706-9B46-3B07A2A6A64A}"/>
                </a:ext>
              </a:extLst>
            </p:cNvPr>
            <p:cNvSpPr/>
            <p:nvPr/>
          </p:nvSpPr>
          <p:spPr>
            <a:xfrm>
              <a:off x="3146731" y="1453909"/>
              <a:ext cx="161267" cy="161267"/>
            </a:xfrm>
            <a:custGeom>
              <a:avLst/>
              <a:gdLst>
                <a:gd name="connsiteX0" fmla="*/ 161267 w 161267"/>
                <a:gd name="connsiteY0" fmla="*/ 80634 h 161267"/>
                <a:gd name="connsiteX1" fmla="*/ 80634 w 161267"/>
                <a:gd name="connsiteY1" fmla="*/ 161267 h 161267"/>
                <a:gd name="connsiteX2" fmla="*/ 0 w 161267"/>
                <a:gd name="connsiteY2" fmla="*/ 80634 h 161267"/>
                <a:gd name="connsiteX3" fmla="*/ 80634 w 161267"/>
                <a:gd name="connsiteY3" fmla="*/ 0 h 161267"/>
                <a:gd name="connsiteX4" fmla="*/ 161267 w 161267"/>
                <a:gd name="connsiteY4" fmla="*/ 80634 h 16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267" h="161267">
                  <a:moveTo>
                    <a:pt x="161267" y="80634"/>
                  </a:moveTo>
                  <a:cubicBezTo>
                    <a:pt x="161267" y="125166"/>
                    <a:pt x="125166" y="161267"/>
                    <a:pt x="80634" y="161267"/>
                  </a:cubicBezTo>
                  <a:cubicBezTo>
                    <a:pt x="36101" y="161267"/>
                    <a:pt x="0" y="125166"/>
                    <a:pt x="0" y="80634"/>
                  </a:cubicBezTo>
                  <a:cubicBezTo>
                    <a:pt x="0" y="36101"/>
                    <a:pt x="36101" y="0"/>
                    <a:pt x="80634" y="0"/>
                  </a:cubicBezTo>
                  <a:cubicBezTo>
                    <a:pt x="125166" y="0"/>
                    <a:pt x="161267" y="36101"/>
                    <a:pt x="161267" y="80634"/>
                  </a:cubicBezTo>
                  <a:close/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DCFF63EA-779B-0FA6-9F05-D11F3ADE4EEC}"/>
              </a:ext>
            </a:extLst>
          </p:cNvPr>
          <p:cNvGrpSpPr/>
          <p:nvPr/>
        </p:nvGrpSpPr>
        <p:grpSpPr>
          <a:xfrm>
            <a:off x="4202291" y="1423343"/>
            <a:ext cx="684567" cy="827077"/>
            <a:chOff x="4202291" y="1423343"/>
            <a:chExt cx="684567" cy="827077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C578613-7431-F0B9-1291-0C0B44A24E24}"/>
                </a:ext>
              </a:extLst>
            </p:cNvPr>
            <p:cNvSpPr/>
            <p:nvPr/>
          </p:nvSpPr>
          <p:spPr>
            <a:xfrm>
              <a:off x="4202291" y="1423343"/>
              <a:ext cx="591807" cy="827077"/>
            </a:xfrm>
            <a:custGeom>
              <a:avLst/>
              <a:gdLst>
                <a:gd name="connsiteX0" fmla="*/ 552130 w 591807"/>
                <a:gd name="connsiteY0" fmla="*/ 827078 h 827077"/>
                <a:gd name="connsiteX1" fmla="*/ 130800 w 591807"/>
                <a:gd name="connsiteY1" fmla="*/ 827078 h 827077"/>
                <a:gd name="connsiteX2" fmla="*/ 91104 w 591807"/>
                <a:gd name="connsiteY2" fmla="*/ 787381 h 827077"/>
                <a:gd name="connsiteX3" fmla="*/ 91104 w 591807"/>
                <a:gd name="connsiteY3" fmla="*/ 553122 h 827077"/>
                <a:gd name="connsiteX4" fmla="*/ 32849 w 591807"/>
                <a:gd name="connsiteY4" fmla="*/ 508910 h 827077"/>
                <a:gd name="connsiteX5" fmla="*/ 0 w 591807"/>
                <a:gd name="connsiteY5" fmla="*/ 442765 h 827077"/>
                <a:gd name="connsiteX6" fmla="*/ 0 w 591807"/>
                <a:gd name="connsiteY6" fmla="*/ 62969 h 827077"/>
                <a:gd name="connsiteX7" fmla="*/ 62969 w 591807"/>
                <a:gd name="connsiteY7" fmla="*/ 0 h 827077"/>
                <a:gd name="connsiteX8" fmla="*/ 157943 w 591807"/>
                <a:gd name="connsiteY8" fmla="*/ 0 h 827077"/>
                <a:gd name="connsiteX9" fmla="*/ 220912 w 591807"/>
                <a:gd name="connsiteY9" fmla="*/ 62969 h 827077"/>
                <a:gd name="connsiteX10" fmla="*/ 220912 w 591807"/>
                <a:gd name="connsiteY10" fmla="*/ 390068 h 827077"/>
                <a:gd name="connsiteX11" fmla="*/ 246615 w 591807"/>
                <a:gd name="connsiteY11" fmla="*/ 427184 h 827077"/>
                <a:gd name="connsiteX12" fmla="*/ 206919 w 591807"/>
                <a:gd name="connsiteY12" fmla="*/ 466881 h 827077"/>
                <a:gd name="connsiteX13" fmla="*/ 181215 w 591807"/>
                <a:gd name="connsiteY13" fmla="*/ 466881 h 827077"/>
                <a:gd name="connsiteX14" fmla="*/ 181215 w 591807"/>
                <a:gd name="connsiteY14" fmla="*/ 466881 h 827077"/>
                <a:gd name="connsiteX15" fmla="*/ 153130 w 591807"/>
                <a:gd name="connsiteY15" fmla="*/ 455270 h 827077"/>
                <a:gd name="connsiteX16" fmla="*/ 141518 w 591807"/>
                <a:gd name="connsiteY16" fmla="*/ 427184 h 827077"/>
                <a:gd name="connsiteX17" fmla="*/ 141518 w 591807"/>
                <a:gd name="connsiteY17" fmla="*/ 79393 h 827077"/>
                <a:gd name="connsiteX18" fmla="*/ 79393 w 591807"/>
                <a:gd name="connsiteY18" fmla="*/ 79393 h 827077"/>
                <a:gd name="connsiteX19" fmla="*/ 79393 w 591807"/>
                <a:gd name="connsiteY19" fmla="*/ 442765 h 827077"/>
                <a:gd name="connsiteX20" fmla="*/ 80832 w 591807"/>
                <a:gd name="connsiteY20" fmla="*/ 445693 h 827077"/>
                <a:gd name="connsiteX21" fmla="*/ 140179 w 591807"/>
                <a:gd name="connsiteY21" fmla="*/ 490749 h 827077"/>
                <a:gd name="connsiteX22" fmla="*/ 170447 w 591807"/>
                <a:gd name="connsiteY22" fmla="*/ 551732 h 827077"/>
                <a:gd name="connsiteX23" fmla="*/ 170447 w 591807"/>
                <a:gd name="connsiteY23" fmla="*/ 747685 h 827077"/>
                <a:gd name="connsiteX24" fmla="*/ 505635 w 591807"/>
                <a:gd name="connsiteY24" fmla="*/ 747685 h 827077"/>
                <a:gd name="connsiteX25" fmla="*/ 481867 w 591807"/>
                <a:gd name="connsiteY25" fmla="*/ 596639 h 827077"/>
                <a:gd name="connsiteX26" fmla="*/ 514914 w 591807"/>
                <a:gd name="connsiteY26" fmla="*/ 551236 h 827077"/>
                <a:gd name="connsiteX27" fmla="*/ 560317 w 591807"/>
                <a:gd name="connsiteY27" fmla="*/ 584284 h 827077"/>
                <a:gd name="connsiteX28" fmla="*/ 591330 w 591807"/>
                <a:gd name="connsiteY28" fmla="*/ 781178 h 827077"/>
                <a:gd name="connsiteX29" fmla="*/ 582299 w 591807"/>
                <a:gd name="connsiteY29" fmla="*/ 813134 h 827077"/>
                <a:gd name="connsiteX30" fmla="*/ 552130 w 591807"/>
                <a:gd name="connsiteY30" fmla="*/ 827028 h 827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91807" h="827077">
                  <a:moveTo>
                    <a:pt x="552130" y="827078"/>
                  </a:moveTo>
                  <a:lnTo>
                    <a:pt x="130800" y="827078"/>
                  </a:lnTo>
                  <a:cubicBezTo>
                    <a:pt x="108868" y="827078"/>
                    <a:pt x="91104" y="809313"/>
                    <a:pt x="91104" y="787381"/>
                  </a:cubicBezTo>
                  <a:lnTo>
                    <a:pt x="91104" y="553122"/>
                  </a:lnTo>
                  <a:lnTo>
                    <a:pt x="32849" y="508910"/>
                  </a:lnTo>
                  <a:cubicBezTo>
                    <a:pt x="12256" y="493279"/>
                    <a:pt x="0" y="468568"/>
                    <a:pt x="0" y="442765"/>
                  </a:cubicBezTo>
                  <a:lnTo>
                    <a:pt x="0" y="62969"/>
                  </a:lnTo>
                  <a:cubicBezTo>
                    <a:pt x="0" y="28234"/>
                    <a:pt x="28234" y="0"/>
                    <a:pt x="62969" y="0"/>
                  </a:cubicBezTo>
                  <a:lnTo>
                    <a:pt x="157943" y="0"/>
                  </a:lnTo>
                  <a:cubicBezTo>
                    <a:pt x="192677" y="0"/>
                    <a:pt x="220912" y="28234"/>
                    <a:pt x="220912" y="62969"/>
                  </a:cubicBezTo>
                  <a:lnTo>
                    <a:pt x="220912" y="390068"/>
                  </a:lnTo>
                  <a:cubicBezTo>
                    <a:pt x="235897" y="395725"/>
                    <a:pt x="246615" y="410214"/>
                    <a:pt x="246615" y="427184"/>
                  </a:cubicBezTo>
                  <a:cubicBezTo>
                    <a:pt x="246615" y="449117"/>
                    <a:pt x="228851" y="466881"/>
                    <a:pt x="206919" y="466881"/>
                  </a:cubicBezTo>
                  <a:lnTo>
                    <a:pt x="181215" y="466881"/>
                  </a:lnTo>
                  <a:cubicBezTo>
                    <a:pt x="181215" y="466881"/>
                    <a:pt x="181215" y="466881"/>
                    <a:pt x="181215" y="466881"/>
                  </a:cubicBezTo>
                  <a:cubicBezTo>
                    <a:pt x="170695" y="466881"/>
                    <a:pt x="160573" y="462713"/>
                    <a:pt x="153130" y="455270"/>
                  </a:cubicBezTo>
                  <a:cubicBezTo>
                    <a:pt x="145687" y="447827"/>
                    <a:pt x="141518" y="437704"/>
                    <a:pt x="141518" y="427184"/>
                  </a:cubicBezTo>
                  <a:lnTo>
                    <a:pt x="141518" y="79393"/>
                  </a:lnTo>
                  <a:lnTo>
                    <a:pt x="79393" y="79393"/>
                  </a:lnTo>
                  <a:lnTo>
                    <a:pt x="79393" y="442765"/>
                  </a:lnTo>
                  <a:cubicBezTo>
                    <a:pt x="79393" y="443907"/>
                    <a:pt x="79939" y="444998"/>
                    <a:pt x="80832" y="445693"/>
                  </a:cubicBezTo>
                  <a:lnTo>
                    <a:pt x="140179" y="490749"/>
                  </a:lnTo>
                  <a:cubicBezTo>
                    <a:pt x="159134" y="505139"/>
                    <a:pt x="170447" y="527915"/>
                    <a:pt x="170447" y="551732"/>
                  </a:cubicBezTo>
                  <a:lnTo>
                    <a:pt x="170447" y="747685"/>
                  </a:lnTo>
                  <a:lnTo>
                    <a:pt x="505635" y="747685"/>
                  </a:lnTo>
                  <a:lnTo>
                    <a:pt x="481867" y="596639"/>
                  </a:lnTo>
                  <a:cubicBezTo>
                    <a:pt x="478443" y="575005"/>
                    <a:pt x="493230" y="554660"/>
                    <a:pt x="514914" y="551236"/>
                  </a:cubicBezTo>
                  <a:cubicBezTo>
                    <a:pt x="536549" y="547812"/>
                    <a:pt x="556894" y="562599"/>
                    <a:pt x="560317" y="584284"/>
                  </a:cubicBezTo>
                  <a:lnTo>
                    <a:pt x="591330" y="781178"/>
                  </a:lnTo>
                  <a:cubicBezTo>
                    <a:pt x="593117" y="792641"/>
                    <a:pt x="589842" y="804302"/>
                    <a:pt x="582299" y="813134"/>
                  </a:cubicBezTo>
                  <a:cubicBezTo>
                    <a:pt x="574757" y="821967"/>
                    <a:pt x="563741" y="827028"/>
                    <a:pt x="552130" y="82702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CFEAA92-BF60-6D30-DB6E-E1E57A5B3BCB}"/>
                </a:ext>
              </a:extLst>
            </p:cNvPr>
            <p:cNvSpPr/>
            <p:nvPr/>
          </p:nvSpPr>
          <p:spPr>
            <a:xfrm>
              <a:off x="4368620" y="1810880"/>
              <a:ext cx="500325" cy="79393"/>
            </a:xfrm>
            <a:custGeom>
              <a:avLst/>
              <a:gdLst>
                <a:gd name="connsiteX0" fmla="*/ 460629 w 500325"/>
                <a:gd name="connsiteY0" fmla="*/ 79393 h 79393"/>
                <a:gd name="connsiteX1" fmla="*/ 39697 w 500325"/>
                <a:gd name="connsiteY1" fmla="*/ 79393 h 79393"/>
                <a:gd name="connsiteX2" fmla="*/ 0 w 500325"/>
                <a:gd name="connsiteY2" fmla="*/ 39697 h 79393"/>
                <a:gd name="connsiteX3" fmla="*/ 39697 w 500325"/>
                <a:gd name="connsiteY3" fmla="*/ 0 h 79393"/>
                <a:gd name="connsiteX4" fmla="*/ 460629 w 500325"/>
                <a:gd name="connsiteY4" fmla="*/ 0 h 79393"/>
                <a:gd name="connsiteX5" fmla="*/ 500326 w 500325"/>
                <a:gd name="connsiteY5" fmla="*/ 39697 h 79393"/>
                <a:gd name="connsiteX6" fmla="*/ 460629 w 50032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325" h="79393">
                  <a:moveTo>
                    <a:pt x="46062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460629" y="0"/>
                  </a:lnTo>
                  <a:cubicBezTo>
                    <a:pt x="482562" y="0"/>
                    <a:pt x="500326" y="17764"/>
                    <a:pt x="500326" y="39697"/>
                  </a:cubicBezTo>
                  <a:cubicBezTo>
                    <a:pt x="500326" y="61629"/>
                    <a:pt x="482562" y="79393"/>
                    <a:pt x="46062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647A6E9E-8952-6560-B5E4-68EC4FA46D76}"/>
                </a:ext>
              </a:extLst>
            </p:cNvPr>
            <p:cNvSpPr/>
            <p:nvPr/>
          </p:nvSpPr>
          <p:spPr>
            <a:xfrm>
              <a:off x="4369538" y="1711242"/>
              <a:ext cx="517320" cy="350173"/>
            </a:xfrm>
            <a:custGeom>
              <a:avLst/>
              <a:gdLst>
                <a:gd name="connsiteX0" fmla="*/ 280729 w 517320"/>
                <a:gd name="connsiteY0" fmla="*/ 350173 h 350173"/>
                <a:gd name="connsiteX1" fmla="*/ 241231 w 517320"/>
                <a:gd name="connsiteY1" fmla="*/ 314149 h 350173"/>
                <a:gd name="connsiteX2" fmla="*/ 277057 w 517320"/>
                <a:gd name="connsiteY2" fmla="*/ 270929 h 350173"/>
                <a:gd name="connsiteX3" fmla="*/ 437878 w 517320"/>
                <a:gd name="connsiteY3" fmla="*/ 141816 h 350173"/>
                <a:gd name="connsiteX4" fmla="*/ 437878 w 517320"/>
                <a:gd name="connsiteY4" fmla="*/ 112887 h 350173"/>
                <a:gd name="connsiteX5" fmla="*/ 404384 w 517320"/>
                <a:gd name="connsiteY5" fmla="*/ 79393 h 350173"/>
                <a:gd name="connsiteX6" fmla="*/ 166899 w 517320"/>
                <a:gd name="connsiteY6" fmla="*/ 79393 h 350173"/>
                <a:gd name="connsiteX7" fmla="*/ 77086 w 517320"/>
                <a:gd name="connsiteY7" fmla="*/ 142709 h 350173"/>
                <a:gd name="connsiteX8" fmla="*/ 26373 w 517320"/>
                <a:gd name="connsiteY8" fmla="*/ 166775 h 350173"/>
                <a:gd name="connsiteX9" fmla="*/ 2307 w 517320"/>
                <a:gd name="connsiteY9" fmla="*/ 116063 h 350173"/>
                <a:gd name="connsiteX10" fmla="*/ 166949 w 517320"/>
                <a:gd name="connsiteY10" fmla="*/ 0 h 350173"/>
                <a:gd name="connsiteX11" fmla="*/ 404434 w 517320"/>
                <a:gd name="connsiteY11" fmla="*/ 0 h 350173"/>
                <a:gd name="connsiteX12" fmla="*/ 517321 w 517320"/>
                <a:gd name="connsiteY12" fmla="*/ 112887 h 350173"/>
                <a:gd name="connsiteX13" fmla="*/ 517321 w 517320"/>
                <a:gd name="connsiteY13" fmla="*/ 142511 h 350173"/>
                <a:gd name="connsiteX14" fmla="*/ 517321 w 517320"/>
                <a:gd name="connsiteY14" fmla="*/ 143801 h 350173"/>
                <a:gd name="connsiteX15" fmla="*/ 284500 w 517320"/>
                <a:gd name="connsiteY15" fmla="*/ 349975 h 350173"/>
                <a:gd name="connsiteX16" fmla="*/ 280779 w 517320"/>
                <a:gd name="connsiteY16" fmla="*/ 350173 h 350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7320" h="350173">
                  <a:moveTo>
                    <a:pt x="280729" y="350173"/>
                  </a:moveTo>
                  <a:cubicBezTo>
                    <a:pt x="260484" y="350173"/>
                    <a:pt x="243166" y="334741"/>
                    <a:pt x="241231" y="314149"/>
                  </a:cubicBezTo>
                  <a:cubicBezTo>
                    <a:pt x="239197" y="292315"/>
                    <a:pt x="255224" y="272963"/>
                    <a:pt x="277057" y="270929"/>
                  </a:cubicBezTo>
                  <a:cubicBezTo>
                    <a:pt x="283359" y="270284"/>
                    <a:pt x="433710" y="254157"/>
                    <a:pt x="437878" y="141816"/>
                  </a:cubicBezTo>
                  <a:lnTo>
                    <a:pt x="437878" y="112887"/>
                  </a:lnTo>
                  <a:cubicBezTo>
                    <a:pt x="437878" y="94428"/>
                    <a:pt x="422843" y="79393"/>
                    <a:pt x="404384" y="79393"/>
                  </a:cubicBezTo>
                  <a:lnTo>
                    <a:pt x="166899" y="79393"/>
                  </a:lnTo>
                  <a:cubicBezTo>
                    <a:pt x="126657" y="79393"/>
                    <a:pt x="90583" y="104848"/>
                    <a:pt x="77086" y="142709"/>
                  </a:cubicBezTo>
                  <a:cubicBezTo>
                    <a:pt x="69742" y="163351"/>
                    <a:pt x="47016" y="174169"/>
                    <a:pt x="26373" y="166775"/>
                  </a:cubicBezTo>
                  <a:cubicBezTo>
                    <a:pt x="5731" y="159431"/>
                    <a:pt x="-5037" y="136705"/>
                    <a:pt x="2307" y="116063"/>
                  </a:cubicBezTo>
                  <a:cubicBezTo>
                    <a:pt x="27018" y="46643"/>
                    <a:pt x="93212" y="0"/>
                    <a:pt x="166949" y="0"/>
                  </a:cubicBezTo>
                  <a:lnTo>
                    <a:pt x="404434" y="0"/>
                  </a:lnTo>
                  <a:cubicBezTo>
                    <a:pt x="466708" y="0"/>
                    <a:pt x="517321" y="50663"/>
                    <a:pt x="517321" y="112887"/>
                  </a:cubicBezTo>
                  <a:lnTo>
                    <a:pt x="517321" y="142511"/>
                  </a:lnTo>
                  <a:cubicBezTo>
                    <a:pt x="517321" y="142957"/>
                    <a:pt x="517321" y="143354"/>
                    <a:pt x="517321" y="143801"/>
                  </a:cubicBezTo>
                  <a:cubicBezTo>
                    <a:pt x="512557" y="290132"/>
                    <a:pt x="362951" y="342631"/>
                    <a:pt x="284500" y="349975"/>
                  </a:cubicBezTo>
                  <a:cubicBezTo>
                    <a:pt x="283260" y="350074"/>
                    <a:pt x="282019" y="350173"/>
                    <a:pt x="280779" y="3501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028CA01-592D-2D71-78DC-5AE7DEEA35DF}"/>
              </a:ext>
            </a:extLst>
          </p:cNvPr>
          <p:cNvGrpSpPr/>
          <p:nvPr/>
        </p:nvGrpSpPr>
        <p:grpSpPr>
          <a:xfrm>
            <a:off x="6945282" y="1438427"/>
            <a:ext cx="468667" cy="796908"/>
            <a:chOff x="6945282" y="1438427"/>
            <a:chExt cx="468667" cy="796908"/>
          </a:xfrm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826BC952-226C-2217-ABCD-E1E492B97D4A}"/>
                </a:ext>
              </a:extLst>
            </p:cNvPr>
            <p:cNvSpPr/>
            <p:nvPr/>
          </p:nvSpPr>
          <p:spPr>
            <a:xfrm>
              <a:off x="7059112" y="2070099"/>
              <a:ext cx="247607" cy="165236"/>
            </a:xfrm>
            <a:custGeom>
              <a:avLst/>
              <a:gdLst>
                <a:gd name="connsiteX0" fmla="*/ 123804 w 247607"/>
                <a:gd name="connsiteY0" fmla="*/ 165237 h 165236"/>
                <a:gd name="connsiteX1" fmla="*/ 0 w 247607"/>
                <a:gd name="connsiteY1" fmla="*/ 39697 h 165236"/>
                <a:gd name="connsiteX2" fmla="*/ 39697 w 247607"/>
                <a:gd name="connsiteY2" fmla="*/ 0 h 165236"/>
                <a:gd name="connsiteX3" fmla="*/ 79393 w 247607"/>
                <a:gd name="connsiteY3" fmla="*/ 39697 h 165236"/>
                <a:gd name="connsiteX4" fmla="*/ 123804 w 247607"/>
                <a:gd name="connsiteY4" fmla="*/ 85844 h 165236"/>
                <a:gd name="connsiteX5" fmla="*/ 168214 w 247607"/>
                <a:gd name="connsiteY5" fmla="*/ 39697 h 165236"/>
                <a:gd name="connsiteX6" fmla="*/ 207911 w 247607"/>
                <a:gd name="connsiteY6" fmla="*/ 0 h 165236"/>
                <a:gd name="connsiteX7" fmla="*/ 247608 w 247607"/>
                <a:gd name="connsiteY7" fmla="*/ 39697 h 165236"/>
                <a:gd name="connsiteX8" fmla="*/ 123804 w 247607"/>
                <a:gd name="connsiteY8" fmla="*/ 165237 h 16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607" h="165236">
                  <a:moveTo>
                    <a:pt x="123804" y="165237"/>
                  </a:moveTo>
                  <a:cubicBezTo>
                    <a:pt x="55526" y="165237"/>
                    <a:pt x="0" y="108917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cubicBezTo>
                    <a:pt x="79393" y="65152"/>
                    <a:pt x="99291" y="85844"/>
                    <a:pt x="123804" y="85844"/>
                  </a:cubicBezTo>
                  <a:cubicBezTo>
                    <a:pt x="148316" y="85844"/>
                    <a:pt x="168214" y="65152"/>
                    <a:pt x="168214" y="39697"/>
                  </a:cubicBezTo>
                  <a:cubicBezTo>
                    <a:pt x="168214" y="17764"/>
                    <a:pt x="185979" y="0"/>
                    <a:pt x="207911" y="0"/>
                  </a:cubicBezTo>
                  <a:cubicBezTo>
                    <a:pt x="229843" y="0"/>
                    <a:pt x="247608" y="17764"/>
                    <a:pt x="247608" y="39697"/>
                  </a:cubicBezTo>
                  <a:cubicBezTo>
                    <a:pt x="247608" y="108917"/>
                    <a:pt x="192082" y="165237"/>
                    <a:pt x="123804" y="1652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CD48D0F-2920-B6C1-2B98-D52D062733C2}"/>
                </a:ext>
              </a:extLst>
            </p:cNvPr>
            <p:cNvSpPr/>
            <p:nvPr/>
          </p:nvSpPr>
          <p:spPr>
            <a:xfrm>
              <a:off x="7139894" y="1438427"/>
              <a:ext cx="79393" cy="214659"/>
            </a:xfrm>
            <a:custGeom>
              <a:avLst/>
              <a:gdLst>
                <a:gd name="connsiteX0" fmla="*/ 39697 w 79393"/>
                <a:gd name="connsiteY0" fmla="*/ 214659 h 214659"/>
                <a:gd name="connsiteX1" fmla="*/ 0 w 79393"/>
                <a:gd name="connsiteY1" fmla="*/ 174963 h 214659"/>
                <a:gd name="connsiteX2" fmla="*/ 0 w 79393"/>
                <a:gd name="connsiteY2" fmla="*/ 39697 h 214659"/>
                <a:gd name="connsiteX3" fmla="*/ 39697 w 79393"/>
                <a:gd name="connsiteY3" fmla="*/ 0 h 214659"/>
                <a:gd name="connsiteX4" fmla="*/ 79393 w 79393"/>
                <a:gd name="connsiteY4" fmla="*/ 39697 h 214659"/>
                <a:gd name="connsiteX5" fmla="*/ 79393 w 79393"/>
                <a:gd name="connsiteY5" fmla="*/ 174913 h 214659"/>
                <a:gd name="connsiteX6" fmla="*/ 39697 w 79393"/>
                <a:gd name="connsiteY6" fmla="*/ 214609 h 21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4659">
                  <a:moveTo>
                    <a:pt x="39697" y="214659"/>
                  </a:moveTo>
                  <a:cubicBezTo>
                    <a:pt x="17764" y="214659"/>
                    <a:pt x="0" y="196895"/>
                    <a:pt x="0" y="17496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74913"/>
                  </a:lnTo>
                  <a:cubicBezTo>
                    <a:pt x="79393" y="196845"/>
                    <a:pt x="61629" y="214609"/>
                    <a:pt x="39697" y="21460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2949B2E5-4366-2661-D053-966A83978726}"/>
                </a:ext>
              </a:extLst>
            </p:cNvPr>
            <p:cNvSpPr/>
            <p:nvPr/>
          </p:nvSpPr>
          <p:spPr>
            <a:xfrm>
              <a:off x="7063181" y="1475941"/>
              <a:ext cx="156106" cy="79393"/>
            </a:xfrm>
            <a:custGeom>
              <a:avLst/>
              <a:gdLst>
                <a:gd name="connsiteX0" fmla="*/ 116410 w 156106"/>
                <a:gd name="connsiteY0" fmla="*/ 79393 h 79393"/>
                <a:gd name="connsiteX1" fmla="*/ 39697 w 156106"/>
                <a:gd name="connsiteY1" fmla="*/ 79393 h 79393"/>
                <a:gd name="connsiteX2" fmla="*/ 0 w 156106"/>
                <a:gd name="connsiteY2" fmla="*/ 39697 h 79393"/>
                <a:gd name="connsiteX3" fmla="*/ 39697 w 156106"/>
                <a:gd name="connsiteY3" fmla="*/ 0 h 79393"/>
                <a:gd name="connsiteX4" fmla="*/ 116410 w 156106"/>
                <a:gd name="connsiteY4" fmla="*/ 0 h 79393"/>
                <a:gd name="connsiteX5" fmla="*/ 156107 w 156106"/>
                <a:gd name="connsiteY5" fmla="*/ 39697 h 79393"/>
                <a:gd name="connsiteX6" fmla="*/ 116410 w 15610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106" h="79393">
                  <a:moveTo>
                    <a:pt x="116410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16410" y="0"/>
                  </a:lnTo>
                  <a:cubicBezTo>
                    <a:pt x="138343" y="0"/>
                    <a:pt x="156107" y="17764"/>
                    <a:pt x="156107" y="39697"/>
                  </a:cubicBezTo>
                  <a:cubicBezTo>
                    <a:pt x="156107" y="61629"/>
                    <a:pt x="138343" y="79393"/>
                    <a:pt x="116410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8" name="Picture Placeholder 46">
              <a:extLst>
                <a:ext uri="{FF2B5EF4-FFF2-40B4-BE49-F238E27FC236}">
                  <a16:creationId xmlns:a16="http://schemas.microsoft.com/office/drawing/2014/main" id="{53F08800-F2E7-4480-1C4E-AFFEDB92AB18}"/>
                </a:ext>
              </a:extLst>
            </p:cNvPr>
            <p:cNvGrpSpPr/>
            <p:nvPr/>
          </p:nvGrpSpPr>
          <p:grpSpPr>
            <a:xfrm>
              <a:off x="6945282" y="1581831"/>
              <a:ext cx="468667" cy="556148"/>
              <a:chOff x="6945282" y="1581831"/>
              <a:chExt cx="468667" cy="556148"/>
            </a:xfrm>
            <a:solidFill>
              <a:srgbClr val="C42828"/>
            </a:solidFill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2FB82FB1-D0E4-2611-9A04-1C8177A52D73}"/>
                  </a:ext>
                </a:extLst>
              </p:cNvPr>
              <p:cNvSpPr/>
              <p:nvPr/>
            </p:nvSpPr>
            <p:spPr>
              <a:xfrm>
                <a:off x="6945282" y="1581831"/>
                <a:ext cx="468667" cy="556148"/>
              </a:xfrm>
              <a:custGeom>
                <a:avLst/>
                <a:gdLst>
                  <a:gd name="connsiteX0" fmla="*/ 234309 w 468667"/>
                  <a:gd name="connsiteY0" fmla="*/ 556149 h 556148"/>
                  <a:gd name="connsiteX1" fmla="*/ 0 w 468667"/>
                  <a:gd name="connsiteY1" fmla="*/ 313652 h 556148"/>
                  <a:gd name="connsiteX2" fmla="*/ 0 w 468667"/>
                  <a:gd name="connsiteY2" fmla="*/ 113433 h 556148"/>
                  <a:gd name="connsiteX3" fmla="*/ 113433 w 468667"/>
                  <a:gd name="connsiteY3" fmla="*/ 0 h 556148"/>
                  <a:gd name="connsiteX4" fmla="*/ 355235 w 468667"/>
                  <a:gd name="connsiteY4" fmla="*/ 0 h 556148"/>
                  <a:gd name="connsiteX5" fmla="*/ 468668 w 468667"/>
                  <a:gd name="connsiteY5" fmla="*/ 113433 h 556148"/>
                  <a:gd name="connsiteX6" fmla="*/ 468668 w 468667"/>
                  <a:gd name="connsiteY6" fmla="*/ 313652 h 556148"/>
                  <a:gd name="connsiteX7" fmla="*/ 234359 w 468667"/>
                  <a:gd name="connsiteY7" fmla="*/ 556149 h 556148"/>
                  <a:gd name="connsiteX8" fmla="*/ 113433 w 468667"/>
                  <a:gd name="connsiteY8" fmla="*/ 79393 h 556148"/>
                  <a:gd name="connsiteX9" fmla="*/ 79393 w 468667"/>
                  <a:gd name="connsiteY9" fmla="*/ 113433 h 556148"/>
                  <a:gd name="connsiteX10" fmla="*/ 79393 w 468667"/>
                  <a:gd name="connsiteY10" fmla="*/ 313652 h 556148"/>
                  <a:gd name="connsiteX11" fmla="*/ 234309 w 468667"/>
                  <a:gd name="connsiteY11" fmla="*/ 476756 h 556148"/>
                  <a:gd name="connsiteX12" fmla="*/ 389225 w 468667"/>
                  <a:gd name="connsiteY12" fmla="*/ 313652 h 556148"/>
                  <a:gd name="connsiteX13" fmla="*/ 389225 w 468667"/>
                  <a:gd name="connsiteY13" fmla="*/ 113433 h 556148"/>
                  <a:gd name="connsiteX14" fmla="*/ 355185 w 468667"/>
                  <a:gd name="connsiteY14" fmla="*/ 79393 h 556148"/>
                  <a:gd name="connsiteX15" fmla="*/ 113383 w 468667"/>
                  <a:gd name="connsiteY15" fmla="*/ 79393 h 55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8667" h="556148">
                    <a:moveTo>
                      <a:pt x="234309" y="556149"/>
                    </a:moveTo>
                    <a:cubicBezTo>
                      <a:pt x="102913" y="556149"/>
                      <a:pt x="0" y="449613"/>
                      <a:pt x="0" y="313652"/>
                    </a:cubicBezTo>
                    <a:lnTo>
                      <a:pt x="0" y="113433"/>
                    </a:lnTo>
                    <a:cubicBezTo>
                      <a:pt x="0" y="50861"/>
                      <a:pt x="50861" y="0"/>
                      <a:pt x="113433" y="0"/>
                    </a:cubicBezTo>
                    <a:lnTo>
                      <a:pt x="355235" y="0"/>
                    </a:lnTo>
                    <a:cubicBezTo>
                      <a:pt x="417807" y="0"/>
                      <a:pt x="468668" y="50861"/>
                      <a:pt x="468668" y="113433"/>
                    </a:cubicBezTo>
                    <a:lnTo>
                      <a:pt x="468668" y="313652"/>
                    </a:lnTo>
                    <a:cubicBezTo>
                      <a:pt x="468668" y="449613"/>
                      <a:pt x="365755" y="556149"/>
                      <a:pt x="234359" y="556149"/>
                    </a:cubicBezTo>
                    <a:close/>
                    <a:moveTo>
                      <a:pt x="113433" y="79393"/>
                    </a:moveTo>
                    <a:cubicBezTo>
                      <a:pt x="94676" y="79393"/>
                      <a:pt x="79393" y="94676"/>
                      <a:pt x="79393" y="113433"/>
                    </a:cubicBezTo>
                    <a:lnTo>
                      <a:pt x="79393" y="313652"/>
                    </a:lnTo>
                    <a:cubicBezTo>
                      <a:pt x="79393" y="406642"/>
                      <a:pt x="145984" y="476756"/>
                      <a:pt x="234309" y="476756"/>
                    </a:cubicBezTo>
                    <a:cubicBezTo>
                      <a:pt x="322634" y="476756"/>
                      <a:pt x="389225" y="406642"/>
                      <a:pt x="389225" y="313652"/>
                    </a:cubicBezTo>
                    <a:lnTo>
                      <a:pt x="389225" y="113433"/>
                    </a:lnTo>
                    <a:cubicBezTo>
                      <a:pt x="389225" y="94676"/>
                      <a:pt x="373942" y="79393"/>
                      <a:pt x="355185" y="79393"/>
                    </a:cubicBezTo>
                    <a:lnTo>
                      <a:pt x="113383" y="79393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E32689C8-33CC-2BD5-130E-10544EAD2FE8}"/>
                  </a:ext>
                </a:extLst>
              </p:cNvPr>
              <p:cNvSpPr/>
              <p:nvPr/>
            </p:nvSpPr>
            <p:spPr>
              <a:xfrm>
                <a:off x="6945282" y="1650953"/>
                <a:ext cx="468618" cy="361635"/>
              </a:xfrm>
              <a:custGeom>
                <a:avLst/>
                <a:gdLst>
                  <a:gd name="connsiteX0" fmla="*/ 234309 w 468618"/>
                  <a:gd name="connsiteY0" fmla="*/ 361636 h 361635"/>
                  <a:gd name="connsiteX1" fmla="*/ 0 w 468618"/>
                  <a:gd name="connsiteY1" fmla="*/ 119139 h 361635"/>
                  <a:gd name="connsiteX2" fmla="*/ 39697 w 468618"/>
                  <a:gd name="connsiteY2" fmla="*/ 79443 h 361635"/>
                  <a:gd name="connsiteX3" fmla="*/ 79393 w 468618"/>
                  <a:gd name="connsiteY3" fmla="*/ 119139 h 361635"/>
                  <a:gd name="connsiteX4" fmla="*/ 234309 w 468618"/>
                  <a:gd name="connsiteY4" fmla="*/ 282243 h 361635"/>
                  <a:gd name="connsiteX5" fmla="*/ 389225 w 468618"/>
                  <a:gd name="connsiteY5" fmla="*/ 119139 h 361635"/>
                  <a:gd name="connsiteX6" fmla="*/ 389225 w 468618"/>
                  <a:gd name="connsiteY6" fmla="*/ 39697 h 361635"/>
                  <a:gd name="connsiteX7" fmla="*/ 428922 w 468618"/>
                  <a:gd name="connsiteY7" fmla="*/ 0 h 361635"/>
                  <a:gd name="connsiteX8" fmla="*/ 468618 w 468618"/>
                  <a:gd name="connsiteY8" fmla="*/ 39697 h 361635"/>
                  <a:gd name="connsiteX9" fmla="*/ 468618 w 468618"/>
                  <a:gd name="connsiteY9" fmla="*/ 119139 h 361635"/>
                  <a:gd name="connsiteX10" fmla="*/ 234309 w 468618"/>
                  <a:gd name="connsiteY10" fmla="*/ 361636 h 361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8618" h="361635">
                    <a:moveTo>
                      <a:pt x="234309" y="361636"/>
                    </a:moveTo>
                    <a:cubicBezTo>
                      <a:pt x="102913" y="361636"/>
                      <a:pt x="0" y="255100"/>
                      <a:pt x="0" y="119139"/>
                    </a:cubicBezTo>
                    <a:cubicBezTo>
                      <a:pt x="0" y="97207"/>
                      <a:pt x="17764" y="79443"/>
                      <a:pt x="39697" y="79443"/>
                    </a:cubicBezTo>
                    <a:cubicBezTo>
                      <a:pt x="61629" y="79443"/>
                      <a:pt x="79393" y="97207"/>
                      <a:pt x="79393" y="119139"/>
                    </a:cubicBezTo>
                    <a:cubicBezTo>
                      <a:pt x="79393" y="212128"/>
                      <a:pt x="145984" y="282243"/>
                      <a:pt x="234309" y="282243"/>
                    </a:cubicBezTo>
                    <a:cubicBezTo>
                      <a:pt x="322634" y="282243"/>
                      <a:pt x="389225" y="212128"/>
                      <a:pt x="389225" y="119139"/>
                    </a:cubicBezTo>
                    <a:lnTo>
                      <a:pt x="389225" y="39697"/>
                    </a:lnTo>
                    <a:cubicBezTo>
                      <a:pt x="389225" y="17764"/>
                      <a:pt x="406989" y="0"/>
                      <a:pt x="428922" y="0"/>
                    </a:cubicBezTo>
                    <a:cubicBezTo>
                      <a:pt x="450854" y="0"/>
                      <a:pt x="468618" y="17764"/>
                      <a:pt x="468618" y="39697"/>
                    </a:cubicBezTo>
                    <a:lnTo>
                      <a:pt x="468618" y="119139"/>
                    </a:lnTo>
                    <a:cubicBezTo>
                      <a:pt x="468618" y="255100"/>
                      <a:pt x="365705" y="361636"/>
                      <a:pt x="234309" y="36163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75C55561-87C0-CFAF-1DB0-FD38044D21F6}"/>
              </a:ext>
            </a:extLst>
          </p:cNvPr>
          <p:cNvGrpSpPr/>
          <p:nvPr/>
        </p:nvGrpSpPr>
        <p:grpSpPr>
          <a:xfrm>
            <a:off x="8072594" y="1423343"/>
            <a:ext cx="849010" cy="827077"/>
            <a:chOff x="8072594" y="1423343"/>
            <a:chExt cx="849010" cy="827077"/>
          </a:xfrm>
        </p:grpSpPr>
        <p:grpSp>
          <p:nvGrpSpPr>
            <p:cNvPr id="123" name="Picture Placeholder 48">
              <a:extLst>
                <a:ext uri="{FF2B5EF4-FFF2-40B4-BE49-F238E27FC236}">
                  <a16:creationId xmlns:a16="http://schemas.microsoft.com/office/drawing/2014/main" id="{C74CF716-DAC9-44B8-8484-DC55414BC216}"/>
                </a:ext>
              </a:extLst>
            </p:cNvPr>
            <p:cNvGrpSpPr/>
            <p:nvPr/>
          </p:nvGrpSpPr>
          <p:grpSpPr>
            <a:xfrm>
              <a:off x="8167540" y="1699234"/>
              <a:ext cx="659098" cy="551186"/>
              <a:chOff x="8167540" y="1699234"/>
              <a:chExt cx="659098" cy="551186"/>
            </a:xfrm>
            <a:solidFill>
              <a:srgbClr val="C42828"/>
            </a:solidFill>
          </p:grpSpPr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419F8489-D963-CA39-69C7-FE1520B0399D}"/>
                  </a:ext>
                </a:extLst>
              </p:cNvPr>
              <p:cNvSpPr/>
              <p:nvPr/>
            </p:nvSpPr>
            <p:spPr>
              <a:xfrm>
                <a:off x="8167540" y="1699234"/>
                <a:ext cx="659098" cy="551186"/>
              </a:xfrm>
              <a:custGeom>
                <a:avLst/>
                <a:gdLst>
                  <a:gd name="connsiteX0" fmla="*/ 459168 w 659098"/>
                  <a:gd name="connsiteY0" fmla="*/ 551187 h 551186"/>
                  <a:gd name="connsiteX1" fmla="*/ 329559 w 659098"/>
                  <a:gd name="connsiteY1" fmla="*/ 503551 h 551186"/>
                  <a:gd name="connsiteX2" fmla="*/ 199949 w 659098"/>
                  <a:gd name="connsiteY2" fmla="*/ 551087 h 551186"/>
                  <a:gd name="connsiteX3" fmla="*/ 199949 w 659098"/>
                  <a:gd name="connsiteY3" fmla="*/ 551087 h 551186"/>
                  <a:gd name="connsiteX4" fmla="*/ 58480 w 659098"/>
                  <a:gd name="connsiteY4" fmla="*/ 492535 h 551186"/>
                  <a:gd name="connsiteX5" fmla="*/ 57041 w 659098"/>
                  <a:gd name="connsiteY5" fmla="*/ 211037 h 551186"/>
                  <a:gd name="connsiteX6" fmla="*/ 185460 w 659098"/>
                  <a:gd name="connsiteY6" fmla="*/ 61430 h 551186"/>
                  <a:gd name="connsiteX7" fmla="*/ 187891 w 659098"/>
                  <a:gd name="connsiteY7" fmla="*/ 58801 h 551186"/>
                  <a:gd name="connsiteX8" fmla="*/ 329559 w 659098"/>
                  <a:gd name="connsiteY8" fmla="*/ 0 h 551186"/>
                  <a:gd name="connsiteX9" fmla="*/ 471027 w 659098"/>
                  <a:gd name="connsiteY9" fmla="*/ 58602 h 551186"/>
                  <a:gd name="connsiteX10" fmla="*/ 473608 w 659098"/>
                  <a:gd name="connsiteY10" fmla="*/ 61381 h 551186"/>
                  <a:gd name="connsiteX11" fmla="*/ 602076 w 659098"/>
                  <a:gd name="connsiteY11" fmla="*/ 210987 h 551186"/>
                  <a:gd name="connsiteX12" fmla="*/ 600637 w 659098"/>
                  <a:gd name="connsiteY12" fmla="*/ 492485 h 551186"/>
                  <a:gd name="connsiteX13" fmla="*/ 459168 w 659098"/>
                  <a:gd name="connsiteY13" fmla="*/ 551087 h 551186"/>
                  <a:gd name="connsiteX14" fmla="*/ 374019 w 659098"/>
                  <a:gd name="connsiteY14" fmla="*/ 436662 h 551186"/>
                  <a:gd name="connsiteX15" fmla="*/ 459118 w 659098"/>
                  <a:gd name="connsiteY15" fmla="*/ 471793 h 551186"/>
                  <a:gd name="connsiteX16" fmla="*/ 544466 w 659098"/>
                  <a:gd name="connsiteY16" fmla="*/ 436464 h 551186"/>
                  <a:gd name="connsiteX17" fmla="*/ 544714 w 659098"/>
                  <a:gd name="connsiteY17" fmla="*/ 265967 h 551186"/>
                  <a:gd name="connsiteX18" fmla="*/ 542729 w 659098"/>
                  <a:gd name="connsiteY18" fmla="*/ 263833 h 551186"/>
                  <a:gd name="connsiteX19" fmla="*/ 414112 w 659098"/>
                  <a:gd name="connsiteY19" fmla="*/ 114028 h 551186"/>
                  <a:gd name="connsiteX20" fmla="*/ 329509 w 659098"/>
                  <a:gd name="connsiteY20" fmla="*/ 79443 h 551186"/>
                  <a:gd name="connsiteX21" fmla="*/ 244906 w 659098"/>
                  <a:gd name="connsiteY21" fmla="*/ 114078 h 551186"/>
                  <a:gd name="connsiteX22" fmla="*/ 116338 w 659098"/>
                  <a:gd name="connsiteY22" fmla="*/ 263833 h 551186"/>
                  <a:gd name="connsiteX23" fmla="*/ 114353 w 659098"/>
                  <a:gd name="connsiteY23" fmla="*/ 265967 h 551186"/>
                  <a:gd name="connsiteX24" fmla="*/ 114602 w 659098"/>
                  <a:gd name="connsiteY24" fmla="*/ 436414 h 551186"/>
                  <a:gd name="connsiteX25" fmla="*/ 199949 w 659098"/>
                  <a:gd name="connsiteY25" fmla="*/ 471694 h 551186"/>
                  <a:gd name="connsiteX26" fmla="*/ 285098 w 659098"/>
                  <a:gd name="connsiteY26" fmla="*/ 436612 h 551186"/>
                  <a:gd name="connsiteX27" fmla="*/ 300878 w 659098"/>
                  <a:gd name="connsiteY27" fmla="*/ 420188 h 551186"/>
                  <a:gd name="connsiteX28" fmla="*/ 329559 w 659098"/>
                  <a:gd name="connsiteY28" fmla="*/ 407932 h 551186"/>
                  <a:gd name="connsiteX29" fmla="*/ 358239 w 659098"/>
                  <a:gd name="connsiteY29" fmla="*/ 420188 h 551186"/>
                  <a:gd name="connsiteX30" fmla="*/ 374068 w 659098"/>
                  <a:gd name="connsiteY30" fmla="*/ 436712 h 55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59098" h="551186">
                    <a:moveTo>
                      <a:pt x="459168" y="551187"/>
                    </a:moveTo>
                    <a:cubicBezTo>
                      <a:pt x="411135" y="551187"/>
                      <a:pt x="365732" y="534365"/>
                      <a:pt x="329559" y="503551"/>
                    </a:cubicBezTo>
                    <a:cubicBezTo>
                      <a:pt x="293435" y="534316"/>
                      <a:pt x="248032" y="551087"/>
                      <a:pt x="199949" y="551087"/>
                    </a:cubicBezTo>
                    <a:cubicBezTo>
                      <a:pt x="199949" y="551087"/>
                      <a:pt x="199949" y="551087"/>
                      <a:pt x="199949" y="551087"/>
                    </a:cubicBezTo>
                    <a:cubicBezTo>
                      <a:pt x="146458" y="551087"/>
                      <a:pt x="96192" y="530296"/>
                      <a:pt x="58480" y="492535"/>
                    </a:cubicBezTo>
                    <a:cubicBezTo>
                      <a:pt x="-18978" y="415077"/>
                      <a:pt x="-19523" y="289140"/>
                      <a:pt x="57041" y="211037"/>
                    </a:cubicBezTo>
                    <a:lnTo>
                      <a:pt x="185460" y="61430"/>
                    </a:lnTo>
                    <a:cubicBezTo>
                      <a:pt x="186403" y="60388"/>
                      <a:pt x="187147" y="59545"/>
                      <a:pt x="187891" y="58801"/>
                    </a:cubicBezTo>
                    <a:cubicBezTo>
                      <a:pt x="225851" y="20841"/>
                      <a:pt x="276117" y="0"/>
                      <a:pt x="329559" y="0"/>
                    </a:cubicBezTo>
                    <a:cubicBezTo>
                      <a:pt x="383000" y="0"/>
                      <a:pt x="433266" y="20791"/>
                      <a:pt x="471027" y="58602"/>
                    </a:cubicBezTo>
                    <a:cubicBezTo>
                      <a:pt x="472020" y="59644"/>
                      <a:pt x="472863" y="60488"/>
                      <a:pt x="473608" y="61381"/>
                    </a:cubicBezTo>
                    <a:lnTo>
                      <a:pt x="602076" y="210987"/>
                    </a:lnTo>
                    <a:cubicBezTo>
                      <a:pt x="678591" y="289090"/>
                      <a:pt x="678095" y="415027"/>
                      <a:pt x="600637" y="492485"/>
                    </a:cubicBezTo>
                    <a:cubicBezTo>
                      <a:pt x="562826" y="530296"/>
                      <a:pt x="512609" y="551087"/>
                      <a:pt x="459168" y="551087"/>
                    </a:cubicBezTo>
                    <a:close/>
                    <a:moveTo>
                      <a:pt x="374019" y="436662"/>
                    </a:moveTo>
                    <a:cubicBezTo>
                      <a:pt x="396795" y="459289"/>
                      <a:pt x="427014" y="471793"/>
                      <a:pt x="459118" y="471793"/>
                    </a:cubicBezTo>
                    <a:cubicBezTo>
                      <a:pt x="491223" y="471793"/>
                      <a:pt x="521690" y="459239"/>
                      <a:pt x="544466" y="436464"/>
                    </a:cubicBezTo>
                    <a:cubicBezTo>
                      <a:pt x="591407" y="389522"/>
                      <a:pt x="591506" y="313057"/>
                      <a:pt x="544714" y="265967"/>
                    </a:cubicBezTo>
                    <a:cubicBezTo>
                      <a:pt x="544019" y="265272"/>
                      <a:pt x="543374" y="264578"/>
                      <a:pt x="542729" y="263833"/>
                    </a:cubicBezTo>
                    <a:lnTo>
                      <a:pt x="414112" y="114028"/>
                    </a:lnTo>
                    <a:cubicBezTo>
                      <a:pt x="391535" y="91749"/>
                      <a:pt x="361465" y="79443"/>
                      <a:pt x="329509" y="79443"/>
                    </a:cubicBezTo>
                    <a:cubicBezTo>
                      <a:pt x="297553" y="79443"/>
                      <a:pt x="267582" y="91749"/>
                      <a:pt x="244906" y="114078"/>
                    </a:cubicBezTo>
                    <a:lnTo>
                      <a:pt x="116338" y="263833"/>
                    </a:lnTo>
                    <a:cubicBezTo>
                      <a:pt x="115693" y="264578"/>
                      <a:pt x="115048" y="265272"/>
                      <a:pt x="114353" y="265967"/>
                    </a:cubicBezTo>
                    <a:cubicBezTo>
                      <a:pt x="67511" y="313007"/>
                      <a:pt x="67660" y="389522"/>
                      <a:pt x="114602" y="436414"/>
                    </a:cubicBezTo>
                    <a:cubicBezTo>
                      <a:pt x="137328" y="459140"/>
                      <a:pt x="167646" y="471694"/>
                      <a:pt x="199949" y="471694"/>
                    </a:cubicBezTo>
                    <a:cubicBezTo>
                      <a:pt x="232252" y="471694"/>
                      <a:pt x="262372" y="459239"/>
                      <a:pt x="285098" y="436612"/>
                    </a:cubicBezTo>
                    <a:lnTo>
                      <a:pt x="300878" y="420188"/>
                    </a:lnTo>
                    <a:cubicBezTo>
                      <a:pt x="308371" y="412348"/>
                      <a:pt x="318741" y="407932"/>
                      <a:pt x="329559" y="407932"/>
                    </a:cubicBezTo>
                    <a:cubicBezTo>
                      <a:pt x="340376" y="407932"/>
                      <a:pt x="350747" y="412348"/>
                      <a:pt x="358239" y="420188"/>
                    </a:cubicBezTo>
                    <a:lnTo>
                      <a:pt x="374068" y="436712"/>
                    </a:ln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934E3556-34E1-AD8B-9DF0-DB20370FB1AA}"/>
                  </a:ext>
                </a:extLst>
              </p:cNvPr>
              <p:cNvSpPr/>
              <p:nvPr/>
            </p:nvSpPr>
            <p:spPr>
              <a:xfrm>
                <a:off x="8331663" y="1880400"/>
                <a:ext cx="330871" cy="301296"/>
              </a:xfrm>
              <a:custGeom>
                <a:avLst/>
                <a:gdLst>
                  <a:gd name="connsiteX0" fmla="*/ 165436 w 330871"/>
                  <a:gd name="connsiteY0" fmla="*/ 301296 h 301296"/>
                  <a:gd name="connsiteX1" fmla="*/ 127972 w 330871"/>
                  <a:gd name="connsiteY1" fmla="*/ 284723 h 301296"/>
                  <a:gd name="connsiteX2" fmla="*/ 29475 w 330871"/>
                  <a:gd name="connsiteY2" fmla="*/ 176500 h 301296"/>
                  <a:gd name="connsiteX3" fmla="*/ 0 w 330871"/>
                  <a:gd name="connsiteY3" fmla="*/ 103955 h 301296"/>
                  <a:gd name="connsiteX4" fmla="*/ 30467 w 330871"/>
                  <a:gd name="connsiteY4" fmla="*/ 30417 h 301296"/>
                  <a:gd name="connsiteX5" fmla="*/ 165436 w 330871"/>
                  <a:gd name="connsiteY5" fmla="*/ 19996 h 301296"/>
                  <a:gd name="connsiteX6" fmla="*/ 300404 w 330871"/>
                  <a:gd name="connsiteY6" fmla="*/ 30417 h 301296"/>
                  <a:gd name="connsiteX7" fmla="*/ 330871 w 330871"/>
                  <a:gd name="connsiteY7" fmla="*/ 103955 h 301296"/>
                  <a:gd name="connsiteX8" fmla="*/ 301396 w 330871"/>
                  <a:gd name="connsiteY8" fmla="*/ 176500 h 301296"/>
                  <a:gd name="connsiteX9" fmla="*/ 202899 w 330871"/>
                  <a:gd name="connsiteY9" fmla="*/ 284723 h 301296"/>
                  <a:gd name="connsiteX10" fmla="*/ 165436 w 330871"/>
                  <a:gd name="connsiteY10" fmla="*/ 301296 h 301296"/>
                  <a:gd name="connsiteX11" fmla="*/ 186723 w 330871"/>
                  <a:gd name="connsiteY11" fmla="*/ 231281 h 301296"/>
                  <a:gd name="connsiteX12" fmla="*/ 186723 w 330871"/>
                  <a:gd name="connsiteY12" fmla="*/ 231281 h 301296"/>
                  <a:gd name="connsiteX13" fmla="*/ 186723 w 330871"/>
                  <a:gd name="connsiteY13" fmla="*/ 231281 h 301296"/>
                  <a:gd name="connsiteX14" fmla="*/ 104005 w 330871"/>
                  <a:gd name="connsiteY14" fmla="*/ 79293 h 301296"/>
                  <a:gd name="connsiteX15" fmla="*/ 86588 w 330871"/>
                  <a:gd name="connsiteY15" fmla="*/ 86488 h 301296"/>
                  <a:gd name="connsiteX16" fmla="*/ 79393 w 330871"/>
                  <a:gd name="connsiteY16" fmla="*/ 103905 h 301296"/>
                  <a:gd name="connsiteX17" fmla="*/ 86539 w 330871"/>
                  <a:gd name="connsiteY17" fmla="*/ 121223 h 301296"/>
                  <a:gd name="connsiteX18" fmla="*/ 87729 w 330871"/>
                  <a:gd name="connsiteY18" fmla="*/ 122463 h 301296"/>
                  <a:gd name="connsiteX19" fmla="*/ 165485 w 330871"/>
                  <a:gd name="connsiteY19" fmla="*/ 207910 h 301296"/>
                  <a:gd name="connsiteX20" fmla="*/ 243241 w 330871"/>
                  <a:gd name="connsiteY20" fmla="*/ 122463 h 301296"/>
                  <a:gd name="connsiteX21" fmla="*/ 244432 w 330871"/>
                  <a:gd name="connsiteY21" fmla="*/ 121223 h 301296"/>
                  <a:gd name="connsiteX22" fmla="*/ 251577 w 330871"/>
                  <a:gd name="connsiteY22" fmla="*/ 103905 h 301296"/>
                  <a:gd name="connsiteX23" fmla="*/ 244382 w 330871"/>
                  <a:gd name="connsiteY23" fmla="*/ 86488 h 301296"/>
                  <a:gd name="connsiteX24" fmla="*/ 209548 w 330871"/>
                  <a:gd name="connsiteY24" fmla="*/ 86488 h 301296"/>
                  <a:gd name="connsiteX25" fmla="*/ 193620 w 330871"/>
                  <a:gd name="connsiteY25" fmla="*/ 102416 h 301296"/>
                  <a:gd name="connsiteX26" fmla="*/ 137499 w 330871"/>
                  <a:gd name="connsiteY26" fmla="*/ 102416 h 301296"/>
                  <a:gd name="connsiteX27" fmla="*/ 121571 w 330871"/>
                  <a:gd name="connsiteY27" fmla="*/ 86488 h 301296"/>
                  <a:gd name="connsiteX28" fmla="*/ 104154 w 330871"/>
                  <a:gd name="connsiteY28" fmla="*/ 79293 h 301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30871" h="301296">
                    <a:moveTo>
                      <a:pt x="165436" y="301296"/>
                    </a:moveTo>
                    <a:cubicBezTo>
                      <a:pt x="151194" y="301296"/>
                      <a:pt x="137549" y="295242"/>
                      <a:pt x="127972" y="284723"/>
                    </a:cubicBezTo>
                    <a:lnTo>
                      <a:pt x="29475" y="176500"/>
                    </a:lnTo>
                    <a:cubicBezTo>
                      <a:pt x="10470" y="156999"/>
                      <a:pt x="0" y="131246"/>
                      <a:pt x="0" y="103955"/>
                    </a:cubicBezTo>
                    <a:cubicBezTo>
                      <a:pt x="0" y="76663"/>
                      <a:pt x="10817" y="50067"/>
                      <a:pt x="30467" y="30417"/>
                    </a:cubicBezTo>
                    <a:cubicBezTo>
                      <a:pt x="67186" y="-6303"/>
                      <a:pt x="124796" y="-9776"/>
                      <a:pt x="165436" y="19996"/>
                    </a:cubicBezTo>
                    <a:cubicBezTo>
                      <a:pt x="206125" y="-9776"/>
                      <a:pt x="263685" y="-6303"/>
                      <a:pt x="300404" y="30417"/>
                    </a:cubicBezTo>
                    <a:cubicBezTo>
                      <a:pt x="320054" y="50067"/>
                      <a:pt x="330871" y="76167"/>
                      <a:pt x="330871" y="103955"/>
                    </a:cubicBezTo>
                    <a:cubicBezTo>
                      <a:pt x="330871" y="131742"/>
                      <a:pt x="320401" y="156999"/>
                      <a:pt x="301396" y="176500"/>
                    </a:cubicBezTo>
                    <a:lnTo>
                      <a:pt x="202899" y="284723"/>
                    </a:lnTo>
                    <a:cubicBezTo>
                      <a:pt x="193322" y="295242"/>
                      <a:pt x="179677" y="301296"/>
                      <a:pt x="165436" y="301296"/>
                    </a:cubicBezTo>
                    <a:close/>
                    <a:moveTo>
                      <a:pt x="186723" y="231281"/>
                    </a:moveTo>
                    <a:lnTo>
                      <a:pt x="186723" y="231281"/>
                    </a:lnTo>
                    <a:lnTo>
                      <a:pt x="186723" y="231281"/>
                    </a:lnTo>
                    <a:close/>
                    <a:moveTo>
                      <a:pt x="104005" y="79293"/>
                    </a:moveTo>
                    <a:cubicBezTo>
                      <a:pt x="97703" y="79293"/>
                      <a:pt x="91401" y="81675"/>
                      <a:pt x="86588" y="86488"/>
                    </a:cubicBezTo>
                    <a:cubicBezTo>
                      <a:pt x="81874" y="91202"/>
                      <a:pt x="79393" y="97206"/>
                      <a:pt x="79393" y="103905"/>
                    </a:cubicBezTo>
                    <a:cubicBezTo>
                      <a:pt x="79393" y="110604"/>
                      <a:pt x="81874" y="116509"/>
                      <a:pt x="86539" y="121223"/>
                    </a:cubicBezTo>
                    <a:cubicBezTo>
                      <a:pt x="86936" y="121620"/>
                      <a:pt x="87333" y="122066"/>
                      <a:pt x="87729" y="122463"/>
                    </a:cubicBezTo>
                    <a:lnTo>
                      <a:pt x="165485" y="207910"/>
                    </a:lnTo>
                    <a:lnTo>
                      <a:pt x="243241" y="122463"/>
                    </a:lnTo>
                    <a:cubicBezTo>
                      <a:pt x="243638" y="122066"/>
                      <a:pt x="244035" y="121620"/>
                      <a:pt x="244432" y="121223"/>
                    </a:cubicBezTo>
                    <a:cubicBezTo>
                      <a:pt x="249096" y="116509"/>
                      <a:pt x="251577" y="110505"/>
                      <a:pt x="251577" y="103905"/>
                    </a:cubicBezTo>
                    <a:cubicBezTo>
                      <a:pt x="251577" y="97305"/>
                      <a:pt x="249096" y="91202"/>
                      <a:pt x="244382" y="86488"/>
                    </a:cubicBezTo>
                    <a:cubicBezTo>
                      <a:pt x="234805" y="76862"/>
                      <a:pt x="219175" y="76911"/>
                      <a:pt x="209548" y="86488"/>
                    </a:cubicBezTo>
                    <a:lnTo>
                      <a:pt x="193620" y="102416"/>
                    </a:lnTo>
                    <a:cubicBezTo>
                      <a:pt x="178138" y="117898"/>
                      <a:pt x="152981" y="117898"/>
                      <a:pt x="137499" y="102416"/>
                    </a:cubicBezTo>
                    <a:lnTo>
                      <a:pt x="121571" y="86488"/>
                    </a:lnTo>
                    <a:cubicBezTo>
                      <a:pt x="116758" y="81675"/>
                      <a:pt x="110456" y="79293"/>
                      <a:pt x="104154" y="792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E320EC36-B363-6926-6079-9965480D3B39}"/>
                </a:ext>
              </a:extLst>
            </p:cNvPr>
            <p:cNvSpPr/>
            <p:nvPr/>
          </p:nvSpPr>
          <p:spPr>
            <a:xfrm>
              <a:off x="8072594" y="1553299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9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9" y="158191"/>
                    <a:pt x="142809" y="129510"/>
                  </a:cubicBezTo>
                  <a:cubicBezTo>
                    <a:pt x="142809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9464A64-AB0D-C462-1A0A-18575D70673A}"/>
                </a:ext>
              </a:extLst>
            </p:cNvPr>
            <p:cNvSpPr/>
            <p:nvPr/>
          </p:nvSpPr>
          <p:spPr>
            <a:xfrm>
              <a:off x="8269935" y="1423343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782D644-ABDE-6672-20CF-6D5FAC08CA44}"/>
                </a:ext>
              </a:extLst>
            </p:cNvPr>
            <p:cNvSpPr/>
            <p:nvPr/>
          </p:nvSpPr>
          <p:spPr>
            <a:xfrm>
              <a:off x="8699403" y="1553299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A4DC618-7D39-73BB-F0BB-0C4C7EA587B8}"/>
                </a:ext>
              </a:extLst>
            </p:cNvPr>
            <p:cNvSpPr/>
            <p:nvPr/>
          </p:nvSpPr>
          <p:spPr>
            <a:xfrm>
              <a:off x="8502061" y="1423343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57A29E8-F33E-6ECA-DAD5-8F27D31D3C8E}"/>
              </a:ext>
            </a:extLst>
          </p:cNvPr>
          <p:cNvGrpSpPr/>
          <p:nvPr/>
        </p:nvGrpSpPr>
        <p:grpSpPr>
          <a:xfrm>
            <a:off x="9388265" y="1410590"/>
            <a:ext cx="852782" cy="852681"/>
            <a:chOff x="9388265" y="1410590"/>
            <a:chExt cx="852782" cy="852681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D7E44D9B-A7DB-FD9E-BF88-CD58AE76472E}"/>
                </a:ext>
              </a:extLst>
            </p:cNvPr>
            <p:cNvSpPr/>
            <p:nvPr/>
          </p:nvSpPr>
          <p:spPr>
            <a:xfrm>
              <a:off x="9388265" y="1410590"/>
              <a:ext cx="852782" cy="852681"/>
            </a:xfrm>
            <a:custGeom>
              <a:avLst/>
              <a:gdLst>
                <a:gd name="connsiteX0" fmla="*/ 487871 w 852782"/>
                <a:gd name="connsiteY0" fmla="*/ 852632 h 852681"/>
                <a:gd name="connsiteX1" fmla="*/ 364762 w 852782"/>
                <a:gd name="connsiteY1" fmla="*/ 852632 h 852681"/>
                <a:gd name="connsiteX2" fmla="*/ 310675 w 852782"/>
                <a:gd name="connsiteY2" fmla="*/ 798546 h 852681"/>
                <a:gd name="connsiteX3" fmla="*/ 310675 w 852782"/>
                <a:gd name="connsiteY3" fmla="*/ 753192 h 852681"/>
                <a:gd name="connsiteX4" fmla="*/ 277281 w 852782"/>
                <a:gd name="connsiteY4" fmla="*/ 739348 h 852681"/>
                <a:gd name="connsiteX5" fmla="*/ 245126 w 852782"/>
                <a:gd name="connsiteY5" fmla="*/ 771502 h 852681"/>
                <a:gd name="connsiteX6" fmla="*/ 168611 w 852782"/>
                <a:gd name="connsiteY6" fmla="*/ 771502 h 852681"/>
                <a:gd name="connsiteX7" fmla="*/ 81328 w 852782"/>
                <a:gd name="connsiteY7" fmla="*/ 684220 h 852681"/>
                <a:gd name="connsiteX8" fmla="*/ 81328 w 852782"/>
                <a:gd name="connsiteY8" fmla="*/ 607705 h 852681"/>
                <a:gd name="connsiteX9" fmla="*/ 113383 w 852782"/>
                <a:gd name="connsiteY9" fmla="*/ 575650 h 852681"/>
                <a:gd name="connsiteX10" fmla="*/ 99539 w 852782"/>
                <a:gd name="connsiteY10" fmla="*/ 542255 h 852681"/>
                <a:gd name="connsiteX11" fmla="*/ 54087 w 852782"/>
                <a:gd name="connsiteY11" fmla="*/ 542255 h 852681"/>
                <a:gd name="connsiteX12" fmla="*/ 0 w 852782"/>
                <a:gd name="connsiteY12" fmla="*/ 488168 h 852681"/>
                <a:gd name="connsiteX13" fmla="*/ 0 w 852782"/>
                <a:gd name="connsiteY13" fmla="*/ 364712 h 852681"/>
                <a:gd name="connsiteX14" fmla="*/ 54087 w 852782"/>
                <a:gd name="connsiteY14" fmla="*/ 310626 h 852681"/>
                <a:gd name="connsiteX15" fmla="*/ 99440 w 852782"/>
                <a:gd name="connsiteY15" fmla="*/ 310626 h 852681"/>
                <a:gd name="connsiteX16" fmla="*/ 113284 w 852782"/>
                <a:gd name="connsiteY16" fmla="*/ 277231 h 852681"/>
                <a:gd name="connsiteX17" fmla="*/ 81130 w 852782"/>
                <a:gd name="connsiteY17" fmla="*/ 245077 h 852681"/>
                <a:gd name="connsiteX18" fmla="*/ 81130 w 852782"/>
                <a:gd name="connsiteY18" fmla="*/ 168561 h 852681"/>
                <a:gd name="connsiteX19" fmla="*/ 168413 w 852782"/>
                <a:gd name="connsiteY19" fmla="*/ 81279 h 852681"/>
                <a:gd name="connsiteX20" fmla="*/ 206670 w 852782"/>
                <a:gd name="connsiteY20" fmla="*/ 65450 h 852681"/>
                <a:gd name="connsiteX21" fmla="*/ 244928 w 852782"/>
                <a:gd name="connsiteY21" fmla="*/ 81328 h 852681"/>
                <a:gd name="connsiteX22" fmla="*/ 276983 w 852782"/>
                <a:gd name="connsiteY22" fmla="*/ 113383 h 852681"/>
                <a:gd name="connsiteX23" fmla="*/ 310378 w 852782"/>
                <a:gd name="connsiteY23" fmla="*/ 99539 h 852681"/>
                <a:gd name="connsiteX24" fmla="*/ 310378 w 852782"/>
                <a:gd name="connsiteY24" fmla="*/ 54087 h 852681"/>
                <a:gd name="connsiteX25" fmla="*/ 364464 w 852782"/>
                <a:gd name="connsiteY25" fmla="*/ 0 h 852681"/>
                <a:gd name="connsiteX26" fmla="*/ 488318 w 852782"/>
                <a:gd name="connsiteY26" fmla="*/ 0 h 852681"/>
                <a:gd name="connsiteX27" fmla="*/ 542404 w 852782"/>
                <a:gd name="connsiteY27" fmla="*/ 54087 h 852681"/>
                <a:gd name="connsiteX28" fmla="*/ 542404 w 852782"/>
                <a:gd name="connsiteY28" fmla="*/ 99539 h 852681"/>
                <a:gd name="connsiteX29" fmla="*/ 575799 w 852782"/>
                <a:gd name="connsiteY29" fmla="*/ 113383 h 852681"/>
                <a:gd name="connsiteX30" fmla="*/ 607854 w 852782"/>
                <a:gd name="connsiteY30" fmla="*/ 81328 h 852681"/>
                <a:gd name="connsiteX31" fmla="*/ 646112 w 852782"/>
                <a:gd name="connsiteY31" fmla="*/ 65499 h 852681"/>
                <a:gd name="connsiteX32" fmla="*/ 684369 w 852782"/>
                <a:gd name="connsiteY32" fmla="*/ 81378 h 852681"/>
                <a:gd name="connsiteX33" fmla="*/ 771652 w 852782"/>
                <a:gd name="connsiteY33" fmla="*/ 168661 h 852681"/>
                <a:gd name="connsiteX34" fmla="*/ 771652 w 852782"/>
                <a:gd name="connsiteY34" fmla="*/ 245176 h 852681"/>
                <a:gd name="connsiteX35" fmla="*/ 739498 w 852782"/>
                <a:gd name="connsiteY35" fmla="*/ 277330 h 852681"/>
                <a:gd name="connsiteX36" fmla="*/ 753342 w 852782"/>
                <a:gd name="connsiteY36" fmla="*/ 310725 h 852681"/>
                <a:gd name="connsiteX37" fmla="*/ 798695 w 852782"/>
                <a:gd name="connsiteY37" fmla="*/ 310725 h 852681"/>
                <a:gd name="connsiteX38" fmla="*/ 852782 w 852782"/>
                <a:gd name="connsiteY38" fmla="*/ 364811 h 852681"/>
                <a:gd name="connsiteX39" fmla="*/ 852782 w 852782"/>
                <a:gd name="connsiteY39" fmla="*/ 488268 h 852681"/>
                <a:gd name="connsiteX40" fmla="*/ 798695 w 852782"/>
                <a:gd name="connsiteY40" fmla="*/ 542354 h 852681"/>
                <a:gd name="connsiteX41" fmla="*/ 753243 w 852782"/>
                <a:gd name="connsiteY41" fmla="*/ 542354 h 852681"/>
                <a:gd name="connsiteX42" fmla="*/ 739399 w 852782"/>
                <a:gd name="connsiteY42" fmla="*/ 575749 h 852681"/>
                <a:gd name="connsiteX43" fmla="*/ 771454 w 852782"/>
                <a:gd name="connsiteY43" fmla="*/ 607804 h 852681"/>
                <a:gd name="connsiteX44" fmla="*/ 771454 w 852782"/>
                <a:gd name="connsiteY44" fmla="*/ 684319 h 852681"/>
                <a:gd name="connsiteX45" fmla="*/ 684171 w 852782"/>
                <a:gd name="connsiteY45" fmla="*/ 771602 h 852681"/>
                <a:gd name="connsiteX46" fmla="*/ 645913 w 852782"/>
                <a:gd name="connsiteY46" fmla="*/ 787431 h 852681"/>
                <a:gd name="connsiteX47" fmla="*/ 607656 w 852782"/>
                <a:gd name="connsiteY47" fmla="*/ 771552 h 852681"/>
                <a:gd name="connsiteX48" fmla="*/ 575501 w 852782"/>
                <a:gd name="connsiteY48" fmla="*/ 739398 h 852681"/>
                <a:gd name="connsiteX49" fmla="*/ 542107 w 852782"/>
                <a:gd name="connsiteY49" fmla="*/ 753242 h 852681"/>
                <a:gd name="connsiteX50" fmla="*/ 542107 w 852782"/>
                <a:gd name="connsiteY50" fmla="*/ 798595 h 852681"/>
                <a:gd name="connsiteX51" fmla="*/ 488020 w 852782"/>
                <a:gd name="connsiteY51" fmla="*/ 852682 h 852681"/>
                <a:gd name="connsiteX52" fmla="*/ 390069 w 852782"/>
                <a:gd name="connsiteY52" fmla="*/ 773239 h 852681"/>
                <a:gd name="connsiteX53" fmla="*/ 462565 w 852782"/>
                <a:gd name="connsiteY53" fmla="*/ 773239 h 852681"/>
                <a:gd name="connsiteX54" fmla="*/ 462565 w 852782"/>
                <a:gd name="connsiteY54" fmla="*/ 730119 h 852681"/>
                <a:gd name="connsiteX55" fmla="*/ 497696 w 852782"/>
                <a:gd name="connsiteY55" fmla="*/ 683922 h 852681"/>
                <a:gd name="connsiteX56" fmla="*/ 557688 w 852782"/>
                <a:gd name="connsiteY56" fmla="*/ 659112 h 852681"/>
                <a:gd name="connsiteX57" fmla="*/ 615198 w 852782"/>
                <a:gd name="connsiteY57" fmla="*/ 666952 h 852681"/>
                <a:gd name="connsiteX58" fmla="*/ 645764 w 852782"/>
                <a:gd name="connsiteY58" fmla="*/ 697518 h 852681"/>
                <a:gd name="connsiteX59" fmla="*/ 697320 w 852782"/>
                <a:gd name="connsiteY59" fmla="*/ 646012 h 852681"/>
                <a:gd name="connsiteX60" fmla="*/ 666853 w 852782"/>
                <a:gd name="connsiteY60" fmla="*/ 615495 h 852681"/>
                <a:gd name="connsiteX61" fmla="*/ 659063 w 852782"/>
                <a:gd name="connsiteY61" fmla="*/ 557935 h 852681"/>
                <a:gd name="connsiteX62" fmla="*/ 683972 w 852782"/>
                <a:gd name="connsiteY62" fmla="*/ 497993 h 852681"/>
                <a:gd name="connsiteX63" fmla="*/ 730169 w 852782"/>
                <a:gd name="connsiteY63" fmla="*/ 462911 h 852681"/>
                <a:gd name="connsiteX64" fmla="*/ 773339 w 852782"/>
                <a:gd name="connsiteY64" fmla="*/ 462911 h 852681"/>
                <a:gd name="connsiteX65" fmla="*/ 773339 w 852782"/>
                <a:gd name="connsiteY65" fmla="*/ 390019 h 852681"/>
                <a:gd name="connsiteX66" fmla="*/ 730269 w 852782"/>
                <a:gd name="connsiteY66" fmla="*/ 390019 h 852681"/>
                <a:gd name="connsiteX67" fmla="*/ 684072 w 852782"/>
                <a:gd name="connsiteY67" fmla="*/ 354887 h 852681"/>
                <a:gd name="connsiteX68" fmla="*/ 659261 w 852782"/>
                <a:gd name="connsiteY68" fmla="*/ 294896 h 852681"/>
                <a:gd name="connsiteX69" fmla="*/ 667101 w 852782"/>
                <a:gd name="connsiteY69" fmla="*/ 237385 h 852681"/>
                <a:gd name="connsiteX70" fmla="*/ 697668 w 852782"/>
                <a:gd name="connsiteY70" fmla="*/ 206819 h 852681"/>
                <a:gd name="connsiteX71" fmla="*/ 646112 w 852782"/>
                <a:gd name="connsiteY71" fmla="*/ 155313 h 852681"/>
                <a:gd name="connsiteX72" fmla="*/ 615645 w 852782"/>
                <a:gd name="connsiteY72" fmla="*/ 185780 h 852681"/>
                <a:gd name="connsiteX73" fmla="*/ 558085 w 852782"/>
                <a:gd name="connsiteY73" fmla="*/ 193570 h 852681"/>
                <a:gd name="connsiteX74" fmla="*/ 498143 w 852782"/>
                <a:gd name="connsiteY74" fmla="*/ 168661 h 852681"/>
                <a:gd name="connsiteX75" fmla="*/ 463061 w 852782"/>
                <a:gd name="connsiteY75" fmla="*/ 122464 h 852681"/>
                <a:gd name="connsiteX76" fmla="*/ 463061 w 852782"/>
                <a:gd name="connsiteY76" fmla="*/ 79294 h 852681"/>
                <a:gd name="connsiteX77" fmla="*/ 389821 w 852782"/>
                <a:gd name="connsiteY77" fmla="*/ 79294 h 852681"/>
                <a:gd name="connsiteX78" fmla="*/ 389821 w 852782"/>
                <a:gd name="connsiteY78" fmla="*/ 122464 h 852681"/>
                <a:gd name="connsiteX79" fmla="*/ 354689 w 852782"/>
                <a:gd name="connsiteY79" fmla="*/ 168661 h 852681"/>
                <a:gd name="connsiteX80" fmla="*/ 294747 w 852782"/>
                <a:gd name="connsiteY80" fmla="*/ 193570 h 852681"/>
                <a:gd name="connsiteX81" fmla="*/ 237237 w 852782"/>
                <a:gd name="connsiteY81" fmla="*/ 185780 h 852681"/>
                <a:gd name="connsiteX82" fmla="*/ 206720 w 852782"/>
                <a:gd name="connsiteY82" fmla="*/ 155263 h 852681"/>
                <a:gd name="connsiteX83" fmla="*/ 155164 w 852782"/>
                <a:gd name="connsiteY83" fmla="*/ 206769 h 852681"/>
                <a:gd name="connsiteX84" fmla="*/ 185730 w 852782"/>
                <a:gd name="connsiteY84" fmla="*/ 237336 h 852681"/>
                <a:gd name="connsiteX85" fmla="*/ 193521 w 852782"/>
                <a:gd name="connsiteY85" fmla="*/ 294846 h 852681"/>
                <a:gd name="connsiteX86" fmla="*/ 168711 w 852782"/>
                <a:gd name="connsiteY86" fmla="*/ 354788 h 852681"/>
                <a:gd name="connsiteX87" fmla="*/ 122514 w 852782"/>
                <a:gd name="connsiteY87" fmla="*/ 389969 h 852681"/>
                <a:gd name="connsiteX88" fmla="*/ 79443 w 852782"/>
                <a:gd name="connsiteY88" fmla="*/ 389969 h 852681"/>
                <a:gd name="connsiteX89" fmla="*/ 79443 w 852782"/>
                <a:gd name="connsiteY89" fmla="*/ 462862 h 852681"/>
                <a:gd name="connsiteX90" fmla="*/ 122613 w 852782"/>
                <a:gd name="connsiteY90" fmla="*/ 462862 h 852681"/>
                <a:gd name="connsiteX91" fmla="*/ 168810 w 852782"/>
                <a:gd name="connsiteY91" fmla="*/ 497944 h 852681"/>
                <a:gd name="connsiteX92" fmla="*/ 193719 w 852782"/>
                <a:gd name="connsiteY92" fmla="*/ 557885 h 852681"/>
                <a:gd name="connsiteX93" fmla="*/ 185929 w 852782"/>
                <a:gd name="connsiteY93" fmla="*/ 615396 h 852681"/>
                <a:gd name="connsiteX94" fmla="*/ 155412 w 852782"/>
                <a:gd name="connsiteY94" fmla="*/ 645912 h 852681"/>
                <a:gd name="connsiteX95" fmla="*/ 206918 w 852782"/>
                <a:gd name="connsiteY95" fmla="*/ 697419 h 852681"/>
                <a:gd name="connsiteX96" fmla="*/ 237485 w 852782"/>
                <a:gd name="connsiteY96" fmla="*/ 666852 h 852681"/>
                <a:gd name="connsiteX97" fmla="*/ 294995 w 852782"/>
                <a:gd name="connsiteY97" fmla="*/ 659062 h 852681"/>
                <a:gd name="connsiteX98" fmla="*/ 354937 w 852782"/>
                <a:gd name="connsiteY98" fmla="*/ 683872 h 852681"/>
                <a:gd name="connsiteX99" fmla="*/ 390118 w 852782"/>
                <a:gd name="connsiteY99" fmla="*/ 730069 h 852681"/>
                <a:gd name="connsiteX100" fmla="*/ 390118 w 852782"/>
                <a:gd name="connsiteY100" fmla="*/ 773190 h 852681"/>
                <a:gd name="connsiteX101" fmla="*/ 255845 w 852782"/>
                <a:gd name="connsiteY101" fmla="*/ 728233 h 852681"/>
                <a:gd name="connsiteX102" fmla="*/ 255894 w 852782"/>
                <a:gd name="connsiteY102" fmla="*/ 728233 h 852681"/>
                <a:gd name="connsiteX103" fmla="*/ 255845 w 852782"/>
                <a:gd name="connsiteY103" fmla="*/ 728233 h 852681"/>
                <a:gd name="connsiteX104" fmla="*/ 124598 w 852782"/>
                <a:gd name="connsiteY104" fmla="*/ 597135 h 852681"/>
                <a:gd name="connsiteX105" fmla="*/ 124598 w 852782"/>
                <a:gd name="connsiteY105" fmla="*/ 597135 h 852681"/>
                <a:gd name="connsiteX106" fmla="*/ 124598 w 852782"/>
                <a:gd name="connsiteY106" fmla="*/ 597135 h 852681"/>
                <a:gd name="connsiteX107" fmla="*/ 728085 w 852782"/>
                <a:gd name="connsiteY107" fmla="*/ 597086 h 852681"/>
                <a:gd name="connsiteX108" fmla="*/ 728085 w 852782"/>
                <a:gd name="connsiteY108" fmla="*/ 597086 h 852681"/>
                <a:gd name="connsiteX109" fmla="*/ 728085 w 852782"/>
                <a:gd name="connsiteY109" fmla="*/ 597086 h 852681"/>
                <a:gd name="connsiteX110" fmla="*/ 124399 w 852782"/>
                <a:gd name="connsiteY110" fmla="*/ 255795 h 852681"/>
                <a:gd name="connsiteX111" fmla="*/ 124399 w 852782"/>
                <a:gd name="connsiteY111" fmla="*/ 255795 h 852681"/>
                <a:gd name="connsiteX112" fmla="*/ 124399 w 852782"/>
                <a:gd name="connsiteY112" fmla="*/ 255795 h 852681"/>
                <a:gd name="connsiteX113" fmla="*/ 728284 w 852782"/>
                <a:gd name="connsiteY113" fmla="*/ 255795 h 852681"/>
                <a:gd name="connsiteX114" fmla="*/ 728284 w 852782"/>
                <a:gd name="connsiteY114" fmla="*/ 255795 h 852681"/>
                <a:gd name="connsiteX115" fmla="*/ 728284 w 852782"/>
                <a:gd name="connsiteY115" fmla="*/ 255795 h 852681"/>
                <a:gd name="connsiteX116" fmla="*/ 333352 w 852782"/>
                <a:gd name="connsiteY116" fmla="*/ 92195 h 852681"/>
                <a:gd name="connsiteX117" fmla="*/ 333303 w 852782"/>
                <a:gd name="connsiteY117" fmla="*/ 92195 h 852681"/>
                <a:gd name="connsiteX118" fmla="*/ 333352 w 852782"/>
                <a:gd name="connsiteY118" fmla="*/ 92195 h 852681"/>
                <a:gd name="connsiteX119" fmla="*/ 519281 w 852782"/>
                <a:gd name="connsiteY119" fmla="*/ 92195 h 852681"/>
                <a:gd name="connsiteX120" fmla="*/ 519331 w 852782"/>
                <a:gd name="connsiteY120" fmla="*/ 92195 h 852681"/>
                <a:gd name="connsiteX121" fmla="*/ 519281 w 852782"/>
                <a:gd name="connsiteY121" fmla="*/ 92195 h 85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852782" h="852681">
                  <a:moveTo>
                    <a:pt x="487871" y="852632"/>
                  </a:moveTo>
                  <a:lnTo>
                    <a:pt x="364762" y="852632"/>
                  </a:lnTo>
                  <a:cubicBezTo>
                    <a:pt x="334940" y="852632"/>
                    <a:pt x="310675" y="828368"/>
                    <a:pt x="310675" y="798546"/>
                  </a:cubicBezTo>
                  <a:lnTo>
                    <a:pt x="310675" y="753192"/>
                  </a:lnTo>
                  <a:cubicBezTo>
                    <a:pt x="299312" y="749173"/>
                    <a:pt x="288197" y="744558"/>
                    <a:pt x="277281" y="739348"/>
                  </a:cubicBezTo>
                  <a:lnTo>
                    <a:pt x="245126" y="771502"/>
                  </a:lnTo>
                  <a:cubicBezTo>
                    <a:pt x="223988" y="792591"/>
                    <a:pt x="189700" y="792591"/>
                    <a:pt x="168611" y="771502"/>
                  </a:cubicBezTo>
                  <a:lnTo>
                    <a:pt x="81328" y="684220"/>
                  </a:lnTo>
                  <a:cubicBezTo>
                    <a:pt x="60240" y="663081"/>
                    <a:pt x="60240" y="628793"/>
                    <a:pt x="81328" y="607705"/>
                  </a:cubicBezTo>
                  <a:lnTo>
                    <a:pt x="113383" y="575650"/>
                  </a:lnTo>
                  <a:cubicBezTo>
                    <a:pt x="108173" y="564783"/>
                    <a:pt x="103558" y="553618"/>
                    <a:pt x="99539" y="542255"/>
                  </a:cubicBezTo>
                  <a:lnTo>
                    <a:pt x="54087" y="542255"/>
                  </a:lnTo>
                  <a:cubicBezTo>
                    <a:pt x="24265" y="542255"/>
                    <a:pt x="0" y="517990"/>
                    <a:pt x="0" y="488168"/>
                  </a:cubicBezTo>
                  <a:lnTo>
                    <a:pt x="0" y="364712"/>
                  </a:lnTo>
                  <a:cubicBezTo>
                    <a:pt x="0" y="334890"/>
                    <a:pt x="24265" y="310626"/>
                    <a:pt x="54087" y="310626"/>
                  </a:cubicBezTo>
                  <a:lnTo>
                    <a:pt x="99440" y="310626"/>
                  </a:lnTo>
                  <a:cubicBezTo>
                    <a:pt x="103459" y="299262"/>
                    <a:pt x="108074" y="288098"/>
                    <a:pt x="113284" y="277231"/>
                  </a:cubicBezTo>
                  <a:lnTo>
                    <a:pt x="81130" y="245077"/>
                  </a:lnTo>
                  <a:cubicBezTo>
                    <a:pt x="60041" y="223988"/>
                    <a:pt x="60041" y="189650"/>
                    <a:pt x="81130" y="168561"/>
                  </a:cubicBezTo>
                  <a:lnTo>
                    <a:pt x="168413" y="81279"/>
                  </a:lnTo>
                  <a:cubicBezTo>
                    <a:pt x="178635" y="71057"/>
                    <a:pt x="192231" y="65450"/>
                    <a:pt x="206670" y="65450"/>
                  </a:cubicBezTo>
                  <a:cubicBezTo>
                    <a:pt x="221110" y="65450"/>
                    <a:pt x="234706" y="71057"/>
                    <a:pt x="244928" y="81328"/>
                  </a:cubicBezTo>
                  <a:lnTo>
                    <a:pt x="276983" y="113383"/>
                  </a:lnTo>
                  <a:cubicBezTo>
                    <a:pt x="287850" y="108173"/>
                    <a:pt x="299015" y="103558"/>
                    <a:pt x="310378" y="99539"/>
                  </a:cubicBezTo>
                  <a:lnTo>
                    <a:pt x="310378" y="54087"/>
                  </a:lnTo>
                  <a:cubicBezTo>
                    <a:pt x="310378" y="24265"/>
                    <a:pt x="334642" y="0"/>
                    <a:pt x="364464" y="0"/>
                  </a:cubicBezTo>
                  <a:lnTo>
                    <a:pt x="488318" y="0"/>
                  </a:lnTo>
                  <a:cubicBezTo>
                    <a:pt x="518140" y="0"/>
                    <a:pt x="542404" y="24265"/>
                    <a:pt x="542404" y="54087"/>
                  </a:cubicBezTo>
                  <a:lnTo>
                    <a:pt x="542404" y="99539"/>
                  </a:lnTo>
                  <a:cubicBezTo>
                    <a:pt x="553768" y="103558"/>
                    <a:pt x="564932" y="108223"/>
                    <a:pt x="575799" y="113383"/>
                  </a:cubicBezTo>
                  <a:lnTo>
                    <a:pt x="607854" y="81328"/>
                  </a:lnTo>
                  <a:cubicBezTo>
                    <a:pt x="618076" y="71106"/>
                    <a:pt x="631672" y="65499"/>
                    <a:pt x="646112" y="65499"/>
                  </a:cubicBezTo>
                  <a:cubicBezTo>
                    <a:pt x="660551" y="65499"/>
                    <a:pt x="674147" y="71106"/>
                    <a:pt x="684369" y="81378"/>
                  </a:cubicBezTo>
                  <a:lnTo>
                    <a:pt x="771652" y="168661"/>
                  </a:lnTo>
                  <a:cubicBezTo>
                    <a:pt x="792741" y="189799"/>
                    <a:pt x="792741" y="224087"/>
                    <a:pt x="771652" y="245176"/>
                  </a:cubicBezTo>
                  <a:lnTo>
                    <a:pt x="739498" y="277330"/>
                  </a:lnTo>
                  <a:cubicBezTo>
                    <a:pt x="744708" y="288197"/>
                    <a:pt x="749323" y="299362"/>
                    <a:pt x="753342" y="310725"/>
                  </a:cubicBezTo>
                  <a:lnTo>
                    <a:pt x="798695" y="310725"/>
                  </a:lnTo>
                  <a:cubicBezTo>
                    <a:pt x="828518" y="310725"/>
                    <a:pt x="852782" y="334989"/>
                    <a:pt x="852782" y="364811"/>
                  </a:cubicBezTo>
                  <a:lnTo>
                    <a:pt x="852782" y="488268"/>
                  </a:lnTo>
                  <a:cubicBezTo>
                    <a:pt x="852782" y="518090"/>
                    <a:pt x="828518" y="542354"/>
                    <a:pt x="798695" y="542354"/>
                  </a:cubicBezTo>
                  <a:lnTo>
                    <a:pt x="753243" y="542354"/>
                  </a:lnTo>
                  <a:cubicBezTo>
                    <a:pt x="749224" y="553717"/>
                    <a:pt x="744559" y="564882"/>
                    <a:pt x="739399" y="575749"/>
                  </a:cubicBezTo>
                  <a:lnTo>
                    <a:pt x="771454" y="607804"/>
                  </a:lnTo>
                  <a:cubicBezTo>
                    <a:pt x="792543" y="628893"/>
                    <a:pt x="792543" y="663230"/>
                    <a:pt x="771454" y="684319"/>
                  </a:cubicBezTo>
                  <a:lnTo>
                    <a:pt x="684171" y="771602"/>
                  </a:lnTo>
                  <a:cubicBezTo>
                    <a:pt x="673949" y="781824"/>
                    <a:pt x="660353" y="787431"/>
                    <a:pt x="645913" y="787431"/>
                  </a:cubicBezTo>
                  <a:cubicBezTo>
                    <a:pt x="631474" y="787431"/>
                    <a:pt x="617878" y="781824"/>
                    <a:pt x="607656" y="771552"/>
                  </a:cubicBezTo>
                  <a:lnTo>
                    <a:pt x="575501" y="739398"/>
                  </a:lnTo>
                  <a:cubicBezTo>
                    <a:pt x="564634" y="744608"/>
                    <a:pt x="553470" y="749223"/>
                    <a:pt x="542107" y="753242"/>
                  </a:cubicBezTo>
                  <a:lnTo>
                    <a:pt x="542107" y="798595"/>
                  </a:lnTo>
                  <a:cubicBezTo>
                    <a:pt x="542107" y="828417"/>
                    <a:pt x="517842" y="852682"/>
                    <a:pt x="488020" y="852682"/>
                  </a:cubicBezTo>
                  <a:close/>
                  <a:moveTo>
                    <a:pt x="390069" y="773239"/>
                  </a:moveTo>
                  <a:lnTo>
                    <a:pt x="462565" y="773239"/>
                  </a:lnTo>
                  <a:lnTo>
                    <a:pt x="462565" y="730119"/>
                  </a:lnTo>
                  <a:cubicBezTo>
                    <a:pt x="462565" y="708633"/>
                    <a:pt x="477004" y="689678"/>
                    <a:pt x="497696" y="683922"/>
                  </a:cubicBezTo>
                  <a:cubicBezTo>
                    <a:pt x="518636" y="678166"/>
                    <a:pt x="538782" y="669780"/>
                    <a:pt x="557688" y="659112"/>
                  </a:cubicBezTo>
                  <a:cubicBezTo>
                    <a:pt x="576345" y="648542"/>
                    <a:pt x="600014" y="651768"/>
                    <a:pt x="615198" y="666952"/>
                  </a:cubicBezTo>
                  <a:lnTo>
                    <a:pt x="645764" y="697518"/>
                  </a:lnTo>
                  <a:lnTo>
                    <a:pt x="697320" y="646012"/>
                  </a:lnTo>
                  <a:lnTo>
                    <a:pt x="666853" y="615495"/>
                  </a:lnTo>
                  <a:cubicBezTo>
                    <a:pt x="651620" y="600311"/>
                    <a:pt x="648444" y="576642"/>
                    <a:pt x="659063" y="557935"/>
                  </a:cubicBezTo>
                  <a:cubicBezTo>
                    <a:pt x="669781" y="539079"/>
                    <a:pt x="678167" y="518933"/>
                    <a:pt x="683972" y="497993"/>
                  </a:cubicBezTo>
                  <a:cubicBezTo>
                    <a:pt x="689679" y="477351"/>
                    <a:pt x="708683" y="462911"/>
                    <a:pt x="730169" y="462911"/>
                  </a:cubicBezTo>
                  <a:lnTo>
                    <a:pt x="773339" y="462911"/>
                  </a:lnTo>
                  <a:lnTo>
                    <a:pt x="773339" y="390019"/>
                  </a:lnTo>
                  <a:lnTo>
                    <a:pt x="730269" y="390019"/>
                  </a:lnTo>
                  <a:cubicBezTo>
                    <a:pt x="708783" y="390019"/>
                    <a:pt x="689828" y="375579"/>
                    <a:pt x="684072" y="354887"/>
                  </a:cubicBezTo>
                  <a:cubicBezTo>
                    <a:pt x="678266" y="333947"/>
                    <a:pt x="669930" y="313752"/>
                    <a:pt x="659261" y="294896"/>
                  </a:cubicBezTo>
                  <a:cubicBezTo>
                    <a:pt x="648692" y="276238"/>
                    <a:pt x="651917" y="252569"/>
                    <a:pt x="667101" y="237385"/>
                  </a:cubicBezTo>
                  <a:lnTo>
                    <a:pt x="697668" y="206819"/>
                  </a:lnTo>
                  <a:lnTo>
                    <a:pt x="646112" y="155313"/>
                  </a:lnTo>
                  <a:lnTo>
                    <a:pt x="615645" y="185780"/>
                  </a:lnTo>
                  <a:cubicBezTo>
                    <a:pt x="600461" y="200964"/>
                    <a:pt x="576742" y="204189"/>
                    <a:pt x="558085" y="193570"/>
                  </a:cubicBezTo>
                  <a:cubicBezTo>
                    <a:pt x="539229" y="182852"/>
                    <a:pt x="519033" y="174466"/>
                    <a:pt x="498143" y="168661"/>
                  </a:cubicBezTo>
                  <a:cubicBezTo>
                    <a:pt x="477500" y="162954"/>
                    <a:pt x="463061" y="143950"/>
                    <a:pt x="463061" y="122464"/>
                  </a:cubicBezTo>
                  <a:lnTo>
                    <a:pt x="463061" y="79294"/>
                  </a:lnTo>
                  <a:lnTo>
                    <a:pt x="389821" y="79294"/>
                  </a:lnTo>
                  <a:lnTo>
                    <a:pt x="389821" y="122464"/>
                  </a:lnTo>
                  <a:cubicBezTo>
                    <a:pt x="389821" y="143950"/>
                    <a:pt x="375381" y="162905"/>
                    <a:pt x="354689" y="168661"/>
                  </a:cubicBezTo>
                  <a:cubicBezTo>
                    <a:pt x="333799" y="174466"/>
                    <a:pt x="313653" y="182852"/>
                    <a:pt x="294747" y="193570"/>
                  </a:cubicBezTo>
                  <a:cubicBezTo>
                    <a:pt x="276090" y="204189"/>
                    <a:pt x="252470" y="200964"/>
                    <a:pt x="237237" y="185780"/>
                  </a:cubicBezTo>
                  <a:lnTo>
                    <a:pt x="206720" y="155263"/>
                  </a:lnTo>
                  <a:lnTo>
                    <a:pt x="155164" y="206769"/>
                  </a:lnTo>
                  <a:lnTo>
                    <a:pt x="185730" y="237336"/>
                  </a:lnTo>
                  <a:cubicBezTo>
                    <a:pt x="200914" y="252520"/>
                    <a:pt x="204140" y="276189"/>
                    <a:pt x="193521" y="294846"/>
                  </a:cubicBezTo>
                  <a:cubicBezTo>
                    <a:pt x="182852" y="313702"/>
                    <a:pt x="174516" y="333898"/>
                    <a:pt x="168711" y="354788"/>
                  </a:cubicBezTo>
                  <a:cubicBezTo>
                    <a:pt x="162955" y="375480"/>
                    <a:pt x="143950" y="389969"/>
                    <a:pt x="122514" y="389969"/>
                  </a:cubicBezTo>
                  <a:lnTo>
                    <a:pt x="79443" y="389969"/>
                  </a:lnTo>
                  <a:lnTo>
                    <a:pt x="79443" y="462862"/>
                  </a:lnTo>
                  <a:lnTo>
                    <a:pt x="122613" y="462862"/>
                  </a:lnTo>
                  <a:cubicBezTo>
                    <a:pt x="144049" y="462862"/>
                    <a:pt x="163054" y="477301"/>
                    <a:pt x="168810" y="497944"/>
                  </a:cubicBezTo>
                  <a:cubicBezTo>
                    <a:pt x="174615" y="518834"/>
                    <a:pt x="183001" y="539030"/>
                    <a:pt x="193719" y="557885"/>
                  </a:cubicBezTo>
                  <a:cubicBezTo>
                    <a:pt x="204338" y="576543"/>
                    <a:pt x="201113" y="600212"/>
                    <a:pt x="185929" y="615396"/>
                  </a:cubicBezTo>
                  <a:lnTo>
                    <a:pt x="155412" y="645912"/>
                  </a:lnTo>
                  <a:lnTo>
                    <a:pt x="206918" y="697419"/>
                  </a:lnTo>
                  <a:lnTo>
                    <a:pt x="237485" y="666852"/>
                  </a:lnTo>
                  <a:cubicBezTo>
                    <a:pt x="252669" y="651668"/>
                    <a:pt x="276338" y="648443"/>
                    <a:pt x="294995" y="659062"/>
                  </a:cubicBezTo>
                  <a:cubicBezTo>
                    <a:pt x="313901" y="669730"/>
                    <a:pt x="334047" y="678116"/>
                    <a:pt x="354937" y="683872"/>
                  </a:cubicBezTo>
                  <a:cubicBezTo>
                    <a:pt x="375679" y="689628"/>
                    <a:pt x="390118" y="708633"/>
                    <a:pt x="390118" y="730069"/>
                  </a:cubicBezTo>
                  <a:lnTo>
                    <a:pt x="390118" y="773190"/>
                  </a:lnTo>
                  <a:close/>
                  <a:moveTo>
                    <a:pt x="255845" y="728233"/>
                  </a:moveTo>
                  <a:cubicBezTo>
                    <a:pt x="255845" y="728233"/>
                    <a:pt x="255845" y="728233"/>
                    <a:pt x="255894" y="728233"/>
                  </a:cubicBezTo>
                  <a:cubicBezTo>
                    <a:pt x="255894" y="728233"/>
                    <a:pt x="255894" y="728233"/>
                    <a:pt x="255845" y="728233"/>
                  </a:cubicBezTo>
                  <a:close/>
                  <a:moveTo>
                    <a:pt x="124598" y="597135"/>
                  </a:moveTo>
                  <a:cubicBezTo>
                    <a:pt x="124598" y="597135"/>
                    <a:pt x="124598" y="597135"/>
                    <a:pt x="124598" y="597135"/>
                  </a:cubicBezTo>
                  <a:cubicBezTo>
                    <a:pt x="124598" y="597135"/>
                    <a:pt x="124598" y="597135"/>
                    <a:pt x="124598" y="597135"/>
                  </a:cubicBezTo>
                  <a:close/>
                  <a:moveTo>
                    <a:pt x="728085" y="597086"/>
                  </a:moveTo>
                  <a:cubicBezTo>
                    <a:pt x="728085" y="597086"/>
                    <a:pt x="728085" y="597086"/>
                    <a:pt x="728085" y="597086"/>
                  </a:cubicBezTo>
                  <a:cubicBezTo>
                    <a:pt x="728085" y="597086"/>
                    <a:pt x="728085" y="597086"/>
                    <a:pt x="728085" y="597086"/>
                  </a:cubicBezTo>
                  <a:close/>
                  <a:moveTo>
                    <a:pt x="124399" y="255795"/>
                  </a:moveTo>
                  <a:cubicBezTo>
                    <a:pt x="124399" y="255795"/>
                    <a:pt x="124399" y="255795"/>
                    <a:pt x="124399" y="255795"/>
                  </a:cubicBezTo>
                  <a:cubicBezTo>
                    <a:pt x="124399" y="255795"/>
                    <a:pt x="124399" y="255795"/>
                    <a:pt x="124399" y="255795"/>
                  </a:cubicBezTo>
                  <a:close/>
                  <a:moveTo>
                    <a:pt x="728284" y="255795"/>
                  </a:moveTo>
                  <a:cubicBezTo>
                    <a:pt x="728284" y="255795"/>
                    <a:pt x="728284" y="255795"/>
                    <a:pt x="728284" y="255795"/>
                  </a:cubicBezTo>
                  <a:cubicBezTo>
                    <a:pt x="728284" y="255795"/>
                    <a:pt x="728284" y="255795"/>
                    <a:pt x="728284" y="255795"/>
                  </a:cubicBezTo>
                  <a:close/>
                  <a:moveTo>
                    <a:pt x="333352" y="92195"/>
                  </a:moveTo>
                  <a:cubicBezTo>
                    <a:pt x="333352" y="92195"/>
                    <a:pt x="333352" y="92195"/>
                    <a:pt x="333303" y="92195"/>
                  </a:cubicBezTo>
                  <a:cubicBezTo>
                    <a:pt x="333303" y="92195"/>
                    <a:pt x="333303" y="92195"/>
                    <a:pt x="333352" y="92195"/>
                  </a:cubicBezTo>
                  <a:close/>
                  <a:moveTo>
                    <a:pt x="519281" y="92195"/>
                  </a:moveTo>
                  <a:cubicBezTo>
                    <a:pt x="519281" y="92195"/>
                    <a:pt x="519281" y="92195"/>
                    <a:pt x="519331" y="92195"/>
                  </a:cubicBezTo>
                  <a:cubicBezTo>
                    <a:pt x="519331" y="92195"/>
                    <a:pt x="519331" y="92195"/>
                    <a:pt x="519281" y="9219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A8B2B0D-824A-D724-C639-36319E8B9CE8}"/>
                </a:ext>
              </a:extLst>
            </p:cNvPr>
            <p:cNvSpPr/>
            <p:nvPr/>
          </p:nvSpPr>
          <p:spPr>
            <a:xfrm>
              <a:off x="9582526" y="1605748"/>
              <a:ext cx="464156" cy="438944"/>
            </a:xfrm>
            <a:custGeom>
              <a:avLst/>
              <a:gdLst>
                <a:gd name="connsiteX0" fmla="*/ 334547 w 464156"/>
                <a:gd name="connsiteY0" fmla="*/ 438945 h 438944"/>
                <a:gd name="connsiteX1" fmla="*/ 302393 w 464156"/>
                <a:gd name="connsiteY1" fmla="*/ 420535 h 438944"/>
                <a:gd name="connsiteX2" fmla="*/ 315741 w 464156"/>
                <a:gd name="connsiteY2" fmla="*/ 369625 h 438944"/>
                <a:gd name="connsiteX3" fmla="*/ 389726 w 464156"/>
                <a:gd name="connsiteY3" fmla="*/ 232076 h 438944"/>
                <a:gd name="connsiteX4" fmla="*/ 232080 w 464156"/>
                <a:gd name="connsiteY4" fmla="*/ 74431 h 438944"/>
                <a:gd name="connsiteX5" fmla="*/ 74435 w 464156"/>
                <a:gd name="connsiteY5" fmla="*/ 231034 h 438944"/>
                <a:gd name="connsiteX6" fmla="*/ 151596 w 464156"/>
                <a:gd name="connsiteY6" fmla="*/ 367640 h 438944"/>
                <a:gd name="connsiteX7" fmla="*/ 164547 w 464156"/>
                <a:gd name="connsiteY7" fmla="*/ 418650 h 438944"/>
                <a:gd name="connsiteX8" fmla="*/ 113536 w 464156"/>
                <a:gd name="connsiteY8" fmla="*/ 431601 h 438944"/>
                <a:gd name="connsiteX9" fmla="*/ 4 w 464156"/>
                <a:gd name="connsiteY9" fmla="*/ 230587 h 438944"/>
                <a:gd name="connsiteX10" fmla="*/ 232080 w 464156"/>
                <a:gd name="connsiteY10" fmla="*/ 0 h 438944"/>
                <a:gd name="connsiteX11" fmla="*/ 464157 w 464156"/>
                <a:gd name="connsiteY11" fmla="*/ 232076 h 438944"/>
                <a:gd name="connsiteX12" fmla="*/ 353304 w 464156"/>
                <a:gd name="connsiteY12" fmla="*/ 433834 h 438944"/>
                <a:gd name="connsiteX13" fmla="*/ 334547 w 464156"/>
                <a:gd name="connsiteY13" fmla="*/ 438945 h 438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4156" h="438944">
                  <a:moveTo>
                    <a:pt x="334547" y="438945"/>
                  </a:moveTo>
                  <a:cubicBezTo>
                    <a:pt x="321745" y="438945"/>
                    <a:pt x="309290" y="432345"/>
                    <a:pt x="302393" y="420535"/>
                  </a:cubicBezTo>
                  <a:cubicBezTo>
                    <a:pt x="292022" y="402771"/>
                    <a:pt x="297977" y="379995"/>
                    <a:pt x="315741" y="369625"/>
                  </a:cubicBezTo>
                  <a:cubicBezTo>
                    <a:pt x="360003" y="343723"/>
                    <a:pt x="389726" y="288495"/>
                    <a:pt x="389726" y="232076"/>
                  </a:cubicBezTo>
                  <a:cubicBezTo>
                    <a:pt x="389726" y="145141"/>
                    <a:pt x="319016" y="74431"/>
                    <a:pt x="232080" y="74431"/>
                  </a:cubicBezTo>
                  <a:cubicBezTo>
                    <a:pt x="145145" y="74431"/>
                    <a:pt x="74981" y="144694"/>
                    <a:pt x="74435" y="231034"/>
                  </a:cubicBezTo>
                  <a:cubicBezTo>
                    <a:pt x="74088" y="286758"/>
                    <a:pt x="103662" y="339108"/>
                    <a:pt x="151596" y="367640"/>
                  </a:cubicBezTo>
                  <a:cubicBezTo>
                    <a:pt x="169261" y="378159"/>
                    <a:pt x="175066" y="400985"/>
                    <a:pt x="164547" y="418650"/>
                  </a:cubicBezTo>
                  <a:cubicBezTo>
                    <a:pt x="154027" y="436315"/>
                    <a:pt x="131201" y="442120"/>
                    <a:pt x="113536" y="431601"/>
                  </a:cubicBezTo>
                  <a:cubicBezTo>
                    <a:pt x="43025" y="389622"/>
                    <a:pt x="-492" y="312610"/>
                    <a:pt x="4" y="230587"/>
                  </a:cubicBezTo>
                  <a:cubicBezTo>
                    <a:pt x="798" y="103459"/>
                    <a:pt x="104902" y="0"/>
                    <a:pt x="232080" y="0"/>
                  </a:cubicBezTo>
                  <a:cubicBezTo>
                    <a:pt x="359258" y="0"/>
                    <a:pt x="464157" y="104104"/>
                    <a:pt x="464157" y="232076"/>
                  </a:cubicBezTo>
                  <a:cubicBezTo>
                    <a:pt x="464157" y="315240"/>
                    <a:pt x="420639" y="394484"/>
                    <a:pt x="353304" y="433834"/>
                  </a:cubicBezTo>
                  <a:cubicBezTo>
                    <a:pt x="347399" y="437307"/>
                    <a:pt x="340948" y="438945"/>
                    <a:pt x="334547" y="43894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287A4809-4E6B-9B6C-6ADD-36DF9CC3E38E}"/>
                </a:ext>
              </a:extLst>
            </p:cNvPr>
            <p:cNvSpPr/>
            <p:nvPr/>
          </p:nvSpPr>
          <p:spPr>
            <a:xfrm>
              <a:off x="9709848" y="1764692"/>
              <a:ext cx="207638" cy="210780"/>
            </a:xfrm>
            <a:custGeom>
              <a:avLst/>
              <a:gdLst>
                <a:gd name="connsiteX0" fmla="*/ 127782 w 207638"/>
                <a:gd name="connsiteY0" fmla="*/ 210731 h 210780"/>
                <a:gd name="connsiteX1" fmla="*/ 67493 w 207638"/>
                <a:gd name="connsiteY1" fmla="*/ 186764 h 210780"/>
                <a:gd name="connsiteX2" fmla="*/ 9 w 207638"/>
                <a:gd name="connsiteY2" fmla="*/ 25695 h 210780"/>
                <a:gd name="connsiteX3" fmla="*/ 23231 w 207638"/>
                <a:gd name="connsiteY3" fmla="*/ 289 h 210780"/>
                <a:gd name="connsiteX4" fmla="*/ 204248 w 207638"/>
                <a:gd name="connsiteY4" fmla="*/ 97248 h 210780"/>
                <a:gd name="connsiteX5" fmla="*/ 192587 w 207638"/>
                <a:gd name="connsiteY5" fmla="*/ 179866 h 210780"/>
                <a:gd name="connsiteX6" fmla="*/ 189957 w 207638"/>
                <a:gd name="connsiteY6" fmla="*/ 183390 h 210780"/>
                <a:gd name="connsiteX7" fmla="*/ 127782 w 207638"/>
                <a:gd name="connsiteY7" fmla="*/ 210780 h 210780"/>
                <a:gd name="connsiteX8" fmla="*/ 171498 w 207638"/>
                <a:gd name="connsiteY8" fmla="*/ 166717 h 210780"/>
                <a:gd name="connsiteX9" fmla="*/ 171498 w 207638"/>
                <a:gd name="connsiteY9" fmla="*/ 166717 h 210780"/>
                <a:gd name="connsiteX10" fmla="*/ 171498 w 207638"/>
                <a:gd name="connsiteY10" fmla="*/ 166717 h 210780"/>
                <a:gd name="connsiteX11" fmla="*/ 171498 w 207638"/>
                <a:gd name="connsiteY11" fmla="*/ 166717 h 210780"/>
                <a:gd name="connsiteX12" fmla="*/ 171498 w 207638"/>
                <a:gd name="connsiteY12" fmla="*/ 166717 h 210780"/>
                <a:gd name="connsiteX13" fmla="*/ 171498 w 207638"/>
                <a:gd name="connsiteY13" fmla="*/ 166717 h 210780"/>
                <a:gd name="connsiteX14" fmla="*/ 52607 w 207638"/>
                <a:gd name="connsiteY14" fmla="*/ 50803 h 210780"/>
                <a:gd name="connsiteX15" fmla="*/ 99498 w 207638"/>
                <a:gd name="connsiteY15" fmla="*/ 148804 h 210780"/>
                <a:gd name="connsiteX16" fmla="*/ 151401 w 207638"/>
                <a:gd name="connsiteY16" fmla="*/ 151781 h 210780"/>
                <a:gd name="connsiteX17" fmla="*/ 156264 w 207638"/>
                <a:gd name="connsiteY17" fmla="*/ 109752 h 210780"/>
                <a:gd name="connsiteX18" fmla="*/ 104262 w 207638"/>
                <a:gd name="connsiteY18" fmla="*/ 63804 h 210780"/>
                <a:gd name="connsiteX19" fmla="*/ 52656 w 207638"/>
                <a:gd name="connsiteY19" fmla="*/ 50853 h 21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7638" h="210780">
                  <a:moveTo>
                    <a:pt x="127782" y="210731"/>
                  </a:moveTo>
                  <a:cubicBezTo>
                    <a:pt x="108926" y="210731"/>
                    <a:pt x="88135" y="204131"/>
                    <a:pt x="67493" y="186764"/>
                  </a:cubicBezTo>
                  <a:cubicBezTo>
                    <a:pt x="3631" y="132975"/>
                    <a:pt x="157" y="30012"/>
                    <a:pt x="9" y="25695"/>
                  </a:cubicBezTo>
                  <a:cubicBezTo>
                    <a:pt x="-339" y="12347"/>
                    <a:pt x="9933" y="1133"/>
                    <a:pt x="23231" y="289"/>
                  </a:cubicBezTo>
                  <a:cubicBezTo>
                    <a:pt x="76623" y="-3035"/>
                    <a:pt x="184598" y="21874"/>
                    <a:pt x="204248" y="97248"/>
                  </a:cubicBezTo>
                  <a:cubicBezTo>
                    <a:pt x="215611" y="140914"/>
                    <a:pt x="194968" y="175996"/>
                    <a:pt x="192587" y="179866"/>
                  </a:cubicBezTo>
                  <a:cubicBezTo>
                    <a:pt x="191793" y="181107"/>
                    <a:pt x="190949" y="182298"/>
                    <a:pt x="189957" y="183390"/>
                  </a:cubicBezTo>
                  <a:cubicBezTo>
                    <a:pt x="177105" y="197680"/>
                    <a:pt x="154428" y="210780"/>
                    <a:pt x="127782" y="210780"/>
                  </a:cubicBezTo>
                  <a:close/>
                  <a:moveTo>
                    <a:pt x="171498" y="166717"/>
                  </a:moveTo>
                  <a:lnTo>
                    <a:pt x="171498" y="166717"/>
                  </a:lnTo>
                  <a:lnTo>
                    <a:pt x="171498" y="166717"/>
                  </a:lnTo>
                  <a:close/>
                  <a:moveTo>
                    <a:pt x="171498" y="166717"/>
                  </a:moveTo>
                  <a:lnTo>
                    <a:pt x="171498" y="166717"/>
                  </a:lnTo>
                  <a:lnTo>
                    <a:pt x="171498" y="166717"/>
                  </a:lnTo>
                  <a:close/>
                  <a:moveTo>
                    <a:pt x="52607" y="50803"/>
                  </a:moveTo>
                  <a:cubicBezTo>
                    <a:pt x="57321" y="79136"/>
                    <a:pt x="69279" y="123349"/>
                    <a:pt x="99498" y="148804"/>
                  </a:cubicBezTo>
                  <a:cubicBezTo>
                    <a:pt x="124854" y="170141"/>
                    <a:pt x="143214" y="159373"/>
                    <a:pt x="151401" y="151781"/>
                  </a:cubicBezTo>
                  <a:cubicBezTo>
                    <a:pt x="154230" y="145976"/>
                    <a:pt x="161226" y="128807"/>
                    <a:pt x="156264" y="109752"/>
                  </a:cubicBezTo>
                  <a:cubicBezTo>
                    <a:pt x="149863" y="85289"/>
                    <a:pt x="120934" y="70453"/>
                    <a:pt x="104262" y="63804"/>
                  </a:cubicBezTo>
                  <a:cubicBezTo>
                    <a:pt x="86944" y="56906"/>
                    <a:pt x="68485" y="52738"/>
                    <a:pt x="52656" y="5085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7D97ED61-158D-EAC9-CF5E-FC7EBC82F25B}"/>
                </a:ext>
              </a:extLst>
            </p:cNvPr>
            <p:cNvSpPr/>
            <p:nvPr/>
          </p:nvSpPr>
          <p:spPr>
            <a:xfrm>
              <a:off x="9789860" y="1844041"/>
              <a:ext cx="145419" cy="198617"/>
            </a:xfrm>
            <a:custGeom>
              <a:avLst/>
              <a:gdLst>
                <a:gd name="connsiteX0" fmla="*/ 120614 w 145419"/>
                <a:gd name="connsiteY0" fmla="*/ 198617 h 198617"/>
                <a:gd name="connsiteX1" fmla="*/ 95903 w 145419"/>
                <a:gd name="connsiteY1" fmla="*/ 175941 h 198617"/>
                <a:gd name="connsiteX2" fmla="*/ 8669 w 145419"/>
                <a:gd name="connsiteY2" fmla="*/ 43652 h 198617"/>
                <a:gd name="connsiteX3" fmla="*/ 5990 w 145419"/>
                <a:gd name="connsiteY3" fmla="*/ 8669 h 198617"/>
                <a:gd name="connsiteX4" fmla="*/ 40972 w 145419"/>
                <a:gd name="connsiteY4" fmla="*/ 5990 h 198617"/>
                <a:gd name="connsiteX5" fmla="*/ 145325 w 145419"/>
                <a:gd name="connsiteY5" fmla="*/ 171673 h 198617"/>
                <a:gd name="connsiteX6" fmla="*/ 122747 w 145419"/>
                <a:gd name="connsiteY6" fmla="*/ 198518 h 198617"/>
                <a:gd name="connsiteX7" fmla="*/ 120614 w 145419"/>
                <a:gd name="connsiteY7" fmla="*/ 198617 h 1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419" h="198617">
                  <a:moveTo>
                    <a:pt x="120614" y="198617"/>
                  </a:moveTo>
                  <a:cubicBezTo>
                    <a:pt x="107861" y="198617"/>
                    <a:pt x="97044" y="188842"/>
                    <a:pt x="95903" y="175941"/>
                  </a:cubicBezTo>
                  <a:cubicBezTo>
                    <a:pt x="93471" y="147657"/>
                    <a:pt x="76352" y="101758"/>
                    <a:pt x="8669" y="43652"/>
                  </a:cubicBezTo>
                  <a:cubicBezTo>
                    <a:pt x="-1751" y="34720"/>
                    <a:pt x="-2942" y="19040"/>
                    <a:pt x="5990" y="8669"/>
                  </a:cubicBezTo>
                  <a:cubicBezTo>
                    <a:pt x="14921" y="-1751"/>
                    <a:pt x="30602" y="-2942"/>
                    <a:pt x="40972" y="5990"/>
                  </a:cubicBezTo>
                  <a:cubicBezTo>
                    <a:pt x="105529" y="61416"/>
                    <a:pt x="140611" y="117140"/>
                    <a:pt x="145325" y="171673"/>
                  </a:cubicBezTo>
                  <a:cubicBezTo>
                    <a:pt x="146516" y="185319"/>
                    <a:pt x="136393" y="197327"/>
                    <a:pt x="122747" y="198518"/>
                  </a:cubicBezTo>
                  <a:cubicBezTo>
                    <a:pt x="122003" y="198568"/>
                    <a:pt x="121308" y="198617"/>
                    <a:pt x="120614" y="19861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5DC9517-F834-CEFE-F793-A6E4B69B0762}"/>
              </a:ext>
            </a:extLst>
          </p:cNvPr>
          <p:cNvGrpSpPr/>
          <p:nvPr/>
        </p:nvGrpSpPr>
        <p:grpSpPr>
          <a:xfrm>
            <a:off x="1493648" y="2553875"/>
            <a:ext cx="862194" cy="803321"/>
            <a:chOff x="1493648" y="2553875"/>
            <a:chExt cx="862194" cy="803321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ADFFB253-16DE-8CAF-C851-8B0BC4E77700}"/>
                </a:ext>
              </a:extLst>
            </p:cNvPr>
            <p:cNvSpPr/>
            <p:nvPr/>
          </p:nvSpPr>
          <p:spPr>
            <a:xfrm>
              <a:off x="2055521" y="2567930"/>
              <a:ext cx="210788" cy="441574"/>
            </a:xfrm>
            <a:custGeom>
              <a:avLst/>
              <a:gdLst>
                <a:gd name="connsiteX0" fmla="*/ 171092 w 210788"/>
                <a:gd name="connsiteY0" fmla="*/ 441574 h 441574"/>
                <a:gd name="connsiteX1" fmla="*/ 131396 w 210788"/>
                <a:gd name="connsiteY1" fmla="*/ 401878 h 441574"/>
                <a:gd name="connsiteX2" fmla="*/ 131396 w 210788"/>
                <a:gd name="connsiteY2" fmla="*/ 105394 h 441574"/>
                <a:gd name="connsiteX3" fmla="*/ 105394 w 210788"/>
                <a:gd name="connsiteY3" fmla="*/ 79393 h 441574"/>
                <a:gd name="connsiteX4" fmla="*/ 79393 w 210788"/>
                <a:gd name="connsiteY4" fmla="*/ 105394 h 441574"/>
                <a:gd name="connsiteX5" fmla="*/ 79393 w 210788"/>
                <a:gd name="connsiteY5" fmla="*/ 149309 h 441574"/>
                <a:gd name="connsiteX6" fmla="*/ 39697 w 210788"/>
                <a:gd name="connsiteY6" fmla="*/ 189005 h 441574"/>
                <a:gd name="connsiteX7" fmla="*/ 0 w 210788"/>
                <a:gd name="connsiteY7" fmla="*/ 149309 h 441574"/>
                <a:gd name="connsiteX8" fmla="*/ 0 w 210788"/>
                <a:gd name="connsiteY8" fmla="*/ 105394 h 441574"/>
                <a:gd name="connsiteX9" fmla="*/ 105394 w 210788"/>
                <a:gd name="connsiteY9" fmla="*/ 0 h 441574"/>
                <a:gd name="connsiteX10" fmla="*/ 210789 w 210788"/>
                <a:gd name="connsiteY10" fmla="*/ 105394 h 441574"/>
                <a:gd name="connsiteX11" fmla="*/ 210789 w 210788"/>
                <a:gd name="connsiteY11" fmla="*/ 401878 h 441574"/>
                <a:gd name="connsiteX12" fmla="*/ 171092 w 210788"/>
                <a:gd name="connsiteY12" fmla="*/ 441574 h 441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788" h="441574">
                  <a:moveTo>
                    <a:pt x="171092" y="441574"/>
                  </a:moveTo>
                  <a:cubicBezTo>
                    <a:pt x="149160" y="441574"/>
                    <a:pt x="131396" y="423810"/>
                    <a:pt x="131396" y="401878"/>
                  </a:cubicBezTo>
                  <a:lnTo>
                    <a:pt x="131396" y="105394"/>
                  </a:lnTo>
                  <a:cubicBezTo>
                    <a:pt x="131396" y="91054"/>
                    <a:pt x="119735" y="79393"/>
                    <a:pt x="105394" y="79393"/>
                  </a:cubicBezTo>
                  <a:cubicBezTo>
                    <a:pt x="91054" y="79393"/>
                    <a:pt x="79393" y="91054"/>
                    <a:pt x="79393" y="105394"/>
                  </a:cubicBezTo>
                  <a:lnTo>
                    <a:pt x="79393" y="149309"/>
                  </a:lnTo>
                  <a:cubicBezTo>
                    <a:pt x="79393" y="171241"/>
                    <a:pt x="61629" y="189005"/>
                    <a:pt x="39697" y="189005"/>
                  </a:cubicBezTo>
                  <a:cubicBezTo>
                    <a:pt x="17764" y="189005"/>
                    <a:pt x="0" y="171241"/>
                    <a:pt x="0" y="149309"/>
                  </a:cubicBezTo>
                  <a:lnTo>
                    <a:pt x="0" y="105394"/>
                  </a:lnTo>
                  <a:cubicBezTo>
                    <a:pt x="0" y="47289"/>
                    <a:pt x="47289" y="0"/>
                    <a:pt x="105394" y="0"/>
                  </a:cubicBezTo>
                  <a:cubicBezTo>
                    <a:pt x="163500" y="0"/>
                    <a:pt x="210789" y="47289"/>
                    <a:pt x="210789" y="105394"/>
                  </a:cubicBezTo>
                  <a:lnTo>
                    <a:pt x="210789" y="401878"/>
                  </a:lnTo>
                  <a:cubicBezTo>
                    <a:pt x="210789" y="423810"/>
                    <a:pt x="193025" y="441574"/>
                    <a:pt x="171092" y="4415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15F3BBD1-03E5-A40B-913A-AEAD820D7910}"/>
                </a:ext>
              </a:extLst>
            </p:cNvPr>
            <p:cNvSpPr/>
            <p:nvPr/>
          </p:nvSpPr>
          <p:spPr>
            <a:xfrm>
              <a:off x="1787221" y="2859402"/>
              <a:ext cx="288792" cy="471694"/>
            </a:xfrm>
            <a:custGeom>
              <a:avLst/>
              <a:gdLst>
                <a:gd name="connsiteX0" fmla="*/ 249096 w 288792"/>
                <a:gd name="connsiteY0" fmla="*/ 471694 h 471694"/>
                <a:gd name="connsiteX1" fmla="*/ 209400 w 288792"/>
                <a:gd name="connsiteY1" fmla="*/ 431998 h 471694"/>
                <a:gd name="connsiteX2" fmla="*/ 209400 w 288792"/>
                <a:gd name="connsiteY2" fmla="*/ 144396 h 471694"/>
                <a:gd name="connsiteX3" fmla="*/ 144396 w 288792"/>
                <a:gd name="connsiteY3" fmla="*/ 79393 h 471694"/>
                <a:gd name="connsiteX4" fmla="*/ 79393 w 288792"/>
                <a:gd name="connsiteY4" fmla="*/ 144396 h 471694"/>
                <a:gd name="connsiteX5" fmla="*/ 79393 w 288792"/>
                <a:gd name="connsiteY5" fmla="*/ 431998 h 471694"/>
                <a:gd name="connsiteX6" fmla="*/ 39697 w 288792"/>
                <a:gd name="connsiteY6" fmla="*/ 471694 h 471694"/>
                <a:gd name="connsiteX7" fmla="*/ 0 w 288792"/>
                <a:gd name="connsiteY7" fmla="*/ 431998 h 471694"/>
                <a:gd name="connsiteX8" fmla="*/ 0 w 288792"/>
                <a:gd name="connsiteY8" fmla="*/ 144396 h 471694"/>
                <a:gd name="connsiteX9" fmla="*/ 144396 w 288792"/>
                <a:gd name="connsiteY9" fmla="*/ 0 h 471694"/>
                <a:gd name="connsiteX10" fmla="*/ 288793 w 288792"/>
                <a:gd name="connsiteY10" fmla="*/ 144396 h 471694"/>
                <a:gd name="connsiteX11" fmla="*/ 288793 w 288792"/>
                <a:gd name="connsiteY11" fmla="*/ 431998 h 471694"/>
                <a:gd name="connsiteX12" fmla="*/ 249096 w 288792"/>
                <a:gd name="connsiteY12" fmla="*/ 471694 h 47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8792" h="471694">
                  <a:moveTo>
                    <a:pt x="249096" y="471694"/>
                  </a:moveTo>
                  <a:cubicBezTo>
                    <a:pt x="227164" y="471694"/>
                    <a:pt x="209400" y="453930"/>
                    <a:pt x="209400" y="431998"/>
                  </a:cubicBezTo>
                  <a:lnTo>
                    <a:pt x="209400" y="144396"/>
                  </a:lnTo>
                  <a:cubicBezTo>
                    <a:pt x="209400" y="108570"/>
                    <a:pt x="180223" y="79393"/>
                    <a:pt x="144396" y="79393"/>
                  </a:cubicBezTo>
                  <a:cubicBezTo>
                    <a:pt x="108570" y="79393"/>
                    <a:pt x="79393" y="108570"/>
                    <a:pt x="79393" y="144396"/>
                  </a:cubicBezTo>
                  <a:lnTo>
                    <a:pt x="79393" y="431998"/>
                  </a:lnTo>
                  <a:cubicBezTo>
                    <a:pt x="79393" y="453930"/>
                    <a:pt x="61629" y="471694"/>
                    <a:pt x="39697" y="471694"/>
                  </a:cubicBezTo>
                  <a:cubicBezTo>
                    <a:pt x="17764" y="471694"/>
                    <a:pt x="0" y="453930"/>
                    <a:pt x="0" y="431998"/>
                  </a:cubicBezTo>
                  <a:lnTo>
                    <a:pt x="0" y="144396"/>
                  </a:lnTo>
                  <a:cubicBezTo>
                    <a:pt x="0" y="64805"/>
                    <a:pt x="64755" y="0"/>
                    <a:pt x="144396" y="0"/>
                  </a:cubicBezTo>
                  <a:cubicBezTo>
                    <a:pt x="224038" y="0"/>
                    <a:pt x="288793" y="64755"/>
                    <a:pt x="288793" y="144396"/>
                  </a:cubicBezTo>
                  <a:lnTo>
                    <a:pt x="288793" y="431998"/>
                  </a:lnTo>
                  <a:cubicBezTo>
                    <a:pt x="288793" y="453930"/>
                    <a:pt x="271029" y="471694"/>
                    <a:pt x="249096" y="47169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BA6F698-A8C8-3E47-6FC3-D850D99D0771}"/>
                </a:ext>
              </a:extLst>
            </p:cNvPr>
            <p:cNvSpPr/>
            <p:nvPr/>
          </p:nvSpPr>
          <p:spPr>
            <a:xfrm>
              <a:off x="1582933" y="2778160"/>
              <a:ext cx="683674" cy="579036"/>
            </a:xfrm>
            <a:custGeom>
              <a:avLst/>
              <a:gdLst>
                <a:gd name="connsiteX0" fmla="*/ 545034 w 683674"/>
                <a:gd name="connsiteY0" fmla="*/ 579037 h 579036"/>
                <a:gd name="connsiteX1" fmla="*/ 138640 w 683674"/>
                <a:gd name="connsiteY1" fmla="*/ 579037 h 579036"/>
                <a:gd name="connsiteX2" fmla="*/ 0 w 683674"/>
                <a:gd name="connsiteY2" fmla="*/ 440397 h 579036"/>
                <a:gd name="connsiteX3" fmla="*/ 0 w 683674"/>
                <a:gd name="connsiteY3" fmla="*/ 74196 h 579036"/>
                <a:gd name="connsiteX4" fmla="*/ 1340 w 683674"/>
                <a:gd name="connsiteY4" fmla="*/ 37923 h 579036"/>
                <a:gd name="connsiteX5" fmla="*/ 45998 w 683674"/>
                <a:gd name="connsiteY5" fmla="*/ 3883 h 579036"/>
                <a:gd name="connsiteX6" fmla="*/ 80088 w 683674"/>
                <a:gd name="connsiteY6" fmla="*/ 47897 h 579036"/>
                <a:gd name="connsiteX7" fmla="*/ 79344 w 683674"/>
                <a:gd name="connsiteY7" fmla="*/ 74146 h 579036"/>
                <a:gd name="connsiteX8" fmla="*/ 79344 w 683674"/>
                <a:gd name="connsiteY8" fmla="*/ 440347 h 579036"/>
                <a:gd name="connsiteX9" fmla="*/ 138591 w 683674"/>
                <a:gd name="connsiteY9" fmla="*/ 499594 h 579036"/>
                <a:gd name="connsiteX10" fmla="*/ 545034 w 683674"/>
                <a:gd name="connsiteY10" fmla="*/ 499594 h 579036"/>
                <a:gd name="connsiteX11" fmla="*/ 604281 w 683674"/>
                <a:gd name="connsiteY11" fmla="*/ 440347 h 579036"/>
                <a:gd name="connsiteX12" fmla="*/ 604281 w 683674"/>
                <a:gd name="connsiteY12" fmla="*/ 74146 h 579036"/>
                <a:gd name="connsiteX13" fmla="*/ 603537 w 683674"/>
                <a:gd name="connsiteY13" fmla="*/ 44225 h 579036"/>
                <a:gd name="connsiteX14" fmla="*/ 637676 w 683674"/>
                <a:gd name="connsiteY14" fmla="*/ 360 h 579036"/>
                <a:gd name="connsiteX15" fmla="*/ 682335 w 683674"/>
                <a:gd name="connsiteY15" fmla="*/ 34400 h 579036"/>
                <a:gd name="connsiteX16" fmla="*/ 683675 w 683674"/>
                <a:gd name="connsiteY16" fmla="*/ 74196 h 579036"/>
                <a:gd name="connsiteX17" fmla="*/ 683675 w 683674"/>
                <a:gd name="connsiteY17" fmla="*/ 440397 h 579036"/>
                <a:gd name="connsiteX18" fmla="*/ 545034 w 683674"/>
                <a:gd name="connsiteY18" fmla="*/ 579037 h 579036"/>
                <a:gd name="connsiteX19" fmla="*/ 603587 w 683674"/>
                <a:gd name="connsiteY19" fmla="*/ 44473 h 579036"/>
                <a:gd name="connsiteX20" fmla="*/ 603636 w 683674"/>
                <a:gd name="connsiteY20" fmla="*/ 45019 h 579036"/>
                <a:gd name="connsiteX21" fmla="*/ 603587 w 683674"/>
                <a:gd name="connsiteY21" fmla="*/ 44473 h 57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83674" h="579036">
                  <a:moveTo>
                    <a:pt x="545034" y="579037"/>
                  </a:moveTo>
                  <a:lnTo>
                    <a:pt x="138640" y="579037"/>
                  </a:lnTo>
                  <a:cubicBezTo>
                    <a:pt x="62175" y="579037"/>
                    <a:pt x="0" y="516862"/>
                    <a:pt x="0" y="440397"/>
                  </a:cubicBezTo>
                  <a:lnTo>
                    <a:pt x="0" y="74196"/>
                  </a:lnTo>
                  <a:cubicBezTo>
                    <a:pt x="0" y="73948"/>
                    <a:pt x="198" y="46408"/>
                    <a:pt x="1340" y="37923"/>
                  </a:cubicBezTo>
                  <a:cubicBezTo>
                    <a:pt x="4267" y="16189"/>
                    <a:pt x="24265" y="956"/>
                    <a:pt x="45998" y="3883"/>
                  </a:cubicBezTo>
                  <a:cubicBezTo>
                    <a:pt x="67534" y="6811"/>
                    <a:pt x="82668" y="26411"/>
                    <a:pt x="80088" y="47897"/>
                  </a:cubicBezTo>
                  <a:cubicBezTo>
                    <a:pt x="79741" y="52015"/>
                    <a:pt x="79344" y="69135"/>
                    <a:pt x="79344" y="74146"/>
                  </a:cubicBezTo>
                  <a:lnTo>
                    <a:pt x="79344" y="440347"/>
                  </a:lnTo>
                  <a:cubicBezTo>
                    <a:pt x="79344" y="472997"/>
                    <a:pt x="105940" y="499594"/>
                    <a:pt x="138591" y="499594"/>
                  </a:cubicBezTo>
                  <a:lnTo>
                    <a:pt x="545034" y="499594"/>
                  </a:lnTo>
                  <a:cubicBezTo>
                    <a:pt x="577685" y="499594"/>
                    <a:pt x="604281" y="472997"/>
                    <a:pt x="604281" y="440347"/>
                  </a:cubicBezTo>
                  <a:lnTo>
                    <a:pt x="604281" y="74146"/>
                  </a:lnTo>
                  <a:cubicBezTo>
                    <a:pt x="604281" y="69085"/>
                    <a:pt x="603884" y="48889"/>
                    <a:pt x="603537" y="44225"/>
                  </a:cubicBezTo>
                  <a:cubicBezTo>
                    <a:pt x="601056" y="22789"/>
                    <a:pt x="616190" y="3238"/>
                    <a:pt x="637676" y="360"/>
                  </a:cubicBezTo>
                  <a:cubicBezTo>
                    <a:pt x="659410" y="-2567"/>
                    <a:pt x="679407" y="12666"/>
                    <a:pt x="682335" y="34400"/>
                  </a:cubicBezTo>
                  <a:cubicBezTo>
                    <a:pt x="683476" y="42885"/>
                    <a:pt x="683675" y="73898"/>
                    <a:pt x="683675" y="74196"/>
                  </a:cubicBezTo>
                  <a:lnTo>
                    <a:pt x="683675" y="440397"/>
                  </a:lnTo>
                  <a:cubicBezTo>
                    <a:pt x="683675" y="516862"/>
                    <a:pt x="621500" y="579037"/>
                    <a:pt x="545034" y="579037"/>
                  </a:cubicBezTo>
                  <a:close/>
                  <a:moveTo>
                    <a:pt x="603587" y="44473"/>
                  </a:moveTo>
                  <a:cubicBezTo>
                    <a:pt x="603587" y="44473"/>
                    <a:pt x="603587" y="44870"/>
                    <a:pt x="603636" y="45019"/>
                  </a:cubicBezTo>
                  <a:cubicBezTo>
                    <a:pt x="603636" y="44820"/>
                    <a:pt x="603636" y="44672"/>
                    <a:pt x="603587" y="4447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554F15BF-4776-5301-8EE1-C6B85FE7AED0}"/>
                </a:ext>
              </a:extLst>
            </p:cNvPr>
            <p:cNvSpPr/>
            <p:nvPr/>
          </p:nvSpPr>
          <p:spPr>
            <a:xfrm>
              <a:off x="1493648" y="2553875"/>
              <a:ext cx="862194" cy="363203"/>
            </a:xfrm>
            <a:custGeom>
              <a:avLst/>
              <a:gdLst>
                <a:gd name="connsiteX0" fmla="*/ 822531 w 862194"/>
                <a:gd name="connsiteY0" fmla="*/ 363186 h 363203"/>
                <a:gd name="connsiteX1" fmla="*/ 799258 w 862194"/>
                <a:gd name="connsiteY1" fmla="*/ 355644 h 363203"/>
                <a:gd name="connsiteX2" fmla="*/ 431122 w 862194"/>
                <a:gd name="connsiteY2" fmla="*/ 88734 h 363203"/>
                <a:gd name="connsiteX3" fmla="*/ 62986 w 862194"/>
                <a:gd name="connsiteY3" fmla="*/ 355644 h 363203"/>
                <a:gd name="connsiteX4" fmla="*/ 7559 w 862194"/>
                <a:gd name="connsiteY4" fmla="*/ 346811 h 363203"/>
                <a:gd name="connsiteX5" fmla="*/ 16392 w 862194"/>
                <a:gd name="connsiteY5" fmla="*/ 291385 h 363203"/>
                <a:gd name="connsiteX6" fmla="*/ 407800 w 862194"/>
                <a:gd name="connsiteY6" fmla="*/ 7555 h 363203"/>
                <a:gd name="connsiteX7" fmla="*/ 454394 w 862194"/>
                <a:gd name="connsiteY7" fmla="*/ 7555 h 363203"/>
                <a:gd name="connsiteX8" fmla="*/ 845803 w 862194"/>
                <a:gd name="connsiteY8" fmla="*/ 291385 h 363203"/>
                <a:gd name="connsiteX9" fmla="*/ 854635 w 862194"/>
                <a:gd name="connsiteY9" fmla="*/ 346811 h 363203"/>
                <a:gd name="connsiteX10" fmla="*/ 822481 w 862194"/>
                <a:gd name="connsiteY10" fmla="*/ 363186 h 3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2194" h="363203">
                  <a:moveTo>
                    <a:pt x="822531" y="363186"/>
                  </a:moveTo>
                  <a:cubicBezTo>
                    <a:pt x="814442" y="363186"/>
                    <a:pt x="806305" y="360705"/>
                    <a:pt x="799258" y="355644"/>
                  </a:cubicBezTo>
                  <a:lnTo>
                    <a:pt x="431122" y="88734"/>
                  </a:lnTo>
                  <a:lnTo>
                    <a:pt x="62986" y="355644"/>
                  </a:lnTo>
                  <a:cubicBezTo>
                    <a:pt x="45222" y="368496"/>
                    <a:pt x="20411" y="364576"/>
                    <a:pt x="7559" y="346811"/>
                  </a:cubicBezTo>
                  <a:cubicBezTo>
                    <a:pt x="-5292" y="329047"/>
                    <a:pt x="-1372" y="304237"/>
                    <a:pt x="16392" y="291385"/>
                  </a:cubicBezTo>
                  <a:lnTo>
                    <a:pt x="407800" y="7555"/>
                  </a:lnTo>
                  <a:cubicBezTo>
                    <a:pt x="421694" y="-2518"/>
                    <a:pt x="440500" y="-2518"/>
                    <a:pt x="454394" y="7555"/>
                  </a:cubicBezTo>
                  <a:lnTo>
                    <a:pt x="845803" y="291385"/>
                  </a:lnTo>
                  <a:cubicBezTo>
                    <a:pt x="863567" y="304237"/>
                    <a:pt x="867487" y="329097"/>
                    <a:pt x="854635" y="346811"/>
                  </a:cubicBezTo>
                  <a:cubicBezTo>
                    <a:pt x="846894" y="357529"/>
                    <a:pt x="834737" y="363186"/>
                    <a:pt x="822481" y="3631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8D55A4D8-77CD-5C9F-48DD-147A2CDA85F5}"/>
              </a:ext>
            </a:extLst>
          </p:cNvPr>
          <p:cNvGrpSpPr/>
          <p:nvPr/>
        </p:nvGrpSpPr>
        <p:grpSpPr>
          <a:xfrm>
            <a:off x="2930263" y="2576167"/>
            <a:ext cx="654993" cy="753689"/>
            <a:chOff x="2930263" y="2576167"/>
            <a:chExt cx="654993" cy="753689"/>
          </a:xfrm>
        </p:grpSpPr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C3955647-8E5D-9896-08AC-64BA622C5C7F}"/>
                </a:ext>
              </a:extLst>
            </p:cNvPr>
            <p:cNvSpPr/>
            <p:nvPr/>
          </p:nvSpPr>
          <p:spPr>
            <a:xfrm>
              <a:off x="2932904" y="2696870"/>
              <a:ext cx="652352" cy="468691"/>
            </a:xfrm>
            <a:custGeom>
              <a:avLst/>
              <a:gdLst>
                <a:gd name="connsiteX0" fmla="*/ 612606 w 652352"/>
                <a:gd name="connsiteY0" fmla="*/ 468692 h 468691"/>
                <a:gd name="connsiteX1" fmla="*/ 572910 w 652352"/>
                <a:gd name="connsiteY1" fmla="*/ 428995 h 468691"/>
                <a:gd name="connsiteX2" fmla="*/ 572910 w 652352"/>
                <a:gd name="connsiteY2" fmla="*/ 235127 h 468691"/>
                <a:gd name="connsiteX3" fmla="*/ 515945 w 652352"/>
                <a:gd name="connsiteY3" fmla="*/ 235127 h 468691"/>
                <a:gd name="connsiteX4" fmla="*/ 503738 w 652352"/>
                <a:gd name="connsiteY4" fmla="*/ 233192 h 468691"/>
                <a:gd name="connsiteX5" fmla="*/ 497436 w 652352"/>
                <a:gd name="connsiteY5" fmla="*/ 231158 h 468691"/>
                <a:gd name="connsiteX6" fmla="*/ 481558 w 652352"/>
                <a:gd name="connsiteY6" fmla="*/ 221432 h 468691"/>
                <a:gd name="connsiteX7" fmla="*/ 345895 w 652352"/>
                <a:gd name="connsiteY7" fmla="*/ 85719 h 468691"/>
                <a:gd name="connsiteX8" fmla="*/ 318057 w 652352"/>
                <a:gd name="connsiteY8" fmla="*/ 84082 h 468691"/>
                <a:gd name="connsiteX9" fmla="*/ 312202 w 652352"/>
                <a:gd name="connsiteY9" fmla="*/ 97628 h 468691"/>
                <a:gd name="connsiteX10" fmla="*/ 317710 w 652352"/>
                <a:gd name="connsiteY10" fmla="*/ 111075 h 468691"/>
                <a:gd name="connsiteX11" fmla="*/ 347879 w 652352"/>
                <a:gd name="connsiteY11" fmla="*/ 141245 h 468691"/>
                <a:gd name="connsiteX12" fmla="*/ 356414 w 652352"/>
                <a:gd name="connsiteY12" fmla="*/ 184663 h 468691"/>
                <a:gd name="connsiteX13" fmla="*/ 319794 w 652352"/>
                <a:gd name="connsiteY13" fmla="*/ 208977 h 468691"/>
                <a:gd name="connsiteX14" fmla="*/ 319397 w 652352"/>
                <a:gd name="connsiteY14" fmla="*/ 208977 h 468691"/>
                <a:gd name="connsiteX15" fmla="*/ 79878 w 652352"/>
                <a:gd name="connsiteY15" fmla="*/ 207340 h 468691"/>
                <a:gd name="connsiteX16" fmla="*/ 101612 w 652352"/>
                <a:gd name="connsiteY16" fmla="*/ 293134 h 468691"/>
                <a:gd name="connsiteX17" fmla="*/ 72881 w 652352"/>
                <a:gd name="connsiteY17" fmla="*/ 341365 h 468691"/>
                <a:gd name="connsiteX18" fmla="*/ 24650 w 652352"/>
                <a:gd name="connsiteY18" fmla="*/ 312635 h 468691"/>
                <a:gd name="connsiteX19" fmla="*/ 2420 w 652352"/>
                <a:gd name="connsiteY19" fmla="*/ 224905 h 468691"/>
                <a:gd name="connsiteX20" fmla="*/ 16512 w 652352"/>
                <a:gd name="connsiteY20" fmla="*/ 157917 h 468691"/>
                <a:gd name="connsiteX21" fmla="*/ 77794 w 652352"/>
                <a:gd name="connsiteY21" fmla="*/ 127996 h 468691"/>
                <a:gd name="connsiteX22" fmla="*/ 77943 w 652352"/>
                <a:gd name="connsiteY22" fmla="*/ 127996 h 468691"/>
                <a:gd name="connsiteX23" fmla="*/ 237821 w 652352"/>
                <a:gd name="connsiteY23" fmla="*/ 128889 h 468691"/>
                <a:gd name="connsiteX24" fmla="*/ 232809 w 652352"/>
                <a:gd name="connsiteY24" fmla="*/ 96934 h 468691"/>
                <a:gd name="connsiteX25" fmla="*/ 262929 w 652352"/>
                <a:gd name="connsiteY25" fmla="*/ 26968 h 468691"/>
                <a:gd name="connsiteX26" fmla="*/ 402065 w 652352"/>
                <a:gd name="connsiteY26" fmla="*/ 29598 h 468691"/>
                <a:gd name="connsiteX27" fmla="*/ 528152 w 652352"/>
                <a:gd name="connsiteY27" fmla="*/ 155734 h 468691"/>
                <a:gd name="connsiteX28" fmla="*/ 612656 w 652352"/>
                <a:gd name="connsiteY28" fmla="*/ 155734 h 468691"/>
                <a:gd name="connsiteX29" fmla="*/ 652352 w 652352"/>
                <a:gd name="connsiteY29" fmla="*/ 195431 h 468691"/>
                <a:gd name="connsiteX30" fmla="*/ 652352 w 652352"/>
                <a:gd name="connsiteY30" fmla="*/ 428995 h 468691"/>
                <a:gd name="connsiteX31" fmla="*/ 612656 w 652352"/>
                <a:gd name="connsiteY31" fmla="*/ 468692 h 468691"/>
                <a:gd name="connsiteX32" fmla="*/ 77843 w 652352"/>
                <a:gd name="connsiteY32" fmla="*/ 207389 h 468691"/>
                <a:gd name="connsiteX33" fmla="*/ 77843 w 652352"/>
                <a:gd name="connsiteY33" fmla="*/ 207389 h 468691"/>
                <a:gd name="connsiteX34" fmla="*/ 77843 w 652352"/>
                <a:gd name="connsiteY34" fmla="*/ 207389 h 46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52352" h="468691">
                  <a:moveTo>
                    <a:pt x="612606" y="468692"/>
                  </a:moveTo>
                  <a:cubicBezTo>
                    <a:pt x="590674" y="468692"/>
                    <a:pt x="572910" y="450928"/>
                    <a:pt x="572910" y="428995"/>
                  </a:cubicBezTo>
                  <a:lnTo>
                    <a:pt x="572910" y="235127"/>
                  </a:lnTo>
                  <a:lnTo>
                    <a:pt x="515945" y="235127"/>
                  </a:lnTo>
                  <a:cubicBezTo>
                    <a:pt x="511826" y="235127"/>
                    <a:pt x="507708" y="234482"/>
                    <a:pt x="503738" y="233192"/>
                  </a:cubicBezTo>
                  <a:lnTo>
                    <a:pt x="497436" y="231158"/>
                  </a:lnTo>
                  <a:cubicBezTo>
                    <a:pt x="491432" y="229222"/>
                    <a:pt x="486024" y="225898"/>
                    <a:pt x="481558" y="221432"/>
                  </a:cubicBezTo>
                  <a:lnTo>
                    <a:pt x="345895" y="85719"/>
                  </a:lnTo>
                  <a:cubicBezTo>
                    <a:pt x="338005" y="77830"/>
                    <a:pt x="325252" y="77085"/>
                    <a:pt x="318057" y="84082"/>
                  </a:cubicBezTo>
                  <a:cubicBezTo>
                    <a:pt x="313046" y="88945"/>
                    <a:pt x="312252" y="94651"/>
                    <a:pt x="312202" y="97628"/>
                  </a:cubicBezTo>
                  <a:cubicBezTo>
                    <a:pt x="312202" y="100556"/>
                    <a:pt x="312847" y="106262"/>
                    <a:pt x="317710" y="111075"/>
                  </a:cubicBezTo>
                  <a:lnTo>
                    <a:pt x="347879" y="141245"/>
                  </a:lnTo>
                  <a:cubicBezTo>
                    <a:pt x="359292" y="152658"/>
                    <a:pt x="362666" y="169826"/>
                    <a:pt x="356414" y="184663"/>
                  </a:cubicBezTo>
                  <a:cubicBezTo>
                    <a:pt x="350212" y="199400"/>
                    <a:pt x="335772" y="208977"/>
                    <a:pt x="319794" y="208977"/>
                  </a:cubicBezTo>
                  <a:lnTo>
                    <a:pt x="319397" y="208977"/>
                  </a:lnTo>
                  <a:cubicBezTo>
                    <a:pt x="317760" y="208977"/>
                    <a:pt x="156840" y="207439"/>
                    <a:pt x="79878" y="207340"/>
                  </a:cubicBezTo>
                  <a:lnTo>
                    <a:pt x="101612" y="293134"/>
                  </a:lnTo>
                  <a:cubicBezTo>
                    <a:pt x="107020" y="314371"/>
                    <a:pt x="94119" y="335956"/>
                    <a:pt x="72881" y="341365"/>
                  </a:cubicBezTo>
                  <a:cubicBezTo>
                    <a:pt x="51644" y="346774"/>
                    <a:pt x="30059" y="333872"/>
                    <a:pt x="24650" y="312635"/>
                  </a:cubicBezTo>
                  <a:lnTo>
                    <a:pt x="2420" y="224905"/>
                  </a:lnTo>
                  <a:cubicBezTo>
                    <a:pt x="-3535" y="201385"/>
                    <a:pt x="1626" y="176972"/>
                    <a:pt x="16512" y="157917"/>
                  </a:cubicBezTo>
                  <a:cubicBezTo>
                    <a:pt x="31349" y="138913"/>
                    <a:pt x="53678" y="127996"/>
                    <a:pt x="77794" y="127996"/>
                  </a:cubicBezTo>
                  <a:lnTo>
                    <a:pt x="77943" y="127996"/>
                  </a:lnTo>
                  <a:cubicBezTo>
                    <a:pt x="118880" y="127996"/>
                    <a:pt x="184975" y="128492"/>
                    <a:pt x="237821" y="128889"/>
                  </a:cubicBezTo>
                  <a:cubicBezTo>
                    <a:pt x="234446" y="118717"/>
                    <a:pt x="232759" y="107999"/>
                    <a:pt x="232809" y="96934"/>
                  </a:cubicBezTo>
                  <a:cubicBezTo>
                    <a:pt x="233057" y="70287"/>
                    <a:pt x="243725" y="45427"/>
                    <a:pt x="262929" y="26968"/>
                  </a:cubicBezTo>
                  <a:cubicBezTo>
                    <a:pt x="301186" y="-9999"/>
                    <a:pt x="363609" y="-8808"/>
                    <a:pt x="402065" y="29598"/>
                  </a:cubicBezTo>
                  <a:lnTo>
                    <a:pt x="528152" y="155734"/>
                  </a:lnTo>
                  <a:lnTo>
                    <a:pt x="612656" y="155734"/>
                  </a:lnTo>
                  <a:cubicBezTo>
                    <a:pt x="634588" y="155734"/>
                    <a:pt x="652352" y="173498"/>
                    <a:pt x="652352" y="195431"/>
                  </a:cubicBezTo>
                  <a:lnTo>
                    <a:pt x="652352" y="428995"/>
                  </a:lnTo>
                  <a:cubicBezTo>
                    <a:pt x="652352" y="450928"/>
                    <a:pt x="634588" y="468692"/>
                    <a:pt x="612656" y="468692"/>
                  </a:cubicBezTo>
                  <a:close/>
                  <a:moveTo>
                    <a:pt x="77843" y="207389"/>
                  </a:moveTo>
                  <a:lnTo>
                    <a:pt x="77843" y="207389"/>
                  </a:lnTo>
                  <a:cubicBezTo>
                    <a:pt x="77843" y="207389"/>
                    <a:pt x="77843" y="207389"/>
                    <a:pt x="77843" y="2073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8C125934-99C2-430A-BE2D-98473A7E5724}"/>
                </a:ext>
              </a:extLst>
            </p:cNvPr>
            <p:cNvSpPr/>
            <p:nvPr/>
          </p:nvSpPr>
          <p:spPr>
            <a:xfrm>
              <a:off x="3027222" y="2699723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002D362D-EDE7-CB7B-A0E0-2582FB0693A3}"/>
                </a:ext>
              </a:extLst>
            </p:cNvPr>
            <p:cNvSpPr/>
            <p:nvPr/>
          </p:nvSpPr>
          <p:spPr>
            <a:xfrm>
              <a:off x="3084583" y="2591699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C14A3049-9AA4-C4C5-8C03-221DB6E7237B}"/>
                </a:ext>
              </a:extLst>
            </p:cNvPr>
            <p:cNvSpPr/>
            <p:nvPr/>
          </p:nvSpPr>
          <p:spPr>
            <a:xfrm>
              <a:off x="2930263" y="2576167"/>
              <a:ext cx="110455" cy="110455"/>
            </a:xfrm>
            <a:custGeom>
              <a:avLst/>
              <a:gdLst>
                <a:gd name="connsiteX0" fmla="*/ 110456 w 110455"/>
                <a:gd name="connsiteY0" fmla="*/ 55228 h 110455"/>
                <a:gd name="connsiteX1" fmla="*/ 55228 w 110455"/>
                <a:gd name="connsiteY1" fmla="*/ 110456 h 110455"/>
                <a:gd name="connsiteX2" fmla="*/ 0 w 110455"/>
                <a:gd name="connsiteY2" fmla="*/ 55228 h 110455"/>
                <a:gd name="connsiteX3" fmla="*/ 55228 w 110455"/>
                <a:gd name="connsiteY3" fmla="*/ 0 h 110455"/>
                <a:gd name="connsiteX4" fmla="*/ 110456 w 110455"/>
                <a:gd name="connsiteY4" fmla="*/ 55228 h 1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455" h="110455">
                  <a:moveTo>
                    <a:pt x="110456" y="55228"/>
                  </a:moveTo>
                  <a:cubicBezTo>
                    <a:pt x="110456" y="85729"/>
                    <a:pt x="85729" y="110456"/>
                    <a:pt x="55228" y="110456"/>
                  </a:cubicBezTo>
                  <a:cubicBezTo>
                    <a:pt x="24726" y="110456"/>
                    <a:pt x="0" y="85729"/>
                    <a:pt x="0" y="55228"/>
                  </a:cubicBezTo>
                  <a:cubicBezTo>
                    <a:pt x="0" y="24726"/>
                    <a:pt x="24726" y="0"/>
                    <a:pt x="55228" y="0"/>
                  </a:cubicBezTo>
                  <a:cubicBezTo>
                    <a:pt x="85729" y="0"/>
                    <a:pt x="110456" y="24726"/>
                    <a:pt x="110456" y="552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AE2BEE1-EC24-FA1A-AA32-6B4DEE410132}"/>
                </a:ext>
              </a:extLst>
            </p:cNvPr>
            <p:cNvSpPr/>
            <p:nvPr/>
          </p:nvSpPr>
          <p:spPr>
            <a:xfrm>
              <a:off x="2932884" y="2829246"/>
              <a:ext cx="652372" cy="500610"/>
            </a:xfrm>
            <a:custGeom>
              <a:avLst/>
              <a:gdLst>
                <a:gd name="connsiteX0" fmla="*/ 437068 w 652372"/>
                <a:gd name="connsiteY0" fmla="*/ 500610 h 500610"/>
                <a:gd name="connsiteX1" fmla="*/ 125350 w 652372"/>
                <a:gd name="connsiteY1" fmla="*/ 454364 h 500610"/>
                <a:gd name="connsiteX2" fmla="*/ 2241 w 652372"/>
                <a:gd name="connsiteY2" fmla="*/ 224173 h 500610"/>
                <a:gd name="connsiteX3" fmla="*/ 16482 w 652372"/>
                <a:gd name="connsiteY3" fmla="*/ 157930 h 500610"/>
                <a:gd name="connsiteX4" fmla="*/ 77863 w 652372"/>
                <a:gd name="connsiteY4" fmla="*/ 127959 h 500610"/>
                <a:gd name="connsiteX5" fmla="*/ 77963 w 652372"/>
                <a:gd name="connsiteY5" fmla="*/ 127959 h 500610"/>
                <a:gd name="connsiteX6" fmla="*/ 237841 w 652372"/>
                <a:gd name="connsiteY6" fmla="*/ 128902 h 500610"/>
                <a:gd name="connsiteX7" fmla="*/ 232829 w 652372"/>
                <a:gd name="connsiteY7" fmla="*/ 96847 h 500610"/>
                <a:gd name="connsiteX8" fmla="*/ 262949 w 652372"/>
                <a:gd name="connsiteY8" fmla="*/ 26931 h 500610"/>
                <a:gd name="connsiteX9" fmla="*/ 402085 w 652372"/>
                <a:gd name="connsiteY9" fmla="*/ 29561 h 500610"/>
                <a:gd name="connsiteX10" fmla="*/ 528221 w 652372"/>
                <a:gd name="connsiteY10" fmla="*/ 155697 h 500610"/>
                <a:gd name="connsiteX11" fmla="*/ 612676 w 652372"/>
                <a:gd name="connsiteY11" fmla="*/ 155697 h 500610"/>
                <a:gd name="connsiteX12" fmla="*/ 652372 w 652372"/>
                <a:gd name="connsiteY12" fmla="*/ 195393 h 500610"/>
                <a:gd name="connsiteX13" fmla="*/ 652372 w 652372"/>
                <a:gd name="connsiteY13" fmla="*/ 428958 h 500610"/>
                <a:gd name="connsiteX14" fmla="*/ 612676 w 652372"/>
                <a:gd name="connsiteY14" fmla="*/ 468655 h 500610"/>
                <a:gd name="connsiteX15" fmla="*/ 523904 w 652372"/>
                <a:gd name="connsiteY15" fmla="*/ 468655 h 500610"/>
                <a:gd name="connsiteX16" fmla="*/ 452053 w 652372"/>
                <a:gd name="connsiteY16" fmla="*/ 497732 h 500610"/>
                <a:gd name="connsiteX17" fmla="*/ 437167 w 652372"/>
                <a:gd name="connsiteY17" fmla="*/ 500610 h 500610"/>
                <a:gd name="connsiteX18" fmla="*/ 79848 w 652372"/>
                <a:gd name="connsiteY18" fmla="*/ 207302 h 500610"/>
                <a:gd name="connsiteX19" fmla="*/ 166536 w 652372"/>
                <a:gd name="connsiteY19" fmla="*/ 386483 h 500610"/>
                <a:gd name="connsiteX20" fmla="*/ 429327 w 652372"/>
                <a:gd name="connsiteY20" fmla="*/ 421217 h 500610"/>
                <a:gd name="connsiteX21" fmla="*/ 501178 w 652372"/>
                <a:gd name="connsiteY21" fmla="*/ 392139 h 500610"/>
                <a:gd name="connsiteX22" fmla="*/ 516064 w 652372"/>
                <a:gd name="connsiteY22" fmla="*/ 389261 h 500610"/>
                <a:gd name="connsiteX23" fmla="*/ 572880 w 652372"/>
                <a:gd name="connsiteY23" fmla="*/ 389261 h 500610"/>
                <a:gd name="connsiteX24" fmla="*/ 572880 w 652372"/>
                <a:gd name="connsiteY24" fmla="*/ 235090 h 500610"/>
                <a:gd name="connsiteX25" fmla="*/ 515915 w 652372"/>
                <a:gd name="connsiteY25" fmla="*/ 235090 h 500610"/>
                <a:gd name="connsiteX26" fmla="*/ 503609 w 652372"/>
                <a:gd name="connsiteY26" fmla="*/ 233155 h 500610"/>
                <a:gd name="connsiteX27" fmla="*/ 497307 w 652372"/>
                <a:gd name="connsiteY27" fmla="*/ 231120 h 500610"/>
                <a:gd name="connsiteX28" fmla="*/ 481528 w 652372"/>
                <a:gd name="connsiteY28" fmla="*/ 221444 h 500610"/>
                <a:gd name="connsiteX29" fmla="*/ 345815 w 652372"/>
                <a:gd name="connsiteY29" fmla="*/ 85732 h 500610"/>
                <a:gd name="connsiteX30" fmla="*/ 317928 w 652372"/>
                <a:gd name="connsiteY30" fmla="*/ 84094 h 500610"/>
                <a:gd name="connsiteX31" fmla="*/ 312123 w 652372"/>
                <a:gd name="connsiteY31" fmla="*/ 97541 h 500610"/>
                <a:gd name="connsiteX32" fmla="*/ 317680 w 652372"/>
                <a:gd name="connsiteY32" fmla="*/ 111088 h 500610"/>
                <a:gd name="connsiteX33" fmla="*/ 347800 w 652372"/>
                <a:gd name="connsiteY33" fmla="*/ 141208 h 500610"/>
                <a:gd name="connsiteX34" fmla="*/ 356335 w 652372"/>
                <a:gd name="connsiteY34" fmla="*/ 184626 h 500610"/>
                <a:gd name="connsiteX35" fmla="*/ 319715 w 652372"/>
                <a:gd name="connsiteY35" fmla="*/ 208940 h 500610"/>
                <a:gd name="connsiteX36" fmla="*/ 319318 w 652372"/>
                <a:gd name="connsiteY36" fmla="*/ 208940 h 500610"/>
                <a:gd name="connsiteX37" fmla="*/ 79749 w 652372"/>
                <a:gd name="connsiteY37" fmla="*/ 207302 h 50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52372" h="500610">
                  <a:moveTo>
                    <a:pt x="437068" y="500610"/>
                  </a:moveTo>
                  <a:cubicBezTo>
                    <a:pt x="280862" y="500610"/>
                    <a:pt x="189758" y="493465"/>
                    <a:pt x="125350" y="454364"/>
                  </a:cubicBezTo>
                  <a:cubicBezTo>
                    <a:pt x="55385" y="411888"/>
                    <a:pt x="27201" y="337805"/>
                    <a:pt x="2241" y="224173"/>
                  </a:cubicBezTo>
                  <a:cubicBezTo>
                    <a:pt x="-3415" y="200901"/>
                    <a:pt x="1745" y="176835"/>
                    <a:pt x="16482" y="157930"/>
                  </a:cubicBezTo>
                  <a:cubicBezTo>
                    <a:pt x="31319" y="138875"/>
                    <a:pt x="53698" y="127959"/>
                    <a:pt x="77863" y="127959"/>
                  </a:cubicBezTo>
                  <a:lnTo>
                    <a:pt x="77963" y="127959"/>
                  </a:lnTo>
                  <a:cubicBezTo>
                    <a:pt x="118900" y="127959"/>
                    <a:pt x="185044" y="128455"/>
                    <a:pt x="237841" y="128902"/>
                  </a:cubicBezTo>
                  <a:cubicBezTo>
                    <a:pt x="234466" y="118729"/>
                    <a:pt x="232730" y="107912"/>
                    <a:pt x="232829" y="96847"/>
                  </a:cubicBezTo>
                  <a:cubicBezTo>
                    <a:pt x="233077" y="70250"/>
                    <a:pt x="243745" y="45440"/>
                    <a:pt x="262949" y="26931"/>
                  </a:cubicBezTo>
                  <a:cubicBezTo>
                    <a:pt x="301256" y="-9987"/>
                    <a:pt x="363679" y="-8796"/>
                    <a:pt x="402085" y="29561"/>
                  </a:cubicBezTo>
                  <a:lnTo>
                    <a:pt x="528221" y="155697"/>
                  </a:lnTo>
                  <a:lnTo>
                    <a:pt x="612676" y="155697"/>
                  </a:lnTo>
                  <a:cubicBezTo>
                    <a:pt x="634608" y="155697"/>
                    <a:pt x="652372" y="173461"/>
                    <a:pt x="652372" y="195393"/>
                  </a:cubicBezTo>
                  <a:lnTo>
                    <a:pt x="652372" y="428958"/>
                  </a:lnTo>
                  <a:cubicBezTo>
                    <a:pt x="652372" y="450890"/>
                    <a:pt x="634608" y="468655"/>
                    <a:pt x="612676" y="468655"/>
                  </a:cubicBezTo>
                  <a:lnTo>
                    <a:pt x="523904" y="468655"/>
                  </a:lnTo>
                  <a:lnTo>
                    <a:pt x="452053" y="497732"/>
                  </a:lnTo>
                  <a:cubicBezTo>
                    <a:pt x="447339" y="499667"/>
                    <a:pt x="442278" y="500610"/>
                    <a:pt x="437167" y="500610"/>
                  </a:cubicBezTo>
                  <a:close/>
                  <a:moveTo>
                    <a:pt x="79848" y="207302"/>
                  </a:moveTo>
                  <a:cubicBezTo>
                    <a:pt x="103865" y="316468"/>
                    <a:pt x="125747" y="361722"/>
                    <a:pt x="166536" y="386483"/>
                  </a:cubicBezTo>
                  <a:cubicBezTo>
                    <a:pt x="213725" y="415114"/>
                    <a:pt x="295599" y="421019"/>
                    <a:pt x="429327" y="421217"/>
                  </a:cubicBezTo>
                  <a:lnTo>
                    <a:pt x="501178" y="392139"/>
                  </a:lnTo>
                  <a:cubicBezTo>
                    <a:pt x="505892" y="390204"/>
                    <a:pt x="510953" y="389261"/>
                    <a:pt x="516064" y="389261"/>
                  </a:cubicBezTo>
                  <a:lnTo>
                    <a:pt x="572880" y="389261"/>
                  </a:lnTo>
                  <a:lnTo>
                    <a:pt x="572880" y="235090"/>
                  </a:lnTo>
                  <a:lnTo>
                    <a:pt x="515915" y="235090"/>
                  </a:lnTo>
                  <a:cubicBezTo>
                    <a:pt x="511747" y="235090"/>
                    <a:pt x="507579" y="234445"/>
                    <a:pt x="503609" y="233155"/>
                  </a:cubicBezTo>
                  <a:lnTo>
                    <a:pt x="497307" y="231120"/>
                  </a:lnTo>
                  <a:cubicBezTo>
                    <a:pt x="491353" y="229185"/>
                    <a:pt x="485944" y="225861"/>
                    <a:pt x="481528" y="221444"/>
                  </a:cubicBezTo>
                  <a:lnTo>
                    <a:pt x="345815" y="85732"/>
                  </a:lnTo>
                  <a:cubicBezTo>
                    <a:pt x="337926" y="77842"/>
                    <a:pt x="325173" y="77098"/>
                    <a:pt x="317928" y="84094"/>
                  </a:cubicBezTo>
                  <a:cubicBezTo>
                    <a:pt x="312917" y="88907"/>
                    <a:pt x="312123" y="94614"/>
                    <a:pt x="312123" y="97541"/>
                  </a:cubicBezTo>
                  <a:cubicBezTo>
                    <a:pt x="312123" y="100519"/>
                    <a:pt x="312768" y="106225"/>
                    <a:pt x="317680" y="111088"/>
                  </a:cubicBezTo>
                  <a:lnTo>
                    <a:pt x="347800" y="141208"/>
                  </a:lnTo>
                  <a:cubicBezTo>
                    <a:pt x="359213" y="152620"/>
                    <a:pt x="362587" y="169789"/>
                    <a:pt x="356335" y="184626"/>
                  </a:cubicBezTo>
                  <a:cubicBezTo>
                    <a:pt x="350132" y="199363"/>
                    <a:pt x="335693" y="208940"/>
                    <a:pt x="319715" y="208940"/>
                  </a:cubicBezTo>
                  <a:lnTo>
                    <a:pt x="319318" y="208940"/>
                  </a:lnTo>
                  <a:cubicBezTo>
                    <a:pt x="317680" y="208940"/>
                    <a:pt x="156661" y="207402"/>
                    <a:pt x="79749" y="20730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A95660E-A151-D6D6-59DC-FC8071D8BD7E}"/>
              </a:ext>
            </a:extLst>
          </p:cNvPr>
          <p:cNvGrpSpPr/>
          <p:nvPr/>
        </p:nvGrpSpPr>
        <p:grpSpPr>
          <a:xfrm>
            <a:off x="4136174" y="2540937"/>
            <a:ext cx="847174" cy="820179"/>
            <a:chOff x="4136174" y="2540937"/>
            <a:chExt cx="847174" cy="820179"/>
          </a:xfrm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1E42442-7BE5-B6CF-56C3-470E85949B20}"/>
                </a:ext>
              </a:extLst>
            </p:cNvPr>
            <p:cNvSpPr/>
            <p:nvPr/>
          </p:nvSpPr>
          <p:spPr>
            <a:xfrm>
              <a:off x="4580180" y="2960405"/>
              <a:ext cx="184937" cy="142734"/>
            </a:xfrm>
            <a:custGeom>
              <a:avLst/>
              <a:gdLst>
                <a:gd name="connsiteX0" fmla="*/ 145141 w 184937"/>
                <a:gd name="connsiteY0" fmla="*/ 142685 h 142734"/>
                <a:gd name="connsiteX1" fmla="*/ 122662 w 184937"/>
                <a:gd name="connsiteY1" fmla="*/ 135688 h 142734"/>
                <a:gd name="connsiteX2" fmla="*/ 74977 w 184937"/>
                <a:gd name="connsiteY2" fmla="*/ 87159 h 142734"/>
                <a:gd name="connsiteX3" fmla="*/ 59297 w 184937"/>
                <a:gd name="connsiteY3" fmla="*/ 89591 h 142734"/>
                <a:gd name="connsiteX4" fmla="*/ 39697 w 184937"/>
                <a:gd name="connsiteY4" fmla="*/ 90682 h 142734"/>
                <a:gd name="connsiteX5" fmla="*/ 0 w 184937"/>
                <a:gd name="connsiteY5" fmla="*/ 50986 h 142734"/>
                <a:gd name="connsiteX6" fmla="*/ 39697 w 184937"/>
                <a:gd name="connsiteY6" fmla="*/ 11289 h 142734"/>
                <a:gd name="connsiteX7" fmla="*/ 50663 w 184937"/>
                <a:gd name="connsiteY7" fmla="*/ 10694 h 142734"/>
                <a:gd name="connsiteX8" fmla="*/ 79095 w 184937"/>
                <a:gd name="connsiteY8" fmla="*/ 3201 h 142734"/>
                <a:gd name="connsiteX9" fmla="*/ 109960 w 184937"/>
                <a:gd name="connsiteY9" fmla="*/ 3052 h 142734"/>
                <a:gd name="connsiteX10" fmla="*/ 131594 w 184937"/>
                <a:gd name="connsiteY10" fmla="*/ 25034 h 142734"/>
                <a:gd name="connsiteX11" fmla="*/ 167768 w 184937"/>
                <a:gd name="connsiteY11" fmla="*/ 70338 h 142734"/>
                <a:gd name="connsiteX12" fmla="*/ 177940 w 184937"/>
                <a:gd name="connsiteY12" fmla="*/ 125566 h 142734"/>
                <a:gd name="connsiteX13" fmla="*/ 145240 w 184937"/>
                <a:gd name="connsiteY13" fmla="*/ 142734 h 14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37" h="142734">
                  <a:moveTo>
                    <a:pt x="145141" y="142685"/>
                  </a:moveTo>
                  <a:cubicBezTo>
                    <a:pt x="137350" y="142685"/>
                    <a:pt x="129510" y="140402"/>
                    <a:pt x="122662" y="135688"/>
                  </a:cubicBezTo>
                  <a:cubicBezTo>
                    <a:pt x="103658" y="122588"/>
                    <a:pt x="87531" y="106114"/>
                    <a:pt x="74977" y="87159"/>
                  </a:cubicBezTo>
                  <a:cubicBezTo>
                    <a:pt x="69767" y="88201"/>
                    <a:pt x="64557" y="88995"/>
                    <a:pt x="59297" y="89591"/>
                  </a:cubicBezTo>
                  <a:cubicBezTo>
                    <a:pt x="52747" y="90285"/>
                    <a:pt x="46147" y="90682"/>
                    <a:pt x="39697" y="90682"/>
                  </a:cubicBezTo>
                  <a:cubicBezTo>
                    <a:pt x="17764" y="90682"/>
                    <a:pt x="0" y="72918"/>
                    <a:pt x="0" y="50986"/>
                  </a:cubicBezTo>
                  <a:cubicBezTo>
                    <a:pt x="0" y="29053"/>
                    <a:pt x="17764" y="11289"/>
                    <a:pt x="39697" y="11289"/>
                  </a:cubicBezTo>
                  <a:cubicBezTo>
                    <a:pt x="43269" y="11289"/>
                    <a:pt x="46991" y="11091"/>
                    <a:pt x="50663" y="10694"/>
                  </a:cubicBezTo>
                  <a:cubicBezTo>
                    <a:pt x="60388" y="9652"/>
                    <a:pt x="69965" y="7121"/>
                    <a:pt x="79095" y="3201"/>
                  </a:cubicBezTo>
                  <a:cubicBezTo>
                    <a:pt x="88920" y="-1017"/>
                    <a:pt x="100085" y="-1066"/>
                    <a:pt x="109960" y="3052"/>
                  </a:cubicBezTo>
                  <a:cubicBezTo>
                    <a:pt x="119834" y="7171"/>
                    <a:pt x="127674" y="15060"/>
                    <a:pt x="131594" y="25034"/>
                  </a:cubicBezTo>
                  <a:cubicBezTo>
                    <a:pt x="138938" y="43443"/>
                    <a:pt x="151442" y="59074"/>
                    <a:pt x="167768" y="70338"/>
                  </a:cubicBezTo>
                  <a:cubicBezTo>
                    <a:pt x="185830" y="82793"/>
                    <a:pt x="190345" y="107504"/>
                    <a:pt x="177940" y="125566"/>
                  </a:cubicBezTo>
                  <a:cubicBezTo>
                    <a:pt x="170249" y="136730"/>
                    <a:pt x="157844" y="142734"/>
                    <a:pt x="145240" y="1427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DFEB98D8-A978-A093-929B-626984706E18}"/>
                </a:ext>
              </a:extLst>
            </p:cNvPr>
            <p:cNvSpPr/>
            <p:nvPr/>
          </p:nvSpPr>
          <p:spPr>
            <a:xfrm>
              <a:off x="4317885" y="2693024"/>
              <a:ext cx="665463" cy="397957"/>
            </a:xfrm>
            <a:custGeom>
              <a:avLst/>
              <a:gdLst>
                <a:gd name="connsiteX0" fmla="*/ 580612 w 665463"/>
                <a:gd name="connsiteY0" fmla="*/ 397908 h 397957"/>
                <a:gd name="connsiteX1" fmla="*/ 551336 w 665463"/>
                <a:gd name="connsiteY1" fmla="*/ 385007 h 397957"/>
                <a:gd name="connsiteX2" fmla="*/ 553817 w 665463"/>
                <a:gd name="connsiteY2" fmla="*/ 328936 h 397957"/>
                <a:gd name="connsiteX3" fmla="*/ 586120 w 665463"/>
                <a:gd name="connsiteY3" fmla="*/ 255497 h 397957"/>
                <a:gd name="connsiteX4" fmla="*/ 486432 w 665463"/>
                <a:gd name="connsiteY4" fmla="*/ 155859 h 397957"/>
                <a:gd name="connsiteX5" fmla="*/ 447133 w 665463"/>
                <a:gd name="connsiteY5" fmla="*/ 163897 h 397957"/>
                <a:gd name="connsiteX6" fmla="*/ 416219 w 665463"/>
                <a:gd name="connsiteY6" fmla="*/ 164145 h 397957"/>
                <a:gd name="connsiteX7" fmla="*/ 394485 w 665463"/>
                <a:gd name="connsiteY7" fmla="*/ 142163 h 397957"/>
                <a:gd name="connsiteX8" fmla="*/ 301893 w 665463"/>
                <a:gd name="connsiteY8" fmla="*/ 79343 h 397957"/>
                <a:gd name="connsiteX9" fmla="*/ 212426 w 665463"/>
                <a:gd name="connsiteY9" fmla="*/ 135068 h 397957"/>
                <a:gd name="connsiteX10" fmla="*/ 170547 w 665463"/>
                <a:gd name="connsiteY10" fmla="*/ 156752 h 397957"/>
                <a:gd name="connsiteX11" fmla="*/ 158638 w 665463"/>
                <a:gd name="connsiteY11" fmla="*/ 155859 h 397957"/>
                <a:gd name="connsiteX12" fmla="*/ 79393 w 665463"/>
                <a:gd name="connsiteY12" fmla="*/ 235103 h 397957"/>
                <a:gd name="connsiteX13" fmla="*/ 107330 w 665463"/>
                <a:gd name="connsiteY13" fmla="*/ 295541 h 397957"/>
                <a:gd name="connsiteX14" fmla="*/ 111845 w 665463"/>
                <a:gd name="connsiteY14" fmla="*/ 351513 h 397957"/>
                <a:gd name="connsiteX15" fmla="*/ 55873 w 665463"/>
                <a:gd name="connsiteY15" fmla="*/ 356028 h 397957"/>
                <a:gd name="connsiteX16" fmla="*/ 0 w 665463"/>
                <a:gd name="connsiteY16" fmla="*/ 235152 h 397957"/>
                <a:gd name="connsiteX17" fmla="*/ 155015 w 665463"/>
                <a:gd name="connsiteY17" fmla="*/ 76565 h 397957"/>
                <a:gd name="connsiteX18" fmla="*/ 301893 w 665463"/>
                <a:gd name="connsiteY18" fmla="*/ 0 h 397957"/>
                <a:gd name="connsiteX19" fmla="*/ 451102 w 665463"/>
                <a:gd name="connsiteY19" fmla="*/ 79989 h 397957"/>
                <a:gd name="connsiteX20" fmla="*/ 486383 w 665463"/>
                <a:gd name="connsiteY20" fmla="*/ 76515 h 397957"/>
                <a:gd name="connsiteX21" fmla="*/ 665464 w 665463"/>
                <a:gd name="connsiteY21" fmla="*/ 255547 h 397957"/>
                <a:gd name="connsiteX22" fmla="*/ 607358 w 665463"/>
                <a:gd name="connsiteY22" fmla="*/ 387538 h 397957"/>
                <a:gd name="connsiteX23" fmla="*/ 580563 w 665463"/>
                <a:gd name="connsiteY23" fmla="*/ 397958 h 39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65463" h="397957">
                  <a:moveTo>
                    <a:pt x="580612" y="397908"/>
                  </a:moveTo>
                  <a:cubicBezTo>
                    <a:pt x="569845" y="397908"/>
                    <a:pt x="559176" y="393591"/>
                    <a:pt x="551336" y="385007"/>
                  </a:cubicBezTo>
                  <a:cubicBezTo>
                    <a:pt x="536549" y="368831"/>
                    <a:pt x="537641" y="343723"/>
                    <a:pt x="553817" y="328936"/>
                  </a:cubicBezTo>
                  <a:cubicBezTo>
                    <a:pt x="574658" y="309832"/>
                    <a:pt x="586120" y="283731"/>
                    <a:pt x="586120" y="255497"/>
                  </a:cubicBezTo>
                  <a:cubicBezTo>
                    <a:pt x="586120" y="200567"/>
                    <a:pt x="541412" y="155859"/>
                    <a:pt x="486432" y="155859"/>
                  </a:cubicBezTo>
                  <a:cubicBezTo>
                    <a:pt x="472737" y="155859"/>
                    <a:pt x="459538" y="158588"/>
                    <a:pt x="447133" y="163897"/>
                  </a:cubicBezTo>
                  <a:cubicBezTo>
                    <a:pt x="437308" y="168165"/>
                    <a:pt x="426143" y="168264"/>
                    <a:pt x="416219" y="164145"/>
                  </a:cubicBezTo>
                  <a:cubicBezTo>
                    <a:pt x="406295" y="160027"/>
                    <a:pt x="398455" y="152137"/>
                    <a:pt x="394485" y="142163"/>
                  </a:cubicBezTo>
                  <a:cubicBezTo>
                    <a:pt x="379301" y="104005"/>
                    <a:pt x="342929" y="79343"/>
                    <a:pt x="301893" y="79343"/>
                  </a:cubicBezTo>
                  <a:cubicBezTo>
                    <a:pt x="263635" y="79343"/>
                    <a:pt x="229347" y="100680"/>
                    <a:pt x="212426" y="135068"/>
                  </a:cubicBezTo>
                  <a:cubicBezTo>
                    <a:pt x="204735" y="150698"/>
                    <a:pt x="187765" y="159481"/>
                    <a:pt x="170547" y="156752"/>
                  </a:cubicBezTo>
                  <a:cubicBezTo>
                    <a:pt x="166825" y="156156"/>
                    <a:pt x="162855" y="155859"/>
                    <a:pt x="158638" y="155859"/>
                  </a:cubicBezTo>
                  <a:cubicBezTo>
                    <a:pt x="114922" y="155859"/>
                    <a:pt x="79393" y="191387"/>
                    <a:pt x="79393" y="235103"/>
                  </a:cubicBezTo>
                  <a:cubicBezTo>
                    <a:pt x="79393" y="258375"/>
                    <a:pt x="89565" y="280407"/>
                    <a:pt x="107330" y="295541"/>
                  </a:cubicBezTo>
                  <a:cubicBezTo>
                    <a:pt x="124002" y="309732"/>
                    <a:pt x="126037" y="334791"/>
                    <a:pt x="111845" y="351513"/>
                  </a:cubicBezTo>
                  <a:cubicBezTo>
                    <a:pt x="97654" y="368186"/>
                    <a:pt x="72595" y="370220"/>
                    <a:pt x="55873" y="356028"/>
                  </a:cubicBezTo>
                  <a:cubicBezTo>
                    <a:pt x="20344" y="325809"/>
                    <a:pt x="0" y="281746"/>
                    <a:pt x="0" y="235152"/>
                  </a:cubicBezTo>
                  <a:cubicBezTo>
                    <a:pt x="0" y="148912"/>
                    <a:pt x="69221" y="78500"/>
                    <a:pt x="155015" y="76565"/>
                  </a:cubicBezTo>
                  <a:cubicBezTo>
                    <a:pt x="188211" y="28780"/>
                    <a:pt x="242348" y="0"/>
                    <a:pt x="301893" y="0"/>
                  </a:cubicBezTo>
                  <a:cubicBezTo>
                    <a:pt x="361437" y="0"/>
                    <a:pt x="418402" y="30467"/>
                    <a:pt x="451102" y="79989"/>
                  </a:cubicBezTo>
                  <a:cubicBezTo>
                    <a:pt x="462614" y="77706"/>
                    <a:pt x="474424" y="76515"/>
                    <a:pt x="486383" y="76515"/>
                  </a:cubicBezTo>
                  <a:cubicBezTo>
                    <a:pt x="585128" y="76515"/>
                    <a:pt x="665464" y="156851"/>
                    <a:pt x="665464" y="255547"/>
                  </a:cubicBezTo>
                  <a:cubicBezTo>
                    <a:pt x="665464" y="305614"/>
                    <a:pt x="644276" y="353696"/>
                    <a:pt x="607358" y="387538"/>
                  </a:cubicBezTo>
                  <a:cubicBezTo>
                    <a:pt x="599716" y="394534"/>
                    <a:pt x="590139" y="397958"/>
                    <a:pt x="580563" y="39795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7D709037-5614-0566-81F6-DE52DBA1D45B}"/>
                </a:ext>
              </a:extLst>
            </p:cNvPr>
            <p:cNvSpPr/>
            <p:nvPr/>
          </p:nvSpPr>
          <p:spPr>
            <a:xfrm>
              <a:off x="4514036" y="2540937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0AE7082F-6960-690D-14FA-9D0D63839D8E}"/>
                </a:ext>
              </a:extLst>
            </p:cNvPr>
            <p:cNvSpPr/>
            <p:nvPr/>
          </p:nvSpPr>
          <p:spPr>
            <a:xfrm>
              <a:off x="4359715" y="2571503"/>
              <a:ext cx="110455" cy="110455"/>
            </a:xfrm>
            <a:custGeom>
              <a:avLst/>
              <a:gdLst>
                <a:gd name="connsiteX0" fmla="*/ 110456 w 110455"/>
                <a:gd name="connsiteY0" fmla="*/ 55228 h 110455"/>
                <a:gd name="connsiteX1" fmla="*/ 55228 w 110455"/>
                <a:gd name="connsiteY1" fmla="*/ 110456 h 110455"/>
                <a:gd name="connsiteX2" fmla="*/ 0 w 110455"/>
                <a:gd name="connsiteY2" fmla="*/ 55228 h 110455"/>
                <a:gd name="connsiteX3" fmla="*/ 55228 w 110455"/>
                <a:gd name="connsiteY3" fmla="*/ 0 h 110455"/>
                <a:gd name="connsiteX4" fmla="*/ 110456 w 110455"/>
                <a:gd name="connsiteY4" fmla="*/ 55228 h 1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455" h="110455">
                  <a:moveTo>
                    <a:pt x="110456" y="55228"/>
                  </a:moveTo>
                  <a:cubicBezTo>
                    <a:pt x="110456" y="85729"/>
                    <a:pt x="85729" y="110456"/>
                    <a:pt x="55228" y="110456"/>
                  </a:cubicBezTo>
                  <a:cubicBezTo>
                    <a:pt x="24726" y="110456"/>
                    <a:pt x="0" y="85729"/>
                    <a:pt x="0" y="55228"/>
                  </a:cubicBezTo>
                  <a:cubicBezTo>
                    <a:pt x="0" y="24726"/>
                    <a:pt x="24726" y="0"/>
                    <a:pt x="55228" y="0"/>
                  </a:cubicBezTo>
                  <a:cubicBezTo>
                    <a:pt x="85729" y="0"/>
                    <a:pt x="110456" y="24726"/>
                    <a:pt x="110456" y="552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5B8DCBA3-0584-A7AA-3D2B-A93AAEAEA783}"/>
                </a:ext>
              </a:extLst>
            </p:cNvPr>
            <p:cNvSpPr/>
            <p:nvPr/>
          </p:nvSpPr>
          <p:spPr>
            <a:xfrm>
              <a:off x="4136174" y="2976060"/>
              <a:ext cx="797947" cy="385006"/>
            </a:xfrm>
            <a:custGeom>
              <a:avLst/>
              <a:gdLst>
                <a:gd name="connsiteX0" fmla="*/ 40491 w 797947"/>
                <a:gd name="connsiteY0" fmla="*/ 384908 h 385006"/>
                <a:gd name="connsiteX1" fmla="*/ 14837 w 797947"/>
                <a:gd name="connsiteY1" fmla="*/ 375480 h 385006"/>
                <a:gd name="connsiteX2" fmla="*/ 794 w 797947"/>
                <a:gd name="connsiteY2" fmla="*/ 345310 h 385006"/>
                <a:gd name="connsiteX3" fmla="*/ 0 w 797947"/>
                <a:gd name="connsiteY3" fmla="*/ 71503 h 385006"/>
                <a:gd name="connsiteX4" fmla="*/ 39349 w 797947"/>
                <a:gd name="connsiteY4" fmla="*/ 31708 h 385006"/>
                <a:gd name="connsiteX5" fmla="*/ 177990 w 797947"/>
                <a:gd name="connsiteY5" fmla="*/ 30417 h 385006"/>
                <a:gd name="connsiteX6" fmla="*/ 205430 w 797947"/>
                <a:gd name="connsiteY6" fmla="*/ 34734 h 385006"/>
                <a:gd name="connsiteX7" fmla="*/ 226122 w 797947"/>
                <a:gd name="connsiteY7" fmla="*/ 23471 h 385006"/>
                <a:gd name="connsiteX8" fmla="*/ 228950 w 797947"/>
                <a:gd name="connsiteY8" fmla="*/ 22081 h 385006"/>
                <a:gd name="connsiteX9" fmla="*/ 315241 w 797947"/>
                <a:gd name="connsiteY9" fmla="*/ 447 h 385006"/>
                <a:gd name="connsiteX10" fmla="*/ 316332 w 797947"/>
                <a:gd name="connsiteY10" fmla="*/ 447 h 385006"/>
                <a:gd name="connsiteX11" fmla="*/ 317523 w 797947"/>
                <a:gd name="connsiteY11" fmla="*/ 447 h 385006"/>
                <a:gd name="connsiteX12" fmla="*/ 471397 w 797947"/>
                <a:gd name="connsiteY12" fmla="*/ 0 h 385006"/>
                <a:gd name="connsiteX13" fmla="*/ 555207 w 797947"/>
                <a:gd name="connsiteY13" fmla="*/ 65797 h 385006"/>
                <a:gd name="connsiteX14" fmla="*/ 650330 w 797947"/>
                <a:gd name="connsiteY14" fmla="*/ 30070 h 385006"/>
                <a:gd name="connsiteX15" fmla="*/ 717863 w 797947"/>
                <a:gd name="connsiteY15" fmla="*/ 12405 h 385006"/>
                <a:gd name="connsiteX16" fmla="*/ 717863 w 797947"/>
                <a:gd name="connsiteY16" fmla="*/ 12405 h 385006"/>
                <a:gd name="connsiteX17" fmla="*/ 782916 w 797947"/>
                <a:gd name="connsiteY17" fmla="*/ 46892 h 385006"/>
                <a:gd name="connsiteX18" fmla="*/ 794478 w 797947"/>
                <a:gd name="connsiteY18" fmla="*/ 117303 h 385006"/>
                <a:gd name="connsiteX19" fmla="*/ 753193 w 797947"/>
                <a:gd name="connsiteY19" fmla="*/ 174963 h 385006"/>
                <a:gd name="connsiteX20" fmla="*/ 747537 w 797947"/>
                <a:gd name="connsiteY20" fmla="*/ 178783 h 385006"/>
                <a:gd name="connsiteX21" fmla="*/ 633062 w 797947"/>
                <a:gd name="connsiteY21" fmla="*/ 241752 h 385006"/>
                <a:gd name="connsiteX22" fmla="*/ 549252 w 797947"/>
                <a:gd name="connsiteY22" fmla="*/ 286907 h 385006"/>
                <a:gd name="connsiteX23" fmla="*/ 485787 w 797947"/>
                <a:gd name="connsiteY23" fmla="*/ 305713 h 385006"/>
                <a:gd name="connsiteX24" fmla="*/ 484795 w 797947"/>
                <a:gd name="connsiteY24" fmla="*/ 305763 h 385006"/>
                <a:gd name="connsiteX25" fmla="*/ 484199 w 797947"/>
                <a:gd name="connsiteY25" fmla="*/ 305763 h 385006"/>
                <a:gd name="connsiteX26" fmla="*/ 482611 w 797947"/>
                <a:gd name="connsiteY26" fmla="*/ 305862 h 385006"/>
                <a:gd name="connsiteX27" fmla="*/ 305068 w 797947"/>
                <a:gd name="connsiteY27" fmla="*/ 309335 h 385006"/>
                <a:gd name="connsiteX28" fmla="*/ 304523 w 797947"/>
                <a:gd name="connsiteY28" fmla="*/ 309335 h 385006"/>
                <a:gd name="connsiteX29" fmla="*/ 273262 w 797947"/>
                <a:gd name="connsiteY29" fmla="*/ 319458 h 385006"/>
                <a:gd name="connsiteX30" fmla="*/ 266464 w 797947"/>
                <a:gd name="connsiteY30" fmla="*/ 331814 h 385006"/>
                <a:gd name="connsiteX31" fmla="*/ 229149 w 797947"/>
                <a:gd name="connsiteY31" fmla="*/ 354838 h 385006"/>
                <a:gd name="connsiteX32" fmla="*/ 46892 w 797947"/>
                <a:gd name="connsiteY32" fmla="*/ 384511 h 385006"/>
                <a:gd name="connsiteX33" fmla="*/ 40491 w 797947"/>
                <a:gd name="connsiteY33" fmla="*/ 385007 h 385006"/>
                <a:gd name="connsiteX34" fmla="*/ 79493 w 797947"/>
                <a:gd name="connsiteY34" fmla="*/ 110704 h 385006"/>
                <a:gd name="connsiteX35" fmla="*/ 80038 w 797947"/>
                <a:gd name="connsiteY35" fmla="*/ 298518 h 385006"/>
                <a:gd name="connsiteX36" fmla="*/ 201212 w 797947"/>
                <a:gd name="connsiteY36" fmla="*/ 278819 h 385006"/>
                <a:gd name="connsiteX37" fmla="*/ 212873 w 797947"/>
                <a:gd name="connsiteY37" fmla="*/ 264032 h 385006"/>
                <a:gd name="connsiteX38" fmla="*/ 303778 w 797947"/>
                <a:gd name="connsiteY38" fmla="*/ 229793 h 385006"/>
                <a:gd name="connsiteX39" fmla="*/ 480031 w 797947"/>
                <a:gd name="connsiteY39" fmla="*/ 226370 h 385006"/>
                <a:gd name="connsiteX40" fmla="*/ 507422 w 797947"/>
                <a:gd name="connsiteY40" fmla="*/ 219224 h 385006"/>
                <a:gd name="connsiteX41" fmla="*/ 510250 w 797947"/>
                <a:gd name="connsiteY41" fmla="*/ 217537 h 385006"/>
                <a:gd name="connsiteX42" fmla="*/ 595796 w 797947"/>
                <a:gd name="connsiteY42" fmla="*/ 171439 h 385006"/>
                <a:gd name="connsiteX43" fmla="*/ 596838 w 797947"/>
                <a:gd name="connsiteY43" fmla="*/ 170894 h 385006"/>
                <a:gd name="connsiteX44" fmla="*/ 705657 w 797947"/>
                <a:gd name="connsiteY44" fmla="*/ 111001 h 385006"/>
                <a:gd name="connsiteX45" fmla="*/ 718211 w 797947"/>
                <a:gd name="connsiteY45" fmla="*/ 94825 h 385006"/>
                <a:gd name="connsiteX46" fmla="*/ 718508 w 797947"/>
                <a:gd name="connsiteY46" fmla="*/ 93337 h 385006"/>
                <a:gd name="connsiteX47" fmla="*/ 712405 w 797947"/>
                <a:gd name="connsiteY47" fmla="*/ 91451 h 385006"/>
                <a:gd name="connsiteX48" fmla="*/ 712405 w 797947"/>
                <a:gd name="connsiteY48" fmla="*/ 91451 h 385006"/>
                <a:gd name="connsiteX49" fmla="*/ 689977 w 797947"/>
                <a:gd name="connsiteY49" fmla="*/ 98745 h 385006"/>
                <a:gd name="connsiteX50" fmla="*/ 682434 w 797947"/>
                <a:gd name="connsiteY50" fmla="*/ 102616 h 385006"/>
                <a:gd name="connsiteX51" fmla="*/ 470504 w 797947"/>
                <a:gd name="connsiteY51" fmla="*/ 174119 h 385006"/>
                <a:gd name="connsiteX52" fmla="*/ 411654 w 797947"/>
                <a:gd name="connsiteY52" fmla="*/ 170199 h 385006"/>
                <a:gd name="connsiteX53" fmla="*/ 374686 w 797947"/>
                <a:gd name="connsiteY53" fmla="*/ 132785 h 385006"/>
                <a:gd name="connsiteX54" fmla="*/ 407238 w 797947"/>
                <a:gd name="connsiteY54" fmla="*/ 91501 h 385006"/>
                <a:gd name="connsiteX55" fmla="*/ 468718 w 797947"/>
                <a:gd name="connsiteY55" fmla="*/ 80385 h 385006"/>
                <a:gd name="connsiteX56" fmla="*/ 473084 w 797947"/>
                <a:gd name="connsiteY56" fmla="*/ 79343 h 385006"/>
                <a:gd name="connsiteX57" fmla="*/ 471050 w 797947"/>
                <a:gd name="connsiteY57" fmla="*/ 79244 h 385006"/>
                <a:gd name="connsiteX58" fmla="*/ 318367 w 797947"/>
                <a:gd name="connsiteY58" fmla="*/ 79691 h 385006"/>
                <a:gd name="connsiteX59" fmla="*/ 262593 w 797947"/>
                <a:gd name="connsiteY59" fmla="*/ 93882 h 385006"/>
                <a:gd name="connsiteX60" fmla="*/ 218927 w 797947"/>
                <a:gd name="connsiteY60" fmla="*/ 117700 h 385006"/>
                <a:gd name="connsiteX61" fmla="*/ 184242 w 797947"/>
                <a:gd name="connsiteY61" fmla="*/ 119338 h 385006"/>
                <a:gd name="connsiteX62" fmla="*/ 170795 w 797947"/>
                <a:gd name="connsiteY62" fmla="*/ 109860 h 385006"/>
                <a:gd name="connsiteX63" fmla="*/ 79443 w 797947"/>
                <a:gd name="connsiteY63" fmla="*/ 110704 h 385006"/>
                <a:gd name="connsiteX64" fmla="*/ 216545 w 797947"/>
                <a:gd name="connsiteY64" fmla="*/ 276338 h 385006"/>
                <a:gd name="connsiteX65" fmla="*/ 216446 w 797947"/>
                <a:gd name="connsiteY65" fmla="*/ 276338 h 385006"/>
                <a:gd name="connsiteX66" fmla="*/ 216545 w 797947"/>
                <a:gd name="connsiteY66" fmla="*/ 276338 h 385006"/>
                <a:gd name="connsiteX67" fmla="*/ 718707 w 797947"/>
                <a:gd name="connsiteY67" fmla="*/ 93535 h 385006"/>
                <a:gd name="connsiteX68" fmla="*/ 718757 w 797947"/>
                <a:gd name="connsiteY68" fmla="*/ 93535 h 385006"/>
                <a:gd name="connsiteX69" fmla="*/ 718707 w 797947"/>
                <a:gd name="connsiteY69" fmla="*/ 93535 h 385006"/>
                <a:gd name="connsiteX70" fmla="*/ 161615 w 797947"/>
                <a:gd name="connsiteY70" fmla="*/ 93088 h 385006"/>
                <a:gd name="connsiteX71" fmla="*/ 161615 w 797947"/>
                <a:gd name="connsiteY71" fmla="*/ 93088 h 385006"/>
                <a:gd name="connsiteX72" fmla="*/ 161615 w 797947"/>
                <a:gd name="connsiteY72" fmla="*/ 93088 h 38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97947" h="385006">
                  <a:moveTo>
                    <a:pt x="40491" y="384908"/>
                  </a:moveTo>
                  <a:cubicBezTo>
                    <a:pt x="31162" y="384908"/>
                    <a:pt x="22032" y="381633"/>
                    <a:pt x="14837" y="375480"/>
                  </a:cubicBezTo>
                  <a:cubicBezTo>
                    <a:pt x="5955" y="367987"/>
                    <a:pt x="844" y="356922"/>
                    <a:pt x="794" y="345310"/>
                  </a:cubicBezTo>
                  <a:lnTo>
                    <a:pt x="0" y="71503"/>
                  </a:lnTo>
                  <a:cubicBezTo>
                    <a:pt x="-50" y="49670"/>
                    <a:pt x="17516" y="31906"/>
                    <a:pt x="39349" y="31708"/>
                  </a:cubicBezTo>
                  <a:lnTo>
                    <a:pt x="177990" y="30417"/>
                  </a:lnTo>
                  <a:cubicBezTo>
                    <a:pt x="187616" y="29574"/>
                    <a:pt x="196994" y="31162"/>
                    <a:pt x="205430" y="34734"/>
                  </a:cubicBezTo>
                  <a:lnTo>
                    <a:pt x="226122" y="23471"/>
                  </a:lnTo>
                  <a:cubicBezTo>
                    <a:pt x="227065" y="22974"/>
                    <a:pt x="228007" y="22478"/>
                    <a:pt x="228950" y="22081"/>
                  </a:cubicBezTo>
                  <a:cubicBezTo>
                    <a:pt x="250089" y="12653"/>
                    <a:pt x="275941" y="2431"/>
                    <a:pt x="315241" y="447"/>
                  </a:cubicBezTo>
                  <a:cubicBezTo>
                    <a:pt x="315588" y="447"/>
                    <a:pt x="315985" y="447"/>
                    <a:pt x="316332" y="447"/>
                  </a:cubicBezTo>
                  <a:cubicBezTo>
                    <a:pt x="316580" y="447"/>
                    <a:pt x="317275" y="447"/>
                    <a:pt x="317523" y="447"/>
                  </a:cubicBezTo>
                  <a:lnTo>
                    <a:pt x="471397" y="0"/>
                  </a:lnTo>
                  <a:cubicBezTo>
                    <a:pt x="519976" y="447"/>
                    <a:pt x="549252" y="32353"/>
                    <a:pt x="555207" y="65797"/>
                  </a:cubicBezTo>
                  <a:cubicBezTo>
                    <a:pt x="584830" y="54930"/>
                    <a:pt x="618423" y="42326"/>
                    <a:pt x="650330" y="30070"/>
                  </a:cubicBezTo>
                  <a:cubicBezTo>
                    <a:pt x="671815" y="16970"/>
                    <a:pt x="695088" y="10867"/>
                    <a:pt x="717863" y="12405"/>
                  </a:cubicBezTo>
                  <a:lnTo>
                    <a:pt x="717863" y="12405"/>
                  </a:lnTo>
                  <a:cubicBezTo>
                    <a:pt x="744559" y="14241"/>
                    <a:pt x="768278" y="26795"/>
                    <a:pt x="782916" y="46892"/>
                  </a:cubicBezTo>
                  <a:cubicBezTo>
                    <a:pt x="797505" y="66889"/>
                    <a:pt x="801722" y="92543"/>
                    <a:pt x="794478" y="117303"/>
                  </a:cubicBezTo>
                  <a:cubicBezTo>
                    <a:pt x="788275" y="138491"/>
                    <a:pt x="774381" y="157893"/>
                    <a:pt x="753193" y="174963"/>
                  </a:cubicBezTo>
                  <a:cubicBezTo>
                    <a:pt x="751407" y="176402"/>
                    <a:pt x="749521" y="177642"/>
                    <a:pt x="747537" y="178783"/>
                  </a:cubicBezTo>
                  <a:cubicBezTo>
                    <a:pt x="737166" y="184539"/>
                    <a:pt x="647303" y="234458"/>
                    <a:pt x="633062" y="241752"/>
                  </a:cubicBezTo>
                  <a:lnTo>
                    <a:pt x="549252" y="286907"/>
                  </a:lnTo>
                  <a:cubicBezTo>
                    <a:pt x="526526" y="301247"/>
                    <a:pt x="506281" y="303976"/>
                    <a:pt x="485787" y="305713"/>
                  </a:cubicBezTo>
                  <a:cubicBezTo>
                    <a:pt x="485440" y="305713"/>
                    <a:pt x="485142" y="305763"/>
                    <a:pt x="484795" y="305763"/>
                  </a:cubicBezTo>
                  <a:lnTo>
                    <a:pt x="484199" y="305763"/>
                  </a:lnTo>
                  <a:cubicBezTo>
                    <a:pt x="483653" y="305812"/>
                    <a:pt x="483157" y="305862"/>
                    <a:pt x="482611" y="305862"/>
                  </a:cubicBezTo>
                  <a:lnTo>
                    <a:pt x="305068" y="309335"/>
                  </a:lnTo>
                  <a:cubicBezTo>
                    <a:pt x="305068" y="309335"/>
                    <a:pt x="304721" y="309335"/>
                    <a:pt x="304523" y="309335"/>
                  </a:cubicBezTo>
                  <a:cubicBezTo>
                    <a:pt x="294152" y="309385"/>
                    <a:pt x="282193" y="314546"/>
                    <a:pt x="273262" y="319458"/>
                  </a:cubicBezTo>
                  <a:cubicBezTo>
                    <a:pt x="271525" y="323775"/>
                    <a:pt x="269292" y="327943"/>
                    <a:pt x="266464" y="331814"/>
                  </a:cubicBezTo>
                  <a:cubicBezTo>
                    <a:pt x="257532" y="344268"/>
                    <a:pt x="244233" y="352456"/>
                    <a:pt x="229149" y="354838"/>
                  </a:cubicBezTo>
                  <a:lnTo>
                    <a:pt x="46892" y="384511"/>
                  </a:lnTo>
                  <a:cubicBezTo>
                    <a:pt x="44758" y="384858"/>
                    <a:pt x="42624" y="385007"/>
                    <a:pt x="40491" y="385007"/>
                  </a:cubicBezTo>
                  <a:close/>
                  <a:moveTo>
                    <a:pt x="79493" y="110704"/>
                  </a:moveTo>
                  <a:lnTo>
                    <a:pt x="80038" y="298518"/>
                  </a:lnTo>
                  <a:lnTo>
                    <a:pt x="201212" y="278819"/>
                  </a:lnTo>
                  <a:cubicBezTo>
                    <a:pt x="203793" y="273112"/>
                    <a:pt x="207762" y="268051"/>
                    <a:pt x="212873" y="264032"/>
                  </a:cubicBezTo>
                  <a:cubicBezTo>
                    <a:pt x="217289" y="260558"/>
                    <a:pt x="257433" y="230240"/>
                    <a:pt x="303778" y="229793"/>
                  </a:cubicBezTo>
                  <a:lnTo>
                    <a:pt x="480031" y="226370"/>
                  </a:lnTo>
                  <a:cubicBezTo>
                    <a:pt x="494719" y="225129"/>
                    <a:pt x="500177" y="223938"/>
                    <a:pt x="507422" y="219224"/>
                  </a:cubicBezTo>
                  <a:cubicBezTo>
                    <a:pt x="508365" y="218629"/>
                    <a:pt x="509307" y="218083"/>
                    <a:pt x="510250" y="217537"/>
                  </a:cubicBezTo>
                  <a:lnTo>
                    <a:pt x="595796" y="171439"/>
                  </a:lnTo>
                  <a:cubicBezTo>
                    <a:pt x="596144" y="171241"/>
                    <a:pt x="596491" y="171043"/>
                    <a:pt x="596838" y="170894"/>
                  </a:cubicBezTo>
                  <a:cubicBezTo>
                    <a:pt x="604480" y="167073"/>
                    <a:pt x="666258" y="132884"/>
                    <a:pt x="705657" y="111001"/>
                  </a:cubicBezTo>
                  <a:cubicBezTo>
                    <a:pt x="712356" y="105196"/>
                    <a:pt x="716871" y="99390"/>
                    <a:pt x="718211" y="94825"/>
                  </a:cubicBezTo>
                  <a:cubicBezTo>
                    <a:pt x="718409" y="94130"/>
                    <a:pt x="718508" y="93634"/>
                    <a:pt x="718508" y="93337"/>
                  </a:cubicBezTo>
                  <a:cubicBezTo>
                    <a:pt x="717863" y="92840"/>
                    <a:pt x="715928" y="91699"/>
                    <a:pt x="712405" y="91451"/>
                  </a:cubicBezTo>
                  <a:lnTo>
                    <a:pt x="712405" y="91451"/>
                  </a:lnTo>
                  <a:cubicBezTo>
                    <a:pt x="705756" y="91004"/>
                    <a:pt x="697817" y="93585"/>
                    <a:pt x="689977" y="98745"/>
                  </a:cubicBezTo>
                  <a:cubicBezTo>
                    <a:pt x="687595" y="100283"/>
                    <a:pt x="685064" y="101574"/>
                    <a:pt x="682434" y="102616"/>
                  </a:cubicBezTo>
                  <a:cubicBezTo>
                    <a:pt x="492734" y="175608"/>
                    <a:pt x="479882" y="174714"/>
                    <a:pt x="470504" y="174119"/>
                  </a:cubicBezTo>
                  <a:lnTo>
                    <a:pt x="411654" y="170199"/>
                  </a:lnTo>
                  <a:cubicBezTo>
                    <a:pt x="391657" y="168859"/>
                    <a:pt x="375778" y="152832"/>
                    <a:pt x="374686" y="132785"/>
                  </a:cubicBezTo>
                  <a:cubicBezTo>
                    <a:pt x="373595" y="112738"/>
                    <a:pt x="387538" y="95073"/>
                    <a:pt x="407238" y="91501"/>
                  </a:cubicBezTo>
                  <a:lnTo>
                    <a:pt x="468718" y="80385"/>
                  </a:lnTo>
                  <a:cubicBezTo>
                    <a:pt x="470454" y="80088"/>
                    <a:pt x="471943" y="79740"/>
                    <a:pt x="473084" y="79343"/>
                  </a:cubicBezTo>
                  <a:cubicBezTo>
                    <a:pt x="472489" y="79294"/>
                    <a:pt x="471794" y="79244"/>
                    <a:pt x="471050" y="79244"/>
                  </a:cubicBezTo>
                  <a:lnTo>
                    <a:pt x="318367" y="79691"/>
                  </a:lnTo>
                  <a:cubicBezTo>
                    <a:pt x="293854" y="81031"/>
                    <a:pt x="278422" y="86836"/>
                    <a:pt x="262593" y="93882"/>
                  </a:cubicBezTo>
                  <a:lnTo>
                    <a:pt x="218927" y="117700"/>
                  </a:lnTo>
                  <a:cubicBezTo>
                    <a:pt x="208209" y="123556"/>
                    <a:pt x="195456" y="124101"/>
                    <a:pt x="184242" y="119338"/>
                  </a:cubicBezTo>
                  <a:cubicBezTo>
                    <a:pt x="179081" y="117105"/>
                    <a:pt x="174516" y="113879"/>
                    <a:pt x="170795" y="109860"/>
                  </a:cubicBezTo>
                  <a:lnTo>
                    <a:pt x="79443" y="110704"/>
                  </a:lnTo>
                  <a:close/>
                  <a:moveTo>
                    <a:pt x="216545" y="276338"/>
                  </a:moveTo>
                  <a:cubicBezTo>
                    <a:pt x="216545" y="276338"/>
                    <a:pt x="216446" y="276338"/>
                    <a:pt x="216446" y="276338"/>
                  </a:cubicBezTo>
                  <a:lnTo>
                    <a:pt x="216545" y="276338"/>
                  </a:lnTo>
                  <a:close/>
                  <a:moveTo>
                    <a:pt x="718707" y="93535"/>
                  </a:moveTo>
                  <a:lnTo>
                    <a:pt x="718757" y="93535"/>
                  </a:lnTo>
                  <a:lnTo>
                    <a:pt x="718707" y="93535"/>
                  </a:lnTo>
                  <a:close/>
                  <a:moveTo>
                    <a:pt x="161615" y="93088"/>
                  </a:moveTo>
                  <a:cubicBezTo>
                    <a:pt x="161615" y="93088"/>
                    <a:pt x="161615" y="93088"/>
                    <a:pt x="161615" y="93088"/>
                  </a:cubicBezTo>
                  <a:cubicBezTo>
                    <a:pt x="161615" y="93088"/>
                    <a:pt x="161615" y="93088"/>
                    <a:pt x="161615" y="9308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5275E6F2-BDF9-6EE3-72BF-9B69469EB8A0}"/>
                </a:ext>
              </a:extLst>
            </p:cNvPr>
            <p:cNvSpPr/>
            <p:nvPr/>
          </p:nvSpPr>
          <p:spPr>
            <a:xfrm>
              <a:off x="4298936" y="3019237"/>
              <a:ext cx="107415" cy="310519"/>
            </a:xfrm>
            <a:custGeom>
              <a:avLst/>
              <a:gdLst>
                <a:gd name="connsiteX0" fmla="*/ 67676 w 107415"/>
                <a:gd name="connsiteY0" fmla="*/ 310520 h 310519"/>
                <a:gd name="connsiteX1" fmla="*/ 28327 w 107415"/>
                <a:gd name="connsiteY1" fmla="*/ 275587 h 310519"/>
                <a:gd name="connsiteX2" fmla="*/ 291 w 107415"/>
                <a:gd name="connsiteY2" fmla="*/ 44454 h 310519"/>
                <a:gd name="connsiteX3" fmla="*/ 34926 w 107415"/>
                <a:gd name="connsiteY3" fmla="*/ 291 h 310519"/>
                <a:gd name="connsiteX4" fmla="*/ 79089 w 107415"/>
                <a:gd name="connsiteY4" fmla="*/ 34926 h 310519"/>
                <a:gd name="connsiteX5" fmla="*/ 107125 w 107415"/>
                <a:gd name="connsiteY5" fmla="*/ 266060 h 310519"/>
                <a:gd name="connsiteX6" fmla="*/ 72489 w 107415"/>
                <a:gd name="connsiteY6" fmla="*/ 310222 h 310519"/>
                <a:gd name="connsiteX7" fmla="*/ 67676 w 107415"/>
                <a:gd name="connsiteY7" fmla="*/ 310520 h 31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15" h="310519">
                  <a:moveTo>
                    <a:pt x="67676" y="310520"/>
                  </a:moveTo>
                  <a:cubicBezTo>
                    <a:pt x="47877" y="310520"/>
                    <a:pt x="30758" y="295733"/>
                    <a:pt x="28327" y="275587"/>
                  </a:cubicBezTo>
                  <a:lnTo>
                    <a:pt x="291" y="44454"/>
                  </a:lnTo>
                  <a:cubicBezTo>
                    <a:pt x="-2339" y="22670"/>
                    <a:pt x="13143" y="2921"/>
                    <a:pt x="34926" y="291"/>
                  </a:cubicBezTo>
                  <a:cubicBezTo>
                    <a:pt x="56660" y="-2339"/>
                    <a:pt x="76459" y="13143"/>
                    <a:pt x="79089" y="34926"/>
                  </a:cubicBezTo>
                  <a:lnTo>
                    <a:pt x="107125" y="266060"/>
                  </a:lnTo>
                  <a:cubicBezTo>
                    <a:pt x="109754" y="287843"/>
                    <a:pt x="94273" y="307592"/>
                    <a:pt x="72489" y="310222"/>
                  </a:cubicBezTo>
                  <a:cubicBezTo>
                    <a:pt x="70852" y="310420"/>
                    <a:pt x="69264" y="310520"/>
                    <a:pt x="67676" y="31052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0DBDCE96-F2F3-E040-BD7A-8719FF8CE2FA}"/>
                </a:ext>
              </a:extLst>
            </p:cNvPr>
            <p:cNvSpPr/>
            <p:nvPr/>
          </p:nvSpPr>
          <p:spPr>
            <a:xfrm>
              <a:off x="4137960" y="3006411"/>
              <a:ext cx="262618" cy="354705"/>
            </a:xfrm>
            <a:custGeom>
              <a:avLst/>
              <a:gdLst>
                <a:gd name="connsiteX0" fmla="*/ 40491 w 262618"/>
                <a:gd name="connsiteY0" fmla="*/ 354706 h 354705"/>
                <a:gd name="connsiteX1" fmla="*/ 14837 w 262618"/>
                <a:gd name="connsiteY1" fmla="*/ 345278 h 354705"/>
                <a:gd name="connsiteX2" fmla="*/ 794 w 262618"/>
                <a:gd name="connsiteY2" fmla="*/ 315108 h 354705"/>
                <a:gd name="connsiteX3" fmla="*/ 0 w 262618"/>
                <a:gd name="connsiteY3" fmla="*/ 41301 h 354705"/>
                <a:gd name="connsiteX4" fmla="*/ 39349 w 262618"/>
                <a:gd name="connsiteY4" fmla="*/ 1506 h 354705"/>
                <a:gd name="connsiteX5" fmla="*/ 177990 w 262618"/>
                <a:gd name="connsiteY5" fmla="*/ 216 h 354705"/>
                <a:gd name="connsiteX6" fmla="*/ 238378 w 262618"/>
                <a:gd name="connsiteY6" fmla="*/ 42492 h 354705"/>
                <a:gd name="connsiteX7" fmla="*/ 210194 w 262618"/>
                <a:gd name="connsiteY7" fmla="*/ 91071 h 354705"/>
                <a:gd name="connsiteX8" fmla="*/ 170894 w 262618"/>
                <a:gd name="connsiteY8" fmla="*/ 79708 h 354705"/>
                <a:gd name="connsiteX9" fmla="*/ 79542 w 262618"/>
                <a:gd name="connsiteY9" fmla="*/ 80551 h 354705"/>
                <a:gd name="connsiteX10" fmla="*/ 80088 w 262618"/>
                <a:gd name="connsiteY10" fmla="*/ 268415 h 354705"/>
                <a:gd name="connsiteX11" fmla="*/ 216545 w 262618"/>
                <a:gd name="connsiteY11" fmla="*/ 246185 h 354705"/>
                <a:gd name="connsiteX12" fmla="*/ 262097 w 262618"/>
                <a:gd name="connsiteY12" fmla="*/ 278985 h 354705"/>
                <a:gd name="connsiteX13" fmla="*/ 229298 w 262618"/>
                <a:gd name="connsiteY13" fmla="*/ 324536 h 354705"/>
                <a:gd name="connsiteX14" fmla="*/ 46892 w 262618"/>
                <a:gd name="connsiteY14" fmla="*/ 354210 h 354705"/>
                <a:gd name="connsiteX15" fmla="*/ 40491 w 262618"/>
                <a:gd name="connsiteY15" fmla="*/ 354706 h 354705"/>
                <a:gd name="connsiteX16" fmla="*/ 161615 w 262618"/>
                <a:gd name="connsiteY16" fmla="*/ 62837 h 354705"/>
                <a:gd name="connsiteX17" fmla="*/ 161615 w 262618"/>
                <a:gd name="connsiteY17" fmla="*/ 62837 h 354705"/>
                <a:gd name="connsiteX18" fmla="*/ 161615 w 262618"/>
                <a:gd name="connsiteY18" fmla="*/ 62837 h 35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2618" h="354705">
                  <a:moveTo>
                    <a:pt x="40491" y="354706"/>
                  </a:moveTo>
                  <a:cubicBezTo>
                    <a:pt x="31162" y="354706"/>
                    <a:pt x="22032" y="351431"/>
                    <a:pt x="14837" y="345278"/>
                  </a:cubicBezTo>
                  <a:cubicBezTo>
                    <a:pt x="5955" y="337785"/>
                    <a:pt x="844" y="326720"/>
                    <a:pt x="794" y="315108"/>
                  </a:cubicBezTo>
                  <a:lnTo>
                    <a:pt x="0" y="41301"/>
                  </a:lnTo>
                  <a:cubicBezTo>
                    <a:pt x="-50" y="19468"/>
                    <a:pt x="17516" y="1704"/>
                    <a:pt x="39349" y="1506"/>
                  </a:cubicBezTo>
                  <a:lnTo>
                    <a:pt x="177990" y="216"/>
                  </a:lnTo>
                  <a:cubicBezTo>
                    <a:pt x="205579" y="-2166"/>
                    <a:pt x="231183" y="15399"/>
                    <a:pt x="238378" y="42492"/>
                  </a:cubicBezTo>
                  <a:cubicBezTo>
                    <a:pt x="244035" y="63680"/>
                    <a:pt x="231382" y="85414"/>
                    <a:pt x="210194" y="91071"/>
                  </a:cubicBezTo>
                  <a:cubicBezTo>
                    <a:pt x="195506" y="94991"/>
                    <a:pt x="180570" y="90128"/>
                    <a:pt x="170894" y="79708"/>
                  </a:cubicBezTo>
                  <a:lnTo>
                    <a:pt x="79542" y="80551"/>
                  </a:lnTo>
                  <a:lnTo>
                    <a:pt x="80088" y="268415"/>
                  </a:lnTo>
                  <a:lnTo>
                    <a:pt x="216545" y="246185"/>
                  </a:lnTo>
                  <a:cubicBezTo>
                    <a:pt x="238130" y="242662"/>
                    <a:pt x="258574" y="257350"/>
                    <a:pt x="262097" y="278985"/>
                  </a:cubicBezTo>
                  <a:cubicBezTo>
                    <a:pt x="265620" y="300619"/>
                    <a:pt x="250932" y="321013"/>
                    <a:pt x="229298" y="324536"/>
                  </a:cubicBezTo>
                  <a:lnTo>
                    <a:pt x="46892" y="354210"/>
                  </a:lnTo>
                  <a:cubicBezTo>
                    <a:pt x="44758" y="354557"/>
                    <a:pt x="42624" y="354706"/>
                    <a:pt x="40491" y="354706"/>
                  </a:cubicBezTo>
                  <a:close/>
                  <a:moveTo>
                    <a:pt x="161615" y="62837"/>
                  </a:moveTo>
                  <a:cubicBezTo>
                    <a:pt x="161615" y="62837"/>
                    <a:pt x="161615" y="62837"/>
                    <a:pt x="161615" y="62837"/>
                  </a:cubicBezTo>
                  <a:cubicBezTo>
                    <a:pt x="161615" y="62837"/>
                    <a:pt x="161615" y="62837"/>
                    <a:pt x="161615" y="6283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D10254FA-965A-4D24-582D-362844A0A312}"/>
              </a:ext>
            </a:extLst>
          </p:cNvPr>
          <p:cNvGrpSpPr/>
          <p:nvPr/>
        </p:nvGrpSpPr>
        <p:grpSpPr>
          <a:xfrm>
            <a:off x="5443509" y="2603260"/>
            <a:ext cx="849755" cy="756467"/>
            <a:chOff x="5443509" y="2603260"/>
            <a:chExt cx="849755" cy="756467"/>
          </a:xfrm>
        </p:grpSpPr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AA0E2A95-DBEE-4453-D79A-0DA4B376F500}"/>
                </a:ext>
              </a:extLst>
            </p:cNvPr>
            <p:cNvSpPr/>
            <p:nvPr/>
          </p:nvSpPr>
          <p:spPr>
            <a:xfrm>
              <a:off x="5894847" y="2826940"/>
              <a:ext cx="350037" cy="307509"/>
            </a:xfrm>
            <a:custGeom>
              <a:avLst/>
              <a:gdLst>
                <a:gd name="connsiteX0" fmla="*/ 310440 w 350037"/>
                <a:gd name="connsiteY0" fmla="*/ 307509 h 307509"/>
                <a:gd name="connsiteX1" fmla="*/ 270744 w 350037"/>
                <a:gd name="connsiteY1" fmla="*/ 267813 h 307509"/>
                <a:gd name="connsiteX2" fmla="*/ 270744 w 350037"/>
                <a:gd name="connsiteY2" fmla="*/ 198195 h 307509"/>
                <a:gd name="connsiteX3" fmla="*/ 233528 w 350037"/>
                <a:gd name="connsiteY3" fmla="*/ 198195 h 307509"/>
                <a:gd name="connsiteX4" fmla="*/ 221222 w 350037"/>
                <a:gd name="connsiteY4" fmla="*/ 196260 h 307509"/>
                <a:gd name="connsiteX5" fmla="*/ 169219 w 350037"/>
                <a:gd name="connsiteY5" fmla="*/ 179339 h 307509"/>
                <a:gd name="connsiteX6" fmla="*/ 153440 w 350037"/>
                <a:gd name="connsiteY6" fmla="*/ 169663 h 307509"/>
                <a:gd name="connsiteX7" fmla="*/ 65711 w 350037"/>
                <a:gd name="connsiteY7" fmla="*/ 81934 h 307509"/>
                <a:gd name="connsiteX8" fmla="*/ 55985 w 350037"/>
                <a:gd name="connsiteY8" fmla="*/ 80098 h 307509"/>
                <a:gd name="connsiteX9" fmla="*/ 3486 w 350037"/>
                <a:gd name="connsiteY9" fmla="*/ 60150 h 307509"/>
                <a:gd name="connsiteX10" fmla="*/ 23434 w 350037"/>
                <a:gd name="connsiteY10" fmla="*/ 7652 h 307509"/>
                <a:gd name="connsiteX11" fmla="*/ 121832 w 350037"/>
                <a:gd name="connsiteY11" fmla="*/ 25813 h 307509"/>
                <a:gd name="connsiteX12" fmla="*/ 202763 w 350037"/>
                <a:gd name="connsiteY12" fmla="*/ 106744 h 307509"/>
                <a:gd name="connsiteX13" fmla="*/ 239731 w 350037"/>
                <a:gd name="connsiteY13" fmla="*/ 118752 h 307509"/>
                <a:gd name="connsiteX14" fmla="*/ 310341 w 350037"/>
                <a:gd name="connsiteY14" fmla="*/ 118752 h 307509"/>
                <a:gd name="connsiteX15" fmla="*/ 350037 w 350037"/>
                <a:gd name="connsiteY15" fmla="*/ 158449 h 307509"/>
                <a:gd name="connsiteX16" fmla="*/ 350037 w 350037"/>
                <a:gd name="connsiteY16" fmla="*/ 267763 h 307509"/>
                <a:gd name="connsiteX17" fmla="*/ 310341 w 350037"/>
                <a:gd name="connsiteY17" fmla="*/ 307460 h 30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0037" h="307509">
                  <a:moveTo>
                    <a:pt x="310440" y="307509"/>
                  </a:moveTo>
                  <a:cubicBezTo>
                    <a:pt x="288508" y="307509"/>
                    <a:pt x="270744" y="289745"/>
                    <a:pt x="270744" y="267813"/>
                  </a:cubicBezTo>
                  <a:lnTo>
                    <a:pt x="270744" y="198195"/>
                  </a:lnTo>
                  <a:lnTo>
                    <a:pt x="233528" y="198195"/>
                  </a:lnTo>
                  <a:cubicBezTo>
                    <a:pt x="229360" y="198195"/>
                    <a:pt x="225192" y="197550"/>
                    <a:pt x="221222" y="196260"/>
                  </a:cubicBezTo>
                  <a:lnTo>
                    <a:pt x="169219" y="179339"/>
                  </a:lnTo>
                  <a:cubicBezTo>
                    <a:pt x="163265" y="177404"/>
                    <a:pt x="157856" y="174079"/>
                    <a:pt x="153440" y="169663"/>
                  </a:cubicBezTo>
                  <a:lnTo>
                    <a:pt x="65711" y="81934"/>
                  </a:lnTo>
                  <a:cubicBezTo>
                    <a:pt x="62585" y="78758"/>
                    <a:pt x="58516" y="79006"/>
                    <a:pt x="55985" y="80098"/>
                  </a:cubicBezTo>
                  <a:cubicBezTo>
                    <a:pt x="35988" y="89079"/>
                    <a:pt x="12468" y="80098"/>
                    <a:pt x="3486" y="60150"/>
                  </a:cubicBezTo>
                  <a:cubicBezTo>
                    <a:pt x="-5495" y="40153"/>
                    <a:pt x="3486" y="16683"/>
                    <a:pt x="23434" y="7652"/>
                  </a:cubicBezTo>
                  <a:cubicBezTo>
                    <a:pt x="56630" y="-7235"/>
                    <a:pt x="96178" y="10"/>
                    <a:pt x="121832" y="25813"/>
                  </a:cubicBezTo>
                  <a:lnTo>
                    <a:pt x="202763" y="106744"/>
                  </a:lnTo>
                  <a:lnTo>
                    <a:pt x="239731" y="118752"/>
                  </a:lnTo>
                  <a:lnTo>
                    <a:pt x="310341" y="118752"/>
                  </a:lnTo>
                  <a:cubicBezTo>
                    <a:pt x="332273" y="118752"/>
                    <a:pt x="350037" y="136517"/>
                    <a:pt x="350037" y="158449"/>
                  </a:cubicBezTo>
                  <a:lnTo>
                    <a:pt x="350037" y="267763"/>
                  </a:lnTo>
                  <a:cubicBezTo>
                    <a:pt x="350037" y="289696"/>
                    <a:pt x="332273" y="307460"/>
                    <a:pt x="310341" y="3074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6FBD9987-0BA9-797E-B008-CD93619582A6}"/>
                </a:ext>
              </a:extLst>
            </p:cNvPr>
            <p:cNvSpPr/>
            <p:nvPr/>
          </p:nvSpPr>
          <p:spPr>
            <a:xfrm>
              <a:off x="5894909" y="2937853"/>
              <a:ext cx="79897" cy="79938"/>
            </a:xfrm>
            <a:custGeom>
              <a:avLst/>
              <a:gdLst>
                <a:gd name="connsiteX0" fmla="*/ 40243 w 79897"/>
                <a:gd name="connsiteY0" fmla="*/ 79939 h 79938"/>
                <a:gd name="connsiteX1" fmla="*/ 39697 w 79897"/>
                <a:gd name="connsiteY1" fmla="*/ 79939 h 79938"/>
                <a:gd name="connsiteX2" fmla="*/ 0 w 79897"/>
                <a:gd name="connsiteY2" fmla="*/ 40242 h 79938"/>
                <a:gd name="connsiteX3" fmla="*/ 0 w 79897"/>
                <a:gd name="connsiteY3" fmla="*/ 39945 h 79938"/>
                <a:gd name="connsiteX4" fmla="*/ 11612 w 79897"/>
                <a:gd name="connsiteY4" fmla="*/ 11611 h 79938"/>
                <a:gd name="connsiteX5" fmla="*/ 67733 w 79897"/>
                <a:gd name="connsiteY5" fmla="*/ 11611 h 79938"/>
                <a:gd name="connsiteX6" fmla="*/ 68279 w 79897"/>
                <a:gd name="connsiteY6" fmla="*/ 12157 h 79938"/>
                <a:gd name="connsiteX7" fmla="*/ 76863 w 79897"/>
                <a:gd name="connsiteY7" fmla="*/ 55426 h 79938"/>
                <a:gd name="connsiteX8" fmla="*/ 40193 w 79897"/>
                <a:gd name="connsiteY8" fmla="*/ 79939 h 7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897" h="79938">
                  <a:moveTo>
                    <a:pt x="40243" y="79939"/>
                  </a:moveTo>
                  <a:lnTo>
                    <a:pt x="39697" y="79939"/>
                  </a:lnTo>
                  <a:cubicBezTo>
                    <a:pt x="17765" y="79939"/>
                    <a:pt x="0" y="62175"/>
                    <a:pt x="0" y="40242"/>
                  </a:cubicBezTo>
                  <a:lnTo>
                    <a:pt x="0" y="39945"/>
                  </a:lnTo>
                  <a:cubicBezTo>
                    <a:pt x="-49" y="29673"/>
                    <a:pt x="3821" y="19402"/>
                    <a:pt x="11612" y="11611"/>
                  </a:cubicBezTo>
                  <a:cubicBezTo>
                    <a:pt x="27093" y="-3870"/>
                    <a:pt x="52251" y="-3870"/>
                    <a:pt x="67733" y="11611"/>
                  </a:cubicBezTo>
                  <a:lnTo>
                    <a:pt x="68279" y="12157"/>
                  </a:lnTo>
                  <a:cubicBezTo>
                    <a:pt x="79642" y="23520"/>
                    <a:pt x="83016" y="40590"/>
                    <a:pt x="76863" y="55426"/>
                  </a:cubicBezTo>
                  <a:cubicBezTo>
                    <a:pt x="70710" y="70263"/>
                    <a:pt x="56221" y="79939"/>
                    <a:pt x="40193" y="7993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1A57D2EF-A91D-40B4-DDD7-F0A598923FF8}"/>
                </a:ext>
              </a:extLst>
            </p:cNvPr>
            <p:cNvSpPr/>
            <p:nvPr/>
          </p:nvSpPr>
          <p:spPr>
            <a:xfrm>
              <a:off x="5443509" y="2604749"/>
              <a:ext cx="605075" cy="79393"/>
            </a:xfrm>
            <a:custGeom>
              <a:avLst/>
              <a:gdLst>
                <a:gd name="connsiteX0" fmla="*/ 565379 w 605075"/>
                <a:gd name="connsiteY0" fmla="*/ 79393 h 79393"/>
                <a:gd name="connsiteX1" fmla="*/ 39697 w 605075"/>
                <a:gd name="connsiteY1" fmla="*/ 79393 h 79393"/>
                <a:gd name="connsiteX2" fmla="*/ 0 w 605075"/>
                <a:gd name="connsiteY2" fmla="*/ 39697 h 79393"/>
                <a:gd name="connsiteX3" fmla="*/ 39697 w 605075"/>
                <a:gd name="connsiteY3" fmla="*/ 0 h 79393"/>
                <a:gd name="connsiteX4" fmla="*/ 565379 w 605075"/>
                <a:gd name="connsiteY4" fmla="*/ 0 h 79393"/>
                <a:gd name="connsiteX5" fmla="*/ 605075 w 605075"/>
                <a:gd name="connsiteY5" fmla="*/ 39697 h 79393"/>
                <a:gd name="connsiteX6" fmla="*/ 565379 w 6050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075" h="79393">
                  <a:moveTo>
                    <a:pt x="56537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65379" y="0"/>
                  </a:lnTo>
                  <a:cubicBezTo>
                    <a:pt x="587311" y="0"/>
                    <a:pt x="605075" y="17764"/>
                    <a:pt x="605075" y="39697"/>
                  </a:cubicBezTo>
                  <a:cubicBezTo>
                    <a:pt x="605075" y="61629"/>
                    <a:pt x="587311" y="79393"/>
                    <a:pt x="565379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46182D57-2F11-405D-40E7-C685937916FD}"/>
                </a:ext>
              </a:extLst>
            </p:cNvPr>
            <p:cNvSpPr/>
            <p:nvPr/>
          </p:nvSpPr>
          <p:spPr>
            <a:xfrm>
              <a:off x="5517792" y="2603260"/>
              <a:ext cx="456510" cy="677917"/>
            </a:xfrm>
            <a:custGeom>
              <a:avLst/>
              <a:gdLst>
                <a:gd name="connsiteX0" fmla="*/ 333501 w 456510"/>
                <a:gd name="connsiteY0" fmla="*/ 677918 h 677917"/>
                <a:gd name="connsiteX1" fmla="*/ 39697 w 456510"/>
                <a:gd name="connsiteY1" fmla="*/ 677918 h 677917"/>
                <a:gd name="connsiteX2" fmla="*/ 0 w 456510"/>
                <a:gd name="connsiteY2" fmla="*/ 638221 h 677917"/>
                <a:gd name="connsiteX3" fmla="*/ 0 w 456510"/>
                <a:gd name="connsiteY3" fmla="*/ 39697 h 677917"/>
                <a:gd name="connsiteX4" fmla="*/ 39697 w 456510"/>
                <a:gd name="connsiteY4" fmla="*/ 0 h 677917"/>
                <a:gd name="connsiteX5" fmla="*/ 416814 w 456510"/>
                <a:gd name="connsiteY5" fmla="*/ 0 h 677917"/>
                <a:gd name="connsiteX6" fmla="*/ 456511 w 456510"/>
                <a:gd name="connsiteY6" fmla="*/ 39697 h 677917"/>
                <a:gd name="connsiteX7" fmla="*/ 456511 w 456510"/>
                <a:gd name="connsiteY7" fmla="*/ 483405 h 677917"/>
                <a:gd name="connsiteX8" fmla="*/ 416814 w 456510"/>
                <a:gd name="connsiteY8" fmla="*/ 523101 h 677917"/>
                <a:gd name="connsiteX9" fmla="*/ 377118 w 456510"/>
                <a:gd name="connsiteY9" fmla="*/ 483405 h 677917"/>
                <a:gd name="connsiteX10" fmla="*/ 377118 w 456510"/>
                <a:gd name="connsiteY10" fmla="*/ 79393 h 677917"/>
                <a:gd name="connsiteX11" fmla="*/ 79393 w 456510"/>
                <a:gd name="connsiteY11" fmla="*/ 79393 h 677917"/>
                <a:gd name="connsiteX12" fmla="*/ 79393 w 456510"/>
                <a:gd name="connsiteY12" fmla="*/ 598525 h 677917"/>
                <a:gd name="connsiteX13" fmla="*/ 333501 w 456510"/>
                <a:gd name="connsiteY13" fmla="*/ 598525 h 677917"/>
                <a:gd name="connsiteX14" fmla="*/ 373198 w 456510"/>
                <a:gd name="connsiteY14" fmla="*/ 638221 h 677917"/>
                <a:gd name="connsiteX15" fmla="*/ 333501 w 456510"/>
                <a:gd name="connsiteY15" fmla="*/ 677918 h 67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6510" h="677917">
                  <a:moveTo>
                    <a:pt x="333501" y="677918"/>
                  </a:moveTo>
                  <a:lnTo>
                    <a:pt x="39697" y="677918"/>
                  </a:lnTo>
                  <a:cubicBezTo>
                    <a:pt x="17764" y="677918"/>
                    <a:pt x="0" y="660154"/>
                    <a:pt x="0" y="638221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416814" y="0"/>
                  </a:lnTo>
                  <a:cubicBezTo>
                    <a:pt x="438747" y="0"/>
                    <a:pt x="456511" y="17764"/>
                    <a:pt x="456511" y="39697"/>
                  </a:cubicBezTo>
                  <a:lnTo>
                    <a:pt x="456511" y="483405"/>
                  </a:lnTo>
                  <a:cubicBezTo>
                    <a:pt x="456511" y="505337"/>
                    <a:pt x="438747" y="523101"/>
                    <a:pt x="416814" y="523101"/>
                  </a:cubicBezTo>
                  <a:cubicBezTo>
                    <a:pt x="394882" y="523101"/>
                    <a:pt x="377118" y="505337"/>
                    <a:pt x="377118" y="483405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598525"/>
                  </a:lnTo>
                  <a:lnTo>
                    <a:pt x="333501" y="598525"/>
                  </a:lnTo>
                  <a:cubicBezTo>
                    <a:pt x="355433" y="598525"/>
                    <a:pt x="373198" y="616289"/>
                    <a:pt x="373198" y="638221"/>
                  </a:cubicBezTo>
                  <a:cubicBezTo>
                    <a:pt x="373198" y="660154"/>
                    <a:pt x="355433" y="677918"/>
                    <a:pt x="333501" y="67791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72D89249-6463-F3C8-4E8E-AB90B0D4E177}"/>
                </a:ext>
              </a:extLst>
            </p:cNvPr>
            <p:cNvSpPr/>
            <p:nvPr/>
          </p:nvSpPr>
          <p:spPr>
            <a:xfrm>
              <a:off x="5783921" y="2950598"/>
              <a:ext cx="509343" cy="409129"/>
            </a:xfrm>
            <a:custGeom>
              <a:avLst/>
              <a:gdLst>
                <a:gd name="connsiteX0" fmla="*/ 329965 w 509343"/>
                <a:gd name="connsiteY0" fmla="*/ 409080 h 409129"/>
                <a:gd name="connsiteX1" fmla="*/ 121061 w 509343"/>
                <a:gd name="connsiteY1" fmla="*/ 370078 h 409129"/>
                <a:gd name="connsiteX2" fmla="*/ 830 w 509343"/>
                <a:gd name="connsiteY2" fmla="*/ 176657 h 409129"/>
                <a:gd name="connsiteX3" fmla="*/ 15766 w 509343"/>
                <a:gd name="connsiteY3" fmla="*/ 121478 h 409129"/>
                <a:gd name="connsiteX4" fmla="*/ 71689 w 509343"/>
                <a:gd name="connsiteY4" fmla="*/ 95279 h 409129"/>
                <a:gd name="connsiteX5" fmla="*/ 131134 w 509343"/>
                <a:gd name="connsiteY5" fmla="*/ 96122 h 409129"/>
                <a:gd name="connsiteX6" fmla="*/ 130737 w 509343"/>
                <a:gd name="connsiteY6" fmla="*/ 85057 h 409129"/>
                <a:gd name="connsiteX7" fmla="*/ 160411 w 509343"/>
                <a:gd name="connsiteY7" fmla="*/ 21741 h 409129"/>
                <a:gd name="connsiteX8" fmla="*/ 282428 w 509343"/>
                <a:gd name="connsiteY8" fmla="*/ 26753 h 409129"/>
                <a:gd name="connsiteX9" fmla="*/ 362119 w 509343"/>
                <a:gd name="connsiteY9" fmla="*/ 106443 h 409129"/>
                <a:gd name="connsiteX10" fmla="*/ 399086 w 509343"/>
                <a:gd name="connsiteY10" fmla="*/ 118501 h 409129"/>
                <a:gd name="connsiteX11" fmla="*/ 469399 w 509343"/>
                <a:gd name="connsiteY11" fmla="*/ 118501 h 409129"/>
                <a:gd name="connsiteX12" fmla="*/ 509344 w 509343"/>
                <a:gd name="connsiteY12" fmla="*/ 158446 h 409129"/>
                <a:gd name="connsiteX13" fmla="*/ 509344 w 509343"/>
                <a:gd name="connsiteY13" fmla="*/ 343730 h 409129"/>
                <a:gd name="connsiteX14" fmla="*/ 469399 w 509343"/>
                <a:gd name="connsiteY14" fmla="*/ 383674 h 409129"/>
                <a:gd name="connsiteX15" fmla="*/ 400625 w 509343"/>
                <a:gd name="connsiteY15" fmla="*/ 383674 h 409129"/>
                <a:gd name="connsiteX16" fmla="*/ 344950 w 509343"/>
                <a:gd name="connsiteY16" fmla="*/ 406202 h 409129"/>
                <a:gd name="connsiteX17" fmla="*/ 344950 w 509343"/>
                <a:gd name="connsiteY17" fmla="*/ 406202 h 409129"/>
                <a:gd name="connsiteX18" fmla="*/ 329965 w 509343"/>
                <a:gd name="connsiteY18" fmla="*/ 409130 h 409129"/>
                <a:gd name="connsiteX19" fmla="*/ 80174 w 509343"/>
                <a:gd name="connsiteY19" fmla="*/ 174771 h 409129"/>
                <a:gd name="connsiteX20" fmla="*/ 322323 w 509343"/>
                <a:gd name="connsiteY20" fmla="*/ 329637 h 409129"/>
                <a:gd name="connsiteX21" fmla="*/ 377898 w 509343"/>
                <a:gd name="connsiteY21" fmla="*/ 307159 h 409129"/>
                <a:gd name="connsiteX22" fmla="*/ 392884 w 509343"/>
                <a:gd name="connsiteY22" fmla="*/ 304232 h 409129"/>
                <a:gd name="connsiteX23" fmla="*/ 429901 w 509343"/>
                <a:gd name="connsiteY23" fmla="*/ 304232 h 409129"/>
                <a:gd name="connsiteX24" fmla="*/ 429901 w 509343"/>
                <a:gd name="connsiteY24" fmla="*/ 197845 h 409129"/>
                <a:gd name="connsiteX25" fmla="*/ 392735 w 509343"/>
                <a:gd name="connsiteY25" fmla="*/ 197845 h 409129"/>
                <a:gd name="connsiteX26" fmla="*/ 380280 w 509343"/>
                <a:gd name="connsiteY26" fmla="*/ 195860 h 409129"/>
                <a:gd name="connsiteX27" fmla="*/ 328476 w 509343"/>
                <a:gd name="connsiteY27" fmla="*/ 178989 h 409129"/>
                <a:gd name="connsiteX28" fmla="*/ 326839 w 509343"/>
                <a:gd name="connsiteY28" fmla="*/ 178393 h 409129"/>
                <a:gd name="connsiteX29" fmla="*/ 312597 w 509343"/>
                <a:gd name="connsiteY29" fmla="*/ 169214 h 409129"/>
                <a:gd name="connsiteX30" fmla="*/ 226257 w 509343"/>
                <a:gd name="connsiteY30" fmla="*/ 82874 h 409129"/>
                <a:gd name="connsiteX31" fmla="*/ 213058 w 509343"/>
                <a:gd name="connsiteY31" fmla="*/ 81137 h 409129"/>
                <a:gd name="connsiteX32" fmla="*/ 210081 w 509343"/>
                <a:gd name="connsiteY32" fmla="*/ 87439 h 409129"/>
                <a:gd name="connsiteX33" fmla="*/ 212612 w 509343"/>
                <a:gd name="connsiteY33" fmla="*/ 93840 h 409129"/>
                <a:gd name="connsiteX34" fmla="*/ 227101 w 509343"/>
                <a:gd name="connsiteY34" fmla="*/ 108329 h 409129"/>
                <a:gd name="connsiteX35" fmla="*/ 235586 w 509343"/>
                <a:gd name="connsiteY35" fmla="*/ 152243 h 409129"/>
                <a:gd name="connsiteX36" fmla="*/ 198023 w 509343"/>
                <a:gd name="connsiteY36" fmla="*/ 176508 h 409129"/>
                <a:gd name="connsiteX37" fmla="*/ 80124 w 509343"/>
                <a:gd name="connsiteY37" fmla="*/ 174771 h 40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09343" h="409129">
                  <a:moveTo>
                    <a:pt x="329965" y="409080"/>
                  </a:moveTo>
                  <a:cubicBezTo>
                    <a:pt x="242533" y="409080"/>
                    <a:pt x="174205" y="396327"/>
                    <a:pt x="121061" y="370078"/>
                  </a:cubicBezTo>
                  <a:cubicBezTo>
                    <a:pt x="43802" y="331870"/>
                    <a:pt x="2269" y="265031"/>
                    <a:pt x="830" y="176657"/>
                  </a:cubicBezTo>
                  <a:cubicBezTo>
                    <a:pt x="-2197" y="156957"/>
                    <a:pt x="3113" y="137109"/>
                    <a:pt x="15766" y="121478"/>
                  </a:cubicBezTo>
                  <a:cubicBezTo>
                    <a:pt x="29511" y="104508"/>
                    <a:pt x="49955" y="94981"/>
                    <a:pt x="71689" y="95279"/>
                  </a:cubicBezTo>
                  <a:cubicBezTo>
                    <a:pt x="88709" y="95527"/>
                    <a:pt x="109649" y="95825"/>
                    <a:pt x="131134" y="96122"/>
                  </a:cubicBezTo>
                  <a:cubicBezTo>
                    <a:pt x="130787" y="92450"/>
                    <a:pt x="130638" y="88729"/>
                    <a:pt x="130737" y="85057"/>
                  </a:cubicBezTo>
                  <a:cubicBezTo>
                    <a:pt x="131482" y="60892"/>
                    <a:pt x="142299" y="37818"/>
                    <a:pt x="160411" y="21741"/>
                  </a:cubicBezTo>
                  <a:cubicBezTo>
                    <a:pt x="195195" y="-9074"/>
                    <a:pt x="248785" y="-6890"/>
                    <a:pt x="282428" y="26753"/>
                  </a:cubicBezTo>
                  <a:lnTo>
                    <a:pt x="362119" y="106443"/>
                  </a:lnTo>
                  <a:lnTo>
                    <a:pt x="399086" y="118501"/>
                  </a:lnTo>
                  <a:lnTo>
                    <a:pt x="469399" y="118501"/>
                  </a:lnTo>
                  <a:cubicBezTo>
                    <a:pt x="491331" y="118501"/>
                    <a:pt x="509344" y="136514"/>
                    <a:pt x="509344" y="158446"/>
                  </a:cubicBezTo>
                  <a:lnTo>
                    <a:pt x="509344" y="343730"/>
                  </a:lnTo>
                  <a:cubicBezTo>
                    <a:pt x="509344" y="365662"/>
                    <a:pt x="491331" y="383674"/>
                    <a:pt x="469399" y="383674"/>
                  </a:cubicBezTo>
                  <a:lnTo>
                    <a:pt x="400625" y="383674"/>
                  </a:lnTo>
                  <a:lnTo>
                    <a:pt x="344950" y="406202"/>
                  </a:lnTo>
                  <a:lnTo>
                    <a:pt x="344950" y="406202"/>
                  </a:lnTo>
                  <a:cubicBezTo>
                    <a:pt x="340187" y="408137"/>
                    <a:pt x="335076" y="409130"/>
                    <a:pt x="329965" y="409130"/>
                  </a:cubicBezTo>
                  <a:close/>
                  <a:moveTo>
                    <a:pt x="80174" y="174771"/>
                  </a:moveTo>
                  <a:cubicBezTo>
                    <a:pt x="80422" y="215162"/>
                    <a:pt x="84987" y="327305"/>
                    <a:pt x="322323" y="329637"/>
                  </a:cubicBezTo>
                  <a:lnTo>
                    <a:pt x="377898" y="307159"/>
                  </a:lnTo>
                  <a:cubicBezTo>
                    <a:pt x="382662" y="305224"/>
                    <a:pt x="387773" y="304232"/>
                    <a:pt x="392884" y="304232"/>
                  </a:cubicBezTo>
                  <a:lnTo>
                    <a:pt x="429901" y="304232"/>
                  </a:lnTo>
                  <a:lnTo>
                    <a:pt x="429901" y="197845"/>
                  </a:lnTo>
                  <a:lnTo>
                    <a:pt x="392735" y="197845"/>
                  </a:lnTo>
                  <a:cubicBezTo>
                    <a:pt x="388517" y="197845"/>
                    <a:pt x="384250" y="197150"/>
                    <a:pt x="380280" y="195860"/>
                  </a:cubicBezTo>
                  <a:lnTo>
                    <a:pt x="328476" y="178989"/>
                  </a:lnTo>
                  <a:cubicBezTo>
                    <a:pt x="327930" y="178790"/>
                    <a:pt x="327384" y="178592"/>
                    <a:pt x="326839" y="178393"/>
                  </a:cubicBezTo>
                  <a:cubicBezTo>
                    <a:pt x="321529" y="176409"/>
                    <a:pt x="316617" y="173233"/>
                    <a:pt x="312597" y="169214"/>
                  </a:cubicBezTo>
                  <a:lnTo>
                    <a:pt x="226257" y="82874"/>
                  </a:lnTo>
                  <a:cubicBezTo>
                    <a:pt x="222486" y="79102"/>
                    <a:pt x="216333" y="78259"/>
                    <a:pt x="213058" y="81137"/>
                  </a:cubicBezTo>
                  <a:cubicBezTo>
                    <a:pt x="210676" y="83221"/>
                    <a:pt x="210131" y="85702"/>
                    <a:pt x="210081" y="87439"/>
                  </a:cubicBezTo>
                  <a:cubicBezTo>
                    <a:pt x="210081" y="89175"/>
                    <a:pt x="210428" y="91656"/>
                    <a:pt x="212612" y="93840"/>
                  </a:cubicBezTo>
                  <a:lnTo>
                    <a:pt x="227101" y="108329"/>
                  </a:lnTo>
                  <a:cubicBezTo>
                    <a:pt x="238563" y="119791"/>
                    <a:pt x="241938" y="137357"/>
                    <a:pt x="235586" y="152243"/>
                  </a:cubicBezTo>
                  <a:cubicBezTo>
                    <a:pt x="229235" y="167130"/>
                    <a:pt x="214150" y="176756"/>
                    <a:pt x="198023" y="176508"/>
                  </a:cubicBezTo>
                  <a:cubicBezTo>
                    <a:pt x="162644" y="175962"/>
                    <a:pt x="115355" y="175267"/>
                    <a:pt x="80124" y="17477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155FAFAC-BDA0-F35E-7E8F-4EDBC56FA8F7}"/>
              </a:ext>
            </a:extLst>
          </p:cNvPr>
          <p:cNvGrpSpPr/>
          <p:nvPr/>
        </p:nvGrpSpPr>
        <p:grpSpPr>
          <a:xfrm>
            <a:off x="6776450" y="2608498"/>
            <a:ext cx="836714" cy="694166"/>
            <a:chOff x="6776450" y="2608498"/>
            <a:chExt cx="836714" cy="694166"/>
          </a:xfrm>
        </p:grpSpPr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48A3E712-B874-FCA1-5D7D-EACB8AE9A343}"/>
                </a:ext>
              </a:extLst>
            </p:cNvPr>
            <p:cNvSpPr/>
            <p:nvPr/>
          </p:nvSpPr>
          <p:spPr>
            <a:xfrm>
              <a:off x="6776450" y="2700355"/>
              <a:ext cx="735197" cy="602309"/>
            </a:xfrm>
            <a:custGeom>
              <a:avLst/>
              <a:gdLst>
                <a:gd name="connsiteX0" fmla="*/ 355433 w 735197"/>
                <a:gd name="connsiteY0" fmla="*/ 602309 h 602309"/>
                <a:gd name="connsiteX1" fmla="*/ 279762 w 735197"/>
                <a:gd name="connsiteY1" fmla="*/ 596900 h 602309"/>
                <a:gd name="connsiteX2" fmla="*/ 151988 w 735197"/>
                <a:gd name="connsiteY2" fmla="*/ 560528 h 602309"/>
                <a:gd name="connsiteX3" fmla="*/ 83016 w 735197"/>
                <a:gd name="connsiteY3" fmla="*/ 519343 h 602309"/>
                <a:gd name="connsiteX4" fmla="*/ 24364 w 735197"/>
                <a:gd name="connsiteY4" fmla="*/ 453248 h 602309"/>
                <a:gd name="connsiteX5" fmla="*/ 0 w 735197"/>
                <a:gd name="connsiteY5" fmla="*/ 365271 h 602309"/>
                <a:gd name="connsiteX6" fmla="*/ 0 w 735197"/>
                <a:gd name="connsiteY6" fmla="*/ 360309 h 602309"/>
                <a:gd name="connsiteX7" fmla="*/ 0 w 735197"/>
                <a:gd name="connsiteY7" fmla="*/ 359465 h 602309"/>
                <a:gd name="connsiteX8" fmla="*/ 30120 w 735197"/>
                <a:gd name="connsiteY8" fmla="*/ 248514 h 602309"/>
                <a:gd name="connsiteX9" fmla="*/ 109612 w 735197"/>
                <a:gd name="connsiteY9" fmla="*/ 138207 h 602309"/>
                <a:gd name="connsiteX10" fmla="*/ 231630 w 735197"/>
                <a:gd name="connsiteY10" fmla="*/ 39412 h 602309"/>
                <a:gd name="connsiteX11" fmla="*/ 324718 w 735197"/>
                <a:gd name="connsiteY11" fmla="*/ 2742 h 602309"/>
                <a:gd name="connsiteX12" fmla="*/ 392202 w 735197"/>
                <a:gd name="connsiteY12" fmla="*/ 6116 h 602309"/>
                <a:gd name="connsiteX13" fmla="*/ 437208 w 735197"/>
                <a:gd name="connsiteY13" fmla="*/ 40504 h 602309"/>
                <a:gd name="connsiteX14" fmla="*/ 453732 w 735197"/>
                <a:gd name="connsiteY14" fmla="*/ 95384 h 602309"/>
                <a:gd name="connsiteX15" fmla="*/ 453782 w 735197"/>
                <a:gd name="connsiteY15" fmla="*/ 99453 h 602309"/>
                <a:gd name="connsiteX16" fmla="*/ 522854 w 735197"/>
                <a:gd name="connsiteY16" fmla="*/ 87693 h 602309"/>
                <a:gd name="connsiteX17" fmla="*/ 578082 w 735197"/>
                <a:gd name="connsiteY17" fmla="*/ 95434 h 602309"/>
                <a:gd name="connsiteX18" fmla="*/ 622095 w 735197"/>
                <a:gd name="connsiteY18" fmla="*/ 126397 h 602309"/>
                <a:gd name="connsiteX19" fmla="*/ 641150 w 735197"/>
                <a:gd name="connsiteY19" fmla="*/ 179045 h 602309"/>
                <a:gd name="connsiteX20" fmla="*/ 637279 w 735197"/>
                <a:gd name="connsiteY20" fmla="*/ 216657 h 602309"/>
                <a:gd name="connsiteX21" fmla="*/ 676281 w 735197"/>
                <a:gd name="connsiteY21" fmla="*/ 238589 h 602309"/>
                <a:gd name="connsiteX22" fmla="*/ 715233 w 735197"/>
                <a:gd name="connsiteY22" fmla="*/ 279626 h 602309"/>
                <a:gd name="connsiteX23" fmla="*/ 732750 w 735197"/>
                <a:gd name="connsiteY23" fmla="*/ 323639 h 602309"/>
                <a:gd name="connsiteX24" fmla="*/ 731559 w 735197"/>
                <a:gd name="connsiteY24" fmla="*/ 381993 h 602309"/>
                <a:gd name="connsiteX25" fmla="*/ 699901 w 735197"/>
                <a:gd name="connsiteY25" fmla="*/ 450916 h 602309"/>
                <a:gd name="connsiteX26" fmla="*/ 648642 w 735197"/>
                <a:gd name="connsiteY26" fmla="*/ 505797 h 602309"/>
                <a:gd name="connsiteX27" fmla="*/ 583788 w 735197"/>
                <a:gd name="connsiteY27" fmla="*/ 548818 h 602309"/>
                <a:gd name="connsiteX28" fmla="*/ 407833 w 735197"/>
                <a:gd name="connsiteY28" fmla="*/ 599778 h 602309"/>
                <a:gd name="connsiteX29" fmla="*/ 355533 w 735197"/>
                <a:gd name="connsiteY29" fmla="*/ 602309 h 602309"/>
                <a:gd name="connsiteX30" fmla="*/ 79393 w 735197"/>
                <a:gd name="connsiteY30" fmla="*/ 360706 h 602309"/>
                <a:gd name="connsiteX31" fmla="*/ 79393 w 735197"/>
                <a:gd name="connsiteY31" fmla="*/ 364775 h 602309"/>
                <a:gd name="connsiteX32" fmla="*/ 93138 w 735197"/>
                <a:gd name="connsiteY32" fmla="*/ 413602 h 602309"/>
                <a:gd name="connsiteX33" fmla="*/ 131942 w 735197"/>
                <a:gd name="connsiteY33" fmla="*/ 456871 h 602309"/>
                <a:gd name="connsiteX34" fmla="*/ 184688 w 735197"/>
                <a:gd name="connsiteY34" fmla="*/ 488231 h 602309"/>
                <a:gd name="connsiteX35" fmla="*/ 291075 w 735197"/>
                <a:gd name="connsiteY35" fmla="*/ 518351 h 602309"/>
                <a:gd name="connsiteX36" fmla="*/ 400142 w 735197"/>
                <a:gd name="connsiteY36" fmla="*/ 520782 h 602309"/>
                <a:gd name="connsiteX37" fmla="*/ 546672 w 735197"/>
                <a:gd name="connsiteY37" fmla="*/ 478605 h 602309"/>
                <a:gd name="connsiteX38" fmla="*/ 597732 w 735197"/>
                <a:gd name="connsiteY38" fmla="*/ 444813 h 602309"/>
                <a:gd name="connsiteX39" fmla="*/ 634848 w 735197"/>
                <a:gd name="connsiteY39" fmla="*/ 405265 h 602309"/>
                <a:gd name="connsiteX40" fmla="*/ 654001 w 735197"/>
                <a:gd name="connsiteY40" fmla="*/ 364477 h 602309"/>
                <a:gd name="connsiteX41" fmla="*/ 654746 w 735197"/>
                <a:gd name="connsiteY41" fmla="*/ 338823 h 602309"/>
                <a:gd name="connsiteX42" fmla="*/ 654746 w 735197"/>
                <a:gd name="connsiteY42" fmla="*/ 338823 h 602309"/>
                <a:gd name="connsiteX43" fmla="*/ 648047 w 735197"/>
                <a:gd name="connsiteY43" fmla="*/ 322002 h 602309"/>
                <a:gd name="connsiteX44" fmla="*/ 629439 w 735197"/>
                <a:gd name="connsiteY44" fmla="*/ 302749 h 602309"/>
                <a:gd name="connsiteX45" fmla="*/ 594754 w 735197"/>
                <a:gd name="connsiteY45" fmla="*/ 285481 h 602309"/>
                <a:gd name="connsiteX46" fmla="*/ 594159 w 735197"/>
                <a:gd name="connsiteY46" fmla="*/ 285282 h 602309"/>
                <a:gd name="connsiteX47" fmla="*/ 591777 w 735197"/>
                <a:gd name="connsiteY47" fmla="*/ 284538 h 602309"/>
                <a:gd name="connsiteX48" fmla="*/ 575353 w 735197"/>
                <a:gd name="connsiteY48" fmla="*/ 277889 h 602309"/>
                <a:gd name="connsiteX49" fmla="*/ 550493 w 735197"/>
                <a:gd name="connsiteY49" fmla="*/ 235860 h 602309"/>
                <a:gd name="connsiteX50" fmla="*/ 555852 w 735197"/>
                <a:gd name="connsiteY50" fmla="*/ 211248 h 602309"/>
                <a:gd name="connsiteX51" fmla="*/ 556546 w 735197"/>
                <a:gd name="connsiteY51" fmla="*/ 209512 h 602309"/>
                <a:gd name="connsiteX52" fmla="*/ 556745 w 735197"/>
                <a:gd name="connsiteY52" fmla="*/ 208867 h 602309"/>
                <a:gd name="connsiteX53" fmla="*/ 561806 w 735197"/>
                <a:gd name="connsiteY53" fmla="*/ 183014 h 602309"/>
                <a:gd name="connsiteX54" fmla="*/ 559623 w 735197"/>
                <a:gd name="connsiteY54" fmla="*/ 175472 h 602309"/>
                <a:gd name="connsiteX55" fmla="*/ 551435 w 735197"/>
                <a:gd name="connsiteY55" fmla="*/ 170212 h 602309"/>
                <a:gd name="connsiteX56" fmla="*/ 525136 w 735197"/>
                <a:gd name="connsiteY56" fmla="*/ 167036 h 602309"/>
                <a:gd name="connsiteX57" fmla="*/ 459935 w 735197"/>
                <a:gd name="connsiteY57" fmla="*/ 180781 h 602309"/>
                <a:gd name="connsiteX58" fmla="*/ 441377 w 735197"/>
                <a:gd name="connsiteY58" fmla="*/ 187877 h 602309"/>
                <a:gd name="connsiteX59" fmla="*/ 411455 w 735197"/>
                <a:gd name="connsiteY59" fmla="*/ 194427 h 602309"/>
                <a:gd name="connsiteX60" fmla="*/ 370369 w 735197"/>
                <a:gd name="connsiteY60" fmla="*/ 168723 h 602309"/>
                <a:gd name="connsiteX61" fmla="*/ 370171 w 735197"/>
                <a:gd name="connsiteY61" fmla="*/ 168227 h 602309"/>
                <a:gd name="connsiteX62" fmla="*/ 368633 w 735197"/>
                <a:gd name="connsiteY62" fmla="*/ 132054 h 602309"/>
                <a:gd name="connsiteX63" fmla="*/ 374339 w 735197"/>
                <a:gd name="connsiteY63" fmla="*/ 97815 h 602309"/>
                <a:gd name="connsiteX64" fmla="*/ 371262 w 735197"/>
                <a:gd name="connsiteY64" fmla="*/ 84765 h 602309"/>
                <a:gd name="connsiteX65" fmla="*/ 366300 w 735197"/>
                <a:gd name="connsiteY65" fmla="*/ 81193 h 602309"/>
                <a:gd name="connsiteX66" fmla="*/ 338959 w 735197"/>
                <a:gd name="connsiteY66" fmla="*/ 80895 h 602309"/>
                <a:gd name="connsiteX67" fmla="*/ 271376 w 735197"/>
                <a:gd name="connsiteY67" fmla="*/ 108186 h 602309"/>
                <a:gd name="connsiteX68" fmla="*/ 167470 w 735197"/>
                <a:gd name="connsiteY68" fmla="*/ 192591 h 602309"/>
                <a:gd name="connsiteX69" fmla="*/ 100978 w 735197"/>
                <a:gd name="connsiteY69" fmla="*/ 284340 h 602309"/>
                <a:gd name="connsiteX70" fmla="*/ 79393 w 735197"/>
                <a:gd name="connsiteY70" fmla="*/ 360706 h 602309"/>
                <a:gd name="connsiteX71" fmla="*/ 444701 w 735197"/>
                <a:gd name="connsiteY71" fmla="*/ 154929 h 602309"/>
                <a:gd name="connsiteX72" fmla="*/ 444701 w 735197"/>
                <a:gd name="connsiteY72" fmla="*/ 154929 h 602309"/>
                <a:gd name="connsiteX73" fmla="*/ 444701 w 735197"/>
                <a:gd name="connsiteY73" fmla="*/ 154929 h 60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35197" h="602309">
                  <a:moveTo>
                    <a:pt x="355433" y="602309"/>
                  </a:moveTo>
                  <a:cubicBezTo>
                    <a:pt x="329928" y="602309"/>
                    <a:pt x="304622" y="600523"/>
                    <a:pt x="279762" y="596900"/>
                  </a:cubicBezTo>
                  <a:cubicBezTo>
                    <a:pt x="233714" y="590251"/>
                    <a:pt x="190742" y="577995"/>
                    <a:pt x="151988" y="560528"/>
                  </a:cubicBezTo>
                  <a:cubicBezTo>
                    <a:pt x="126136" y="548818"/>
                    <a:pt x="102963" y="534924"/>
                    <a:pt x="83016" y="519343"/>
                  </a:cubicBezTo>
                  <a:cubicBezTo>
                    <a:pt x="58106" y="499842"/>
                    <a:pt x="38357" y="477563"/>
                    <a:pt x="24364" y="453248"/>
                  </a:cubicBezTo>
                  <a:cubicBezTo>
                    <a:pt x="8832" y="426453"/>
                    <a:pt x="397" y="395986"/>
                    <a:pt x="0" y="365271"/>
                  </a:cubicBezTo>
                  <a:lnTo>
                    <a:pt x="0" y="360309"/>
                  </a:lnTo>
                  <a:cubicBezTo>
                    <a:pt x="0" y="360061"/>
                    <a:pt x="0" y="359763"/>
                    <a:pt x="0" y="359465"/>
                  </a:cubicBezTo>
                  <a:cubicBezTo>
                    <a:pt x="744" y="324036"/>
                    <a:pt x="10867" y="286672"/>
                    <a:pt x="30120" y="248514"/>
                  </a:cubicBezTo>
                  <a:cubicBezTo>
                    <a:pt x="49075" y="211100"/>
                    <a:pt x="75076" y="175075"/>
                    <a:pt x="109612" y="138207"/>
                  </a:cubicBezTo>
                  <a:cubicBezTo>
                    <a:pt x="147969" y="97468"/>
                    <a:pt x="189005" y="64272"/>
                    <a:pt x="231630" y="39412"/>
                  </a:cubicBezTo>
                  <a:cubicBezTo>
                    <a:pt x="265669" y="19911"/>
                    <a:pt x="295144" y="8300"/>
                    <a:pt x="324718" y="2742"/>
                  </a:cubicBezTo>
                  <a:cubicBezTo>
                    <a:pt x="350620" y="-1823"/>
                    <a:pt x="372553" y="-682"/>
                    <a:pt x="392202" y="6116"/>
                  </a:cubicBezTo>
                  <a:cubicBezTo>
                    <a:pt x="410661" y="12468"/>
                    <a:pt x="426689" y="24675"/>
                    <a:pt x="437208" y="40504"/>
                  </a:cubicBezTo>
                  <a:cubicBezTo>
                    <a:pt x="447331" y="55489"/>
                    <a:pt x="453137" y="74543"/>
                    <a:pt x="453732" y="95384"/>
                  </a:cubicBezTo>
                  <a:cubicBezTo>
                    <a:pt x="453732" y="96724"/>
                    <a:pt x="453782" y="98064"/>
                    <a:pt x="453782" y="99453"/>
                  </a:cubicBezTo>
                  <a:cubicBezTo>
                    <a:pt x="478741" y="92159"/>
                    <a:pt x="501021" y="88388"/>
                    <a:pt x="522854" y="87693"/>
                  </a:cubicBezTo>
                  <a:cubicBezTo>
                    <a:pt x="543843" y="87097"/>
                    <a:pt x="561856" y="89678"/>
                    <a:pt x="578082" y="95434"/>
                  </a:cubicBezTo>
                  <a:cubicBezTo>
                    <a:pt x="596144" y="101835"/>
                    <a:pt x="611328" y="112553"/>
                    <a:pt x="622095" y="126397"/>
                  </a:cubicBezTo>
                  <a:cubicBezTo>
                    <a:pt x="633458" y="140688"/>
                    <a:pt x="640157" y="159047"/>
                    <a:pt x="641150" y="179045"/>
                  </a:cubicBezTo>
                  <a:cubicBezTo>
                    <a:pt x="641745" y="191003"/>
                    <a:pt x="640455" y="203408"/>
                    <a:pt x="637279" y="216657"/>
                  </a:cubicBezTo>
                  <a:cubicBezTo>
                    <a:pt x="651421" y="222661"/>
                    <a:pt x="664471" y="230005"/>
                    <a:pt x="676281" y="238589"/>
                  </a:cubicBezTo>
                  <a:cubicBezTo>
                    <a:pt x="692408" y="250399"/>
                    <a:pt x="705508" y="264194"/>
                    <a:pt x="715233" y="279626"/>
                  </a:cubicBezTo>
                  <a:cubicBezTo>
                    <a:pt x="723818" y="293172"/>
                    <a:pt x="729723" y="307959"/>
                    <a:pt x="732750" y="323639"/>
                  </a:cubicBezTo>
                  <a:cubicBezTo>
                    <a:pt x="736372" y="342247"/>
                    <a:pt x="735975" y="362443"/>
                    <a:pt x="731559" y="381993"/>
                  </a:cubicBezTo>
                  <a:cubicBezTo>
                    <a:pt x="726299" y="405265"/>
                    <a:pt x="715630" y="428488"/>
                    <a:pt x="699901" y="450916"/>
                  </a:cubicBezTo>
                  <a:cubicBezTo>
                    <a:pt x="686156" y="470417"/>
                    <a:pt x="668937" y="488876"/>
                    <a:pt x="648642" y="505797"/>
                  </a:cubicBezTo>
                  <a:cubicBezTo>
                    <a:pt x="629390" y="521824"/>
                    <a:pt x="607556" y="536314"/>
                    <a:pt x="583788" y="548818"/>
                  </a:cubicBezTo>
                  <a:cubicBezTo>
                    <a:pt x="531240" y="576457"/>
                    <a:pt x="472042" y="593576"/>
                    <a:pt x="407833" y="599778"/>
                  </a:cubicBezTo>
                  <a:cubicBezTo>
                    <a:pt x="390366" y="601465"/>
                    <a:pt x="372900" y="602259"/>
                    <a:pt x="355533" y="602309"/>
                  </a:cubicBezTo>
                  <a:close/>
                  <a:moveTo>
                    <a:pt x="79393" y="360706"/>
                  </a:moveTo>
                  <a:lnTo>
                    <a:pt x="79393" y="364775"/>
                  </a:lnTo>
                  <a:cubicBezTo>
                    <a:pt x="79592" y="381398"/>
                    <a:pt x="84355" y="398418"/>
                    <a:pt x="93138" y="413602"/>
                  </a:cubicBezTo>
                  <a:cubicBezTo>
                    <a:pt x="102070" y="429182"/>
                    <a:pt x="115120" y="443672"/>
                    <a:pt x="131942" y="456871"/>
                  </a:cubicBezTo>
                  <a:cubicBezTo>
                    <a:pt x="146927" y="468581"/>
                    <a:pt x="164642" y="479150"/>
                    <a:pt x="184688" y="488231"/>
                  </a:cubicBezTo>
                  <a:cubicBezTo>
                    <a:pt x="216545" y="502621"/>
                    <a:pt x="252371" y="512744"/>
                    <a:pt x="291075" y="518351"/>
                  </a:cubicBezTo>
                  <a:cubicBezTo>
                    <a:pt x="326604" y="523511"/>
                    <a:pt x="363323" y="524305"/>
                    <a:pt x="400142" y="520782"/>
                  </a:cubicBezTo>
                  <a:cubicBezTo>
                    <a:pt x="454030" y="515622"/>
                    <a:pt x="503353" y="501430"/>
                    <a:pt x="546672" y="478605"/>
                  </a:cubicBezTo>
                  <a:cubicBezTo>
                    <a:pt x="565528" y="468680"/>
                    <a:pt x="582696" y="457268"/>
                    <a:pt x="597732" y="444813"/>
                  </a:cubicBezTo>
                  <a:cubicBezTo>
                    <a:pt x="612618" y="432358"/>
                    <a:pt x="625172" y="419060"/>
                    <a:pt x="634848" y="405265"/>
                  </a:cubicBezTo>
                  <a:cubicBezTo>
                    <a:pt x="644573" y="391421"/>
                    <a:pt x="651024" y="377676"/>
                    <a:pt x="654001" y="364477"/>
                  </a:cubicBezTo>
                  <a:cubicBezTo>
                    <a:pt x="656036" y="355545"/>
                    <a:pt x="656284" y="346713"/>
                    <a:pt x="654746" y="338823"/>
                  </a:cubicBezTo>
                  <a:lnTo>
                    <a:pt x="654746" y="338823"/>
                  </a:lnTo>
                  <a:cubicBezTo>
                    <a:pt x="653604" y="332918"/>
                    <a:pt x="651322" y="327113"/>
                    <a:pt x="648047" y="322002"/>
                  </a:cubicBezTo>
                  <a:cubicBezTo>
                    <a:pt x="643631" y="315005"/>
                    <a:pt x="637428" y="308555"/>
                    <a:pt x="629439" y="302749"/>
                  </a:cubicBezTo>
                  <a:cubicBezTo>
                    <a:pt x="619614" y="295604"/>
                    <a:pt x="607904" y="289748"/>
                    <a:pt x="594754" y="285481"/>
                  </a:cubicBezTo>
                  <a:cubicBezTo>
                    <a:pt x="594556" y="285431"/>
                    <a:pt x="594357" y="285332"/>
                    <a:pt x="594159" y="285282"/>
                  </a:cubicBezTo>
                  <a:cubicBezTo>
                    <a:pt x="593365" y="285034"/>
                    <a:pt x="592571" y="284786"/>
                    <a:pt x="591777" y="284538"/>
                  </a:cubicBezTo>
                  <a:cubicBezTo>
                    <a:pt x="587807" y="283298"/>
                    <a:pt x="581754" y="281462"/>
                    <a:pt x="575353" y="277889"/>
                  </a:cubicBezTo>
                  <a:cubicBezTo>
                    <a:pt x="559920" y="269453"/>
                    <a:pt x="550344" y="253327"/>
                    <a:pt x="550493" y="235860"/>
                  </a:cubicBezTo>
                  <a:cubicBezTo>
                    <a:pt x="550493" y="224795"/>
                    <a:pt x="553867" y="216310"/>
                    <a:pt x="555852" y="211248"/>
                  </a:cubicBezTo>
                  <a:cubicBezTo>
                    <a:pt x="556100" y="210653"/>
                    <a:pt x="556348" y="210057"/>
                    <a:pt x="556546" y="209512"/>
                  </a:cubicBezTo>
                  <a:cubicBezTo>
                    <a:pt x="556596" y="209313"/>
                    <a:pt x="556695" y="209065"/>
                    <a:pt x="556745" y="208867"/>
                  </a:cubicBezTo>
                  <a:cubicBezTo>
                    <a:pt x="560516" y="198347"/>
                    <a:pt x="562153" y="189862"/>
                    <a:pt x="561806" y="183014"/>
                  </a:cubicBezTo>
                  <a:cubicBezTo>
                    <a:pt x="561608" y="179243"/>
                    <a:pt x="560516" y="176613"/>
                    <a:pt x="559623" y="175472"/>
                  </a:cubicBezTo>
                  <a:cubicBezTo>
                    <a:pt x="557936" y="173289"/>
                    <a:pt x="555008" y="171502"/>
                    <a:pt x="551435" y="170212"/>
                  </a:cubicBezTo>
                  <a:cubicBezTo>
                    <a:pt x="544588" y="167781"/>
                    <a:pt x="536003" y="166739"/>
                    <a:pt x="525136" y="167036"/>
                  </a:cubicBezTo>
                  <a:cubicBezTo>
                    <a:pt x="506082" y="167632"/>
                    <a:pt x="485291" y="171998"/>
                    <a:pt x="459935" y="180781"/>
                  </a:cubicBezTo>
                  <a:cubicBezTo>
                    <a:pt x="453583" y="183014"/>
                    <a:pt x="447281" y="185446"/>
                    <a:pt x="441377" y="187877"/>
                  </a:cubicBezTo>
                  <a:cubicBezTo>
                    <a:pt x="433189" y="191251"/>
                    <a:pt x="423414" y="194725"/>
                    <a:pt x="411455" y="194427"/>
                  </a:cubicBezTo>
                  <a:cubicBezTo>
                    <a:pt x="393443" y="194179"/>
                    <a:pt x="377713" y="184354"/>
                    <a:pt x="370369" y="168723"/>
                  </a:cubicBezTo>
                  <a:cubicBezTo>
                    <a:pt x="370270" y="168575"/>
                    <a:pt x="370220" y="168426"/>
                    <a:pt x="370171" y="168227"/>
                  </a:cubicBezTo>
                  <a:cubicBezTo>
                    <a:pt x="362827" y="152001"/>
                    <a:pt x="367045" y="137512"/>
                    <a:pt x="368633" y="132054"/>
                  </a:cubicBezTo>
                  <a:cubicBezTo>
                    <a:pt x="372801" y="118309"/>
                    <a:pt x="374637" y="107243"/>
                    <a:pt x="374339" y="97815"/>
                  </a:cubicBezTo>
                  <a:cubicBezTo>
                    <a:pt x="374190" y="92159"/>
                    <a:pt x="373049" y="87445"/>
                    <a:pt x="371262" y="84765"/>
                  </a:cubicBezTo>
                  <a:cubicBezTo>
                    <a:pt x="370220" y="83177"/>
                    <a:pt x="368335" y="81887"/>
                    <a:pt x="366300" y="81193"/>
                  </a:cubicBezTo>
                  <a:cubicBezTo>
                    <a:pt x="359750" y="78910"/>
                    <a:pt x="350571" y="78811"/>
                    <a:pt x="338959" y="80895"/>
                  </a:cubicBezTo>
                  <a:cubicBezTo>
                    <a:pt x="318813" y="84666"/>
                    <a:pt x="297228" y="93399"/>
                    <a:pt x="271376" y="108186"/>
                  </a:cubicBezTo>
                  <a:cubicBezTo>
                    <a:pt x="235599" y="129077"/>
                    <a:pt x="200567" y="157509"/>
                    <a:pt x="167470" y="192591"/>
                  </a:cubicBezTo>
                  <a:cubicBezTo>
                    <a:pt x="138243" y="223802"/>
                    <a:pt x="116460" y="253873"/>
                    <a:pt x="100978" y="284340"/>
                  </a:cubicBezTo>
                  <a:cubicBezTo>
                    <a:pt x="87233" y="311581"/>
                    <a:pt x="79989" y="337335"/>
                    <a:pt x="79393" y="360706"/>
                  </a:cubicBezTo>
                  <a:close/>
                  <a:moveTo>
                    <a:pt x="444701" y="154929"/>
                  </a:moveTo>
                  <a:lnTo>
                    <a:pt x="444701" y="154929"/>
                  </a:lnTo>
                  <a:cubicBezTo>
                    <a:pt x="444701" y="154929"/>
                    <a:pt x="444701" y="154929"/>
                    <a:pt x="444701" y="15492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870D1257-B8A9-9032-94D3-3EA0A46BDB94}"/>
                </a:ext>
              </a:extLst>
            </p:cNvPr>
            <p:cNvSpPr/>
            <p:nvPr/>
          </p:nvSpPr>
          <p:spPr>
            <a:xfrm>
              <a:off x="7346290" y="2608498"/>
              <a:ext cx="266874" cy="286184"/>
            </a:xfrm>
            <a:custGeom>
              <a:avLst/>
              <a:gdLst>
                <a:gd name="connsiteX0" fmla="*/ 224092 w 266874"/>
                <a:gd name="connsiteY0" fmla="*/ 286135 h 286184"/>
                <a:gd name="connsiteX1" fmla="*/ 218832 w 266874"/>
                <a:gd name="connsiteY1" fmla="*/ 285787 h 286184"/>
                <a:gd name="connsiteX2" fmla="*/ 184693 w 266874"/>
                <a:gd name="connsiteY2" fmla="*/ 241228 h 286184"/>
                <a:gd name="connsiteX3" fmla="*/ 157501 w 266874"/>
                <a:gd name="connsiteY3" fmla="*/ 111867 h 286184"/>
                <a:gd name="connsiteX4" fmla="*/ 44812 w 266874"/>
                <a:gd name="connsiteY4" fmla="*/ 80159 h 286184"/>
                <a:gd name="connsiteX5" fmla="*/ 352 w 266874"/>
                <a:gd name="connsiteY5" fmla="*/ 46020 h 286184"/>
                <a:gd name="connsiteX6" fmla="*/ 34243 w 266874"/>
                <a:gd name="connsiteY6" fmla="*/ 1510 h 286184"/>
                <a:gd name="connsiteX7" fmla="*/ 213275 w 266874"/>
                <a:gd name="connsiteY7" fmla="*/ 55349 h 286184"/>
                <a:gd name="connsiteX8" fmla="*/ 263441 w 266874"/>
                <a:gd name="connsiteY8" fmla="*/ 251698 h 286184"/>
                <a:gd name="connsiteX9" fmla="*/ 224141 w 266874"/>
                <a:gd name="connsiteY9" fmla="*/ 286184 h 28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74" h="286184">
                  <a:moveTo>
                    <a:pt x="224092" y="286135"/>
                  </a:moveTo>
                  <a:cubicBezTo>
                    <a:pt x="222355" y="286135"/>
                    <a:pt x="220569" y="286035"/>
                    <a:pt x="218832" y="285787"/>
                  </a:cubicBezTo>
                  <a:cubicBezTo>
                    <a:pt x="197098" y="282909"/>
                    <a:pt x="181815" y="262962"/>
                    <a:pt x="184693" y="241228"/>
                  </a:cubicBezTo>
                  <a:cubicBezTo>
                    <a:pt x="192632" y="181485"/>
                    <a:pt x="183502" y="137967"/>
                    <a:pt x="157501" y="111867"/>
                  </a:cubicBezTo>
                  <a:cubicBezTo>
                    <a:pt x="117258" y="71426"/>
                    <a:pt x="45556" y="80060"/>
                    <a:pt x="44812" y="80159"/>
                  </a:cubicBezTo>
                  <a:cubicBezTo>
                    <a:pt x="23128" y="82938"/>
                    <a:pt x="3230" y="67655"/>
                    <a:pt x="352" y="46020"/>
                  </a:cubicBezTo>
                  <a:cubicBezTo>
                    <a:pt x="-2526" y="24385"/>
                    <a:pt x="12559" y="4438"/>
                    <a:pt x="34243" y="1510"/>
                  </a:cubicBezTo>
                  <a:cubicBezTo>
                    <a:pt x="38709" y="915"/>
                    <a:pt x="144848" y="-12780"/>
                    <a:pt x="213275" y="55349"/>
                  </a:cubicBezTo>
                  <a:cubicBezTo>
                    <a:pt x="257933" y="99809"/>
                    <a:pt x="274804" y="165904"/>
                    <a:pt x="263441" y="251698"/>
                  </a:cubicBezTo>
                  <a:cubicBezTo>
                    <a:pt x="260762" y="271645"/>
                    <a:pt x="243742" y="286184"/>
                    <a:pt x="224141" y="28618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0006AA8B-A4AD-A76E-AC5B-93F052655154}"/>
                </a:ext>
              </a:extLst>
            </p:cNvPr>
            <p:cNvSpPr/>
            <p:nvPr/>
          </p:nvSpPr>
          <p:spPr>
            <a:xfrm>
              <a:off x="7335107" y="2699739"/>
              <a:ext cx="184279" cy="194992"/>
            </a:xfrm>
            <a:custGeom>
              <a:avLst/>
              <a:gdLst>
                <a:gd name="connsiteX0" fmla="*/ 142881 w 184279"/>
                <a:gd name="connsiteY0" fmla="*/ 194894 h 194992"/>
                <a:gd name="connsiteX1" fmla="*/ 137621 w 184279"/>
                <a:gd name="connsiteY1" fmla="*/ 194546 h 194992"/>
                <a:gd name="connsiteX2" fmla="*/ 103482 w 184279"/>
                <a:gd name="connsiteY2" fmla="*/ 149987 h 194992"/>
                <a:gd name="connsiteX3" fmla="*/ 93359 w 184279"/>
                <a:gd name="connsiteY3" fmla="*/ 92526 h 194992"/>
                <a:gd name="connsiteX4" fmla="*/ 44929 w 184279"/>
                <a:gd name="connsiteY4" fmla="*/ 79774 h 194992"/>
                <a:gd name="connsiteX5" fmla="*/ 370 w 184279"/>
                <a:gd name="connsiteY5" fmla="*/ 45833 h 194992"/>
                <a:gd name="connsiteX6" fmla="*/ 34459 w 184279"/>
                <a:gd name="connsiteY6" fmla="*/ 1075 h 194992"/>
                <a:gd name="connsiteX7" fmla="*/ 149182 w 184279"/>
                <a:gd name="connsiteY7" fmla="*/ 36107 h 194992"/>
                <a:gd name="connsiteX8" fmla="*/ 182180 w 184279"/>
                <a:gd name="connsiteY8" fmla="*/ 160507 h 194992"/>
                <a:gd name="connsiteX9" fmla="*/ 142881 w 184279"/>
                <a:gd name="connsiteY9" fmla="*/ 194993 h 194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279" h="194992">
                  <a:moveTo>
                    <a:pt x="142881" y="194894"/>
                  </a:moveTo>
                  <a:cubicBezTo>
                    <a:pt x="141144" y="194894"/>
                    <a:pt x="139357" y="194794"/>
                    <a:pt x="137621" y="194546"/>
                  </a:cubicBezTo>
                  <a:cubicBezTo>
                    <a:pt x="115887" y="191668"/>
                    <a:pt x="100604" y="171721"/>
                    <a:pt x="103482" y="149987"/>
                  </a:cubicBezTo>
                  <a:cubicBezTo>
                    <a:pt x="106012" y="131032"/>
                    <a:pt x="106310" y="105626"/>
                    <a:pt x="93359" y="92526"/>
                  </a:cubicBezTo>
                  <a:cubicBezTo>
                    <a:pt x="79912" y="78930"/>
                    <a:pt x="53861" y="78682"/>
                    <a:pt x="44929" y="79774"/>
                  </a:cubicBezTo>
                  <a:cubicBezTo>
                    <a:pt x="23195" y="82751"/>
                    <a:pt x="3347" y="67517"/>
                    <a:pt x="370" y="45833"/>
                  </a:cubicBezTo>
                  <a:cubicBezTo>
                    <a:pt x="-2607" y="24099"/>
                    <a:pt x="12725" y="4053"/>
                    <a:pt x="34459" y="1075"/>
                  </a:cubicBezTo>
                  <a:cubicBezTo>
                    <a:pt x="41605" y="83"/>
                    <a:pt x="105665" y="-7261"/>
                    <a:pt x="149182" y="36107"/>
                  </a:cubicBezTo>
                  <a:cubicBezTo>
                    <a:pt x="178211" y="65036"/>
                    <a:pt x="189326" y="106867"/>
                    <a:pt x="182180" y="160507"/>
                  </a:cubicBezTo>
                  <a:cubicBezTo>
                    <a:pt x="179550" y="180454"/>
                    <a:pt x="162481" y="194993"/>
                    <a:pt x="142881" y="1949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D0A81982-F499-F0A9-5230-00481E5CA813}"/>
                </a:ext>
              </a:extLst>
            </p:cNvPr>
            <p:cNvSpPr/>
            <p:nvPr/>
          </p:nvSpPr>
          <p:spPr>
            <a:xfrm>
              <a:off x="6996436" y="2974278"/>
              <a:ext cx="209380" cy="192772"/>
            </a:xfrm>
            <a:custGeom>
              <a:avLst/>
              <a:gdLst>
                <a:gd name="connsiteX0" fmla="*/ 98976 w 209380"/>
                <a:gd name="connsiteY0" fmla="*/ 192772 h 192772"/>
                <a:gd name="connsiteX1" fmla="*/ 63150 w 209380"/>
                <a:gd name="connsiteY1" fmla="*/ 186818 h 192772"/>
                <a:gd name="connsiteX2" fmla="*/ 11296 w 209380"/>
                <a:gd name="connsiteY2" fmla="*/ 144491 h 192772"/>
                <a:gd name="connsiteX3" fmla="*/ 181 w 209380"/>
                <a:gd name="connsiteY3" fmla="*/ 95962 h 192772"/>
                <a:gd name="connsiteX4" fmla="*/ 25984 w 209380"/>
                <a:gd name="connsiteY4" fmla="*/ 36814 h 192772"/>
                <a:gd name="connsiteX5" fmla="*/ 99869 w 209380"/>
                <a:gd name="connsiteY5" fmla="*/ 492 h 192772"/>
                <a:gd name="connsiteX6" fmla="*/ 168097 w 209380"/>
                <a:gd name="connsiteY6" fmla="*/ 16619 h 192772"/>
                <a:gd name="connsiteX7" fmla="*/ 205908 w 209380"/>
                <a:gd name="connsiteY7" fmla="*/ 66885 h 192772"/>
                <a:gd name="connsiteX8" fmla="*/ 206653 w 209380"/>
                <a:gd name="connsiteY8" fmla="*/ 113131 h 192772"/>
                <a:gd name="connsiteX9" fmla="*/ 175789 w 209380"/>
                <a:gd name="connsiteY9" fmla="*/ 163595 h 192772"/>
                <a:gd name="connsiteX10" fmla="*/ 99025 w 209380"/>
                <a:gd name="connsiteY10" fmla="*/ 192772 h 192772"/>
                <a:gd name="connsiteX11" fmla="*/ 110388 w 209380"/>
                <a:gd name="connsiteY11" fmla="*/ 79339 h 192772"/>
                <a:gd name="connsiteX12" fmla="*/ 107262 w 209380"/>
                <a:gd name="connsiteY12" fmla="*/ 79488 h 192772"/>
                <a:gd name="connsiteX13" fmla="*/ 84486 w 209380"/>
                <a:gd name="connsiteY13" fmla="*/ 90355 h 192772"/>
                <a:gd name="connsiteX14" fmla="*/ 79425 w 209380"/>
                <a:gd name="connsiteY14" fmla="*/ 100676 h 192772"/>
                <a:gd name="connsiteX15" fmla="*/ 80467 w 209380"/>
                <a:gd name="connsiteY15" fmla="*/ 105390 h 192772"/>
                <a:gd name="connsiteX16" fmla="*/ 88952 w 209380"/>
                <a:gd name="connsiteY16" fmla="*/ 111692 h 192772"/>
                <a:gd name="connsiteX17" fmla="*/ 122694 w 209380"/>
                <a:gd name="connsiteY17" fmla="*/ 104447 h 192772"/>
                <a:gd name="connsiteX18" fmla="*/ 129641 w 209380"/>
                <a:gd name="connsiteY18" fmla="*/ 93680 h 192772"/>
                <a:gd name="connsiteX19" fmla="*/ 129641 w 209380"/>
                <a:gd name="connsiteY19" fmla="*/ 89065 h 192772"/>
                <a:gd name="connsiteX20" fmla="*/ 129542 w 209380"/>
                <a:gd name="connsiteY20" fmla="*/ 88817 h 192772"/>
                <a:gd name="connsiteX21" fmla="*/ 124927 w 209380"/>
                <a:gd name="connsiteY21" fmla="*/ 83259 h 192772"/>
                <a:gd name="connsiteX22" fmla="*/ 110339 w 209380"/>
                <a:gd name="connsiteY22" fmla="*/ 79339 h 19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9380" h="192772">
                  <a:moveTo>
                    <a:pt x="98976" y="192772"/>
                  </a:moveTo>
                  <a:cubicBezTo>
                    <a:pt x="86819" y="192772"/>
                    <a:pt x="74711" y="190837"/>
                    <a:pt x="63150" y="186818"/>
                  </a:cubicBezTo>
                  <a:cubicBezTo>
                    <a:pt x="40820" y="179226"/>
                    <a:pt x="22361" y="164191"/>
                    <a:pt x="11296" y="144491"/>
                  </a:cubicBezTo>
                  <a:cubicBezTo>
                    <a:pt x="2960" y="129853"/>
                    <a:pt x="-911" y="113032"/>
                    <a:pt x="181" y="95962"/>
                  </a:cubicBezTo>
                  <a:cubicBezTo>
                    <a:pt x="1421" y="74675"/>
                    <a:pt x="10601" y="53586"/>
                    <a:pt x="25984" y="36814"/>
                  </a:cubicBezTo>
                  <a:cubicBezTo>
                    <a:pt x="44691" y="16420"/>
                    <a:pt x="71585" y="3172"/>
                    <a:pt x="99869" y="492"/>
                  </a:cubicBezTo>
                  <a:cubicBezTo>
                    <a:pt x="124332" y="-1790"/>
                    <a:pt x="148547" y="3916"/>
                    <a:pt x="168097" y="16619"/>
                  </a:cubicBezTo>
                  <a:cubicBezTo>
                    <a:pt x="186507" y="28429"/>
                    <a:pt x="200004" y="46342"/>
                    <a:pt x="205908" y="66885"/>
                  </a:cubicBezTo>
                  <a:cubicBezTo>
                    <a:pt x="210275" y="81771"/>
                    <a:pt x="210523" y="97749"/>
                    <a:pt x="206653" y="113131"/>
                  </a:cubicBezTo>
                  <a:cubicBezTo>
                    <a:pt x="201839" y="132384"/>
                    <a:pt x="191171" y="149850"/>
                    <a:pt x="175789" y="163595"/>
                  </a:cubicBezTo>
                  <a:cubicBezTo>
                    <a:pt x="154700" y="182600"/>
                    <a:pt x="126813" y="192772"/>
                    <a:pt x="99025" y="192772"/>
                  </a:cubicBezTo>
                  <a:close/>
                  <a:moveTo>
                    <a:pt x="110388" y="79339"/>
                  </a:moveTo>
                  <a:cubicBezTo>
                    <a:pt x="109346" y="79339"/>
                    <a:pt x="108304" y="79339"/>
                    <a:pt x="107262" y="79488"/>
                  </a:cubicBezTo>
                  <a:cubicBezTo>
                    <a:pt x="98529" y="80332"/>
                    <a:pt x="89994" y="84401"/>
                    <a:pt x="84486" y="90355"/>
                  </a:cubicBezTo>
                  <a:cubicBezTo>
                    <a:pt x="81559" y="93580"/>
                    <a:pt x="79574" y="97550"/>
                    <a:pt x="79425" y="100676"/>
                  </a:cubicBezTo>
                  <a:cubicBezTo>
                    <a:pt x="79326" y="102413"/>
                    <a:pt x="79723" y="104100"/>
                    <a:pt x="80467" y="105390"/>
                  </a:cubicBezTo>
                  <a:cubicBezTo>
                    <a:pt x="81956" y="108020"/>
                    <a:pt x="85231" y="110402"/>
                    <a:pt x="88952" y="111692"/>
                  </a:cubicBezTo>
                  <a:cubicBezTo>
                    <a:pt x="100018" y="115513"/>
                    <a:pt x="113763" y="112536"/>
                    <a:pt x="122694" y="104447"/>
                  </a:cubicBezTo>
                  <a:cubicBezTo>
                    <a:pt x="126168" y="101321"/>
                    <a:pt x="128699" y="97401"/>
                    <a:pt x="129641" y="93680"/>
                  </a:cubicBezTo>
                  <a:cubicBezTo>
                    <a:pt x="130038" y="92042"/>
                    <a:pt x="130088" y="90355"/>
                    <a:pt x="129641" y="89065"/>
                  </a:cubicBezTo>
                  <a:cubicBezTo>
                    <a:pt x="129641" y="88966"/>
                    <a:pt x="129592" y="88867"/>
                    <a:pt x="129542" y="88817"/>
                  </a:cubicBezTo>
                  <a:cubicBezTo>
                    <a:pt x="128996" y="86882"/>
                    <a:pt x="127160" y="84698"/>
                    <a:pt x="124927" y="83259"/>
                  </a:cubicBezTo>
                  <a:cubicBezTo>
                    <a:pt x="121007" y="80679"/>
                    <a:pt x="115847" y="79339"/>
                    <a:pt x="110339" y="7933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6E0FA5D1-B353-B97E-DC30-D00D1C5DC536}"/>
                </a:ext>
              </a:extLst>
            </p:cNvPr>
            <p:cNvSpPr/>
            <p:nvPr/>
          </p:nvSpPr>
          <p:spPr>
            <a:xfrm>
              <a:off x="6923753" y="2929229"/>
              <a:ext cx="421104" cy="282777"/>
            </a:xfrm>
            <a:custGeom>
              <a:avLst/>
              <a:gdLst>
                <a:gd name="connsiteX0" fmla="*/ 196022 w 421104"/>
                <a:gd name="connsiteY0" fmla="*/ 282778 h 282777"/>
                <a:gd name="connsiteX1" fmla="*/ 113949 w 421104"/>
                <a:gd name="connsiteY1" fmla="*/ 271514 h 282777"/>
                <a:gd name="connsiteX2" fmla="*/ 50435 w 421104"/>
                <a:gd name="connsiteY2" fmla="*/ 241047 h 282777"/>
                <a:gd name="connsiteX3" fmla="*/ 8158 w 421104"/>
                <a:gd name="connsiteY3" fmla="*/ 189541 h 282777"/>
                <a:gd name="connsiteX4" fmla="*/ 6272 w 421104"/>
                <a:gd name="connsiteY4" fmla="*/ 114762 h 282777"/>
                <a:gd name="connsiteX5" fmla="*/ 44332 w 421104"/>
                <a:gd name="connsiteY5" fmla="*/ 60626 h 282777"/>
                <a:gd name="connsiteX6" fmla="*/ 96036 w 421104"/>
                <a:gd name="connsiteY6" fmla="*/ 27281 h 282777"/>
                <a:gd name="connsiteX7" fmla="*/ 217706 w 421104"/>
                <a:gd name="connsiteY7" fmla="*/ 89 h 282777"/>
                <a:gd name="connsiteX8" fmla="*/ 297248 w 421104"/>
                <a:gd name="connsiteY8" fmla="*/ 8524 h 282777"/>
                <a:gd name="connsiteX9" fmla="*/ 356694 w 421104"/>
                <a:gd name="connsiteY9" fmla="*/ 32392 h 282777"/>
                <a:gd name="connsiteX10" fmla="*/ 401700 w 421104"/>
                <a:gd name="connsiteY10" fmla="*/ 72932 h 282777"/>
                <a:gd name="connsiteX11" fmla="*/ 421102 w 421104"/>
                <a:gd name="connsiteY11" fmla="*/ 132824 h 282777"/>
                <a:gd name="connsiteX12" fmla="*/ 400311 w 421104"/>
                <a:gd name="connsiteY12" fmla="*/ 195991 h 282777"/>
                <a:gd name="connsiteX13" fmla="*/ 335506 w 421104"/>
                <a:gd name="connsiteY13" fmla="*/ 250475 h 282777"/>
                <a:gd name="connsiteX14" fmla="*/ 244899 w 421104"/>
                <a:gd name="connsiteY14" fmla="*/ 279156 h 282777"/>
                <a:gd name="connsiteX15" fmla="*/ 196072 w 421104"/>
                <a:gd name="connsiteY15" fmla="*/ 282778 h 282777"/>
                <a:gd name="connsiteX16" fmla="*/ 225100 w 421104"/>
                <a:gd name="connsiteY16" fmla="*/ 79432 h 282777"/>
                <a:gd name="connsiteX17" fmla="*/ 219542 w 421104"/>
                <a:gd name="connsiteY17" fmla="*/ 79482 h 282777"/>
                <a:gd name="connsiteX18" fmla="*/ 129431 w 421104"/>
                <a:gd name="connsiteY18" fmla="*/ 99330 h 282777"/>
                <a:gd name="connsiteX19" fmla="*/ 97227 w 421104"/>
                <a:gd name="connsiteY19" fmla="*/ 119873 h 282777"/>
                <a:gd name="connsiteX20" fmla="*/ 81001 w 421104"/>
                <a:gd name="connsiteY20" fmla="*/ 141805 h 282777"/>
                <a:gd name="connsiteX21" fmla="*/ 81249 w 421104"/>
                <a:gd name="connsiteY21" fmla="*/ 158428 h 282777"/>
                <a:gd name="connsiteX22" fmla="*/ 97525 w 421104"/>
                <a:gd name="connsiteY22" fmla="*/ 177185 h 282777"/>
                <a:gd name="connsiteX23" fmla="*/ 136279 w 421104"/>
                <a:gd name="connsiteY23" fmla="*/ 195396 h 282777"/>
                <a:gd name="connsiteX24" fmla="*/ 233188 w 421104"/>
                <a:gd name="connsiteY24" fmla="*/ 200705 h 282777"/>
                <a:gd name="connsiteX25" fmla="*/ 298687 w 421104"/>
                <a:gd name="connsiteY25" fmla="*/ 180212 h 282777"/>
                <a:gd name="connsiteX26" fmla="*/ 335208 w 421104"/>
                <a:gd name="connsiteY26" fmla="*/ 150588 h 282777"/>
                <a:gd name="connsiteX27" fmla="*/ 341659 w 421104"/>
                <a:gd name="connsiteY27" fmla="*/ 133122 h 282777"/>
                <a:gd name="connsiteX28" fmla="*/ 336697 w 421104"/>
                <a:gd name="connsiteY28" fmla="*/ 118682 h 282777"/>
                <a:gd name="connsiteX29" fmla="*/ 336598 w 421104"/>
                <a:gd name="connsiteY29" fmla="*/ 118533 h 282777"/>
                <a:gd name="connsiteX30" fmla="*/ 316055 w 421104"/>
                <a:gd name="connsiteY30" fmla="*/ 100719 h 282777"/>
                <a:gd name="connsiteX31" fmla="*/ 277896 w 421104"/>
                <a:gd name="connsiteY31" fmla="*/ 85635 h 282777"/>
                <a:gd name="connsiteX32" fmla="*/ 225050 w 421104"/>
                <a:gd name="connsiteY32" fmla="*/ 79482 h 28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21104" h="282777">
                  <a:moveTo>
                    <a:pt x="196022" y="282778"/>
                  </a:moveTo>
                  <a:cubicBezTo>
                    <a:pt x="167490" y="282778"/>
                    <a:pt x="139703" y="279007"/>
                    <a:pt x="113949" y="271514"/>
                  </a:cubicBezTo>
                  <a:cubicBezTo>
                    <a:pt x="89437" y="264269"/>
                    <a:pt x="68100" y="254047"/>
                    <a:pt x="50435" y="241047"/>
                  </a:cubicBezTo>
                  <a:cubicBezTo>
                    <a:pt x="30984" y="226756"/>
                    <a:pt x="16395" y="208942"/>
                    <a:pt x="8158" y="189541"/>
                  </a:cubicBezTo>
                  <a:cubicBezTo>
                    <a:pt x="-2014" y="165971"/>
                    <a:pt x="-2709" y="139324"/>
                    <a:pt x="6272" y="114762"/>
                  </a:cubicBezTo>
                  <a:cubicBezTo>
                    <a:pt x="13269" y="95162"/>
                    <a:pt x="26121" y="76902"/>
                    <a:pt x="44332" y="60626"/>
                  </a:cubicBezTo>
                  <a:cubicBezTo>
                    <a:pt x="58771" y="47725"/>
                    <a:pt x="76188" y="36510"/>
                    <a:pt x="96036" y="27281"/>
                  </a:cubicBezTo>
                  <a:cubicBezTo>
                    <a:pt x="132309" y="10559"/>
                    <a:pt x="174338" y="1180"/>
                    <a:pt x="217706" y="89"/>
                  </a:cubicBezTo>
                  <a:cubicBezTo>
                    <a:pt x="245494" y="-556"/>
                    <a:pt x="272190" y="2322"/>
                    <a:pt x="297248" y="8524"/>
                  </a:cubicBezTo>
                  <a:cubicBezTo>
                    <a:pt x="319627" y="14181"/>
                    <a:pt x="339575" y="22220"/>
                    <a:pt x="356694" y="32392"/>
                  </a:cubicBezTo>
                  <a:cubicBezTo>
                    <a:pt x="375600" y="43606"/>
                    <a:pt x="390734" y="57252"/>
                    <a:pt x="401700" y="72932"/>
                  </a:cubicBezTo>
                  <a:cubicBezTo>
                    <a:pt x="414403" y="90994"/>
                    <a:pt x="421102" y="111686"/>
                    <a:pt x="421102" y="132824"/>
                  </a:cubicBezTo>
                  <a:cubicBezTo>
                    <a:pt x="421251" y="154409"/>
                    <a:pt x="414056" y="176341"/>
                    <a:pt x="400311" y="195991"/>
                  </a:cubicBezTo>
                  <a:cubicBezTo>
                    <a:pt x="385325" y="217427"/>
                    <a:pt x="363542" y="235737"/>
                    <a:pt x="335506" y="250475"/>
                  </a:cubicBezTo>
                  <a:cubicBezTo>
                    <a:pt x="308562" y="264517"/>
                    <a:pt x="278095" y="274144"/>
                    <a:pt x="244899" y="279156"/>
                  </a:cubicBezTo>
                  <a:cubicBezTo>
                    <a:pt x="228524" y="281587"/>
                    <a:pt x="212198" y="282778"/>
                    <a:pt x="196072" y="282778"/>
                  </a:cubicBezTo>
                  <a:close/>
                  <a:moveTo>
                    <a:pt x="225100" y="79432"/>
                  </a:moveTo>
                  <a:cubicBezTo>
                    <a:pt x="223264" y="79432"/>
                    <a:pt x="221428" y="79432"/>
                    <a:pt x="219542" y="79482"/>
                  </a:cubicBezTo>
                  <a:cubicBezTo>
                    <a:pt x="186991" y="80276"/>
                    <a:pt x="155829" y="87123"/>
                    <a:pt x="129431" y="99330"/>
                  </a:cubicBezTo>
                  <a:cubicBezTo>
                    <a:pt x="116728" y="105235"/>
                    <a:pt x="105861" y="112182"/>
                    <a:pt x="97227" y="119873"/>
                  </a:cubicBezTo>
                  <a:cubicBezTo>
                    <a:pt x="89139" y="127068"/>
                    <a:pt x="83532" y="134660"/>
                    <a:pt x="81001" y="141805"/>
                  </a:cubicBezTo>
                  <a:cubicBezTo>
                    <a:pt x="78967" y="147413"/>
                    <a:pt x="79066" y="153367"/>
                    <a:pt x="81249" y="158428"/>
                  </a:cubicBezTo>
                  <a:cubicBezTo>
                    <a:pt x="83978" y="164879"/>
                    <a:pt x="89734" y="171429"/>
                    <a:pt x="97525" y="177185"/>
                  </a:cubicBezTo>
                  <a:cubicBezTo>
                    <a:pt x="107747" y="184678"/>
                    <a:pt x="120797" y="190831"/>
                    <a:pt x="136279" y="195396"/>
                  </a:cubicBezTo>
                  <a:cubicBezTo>
                    <a:pt x="165505" y="203881"/>
                    <a:pt x="199099" y="205717"/>
                    <a:pt x="233188" y="200705"/>
                  </a:cubicBezTo>
                  <a:cubicBezTo>
                    <a:pt x="257601" y="197033"/>
                    <a:pt x="279683" y="190136"/>
                    <a:pt x="298687" y="180212"/>
                  </a:cubicBezTo>
                  <a:cubicBezTo>
                    <a:pt x="315013" y="171627"/>
                    <a:pt x="327666" y="161356"/>
                    <a:pt x="335208" y="150588"/>
                  </a:cubicBezTo>
                  <a:cubicBezTo>
                    <a:pt x="339426" y="144584"/>
                    <a:pt x="341709" y="138382"/>
                    <a:pt x="341659" y="133122"/>
                  </a:cubicBezTo>
                  <a:cubicBezTo>
                    <a:pt x="341659" y="128209"/>
                    <a:pt x="339922" y="123198"/>
                    <a:pt x="336697" y="118682"/>
                  </a:cubicBezTo>
                  <a:cubicBezTo>
                    <a:pt x="336697" y="118682"/>
                    <a:pt x="336647" y="118583"/>
                    <a:pt x="336598" y="118533"/>
                  </a:cubicBezTo>
                  <a:cubicBezTo>
                    <a:pt x="332231" y="112231"/>
                    <a:pt x="325135" y="106079"/>
                    <a:pt x="316055" y="100719"/>
                  </a:cubicBezTo>
                  <a:cubicBezTo>
                    <a:pt x="305485" y="94418"/>
                    <a:pt x="292683" y="89356"/>
                    <a:pt x="277896" y="85635"/>
                  </a:cubicBezTo>
                  <a:cubicBezTo>
                    <a:pt x="261472" y="81566"/>
                    <a:pt x="243658" y="79482"/>
                    <a:pt x="225050" y="7948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4EA29B09-1C26-C9B8-3698-730D713C9A4A}"/>
              </a:ext>
            </a:extLst>
          </p:cNvPr>
          <p:cNvGrpSpPr/>
          <p:nvPr/>
        </p:nvGrpSpPr>
        <p:grpSpPr>
          <a:xfrm>
            <a:off x="8146407" y="2686176"/>
            <a:ext cx="731806" cy="538732"/>
            <a:chOff x="8146407" y="2686176"/>
            <a:chExt cx="731806" cy="538732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5F8203A1-96E2-C195-0D4C-7B8AD0C270B6}"/>
                </a:ext>
              </a:extLst>
            </p:cNvPr>
            <p:cNvSpPr/>
            <p:nvPr/>
          </p:nvSpPr>
          <p:spPr>
            <a:xfrm>
              <a:off x="8262470" y="2790529"/>
              <a:ext cx="534018" cy="434379"/>
            </a:xfrm>
            <a:custGeom>
              <a:avLst/>
              <a:gdLst>
                <a:gd name="connsiteX0" fmla="*/ 267009 w 534018"/>
                <a:gd name="connsiteY0" fmla="*/ 434379 h 434379"/>
                <a:gd name="connsiteX1" fmla="*/ 0 w 534018"/>
                <a:gd name="connsiteY1" fmla="*/ 167371 h 434379"/>
                <a:gd name="connsiteX2" fmla="*/ 39697 w 534018"/>
                <a:gd name="connsiteY2" fmla="*/ 127674 h 434379"/>
                <a:gd name="connsiteX3" fmla="*/ 79393 w 534018"/>
                <a:gd name="connsiteY3" fmla="*/ 167371 h 434379"/>
                <a:gd name="connsiteX4" fmla="*/ 267009 w 534018"/>
                <a:gd name="connsiteY4" fmla="*/ 354986 h 434379"/>
                <a:gd name="connsiteX5" fmla="*/ 454625 w 534018"/>
                <a:gd name="connsiteY5" fmla="*/ 167371 h 434379"/>
                <a:gd name="connsiteX6" fmla="*/ 454625 w 534018"/>
                <a:gd name="connsiteY6" fmla="*/ 39697 h 434379"/>
                <a:gd name="connsiteX7" fmla="*/ 494322 w 534018"/>
                <a:gd name="connsiteY7" fmla="*/ 0 h 434379"/>
                <a:gd name="connsiteX8" fmla="*/ 534018 w 534018"/>
                <a:gd name="connsiteY8" fmla="*/ 39697 h 434379"/>
                <a:gd name="connsiteX9" fmla="*/ 534018 w 534018"/>
                <a:gd name="connsiteY9" fmla="*/ 167371 h 434379"/>
                <a:gd name="connsiteX10" fmla="*/ 267009 w 534018"/>
                <a:gd name="connsiteY10" fmla="*/ 434379 h 43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4018" h="434379">
                  <a:moveTo>
                    <a:pt x="267009" y="434379"/>
                  </a:moveTo>
                  <a:cubicBezTo>
                    <a:pt x="119784" y="434379"/>
                    <a:pt x="0" y="314595"/>
                    <a:pt x="0" y="167371"/>
                  </a:cubicBezTo>
                  <a:cubicBezTo>
                    <a:pt x="0" y="145438"/>
                    <a:pt x="17764" y="127674"/>
                    <a:pt x="39697" y="127674"/>
                  </a:cubicBezTo>
                  <a:cubicBezTo>
                    <a:pt x="61629" y="127674"/>
                    <a:pt x="79393" y="145438"/>
                    <a:pt x="79393" y="167371"/>
                  </a:cubicBezTo>
                  <a:cubicBezTo>
                    <a:pt x="79393" y="270830"/>
                    <a:pt x="163550" y="354986"/>
                    <a:pt x="267009" y="354986"/>
                  </a:cubicBezTo>
                  <a:cubicBezTo>
                    <a:pt x="370468" y="354986"/>
                    <a:pt x="454625" y="270830"/>
                    <a:pt x="454625" y="167371"/>
                  </a:cubicBezTo>
                  <a:lnTo>
                    <a:pt x="454625" y="39697"/>
                  </a:lnTo>
                  <a:cubicBezTo>
                    <a:pt x="454625" y="17764"/>
                    <a:pt x="472390" y="0"/>
                    <a:pt x="494322" y="0"/>
                  </a:cubicBezTo>
                  <a:cubicBezTo>
                    <a:pt x="516254" y="0"/>
                    <a:pt x="534018" y="17764"/>
                    <a:pt x="534018" y="39697"/>
                  </a:cubicBezTo>
                  <a:lnTo>
                    <a:pt x="534018" y="167371"/>
                  </a:lnTo>
                  <a:cubicBezTo>
                    <a:pt x="534018" y="314595"/>
                    <a:pt x="414234" y="434379"/>
                    <a:pt x="267009" y="43437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55EAFA47-1042-8717-3586-AE2E0CF16314}"/>
                </a:ext>
              </a:extLst>
            </p:cNvPr>
            <p:cNvSpPr/>
            <p:nvPr/>
          </p:nvSpPr>
          <p:spPr>
            <a:xfrm>
              <a:off x="8146407" y="2686176"/>
              <a:ext cx="311419" cy="311419"/>
            </a:xfrm>
            <a:custGeom>
              <a:avLst/>
              <a:gdLst>
                <a:gd name="connsiteX0" fmla="*/ 155710 w 311419"/>
                <a:gd name="connsiteY0" fmla="*/ 311419 h 311419"/>
                <a:gd name="connsiteX1" fmla="*/ 0 w 311419"/>
                <a:gd name="connsiteY1" fmla="*/ 155710 h 311419"/>
                <a:gd name="connsiteX2" fmla="*/ 155710 w 311419"/>
                <a:gd name="connsiteY2" fmla="*/ 0 h 311419"/>
                <a:gd name="connsiteX3" fmla="*/ 311420 w 311419"/>
                <a:gd name="connsiteY3" fmla="*/ 155710 h 311419"/>
                <a:gd name="connsiteX4" fmla="*/ 155710 w 311419"/>
                <a:gd name="connsiteY4" fmla="*/ 311419 h 311419"/>
                <a:gd name="connsiteX5" fmla="*/ 155710 w 311419"/>
                <a:gd name="connsiteY5" fmla="*/ 79343 h 311419"/>
                <a:gd name="connsiteX6" fmla="*/ 79393 w 311419"/>
                <a:gd name="connsiteY6" fmla="*/ 155660 h 311419"/>
                <a:gd name="connsiteX7" fmla="*/ 155710 w 311419"/>
                <a:gd name="connsiteY7" fmla="*/ 231977 h 311419"/>
                <a:gd name="connsiteX8" fmla="*/ 232027 w 311419"/>
                <a:gd name="connsiteY8" fmla="*/ 155660 h 311419"/>
                <a:gd name="connsiteX9" fmla="*/ 155710 w 311419"/>
                <a:gd name="connsiteY9" fmla="*/ 79343 h 31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419" h="311419">
                  <a:moveTo>
                    <a:pt x="155710" y="311419"/>
                  </a:moveTo>
                  <a:cubicBezTo>
                    <a:pt x="69866" y="311419"/>
                    <a:pt x="0" y="241554"/>
                    <a:pt x="0" y="155710"/>
                  </a:cubicBezTo>
                  <a:cubicBezTo>
                    <a:pt x="0" y="69866"/>
                    <a:pt x="69866" y="0"/>
                    <a:pt x="155710" y="0"/>
                  </a:cubicBezTo>
                  <a:cubicBezTo>
                    <a:pt x="241554" y="0"/>
                    <a:pt x="311420" y="69866"/>
                    <a:pt x="311420" y="155710"/>
                  </a:cubicBezTo>
                  <a:cubicBezTo>
                    <a:pt x="311420" y="241554"/>
                    <a:pt x="241554" y="311419"/>
                    <a:pt x="155710" y="311419"/>
                  </a:cubicBezTo>
                  <a:close/>
                  <a:moveTo>
                    <a:pt x="155710" y="79343"/>
                  </a:moveTo>
                  <a:cubicBezTo>
                    <a:pt x="113632" y="79343"/>
                    <a:pt x="79393" y="113582"/>
                    <a:pt x="79393" y="155660"/>
                  </a:cubicBezTo>
                  <a:cubicBezTo>
                    <a:pt x="79393" y="197738"/>
                    <a:pt x="113632" y="231977"/>
                    <a:pt x="155710" y="231977"/>
                  </a:cubicBezTo>
                  <a:cubicBezTo>
                    <a:pt x="197788" y="231977"/>
                    <a:pt x="232027" y="197738"/>
                    <a:pt x="232027" y="155660"/>
                  </a:cubicBezTo>
                  <a:cubicBezTo>
                    <a:pt x="232027" y="113582"/>
                    <a:pt x="197788" y="79343"/>
                    <a:pt x="155710" y="793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9A79880D-EB7E-B2AA-138E-6C4E0B02209A}"/>
                </a:ext>
              </a:extLst>
            </p:cNvPr>
            <p:cNvSpPr/>
            <p:nvPr/>
          </p:nvSpPr>
          <p:spPr>
            <a:xfrm>
              <a:off x="8631846" y="2718678"/>
              <a:ext cx="246367" cy="162855"/>
            </a:xfrm>
            <a:custGeom>
              <a:avLst/>
              <a:gdLst>
                <a:gd name="connsiteX0" fmla="*/ 206670 w 246367"/>
                <a:gd name="connsiteY0" fmla="*/ 162855 h 162855"/>
                <a:gd name="connsiteX1" fmla="*/ 178585 w 246367"/>
                <a:gd name="connsiteY1" fmla="*/ 151244 h 162855"/>
                <a:gd name="connsiteX2" fmla="*/ 123159 w 246367"/>
                <a:gd name="connsiteY2" fmla="*/ 95818 h 162855"/>
                <a:gd name="connsiteX3" fmla="*/ 67732 w 246367"/>
                <a:gd name="connsiteY3" fmla="*/ 151244 h 162855"/>
                <a:gd name="connsiteX4" fmla="*/ 11611 w 246367"/>
                <a:gd name="connsiteY4" fmla="*/ 151244 h 162855"/>
                <a:gd name="connsiteX5" fmla="*/ 11611 w 246367"/>
                <a:gd name="connsiteY5" fmla="*/ 95123 h 162855"/>
                <a:gd name="connsiteX6" fmla="*/ 95123 w 246367"/>
                <a:gd name="connsiteY6" fmla="*/ 11611 h 162855"/>
                <a:gd name="connsiteX7" fmla="*/ 151244 w 246367"/>
                <a:gd name="connsiteY7" fmla="*/ 11611 h 162855"/>
                <a:gd name="connsiteX8" fmla="*/ 234756 w 246367"/>
                <a:gd name="connsiteY8" fmla="*/ 95123 h 162855"/>
                <a:gd name="connsiteX9" fmla="*/ 234756 w 246367"/>
                <a:gd name="connsiteY9" fmla="*/ 151244 h 162855"/>
                <a:gd name="connsiteX10" fmla="*/ 206670 w 246367"/>
                <a:gd name="connsiteY10" fmla="*/ 162855 h 1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367" h="162855">
                  <a:moveTo>
                    <a:pt x="206670" y="162855"/>
                  </a:moveTo>
                  <a:cubicBezTo>
                    <a:pt x="196498" y="162855"/>
                    <a:pt x="186375" y="158985"/>
                    <a:pt x="178585" y="151244"/>
                  </a:cubicBezTo>
                  <a:lnTo>
                    <a:pt x="123159" y="95818"/>
                  </a:lnTo>
                  <a:lnTo>
                    <a:pt x="67732" y="151244"/>
                  </a:lnTo>
                  <a:cubicBezTo>
                    <a:pt x="52251" y="166726"/>
                    <a:pt x="27093" y="166726"/>
                    <a:pt x="11611" y="151244"/>
                  </a:cubicBezTo>
                  <a:cubicBezTo>
                    <a:pt x="-3870" y="135762"/>
                    <a:pt x="-3870" y="110605"/>
                    <a:pt x="11611" y="95123"/>
                  </a:cubicBezTo>
                  <a:lnTo>
                    <a:pt x="95123" y="11611"/>
                  </a:lnTo>
                  <a:cubicBezTo>
                    <a:pt x="110605" y="-3870"/>
                    <a:pt x="135762" y="-3870"/>
                    <a:pt x="151244" y="11611"/>
                  </a:cubicBezTo>
                  <a:lnTo>
                    <a:pt x="234756" y="95123"/>
                  </a:lnTo>
                  <a:cubicBezTo>
                    <a:pt x="250237" y="110605"/>
                    <a:pt x="250237" y="135762"/>
                    <a:pt x="234756" y="151244"/>
                  </a:cubicBezTo>
                  <a:cubicBezTo>
                    <a:pt x="227015" y="158985"/>
                    <a:pt x="216843" y="162855"/>
                    <a:pt x="206670" y="1628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F86FC1E-50A9-BCC8-94AD-A2B2D7B6CB19}"/>
              </a:ext>
            </a:extLst>
          </p:cNvPr>
          <p:cNvGrpSpPr/>
          <p:nvPr/>
        </p:nvGrpSpPr>
        <p:grpSpPr>
          <a:xfrm>
            <a:off x="9452997" y="2656404"/>
            <a:ext cx="751704" cy="598226"/>
            <a:chOff x="9452997" y="2656404"/>
            <a:chExt cx="751704" cy="598226"/>
          </a:xfrm>
        </p:grpSpPr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6819E203-9CFF-1FB9-4A1F-C600AD88CFF2}"/>
                </a:ext>
              </a:extLst>
            </p:cNvPr>
            <p:cNvSpPr/>
            <p:nvPr/>
          </p:nvSpPr>
          <p:spPr>
            <a:xfrm>
              <a:off x="9781486" y="2904805"/>
              <a:ext cx="419047" cy="79393"/>
            </a:xfrm>
            <a:custGeom>
              <a:avLst/>
              <a:gdLst>
                <a:gd name="connsiteX0" fmla="*/ 379351 w 419047"/>
                <a:gd name="connsiteY0" fmla="*/ 79393 h 79393"/>
                <a:gd name="connsiteX1" fmla="*/ 39697 w 419047"/>
                <a:gd name="connsiteY1" fmla="*/ 79393 h 79393"/>
                <a:gd name="connsiteX2" fmla="*/ 0 w 419047"/>
                <a:gd name="connsiteY2" fmla="*/ 39697 h 79393"/>
                <a:gd name="connsiteX3" fmla="*/ 39697 w 419047"/>
                <a:gd name="connsiteY3" fmla="*/ 0 h 79393"/>
                <a:gd name="connsiteX4" fmla="*/ 379351 w 419047"/>
                <a:gd name="connsiteY4" fmla="*/ 0 h 79393"/>
                <a:gd name="connsiteX5" fmla="*/ 419047 w 419047"/>
                <a:gd name="connsiteY5" fmla="*/ 39697 h 79393"/>
                <a:gd name="connsiteX6" fmla="*/ 379351 w 41904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47" h="79393">
                  <a:moveTo>
                    <a:pt x="37935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379351" y="0"/>
                  </a:lnTo>
                  <a:cubicBezTo>
                    <a:pt x="401283" y="0"/>
                    <a:pt x="419047" y="17764"/>
                    <a:pt x="419047" y="39697"/>
                  </a:cubicBezTo>
                  <a:cubicBezTo>
                    <a:pt x="419047" y="61629"/>
                    <a:pt x="401283" y="79393"/>
                    <a:pt x="37935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75EDD9E4-213A-68AC-9D4C-A1F509CAE3B9}"/>
                </a:ext>
              </a:extLst>
            </p:cNvPr>
            <p:cNvSpPr/>
            <p:nvPr/>
          </p:nvSpPr>
          <p:spPr>
            <a:xfrm>
              <a:off x="10010188" y="2789685"/>
              <a:ext cx="194513" cy="309682"/>
            </a:xfrm>
            <a:custGeom>
              <a:avLst/>
              <a:gdLst>
                <a:gd name="connsiteX0" fmla="*/ 39697 w 194513"/>
                <a:gd name="connsiteY0" fmla="*/ 309633 h 309682"/>
                <a:gd name="connsiteX1" fmla="*/ 11611 w 194513"/>
                <a:gd name="connsiteY1" fmla="*/ 298022 h 309682"/>
                <a:gd name="connsiteX2" fmla="*/ 11611 w 194513"/>
                <a:gd name="connsiteY2" fmla="*/ 241901 h 309682"/>
                <a:gd name="connsiteX3" fmla="*/ 98696 w 194513"/>
                <a:gd name="connsiteY3" fmla="*/ 154817 h 309682"/>
                <a:gd name="connsiteX4" fmla="*/ 11611 w 194513"/>
                <a:gd name="connsiteY4" fmla="*/ 67732 h 309682"/>
                <a:gd name="connsiteX5" fmla="*/ 11611 w 194513"/>
                <a:gd name="connsiteY5" fmla="*/ 11611 h 309682"/>
                <a:gd name="connsiteX6" fmla="*/ 67732 w 194513"/>
                <a:gd name="connsiteY6" fmla="*/ 11611 h 309682"/>
                <a:gd name="connsiteX7" fmla="*/ 182902 w 194513"/>
                <a:gd name="connsiteY7" fmla="*/ 126781 h 309682"/>
                <a:gd name="connsiteX8" fmla="*/ 182902 w 194513"/>
                <a:gd name="connsiteY8" fmla="*/ 182902 h 309682"/>
                <a:gd name="connsiteX9" fmla="*/ 67732 w 194513"/>
                <a:gd name="connsiteY9" fmla="*/ 298071 h 309682"/>
                <a:gd name="connsiteX10" fmla="*/ 39647 w 194513"/>
                <a:gd name="connsiteY10" fmla="*/ 309683 h 309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513" h="309682">
                  <a:moveTo>
                    <a:pt x="39697" y="309633"/>
                  </a:moveTo>
                  <a:cubicBezTo>
                    <a:pt x="29524" y="309633"/>
                    <a:pt x="19402" y="305763"/>
                    <a:pt x="11611" y="298022"/>
                  </a:cubicBezTo>
                  <a:cubicBezTo>
                    <a:pt x="-3870" y="282540"/>
                    <a:pt x="-3870" y="257382"/>
                    <a:pt x="11611" y="241901"/>
                  </a:cubicBezTo>
                  <a:lnTo>
                    <a:pt x="98696" y="154817"/>
                  </a:ln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82902" y="126781"/>
                  </a:lnTo>
                  <a:cubicBezTo>
                    <a:pt x="198384" y="142263"/>
                    <a:pt x="198384" y="167420"/>
                    <a:pt x="182902" y="182902"/>
                  </a:cubicBezTo>
                  <a:lnTo>
                    <a:pt x="67732" y="298071"/>
                  </a:lnTo>
                  <a:cubicBezTo>
                    <a:pt x="59991" y="305812"/>
                    <a:pt x="49819" y="309683"/>
                    <a:pt x="39647" y="3096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1" name="Picture Placeholder 69">
              <a:extLst>
                <a:ext uri="{FF2B5EF4-FFF2-40B4-BE49-F238E27FC236}">
                  <a16:creationId xmlns:a16="http://schemas.microsoft.com/office/drawing/2014/main" id="{DEFF9512-D5E5-53AB-9B63-33CA5B5DA1B8}"/>
                </a:ext>
              </a:extLst>
            </p:cNvPr>
            <p:cNvGrpSpPr/>
            <p:nvPr/>
          </p:nvGrpSpPr>
          <p:grpSpPr>
            <a:xfrm>
              <a:off x="9452997" y="2656404"/>
              <a:ext cx="363720" cy="598226"/>
              <a:chOff x="9452997" y="2656404"/>
              <a:chExt cx="363720" cy="598226"/>
            </a:xfrm>
            <a:solidFill>
              <a:srgbClr val="C42828"/>
            </a:solidFill>
          </p:grpSpPr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F7A99875-5B82-2612-1495-A6918852845C}"/>
                  </a:ext>
                </a:extLst>
              </p:cNvPr>
              <p:cNvSpPr/>
              <p:nvPr/>
            </p:nvSpPr>
            <p:spPr>
              <a:xfrm>
                <a:off x="9576303" y="2755447"/>
                <a:ext cx="240414" cy="400091"/>
              </a:xfrm>
              <a:custGeom>
                <a:avLst/>
                <a:gdLst>
                  <a:gd name="connsiteX0" fmla="*/ 199378 w 240414"/>
                  <a:gd name="connsiteY0" fmla="*/ 400092 h 400091"/>
                  <a:gd name="connsiteX1" fmla="*/ 199229 w 240414"/>
                  <a:gd name="connsiteY1" fmla="*/ 400092 h 400091"/>
                  <a:gd name="connsiteX2" fmla="*/ 2 w 240414"/>
                  <a:gd name="connsiteY2" fmla="*/ 199227 h 400091"/>
                  <a:gd name="connsiteX3" fmla="*/ 200023 w 240414"/>
                  <a:gd name="connsiteY3" fmla="*/ 0 h 400091"/>
                  <a:gd name="connsiteX4" fmla="*/ 200866 w 240414"/>
                  <a:gd name="connsiteY4" fmla="*/ 0 h 400091"/>
                  <a:gd name="connsiteX5" fmla="*/ 240414 w 240414"/>
                  <a:gd name="connsiteY5" fmla="*/ 39845 h 400091"/>
                  <a:gd name="connsiteX6" fmla="*/ 200718 w 240414"/>
                  <a:gd name="connsiteY6" fmla="*/ 79393 h 400091"/>
                  <a:gd name="connsiteX7" fmla="*/ 200073 w 240414"/>
                  <a:gd name="connsiteY7" fmla="*/ 79393 h 400091"/>
                  <a:gd name="connsiteX8" fmla="*/ 79444 w 240414"/>
                  <a:gd name="connsiteY8" fmla="*/ 199525 h 400091"/>
                  <a:gd name="connsiteX9" fmla="*/ 199576 w 240414"/>
                  <a:gd name="connsiteY9" fmla="*/ 320649 h 400091"/>
                  <a:gd name="connsiteX10" fmla="*/ 239124 w 240414"/>
                  <a:gd name="connsiteY10" fmla="*/ 360494 h 400091"/>
                  <a:gd name="connsiteX11" fmla="*/ 199427 w 240414"/>
                  <a:gd name="connsiteY11" fmla="*/ 400042 h 40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414" h="400091">
                    <a:moveTo>
                      <a:pt x="199378" y="400092"/>
                    </a:moveTo>
                    <a:lnTo>
                      <a:pt x="199229" y="400092"/>
                    </a:lnTo>
                    <a:cubicBezTo>
                      <a:pt x="88922" y="399645"/>
                      <a:pt x="-445" y="309534"/>
                      <a:pt x="2" y="199227"/>
                    </a:cubicBezTo>
                    <a:cubicBezTo>
                      <a:pt x="448" y="89218"/>
                      <a:pt x="90113" y="0"/>
                      <a:pt x="200023" y="0"/>
                    </a:cubicBezTo>
                    <a:lnTo>
                      <a:pt x="200866" y="0"/>
                    </a:lnTo>
                    <a:cubicBezTo>
                      <a:pt x="222799" y="99"/>
                      <a:pt x="240464" y="17913"/>
                      <a:pt x="240414" y="39845"/>
                    </a:cubicBezTo>
                    <a:cubicBezTo>
                      <a:pt x="240315" y="61728"/>
                      <a:pt x="222551" y="79393"/>
                      <a:pt x="200718" y="79393"/>
                    </a:cubicBezTo>
                    <a:cubicBezTo>
                      <a:pt x="200519" y="79393"/>
                      <a:pt x="200271" y="79393"/>
                      <a:pt x="200073" y="79393"/>
                    </a:cubicBezTo>
                    <a:cubicBezTo>
                      <a:pt x="133779" y="79393"/>
                      <a:pt x="79693" y="133182"/>
                      <a:pt x="79444" y="199525"/>
                    </a:cubicBezTo>
                    <a:cubicBezTo>
                      <a:pt x="79196" y="266066"/>
                      <a:pt x="133085" y="320401"/>
                      <a:pt x="199576" y="320649"/>
                    </a:cubicBezTo>
                    <a:cubicBezTo>
                      <a:pt x="221509" y="320748"/>
                      <a:pt x="239174" y="338562"/>
                      <a:pt x="239124" y="360494"/>
                    </a:cubicBezTo>
                    <a:cubicBezTo>
                      <a:pt x="239025" y="382377"/>
                      <a:pt x="221261" y="400042"/>
                      <a:pt x="199427" y="40004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D0A59461-4E4A-6CA4-06C6-BBD767174FF5}"/>
                  </a:ext>
                </a:extLst>
              </p:cNvPr>
              <p:cNvSpPr/>
              <p:nvPr/>
            </p:nvSpPr>
            <p:spPr>
              <a:xfrm>
                <a:off x="9737274" y="2656404"/>
                <a:ext cx="79393" cy="178485"/>
              </a:xfrm>
              <a:custGeom>
                <a:avLst/>
                <a:gdLst>
                  <a:gd name="connsiteX0" fmla="*/ 39697 w 79393"/>
                  <a:gd name="connsiteY0" fmla="*/ 178486 h 178485"/>
                  <a:gd name="connsiteX1" fmla="*/ 0 w 79393"/>
                  <a:gd name="connsiteY1" fmla="*/ 138789 h 178485"/>
                  <a:gd name="connsiteX2" fmla="*/ 0 w 79393"/>
                  <a:gd name="connsiteY2" fmla="*/ 39697 h 178485"/>
                  <a:gd name="connsiteX3" fmla="*/ 39697 w 79393"/>
                  <a:gd name="connsiteY3" fmla="*/ 0 h 178485"/>
                  <a:gd name="connsiteX4" fmla="*/ 79393 w 79393"/>
                  <a:gd name="connsiteY4" fmla="*/ 39697 h 178485"/>
                  <a:gd name="connsiteX5" fmla="*/ 79393 w 79393"/>
                  <a:gd name="connsiteY5" fmla="*/ 138789 h 178485"/>
                  <a:gd name="connsiteX6" fmla="*/ 39697 w 79393"/>
                  <a:gd name="connsiteY6" fmla="*/ 178486 h 1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78485">
                    <a:moveTo>
                      <a:pt x="39697" y="178486"/>
                    </a:moveTo>
                    <a:cubicBezTo>
                      <a:pt x="17764" y="178486"/>
                      <a:pt x="0" y="160721"/>
                      <a:pt x="0" y="138789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38789"/>
                    </a:lnTo>
                    <a:cubicBezTo>
                      <a:pt x="79393" y="160721"/>
                      <a:pt x="61629" y="178486"/>
                      <a:pt x="39697" y="17848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4D5B0E7F-3A35-E444-DE2F-44FF142C9B69}"/>
                  </a:ext>
                </a:extLst>
              </p:cNvPr>
              <p:cNvSpPr/>
              <p:nvPr/>
            </p:nvSpPr>
            <p:spPr>
              <a:xfrm>
                <a:off x="9737274" y="3076145"/>
                <a:ext cx="79393" cy="178485"/>
              </a:xfrm>
              <a:custGeom>
                <a:avLst/>
                <a:gdLst>
                  <a:gd name="connsiteX0" fmla="*/ 39697 w 79393"/>
                  <a:gd name="connsiteY0" fmla="*/ 178486 h 178485"/>
                  <a:gd name="connsiteX1" fmla="*/ 0 w 79393"/>
                  <a:gd name="connsiteY1" fmla="*/ 138789 h 178485"/>
                  <a:gd name="connsiteX2" fmla="*/ 0 w 79393"/>
                  <a:gd name="connsiteY2" fmla="*/ 39697 h 178485"/>
                  <a:gd name="connsiteX3" fmla="*/ 39697 w 79393"/>
                  <a:gd name="connsiteY3" fmla="*/ 0 h 178485"/>
                  <a:gd name="connsiteX4" fmla="*/ 79393 w 79393"/>
                  <a:gd name="connsiteY4" fmla="*/ 39697 h 178485"/>
                  <a:gd name="connsiteX5" fmla="*/ 79393 w 79393"/>
                  <a:gd name="connsiteY5" fmla="*/ 138789 h 178485"/>
                  <a:gd name="connsiteX6" fmla="*/ 39697 w 79393"/>
                  <a:gd name="connsiteY6" fmla="*/ 178486 h 1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78485">
                    <a:moveTo>
                      <a:pt x="39697" y="178486"/>
                    </a:moveTo>
                    <a:cubicBezTo>
                      <a:pt x="17764" y="178486"/>
                      <a:pt x="0" y="160721"/>
                      <a:pt x="0" y="138789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38789"/>
                    </a:lnTo>
                    <a:cubicBezTo>
                      <a:pt x="79393" y="160721"/>
                      <a:pt x="61629" y="178486"/>
                      <a:pt x="39697" y="17848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80340A0-DCBA-A4FC-4845-6C42AEC3C518}"/>
                  </a:ext>
                </a:extLst>
              </p:cNvPr>
              <p:cNvSpPr/>
              <p:nvPr/>
            </p:nvSpPr>
            <p:spPr>
              <a:xfrm>
                <a:off x="9537452" y="3029254"/>
                <a:ext cx="165137" cy="165137"/>
              </a:xfrm>
              <a:custGeom>
                <a:avLst/>
                <a:gdLst>
                  <a:gd name="connsiteX0" fmla="*/ 39697 w 165137"/>
                  <a:gd name="connsiteY0" fmla="*/ 165138 h 165137"/>
                  <a:gd name="connsiteX1" fmla="*/ 11611 w 165137"/>
                  <a:gd name="connsiteY1" fmla="*/ 153526 h 165137"/>
                  <a:gd name="connsiteX2" fmla="*/ 11611 w 165137"/>
                  <a:gd name="connsiteY2" fmla="*/ 97405 h 165137"/>
                  <a:gd name="connsiteX3" fmla="*/ 97406 w 165137"/>
                  <a:gd name="connsiteY3" fmla="*/ 11611 h 165137"/>
                  <a:gd name="connsiteX4" fmla="*/ 153527 w 165137"/>
                  <a:gd name="connsiteY4" fmla="*/ 11611 h 165137"/>
                  <a:gd name="connsiteX5" fmla="*/ 153527 w 165137"/>
                  <a:gd name="connsiteY5" fmla="*/ 67732 h 165137"/>
                  <a:gd name="connsiteX6" fmla="*/ 67732 w 165137"/>
                  <a:gd name="connsiteY6" fmla="*/ 153526 h 165137"/>
                  <a:gd name="connsiteX7" fmla="*/ 39647 w 165137"/>
                  <a:gd name="connsiteY7" fmla="*/ 165138 h 16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37" h="165137">
                    <a:moveTo>
                      <a:pt x="39697" y="165138"/>
                    </a:moveTo>
                    <a:cubicBezTo>
                      <a:pt x="29524" y="165138"/>
                      <a:pt x="19402" y="161267"/>
                      <a:pt x="11611" y="153526"/>
                    </a:cubicBezTo>
                    <a:cubicBezTo>
                      <a:pt x="-3870" y="138045"/>
                      <a:pt x="-3870" y="112887"/>
                      <a:pt x="11611" y="97405"/>
                    </a:cubicBezTo>
                    <a:lnTo>
                      <a:pt x="97406" y="11611"/>
                    </a:lnTo>
                    <a:cubicBezTo>
                      <a:pt x="112887" y="-3870"/>
                      <a:pt x="138045" y="-3870"/>
                      <a:pt x="153527" y="11611"/>
                    </a:cubicBezTo>
                    <a:cubicBezTo>
                      <a:pt x="169008" y="27093"/>
                      <a:pt x="169008" y="52251"/>
                      <a:pt x="153527" y="67732"/>
                    </a:cubicBezTo>
                    <a:lnTo>
                      <a:pt x="67732" y="153526"/>
                    </a:lnTo>
                    <a:cubicBezTo>
                      <a:pt x="59991" y="161267"/>
                      <a:pt x="49819" y="165138"/>
                      <a:pt x="39647" y="16513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DA7E7CCB-3090-C9F9-8F1D-6B4CA0D4BDEC}"/>
                  </a:ext>
                </a:extLst>
              </p:cNvPr>
              <p:cNvSpPr/>
              <p:nvPr/>
            </p:nvSpPr>
            <p:spPr>
              <a:xfrm>
                <a:off x="9540925" y="2712624"/>
                <a:ext cx="165137" cy="165137"/>
              </a:xfrm>
              <a:custGeom>
                <a:avLst/>
                <a:gdLst>
                  <a:gd name="connsiteX0" fmla="*/ 125491 w 165137"/>
                  <a:gd name="connsiteY0" fmla="*/ 165138 h 165137"/>
                  <a:gd name="connsiteX1" fmla="*/ 97406 w 165137"/>
                  <a:gd name="connsiteY1" fmla="*/ 153526 h 165137"/>
                  <a:gd name="connsiteX2" fmla="*/ 11611 w 165137"/>
                  <a:gd name="connsiteY2" fmla="*/ 67732 h 165137"/>
                  <a:gd name="connsiteX3" fmla="*/ 11611 w 165137"/>
                  <a:gd name="connsiteY3" fmla="*/ 11611 h 165137"/>
                  <a:gd name="connsiteX4" fmla="*/ 67732 w 165137"/>
                  <a:gd name="connsiteY4" fmla="*/ 11611 h 165137"/>
                  <a:gd name="connsiteX5" fmla="*/ 153527 w 165137"/>
                  <a:gd name="connsiteY5" fmla="*/ 97405 h 165137"/>
                  <a:gd name="connsiteX6" fmla="*/ 153527 w 165137"/>
                  <a:gd name="connsiteY6" fmla="*/ 153526 h 165137"/>
                  <a:gd name="connsiteX7" fmla="*/ 125441 w 165137"/>
                  <a:gd name="connsiteY7" fmla="*/ 165138 h 16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37" h="165137">
                    <a:moveTo>
                      <a:pt x="125491" y="165138"/>
                    </a:moveTo>
                    <a:cubicBezTo>
                      <a:pt x="115319" y="165138"/>
                      <a:pt x="105196" y="161267"/>
                      <a:pt x="97406" y="153526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53527" y="97405"/>
                    </a:lnTo>
                    <a:cubicBezTo>
                      <a:pt x="169008" y="112887"/>
                      <a:pt x="169008" y="138045"/>
                      <a:pt x="153527" y="153526"/>
                    </a:cubicBezTo>
                    <a:cubicBezTo>
                      <a:pt x="145786" y="161267"/>
                      <a:pt x="135614" y="165138"/>
                      <a:pt x="125441" y="16513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55E6E01-4E21-9731-E996-992A8CCC58BE}"/>
                  </a:ext>
                </a:extLst>
              </p:cNvPr>
              <p:cNvSpPr/>
              <p:nvPr/>
            </p:nvSpPr>
            <p:spPr>
              <a:xfrm>
                <a:off x="9452997" y="2914134"/>
                <a:ext cx="200715" cy="79393"/>
              </a:xfrm>
              <a:custGeom>
                <a:avLst/>
                <a:gdLst>
                  <a:gd name="connsiteX0" fmla="*/ 161019 w 200715"/>
                  <a:gd name="connsiteY0" fmla="*/ 79393 h 79393"/>
                  <a:gd name="connsiteX1" fmla="*/ 39697 w 200715"/>
                  <a:gd name="connsiteY1" fmla="*/ 79393 h 79393"/>
                  <a:gd name="connsiteX2" fmla="*/ 0 w 200715"/>
                  <a:gd name="connsiteY2" fmla="*/ 39697 h 79393"/>
                  <a:gd name="connsiteX3" fmla="*/ 39697 w 200715"/>
                  <a:gd name="connsiteY3" fmla="*/ 0 h 79393"/>
                  <a:gd name="connsiteX4" fmla="*/ 161019 w 200715"/>
                  <a:gd name="connsiteY4" fmla="*/ 0 h 79393"/>
                  <a:gd name="connsiteX5" fmla="*/ 200716 w 200715"/>
                  <a:gd name="connsiteY5" fmla="*/ 39697 h 79393"/>
                  <a:gd name="connsiteX6" fmla="*/ 161019 w 20071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715" h="79393">
                    <a:moveTo>
                      <a:pt x="16101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161019" y="0"/>
                    </a:lnTo>
                    <a:cubicBezTo>
                      <a:pt x="182952" y="0"/>
                      <a:pt x="200716" y="17764"/>
                      <a:pt x="200716" y="39697"/>
                    </a:cubicBezTo>
                    <a:cubicBezTo>
                      <a:pt x="200716" y="61629"/>
                      <a:pt x="182952" y="79393"/>
                      <a:pt x="161019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97C8B1E-4BCD-2961-91A8-1DCB1682FA70}"/>
              </a:ext>
            </a:extLst>
          </p:cNvPr>
          <p:cNvGrpSpPr/>
          <p:nvPr/>
        </p:nvGrpSpPr>
        <p:grpSpPr>
          <a:xfrm>
            <a:off x="1539862" y="3689147"/>
            <a:ext cx="769816" cy="769815"/>
            <a:chOff x="1539862" y="3689147"/>
            <a:chExt cx="769816" cy="769815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4B8EBAC0-ECD6-6380-740A-554543AB8C1D}"/>
                </a:ext>
              </a:extLst>
            </p:cNvPr>
            <p:cNvSpPr/>
            <p:nvPr/>
          </p:nvSpPr>
          <p:spPr>
            <a:xfrm>
              <a:off x="1546362" y="3695746"/>
              <a:ext cx="756567" cy="756616"/>
            </a:xfrm>
            <a:custGeom>
              <a:avLst/>
              <a:gdLst>
                <a:gd name="connsiteX0" fmla="*/ 39697 w 756567"/>
                <a:gd name="connsiteY0" fmla="*/ 756616 h 756616"/>
                <a:gd name="connsiteX1" fmla="*/ 11611 w 756567"/>
                <a:gd name="connsiteY1" fmla="*/ 745005 h 756616"/>
                <a:gd name="connsiteX2" fmla="*/ 11611 w 756567"/>
                <a:gd name="connsiteY2" fmla="*/ 688884 h 756616"/>
                <a:gd name="connsiteX3" fmla="*/ 688835 w 756567"/>
                <a:gd name="connsiteY3" fmla="*/ 11611 h 756616"/>
                <a:gd name="connsiteX4" fmla="*/ 744956 w 756567"/>
                <a:gd name="connsiteY4" fmla="*/ 11611 h 756616"/>
                <a:gd name="connsiteX5" fmla="*/ 744956 w 756567"/>
                <a:gd name="connsiteY5" fmla="*/ 67732 h 756616"/>
                <a:gd name="connsiteX6" fmla="*/ 67732 w 756567"/>
                <a:gd name="connsiteY6" fmla="*/ 744955 h 756616"/>
                <a:gd name="connsiteX7" fmla="*/ 39647 w 756567"/>
                <a:gd name="connsiteY7" fmla="*/ 756567 h 756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567" h="756616">
                  <a:moveTo>
                    <a:pt x="39697" y="756616"/>
                  </a:moveTo>
                  <a:cubicBezTo>
                    <a:pt x="29524" y="756616"/>
                    <a:pt x="19402" y="752746"/>
                    <a:pt x="11611" y="745005"/>
                  </a:cubicBezTo>
                  <a:cubicBezTo>
                    <a:pt x="-3870" y="729523"/>
                    <a:pt x="-3870" y="704366"/>
                    <a:pt x="11611" y="688884"/>
                  </a:cubicBezTo>
                  <a:lnTo>
                    <a:pt x="688835" y="11611"/>
                  </a:lnTo>
                  <a:cubicBezTo>
                    <a:pt x="704317" y="-3870"/>
                    <a:pt x="729475" y="-3870"/>
                    <a:pt x="744956" y="11611"/>
                  </a:cubicBezTo>
                  <a:cubicBezTo>
                    <a:pt x="760438" y="27093"/>
                    <a:pt x="760438" y="52251"/>
                    <a:pt x="744956" y="67732"/>
                  </a:cubicBezTo>
                  <a:lnTo>
                    <a:pt x="67732" y="744955"/>
                  </a:lnTo>
                  <a:cubicBezTo>
                    <a:pt x="59991" y="752696"/>
                    <a:pt x="49819" y="756567"/>
                    <a:pt x="39647" y="75656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50122B11-8800-17C6-47D1-BCA41F274859}"/>
                </a:ext>
              </a:extLst>
            </p:cNvPr>
            <p:cNvSpPr/>
            <p:nvPr/>
          </p:nvSpPr>
          <p:spPr>
            <a:xfrm>
              <a:off x="1546610" y="3695647"/>
              <a:ext cx="756567" cy="756566"/>
            </a:xfrm>
            <a:custGeom>
              <a:avLst/>
              <a:gdLst>
                <a:gd name="connsiteX0" fmla="*/ 716871 w 756567"/>
                <a:gd name="connsiteY0" fmla="*/ 756567 h 756566"/>
                <a:gd name="connsiteX1" fmla="*/ 688786 w 756567"/>
                <a:gd name="connsiteY1" fmla="*/ 744955 h 756566"/>
                <a:gd name="connsiteX2" fmla="*/ 11611 w 756567"/>
                <a:gd name="connsiteY2" fmla="*/ 67732 h 756566"/>
                <a:gd name="connsiteX3" fmla="*/ 11611 w 756567"/>
                <a:gd name="connsiteY3" fmla="*/ 11611 h 756566"/>
                <a:gd name="connsiteX4" fmla="*/ 67732 w 756567"/>
                <a:gd name="connsiteY4" fmla="*/ 11611 h 756566"/>
                <a:gd name="connsiteX5" fmla="*/ 744956 w 756567"/>
                <a:gd name="connsiteY5" fmla="*/ 688834 h 756566"/>
                <a:gd name="connsiteX6" fmla="*/ 744956 w 756567"/>
                <a:gd name="connsiteY6" fmla="*/ 744955 h 756566"/>
                <a:gd name="connsiteX7" fmla="*/ 716871 w 756567"/>
                <a:gd name="connsiteY7" fmla="*/ 756567 h 75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567" h="756566">
                  <a:moveTo>
                    <a:pt x="716871" y="756567"/>
                  </a:moveTo>
                  <a:cubicBezTo>
                    <a:pt x="706699" y="756567"/>
                    <a:pt x="696576" y="752696"/>
                    <a:pt x="688786" y="74495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744956" y="688834"/>
                  </a:lnTo>
                  <a:cubicBezTo>
                    <a:pt x="760438" y="704316"/>
                    <a:pt x="760438" y="729474"/>
                    <a:pt x="744956" y="744955"/>
                  </a:cubicBezTo>
                  <a:cubicBezTo>
                    <a:pt x="737215" y="752696"/>
                    <a:pt x="727043" y="756567"/>
                    <a:pt x="716871" y="756567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1BF9DC0E-BACA-2EA2-C0E3-EC71114FFF06}"/>
                </a:ext>
              </a:extLst>
            </p:cNvPr>
            <p:cNvSpPr/>
            <p:nvPr/>
          </p:nvSpPr>
          <p:spPr>
            <a:xfrm>
              <a:off x="2067430" y="3689395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162855 w 242248"/>
                <a:gd name="connsiteY1" fmla="*/ 202552 h 242248"/>
                <a:gd name="connsiteX2" fmla="*/ 162855 w 242248"/>
                <a:gd name="connsiteY2" fmla="*/ 79393 h 242248"/>
                <a:gd name="connsiteX3" fmla="*/ 39697 w 242248"/>
                <a:gd name="connsiteY3" fmla="*/ 79393 h 242248"/>
                <a:gd name="connsiteX4" fmla="*/ 0 w 242248"/>
                <a:gd name="connsiteY4" fmla="*/ 39697 h 242248"/>
                <a:gd name="connsiteX5" fmla="*/ 39697 w 242248"/>
                <a:gd name="connsiteY5" fmla="*/ 0 h 242248"/>
                <a:gd name="connsiteX6" fmla="*/ 202552 w 242248"/>
                <a:gd name="connsiteY6" fmla="*/ 0 h 242248"/>
                <a:gd name="connsiteX7" fmla="*/ 242249 w 242248"/>
                <a:gd name="connsiteY7" fmla="*/ 39697 h 242248"/>
                <a:gd name="connsiteX8" fmla="*/ 242249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cubicBezTo>
                    <a:pt x="180619" y="242248"/>
                    <a:pt x="162855" y="224484"/>
                    <a:pt x="162855" y="202552"/>
                  </a:cubicBezTo>
                  <a:lnTo>
                    <a:pt x="162855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9" y="17764"/>
                    <a:pt x="242249" y="39697"/>
                  </a:cubicBezTo>
                  <a:lnTo>
                    <a:pt x="242249" y="202552"/>
                  </a:lnTo>
                  <a:cubicBezTo>
                    <a:pt x="242249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A798F220-F49F-8341-9132-E66940EFDB09}"/>
                </a:ext>
              </a:extLst>
            </p:cNvPr>
            <p:cNvSpPr/>
            <p:nvPr/>
          </p:nvSpPr>
          <p:spPr>
            <a:xfrm>
              <a:off x="1539862" y="4216664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0 w 242248"/>
                <a:gd name="connsiteY3" fmla="*/ 39697 h 242248"/>
                <a:gd name="connsiteX4" fmla="*/ 39697 w 242248"/>
                <a:gd name="connsiteY4" fmla="*/ 0 h 242248"/>
                <a:gd name="connsiteX5" fmla="*/ 79393 w 242248"/>
                <a:gd name="connsiteY5" fmla="*/ 39697 h 242248"/>
                <a:gd name="connsiteX6" fmla="*/ 79393 w 242248"/>
                <a:gd name="connsiteY6" fmla="*/ 162855 h 242248"/>
                <a:gd name="connsiteX7" fmla="*/ 202552 w 242248"/>
                <a:gd name="connsiteY7" fmla="*/ 162855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2855"/>
                  </a:lnTo>
                  <a:lnTo>
                    <a:pt x="202552" y="162855"/>
                  </a:lnTo>
                  <a:cubicBezTo>
                    <a:pt x="224484" y="162855"/>
                    <a:pt x="242248" y="180619"/>
                    <a:pt x="242248" y="202552"/>
                  </a:cubicBez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B43C73F3-A405-2402-A423-C42F61C78114}"/>
                </a:ext>
              </a:extLst>
            </p:cNvPr>
            <p:cNvSpPr/>
            <p:nvPr/>
          </p:nvSpPr>
          <p:spPr>
            <a:xfrm>
              <a:off x="2067281" y="4216714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39697 w 242248"/>
                <a:gd name="connsiteY3" fmla="*/ 162855 h 242248"/>
                <a:gd name="connsiteX4" fmla="*/ 162855 w 242248"/>
                <a:gd name="connsiteY4" fmla="*/ 162855 h 242248"/>
                <a:gd name="connsiteX5" fmla="*/ 162855 w 242248"/>
                <a:gd name="connsiteY5" fmla="*/ 39697 h 242248"/>
                <a:gd name="connsiteX6" fmla="*/ 202552 w 242248"/>
                <a:gd name="connsiteY6" fmla="*/ 0 h 242248"/>
                <a:gd name="connsiteX7" fmla="*/ 242248 w 242248"/>
                <a:gd name="connsiteY7" fmla="*/ 39697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cubicBezTo>
                    <a:pt x="0" y="180619"/>
                    <a:pt x="17764" y="162855"/>
                    <a:pt x="39697" y="162855"/>
                  </a:cubicBezTo>
                  <a:lnTo>
                    <a:pt x="162855" y="162855"/>
                  </a:lnTo>
                  <a:lnTo>
                    <a:pt x="162855" y="39697"/>
                  </a:lnTo>
                  <a:cubicBezTo>
                    <a:pt x="162855" y="17764"/>
                    <a:pt x="180619" y="0"/>
                    <a:pt x="202552" y="0"/>
                  </a:cubicBezTo>
                  <a:cubicBezTo>
                    <a:pt x="224484" y="0"/>
                    <a:pt x="242248" y="17764"/>
                    <a:pt x="242248" y="39697"/>
                  </a:cubicBezTo>
                  <a:lnTo>
                    <a:pt x="242248" y="202552"/>
                  </a:ln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B2396062-5853-D510-A1BC-A286880793ED}"/>
                </a:ext>
              </a:extLst>
            </p:cNvPr>
            <p:cNvSpPr/>
            <p:nvPr/>
          </p:nvSpPr>
          <p:spPr>
            <a:xfrm>
              <a:off x="1540011" y="3689147"/>
              <a:ext cx="242248" cy="242248"/>
            </a:xfrm>
            <a:custGeom>
              <a:avLst/>
              <a:gdLst>
                <a:gd name="connsiteX0" fmla="*/ 39697 w 242248"/>
                <a:gd name="connsiteY0" fmla="*/ 242248 h 242248"/>
                <a:gd name="connsiteX1" fmla="*/ 0 w 242248"/>
                <a:gd name="connsiteY1" fmla="*/ 202552 h 242248"/>
                <a:gd name="connsiteX2" fmla="*/ 0 w 242248"/>
                <a:gd name="connsiteY2" fmla="*/ 39697 h 242248"/>
                <a:gd name="connsiteX3" fmla="*/ 39697 w 242248"/>
                <a:gd name="connsiteY3" fmla="*/ 0 h 242248"/>
                <a:gd name="connsiteX4" fmla="*/ 202552 w 242248"/>
                <a:gd name="connsiteY4" fmla="*/ 0 h 242248"/>
                <a:gd name="connsiteX5" fmla="*/ 242248 w 242248"/>
                <a:gd name="connsiteY5" fmla="*/ 39697 h 242248"/>
                <a:gd name="connsiteX6" fmla="*/ 202552 w 242248"/>
                <a:gd name="connsiteY6" fmla="*/ 79393 h 242248"/>
                <a:gd name="connsiteX7" fmla="*/ 79393 w 242248"/>
                <a:gd name="connsiteY7" fmla="*/ 79393 h 242248"/>
                <a:gd name="connsiteX8" fmla="*/ 79393 w 242248"/>
                <a:gd name="connsiteY8" fmla="*/ 202552 h 242248"/>
                <a:gd name="connsiteX9" fmla="*/ 39697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39697" y="242248"/>
                  </a:move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8" y="17764"/>
                    <a:pt x="242248" y="39697"/>
                  </a:cubicBezTo>
                  <a:cubicBezTo>
                    <a:pt x="242248" y="61629"/>
                    <a:pt x="224484" y="79393"/>
                    <a:pt x="202552" y="79393"/>
                  </a:cubicBezTo>
                  <a:lnTo>
                    <a:pt x="79393" y="79393"/>
                  </a:lnTo>
                  <a:lnTo>
                    <a:pt x="79393" y="202552"/>
                  </a:lnTo>
                  <a:cubicBezTo>
                    <a:pt x="79393" y="224484"/>
                    <a:pt x="61629" y="242248"/>
                    <a:pt x="39697" y="24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7CCA9308-3165-54FE-19E1-89659E5027A4}"/>
              </a:ext>
            </a:extLst>
          </p:cNvPr>
          <p:cNvGrpSpPr/>
          <p:nvPr/>
        </p:nvGrpSpPr>
        <p:grpSpPr>
          <a:xfrm>
            <a:off x="2832411" y="3674707"/>
            <a:ext cx="810653" cy="797007"/>
            <a:chOff x="2832411" y="3674707"/>
            <a:chExt cx="810653" cy="797007"/>
          </a:xfrm>
        </p:grpSpPr>
        <p:grpSp>
          <p:nvGrpSpPr>
            <p:cNvPr id="198" name="Picture Placeholder 73">
              <a:extLst>
                <a:ext uri="{FF2B5EF4-FFF2-40B4-BE49-F238E27FC236}">
                  <a16:creationId xmlns:a16="http://schemas.microsoft.com/office/drawing/2014/main" id="{1DFF654A-8B23-8C66-A19A-EB8DA9DE2204}"/>
                </a:ext>
              </a:extLst>
            </p:cNvPr>
            <p:cNvGrpSpPr/>
            <p:nvPr/>
          </p:nvGrpSpPr>
          <p:grpSpPr>
            <a:xfrm>
              <a:off x="2879352" y="3711228"/>
              <a:ext cx="725802" cy="725950"/>
              <a:chOff x="2879352" y="3711228"/>
              <a:chExt cx="725802" cy="725950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38C31570-32A2-BFDE-EF4F-BB07F324141A}"/>
                  </a:ext>
                </a:extLst>
              </p:cNvPr>
              <p:cNvSpPr/>
              <p:nvPr/>
            </p:nvSpPr>
            <p:spPr>
              <a:xfrm>
                <a:off x="2995266" y="3711277"/>
                <a:ext cx="609888" cy="262146"/>
              </a:xfrm>
              <a:custGeom>
                <a:avLst/>
                <a:gdLst>
                  <a:gd name="connsiteX0" fmla="*/ 304969 w 609888"/>
                  <a:gd name="connsiteY0" fmla="*/ 262146 h 262146"/>
                  <a:gd name="connsiteX1" fmla="*/ 136110 w 609888"/>
                  <a:gd name="connsiteY1" fmla="*/ 192231 h 262146"/>
                  <a:gd name="connsiteX2" fmla="*/ 11611 w 609888"/>
                  <a:gd name="connsiteY2" fmla="*/ 67732 h 262146"/>
                  <a:gd name="connsiteX3" fmla="*/ 11611 w 609888"/>
                  <a:gd name="connsiteY3" fmla="*/ 11611 h 262146"/>
                  <a:gd name="connsiteX4" fmla="*/ 67732 w 609888"/>
                  <a:gd name="connsiteY4" fmla="*/ 11611 h 262146"/>
                  <a:gd name="connsiteX5" fmla="*/ 192231 w 609888"/>
                  <a:gd name="connsiteY5" fmla="*/ 136110 h 262146"/>
                  <a:gd name="connsiteX6" fmla="*/ 417658 w 609888"/>
                  <a:gd name="connsiteY6" fmla="*/ 136110 h 262146"/>
                  <a:gd name="connsiteX7" fmla="*/ 542156 w 609888"/>
                  <a:gd name="connsiteY7" fmla="*/ 11611 h 262146"/>
                  <a:gd name="connsiteX8" fmla="*/ 598277 w 609888"/>
                  <a:gd name="connsiteY8" fmla="*/ 11611 h 262146"/>
                  <a:gd name="connsiteX9" fmla="*/ 598277 w 609888"/>
                  <a:gd name="connsiteY9" fmla="*/ 67732 h 262146"/>
                  <a:gd name="connsiteX10" fmla="*/ 473779 w 609888"/>
                  <a:gd name="connsiteY10" fmla="*/ 192231 h 262146"/>
                  <a:gd name="connsiteX11" fmla="*/ 304919 w 609888"/>
                  <a:gd name="connsiteY11" fmla="*/ 262146 h 26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9888" h="262146">
                    <a:moveTo>
                      <a:pt x="304969" y="262146"/>
                    </a:moveTo>
                    <a:cubicBezTo>
                      <a:pt x="241206" y="262146"/>
                      <a:pt x="181215" y="237286"/>
                      <a:pt x="136110" y="192231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92231" y="136110"/>
                    </a:lnTo>
                    <a:cubicBezTo>
                      <a:pt x="254356" y="198284"/>
                      <a:pt x="355483" y="198284"/>
                      <a:pt x="417658" y="136110"/>
                    </a:cubicBezTo>
                    <a:lnTo>
                      <a:pt x="542156" y="11611"/>
                    </a:lnTo>
                    <a:cubicBezTo>
                      <a:pt x="557638" y="-3870"/>
                      <a:pt x="582796" y="-3870"/>
                      <a:pt x="598277" y="11611"/>
                    </a:cubicBezTo>
                    <a:cubicBezTo>
                      <a:pt x="613759" y="27093"/>
                      <a:pt x="613759" y="52251"/>
                      <a:pt x="598277" y="67732"/>
                    </a:cubicBezTo>
                    <a:lnTo>
                      <a:pt x="473779" y="192231"/>
                    </a:lnTo>
                    <a:cubicBezTo>
                      <a:pt x="428674" y="237336"/>
                      <a:pt x="368732" y="262146"/>
                      <a:pt x="304919" y="26214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0B6B33F-A1E1-BB09-2300-2540CC5B681A}"/>
                  </a:ext>
                </a:extLst>
              </p:cNvPr>
              <p:cNvSpPr/>
              <p:nvPr/>
            </p:nvSpPr>
            <p:spPr>
              <a:xfrm>
                <a:off x="3343008" y="3711228"/>
                <a:ext cx="262146" cy="609937"/>
              </a:xfrm>
              <a:custGeom>
                <a:avLst/>
                <a:gdLst>
                  <a:gd name="connsiteX0" fmla="*/ 222499 w 262146"/>
                  <a:gd name="connsiteY0" fmla="*/ 609937 h 609937"/>
                  <a:gd name="connsiteX1" fmla="*/ 194414 w 262146"/>
                  <a:gd name="connsiteY1" fmla="*/ 598326 h 609937"/>
                  <a:gd name="connsiteX2" fmla="*/ 69916 w 262146"/>
                  <a:gd name="connsiteY2" fmla="*/ 473828 h 609937"/>
                  <a:gd name="connsiteX3" fmla="*/ 0 w 262146"/>
                  <a:gd name="connsiteY3" fmla="*/ 304969 h 609937"/>
                  <a:gd name="connsiteX4" fmla="*/ 69916 w 262146"/>
                  <a:gd name="connsiteY4" fmla="*/ 136110 h 609937"/>
                  <a:gd name="connsiteX5" fmla="*/ 194414 w 262146"/>
                  <a:gd name="connsiteY5" fmla="*/ 11611 h 609937"/>
                  <a:gd name="connsiteX6" fmla="*/ 250535 w 262146"/>
                  <a:gd name="connsiteY6" fmla="*/ 11611 h 609937"/>
                  <a:gd name="connsiteX7" fmla="*/ 250535 w 262146"/>
                  <a:gd name="connsiteY7" fmla="*/ 67732 h 609937"/>
                  <a:gd name="connsiteX8" fmla="*/ 126037 w 262146"/>
                  <a:gd name="connsiteY8" fmla="*/ 192231 h 609937"/>
                  <a:gd name="connsiteX9" fmla="*/ 79344 w 262146"/>
                  <a:gd name="connsiteY9" fmla="*/ 304919 h 609937"/>
                  <a:gd name="connsiteX10" fmla="*/ 126037 w 262146"/>
                  <a:gd name="connsiteY10" fmla="*/ 417608 h 609937"/>
                  <a:gd name="connsiteX11" fmla="*/ 250535 w 262146"/>
                  <a:gd name="connsiteY11" fmla="*/ 542106 h 609937"/>
                  <a:gd name="connsiteX12" fmla="*/ 250535 w 262146"/>
                  <a:gd name="connsiteY12" fmla="*/ 598227 h 609937"/>
                  <a:gd name="connsiteX13" fmla="*/ 222450 w 262146"/>
                  <a:gd name="connsiteY13" fmla="*/ 609838 h 609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2146" h="609937">
                    <a:moveTo>
                      <a:pt x="222499" y="609937"/>
                    </a:moveTo>
                    <a:cubicBezTo>
                      <a:pt x="212327" y="609937"/>
                      <a:pt x="202205" y="606067"/>
                      <a:pt x="194414" y="598326"/>
                    </a:cubicBezTo>
                    <a:lnTo>
                      <a:pt x="69916" y="473828"/>
                    </a:lnTo>
                    <a:cubicBezTo>
                      <a:pt x="24810" y="428723"/>
                      <a:pt x="0" y="368781"/>
                      <a:pt x="0" y="304969"/>
                    </a:cubicBezTo>
                    <a:cubicBezTo>
                      <a:pt x="0" y="241157"/>
                      <a:pt x="24860" y="181215"/>
                      <a:pt x="69916" y="136110"/>
                    </a:cubicBezTo>
                    <a:lnTo>
                      <a:pt x="194414" y="11611"/>
                    </a:lnTo>
                    <a:cubicBezTo>
                      <a:pt x="209896" y="-3870"/>
                      <a:pt x="235053" y="-3870"/>
                      <a:pt x="250535" y="11611"/>
                    </a:cubicBezTo>
                    <a:cubicBezTo>
                      <a:pt x="266017" y="27093"/>
                      <a:pt x="266017" y="52251"/>
                      <a:pt x="250535" y="67732"/>
                    </a:cubicBezTo>
                    <a:lnTo>
                      <a:pt x="126037" y="192231"/>
                    </a:lnTo>
                    <a:cubicBezTo>
                      <a:pt x="95917" y="222350"/>
                      <a:pt x="79344" y="262345"/>
                      <a:pt x="79344" y="304919"/>
                    </a:cubicBezTo>
                    <a:cubicBezTo>
                      <a:pt x="79344" y="347494"/>
                      <a:pt x="95917" y="387538"/>
                      <a:pt x="126037" y="417608"/>
                    </a:cubicBezTo>
                    <a:lnTo>
                      <a:pt x="250535" y="542106"/>
                    </a:lnTo>
                    <a:cubicBezTo>
                      <a:pt x="266017" y="557588"/>
                      <a:pt x="266017" y="582745"/>
                      <a:pt x="250535" y="598227"/>
                    </a:cubicBezTo>
                    <a:cubicBezTo>
                      <a:pt x="242794" y="605968"/>
                      <a:pt x="232622" y="609838"/>
                      <a:pt x="222450" y="60983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B5A4390B-65DB-DA04-E04D-0F1B9830C29A}"/>
                  </a:ext>
                </a:extLst>
              </p:cNvPr>
              <p:cNvSpPr/>
              <p:nvPr/>
            </p:nvSpPr>
            <p:spPr>
              <a:xfrm>
                <a:off x="2879352" y="3827241"/>
                <a:ext cx="262146" cy="609937"/>
              </a:xfrm>
              <a:custGeom>
                <a:avLst/>
                <a:gdLst>
                  <a:gd name="connsiteX0" fmla="*/ 39697 w 262146"/>
                  <a:gd name="connsiteY0" fmla="*/ 609838 h 609937"/>
                  <a:gd name="connsiteX1" fmla="*/ 11611 w 262146"/>
                  <a:gd name="connsiteY1" fmla="*/ 598227 h 609937"/>
                  <a:gd name="connsiteX2" fmla="*/ 11611 w 262146"/>
                  <a:gd name="connsiteY2" fmla="*/ 542106 h 609937"/>
                  <a:gd name="connsiteX3" fmla="*/ 136110 w 262146"/>
                  <a:gd name="connsiteY3" fmla="*/ 417608 h 609937"/>
                  <a:gd name="connsiteX4" fmla="*/ 182803 w 262146"/>
                  <a:gd name="connsiteY4" fmla="*/ 304919 h 609937"/>
                  <a:gd name="connsiteX5" fmla="*/ 136110 w 262146"/>
                  <a:gd name="connsiteY5" fmla="*/ 192231 h 609937"/>
                  <a:gd name="connsiteX6" fmla="*/ 11611 w 262146"/>
                  <a:gd name="connsiteY6" fmla="*/ 67732 h 609937"/>
                  <a:gd name="connsiteX7" fmla="*/ 11611 w 262146"/>
                  <a:gd name="connsiteY7" fmla="*/ 11611 h 609937"/>
                  <a:gd name="connsiteX8" fmla="*/ 67732 w 262146"/>
                  <a:gd name="connsiteY8" fmla="*/ 11611 h 609937"/>
                  <a:gd name="connsiteX9" fmla="*/ 192231 w 262146"/>
                  <a:gd name="connsiteY9" fmla="*/ 136110 h 609937"/>
                  <a:gd name="connsiteX10" fmla="*/ 262146 w 262146"/>
                  <a:gd name="connsiteY10" fmla="*/ 304969 h 609937"/>
                  <a:gd name="connsiteX11" fmla="*/ 192231 w 262146"/>
                  <a:gd name="connsiteY11" fmla="*/ 473828 h 609937"/>
                  <a:gd name="connsiteX12" fmla="*/ 67732 w 262146"/>
                  <a:gd name="connsiteY12" fmla="*/ 598326 h 609937"/>
                  <a:gd name="connsiteX13" fmla="*/ 39647 w 262146"/>
                  <a:gd name="connsiteY13" fmla="*/ 609938 h 609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2146" h="609937">
                    <a:moveTo>
                      <a:pt x="39697" y="609838"/>
                    </a:moveTo>
                    <a:cubicBezTo>
                      <a:pt x="29524" y="609838"/>
                      <a:pt x="19402" y="605968"/>
                      <a:pt x="11611" y="598227"/>
                    </a:cubicBezTo>
                    <a:cubicBezTo>
                      <a:pt x="-3870" y="582745"/>
                      <a:pt x="-3870" y="557588"/>
                      <a:pt x="11611" y="542106"/>
                    </a:cubicBezTo>
                    <a:lnTo>
                      <a:pt x="136110" y="417608"/>
                    </a:lnTo>
                    <a:cubicBezTo>
                      <a:pt x="166229" y="387488"/>
                      <a:pt x="182803" y="347494"/>
                      <a:pt x="182803" y="304919"/>
                    </a:cubicBezTo>
                    <a:cubicBezTo>
                      <a:pt x="182803" y="262345"/>
                      <a:pt x="166229" y="222301"/>
                      <a:pt x="136110" y="192231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92231" y="136110"/>
                    </a:lnTo>
                    <a:cubicBezTo>
                      <a:pt x="237336" y="181215"/>
                      <a:pt x="262146" y="241157"/>
                      <a:pt x="262146" y="304969"/>
                    </a:cubicBezTo>
                    <a:cubicBezTo>
                      <a:pt x="262146" y="368781"/>
                      <a:pt x="237286" y="428723"/>
                      <a:pt x="192231" y="473828"/>
                    </a:cubicBezTo>
                    <a:lnTo>
                      <a:pt x="67732" y="598326"/>
                    </a:lnTo>
                    <a:cubicBezTo>
                      <a:pt x="59991" y="606067"/>
                      <a:pt x="49819" y="609938"/>
                      <a:pt x="39647" y="60993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FD13EF01-46D1-11D5-3534-BC773068ECF3}"/>
                  </a:ext>
                </a:extLst>
              </p:cNvPr>
              <p:cNvSpPr/>
              <p:nvPr/>
            </p:nvSpPr>
            <p:spPr>
              <a:xfrm>
                <a:off x="2879352" y="4174933"/>
                <a:ext cx="609938" cy="262146"/>
              </a:xfrm>
              <a:custGeom>
                <a:avLst/>
                <a:gdLst>
                  <a:gd name="connsiteX0" fmla="*/ 570242 w 609938"/>
                  <a:gd name="connsiteY0" fmla="*/ 262146 h 262146"/>
                  <a:gd name="connsiteX1" fmla="*/ 542156 w 609938"/>
                  <a:gd name="connsiteY1" fmla="*/ 250535 h 262146"/>
                  <a:gd name="connsiteX2" fmla="*/ 417658 w 609938"/>
                  <a:gd name="connsiteY2" fmla="*/ 126037 h 262146"/>
                  <a:gd name="connsiteX3" fmla="*/ 192231 w 609938"/>
                  <a:gd name="connsiteY3" fmla="*/ 126037 h 262146"/>
                  <a:gd name="connsiteX4" fmla="*/ 67732 w 609938"/>
                  <a:gd name="connsiteY4" fmla="*/ 250535 h 262146"/>
                  <a:gd name="connsiteX5" fmla="*/ 11611 w 609938"/>
                  <a:gd name="connsiteY5" fmla="*/ 250535 h 262146"/>
                  <a:gd name="connsiteX6" fmla="*/ 11611 w 609938"/>
                  <a:gd name="connsiteY6" fmla="*/ 194414 h 262146"/>
                  <a:gd name="connsiteX7" fmla="*/ 136110 w 609938"/>
                  <a:gd name="connsiteY7" fmla="*/ 69916 h 262146"/>
                  <a:gd name="connsiteX8" fmla="*/ 304969 w 609938"/>
                  <a:gd name="connsiteY8" fmla="*/ 0 h 262146"/>
                  <a:gd name="connsiteX9" fmla="*/ 473828 w 609938"/>
                  <a:gd name="connsiteY9" fmla="*/ 69916 h 262146"/>
                  <a:gd name="connsiteX10" fmla="*/ 598327 w 609938"/>
                  <a:gd name="connsiteY10" fmla="*/ 194414 h 262146"/>
                  <a:gd name="connsiteX11" fmla="*/ 598327 w 609938"/>
                  <a:gd name="connsiteY11" fmla="*/ 250535 h 262146"/>
                  <a:gd name="connsiteX12" fmla="*/ 570242 w 609938"/>
                  <a:gd name="connsiteY12" fmla="*/ 262146 h 26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9938" h="262146">
                    <a:moveTo>
                      <a:pt x="570242" y="262146"/>
                    </a:moveTo>
                    <a:cubicBezTo>
                      <a:pt x="560069" y="262146"/>
                      <a:pt x="549947" y="258276"/>
                      <a:pt x="542156" y="250535"/>
                    </a:cubicBezTo>
                    <a:lnTo>
                      <a:pt x="417658" y="126037"/>
                    </a:lnTo>
                    <a:cubicBezTo>
                      <a:pt x="355533" y="63862"/>
                      <a:pt x="254406" y="63862"/>
                      <a:pt x="192231" y="126037"/>
                    </a:cubicBezTo>
                    <a:lnTo>
                      <a:pt x="67732" y="250535"/>
                    </a:lnTo>
                    <a:cubicBezTo>
                      <a:pt x="52251" y="266017"/>
                      <a:pt x="27093" y="266017"/>
                      <a:pt x="11611" y="250535"/>
                    </a:cubicBezTo>
                    <a:cubicBezTo>
                      <a:pt x="-3870" y="235053"/>
                      <a:pt x="-3870" y="209896"/>
                      <a:pt x="11611" y="194414"/>
                    </a:cubicBezTo>
                    <a:lnTo>
                      <a:pt x="136110" y="69916"/>
                    </a:lnTo>
                    <a:cubicBezTo>
                      <a:pt x="181215" y="24810"/>
                      <a:pt x="241157" y="0"/>
                      <a:pt x="304969" y="0"/>
                    </a:cubicBezTo>
                    <a:cubicBezTo>
                      <a:pt x="368781" y="0"/>
                      <a:pt x="428723" y="24860"/>
                      <a:pt x="473828" y="69916"/>
                    </a:cubicBezTo>
                    <a:lnTo>
                      <a:pt x="598327" y="194414"/>
                    </a:lnTo>
                    <a:cubicBezTo>
                      <a:pt x="613809" y="209896"/>
                      <a:pt x="613809" y="235053"/>
                      <a:pt x="598327" y="250535"/>
                    </a:cubicBezTo>
                    <a:cubicBezTo>
                      <a:pt x="590586" y="258276"/>
                      <a:pt x="580414" y="262146"/>
                      <a:pt x="570242" y="262146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F4D8661E-B3B5-3DBE-1DAD-C0094E86AC2E}"/>
                </a:ext>
              </a:extLst>
            </p:cNvPr>
            <p:cNvSpPr/>
            <p:nvPr/>
          </p:nvSpPr>
          <p:spPr>
            <a:xfrm>
              <a:off x="2832411" y="4229466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0 w 242248"/>
                <a:gd name="connsiteY3" fmla="*/ 39697 h 242248"/>
                <a:gd name="connsiteX4" fmla="*/ 39697 w 242248"/>
                <a:gd name="connsiteY4" fmla="*/ 0 h 242248"/>
                <a:gd name="connsiteX5" fmla="*/ 79393 w 242248"/>
                <a:gd name="connsiteY5" fmla="*/ 39697 h 242248"/>
                <a:gd name="connsiteX6" fmla="*/ 79393 w 242248"/>
                <a:gd name="connsiteY6" fmla="*/ 162855 h 242248"/>
                <a:gd name="connsiteX7" fmla="*/ 202552 w 242248"/>
                <a:gd name="connsiteY7" fmla="*/ 162855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2855"/>
                  </a:lnTo>
                  <a:lnTo>
                    <a:pt x="202552" y="162855"/>
                  </a:lnTo>
                  <a:cubicBezTo>
                    <a:pt x="224484" y="162855"/>
                    <a:pt x="242248" y="180619"/>
                    <a:pt x="242248" y="202552"/>
                  </a:cubicBez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BD32FFE1-BC08-E49D-34C5-B4076234391A}"/>
                </a:ext>
              </a:extLst>
            </p:cNvPr>
            <p:cNvSpPr/>
            <p:nvPr/>
          </p:nvSpPr>
          <p:spPr>
            <a:xfrm>
              <a:off x="3400816" y="3674707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162855 w 242248"/>
                <a:gd name="connsiteY1" fmla="*/ 202552 h 242248"/>
                <a:gd name="connsiteX2" fmla="*/ 162855 w 242248"/>
                <a:gd name="connsiteY2" fmla="*/ 79393 h 242248"/>
                <a:gd name="connsiteX3" fmla="*/ 39697 w 242248"/>
                <a:gd name="connsiteY3" fmla="*/ 79393 h 242248"/>
                <a:gd name="connsiteX4" fmla="*/ 0 w 242248"/>
                <a:gd name="connsiteY4" fmla="*/ 39697 h 242248"/>
                <a:gd name="connsiteX5" fmla="*/ 39697 w 242248"/>
                <a:gd name="connsiteY5" fmla="*/ 0 h 242248"/>
                <a:gd name="connsiteX6" fmla="*/ 202552 w 242248"/>
                <a:gd name="connsiteY6" fmla="*/ 0 h 242248"/>
                <a:gd name="connsiteX7" fmla="*/ 242249 w 242248"/>
                <a:gd name="connsiteY7" fmla="*/ 39697 h 242248"/>
                <a:gd name="connsiteX8" fmla="*/ 242249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cubicBezTo>
                    <a:pt x="180620" y="242248"/>
                    <a:pt x="162855" y="224484"/>
                    <a:pt x="162855" y="202552"/>
                  </a:cubicBezTo>
                  <a:lnTo>
                    <a:pt x="162855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9" y="17764"/>
                    <a:pt x="242249" y="39697"/>
                  </a:cubicBezTo>
                  <a:lnTo>
                    <a:pt x="242249" y="202552"/>
                  </a:lnTo>
                  <a:cubicBezTo>
                    <a:pt x="242249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25851DF0-38B5-14CE-4963-5036238466CF}"/>
              </a:ext>
            </a:extLst>
          </p:cNvPr>
          <p:cNvGrpSpPr/>
          <p:nvPr/>
        </p:nvGrpSpPr>
        <p:grpSpPr>
          <a:xfrm>
            <a:off x="5494073" y="3693662"/>
            <a:ext cx="775375" cy="769617"/>
            <a:chOff x="5494073" y="3693662"/>
            <a:chExt cx="775375" cy="769617"/>
          </a:xfrm>
        </p:grpSpPr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F3F9ACD2-19C3-EAC5-8316-74A6D7D3129A}"/>
                </a:ext>
              </a:extLst>
            </p:cNvPr>
            <p:cNvSpPr/>
            <p:nvPr/>
          </p:nvSpPr>
          <p:spPr>
            <a:xfrm>
              <a:off x="5842017" y="3693674"/>
              <a:ext cx="427431" cy="769605"/>
            </a:xfrm>
            <a:custGeom>
              <a:avLst/>
              <a:gdLst>
                <a:gd name="connsiteX0" fmla="*/ 241849 w 427431"/>
                <a:gd name="connsiteY0" fmla="*/ 769556 h 769605"/>
                <a:gd name="connsiteX1" fmla="*/ 213416 w 427431"/>
                <a:gd name="connsiteY1" fmla="*/ 757547 h 769605"/>
                <a:gd name="connsiteX2" fmla="*/ 214160 w 427431"/>
                <a:gd name="connsiteY2" fmla="*/ 701426 h 769605"/>
                <a:gd name="connsiteX3" fmla="*/ 331166 w 427431"/>
                <a:gd name="connsiteY3" fmla="*/ 587448 h 769605"/>
                <a:gd name="connsiteX4" fmla="*/ 151390 w 427431"/>
                <a:gd name="connsiteY4" fmla="*/ 407672 h 769605"/>
                <a:gd name="connsiteX5" fmla="*/ 151390 w 427431"/>
                <a:gd name="connsiteY5" fmla="*/ 351551 h 769605"/>
                <a:gd name="connsiteX6" fmla="*/ 328735 w 427431"/>
                <a:gd name="connsiteY6" fmla="*/ 174207 h 769605"/>
                <a:gd name="connsiteX7" fmla="*/ 249986 w 427431"/>
                <a:gd name="connsiteY7" fmla="*/ 95459 h 769605"/>
                <a:gd name="connsiteX8" fmla="*/ 67382 w 427431"/>
                <a:gd name="connsiteY8" fmla="*/ 273249 h 769605"/>
                <a:gd name="connsiteX9" fmla="*/ 11261 w 427431"/>
                <a:gd name="connsiteY9" fmla="*/ 272505 h 769605"/>
                <a:gd name="connsiteX10" fmla="*/ 12005 w 427431"/>
                <a:gd name="connsiteY10" fmla="*/ 216384 h 769605"/>
                <a:gd name="connsiteX11" fmla="*/ 222695 w 427431"/>
                <a:gd name="connsiteY11" fmla="*/ 11252 h 769605"/>
                <a:gd name="connsiteX12" fmla="*/ 278469 w 427431"/>
                <a:gd name="connsiteY12" fmla="*/ 11600 h 769605"/>
                <a:gd name="connsiteX13" fmla="*/ 412991 w 427431"/>
                <a:gd name="connsiteY13" fmla="*/ 146121 h 769605"/>
                <a:gd name="connsiteX14" fmla="*/ 424602 w 427431"/>
                <a:gd name="connsiteY14" fmla="*/ 174207 h 769605"/>
                <a:gd name="connsiteX15" fmla="*/ 412991 w 427431"/>
                <a:gd name="connsiteY15" fmla="*/ 202292 h 769605"/>
                <a:gd name="connsiteX16" fmla="*/ 235646 w 427431"/>
                <a:gd name="connsiteY16" fmla="*/ 379636 h 769605"/>
                <a:gd name="connsiteX17" fmla="*/ 415819 w 427431"/>
                <a:gd name="connsiteY17" fmla="*/ 559759 h 769605"/>
                <a:gd name="connsiteX18" fmla="*/ 427430 w 427431"/>
                <a:gd name="connsiteY18" fmla="*/ 588093 h 769605"/>
                <a:gd name="connsiteX19" fmla="*/ 415422 w 427431"/>
                <a:gd name="connsiteY19" fmla="*/ 616277 h 769605"/>
                <a:gd name="connsiteX20" fmla="*/ 269587 w 427431"/>
                <a:gd name="connsiteY20" fmla="*/ 758341 h 769605"/>
                <a:gd name="connsiteX21" fmla="*/ 241898 w 427431"/>
                <a:gd name="connsiteY21" fmla="*/ 769605 h 76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7431" h="769605">
                  <a:moveTo>
                    <a:pt x="241849" y="769556"/>
                  </a:moveTo>
                  <a:cubicBezTo>
                    <a:pt x="231527" y="769556"/>
                    <a:pt x="221206" y="765536"/>
                    <a:pt x="213416" y="757547"/>
                  </a:cubicBezTo>
                  <a:cubicBezTo>
                    <a:pt x="198133" y="741867"/>
                    <a:pt x="198430" y="716710"/>
                    <a:pt x="214160" y="701426"/>
                  </a:cubicBezTo>
                  <a:lnTo>
                    <a:pt x="331166" y="587448"/>
                  </a:lnTo>
                  <a:lnTo>
                    <a:pt x="151390" y="407672"/>
                  </a:lnTo>
                  <a:cubicBezTo>
                    <a:pt x="135908" y="392190"/>
                    <a:pt x="135908" y="367033"/>
                    <a:pt x="151390" y="351551"/>
                  </a:cubicBezTo>
                  <a:lnTo>
                    <a:pt x="328735" y="174207"/>
                  </a:lnTo>
                  <a:lnTo>
                    <a:pt x="249986" y="95459"/>
                  </a:lnTo>
                  <a:lnTo>
                    <a:pt x="67382" y="273249"/>
                  </a:lnTo>
                  <a:cubicBezTo>
                    <a:pt x="51702" y="288533"/>
                    <a:pt x="26544" y="288185"/>
                    <a:pt x="11261" y="272505"/>
                  </a:cubicBezTo>
                  <a:cubicBezTo>
                    <a:pt x="-4022" y="256775"/>
                    <a:pt x="-3724" y="231667"/>
                    <a:pt x="12005" y="216384"/>
                  </a:cubicBezTo>
                  <a:lnTo>
                    <a:pt x="222695" y="11252"/>
                  </a:lnTo>
                  <a:cubicBezTo>
                    <a:pt x="238226" y="-3882"/>
                    <a:pt x="263086" y="-3733"/>
                    <a:pt x="278469" y="11600"/>
                  </a:cubicBezTo>
                  <a:lnTo>
                    <a:pt x="412991" y="146121"/>
                  </a:lnTo>
                  <a:cubicBezTo>
                    <a:pt x="420434" y="153564"/>
                    <a:pt x="424602" y="163687"/>
                    <a:pt x="424602" y="174207"/>
                  </a:cubicBezTo>
                  <a:cubicBezTo>
                    <a:pt x="424602" y="184726"/>
                    <a:pt x="420434" y="194849"/>
                    <a:pt x="412991" y="202292"/>
                  </a:cubicBezTo>
                  <a:lnTo>
                    <a:pt x="235646" y="379636"/>
                  </a:lnTo>
                  <a:lnTo>
                    <a:pt x="415819" y="559759"/>
                  </a:lnTo>
                  <a:cubicBezTo>
                    <a:pt x="423312" y="567252"/>
                    <a:pt x="427529" y="577474"/>
                    <a:pt x="427430" y="588093"/>
                  </a:cubicBezTo>
                  <a:cubicBezTo>
                    <a:pt x="427381" y="598712"/>
                    <a:pt x="423064" y="608834"/>
                    <a:pt x="415422" y="616277"/>
                  </a:cubicBezTo>
                  <a:lnTo>
                    <a:pt x="269587" y="758341"/>
                  </a:lnTo>
                  <a:cubicBezTo>
                    <a:pt x="261895" y="765834"/>
                    <a:pt x="251872" y="769605"/>
                    <a:pt x="241898" y="76960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29E62114-EEF3-2714-511C-5DCB0BBEC624}"/>
                </a:ext>
              </a:extLst>
            </p:cNvPr>
            <p:cNvSpPr/>
            <p:nvPr/>
          </p:nvSpPr>
          <p:spPr>
            <a:xfrm>
              <a:off x="5494073" y="3693662"/>
              <a:ext cx="427334" cy="769567"/>
            </a:xfrm>
            <a:custGeom>
              <a:avLst/>
              <a:gdLst>
                <a:gd name="connsiteX0" fmla="*/ 185532 w 427334"/>
                <a:gd name="connsiteY0" fmla="*/ 769567 h 769567"/>
                <a:gd name="connsiteX1" fmla="*/ 157844 w 427334"/>
                <a:gd name="connsiteY1" fmla="*/ 758303 h 769567"/>
                <a:gd name="connsiteX2" fmla="*/ 12009 w 427334"/>
                <a:gd name="connsiteY2" fmla="*/ 616239 h 769567"/>
                <a:gd name="connsiteX3" fmla="*/ 0 w 427334"/>
                <a:gd name="connsiteY3" fmla="*/ 588055 h 769567"/>
                <a:gd name="connsiteX4" fmla="*/ 11612 w 427334"/>
                <a:gd name="connsiteY4" fmla="*/ 559721 h 769567"/>
                <a:gd name="connsiteX5" fmla="*/ 191785 w 427334"/>
                <a:gd name="connsiteY5" fmla="*/ 379598 h 769567"/>
                <a:gd name="connsiteX6" fmla="*/ 14440 w 427334"/>
                <a:gd name="connsiteY6" fmla="*/ 202254 h 769567"/>
                <a:gd name="connsiteX7" fmla="*/ 14440 w 427334"/>
                <a:gd name="connsiteY7" fmla="*/ 146133 h 769567"/>
                <a:gd name="connsiteX8" fmla="*/ 148962 w 427334"/>
                <a:gd name="connsiteY8" fmla="*/ 11611 h 769567"/>
                <a:gd name="connsiteX9" fmla="*/ 205083 w 427334"/>
                <a:gd name="connsiteY9" fmla="*/ 11611 h 769567"/>
                <a:gd name="connsiteX10" fmla="*/ 415723 w 427334"/>
                <a:gd name="connsiteY10" fmla="*/ 222251 h 769567"/>
                <a:gd name="connsiteX11" fmla="*/ 415723 w 427334"/>
                <a:gd name="connsiteY11" fmla="*/ 278372 h 769567"/>
                <a:gd name="connsiteX12" fmla="*/ 359602 w 427334"/>
                <a:gd name="connsiteY12" fmla="*/ 278372 h 769567"/>
                <a:gd name="connsiteX13" fmla="*/ 176998 w 427334"/>
                <a:gd name="connsiteY13" fmla="*/ 95818 h 769567"/>
                <a:gd name="connsiteX14" fmla="*/ 98646 w 427334"/>
                <a:gd name="connsiteY14" fmla="*/ 174169 h 769567"/>
                <a:gd name="connsiteX15" fmla="*/ 275991 w 427334"/>
                <a:gd name="connsiteY15" fmla="*/ 351513 h 769567"/>
                <a:gd name="connsiteX16" fmla="*/ 275991 w 427334"/>
                <a:gd name="connsiteY16" fmla="*/ 407634 h 769567"/>
                <a:gd name="connsiteX17" fmla="*/ 96215 w 427334"/>
                <a:gd name="connsiteY17" fmla="*/ 587410 h 769567"/>
                <a:gd name="connsiteX18" fmla="*/ 185185 w 427334"/>
                <a:gd name="connsiteY18" fmla="*/ 674047 h 769567"/>
                <a:gd name="connsiteX19" fmla="*/ 359602 w 427334"/>
                <a:gd name="connsiteY19" fmla="*/ 499631 h 769567"/>
                <a:gd name="connsiteX20" fmla="*/ 415723 w 427334"/>
                <a:gd name="connsiteY20" fmla="*/ 499631 h 769567"/>
                <a:gd name="connsiteX21" fmla="*/ 415723 w 427334"/>
                <a:gd name="connsiteY21" fmla="*/ 555752 h 769567"/>
                <a:gd name="connsiteX22" fmla="*/ 213568 w 427334"/>
                <a:gd name="connsiteY22" fmla="*/ 757906 h 769567"/>
                <a:gd name="connsiteX23" fmla="*/ 185483 w 427334"/>
                <a:gd name="connsiteY23" fmla="*/ 769518 h 769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7334" h="769567">
                  <a:moveTo>
                    <a:pt x="185532" y="769567"/>
                  </a:moveTo>
                  <a:cubicBezTo>
                    <a:pt x="175559" y="769567"/>
                    <a:pt x="165535" y="765796"/>
                    <a:pt x="157844" y="758303"/>
                  </a:cubicBezTo>
                  <a:lnTo>
                    <a:pt x="12009" y="616239"/>
                  </a:lnTo>
                  <a:cubicBezTo>
                    <a:pt x="4417" y="608846"/>
                    <a:pt x="100" y="598674"/>
                    <a:pt x="0" y="588055"/>
                  </a:cubicBezTo>
                  <a:cubicBezTo>
                    <a:pt x="-49" y="577436"/>
                    <a:pt x="4119" y="567214"/>
                    <a:pt x="11612" y="559721"/>
                  </a:cubicBezTo>
                  <a:lnTo>
                    <a:pt x="191785" y="379598"/>
                  </a:lnTo>
                  <a:lnTo>
                    <a:pt x="14440" y="202254"/>
                  </a:lnTo>
                  <a:cubicBezTo>
                    <a:pt x="-1042" y="186772"/>
                    <a:pt x="-1042" y="161615"/>
                    <a:pt x="14440" y="146133"/>
                  </a:cubicBezTo>
                  <a:lnTo>
                    <a:pt x="148962" y="11611"/>
                  </a:lnTo>
                  <a:cubicBezTo>
                    <a:pt x="164444" y="-3870"/>
                    <a:pt x="189601" y="-3870"/>
                    <a:pt x="205083" y="11611"/>
                  </a:cubicBezTo>
                  <a:lnTo>
                    <a:pt x="415723" y="222251"/>
                  </a:lnTo>
                  <a:cubicBezTo>
                    <a:pt x="431205" y="237733"/>
                    <a:pt x="431205" y="262890"/>
                    <a:pt x="415723" y="278372"/>
                  </a:cubicBezTo>
                  <a:cubicBezTo>
                    <a:pt x="400241" y="293854"/>
                    <a:pt x="375084" y="293854"/>
                    <a:pt x="359602" y="278372"/>
                  </a:cubicBezTo>
                  <a:lnTo>
                    <a:pt x="176998" y="95818"/>
                  </a:lnTo>
                  <a:lnTo>
                    <a:pt x="98646" y="174169"/>
                  </a:lnTo>
                  <a:lnTo>
                    <a:pt x="275991" y="351513"/>
                  </a:lnTo>
                  <a:cubicBezTo>
                    <a:pt x="291473" y="366995"/>
                    <a:pt x="291473" y="392152"/>
                    <a:pt x="275991" y="407634"/>
                  </a:cubicBezTo>
                  <a:lnTo>
                    <a:pt x="96215" y="587410"/>
                  </a:lnTo>
                  <a:lnTo>
                    <a:pt x="185185" y="674047"/>
                  </a:lnTo>
                  <a:lnTo>
                    <a:pt x="359602" y="499631"/>
                  </a:lnTo>
                  <a:cubicBezTo>
                    <a:pt x="375133" y="484149"/>
                    <a:pt x="400241" y="484149"/>
                    <a:pt x="415723" y="499631"/>
                  </a:cubicBezTo>
                  <a:cubicBezTo>
                    <a:pt x="431205" y="515112"/>
                    <a:pt x="431205" y="540270"/>
                    <a:pt x="415723" y="555752"/>
                  </a:cubicBezTo>
                  <a:lnTo>
                    <a:pt x="213568" y="757906"/>
                  </a:lnTo>
                  <a:cubicBezTo>
                    <a:pt x="205827" y="765647"/>
                    <a:pt x="195655" y="769518"/>
                    <a:pt x="185483" y="76951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FC4999E7-8589-BA73-F8E7-C5EF40D70665}"/>
                </a:ext>
              </a:extLst>
            </p:cNvPr>
            <p:cNvSpPr/>
            <p:nvPr/>
          </p:nvSpPr>
          <p:spPr>
            <a:xfrm>
              <a:off x="5842311" y="4181384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2BAEE9F-D77E-62E7-85E3-477F6B7D67FA}"/>
                </a:ext>
              </a:extLst>
            </p:cNvPr>
            <p:cNvSpPr/>
            <p:nvPr/>
          </p:nvSpPr>
          <p:spPr>
            <a:xfrm>
              <a:off x="5909547" y="4250208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42F3D928-CC2F-1573-6C83-8D5892E8A28D}"/>
                </a:ext>
              </a:extLst>
            </p:cNvPr>
            <p:cNvSpPr/>
            <p:nvPr/>
          </p:nvSpPr>
          <p:spPr>
            <a:xfrm>
              <a:off x="5976188" y="4319875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C146CF9A-9CDF-C95F-61AC-C7D80DFED088}"/>
              </a:ext>
            </a:extLst>
          </p:cNvPr>
          <p:cNvGrpSpPr/>
          <p:nvPr/>
        </p:nvGrpSpPr>
        <p:grpSpPr>
          <a:xfrm>
            <a:off x="6777740" y="3657092"/>
            <a:ext cx="834124" cy="834123"/>
            <a:chOff x="6777740" y="3657092"/>
            <a:chExt cx="834124" cy="834123"/>
          </a:xfrm>
        </p:grpSpPr>
        <p:grpSp>
          <p:nvGrpSpPr>
            <p:cNvPr id="223" name="Picture Placeholder 79">
              <a:extLst>
                <a:ext uri="{FF2B5EF4-FFF2-40B4-BE49-F238E27FC236}">
                  <a16:creationId xmlns:a16="http://schemas.microsoft.com/office/drawing/2014/main" id="{40AC3028-3A0D-0E09-8B64-45179D0CE535}"/>
                </a:ext>
              </a:extLst>
            </p:cNvPr>
            <p:cNvGrpSpPr/>
            <p:nvPr/>
          </p:nvGrpSpPr>
          <p:grpSpPr>
            <a:xfrm>
              <a:off x="6955580" y="3861628"/>
              <a:ext cx="478443" cy="480129"/>
              <a:chOff x="6955580" y="3861628"/>
              <a:chExt cx="478443" cy="480129"/>
            </a:xfrm>
            <a:solidFill>
              <a:srgbClr val="EF463C"/>
            </a:solidFill>
          </p:grpSpPr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7E82F492-4351-CA48-1647-26D6D5108A13}"/>
                  </a:ext>
                </a:extLst>
              </p:cNvPr>
              <p:cNvSpPr/>
              <p:nvPr/>
            </p:nvSpPr>
            <p:spPr>
              <a:xfrm>
                <a:off x="6955580" y="3861678"/>
                <a:ext cx="478393" cy="376720"/>
              </a:xfrm>
              <a:custGeom>
                <a:avLst/>
                <a:gdLst>
                  <a:gd name="connsiteX0" fmla="*/ 438747 w 478393"/>
                  <a:gd name="connsiteY0" fmla="*/ 376720 h 376720"/>
                  <a:gd name="connsiteX1" fmla="*/ 399050 w 478393"/>
                  <a:gd name="connsiteY1" fmla="*/ 337024 h 376720"/>
                  <a:gd name="connsiteX2" fmla="*/ 399050 w 478393"/>
                  <a:gd name="connsiteY2" fmla="*/ 79393 h 376720"/>
                  <a:gd name="connsiteX3" fmla="*/ 39697 w 478393"/>
                  <a:gd name="connsiteY3" fmla="*/ 79393 h 376720"/>
                  <a:gd name="connsiteX4" fmla="*/ 0 w 478393"/>
                  <a:gd name="connsiteY4" fmla="*/ 39697 h 376720"/>
                  <a:gd name="connsiteX5" fmla="*/ 39697 w 478393"/>
                  <a:gd name="connsiteY5" fmla="*/ 0 h 376720"/>
                  <a:gd name="connsiteX6" fmla="*/ 438697 w 478393"/>
                  <a:gd name="connsiteY6" fmla="*/ 0 h 376720"/>
                  <a:gd name="connsiteX7" fmla="*/ 478394 w 478393"/>
                  <a:gd name="connsiteY7" fmla="*/ 39697 h 376720"/>
                  <a:gd name="connsiteX8" fmla="*/ 478394 w 478393"/>
                  <a:gd name="connsiteY8" fmla="*/ 337024 h 376720"/>
                  <a:gd name="connsiteX9" fmla="*/ 438697 w 478393"/>
                  <a:gd name="connsiteY9" fmla="*/ 376720 h 376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8393" h="376720">
                    <a:moveTo>
                      <a:pt x="438747" y="376720"/>
                    </a:moveTo>
                    <a:cubicBezTo>
                      <a:pt x="416814" y="376720"/>
                      <a:pt x="399050" y="358956"/>
                      <a:pt x="399050" y="337024"/>
                    </a:cubicBezTo>
                    <a:lnTo>
                      <a:pt x="399050" y="79393"/>
                    </a:ln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438697" y="0"/>
                    </a:lnTo>
                    <a:cubicBezTo>
                      <a:pt x="460629" y="0"/>
                      <a:pt x="478394" y="17764"/>
                      <a:pt x="478394" y="39697"/>
                    </a:cubicBezTo>
                    <a:lnTo>
                      <a:pt x="478394" y="337024"/>
                    </a:lnTo>
                    <a:cubicBezTo>
                      <a:pt x="478394" y="358956"/>
                      <a:pt x="460629" y="376720"/>
                      <a:pt x="438697" y="37672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156FB7E0-ECEC-BAEA-CA34-175D4639844D}"/>
                  </a:ext>
                </a:extLst>
              </p:cNvPr>
              <p:cNvSpPr/>
              <p:nvPr/>
            </p:nvSpPr>
            <p:spPr>
              <a:xfrm>
                <a:off x="6955580" y="3861628"/>
                <a:ext cx="478443" cy="480129"/>
              </a:xfrm>
              <a:custGeom>
                <a:avLst/>
                <a:gdLst>
                  <a:gd name="connsiteX0" fmla="*/ 138789 w 478443"/>
                  <a:gd name="connsiteY0" fmla="*/ 480130 h 480129"/>
                  <a:gd name="connsiteX1" fmla="*/ 121223 w 478443"/>
                  <a:gd name="connsiteY1" fmla="*/ 476011 h 480129"/>
                  <a:gd name="connsiteX2" fmla="*/ 99093 w 478443"/>
                  <a:gd name="connsiteY2" fmla="*/ 439391 h 480129"/>
                  <a:gd name="connsiteX3" fmla="*/ 100680 w 478443"/>
                  <a:gd name="connsiteY3" fmla="*/ 376720 h 480129"/>
                  <a:gd name="connsiteX4" fmla="*/ 39697 w 478443"/>
                  <a:gd name="connsiteY4" fmla="*/ 376720 h 480129"/>
                  <a:gd name="connsiteX5" fmla="*/ 0 w 478443"/>
                  <a:gd name="connsiteY5" fmla="*/ 337024 h 480129"/>
                  <a:gd name="connsiteX6" fmla="*/ 0 w 478443"/>
                  <a:gd name="connsiteY6" fmla="*/ 39697 h 480129"/>
                  <a:gd name="connsiteX7" fmla="*/ 39697 w 478443"/>
                  <a:gd name="connsiteY7" fmla="*/ 0 h 480129"/>
                  <a:gd name="connsiteX8" fmla="*/ 79393 w 478443"/>
                  <a:gd name="connsiteY8" fmla="*/ 39697 h 480129"/>
                  <a:gd name="connsiteX9" fmla="*/ 79393 w 478443"/>
                  <a:gd name="connsiteY9" fmla="*/ 297327 h 480129"/>
                  <a:gd name="connsiteX10" fmla="*/ 141419 w 478443"/>
                  <a:gd name="connsiteY10" fmla="*/ 297327 h 480129"/>
                  <a:gd name="connsiteX11" fmla="*/ 169852 w 478443"/>
                  <a:gd name="connsiteY11" fmla="*/ 309335 h 480129"/>
                  <a:gd name="connsiteX12" fmla="*/ 181116 w 478443"/>
                  <a:gd name="connsiteY12" fmla="*/ 338066 h 480129"/>
                  <a:gd name="connsiteX13" fmla="*/ 180669 w 478443"/>
                  <a:gd name="connsiteY13" fmla="*/ 355582 h 480129"/>
                  <a:gd name="connsiteX14" fmla="*/ 241851 w 478443"/>
                  <a:gd name="connsiteY14" fmla="*/ 306160 h 480129"/>
                  <a:gd name="connsiteX15" fmla="*/ 266811 w 478443"/>
                  <a:gd name="connsiteY15" fmla="*/ 297327 h 480129"/>
                  <a:gd name="connsiteX16" fmla="*/ 438747 w 478443"/>
                  <a:gd name="connsiteY16" fmla="*/ 297327 h 480129"/>
                  <a:gd name="connsiteX17" fmla="*/ 478443 w 478443"/>
                  <a:gd name="connsiteY17" fmla="*/ 337024 h 480129"/>
                  <a:gd name="connsiteX18" fmla="*/ 438747 w 478443"/>
                  <a:gd name="connsiteY18" fmla="*/ 376720 h 480129"/>
                  <a:gd name="connsiteX19" fmla="*/ 280853 w 478443"/>
                  <a:gd name="connsiteY19" fmla="*/ 376720 h 480129"/>
                  <a:gd name="connsiteX20" fmla="*/ 163798 w 478443"/>
                  <a:gd name="connsiteY20" fmla="*/ 471248 h 480129"/>
                  <a:gd name="connsiteX21" fmla="*/ 138839 w 478443"/>
                  <a:gd name="connsiteY21" fmla="*/ 480080 h 480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78443" h="480129">
                    <a:moveTo>
                      <a:pt x="138789" y="480130"/>
                    </a:moveTo>
                    <a:cubicBezTo>
                      <a:pt x="132785" y="480130"/>
                      <a:pt x="126781" y="478790"/>
                      <a:pt x="121223" y="476011"/>
                    </a:cubicBezTo>
                    <a:cubicBezTo>
                      <a:pt x="107330" y="469164"/>
                      <a:pt x="98696" y="454873"/>
                      <a:pt x="99093" y="439391"/>
                    </a:cubicBezTo>
                    <a:lnTo>
                      <a:pt x="100680" y="376720"/>
                    </a:lnTo>
                    <a:lnTo>
                      <a:pt x="39697" y="376720"/>
                    </a:lnTo>
                    <a:cubicBezTo>
                      <a:pt x="17764" y="376720"/>
                      <a:pt x="0" y="358956"/>
                      <a:pt x="0" y="337024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97327"/>
                    </a:lnTo>
                    <a:lnTo>
                      <a:pt x="141419" y="297327"/>
                    </a:lnTo>
                    <a:cubicBezTo>
                      <a:pt x="152137" y="297327"/>
                      <a:pt x="162359" y="301644"/>
                      <a:pt x="169852" y="309335"/>
                    </a:cubicBezTo>
                    <a:cubicBezTo>
                      <a:pt x="177345" y="317027"/>
                      <a:pt x="181364" y="327348"/>
                      <a:pt x="181116" y="338066"/>
                    </a:cubicBezTo>
                    <a:lnTo>
                      <a:pt x="180669" y="355582"/>
                    </a:lnTo>
                    <a:lnTo>
                      <a:pt x="241851" y="306160"/>
                    </a:lnTo>
                    <a:cubicBezTo>
                      <a:pt x="248898" y="300453"/>
                      <a:pt x="257730" y="297327"/>
                      <a:pt x="266811" y="297327"/>
                    </a:cubicBezTo>
                    <a:lnTo>
                      <a:pt x="438747" y="297327"/>
                    </a:lnTo>
                    <a:cubicBezTo>
                      <a:pt x="460679" y="297327"/>
                      <a:pt x="478443" y="315091"/>
                      <a:pt x="478443" y="337024"/>
                    </a:cubicBezTo>
                    <a:cubicBezTo>
                      <a:pt x="478443" y="358956"/>
                      <a:pt x="460679" y="376720"/>
                      <a:pt x="438747" y="376720"/>
                    </a:cubicBezTo>
                    <a:lnTo>
                      <a:pt x="280853" y="376720"/>
                    </a:lnTo>
                    <a:lnTo>
                      <a:pt x="163798" y="471248"/>
                    </a:lnTo>
                    <a:cubicBezTo>
                      <a:pt x="156603" y="477053"/>
                      <a:pt x="147771" y="480080"/>
                      <a:pt x="138839" y="48008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36E69B51-C94D-0361-09AC-160D5B7137AA}"/>
                </a:ext>
              </a:extLst>
            </p:cNvPr>
            <p:cNvSpPr/>
            <p:nvPr/>
          </p:nvSpPr>
          <p:spPr>
            <a:xfrm>
              <a:off x="6777740" y="3657092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7070" y="834124"/>
                    <a:pt x="0" y="647054"/>
                    <a:pt x="0" y="417062"/>
                  </a:cubicBezTo>
                  <a:cubicBezTo>
                    <a:pt x="0" y="187070"/>
                    <a:pt x="187070" y="0"/>
                    <a:pt x="417062" y="0"/>
                  </a:cubicBezTo>
                  <a:cubicBezTo>
                    <a:pt x="647055" y="0"/>
                    <a:pt x="834125" y="187070"/>
                    <a:pt x="834125" y="417062"/>
                  </a:cubicBezTo>
                  <a:cubicBezTo>
                    <a:pt x="834125" y="647054"/>
                    <a:pt x="647055" y="834124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885" y="79393"/>
                    <a:pt x="79393" y="230885"/>
                    <a:pt x="79393" y="417062"/>
                  </a:cubicBezTo>
                  <a:cubicBezTo>
                    <a:pt x="79393" y="603239"/>
                    <a:pt x="230885" y="754731"/>
                    <a:pt x="417062" y="754731"/>
                  </a:cubicBezTo>
                  <a:cubicBezTo>
                    <a:pt x="603239" y="754731"/>
                    <a:pt x="754732" y="603239"/>
                    <a:pt x="754732" y="417062"/>
                  </a:cubicBezTo>
                  <a:cubicBezTo>
                    <a:pt x="754732" y="230885"/>
                    <a:pt x="603239" y="79393"/>
                    <a:pt x="417062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A03E5BFC-8907-612A-0723-B06874AF3C46}"/>
                </a:ext>
              </a:extLst>
            </p:cNvPr>
            <p:cNvSpPr/>
            <p:nvPr/>
          </p:nvSpPr>
          <p:spPr>
            <a:xfrm>
              <a:off x="6882241" y="3773849"/>
              <a:ext cx="612915" cy="612914"/>
            </a:xfrm>
            <a:custGeom>
              <a:avLst/>
              <a:gdLst>
                <a:gd name="connsiteX0" fmla="*/ 573268 w 612915"/>
                <a:gd name="connsiteY0" fmla="*/ 612915 h 612914"/>
                <a:gd name="connsiteX1" fmla="*/ 545183 w 612915"/>
                <a:gd name="connsiteY1" fmla="*/ 601304 h 612914"/>
                <a:gd name="connsiteX2" fmla="*/ 11611 w 612915"/>
                <a:gd name="connsiteY2" fmla="*/ 67732 h 612914"/>
                <a:gd name="connsiteX3" fmla="*/ 11611 w 612915"/>
                <a:gd name="connsiteY3" fmla="*/ 11611 h 612914"/>
                <a:gd name="connsiteX4" fmla="*/ 67732 w 612915"/>
                <a:gd name="connsiteY4" fmla="*/ 11611 h 612914"/>
                <a:gd name="connsiteX5" fmla="*/ 601304 w 612915"/>
                <a:gd name="connsiteY5" fmla="*/ 545183 h 612914"/>
                <a:gd name="connsiteX6" fmla="*/ 601304 w 612915"/>
                <a:gd name="connsiteY6" fmla="*/ 601304 h 612914"/>
                <a:gd name="connsiteX7" fmla="*/ 573219 w 612915"/>
                <a:gd name="connsiteY7" fmla="*/ 612915 h 6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2915" h="612914">
                  <a:moveTo>
                    <a:pt x="573268" y="612915"/>
                  </a:moveTo>
                  <a:cubicBezTo>
                    <a:pt x="563096" y="612915"/>
                    <a:pt x="552974" y="609044"/>
                    <a:pt x="545183" y="601304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601304" y="545183"/>
                  </a:lnTo>
                  <a:cubicBezTo>
                    <a:pt x="616786" y="560664"/>
                    <a:pt x="616786" y="585822"/>
                    <a:pt x="601304" y="601304"/>
                  </a:cubicBezTo>
                  <a:cubicBezTo>
                    <a:pt x="593563" y="609044"/>
                    <a:pt x="583391" y="612915"/>
                    <a:pt x="573219" y="61291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0113C3E0-D930-4D81-C4EF-364D2F3E32EA}"/>
              </a:ext>
            </a:extLst>
          </p:cNvPr>
          <p:cNvGrpSpPr/>
          <p:nvPr/>
        </p:nvGrpSpPr>
        <p:grpSpPr>
          <a:xfrm>
            <a:off x="8160797" y="3660863"/>
            <a:ext cx="685014" cy="836505"/>
            <a:chOff x="8160797" y="3660863"/>
            <a:chExt cx="685014" cy="836505"/>
          </a:xfrm>
        </p:grpSpPr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A31F10AB-B083-FE04-16D9-FF6F0E4807E2}"/>
                </a:ext>
              </a:extLst>
            </p:cNvPr>
            <p:cNvSpPr/>
            <p:nvPr/>
          </p:nvSpPr>
          <p:spPr>
            <a:xfrm>
              <a:off x="8316407" y="3660863"/>
              <a:ext cx="373842" cy="373842"/>
            </a:xfrm>
            <a:custGeom>
              <a:avLst/>
              <a:gdLst>
                <a:gd name="connsiteX0" fmla="*/ 186921 w 373842"/>
                <a:gd name="connsiteY0" fmla="*/ 373842 h 373842"/>
                <a:gd name="connsiteX1" fmla="*/ 0 w 373842"/>
                <a:gd name="connsiteY1" fmla="*/ 186921 h 373842"/>
                <a:gd name="connsiteX2" fmla="*/ 186921 w 373842"/>
                <a:gd name="connsiteY2" fmla="*/ 0 h 373842"/>
                <a:gd name="connsiteX3" fmla="*/ 373843 w 373842"/>
                <a:gd name="connsiteY3" fmla="*/ 186921 h 373842"/>
                <a:gd name="connsiteX4" fmla="*/ 186921 w 373842"/>
                <a:gd name="connsiteY4" fmla="*/ 373842 h 373842"/>
                <a:gd name="connsiteX5" fmla="*/ 186921 w 373842"/>
                <a:gd name="connsiteY5" fmla="*/ 79393 h 373842"/>
                <a:gd name="connsiteX6" fmla="*/ 79393 w 373842"/>
                <a:gd name="connsiteY6" fmla="*/ 186921 h 373842"/>
                <a:gd name="connsiteX7" fmla="*/ 186921 w 373842"/>
                <a:gd name="connsiteY7" fmla="*/ 294449 h 373842"/>
                <a:gd name="connsiteX8" fmla="*/ 294450 w 373842"/>
                <a:gd name="connsiteY8" fmla="*/ 186921 h 373842"/>
                <a:gd name="connsiteX9" fmla="*/ 186921 w 373842"/>
                <a:gd name="connsiteY9" fmla="*/ 79393 h 3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842" h="373842">
                  <a:moveTo>
                    <a:pt x="186921" y="373842"/>
                  </a:moveTo>
                  <a:cubicBezTo>
                    <a:pt x="83859" y="373842"/>
                    <a:pt x="0" y="289983"/>
                    <a:pt x="0" y="186921"/>
                  </a:cubicBezTo>
                  <a:cubicBezTo>
                    <a:pt x="0" y="83859"/>
                    <a:pt x="83809" y="0"/>
                    <a:pt x="186921" y="0"/>
                  </a:cubicBezTo>
                  <a:cubicBezTo>
                    <a:pt x="290033" y="0"/>
                    <a:pt x="373843" y="83859"/>
                    <a:pt x="373843" y="186921"/>
                  </a:cubicBezTo>
                  <a:cubicBezTo>
                    <a:pt x="373843" y="289983"/>
                    <a:pt x="289984" y="373842"/>
                    <a:pt x="186921" y="373842"/>
                  </a:cubicBezTo>
                  <a:close/>
                  <a:moveTo>
                    <a:pt x="186921" y="79393"/>
                  </a:moveTo>
                  <a:cubicBezTo>
                    <a:pt x="127625" y="79393"/>
                    <a:pt x="79393" y="127624"/>
                    <a:pt x="79393" y="186921"/>
                  </a:cubicBezTo>
                  <a:cubicBezTo>
                    <a:pt x="79393" y="246218"/>
                    <a:pt x="127625" y="294449"/>
                    <a:pt x="186921" y="294449"/>
                  </a:cubicBezTo>
                  <a:cubicBezTo>
                    <a:pt x="246218" y="294449"/>
                    <a:pt x="294450" y="246218"/>
                    <a:pt x="294450" y="186921"/>
                  </a:cubicBezTo>
                  <a:cubicBezTo>
                    <a:pt x="294450" y="127624"/>
                    <a:pt x="246218" y="79393"/>
                    <a:pt x="18692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FEDD8C7E-ED4F-83A6-DBC9-DB18CE803CA9}"/>
                </a:ext>
              </a:extLst>
            </p:cNvPr>
            <p:cNvSpPr/>
            <p:nvPr/>
          </p:nvSpPr>
          <p:spPr>
            <a:xfrm>
              <a:off x="8728845" y="4217101"/>
              <a:ext cx="116966" cy="280267"/>
            </a:xfrm>
            <a:custGeom>
              <a:avLst/>
              <a:gdLst>
                <a:gd name="connsiteX0" fmla="*/ 77270 w 116966"/>
                <a:gd name="connsiteY0" fmla="*/ 280268 h 280267"/>
                <a:gd name="connsiteX1" fmla="*/ 37573 w 116966"/>
                <a:gd name="connsiteY1" fmla="*/ 240571 h 280267"/>
                <a:gd name="connsiteX2" fmla="*/ 4972 w 116966"/>
                <a:gd name="connsiteY2" fmla="*/ 58910 h 280267"/>
                <a:gd name="connsiteX3" fmla="*/ 20503 w 116966"/>
                <a:gd name="connsiteY3" fmla="*/ 4972 h 280267"/>
                <a:gd name="connsiteX4" fmla="*/ 74441 w 116966"/>
                <a:gd name="connsiteY4" fmla="*/ 20503 h 280267"/>
                <a:gd name="connsiteX5" fmla="*/ 116966 w 116966"/>
                <a:gd name="connsiteY5" fmla="*/ 240571 h 280267"/>
                <a:gd name="connsiteX6" fmla="*/ 77270 w 116966"/>
                <a:gd name="connsiteY6" fmla="*/ 280268 h 280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966" h="280267">
                  <a:moveTo>
                    <a:pt x="77270" y="280268"/>
                  </a:moveTo>
                  <a:cubicBezTo>
                    <a:pt x="55337" y="280268"/>
                    <a:pt x="37573" y="262504"/>
                    <a:pt x="37573" y="240571"/>
                  </a:cubicBezTo>
                  <a:cubicBezTo>
                    <a:pt x="37573" y="169465"/>
                    <a:pt x="23878" y="93049"/>
                    <a:pt x="4972" y="58910"/>
                  </a:cubicBezTo>
                  <a:cubicBezTo>
                    <a:pt x="-5647" y="39707"/>
                    <a:pt x="1300" y="15591"/>
                    <a:pt x="20503" y="4972"/>
                  </a:cubicBezTo>
                  <a:cubicBezTo>
                    <a:pt x="39707" y="-5647"/>
                    <a:pt x="63822" y="1300"/>
                    <a:pt x="74441" y="20503"/>
                  </a:cubicBezTo>
                  <a:cubicBezTo>
                    <a:pt x="105851" y="77220"/>
                    <a:pt x="116966" y="174526"/>
                    <a:pt x="116966" y="240571"/>
                  </a:cubicBezTo>
                  <a:cubicBezTo>
                    <a:pt x="116966" y="262504"/>
                    <a:pt x="99202" y="280268"/>
                    <a:pt x="77270" y="28026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60013E22-86D5-2C26-7306-95FC2DE1420B}"/>
                </a:ext>
              </a:extLst>
            </p:cNvPr>
            <p:cNvSpPr/>
            <p:nvPr/>
          </p:nvSpPr>
          <p:spPr>
            <a:xfrm>
              <a:off x="8179634" y="4053759"/>
              <a:ext cx="484609" cy="276784"/>
            </a:xfrm>
            <a:custGeom>
              <a:avLst/>
              <a:gdLst>
                <a:gd name="connsiteX0" fmla="*/ 39715 w 484609"/>
                <a:gd name="connsiteY0" fmla="*/ 276784 h 276784"/>
                <a:gd name="connsiteX1" fmla="*/ 25871 w 484609"/>
                <a:gd name="connsiteY1" fmla="*/ 274303 h 276784"/>
                <a:gd name="connsiteX2" fmla="*/ 2499 w 484609"/>
                <a:gd name="connsiteY2" fmla="*/ 223244 h 276784"/>
                <a:gd name="connsiteX3" fmla="*/ 323645 w 484609"/>
                <a:gd name="connsiteY3" fmla="*/ 0 h 276784"/>
                <a:gd name="connsiteX4" fmla="*/ 460846 w 484609"/>
                <a:gd name="connsiteY4" fmla="*/ 28631 h 276784"/>
                <a:gd name="connsiteX5" fmla="*/ 481240 w 484609"/>
                <a:gd name="connsiteY5" fmla="*/ 80931 h 276784"/>
                <a:gd name="connsiteX6" fmla="*/ 428940 w 484609"/>
                <a:gd name="connsiteY6" fmla="*/ 101325 h 276784"/>
                <a:gd name="connsiteX7" fmla="*/ 323595 w 484609"/>
                <a:gd name="connsiteY7" fmla="*/ 79343 h 276784"/>
                <a:gd name="connsiteX8" fmla="*/ 76881 w 484609"/>
                <a:gd name="connsiteY8" fmla="*/ 250882 h 276784"/>
                <a:gd name="connsiteX9" fmla="*/ 39665 w 484609"/>
                <a:gd name="connsiteY9" fmla="*/ 276784 h 27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4609" h="276784">
                  <a:moveTo>
                    <a:pt x="39715" y="276784"/>
                  </a:moveTo>
                  <a:cubicBezTo>
                    <a:pt x="35100" y="276784"/>
                    <a:pt x="30436" y="275990"/>
                    <a:pt x="25871" y="274303"/>
                  </a:cubicBezTo>
                  <a:cubicBezTo>
                    <a:pt x="5328" y="266662"/>
                    <a:pt x="-5142" y="243836"/>
                    <a:pt x="2499" y="223244"/>
                  </a:cubicBezTo>
                  <a:cubicBezTo>
                    <a:pt x="52120" y="89714"/>
                    <a:pt x="181184" y="0"/>
                    <a:pt x="323645" y="0"/>
                  </a:cubicBezTo>
                  <a:cubicBezTo>
                    <a:pt x="371330" y="0"/>
                    <a:pt x="417527" y="9626"/>
                    <a:pt x="460846" y="28631"/>
                  </a:cubicBezTo>
                  <a:cubicBezTo>
                    <a:pt x="480943" y="37414"/>
                    <a:pt x="490073" y="60835"/>
                    <a:pt x="481240" y="80931"/>
                  </a:cubicBezTo>
                  <a:cubicBezTo>
                    <a:pt x="472457" y="101028"/>
                    <a:pt x="449036" y="110158"/>
                    <a:pt x="428940" y="101325"/>
                  </a:cubicBezTo>
                  <a:cubicBezTo>
                    <a:pt x="395694" y="86737"/>
                    <a:pt x="360265" y="79343"/>
                    <a:pt x="323595" y="79343"/>
                  </a:cubicBezTo>
                  <a:cubicBezTo>
                    <a:pt x="214132" y="79343"/>
                    <a:pt x="114990" y="148267"/>
                    <a:pt x="76881" y="250882"/>
                  </a:cubicBezTo>
                  <a:cubicBezTo>
                    <a:pt x="70926" y="266860"/>
                    <a:pt x="55792" y="276784"/>
                    <a:pt x="39665" y="2767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AFAC5472-AF2B-455D-CCE1-4FD2C03C9554}"/>
                </a:ext>
              </a:extLst>
            </p:cNvPr>
            <p:cNvSpPr/>
            <p:nvPr/>
          </p:nvSpPr>
          <p:spPr>
            <a:xfrm>
              <a:off x="8568878" y="4034209"/>
              <a:ext cx="276883" cy="276883"/>
            </a:xfrm>
            <a:custGeom>
              <a:avLst/>
              <a:gdLst>
                <a:gd name="connsiteX0" fmla="*/ 138442 w 276883"/>
                <a:gd name="connsiteY0" fmla="*/ 276883 h 276883"/>
                <a:gd name="connsiteX1" fmla="*/ 0 w 276883"/>
                <a:gd name="connsiteY1" fmla="*/ 138442 h 276883"/>
                <a:gd name="connsiteX2" fmla="*/ 138442 w 276883"/>
                <a:gd name="connsiteY2" fmla="*/ 0 h 276883"/>
                <a:gd name="connsiteX3" fmla="*/ 276884 w 276883"/>
                <a:gd name="connsiteY3" fmla="*/ 138442 h 276883"/>
                <a:gd name="connsiteX4" fmla="*/ 138442 w 276883"/>
                <a:gd name="connsiteY4" fmla="*/ 276883 h 276883"/>
                <a:gd name="connsiteX5" fmla="*/ 138442 w 276883"/>
                <a:gd name="connsiteY5" fmla="*/ 79344 h 276883"/>
                <a:gd name="connsiteX6" fmla="*/ 79393 w 276883"/>
                <a:gd name="connsiteY6" fmla="*/ 138392 h 276883"/>
                <a:gd name="connsiteX7" fmla="*/ 138442 w 276883"/>
                <a:gd name="connsiteY7" fmla="*/ 197441 h 276883"/>
                <a:gd name="connsiteX8" fmla="*/ 197491 w 276883"/>
                <a:gd name="connsiteY8" fmla="*/ 138392 h 276883"/>
                <a:gd name="connsiteX9" fmla="*/ 138442 w 276883"/>
                <a:gd name="connsiteY9" fmla="*/ 79344 h 27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6883" h="276883">
                  <a:moveTo>
                    <a:pt x="138442" y="276883"/>
                  </a:moveTo>
                  <a:cubicBezTo>
                    <a:pt x="62076" y="276883"/>
                    <a:pt x="0" y="214758"/>
                    <a:pt x="0" y="138442"/>
                  </a:cubicBezTo>
                  <a:cubicBezTo>
                    <a:pt x="0" y="62125"/>
                    <a:pt x="62125" y="0"/>
                    <a:pt x="138442" y="0"/>
                  </a:cubicBezTo>
                  <a:cubicBezTo>
                    <a:pt x="214759" y="0"/>
                    <a:pt x="276884" y="62125"/>
                    <a:pt x="276884" y="138442"/>
                  </a:cubicBezTo>
                  <a:cubicBezTo>
                    <a:pt x="276884" y="214758"/>
                    <a:pt x="214759" y="276883"/>
                    <a:pt x="138442" y="276883"/>
                  </a:cubicBezTo>
                  <a:close/>
                  <a:moveTo>
                    <a:pt x="138442" y="79344"/>
                  </a:moveTo>
                  <a:cubicBezTo>
                    <a:pt x="105891" y="79344"/>
                    <a:pt x="79393" y="105841"/>
                    <a:pt x="79393" y="138392"/>
                  </a:cubicBezTo>
                  <a:cubicBezTo>
                    <a:pt x="79393" y="170943"/>
                    <a:pt x="105891" y="197441"/>
                    <a:pt x="138442" y="197441"/>
                  </a:cubicBezTo>
                  <a:cubicBezTo>
                    <a:pt x="170993" y="197441"/>
                    <a:pt x="197491" y="170943"/>
                    <a:pt x="197491" y="138392"/>
                  </a:cubicBezTo>
                  <a:cubicBezTo>
                    <a:pt x="197491" y="105841"/>
                    <a:pt x="170993" y="79344"/>
                    <a:pt x="138442" y="7934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E231DA84-CE62-8BC5-C848-2A15A73146EB}"/>
                </a:ext>
              </a:extLst>
            </p:cNvPr>
            <p:cNvSpPr/>
            <p:nvPr/>
          </p:nvSpPr>
          <p:spPr>
            <a:xfrm>
              <a:off x="8160797" y="4205102"/>
              <a:ext cx="494669" cy="292265"/>
            </a:xfrm>
            <a:custGeom>
              <a:avLst/>
              <a:gdLst>
                <a:gd name="connsiteX0" fmla="*/ 348536 w 494669"/>
                <a:gd name="connsiteY0" fmla="*/ 292266 h 292265"/>
                <a:gd name="connsiteX1" fmla="*/ 146133 w 494669"/>
                <a:gd name="connsiteY1" fmla="*/ 292266 h 292265"/>
                <a:gd name="connsiteX2" fmla="*/ 0 w 494669"/>
                <a:gd name="connsiteY2" fmla="*/ 146133 h 292265"/>
                <a:gd name="connsiteX3" fmla="*/ 146133 w 494669"/>
                <a:gd name="connsiteY3" fmla="*/ 0 h 292265"/>
                <a:gd name="connsiteX4" fmla="*/ 348536 w 494669"/>
                <a:gd name="connsiteY4" fmla="*/ 0 h 292265"/>
                <a:gd name="connsiteX5" fmla="*/ 494669 w 494669"/>
                <a:gd name="connsiteY5" fmla="*/ 146133 h 292265"/>
                <a:gd name="connsiteX6" fmla="*/ 348536 w 494669"/>
                <a:gd name="connsiteY6" fmla="*/ 292266 h 292265"/>
                <a:gd name="connsiteX7" fmla="*/ 146183 w 494669"/>
                <a:gd name="connsiteY7" fmla="*/ 79443 h 292265"/>
                <a:gd name="connsiteX8" fmla="*/ 79443 w 494669"/>
                <a:gd name="connsiteY8" fmla="*/ 146183 h 292265"/>
                <a:gd name="connsiteX9" fmla="*/ 146183 w 494669"/>
                <a:gd name="connsiteY9" fmla="*/ 212922 h 292265"/>
                <a:gd name="connsiteX10" fmla="*/ 348586 w 494669"/>
                <a:gd name="connsiteY10" fmla="*/ 212922 h 292265"/>
                <a:gd name="connsiteX11" fmla="*/ 415326 w 494669"/>
                <a:gd name="connsiteY11" fmla="*/ 146183 h 292265"/>
                <a:gd name="connsiteX12" fmla="*/ 348586 w 494669"/>
                <a:gd name="connsiteY12" fmla="*/ 79443 h 292265"/>
                <a:gd name="connsiteX13" fmla="*/ 146183 w 494669"/>
                <a:gd name="connsiteY13" fmla="*/ 79443 h 29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4669" h="292265">
                  <a:moveTo>
                    <a:pt x="348536" y="292266"/>
                  </a:moveTo>
                  <a:lnTo>
                    <a:pt x="146133" y="292266"/>
                  </a:lnTo>
                  <a:cubicBezTo>
                    <a:pt x="65549" y="292266"/>
                    <a:pt x="0" y="226717"/>
                    <a:pt x="0" y="146133"/>
                  </a:cubicBezTo>
                  <a:cubicBezTo>
                    <a:pt x="0" y="65549"/>
                    <a:pt x="65549" y="0"/>
                    <a:pt x="146133" y="0"/>
                  </a:cubicBezTo>
                  <a:lnTo>
                    <a:pt x="348536" y="0"/>
                  </a:lnTo>
                  <a:cubicBezTo>
                    <a:pt x="429120" y="0"/>
                    <a:pt x="494669" y="65549"/>
                    <a:pt x="494669" y="146133"/>
                  </a:cubicBezTo>
                  <a:cubicBezTo>
                    <a:pt x="494669" y="226717"/>
                    <a:pt x="429120" y="292266"/>
                    <a:pt x="348536" y="292266"/>
                  </a:cubicBezTo>
                  <a:close/>
                  <a:moveTo>
                    <a:pt x="146183" y="79443"/>
                  </a:moveTo>
                  <a:cubicBezTo>
                    <a:pt x="109414" y="79443"/>
                    <a:pt x="79443" y="109364"/>
                    <a:pt x="79443" y="146183"/>
                  </a:cubicBezTo>
                  <a:cubicBezTo>
                    <a:pt x="79443" y="183001"/>
                    <a:pt x="109364" y="212922"/>
                    <a:pt x="146183" y="212922"/>
                  </a:cubicBezTo>
                  <a:lnTo>
                    <a:pt x="348586" y="212922"/>
                  </a:lnTo>
                  <a:cubicBezTo>
                    <a:pt x="385404" y="212922"/>
                    <a:pt x="415326" y="183001"/>
                    <a:pt x="415326" y="146183"/>
                  </a:cubicBezTo>
                  <a:cubicBezTo>
                    <a:pt x="415326" y="109364"/>
                    <a:pt x="385404" y="79443"/>
                    <a:pt x="348586" y="79443"/>
                  </a:cubicBezTo>
                  <a:lnTo>
                    <a:pt x="146183" y="79443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F3E34AD3-0B23-4A72-35FB-0D7E7B309318}"/>
              </a:ext>
            </a:extLst>
          </p:cNvPr>
          <p:cNvGrpSpPr/>
          <p:nvPr/>
        </p:nvGrpSpPr>
        <p:grpSpPr>
          <a:xfrm>
            <a:off x="9565587" y="3663034"/>
            <a:ext cx="553717" cy="827635"/>
            <a:chOff x="9565587" y="3663034"/>
            <a:chExt cx="553717" cy="827635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3F8D5554-BF01-7889-50B8-6E1D62974D5E}"/>
                </a:ext>
              </a:extLst>
            </p:cNvPr>
            <p:cNvSpPr/>
            <p:nvPr/>
          </p:nvSpPr>
          <p:spPr>
            <a:xfrm>
              <a:off x="9565587" y="3896313"/>
              <a:ext cx="427532" cy="594356"/>
            </a:xfrm>
            <a:custGeom>
              <a:avLst/>
              <a:gdLst>
                <a:gd name="connsiteX0" fmla="*/ 295343 w 427532"/>
                <a:gd name="connsiteY0" fmla="*/ 594357 h 594356"/>
                <a:gd name="connsiteX1" fmla="*/ 132190 w 427532"/>
                <a:gd name="connsiteY1" fmla="*/ 594357 h 594356"/>
                <a:gd name="connsiteX2" fmla="*/ 0 w 427532"/>
                <a:gd name="connsiteY2" fmla="*/ 462167 h 594356"/>
                <a:gd name="connsiteX3" fmla="*/ 0 w 427532"/>
                <a:gd name="connsiteY3" fmla="*/ 132190 h 594356"/>
                <a:gd name="connsiteX4" fmla="*/ 132190 w 427532"/>
                <a:gd name="connsiteY4" fmla="*/ 0 h 594356"/>
                <a:gd name="connsiteX5" fmla="*/ 295343 w 427532"/>
                <a:gd name="connsiteY5" fmla="*/ 0 h 594356"/>
                <a:gd name="connsiteX6" fmla="*/ 427532 w 427532"/>
                <a:gd name="connsiteY6" fmla="*/ 132190 h 594356"/>
                <a:gd name="connsiteX7" fmla="*/ 427532 w 427532"/>
                <a:gd name="connsiteY7" fmla="*/ 462167 h 594356"/>
                <a:gd name="connsiteX8" fmla="*/ 295343 w 427532"/>
                <a:gd name="connsiteY8" fmla="*/ 594357 h 594356"/>
                <a:gd name="connsiteX9" fmla="*/ 132140 w 427532"/>
                <a:gd name="connsiteY9" fmla="*/ 79443 h 594356"/>
                <a:gd name="connsiteX10" fmla="*/ 79344 w 427532"/>
                <a:gd name="connsiteY10" fmla="*/ 132239 h 594356"/>
                <a:gd name="connsiteX11" fmla="*/ 79344 w 427532"/>
                <a:gd name="connsiteY11" fmla="*/ 462217 h 594356"/>
                <a:gd name="connsiteX12" fmla="*/ 132140 w 427532"/>
                <a:gd name="connsiteY12" fmla="*/ 515013 h 594356"/>
                <a:gd name="connsiteX13" fmla="*/ 295293 w 427532"/>
                <a:gd name="connsiteY13" fmla="*/ 515013 h 594356"/>
                <a:gd name="connsiteX14" fmla="*/ 348090 w 427532"/>
                <a:gd name="connsiteY14" fmla="*/ 462217 h 594356"/>
                <a:gd name="connsiteX15" fmla="*/ 348090 w 427532"/>
                <a:gd name="connsiteY15" fmla="*/ 132239 h 594356"/>
                <a:gd name="connsiteX16" fmla="*/ 295293 w 427532"/>
                <a:gd name="connsiteY16" fmla="*/ 79443 h 594356"/>
                <a:gd name="connsiteX17" fmla="*/ 132140 w 427532"/>
                <a:gd name="connsiteY17" fmla="*/ 79443 h 59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7532" h="594356">
                  <a:moveTo>
                    <a:pt x="295343" y="594357"/>
                  </a:moveTo>
                  <a:lnTo>
                    <a:pt x="132190" y="594357"/>
                  </a:lnTo>
                  <a:cubicBezTo>
                    <a:pt x="59297" y="594357"/>
                    <a:pt x="0" y="535060"/>
                    <a:pt x="0" y="462167"/>
                  </a:cubicBezTo>
                  <a:lnTo>
                    <a:pt x="0" y="132190"/>
                  </a:lnTo>
                  <a:cubicBezTo>
                    <a:pt x="0" y="59297"/>
                    <a:pt x="59297" y="0"/>
                    <a:pt x="132190" y="0"/>
                  </a:cubicBezTo>
                  <a:lnTo>
                    <a:pt x="295343" y="0"/>
                  </a:lnTo>
                  <a:cubicBezTo>
                    <a:pt x="368236" y="0"/>
                    <a:pt x="427532" y="59297"/>
                    <a:pt x="427532" y="132190"/>
                  </a:cubicBezTo>
                  <a:lnTo>
                    <a:pt x="427532" y="462167"/>
                  </a:lnTo>
                  <a:cubicBezTo>
                    <a:pt x="427532" y="535060"/>
                    <a:pt x="368236" y="594357"/>
                    <a:pt x="295343" y="594357"/>
                  </a:cubicBezTo>
                  <a:close/>
                  <a:moveTo>
                    <a:pt x="132140" y="79443"/>
                  </a:moveTo>
                  <a:cubicBezTo>
                    <a:pt x="103062" y="79443"/>
                    <a:pt x="79344" y="103112"/>
                    <a:pt x="79344" y="132239"/>
                  </a:cubicBezTo>
                  <a:lnTo>
                    <a:pt x="79344" y="462217"/>
                  </a:lnTo>
                  <a:cubicBezTo>
                    <a:pt x="79344" y="491294"/>
                    <a:pt x="103013" y="515013"/>
                    <a:pt x="132140" y="515013"/>
                  </a:cubicBezTo>
                  <a:lnTo>
                    <a:pt x="295293" y="515013"/>
                  </a:lnTo>
                  <a:cubicBezTo>
                    <a:pt x="324420" y="515013"/>
                    <a:pt x="348090" y="491344"/>
                    <a:pt x="348090" y="462217"/>
                  </a:cubicBezTo>
                  <a:lnTo>
                    <a:pt x="348090" y="132239"/>
                  </a:lnTo>
                  <a:cubicBezTo>
                    <a:pt x="348090" y="103112"/>
                    <a:pt x="324420" y="79443"/>
                    <a:pt x="295293" y="79443"/>
                  </a:cubicBezTo>
                  <a:lnTo>
                    <a:pt x="132140" y="7944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B676D823-3C0C-2BAA-95D3-9EFCDF40A8C5}"/>
                </a:ext>
              </a:extLst>
            </p:cNvPr>
            <p:cNvSpPr/>
            <p:nvPr/>
          </p:nvSpPr>
          <p:spPr>
            <a:xfrm>
              <a:off x="9843909" y="3663034"/>
              <a:ext cx="275395" cy="305725"/>
            </a:xfrm>
            <a:custGeom>
              <a:avLst/>
              <a:gdLst>
                <a:gd name="connsiteX0" fmla="*/ 235699 w 275395"/>
                <a:gd name="connsiteY0" fmla="*/ 305676 h 305725"/>
                <a:gd name="connsiteX1" fmla="*/ 215850 w 275395"/>
                <a:gd name="connsiteY1" fmla="*/ 300366 h 305725"/>
                <a:gd name="connsiteX2" fmla="*/ 19848 w 275395"/>
                <a:gd name="connsiteY2" fmla="*/ 187231 h 305725"/>
                <a:gd name="connsiteX3" fmla="*/ 0 w 275395"/>
                <a:gd name="connsiteY3" fmla="*/ 152844 h 305725"/>
                <a:gd name="connsiteX4" fmla="*/ 19848 w 275395"/>
                <a:gd name="connsiteY4" fmla="*/ 118457 h 305725"/>
                <a:gd name="connsiteX5" fmla="*/ 215850 w 275395"/>
                <a:gd name="connsiteY5" fmla="*/ 5322 h 305725"/>
                <a:gd name="connsiteX6" fmla="*/ 255547 w 275395"/>
                <a:gd name="connsiteY6" fmla="*/ 5322 h 305725"/>
                <a:gd name="connsiteX7" fmla="*/ 275395 w 275395"/>
                <a:gd name="connsiteY7" fmla="*/ 39709 h 305725"/>
                <a:gd name="connsiteX8" fmla="*/ 275395 w 275395"/>
                <a:gd name="connsiteY8" fmla="*/ 266029 h 305725"/>
                <a:gd name="connsiteX9" fmla="*/ 255547 w 275395"/>
                <a:gd name="connsiteY9" fmla="*/ 300416 h 305725"/>
                <a:gd name="connsiteX10" fmla="*/ 235699 w 275395"/>
                <a:gd name="connsiteY10" fmla="*/ 305725 h 305725"/>
                <a:gd name="connsiteX11" fmla="*/ 119090 w 275395"/>
                <a:gd name="connsiteY11" fmla="*/ 152844 h 305725"/>
                <a:gd name="connsiteX12" fmla="*/ 196002 w 275395"/>
                <a:gd name="connsiteY12" fmla="*/ 197255 h 305725"/>
                <a:gd name="connsiteX13" fmla="*/ 196002 w 275395"/>
                <a:gd name="connsiteY13" fmla="*/ 108483 h 305725"/>
                <a:gd name="connsiteX14" fmla="*/ 119090 w 275395"/>
                <a:gd name="connsiteY14" fmla="*/ 152894 h 30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5395" h="305725">
                  <a:moveTo>
                    <a:pt x="235699" y="305676"/>
                  </a:moveTo>
                  <a:cubicBezTo>
                    <a:pt x="228851" y="305676"/>
                    <a:pt x="222003" y="303889"/>
                    <a:pt x="215850" y="300366"/>
                  </a:cubicBezTo>
                  <a:lnTo>
                    <a:pt x="19848" y="187231"/>
                  </a:lnTo>
                  <a:cubicBezTo>
                    <a:pt x="7542" y="180136"/>
                    <a:pt x="0" y="167036"/>
                    <a:pt x="0" y="152844"/>
                  </a:cubicBezTo>
                  <a:cubicBezTo>
                    <a:pt x="0" y="138653"/>
                    <a:pt x="7542" y="125553"/>
                    <a:pt x="19848" y="118457"/>
                  </a:cubicBezTo>
                  <a:lnTo>
                    <a:pt x="215850" y="5322"/>
                  </a:lnTo>
                  <a:cubicBezTo>
                    <a:pt x="228107" y="-1774"/>
                    <a:pt x="243291" y="-1774"/>
                    <a:pt x="255547" y="5322"/>
                  </a:cubicBezTo>
                  <a:cubicBezTo>
                    <a:pt x="267853" y="12418"/>
                    <a:pt x="275395" y="25517"/>
                    <a:pt x="275395" y="39709"/>
                  </a:cubicBezTo>
                  <a:lnTo>
                    <a:pt x="275395" y="266029"/>
                  </a:lnTo>
                  <a:cubicBezTo>
                    <a:pt x="275395" y="280220"/>
                    <a:pt x="267853" y="293320"/>
                    <a:pt x="255547" y="300416"/>
                  </a:cubicBezTo>
                  <a:cubicBezTo>
                    <a:pt x="249394" y="303939"/>
                    <a:pt x="242546" y="305725"/>
                    <a:pt x="235699" y="305725"/>
                  </a:cubicBezTo>
                  <a:close/>
                  <a:moveTo>
                    <a:pt x="119090" y="152844"/>
                  </a:moveTo>
                  <a:lnTo>
                    <a:pt x="196002" y="197255"/>
                  </a:lnTo>
                  <a:lnTo>
                    <a:pt x="196002" y="108483"/>
                  </a:lnTo>
                  <a:lnTo>
                    <a:pt x="119090" y="152894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59E74DB7-E537-D486-9756-F5B7977EC76B}"/>
                </a:ext>
              </a:extLst>
            </p:cNvPr>
            <p:cNvSpPr/>
            <p:nvPr/>
          </p:nvSpPr>
          <p:spPr>
            <a:xfrm>
              <a:off x="9643838" y="3776181"/>
              <a:ext cx="283384" cy="79393"/>
            </a:xfrm>
            <a:custGeom>
              <a:avLst/>
              <a:gdLst>
                <a:gd name="connsiteX0" fmla="*/ 243687 w 283384"/>
                <a:gd name="connsiteY0" fmla="*/ 79393 h 79393"/>
                <a:gd name="connsiteX1" fmla="*/ 39697 w 283384"/>
                <a:gd name="connsiteY1" fmla="*/ 79393 h 79393"/>
                <a:gd name="connsiteX2" fmla="*/ 0 w 283384"/>
                <a:gd name="connsiteY2" fmla="*/ 39697 h 79393"/>
                <a:gd name="connsiteX3" fmla="*/ 39697 w 283384"/>
                <a:gd name="connsiteY3" fmla="*/ 0 h 79393"/>
                <a:gd name="connsiteX4" fmla="*/ 243687 w 283384"/>
                <a:gd name="connsiteY4" fmla="*/ 0 h 79393"/>
                <a:gd name="connsiteX5" fmla="*/ 283384 w 283384"/>
                <a:gd name="connsiteY5" fmla="*/ 39697 h 79393"/>
                <a:gd name="connsiteX6" fmla="*/ 243687 w 28338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84" h="79393">
                  <a:moveTo>
                    <a:pt x="24368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43687" y="0"/>
                  </a:lnTo>
                  <a:cubicBezTo>
                    <a:pt x="265620" y="0"/>
                    <a:pt x="283384" y="17764"/>
                    <a:pt x="283384" y="39697"/>
                  </a:cubicBezTo>
                  <a:cubicBezTo>
                    <a:pt x="283384" y="61629"/>
                    <a:pt x="265620" y="79393"/>
                    <a:pt x="243687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6BA9CA16-8212-95E4-3B49-B4A08AD1A040}"/>
                </a:ext>
              </a:extLst>
            </p:cNvPr>
            <p:cNvSpPr/>
            <p:nvPr/>
          </p:nvSpPr>
          <p:spPr>
            <a:xfrm>
              <a:off x="9704673" y="4010441"/>
              <a:ext cx="79393" cy="367887"/>
            </a:xfrm>
            <a:custGeom>
              <a:avLst/>
              <a:gdLst>
                <a:gd name="connsiteX0" fmla="*/ 39697 w 79393"/>
                <a:gd name="connsiteY0" fmla="*/ 367888 h 367887"/>
                <a:gd name="connsiteX1" fmla="*/ 0 w 79393"/>
                <a:gd name="connsiteY1" fmla="*/ 328191 h 367887"/>
                <a:gd name="connsiteX2" fmla="*/ 0 w 79393"/>
                <a:gd name="connsiteY2" fmla="*/ 39697 h 367887"/>
                <a:gd name="connsiteX3" fmla="*/ 39697 w 79393"/>
                <a:gd name="connsiteY3" fmla="*/ 0 h 367887"/>
                <a:gd name="connsiteX4" fmla="*/ 79393 w 79393"/>
                <a:gd name="connsiteY4" fmla="*/ 39697 h 367887"/>
                <a:gd name="connsiteX5" fmla="*/ 79393 w 79393"/>
                <a:gd name="connsiteY5" fmla="*/ 328191 h 367887"/>
                <a:gd name="connsiteX6" fmla="*/ 39697 w 79393"/>
                <a:gd name="connsiteY6" fmla="*/ 367888 h 3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887">
                  <a:moveTo>
                    <a:pt x="39697" y="367888"/>
                  </a:moveTo>
                  <a:cubicBezTo>
                    <a:pt x="17764" y="367888"/>
                    <a:pt x="0" y="350124"/>
                    <a:pt x="0" y="328191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28191"/>
                  </a:lnTo>
                  <a:cubicBezTo>
                    <a:pt x="79393" y="350124"/>
                    <a:pt x="61629" y="367888"/>
                    <a:pt x="39697" y="36788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2E3EFC56-511C-252A-0FEE-267443BC2995}"/>
                </a:ext>
              </a:extLst>
            </p:cNvPr>
            <p:cNvSpPr/>
            <p:nvPr/>
          </p:nvSpPr>
          <p:spPr>
            <a:xfrm>
              <a:off x="9704624" y="4078818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7ADBF1-2848-3330-F4B7-B3AFDA07BD91}"/>
                </a:ext>
              </a:extLst>
            </p:cNvPr>
            <p:cNvSpPr/>
            <p:nvPr/>
          </p:nvSpPr>
          <p:spPr>
            <a:xfrm>
              <a:off x="9704624" y="4185899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753DBA1A-8994-28ED-DF06-48B7D2F14644}"/>
                </a:ext>
              </a:extLst>
            </p:cNvPr>
            <p:cNvSpPr/>
            <p:nvPr/>
          </p:nvSpPr>
          <p:spPr>
            <a:xfrm>
              <a:off x="9704624" y="4298935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07EB6F0-7871-9C00-37D2-7387F139B618}"/>
              </a:ext>
            </a:extLst>
          </p:cNvPr>
          <p:cNvGrpSpPr/>
          <p:nvPr/>
        </p:nvGrpSpPr>
        <p:grpSpPr>
          <a:xfrm>
            <a:off x="1634714" y="4791259"/>
            <a:ext cx="610434" cy="809710"/>
            <a:chOff x="1634714" y="4791259"/>
            <a:chExt cx="610434" cy="809710"/>
          </a:xfrm>
        </p:grpSpPr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C07F7F69-0D45-E3DF-072E-F9F0904C8FEE}"/>
                </a:ext>
              </a:extLst>
            </p:cNvPr>
            <p:cNvSpPr/>
            <p:nvPr/>
          </p:nvSpPr>
          <p:spPr>
            <a:xfrm>
              <a:off x="1896662" y="4966817"/>
              <a:ext cx="270056" cy="525433"/>
            </a:xfrm>
            <a:custGeom>
              <a:avLst/>
              <a:gdLst>
                <a:gd name="connsiteX0" fmla="*/ 43319 w 270056"/>
                <a:gd name="connsiteY0" fmla="*/ 525384 h 525433"/>
                <a:gd name="connsiteX1" fmla="*/ 18360 w 270056"/>
                <a:gd name="connsiteY1" fmla="*/ 516551 h 525433"/>
                <a:gd name="connsiteX2" fmla="*/ 12504 w 270056"/>
                <a:gd name="connsiteY2" fmla="*/ 460728 h 525433"/>
                <a:gd name="connsiteX3" fmla="*/ 187815 w 270056"/>
                <a:gd name="connsiteY3" fmla="*/ 215255 h 525433"/>
                <a:gd name="connsiteX4" fmla="*/ 171390 w 270056"/>
                <a:gd name="connsiteY4" fmla="*/ 142808 h 525433"/>
                <a:gd name="connsiteX5" fmla="*/ 39697 w 270056"/>
                <a:gd name="connsiteY5" fmla="*/ 79393 h 525433"/>
                <a:gd name="connsiteX6" fmla="*/ 0 w 270056"/>
                <a:gd name="connsiteY6" fmla="*/ 39697 h 525433"/>
                <a:gd name="connsiteX7" fmla="*/ 39697 w 270056"/>
                <a:gd name="connsiteY7" fmla="*/ 0 h 525433"/>
                <a:gd name="connsiteX8" fmla="*/ 234706 w 270056"/>
                <a:gd name="connsiteY8" fmla="*/ 94875 h 525433"/>
                <a:gd name="connsiteX9" fmla="*/ 264231 w 270056"/>
                <a:gd name="connsiteY9" fmla="*/ 236790 h 525433"/>
                <a:gd name="connsiteX10" fmla="*/ 74183 w 270056"/>
                <a:gd name="connsiteY10" fmla="*/ 510696 h 525433"/>
                <a:gd name="connsiteX11" fmla="*/ 43319 w 270056"/>
                <a:gd name="connsiteY11" fmla="*/ 525434 h 525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0056" h="525433">
                  <a:moveTo>
                    <a:pt x="43319" y="525384"/>
                  </a:moveTo>
                  <a:cubicBezTo>
                    <a:pt x="34536" y="525384"/>
                    <a:pt x="25704" y="522506"/>
                    <a:pt x="18360" y="516551"/>
                  </a:cubicBezTo>
                  <a:cubicBezTo>
                    <a:pt x="1340" y="502757"/>
                    <a:pt x="-1290" y="477748"/>
                    <a:pt x="12504" y="460728"/>
                  </a:cubicBezTo>
                  <a:cubicBezTo>
                    <a:pt x="90806" y="364017"/>
                    <a:pt x="180123" y="242645"/>
                    <a:pt x="187815" y="215255"/>
                  </a:cubicBezTo>
                  <a:cubicBezTo>
                    <a:pt x="194712" y="190742"/>
                    <a:pt x="189204" y="166378"/>
                    <a:pt x="171390" y="142808"/>
                  </a:cubicBezTo>
                  <a:cubicBezTo>
                    <a:pt x="143106" y="105494"/>
                    <a:pt x="88970" y="79393"/>
                    <a:pt x="39697" y="79393"/>
                  </a:cubicBez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114525" y="0"/>
                    <a:pt x="191089" y="37265"/>
                    <a:pt x="234706" y="94875"/>
                  </a:cubicBezTo>
                  <a:cubicBezTo>
                    <a:pt x="267357" y="138045"/>
                    <a:pt x="277876" y="188410"/>
                    <a:pt x="264231" y="236790"/>
                  </a:cubicBezTo>
                  <a:cubicBezTo>
                    <a:pt x="248501" y="292613"/>
                    <a:pt x="114773" y="460530"/>
                    <a:pt x="74183" y="510696"/>
                  </a:cubicBezTo>
                  <a:cubicBezTo>
                    <a:pt x="66343" y="520372"/>
                    <a:pt x="54881" y="525434"/>
                    <a:pt x="43319" y="5254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7" name="Picture Placeholder 85">
              <a:extLst>
                <a:ext uri="{FF2B5EF4-FFF2-40B4-BE49-F238E27FC236}">
                  <a16:creationId xmlns:a16="http://schemas.microsoft.com/office/drawing/2014/main" id="{1E104361-814F-544C-5C62-51676681A11D}"/>
                </a:ext>
              </a:extLst>
            </p:cNvPr>
            <p:cNvGrpSpPr/>
            <p:nvPr/>
          </p:nvGrpSpPr>
          <p:grpSpPr>
            <a:xfrm>
              <a:off x="1634714" y="5304039"/>
              <a:ext cx="355230" cy="296930"/>
              <a:chOff x="1634714" y="5304039"/>
              <a:chExt cx="355230" cy="296930"/>
            </a:xfrm>
            <a:solidFill>
              <a:srgbClr val="EF463C"/>
            </a:solidFill>
          </p:grpSpPr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11977835-CEC8-7E60-7EFE-377907806455}"/>
                  </a:ext>
                </a:extLst>
              </p:cNvPr>
              <p:cNvSpPr/>
              <p:nvPr/>
            </p:nvSpPr>
            <p:spPr>
              <a:xfrm>
                <a:off x="1634714" y="5304039"/>
                <a:ext cx="355230" cy="201410"/>
              </a:xfrm>
              <a:custGeom>
                <a:avLst/>
                <a:gdLst>
                  <a:gd name="connsiteX0" fmla="*/ 315638 w 355230"/>
                  <a:gd name="connsiteY0" fmla="*/ 201410 h 201410"/>
                  <a:gd name="connsiteX1" fmla="*/ 284575 w 355230"/>
                  <a:gd name="connsiteY1" fmla="*/ 186475 h 201410"/>
                  <a:gd name="connsiteX2" fmla="*/ 273708 w 355230"/>
                  <a:gd name="connsiteY2" fmla="*/ 172581 h 201410"/>
                  <a:gd name="connsiteX3" fmla="*/ 148465 w 355230"/>
                  <a:gd name="connsiteY3" fmla="*/ 79393 h 201410"/>
                  <a:gd name="connsiteX4" fmla="*/ 79393 w 355230"/>
                  <a:gd name="connsiteY4" fmla="*/ 148465 h 201410"/>
                  <a:gd name="connsiteX5" fmla="*/ 39697 w 355230"/>
                  <a:gd name="connsiteY5" fmla="*/ 188162 h 201410"/>
                  <a:gd name="connsiteX6" fmla="*/ 0 w 355230"/>
                  <a:gd name="connsiteY6" fmla="*/ 148465 h 201410"/>
                  <a:gd name="connsiteX7" fmla="*/ 148465 w 355230"/>
                  <a:gd name="connsiteY7" fmla="*/ 0 h 201410"/>
                  <a:gd name="connsiteX8" fmla="*/ 336726 w 355230"/>
                  <a:gd name="connsiteY8" fmla="*/ 124349 h 201410"/>
                  <a:gd name="connsiteX9" fmla="*/ 346551 w 355230"/>
                  <a:gd name="connsiteY9" fmla="*/ 136953 h 201410"/>
                  <a:gd name="connsiteX10" fmla="*/ 340299 w 355230"/>
                  <a:gd name="connsiteY10" fmla="*/ 192727 h 201410"/>
                  <a:gd name="connsiteX11" fmla="*/ 315538 w 355230"/>
                  <a:gd name="connsiteY11" fmla="*/ 201410 h 201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55230" h="201410">
                    <a:moveTo>
                      <a:pt x="315638" y="201410"/>
                    </a:moveTo>
                    <a:cubicBezTo>
                      <a:pt x="303977" y="201410"/>
                      <a:pt x="292415" y="196299"/>
                      <a:pt x="284575" y="186475"/>
                    </a:cubicBezTo>
                    <a:cubicBezTo>
                      <a:pt x="280953" y="181959"/>
                      <a:pt x="277330" y="177295"/>
                      <a:pt x="273708" y="172581"/>
                    </a:cubicBezTo>
                    <a:cubicBezTo>
                      <a:pt x="223045" y="106387"/>
                      <a:pt x="186772" y="79393"/>
                      <a:pt x="148465" y="79393"/>
                    </a:cubicBezTo>
                    <a:cubicBezTo>
                      <a:pt x="110158" y="79393"/>
                      <a:pt x="79393" y="110356"/>
                      <a:pt x="79393" y="148465"/>
                    </a:cubicBezTo>
                    <a:cubicBezTo>
                      <a:pt x="79393" y="170397"/>
                      <a:pt x="61629" y="188162"/>
                      <a:pt x="39697" y="188162"/>
                    </a:cubicBezTo>
                    <a:cubicBezTo>
                      <a:pt x="17764" y="188162"/>
                      <a:pt x="0" y="170397"/>
                      <a:pt x="0" y="148465"/>
                    </a:cubicBezTo>
                    <a:cubicBezTo>
                      <a:pt x="0" y="66591"/>
                      <a:pt x="66591" y="0"/>
                      <a:pt x="148465" y="0"/>
                    </a:cubicBezTo>
                    <a:cubicBezTo>
                      <a:pt x="230340" y="0"/>
                      <a:pt x="289686" y="62869"/>
                      <a:pt x="336726" y="124349"/>
                    </a:cubicBezTo>
                    <a:cubicBezTo>
                      <a:pt x="340001" y="128666"/>
                      <a:pt x="343276" y="132835"/>
                      <a:pt x="346551" y="136953"/>
                    </a:cubicBezTo>
                    <a:cubicBezTo>
                      <a:pt x="360247" y="154072"/>
                      <a:pt x="357418" y="179081"/>
                      <a:pt x="340299" y="192727"/>
                    </a:cubicBezTo>
                    <a:cubicBezTo>
                      <a:pt x="333005" y="198582"/>
                      <a:pt x="324222" y="201410"/>
                      <a:pt x="315538" y="201410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24E1A601-6D26-0AB0-C656-7B44F996EC66}"/>
                  </a:ext>
                </a:extLst>
              </p:cNvPr>
              <p:cNvSpPr/>
              <p:nvPr/>
            </p:nvSpPr>
            <p:spPr>
              <a:xfrm>
                <a:off x="1634764" y="5412807"/>
                <a:ext cx="344964" cy="188162"/>
              </a:xfrm>
              <a:custGeom>
                <a:avLst/>
                <a:gdLst>
                  <a:gd name="connsiteX0" fmla="*/ 148465 w 344964"/>
                  <a:gd name="connsiteY0" fmla="*/ 188163 h 188162"/>
                  <a:gd name="connsiteX1" fmla="*/ 0 w 344964"/>
                  <a:gd name="connsiteY1" fmla="*/ 39698 h 188162"/>
                  <a:gd name="connsiteX2" fmla="*/ 39697 w 344964"/>
                  <a:gd name="connsiteY2" fmla="*/ 1 h 188162"/>
                  <a:gd name="connsiteX3" fmla="*/ 79393 w 344964"/>
                  <a:gd name="connsiteY3" fmla="*/ 39698 h 188162"/>
                  <a:gd name="connsiteX4" fmla="*/ 148465 w 344964"/>
                  <a:gd name="connsiteY4" fmla="*/ 108770 h 188162"/>
                  <a:gd name="connsiteX5" fmla="*/ 273708 w 344964"/>
                  <a:gd name="connsiteY5" fmla="*/ 15582 h 188162"/>
                  <a:gd name="connsiteX6" fmla="*/ 329383 w 344964"/>
                  <a:gd name="connsiteY6" fmla="*/ 8188 h 188162"/>
                  <a:gd name="connsiteX7" fmla="*/ 336776 w 344964"/>
                  <a:gd name="connsiteY7" fmla="*/ 63813 h 188162"/>
                  <a:gd name="connsiteX8" fmla="*/ 148515 w 344964"/>
                  <a:gd name="connsiteY8" fmla="*/ 188163 h 18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964" h="188162">
                    <a:moveTo>
                      <a:pt x="148465" y="188163"/>
                    </a:moveTo>
                    <a:cubicBezTo>
                      <a:pt x="66591" y="188163"/>
                      <a:pt x="0" y="121572"/>
                      <a:pt x="0" y="39698"/>
                    </a:cubicBezTo>
                    <a:cubicBezTo>
                      <a:pt x="0" y="17765"/>
                      <a:pt x="17764" y="1"/>
                      <a:pt x="39697" y="1"/>
                    </a:cubicBezTo>
                    <a:cubicBezTo>
                      <a:pt x="61629" y="1"/>
                      <a:pt x="79393" y="17765"/>
                      <a:pt x="79393" y="39698"/>
                    </a:cubicBezTo>
                    <a:cubicBezTo>
                      <a:pt x="79393" y="77757"/>
                      <a:pt x="110357" y="108770"/>
                      <a:pt x="148465" y="108770"/>
                    </a:cubicBezTo>
                    <a:cubicBezTo>
                      <a:pt x="186574" y="108770"/>
                      <a:pt x="223045" y="81776"/>
                      <a:pt x="273708" y="15582"/>
                    </a:cubicBezTo>
                    <a:cubicBezTo>
                      <a:pt x="287056" y="-1835"/>
                      <a:pt x="311966" y="-5160"/>
                      <a:pt x="329383" y="8188"/>
                    </a:cubicBezTo>
                    <a:cubicBezTo>
                      <a:pt x="346799" y="21536"/>
                      <a:pt x="350124" y="46446"/>
                      <a:pt x="336776" y="63813"/>
                    </a:cubicBezTo>
                    <a:cubicBezTo>
                      <a:pt x="289736" y="125293"/>
                      <a:pt x="230538" y="188163"/>
                      <a:pt x="148515" y="18816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0" name="Picture Placeholder 85">
              <a:extLst>
                <a:ext uri="{FF2B5EF4-FFF2-40B4-BE49-F238E27FC236}">
                  <a16:creationId xmlns:a16="http://schemas.microsoft.com/office/drawing/2014/main" id="{7A65C9D7-B63F-24CB-FD86-59443E5EDD88}"/>
                </a:ext>
              </a:extLst>
            </p:cNvPr>
            <p:cNvGrpSpPr/>
            <p:nvPr/>
          </p:nvGrpSpPr>
          <p:grpSpPr>
            <a:xfrm>
              <a:off x="1900234" y="5303989"/>
              <a:ext cx="344914" cy="296979"/>
              <a:chOff x="1900234" y="5303989"/>
              <a:chExt cx="344914" cy="296979"/>
            </a:xfrm>
            <a:solidFill>
              <a:srgbClr val="C42828"/>
            </a:solidFill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18BA9B4A-FF58-932D-6253-96D3974B66CE}"/>
                  </a:ext>
                </a:extLst>
              </p:cNvPr>
              <p:cNvSpPr/>
              <p:nvPr/>
            </p:nvSpPr>
            <p:spPr>
              <a:xfrm>
                <a:off x="1900283" y="5412807"/>
                <a:ext cx="344865" cy="188162"/>
              </a:xfrm>
              <a:custGeom>
                <a:avLst/>
                <a:gdLst>
                  <a:gd name="connsiteX0" fmla="*/ 196450 w 344865"/>
                  <a:gd name="connsiteY0" fmla="*/ 188163 h 188162"/>
                  <a:gd name="connsiteX1" fmla="*/ 19055 w 344865"/>
                  <a:gd name="connsiteY1" fmla="*/ 77757 h 188162"/>
                  <a:gd name="connsiteX2" fmla="*/ 8188 w 344865"/>
                  <a:gd name="connsiteY2" fmla="*/ 63863 h 188162"/>
                  <a:gd name="connsiteX3" fmla="*/ 15582 w 344865"/>
                  <a:gd name="connsiteY3" fmla="*/ 8188 h 188162"/>
                  <a:gd name="connsiteX4" fmla="*/ 71207 w 344865"/>
                  <a:gd name="connsiteY4" fmla="*/ 15582 h 188162"/>
                  <a:gd name="connsiteX5" fmla="*/ 81032 w 344865"/>
                  <a:gd name="connsiteY5" fmla="*/ 28186 h 188162"/>
                  <a:gd name="connsiteX6" fmla="*/ 196400 w 344865"/>
                  <a:gd name="connsiteY6" fmla="*/ 108770 h 188162"/>
                  <a:gd name="connsiteX7" fmla="*/ 265472 w 344865"/>
                  <a:gd name="connsiteY7" fmla="*/ 39698 h 188162"/>
                  <a:gd name="connsiteX8" fmla="*/ 305169 w 344865"/>
                  <a:gd name="connsiteY8" fmla="*/ 1 h 188162"/>
                  <a:gd name="connsiteX9" fmla="*/ 344865 w 344865"/>
                  <a:gd name="connsiteY9" fmla="*/ 39698 h 188162"/>
                  <a:gd name="connsiteX10" fmla="*/ 196400 w 344865"/>
                  <a:gd name="connsiteY10" fmla="*/ 188163 h 18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4865" h="188162">
                    <a:moveTo>
                      <a:pt x="196450" y="188163"/>
                    </a:moveTo>
                    <a:cubicBezTo>
                      <a:pt x="117404" y="188163"/>
                      <a:pt x="60141" y="129164"/>
                      <a:pt x="19055" y="77757"/>
                    </a:cubicBezTo>
                    <a:cubicBezTo>
                      <a:pt x="15433" y="73241"/>
                      <a:pt x="11811" y="68577"/>
                      <a:pt x="8188" y="63863"/>
                    </a:cubicBezTo>
                    <a:cubicBezTo>
                      <a:pt x="-5160" y="46446"/>
                      <a:pt x="-1835" y="21536"/>
                      <a:pt x="15582" y="8188"/>
                    </a:cubicBezTo>
                    <a:cubicBezTo>
                      <a:pt x="32999" y="-5160"/>
                      <a:pt x="57908" y="-1835"/>
                      <a:pt x="71207" y="15582"/>
                    </a:cubicBezTo>
                    <a:cubicBezTo>
                      <a:pt x="74482" y="19899"/>
                      <a:pt x="77757" y="24067"/>
                      <a:pt x="81032" y="28186"/>
                    </a:cubicBezTo>
                    <a:cubicBezTo>
                      <a:pt x="126187" y="84654"/>
                      <a:pt x="160673" y="108770"/>
                      <a:pt x="196400" y="108770"/>
                    </a:cubicBezTo>
                    <a:cubicBezTo>
                      <a:pt x="234459" y="108770"/>
                      <a:pt x="265472" y="77806"/>
                      <a:pt x="265472" y="39698"/>
                    </a:cubicBezTo>
                    <a:cubicBezTo>
                      <a:pt x="265472" y="17765"/>
                      <a:pt x="283236" y="1"/>
                      <a:pt x="305169" y="1"/>
                    </a:cubicBezTo>
                    <a:cubicBezTo>
                      <a:pt x="327101" y="1"/>
                      <a:pt x="344865" y="17765"/>
                      <a:pt x="344865" y="39698"/>
                    </a:cubicBezTo>
                    <a:cubicBezTo>
                      <a:pt x="344865" y="121572"/>
                      <a:pt x="278274" y="188163"/>
                      <a:pt x="196400" y="18816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8F5BC7C2-9484-6989-2277-2D19EDFFE48C}"/>
                  </a:ext>
                </a:extLst>
              </p:cNvPr>
              <p:cNvSpPr/>
              <p:nvPr/>
            </p:nvSpPr>
            <p:spPr>
              <a:xfrm>
                <a:off x="1900234" y="5303989"/>
                <a:ext cx="344914" cy="188211"/>
              </a:xfrm>
              <a:custGeom>
                <a:avLst/>
                <a:gdLst>
                  <a:gd name="connsiteX0" fmla="*/ 39698 w 344914"/>
                  <a:gd name="connsiteY0" fmla="*/ 188211 h 188211"/>
                  <a:gd name="connsiteX1" fmla="*/ 15582 w 344914"/>
                  <a:gd name="connsiteY1" fmla="*/ 180024 h 188211"/>
                  <a:gd name="connsiteX2" fmla="*/ 8188 w 344914"/>
                  <a:gd name="connsiteY2" fmla="*/ 124349 h 188211"/>
                  <a:gd name="connsiteX3" fmla="*/ 196450 w 344914"/>
                  <a:gd name="connsiteY3" fmla="*/ 0 h 188211"/>
                  <a:gd name="connsiteX4" fmla="*/ 344915 w 344914"/>
                  <a:gd name="connsiteY4" fmla="*/ 148465 h 188211"/>
                  <a:gd name="connsiteX5" fmla="*/ 305218 w 344914"/>
                  <a:gd name="connsiteY5" fmla="*/ 188162 h 188211"/>
                  <a:gd name="connsiteX6" fmla="*/ 265522 w 344914"/>
                  <a:gd name="connsiteY6" fmla="*/ 148465 h 188211"/>
                  <a:gd name="connsiteX7" fmla="*/ 196450 w 344914"/>
                  <a:gd name="connsiteY7" fmla="*/ 79393 h 188211"/>
                  <a:gd name="connsiteX8" fmla="*/ 71207 w 344914"/>
                  <a:gd name="connsiteY8" fmla="*/ 172581 h 188211"/>
                  <a:gd name="connsiteX9" fmla="*/ 39648 w 344914"/>
                  <a:gd name="connsiteY9" fmla="*/ 188162 h 188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4914" h="188211">
                    <a:moveTo>
                      <a:pt x="39698" y="188211"/>
                    </a:moveTo>
                    <a:cubicBezTo>
                      <a:pt x="31262" y="188211"/>
                      <a:pt x="22777" y="185532"/>
                      <a:pt x="15582" y="180024"/>
                    </a:cubicBezTo>
                    <a:cubicBezTo>
                      <a:pt x="-1835" y="166676"/>
                      <a:pt x="-5160" y="141766"/>
                      <a:pt x="8188" y="124349"/>
                    </a:cubicBezTo>
                    <a:cubicBezTo>
                      <a:pt x="55229" y="62869"/>
                      <a:pt x="114426" y="0"/>
                      <a:pt x="196450" y="0"/>
                    </a:cubicBezTo>
                    <a:cubicBezTo>
                      <a:pt x="278473" y="0"/>
                      <a:pt x="344915" y="66591"/>
                      <a:pt x="344915" y="148465"/>
                    </a:cubicBezTo>
                    <a:cubicBezTo>
                      <a:pt x="344915" y="170397"/>
                      <a:pt x="327151" y="188162"/>
                      <a:pt x="305218" y="188162"/>
                    </a:cubicBezTo>
                    <a:cubicBezTo>
                      <a:pt x="283286" y="188162"/>
                      <a:pt x="265522" y="170397"/>
                      <a:pt x="265522" y="148465"/>
                    </a:cubicBezTo>
                    <a:cubicBezTo>
                      <a:pt x="265522" y="110406"/>
                      <a:pt x="234558" y="79393"/>
                      <a:pt x="196450" y="79393"/>
                    </a:cubicBezTo>
                    <a:cubicBezTo>
                      <a:pt x="158341" y="79393"/>
                      <a:pt x="121870" y="106387"/>
                      <a:pt x="71207" y="172581"/>
                    </a:cubicBezTo>
                    <a:cubicBezTo>
                      <a:pt x="63416" y="182803"/>
                      <a:pt x="51607" y="188162"/>
                      <a:pt x="39648" y="18816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4FEADAFA-DAE8-AEC6-8698-8E1BDC364A86}"/>
                </a:ext>
              </a:extLst>
            </p:cNvPr>
            <p:cNvSpPr/>
            <p:nvPr/>
          </p:nvSpPr>
          <p:spPr>
            <a:xfrm>
              <a:off x="1706922" y="4966867"/>
              <a:ext cx="283087" cy="538632"/>
            </a:xfrm>
            <a:custGeom>
              <a:avLst/>
              <a:gdLst>
                <a:gd name="connsiteX0" fmla="*/ 243430 w 283087"/>
                <a:gd name="connsiteY0" fmla="*/ 538583 h 538632"/>
                <a:gd name="connsiteX1" fmla="*/ 212863 w 283087"/>
                <a:gd name="connsiteY1" fmla="*/ 524243 h 538632"/>
                <a:gd name="connsiteX2" fmla="*/ 4556 w 283087"/>
                <a:gd name="connsiteY2" fmla="*/ 235351 h 538632"/>
                <a:gd name="connsiteX3" fmla="*/ 38595 w 283087"/>
                <a:gd name="connsiteY3" fmla="*/ 91153 h 538632"/>
                <a:gd name="connsiteX4" fmla="*/ 229437 w 283087"/>
                <a:gd name="connsiteY4" fmla="*/ 0 h 538632"/>
                <a:gd name="connsiteX5" fmla="*/ 269133 w 283087"/>
                <a:gd name="connsiteY5" fmla="*/ 39697 h 538632"/>
                <a:gd name="connsiteX6" fmla="*/ 229437 w 283087"/>
                <a:gd name="connsiteY6" fmla="*/ 79393 h 538632"/>
                <a:gd name="connsiteX7" fmla="*/ 100969 w 283087"/>
                <a:gd name="connsiteY7" fmla="*/ 140228 h 538632"/>
                <a:gd name="connsiteX8" fmla="*/ 81567 w 283087"/>
                <a:gd name="connsiteY8" fmla="*/ 216197 h 538632"/>
                <a:gd name="connsiteX9" fmla="*/ 273947 w 283087"/>
                <a:gd name="connsiteY9" fmla="*/ 473629 h 538632"/>
                <a:gd name="connsiteX10" fmla="*/ 268736 w 283087"/>
                <a:gd name="connsiteY10" fmla="*/ 529502 h 538632"/>
                <a:gd name="connsiteX11" fmla="*/ 243430 w 283087"/>
                <a:gd name="connsiteY11" fmla="*/ 538633 h 538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3087" h="538632">
                  <a:moveTo>
                    <a:pt x="243430" y="538583"/>
                  </a:moveTo>
                  <a:cubicBezTo>
                    <a:pt x="232017" y="538583"/>
                    <a:pt x="220704" y="533671"/>
                    <a:pt x="212863" y="524243"/>
                  </a:cubicBezTo>
                  <a:cubicBezTo>
                    <a:pt x="154113" y="453384"/>
                    <a:pt x="16216" y="283384"/>
                    <a:pt x="4556" y="235351"/>
                  </a:cubicBezTo>
                  <a:cubicBezTo>
                    <a:pt x="-7502" y="185631"/>
                    <a:pt x="4556" y="134422"/>
                    <a:pt x="38595" y="91153"/>
                  </a:cubicBezTo>
                  <a:cubicBezTo>
                    <a:pt x="82113" y="35777"/>
                    <a:pt x="157040" y="0"/>
                    <a:pt x="229437" y="0"/>
                  </a:cubicBezTo>
                  <a:cubicBezTo>
                    <a:pt x="251369" y="0"/>
                    <a:pt x="269133" y="17764"/>
                    <a:pt x="269133" y="39697"/>
                  </a:cubicBezTo>
                  <a:cubicBezTo>
                    <a:pt x="269133" y="61629"/>
                    <a:pt x="251369" y="79393"/>
                    <a:pt x="229437" y="79393"/>
                  </a:cubicBezTo>
                  <a:cubicBezTo>
                    <a:pt x="181205" y="79393"/>
                    <a:pt x="129600" y="103856"/>
                    <a:pt x="100969" y="140228"/>
                  </a:cubicBezTo>
                  <a:cubicBezTo>
                    <a:pt x="87819" y="156901"/>
                    <a:pt x="73876" y="183646"/>
                    <a:pt x="81567" y="216197"/>
                  </a:cubicBezTo>
                  <a:cubicBezTo>
                    <a:pt x="90846" y="243092"/>
                    <a:pt x="188500" y="370518"/>
                    <a:pt x="273947" y="473629"/>
                  </a:cubicBezTo>
                  <a:cubicBezTo>
                    <a:pt x="287940" y="490501"/>
                    <a:pt x="285607" y="515559"/>
                    <a:pt x="268736" y="529502"/>
                  </a:cubicBezTo>
                  <a:cubicBezTo>
                    <a:pt x="261343" y="535655"/>
                    <a:pt x="252362" y="538633"/>
                    <a:pt x="243430" y="5386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F87C6169-7471-74E6-F325-87311D8EB205}"/>
                </a:ext>
              </a:extLst>
            </p:cNvPr>
            <p:cNvSpPr/>
            <p:nvPr/>
          </p:nvSpPr>
          <p:spPr>
            <a:xfrm>
              <a:off x="1812505" y="4791259"/>
              <a:ext cx="254951" cy="254951"/>
            </a:xfrm>
            <a:custGeom>
              <a:avLst/>
              <a:gdLst>
                <a:gd name="connsiteX0" fmla="*/ 127476 w 254951"/>
                <a:gd name="connsiteY0" fmla="*/ 254951 h 254951"/>
                <a:gd name="connsiteX1" fmla="*/ 0 w 254951"/>
                <a:gd name="connsiteY1" fmla="*/ 127476 h 254951"/>
                <a:gd name="connsiteX2" fmla="*/ 127476 w 254951"/>
                <a:gd name="connsiteY2" fmla="*/ 0 h 254951"/>
                <a:gd name="connsiteX3" fmla="*/ 254951 w 254951"/>
                <a:gd name="connsiteY3" fmla="*/ 127476 h 254951"/>
                <a:gd name="connsiteX4" fmla="*/ 127476 w 254951"/>
                <a:gd name="connsiteY4" fmla="*/ 254951 h 254951"/>
                <a:gd name="connsiteX5" fmla="*/ 127476 w 254951"/>
                <a:gd name="connsiteY5" fmla="*/ 79393 h 254951"/>
                <a:gd name="connsiteX6" fmla="*/ 79393 w 254951"/>
                <a:gd name="connsiteY6" fmla="*/ 127476 h 254951"/>
                <a:gd name="connsiteX7" fmla="*/ 127476 w 254951"/>
                <a:gd name="connsiteY7" fmla="*/ 175558 h 254951"/>
                <a:gd name="connsiteX8" fmla="*/ 175558 w 254951"/>
                <a:gd name="connsiteY8" fmla="*/ 127476 h 254951"/>
                <a:gd name="connsiteX9" fmla="*/ 127476 w 254951"/>
                <a:gd name="connsiteY9" fmla="*/ 79393 h 25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951" h="254951">
                  <a:moveTo>
                    <a:pt x="127476" y="254951"/>
                  </a:moveTo>
                  <a:cubicBezTo>
                    <a:pt x="57163" y="254951"/>
                    <a:pt x="0" y="197788"/>
                    <a:pt x="0" y="127476"/>
                  </a:cubicBezTo>
                  <a:cubicBezTo>
                    <a:pt x="0" y="57163"/>
                    <a:pt x="57163" y="0"/>
                    <a:pt x="127476" y="0"/>
                  </a:cubicBezTo>
                  <a:cubicBezTo>
                    <a:pt x="197788" y="0"/>
                    <a:pt x="254951" y="57163"/>
                    <a:pt x="254951" y="127476"/>
                  </a:cubicBezTo>
                  <a:cubicBezTo>
                    <a:pt x="254951" y="197788"/>
                    <a:pt x="197788" y="254951"/>
                    <a:pt x="127476" y="254951"/>
                  </a:cubicBezTo>
                  <a:close/>
                  <a:moveTo>
                    <a:pt x="127476" y="79393"/>
                  </a:moveTo>
                  <a:cubicBezTo>
                    <a:pt x="100978" y="79393"/>
                    <a:pt x="79393" y="100978"/>
                    <a:pt x="79393" y="127476"/>
                  </a:cubicBezTo>
                  <a:cubicBezTo>
                    <a:pt x="79393" y="153973"/>
                    <a:pt x="100978" y="175558"/>
                    <a:pt x="127476" y="175558"/>
                  </a:cubicBezTo>
                  <a:cubicBezTo>
                    <a:pt x="153973" y="175558"/>
                    <a:pt x="175558" y="153973"/>
                    <a:pt x="175558" y="127476"/>
                  </a:cubicBezTo>
                  <a:cubicBezTo>
                    <a:pt x="175558" y="100978"/>
                    <a:pt x="153973" y="79393"/>
                    <a:pt x="12747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1564CBB9-834A-3658-6146-9053349E5A1D}"/>
              </a:ext>
            </a:extLst>
          </p:cNvPr>
          <p:cNvGrpSpPr/>
          <p:nvPr/>
        </p:nvGrpSpPr>
        <p:grpSpPr>
          <a:xfrm>
            <a:off x="2886524" y="4811504"/>
            <a:ext cx="741929" cy="741878"/>
            <a:chOff x="2886524" y="4811504"/>
            <a:chExt cx="741929" cy="741878"/>
          </a:xfrm>
        </p:grpSpPr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21E9B5D0-5C94-D4D5-1A0C-641B1D26F351}"/>
                </a:ext>
              </a:extLst>
            </p:cNvPr>
            <p:cNvSpPr/>
            <p:nvPr/>
          </p:nvSpPr>
          <p:spPr>
            <a:xfrm>
              <a:off x="3364299" y="5245618"/>
              <a:ext cx="232418" cy="247773"/>
            </a:xfrm>
            <a:custGeom>
              <a:avLst/>
              <a:gdLst>
                <a:gd name="connsiteX0" fmla="*/ 39770 w 232418"/>
                <a:gd name="connsiteY0" fmla="*/ 247724 h 247773"/>
                <a:gd name="connsiteX1" fmla="*/ 31284 w 232418"/>
                <a:gd name="connsiteY1" fmla="*/ 246830 h 247773"/>
                <a:gd name="connsiteX2" fmla="*/ 917 w 232418"/>
                <a:gd name="connsiteY2" fmla="*/ 199591 h 247773"/>
                <a:gd name="connsiteX3" fmla="*/ 28803 w 232418"/>
                <a:gd name="connsiteY3" fmla="*/ 71272 h 247773"/>
                <a:gd name="connsiteX4" fmla="*/ 55499 w 232418"/>
                <a:gd name="connsiteY4" fmla="*/ 41897 h 247773"/>
                <a:gd name="connsiteX5" fmla="*/ 180593 w 232418"/>
                <a:gd name="connsiteY5" fmla="*/ 1903 h 247773"/>
                <a:gd name="connsiteX6" fmla="*/ 230512 w 232418"/>
                <a:gd name="connsiteY6" fmla="*/ 27606 h 247773"/>
                <a:gd name="connsiteX7" fmla="*/ 204808 w 232418"/>
                <a:gd name="connsiteY7" fmla="*/ 77525 h 247773"/>
                <a:gd name="connsiteX8" fmla="*/ 101547 w 232418"/>
                <a:gd name="connsiteY8" fmla="*/ 110572 h 247773"/>
                <a:gd name="connsiteX9" fmla="*/ 78523 w 232418"/>
                <a:gd name="connsiteY9" fmla="*/ 216512 h 247773"/>
                <a:gd name="connsiteX10" fmla="*/ 39770 w 232418"/>
                <a:gd name="connsiteY10" fmla="*/ 247773 h 2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418" h="247773">
                  <a:moveTo>
                    <a:pt x="39770" y="247724"/>
                  </a:moveTo>
                  <a:cubicBezTo>
                    <a:pt x="36991" y="247724"/>
                    <a:pt x="34162" y="247426"/>
                    <a:pt x="31284" y="246830"/>
                  </a:cubicBezTo>
                  <a:cubicBezTo>
                    <a:pt x="9848" y="242166"/>
                    <a:pt x="-3748" y="221028"/>
                    <a:pt x="917" y="199591"/>
                  </a:cubicBezTo>
                  <a:lnTo>
                    <a:pt x="28803" y="71272"/>
                  </a:lnTo>
                  <a:cubicBezTo>
                    <a:pt x="31830" y="57428"/>
                    <a:pt x="42003" y="46214"/>
                    <a:pt x="55499" y="41897"/>
                  </a:cubicBezTo>
                  <a:lnTo>
                    <a:pt x="180593" y="1903"/>
                  </a:lnTo>
                  <a:cubicBezTo>
                    <a:pt x="201484" y="-4796"/>
                    <a:pt x="223813" y="6765"/>
                    <a:pt x="230512" y="27606"/>
                  </a:cubicBezTo>
                  <a:cubicBezTo>
                    <a:pt x="237211" y="48496"/>
                    <a:pt x="225699" y="70826"/>
                    <a:pt x="204808" y="77525"/>
                  </a:cubicBezTo>
                  <a:lnTo>
                    <a:pt x="101547" y="110572"/>
                  </a:lnTo>
                  <a:lnTo>
                    <a:pt x="78523" y="216512"/>
                  </a:lnTo>
                  <a:cubicBezTo>
                    <a:pt x="74504" y="235120"/>
                    <a:pt x="58030" y="247773"/>
                    <a:pt x="39770" y="24777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C23ECAE2-1461-019B-9FCA-2CD8EFC01C70}"/>
                </a:ext>
              </a:extLst>
            </p:cNvPr>
            <p:cNvSpPr/>
            <p:nvPr/>
          </p:nvSpPr>
          <p:spPr>
            <a:xfrm>
              <a:off x="2919316" y="5238235"/>
              <a:ext cx="214319" cy="262500"/>
            </a:xfrm>
            <a:custGeom>
              <a:avLst/>
              <a:gdLst>
                <a:gd name="connsiteX0" fmla="*/ 174623 w 214319"/>
                <a:gd name="connsiteY0" fmla="*/ 262501 h 262500"/>
                <a:gd name="connsiteX1" fmla="*/ 135224 w 214319"/>
                <a:gd name="connsiteY1" fmla="*/ 227220 h 262500"/>
                <a:gd name="connsiteX2" fmla="*/ 123166 w 214319"/>
                <a:gd name="connsiteY2" fmla="*/ 119494 h 262500"/>
                <a:gd name="connsiteX3" fmla="*/ 23825 w 214319"/>
                <a:gd name="connsiteY3" fmla="*/ 76076 h 262500"/>
                <a:gd name="connsiteX4" fmla="*/ 3332 w 214319"/>
                <a:gd name="connsiteY4" fmla="*/ 23825 h 262500"/>
                <a:gd name="connsiteX5" fmla="*/ 55583 w 214319"/>
                <a:gd name="connsiteY5" fmla="*/ 3332 h 262500"/>
                <a:gd name="connsiteX6" fmla="*/ 175913 w 214319"/>
                <a:gd name="connsiteY6" fmla="*/ 55930 h 262500"/>
                <a:gd name="connsiteX7" fmla="*/ 199483 w 214319"/>
                <a:gd name="connsiteY7" fmla="*/ 87886 h 262500"/>
                <a:gd name="connsiteX8" fmla="*/ 214071 w 214319"/>
                <a:gd name="connsiteY8" fmla="*/ 218388 h 262500"/>
                <a:gd name="connsiteX9" fmla="*/ 179039 w 214319"/>
                <a:gd name="connsiteY9" fmla="*/ 262253 h 262500"/>
                <a:gd name="connsiteX10" fmla="*/ 174573 w 214319"/>
                <a:gd name="connsiteY10" fmla="*/ 262501 h 2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319" h="262500">
                  <a:moveTo>
                    <a:pt x="174623" y="262501"/>
                  </a:moveTo>
                  <a:cubicBezTo>
                    <a:pt x="154675" y="262501"/>
                    <a:pt x="137506" y="247515"/>
                    <a:pt x="135224" y="227220"/>
                  </a:cubicBezTo>
                  <a:lnTo>
                    <a:pt x="123166" y="119494"/>
                  </a:lnTo>
                  <a:lnTo>
                    <a:pt x="23825" y="76076"/>
                  </a:lnTo>
                  <a:cubicBezTo>
                    <a:pt x="3729" y="67293"/>
                    <a:pt x="-5451" y="43872"/>
                    <a:pt x="3332" y="23825"/>
                  </a:cubicBezTo>
                  <a:cubicBezTo>
                    <a:pt x="12115" y="3729"/>
                    <a:pt x="35536" y="-5451"/>
                    <a:pt x="55583" y="3332"/>
                  </a:cubicBezTo>
                  <a:lnTo>
                    <a:pt x="175913" y="55930"/>
                  </a:lnTo>
                  <a:cubicBezTo>
                    <a:pt x="188914" y="61587"/>
                    <a:pt x="197895" y="73793"/>
                    <a:pt x="199483" y="87886"/>
                  </a:cubicBezTo>
                  <a:lnTo>
                    <a:pt x="214071" y="218388"/>
                  </a:lnTo>
                  <a:cubicBezTo>
                    <a:pt x="216503" y="240171"/>
                    <a:pt x="200823" y="259821"/>
                    <a:pt x="179039" y="262253"/>
                  </a:cubicBezTo>
                  <a:cubicBezTo>
                    <a:pt x="177550" y="262402"/>
                    <a:pt x="176062" y="262501"/>
                    <a:pt x="174573" y="26250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E81233B8-08F9-68BF-224C-BF9D07B7E305}"/>
                </a:ext>
              </a:extLst>
            </p:cNvPr>
            <p:cNvSpPr/>
            <p:nvPr/>
          </p:nvSpPr>
          <p:spPr>
            <a:xfrm>
              <a:off x="3283428" y="4974991"/>
              <a:ext cx="139907" cy="143764"/>
            </a:xfrm>
            <a:custGeom>
              <a:avLst/>
              <a:gdLst>
                <a:gd name="connsiteX0" fmla="*/ 39710 w 139907"/>
                <a:gd name="connsiteY0" fmla="*/ 143764 h 143764"/>
                <a:gd name="connsiteX1" fmla="*/ 12518 w 139907"/>
                <a:gd name="connsiteY1" fmla="*/ 132997 h 143764"/>
                <a:gd name="connsiteX2" fmla="*/ 10781 w 139907"/>
                <a:gd name="connsiteY2" fmla="*/ 76876 h 143764"/>
                <a:gd name="connsiteX3" fmla="*/ 71269 w 139907"/>
                <a:gd name="connsiteY3" fmla="*/ 12518 h 143764"/>
                <a:gd name="connsiteX4" fmla="*/ 127390 w 139907"/>
                <a:gd name="connsiteY4" fmla="*/ 10781 h 143764"/>
                <a:gd name="connsiteX5" fmla="*/ 129126 w 139907"/>
                <a:gd name="connsiteY5" fmla="*/ 66902 h 143764"/>
                <a:gd name="connsiteX6" fmla="*/ 68639 w 139907"/>
                <a:gd name="connsiteY6" fmla="*/ 131260 h 143764"/>
                <a:gd name="connsiteX7" fmla="*/ 39710 w 139907"/>
                <a:gd name="connsiteY7" fmla="*/ 143764 h 14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907" h="143764">
                  <a:moveTo>
                    <a:pt x="39710" y="143764"/>
                  </a:moveTo>
                  <a:cubicBezTo>
                    <a:pt x="29984" y="143764"/>
                    <a:pt x="20209" y="140192"/>
                    <a:pt x="12518" y="132997"/>
                  </a:cubicBezTo>
                  <a:cubicBezTo>
                    <a:pt x="-3460" y="117962"/>
                    <a:pt x="-4254" y="92853"/>
                    <a:pt x="10781" y="76876"/>
                  </a:cubicBezTo>
                  <a:lnTo>
                    <a:pt x="71269" y="12518"/>
                  </a:lnTo>
                  <a:cubicBezTo>
                    <a:pt x="86304" y="-3460"/>
                    <a:pt x="111412" y="-4254"/>
                    <a:pt x="127390" y="10781"/>
                  </a:cubicBezTo>
                  <a:cubicBezTo>
                    <a:pt x="143367" y="25816"/>
                    <a:pt x="144161" y="50924"/>
                    <a:pt x="129126" y="66902"/>
                  </a:cubicBezTo>
                  <a:lnTo>
                    <a:pt x="68639" y="131260"/>
                  </a:lnTo>
                  <a:cubicBezTo>
                    <a:pt x="60848" y="139596"/>
                    <a:pt x="50279" y="143764"/>
                    <a:pt x="39710" y="14376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AE8F4BF5-7263-995D-83DA-6CE3E98F146E}"/>
                </a:ext>
              </a:extLst>
            </p:cNvPr>
            <p:cNvSpPr/>
            <p:nvPr/>
          </p:nvSpPr>
          <p:spPr>
            <a:xfrm>
              <a:off x="3364322" y="5153093"/>
              <a:ext cx="264131" cy="79393"/>
            </a:xfrm>
            <a:custGeom>
              <a:avLst/>
              <a:gdLst>
                <a:gd name="connsiteX0" fmla="*/ 224435 w 264131"/>
                <a:gd name="connsiteY0" fmla="*/ 79393 h 79393"/>
                <a:gd name="connsiteX1" fmla="*/ 39697 w 264131"/>
                <a:gd name="connsiteY1" fmla="*/ 79393 h 79393"/>
                <a:gd name="connsiteX2" fmla="*/ 0 w 264131"/>
                <a:gd name="connsiteY2" fmla="*/ 39697 h 79393"/>
                <a:gd name="connsiteX3" fmla="*/ 39697 w 264131"/>
                <a:gd name="connsiteY3" fmla="*/ 0 h 79393"/>
                <a:gd name="connsiteX4" fmla="*/ 224435 w 264131"/>
                <a:gd name="connsiteY4" fmla="*/ 0 h 79393"/>
                <a:gd name="connsiteX5" fmla="*/ 264131 w 264131"/>
                <a:gd name="connsiteY5" fmla="*/ 39697 h 79393"/>
                <a:gd name="connsiteX6" fmla="*/ 224435 w 2641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131" h="79393">
                  <a:moveTo>
                    <a:pt x="224435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4435" y="0"/>
                  </a:lnTo>
                  <a:cubicBezTo>
                    <a:pt x="246367" y="0"/>
                    <a:pt x="264131" y="17764"/>
                    <a:pt x="264131" y="39697"/>
                  </a:cubicBezTo>
                  <a:cubicBezTo>
                    <a:pt x="264131" y="61629"/>
                    <a:pt x="246367" y="79393"/>
                    <a:pt x="224435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0577E858-3394-A602-F46E-4993688CF52D}"/>
                </a:ext>
              </a:extLst>
            </p:cNvPr>
            <p:cNvSpPr/>
            <p:nvPr/>
          </p:nvSpPr>
          <p:spPr>
            <a:xfrm>
              <a:off x="2901411" y="5153093"/>
              <a:ext cx="264428" cy="79393"/>
            </a:xfrm>
            <a:custGeom>
              <a:avLst/>
              <a:gdLst>
                <a:gd name="connsiteX0" fmla="*/ 224732 w 264428"/>
                <a:gd name="connsiteY0" fmla="*/ 79393 h 79393"/>
                <a:gd name="connsiteX1" fmla="*/ 39697 w 264428"/>
                <a:gd name="connsiteY1" fmla="*/ 79393 h 79393"/>
                <a:gd name="connsiteX2" fmla="*/ 0 w 264428"/>
                <a:gd name="connsiteY2" fmla="*/ 39697 h 79393"/>
                <a:gd name="connsiteX3" fmla="*/ 39697 w 264428"/>
                <a:gd name="connsiteY3" fmla="*/ 0 h 79393"/>
                <a:gd name="connsiteX4" fmla="*/ 224732 w 264428"/>
                <a:gd name="connsiteY4" fmla="*/ 0 h 79393"/>
                <a:gd name="connsiteX5" fmla="*/ 264429 w 264428"/>
                <a:gd name="connsiteY5" fmla="*/ 39697 h 79393"/>
                <a:gd name="connsiteX6" fmla="*/ 224732 w 2644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428" h="79393">
                  <a:moveTo>
                    <a:pt x="224732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4732" y="0"/>
                  </a:lnTo>
                  <a:cubicBezTo>
                    <a:pt x="246665" y="0"/>
                    <a:pt x="264429" y="17764"/>
                    <a:pt x="264429" y="39697"/>
                  </a:cubicBezTo>
                  <a:cubicBezTo>
                    <a:pt x="264429" y="61629"/>
                    <a:pt x="246665" y="79393"/>
                    <a:pt x="22473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34A9BE2B-BA6C-CE23-F2A3-A8C8BC67C2A4}"/>
                </a:ext>
              </a:extLst>
            </p:cNvPr>
            <p:cNvSpPr/>
            <p:nvPr/>
          </p:nvSpPr>
          <p:spPr>
            <a:xfrm>
              <a:off x="3080046" y="4976494"/>
              <a:ext cx="151440" cy="142261"/>
            </a:xfrm>
            <a:custGeom>
              <a:avLst/>
              <a:gdLst>
                <a:gd name="connsiteX0" fmla="*/ 111745 w 151440"/>
                <a:gd name="connsiteY0" fmla="*/ 142261 h 142261"/>
                <a:gd name="connsiteX1" fmla="*/ 85644 w 151440"/>
                <a:gd name="connsiteY1" fmla="*/ 132486 h 142261"/>
                <a:gd name="connsiteX2" fmla="*/ 13595 w 151440"/>
                <a:gd name="connsiteY2" fmla="*/ 69617 h 142261"/>
                <a:gd name="connsiteX3" fmla="*/ 9774 w 151440"/>
                <a:gd name="connsiteY3" fmla="*/ 13595 h 142261"/>
                <a:gd name="connsiteX4" fmla="*/ 65796 w 151440"/>
                <a:gd name="connsiteY4" fmla="*/ 9774 h 142261"/>
                <a:gd name="connsiteX5" fmla="*/ 137845 w 151440"/>
                <a:gd name="connsiteY5" fmla="*/ 72644 h 142261"/>
                <a:gd name="connsiteX6" fmla="*/ 141666 w 151440"/>
                <a:gd name="connsiteY6" fmla="*/ 128665 h 142261"/>
                <a:gd name="connsiteX7" fmla="*/ 111745 w 151440"/>
                <a:gd name="connsiteY7" fmla="*/ 142261 h 142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440" h="142261">
                  <a:moveTo>
                    <a:pt x="111745" y="142261"/>
                  </a:moveTo>
                  <a:cubicBezTo>
                    <a:pt x="102466" y="142261"/>
                    <a:pt x="93187" y="139036"/>
                    <a:pt x="85644" y="132486"/>
                  </a:cubicBezTo>
                  <a:lnTo>
                    <a:pt x="13595" y="69617"/>
                  </a:lnTo>
                  <a:cubicBezTo>
                    <a:pt x="-2929" y="55227"/>
                    <a:pt x="-4616" y="30119"/>
                    <a:pt x="9774" y="13595"/>
                  </a:cubicBezTo>
                  <a:cubicBezTo>
                    <a:pt x="24214" y="-2929"/>
                    <a:pt x="49272" y="-4616"/>
                    <a:pt x="65796" y="9774"/>
                  </a:cubicBezTo>
                  <a:lnTo>
                    <a:pt x="137845" y="72644"/>
                  </a:lnTo>
                  <a:cubicBezTo>
                    <a:pt x="154369" y="87034"/>
                    <a:pt x="156056" y="112142"/>
                    <a:pt x="141666" y="128665"/>
                  </a:cubicBezTo>
                  <a:cubicBezTo>
                    <a:pt x="133826" y="137647"/>
                    <a:pt x="122810" y="142261"/>
                    <a:pt x="111745" y="14226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D7822FDD-955C-A33B-B138-812573A277DB}"/>
                </a:ext>
              </a:extLst>
            </p:cNvPr>
            <p:cNvSpPr/>
            <p:nvPr/>
          </p:nvSpPr>
          <p:spPr>
            <a:xfrm>
              <a:off x="3217792" y="5266824"/>
              <a:ext cx="79393" cy="190890"/>
            </a:xfrm>
            <a:custGeom>
              <a:avLst/>
              <a:gdLst>
                <a:gd name="connsiteX0" fmla="*/ 39697 w 79393"/>
                <a:gd name="connsiteY0" fmla="*/ 190891 h 190890"/>
                <a:gd name="connsiteX1" fmla="*/ 0 w 79393"/>
                <a:gd name="connsiteY1" fmla="*/ 151194 h 190890"/>
                <a:gd name="connsiteX2" fmla="*/ 0 w 79393"/>
                <a:gd name="connsiteY2" fmla="*/ 39697 h 190890"/>
                <a:gd name="connsiteX3" fmla="*/ 39697 w 79393"/>
                <a:gd name="connsiteY3" fmla="*/ 0 h 190890"/>
                <a:gd name="connsiteX4" fmla="*/ 79393 w 79393"/>
                <a:gd name="connsiteY4" fmla="*/ 39697 h 190890"/>
                <a:gd name="connsiteX5" fmla="*/ 79393 w 79393"/>
                <a:gd name="connsiteY5" fmla="*/ 151194 h 190890"/>
                <a:gd name="connsiteX6" fmla="*/ 39697 w 79393"/>
                <a:gd name="connsiteY6" fmla="*/ 190891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0890">
                  <a:moveTo>
                    <a:pt x="39697" y="190891"/>
                  </a:moveTo>
                  <a:cubicBezTo>
                    <a:pt x="17764" y="190891"/>
                    <a:pt x="0" y="173127"/>
                    <a:pt x="0" y="151194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51194"/>
                  </a:lnTo>
                  <a:cubicBezTo>
                    <a:pt x="79393" y="173127"/>
                    <a:pt x="61629" y="190891"/>
                    <a:pt x="39697" y="19089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9160E4CF-248C-904C-AC92-349E0F19E773}"/>
                </a:ext>
              </a:extLst>
            </p:cNvPr>
            <p:cNvSpPr/>
            <p:nvPr/>
          </p:nvSpPr>
          <p:spPr>
            <a:xfrm>
              <a:off x="2886524" y="4811504"/>
              <a:ext cx="741929" cy="741878"/>
            </a:xfrm>
            <a:custGeom>
              <a:avLst/>
              <a:gdLst>
                <a:gd name="connsiteX0" fmla="*/ 370965 w 741929"/>
                <a:gd name="connsiteY0" fmla="*/ 741879 h 741878"/>
                <a:gd name="connsiteX1" fmla="*/ 0 w 741929"/>
                <a:gd name="connsiteY1" fmla="*/ 370915 h 741878"/>
                <a:gd name="connsiteX2" fmla="*/ 370965 w 741929"/>
                <a:gd name="connsiteY2" fmla="*/ 0 h 741878"/>
                <a:gd name="connsiteX3" fmla="*/ 741929 w 741929"/>
                <a:gd name="connsiteY3" fmla="*/ 370915 h 741878"/>
                <a:gd name="connsiteX4" fmla="*/ 370965 w 741929"/>
                <a:gd name="connsiteY4" fmla="*/ 741879 h 741878"/>
                <a:gd name="connsiteX5" fmla="*/ 370965 w 741929"/>
                <a:gd name="connsiteY5" fmla="*/ 79393 h 741878"/>
                <a:gd name="connsiteX6" fmla="*/ 79393 w 741929"/>
                <a:gd name="connsiteY6" fmla="*/ 370915 h 741878"/>
                <a:gd name="connsiteX7" fmla="*/ 370965 w 741929"/>
                <a:gd name="connsiteY7" fmla="*/ 662486 h 741878"/>
                <a:gd name="connsiteX8" fmla="*/ 662536 w 741929"/>
                <a:gd name="connsiteY8" fmla="*/ 370915 h 741878"/>
                <a:gd name="connsiteX9" fmla="*/ 370965 w 741929"/>
                <a:gd name="connsiteY9" fmla="*/ 79393 h 741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1929" h="741878">
                  <a:moveTo>
                    <a:pt x="370965" y="741879"/>
                  </a:moveTo>
                  <a:cubicBezTo>
                    <a:pt x="166428" y="741879"/>
                    <a:pt x="0" y="575451"/>
                    <a:pt x="0" y="370915"/>
                  </a:cubicBezTo>
                  <a:cubicBezTo>
                    <a:pt x="0" y="166378"/>
                    <a:pt x="166428" y="0"/>
                    <a:pt x="370965" y="0"/>
                  </a:cubicBezTo>
                  <a:cubicBezTo>
                    <a:pt x="575501" y="0"/>
                    <a:pt x="741929" y="166428"/>
                    <a:pt x="741929" y="370915"/>
                  </a:cubicBezTo>
                  <a:cubicBezTo>
                    <a:pt x="741929" y="575402"/>
                    <a:pt x="575501" y="741879"/>
                    <a:pt x="370965" y="741879"/>
                  </a:cubicBezTo>
                  <a:close/>
                  <a:moveTo>
                    <a:pt x="370965" y="79393"/>
                  </a:moveTo>
                  <a:cubicBezTo>
                    <a:pt x="210193" y="79393"/>
                    <a:pt x="79393" y="210193"/>
                    <a:pt x="79393" y="370915"/>
                  </a:cubicBezTo>
                  <a:cubicBezTo>
                    <a:pt x="79393" y="531636"/>
                    <a:pt x="210193" y="662486"/>
                    <a:pt x="370965" y="662486"/>
                  </a:cubicBezTo>
                  <a:cubicBezTo>
                    <a:pt x="531736" y="662486"/>
                    <a:pt x="662536" y="531686"/>
                    <a:pt x="662536" y="370915"/>
                  </a:cubicBezTo>
                  <a:cubicBezTo>
                    <a:pt x="662536" y="210144"/>
                    <a:pt x="531736" y="79393"/>
                    <a:pt x="370965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C34F80F1-ADC9-02A8-BDCA-17CEF1BCEF6B}"/>
                </a:ext>
              </a:extLst>
            </p:cNvPr>
            <p:cNvSpPr/>
            <p:nvPr/>
          </p:nvSpPr>
          <p:spPr>
            <a:xfrm>
              <a:off x="3086434" y="5039362"/>
              <a:ext cx="342060" cy="306854"/>
            </a:xfrm>
            <a:custGeom>
              <a:avLst/>
              <a:gdLst>
                <a:gd name="connsiteX0" fmla="*/ 236703 w 342060"/>
                <a:gd name="connsiteY0" fmla="*/ 306854 h 306854"/>
                <a:gd name="connsiteX1" fmla="*/ 105357 w 342060"/>
                <a:gd name="connsiteY1" fmla="*/ 306854 h 306854"/>
                <a:gd name="connsiteX2" fmla="*/ 70970 w 342060"/>
                <a:gd name="connsiteY2" fmla="*/ 287006 h 306854"/>
                <a:gd name="connsiteX3" fmla="*/ 5322 w 342060"/>
                <a:gd name="connsiteY3" fmla="*/ 173275 h 306854"/>
                <a:gd name="connsiteX4" fmla="*/ 5322 w 342060"/>
                <a:gd name="connsiteY4" fmla="*/ 133579 h 306854"/>
                <a:gd name="connsiteX5" fmla="*/ 70970 w 342060"/>
                <a:gd name="connsiteY5" fmla="*/ 19848 h 306854"/>
                <a:gd name="connsiteX6" fmla="*/ 105357 w 342060"/>
                <a:gd name="connsiteY6" fmla="*/ 0 h 306854"/>
                <a:gd name="connsiteX7" fmla="*/ 236703 w 342060"/>
                <a:gd name="connsiteY7" fmla="*/ 0 h 306854"/>
                <a:gd name="connsiteX8" fmla="*/ 271091 w 342060"/>
                <a:gd name="connsiteY8" fmla="*/ 19848 h 306854"/>
                <a:gd name="connsiteX9" fmla="*/ 336739 w 342060"/>
                <a:gd name="connsiteY9" fmla="*/ 133579 h 306854"/>
                <a:gd name="connsiteX10" fmla="*/ 336739 w 342060"/>
                <a:gd name="connsiteY10" fmla="*/ 173275 h 306854"/>
                <a:gd name="connsiteX11" fmla="*/ 271091 w 342060"/>
                <a:gd name="connsiteY11" fmla="*/ 287006 h 306854"/>
                <a:gd name="connsiteX12" fmla="*/ 236703 w 342060"/>
                <a:gd name="connsiteY12" fmla="*/ 306854 h 306854"/>
                <a:gd name="connsiteX13" fmla="*/ 128282 w 342060"/>
                <a:gd name="connsiteY13" fmla="*/ 227461 h 306854"/>
                <a:gd name="connsiteX14" fmla="*/ 213779 w 342060"/>
                <a:gd name="connsiteY14" fmla="*/ 227461 h 306854"/>
                <a:gd name="connsiteX15" fmla="*/ 256502 w 342060"/>
                <a:gd name="connsiteY15" fmla="*/ 153427 h 306854"/>
                <a:gd name="connsiteX16" fmla="*/ 213779 w 342060"/>
                <a:gd name="connsiteY16" fmla="*/ 79393 h 306854"/>
                <a:gd name="connsiteX17" fmla="*/ 128282 w 342060"/>
                <a:gd name="connsiteY17" fmla="*/ 79393 h 306854"/>
                <a:gd name="connsiteX18" fmla="*/ 85559 w 342060"/>
                <a:gd name="connsiteY18" fmla="*/ 153427 h 306854"/>
                <a:gd name="connsiteX19" fmla="*/ 128282 w 342060"/>
                <a:gd name="connsiteY19" fmla="*/ 227461 h 30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2060" h="306854">
                  <a:moveTo>
                    <a:pt x="236703" y="306854"/>
                  </a:moveTo>
                  <a:lnTo>
                    <a:pt x="105357" y="306854"/>
                  </a:lnTo>
                  <a:cubicBezTo>
                    <a:pt x="91166" y="306854"/>
                    <a:pt x="78066" y="299312"/>
                    <a:pt x="70970" y="287006"/>
                  </a:cubicBezTo>
                  <a:lnTo>
                    <a:pt x="5322" y="173275"/>
                  </a:lnTo>
                  <a:cubicBezTo>
                    <a:pt x="-1774" y="160969"/>
                    <a:pt x="-1774" y="145885"/>
                    <a:pt x="5322" y="133579"/>
                  </a:cubicBezTo>
                  <a:lnTo>
                    <a:pt x="70970" y="19848"/>
                  </a:lnTo>
                  <a:cubicBezTo>
                    <a:pt x="78066" y="7542"/>
                    <a:pt x="91166" y="0"/>
                    <a:pt x="105357" y="0"/>
                  </a:cubicBezTo>
                  <a:lnTo>
                    <a:pt x="236703" y="0"/>
                  </a:lnTo>
                  <a:cubicBezTo>
                    <a:pt x="250895" y="0"/>
                    <a:pt x="263995" y="7542"/>
                    <a:pt x="271091" y="19848"/>
                  </a:cubicBezTo>
                  <a:lnTo>
                    <a:pt x="336739" y="133579"/>
                  </a:lnTo>
                  <a:cubicBezTo>
                    <a:pt x="343835" y="145885"/>
                    <a:pt x="343835" y="160969"/>
                    <a:pt x="336739" y="173275"/>
                  </a:cubicBezTo>
                  <a:lnTo>
                    <a:pt x="271091" y="287006"/>
                  </a:lnTo>
                  <a:cubicBezTo>
                    <a:pt x="263995" y="299312"/>
                    <a:pt x="250895" y="306854"/>
                    <a:pt x="236703" y="306854"/>
                  </a:cubicBezTo>
                  <a:close/>
                  <a:moveTo>
                    <a:pt x="128282" y="227461"/>
                  </a:moveTo>
                  <a:lnTo>
                    <a:pt x="213779" y="227461"/>
                  </a:lnTo>
                  <a:lnTo>
                    <a:pt x="256502" y="153427"/>
                  </a:lnTo>
                  <a:lnTo>
                    <a:pt x="213779" y="79393"/>
                  </a:lnTo>
                  <a:lnTo>
                    <a:pt x="128282" y="79393"/>
                  </a:lnTo>
                  <a:lnTo>
                    <a:pt x="85559" y="153427"/>
                  </a:lnTo>
                  <a:lnTo>
                    <a:pt x="128282" y="22746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238A5D60-113A-483C-53DD-F26DFDF7AB7C}"/>
                </a:ext>
              </a:extLst>
            </p:cNvPr>
            <p:cNvSpPr/>
            <p:nvPr/>
          </p:nvSpPr>
          <p:spPr>
            <a:xfrm>
              <a:off x="2948749" y="4840389"/>
              <a:ext cx="286703" cy="209592"/>
            </a:xfrm>
            <a:custGeom>
              <a:avLst/>
              <a:gdLst>
                <a:gd name="connsiteX0" fmla="*/ 171043 w 286703"/>
                <a:gd name="connsiteY0" fmla="*/ 209592 h 209592"/>
                <a:gd name="connsiteX1" fmla="*/ 39697 w 286703"/>
                <a:gd name="connsiteY1" fmla="*/ 209592 h 209592"/>
                <a:gd name="connsiteX2" fmla="*/ 0 w 286703"/>
                <a:gd name="connsiteY2" fmla="*/ 169896 h 209592"/>
                <a:gd name="connsiteX3" fmla="*/ 39697 w 286703"/>
                <a:gd name="connsiteY3" fmla="*/ 130199 h 209592"/>
                <a:gd name="connsiteX4" fmla="*/ 148217 w 286703"/>
                <a:gd name="connsiteY4" fmla="*/ 130199 h 209592"/>
                <a:gd name="connsiteX5" fmla="*/ 212724 w 286703"/>
                <a:gd name="connsiteY5" fmla="*/ 19694 h 209592"/>
                <a:gd name="connsiteX6" fmla="*/ 267009 w 286703"/>
                <a:gd name="connsiteY6" fmla="*/ 5403 h 209592"/>
                <a:gd name="connsiteX7" fmla="*/ 281300 w 286703"/>
                <a:gd name="connsiteY7" fmla="*/ 59688 h 209592"/>
                <a:gd name="connsiteX8" fmla="*/ 205331 w 286703"/>
                <a:gd name="connsiteY8" fmla="*/ 189893 h 209592"/>
                <a:gd name="connsiteX9" fmla="*/ 171043 w 286703"/>
                <a:gd name="connsiteY9" fmla="*/ 209592 h 2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703" h="209592">
                  <a:moveTo>
                    <a:pt x="171043" y="209592"/>
                  </a:moveTo>
                  <a:lnTo>
                    <a:pt x="39697" y="209592"/>
                  </a:lnTo>
                  <a:cubicBezTo>
                    <a:pt x="17764" y="209592"/>
                    <a:pt x="0" y="191828"/>
                    <a:pt x="0" y="169896"/>
                  </a:cubicBezTo>
                  <a:cubicBezTo>
                    <a:pt x="0" y="147963"/>
                    <a:pt x="17764" y="130199"/>
                    <a:pt x="39697" y="130199"/>
                  </a:cubicBezTo>
                  <a:lnTo>
                    <a:pt x="148217" y="130199"/>
                  </a:lnTo>
                  <a:lnTo>
                    <a:pt x="212724" y="19694"/>
                  </a:lnTo>
                  <a:cubicBezTo>
                    <a:pt x="223790" y="739"/>
                    <a:pt x="248054" y="-5613"/>
                    <a:pt x="267009" y="5403"/>
                  </a:cubicBezTo>
                  <a:cubicBezTo>
                    <a:pt x="285964" y="16469"/>
                    <a:pt x="292316" y="40783"/>
                    <a:pt x="281300" y="59688"/>
                  </a:cubicBezTo>
                  <a:lnTo>
                    <a:pt x="205331" y="189893"/>
                  </a:lnTo>
                  <a:cubicBezTo>
                    <a:pt x="198235" y="202100"/>
                    <a:pt x="185185" y="209592"/>
                    <a:pt x="171043" y="20959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D076107F-9769-70F6-7B01-0ACC3C4312B0}"/>
                </a:ext>
              </a:extLst>
            </p:cNvPr>
            <p:cNvSpPr/>
            <p:nvPr/>
          </p:nvSpPr>
          <p:spPr>
            <a:xfrm>
              <a:off x="3276671" y="4833515"/>
              <a:ext cx="277839" cy="220833"/>
            </a:xfrm>
            <a:custGeom>
              <a:avLst/>
              <a:gdLst>
                <a:gd name="connsiteX0" fmla="*/ 238201 w 277839"/>
                <a:gd name="connsiteY0" fmla="*/ 220833 h 220833"/>
                <a:gd name="connsiteX1" fmla="*/ 236365 w 277839"/>
                <a:gd name="connsiteY1" fmla="*/ 220833 h 220833"/>
                <a:gd name="connsiteX2" fmla="*/ 105167 w 277839"/>
                <a:gd name="connsiteY2" fmla="*/ 214928 h 220833"/>
                <a:gd name="connsiteX3" fmla="*/ 71376 w 277839"/>
                <a:gd name="connsiteY3" fmla="*/ 192897 h 220833"/>
                <a:gd name="connsiteX4" fmla="*/ 4140 w 277839"/>
                <a:gd name="connsiteY4" fmla="*/ 57333 h 220833"/>
                <a:gd name="connsiteX5" fmla="*/ 22053 w 277839"/>
                <a:gd name="connsiteY5" fmla="*/ 4140 h 220833"/>
                <a:gd name="connsiteX6" fmla="*/ 75246 w 277839"/>
                <a:gd name="connsiteY6" fmla="*/ 22053 h 220833"/>
                <a:gd name="connsiteX7" fmla="*/ 132112 w 277839"/>
                <a:gd name="connsiteY7" fmla="*/ 136627 h 220833"/>
                <a:gd name="connsiteX8" fmla="*/ 239937 w 277839"/>
                <a:gd name="connsiteY8" fmla="*/ 141490 h 220833"/>
                <a:gd name="connsiteX9" fmla="*/ 277798 w 277839"/>
                <a:gd name="connsiteY9" fmla="*/ 182923 h 220833"/>
                <a:gd name="connsiteX10" fmla="*/ 238151 w 277839"/>
                <a:gd name="connsiteY10" fmla="*/ 220833 h 22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7839" h="220833">
                  <a:moveTo>
                    <a:pt x="238201" y="220833"/>
                  </a:moveTo>
                  <a:cubicBezTo>
                    <a:pt x="237605" y="220833"/>
                    <a:pt x="237010" y="220833"/>
                    <a:pt x="236365" y="220833"/>
                  </a:cubicBezTo>
                  <a:lnTo>
                    <a:pt x="105167" y="214928"/>
                  </a:lnTo>
                  <a:cubicBezTo>
                    <a:pt x="90728" y="214283"/>
                    <a:pt x="77826" y="205848"/>
                    <a:pt x="71376" y="192897"/>
                  </a:cubicBezTo>
                  <a:lnTo>
                    <a:pt x="4140" y="57333"/>
                  </a:lnTo>
                  <a:cubicBezTo>
                    <a:pt x="-5586" y="37683"/>
                    <a:pt x="2403" y="13865"/>
                    <a:pt x="22053" y="4140"/>
                  </a:cubicBezTo>
                  <a:cubicBezTo>
                    <a:pt x="41703" y="-5586"/>
                    <a:pt x="65521" y="2403"/>
                    <a:pt x="75246" y="22053"/>
                  </a:cubicBezTo>
                  <a:lnTo>
                    <a:pt x="132112" y="136627"/>
                  </a:lnTo>
                  <a:lnTo>
                    <a:pt x="239937" y="141490"/>
                  </a:lnTo>
                  <a:cubicBezTo>
                    <a:pt x="261820" y="142482"/>
                    <a:pt x="278791" y="161040"/>
                    <a:pt x="277798" y="182923"/>
                  </a:cubicBezTo>
                  <a:cubicBezTo>
                    <a:pt x="276855" y="204210"/>
                    <a:pt x="259290" y="220833"/>
                    <a:pt x="238151" y="22083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BF8F45CC-416C-C1A4-692F-2D755E3C4A18}"/>
                </a:ext>
              </a:extLst>
            </p:cNvPr>
            <p:cNvSpPr/>
            <p:nvPr/>
          </p:nvSpPr>
          <p:spPr>
            <a:xfrm>
              <a:off x="3104240" y="5378328"/>
              <a:ext cx="306585" cy="150641"/>
            </a:xfrm>
            <a:custGeom>
              <a:avLst/>
              <a:gdLst>
                <a:gd name="connsiteX0" fmla="*/ 266831 w 306585"/>
                <a:gd name="connsiteY0" fmla="*/ 150642 h 150641"/>
                <a:gd name="connsiteX1" fmla="*/ 245346 w 306585"/>
                <a:gd name="connsiteY1" fmla="*/ 144290 h 150641"/>
                <a:gd name="connsiteX2" fmla="*/ 154292 w 306585"/>
                <a:gd name="connsiteY2" fmla="*/ 85490 h 150641"/>
                <a:gd name="connsiteX3" fmla="*/ 57829 w 306585"/>
                <a:gd name="connsiteY3" fmla="*/ 134962 h 150641"/>
                <a:gd name="connsiteX4" fmla="*/ 4387 w 306585"/>
                <a:gd name="connsiteY4" fmla="*/ 117743 h 150641"/>
                <a:gd name="connsiteX5" fmla="*/ 21606 w 306585"/>
                <a:gd name="connsiteY5" fmla="*/ 64302 h 150641"/>
                <a:gd name="connsiteX6" fmla="*/ 138462 w 306585"/>
                <a:gd name="connsiteY6" fmla="*/ 4360 h 150641"/>
                <a:gd name="connsiteX7" fmla="*/ 178109 w 306585"/>
                <a:gd name="connsiteY7" fmla="*/ 6345 h 150641"/>
                <a:gd name="connsiteX8" fmla="*/ 288416 w 306585"/>
                <a:gd name="connsiteY8" fmla="*/ 77600 h 150641"/>
                <a:gd name="connsiteX9" fmla="*/ 300226 w 306585"/>
                <a:gd name="connsiteY9" fmla="*/ 132481 h 150641"/>
                <a:gd name="connsiteX10" fmla="*/ 266831 w 306585"/>
                <a:gd name="connsiteY10" fmla="*/ 150642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585" h="150641">
                  <a:moveTo>
                    <a:pt x="266831" y="150642"/>
                  </a:moveTo>
                  <a:cubicBezTo>
                    <a:pt x="259438" y="150642"/>
                    <a:pt x="251995" y="148607"/>
                    <a:pt x="245346" y="144290"/>
                  </a:cubicBezTo>
                  <a:lnTo>
                    <a:pt x="154292" y="85490"/>
                  </a:lnTo>
                  <a:lnTo>
                    <a:pt x="57829" y="134962"/>
                  </a:lnTo>
                  <a:cubicBezTo>
                    <a:pt x="38328" y="144936"/>
                    <a:pt x="14411" y="137244"/>
                    <a:pt x="4387" y="117743"/>
                  </a:cubicBezTo>
                  <a:cubicBezTo>
                    <a:pt x="-5636" y="98242"/>
                    <a:pt x="2105" y="74325"/>
                    <a:pt x="21606" y="64302"/>
                  </a:cubicBezTo>
                  <a:lnTo>
                    <a:pt x="138462" y="4360"/>
                  </a:lnTo>
                  <a:cubicBezTo>
                    <a:pt x="151066" y="-2091"/>
                    <a:pt x="166200" y="-1346"/>
                    <a:pt x="178109" y="6345"/>
                  </a:cubicBezTo>
                  <a:lnTo>
                    <a:pt x="288416" y="77600"/>
                  </a:lnTo>
                  <a:cubicBezTo>
                    <a:pt x="306826" y="89509"/>
                    <a:pt x="312135" y="114072"/>
                    <a:pt x="300226" y="132481"/>
                  </a:cubicBezTo>
                  <a:cubicBezTo>
                    <a:pt x="292634" y="144241"/>
                    <a:pt x="279882" y="150642"/>
                    <a:pt x="266831" y="1506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28599456-98BD-B467-B96F-8A5DF96B7311}"/>
              </a:ext>
            </a:extLst>
          </p:cNvPr>
          <p:cNvGrpSpPr/>
          <p:nvPr/>
        </p:nvGrpSpPr>
        <p:grpSpPr>
          <a:xfrm>
            <a:off x="4160813" y="4778606"/>
            <a:ext cx="828368" cy="828367"/>
            <a:chOff x="4160813" y="4778606"/>
            <a:chExt cx="828368" cy="828367"/>
          </a:xfrm>
        </p:grpSpPr>
        <p:grpSp>
          <p:nvGrpSpPr>
            <p:cNvPr id="271" name="Picture Placeholder 89">
              <a:extLst>
                <a:ext uri="{FF2B5EF4-FFF2-40B4-BE49-F238E27FC236}">
                  <a16:creationId xmlns:a16="http://schemas.microsoft.com/office/drawing/2014/main" id="{87B5F3FD-ABAF-3C6E-89A4-D27D3CC72DF2}"/>
                </a:ext>
              </a:extLst>
            </p:cNvPr>
            <p:cNvGrpSpPr/>
            <p:nvPr/>
          </p:nvGrpSpPr>
          <p:grpSpPr>
            <a:xfrm>
              <a:off x="4466030" y="5083822"/>
              <a:ext cx="217934" cy="217934"/>
              <a:chOff x="4466030" y="5083822"/>
              <a:chExt cx="217934" cy="217934"/>
            </a:xfrm>
            <a:solidFill>
              <a:srgbClr val="C42828"/>
            </a:solidFill>
          </p:grpSpPr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614D6D71-A2DB-9B86-7F30-B61E62C21AAC}"/>
                  </a:ext>
                </a:extLst>
              </p:cNvPr>
              <p:cNvSpPr/>
              <p:nvPr/>
            </p:nvSpPr>
            <p:spPr>
              <a:xfrm>
                <a:off x="4535300" y="5083822"/>
                <a:ext cx="79393" cy="217934"/>
              </a:xfrm>
              <a:custGeom>
                <a:avLst/>
                <a:gdLst>
                  <a:gd name="connsiteX0" fmla="*/ 39697 w 79393"/>
                  <a:gd name="connsiteY0" fmla="*/ 217934 h 217934"/>
                  <a:gd name="connsiteX1" fmla="*/ 0 w 79393"/>
                  <a:gd name="connsiteY1" fmla="*/ 178238 h 217934"/>
                  <a:gd name="connsiteX2" fmla="*/ 0 w 79393"/>
                  <a:gd name="connsiteY2" fmla="*/ 39697 h 217934"/>
                  <a:gd name="connsiteX3" fmla="*/ 39697 w 79393"/>
                  <a:gd name="connsiteY3" fmla="*/ 0 h 217934"/>
                  <a:gd name="connsiteX4" fmla="*/ 79393 w 79393"/>
                  <a:gd name="connsiteY4" fmla="*/ 39697 h 217934"/>
                  <a:gd name="connsiteX5" fmla="*/ 79393 w 79393"/>
                  <a:gd name="connsiteY5" fmla="*/ 178238 h 217934"/>
                  <a:gd name="connsiteX6" fmla="*/ 39697 w 79393"/>
                  <a:gd name="connsiteY6" fmla="*/ 217934 h 217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17934">
                    <a:moveTo>
                      <a:pt x="39697" y="217934"/>
                    </a:moveTo>
                    <a:cubicBezTo>
                      <a:pt x="17764" y="217934"/>
                      <a:pt x="0" y="200170"/>
                      <a:pt x="0" y="178238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78238"/>
                    </a:lnTo>
                    <a:cubicBezTo>
                      <a:pt x="79393" y="200170"/>
                      <a:pt x="61629" y="217934"/>
                      <a:pt x="39697" y="21793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556E9DE1-F8D5-9B79-8373-C6DBAA79FA9F}"/>
                  </a:ext>
                </a:extLst>
              </p:cNvPr>
              <p:cNvSpPr/>
              <p:nvPr/>
            </p:nvSpPr>
            <p:spPr>
              <a:xfrm>
                <a:off x="4466030" y="5153093"/>
                <a:ext cx="217934" cy="79393"/>
              </a:xfrm>
              <a:custGeom>
                <a:avLst/>
                <a:gdLst>
                  <a:gd name="connsiteX0" fmla="*/ 178238 w 217934"/>
                  <a:gd name="connsiteY0" fmla="*/ 79393 h 79393"/>
                  <a:gd name="connsiteX1" fmla="*/ 39697 w 217934"/>
                  <a:gd name="connsiteY1" fmla="*/ 79393 h 79393"/>
                  <a:gd name="connsiteX2" fmla="*/ 0 w 217934"/>
                  <a:gd name="connsiteY2" fmla="*/ 39697 h 79393"/>
                  <a:gd name="connsiteX3" fmla="*/ 39697 w 217934"/>
                  <a:gd name="connsiteY3" fmla="*/ 0 h 79393"/>
                  <a:gd name="connsiteX4" fmla="*/ 178238 w 217934"/>
                  <a:gd name="connsiteY4" fmla="*/ 0 h 79393"/>
                  <a:gd name="connsiteX5" fmla="*/ 217934 w 217934"/>
                  <a:gd name="connsiteY5" fmla="*/ 39697 h 79393"/>
                  <a:gd name="connsiteX6" fmla="*/ 178238 w 21793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7934" h="79393">
                    <a:moveTo>
                      <a:pt x="178238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178238" y="0"/>
                    </a:lnTo>
                    <a:cubicBezTo>
                      <a:pt x="200170" y="0"/>
                      <a:pt x="217934" y="17764"/>
                      <a:pt x="217934" y="39697"/>
                    </a:cubicBezTo>
                    <a:cubicBezTo>
                      <a:pt x="217934" y="61629"/>
                      <a:pt x="200170" y="79393"/>
                      <a:pt x="178238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4" name="Picture Placeholder 89">
              <a:extLst>
                <a:ext uri="{FF2B5EF4-FFF2-40B4-BE49-F238E27FC236}">
                  <a16:creationId xmlns:a16="http://schemas.microsoft.com/office/drawing/2014/main" id="{381B54C0-94DE-344A-DF40-79CE65009FD1}"/>
                </a:ext>
              </a:extLst>
            </p:cNvPr>
            <p:cNvGrpSpPr/>
            <p:nvPr/>
          </p:nvGrpSpPr>
          <p:grpSpPr>
            <a:xfrm>
              <a:off x="4160813" y="4778606"/>
              <a:ext cx="828368" cy="828367"/>
              <a:chOff x="4160813" y="4778606"/>
              <a:chExt cx="828368" cy="828367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6262D624-491A-77BA-7D4C-C8A54BE09C13}"/>
                  </a:ext>
                </a:extLst>
              </p:cNvPr>
              <p:cNvSpPr/>
              <p:nvPr/>
            </p:nvSpPr>
            <p:spPr>
              <a:xfrm>
                <a:off x="4160813" y="4778606"/>
                <a:ext cx="828368" cy="828367"/>
              </a:xfrm>
              <a:custGeom>
                <a:avLst/>
                <a:gdLst>
                  <a:gd name="connsiteX0" fmla="*/ 414184 w 828368"/>
                  <a:gd name="connsiteY0" fmla="*/ 828368 h 828367"/>
                  <a:gd name="connsiteX1" fmla="*/ 0 w 828368"/>
                  <a:gd name="connsiteY1" fmla="*/ 414184 h 828367"/>
                  <a:gd name="connsiteX2" fmla="*/ 414184 w 828368"/>
                  <a:gd name="connsiteY2" fmla="*/ 0 h 828367"/>
                  <a:gd name="connsiteX3" fmla="*/ 828369 w 828368"/>
                  <a:gd name="connsiteY3" fmla="*/ 414184 h 828367"/>
                  <a:gd name="connsiteX4" fmla="*/ 414184 w 828368"/>
                  <a:gd name="connsiteY4" fmla="*/ 828368 h 828367"/>
                  <a:gd name="connsiteX5" fmla="*/ 414184 w 828368"/>
                  <a:gd name="connsiteY5" fmla="*/ 79393 h 828367"/>
                  <a:gd name="connsiteX6" fmla="*/ 79393 w 828368"/>
                  <a:gd name="connsiteY6" fmla="*/ 414184 h 828367"/>
                  <a:gd name="connsiteX7" fmla="*/ 414184 w 828368"/>
                  <a:gd name="connsiteY7" fmla="*/ 748975 h 828367"/>
                  <a:gd name="connsiteX8" fmla="*/ 748976 w 828368"/>
                  <a:gd name="connsiteY8" fmla="*/ 414184 h 828367"/>
                  <a:gd name="connsiteX9" fmla="*/ 414184 w 828368"/>
                  <a:gd name="connsiteY9" fmla="*/ 79393 h 828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368" h="828367">
                    <a:moveTo>
                      <a:pt x="414184" y="828368"/>
                    </a:moveTo>
                    <a:cubicBezTo>
                      <a:pt x="185780" y="828368"/>
                      <a:pt x="0" y="642588"/>
                      <a:pt x="0" y="414184"/>
                    </a:cubicBezTo>
                    <a:cubicBezTo>
                      <a:pt x="0" y="185780"/>
                      <a:pt x="185780" y="0"/>
                      <a:pt x="414184" y="0"/>
                    </a:cubicBezTo>
                    <a:cubicBezTo>
                      <a:pt x="642589" y="0"/>
                      <a:pt x="828369" y="185780"/>
                      <a:pt x="828369" y="414184"/>
                    </a:cubicBezTo>
                    <a:cubicBezTo>
                      <a:pt x="828369" y="642588"/>
                      <a:pt x="642589" y="828368"/>
                      <a:pt x="414184" y="828368"/>
                    </a:cubicBezTo>
                    <a:close/>
                    <a:moveTo>
                      <a:pt x="414184" y="79393"/>
                    </a:moveTo>
                    <a:cubicBezTo>
                      <a:pt x="229595" y="79393"/>
                      <a:pt x="79393" y="229595"/>
                      <a:pt x="79393" y="414184"/>
                    </a:cubicBezTo>
                    <a:cubicBezTo>
                      <a:pt x="79393" y="598773"/>
                      <a:pt x="229595" y="748975"/>
                      <a:pt x="414184" y="748975"/>
                    </a:cubicBezTo>
                    <a:cubicBezTo>
                      <a:pt x="598774" y="748975"/>
                      <a:pt x="748976" y="598773"/>
                      <a:pt x="748976" y="414184"/>
                    </a:cubicBezTo>
                    <a:cubicBezTo>
                      <a:pt x="748976" y="229595"/>
                      <a:pt x="598774" y="79393"/>
                      <a:pt x="414184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9E2FC5E5-73F5-BCB4-8BD1-50DE24DD37BE}"/>
                  </a:ext>
                </a:extLst>
              </p:cNvPr>
              <p:cNvSpPr/>
              <p:nvPr/>
            </p:nvSpPr>
            <p:spPr>
              <a:xfrm>
                <a:off x="4535300" y="4778606"/>
                <a:ext cx="79393" cy="266611"/>
              </a:xfrm>
              <a:custGeom>
                <a:avLst/>
                <a:gdLst>
                  <a:gd name="connsiteX0" fmla="*/ 39697 w 79393"/>
                  <a:gd name="connsiteY0" fmla="*/ 266612 h 266611"/>
                  <a:gd name="connsiteX1" fmla="*/ 0 w 79393"/>
                  <a:gd name="connsiteY1" fmla="*/ 226915 h 266611"/>
                  <a:gd name="connsiteX2" fmla="*/ 0 w 79393"/>
                  <a:gd name="connsiteY2" fmla="*/ 39697 h 266611"/>
                  <a:gd name="connsiteX3" fmla="*/ 39697 w 79393"/>
                  <a:gd name="connsiteY3" fmla="*/ 0 h 266611"/>
                  <a:gd name="connsiteX4" fmla="*/ 79393 w 79393"/>
                  <a:gd name="connsiteY4" fmla="*/ 39697 h 266611"/>
                  <a:gd name="connsiteX5" fmla="*/ 79393 w 79393"/>
                  <a:gd name="connsiteY5" fmla="*/ 226915 h 266611"/>
                  <a:gd name="connsiteX6" fmla="*/ 39697 w 79393"/>
                  <a:gd name="connsiteY6" fmla="*/ 266612 h 26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6611">
                    <a:moveTo>
                      <a:pt x="39697" y="266612"/>
                    </a:moveTo>
                    <a:cubicBezTo>
                      <a:pt x="17764" y="266612"/>
                      <a:pt x="0" y="248848"/>
                      <a:pt x="0" y="22691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26915"/>
                    </a:lnTo>
                    <a:cubicBezTo>
                      <a:pt x="79393" y="248848"/>
                      <a:pt x="61629" y="266612"/>
                      <a:pt x="39697" y="26661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BB2FED81-E958-95DB-7600-4FEBC4AAF483}"/>
                  </a:ext>
                </a:extLst>
              </p:cNvPr>
              <p:cNvSpPr/>
              <p:nvPr/>
            </p:nvSpPr>
            <p:spPr>
              <a:xfrm>
                <a:off x="4535300" y="5340361"/>
                <a:ext cx="79393" cy="266611"/>
              </a:xfrm>
              <a:custGeom>
                <a:avLst/>
                <a:gdLst>
                  <a:gd name="connsiteX0" fmla="*/ 39697 w 79393"/>
                  <a:gd name="connsiteY0" fmla="*/ 266612 h 266611"/>
                  <a:gd name="connsiteX1" fmla="*/ 0 w 79393"/>
                  <a:gd name="connsiteY1" fmla="*/ 226915 h 266611"/>
                  <a:gd name="connsiteX2" fmla="*/ 0 w 79393"/>
                  <a:gd name="connsiteY2" fmla="*/ 39697 h 266611"/>
                  <a:gd name="connsiteX3" fmla="*/ 39697 w 79393"/>
                  <a:gd name="connsiteY3" fmla="*/ 0 h 266611"/>
                  <a:gd name="connsiteX4" fmla="*/ 79393 w 79393"/>
                  <a:gd name="connsiteY4" fmla="*/ 39697 h 266611"/>
                  <a:gd name="connsiteX5" fmla="*/ 79393 w 79393"/>
                  <a:gd name="connsiteY5" fmla="*/ 226915 h 266611"/>
                  <a:gd name="connsiteX6" fmla="*/ 39697 w 79393"/>
                  <a:gd name="connsiteY6" fmla="*/ 266612 h 26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6611">
                    <a:moveTo>
                      <a:pt x="39697" y="266612"/>
                    </a:moveTo>
                    <a:cubicBezTo>
                      <a:pt x="17764" y="266612"/>
                      <a:pt x="0" y="248848"/>
                      <a:pt x="0" y="22691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26915"/>
                    </a:lnTo>
                    <a:cubicBezTo>
                      <a:pt x="79393" y="248848"/>
                      <a:pt x="61629" y="266612"/>
                      <a:pt x="39697" y="266612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1F4795BF-9C25-1DEB-B56D-1025D1F6B5CA}"/>
                  </a:ext>
                </a:extLst>
              </p:cNvPr>
              <p:cNvSpPr/>
              <p:nvPr/>
            </p:nvSpPr>
            <p:spPr>
              <a:xfrm>
                <a:off x="4160813" y="5153093"/>
                <a:ext cx="271673" cy="79393"/>
              </a:xfrm>
              <a:custGeom>
                <a:avLst/>
                <a:gdLst>
                  <a:gd name="connsiteX0" fmla="*/ 231977 w 271673"/>
                  <a:gd name="connsiteY0" fmla="*/ 79393 h 79393"/>
                  <a:gd name="connsiteX1" fmla="*/ 39697 w 271673"/>
                  <a:gd name="connsiteY1" fmla="*/ 79393 h 79393"/>
                  <a:gd name="connsiteX2" fmla="*/ 0 w 271673"/>
                  <a:gd name="connsiteY2" fmla="*/ 39697 h 79393"/>
                  <a:gd name="connsiteX3" fmla="*/ 39697 w 271673"/>
                  <a:gd name="connsiteY3" fmla="*/ 0 h 79393"/>
                  <a:gd name="connsiteX4" fmla="*/ 231977 w 271673"/>
                  <a:gd name="connsiteY4" fmla="*/ 0 h 79393"/>
                  <a:gd name="connsiteX5" fmla="*/ 271674 w 271673"/>
                  <a:gd name="connsiteY5" fmla="*/ 39697 h 79393"/>
                  <a:gd name="connsiteX6" fmla="*/ 231977 w 271673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1673" h="79393">
                    <a:moveTo>
                      <a:pt x="231977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31977" y="0"/>
                    </a:lnTo>
                    <a:cubicBezTo>
                      <a:pt x="253909" y="0"/>
                      <a:pt x="271674" y="17764"/>
                      <a:pt x="271674" y="39697"/>
                    </a:cubicBezTo>
                    <a:cubicBezTo>
                      <a:pt x="271674" y="61629"/>
                      <a:pt x="253909" y="79393"/>
                      <a:pt x="231977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A2D6968E-5E61-C146-069C-E3A212AC88F7}"/>
                  </a:ext>
                </a:extLst>
              </p:cNvPr>
              <p:cNvSpPr/>
              <p:nvPr/>
            </p:nvSpPr>
            <p:spPr>
              <a:xfrm>
                <a:off x="4722519" y="5153093"/>
                <a:ext cx="266661" cy="79393"/>
              </a:xfrm>
              <a:custGeom>
                <a:avLst/>
                <a:gdLst>
                  <a:gd name="connsiteX0" fmla="*/ 226965 w 266661"/>
                  <a:gd name="connsiteY0" fmla="*/ 79393 h 79393"/>
                  <a:gd name="connsiteX1" fmla="*/ 39697 w 266661"/>
                  <a:gd name="connsiteY1" fmla="*/ 79393 h 79393"/>
                  <a:gd name="connsiteX2" fmla="*/ 0 w 266661"/>
                  <a:gd name="connsiteY2" fmla="*/ 39697 h 79393"/>
                  <a:gd name="connsiteX3" fmla="*/ 39697 w 266661"/>
                  <a:gd name="connsiteY3" fmla="*/ 0 h 79393"/>
                  <a:gd name="connsiteX4" fmla="*/ 226965 w 266661"/>
                  <a:gd name="connsiteY4" fmla="*/ 0 h 79393"/>
                  <a:gd name="connsiteX5" fmla="*/ 266662 w 266661"/>
                  <a:gd name="connsiteY5" fmla="*/ 39697 h 79393"/>
                  <a:gd name="connsiteX6" fmla="*/ 226965 w 26666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6661" h="79393">
                    <a:moveTo>
                      <a:pt x="226965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6965" y="0"/>
                    </a:lnTo>
                    <a:cubicBezTo>
                      <a:pt x="248898" y="0"/>
                      <a:pt x="266662" y="17764"/>
                      <a:pt x="266662" y="39697"/>
                    </a:cubicBezTo>
                    <a:cubicBezTo>
                      <a:pt x="266662" y="61629"/>
                      <a:pt x="248898" y="79393"/>
                      <a:pt x="22696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D90CDA7E-8B8C-A44F-1DE6-6E34A37809FC}"/>
              </a:ext>
            </a:extLst>
          </p:cNvPr>
          <p:cNvGrpSpPr/>
          <p:nvPr/>
        </p:nvGrpSpPr>
        <p:grpSpPr>
          <a:xfrm>
            <a:off x="5480951" y="4990635"/>
            <a:ext cx="823108" cy="404309"/>
            <a:chOff x="5480951" y="4990635"/>
            <a:chExt cx="823108" cy="404309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8BB1792D-7BDA-A4A4-93CC-DA015783FF75}"/>
                </a:ext>
              </a:extLst>
            </p:cNvPr>
            <p:cNvSpPr/>
            <p:nvPr/>
          </p:nvSpPr>
          <p:spPr>
            <a:xfrm>
              <a:off x="5480951" y="5066604"/>
              <a:ext cx="163649" cy="235102"/>
            </a:xfrm>
            <a:custGeom>
              <a:avLst/>
              <a:gdLst>
                <a:gd name="connsiteX0" fmla="*/ 123953 w 163649"/>
                <a:gd name="connsiteY0" fmla="*/ 235103 h 235102"/>
                <a:gd name="connsiteX1" fmla="*/ 39697 w 163649"/>
                <a:gd name="connsiteY1" fmla="*/ 235103 h 235102"/>
                <a:gd name="connsiteX2" fmla="*/ 0 w 163649"/>
                <a:gd name="connsiteY2" fmla="*/ 195406 h 235102"/>
                <a:gd name="connsiteX3" fmla="*/ 0 w 163649"/>
                <a:gd name="connsiteY3" fmla="*/ 39697 h 235102"/>
                <a:gd name="connsiteX4" fmla="*/ 39697 w 163649"/>
                <a:gd name="connsiteY4" fmla="*/ 0 h 235102"/>
                <a:gd name="connsiteX5" fmla="*/ 123953 w 163649"/>
                <a:gd name="connsiteY5" fmla="*/ 0 h 235102"/>
                <a:gd name="connsiteX6" fmla="*/ 163649 w 163649"/>
                <a:gd name="connsiteY6" fmla="*/ 39697 h 235102"/>
                <a:gd name="connsiteX7" fmla="*/ 123953 w 163649"/>
                <a:gd name="connsiteY7" fmla="*/ 79393 h 235102"/>
                <a:gd name="connsiteX8" fmla="*/ 79393 w 163649"/>
                <a:gd name="connsiteY8" fmla="*/ 79393 h 235102"/>
                <a:gd name="connsiteX9" fmla="*/ 79393 w 163649"/>
                <a:gd name="connsiteY9" fmla="*/ 155710 h 235102"/>
                <a:gd name="connsiteX10" fmla="*/ 123953 w 163649"/>
                <a:gd name="connsiteY10" fmla="*/ 155710 h 235102"/>
                <a:gd name="connsiteX11" fmla="*/ 163649 w 163649"/>
                <a:gd name="connsiteY11" fmla="*/ 195406 h 235102"/>
                <a:gd name="connsiteX12" fmla="*/ 123953 w 163649"/>
                <a:gd name="connsiteY12" fmla="*/ 235103 h 23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649" h="235102">
                  <a:moveTo>
                    <a:pt x="123953" y="235103"/>
                  </a:moveTo>
                  <a:lnTo>
                    <a:pt x="39697" y="235103"/>
                  </a:lnTo>
                  <a:cubicBezTo>
                    <a:pt x="17764" y="235103"/>
                    <a:pt x="0" y="217339"/>
                    <a:pt x="0" y="19540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123953" y="0"/>
                  </a:lnTo>
                  <a:cubicBezTo>
                    <a:pt x="145885" y="0"/>
                    <a:pt x="163649" y="17764"/>
                    <a:pt x="163649" y="39697"/>
                  </a:cubicBezTo>
                  <a:cubicBezTo>
                    <a:pt x="163649" y="61629"/>
                    <a:pt x="145885" y="79393"/>
                    <a:pt x="123953" y="79393"/>
                  </a:cubicBezTo>
                  <a:lnTo>
                    <a:pt x="79393" y="79393"/>
                  </a:lnTo>
                  <a:lnTo>
                    <a:pt x="79393" y="155710"/>
                  </a:lnTo>
                  <a:lnTo>
                    <a:pt x="123953" y="155710"/>
                  </a:lnTo>
                  <a:cubicBezTo>
                    <a:pt x="145885" y="155710"/>
                    <a:pt x="163649" y="173474"/>
                    <a:pt x="163649" y="195406"/>
                  </a:cubicBezTo>
                  <a:cubicBezTo>
                    <a:pt x="163649" y="217339"/>
                    <a:pt x="145885" y="235103"/>
                    <a:pt x="123953" y="23510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D36E4EA-297A-F78F-2353-E66B006B1C38}"/>
                </a:ext>
              </a:extLst>
            </p:cNvPr>
            <p:cNvSpPr/>
            <p:nvPr/>
          </p:nvSpPr>
          <p:spPr>
            <a:xfrm>
              <a:off x="6140410" y="5066604"/>
              <a:ext cx="163649" cy="235102"/>
            </a:xfrm>
            <a:custGeom>
              <a:avLst/>
              <a:gdLst>
                <a:gd name="connsiteX0" fmla="*/ 123953 w 163649"/>
                <a:gd name="connsiteY0" fmla="*/ 235103 h 235102"/>
                <a:gd name="connsiteX1" fmla="*/ 39697 w 163649"/>
                <a:gd name="connsiteY1" fmla="*/ 235103 h 235102"/>
                <a:gd name="connsiteX2" fmla="*/ 0 w 163649"/>
                <a:gd name="connsiteY2" fmla="*/ 195406 h 235102"/>
                <a:gd name="connsiteX3" fmla="*/ 39697 w 163649"/>
                <a:gd name="connsiteY3" fmla="*/ 155710 h 235102"/>
                <a:gd name="connsiteX4" fmla="*/ 84256 w 163649"/>
                <a:gd name="connsiteY4" fmla="*/ 155710 h 235102"/>
                <a:gd name="connsiteX5" fmla="*/ 84256 w 163649"/>
                <a:gd name="connsiteY5" fmla="*/ 79393 h 235102"/>
                <a:gd name="connsiteX6" fmla="*/ 39697 w 163649"/>
                <a:gd name="connsiteY6" fmla="*/ 79393 h 235102"/>
                <a:gd name="connsiteX7" fmla="*/ 0 w 163649"/>
                <a:gd name="connsiteY7" fmla="*/ 39697 h 235102"/>
                <a:gd name="connsiteX8" fmla="*/ 39697 w 163649"/>
                <a:gd name="connsiteY8" fmla="*/ 0 h 235102"/>
                <a:gd name="connsiteX9" fmla="*/ 123953 w 163649"/>
                <a:gd name="connsiteY9" fmla="*/ 0 h 235102"/>
                <a:gd name="connsiteX10" fmla="*/ 163649 w 163649"/>
                <a:gd name="connsiteY10" fmla="*/ 39697 h 235102"/>
                <a:gd name="connsiteX11" fmla="*/ 163649 w 163649"/>
                <a:gd name="connsiteY11" fmla="*/ 195406 h 235102"/>
                <a:gd name="connsiteX12" fmla="*/ 123953 w 163649"/>
                <a:gd name="connsiteY12" fmla="*/ 235103 h 23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649" h="235102">
                  <a:moveTo>
                    <a:pt x="123953" y="235103"/>
                  </a:moveTo>
                  <a:lnTo>
                    <a:pt x="39697" y="235103"/>
                  </a:lnTo>
                  <a:cubicBezTo>
                    <a:pt x="17764" y="235103"/>
                    <a:pt x="0" y="217339"/>
                    <a:pt x="0" y="195406"/>
                  </a:cubicBezTo>
                  <a:cubicBezTo>
                    <a:pt x="0" y="173474"/>
                    <a:pt x="17764" y="155710"/>
                    <a:pt x="39697" y="155710"/>
                  </a:cubicBezTo>
                  <a:lnTo>
                    <a:pt x="84256" y="155710"/>
                  </a:lnTo>
                  <a:lnTo>
                    <a:pt x="84256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23953" y="0"/>
                  </a:lnTo>
                  <a:cubicBezTo>
                    <a:pt x="145885" y="0"/>
                    <a:pt x="163649" y="17764"/>
                    <a:pt x="163649" y="39697"/>
                  </a:cubicBezTo>
                  <a:lnTo>
                    <a:pt x="163649" y="195406"/>
                  </a:lnTo>
                  <a:cubicBezTo>
                    <a:pt x="163649" y="217339"/>
                    <a:pt x="145885" y="235103"/>
                    <a:pt x="123953" y="23510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8F32E2E9-7559-05A5-2E95-F7824CA9E20E}"/>
                </a:ext>
              </a:extLst>
            </p:cNvPr>
            <p:cNvSpPr/>
            <p:nvPr/>
          </p:nvSpPr>
          <p:spPr>
            <a:xfrm>
              <a:off x="5576619" y="4990635"/>
              <a:ext cx="631771" cy="404309"/>
            </a:xfrm>
            <a:custGeom>
              <a:avLst/>
              <a:gdLst>
                <a:gd name="connsiteX0" fmla="*/ 592075 w 631771"/>
                <a:gd name="connsiteY0" fmla="*/ 404309 h 404309"/>
                <a:gd name="connsiteX1" fmla="*/ 392401 w 631771"/>
                <a:gd name="connsiteY1" fmla="*/ 404309 h 404309"/>
                <a:gd name="connsiteX2" fmla="*/ 366102 w 631771"/>
                <a:gd name="connsiteY2" fmla="*/ 394385 h 404309"/>
                <a:gd name="connsiteX3" fmla="*/ 315687 w 631771"/>
                <a:gd name="connsiteY3" fmla="*/ 349875 h 404309"/>
                <a:gd name="connsiteX4" fmla="*/ 264479 w 631771"/>
                <a:gd name="connsiteY4" fmla="*/ 394534 h 404309"/>
                <a:gd name="connsiteX5" fmla="*/ 238378 w 631771"/>
                <a:gd name="connsiteY5" fmla="*/ 404309 h 404309"/>
                <a:gd name="connsiteX6" fmla="*/ 39697 w 631771"/>
                <a:gd name="connsiteY6" fmla="*/ 404309 h 404309"/>
                <a:gd name="connsiteX7" fmla="*/ 0 w 631771"/>
                <a:gd name="connsiteY7" fmla="*/ 364613 h 404309"/>
                <a:gd name="connsiteX8" fmla="*/ 0 w 631771"/>
                <a:gd name="connsiteY8" fmla="*/ 39697 h 404309"/>
                <a:gd name="connsiteX9" fmla="*/ 39697 w 631771"/>
                <a:gd name="connsiteY9" fmla="*/ 0 h 404309"/>
                <a:gd name="connsiteX10" fmla="*/ 592075 w 631771"/>
                <a:gd name="connsiteY10" fmla="*/ 0 h 404309"/>
                <a:gd name="connsiteX11" fmla="*/ 631771 w 631771"/>
                <a:gd name="connsiteY11" fmla="*/ 39697 h 404309"/>
                <a:gd name="connsiteX12" fmla="*/ 631771 w 631771"/>
                <a:gd name="connsiteY12" fmla="*/ 364613 h 404309"/>
                <a:gd name="connsiteX13" fmla="*/ 592075 w 631771"/>
                <a:gd name="connsiteY13" fmla="*/ 404309 h 404309"/>
                <a:gd name="connsiteX14" fmla="*/ 407436 w 631771"/>
                <a:gd name="connsiteY14" fmla="*/ 324916 h 404309"/>
                <a:gd name="connsiteX15" fmla="*/ 552378 w 631771"/>
                <a:gd name="connsiteY15" fmla="*/ 324916 h 404309"/>
                <a:gd name="connsiteX16" fmla="*/ 552378 w 631771"/>
                <a:gd name="connsiteY16" fmla="*/ 79393 h 404309"/>
                <a:gd name="connsiteX17" fmla="*/ 79393 w 631771"/>
                <a:gd name="connsiteY17" fmla="*/ 79393 h 404309"/>
                <a:gd name="connsiteX18" fmla="*/ 79393 w 631771"/>
                <a:gd name="connsiteY18" fmla="*/ 324916 h 404309"/>
                <a:gd name="connsiteX19" fmla="*/ 223541 w 631771"/>
                <a:gd name="connsiteY19" fmla="*/ 324916 h 404309"/>
                <a:gd name="connsiteX20" fmla="*/ 289785 w 631771"/>
                <a:gd name="connsiteY20" fmla="*/ 267108 h 404309"/>
                <a:gd name="connsiteX21" fmla="*/ 342135 w 631771"/>
                <a:gd name="connsiteY21" fmla="*/ 267257 h 404309"/>
                <a:gd name="connsiteX22" fmla="*/ 407436 w 631771"/>
                <a:gd name="connsiteY22" fmla="*/ 324916 h 40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31771" h="404309">
                  <a:moveTo>
                    <a:pt x="592075" y="404309"/>
                  </a:moveTo>
                  <a:lnTo>
                    <a:pt x="392401" y="404309"/>
                  </a:lnTo>
                  <a:cubicBezTo>
                    <a:pt x="382725" y="404309"/>
                    <a:pt x="373396" y="400786"/>
                    <a:pt x="366102" y="394385"/>
                  </a:cubicBezTo>
                  <a:lnTo>
                    <a:pt x="315687" y="349875"/>
                  </a:lnTo>
                  <a:lnTo>
                    <a:pt x="264479" y="394534"/>
                  </a:lnTo>
                  <a:cubicBezTo>
                    <a:pt x="257234" y="400836"/>
                    <a:pt x="247955" y="404309"/>
                    <a:pt x="238378" y="404309"/>
                  </a:cubicBezTo>
                  <a:lnTo>
                    <a:pt x="39697" y="404309"/>
                  </a:lnTo>
                  <a:cubicBezTo>
                    <a:pt x="17764" y="404309"/>
                    <a:pt x="0" y="386545"/>
                    <a:pt x="0" y="36461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592075" y="0"/>
                  </a:lnTo>
                  <a:cubicBezTo>
                    <a:pt x="614007" y="0"/>
                    <a:pt x="631771" y="17764"/>
                    <a:pt x="631771" y="39697"/>
                  </a:cubicBezTo>
                  <a:lnTo>
                    <a:pt x="631771" y="364613"/>
                  </a:lnTo>
                  <a:cubicBezTo>
                    <a:pt x="631771" y="386545"/>
                    <a:pt x="614007" y="404309"/>
                    <a:pt x="592075" y="404309"/>
                  </a:cubicBezTo>
                  <a:close/>
                  <a:moveTo>
                    <a:pt x="407436" y="324916"/>
                  </a:moveTo>
                  <a:lnTo>
                    <a:pt x="552378" y="324916"/>
                  </a:lnTo>
                  <a:lnTo>
                    <a:pt x="552378" y="79393"/>
                  </a:lnTo>
                  <a:lnTo>
                    <a:pt x="79393" y="79393"/>
                  </a:lnTo>
                  <a:lnTo>
                    <a:pt x="79393" y="324916"/>
                  </a:lnTo>
                  <a:lnTo>
                    <a:pt x="223541" y="324916"/>
                  </a:lnTo>
                  <a:lnTo>
                    <a:pt x="289785" y="267108"/>
                  </a:lnTo>
                  <a:cubicBezTo>
                    <a:pt x="304820" y="254008"/>
                    <a:pt x="327199" y="254058"/>
                    <a:pt x="342135" y="267257"/>
                  </a:cubicBezTo>
                  <a:lnTo>
                    <a:pt x="407436" y="324916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9E9DF258-AE2F-B46F-C851-7FAFDD97E102}"/>
                </a:ext>
              </a:extLst>
            </p:cNvPr>
            <p:cNvSpPr/>
            <p:nvPr/>
          </p:nvSpPr>
          <p:spPr>
            <a:xfrm>
              <a:off x="5769396" y="5095186"/>
              <a:ext cx="266215" cy="79393"/>
            </a:xfrm>
            <a:custGeom>
              <a:avLst/>
              <a:gdLst>
                <a:gd name="connsiteX0" fmla="*/ 226519 w 266215"/>
                <a:gd name="connsiteY0" fmla="*/ 79393 h 79393"/>
                <a:gd name="connsiteX1" fmla="*/ 39697 w 266215"/>
                <a:gd name="connsiteY1" fmla="*/ 79393 h 79393"/>
                <a:gd name="connsiteX2" fmla="*/ 0 w 266215"/>
                <a:gd name="connsiteY2" fmla="*/ 39697 h 79393"/>
                <a:gd name="connsiteX3" fmla="*/ 39697 w 266215"/>
                <a:gd name="connsiteY3" fmla="*/ 0 h 79393"/>
                <a:gd name="connsiteX4" fmla="*/ 226519 w 266215"/>
                <a:gd name="connsiteY4" fmla="*/ 0 h 79393"/>
                <a:gd name="connsiteX5" fmla="*/ 266215 w 266215"/>
                <a:gd name="connsiteY5" fmla="*/ 39697 h 79393"/>
                <a:gd name="connsiteX6" fmla="*/ 226519 w 26621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5" h="79393">
                  <a:moveTo>
                    <a:pt x="22651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6519" y="0"/>
                  </a:lnTo>
                  <a:cubicBezTo>
                    <a:pt x="248451" y="0"/>
                    <a:pt x="266215" y="17764"/>
                    <a:pt x="266215" y="39697"/>
                  </a:cubicBezTo>
                  <a:cubicBezTo>
                    <a:pt x="266215" y="61629"/>
                    <a:pt x="248451" y="79393"/>
                    <a:pt x="22651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748D2FAD-BABC-FFE5-8806-524452C17F87}"/>
              </a:ext>
            </a:extLst>
          </p:cNvPr>
          <p:cNvGrpSpPr/>
          <p:nvPr/>
        </p:nvGrpSpPr>
        <p:grpSpPr>
          <a:xfrm>
            <a:off x="6778858" y="4780987"/>
            <a:ext cx="863600" cy="823604"/>
            <a:chOff x="6778858" y="4780987"/>
            <a:chExt cx="863600" cy="823604"/>
          </a:xfrm>
        </p:grpSpPr>
        <p:grpSp>
          <p:nvGrpSpPr>
            <p:cNvPr id="288" name="Picture Placeholder 93">
              <a:extLst>
                <a:ext uri="{FF2B5EF4-FFF2-40B4-BE49-F238E27FC236}">
                  <a16:creationId xmlns:a16="http://schemas.microsoft.com/office/drawing/2014/main" id="{F40E1305-2213-A303-45DD-F838724DF54F}"/>
                </a:ext>
              </a:extLst>
            </p:cNvPr>
            <p:cNvGrpSpPr/>
            <p:nvPr/>
          </p:nvGrpSpPr>
          <p:grpSpPr>
            <a:xfrm>
              <a:off x="6778858" y="4780987"/>
              <a:ext cx="527400" cy="823604"/>
              <a:chOff x="6778858" y="4780987"/>
              <a:chExt cx="527400" cy="823604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E8956EC-6E07-0D21-2A5A-647FB17486FD}"/>
                  </a:ext>
                </a:extLst>
              </p:cNvPr>
              <p:cNvSpPr/>
              <p:nvPr/>
            </p:nvSpPr>
            <p:spPr>
              <a:xfrm>
                <a:off x="7141088" y="5270117"/>
                <a:ext cx="165170" cy="133262"/>
              </a:xfrm>
              <a:custGeom>
                <a:avLst/>
                <a:gdLst>
                  <a:gd name="connsiteX0" fmla="*/ 39698 w 165170"/>
                  <a:gd name="connsiteY0" fmla="*/ 133263 h 133262"/>
                  <a:gd name="connsiteX1" fmla="*/ 2532 w 165170"/>
                  <a:gd name="connsiteY1" fmla="*/ 107460 h 133262"/>
                  <a:gd name="connsiteX2" fmla="*/ 25804 w 165170"/>
                  <a:gd name="connsiteY2" fmla="*/ 56351 h 133262"/>
                  <a:gd name="connsiteX3" fmla="*/ 98102 w 165170"/>
                  <a:gd name="connsiteY3" fmla="*/ 10948 h 133262"/>
                  <a:gd name="connsiteX4" fmla="*/ 154223 w 165170"/>
                  <a:gd name="connsiteY4" fmla="*/ 12337 h 133262"/>
                  <a:gd name="connsiteX5" fmla="*/ 152833 w 165170"/>
                  <a:gd name="connsiteY5" fmla="*/ 68458 h 133262"/>
                  <a:gd name="connsiteX6" fmla="*/ 53641 w 165170"/>
                  <a:gd name="connsiteY6" fmla="*/ 130732 h 133262"/>
                  <a:gd name="connsiteX7" fmla="*/ 39748 w 165170"/>
                  <a:gd name="connsiteY7" fmla="*/ 133263 h 133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70" h="133262">
                    <a:moveTo>
                      <a:pt x="39698" y="133263"/>
                    </a:moveTo>
                    <a:cubicBezTo>
                      <a:pt x="23621" y="133263"/>
                      <a:pt x="8486" y="123438"/>
                      <a:pt x="2532" y="107460"/>
                    </a:cubicBezTo>
                    <a:cubicBezTo>
                      <a:pt x="-5159" y="86917"/>
                      <a:pt x="5261" y="64042"/>
                      <a:pt x="25804" y="56351"/>
                    </a:cubicBezTo>
                    <a:cubicBezTo>
                      <a:pt x="52649" y="46278"/>
                      <a:pt x="76963" y="30994"/>
                      <a:pt x="98102" y="10948"/>
                    </a:cubicBezTo>
                    <a:cubicBezTo>
                      <a:pt x="113980" y="-4187"/>
                      <a:pt x="139088" y="-3542"/>
                      <a:pt x="154223" y="12337"/>
                    </a:cubicBezTo>
                    <a:cubicBezTo>
                      <a:pt x="169357" y="28216"/>
                      <a:pt x="168712" y="53324"/>
                      <a:pt x="152833" y="68458"/>
                    </a:cubicBezTo>
                    <a:cubicBezTo>
                      <a:pt x="123954" y="95948"/>
                      <a:pt x="90609" y="116888"/>
                      <a:pt x="53641" y="130732"/>
                    </a:cubicBezTo>
                    <a:cubicBezTo>
                      <a:pt x="49076" y="132469"/>
                      <a:pt x="44362" y="133263"/>
                      <a:pt x="39748" y="13326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E7513CD7-9DEC-4C25-8438-7A1F00B25130}"/>
                  </a:ext>
                </a:extLst>
              </p:cNvPr>
              <p:cNvSpPr/>
              <p:nvPr/>
            </p:nvSpPr>
            <p:spPr>
              <a:xfrm>
                <a:off x="6778858" y="4780987"/>
                <a:ext cx="521750" cy="621151"/>
              </a:xfrm>
              <a:custGeom>
                <a:avLst/>
                <a:gdLst>
                  <a:gd name="connsiteX0" fmla="*/ 213369 w 521750"/>
                  <a:gd name="connsiteY0" fmla="*/ 621152 h 621151"/>
                  <a:gd name="connsiteX1" fmla="*/ 198930 w 521750"/>
                  <a:gd name="connsiteY1" fmla="*/ 618423 h 621151"/>
                  <a:gd name="connsiteX2" fmla="*/ 0 w 521750"/>
                  <a:gd name="connsiteY2" fmla="*/ 319359 h 621151"/>
                  <a:gd name="connsiteX3" fmla="*/ 306855 w 521750"/>
                  <a:gd name="connsiteY3" fmla="*/ 0 h 621151"/>
                  <a:gd name="connsiteX4" fmla="*/ 508761 w 521750"/>
                  <a:gd name="connsiteY4" fmla="*/ 78798 h 621151"/>
                  <a:gd name="connsiteX5" fmla="*/ 511391 w 521750"/>
                  <a:gd name="connsiteY5" fmla="*/ 134869 h 621151"/>
                  <a:gd name="connsiteX6" fmla="*/ 455320 w 521750"/>
                  <a:gd name="connsiteY6" fmla="*/ 137499 h 621151"/>
                  <a:gd name="connsiteX7" fmla="*/ 306855 w 521750"/>
                  <a:gd name="connsiteY7" fmla="*/ 79343 h 621151"/>
                  <a:gd name="connsiteX8" fmla="*/ 79344 w 521750"/>
                  <a:gd name="connsiteY8" fmla="*/ 319309 h 621151"/>
                  <a:gd name="connsiteX9" fmla="*/ 227809 w 521750"/>
                  <a:gd name="connsiteY9" fmla="*/ 544389 h 621151"/>
                  <a:gd name="connsiteX10" fmla="*/ 250337 w 521750"/>
                  <a:gd name="connsiteY10" fmla="*/ 595796 h 621151"/>
                  <a:gd name="connsiteX11" fmla="*/ 213369 w 521750"/>
                  <a:gd name="connsiteY11" fmla="*/ 621053 h 62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1750" h="621151">
                    <a:moveTo>
                      <a:pt x="213369" y="621152"/>
                    </a:moveTo>
                    <a:cubicBezTo>
                      <a:pt x="208556" y="621152"/>
                      <a:pt x="203693" y="620259"/>
                      <a:pt x="198930" y="618423"/>
                    </a:cubicBezTo>
                    <a:cubicBezTo>
                      <a:pt x="79939" y="571928"/>
                      <a:pt x="0" y="451747"/>
                      <a:pt x="0" y="319359"/>
                    </a:cubicBezTo>
                    <a:cubicBezTo>
                      <a:pt x="0" y="143255"/>
                      <a:pt x="137648" y="0"/>
                      <a:pt x="306855" y="0"/>
                    </a:cubicBezTo>
                    <a:cubicBezTo>
                      <a:pt x="381187" y="0"/>
                      <a:pt x="452889" y="27986"/>
                      <a:pt x="508761" y="78798"/>
                    </a:cubicBezTo>
                    <a:cubicBezTo>
                      <a:pt x="524988" y="93535"/>
                      <a:pt x="526178" y="118643"/>
                      <a:pt x="511391" y="134869"/>
                    </a:cubicBezTo>
                    <a:cubicBezTo>
                      <a:pt x="496654" y="151095"/>
                      <a:pt x="471546" y="152286"/>
                      <a:pt x="455320" y="137499"/>
                    </a:cubicBezTo>
                    <a:cubicBezTo>
                      <a:pt x="414135" y="99986"/>
                      <a:pt x="361388" y="79343"/>
                      <a:pt x="306855" y="79343"/>
                    </a:cubicBezTo>
                    <a:cubicBezTo>
                      <a:pt x="181413" y="79343"/>
                      <a:pt x="79344" y="186971"/>
                      <a:pt x="79344" y="319309"/>
                    </a:cubicBezTo>
                    <a:cubicBezTo>
                      <a:pt x="79344" y="419245"/>
                      <a:pt x="138988" y="509753"/>
                      <a:pt x="227809" y="544389"/>
                    </a:cubicBezTo>
                    <a:cubicBezTo>
                      <a:pt x="248253" y="552378"/>
                      <a:pt x="258326" y="575402"/>
                      <a:pt x="250337" y="595796"/>
                    </a:cubicBezTo>
                    <a:cubicBezTo>
                      <a:pt x="244233" y="611476"/>
                      <a:pt x="229248" y="621053"/>
                      <a:pt x="213369" y="62105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A6A483DA-61CB-046B-5850-24279125768D}"/>
                  </a:ext>
                </a:extLst>
              </p:cNvPr>
              <p:cNvSpPr/>
              <p:nvPr/>
            </p:nvSpPr>
            <p:spPr>
              <a:xfrm>
                <a:off x="6954565" y="5322002"/>
                <a:ext cx="262741" cy="282589"/>
              </a:xfrm>
              <a:custGeom>
                <a:avLst/>
                <a:gdLst>
                  <a:gd name="connsiteX0" fmla="*/ 223045 w 262741"/>
                  <a:gd name="connsiteY0" fmla="*/ 282590 h 282589"/>
                  <a:gd name="connsiteX1" fmla="*/ 39697 w 262741"/>
                  <a:gd name="connsiteY1" fmla="*/ 282590 h 282589"/>
                  <a:gd name="connsiteX2" fmla="*/ 0 w 262741"/>
                  <a:gd name="connsiteY2" fmla="*/ 242893 h 282589"/>
                  <a:gd name="connsiteX3" fmla="*/ 0 w 262741"/>
                  <a:gd name="connsiteY3" fmla="*/ 44659 h 282589"/>
                  <a:gd name="connsiteX4" fmla="*/ 39697 w 262741"/>
                  <a:gd name="connsiteY4" fmla="*/ 4962 h 282589"/>
                  <a:gd name="connsiteX5" fmla="*/ 79393 w 262741"/>
                  <a:gd name="connsiteY5" fmla="*/ 44659 h 282589"/>
                  <a:gd name="connsiteX6" fmla="*/ 79393 w 262741"/>
                  <a:gd name="connsiteY6" fmla="*/ 203197 h 282589"/>
                  <a:gd name="connsiteX7" fmla="*/ 183349 w 262741"/>
                  <a:gd name="connsiteY7" fmla="*/ 203197 h 282589"/>
                  <a:gd name="connsiteX8" fmla="*/ 183349 w 262741"/>
                  <a:gd name="connsiteY8" fmla="*/ 39697 h 282589"/>
                  <a:gd name="connsiteX9" fmla="*/ 223045 w 262741"/>
                  <a:gd name="connsiteY9" fmla="*/ 0 h 282589"/>
                  <a:gd name="connsiteX10" fmla="*/ 262742 w 262741"/>
                  <a:gd name="connsiteY10" fmla="*/ 39697 h 282589"/>
                  <a:gd name="connsiteX11" fmla="*/ 262742 w 262741"/>
                  <a:gd name="connsiteY11" fmla="*/ 242893 h 282589"/>
                  <a:gd name="connsiteX12" fmla="*/ 223045 w 262741"/>
                  <a:gd name="connsiteY12" fmla="*/ 282590 h 28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741" h="282589">
                    <a:moveTo>
                      <a:pt x="223045" y="282590"/>
                    </a:moveTo>
                    <a:lnTo>
                      <a:pt x="39697" y="282590"/>
                    </a:lnTo>
                    <a:cubicBezTo>
                      <a:pt x="17764" y="282590"/>
                      <a:pt x="0" y="264826"/>
                      <a:pt x="0" y="242893"/>
                    </a:cubicBezTo>
                    <a:lnTo>
                      <a:pt x="0" y="44659"/>
                    </a:lnTo>
                    <a:cubicBezTo>
                      <a:pt x="0" y="22726"/>
                      <a:pt x="17764" y="4962"/>
                      <a:pt x="39697" y="4962"/>
                    </a:cubicBezTo>
                    <a:cubicBezTo>
                      <a:pt x="61629" y="4962"/>
                      <a:pt x="79393" y="22726"/>
                      <a:pt x="79393" y="44659"/>
                    </a:cubicBezTo>
                    <a:lnTo>
                      <a:pt x="79393" y="203197"/>
                    </a:lnTo>
                    <a:lnTo>
                      <a:pt x="183349" y="203197"/>
                    </a:lnTo>
                    <a:lnTo>
                      <a:pt x="183349" y="39697"/>
                    </a:lnTo>
                    <a:cubicBezTo>
                      <a:pt x="183349" y="17764"/>
                      <a:pt x="201113" y="0"/>
                      <a:pt x="223045" y="0"/>
                    </a:cubicBezTo>
                    <a:cubicBezTo>
                      <a:pt x="244978" y="0"/>
                      <a:pt x="262742" y="17764"/>
                      <a:pt x="262742" y="39697"/>
                    </a:cubicBezTo>
                    <a:lnTo>
                      <a:pt x="262742" y="242893"/>
                    </a:lnTo>
                    <a:cubicBezTo>
                      <a:pt x="262742" y="264826"/>
                      <a:pt x="244978" y="282590"/>
                      <a:pt x="223045" y="28259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6422D68B-7A4B-1418-ACDE-400DF2311F51}"/>
                  </a:ext>
                </a:extLst>
              </p:cNvPr>
              <p:cNvSpPr/>
              <p:nvPr/>
            </p:nvSpPr>
            <p:spPr>
              <a:xfrm>
                <a:off x="6954565" y="5431068"/>
                <a:ext cx="262741" cy="79393"/>
              </a:xfrm>
              <a:custGeom>
                <a:avLst/>
                <a:gdLst>
                  <a:gd name="connsiteX0" fmla="*/ 223045 w 262741"/>
                  <a:gd name="connsiteY0" fmla="*/ 79393 h 79393"/>
                  <a:gd name="connsiteX1" fmla="*/ 39697 w 262741"/>
                  <a:gd name="connsiteY1" fmla="*/ 79393 h 79393"/>
                  <a:gd name="connsiteX2" fmla="*/ 0 w 262741"/>
                  <a:gd name="connsiteY2" fmla="*/ 39697 h 79393"/>
                  <a:gd name="connsiteX3" fmla="*/ 39697 w 262741"/>
                  <a:gd name="connsiteY3" fmla="*/ 0 h 79393"/>
                  <a:gd name="connsiteX4" fmla="*/ 223045 w 262741"/>
                  <a:gd name="connsiteY4" fmla="*/ 0 h 79393"/>
                  <a:gd name="connsiteX5" fmla="*/ 262742 w 262741"/>
                  <a:gd name="connsiteY5" fmla="*/ 39697 h 79393"/>
                  <a:gd name="connsiteX6" fmla="*/ 223045 w 26274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41" h="79393">
                    <a:moveTo>
                      <a:pt x="223045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3045" y="0"/>
                    </a:lnTo>
                    <a:cubicBezTo>
                      <a:pt x="244978" y="0"/>
                      <a:pt x="262742" y="17764"/>
                      <a:pt x="262742" y="39697"/>
                    </a:cubicBezTo>
                    <a:cubicBezTo>
                      <a:pt x="262742" y="61629"/>
                      <a:pt x="244978" y="79393"/>
                      <a:pt x="223045" y="7939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3" name="Picture Placeholder 93">
              <a:extLst>
                <a:ext uri="{FF2B5EF4-FFF2-40B4-BE49-F238E27FC236}">
                  <a16:creationId xmlns:a16="http://schemas.microsoft.com/office/drawing/2014/main" id="{1B7A68DA-32C0-86ED-3661-01F59B94FDCD}"/>
                </a:ext>
              </a:extLst>
            </p:cNvPr>
            <p:cNvGrpSpPr/>
            <p:nvPr/>
          </p:nvGrpSpPr>
          <p:grpSpPr>
            <a:xfrm>
              <a:off x="7136674" y="4820237"/>
              <a:ext cx="505784" cy="471793"/>
              <a:chOff x="7136674" y="4820237"/>
              <a:chExt cx="505784" cy="471793"/>
            </a:xfrm>
          </p:grpSpPr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B262D4B5-D169-37D2-7DE9-60FCF481A4B5}"/>
                  </a:ext>
                </a:extLst>
              </p:cNvPr>
              <p:cNvSpPr/>
              <p:nvPr/>
            </p:nvSpPr>
            <p:spPr>
              <a:xfrm>
                <a:off x="7136674" y="4899879"/>
                <a:ext cx="292415" cy="146381"/>
              </a:xfrm>
              <a:custGeom>
                <a:avLst/>
                <a:gdLst>
                  <a:gd name="connsiteX0" fmla="*/ 170100 w 292415"/>
                  <a:gd name="connsiteY0" fmla="*/ 146381 h 146381"/>
                  <a:gd name="connsiteX1" fmla="*/ 39697 w 292415"/>
                  <a:gd name="connsiteY1" fmla="*/ 146381 h 146381"/>
                  <a:gd name="connsiteX2" fmla="*/ 0 w 292415"/>
                  <a:gd name="connsiteY2" fmla="*/ 106684 h 146381"/>
                  <a:gd name="connsiteX3" fmla="*/ 39697 w 292415"/>
                  <a:gd name="connsiteY3" fmla="*/ 66988 h 146381"/>
                  <a:gd name="connsiteX4" fmla="*/ 156057 w 292415"/>
                  <a:gd name="connsiteY4" fmla="*/ 66988 h 146381"/>
                  <a:gd name="connsiteX5" fmla="*/ 227710 w 292415"/>
                  <a:gd name="connsiteY5" fmla="*/ 8882 h 146381"/>
                  <a:gd name="connsiteX6" fmla="*/ 252718 w 292415"/>
                  <a:gd name="connsiteY6" fmla="*/ 0 h 146381"/>
                  <a:gd name="connsiteX7" fmla="*/ 292415 w 292415"/>
                  <a:gd name="connsiteY7" fmla="*/ 39697 h 146381"/>
                  <a:gd name="connsiteX8" fmla="*/ 276636 w 292415"/>
                  <a:gd name="connsiteY8" fmla="*/ 71355 h 146381"/>
                  <a:gd name="connsiteX9" fmla="*/ 195059 w 292415"/>
                  <a:gd name="connsiteY9" fmla="*/ 137499 h 146381"/>
                  <a:gd name="connsiteX10" fmla="*/ 170050 w 292415"/>
                  <a:gd name="connsiteY10" fmla="*/ 146381 h 14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415" h="146381">
                    <a:moveTo>
                      <a:pt x="170100" y="146381"/>
                    </a:moveTo>
                    <a:lnTo>
                      <a:pt x="39697" y="146381"/>
                    </a:lnTo>
                    <a:cubicBezTo>
                      <a:pt x="17764" y="146381"/>
                      <a:pt x="0" y="128617"/>
                      <a:pt x="0" y="106684"/>
                    </a:cubicBezTo>
                    <a:cubicBezTo>
                      <a:pt x="0" y="84752"/>
                      <a:pt x="17764" y="66988"/>
                      <a:pt x="39697" y="66988"/>
                    </a:cubicBezTo>
                    <a:lnTo>
                      <a:pt x="156057" y="66988"/>
                    </a:lnTo>
                    <a:lnTo>
                      <a:pt x="227710" y="8882"/>
                    </a:lnTo>
                    <a:cubicBezTo>
                      <a:pt x="234805" y="3176"/>
                      <a:pt x="243588" y="0"/>
                      <a:pt x="252718" y="0"/>
                    </a:cubicBezTo>
                    <a:cubicBezTo>
                      <a:pt x="274651" y="0"/>
                      <a:pt x="292415" y="17764"/>
                      <a:pt x="292415" y="39697"/>
                    </a:cubicBezTo>
                    <a:cubicBezTo>
                      <a:pt x="292415" y="52648"/>
                      <a:pt x="286212" y="64110"/>
                      <a:pt x="276636" y="71355"/>
                    </a:cubicBezTo>
                    <a:lnTo>
                      <a:pt x="195059" y="137499"/>
                    </a:lnTo>
                    <a:cubicBezTo>
                      <a:pt x="187963" y="143205"/>
                      <a:pt x="179181" y="146381"/>
                      <a:pt x="170050" y="14638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Freeform 294">
                <a:extLst>
                  <a:ext uri="{FF2B5EF4-FFF2-40B4-BE49-F238E27FC236}">
                    <a16:creationId xmlns:a16="http://schemas.microsoft.com/office/drawing/2014/main" id="{AE11C3EC-A39E-0E59-D8DA-570372870D37}"/>
                  </a:ext>
                </a:extLst>
              </p:cNvPr>
              <p:cNvSpPr/>
              <p:nvPr/>
            </p:nvSpPr>
            <p:spPr>
              <a:xfrm>
                <a:off x="7136674" y="5162868"/>
                <a:ext cx="296483" cy="79393"/>
              </a:xfrm>
              <a:custGeom>
                <a:avLst/>
                <a:gdLst>
                  <a:gd name="connsiteX0" fmla="*/ 256787 w 296483"/>
                  <a:gd name="connsiteY0" fmla="*/ 79393 h 79393"/>
                  <a:gd name="connsiteX1" fmla="*/ 39697 w 296483"/>
                  <a:gd name="connsiteY1" fmla="*/ 79393 h 79393"/>
                  <a:gd name="connsiteX2" fmla="*/ 0 w 296483"/>
                  <a:gd name="connsiteY2" fmla="*/ 39697 h 79393"/>
                  <a:gd name="connsiteX3" fmla="*/ 39697 w 296483"/>
                  <a:gd name="connsiteY3" fmla="*/ 0 h 79393"/>
                  <a:gd name="connsiteX4" fmla="*/ 256787 w 296483"/>
                  <a:gd name="connsiteY4" fmla="*/ 0 h 79393"/>
                  <a:gd name="connsiteX5" fmla="*/ 296484 w 296483"/>
                  <a:gd name="connsiteY5" fmla="*/ 39697 h 79393"/>
                  <a:gd name="connsiteX6" fmla="*/ 256787 w 296483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483" h="79393">
                    <a:moveTo>
                      <a:pt x="256787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56787" y="0"/>
                    </a:lnTo>
                    <a:cubicBezTo>
                      <a:pt x="278720" y="0"/>
                      <a:pt x="296484" y="17764"/>
                      <a:pt x="296484" y="39697"/>
                    </a:cubicBezTo>
                    <a:cubicBezTo>
                      <a:pt x="296484" y="61629"/>
                      <a:pt x="278720" y="79393"/>
                      <a:pt x="256787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 295">
                <a:extLst>
                  <a:ext uri="{FF2B5EF4-FFF2-40B4-BE49-F238E27FC236}">
                    <a16:creationId xmlns:a16="http://schemas.microsoft.com/office/drawing/2014/main" id="{769DA007-1778-08D3-EED9-A56F3E704E46}"/>
                  </a:ext>
                </a:extLst>
              </p:cNvPr>
              <p:cNvSpPr/>
              <p:nvPr/>
            </p:nvSpPr>
            <p:spPr>
              <a:xfrm>
                <a:off x="7136674" y="5010632"/>
                <a:ext cx="408428" cy="136258"/>
              </a:xfrm>
              <a:custGeom>
                <a:avLst/>
                <a:gdLst>
                  <a:gd name="connsiteX0" fmla="*/ 195903 w 408428"/>
                  <a:gd name="connsiteY0" fmla="*/ 136258 h 136258"/>
                  <a:gd name="connsiteX1" fmla="*/ 39697 w 408428"/>
                  <a:gd name="connsiteY1" fmla="*/ 136258 h 136258"/>
                  <a:gd name="connsiteX2" fmla="*/ 0 w 408428"/>
                  <a:gd name="connsiteY2" fmla="*/ 96562 h 136258"/>
                  <a:gd name="connsiteX3" fmla="*/ 39697 w 408428"/>
                  <a:gd name="connsiteY3" fmla="*/ 56865 h 136258"/>
                  <a:gd name="connsiteX4" fmla="*/ 182952 w 408428"/>
                  <a:gd name="connsiteY4" fmla="*/ 56865 h 136258"/>
                  <a:gd name="connsiteX5" fmla="*/ 250386 w 408428"/>
                  <a:gd name="connsiteY5" fmla="*/ 7642 h 136258"/>
                  <a:gd name="connsiteX6" fmla="*/ 273807 w 408428"/>
                  <a:gd name="connsiteY6" fmla="*/ 0 h 136258"/>
                  <a:gd name="connsiteX7" fmla="*/ 368732 w 408428"/>
                  <a:gd name="connsiteY7" fmla="*/ 0 h 136258"/>
                  <a:gd name="connsiteX8" fmla="*/ 408428 w 408428"/>
                  <a:gd name="connsiteY8" fmla="*/ 39697 h 136258"/>
                  <a:gd name="connsiteX9" fmla="*/ 368732 w 408428"/>
                  <a:gd name="connsiteY9" fmla="*/ 79393 h 136258"/>
                  <a:gd name="connsiteX10" fmla="*/ 286758 w 408428"/>
                  <a:gd name="connsiteY10" fmla="*/ 79393 h 136258"/>
                  <a:gd name="connsiteX11" fmla="*/ 219324 w 408428"/>
                  <a:gd name="connsiteY11" fmla="*/ 128617 h 136258"/>
                  <a:gd name="connsiteX12" fmla="*/ 195903 w 408428"/>
                  <a:gd name="connsiteY12" fmla="*/ 136258 h 13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8428" h="136258">
                    <a:moveTo>
                      <a:pt x="195903" y="136258"/>
                    </a:moveTo>
                    <a:lnTo>
                      <a:pt x="39697" y="136258"/>
                    </a:lnTo>
                    <a:cubicBezTo>
                      <a:pt x="17764" y="136258"/>
                      <a:pt x="0" y="118494"/>
                      <a:pt x="0" y="96562"/>
                    </a:cubicBezTo>
                    <a:cubicBezTo>
                      <a:pt x="0" y="74630"/>
                      <a:pt x="17764" y="56865"/>
                      <a:pt x="39697" y="56865"/>
                    </a:cubicBezTo>
                    <a:lnTo>
                      <a:pt x="182952" y="56865"/>
                    </a:lnTo>
                    <a:lnTo>
                      <a:pt x="250386" y="7642"/>
                    </a:lnTo>
                    <a:cubicBezTo>
                      <a:pt x="257184" y="2680"/>
                      <a:pt x="265372" y="0"/>
                      <a:pt x="273807" y="0"/>
                    </a:cubicBezTo>
                    <a:lnTo>
                      <a:pt x="368732" y="0"/>
                    </a:lnTo>
                    <a:cubicBezTo>
                      <a:pt x="390664" y="0"/>
                      <a:pt x="408428" y="17764"/>
                      <a:pt x="408428" y="39697"/>
                    </a:cubicBezTo>
                    <a:cubicBezTo>
                      <a:pt x="408428" y="61629"/>
                      <a:pt x="390664" y="79393"/>
                      <a:pt x="368732" y="79393"/>
                    </a:cubicBezTo>
                    <a:lnTo>
                      <a:pt x="286758" y="79393"/>
                    </a:lnTo>
                    <a:lnTo>
                      <a:pt x="219324" y="128617"/>
                    </a:lnTo>
                    <a:cubicBezTo>
                      <a:pt x="212526" y="133579"/>
                      <a:pt x="204338" y="136258"/>
                      <a:pt x="195903" y="13625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5523886C-9BD5-66C4-965B-F7A3E21206B5}"/>
                  </a:ext>
                </a:extLst>
              </p:cNvPr>
              <p:cNvSpPr/>
              <p:nvPr/>
            </p:nvSpPr>
            <p:spPr>
              <a:xfrm>
                <a:off x="7338580" y="4820237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3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3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3"/>
                    </a:moveTo>
                    <a:cubicBezTo>
                      <a:pt x="83412" y="79343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3"/>
                      <a:pt x="88375" y="793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9E307D3E-F9EC-8C70-7462-869E7072ABB4}"/>
                  </a:ext>
                </a:extLst>
              </p:cNvPr>
              <p:cNvSpPr/>
              <p:nvPr/>
            </p:nvSpPr>
            <p:spPr>
              <a:xfrm>
                <a:off x="7465709" y="4961706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3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3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3"/>
                    </a:moveTo>
                    <a:cubicBezTo>
                      <a:pt x="83412" y="79343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3"/>
                      <a:pt x="88375" y="793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CD0BE0B8-6A91-CA59-27BA-9D96E48A3FBC}"/>
                  </a:ext>
                </a:extLst>
              </p:cNvPr>
              <p:cNvSpPr/>
              <p:nvPr/>
            </p:nvSpPr>
            <p:spPr>
              <a:xfrm>
                <a:off x="7353715" y="5115282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4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4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4"/>
                    </a:moveTo>
                    <a:cubicBezTo>
                      <a:pt x="83412" y="79344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4"/>
                      <a:pt x="88375" y="79344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D36A396D-7972-54C1-E85C-D12C840A1209}"/>
                </a:ext>
              </a:extLst>
            </p:cNvPr>
            <p:cNvSpPr/>
            <p:nvPr/>
          </p:nvSpPr>
          <p:spPr>
            <a:xfrm>
              <a:off x="6902264" y="5111771"/>
              <a:ext cx="127723" cy="134013"/>
            </a:xfrm>
            <a:custGeom>
              <a:avLst/>
              <a:gdLst>
                <a:gd name="connsiteX0" fmla="*/ 70661 w 127723"/>
                <a:gd name="connsiteY0" fmla="*/ 133964 h 134013"/>
                <a:gd name="connsiteX1" fmla="*/ 56519 w 127723"/>
                <a:gd name="connsiteY1" fmla="*/ 131334 h 134013"/>
                <a:gd name="connsiteX2" fmla="*/ 33594 w 127723"/>
                <a:gd name="connsiteY2" fmla="*/ 80076 h 134013"/>
                <a:gd name="connsiteX3" fmla="*/ 33991 w 127723"/>
                <a:gd name="connsiteY3" fmla="*/ 78984 h 134013"/>
                <a:gd name="connsiteX4" fmla="*/ 32354 w 127723"/>
                <a:gd name="connsiteY4" fmla="*/ 78686 h 134013"/>
                <a:gd name="connsiteX5" fmla="*/ 696 w 127723"/>
                <a:gd name="connsiteY5" fmla="*/ 32341 h 134013"/>
                <a:gd name="connsiteX6" fmla="*/ 47042 w 127723"/>
                <a:gd name="connsiteY6" fmla="*/ 682 h 134013"/>
                <a:gd name="connsiteX7" fmla="*/ 95372 w 127723"/>
                <a:gd name="connsiteY7" fmla="*/ 9813 h 134013"/>
                <a:gd name="connsiteX8" fmla="*/ 122664 w 127723"/>
                <a:gd name="connsiteY8" fmla="*/ 29463 h 134013"/>
                <a:gd name="connsiteX9" fmla="*/ 125095 w 127723"/>
                <a:gd name="connsiteY9" fmla="*/ 63006 h 134013"/>
                <a:gd name="connsiteX10" fmla="*/ 107728 w 127723"/>
                <a:gd name="connsiteY10" fmla="*/ 108459 h 134013"/>
                <a:gd name="connsiteX11" fmla="*/ 70661 w 127723"/>
                <a:gd name="connsiteY11" fmla="*/ 134013 h 13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7723" h="134013">
                  <a:moveTo>
                    <a:pt x="70661" y="133964"/>
                  </a:moveTo>
                  <a:cubicBezTo>
                    <a:pt x="65947" y="133964"/>
                    <a:pt x="61134" y="133120"/>
                    <a:pt x="56519" y="131334"/>
                  </a:cubicBezTo>
                  <a:cubicBezTo>
                    <a:pt x="36026" y="123494"/>
                    <a:pt x="25804" y="100569"/>
                    <a:pt x="33594" y="80076"/>
                  </a:cubicBezTo>
                  <a:lnTo>
                    <a:pt x="33991" y="78984"/>
                  </a:lnTo>
                  <a:lnTo>
                    <a:pt x="32354" y="78686"/>
                  </a:lnTo>
                  <a:cubicBezTo>
                    <a:pt x="10819" y="74617"/>
                    <a:pt x="-3373" y="53876"/>
                    <a:pt x="696" y="32341"/>
                  </a:cubicBezTo>
                  <a:cubicBezTo>
                    <a:pt x="4765" y="10805"/>
                    <a:pt x="25506" y="-3337"/>
                    <a:pt x="47042" y="682"/>
                  </a:cubicBezTo>
                  <a:lnTo>
                    <a:pt x="95372" y="9813"/>
                  </a:lnTo>
                  <a:cubicBezTo>
                    <a:pt x="106934" y="11996"/>
                    <a:pt x="116908" y="19191"/>
                    <a:pt x="122664" y="29463"/>
                  </a:cubicBezTo>
                  <a:cubicBezTo>
                    <a:pt x="128420" y="39734"/>
                    <a:pt x="129313" y="51990"/>
                    <a:pt x="125095" y="63006"/>
                  </a:cubicBezTo>
                  <a:lnTo>
                    <a:pt x="107728" y="108459"/>
                  </a:lnTo>
                  <a:cubicBezTo>
                    <a:pt x="101674" y="124288"/>
                    <a:pt x="86639" y="134013"/>
                    <a:pt x="70661" y="13401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4F3165E4-1028-496D-0862-EDF59300944F}"/>
                </a:ext>
              </a:extLst>
            </p:cNvPr>
            <p:cNvSpPr/>
            <p:nvPr/>
          </p:nvSpPr>
          <p:spPr>
            <a:xfrm>
              <a:off x="6896958" y="4969492"/>
              <a:ext cx="126422" cy="137950"/>
            </a:xfrm>
            <a:custGeom>
              <a:avLst/>
              <a:gdLst>
                <a:gd name="connsiteX0" fmla="*/ 39695 w 126422"/>
                <a:gd name="connsiteY0" fmla="*/ 137901 h 137950"/>
                <a:gd name="connsiteX1" fmla="*/ 1884 w 126422"/>
                <a:gd name="connsiteY1" fmla="*/ 110262 h 137950"/>
                <a:gd name="connsiteX2" fmla="*/ 27637 w 126422"/>
                <a:gd name="connsiteY2" fmla="*/ 60393 h 137950"/>
                <a:gd name="connsiteX3" fmla="*/ 29473 w 126422"/>
                <a:gd name="connsiteY3" fmla="*/ 59798 h 137950"/>
                <a:gd name="connsiteX4" fmla="*/ 28629 w 126422"/>
                <a:gd name="connsiteY4" fmla="*/ 58259 h 137950"/>
                <a:gd name="connsiteX5" fmla="*/ 45153 w 126422"/>
                <a:gd name="connsiteY5" fmla="*/ 4619 h 137950"/>
                <a:gd name="connsiteX6" fmla="*/ 98793 w 126422"/>
                <a:gd name="connsiteY6" fmla="*/ 21143 h 137950"/>
                <a:gd name="connsiteX7" fmla="*/ 121817 w 126422"/>
                <a:gd name="connsiteY7" fmla="*/ 64660 h 137950"/>
                <a:gd name="connsiteX8" fmla="*/ 123454 w 126422"/>
                <a:gd name="connsiteY8" fmla="*/ 98254 h 137950"/>
                <a:gd name="connsiteX9" fmla="*/ 98743 w 126422"/>
                <a:gd name="connsiteY9" fmla="*/ 121079 h 137950"/>
                <a:gd name="connsiteX10" fmla="*/ 51653 w 126422"/>
                <a:gd name="connsiteY10" fmla="*/ 136065 h 137950"/>
                <a:gd name="connsiteX11" fmla="*/ 39595 w 126422"/>
                <a:gd name="connsiteY11" fmla="*/ 137950 h 1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22" h="137950">
                  <a:moveTo>
                    <a:pt x="39695" y="137901"/>
                  </a:moveTo>
                  <a:cubicBezTo>
                    <a:pt x="22873" y="137901"/>
                    <a:pt x="7243" y="127133"/>
                    <a:pt x="1884" y="110262"/>
                  </a:cubicBezTo>
                  <a:cubicBezTo>
                    <a:pt x="-4766" y="89372"/>
                    <a:pt x="6746" y="67042"/>
                    <a:pt x="27637" y="60393"/>
                  </a:cubicBezTo>
                  <a:lnTo>
                    <a:pt x="29473" y="59798"/>
                  </a:lnTo>
                  <a:lnTo>
                    <a:pt x="28629" y="58259"/>
                  </a:lnTo>
                  <a:cubicBezTo>
                    <a:pt x="18358" y="38858"/>
                    <a:pt x="25801" y="14841"/>
                    <a:pt x="45153" y="4619"/>
                  </a:cubicBezTo>
                  <a:cubicBezTo>
                    <a:pt x="64555" y="-5652"/>
                    <a:pt x="88571" y="1791"/>
                    <a:pt x="98793" y="21143"/>
                  </a:cubicBezTo>
                  <a:lnTo>
                    <a:pt x="121817" y="64660"/>
                  </a:lnTo>
                  <a:cubicBezTo>
                    <a:pt x="127325" y="75031"/>
                    <a:pt x="127920" y="87337"/>
                    <a:pt x="123454" y="98254"/>
                  </a:cubicBezTo>
                  <a:cubicBezTo>
                    <a:pt x="118989" y="109121"/>
                    <a:pt x="109958" y="117506"/>
                    <a:pt x="98743" y="121079"/>
                  </a:cubicBezTo>
                  <a:lnTo>
                    <a:pt x="51653" y="136065"/>
                  </a:lnTo>
                  <a:cubicBezTo>
                    <a:pt x="47634" y="137355"/>
                    <a:pt x="43565" y="137950"/>
                    <a:pt x="39595" y="13795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E8ED7711-B5BB-D792-630A-0CC8A977E388}"/>
                </a:ext>
              </a:extLst>
            </p:cNvPr>
            <p:cNvSpPr/>
            <p:nvPr/>
          </p:nvSpPr>
          <p:spPr>
            <a:xfrm>
              <a:off x="7002921" y="5183120"/>
              <a:ext cx="139291" cy="119827"/>
            </a:xfrm>
            <a:custGeom>
              <a:avLst/>
              <a:gdLst>
                <a:gd name="connsiteX0" fmla="*/ 99663 w 139291"/>
                <a:gd name="connsiteY0" fmla="*/ 119778 h 119827"/>
                <a:gd name="connsiteX1" fmla="*/ 65722 w 139291"/>
                <a:gd name="connsiteY1" fmla="*/ 100724 h 119827"/>
                <a:gd name="connsiteX2" fmla="*/ 65573 w 139291"/>
                <a:gd name="connsiteY2" fmla="*/ 100873 h 119827"/>
                <a:gd name="connsiteX3" fmla="*/ 9601 w 139291"/>
                <a:gd name="connsiteY3" fmla="*/ 96705 h 119827"/>
                <a:gd name="connsiteX4" fmla="*/ 13769 w 139291"/>
                <a:gd name="connsiteY4" fmla="*/ 40732 h 119827"/>
                <a:gd name="connsiteX5" fmla="*/ 49893 w 139291"/>
                <a:gd name="connsiteY5" fmla="*/ 9620 h 119827"/>
                <a:gd name="connsiteX6" fmla="*/ 82246 w 139291"/>
                <a:gd name="connsiteY6" fmla="*/ 540 h 119827"/>
                <a:gd name="connsiteX7" fmla="*/ 109984 w 139291"/>
                <a:gd name="connsiteY7" fmla="*/ 19544 h 119827"/>
                <a:gd name="connsiteX8" fmla="*/ 133802 w 139291"/>
                <a:gd name="connsiteY8" fmla="*/ 59985 h 119827"/>
                <a:gd name="connsiteX9" fmla="*/ 119759 w 139291"/>
                <a:gd name="connsiteY9" fmla="*/ 114320 h 119827"/>
                <a:gd name="connsiteX10" fmla="*/ 99663 w 139291"/>
                <a:gd name="connsiteY10" fmla="*/ 119828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91" h="119827">
                  <a:moveTo>
                    <a:pt x="99663" y="119778"/>
                  </a:moveTo>
                  <a:cubicBezTo>
                    <a:pt x="86265" y="119778"/>
                    <a:pt x="73165" y="112980"/>
                    <a:pt x="65722" y="100724"/>
                  </a:cubicBezTo>
                  <a:lnTo>
                    <a:pt x="65573" y="100873"/>
                  </a:lnTo>
                  <a:cubicBezTo>
                    <a:pt x="48950" y="115163"/>
                    <a:pt x="23892" y="113278"/>
                    <a:pt x="9601" y="96705"/>
                  </a:cubicBezTo>
                  <a:cubicBezTo>
                    <a:pt x="-4690" y="80082"/>
                    <a:pt x="-2804" y="55023"/>
                    <a:pt x="13769" y="40732"/>
                  </a:cubicBezTo>
                  <a:lnTo>
                    <a:pt x="49893" y="9620"/>
                  </a:lnTo>
                  <a:cubicBezTo>
                    <a:pt x="58825" y="1929"/>
                    <a:pt x="70635" y="-1396"/>
                    <a:pt x="82246" y="540"/>
                  </a:cubicBezTo>
                  <a:cubicBezTo>
                    <a:pt x="93857" y="2475"/>
                    <a:pt x="103980" y="9422"/>
                    <a:pt x="109984" y="19544"/>
                  </a:cubicBezTo>
                  <a:lnTo>
                    <a:pt x="133802" y="59985"/>
                  </a:lnTo>
                  <a:cubicBezTo>
                    <a:pt x="144917" y="78891"/>
                    <a:pt x="138615" y="103205"/>
                    <a:pt x="119759" y="114320"/>
                  </a:cubicBezTo>
                  <a:cubicBezTo>
                    <a:pt x="113457" y="118041"/>
                    <a:pt x="106510" y="119828"/>
                    <a:pt x="99663" y="11982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90955F0B-F6BA-A7DE-B21D-4A05E153571B}"/>
                </a:ext>
              </a:extLst>
            </p:cNvPr>
            <p:cNvSpPr/>
            <p:nvPr/>
          </p:nvSpPr>
          <p:spPr>
            <a:xfrm>
              <a:off x="6983965" y="4896769"/>
              <a:ext cx="138900" cy="123191"/>
            </a:xfrm>
            <a:custGeom>
              <a:avLst/>
              <a:gdLst>
                <a:gd name="connsiteX0" fmla="*/ 80064 w 138900"/>
                <a:gd name="connsiteY0" fmla="*/ 123192 h 123191"/>
                <a:gd name="connsiteX1" fmla="*/ 57983 w 138900"/>
                <a:gd name="connsiteY1" fmla="*/ 116493 h 123191"/>
                <a:gd name="connsiteX2" fmla="*/ 17641 w 138900"/>
                <a:gd name="connsiteY2" fmla="*/ 89549 h 123191"/>
                <a:gd name="connsiteX3" fmla="*/ 6675 w 138900"/>
                <a:gd name="connsiteY3" fmla="*/ 34470 h 123191"/>
                <a:gd name="connsiteX4" fmla="*/ 61754 w 138900"/>
                <a:gd name="connsiteY4" fmla="*/ 23554 h 123191"/>
                <a:gd name="connsiteX5" fmla="*/ 62647 w 138900"/>
                <a:gd name="connsiteY5" fmla="*/ 24149 h 123191"/>
                <a:gd name="connsiteX6" fmla="*/ 106512 w 138900"/>
                <a:gd name="connsiteY6" fmla="*/ 678 h 123191"/>
                <a:gd name="connsiteX7" fmla="*/ 138220 w 138900"/>
                <a:gd name="connsiteY7" fmla="*/ 46975 h 123191"/>
                <a:gd name="connsiteX8" fmla="*/ 138220 w 138900"/>
                <a:gd name="connsiteY8" fmla="*/ 46975 h 123191"/>
                <a:gd name="connsiteX9" fmla="*/ 135590 w 138900"/>
                <a:gd name="connsiteY9" fmla="*/ 55559 h 123191"/>
                <a:gd name="connsiteX10" fmla="*/ 116486 w 138900"/>
                <a:gd name="connsiteY10" fmla="*/ 99374 h 123191"/>
                <a:gd name="connsiteX11" fmla="*/ 91278 w 138900"/>
                <a:gd name="connsiteY11" fmla="*/ 121604 h 123191"/>
                <a:gd name="connsiteX12" fmla="*/ 80114 w 138900"/>
                <a:gd name="connsiteY12" fmla="*/ 123192 h 12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900" h="123191">
                  <a:moveTo>
                    <a:pt x="80064" y="123192"/>
                  </a:moveTo>
                  <a:cubicBezTo>
                    <a:pt x="72274" y="123192"/>
                    <a:pt x="64582" y="120909"/>
                    <a:pt x="57983" y="116493"/>
                  </a:cubicBezTo>
                  <a:lnTo>
                    <a:pt x="17641" y="89549"/>
                  </a:lnTo>
                  <a:cubicBezTo>
                    <a:pt x="-570" y="77342"/>
                    <a:pt x="-5482" y="52731"/>
                    <a:pt x="6675" y="34470"/>
                  </a:cubicBezTo>
                  <a:cubicBezTo>
                    <a:pt x="18882" y="16259"/>
                    <a:pt x="43494" y="11347"/>
                    <a:pt x="61754" y="23554"/>
                  </a:cubicBezTo>
                  <a:lnTo>
                    <a:pt x="62647" y="24149"/>
                  </a:lnTo>
                  <a:cubicBezTo>
                    <a:pt x="69793" y="7377"/>
                    <a:pt x="87805" y="-2795"/>
                    <a:pt x="106512" y="678"/>
                  </a:cubicBezTo>
                  <a:cubicBezTo>
                    <a:pt x="128047" y="4698"/>
                    <a:pt x="142239" y="25439"/>
                    <a:pt x="138220" y="46975"/>
                  </a:cubicBezTo>
                  <a:lnTo>
                    <a:pt x="138220" y="46975"/>
                  </a:lnTo>
                  <a:cubicBezTo>
                    <a:pt x="137674" y="49952"/>
                    <a:pt x="136781" y="52830"/>
                    <a:pt x="135590" y="55559"/>
                  </a:cubicBezTo>
                  <a:lnTo>
                    <a:pt x="116486" y="99374"/>
                  </a:lnTo>
                  <a:cubicBezTo>
                    <a:pt x="111772" y="110142"/>
                    <a:pt x="102542" y="118279"/>
                    <a:pt x="91278" y="121604"/>
                  </a:cubicBezTo>
                  <a:cubicBezTo>
                    <a:pt x="87606" y="122696"/>
                    <a:pt x="83835" y="123192"/>
                    <a:pt x="80114" y="12319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2F62F883-8CA4-E162-97CF-74F1FB0792C9}"/>
                </a:ext>
              </a:extLst>
            </p:cNvPr>
            <p:cNvSpPr/>
            <p:nvPr/>
          </p:nvSpPr>
          <p:spPr>
            <a:xfrm>
              <a:off x="6921017" y="4913615"/>
              <a:ext cx="142356" cy="135224"/>
            </a:xfrm>
            <a:custGeom>
              <a:avLst/>
              <a:gdLst>
                <a:gd name="connsiteX0" fmla="*/ 39652 w 142356"/>
                <a:gd name="connsiteY0" fmla="*/ 135225 h 135224"/>
                <a:gd name="connsiteX1" fmla="*/ 17769 w 142356"/>
                <a:gd name="connsiteY1" fmla="*/ 128625 h 135224"/>
                <a:gd name="connsiteX2" fmla="*/ 6605 w 142356"/>
                <a:gd name="connsiteY2" fmla="*/ 73596 h 135224"/>
                <a:gd name="connsiteX3" fmla="*/ 84807 w 142356"/>
                <a:gd name="connsiteY3" fmla="*/ 4226 h 135224"/>
                <a:gd name="connsiteX4" fmla="*/ 138100 w 142356"/>
                <a:gd name="connsiteY4" fmla="*/ 21841 h 135224"/>
                <a:gd name="connsiteX5" fmla="*/ 120484 w 142356"/>
                <a:gd name="connsiteY5" fmla="*/ 75134 h 135224"/>
                <a:gd name="connsiteX6" fmla="*/ 72799 w 142356"/>
                <a:gd name="connsiteY6" fmla="*/ 117411 h 135224"/>
                <a:gd name="connsiteX7" fmla="*/ 39652 w 142356"/>
                <a:gd name="connsiteY7" fmla="*/ 135175 h 1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356" h="135224">
                  <a:moveTo>
                    <a:pt x="39652" y="135225"/>
                  </a:moveTo>
                  <a:cubicBezTo>
                    <a:pt x="32110" y="135225"/>
                    <a:pt x="24518" y="133091"/>
                    <a:pt x="17769" y="128625"/>
                  </a:cubicBezTo>
                  <a:cubicBezTo>
                    <a:pt x="-491" y="116518"/>
                    <a:pt x="-5503" y="91906"/>
                    <a:pt x="6605" y="73596"/>
                  </a:cubicBezTo>
                  <a:cubicBezTo>
                    <a:pt x="26105" y="44171"/>
                    <a:pt x="53149" y="20154"/>
                    <a:pt x="84807" y="4226"/>
                  </a:cubicBezTo>
                  <a:cubicBezTo>
                    <a:pt x="104407" y="-5599"/>
                    <a:pt x="128275" y="2291"/>
                    <a:pt x="138100" y="21841"/>
                  </a:cubicBezTo>
                  <a:cubicBezTo>
                    <a:pt x="147974" y="41442"/>
                    <a:pt x="140084" y="65309"/>
                    <a:pt x="120484" y="75134"/>
                  </a:cubicBezTo>
                  <a:cubicBezTo>
                    <a:pt x="101132" y="84860"/>
                    <a:pt x="84658" y="99498"/>
                    <a:pt x="72799" y="117411"/>
                  </a:cubicBezTo>
                  <a:cubicBezTo>
                    <a:pt x="65157" y="128972"/>
                    <a:pt x="52553" y="135175"/>
                    <a:pt x="39652" y="13517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E49475B5-68FE-2BDE-0108-7F5C0565C5E7}"/>
                </a:ext>
              </a:extLst>
            </p:cNvPr>
            <p:cNvSpPr/>
            <p:nvPr/>
          </p:nvSpPr>
          <p:spPr>
            <a:xfrm>
              <a:off x="6893837" y="5027996"/>
              <a:ext cx="87819" cy="163255"/>
            </a:xfrm>
            <a:custGeom>
              <a:avLst/>
              <a:gdLst>
                <a:gd name="connsiteX0" fmla="*/ 48125 w 87819"/>
                <a:gd name="connsiteY0" fmla="*/ 163205 h 163255"/>
                <a:gd name="connsiteX1" fmla="*/ 10512 w 87819"/>
                <a:gd name="connsiteY1" fmla="*/ 136162 h 163255"/>
                <a:gd name="connsiteX2" fmla="*/ 2722 w 87819"/>
                <a:gd name="connsiteY2" fmla="*/ 38409 h 163255"/>
                <a:gd name="connsiteX3" fmla="*/ 3814 w 87819"/>
                <a:gd name="connsiteY3" fmla="*/ 32306 h 163255"/>
                <a:gd name="connsiteX4" fmla="*/ 50209 w 87819"/>
                <a:gd name="connsiteY4" fmla="*/ 698 h 163255"/>
                <a:gd name="connsiteX5" fmla="*/ 81817 w 87819"/>
                <a:gd name="connsiteY5" fmla="*/ 47093 h 163255"/>
                <a:gd name="connsiteX6" fmla="*/ 81024 w 87819"/>
                <a:gd name="connsiteY6" fmla="*/ 51360 h 163255"/>
                <a:gd name="connsiteX7" fmla="*/ 85737 w 87819"/>
                <a:gd name="connsiteY7" fmla="*/ 110905 h 163255"/>
                <a:gd name="connsiteX8" fmla="*/ 60729 w 87819"/>
                <a:gd name="connsiteY8" fmla="*/ 161171 h 163255"/>
                <a:gd name="connsiteX9" fmla="*/ 48075 w 87819"/>
                <a:gd name="connsiteY9" fmla="*/ 163255 h 16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819" h="163255">
                  <a:moveTo>
                    <a:pt x="48125" y="163205"/>
                  </a:moveTo>
                  <a:cubicBezTo>
                    <a:pt x="31552" y="163205"/>
                    <a:pt x="16070" y="152736"/>
                    <a:pt x="10512" y="136162"/>
                  </a:cubicBezTo>
                  <a:cubicBezTo>
                    <a:pt x="-7" y="104901"/>
                    <a:pt x="-2687" y="71110"/>
                    <a:pt x="2722" y="38409"/>
                  </a:cubicBezTo>
                  <a:cubicBezTo>
                    <a:pt x="3069" y="36375"/>
                    <a:pt x="3466" y="34341"/>
                    <a:pt x="3814" y="32306"/>
                  </a:cubicBezTo>
                  <a:cubicBezTo>
                    <a:pt x="7883" y="10771"/>
                    <a:pt x="28674" y="-3371"/>
                    <a:pt x="50209" y="698"/>
                  </a:cubicBezTo>
                  <a:cubicBezTo>
                    <a:pt x="71744" y="4767"/>
                    <a:pt x="85886" y="25558"/>
                    <a:pt x="81817" y="47093"/>
                  </a:cubicBezTo>
                  <a:cubicBezTo>
                    <a:pt x="81569" y="48482"/>
                    <a:pt x="81272" y="49921"/>
                    <a:pt x="81024" y="51360"/>
                  </a:cubicBezTo>
                  <a:cubicBezTo>
                    <a:pt x="77699" y="71606"/>
                    <a:pt x="79287" y="91603"/>
                    <a:pt x="85737" y="110905"/>
                  </a:cubicBezTo>
                  <a:cubicBezTo>
                    <a:pt x="92734" y="131696"/>
                    <a:pt x="81520" y="154175"/>
                    <a:pt x="60729" y="161171"/>
                  </a:cubicBezTo>
                  <a:cubicBezTo>
                    <a:pt x="56560" y="162560"/>
                    <a:pt x="52293" y="163255"/>
                    <a:pt x="48075" y="16325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6BCAA4E9-EC31-AA69-B69D-53535A91D29E}"/>
                </a:ext>
              </a:extLst>
            </p:cNvPr>
            <p:cNvSpPr/>
            <p:nvPr/>
          </p:nvSpPr>
          <p:spPr>
            <a:xfrm>
              <a:off x="6933226" y="5166306"/>
              <a:ext cx="149050" cy="127262"/>
            </a:xfrm>
            <a:custGeom>
              <a:avLst/>
              <a:gdLst>
                <a:gd name="connsiteX0" fmla="*/ 109367 w 149050"/>
                <a:gd name="connsiteY0" fmla="*/ 127263 h 127262"/>
                <a:gd name="connsiteX1" fmla="*/ 96167 w 149050"/>
                <a:gd name="connsiteY1" fmla="*/ 124980 h 127262"/>
                <a:gd name="connsiteX2" fmla="*/ 9530 w 149050"/>
                <a:gd name="connsiteY2" fmla="*/ 65485 h 127262"/>
                <a:gd name="connsiteX3" fmla="*/ 13896 w 149050"/>
                <a:gd name="connsiteY3" fmla="*/ 9513 h 127262"/>
                <a:gd name="connsiteX4" fmla="*/ 69868 w 149050"/>
                <a:gd name="connsiteY4" fmla="*/ 13880 h 127262"/>
                <a:gd name="connsiteX5" fmla="*/ 122516 w 149050"/>
                <a:gd name="connsiteY5" fmla="*/ 50053 h 127262"/>
                <a:gd name="connsiteX6" fmla="*/ 146781 w 149050"/>
                <a:gd name="connsiteY6" fmla="*/ 100666 h 127262"/>
                <a:gd name="connsiteX7" fmla="*/ 109317 w 149050"/>
                <a:gd name="connsiteY7" fmla="*/ 127164 h 12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050" h="127262">
                  <a:moveTo>
                    <a:pt x="109367" y="127263"/>
                  </a:moveTo>
                  <a:cubicBezTo>
                    <a:pt x="105000" y="127263"/>
                    <a:pt x="100534" y="126519"/>
                    <a:pt x="96167" y="124980"/>
                  </a:cubicBezTo>
                  <a:cubicBezTo>
                    <a:pt x="62673" y="113171"/>
                    <a:pt x="32702" y="92628"/>
                    <a:pt x="9530" y="65485"/>
                  </a:cubicBezTo>
                  <a:cubicBezTo>
                    <a:pt x="-4712" y="48813"/>
                    <a:pt x="-2776" y="23754"/>
                    <a:pt x="13896" y="9513"/>
                  </a:cubicBezTo>
                  <a:cubicBezTo>
                    <a:pt x="30569" y="-4728"/>
                    <a:pt x="55627" y="-2743"/>
                    <a:pt x="69868" y="13880"/>
                  </a:cubicBezTo>
                  <a:cubicBezTo>
                    <a:pt x="83961" y="30403"/>
                    <a:pt x="102172" y="42908"/>
                    <a:pt x="122516" y="50053"/>
                  </a:cubicBezTo>
                  <a:cubicBezTo>
                    <a:pt x="143208" y="57347"/>
                    <a:pt x="154075" y="80024"/>
                    <a:pt x="146781" y="100666"/>
                  </a:cubicBezTo>
                  <a:cubicBezTo>
                    <a:pt x="141025" y="116991"/>
                    <a:pt x="125692" y="127164"/>
                    <a:pt x="109317" y="12716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EE57B4B0-5248-4E4E-2831-04CBD77A9112}"/>
              </a:ext>
            </a:extLst>
          </p:cNvPr>
          <p:cNvGrpSpPr/>
          <p:nvPr/>
        </p:nvGrpSpPr>
        <p:grpSpPr>
          <a:xfrm>
            <a:off x="8103661" y="4792499"/>
            <a:ext cx="855851" cy="827127"/>
            <a:chOff x="8103661" y="4792499"/>
            <a:chExt cx="855851" cy="827127"/>
          </a:xfrm>
        </p:grpSpPr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5AD43107-B981-4EAC-C995-28DFDB331671}"/>
                </a:ext>
              </a:extLst>
            </p:cNvPr>
            <p:cNvSpPr/>
            <p:nvPr/>
          </p:nvSpPr>
          <p:spPr>
            <a:xfrm>
              <a:off x="8103661" y="4909058"/>
              <a:ext cx="797504" cy="79393"/>
            </a:xfrm>
            <a:custGeom>
              <a:avLst/>
              <a:gdLst>
                <a:gd name="connsiteX0" fmla="*/ 757808 w 797504"/>
                <a:gd name="connsiteY0" fmla="*/ 79393 h 79393"/>
                <a:gd name="connsiteX1" fmla="*/ 39697 w 797504"/>
                <a:gd name="connsiteY1" fmla="*/ 79393 h 79393"/>
                <a:gd name="connsiteX2" fmla="*/ 0 w 797504"/>
                <a:gd name="connsiteY2" fmla="*/ 39697 h 79393"/>
                <a:gd name="connsiteX3" fmla="*/ 39697 w 797504"/>
                <a:gd name="connsiteY3" fmla="*/ 0 h 79393"/>
                <a:gd name="connsiteX4" fmla="*/ 757808 w 797504"/>
                <a:gd name="connsiteY4" fmla="*/ 0 h 79393"/>
                <a:gd name="connsiteX5" fmla="*/ 797505 w 797504"/>
                <a:gd name="connsiteY5" fmla="*/ 39697 h 79393"/>
                <a:gd name="connsiteX6" fmla="*/ 757808 w 7975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7504" h="79393">
                  <a:moveTo>
                    <a:pt x="7578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57808" y="0"/>
                  </a:lnTo>
                  <a:cubicBezTo>
                    <a:pt x="779740" y="0"/>
                    <a:pt x="797505" y="17764"/>
                    <a:pt x="797505" y="39697"/>
                  </a:cubicBezTo>
                  <a:cubicBezTo>
                    <a:pt x="797505" y="61629"/>
                    <a:pt x="779740" y="79393"/>
                    <a:pt x="7578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8BBB115F-E957-3479-E14C-0572D11316F9}"/>
                </a:ext>
              </a:extLst>
            </p:cNvPr>
            <p:cNvSpPr/>
            <p:nvPr/>
          </p:nvSpPr>
          <p:spPr>
            <a:xfrm>
              <a:off x="8103661" y="4792499"/>
              <a:ext cx="797454" cy="606811"/>
            </a:xfrm>
            <a:custGeom>
              <a:avLst/>
              <a:gdLst>
                <a:gd name="connsiteX0" fmla="*/ 634252 w 797454"/>
                <a:gd name="connsiteY0" fmla="*/ 606811 h 606811"/>
                <a:gd name="connsiteX1" fmla="*/ 39697 w 797454"/>
                <a:gd name="connsiteY1" fmla="*/ 606811 h 606811"/>
                <a:gd name="connsiteX2" fmla="*/ 0 w 797454"/>
                <a:gd name="connsiteY2" fmla="*/ 567115 h 606811"/>
                <a:gd name="connsiteX3" fmla="*/ 0 w 797454"/>
                <a:gd name="connsiteY3" fmla="*/ 39697 h 606811"/>
                <a:gd name="connsiteX4" fmla="*/ 39697 w 797454"/>
                <a:gd name="connsiteY4" fmla="*/ 0 h 606811"/>
                <a:gd name="connsiteX5" fmla="*/ 757758 w 797454"/>
                <a:gd name="connsiteY5" fmla="*/ 0 h 606811"/>
                <a:gd name="connsiteX6" fmla="*/ 797455 w 797454"/>
                <a:gd name="connsiteY6" fmla="*/ 39697 h 606811"/>
                <a:gd name="connsiteX7" fmla="*/ 797455 w 797454"/>
                <a:gd name="connsiteY7" fmla="*/ 564932 h 606811"/>
                <a:gd name="connsiteX8" fmla="*/ 757758 w 797454"/>
                <a:gd name="connsiteY8" fmla="*/ 604628 h 606811"/>
                <a:gd name="connsiteX9" fmla="*/ 718062 w 797454"/>
                <a:gd name="connsiteY9" fmla="*/ 564932 h 606811"/>
                <a:gd name="connsiteX10" fmla="*/ 718062 w 797454"/>
                <a:gd name="connsiteY10" fmla="*/ 79393 h 606811"/>
                <a:gd name="connsiteX11" fmla="*/ 79393 w 797454"/>
                <a:gd name="connsiteY11" fmla="*/ 79393 h 606811"/>
                <a:gd name="connsiteX12" fmla="*/ 79393 w 797454"/>
                <a:gd name="connsiteY12" fmla="*/ 527369 h 606811"/>
                <a:gd name="connsiteX13" fmla="*/ 634203 w 797454"/>
                <a:gd name="connsiteY13" fmla="*/ 527369 h 606811"/>
                <a:gd name="connsiteX14" fmla="*/ 673899 w 797454"/>
                <a:gd name="connsiteY14" fmla="*/ 567065 h 606811"/>
                <a:gd name="connsiteX15" fmla="*/ 634203 w 797454"/>
                <a:gd name="connsiteY15" fmla="*/ 606762 h 60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454" h="606811">
                  <a:moveTo>
                    <a:pt x="634252" y="606811"/>
                  </a:moveTo>
                  <a:lnTo>
                    <a:pt x="39697" y="606811"/>
                  </a:lnTo>
                  <a:cubicBezTo>
                    <a:pt x="17764" y="606811"/>
                    <a:pt x="0" y="589047"/>
                    <a:pt x="0" y="567115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757758" y="0"/>
                  </a:lnTo>
                  <a:cubicBezTo>
                    <a:pt x="779691" y="0"/>
                    <a:pt x="797455" y="17764"/>
                    <a:pt x="797455" y="39697"/>
                  </a:cubicBezTo>
                  <a:lnTo>
                    <a:pt x="797455" y="564932"/>
                  </a:lnTo>
                  <a:cubicBezTo>
                    <a:pt x="797455" y="586864"/>
                    <a:pt x="779691" y="604628"/>
                    <a:pt x="757758" y="604628"/>
                  </a:cubicBezTo>
                  <a:cubicBezTo>
                    <a:pt x="735826" y="604628"/>
                    <a:pt x="718062" y="586864"/>
                    <a:pt x="718062" y="564932"/>
                  </a:cubicBezTo>
                  <a:lnTo>
                    <a:pt x="718062" y="79393"/>
                  </a:lnTo>
                  <a:lnTo>
                    <a:pt x="79393" y="79393"/>
                  </a:lnTo>
                  <a:lnTo>
                    <a:pt x="79393" y="527369"/>
                  </a:lnTo>
                  <a:lnTo>
                    <a:pt x="634203" y="527369"/>
                  </a:lnTo>
                  <a:cubicBezTo>
                    <a:pt x="656135" y="527369"/>
                    <a:pt x="673899" y="545133"/>
                    <a:pt x="673899" y="567065"/>
                  </a:cubicBezTo>
                  <a:cubicBezTo>
                    <a:pt x="673899" y="588998"/>
                    <a:pt x="656135" y="606762"/>
                    <a:pt x="634203" y="60676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1" name="Picture Placeholder 95">
              <a:extLst>
                <a:ext uri="{FF2B5EF4-FFF2-40B4-BE49-F238E27FC236}">
                  <a16:creationId xmlns:a16="http://schemas.microsoft.com/office/drawing/2014/main" id="{3372BDE6-A99D-3B79-6DAB-C21C9846769D}"/>
                </a:ext>
              </a:extLst>
            </p:cNvPr>
            <p:cNvGrpSpPr/>
            <p:nvPr/>
          </p:nvGrpSpPr>
          <p:grpSpPr>
            <a:xfrm>
              <a:off x="8630595" y="5238176"/>
              <a:ext cx="328917" cy="332176"/>
              <a:chOff x="8630595" y="5238176"/>
              <a:chExt cx="328917" cy="332176"/>
            </a:xfrm>
            <a:solidFill>
              <a:srgbClr val="C42828"/>
            </a:solidFill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0295BD8D-AC79-D610-E4FB-FC86FB1F6D27}"/>
                  </a:ext>
                </a:extLst>
              </p:cNvPr>
              <p:cNvSpPr/>
              <p:nvPr/>
            </p:nvSpPr>
            <p:spPr>
              <a:xfrm>
                <a:off x="8685953" y="5256346"/>
                <a:ext cx="111115" cy="126192"/>
              </a:xfrm>
              <a:custGeom>
                <a:avLst/>
                <a:gdLst>
                  <a:gd name="connsiteX0" fmla="*/ 71511 w 111115"/>
                  <a:gd name="connsiteY0" fmla="*/ 126193 h 126192"/>
                  <a:gd name="connsiteX1" fmla="*/ 38612 w 111115"/>
                  <a:gd name="connsiteY1" fmla="*/ 108776 h 126192"/>
                  <a:gd name="connsiteX2" fmla="*/ 6855 w 111115"/>
                  <a:gd name="connsiteY2" fmla="*/ 61984 h 126192"/>
                  <a:gd name="connsiteX3" fmla="*/ 17375 w 111115"/>
                  <a:gd name="connsiteY3" fmla="*/ 6855 h 126192"/>
                  <a:gd name="connsiteX4" fmla="*/ 72503 w 111115"/>
                  <a:gd name="connsiteY4" fmla="*/ 17375 h 126192"/>
                  <a:gd name="connsiteX5" fmla="*/ 104261 w 111115"/>
                  <a:gd name="connsiteY5" fmla="*/ 64167 h 126192"/>
                  <a:gd name="connsiteX6" fmla="*/ 93741 w 111115"/>
                  <a:gd name="connsiteY6" fmla="*/ 119296 h 126192"/>
                  <a:gd name="connsiteX7" fmla="*/ 71461 w 111115"/>
                  <a:gd name="connsiteY7" fmla="*/ 126143 h 12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115" h="126192">
                    <a:moveTo>
                      <a:pt x="71511" y="126193"/>
                    </a:moveTo>
                    <a:cubicBezTo>
                      <a:pt x="58808" y="126193"/>
                      <a:pt x="46304" y="120089"/>
                      <a:pt x="38612" y="108776"/>
                    </a:cubicBezTo>
                    <a:lnTo>
                      <a:pt x="6855" y="61984"/>
                    </a:lnTo>
                    <a:cubicBezTo>
                      <a:pt x="-5451" y="43872"/>
                      <a:pt x="-737" y="19161"/>
                      <a:pt x="17375" y="6855"/>
                    </a:cubicBezTo>
                    <a:cubicBezTo>
                      <a:pt x="35536" y="-5451"/>
                      <a:pt x="60197" y="-737"/>
                      <a:pt x="72503" y="17375"/>
                    </a:cubicBezTo>
                    <a:lnTo>
                      <a:pt x="104261" y="64167"/>
                    </a:lnTo>
                    <a:cubicBezTo>
                      <a:pt x="116567" y="82278"/>
                      <a:pt x="111853" y="106990"/>
                      <a:pt x="93741" y="119296"/>
                    </a:cubicBezTo>
                    <a:cubicBezTo>
                      <a:pt x="86893" y="123910"/>
                      <a:pt x="79153" y="126143"/>
                      <a:pt x="71461" y="1261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5DD66184-2C38-D1E8-FAA9-7F4C8E7BFE33}"/>
                  </a:ext>
                </a:extLst>
              </p:cNvPr>
              <p:cNvSpPr/>
              <p:nvPr/>
            </p:nvSpPr>
            <p:spPr>
              <a:xfrm>
                <a:off x="8771376" y="5238176"/>
                <a:ext cx="91811" cy="134835"/>
              </a:xfrm>
              <a:custGeom>
                <a:avLst/>
                <a:gdLst>
                  <a:gd name="connsiteX0" fmla="*/ 39728 w 91811"/>
                  <a:gd name="connsiteY0" fmla="*/ 134786 h 134835"/>
                  <a:gd name="connsiteX1" fmla="*/ 31044 w 91811"/>
                  <a:gd name="connsiteY1" fmla="*/ 133843 h 134835"/>
                  <a:gd name="connsiteX2" fmla="*/ 974 w 91811"/>
                  <a:gd name="connsiteY2" fmla="*/ 86455 h 134835"/>
                  <a:gd name="connsiteX3" fmla="*/ 13379 w 91811"/>
                  <a:gd name="connsiteY3" fmla="*/ 31029 h 134835"/>
                  <a:gd name="connsiteX4" fmla="*/ 60767 w 91811"/>
                  <a:gd name="connsiteY4" fmla="*/ 959 h 134835"/>
                  <a:gd name="connsiteX5" fmla="*/ 90837 w 91811"/>
                  <a:gd name="connsiteY5" fmla="*/ 48347 h 134835"/>
                  <a:gd name="connsiteX6" fmla="*/ 78432 w 91811"/>
                  <a:gd name="connsiteY6" fmla="*/ 103773 h 134835"/>
                  <a:gd name="connsiteX7" fmla="*/ 39728 w 91811"/>
                  <a:gd name="connsiteY7" fmla="*/ 134836 h 13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1811" h="134835">
                    <a:moveTo>
                      <a:pt x="39728" y="134786"/>
                    </a:moveTo>
                    <a:cubicBezTo>
                      <a:pt x="36850" y="134786"/>
                      <a:pt x="33922" y="134488"/>
                      <a:pt x="31044" y="133843"/>
                    </a:cubicBezTo>
                    <a:cubicBezTo>
                      <a:pt x="9658" y="129080"/>
                      <a:pt x="-3839" y="107842"/>
                      <a:pt x="974" y="86455"/>
                    </a:cubicBezTo>
                    <a:lnTo>
                      <a:pt x="13379" y="31029"/>
                    </a:lnTo>
                    <a:cubicBezTo>
                      <a:pt x="18143" y="9643"/>
                      <a:pt x="39381" y="-3805"/>
                      <a:pt x="60767" y="959"/>
                    </a:cubicBezTo>
                    <a:cubicBezTo>
                      <a:pt x="82154" y="5723"/>
                      <a:pt x="95650" y="26960"/>
                      <a:pt x="90837" y="48347"/>
                    </a:cubicBezTo>
                    <a:lnTo>
                      <a:pt x="78432" y="103773"/>
                    </a:lnTo>
                    <a:cubicBezTo>
                      <a:pt x="74314" y="122232"/>
                      <a:pt x="57889" y="134836"/>
                      <a:pt x="39728" y="13483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30C77C1D-59A6-81B4-7CEC-2EE2F1F44866}"/>
                  </a:ext>
                </a:extLst>
              </p:cNvPr>
              <p:cNvSpPr/>
              <p:nvPr/>
            </p:nvSpPr>
            <p:spPr>
              <a:xfrm>
                <a:off x="8824086" y="5301242"/>
                <a:ext cx="116100" cy="100698"/>
              </a:xfrm>
              <a:custGeom>
                <a:avLst/>
                <a:gdLst>
                  <a:gd name="connsiteX0" fmla="*/ 39765 w 116100"/>
                  <a:gd name="connsiteY0" fmla="*/ 100699 h 100698"/>
                  <a:gd name="connsiteX1" fmla="*/ 5378 w 116100"/>
                  <a:gd name="connsiteY1" fmla="*/ 80950 h 100698"/>
                  <a:gd name="connsiteX2" fmla="*/ 19768 w 116100"/>
                  <a:gd name="connsiteY2" fmla="*/ 26665 h 100698"/>
                  <a:gd name="connsiteX3" fmla="*/ 56437 w 116100"/>
                  <a:gd name="connsiteY3" fmla="*/ 5378 h 100698"/>
                  <a:gd name="connsiteX4" fmla="*/ 110723 w 116100"/>
                  <a:gd name="connsiteY4" fmla="*/ 19768 h 100698"/>
                  <a:gd name="connsiteX5" fmla="*/ 96332 w 116100"/>
                  <a:gd name="connsiteY5" fmla="*/ 74053 h 100698"/>
                  <a:gd name="connsiteX6" fmla="*/ 59663 w 116100"/>
                  <a:gd name="connsiteY6" fmla="*/ 95340 h 100698"/>
                  <a:gd name="connsiteX7" fmla="*/ 39765 w 116100"/>
                  <a:gd name="connsiteY7" fmla="*/ 100699 h 100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100" h="100698">
                    <a:moveTo>
                      <a:pt x="39765" y="100699"/>
                    </a:moveTo>
                    <a:cubicBezTo>
                      <a:pt x="26070" y="100699"/>
                      <a:pt x="12771" y="93603"/>
                      <a:pt x="5378" y="80950"/>
                    </a:cubicBezTo>
                    <a:cubicBezTo>
                      <a:pt x="-5638" y="61995"/>
                      <a:pt x="813" y="37681"/>
                      <a:pt x="19768" y="26665"/>
                    </a:cubicBezTo>
                    <a:lnTo>
                      <a:pt x="56437" y="5378"/>
                    </a:lnTo>
                    <a:cubicBezTo>
                      <a:pt x="75393" y="-5638"/>
                      <a:pt x="99707" y="813"/>
                      <a:pt x="110723" y="19768"/>
                    </a:cubicBezTo>
                    <a:cubicBezTo>
                      <a:pt x="121738" y="38723"/>
                      <a:pt x="115288" y="63037"/>
                      <a:pt x="96332" y="74053"/>
                    </a:cubicBezTo>
                    <a:lnTo>
                      <a:pt x="59663" y="95340"/>
                    </a:lnTo>
                    <a:cubicBezTo>
                      <a:pt x="53411" y="98962"/>
                      <a:pt x="46513" y="100699"/>
                      <a:pt x="39765" y="10069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 314">
                <a:extLst>
                  <a:ext uri="{FF2B5EF4-FFF2-40B4-BE49-F238E27FC236}">
                    <a16:creationId xmlns:a16="http://schemas.microsoft.com/office/drawing/2014/main" id="{1DC65F30-7FE2-5E25-A34B-8C14B2DB4302}"/>
                  </a:ext>
                </a:extLst>
              </p:cNvPr>
              <p:cNvSpPr/>
              <p:nvPr/>
            </p:nvSpPr>
            <p:spPr>
              <a:xfrm>
                <a:off x="8830809" y="5380412"/>
                <a:ext cx="128703" cy="90303"/>
              </a:xfrm>
              <a:custGeom>
                <a:avLst/>
                <a:gdLst>
                  <a:gd name="connsiteX0" fmla="*/ 89013 w 128703"/>
                  <a:gd name="connsiteY0" fmla="*/ 90303 h 90303"/>
                  <a:gd name="connsiteX1" fmla="*/ 80429 w 128703"/>
                  <a:gd name="connsiteY1" fmla="*/ 89361 h 90303"/>
                  <a:gd name="connsiteX2" fmla="*/ 31155 w 128703"/>
                  <a:gd name="connsiteY2" fmla="*/ 78494 h 90303"/>
                  <a:gd name="connsiteX3" fmla="*/ 936 w 128703"/>
                  <a:gd name="connsiteY3" fmla="*/ 31155 h 90303"/>
                  <a:gd name="connsiteX4" fmla="*/ 48275 w 128703"/>
                  <a:gd name="connsiteY4" fmla="*/ 936 h 90303"/>
                  <a:gd name="connsiteX5" fmla="*/ 97548 w 128703"/>
                  <a:gd name="connsiteY5" fmla="*/ 11803 h 90303"/>
                  <a:gd name="connsiteX6" fmla="*/ 127767 w 128703"/>
                  <a:gd name="connsiteY6" fmla="*/ 59141 h 90303"/>
                  <a:gd name="connsiteX7" fmla="*/ 89063 w 128703"/>
                  <a:gd name="connsiteY7" fmla="*/ 90303 h 90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703" h="90303">
                    <a:moveTo>
                      <a:pt x="89013" y="90303"/>
                    </a:moveTo>
                    <a:cubicBezTo>
                      <a:pt x="86185" y="90303"/>
                      <a:pt x="83307" y="90006"/>
                      <a:pt x="80429" y="89361"/>
                    </a:cubicBezTo>
                    <a:lnTo>
                      <a:pt x="31155" y="78494"/>
                    </a:lnTo>
                    <a:cubicBezTo>
                      <a:pt x="9769" y="73780"/>
                      <a:pt x="-3778" y="52592"/>
                      <a:pt x="936" y="31155"/>
                    </a:cubicBezTo>
                    <a:cubicBezTo>
                      <a:pt x="5650" y="9769"/>
                      <a:pt x="26888" y="-3778"/>
                      <a:pt x="48275" y="936"/>
                    </a:cubicBezTo>
                    <a:lnTo>
                      <a:pt x="97548" y="11803"/>
                    </a:lnTo>
                    <a:cubicBezTo>
                      <a:pt x="118935" y="16517"/>
                      <a:pt x="132481" y="37705"/>
                      <a:pt x="127767" y="59141"/>
                    </a:cubicBezTo>
                    <a:cubicBezTo>
                      <a:pt x="123698" y="77650"/>
                      <a:pt x="107274" y="90303"/>
                      <a:pt x="89063" y="9030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6B2AD937-646E-15BE-C2FC-036A1DE84A93}"/>
                  </a:ext>
                </a:extLst>
              </p:cNvPr>
              <p:cNvSpPr/>
              <p:nvPr/>
            </p:nvSpPr>
            <p:spPr>
              <a:xfrm>
                <a:off x="8796881" y="5439572"/>
                <a:ext cx="101783" cy="114852"/>
              </a:xfrm>
              <a:custGeom>
                <a:avLst/>
                <a:gdLst>
                  <a:gd name="connsiteX0" fmla="*/ 62106 w 101783"/>
                  <a:gd name="connsiteY0" fmla="*/ 114803 h 114852"/>
                  <a:gd name="connsiteX1" fmla="*/ 28513 w 101783"/>
                  <a:gd name="connsiteY1" fmla="*/ 96295 h 114852"/>
                  <a:gd name="connsiteX2" fmla="*/ 6134 w 101783"/>
                  <a:gd name="connsiteY2" fmla="*/ 60866 h 114852"/>
                  <a:gd name="connsiteX3" fmla="*/ 18539 w 101783"/>
                  <a:gd name="connsiteY3" fmla="*/ 6134 h 114852"/>
                  <a:gd name="connsiteX4" fmla="*/ 73271 w 101783"/>
                  <a:gd name="connsiteY4" fmla="*/ 18539 h 114852"/>
                  <a:gd name="connsiteX5" fmla="*/ 95650 w 101783"/>
                  <a:gd name="connsiteY5" fmla="*/ 53968 h 114852"/>
                  <a:gd name="connsiteX6" fmla="*/ 83245 w 101783"/>
                  <a:gd name="connsiteY6" fmla="*/ 108700 h 114852"/>
                  <a:gd name="connsiteX7" fmla="*/ 62106 w 101783"/>
                  <a:gd name="connsiteY7" fmla="*/ 114853 h 114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783" h="114852">
                    <a:moveTo>
                      <a:pt x="62106" y="114803"/>
                    </a:moveTo>
                    <a:cubicBezTo>
                      <a:pt x="48907" y="114803"/>
                      <a:pt x="36055" y="108253"/>
                      <a:pt x="28513" y="96295"/>
                    </a:cubicBezTo>
                    <a:lnTo>
                      <a:pt x="6134" y="60866"/>
                    </a:lnTo>
                    <a:cubicBezTo>
                      <a:pt x="-5576" y="42307"/>
                      <a:pt x="-19" y="17795"/>
                      <a:pt x="18539" y="6134"/>
                    </a:cubicBezTo>
                    <a:cubicBezTo>
                      <a:pt x="37097" y="-5576"/>
                      <a:pt x="61610" y="-19"/>
                      <a:pt x="73271" y="18539"/>
                    </a:cubicBezTo>
                    <a:lnTo>
                      <a:pt x="95650" y="53968"/>
                    </a:lnTo>
                    <a:cubicBezTo>
                      <a:pt x="107360" y="72527"/>
                      <a:pt x="101803" y="97039"/>
                      <a:pt x="83245" y="108700"/>
                    </a:cubicBezTo>
                    <a:cubicBezTo>
                      <a:pt x="76695" y="112868"/>
                      <a:pt x="69351" y="114853"/>
                      <a:pt x="62106" y="11485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9CB6F1BF-6DC8-01E3-0FE1-FC0CD4B1A179}"/>
                  </a:ext>
                </a:extLst>
              </p:cNvPr>
              <p:cNvSpPr/>
              <p:nvPr/>
            </p:nvSpPr>
            <p:spPr>
              <a:xfrm>
                <a:off x="8728111" y="5443049"/>
                <a:ext cx="89222" cy="127303"/>
              </a:xfrm>
              <a:custGeom>
                <a:avLst/>
                <a:gdLst>
                  <a:gd name="connsiteX0" fmla="*/ 39724 w 89222"/>
                  <a:gd name="connsiteY0" fmla="*/ 127304 h 127303"/>
                  <a:gd name="connsiteX1" fmla="*/ 31735 w 89222"/>
                  <a:gd name="connsiteY1" fmla="*/ 126460 h 127303"/>
                  <a:gd name="connsiteX2" fmla="*/ 821 w 89222"/>
                  <a:gd name="connsiteY2" fmla="*/ 79618 h 127303"/>
                  <a:gd name="connsiteX3" fmla="*/ 10646 w 89222"/>
                  <a:gd name="connsiteY3" fmla="*/ 31735 h 127303"/>
                  <a:gd name="connsiteX4" fmla="*/ 57488 w 89222"/>
                  <a:gd name="connsiteY4" fmla="*/ 821 h 127303"/>
                  <a:gd name="connsiteX5" fmla="*/ 88402 w 89222"/>
                  <a:gd name="connsiteY5" fmla="*/ 47663 h 127303"/>
                  <a:gd name="connsiteX6" fmla="*/ 78577 w 89222"/>
                  <a:gd name="connsiteY6" fmla="*/ 95547 h 127303"/>
                  <a:gd name="connsiteX7" fmla="*/ 39724 w 89222"/>
                  <a:gd name="connsiteY7" fmla="*/ 127304 h 127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222" h="127303">
                    <a:moveTo>
                      <a:pt x="39724" y="127304"/>
                    </a:moveTo>
                    <a:cubicBezTo>
                      <a:pt x="37094" y="127304"/>
                      <a:pt x="34414" y="127056"/>
                      <a:pt x="31735" y="126460"/>
                    </a:cubicBezTo>
                    <a:cubicBezTo>
                      <a:pt x="10249" y="122044"/>
                      <a:pt x="-3595" y="101055"/>
                      <a:pt x="821" y="79618"/>
                    </a:cubicBezTo>
                    <a:lnTo>
                      <a:pt x="10646" y="31735"/>
                    </a:lnTo>
                    <a:cubicBezTo>
                      <a:pt x="15062" y="10249"/>
                      <a:pt x="36052" y="-3595"/>
                      <a:pt x="57488" y="821"/>
                    </a:cubicBezTo>
                    <a:cubicBezTo>
                      <a:pt x="78974" y="5237"/>
                      <a:pt x="92818" y="26227"/>
                      <a:pt x="88402" y="47663"/>
                    </a:cubicBezTo>
                    <a:lnTo>
                      <a:pt x="78577" y="95547"/>
                    </a:lnTo>
                    <a:cubicBezTo>
                      <a:pt x="74706" y="114353"/>
                      <a:pt x="58182" y="127304"/>
                      <a:pt x="39724" y="127304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88A2E53-6A5D-5F1A-20CB-C14D702F2DE8}"/>
                  </a:ext>
                </a:extLst>
              </p:cNvPr>
              <p:cNvSpPr/>
              <p:nvPr/>
            </p:nvSpPr>
            <p:spPr>
              <a:xfrm>
                <a:off x="8652189" y="5404591"/>
                <a:ext cx="119048" cy="106018"/>
              </a:xfrm>
              <a:custGeom>
                <a:avLst/>
                <a:gdLst>
                  <a:gd name="connsiteX0" fmla="*/ 39726 w 119048"/>
                  <a:gd name="connsiteY0" fmla="*/ 105969 h 106018"/>
                  <a:gd name="connsiteX1" fmla="*/ 6728 w 119048"/>
                  <a:gd name="connsiteY1" fmla="*/ 88403 h 106018"/>
                  <a:gd name="connsiteX2" fmla="*/ 17595 w 119048"/>
                  <a:gd name="connsiteY2" fmla="*/ 33324 h 106018"/>
                  <a:gd name="connsiteX3" fmla="*/ 57242 w 119048"/>
                  <a:gd name="connsiteY3" fmla="*/ 6728 h 106018"/>
                  <a:gd name="connsiteX4" fmla="*/ 112321 w 119048"/>
                  <a:gd name="connsiteY4" fmla="*/ 17595 h 106018"/>
                  <a:gd name="connsiteX5" fmla="*/ 101454 w 119048"/>
                  <a:gd name="connsiteY5" fmla="*/ 72674 h 106018"/>
                  <a:gd name="connsiteX6" fmla="*/ 61807 w 119048"/>
                  <a:gd name="connsiteY6" fmla="*/ 99270 h 106018"/>
                  <a:gd name="connsiteX7" fmla="*/ 39726 w 119048"/>
                  <a:gd name="connsiteY7" fmla="*/ 106019 h 106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048" h="106018">
                    <a:moveTo>
                      <a:pt x="39726" y="105969"/>
                    </a:moveTo>
                    <a:cubicBezTo>
                      <a:pt x="26923" y="105969"/>
                      <a:pt x="14369" y="99816"/>
                      <a:pt x="6728" y="88403"/>
                    </a:cubicBezTo>
                    <a:cubicBezTo>
                      <a:pt x="-5479" y="70193"/>
                      <a:pt x="-616" y="45531"/>
                      <a:pt x="17595" y="33324"/>
                    </a:cubicBezTo>
                    <a:lnTo>
                      <a:pt x="57242" y="6728"/>
                    </a:lnTo>
                    <a:cubicBezTo>
                      <a:pt x="75453" y="-5479"/>
                      <a:pt x="100114" y="-616"/>
                      <a:pt x="112321" y="17595"/>
                    </a:cubicBezTo>
                    <a:cubicBezTo>
                      <a:pt x="124527" y="35806"/>
                      <a:pt x="119665" y="60467"/>
                      <a:pt x="101454" y="72674"/>
                    </a:cubicBezTo>
                    <a:lnTo>
                      <a:pt x="61807" y="99270"/>
                    </a:lnTo>
                    <a:cubicBezTo>
                      <a:pt x="55009" y="103836"/>
                      <a:pt x="47318" y="106019"/>
                      <a:pt x="39726" y="10601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B093A686-A6E9-7BA4-5594-49507E27C057}"/>
                  </a:ext>
                </a:extLst>
              </p:cNvPr>
              <p:cNvSpPr/>
              <p:nvPr/>
            </p:nvSpPr>
            <p:spPr>
              <a:xfrm>
                <a:off x="8630595" y="5334468"/>
                <a:ext cx="130528" cy="92580"/>
              </a:xfrm>
              <a:custGeom>
                <a:avLst/>
                <a:gdLst>
                  <a:gd name="connsiteX0" fmla="*/ 90844 w 130528"/>
                  <a:gd name="connsiteY0" fmla="*/ 92531 h 92580"/>
                  <a:gd name="connsiteX1" fmla="*/ 80920 w 130528"/>
                  <a:gd name="connsiteY1" fmla="*/ 91290 h 92580"/>
                  <a:gd name="connsiteX2" fmla="*/ 29810 w 130528"/>
                  <a:gd name="connsiteY2" fmla="*/ 78141 h 92580"/>
                  <a:gd name="connsiteX3" fmla="*/ 1278 w 130528"/>
                  <a:gd name="connsiteY3" fmla="*/ 29810 h 92580"/>
                  <a:gd name="connsiteX4" fmla="*/ 49609 w 130528"/>
                  <a:gd name="connsiteY4" fmla="*/ 1278 h 92580"/>
                  <a:gd name="connsiteX5" fmla="*/ 100718 w 130528"/>
                  <a:gd name="connsiteY5" fmla="*/ 14428 h 92580"/>
                  <a:gd name="connsiteX6" fmla="*/ 129250 w 130528"/>
                  <a:gd name="connsiteY6" fmla="*/ 62758 h 92580"/>
                  <a:gd name="connsiteX7" fmla="*/ 90844 w 130528"/>
                  <a:gd name="connsiteY7" fmla="*/ 92581 h 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528" h="92580">
                    <a:moveTo>
                      <a:pt x="90844" y="92531"/>
                    </a:moveTo>
                    <a:cubicBezTo>
                      <a:pt x="87569" y="92531"/>
                      <a:pt x="84244" y="92134"/>
                      <a:pt x="80920" y="91290"/>
                    </a:cubicBezTo>
                    <a:lnTo>
                      <a:pt x="29810" y="78141"/>
                    </a:lnTo>
                    <a:cubicBezTo>
                      <a:pt x="8573" y="72683"/>
                      <a:pt x="-4229" y="51048"/>
                      <a:pt x="1278" y="29810"/>
                    </a:cubicBezTo>
                    <a:cubicBezTo>
                      <a:pt x="6786" y="8573"/>
                      <a:pt x="28371" y="-4229"/>
                      <a:pt x="49609" y="1278"/>
                    </a:cubicBezTo>
                    <a:lnTo>
                      <a:pt x="100718" y="14428"/>
                    </a:lnTo>
                    <a:cubicBezTo>
                      <a:pt x="121956" y="19886"/>
                      <a:pt x="134758" y="41521"/>
                      <a:pt x="129250" y="62758"/>
                    </a:cubicBezTo>
                    <a:cubicBezTo>
                      <a:pt x="124636" y="80672"/>
                      <a:pt x="108509" y="92581"/>
                      <a:pt x="90844" y="9258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reeform 319">
                <a:extLst>
                  <a:ext uri="{FF2B5EF4-FFF2-40B4-BE49-F238E27FC236}">
                    <a16:creationId xmlns:a16="http://schemas.microsoft.com/office/drawing/2014/main" id="{EE59ACE7-8F1E-6C94-36CE-5C799023A032}"/>
                  </a:ext>
                </a:extLst>
              </p:cNvPr>
              <p:cNvSpPr/>
              <p:nvPr/>
            </p:nvSpPr>
            <p:spPr>
              <a:xfrm>
                <a:off x="8682437" y="5291850"/>
                <a:ext cx="228829" cy="228783"/>
              </a:xfrm>
              <a:custGeom>
                <a:avLst/>
                <a:gdLst>
                  <a:gd name="connsiteX0" fmla="*/ 114624 w 228829"/>
                  <a:gd name="connsiteY0" fmla="*/ 228784 h 228783"/>
                  <a:gd name="connsiteX1" fmla="*/ 88474 w 228829"/>
                  <a:gd name="connsiteY1" fmla="*/ 225757 h 228783"/>
                  <a:gd name="connsiteX2" fmla="*/ 17318 w 228829"/>
                  <a:gd name="connsiteY2" fmla="*/ 174796 h 228783"/>
                  <a:gd name="connsiteX3" fmla="*/ 3027 w 228829"/>
                  <a:gd name="connsiteY3" fmla="*/ 88407 h 228783"/>
                  <a:gd name="connsiteX4" fmla="*/ 53988 w 228829"/>
                  <a:gd name="connsiteY4" fmla="*/ 17251 h 228783"/>
                  <a:gd name="connsiteX5" fmla="*/ 211534 w 228829"/>
                  <a:gd name="connsiteY5" fmla="*/ 53920 h 228783"/>
                  <a:gd name="connsiteX6" fmla="*/ 211534 w 228829"/>
                  <a:gd name="connsiteY6" fmla="*/ 53920 h 228783"/>
                  <a:gd name="connsiteX7" fmla="*/ 225824 w 228829"/>
                  <a:gd name="connsiteY7" fmla="*/ 140310 h 228783"/>
                  <a:gd name="connsiteX8" fmla="*/ 174864 w 228829"/>
                  <a:gd name="connsiteY8" fmla="*/ 211466 h 228783"/>
                  <a:gd name="connsiteX9" fmla="*/ 114674 w 228829"/>
                  <a:gd name="connsiteY9" fmla="*/ 228784 h 228783"/>
                  <a:gd name="connsiteX10" fmla="*/ 114376 w 228829"/>
                  <a:gd name="connsiteY10" fmla="*/ 79425 h 228783"/>
                  <a:gd name="connsiteX11" fmla="*/ 95967 w 228829"/>
                  <a:gd name="connsiteY11" fmla="*/ 84685 h 228783"/>
                  <a:gd name="connsiteX12" fmla="*/ 80386 w 228829"/>
                  <a:gd name="connsiteY12" fmla="*/ 106469 h 228783"/>
                  <a:gd name="connsiteX13" fmla="*/ 84753 w 228829"/>
                  <a:gd name="connsiteY13" fmla="*/ 132867 h 228783"/>
                  <a:gd name="connsiteX14" fmla="*/ 106536 w 228829"/>
                  <a:gd name="connsiteY14" fmla="*/ 148448 h 228783"/>
                  <a:gd name="connsiteX15" fmla="*/ 132934 w 228829"/>
                  <a:gd name="connsiteY15" fmla="*/ 144081 h 228783"/>
                  <a:gd name="connsiteX16" fmla="*/ 148515 w 228829"/>
                  <a:gd name="connsiteY16" fmla="*/ 122298 h 228783"/>
                  <a:gd name="connsiteX17" fmla="*/ 144149 w 228829"/>
                  <a:gd name="connsiteY17" fmla="*/ 95899 h 228783"/>
                  <a:gd name="connsiteX18" fmla="*/ 144149 w 228829"/>
                  <a:gd name="connsiteY18" fmla="*/ 95899 h 228783"/>
                  <a:gd name="connsiteX19" fmla="*/ 114376 w 228829"/>
                  <a:gd name="connsiteY19" fmla="*/ 79425 h 22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8829" h="228783">
                    <a:moveTo>
                      <a:pt x="114624" y="228784"/>
                    </a:moveTo>
                    <a:cubicBezTo>
                      <a:pt x="105941" y="228784"/>
                      <a:pt x="97158" y="227791"/>
                      <a:pt x="88474" y="225757"/>
                    </a:cubicBezTo>
                    <a:cubicBezTo>
                      <a:pt x="58702" y="218810"/>
                      <a:pt x="33445" y="200748"/>
                      <a:pt x="17318" y="174796"/>
                    </a:cubicBezTo>
                    <a:cubicBezTo>
                      <a:pt x="1191" y="148845"/>
                      <a:pt x="-3920" y="118179"/>
                      <a:pt x="3027" y="88407"/>
                    </a:cubicBezTo>
                    <a:cubicBezTo>
                      <a:pt x="9974" y="58634"/>
                      <a:pt x="28036" y="33377"/>
                      <a:pt x="53988" y="17251"/>
                    </a:cubicBezTo>
                    <a:cubicBezTo>
                      <a:pt x="107528" y="-16095"/>
                      <a:pt x="178188" y="380"/>
                      <a:pt x="211534" y="53920"/>
                    </a:cubicBezTo>
                    <a:lnTo>
                      <a:pt x="211534" y="53920"/>
                    </a:lnTo>
                    <a:cubicBezTo>
                      <a:pt x="227660" y="79872"/>
                      <a:pt x="232722" y="110538"/>
                      <a:pt x="225824" y="140310"/>
                    </a:cubicBezTo>
                    <a:cubicBezTo>
                      <a:pt x="218877" y="170082"/>
                      <a:pt x="200815" y="195339"/>
                      <a:pt x="174864" y="211466"/>
                    </a:cubicBezTo>
                    <a:cubicBezTo>
                      <a:pt x="156504" y="222879"/>
                      <a:pt x="135763" y="228784"/>
                      <a:pt x="114674" y="228784"/>
                    </a:cubicBezTo>
                    <a:close/>
                    <a:moveTo>
                      <a:pt x="114376" y="79425"/>
                    </a:moveTo>
                    <a:cubicBezTo>
                      <a:pt x="108074" y="79425"/>
                      <a:pt x="101673" y="81112"/>
                      <a:pt x="95967" y="84685"/>
                    </a:cubicBezTo>
                    <a:cubicBezTo>
                      <a:pt x="88028" y="89598"/>
                      <a:pt x="82520" y="97338"/>
                      <a:pt x="80386" y="106469"/>
                    </a:cubicBezTo>
                    <a:cubicBezTo>
                      <a:pt x="78252" y="115549"/>
                      <a:pt x="79840" y="124927"/>
                      <a:pt x="84753" y="132867"/>
                    </a:cubicBezTo>
                    <a:cubicBezTo>
                      <a:pt x="89715" y="140806"/>
                      <a:pt x="97406" y="146314"/>
                      <a:pt x="106536" y="148448"/>
                    </a:cubicBezTo>
                    <a:cubicBezTo>
                      <a:pt x="115617" y="150581"/>
                      <a:pt x="124995" y="148994"/>
                      <a:pt x="132934" y="144081"/>
                    </a:cubicBezTo>
                    <a:cubicBezTo>
                      <a:pt x="140874" y="139119"/>
                      <a:pt x="146381" y="131428"/>
                      <a:pt x="148515" y="122298"/>
                    </a:cubicBezTo>
                    <a:cubicBezTo>
                      <a:pt x="150649" y="113217"/>
                      <a:pt x="149061" y="103839"/>
                      <a:pt x="144149" y="95899"/>
                    </a:cubicBezTo>
                    <a:lnTo>
                      <a:pt x="144149" y="95899"/>
                    </a:lnTo>
                    <a:cubicBezTo>
                      <a:pt x="137549" y="85281"/>
                      <a:pt x="126087" y="79425"/>
                      <a:pt x="114376" y="7942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1" name="Picture Placeholder 95">
              <a:extLst>
                <a:ext uri="{FF2B5EF4-FFF2-40B4-BE49-F238E27FC236}">
                  <a16:creationId xmlns:a16="http://schemas.microsoft.com/office/drawing/2014/main" id="{5759B1BA-683E-864C-D38C-B7B9E38E2D86}"/>
                </a:ext>
              </a:extLst>
            </p:cNvPr>
            <p:cNvGrpSpPr/>
            <p:nvPr/>
          </p:nvGrpSpPr>
          <p:grpSpPr>
            <a:xfrm>
              <a:off x="8345699" y="5301543"/>
              <a:ext cx="308016" cy="318083"/>
              <a:chOff x="8345699" y="5301543"/>
              <a:chExt cx="308016" cy="318083"/>
            </a:xfrm>
            <a:solidFill>
              <a:srgbClr val="C42828"/>
            </a:solidFill>
          </p:grpSpPr>
          <p:sp>
            <p:nvSpPr>
              <p:cNvPr id="322" name="Freeform 321">
                <a:extLst>
                  <a:ext uri="{FF2B5EF4-FFF2-40B4-BE49-F238E27FC236}">
                    <a16:creationId xmlns:a16="http://schemas.microsoft.com/office/drawing/2014/main" id="{F635CEA2-B0DA-BB3C-F2C8-AAF254FBA6D6}"/>
                  </a:ext>
                </a:extLst>
              </p:cNvPr>
              <p:cNvSpPr/>
              <p:nvPr/>
            </p:nvSpPr>
            <p:spPr>
              <a:xfrm>
                <a:off x="8429803" y="5301543"/>
                <a:ext cx="93862" cy="131460"/>
              </a:xfrm>
              <a:custGeom>
                <a:avLst/>
                <a:gdLst>
                  <a:gd name="connsiteX0" fmla="*/ 54101 w 93862"/>
                  <a:gd name="connsiteY0" fmla="*/ 131460 h 131460"/>
                  <a:gd name="connsiteX1" fmla="*/ 15893 w 93862"/>
                  <a:gd name="connsiteY1" fmla="*/ 102382 h 131460"/>
                  <a:gd name="connsiteX2" fmla="*/ 1454 w 93862"/>
                  <a:gd name="connsiteY2" fmla="*/ 50330 h 131460"/>
                  <a:gd name="connsiteX3" fmla="*/ 29093 w 93862"/>
                  <a:gd name="connsiteY3" fmla="*/ 1454 h 131460"/>
                  <a:gd name="connsiteX4" fmla="*/ 77969 w 93862"/>
                  <a:gd name="connsiteY4" fmla="*/ 29093 h 131460"/>
                  <a:gd name="connsiteX5" fmla="*/ 92409 w 93862"/>
                  <a:gd name="connsiteY5" fmla="*/ 81145 h 131460"/>
                  <a:gd name="connsiteX6" fmla="*/ 64770 w 93862"/>
                  <a:gd name="connsiteY6" fmla="*/ 130021 h 131460"/>
                  <a:gd name="connsiteX7" fmla="*/ 54151 w 93862"/>
                  <a:gd name="connsiteY7" fmla="*/ 131460 h 13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862" h="131460">
                    <a:moveTo>
                      <a:pt x="54101" y="131460"/>
                    </a:moveTo>
                    <a:cubicBezTo>
                      <a:pt x="36734" y="131460"/>
                      <a:pt x="20756" y="119948"/>
                      <a:pt x="15893" y="102382"/>
                    </a:cubicBezTo>
                    <a:lnTo>
                      <a:pt x="1454" y="50330"/>
                    </a:lnTo>
                    <a:cubicBezTo>
                      <a:pt x="-4401" y="29192"/>
                      <a:pt x="7954" y="7309"/>
                      <a:pt x="29093" y="1454"/>
                    </a:cubicBezTo>
                    <a:cubicBezTo>
                      <a:pt x="50231" y="-4401"/>
                      <a:pt x="72114" y="7954"/>
                      <a:pt x="77969" y="29093"/>
                    </a:cubicBezTo>
                    <a:lnTo>
                      <a:pt x="92409" y="81145"/>
                    </a:lnTo>
                    <a:cubicBezTo>
                      <a:pt x="98264" y="102283"/>
                      <a:pt x="85908" y="124166"/>
                      <a:pt x="64770" y="130021"/>
                    </a:cubicBezTo>
                    <a:cubicBezTo>
                      <a:pt x="61197" y="131013"/>
                      <a:pt x="57624" y="131460"/>
                      <a:pt x="54151" y="13146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reeform 322">
                <a:extLst>
                  <a:ext uri="{FF2B5EF4-FFF2-40B4-BE49-F238E27FC236}">
                    <a16:creationId xmlns:a16="http://schemas.microsoft.com/office/drawing/2014/main" id="{3E383B65-7F28-89B4-0B74-732DB430C760}"/>
                  </a:ext>
                </a:extLst>
              </p:cNvPr>
              <p:cNvSpPr/>
              <p:nvPr/>
            </p:nvSpPr>
            <p:spPr>
              <a:xfrm>
                <a:off x="8495672" y="5314963"/>
                <a:ext cx="107612" cy="125830"/>
              </a:xfrm>
              <a:custGeom>
                <a:avLst/>
                <a:gdLst>
                  <a:gd name="connsiteX0" fmla="*/ 39689 w 107612"/>
                  <a:gd name="connsiteY0" fmla="*/ 125781 h 125830"/>
                  <a:gd name="connsiteX1" fmla="*/ 19097 w 107612"/>
                  <a:gd name="connsiteY1" fmla="*/ 120025 h 125830"/>
                  <a:gd name="connsiteX2" fmla="*/ 5798 w 107612"/>
                  <a:gd name="connsiteY2" fmla="*/ 65492 h 125830"/>
                  <a:gd name="connsiteX3" fmla="*/ 33983 w 107612"/>
                  <a:gd name="connsiteY3" fmla="*/ 19097 h 125830"/>
                  <a:gd name="connsiteX4" fmla="*/ 88516 w 107612"/>
                  <a:gd name="connsiteY4" fmla="*/ 5798 h 125830"/>
                  <a:gd name="connsiteX5" fmla="*/ 101814 w 107612"/>
                  <a:gd name="connsiteY5" fmla="*/ 60331 h 125830"/>
                  <a:gd name="connsiteX6" fmla="*/ 73630 w 107612"/>
                  <a:gd name="connsiteY6" fmla="*/ 106727 h 125830"/>
                  <a:gd name="connsiteX7" fmla="*/ 39640 w 107612"/>
                  <a:gd name="connsiteY7" fmla="*/ 125831 h 12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612" h="125830">
                    <a:moveTo>
                      <a:pt x="39689" y="125781"/>
                    </a:moveTo>
                    <a:cubicBezTo>
                      <a:pt x="32643" y="125781"/>
                      <a:pt x="25547" y="123896"/>
                      <a:pt x="19097" y="120025"/>
                    </a:cubicBezTo>
                    <a:cubicBezTo>
                      <a:pt x="340" y="108662"/>
                      <a:pt x="-5614" y="84249"/>
                      <a:pt x="5798" y="65492"/>
                    </a:cubicBezTo>
                    <a:lnTo>
                      <a:pt x="33983" y="19097"/>
                    </a:lnTo>
                    <a:cubicBezTo>
                      <a:pt x="45346" y="340"/>
                      <a:pt x="69759" y="-5614"/>
                      <a:pt x="88516" y="5798"/>
                    </a:cubicBezTo>
                    <a:cubicBezTo>
                      <a:pt x="107273" y="17161"/>
                      <a:pt x="113227" y="41575"/>
                      <a:pt x="101814" y="60331"/>
                    </a:cubicBezTo>
                    <a:lnTo>
                      <a:pt x="73630" y="106727"/>
                    </a:lnTo>
                    <a:cubicBezTo>
                      <a:pt x="66137" y="119033"/>
                      <a:pt x="53087" y="125831"/>
                      <a:pt x="39640" y="125831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4CF06416-DA21-D6C6-1E59-570017BE4829}"/>
                  </a:ext>
                </a:extLst>
              </p:cNvPr>
              <p:cNvSpPr/>
              <p:nvPr/>
            </p:nvSpPr>
            <p:spPr>
              <a:xfrm>
                <a:off x="8534608" y="5395694"/>
                <a:ext cx="119106" cy="87425"/>
              </a:xfrm>
              <a:custGeom>
                <a:avLst/>
                <a:gdLst>
                  <a:gd name="connsiteX0" fmla="*/ 39655 w 119106"/>
                  <a:gd name="connsiteY0" fmla="*/ 87426 h 87425"/>
                  <a:gd name="connsiteX1" fmla="*/ 802 w 119106"/>
                  <a:gd name="connsiteY1" fmla="*/ 55619 h 87425"/>
                  <a:gd name="connsiteX2" fmla="*/ 31815 w 119106"/>
                  <a:gd name="connsiteY2" fmla="*/ 8827 h 87425"/>
                  <a:gd name="connsiteX3" fmla="*/ 71512 w 119106"/>
                  <a:gd name="connsiteY3" fmla="*/ 788 h 87425"/>
                  <a:gd name="connsiteX4" fmla="*/ 118304 w 119106"/>
                  <a:gd name="connsiteY4" fmla="*/ 31801 h 87425"/>
                  <a:gd name="connsiteX5" fmla="*/ 87291 w 119106"/>
                  <a:gd name="connsiteY5" fmla="*/ 78593 h 87425"/>
                  <a:gd name="connsiteX6" fmla="*/ 47595 w 119106"/>
                  <a:gd name="connsiteY6" fmla="*/ 86632 h 87425"/>
                  <a:gd name="connsiteX7" fmla="*/ 39655 w 119106"/>
                  <a:gd name="connsiteY7" fmla="*/ 87426 h 8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106" h="87425">
                    <a:moveTo>
                      <a:pt x="39655" y="87426"/>
                    </a:moveTo>
                    <a:cubicBezTo>
                      <a:pt x="21147" y="87426"/>
                      <a:pt x="4623" y="74425"/>
                      <a:pt x="802" y="55619"/>
                    </a:cubicBezTo>
                    <a:cubicBezTo>
                      <a:pt x="-3564" y="34133"/>
                      <a:pt x="10330" y="13193"/>
                      <a:pt x="31815" y="8827"/>
                    </a:cubicBezTo>
                    <a:lnTo>
                      <a:pt x="71512" y="788"/>
                    </a:lnTo>
                    <a:cubicBezTo>
                      <a:pt x="92998" y="-3529"/>
                      <a:pt x="113938" y="10315"/>
                      <a:pt x="118304" y="31801"/>
                    </a:cubicBezTo>
                    <a:cubicBezTo>
                      <a:pt x="122671" y="53287"/>
                      <a:pt x="108777" y="74227"/>
                      <a:pt x="87291" y="78593"/>
                    </a:cubicBezTo>
                    <a:lnTo>
                      <a:pt x="47595" y="86632"/>
                    </a:lnTo>
                    <a:cubicBezTo>
                      <a:pt x="44915" y="87178"/>
                      <a:pt x="42285" y="87426"/>
                      <a:pt x="39655" y="87426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EED7ED73-A09E-1886-7029-3CDCFBA32EA1}"/>
                  </a:ext>
                </a:extLst>
              </p:cNvPr>
              <p:cNvSpPr/>
              <p:nvPr/>
            </p:nvSpPr>
            <p:spPr>
              <a:xfrm>
                <a:off x="8522976" y="5458181"/>
                <a:ext cx="120637" cy="104282"/>
              </a:xfrm>
              <a:custGeom>
                <a:avLst/>
                <a:gdLst>
                  <a:gd name="connsiteX0" fmla="*/ 80911 w 120637"/>
                  <a:gd name="connsiteY0" fmla="*/ 104282 h 104282"/>
                  <a:gd name="connsiteX1" fmla="*/ 60418 w 120637"/>
                  <a:gd name="connsiteY1" fmla="*/ 98576 h 104282"/>
                  <a:gd name="connsiteX2" fmla="*/ 19183 w 120637"/>
                  <a:gd name="connsiteY2" fmla="*/ 73666 h 104282"/>
                  <a:gd name="connsiteX3" fmla="*/ 5736 w 120637"/>
                  <a:gd name="connsiteY3" fmla="*/ 19183 h 104282"/>
                  <a:gd name="connsiteX4" fmla="*/ 60219 w 120637"/>
                  <a:gd name="connsiteY4" fmla="*/ 5736 h 104282"/>
                  <a:gd name="connsiteX5" fmla="*/ 101454 w 120637"/>
                  <a:gd name="connsiteY5" fmla="*/ 30645 h 104282"/>
                  <a:gd name="connsiteX6" fmla="*/ 114901 w 120637"/>
                  <a:gd name="connsiteY6" fmla="*/ 85129 h 104282"/>
                  <a:gd name="connsiteX7" fmla="*/ 80862 w 120637"/>
                  <a:gd name="connsiteY7" fmla="*/ 104282 h 104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637" h="104282">
                    <a:moveTo>
                      <a:pt x="80911" y="104282"/>
                    </a:moveTo>
                    <a:cubicBezTo>
                      <a:pt x="73915" y="104282"/>
                      <a:pt x="66868" y="102446"/>
                      <a:pt x="60418" y="98576"/>
                    </a:cubicBezTo>
                    <a:lnTo>
                      <a:pt x="19183" y="73666"/>
                    </a:lnTo>
                    <a:cubicBezTo>
                      <a:pt x="426" y="62353"/>
                      <a:pt x="-5627" y="37940"/>
                      <a:pt x="5736" y="19183"/>
                    </a:cubicBezTo>
                    <a:cubicBezTo>
                      <a:pt x="17049" y="426"/>
                      <a:pt x="41463" y="-5627"/>
                      <a:pt x="60219" y="5736"/>
                    </a:cubicBezTo>
                    <a:lnTo>
                      <a:pt x="101454" y="30645"/>
                    </a:lnTo>
                    <a:cubicBezTo>
                      <a:pt x="120211" y="41959"/>
                      <a:pt x="126265" y="66372"/>
                      <a:pt x="114901" y="85129"/>
                    </a:cubicBezTo>
                    <a:cubicBezTo>
                      <a:pt x="107458" y="97484"/>
                      <a:pt x="94309" y="104282"/>
                      <a:pt x="80862" y="104282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D02C18AB-44EF-EBA7-C1B1-848AE56444B2}"/>
                  </a:ext>
                </a:extLst>
              </p:cNvPr>
              <p:cNvSpPr/>
              <p:nvPr/>
            </p:nvSpPr>
            <p:spPr>
              <a:xfrm>
                <a:off x="8474146" y="5501249"/>
                <a:ext cx="88786" cy="118377"/>
              </a:xfrm>
              <a:custGeom>
                <a:avLst/>
                <a:gdLst>
                  <a:gd name="connsiteX0" fmla="*/ 49058 w 88786"/>
                  <a:gd name="connsiteY0" fmla="*/ 118328 h 118377"/>
                  <a:gd name="connsiteX1" fmla="*/ 10502 w 88786"/>
                  <a:gd name="connsiteY1" fmla="*/ 87960 h 118377"/>
                  <a:gd name="connsiteX2" fmla="*/ 1124 w 88786"/>
                  <a:gd name="connsiteY2" fmla="*/ 49057 h 118377"/>
                  <a:gd name="connsiteX3" fmla="*/ 30400 w 88786"/>
                  <a:gd name="connsiteY3" fmla="*/ 1124 h 118377"/>
                  <a:gd name="connsiteX4" fmla="*/ 78284 w 88786"/>
                  <a:gd name="connsiteY4" fmla="*/ 30400 h 118377"/>
                  <a:gd name="connsiteX5" fmla="*/ 87662 w 88786"/>
                  <a:gd name="connsiteY5" fmla="*/ 69303 h 118377"/>
                  <a:gd name="connsiteX6" fmla="*/ 58386 w 88786"/>
                  <a:gd name="connsiteY6" fmla="*/ 117236 h 118377"/>
                  <a:gd name="connsiteX7" fmla="*/ 49058 w 88786"/>
                  <a:gd name="connsiteY7" fmla="*/ 118378 h 11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786" h="118377">
                    <a:moveTo>
                      <a:pt x="49058" y="118328"/>
                    </a:moveTo>
                    <a:cubicBezTo>
                      <a:pt x="31144" y="118328"/>
                      <a:pt x="14918" y="106121"/>
                      <a:pt x="10502" y="87960"/>
                    </a:cubicBezTo>
                    <a:lnTo>
                      <a:pt x="1124" y="49057"/>
                    </a:lnTo>
                    <a:cubicBezTo>
                      <a:pt x="-4037" y="27770"/>
                      <a:pt x="9063" y="6284"/>
                      <a:pt x="30400" y="1124"/>
                    </a:cubicBezTo>
                    <a:cubicBezTo>
                      <a:pt x="51737" y="-4037"/>
                      <a:pt x="73173" y="9063"/>
                      <a:pt x="78284" y="30400"/>
                    </a:cubicBezTo>
                    <a:lnTo>
                      <a:pt x="87662" y="69303"/>
                    </a:lnTo>
                    <a:cubicBezTo>
                      <a:pt x="92823" y="90590"/>
                      <a:pt x="79723" y="112076"/>
                      <a:pt x="58386" y="117236"/>
                    </a:cubicBezTo>
                    <a:cubicBezTo>
                      <a:pt x="55260" y="117981"/>
                      <a:pt x="52134" y="118378"/>
                      <a:pt x="49058" y="11837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F140CDDC-F020-D7E6-06DD-FDE3775FE8F4}"/>
                  </a:ext>
                </a:extLst>
              </p:cNvPr>
              <p:cNvSpPr/>
              <p:nvPr/>
            </p:nvSpPr>
            <p:spPr>
              <a:xfrm>
                <a:off x="8396180" y="5486401"/>
                <a:ext cx="102902" cy="119729"/>
              </a:xfrm>
              <a:custGeom>
                <a:avLst/>
                <a:gdLst>
                  <a:gd name="connsiteX0" fmla="*/ 39641 w 102902"/>
                  <a:gd name="connsiteY0" fmla="*/ 119729 h 119729"/>
                  <a:gd name="connsiteX1" fmla="*/ 19694 w 102902"/>
                  <a:gd name="connsiteY1" fmla="*/ 114321 h 119729"/>
                  <a:gd name="connsiteX2" fmla="*/ 5403 w 102902"/>
                  <a:gd name="connsiteY2" fmla="*/ 60036 h 119729"/>
                  <a:gd name="connsiteX3" fmla="*/ 28923 w 102902"/>
                  <a:gd name="connsiteY3" fmla="*/ 19694 h 119729"/>
                  <a:gd name="connsiteX4" fmla="*/ 83209 w 102902"/>
                  <a:gd name="connsiteY4" fmla="*/ 5403 h 119729"/>
                  <a:gd name="connsiteX5" fmla="*/ 97499 w 102902"/>
                  <a:gd name="connsiteY5" fmla="*/ 59688 h 119729"/>
                  <a:gd name="connsiteX6" fmla="*/ 73979 w 102902"/>
                  <a:gd name="connsiteY6" fmla="*/ 100030 h 119729"/>
                  <a:gd name="connsiteX7" fmla="*/ 39641 w 102902"/>
                  <a:gd name="connsiteY7" fmla="*/ 119729 h 119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902" h="119729">
                    <a:moveTo>
                      <a:pt x="39641" y="119729"/>
                    </a:moveTo>
                    <a:cubicBezTo>
                      <a:pt x="32843" y="119729"/>
                      <a:pt x="25946" y="117993"/>
                      <a:pt x="19694" y="114321"/>
                    </a:cubicBezTo>
                    <a:cubicBezTo>
                      <a:pt x="739" y="103255"/>
                      <a:pt x="-5613" y="78991"/>
                      <a:pt x="5403" y="60036"/>
                    </a:cubicBezTo>
                    <a:lnTo>
                      <a:pt x="28923" y="19694"/>
                    </a:lnTo>
                    <a:cubicBezTo>
                      <a:pt x="39989" y="739"/>
                      <a:pt x="64253" y="-5613"/>
                      <a:pt x="83209" y="5403"/>
                    </a:cubicBezTo>
                    <a:cubicBezTo>
                      <a:pt x="102164" y="16469"/>
                      <a:pt x="108515" y="40733"/>
                      <a:pt x="97499" y="59688"/>
                    </a:cubicBezTo>
                    <a:lnTo>
                      <a:pt x="73979" y="100030"/>
                    </a:lnTo>
                    <a:cubicBezTo>
                      <a:pt x="66586" y="112683"/>
                      <a:pt x="53287" y="119729"/>
                      <a:pt x="39641" y="119729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 327">
                <a:extLst>
                  <a:ext uri="{FF2B5EF4-FFF2-40B4-BE49-F238E27FC236}">
                    <a16:creationId xmlns:a16="http://schemas.microsoft.com/office/drawing/2014/main" id="{7DB6BB3E-3293-896B-579B-A36F17187778}"/>
                  </a:ext>
                </a:extLst>
              </p:cNvPr>
              <p:cNvSpPr/>
              <p:nvPr/>
            </p:nvSpPr>
            <p:spPr>
              <a:xfrm>
                <a:off x="8345699" y="5437408"/>
                <a:ext cx="123430" cy="91412"/>
              </a:xfrm>
              <a:custGeom>
                <a:avLst/>
                <a:gdLst>
                  <a:gd name="connsiteX0" fmla="*/ 39708 w 123430"/>
                  <a:gd name="connsiteY0" fmla="*/ 91413 h 91412"/>
                  <a:gd name="connsiteX1" fmla="*/ 1401 w 123430"/>
                  <a:gd name="connsiteY1" fmla="*/ 62087 h 91412"/>
                  <a:gd name="connsiteX2" fmla="*/ 29288 w 123430"/>
                  <a:gd name="connsiteY2" fmla="*/ 13360 h 91412"/>
                  <a:gd name="connsiteX3" fmla="*/ 73301 w 123430"/>
                  <a:gd name="connsiteY3" fmla="*/ 1401 h 91412"/>
                  <a:gd name="connsiteX4" fmla="*/ 122029 w 123430"/>
                  <a:gd name="connsiteY4" fmla="*/ 29288 h 91412"/>
                  <a:gd name="connsiteX5" fmla="*/ 94142 w 123430"/>
                  <a:gd name="connsiteY5" fmla="*/ 78015 h 91412"/>
                  <a:gd name="connsiteX6" fmla="*/ 50129 w 123430"/>
                  <a:gd name="connsiteY6" fmla="*/ 89974 h 91412"/>
                  <a:gd name="connsiteX7" fmla="*/ 39708 w 123430"/>
                  <a:gd name="connsiteY7" fmla="*/ 91363 h 91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430" h="91412">
                    <a:moveTo>
                      <a:pt x="39708" y="91413"/>
                    </a:moveTo>
                    <a:cubicBezTo>
                      <a:pt x="22242" y="91413"/>
                      <a:pt x="6214" y="79802"/>
                      <a:pt x="1401" y="62087"/>
                    </a:cubicBezTo>
                    <a:cubicBezTo>
                      <a:pt x="-4355" y="40949"/>
                      <a:pt x="8149" y="19116"/>
                      <a:pt x="29288" y="13360"/>
                    </a:cubicBezTo>
                    <a:lnTo>
                      <a:pt x="73301" y="1401"/>
                    </a:lnTo>
                    <a:cubicBezTo>
                      <a:pt x="94490" y="-4355"/>
                      <a:pt x="116273" y="8149"/>
                      <a:pt x="122029" y="29288"/>
                    </a:cubicBezTo>
                    <a:cubicBezTo>
                      <a:pt x="127785" y="50426"/>
                      <a:pt x="115281" y="72259"/>
                      <a:pt x="94142" y="78015"/>
                    </a:cubicBezTo>
                    <a:lnTo>
                      <a:pt x="50129" y="89974"/>
                    </a:lnTo>
                    <a:cubicBezTo>
                      <a:pt x="46655" y="90917"/>
                      <a:pt x="43132" y="91363"/>
                      <a:pt x="39708" y="9136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AA9AFE7D-E4FB-037E-2C95-907EDD375A70}"/>
                  </a:ext>
                </a:extLst>
              </p:cNvPr>
              <p:cNvSpPr/>
              <p:nvPr/>
            </p:nvSpPr>
            <p:spPr>
              <a:xfrm>
                <a:off x="8355819" y="5355283"/>
                <a:ext cx="121649" cy="106947"/>
              </a:xfrm>
              <a:custGeom>
                <a:avLst/>
                <a:gdLst>
                  <a:gd name="connsiteX0" fmla="*/ 81889 w 121649"/>
                  <a:gd name="connsiteY0" fmla="*/ 106947 h 106947"/>
                  <a:gd name="connsiteX1" fmla="*/ 60254 w 121649"/>
                  <a:gd name="connsiteY1" fmla="*/ 100496 h 106947"/>
                  <a:gd name="connsiteX2" fmla="*/ 18027 w 121649"/>
                  <a:gd name="connsiteY2" fmla="*/ 72957 h 106947"/>
                  <a:gd name="connsiteX3" fmla="*/ 6465 w 121649"/>
                  <a:gd name="connsiteY3" fmla="*/ 18027 h 106947"/>
                  <a:gd name="connsiteX4" fmla="*/ 61395 w 121649"/>
                  <a:gd name="connsiteY4" fmla="*/ 6465 h 106947"/>
                  <a:gd name="connsiteX5" fmla="*/ 103623 w 121649"/>
                  <a:gd name="connsiteY5" fmla="*/ 34005 h 106947"/>
                  <a:gd name="connsiteX6" fmla="*/ 115184 w 121649"/>
                  <a:gd name="connsiteY6" fmla="*/ 88935 h 106947"/>
                  <a:gd name="connsiteX7" fmla="*/ 81889 w 121649"/>
                  <a:gd name="connsiteY7" fmla="*/ 106947 h 106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649" h="106947">
                    <a:moveTo>
                      <a:pt x="81889" y="106947"/>
                    </a:moveTo>
                    <a:cubicBezTo>
                      <a:pt x="74446" y="106947"/>
                      <a:pt x="66953" y="104863"/>
                      <a:pt x="60254" y="100496"/>
                    </a:cubicBezTo>
                    <a:lnTo>
                      <a:pt x="18027" y="72957"/>
                    </a:lnTo>
                    <a:cubicBezTo>
                      <a:pt x="-333" y="60998"/>
                      <a:pt x="-5543" y="36386"/>
                      <a:pt x="6465" y="18027"/>
                    </a:cubicBezTo>
                    <a:cubicBezTo>
                      <a:pt x="18424" y="-333"/>
                      <a:pt x="43036" y="-5543"/>
                      <a:pt x="61395" y="6465"/>
                    </a:cubicBezTo>
                    <a:lnTo>
                      <a:pt x="103623" y="34005"/>
                    </a:lnTo>
                    <a:cubicBezTo>
                      <a:pt x="121982" y="45963"/>
                      <a:pt x="127192" y="70575"/>
                      <a:pt x="115184" y="88935"/>
                    </a:cubicBezTo>
                    <a:cubicBezTo>
                      <a:pt x="107592" y="100596"/>
                      <a:pt x="94840" y="106947"/>
                      <a:pt x="81889" y="106947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 329">
                <a:extLst>
                  <a:ext uri="{FF2B5EF4-FFF2-40B4-BE49-F238E27FC236}">
                    <a16:creationId xmlns:a16="http://schemas.microsoft.com/office/drawing/2014/main" id="{AA6B8C8B-9EF9-02C4-F81F-8439FD91EA1A}"/>
                  </a:ext>
                </a:extLst>
              </p:cNvPr>
              <p:cNvSpPr/>
              <p:nvPr/>
            </p:nvSpPr>
            <p:spPr>
              <a:xfrm>
                <a:off x="8389161" y="5351750"/>
                <a:ext cx="222187" cy="222125"/>
              </a:xfrm>
              <a:custGeom>
                <a:avLst/>
                <a:gdLst>
                  <a:gd name="connsiteX0" fmla="*/ 110870 w 222187"/>
                  <a:gd name="connsiteY0" fmla="*/ 222076 h 222125"/>
                  <a:gd name="connsiteX1" fmla="*/ 52616 w 222187"/>
                  <a:gd name="connsiteY1" fmla="*/ 205404 h 222125"/>
                  <a:gd name="connsiteX2" fmla="*/ 2995 w 222187"/>
                  <a:gd name="connsiteY2" fmla="*/ 136431 h 222125"/>
                  <a:gd name="connsiteX3" fmla="*/ 16690 w 222187"/>
                  <a:gd name="connsiteY3" fmla="*/ 52572 h 222125"/>
                  <a:gd name="connsiteX4" fmla="*/ 85713 w 222187"/>
                  <a:gd name="connsiteY4" fmla="*/ 2951 h 222125"/>
                  <a:gd name="connsiteX5" fmla="*/ 219192 w 222187"/>
                  <a:gd name="connsiteY5" fmla="*/ 85669 h 222125"/>
                  <a:gd name="connsiteX6" fmla="*/ 219192 w 222187"/>
                  <a:gd name="connsiteY6" fmla="*/ 85669 h 222125"/>
                  <a:gd name="connsiteX7" fmla="*/ 205497 w 222187"/>
                  <a:gd name="connsiteY7" fmla="*/ 169528 h 222125"/>
                  <a:gd name="connsiteX8" fmla="*/ 136475 w 222187"/>
                  <a:gd name="connsiteY8" fmla="*/ 219149 h 222125"/>
                  <a:gd name="connsiteX9" fmla="*/ 110870 w 222187"/>
                  <a:gd name="connsiteY9" fmla="*/ 222126 h 222125"/>
                  <a:gd name="connsiteX10" fmla="*/ 111069 w 222187"/>
                  <a:gd name="connsiteY10" fmla="*/ 79318 h 222125"/>
                  <a:gd name="connsiteX11" fmla="*/ 103824 w 222187"/>
                  <a:gd name="connsiteY11" fmla="*/ 80161 h 222125"/>
                  <a:gd name="connsiteX12" fmla="*/ 84174 w 222187"/>
                  <a:gd name="connsiteY12" fmla="*/ 94303 h 222125"/>
                  <a:gd name="connsiteX13" fmla="*/ 80254 w 222187"/>
                  <a:gd name="connsiteY13" fmla="*/ 118220 h 222125"/>
                  <a:gd name="connsiteX14" fmla="*/ 94396 w 222187"/>
                  <a:gd name="connsiteY14" fmla="*/ 137870 h 222125"/>
                  <a:gd name="connsiteX15" fmla="*/ 118313 w 222187"/>
                  <a:gd name="connsiteY15" fmla="*/ 141790 h 222125"/>
                  <a:gd name="connsiteX16" fmla="*/ 137963 w 222187"/>
                  <a:gd name="connsiteY16" fmla="*/ 127648 h 222125"/>
                  <a:gd name="connsiteX17" fmla="*/ 141883 w 222187"/>
                  <a:gd name="connsiteY17" fmla="*/ 103731 h 222125"/>
                  <a:gd name="connsiteX18" fmla="*/ 141883 w 222187"/>
                  <a:gd name="connsiteY18" fmla="*/ 103731 h 222125"/>
                  <a:gd name="connsiteX19" fmla="*/ 111069 w 222187"/>
                  <a:gd name="connsiteY19" fmla="*/ 79318 h 22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2187" h="222125">
                    <a:moveTo>
                      <a:pt x="110870" y="222076"/>
                    </a:moveTo>
                    <a:cubicBezTo>
                      <a:pt x="90476" y="222076"/>
                      <a:pt x="70380" y="216420"/>
                      <a:pt x="52616" y="205404"/>
                    </a:cubicBezTo>
                    <a:cubicBezTo>
                      <a:pt x="27408" y="189773"/>
                      <a:pt x="9793" y="165261"/>
                      <a:pt x="2995" y="136431"/>
                    </a:cubicBezTo>
                    <a:cubicBezTo>
                      <a:pt x="-3803" y="107552"/>
                      <a:pt x="1060" y="77779"/>
                      <a:pt x="16690" y="52572"/>
                    </a:cubicBezTo>
                    <a:cubicBezTo>
                      <a:pt x="32321" y="27365"/>
                      <a:pt x="56833" y="9749"/>
                      <a:pt x="85713" y="2951"/>
                    </a:cubicBezTo>
                    <a:cubicBezTo>
                      <a:pt x="145307" y="-11042"/>
                      <a:pt x="205199" y="26075"/>
                      <a:pt x="219192" y="85669"/>
                    </a:cubicBezTo>
                    <a:lnTo>
                      <a:pt x="219192" y="85669"/>
                    </a:lnTo>
                    <a:cubicBezTo>
                      <a:pt x="225990" y="114548"/>
                      <a:pt x="221128" y="144321"/>
                      <a:pt x="205497" y="169528"/>
                    </a:cubicBezTo>
                    <a:cubicBezTo>
                      <a:pt x="189867" y="194735"/>
                      <a:pt x="165354" y="212351"/>
                      <a:pt x="136475" y="219149"/>
                    </a:cubicBezTo>
                    <a:cubicBezTo>
                      <a:pt x="127990" y="221134"/>
                      <a:pt x="119405" y="222126"/>
                      <a:pt x="110870" y="222126"/>
                    </a:cubicBezTo>
                    <a:close/>
                    <a:moveTo>
                      <a:pt x="111069" y="79318"/>
                    </a:moveTo>
                    <a:cubicBezTo>
                      <a:pt x="108687" y="79318"/>
                      <a:pt x="106256" y="79615"/>
                      <a:pt x="103824" y="80161"/>
                    </a:cubicBezTo>
                    <a:cubicBezTo>
                      <a:pt x="95587" y="82096"/>
                      <a:pt x="88640" y="87108"/>
                      <a:pt x="84174" y="94303"/>
                    </a:cubicBezTo>
                    <a:cubicBezTo>
                      <a:pt x="79709" y="101498"/>
                      <a:pt x="78319" y="109983"/>
                      <a:pt x="80254" y="118220"/>
                    </a:cubicBezTo>
                    <a:cubicBezTo>
                      <a:pt x="82190" y="126457"/>
                      <a:pt x="87201" y="133454"/>
                      <a:pt x="94396" y="137870"/>
                    </a:cubicBezTo>
                    <a:cubicBezTo>
                      <a:pt x="101591" y="142336"/>
                      <a:pt x="110076" y="143725"/>
                      <a:pt x="118313" y="141790"/>
                    </a:cubicBezTo>
                    <a:cubicBezTo>
                      <a:pt x="126551" y="139855"/>
                      <a:pt x="133547" y="134843"/>
                      <a:pt x="137963" y="127648"/>
                    </a:cubicBezTo>
                    <a:cubicBezTo>
                      <a:pt x="142429" y="120453"/>
                      <a:pt x="143819" y="111968"/>
                      <a:pt x="141883" y="103731"/>
                    </a:cubicBezTo>
                    <a:lnTo>
                      <a:pt x="141883" y="103731"/>
                    </a:lnTo>
                    <a:cubicBezTo>
                      <a:pt x="138459" y="89192"/>
                      <a:pt x="125409" y="79318"/>
                      <a:pt x="111069" y="79318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4EB9D305-9E03-E612-6538-D6C3E9E37D3E}"/>
                </a:ext>
              </a:extLst>
            </p:cNvPr>
            <p:cNvSpPr/>
            <p:nvPr/>
          </p:nvSpPr>
          <p:spPr>
            <a:xfrm>
              <a:off x="8225430" y="5036832"/>
              <a:ext cx="556397" cy="79393"/>
            </a:xfrm>
            <a:custGeom>
              <a:avLst/>
              <a:gdLst>
                <a:gd name="connsiteX0" fmla="*/ 516701 w 556397"/>
                <a:gd name="connsiteY0" fmla="*/ 79393 h 79393"/>
                <a:gd name="connsiteX1" fmla="*/ 39697 w 556397"/>
                <a:gd name="connsiteY1" fmla="*/ 79393 h 79393"/>
                <a:gd name="connsiteX2" fmla="*/ 0 w 556397"/>
                <a:gd name="connsiteY2" fmla="*/ 39697 h 79393"/>
                <a:gd name="connsiteX3" fmla="*/ 39697 w 556397"/>
                <a:gd name="connsiteY3" fmla="*/ 0 h 79393"/>
                <a:gd name="connsiteX4" fmla="*/ 516701 w 556397"/>
                <a:gd name="connsiteY4" fmla="*/ 0 h 79393"/>
                <a:gd name="connsiteX5" fmla="*/ 556397 w 556397"/>
                <a:gd name="connsiteY5" fmla="*/ 39697 h 79393"/>
                <a:gd name="connsiteX6" fmla="*/ 516701 w 55639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6397" h="79393">
                  <a:moveTo>
                    <a:pt x="51670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16701" y="0"/>
                  </a:lnTo>
                  <a:cubicBezTo>
                    <a:pt x="538633" y="0"/>
                    <a:pt x="556397" y="17764"/>
                    <a:pt x="556397" y="39697"/>
                  </a:cubicBezTo>
                  <a:cubicBezTo>
                    <a:pt x="556397" y="61629"/>
                    <a:pt x="538633" y="79393"/>
                    <a:pt x="516701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7B7EC80F-4F53-6AFA-74E7-8DF877C9A222}"/>
                </a:ext>
              </a:extLst>
            </p:cNvPr>
            <p:cNvSpPr/>
            <p:nvPr/>
          </p:nvSpPr>
          <p:spPr>
            <a:xfrm>
              <a:off x="8225430" y="5164605"/>
              <a:ext cx="333550" cy="79393"/>
            </a:xfrm>
            <a:custGeom>
              <a:avLst/>
              <a:gdLst>
                <a:gd name="connsiteX0" fmla="*/ 293854 w 333550"/>
                <a:gd name="connsiteY0" fmla="*/ 79393 h 79393"/>
                <a:gd name="connsiteX1" fmla="*/ 39697 w 333550"/>
                <a:gd name="connsiteY1" fmla="*/ 79393 h 79393"/>
                <a:gd name="connsiteX2" fmla="*/ 0 w 333550"/>
                <a:gd name="connsiteY2" fmla="*/ 39697 h 79393"/>
                <a:gd name="connsiteX3" fmla="*/ 39697 w 333550"/>
                <a:gd name="connsiteY3" fmla="*/ 0 h 79393"/>
                <a:gd name="connsiteX4" fmla="*/ 293854 w 333550"/>
                <a:gd name="connsiteY4" fmla="*/ 0 h 79393"/>
                <a:gd name="connsiteX5" fmla="*/ 333551 w 333550"/>
                <a:gd name="connsiteY5" fmla="*/ 39697 h 79393"/>
                <a:gd name="connsiteX6" fmla="*/ 293854 w 33355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550" h="79393">
                  <a:moveTo>
                    <a:pt x="29385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93854" y="0"/>
                  </a:lnTo>
                  <a:cubicBezTo>
                    <a:pt x="315786" y="0"/>
                    <a:pt x="333551" y="17764"/>
                    <a:pt x="333551" y="39697"/>
                  </a:cubicBezTo>
                  <a:cubicBezTo>
                    <a:pt x="333551" y="61629"/>
                    <a:pt x="315786" y="79393"/>
                    <a:pt x="293854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A02D1DDE-F0BF-A1BA-8826-55B1B0C3EFA6}"/>
              </a:ext>
            </a:extLst>
          </p:cNvPr>
          <p:cNvGrpSpPr/>
          <p:nvPr/>
        </p:nvGrpSpPr>
        <p:grpSpPr>
          <a:xfrm>
            <a:off x="9418637" y="4763322"/>
            <a:ext cx="852434" cy="860323"/>
            <a:chOff x="9418637" y="4763322"/>
            <a:chExt cx="852434" cy="860323"/>
          </a:xfrm>
        </p:grpSpPr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95281848-84CF-DA9B-77E5-8C2C5C42B926}"/>
                </a:ext>
              </a:extLst>
            </p:cNvPr>
            <p:cNvSpPr/>
            <p:nvPr/>
          </p:nvSpPr>
          <p:spPr>
            <a:xfrm>
              <a:off x="9432714" y="4910489"/>
              <a:ext cx="380887" cy="648749"/>
            </a:xfrm>
            <a:custGeom>
              <a:avLst/>
              <a:gdLst>
                <a:gd name="connsiteX0" fmla="*/ 341257 w 380887"/>
                <a:gd name="connsiteY0" fmla="*/ 648699 h 648749"/>
                <a:gd name="connsiteX1" fmla="*/ 322550 w 380887"/>
                <a:gd name="connsiteY1" fmla="*/ 643985 h 648749"/>
                <a:gd name="connsiteX2" fmla="*/ 172944 w 380887"/>
                <a:gd name="connsiteY2" fmla="*/ 532190 h 648749"/>
                <a:gd name="connsiteX3" fmla="*/ 24578 w 380887"/>
                <a:gd name="connsiteY3" fmla="*/ 298725 h 648749"/>
                <a:gd name="connsiteX4" fmla="*/ 27952 w 380887"/>
                <a:gd name="connsiteY4" fmla="*/ 22983 h 648749"/>
                <a:gd name="connsiteX5" fmla="*/ 80699 w 380887"/>
                <a:gd name="connsiteY5" fmla="*/ 3730 h 648749"/>
                <a:gd name="connsiteX6" fmla="*/ 99952 w 380887"/>
                <a:gd name="connsiteY6" fmla="*/ 56477 h 648749"/>
                <a:gd name="connsiteX7" fmla="*/ 99753 w 380887"/>
                <a:gd name="connsiteY7" fmla="*/ 273319 h 648749"/>
                <a:gd name="connsiteX8" fmla="*/ 229015 w 380887"/>
                <a:gd name="connsiteY8" fmla="*/ 476069 h 648749"/>
                <a:gd name="connsiteX9" fmla="*/ 359915 w 380887"/>
                <a:gd name="connsiteY9" fmla="*/ 574020 h 648749"/>
                <a:gd name="connsiteX10" fmla="*/ 376190 w 380887"/>
                <a:gd name="connsiteY10" fmla="*/ 627759 h 648749"/>
                <a:gd name="connsiteX11" fmla="*/ 341158 w 380887"/>
                <a:gd name="connsiteY11" fmla="*/ 648749 h 64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0887" h="648749">
                  <a:moveTo>
                    <a:pt x="341257" y="648699"/>
                  </a:moveTo>
                  <a:cubicBezTo>
                    <a:pt x="334956" y="648699"/>
                    <a:pt x="328505" y="647211"/>
                    <a:pt x="322550" y="643985"/>
                  </a:cubicBezTo>
                  <a:cubicBezTo>
                    <a:pt x="268761" y="615205"/>
                    <a:pt x="218396" y="577593"/>
                    <a:pt x="172944" y="532190"/>
                  </a:cubicBezTo>
                  <a:cubicBezTo>
                    <a:pt x="104318" y="463565"/>
                    <a:pt x="53010" y="382832"/>
                    <a:pt x="24578" y="298725"/>
                  </a:cubicBezTo>
                  <a:cubicBezTo>
                    <a:pt x="-9313" y="198590"/>
                    <a:pt x="-8122" y="100639"/>
                    <a:pt x="27952" y="22983"/>
                  </a:cubicBezTo>
                  <a:cubicBezTo>
                    <a:pt x="37181" y="3085"/>
                    <a:pt x="60801" y="-5549"/>
                    <a:pt x="80699" y="3730"/>
                  </a:cubicBezTo>
                  <a:cubicBezTo>
                    <a:pt x="100597" y="12959"/>
                    <a:pt x="109231" y="36579"/>
                    <a:pt x="99952" y="56477"/>
                  </a:cubicBezTo>
                  <a:cubicBezTo>
                    <a:pt x="72511" y="115525"/>
                    <a:pt x="72462" y="192536"/>
                    <a:pt x="99753" y="273319"/>
                  </a:cubicBezTo>
                  <a:cubicBezTo>
                    <a:pt x="124315" y="345914"/>
                    <a:pt x="169024" y="416028"/>
                    <a:pt x="229015" y="476069"/>
                  </a:cubicBezTo>
                  <a:cubicBezTo>
                    <a:pt x="268960" y="515964"/>
                    <a:pt x="312974" y="548912"/>
                    <a:pt x="359915" y="574020"/>
                  </a:cubicBezTo>
                  <a:cubicBezTo>
                    <a:pt x="379267" y="584341"/>
                    <a:pt x="386512" y="608407"/>
                    <a:pt x="376190" y="627759"/>
                  </a:cubicBezTo>
                  <a:cubicBezTo>
                    <a:pt x="369045" y="641107"/>
                    <a:pt x="355300" y="648749"/>
                    <a:pt x="341158" y="648749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B1CF2AAD-2AF6-0F4A-9BB6-4C4471FAD12A}"/>
                </a:ext>
              </a:extLst>
            </p:cNvPr>
            <p:cNvSpPr/>
            <p:nvPr/>
          </p:nvSpPr>
          <p:spPr>
            <a:xfrm>
              <a:off x="9565934" y="4777437"/>
              <a:ext cx="705137" cy="838121"/>
            </a:xfrm>
            <a:custGeom>
              <a:avLst/>
              <a:gdLst>
                <a:gd name="connsiteX0" fmla="*/ 414509 w 705137"/>
                <a:gd name="connsiteY0" fmla="*/ 838121 h 838121"/>
                <a:gd name="connsiteX1" fmla="*/ 327326 w 705137"/>
                <a:gd name="connsiteY1" fmla="*/ 828544 h 838121"/>
                <a:gd name="connsiteX2" fmla="*/ 295221 w 705137"/>
                <a:gd name="connsiteY2" fmla="*/ 789592 h 838121"/>
                <a:gd name="connsiteX3" fmla="*/ 334918 w 705137"/>
                <a:gd name="connsiteY3" fmla="*/ 749895 h 838121"/>
                <a:gd name="connsiteX4" fmla="*/ 343403 w 705137"/>
                <a:gd name="connsiteY4" fmla="*/ 750789 h 838121"/>
                <a:gd name="connsiteX5" fmla="*/ 568383 w 705137"/>
                <a:gd name="connsiteY5" fmla="*/ 701466 h 838121"/>
                <a:gd name="connsiteX6" fmla="*/ 605301 w 705137"/>
                <a:gd name="connsiteY6" fmla="*/ 431827 h 838121"/>
                <a:gd name="connsiteX7" fmla="*/ 475989 w 705137"/>
                <a:gd name="connsiteY7" fmla="*/ 229077 h 838121"/>
                <a:gd name="connsiteX8" fmla="*/ 274232 w 705137"/>
                <a:gd name="connsiteY8" fmla="*/ 100113 h 838121"/>
                <a:gd name="connsiteX9" fmla="*/ 273239 w 705137"/>
                <a:gd name="connsiteY9" fmla="*/ 99765 h 838121"/>
                <a:gd name="connsiteX10" fmla="*/ 56396 w 705137"/>
                <a:gd name="connsiteY10" fmla="*/ 99964 h 838121"/>
                <a:gd name="connsiteX11" fmla="*/ 3699 w 705137"/>
                <a:gd name="connsiteY11" fmla="*/ 80661 h 838121"/>
                <a:gd name="connsiteX12" fmla="*/ 23002 w 705137"/>
                <a:gd name="connsiteY12" fmla="*/ 27964 h 838121"/>
                <a:gd name="connsiteX13" fmla="*/ 297752 w 705137"/>
                <a:gd name="connsiteY13" fmla="*/ 24243 h 838121"/>
                <a:gd name="connsiteX14" fmla="*/ 298794 w 705137"/>
                <a:gd name="connsiteY14" fmla="*/ 24590 h 838121"/>
                <a:gd name="connsiteX15" fmla="*/ 532210 w 705137"/>
                <a:gd name="connsiteY15" fmla="*/ 172956 h 838121"/>
                <a:gd name="connsiteX16" fmla="*/ 680625 w 705137"/>
                <a:gd name="connsiteY16" fmla="*/ 406421 h 838121"/>
                <a:gd name="connsiteX17" fmla="*/ 624653 w 705137"/>
                <a:gd name="connsiteY17" fmla="*/ 757636 h 838121"/>
                <a:gd name="connsiteX18" fmla="*/ 414708 w 705137"/>
                <a:gd name="connsiteY18" fmla="*/ 838121 h 8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5137" h="838121">
                  <a:moveTo>
                    <a:pt x="414509" y="838121"/>
                  </a:moveTo>
                  <a:cubicBezTo>
                    <a:pt x="386374" y="838121"/>
                    <a:pt x="357148" y="834945"/>
                    <a:pt x="327326" y="828544"/>
                  </a:cubicBezTo>
                  <a:cubicBezTo>
                    <a:pt x="309065" y="824972"/>
                    <a:pt x="295221" y="808894"/>
                    <a:pt x="295221" y="789592"/>
                  </a:cubicBezTo>
                  <a:cubicBezTo>
                    <a:pt x="295221" y="767660"/>
                    <a:pt x="312985" y="749895"/>
                    <a:pt x="334918" y="749895"/>
                  </a:cubicBezTo>
                  <a:cubicBezTo>
                    <a:pt x="337746" y="749895"/>
                    <a:pt x="340624" y="750193"/>
                    <a:pt x="343403" y="750789"/>
                  </a:cubicBezTo>
                  <a:cubicBezTo>
                    <a:pt x="436491" y="770984"/>
                    <a:pt x="516381" y="753468"/>
                    <a:pt x="568383" y="701466"/>
                  </a:cubicBezTo>
                  <a:cubicBezTo>
                    <a:pt x="628375" y="641474"/>
                    <a:pt x="642169" y="540695"/>
                    <a:pt x="605301" y="431827"/>
                  </a:cubicBezTo>
                  <a:cubicBezTo>
                    <a:pt x="580739" y="359182"/>
                    <a:pt x="536031" y="289118"/>
                    <a:pt x="475989" y="229077"/>
                  </a:cubicBezTo>
                  <a:cubicBezTo>
                    <a:pt x="416196" y="169284"/>
                    <a:pt x="346479" y="124724"/>
                    <a:pt x="274232" y="100113"/>
                  </a:cubicBezTo>
                  <a:cubicBezTo>
                    <a:pt x="273884" y="100013"/>
                    <a:pt x="273537" y="99914"/>
                    <a:pt x="273239" y="99765"/>
                  </a:cubicBezTo>
                  <a:cubicBezTo>
                    <a:pt x="192556" y="72424"/>
                    <a:pt x="115544" y="72474"/>
                    <a:pt x="56396" y="99964"/>
                  </a:cubicBezTo>
                  <a:cubicBezTo>
                    <a:pt x="36499" y="109193"/>
                    <a:pt x="12929" y="100559"/>
                    <a:pt x="3699" y="80661"/>
                  </a:cubicBezTo>
                  <a:cubicBezTo>
                    <a:pt x="-5530" y="60763"/>
                    <a:pt x="3104" y="37194"/>
                    <a:pt x="23002" y="27964"/>
                  </a:cubicBezTo>
                  <a:cubicBezTo>
                    <a:pt x="100460" y="-8011"/>
                    <a:pt x="198014" y="-9301"/>
                    <a:pt x="297752" y="24243"/>
                  </a:cubicBezTo>
                  <a:cubicBezTo>
                    <a:pt x="298099" y="24342"/>
                    <a:pt x="298446" y="24441"/>
                    <a:pt x="298794" y="24590"/>
                  </a:cubicBezTo>
                  <a:cubicBezTo>
                    <a:pt x="382851" y="53023"/>
                    <a:pt x="463584" y="104330"/>
                    <a:pt x="532210" y="172956"/>
                  </a:cubicBezTo>
                  <a:cubicBezTo>
                    <a:pt x="600835" y="241532"/>
                    <a:pt x="652193" y="322264"/>
                    <a:pt x="680625" y="406421"/>
                  </a:cubicBezTo>
                  <a:cubicBezTo>
                    <a:pt x="727368" y="544515"/>
                    <a:pt x="706478" y="675861"/>
                    <a:pt x="624653" y="757636"/>
                  </a:cubicBezTo>
                  <a:cubicBezTo>
                    <a:pt x="571906" y="810383"/>
                    <a:pt x="498071" y="838121"/>
                    <a:pt x="414708" y="83812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4C7B85EB-F8E2-D2B6-D8E5-24D3430A9A4E}"/>
                </a:ext>
              </a:extLst>
            </p:cNvPr>
            <p:cNvSpPr/>
            <p:nvPr/>
          </p:nvSpPr>
          <p:spPr>
            <a:xfrm>
              <a:off x="9432807" y="4777427"/>
              <a:ext cx="838138" cy="838130"/>
            </a:xfrm>
            <a:custGeom>
              <a:avLst/>
              <a:gdLst>
                <a:gd name="connsiteX0" fmla="*/ 290452 w 838138"/>
                <a:gd name="connsiteY0" fmla="*/ 838131 h 838130"/>
                <a:gd name="connsiteX1" fmla="*/ 80507 w 838138"/>
                <a:gd name="connsiteY1" fmla="*/ 757646 h 838130"/>
                <a:gd name="connsiteX2" fmla="*/ 24534 w 838138"/>
                <a:gd name="connsiteY2" fmla="*/ 406331 h 838130"/>
                <a:gd name="connsiteX3" fmla="*/ 172901 w 838138"/>
                <a:gd name="connsiteY3" fmla="*/ 172916 h 838130"/>
                <a:gd name="connsiteX4" fmla="*/ 406366 w 838138"/>
                <a:gd name="connsiteY4" fmla="*/ 24550 h 838130"/>
                <a:gd name="connsiteX5" fmla="*/ 407408 w 838138"/>
                <a:gd name="connsiteY5" fmla="*/ 24202 h 838130"/>
                <a:gd name="connsiteX6" fmla="*/ 757631 w 838138"/>
                <a:gd name="connsiteY6" fmla="*/ 80522 h 838130"/>
                <a:gd name="connsiteX7" fmla="*/ 813604 w 838138"/>
                <a:gd name="connsiteY7" fmla="*/ 431787 h 838130"/>
                <a:gd name="connsiteX8" fmla="*/ 665188 w 838138"/>
                <a:gd name="connsiteY8" fmla="*/ 665202 h 838130"/>
                <a:gd name="connsiteX9" fmla="*/ 515681 w 838138"/>
                <a:gd name="connsiteY9" fmla="*/ 776998 h 838130"/>
                <a:gd name="connsiteX10" fmla="*/ 461941 w 838138"/>
                <a:gd name="connsiteY10" fmla="*/ 760772 h 838130"/>
                <a:gd name="connsiteX11" fmla="*/ 478167 w 838138"/>
                <a:gd name="connsiteY11" fmla="*/ 707033 h 838130"/>
                <a:gd name="connsiteX12" fmla="*/ 609067 w 838138"/>
                <a:gd name="connsiteY12" fmla="*/ 609081 h 838130"/>
                <a:gd name="connsiteX13" fmla="*/ 738379 w 838138"/>
                <a:gd name="connsiteY13" fmla="*/ 406331 h 838130"/>
                <a:gd name="connsiteX14" fmla="*/ 701461 w 838138"/>
                <a:gd name="connsiteY14" fmla="*/ 136643 h 838130"/>
                <a:gd name="connsiteX15" fmla="*/ 431822 w 838138"/>
                <a:gd name="connsiteY15" fmla="*/ 99725 h 838130"/>
                <a:gd name="connsiteX16" fmla="*/ 430780 w 838138"/>
                <a:gd name="connsiteY16" fmla="*/ 100072 h 838130"/>
                <a:gd name="connsiteX17" fmla="*/ 228972 w 838138"/>
                <a:gd name="connsiteY17" fmla="*/ 229037 h 838130"/>
                <a:gd name="connsiteX18" fmla="*/ 99710 w 838138"/>
                <a:gd name="connsiteY18" fmla="*/ 431737 h 838130"/>
                <a:gd name="connsiteX19" fmla="*/ 136628 w 838138"/>
                <a:gd name="connsiteY19" fmla="*/ 701426 h 838130"/>
                <a:gd name="connsiteX20" fmla="*/ 361608 w 838138"/>
                <a:gd name="connsiteY20" fmla="*/ 750748 h 838130"/>
                <a:gd name="connsiteX21" fmla="*/ 370044 w 838138"/>
                <a:gd name="connsiteY21" fmla="*/ 749855 h 838130"/>
                <a:gd name="connsiteX22" fmla="*/ 409740 w 838138"/>
                <a:gd name="connsiteY22" fmla="*/ 789552 h 838130"/>
                <a:gd name="connsiteX23" fmla="*/ 377288 w 838138"/>
                <a:gd name="connsiteY23" fmla="*/ 828603 h 838130"/>
                <a:gd name="connsiteX24" fmla="*/ 290402 w 838138"/>
                <a:gd name="connsiteY24" fmla="*/ 838131 h 83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138" h="838130">
                  <a:moveTo>
                    <a:pt x="290452" y="838131"/>
                  </a:moveTo>
                  <a:cubicBezTo>
                    <a:pt x="207089" y="838131"/>
                    <a:pt x="133254" y="810393"/>
                    <a:pt x="80507" y="757646"/>
                  </a:cubicBezTo>
                  <a:cubicBezTo>
                    <a:pt x="-1318" y="675772"/>
                    <a:pt x="-22258" y="544475"/>
                    <a:pt x="24534" y="406331"/>
                  </a:cubicBezTo>
                  <a:cubicBezTo>
                    <a:pt x="52967" y="322274"/>
                    <a:pt x="104275" y="241541"/>
                    <a:pt x="172901" y="172916"/>
                  </a:cubicBezTo>
                  <a:cubicBezTo>
                    <a:pt x="241625" y="104241"/>
                    <a:pt x="322309" y="52982"/>
                    <a:pt x="406366" y="24550"/>
                  </a:cubicBezTo>
                  <a:cubicBezTo>
                    <a:pt x="406713" y="24450"/>
                    <a:pt x="407061" y="24302"/>
                    <a:pt x="407408" y="24202"/>
                  </a:cubicBezTo>
                  <a:cubicBezTo>
                    <a:pt x="545106" y="-22143"/>
                    <a:pt x="676005" y="-1154"/>
                    <a:pt x="757631" y="80522"/>
                  </a:cubicBezTo>
                  <a:cubicBezTo>
                    <a:pt x="839456" y="162346"/>
                    <a:pt x="860396" y="293643"/>
                    <a:pt x="813604" y="431787"/>
                  </a:cubicBezTo>
                  <a:cubicBezTo>
                    <a:pt x="785171" y="515894"/>
                    <a:pt x="733863" y="596627"/>
                    <a:pt x="665188" y="665202"/>
                  </a:cubicBezTo>
                  <a:cubicBezTo>
                    <a:pt x="619934" y="710457"/>
                    <a:pt x="569618" y="748069"/>
                    <a:pt x="515681" y="776998"/>
                  </a:cubicBezTo>
                  <a:cubicBezTo>
                    <a:pt x="496378" y="787369"/>
                    <a:pt x="472312" y="780074"/>
                    <a:pt x="461941" y="760772"/>
                  </a:cubicBezTo>
                  <a:cubicBezTo>
                    <a:pt x="451571" y="741469"/>
                    <a:pt x="458865" y="717403"/>
                    <a:pt x="478167" y="707033"/>
                  </a:cubicBezTo>
                  <a:cubicBezTo>
                    <a:pt x="525257" y="681776"/>
                    <a:pt x="569271" y="648828"/>
                    <a:pt x="609067" y="609081"/>
                  </a:cubicBezTo>
                  <a:cubicBezTo>
                    <a:pt x="669108" y="549040"/>
                    <a:pt x="713866" y="478976"/>
                    <a:pt x="738379" y="406331"/>
                  </a:cubicBezTo>
                  <a:cubicBezTo>
                    <a:pt x="775247" y="297464"/>
                    <a:pt x="761452" y="196634"/>
                    <a:pt x="701461" y="136643"/>
                  </a:cubicBezTo>
                  <a:cubicBezTo>
                    <a:pt x="641469" y="76651"/>
                    <a:pt x="540640" y="62807"/>
                    <a:pt x="431822" y="99725"/>
                  </a:cubicBezTo>
                  <a:cubicBezTo>
                    <a:pt x="431474" y="99824"/>
                    <a:pt x="431127" y="99973"/>
                    <a:pt x="430780" y="100072"/>
                  </a:cubicBezTo>
                  <a:cubicBezTo>
                    <a:pt x="358581" y="124635"/>
                    <a:pt x="288864" y="169244"/>
                    <a:pt x="228972" y="229037"/>
                  </a:cubicBezTo>
                  <a:cubicBezTo>
                    <a:pt x="168931" y="289078"/>
                    <a:pt x="124223" y="359142"/>
                    <a:pt x="99710" y="431737"/>
                  </a:cubicBezTo>
                  <a:cubicBezTo>
                    <a:pt x="62842" y="540605"/>
                    <a:pt x="76636" y="641434"/>
                    <a:pt x="136628" y="701426"/>
                  </a:cubicBezTo>
                  <a:cubicBezTo>
                    <a:pt x="188630" y="753428"/>
                    <a:pt x="268520" y="770894"/>
                    <a:pt x="361608" y="750748"/>
                  </a:cubicBezTo>
                  <a:cubicBezTo>
                    <a:pt x="364387" y="750153"/>
                    <a:pt x="367215" y="749855"/>
                    <a:pt x="370044" y="749855"/>
                  </a:cubicBezTo>
                  <a:cubicBezTo>
                    <a:pt x="391976" y="749855"/>
                    <a:pt x="409740" y="767620"/>
                    <a:pt x="409740" y="789552"/>
                  </a:cubicBezTo>
                  <a:cubicBezTo>
                    <a:pt x="409740" y="809003"/>
                    <a:pt x="395747" y="825180"/>
                    <a:pt x="377288" y="828603"/>
                  </a:cubicBezTo>
                  <a:cubicBezTo>
                    <a:pt x="347566" y="835004"/>
                    <a:pt x="318438" y="838131"/>
                    <a:pt x="290402" y="838131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8" name="Picture Placeholder 97">
              <a:extLst>
                <a:ext uri="{FF2B5EF4-FFF2-40B4-BE49-F238E27FC236}">
                  <a16:creationId xmlns:a16="http://schemas.microsoft.com/office/drawing/2014/main" id="{8D0D8A27-35FD-950C-27CF-5B990456585C}"/>
                </a:ext>
              </a:extLst>
            </p:cNvPr>
            <p:cNvGrpSpPr/>
            <p:nvPr/>
          </p:nvGrpSpPr>
          <p:grpSpPr>
            <a:xfrm>
              <a:off x="9675127" y="4980413"/>
              <a:ext cx="353498" cy="374933"/>
              <a:chOff x="9675127" y="4980413"/>
              <a:chExt cx="353498" cy="374933"/>
            </a:xfrm>
            <a:solidFill>
              <a:srgbClr val="C42828"/>
            </a:solidFill>
          </p:grpSpPr>
          <p:sp>
            <p:nvSpPr>
              <p:cNvPr id="339" name="Freeform 338">
                <a:extLst>
                  <a:ext uri="{FF2B5EF4-FFF2-40B4-BE49-F238E27FC236}">
                    <a16:creationId xmlns:a16="http://schemas.microsoft.com/office/drawing/2014/main" id="{9AA9185B-185B-D28E-8AEE-1315FE452A11}"/>
                  </a:ext>
                </a:extLst>
              </p:cNvPr>
              <p:cNvSpPr/>
              <p:nvPr/>
            </p:nvSpPr>
            <p:spPr>
              <a:xfrm>
                <a:off x="9732885" y="4980413"/>
                <a:ext cx="237881" cy="237881"/>
              </a:xfrm>
              <a:custGeom>
                <a:avLst/>
                <a:gdLst>
                  <a:gd name="connsiteX0" fmla="*/ 118941 w 237881"/>
                  <a:gd name="connsiteY0" fmla="*/ 237882 h 237881"/>
                  <a:gd name="connsiteX1" fmla="*/ 0 w 237881"/>
                  <a:gd name="connsiteY1" fmla="*/ 118941 h 237881"/>
                  <a:gd name="connsiteX2" fmla="*/ 118941 w 237881"/>
                  <a:gd name="connsiteY2" fmla="*/ 0 h 237881"/>
                  <a:gd name="connsiteX3" fmla="*/ 237882 w 237881"/>
                  <a:gd name="connsiteY3" fmla="*/ 118941 h 237881"/>
                  <a:gd name="connsiteX4" fmla="*/ 118941 w 237881"/>
                  <a:gd name="connsiteY4" fmla="*/ 237882 h 237881"/>
                  <a:gd name="connsiteX5" fmla="*/ 118941 w 237881"/>
                  <a:gd name="connsiteY5" fmla="*/ 79343 h 237881"/>
                  <a:gd name="connsiteX6" fmla="*/ 79393 w 237881"/>
                  <a:gd name="connsiteY6" fmla="*/ 118891 h 237881"/>
                  <a:gd name="connsiteX7" fmla="*/ 118941 w 237881"/>
                  <a:gd name="connsiteY7" fmla="*/ 158439 h 237881"/>
                  <a:gd name="connsiteX8" fmla="*/ 158489 w 237881"/>
                  <a:gd name="connsiteY8" fmla="*/ 118891 h 237881"/>
                  <a:gd name="connsiteX9" fmla="*/ 118941 w 237881"/>
                  <a:gd name="connsiteY9" fmla="*/ 79343 h 23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7881" h="237881">
                    <a:moveTo>
                      <a:pt x="118941" y="237882"/>
                    </a:moveTo>
                    <a:cubicBezTo>
                      <a:pt x="53342" y="237882"/>
                      <a:pt x="0" y="184539"/>
                      <a:pt x="0" y="118941"/>
                    </a:cubicBezTo>
                    <a:cubicBezTo>
                      <a:pt x="0" y="53342"/>
                      <a:pt x="53342" y="0"/>
                      <a:pt x="118941" y="0"/>
                    </a:cubicBezTo>
                    <a:cubicBezTo>
                      <a:pt x="184540" y="0"/>
                      <a:pt x="237882" y="53342"/>
                      <a:pt x="237882" y="118941"/>
                    </a:cubicBezTo>
                    <a:cubicBezTo>
                      <a:pt x="237882" y="184539"/>
                      <a:pt x="184540" y="237882"/>
                      <a:pt x="118941" y="237882"/>
                    </a:cubicBezTo>
                    <a:close/>
                    <a:moveTo>
                      <a:pt x="118941" y="79343"/>
                    </a:moveTo>
                    <a:cubicBezTo>
                      <a:pt x="97108" y="79343"/>
                      <a:pt x="79393" y="97108"/>
                      <a:pt x="79393" y="118891"/>
                    </a:cubicBezTo>
                    <a:cubicBezTo>
                      <a:pt x="79393" y="140675"/>
                      <a:pt x="97157" y="158439"/>
                      <a:pt x="118941" y="158439"/>
                    </a:cubicBezTo>
                    <a:cubicBezTo>
                      <a:pt x="140724" y="158439"/>
                      <a:pt x="158489" y="140675"/>
                      <a:pt x="158489" y="118891"/>
                    </a:cubicBezTo>
                    <a:cubicBezTo>
                      <a:pt x="158489" y="97108"/>
                      <a:pt x="140724" y="79343"/>
                      <a:pt x="118941" y="7934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7FE5A302-3DE3-ED8A-2FCF-445E068A5246}"/>
                  </a:ext>
                </a:extLst>
              </p:cNvPr>
              <p:cNvSpPr/>
              <p:nvPr/>
            </p:nvSpPr>
            <p:spPr>
              <a:xfrm>
                <a:off x="9675127" y="5138901"/>
                <a:ext cx="353498" cy="216445"/>
              </a:xfrm>
              <a:custGeom>
                <a:avLst/>
                <a:gdLst>
                  <a:gd name="connsiteX0" fmla="*/ 313802 w 353498"/>
                  <a:gd name="connsiteY0" fmla="*/ 216445 h 216445"/>
                  <a:gd name="connsiteX1" fmla="*/ 274105 w 353498"/>
                  <a:gd name="connsiteY1" fmla="*/ 176749 h 216445"/>
                  <a:gd name="connsiteX2" fmla="*/ 176749 w 353498"/>
                  <a:gd name="connsiteY2" fmla="*/ 79393 h 216445"/>
                  <a:gd name="connsiteX3" fmla="*/ 79393 w 353498"/>
                  <a:gd name="connsiteY3" fmla="*/ 176749 h 216445"/>
                  <a:gd name="connsiteX4" fmla="*/ 39697 w 353498"/>
                  <a:gd name="connsiteY4" fmla="*/ 216445 h 216445"/>
                  <a:gd name="connsiteX5" fmla="*/ 0 w 353498"/>
                  <a:gd name="connsiteY5" fmla="*/ 176749 h 216445"/>
                  <a:gd name="connsiteX6" fmla="*/ 176749 w 353498"/>
                  <a:gd name="connsiteY6" fmla="*/ 0 h 216445"/>
                  <a:gd name="connsiteX7" fmla="*/ 353498 w 353498"/>
                  <a:gd name="connsiteY7" fmla="*/ 176749 h 216445"/>
                  <a:gd name="connsiteX8" fmla="*/ 313802 w 353498"/>
                  <a:gd name="connsiteY8" fmla="*/ 216445 h 21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3498" h="216445">
                    <a:moveTo>
                      <a:pt x="313802" y="216445"/>
                    </a:moveTo>
                    <a:cubicBezTo>
                      <a:pt x="291869" y="216445"/>
                      <a:pt x="274105" y="198681"/>
                      <a:pt x="274105" y="176749"/>
                    </a:cubicBezTo>
                    <a:cubicBezTo>
                      <a:pt x="274105" y="123059"/>
                      <a:pt x="230439" y="79393"/>
                      <a:pt x="176749" y="79393"/>
                    </a:cubicBezTo>
                    <a:cubicBezTo>
                      <a:pt x="123059" y="79393"/>
                      <a:pt x="79393" y="123059"/>
                      <a:pt x="79393" y="176749"/>
                    </a:cubicBezTo>
                    <a:cubicBezTo>
                      <a:pt x="79393" y="198681"/>
                      <a:pt x="61629" y="216445"/>
                      <a:pt x="39697" y="216445"/>
                    </a:cubicBezTo>
                    <a:cubicBezTo>
                      <a:pt x="17764" y="216445"/>
                      <a:pt x="0" y="198681"/>
                      <a:pt x="0" y="176749"/>
                    </a:cubicBezTo>
                    <a:cubicBezTo>
                      <a:pt x="0" y="79294"/>
                      <a:pt x="79294" y="0"/>
                      <a:pt x="176749" y="0"/>
                    </a:cubicBezTo>
                    <a:cubicBezTo>
                      <a:pt x="274204" y="0"/>
                      <a:pt x="353498" y="79294"/>
                      <a:pt x="353498" y="176749"/>
                    </a:cubicBezTo>
                    <a:cubicBezTo>
                      <a:pt x="353498" y="198681"/>
                      <a:pt x="335734" y="216445"/>
                      <a:pt x="313802" y="216445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E707582C-F401-59C7-8EBA-3C336B6F459C}"/>
                </a:ext>
              </a:extLst>
            </p:cNvPr>
            <p:cNvSpPr/>
            <p:nvPr/>
          </p:nvSpPr>
          <p:spPr>
            <a:xfrm>
              <a:off x="9418637" y="4763322"/>
              <a:ext cx="237881" cy="237881"/>
            </a:xfrm>
            <a:custGeom>
              <a:avLst/>
              <a:gdLst>
                <a:gd name="connsiteX0" fmla="*/ 118941 w 237881"/>
                <a:gd name="connsiteY0" fmla="*/ 237882 h 237881"/>
                <a:gd name="connsiteX1" fmla="*/ 0 w 237881"/>
                <a:gd name="connsiteY1" fmla="*/ 118941 h 237881"/>
                <a:gd name="connsiteX2" fmla="*/ 118941 w 237881"/>
                <a:gd name="connsiteY2" fmla="*/ 0 h 237881"/>
                <a:gd name="connsiteX3" fmla="*/ 237882 w 237881"/>
                <a:gd name="connsiteY3" fmla="*/ 118941 h 237881"/>
                <a:gd name="connsiteX4" fmla="*/ 118941 w 237881"/>
                <a:gd name="connsiteY4" fmla="*/ 237882 h 237881"/>
                <a:gd name="connsiteX5" fmla="*/ 118941 w 237881"/>
                <a:gd name="connsiteY5" fmla="*/ 79393 h 237881"/>
                <a:gd name="connsiteX6" fmla="*/ 79393 w 237881"/>
                <a:gd name="connsiteY6" fmla="*/ 118941 h 237881"/>
                <a:gd name="connsiteX7" fmla="*/ 118941 w 237881"/>
                <a:gd name="connsiteY7" fmla="*/ 158488 h 237881"/>
                <a:gd name="connsiteX8" fmla="*/ 158489 w 237881"/>
                <a:gd name="connsiteY8" fmla="*/ 118941 h 237881"/>
                <a:gd name="connsiteX9" fmla="*/ 118941 w 237881"/>
                <a:gd name="connsiteY9" fmla="*/ 79393 h 23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37881">
                  <a:moveTo>
                    <a:pt x="118941" y="237882"/>
                  </a:moveTo>
                  <a:cubicBezTo>
                    <a:pt x="53342" y="237882"/>
                    <a:pt x="0" y="184539"/>
                    <a:pt x="0" y="118941"/>
                  </a:cubicBezTo>
                  <a:cubicBezTo>
                    <a:pt x="0" y="53342"/>
                    <a:pt x="53392" y="0"/>
                    <a:pt x="118941" y="0"/>
                  </a:cubicBezTo>
                  <a:cubicBezTo>
                    <a:pt x="184490" y="0"/>
                    <a:pt x="237882" y="53342"/>
                    <a:pt x="237882" y="118941"/>
                  </a:cubicBezTo>
                  <a:cubicBezTo>
                    <a:pt x="237882" y="184539"/>
                    <a:pt x="184540" y="237882"/>
                    <a:pt x="118941" y="237882"/>
                  </a:cubicBezTo>
                  <a:close/>
                  <a:moveTo>
                    <a:pt x="118941" y="79393"/>
                  </a:moveTo>
                  <a:cubicBezTo>
                    <a:pt x="97108" y="79393"/>
                    <a:pt x="79393" y="97157"/>
                    <a:pt x="79393" y="118941"/>
                  </a:cubicBezTo>
                  <a:cubicBezTo>
                    <a:pt x="79393" y="140724"/>
                    <a:pt x="97157" y="158488"/>
                    <a:pt x="118941" y="158488"/>
                  </a:cubicBezTo>
                  <a:cubicBezTo>
                    <a:pt x="140724" y="158488"/>
                    <a:pt x="158489" y="140724"/>
                    <a:pt x="158489" y="118941"/>
                  </a:cubicBezTo>
                  <a:cubicBezTo>
                    <a:pt x="158489" y="97157"/>
                    <a:pt x="140724" y="79393"/>
                    <a:pt x="11894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4A1DF535-432F-CD35-7CE9-CA054D7C2169}"/>
                </a:ext>
              </a:extLst>
            </p:cNvPr>
            <p:cNvSpPr/>
            <p:nvPr/>
          </p:nvSpPr>
          <p:spPr>
            <a:xfrm>
              <a:off x="9732885" y="5385764"/>
              <a:ext cx="237881" cy="237881"/>
            </a:xfrm>
            <a:custGeom>
              <a:avLst/>
              <a:gdLst>
                <a:gd name="connsiteX0" fmla="*/ 118941 w 237881"/>
                <a:gd name="connsiteY0" fmla="*/ 237882 h 237881"/>
                <a:gd name="connsiteX1" fmla="*/ 0 w 237881"/>
                <a:gd name="connsiteY1" fmla="*/ 118941 h 237881"/>
                <a:gd name="connsiteX2" fmla="*/ 118941 w 237881"/>
                <a:gd name="connsiteY2" fmla="*/ 0 h 237881"/>
                <a:gd name="connsiteX3" fmla="*/ 237882 w 237881"/>
                <a:gd name="connsiteY3" fmla="*/ 118941 h 237881"/>
                <a:gd name="connsiteX4" fmla="*/ 118941 w 237881"/>
                <a:gd name="connsiteY4" fmla="*/ 237882 h 237881"/>
                <a:gd name="connsiteX5" fmla="*/ 118941 w 237881"/>
                <a:gd name="connsiteY5" fmla="*/ 79393 h 237881"/>
                <a:gd name="connsiteX6" fmla="*/ 79393 w 237881"/>
                <a:gd name="connsiteY6" fmla="*/ 118941 h 237881"/>
                <a:gd name="connsiteX7" fmla="*/ 118941 w 237881"/>
                <a:gd name="connsiteY7" fmla="*/ 158488 h 237881"/>
                <a:gd name="connsiteX8" fmla="*/ 158489 w 237881"/>
                <a:gd name="connsiteY8" fmla="*/ 118941 h 237881"/>
                <a:gd name="connsiteX9" fmla="*/ 118941 w 237881"/>
                <a:gd name="connsiteY9" fmla="*/ 79393 h 23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37881">
                  <a:moveTo>
                    <a:pt x="118941" y="237882"/>
                  </a:moveTo>
                  <a:cubicBezTo>
                    <a:pt x="53342" y="237882"/>
                    <a:pt x="0" y="184539"/>
                    <a:pt x="0" y="118941"/>
                  </a:cubicBezTo>
                  <a:cubicBezTo>
                    <a:pt x="0" y="53342"/>
                    <a:pt x="53342" y="0"/>
                    <a:pt x="118941" y="0"/>
                  </a:cubicBezTo>
                  <a:cubicBezTo>
                    <a:pt x="184540" y="0"/>
                    <a:pt x="237882" y="53342"/>
                    <a:pt x="237882" y="118941"/>
                  </a:cubicBezTo>
                  <a:cubicBezTo>
                    <a:pt x="237882" y="184539"/>
                    <a:pt x="184540" y="237882"/>
                    <a:pt x="118941" y="237882"/>
                  </a:cubicBezTo>
                  <a:close/>
                  <a:moveTo>
                    <a:pt x="118941" y="79393"/>
                  </a:moveTo>
                  <a:cubicBezTo>
                    <a:pt x="97108" y="79393"/>
                    <a:pt x="79393" y="97157"/>
                    <a:pt x="79393" y="118941"/>
                  </a:cubicBezTo>
                  <a:cubicBezTo>
                    <a:pt x="79393" y="140724"/>
                    <a:pt x="97157" y="158488"/>
                    <a:pt x="118941" y="158488"/>
                  </a:cubicBezTo>
                  <a:cubicBezTo>
                    <a:pt x="140724" y="158488"/>
                    <a:pt x="158489" y="140724"/>
                    <a:pt x="158489" y="118941"/>
                  </a:cubicBezTo>
                  <a:cubicBezTo>
                    <a:pt x="158489" y="97157"/>
                    <a:pt x="140724" y="79393"/>
                    <a:pt x="118941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A0F319FD-5BF1-F5C8-51C5-4BD56C33F9D8}"/>
              </a:ext>
            </a:extLst>
          </p:cNvPr>
          <p:cNvGrpSpPr/>
          <p:nvPr/>
        </p:nvGrpSpPr>
        <p:grpSpPr>
          <a:xfrm>
            <a:off x="5477423" y="1463784"/>
            <a:ext cx="769334" cy="746245"/>
            <a:chOff x="5477423" y="1463784"/>
            <a:chExt cx="769334" cy="746245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14A2D656-A59E-B6F6-DB25-2FF9B8E40B46}"/>
                </a:ext>
              </a:extLst>
            </p:cNvPr>
            <p:cNvSpPr/>
            <p:nvPr/>
          </p:nvSpPr>
          <p:spPr>
            <a:xfrm>
              <a:off x="5926377" y="1470915"/>
              <a:ext cx="320380" cy="307761"/>
            </a:xfrm>
            <a:custGeom>
              <a:avLst/>
              <a:gdLst>
                <a:gd name="connsiteX0" fmla="*/ 39711 w 320380"/>
                <a:gd name="connsiteY0" fmla="*/ 307762 h 307761"/>
                <a:gd name="connsiteX1" fmla="*/ 10881 w 320380"/>
                <a:gd name="connsiteY1" fmla="*/ 295357 h 307761"/>
                <a:gd name="connsiteX2" fmla="*/ 12370 w 320380"/>
                <a:gd name="connsiteY2" fmla="*/ 239236 h 307761"/>
                <a:gd name="connsiteX3" fmla="*/ 253378 w 320380"/>
                <a:gd name="connsiteY3" fmla="*/ 10881 h 307761"/>
                <a:gd name="connsiteX4" fmla="*/ 309499 w 320380"/>
                <a:gd name="connsiteY4" fmla="*/ 12370 h 307761"/>
                <a:gd name="connsiteX5" fmla="*/ 308010 w 320380"/>
                <a:gd name="connsiteY5" fmla="*/ 68491 h 307761"/>
                <a:gd name="connsiteX6" fmla="*/ 67002 w 320380"/>
                <a:gd name="connsiteY6" fmla="*/ 296845 h 307761"/>
                <a:gd name="connsiteX7" fmla="*/ 39711 w 320380"/>
                <a:gd name="connsiteY7" fmla="*/ 307712 h 30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380" h="307761">
                  <a:moveTo>
                    <a:pt x="39711" y="307762"/>
                  </a:moveTo>
                  <a:cubicBezTo>
                    <a:pt x="29191" y="307762"/>
                    <a:pt x="18672" y="303594"/>
                    <a:pt x="10881" y="295357"/>
                  </a:cubicBezTo>
                  <a:cubicBezTo>
                    <a:pt x="-4203" y="279429"/>
                    <a:pt x="-3509" y="254320"/>
                    <a:pt x="12370" y="239236"/>
                  </a:cubicBezTo>
                  <a:lnTo>
                    <a:pt x="253378" y="10881"/>
                  </a:lnTo>
                  <a:cubicBezTo>
                    <a:pt x="269306" y="-4203"/>
                    <a:pt x="294414" y="-3509"/>
                    <a:pt x="309499" y="12370"/>
                  </a:cubicBezTo>
                  <a:cubicBezTo>
                    <a:pt x="324584" y="28249"/>
                    <a:pt x="323889" y="53406"/>
                    <a:pt x="308010" y="68491"/>
                  </a:cubicBezTo>
                  <a:lnTo>
                    <a:pt x="67002" y="296845"/>
                  </a:lnTo>
                  <a:cubicBezTo>
                    <a:pt x="59311" y="304140"/>
                    <a:pt x="49486" y="307712"/>
                    <a:pt x="39711" y="30771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0737E61-0FD2-FFC6-57CE-7390724ADF01}"/>
                </a:ext>
              </a:extLst>
            </p:cNvPr>
            <p:cNvSpPr/>
            <p:nvPr/>
          </p:nvSpPr>
          <p:spPr>
            <a:xfrm>
              <a:off x="6038158" y="1486630"/>
              <a:ext cx="191147" cy="186106"/>
            </a:xfrm>
            <a:custGeom>
              <a:avLst/>
              <a:gdLst>
                <a:gd name="connsiteX0" fmla="*/ 151422 w 191147"/>
                <a:gd name="connsiteY0" fmla="*/ 186057 h 186106"/>
                <a:gd name="connsiteX1" fmla="*/ 124031 w 191147"/>
                <a:gd name="connsiteY1" fmla="*/ 175091 h 186106"/>
                <a:gd name="connsiteX2" fmla="*/ 12285 w 191147"/>
                <a:gd name="connsiteY2" fmla="*/ 68406 h 186106"/>
                <a:gd name="connsiteX3" fmla="*/ 10995 w 191147"/>
                <a:gd name="connsiteY3" fmla="*/ 12285 h 186106"/>
                <a:gd name="connsiteX4" fmla="*/ 67116 w 191147"/>
                <a:gd name="connsiteY4" fmla="*/ 10995 h 186106"/>
                <a:gd name="connsiteX5" fmla="*/ 178862 w 191147"/>
                <a:gd name="connsiteY5" fmla="*/ 117679 h 186106"/>
                <a:gd name="connsiteX6" fmla="*/ 180152 w 191147"/>
                <a:gd name="connsiteY6" fmla="*/ 173800 h 186106"/>
                <a:gd name="connsiteX7" fmla="*/ 151422 w 191147"/>
                <a:gd name="connsiteY7" fmla="*/ 186106 h 18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147" h="186106">
                  <a:moveTo>
                    <a:pt x="151422" y="186057"/>
                  </a:moveTo>
                  <a:cubicBezTo>
                    <a:pt x="141547" y="186057"/>
                    <a:pt x="131722" y="182434"/>
                    <a:pt x="124031" y="175091"/>
                  </a:cubicBezTo>
                  <a:lnTo>
                    <a:pt x="12285" y="68406"/>
                  </a:lnTo>
                  <a:cubicBezTo>
                    <a:pt x="-3594" y="53272"/>
                    <a:pt x="-4139" y="28114"/>
                    <a:pt x="10995" y="12285"/>
                  </a:cubicBezTo>
                  <a:cubicBezTo>
                    <a:pt x="26129" y="-3594"/>
                    <a:pt x="51287" y="-4139"/>
                    <a:pt x="67116" y="10995"/>
                  </a:cubicBezTo>
                  <a:lnTo>
                    <a:pt x="178862" y="117679"/>
                  </a:lnTo>
                  <a:cubicBezTo>
                    <a:pt x="194741" y="132814"/>
                    <a:pt x="195286" y="157971"/>
                    <a:pt x="180152" y="173800"/>
                  </a:cubicBezTo>
                  <a:cubicBezTo>
                    <a:pt x="172362" y="181988"/>
                    <a:pt x="161892" y="186106"/>
                    <a:pt x="151422" y="186106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7" name="Picture Placeholder 31">
              <a:extLst>
                <a:ext uri="{FF2B5EF4-FFF2-40B4-BE49-F238E27FC236}">
                  <a16:creationId xmlns:a16="http://schemas.microsoft.com/office/drawing/2014/main" id="{4A9F736F-B06D-F169-2093-BCB75288D91A}"/>
                </a:ext>
              </a:extLst>
            </p:cNvPr>
            <p:cNvGrpSpPr/>
            <p:nvPr/>
          </p:nvGrpSpPr>
          <p:grpSpPr>
            <a:xfrm>
              <a:off x="5477423" y="1463784"/>
              <a:ext cx="330308" cy="314892"/>
              <a:chOff x="5477423" y="1463784"/>
              <a:chExt cx="330308" cy="314892"/>
            </a:xfrm>
            <a:solidFill>
              <a:srgbClr val="C42828"/>
            </a:solidFill>
          </p:grpSpPr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854F4FF4-ADD0-2C63-2581-CBF9DD10CDFD}"/>
                  </a:ext>
                </a:extLst>
              </p:cNvPr>
              <p:cNvSpPr/>
              <p:nvPr/>
            </p:nvSpPr>
            <p:spPr>
              <a:xfrm>
                <a:off x="5487315" y="1470897"/>
                <a:ext cx="320416" cy="307779"/>
              </a:xfrm>
              <a:custGeom>
                <a:avLst/>
                <a:gdLst>
                  <a:gd name="connsiteX0" fmla="*/ 280687 w 320416"/>
                  <a:gd name="connsiteY0" fmla="*/ 307780 h 307779"/>
                  <a:gd name="connsiteX1" fmla="*/ 253396 w 320416"/>
                  <a:gd name="connsiteY1" fmla="*/ 296913 h 307779"/>
                  <a:gd name="connsiteX2" fmla="*/ 12388 w 320416"/>
                  <a:gd name="connsiteY2" fmla="*/ 68509 h 307779"/>
                  <a:gd name="connsiteX3" fmla="*/ 10899 w 320416"/>
                  <a:gd name="connsiteY3" fmla="*/ 12388 h 307779"/>
                  <a:gd name="connsiteX4" fmla="*/ 67020 w 320416"/>
                  <a:gd name="connsiteY4" fmla="*/ 10899 h 307779"/>
                  <a:gd name="connsiteX5" fmla="*/ 308028 w 320416"/>
                  <a:gd name="connsiteY5" fmla="*/ 239254 h 307779"/>
                  <a:gd name="connsiteX6" fmla="*/ 309517 w 320416"/>
                  <a:gd name="connsiteY6" fmla="*/ 295375 h 307779"/>
                  <a:gd name="connsiteX7" fmla="*/ 280687 w 320416"/>
                  <a:gd name="connsiteY7" fmla="*/ 307780 h 3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416" h="307779">
                    <a:moveTo>
                      <a:pt x="280687" y="307780"/>
                    </a:moveTo>
                    <a:cubicBezTo>
                      <a:pt x="270862" y="307780"/>
                      <a:pt x="261087" y="304158"/>
                      <a:pt x="253396" y="296913"/>
                    </a:cubicBezTo>
                    <a:lnTo>
                      <a:pt x="12388" y="68509"/>
                    </a:lnTo>
                    <a:cubicBezTo>
                      <a:pt x="-3540" y="53424"/>
                      <a:pt x="-4185" y="28316"/>
                      <a:pt x="10899" y="12388"/>
                    </a:cubicBezTo>
                    <a:cubicBezTo>
                      <a:pt x="25984" y="-3540"/>
                      <a:pt x="51092" y="-4185"/>
                      <a:pt x="67020" y="10899"/>
                    </a:cubicBezTo>
                    <a:lnTo>
                      <a:pt x="308028" y="239254"/>
                    </a:lnTo>
                    <a:cubicBezTo>
                      <a:pt x="323957" y="254338"/>
                      <a:pt x="324602" y="279446"/>
                      <a:pt x="309517" y="295375"/>
                    </a:cubicBezTo>
                    <a:cubicBezTo>
                      <a:pt x="301726" y="303612"/>
                      <a:pt x="291207" y="307780"/>
                      <a:pt x="280687" y="307780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9FD3B97-AE58-353F-F888-1EE9A815F82E}"/>
                  </a:ext>
                </a:extLst>
              </p:cNvPr>
              <p:cNvSpPr/>
              <p:nvPr/>
            </p:nvSpPr>
            <p:spPr>
              <a:xfrm>
                <a:off x="5477423" y="1463784"/>
                <a:ext cx="198383" cy="195803"/>
              </a:xfrm>
              <a:custGeom>
                <a:avLst/>
                <a:gdLst>
                  <a:gd name="connsiteX0" fmla="*/ 39697 w 198383"/>
                  <a:gd name="connsiteY0" fmla="*/ 195803 h 195803"/>
                  <a:gd name="connsiteX1" fmla="*/ 0 w 198383"/>
                  <a:gd name="connsiteY1" fmla="*/ 156107 h 195803"/>
                  <a:gd name="connsiteX2" fmla="*/ 0 w 198383"/>
                  <a:gd name="connsiteY2" fmla="*/ 39697 h 195803"/>
                  <a:gd name="connsiteX3" fmla="*/ 39697 w 198383"/>
                  <a:gd name="connsiteY3" fmla="*/ 0 h 195803"/>
                  <a:gd name="connsiteX4" fmla="*/ 158687 w 198383"/>
                  <a:gd name="connsiteY4" fmla="*/ 0 h 195803"/>
                  <a:gd name="connsiteX5" fmla="*/ 198384 w 198383"/>
                  <a:gd name="connsiteY5" fmla="*/ 39697 h 195803"/>
                  <a:gd name="connsiteX6" fmla="*/ 158687 w 198383"/>
                  <a:gd name="connsiteY6" fmla="*/ 79393 h 195803"/>
                  <a:gd name="connsiteX7" fmla="*/ 79393 w 198383"/>
                  <a:gd name="connsiteY7" fmla="*/ 79393 h 195803"/>
                  <a:gd name="connsiteX8" fmla="*/ 79393 w 198383"/>
                  <a:gd name="connsiteY8" fmla="*/ 156107 h 195803"/>
                  <a:gd name="connsiteX9" fmla="*/ 39697 w 198383"/>
                  <a:gd name="connsiteY9" fmla="*/ 195803 h 195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8383" h="195803">
                    <a:moveTo>
                      <a:pt x="39697" y="195803"/>
                    </a:moveTo>
                    <a:cubicBezTo>
                      <a:pt x="17764" y="195803"/>
                      <a:pt x="0" y="178039"/>
                      <a:pt x="0" y="156107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lnTo>
                      <a:pt x="158687" y="0"/>
                    </a:lnTo>
                    <a:cubicBezTo>
                      <a:pt x="180620" y="0"/>
                      <a:pt x="198384" y="17764"/>
                      <a:pt x="198384" y="39697"/>
                    </a:cubicBezTo>
                    <a:cubicBezTo>
                      <a:pt x="198384" y="61629"/>
                      <a:pt x="180620" y="79393"/>
                      <a:pt x="158687" y="79393"/>
                    </a:cubicBezTo>
                    <a:lnTo>
                      <a:pt x="79393" y="79393"/>
                    </a:lnTo>
                    <a:lnTo>
                      <a:pt x="79393" y="156107"/>
                    </a:lnTo>
                    <a:cubicBezTo>
                      <a:pt x="79393" y="178039"/>
                      <a:pt x="61629" y="195803"/>
                      <a:pt x="39697" y="19580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517B04C-DAD1-342D-820A-2077AFDEBAF8}"/>
                </a:ext>
              </a:extLst>
            </p:cNvPr>
            <p:cNvSpPr/>
            <p:nvPr/>
          </p:nvSpPr>
          <p:spPr>
            <a:xfrm>
              <a:off x="5750883" y="2053625"/>
              <a:ext cx="227957" cy="156404"/>
            </a:xfrm>
            <a:custGeom>
              <a:avLst/>
              <a:gdLst>
                <a:gd name="connsiteX0" fmla="*/ 116708 w 227957"/>
                <a:gd name="connsiteY0" fmla="*/ 156355 h 156404"/>
                <a:gd name="connsiteX1" fmla="*/ 88623 w 227957"/>
                <a:gd name="connsiteY1" fmla="*/ 144744 h 156404"/>
                <a:gd name="connsiteX2" fmla="*/ 11611 w 227957"/>
                <a:gd name="connsiteY2" fmla="*/ 67732 h 156404"/>
                <a:gd name="connsiteX3" fmla="*/ 11611 w 227957"/>
                <a:gd name="connsiteY3" fmla="*/ 11611 h 156404"/>
                <a:gd name="connsiteX4" fmla="*/ 67732 w 227957"/>
                <a:gd name="connsiteY4" fmla="*/ 11611 h 156404"/>
                <a:gd name="connsiteX5" fmla="*/ 116658 w 227957"/>
                <a:gd name="connsiteY5" fmla="*/ 60587 h 156404"/>
                <a:gd name="connsiteX6" fmla="*/ 160225 w 227957"/>
                <a:gd name="connsiteY6" fmla="*/ 17020 h 156404"/>
                <a:gd name="connsiteX7" fmla="*/ 216346 w 227957"/>
                <a:gd name="connsiteY7" fmla="*/ 17020 h 156404"/>
                <a:gd name="connsiteX8" fmla="*/ 216346 w 227957"/>
                <a:gd name="connsiteY8" fmla="*/ 73141 h 156404"/>
                <a:gd name="connsiteX9" fmla="*/ 144694 w 227957"/>
                <a:gd name="connsiteY9" fmla="*/ 144793 h 156404"/>
                <a:gd name="connsiteX10" fmla="*/ 116609 w 227957"/>
                <a:gd name="connsiteY10" fmla="*/ 156404 h 15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957" h="156404">
                  <a:moveTo>
                    <a:pt x="116708" y="156355"/>
                  </a:moveTo>
                  <a:cubicBezTo>
                    <a:pt x="106536" y="156355"/>
                    <a:pt x="96413" y="152484"/>
                    <a:pt x="88623" y="144744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16658" y="60587"/>
                  </a:lnTo>
                  <a:lnTo>
                    <a:pt x="160225" y="17020"/>
                  </a:lnTo>
                  <a:cubicBezTo>
                    <a:pt x="175707" y="1538"/>
                    <a:pt x="200865" y="1538"/>
                    <a:pt x="216346" y="17020"/>
                  </a:cubicBezTo>
                  <a:cubicBezTo>
                    <a:pt x="231828" y="32502"/>
                    <a:pt x="231828" y="57659"/>
                    <a:pt x="216346" y="73141"/>
                  </a:cubicBezTo>
                  <a:lnTo>
                    <a:pt x="144694" y="144793"/>
                  </a:lnTo>
                  <a:cubicBezTo>
                    <a:pt x="136953" y="152534"/>
                    <a:pt x="126781" y="156404"/>
                    <a:pt x="116609" y="15640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8C18403-E0E2-BAAC-F875-3996E42A52E1}"/>
                </a:ext>
              </a:extLst>
            </p:cNvPr>
            <p:cNvSpPr/>
            <p:nvPr/>
          </p:nvSpPr>
          <p:spPr>
            <a:xfrm>
              <a:off x="5826257" y="1900346"/>
              <a:ext cx="77309" cy="247458"/>
            </a:xfrm>
            <a:custGeom>
              <a:avLst/>
              <a:gdLst>
                <a:gd name="connsiteX0" fmla="*/ 38655 w 77309"/>
                <a:gd name="connsiteY0" fmla="*/ 247458 h 247458"/>
                <a:gd name="connsiteX1" fmla="*/ 0 w 77309"/>
                <a:gd name="connsiteY1" fmla="*/ 208804 h 247458"/>
                <a:gd name="connsiteX2" fmla="*/ 0 w 77309"/>
                <a:gd name="connsiteY2" fmla="*/ 38655 h 247458"/>
                <a:gd name="connsiteX3" fmla="*/ 38655 w 77309"/>
                <a:gd name="connsiteY3" fmla="*/ 0 h 247458"/>
                <a:gd name="connsiteX4" fmla="*/ 77309 w 77309"/>
                <a:gd name="connsiteY4" fmla="*/ 38655 h 247458"/>
                <a:gd name="connsiteX5" fmla="*/ 77309 w 77309"/>
                <a:gd name="connsiteY5" fmla="*/ 208804 h 247458"/>
                <a:gd name="connsiteX6" fmla="*/ 38655 w 77309"/>
                <a:gd name="connsiteY6" fmla="*/ 247458 h 24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9" h="247458">
                  <a:moveTo>
                    <a:pt x="38655" y="247458"/>
                  </a:moveTo>
                  <a:cubicBezTo>
                    <a:pt x="17318" y="247458"/>
                    <a:pt x="0" y="230141"/>
                    <a:pt x="0" y="208804"/>
                  </a:cubicBezTo>
                  <a:lnTo>
                    <a:pt x="0" y="38655"/>
                  </a:lnTo>
                  <a:cubicBezTo>
                    <a:pt x="0" y="17318"/>
                    <a:pt x="17318" y="0"/>
                    <a:pt x="38655" y="0"/>
                  </a:cubicBezTo>
                  <a:cubicBezTo>
                    <a:pt x="59991" y="0"/>
                    <a:pt x="77309" y="17318"/>
                    <a:pt x="77309" y="38655"/>
                  </a:cubicBezTo>
                  <a:lnTo>
                    <a:pt x="77309" y="208804"/>
                  </a:lnTo>
                  <a:cubicBezTo>
                    <a:pt x="77309" y="230141"/>
                    <a:pt x="59991" y="247458"/>
                    <a:pt x="38655" y="247458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E4530BF1-252B-6C00-453A-74E3C3ACA7BE}"/>
                </a:ext>
              </a:extLst>
            </p:cNvPr>
            <p:cNvSpPr/>
            <p:nvPr/>
          </p:nvSpPr>
          <p:spPr>
            <a:xfrm>
              <a:off x="5705629" y="1648670"/>
              <a:ext cx="321542" cy="321641"/>
            </a:xfrm>
            <a:custGeom>
              <a:avLst/>
              <a:gdLst>
                <a:gd name="connsiteX0" fmla="*/ 160771 w 321542"/>
                <a:gd name="connsiteY0" fmla="*/ 321542 h 321641"/>
                <a:gd name="connsiteX1" fmla="*/ 81924 w 321542"/>
                <a:gd name="connsiteY1" fmla="*/ 300850 h 321641"/>
                <a:gd name="connsiteX2" fmla="*/ 64854 w 321542"/>
                <a:gd name="connsiteY2" fmla="*/ 289735 h 321641"/>
                <a:gd name="connsiteX3" fmla="*/ 0 w 321542"/>
                <a:gd name="connsiteY3" fmla="*/ 160771 h 321641"/>
                <a:gd name="connsiteX4" fmla="*/ 160771 w 321542"/>
                <a:gd name="connsiteY4" fmla="*/ 0 h 321641"/>
                <a:gd name="connsiteX5" fmla="*/ 187517 w 321542"/>
                <a:gd name="connsiteY5" fmla="*/ 2233 h 321641"/>
                <a:gd name="connsiteX6" fmla="*/ 283037 w 321542"/>
                <a:gd name="connsiteY6" fmla="*/ 56419 h 321641"/>
                <a:gd name="connsiteX7" fmla="*/ 321542 w 321542"/>
                <a:gd name="connsiteY7" fmla="*/ 160821 h 321641"/>
                <a:gd name="connsiteX8" fmla="*/ 283037 w 321542"/>
                <a:gd name="connsiteY8" fmla="*/ 265223 h 321641"/>
                <a:gd name="connsiteX9" fmla="*/ 187467 w 321542"/>
                <a:gd name="connsiteY9" fmla="*/ 319408 h 321641"/>
                <a:gd name="connsiteX10" fmla="*/ 160771 w 321542"/>
                <a:gd name="connsiteY10" fmla="*/ 321641 h 321641"/>
                <a:gd name="connsiteX11" fmla="*/ 160771 w 321542"/>
                <a:gd name="connsiteY11" fmla="*/ 79393 h 321641"/>
                <a:gd name="connsiteX12" fmla="*/ 79393 w 321542"/>
                <a:gd name="connsiteY12" fmla="*/ 160771 h 321641"/>
                <a:gd name="connsiteX13" fmla="*/ 112341 w 321542"/>
                <a:gd name="connsiteY13" fmla="*/ 226072 h 321641"/>
                <a:gd name="connsiteX14" fmla="*/ 120926 w 321542"/>
                <a:gd name="connsiteY14" fmla="*/ 231679 h 321641"/>
                <a:gd name="connsiteX15" fmla="*/ 160771 w 321542"/>
                <a:gd name="connsiteY15" fmla="*/ 242149 h 321641"/>
                <a:gd name="connsiteX16" fmla="*/ 174268 w 321542"/>
                <a:gd name="connsiteY16" fmla="*/ 241008 h 321641"/>
                <a:gd name="connsiteX17" fmla="*/ 222698 w 321542"/>
                <a:gd name="connsiteY17" fmla="*/ 213567 h 321641"/>
                <a:gd name="connsiteX18" fmla="*/ 242149 w 321542"/>
                <a:gd name="connsiteY18" fmla="*/ 160771 h 321641"/>
                <a:gd name="connsiteX19" fmla="*/ 222698 w 321542"/>
                <a:gd name="connsiteY19" fmla="*/ 107925 h 321641"/>
                <a:gd name="connsiteX20" fmla="*/ 174367 w 321542"/>
                <a:gd name="connsiteY20" fmla="*/ 80485 h 321641"/>
                <a:gd name="connsiteX21" fmla="*/ 160771 w 321542"/>
                <a:gd name="connsiteY21" fmla="*/ 79343 h 32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1542" h="321641">
                  <a:moveTo>
                    <a:pt x="160771" y="321542"/>
                  </a:moveTo>
                  <a:cubicBezTo>
                    <a:pt x="133182" y="321542"/>
                    <a:pt x="105891" y="314397"/>
                    <a:pt x="81924" y="300850"/>
                  </a:cubicBezTo>
                  <a:cubicBezTo>
                    <a:pt x="76019" y="297526"/>
                    <a:pt x="70263" y="293804"/>
                    <a:pt x="64854" y="289735"/>
                  </a:cubicBezTo>
                  <a:cubicBezTo>
                    <a:pt x="24265" y="259516"/>
                    <a:pt x="0" y="211285"/>
                    <a:pt x="0" y="160771"/>
                  </a:cubicBezTo>
                  <a:cubicBezTo>
                    <a:pt x="0" y="72099"/>
                    <a:pt x="72099" y="0"/>
                    <a:pt x="160771" y="0"/>
                  </a:cubicBezTo>
                  <a:cubicBezTo>
                    <a:pt x="169703" y="0"/>
                    <a:pt x="178684" y="744"/>
                    <a:pt x="187517" y="2233"/>
                  </a:cubicBezTo>
                  <a:cubicBezTo>
                    <a:pt x="224633" y="8485"/>
                    <a:pt x="258524" y="27688"/>
                    <a:pt x="283037" y="56419"/>
                  </a:cubicBezTo>
                  <a:cubicBezTo>
                    <a:pt x="307847" y="85496"/>
                    <a:pt x="321542" y="122563"/>
                    <a:pt x="321542" y="160821"/>
                  </a:cubicBezTo>
                  <a:cubicBezTo>
                    <a:pt x="321542" y="199078"/>
                    <a:pt x="307897" y="236145"/>
                    <a:pt x="283037" y="265223"/>
                  </a:cubicBezTo>
                  <a:cubicBezTo>
                    <a:pt x="258524" y="293953"/>
                    <a:pt x="224584" y="313156"/>
                    <a:pt x="187467" y="319408"/>
                  </a:cubicBezTo>
                  <a:cubicBezTo>
                    <a:pt x="178833" y="320897"/>
                    <a:pt x="169802" y="321641"/>
                    <a:pt x="160771" y="321641"/>
                  </a:cubicBezTo>
                  <a:close/>
                  <a:moveTo>
                    <a:pt x="160771" y="79393"/>
                  </a:moveTo>
                  <a:cubicBezTo>
                    <a:pt x="115914" y="79393"/>
                    <a:pt x="79393" y="115914"/>
                    <a:pt x="79393" y="160771"/>
                  </a:cubicBezTo>
                  <a:cubicBezTo>
                    <a:pt x="79393" y="186723"/>
                    <a:pt x="91401" y="210491"/>
                    <a:pt x="112341" y="226072"/>
                  </a:cubicBezTo>
                  <a:cubicBezTo>
                    <a:pt x="115120" y="228156"/>
                    <a:pt x="117998" y="229992"/>
                    <a:pt x="120926" y="231679"/>
                  </a:cubicBezTo>
                  <a:cubicBezTo>
                    <a:pt x="133033" y="238527"/>
                    <a:pt x="146828" y="242149"/>
                    <a:pt x="160771" y="242149"/>
                  </a:cubicBezTo>
                  <a:cubicBezTo>
                    <a:pt x="165386" y="242149"/>
                    <a:pt x="169901" y="241752"/>
                    <a:pt x="174268" y="241008"/>
                  </a:cubicBezTo>
                  <a:cubicBezTo>
                    <a:pt x="193074" y="237832"/>
                    <a:pt x="210243" y="228106"/>
                    <a:pt x="222698" y="213567"/>
                  </a:cubicBezTo>
                  <a:cubicBezTo>
                    <a:pt x="235252" y="198880"/>
                    <a:pt x="242149" y="180123"/>
                    <a:pt x="242149" y="160771"/>
                  </a:cubicBezTo>
                  <a:cubicBezTo>
                    <a:pt x="242149" y="141419"/>
                    <a:pt x="235252" y="122662"/>
                    <a:pt x="222698" y="107925"/>
                  </a:cubicBezTo>
                  <a:cubicBezTo>
                    <a:pt x="210293" y="93386"/>
                    <a:pt x="193124" y="83660"/>
                    <a:pt x="174367" y="80485"/>
                  </a:cubicBezTo>
                  <a:cubicBezTo>
                    <a:pt x="169901" y="79740"/>
                    <a:pt x="165336" y="79343"/>
                    <a:pt x="160771" y="793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51C26114-585E-37F7-B962-F6E6A7DE6E92}"/>
              </a:ext>
            </a:extLst>
          </p:cNvPr>
          <p:cNvGrpSpPr/>
          <p:nvPr/>
        </p:nvGrpSpPr>
        <p:grpSpPr>
          <a:xfrm>
            <a:off x="4176813" y="3623777"/>
            <a:ext cx="765896" cy="820527"/>
            <a:chOff x="4176813" y="2545254"/>
            <a:chExt cx="765896" cy="820527"/>
          </a:xfrm>
        </p:grpSpPr>
        <p:grpSp>
          <p:nvGrpSpPr>
            <p:cNvPr id="345" name="Picture Placeholder 51">
              <a:extLst>
                <a:ext uri="{FF2B5EF4-FFF2-40B4-BE49-F238E27FC236}">
                  <a16:creationId xmlns:a16="http://schemas.microsoft.com/office/drawing/2014/main" id="{A64472A5-5409-F0F7-227B-E528F5171715}"/>
                </a:ext>
              </a:extLst>
            </p:cNvPr>
            <p:cNvGrpSpPr/>
            <p:nvPr/>
          </p:nvGrpSpPr>
          <p:grpSpPr>
            <a:xfrm>
              <a:off x="4176813" y="2545254"/>
              <a:ext cx="454972" cy="820527"/>
              <a:chOff x="4176813" y="2545254"/>
              <a:chExt cx="454972" cy="820527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CDAD2052-262E-10A3-5E27-EA92259C4236}"/>
                  </a:ext>
                </a:extLst>
              </p:cNvPr>
              <p:cNvSpPr/>
              <p:nvPr/>
            </p:nvSpPr>
            <p:spPr>
              <a:xfrm>
                <a:off x="4282158" y="2545254"/>
                <a:ext cx="233118" cy="233117"/>
              </a:xfrm>
              <a:custGeom>
                <a:avLst/>
                <a:gdLst>
                  <a:gd name="connsiteX0" fmla="*/ 116559 w 233118"/>
                  <a:gd name="connsiteY0" fmla="*/ 233118 h 233117"/>
                  <a:gd name="connsiteX1" fmla="*/ 0 w 233118"/>
                  <a:gd name="connsiteY1" fmla="*/ 116559 h 233117"/>
                  <a:gd name="connsiteX2" fmla="*/ 116559 w 233118"/>
                  <a:gd name="connsiteY2" fmla="*/ 0 h 233117"/>
                  <a:gd name="connsiteX3" fmla="*/ 233118 w 233118"/>
                  <a:gd name="connsiteY3" fmla="*/ 116559 h 233117"/>
                  <a:gd name="connsiteX4" fmla="*/ 116559 w 233118"/>
                  <a:gd name="connsiteY4" fmla="*/ 233118 h 233117"/>
                  <a:gd name="connsiteX5" fmla="*/ 116559 w 233118"/>
                  <a:gd name="connsiteY5" fmla="*/ 79393 h 233117"/>
                  <a:gd name="connsiteX6" fmla="*/ 79393 w 233118"/>
                  <a:gd name="connsiteY6" fmla="*/ 116559 h 233117"/>
                  <a:gd name="connsiteX7" fmla="*/ 116559 w 233118"/>
                  <a:gd name="connsiteY7" fmla="*/ 153725 h 233117"/>
                  <a:gd name="connsiteX8" fmla="*/ 153725 w 233118"/>
                  <a:gd name="connsiteY8" fmla="*/ 116559 h 233117"/>
                  <a:gd name="connsiteX9" fmla="*/ 116559 w 233118"/>
                  <a:gd name="connsiteY9" fmla="*/ 79393 h 23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3118" h="233117">
                    <a:moveTo>
                      <a:pt x="116559" y="233118"/>
                    </a:moveTo>
                    <a:cubicBezTo>
                      <a:pt x="52300" y="233118"/>
                      <a:pt x="0" y="180818"/>
                      <a:pt x="0" y="116559"/>
                    </a:cubicBezTo>
                    <a:cubicBezTo>
                      <a:pt x="0" y="52300"/>
                      <a:pt x="52251" y="0"/>
                      <a:pt x="116559" y="0"/>
                    </a:cubicBezTo>
                    <a:cubicBezTo>
                      <a:pt x="180868" y="0"/>
                      <a:pt x="233118" y="52300"/>
                      <a:pt x="233118" y="116559"/>
                    </a:cubicBezTo>
                    <a:cubicBezTo>
                      <a:pt x="233118" y="180818"/>
                      <a:pt x="180818" y="233118"/>
                      <a:pt x="116559" y="233118"/>
                    </a:cubicBezTo>
                    <a:close/>
                    <a:moveTo>
                      <a:pt x="116559" y="79393"/>
                    </a:moveTo>
                    <a:cubicBezTo>
                      <a:pt x="96066" y="79393"/>
                      <a:pt x="79393" y="96066"/>
                      <a:pt x="79393" y="116559"/>
                    </a:cubicBezTo>
                    <a:cubicBezTo>
                      <a:pt x="79393" y="137052"/>
                      <a:pt x="96066" y="153725"/>
                      <a:pt x="116559" y="153725"/>
                    </a:cubicBezTo>
                    <a:cubicBezTo>
                      <a:pt x="137052" y="153725"/>
                      <a:pt x="153725" y="137052"/>
                      <a:pt x="153725" y="116559"/>
                    </a:cubicBezTo>
                    <a:cubicBezTo>
                      <a:pt x="153725" y="96066"/>
                      <a:pt x="137052" y="79393"/>
                      <a:pt x="116559" y="7939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1" name="Picture Placeholder 51">
                <a:extLst>
                  <a:ext uri="{FF2B5EF4-FFF2-40B4-BE49-F238E27FC236}">
                    <a16:creationId xmlns:a16="http://schemas.microsoft.com/office/drawing/2014/main" id="{A225014C-F353-7777-A5EB-0AF543AC4548}"/>
                  </a:ext>
                </a:extLst>
              </p:cNvPr>
              <p:cNvGrpSpPr/>
              <p:nvPr/>
            </p:nvGrpSpPr>
            <p:grpSpPr>
              <a:xfrm>
                <a:off x="4176813" y="2753958"/>
                <a:ext cx="454972" cy="611823"/>
                <a:chOff x="4176813" y="2753958"/>
                <a:chExt cx="454972" cy="611823"/>
              </a:xfrm>
              <a:solidFill>
                <a:srgbClr val="EF463C"/>
              </a:solidFill>
            </p:grpSpPr>
            <p:sp>
              <p:nvSpPr>
                <p:cNvPr id="352" name="Freeform 351">
                  <a:extLst>
                    <a:ext uri="{FF2B5EF4-FFF2-40B4-BE49-F238E27FC236}">
                      <a16:creationId xmlns:a16="http://schemas.microsoft.com/office/drawing/2014/main" id="{05F18752-E0DB-053C-CEC0-6D6D84C0A8B2}"/>
                    </a:ext>
                  </a:extLst>
                </p:cNvPr>
                <p:cNvSpPr/>
                <p:nvPr/>
              </p:nvSpPr>
              <p:spPr>
                <a:xfrm>
                  <a:off x="4176813" y="2753958"/>
                  <a:ext cx="454972" cy="381533"/>
                </a:xfrm>
                <a:custGeom>
                  <a:avLst/>
                  <a:gdLst>
                    <a:gd name="connsiteX0" fmla="*/ 349181 w 454972"/>
                    <a:gd name="connsiteY0" fmla="*/ 381533 h 381533"/>
                    <a:gd name="connsiteX1" fmla="*/ 276983 w 454972"/>
                    <a:gd name="connsiteY1" fmla="*/ 309335 h 381533"/>
                    <a:gd name="connsiteX2" fmla="*/ 276983 w 454972"/>
                    <a:gd name="connsiteY2" fmla="*/ 169405 h 381533"/>
                    <a:gd name="connsiteX3" fmla="*/ 316680 w 454972"/>
                    <a:gd name="connsiteY3" fmla="*/ 129708 h 381533"/>
                    <a:gd name="connsiteX4" fmla="*/ 356376 w 454972"/>
                    <a:gd name="connsiteY4" fmla="*/ 169405 h 381533"/>
                    <a:gd name="connsiteX5" fmla="*/ 356376 w 454972"/>
                    <a:gd name="connsiteY5" fmla="*/ 302140 h 381533"/>
                    <a:gd name="connsiteX6" fmla="*/ 375629 w 454972"/>
                    <a:gd name="connsiteY6" fmla="*/ 302140 h 381533"/>
                    <a:gd name="connsiteX7" fmla="*/ 375629 w 454972"/>
                    <a:gd name="connsiteY7" fmla="*/ 79443 h 381533"/>
                    <a:gd name="connsiteX8" fmla="*/ 79443 w 454972"/>
                    <a:gd name="connsiteY8" fmla="*/ 79443 h 381533"/>
                    <a:gd name="connsiteX9" fmla="*/ 79443 w 454972"/>
                    <a:gd name="connsiteY9" fmla="*/ 299163 h 381533"/>
                    <a:gd name="connsiteX10" fmla="*/ 86489 w 454972"/>
                    <a:gd name="connsiteY10" fmla="*/ 301991 h 381533"/>
                    <a:gd name="connsiteX11" fmla="*/ 93882 w 454972"/>
                    <a:gd name="connsiteY11" fmla="*/ 302091 h 381533"/>
                    <a:gd name="connsiteX12" fmla="*/ 93882 w 454972"/>
                    <a:gd name="connsiteY12" fmla="*/ 169405 h 381533"/>
                    <a:gd name="connsiteX13" fmla="*/ 133579 w 454972"/>
                    <a:gd name="connsiteY13" fmla="*/ 129708 h 381533"/>
                    <a:gd name="connsiteX14" fmla="*/ 173276 w 454972"/>
                    <a:gd name="connsiteY14" fmla="*/ 169405 h 381533"/>
                    <a:gd name="connsiteX15" fmla="*/ 173276 w 454972"/>
                    <a:gd name="connsiteY15" fmla="*/ 309335 h 381533"/>
                    <a:gd name="connsiteX16" fmla="*/ 101077 w 454972"/>
                    <a:gd name="connsiteY16" fmla="*/ 381533 h 381533"/>
                    <a:gd name="connsiteX17" fmla="*/ 76962 w 454972"/>
                    <a:gd name="connsiteY17" fmla="*/ 380888 h 381533"/>
                    <a:gd name="connsiteX18" fmla="*/ 33097 w 454972"/>
                    <a:gd name="connsiteY18" fmla="*/ 363868 h 381533"/>
                    <a:gd name="connsiteX19" fmla="*/ 0 w 454972"/>
                    <a:gd name="connsiteY19" fmla="*/ 309286 h 381533"/>
                    <a:gd name="connsiteX20" fmla="*/ 0 w 454972"/>
                    <a:gd name="connsiteY20" fmla="*/ 65698 h 381533"/>
                    <a:gd name="connsiteX21" fmla="*/ 65698 w 454972"/>
                    <a:gd name="connsiteY21" fmla="*/ 0 h 381533"/>
                    <a:gd name="connsiteX22" fmla="*/ 389275 w 454972"/>
                    <a:gd name="connsiteY22" fmla="*/ 0 h 381533"/>
                    <a:gd name="connsiteX23" fmla="*/ 454973 w 454972"/>
                    <a:gd name="connsiteY23" fmla="*/ 65698 h 381533"/>
                    <a:gd name="connsiteX24" fmla="*/ 454973 w 454972"/>
                    <a:gd name="connsiteY24" fmla="*/ 309286 h 381533"/>
                    <a:gd name="connsiteX25" fmla="*/ 387687 w 454972"/>
                    <a:gd name="connsiteY25" fmla="*/ 381335 h 381533"/>
                    <a:gd name="connsiteX26" fmla="*/ 349132 w 454972"/>
                    <a:gd name="connsiteY26" fmla="*/ 381484 h 381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54972" h="381533">
                      <a:moveTo>
                        <a:pt x="349181" y="381533"/>
                      </a:moveTo>
                      <a:cubicBezTo>
                        <a:pt x="309385" y="381533"/>
                        <a:pt x="276983" y="349131"/>
                        <a:pt x="276983" y="309335"/>
                      </a:cubicBezTo>
                      <a:lnTo>
                        <a:pt x="276983" y="169405"/>
                      </a:lnTo>
                      <a:cubicBezTo>
                        <a:pt x="276983" y="147473"/>
                        <a:pt x="294747" y="129708"/>
                        <a:pt x="316680" y="129708"/>
                      </a:cubicBezTo>
                      <a:cubicBezTo>
                        <a:pt x="338612" y="129708"/>
                        <a:pt x="356376" y="147473"/>
                        <a:pt x="356376" y="169405"/>
                      </a:cubicBezTo>
                      <a:lnTo>
                        <a:pt x="356376" y="302140"/>
                      </a:lnTo>
                      <a:cubicBezTo>
                        <a:pt x="361934" y="302140"/>
                        <a:pt x="369675" y="302140"/>
                        <a:pt x="375629" y="302140"/>
                      </a:cubicBezTo>
                      <a:lnTo>
                        <a:pt x="375629" y="79443"/>
                      </a:lnTo>
                      <a:lnTo>
                        <a:pt x="79443" y="79443"/>
                      </a:lnTo>
                      <a:lnTo>
                        <a:pt x="79443" y="299163"/>
                      </a:lnTo>
                      <a:cubicBezTo>
                        <a:pt x="81775" y="300354"/>
                        <a:pt x="84455" y="301495"/>
                        <a:pt x="86489" y="301991"/>
                      </a:cubicBezTo>
                      <a:cubicBezTo>
                        <a:pt x="88375" y="301991"/>
                        <a:pt x="91203" y="302041"/>
                        <a:pt x="93882" y="302091"/>
                      </a:cubicBezTo>
                      <a:lnTo>
                        <a:pt x="93882" y="169405"/>
                      </a:lnTo>
                      <a:cubicBezTo>
                        <a:pt x="93882" y="147473"/>
                        <a:pt x="111647" y="129708"/>
                        <a:pt x="133579" y="129708"/>
                      </a:cubicBezTo>
                      <a:cubicBezTo>
                        <a:pt x="155511" y="129708"/>
                        <a:pt x="173276" y="147473"/>
                        <a:pt x="173276" y="169405"/>
                      </a:cubicBezTo>
                      <a:lnTo>
                        <a:pt x="173276" y="309335"/>
                      </a:lnTo>
                      <a:cubicBezTo>
                        <a:pt x="173276" y="349131"/>
                        <a:pt x="140873" y="381533"/>
                        <a:pt x="101077" y="381533"/>
                      </a:cubicBezTo>
                      <a:cubicBezTo>
                        <a:pt x="81825" y="381533"/>
                        <a:pt x="78302" y="381087"/>
                        <a:pt x="76962" y="380888"/>
                      </a:cubicBezTo>
                      <a:cubicBezTo>
                        <a:pt x="62572" y="378904"/>
                        <a:pt x="46197" y="372602"/>
                        <a:pt x="33097" y="363868"/>
                      </a:cubicBezTo>
                      <a:cubicBezTo>
                        <a:pt x="11760" y="349727"/>
                        <a:pt x="0" y="330375"/>
                        <a:pt x="0" y="309286"/>
                      </a:cubicBezTo>
                      <a:lnTo>
                        <a:pt x="0" y="65698"/>
                      </a:lnTo>
                      <a:cubicBezTo>
                        <a:pt x="0" y="29475"/>
                        <a:pt x="29475" y="0"/>
                        <a:pt x="65698" y="0"/>
                      </a:cubicBezTo>
                      <a:lnTo>
                        <a:pt x="389275" y="0"/>
                      </a:lnTo>
                      <a:cubicBezTo>
                        <a:pt x="425498" y="0"/>
                        <a:pt x="454973" y="29475"/>
                        <a:pt x="454973" y="65698"/>
                      </a:cubicBezTo>
                      <a:lnTo>
                        <a:pt x="454973" y="309286"/>
                      </a:lnTo>
                      <a:cubicBezTo>
                        <a:pt x="454973" y="347097"/>
                        <a:pt x="425399" y="378755"/>
                        <a:pt x="387687" y="381335"/>
                      </a:cubicBezTo>
                      <a:cubicBezTo>
                        <a:pt x="386446" y="381434"/>
                        <a:pt x="385206" y="381484"/>
                        <a:pt x="349132" y="381484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E470B83-5BCC-6F09-D2F8-3885B25242EB}"/>
                    </a:ext>
                  </a:extLst>
                </p:cNvPr>
                <p:cNvSpPr/>
                <p:nvPr/>
              </p:nvSpPr>
              <p:spPr>
                <a:xfrm>
                  <a:off x="4270745" y="3023597"/>
                  <a:ext cx="170893" cy="342184"/>
                </a:xfrm>
                <a:custGeom>
                  <a:avLst/>
                  <a:gdLst>
                    <a:gd name="connsiteX0" fmla="*/ 85447 w 170893"/>
                    <a:gd name="connsiteY0" fmla="*/ 342184 h 342184"/>
                    <a:gd name="connsiteX1" fmla="*/ 0 w 170893"/>
                    <a:gd name="connsiteY1" fmla="*/ 256737 h 342184"/>
                    <a:gd name="connsiteX2" fmla="*/ 0 w 170893"/>
                    <a:gd name="connsiteY2" fmla="*/ 39697 h 342184"/>
                    <a:gd name="connsiteX3" fmla="*/ 39697 w 170893"/>
                    <a:gd name="connsiteY3" fmla="*/ 0 h 342184"/>
                    <a:gd name="connsiteX4" fmla="*/ 79393 w 170893"/>
                    <a:gd name="connsiteY4" fmla="*/ 39697 h 342184"/>
                    <a:gd name="connsiteX5" fmla="*/ 79393 w 170893"/>
                    <a:gd name="connsiteY5" fmla="*/ 256737 h 342184"/>
                    <a:gd name="connsiteX6" fmla="*/ 85447 w 170893"/>
                    <a:gd name="connsiteY6" fmla="*/ 262791 h 342184"/>
                    <a:gd name="connsiteX7" fmla="*/ 91501 w 170893"/>
                    <a:gd name="connsiteY7" fmla="*/ 256737 h 342184"/>
                    <a:gd name="connsiteX8" fmla="*/ 91501 w 170893"/>
                    <a:gd name="connsiteY8" fmla="*/ 39697 h 342184"/>
                    <a:gd name="connsiteX9" fmla="*/ 131197 w 170893"/>
                    <a:gd name="connsiteY9" fmla="*/ 0 h 342184"/>
                    <a:gd name="connsiteX10" fmla="*/ 170894 w 170893"/>
                    <a:gd name="connsiteY10" fmla="*/ 39697 h 342184"/>
                    <a:gd name="connsiteX11" fmla="*/ 170894 w 170893"/>
                    <a:gd name="connsiteY11" fmla="*/ 256737 h 342184"/>
                    <a:gd name="connsiteX12" fmla="*/ 85447 w 170893"/>
                    <a:gd name="connsiteY12" fmla="*/ 342184 h 342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0893" h="342184">
                      <a:moveTo>
                        <a:pt x="85447" y="342184"/>
                      </a:moveTo>
                      <a:cubicBezTo>
                        <a:pt x="38307" y="342184"/>
                        <a:pt x="0" y="303827"/>
                        <a:pt x="0" y="256737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256737"/>
                      </a:lnTo>
                      <a:cubicBezTo>
                        <a:pt x="79393" y="260062"/>
                        <a:pt x="82122" y="262791"/>
                        <a:pt x="85447" y="262791"/>
                      </a:cubicBezTo>
                      <a:cubicBezTo>
                        <a:pt x="88772" y="262791"/>
                        <a:pt x="91501" y="260062"/>
                        <a:pt x="91501" y="256737"/>
                      </a:cubicBezTo>
                      <a:lnTo>
                        <a:pt x="91501" y="39697"/>
                      </a:lnTo>
                      <a:cubicBezTo>
                        <a:pt x="91501" y="17764"/>
                        <a:pt x="109265" y="0"/>
                        <a:pt x="131197" y="0"/>
                      </a:cubicBezTo>
                      <a:cubicBezTo>
                        <a:pt x="153130" y="0"/>
                        <a:pt x="170894" y="17764"/>
                        <a:pt x="170894" y="39697"/>
                      </a:cubicBezTo>
                      <a:lnTo>
                        <a:pt x="170894" y="256737"/>
                      </a:lnTo>
                      <a:cubicBezTo>
                        <a:pt x="170894" y="303877"/>
                        <a:pt x="132537" y="342184"/>
                        <a:pt x="85447" y="342184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2FAFC9B3-322B-0BD9-6640-DEF02CC278F5}"/>
                    </a:ext>
                  </a:extLst>
                </p:cNvPr>
                <p:cNvSpPr/>
                <p:nvPr/>
              </p:nvSpPr>
              <p:spPr>
                <a:xfrm>
                  <a:off x="4362295" y="3023597"/>
                  <a:ext cx="170893" cy="342184"/>
                </a:xfrm>
                <a:custGeom>
                  <a:avLst/>
                  <a:gdLst>
                    <a:gd name="connsiteX0" fmla="*/ 85447 w 170893"/>
                    <a:gd name="connsiteY0" fmla="*/ 342184 h 342184"/>
                    <a:gd name="connsiteX1" fmla="*/ 0 w 170893"/>
                    <a:gd name="connsiteY1" fmla="*/ 256737 h 342184"/>
                    <a:gd name="connsiteX2" fmla="*/ 0 w 170893"/>
                    <a:gd name="connsiteY2" fmla="*/ 39697 h 342184"/>
                    <a:gd name="connsiteX3" fmla="*/ 39697 w 170893"/>
                    <a:gd name="connsiteY3" fmla="*/ 0 h 342184"/>
                    <a:gd name="connsiteX4" fmla="*/ 79393 w 170893"/>
                    <a:gd name="connsiteY4" fmla="*/ 39697 h 342184"/>
                    <a:gd name="connsiteX5" fmla="*/ 79393 w 170893"/>
                    <a:gd name="connsiteY5" fmla="*/ 256737 h 342184"/>
                    <a:gd name="connsiteX6" fmla="*/ 85447 w 170893"/>
                    <a:gd name="connsiteY6" fmla="*/ 262791 h 342184"/>
                    <a:gd name="connsiteX7" fmla="*/ 91501 w 170893"/>
                    <a:gd name="connsiteY7" fmla="*/ 256737 h 342184"/>
                    <a:gd name="connsiteX8" fmla="*/ 91501 w 170893"/>
                    <a:gd name="connsiteY8" fmla="*/ 39697 h 342184"/>
                    <a:gd name="connsiteX9" fmla="*/ 131197 w 170893"/>
                    <a:gd name="connsiteY9" fmla="*/ 0 h 342184"/>
                    <a:gd name="connsiteX10" fmla="*/ 170894 w 170893"/>
                    <a:gd name="connsiteY10" fmla="*/ 39697 h 342184"/>
                    <a:gd name="connsiteX11" fmla="*/ 170894 w 170893"/>
                    <a:gd name="connsiteY11" fmla="*/ 256737 h 342184"/>
                    <a:gd name="connsiteX12" fmla="*/ 85447 w 170893"/>
                    <a:gd name="connsiteY12" fmla="*/ 342184 h 342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0893" h="342184">
                      <a:moveTo>
                        <a:pt x="85447" y="342184"/>
                      </a:moveTo>
                      <a:cubicBezTo>
                        <a:pt x="38307" y="342184"/>
                        <a:pt x="0" y="303827"/>
                        <a:pt x="0" y="256737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256737"/>
                      </a:lnTo>
                      <a:cubicBezTo>
                        <a:pt x="79393" y="260062"/>
                        <a:pt x="82122" y="262791"/>
                        <a:pt x="85447" y="262791"/>
                      </a:cubicBezTo>
                      <a:cubicBezTo>
                        <a:pt x="88771" y="262791"/>
                        <a:pt x="91501" y="260062"/>
                        <a:pt x="91501" y="256737"/>
                      </a:cubicBezTo>
                      <a:lnTo>
                        <a:pt x="91501" y="39697"/>
                      </a:lnTo>
                      <a:cubicBezTo>
                        <a:pt x="91501" y="17764"/>
                        <a:pt x="109265" y="0"/>
                        <a:pt x="131197" y="0"/>
                      </a:cubicBezTo>
                      <a:cubicBezTo>
                        <a:pt x="153130" y="0"/>
                        <a:pt x="170894" y="17764"/>
                        <a:pt x="170894" y="39697"/>
                      </a:cubicBezTo>
                      <a:lnTo>
                        <a:pt x="170894" y="256737"/>
                      </a:lnTo>
                      <a:cubicBezTo>
                        <a:pt x="170894" y="303877"/>
                        <a:pt x="132537" y="342184"/>
                        <a:pt x="85447" y="342184"/>
                      </a:cubicBezTo>
                      <a:close/>
                    </a:path>
                  </a:pathLst>
                </a:custGeom>
                <a:solidFill>
                  <a:srgbClr val="EF463C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545DDB15-EE35-D4FE-2F48-ED894D78CB91}"/>
                </a:ext>
              </a:extLst>
            </p:cNvPr>
            <p:cNvSpPr/>
            <p:nvPr/>
          </p:nvSpPr>
          <p:spPr>
            <a:xfrm>
              <a:off x="4684086" y="2552796"/>
              <a:ext cx="258623" cy="258623"/>
            </a:xfrm>
            <a:custGeom>
              <a:avLst/>
              <a:gdLst>
                <a:gd name="connsiteX0" fmla="*/ 159382 w 258623"/>
                <a:gd name="connsiteY0" fmla="*/ 258623 h 258623"/>
                <a:gd name="connsiteX1" fmla="*/ 99241 w 258623"/>
                <a:gd name="connsiteY1" fmla="*/ 258623 h 258623"/>
                <a:gd name="connsiteX2" fmla="*/ 0 w 258623"/>
                <a:gd name="connsiteY2" fmla="*/ 159382 h 258623"/>
                <a:gd name="connsiteX3" fmla="*/ 0 w 258623"/>
                <a:gd name="connsiteY3" fmla="*/ 99241 h 258623"/>
                <a:gd name="connsiteX4" fmla="*/ 99241 w 258623"/>
                <a:gd name="connsiteY4" fmla="*/ 0 h 258623"/>
                <a:gd name="connsiteX5" fmla="*/ 159382 w 258623"/>
                <a:gd name="connsiteY5" fmla="*/ 0 h 258623"/>
                <a:gd name="connsiteX6" fmla="*/ 258623 w 258623"/>
                <a:gd name="connsiteY6" fmla="*/ 99241 h 258623"/>
                <a:gd name="connsiteX7" fmla="*/ 258623 w 258623"/>
                <a:gd name="connsiteY7" fmla="*/ 159382 h 258623"/>
                <a:gd name="connsiteX8" fmla="*/ 159382 w 258623"/>
                <a:gd name="connsiteY8" fmla="*/ 258623 h 258623"/>
                <a:gd name="connsiteX9" fmla="*/ 99241 w 258623"/>
                <a:gd name="connsiteY9" fmla="*/ 79393 h 258623"/>
                <a:gd name="connsiteX10" fmla="*/ 79393 w 258623"/>
                <a:gd name="connsiteY10" fmla="*/ 99241 h 258623"/>
                <a:gd name="connsiteX11" fmla="*/ 79393 w 258623"/>
                <a:gd name="connsiteY11" fmla="*/ 159382 h 258623"/>
                <a:gd name="connsiteX12" fmla="*/ 99241 w 258623"/>
                <a:gd name="connsiteY12" fmla="*/ 179230 h 258623"/>
                <a:gd name="connsiteX13" fmla="*/ 159382 w 258623"/>
                <a:gd name="connsiteY13" fmla="*/ 179230 h 258623"/>
                <a:gd name="connsiteX14" fmla="*/ 179230 w 258623"/>
                <a:gd name="connsiteY14" fmla="*/ 159382 h 258623"/>
                <a:gd name="connsiteX15" fmla="*/ 179230 w 258623"/>
                <a:gd name="connsiteY15" fmla="*/ 99241 h 258623"/>
                <a:gd name="connsiteX16" fmla="*/ 159382 w 258623"/>
                <a:gd name="connsiteY16" fmla="*/ 79393 h 258623"/>
                <a:gd name="connsiteX17" fmla="*/ 99241 w 258623"/>
                <a:gd name="connsiteY17" fmla="*/ 79393 h 25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623" h="258623">
                  <a:moveTo>
                    <a:pt x="159382" y="258623"/>
                  </a:moveTo>
                  <a:lnTo>
                    <a:pt x="99241" y="258623"/>
                  </a:lnTo>
                  <a:cubicBezTo>
                    <a:pt x="44510" y="258623"/>
                    <a:pt x="0" y="214113"/>
                    <a:pt x="0" y="159382"/>
                  </a:cubicBezTo>
                  <a:lnTo>
                    <a:pt x="0" y="99241"/>
                  </a:lnTo>
                  <a:cubicBezTo>
                    <a:pt x="0" y="44510"/>
                    <a:pt x="44510" y="0"/>
                    <a:pt x="99241" y="0"/>
                  </a:cubicBezTo>
                  <a:lnTo>
                    <a:pt x="159382" y="0"/>
                  </a:lnTo>
                  <a:cubicBezTo>
                    <a:pt x="214113" y="0"/>
                    <a:pt x="258623" y="44510"/>
                    <a:pt x="258623" y="99241"/>
                  </a:cubicBezTo>
                  <a:lnTo>
                    <a:pt x="258623" y="159382"/>
                  </a:lnTo>
                  <a:cubicBezTo>
                    <a:pt x="258623" y="214113"/>
                    <a:pt x="214113" y="258623"/>
                    <a:pt x="159382" y="258623"/>
                  </a:cubicBezTo>
                  <a:close/>
                  <a:moveTo>
                    <a:pt x="99241" y="79393"/>
                  </a:moveTo>
                  <a:cubicBezTo>
                    <a:pt x="88474" y="79393"/>
                    <a:pt x="79393" y="88474"/>
                    <a:pt x="79393" y="99241"/>
                  </a:cubicBezTo>
                  <a:lnTo>
                    <a:pt x="79393" y="159382"/>
                  </a:lnTo>
                  <a:cubicBezTo>
                    <a:pt x="79393" y="170149"/>
                    <a:pt x="88474" y="179230"/>
                    <a:pt x="99241" y="179230"/>
                  </a:cubicBezTo>
                  <a:lnTo>
                    <a:pt x="159382" y="179230"/>
                  </a:lnTo>
                  <a:cubicBezTo>
                    <a:pt x="170150" y="179230"/>
                    <a:pt x="179230" y="170149"/>
                    <a:pt x="179230" y="159382"/>
                  </a:cubicBezTo>
                  <a:lnTo>
                    <a:pt x="179230" y="99241"/>
                  </a:lnTo>
                  <a:cubicBezTo>
                    <a:pt x="179230" y="88474"/>
                    <a:pt x="170150" y="79393"/>
                    <a:pt x="159382" y="79393"/>
                  </a:cubicBezTo>
                  <a:lnTo>
                    <a:pt x="99241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BE759516-9BE0-6AD9-08E0-219D39295933}"/>
                </a:ext>
              </a:extLst>
            </p:cNvPr>
            <p:cNvSpPr/>
            <p:nvPr/>
          </p:nvSpPr>
          <p:spPr>
            <a:xfrm>
              <a:off x="4684086" y="3079768"/>
              <a:ext cx="258623" cy="258623"/>
            </a:xfrm>
            <a:custGeom>
              <a:avLst/>
              <a:gdLst>
                <a:gd name="connsiteX0" fmla="*/ 159382 w 258623"/>
                <a:gd name="connsiteY0" fmla="*/ 258623 h 258623"/>
                <a:gd name="connsiteX1" fmla="*/ 99241 w 258623"/>
                <a:gd name="connsiteY1" fmla="*/ 258623 h 258623"/>
                <a:gd name="connsiteX2" fmla="*/ 0 w 258623"/>
                <a:gd name="connsiteY2" fmla="*/ 159382 h 258623"/>
                <a:gd name="connsiteX3" fmla="*/ 0 w 258623"/>
                <a:gd name="connsiteY3" fmla="*/ 99241 h 258623"/>
                <a:gd name="connsiteX4" fmla="*/ 99241 w 258623"/>
                <a:gd name="connsiteY4" fmla="*/ 0 h 258623"/>
                <a:gd name="connsiteX5" fmla="*/ 159382 w 258623"/>
                <a:gd name="connsiteY5" fmla="*/ 0 h 258623"/>
                <a:gd name="connsiteX6" fmla="*/ 258623 w 258623"/>
                <a:gd name="connsiteY6" fmla="*/ 99241 h 258623"/>
                <a:gd name="connsiteX7" fmla="*/ 258623 w 258623"/>
                <a:gd name="connsiteY7" fmla="*/ 159382 h 258623"/>
                <a:gd name="connsiteX8" fmla="*/ 159382 w 258623"/>
                <a:gd name="connsiteY8" fmla="*/ 258623 h 258623"/>
                <a:gd name="connsiteX9" fmla="*/ 99241 w 258623"/>
                <a:gd name="connsiteY9" fmla="*/ 79393 h 258623"/>
                <a:gd name="connsiteX10" fmla="*/ 79393 w 258623"/>
                <a:gd name="connsiteY10" fmla="*/ 99241 h 258623"/>
                <a:gd name="connsiteX11" fmla="*/ 79393 w 258623"/>
                <a:gd name="connsiteY11" fmla="*/ 159382 h 258623"/>
                <a:gd name="connsiteX12" fmla="*/ 99241 w 258623"/>
                <a:gd name="connsiteY12" fmla="*/ 179230 h 258623"/>
                <a:gd name="connsiteX13" fmla="*/ 159382 w 258623"/>
                <a:gd name="connsiteY13" fmla="*/ 179230 h 258623"/>
                <a:gd name="connsiteX14" fmla="*/ 179230 w 258623"/>
                <a:gd name="connsiteY14" fmla="*/ 159382 h 258623"/>
                <a:gd name="connsiteX15" fmla="*/ 179230 w 258623"/>
                <a:gd name="connsiteY15" fmla="*/ 99241 h 258623"/>
                <a:gd name="connsiteX16" fmla="*/ 159382 w 258623"/>
                <a:gd name="connsiteY16" fmla="*/ 79393 h 258623"/>
                <a:gd name="connsiteX17" fmla="*/ 99241 w 258623"/>
                <a:gd name="connsiteY17" fmla="*/ 79393 h 25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623" h="258623">
                  <a:moveTo>
                    <a:pt x="159382" y="258623"/>
                  </a:moveTo>
                  <a:lnTo>
                    <a:pt x="99241" y="258623"/>
                  </a:lnTo>
                  <a:cubicBezTo>
                    <a:pt x="44510" y="258623"/>
                    <a:pt x="0" y="214113"/>
                    <a:pt x="0" y="159382"/>
                  </a:cubicBezTo>
                  <a:lnTo>
                    <a:pt x="0" y="99241"/>
                  </a:lnTo>
                  <a:cubicBezTo>
                    <a:pt x="0" y="44510"/>
                    <a:pt x="44510" y="0"/>
                    <a:pt x="99241" y="0"/>
                  </a:cubicBezTo>
                  <a:lnTo>
                    <a:pt x="159382" y="0"/>
                  </a:lnTo>
                  <a:cubicBezTo>
                    <a:pt x="214113" y="0"/>
                    <a:pt x="258623" y="44510"/>
                    <a:pt x="258623" y="99241"/>
                  </a:cubicBezTo>
                  <a:lnTo>
                    <a:pt x="258623" y="159382"/>
                  </a:lnTo>
                  <a:cubicBezTo>
                    <a:pt x="258623" y="214113"/>
                    <a:pt x="214113" y="258623"/>
                    <a:pt x="159382" y="258623"/>
                  </a:cubicBezTo>
                  <a:close/>
                  <a:moveTo>
                    <a:pt x="99241" y="79393"/>
                  </a:moveTo>
                  <a:cubicBezTo>
                    <a:pt x="88474" y="79393"/>
                    <a:pt x="79393" y="88474"/>
                    <a:pt x="79393" y="99241"/>
                  </a:cubicBezTo>
                  <a:lnTo>
                    <a:pt x="79393" y="159382"/>
                  </a:lnTo>
                  <a:cubicBezTo>
                    <a:pt x="79393" y="170149"/>
                    <a:pt x="88474" y="179230"/>
                    <a:pt x="99241" y="179230"/>
                  </a:cubicBezTo>
                  <a:lnTo>
                    <a:pt x="159382" y="179230"/>
                  </a:lnTo>
                  <a:cubicBezTo>
                    <a:pt x="170150" y="179230"/>
                    <a:pt x="179230" y="170149"/>
                    <a:pt x="179230" y="159382"/>
                  </a:cubicBezTo>
                  <a:lnTo>
                    <a:pt x="179230" y="99241"/>
                  </a:lnTo>
                  <a:cubicBezTo>
                    <a:pt x="179230" y="88474"/>
                    <a:pt x="170150" y="79393"/>
                    <a:pt x="159382" y="79393"/>
                  </a:cubicBezTo>
                  <a:lnTo>
                    <a:pt x="99241" y="79393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70A47B56-85F1-8472-FE87-D798975687D8}"/>
                </a:ext>
              </a:extLst>
            </p:cNvPr>
            <p:cNvSpPr/>
            <p:nvPr/>
          </p:nvSpPr>
          <p:spPr>
            <a:xfrm>
              <a:off x="4708645" y="2908970"/>
              <a:ext cx="127977" cy="133234"/>
            </a:xfrm>
            <a:custGeom>
              <a:avLst/>
              <a:gdLst>
                <a:gd name="connsiteX0" fmla="*/ 88278 w 127977"/>
                <a:gd name="connsiteY0" fmla="*/ 133234 h 133234"/>
                <a:gd name="connsiteX1" fmla="*/ 58804 w 127977"/>
                <a:gd name="connsiteY1" fmla="*/ 120135 h 133234"/>
                <a:gd name="connsiteX2" fmla="*/ 10225 w 127977"/>
                <a:gd name="connsiteY2" fmla="*/ 66296 h 133234"/>
                <a:gd name="connsiteX3" fmla="*/ 13103 w 127977"/>
                <a:gd name="connsiteY3" fmla="*/ 10225 h 133234"/>
                <a:gd name="connsiteX4" fmla="*/ 69174 w 127977"/>
                <a:gd name="connsiteY4" fmla="*/ 13103 h 133234"/>
                <a:gd name="connsiteX5" fmla="*/ 117753 w 127977"/>
                <a:gd name="connsiteY5" fmla="*/ 66941 h 133234"/>
                <a:gd name="connsiteX6" fmla="*/ 114875 w 127977"/>
                <a:gd name="connsiteY6" fmla="*/ 123013 h 133234"/>
                <a:gd name="connsiteX7" fmla="*/ 88278 w 127977"/>
                <a:gd name="connsiteY7" fmla="*/ 133234 h 13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977" h="133234">
                  <a:moveTo>
                    <a:pt x="88278" y="133234"/>
                  </a:moveTo>
                  <a:cubicBezTo>
                    <a:pt x="77411" y="133234"/>
                    <a:pt x="66644" y="128818"/>
                    <a:pt x="58804" y="120135"/>
                  </a:cubicBezTo>
                  <a:lnTo>
                    <a:pt x="10225" y="66296"/>
                  </a:lnTo>
                  <a:cubicBezTo>
                    <a:pt x="-4463" y="50021"/>
                    <a:pt x="-3173" y="24913"/>
                    <a:pt x="13103" y="10225"/>
                  </a:cubicBezTo>
                  <a:cubicBezTo>
                    <a:pt x="29378" y="-4463"/>
                    <a:pt x="54487" y="-3173"/>
                    <a:pt x="69174" y="13103"/>
                  </a:cubicBezTo>
                  <a:lnTo>
                    <a:pt x="117753" y="66941"/>
                  </a:lnTo>
                  <a:cubicBezTo>
                    <a:pt x="132441" y="83217"/>
                    <a:pt x="131151" y="108325"/>
                    <a:pt x="114875" y="123013"/>
                  </a:cubicBezTo>
                  <a:cubicBezTo>
                    <a:pt x="107283" y="129860"/>
                    <a:pt x="97756" y="133234"/>
                    <a:pt x="88278" y="13323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DDF2CA62-120B-6B76-C934-B1EC0F2CC134}"/>
                </a:ext>
              </a:extLst>
            </p:cNvPr>
            <p:cNvSpPr/>
            <p:nvPr/>
          </p:nvSpPr>
          <p:spPr>
            <a:xfrm>
              <a:off x="4757222" y="2835877"/>
              <a:ext cx="176807" cy="206327"/>
            </a:xfrm>
            <a:custGeom>
              <a:avLst/>
              <a:gdLst>
                <a:gd name="connsiteX0" fmla="*/ 39652 w 176807"/>
                <a:gd name="connsiteY0" fmla="*/ 206327 h 206327"/>
                <a:gd name="connsiteX1" fmla="*/ 15536 w 176807"/>
                <a:gd name="connsiteY1" fmla="*/ 198140 h 206327"/>
                <a:gd name="connsiteX2" fmla="*/ 8192 w 176807"/>
                <a:gd name="connsiteY2" fmla="*/ 142466 h 206327"/>
                <a:gd name="connsiteX3" fmla="*/ 105598 w 176807"/>
                <a:gd name="connsiteY3" fmla="*/ 15536 h 206327"/>
                <a:gd name="connsiteX4" fmla="*/ 161272 w 176807"/>
                <a:gd name="connsiteY4" fmla="*/ 8192 h 206327"/>
                <a:gd name="connsiteX5" fmla="*/ 168616 w 176807"/>
                <a:gd name="connsiteY5" fmla="*/ 63866 h 206327"/>
                <a:gd name="connsiteX6" fmla="*/ 71210 w 176807"/>
                <a:gd name="connsiteY6" fmla="*/ 190796 h 206327"/>
                <a:gd name="connsiteX7" fmla="*/ 39701 w 176807"/>
                <a:gd name="connsiteY7" fmla="*/ 206327 h 20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807" h="206327">
                  <a:moveTo>
                    <a:pt x="39652" y="206327"/>
                  </a:moveTo>
                  <a:cubicBezTo>
                    <a:pt x="31216" y="206327"/>
                    <a:pt x="22731" y="203648"/>
                    <a:pt x="15536" y="198140"/>
                  </a:cubicBezTo>
                  <a:cubicBezTo>
                    <a:pt x="-1831" y="184792"/>
                    <a:pt x="-5156" y="159882"/>
                    <a:pt x="8192" y="142466"/>
                  </a:cubicBezTo>
                  <a:lnTo>
                    <a:pt x="105598" y="15536"/>
                  </a:lnTo>
                  <a:cubicBezTo>
                    <a:pt x="118945" y="-1831"/>
                    <a:pt x="143855" y="-5156"/>
                    <a:pt x="161272" y="8192"/>
                  </a:cubicBezTo>
                  <a:cubicBezTo>
                    <a:pt x="178639" y="21540"/>
                    <a:pt x="181964" y="46450"/>
                    <a:pt x="168616" y="63866"/>
                  </a:cubicBezTo>
                  <a:lnTo>
                    <a:pt x="71210" y="190796"/>
                  </a:lnTo>
                  <a:cubicBezTo>
                    <a:pt x="63370" y="200968"/>
                    <a:pt x="51610" y="206327"/>
                    <a:pt x="39701" y="20632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0374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A9F804-A688-5B08-D76E-154E7D106BD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red</a:t>
            </a:r>
          </a:p>
        </p:txBody>
      </p:sp>
      <p:sp>
        <p:nvSpPr>
          <p:cNvPr id="143" name="Picture Placeholder 142">
            <a:extLst>
              <a:ext uri="{FF2B5EF4-FFF2-40B4-BE49-F238E27FC236}">
                <a16:creationId xmlns:a16="http://schemas.microsoft.com/office/drawing/2014/main" id="{95CCD8E0-A8FC-134E-ACA3-C9236F3F252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4" name="Picture Placeholder 143">
            <a:extLst>
              <a:ext uri="{FF2B5EF4-FFF2-40B4-BE49-F238E27FC236}">
                <a16:creationId xmlns:a16="http://schemas.microsoft.com/office/drawing/2014/main" id="{400E23BC-86C3-4005-29B3-30C858BD019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5" name="Picture Placeholder 144">
            <a:extLst>
              <a:ext uri="{FF2B5EF4-FFF2-40B4-BE49-F238E27FC236}">
                <a16:creationId xmlns:a16="http://schemas.microsoft.com/office/drawing/2014/main" id="{45AB69FF-7096-0E7C-410B-9E831677594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6" name="Picture Placeholder 145">
            <a:extLst>
              <a:ext uri="{FF2B5EF4-FFF2-40B4-BE49-F238E27FC236}">
                <a16:creationId xmlns:a16="http://schemas.microsoft.com/office/drawing/2014/main" id="{0FEA42C8-7775-1300-0F64-102FA8E5EEB2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7" name="Picture Placeholder 146">
            <a:extLst>
              <a:ext uri="{FF2B5EF4-FFF2-40B4-BE49-F238E27FC236}">
                <a16:creationId xmlns:a16="http://schemas.microsoft.com/office/drawing/2014/main" id="{7DFBFF60-CFDC-4B6C-99EF-619072D801CA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8" name="Picture Placeholder 147">
            <a:extLst>
              <a:ext uri="{FF2B5EF4-FFF2-40B4-BE49-F238E27FC236}">
                <a16:creationId xmlns:a16="http://schemas.microsoft.com/office/drawing/2014/main" id="{387CAB1D-A541-827E-4E74-FAC9C3FCE43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9" name="Picture Placeholder 148">
            <a:extLst>
              <a:ext uri="{FF2B5EF4-FFF2-40B4-BE49-F238E27FC236}">
                <a16:creationId xmlns:a16="http://schemas.microsoft.com/office/drawing/2014/main" id="{22E0970B-87A7-C4A7-EBF9-F18F3B86FF29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0" name="Picture Placeholder 149">
            <a:extLst>
              <a:ext uri="{FF2B5EF4-FFF2-40B4-BE49-F238E27FC236}">
                <a16:creationId xmlns:a16="http://schemas.microsoft.com/office/drawing/2014/main" id="{666C3DF9-D807-F537-9185-07A625CE1BF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1" name="Picture Placeholder 150">
            <a:extLst>
              <a:ext uri="{FF2B5EF4-FFF2-40B4-BE49-F238E27FC236}">
                <a16:creationId xmlns:a16="http://schemas.microsoft.com/office/drawing/2014/main" id="{9D02277C-5A08-72A8-79EB-D722A9ED2EE0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2" name="Picture Placeholder 151">
            <a:extLst>
              <a:ext uri="{FF2B5EF4-FFF2-40B4-BE49-F238E27FC236}">
                <a16:creationId xmlns:a16="http://schemas.microsoft.com/office/drawing/2014/main" id="{121C3D04-DF7F-1A3B-7D5A-47A31AE97A66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3" name="Picture Placeholder 152">
            <a:extLst>
              <a:ext uri="{FF2B5EF4-FFF2-40B4-BE49-F238E27FC236}">
                <a16:creationId xmlns:a16="http://schemas.microsoft.com/office/drawing/2014/main" id="{BB2EAA8D-18A2-0A0C-7B2C-3A32FA2C651C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4" name="Picture Placeholder 153">
            <a:extLst>
              <a:ext uri="{FF2B5EF4-FFF2-40B4-BE49-F238E27FC236}">
                <a16:creationId xmlns:a16="http://schemas.microsoft.com/office/drawing/2014/main" id="{E1720EBD-56E1-2C8B-35A4-FB5034588BB7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5" name="Picture Placeholder 154">
            <a:extLst>
              <a:ext uri="{FF2B5EF4-FFF2-40B4-BE49-F238E27FC236}">
                <a16:creationId xmlns:a16="http://schemas.microsoft.com/office/drawing/2014/main" id="{CA405B57-393A-1F5D-6CD8-B26D5C7F6DDA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6" name="Picture Placeholder 155">
            <a:extLst>
              <a:ext uri="{FF2B5EF4-FFF2-40B4-BE49-F238E27FC236}">
                <a16:creationId xmlns:a16="http://schemas.microsoft.com/office/drawing/2014/main" id="{F6EEB471-DB5B-53F0-9216-90A36576209F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7" name="Picture Placeholder 156">
            <a:extLst>
              <a:ext uri="{FF2B5EF4-FFF2-40B4-BE49-F238E27FC236}">
                <a16:creationId xmlns:a16="http://schemas.microsoft.com/office/drawing/2014/main" id="{3052D8F6-97D4-8CC9-55EB-41C1CF4E2ED4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8" name="Picture Placeholder 157">
            <a:extLst>
              <a:ext uri="{FF2B5EF4-FFF2-40B4-BE49-F238E27FC236}">
                <a16:creationId xmlns:a16="http://schemas.microsoft.com/office/drawing/2014/main" id="{83E6C89C-4F52-BE04-95BB-6EB0387ED0E5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9" name="Picture Placeholder 158">
            <a:extLst>
              <a:ext uri="{FF2B5EF4-FFF2-40B4-BE49-F238E27FC236}">
                <a16:creationId xmlns:a16="http://schemas.microsoft.com/office/drawing/2014/main" id="{C5CB0D76-443E-F7CE-C275-BDE63D8C5051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60" name="Picture Placeholder 159">
            <a:extLst>
              <a:ext uri="{FF2B5EF4-FFF2-40B4-BE49-F238E27FC236}">
                <a16:creationId xmlns:a16="http://schemas.microsoft.com/office/drawing/2014/main" id="{639F4A08-E361-5ECF-1807-B1764E3D6972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61" name="Picture Placeholder 160">
            <a:extLst>
              <a:ext uri="{FF2B5EF4-FFF2-40B4-BE49-F238E27FC236}">
                <a16:creationId xmlns:a16="http://schemas.microsoft.com/office/drawing/2014/main" id="{C11A5069-5581-04C2-1281-0B000F0741F5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  <p:txBody>
          <a:bodyPr/>
          <a:lstStyle/>
          <a:p>
            <a:endParaRPr lang="en-US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D1161-F455-7F1B-E9AF-5F041E44BC4B}"/>
              </a:ext>
            </a:extLst>
          </p:cNvPr>
          <p:cNvGrpSpPr/>
          <p:nvPr/>
        </p:nvGrpSpPr>
        <p:grpSpPr>
          <a:xfrm>
            <a:off x="1487969" y="1568334"/>
            <a:ext cx="843081" cy="599517"/>
            <a:chOff x="1487969" y="1568334"/>
            <a:chExt cx="843081" cy="599517"/>
          </a:xfrm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D53241C3-5B09-2E2F-44BC-F3AC0E1829F7}"/>
                </a:ext>
              </a:extLst>
            </p:cNvPr>
            <p:cNvSpPr/>
            <p:nvPr/>
          </p:nvSpPr>
          <p:spPr>
            <a:xfrm>
              <a:off x="1487969" y="1568334"/>
              <a:ext cx="843081" cy="520272"/>
            </a:xfrm>
            <a:custGeom>
              <a:avLst/>
              <a:gdLst>
                <a:gd name="connsiteX0" fmla="*/ 421590 w 843081"/>
                <a:gd name="connsiteY0" fmla="*/ 520273 h 520272"/>
                <a:gd name="connsiteX1" fmla="*/ 5322 w 843081"/>
                <a:gd name="connsiteY1" fmla="*/ 279960 h 520272"/>
                <a:gd name="connsiteX2" fmla="*/ 5322 w 843081"/>
                <a:gd name="connsiteY2" fmla="*/ 240214 h 520272"/>
                <a:gd name="connsiteX3" fmla="*/ 421541 w 843081"/>
                <a:gd name="connsiteY3" fmla="*/ 0 h 520272"/>
                <a:gd name="connsiteX4" fmla="*/ 837759 w 843081"/>
                <a:gd name="connsiteY4" fmla="*/ 240214 h 520272"/>
                <a:gd name="connsiteX5" fmla="*/ 837759 w 843081"/>
                <a:gd name="connsiteY5" fmla="*/ 279960 h 520272"/>
                <a:gd name="connsiteX6" fmla="*/ 421491 w 843081"/>
                <a:gd name="connsiteY6" fmla="*/ 520273 h 520272"/>
                <a:gd name="connsiteX7" fmla="*/ 86353 w 843081"/>
                <a:gd name="connsiteY7" fmla="*/ 260161 h 520272"/>
                <a:gd name="connsiteX8" fmla="*/ 421590 w 843081"/>
                <a:gd name="connsiteY8" fmla="*/ 440929 h 520272"/>
                <a:gd name="connsiteX9" fmla="*/ 756828 w 843081"/>
                <a:gd name="connsiteY9" fmla="*/ 260161 h 520272"/>
                <a:gd name="connsiteX10" fmla="*/ 421590 w 843081"/>
                <a:gd name="connsiteY10" fmla="*/ 79443 h 520272"/>
                <a:gd name="connsiteX11" fmla="*/ 86353 w 843081"/>
                <a:gd name="connsiteY11" fmla="*/ 260161 h 52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3081" h="520272">
                  <a:moveTo>
                    <a:pt x="421590" y="520273"/>
                  </a:moveTo>
                  <a:cubicBezTo>
                    <a:pt x="250498" y="520273"/>
                    <a:pt x="91017" y="428177"/>
                    <a:pt x="5322" y="279960"/>
                  </a:cubicBezTo>
                  <a:cubicBezTo>
                    <a:pt x="-1774" y="267654"/>
                    <a:pt x="-1774" y="252520"/>
                    <a:pt x="5322" y="240214"/>
                  </a:cubicBezTo>
                  <a:cubicBezTo>
                    <a:pt x="91066" y="92046"/>
                    <a:pt x="250548" y="0"/>
                    <a:pt x="421541" y="0"/>
                  </a:cubicBezTo>
                  <a:cubicBezTo>
                    <a:pt x="592534" y="0"/>
                    <a:pt x="752064" y="92046"/>
                    <a:pt x="837759" y="240214"/>
                  </a:cubicBezTo>
                  <a:cubicBezTo>
                    <a:pt x="844855" y="252520"/>
                    <a:pt x="844855" y="267654"/>
                    <a:pt x="837759" y="279960"/>
                  </a:cubicBezTo>
                  <a:cubicBezTo>
                    <a:pt x="752114" y="428177"/>
                    <a:pt x="592583" y="520273"/>
                    <a:pt x="421491" y="520273"/>
                  </a:cubicBezTo>
                  <a:close/>
                  <a:moveTo>
                    <a:pt x="86353" y="260161"/>
                  </a:moveTo>
                  <a:cubicBezTo>
                    <a:pt x="160188" y="372205"/>
                    <a:pt x="286572" y="440929"/>
                    <a:pt x="421590" y="440929"/>
                  </a:cubicBezTo>
                  <a:cubicBezTo>
                    <a:pt x="556608" y="440929"/>
                    <a:pt x="682992" y="372205"/>
                    <a:pt x="756828" y="260161"/>
                  </a:cubicBezTo>
                  <a:cubicBezTo>
                    <a:pt x="682943" y="148118"/>
                    <a:pt x="556559" y="79443"/>
                    <a:pt x="421590" y="79443"/>
                  </a:cubicBezTo>
                  <a:cubicBezTo>
                    <a:pt x="286622" y="79443"/>
                    <a:pt x="160238" y="148118"/>
                    <a:pt x="86353" y="26016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0E588617-236C-A1F5-41BF-A0292947CEC3}"/>
                </a:ext>
              </a:extLst>
            </p:cNvPr>
            <p:cNvSpPr/>
            <p:nvPr/>
          </p:nvSpPr>
          <p:spPr>
            <a:xfrm>
              <a:off x="1723829" y="1636464"/>
              <a:ext cx="384362" cy="384361"/>
            </a:xfrm>
            <a:custGeom>
              <a:avLst/>
              <a:gdLst>
                <a:gd name="connsiteX0" fmla="*/ 192181 w 384362"/>
                <a:gd name="connsiteY0" fmla="*/ 384362 h 384361"/>
                <a:gd name="connsiteX1" fmla="*/ 0 w 384362"/>
                <a:gd name="connsiteY1" fmla="*/ 192181 h 384361"/>
                <a:gd name="connsiteX2" fmla="*/ 192181 w 384362"/>
                <a:gd name="connsiteY2" fmla="*/ 0 h 384361"/>
                <a:gd name="connsiteX3" fmla="*/ 384362 w 384362"/>
                <a:gd name="connsiteY3" fmla="*/ 192181 h 384361"/>
                <a:gd name="connsiteX4" fmla="*/ 192181 w 384362"/>
                <a:gd name="connsiteY4" fmla="*/ 384362 h 384361"/>
                <a:gd name="connsiteX5" fmla="*/ 192181 w 384362"/>
                <a:gd name="connsiteY5" fmla="*/ 79343 h 384361"/>
                <a:gd name="connsiteX6" fmla="*/ 79393 w 384362"/>
                <a:gd name="connsiteY6" fmla="*/ 192131 h 384361"/>
                <a:gd name="connsiteX7" fmla="*/ 192181 w 384362"/>
                <a:gd name="connsiteY7" fmla="*/ 304919 h 384361"/>
                <a:gd name="connsiteX8" fmla="*/ 304969 w 384362"/>
                <a:gd name="connsiteY8" fmla="*/ 192131 h 384361"/>
                <a:gd name="connsiteX9" fmla="*/ 192181 w 384362"/>
                <a:gd name="connsiteY9" fmla="*/ 79343 h 38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362" h="384361">
                  <a:moveTo>
                    <a:pt x="192181" y="384362"/>
                  </a:moveTo>
                  <a:cubicBezTo>
                    <a:pt x="86191" y="384362"/>
                    <a:pt x="0" y="298121"/>
                    <a:pt x="0" y="192181"/>
                  </a:cubicBezTo>
                  <a:cubicBezTo>
                    <a:pt x="0" y="86241"/>
                    <a:pt x="86241" y="0"/>
                    <a:pt x="192181" y="0"/>
                  </a:cubicBezTo>
                  <a:cubicBezTo>
                    <a:pt x="298121" y="0"/>
                    <a:pt x="384362" y="86241"/>
                    <a:pt x="384362" y="192181"/>
                  </a:cubicBezTo>
                  <a:cubicBezTo>
                    <a:pt x="384362" y="298121"/>
                    <a:pt x="298121" y="384362"/>
                    <a:pt x="192181" y="384362"/>
                  </a:cubicBezTo>
                  <a:close/>
                  <a:moveTo>
                    <a:pt x="192181" y="79343"/>
                  </a:moveTo>
                  <a:cubicBezTo>
                    <a:pt x="129957" y="79343"/>
                    <a:pt x="79393" y="129957"/>
                    <a:pt x="79393" y="192131"/>
                  </a:cubicBezTo>
                  <a:cubicBezTo>
                    <a:pt x="79393" y="254306"/>
                    <a:pt x="130006" y="304919"/>
                    <a:pt x="192181" y="304919"/>
                  </a:cubicBezTo>
                  <a:cubicBezTo>
                    <a:pt x="254356" y="304919"/>
                    <a:pt x="304969" y="254306"/>
                    <a:pt x="304969" y="192131"/>
                  </a:cubicBezTo>
                  <a:cubicBezTo>
                    <a:pt x="304969" y="129957"/>
                    <a:pt x="254356" y="79343"/>
                    <a:pt x="192181" y="7934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3AD7EA7-07EF-C345-FE8A-9A6122E050E9}"/>
                </a:ext>
              </a:extLst>
            </p:cNvPr>
            <p:cNvSpPr/>
            <p:nvPr/>
          </p:nvSpPr>
          <p:spPr>
            <a:xfrm>
              <a:off x="1972131" y="1907591"/>
              <a:ext cx="260260" cy="260260"/>
            </a:xfrm>
            <a:custGeom>
              <a:avLst/>
              <a:gdLst>
                <a:gd name="connsiteX0" fmla="*/ 220614 w 260260"/>
                <a:gd name="connsiteY0" fmla="*/ 260260 h 260260"/>
                <a:gd name="connsiteX1" fmla="*/ 192529 w 260260"/>
                <a:gd name="connsiteY1" fmla="*/ 248649 h 260260"/>
                <a:gd name="connsiteX2" fmla="*/ 11611 w 260260"/>
                <a:gd name="connsiteY2" fmla="*/ 67732 h 260260"/>
                <a:gd name="connsiteX3" fmla="*/ 11611 w 260260"/>
                <a:gd name="connsiteY3" fmla="*/ 11611 h 260260"/>
                <a:gd name="connsiteX4" fmla="*/ 67732 w 260260"/>
                <a:gd name="connsiteY4" fmla="*/ 11611 h 260260"/>
                <a:gd name="connsiteX5" fmla="*/ 248650 w 260260"/>
                <a:gd name="connsiteY5" fmla="*/ 192528 h 260260"/>
                <a:gd name="connsiteX6" fmla="*/ 248650 w 260260"/>
                <a:gd name="connsiteY6" fmla="*/ 248649 h 260260"/>
                <a:gd name="connsiteX7" fmla="*/ 220564 w 260260"/>
                <a:gd name="connsiteY7" fmla="*/ 260260 h 26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60" h="260260">
                  <a:moveTo>
                    <a:pt x="220614" y="260260"/>
                  </a:moveTo>
                  <a:cubicBezTo>
                    <a:pt x="210442" y="260260"/>
                    <a:pt x="200319" y="256390"/>
                    <a:pt x="192529" y="248649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48650" y="192528"/>
                  </a:lnTo>
                  <a:cubicBezTo>
                    <a:pt x="264131" y="208010"/>
                    <a:pt x="264131" y="233168"/>
                    <a:pt x="248650" y="248649"/>
                  </a:cubicBezTo>
                  <a:cubicBezTo>
                    <a:pt x="240909" y="256390"/>
                    <a:pt x="230736" y="260260"/>
                    <a:pt x="220564" y="260260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887E904-06FD-EF34-CF1D-FACD4FB69326}"/>
                </a:ext>
              </a:extLst>
            </p:cNvPr>
            <p:cNvSpPr/>
            <p:nvPr/>
          </p:nvSpPr>
          <p:spPr>
            <a:xfrm>
              <a:off x="1853091" y="1765676"/>
              <a:ext cx="125838" cy="125838"/>
            </a:xfrm>
            <a:custGeom>
              <a:avLst/>
              <a:gdLst>
                <a:gd name="connsiteX0" fmla="*/ 62919 w 125838"/>
                <a:gd name="connsiteY0" fmla="*/ 125838 h 125838"/>
                <a:gd name="connsiteX1" fmla="*/ 0 w 125838"/>
                <a:gd name="connsiteY1" fmla="*/ 62919 h 125838"/>
                <a:gd name="connsiteX2" fmla="*/ 62919 w 125838"/>
                <a:gd name="connsiteY2" fmla="*/ 0 h 125838"/>
                <a:gd name="connsiteX3" fmla="*/ 125838 w 125838"/>
                <a:gd name="connsiteY3" fmla="*/ 62919 h 125838"/>
                <a:gd name="connsiteX4" fmla="*/ 62919 w 125838"/>
                <a:gd name="connsiteY4" fmla="*/ 125838 h 125838"/>
                <a:gd name="connsiteX5" fmla="*/ 62919 w 125838"/>
                <a:gd name="connsiteY5" fmla="*/ 46445 h 125838"/>
                <a:gd name="connsiteX6" fmla="*/ 46445 w 125838"/>
                <a:gd name="connsiteY6" fmla="*/ 62919 h 125838"/>
                <a:gd name="connsiteX7" fmla="*/ 62919 w 125838"/>
                <a:gd name="connsiteY7" fmla="*/ 79393 h 125838"/>
                <a:gd name="connsiteX8" fmla="*/ 79393 w 125838"/>
                <a:gd name="connsiteY8" fmla="*/ 62919 h 125838"/>
                <a:gd name="connsiteX9" fmla="*/ 62919 w 125838"/>
                <a:gd name="connsiteY9" fmla="*/ 46445 h 12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838" h="125838">
                  <a:moveTo>
                    <a:pt x="62919" y="125838"/>
                  </a:moveTo>
                  <a:cubicBezTo>
                    <a:pt x="28234" y="125838"/>
                    <a:pt x="0" y="97604"/>
                    <a:pt x="0" y="62919"/>
                  </a:cubicBezTo>
                  <a:cubicBezTo>
                    <a:pt x="0" y="28234"/>
                    <a:pt x="28234" y="0"/>
                    <a:pt x="62919" y="0"/>
                  </a:cubicBezTo>
                  <a:cubicBezTo>
                    <a:pt x="97604" y="0"/>
                    <a:pt x="125838" y="28234"/>
                    <a:pt x="125838" y="62919"/>
                  </a:cubicBezTo>
                  <a:cubicBezTo>
                    <a:pt x="125838" y="97604"/>
                    <a:pt x="97604" y="125838"/>
                    <a:pt x="62919" y="125838"/>
                  </a:cubicBezTo>
                  <a:close/>
                  <a:moveTo>
                    <a:pt x="62919" y="46445"/>
                  </a:moveTo>
                  <a:cubicBezTo>
                    <a:pt x="53839" y="46445"/>
                    <a:pt x="46445" y="53838"/>
                    <a:pt x="46445" y="62919"/>
                  </a:cubicBezTo>
                  <a:cubicBezTo>
                    <a:pt x="46445" y="72000"/>
                    <a:pt x="53839" y="79393"/>
                    <a:pt x="62919" y="79393"/>
                  </a:cubicBezTo>
                  <a:cubicBezTo>
                    <a:pt x="72000" y="79393"/>
                    <a:pt x="79393" y="72000"/>
                    <a:pt x="79393" y="62919"/>
                  </a:cubicBezTo>
                  <a:cubicBezTo>
                    <a:pt x="79393" y="53838"/>
                    <a:pt x="72000" y="46445"/>
                    <a:pt x="62919" y="46445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12B5EA9-6239-5660-F1AF-9A2762165F3A}"/>
              </a:ext>
            </a:extLst>
          </p:cNvPr>
          <p:cNvGrpSpPr/>
          <p:nvPr/>
        </p:nvGrpSpPr>
        <p:grpSpPr>
          <a:xfrm>
            <a:off x="2800279" y="1422053"/>
            <a:ext cx="853575" cy="853624"/>
            <a:chOff x="2800279" y="1422053"/>
            <a:chExt cx="853575" cy="853624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1495D7A4-ACE2-EDA3-B6A9-06D561B40D36}"/>
                </a:ext>
              </a:extLst>
            </p:cNvPr>
            <p:cNvSpPr/>
            <p:nvPr/>
          </p:nvSpPr>
          <p:spPr>
            <a:xfrm>
              <a:off x="2800279" y="1422053"/>
              <a:ext cx="853575" cy="853624"/>
            </a:xfrm>
            <a:custGeom>
              <a:avLst/>
              <a:gdLst>
                <a:gd name="connsiteX0" fmla="*/ 426788 w 853575"/>
                <a:gd name="connsiteY0" fmla="*/ 853625 h 853624"/>
                <a:gd name="connsiteX1" fmla="*/ 0 w 853575"/>
                <a:gd name="connsiteY1" fmla="*/ 426837 h 853624"/>
                <a:gd name="connsiteX2" fmla="*/ 426788 w 853575"/>
                <a:gd name="connsiteY2" fmla="*/ 0 h 853624"/>
                <a:gd name="connsiteX3" fmla="*/ 632019 w 853575"/>
                <a:gd name="connsiteY3" fmla="*/ 52548 h 853624"/>
                <a:gd name="connsiteX4" fmla="*/ 647700 w 853575"/>
                <a:gd name="connsiteY4" fmla="*/ 106436 h 853624"/>
                <a:gd name="connsiteX5" fmla="*/ 593811 w 853575"/>
                <a:gd name="connsiteY5" fmla="*/ 122117 h 853624"/>
                <a:gd name="connsiteX6" fmla="*/ 426788 w 853575"/>
                <a:gd name="connsiteY6" fmla="*/ 79393 h 853624"/>
                <a:gd name="connsiteX7" fmla="*/ 79393 w 853575"/>
                <a:gd name="connsiteY7" fmla="*/ 426837 h 853624"/>
                <a:gd name="connsiteX8" fmla="*/ 426788 w 853575"/>
                <a:gd name="connsiteY8" fmla="*/ 774232 h 853624"/>
                <a:gd name="connsiteX9" fmla="*/ 774233 w 853575"/>
                <a:gd name="connsiteY9" fmla="*/ 426837 h 853624"/>
                <a:gd name="connsiteX10" fmla="*/ 749025 w 853575"/>
                <a:gd name="connsiteY10" fmla="*/ 296781 h 853624"/>
                <a:gd name="connsiteX11" fmla="*/ 770908 w 853575"/>
                <a:gd name="connsiteY11" fmla="*/ 245077 h 853624"/>
                <a:gd name="connsiteX12" fmla="*/ 822613 w 853575"/>
                <a:gd name="connsiteY12" fmla="*/ 267009 h 853624"/>
                <a:gd name="connsiteX13" fmla="*/ 853576 w 853575"/>
                <a:gd name="connsiteY13" fmla="*/ 426837 h 853624"/>
                <a:gd name="connsiteX14" fmla="*/ 426738 w 853575"/>
                <a:gd name="connsiteY14" fmla="*/ 853625 h 85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3575" h="853624">
                  <a:moveTo>
                    <a:pt x="426788" y="853625"/>
                  </a:moveTo>
                  <a:cubicBezTo>
                    <a:pt x="191437" y="853625"/>
                    <a:pt x="0" y="662138"/>
                    <a:pt x="0" y="426837"/>
                  </a:cubicBezTo>
                  <a:cubicBezTo>
                    <a:pt x="0" y="191536"/>
                    <a:pt x="191437" y="0"/>
                    <a:pt x="426788" y="0"/>
                  </a:cubicBezTo>
                  <a:cubicBezTo>
                    <a:pt x="498540" y="0"/>
                    <a:pt x="569497" y="18161"/>
                    <a:pt x="632019" y="52548"/>
                  </a:cubicBezTo>
                  <a:cubicBezTo>
                    <a:pt x="651223" y="63118"/>
                    <a:pt x="658219" y="87233"/>
                    <a:pt x="647700" y="106436"/>
                  </a:cubicBezTo>
                  <a:cubicBezTo>
                    <a:pt x="637130" y="125640"/>
                    <a:pt x="613015" y="132686"/>
                    <a:pt x="593811" y="122117"/>
                  </a:cubicBezTo>
                  <a:cubicBezTo>
                    <a:pt x="542950" y="94180"/>
                    <a:pt x="485241" y="79393"/>
                    <a:pt x="426788" y="79393"/>
                  </a:cubicBezTo>
                  <a:cubicBezTo>
                    <a:pt x="235252" y="79393"/>
                    <a:pt x="79393" y="235252"/>
                    <a:pt x="79393" y="426837"/>
                  </a:cubicBezTo>
                  <a:cubicBezTo>
                    <a:pt x="79393" y="618423"/>
                    <a:pt x="235252" y="774232"/>
                    <a:pt x="426788" y="774232"/>
                  </a:cubicBezTo>
                  <a:cubicBezTo>
                    <a:pt x="618324" y="774232"/>
                    <a:pt x="774233" y="618373"/>
                    <a:pt x="774233" y="426837"/>
                  </a:cubicBezTo>
                  <a:cubicBezTo>
                    <a:pt x="774233" y="381831"/>
                    <a:pt x="765747" y="338066"/>
                    <a:pt x="749025" y="296781"/>
                  </a:cubicBezTo>
                  <a:cubicBezTo>
                    <a:pt x="740788" y="276437"/>
                    <a:pt x="750613" y="253314"/>
                    <a:pt x="770908" y="245077"/>
                  </a:cubicBezTo>
                  <a:cubicBezTo>
                    <a:pt x="791252" y="236840"/>
                    <a:pt x="814376" y="246664"/>
                    <a:pt x="822613" y="267009"/>
                  </a:cubicBezTo>
                  <a:cubicBezTo>
                    <a:pt x="843156" y="317820"/>
                    <a:pt x="853576" y="371609"/>
                    <a:pt x="853576" y="426837"/>
                  </a:cubicBezTo>
                  <a:cubicBezTo>
                    <a:pt x="853576" y="662188"/>
                    <a:pt x="662090" y="853625"/>
                    <a:pt x="426738" y="85362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1C849C2D-1B87-16CD-CEC4-02703302DA46}"/>
                </a:ext>
              </a:extLst>
            </p:cNvPr>
            <p:cNvSpPr/>
            <p:nvPr/>
          </p:nvSpPr>
          <p:spPr>
            <a:xfrm>
              <a:off x="3041436" y="1498121"/>
              <a:ext cx="573615" cy="422718"/>
            </a:xfrm>
            <a:custGeom>
              <a:avLst/>
              <a:gdLst>
                <a:gd name="connsiteX0" fmla="*/ 190544 w 573615"/>
                <a:gd name="connsiteY0" fmla="*/ 422719 h 422718"/>
                <a:gd name="connsiteX1" fmla="*/ 162458 w 573615"/>
                <a:gd name="connsiteY1" fmla="*/ 411107 h 422718"/>
                <a:gd name="connsiteX2" fmla="*/ 11611 w 573615"/>
                <a:gd name="connsiteY2" fmla="*/ 260261 h 422718"/>
                <a:gd name="connsiteX3" fmla="*/ 11611 w 573615"/>
                <a:gd name="connsiteY3" fmla="*/ 204140 h 422718"/>
                <a:gd name="connsiteX4" fmla="*/ 67732 w 573615"/>
                <a:gd name="connsiteY4" fmla="*/ 204140 h 422718"/>
                <a:gd name="connsiteX5" fmla="*/ 190544 w 573615"/>
                <a:gd name="connsiteY5" fmla="*/ 326951 h 422718"/>
                <a:gd name="connsiteX6" fmla="*/ 505883 w 573615"/>
                <a:gd name="connsiteY6" fmla="*/ 11611 h 422718"/>
                <a:gd name="connsiteX7" fmla="*/ 562005 w 573615"/>
                <a:gd name="connsiteY7" fmla="*/ 11611 h 422718"/>
                <a:gd name="connsiteX8" fmla="*/ 562005 w 573615"/>
                <a:gd name="connsiteY8" fmla="*/ 67732 h 422718"/>
                <a:gd name="connsiteX9" fmla="*/ 218629 w 573615"/>
                <a:gd name="connsiteY9" fmla="*/ 411107 h 422718"/>
                <a:gd name="connsiteX10" fmla="*/ 190544 w 573615"/>
                <a:gd name="connsiteY10" fmla="*/ 422719 h 422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3615" h="422718">
                  <a:moveTo>
                    <a:pt x="190544" y="422719"/>
                  </a:moveTo>
                  <a:cubicBezTo>
                    <a:pt x="180024" y="422719"/>
                    <a:pt x="169901" y="418551"/>
                    <a:pt x="162458" y="411107"/>
                  </a:cubicBezTo>
                  <a:lnTo>
                    <a:pt x="11611" y="260261"/>
                  </a:lnTo>
                  <a:cubicBezTo>
                    <a:pt x="-3870" y="244779"/>
                    <a:pt x="-3870" y="219621"/>
                    <a:pt x="11611" y="204140"/>
                  </a:cubicBezTo>
                  <a:cubicBezTo>
                    <a:pt x="27093" y="188658"/>
                    <a:pt x="52251" y="188658"/>
                    <a:pt x="67732" y="204140"/>
                  </a:cubicBezTo>
                  <a:lnTo>
                    <a:pt x="190544" y="326951"/>
                  </a:lnTo>
                  <a:lnTo>
                    <a:pt x="505883" y="11611"/>
                  </a:lnTo>
                  <a:cubicBezTo>
                    <a:pt x="521365" y="-3870"/>
                    <a:pt x="546523" y="-3870"/>
                    <a:pt x="562005" y="11611"/>
                  </a:cubicBezTo>
                  <a:cubicBezTo>
                    <a:pt x="577486" y="27093"/>
                    <a:pt x="577486" y="52251"/>
                    <a:pt x="562005" y="67732"/>
                  </a:cubicBezTo>
                  <a:lnTo>
                    <a:pt x="218629" y="411107"/>
                  </a:lnTo>
                  <a:cubicBezTo>
                    <a:pt x="211186" y="418551"/>
                    <a:pt x="201063" y="422719"/>
                    <a:pt x="190544" y="42271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942722D-5F2F-18E4-4AB2-B1233799F2E1}"/>
                </a:ext>
              </a:extLst>
            </p:cNvPr>
            <p:cNvSpPr/>
            <p:nvPr/>
          </p:nvSpPr>
          <p:spPr>
            <a:xfrm>
              <a:off x="3405553" y="1809144"/>
              <a:ext cx="145289" cy="79393"/>
            </a:xfrm>
            <a:custGeom>
              <a:avLst/>
              <a:gdLst>
                <a:gd name="connsiteX0" fmla="*/ 105593 w 145289"/>
                <a:gd name="connsiteY0" fmla="*/ 79393 h 79393"/>
                <a:gd name="connsiteX1" fmla="*/ 39697 w 145289"/>
                <a:gd name="connsiteY1" fmla="*/ 79393 h 79393"/>
                <a:gd name="connsiteX2" fmla="*/ 0 w 145289"/>
                <a:gd name="connsiteY2" fmla="*/ 39697 h 79393"/>
                <a:gd name="connsiteX3" fmla="*/ 39697 w 145289"/>
                <a:gd name="connsiteY3" fmla="*/ 0 h 79393"/>
                <a:gd name="connsiteX4" fmla="*/ 105593 w 145289"/>
                <a:gd name="connsiteY4" fmla="*/ 0 h 79393"/>
                <a:gd name="connsiteX5" fmla="*/ 145290 w 145289"/>
                <a:gd name="connsiteY5" fmla="*/ 39697 h 79393"/>
                <a:gd name="connsiteX6" fmla="*/ 105593 w 1452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289" h="79393">
                  <a:moveTo>
                    <a:pt x="10559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5593" y="0"/>
                  </a:lnTo>
                  <a:cubicBezTo>
                    <a:pt x="127525" y="0"/>
                    <a:pt x="145290" y="17764"/>
                    <a:pt x="145290" y="39697"/>
                  </a:cubicBezTo>
                  <a:cubicBezTo>
                    <a:pt x="145290" y="61629"/>
                    <a:pt x="127525" y="79393"/>
                    <a:pt x="10559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1561E99C-09FE-2AFA-8E82-9B99DFD546F7}"/>
                </a:ext>
              </a:extLst>
            </p:cNvPr>
            <p:cNvSpPr/>
            <p:nvPr/>
          </p:nvSpPr>
          <p:spPr>
            <a:xfrm>
              <a:off x="2906616" y="1809144"/>
              <a:ext cx="145289" cy="79393"/>
            </a:xfrm>
            <a:custGeom>
              <a:avLst/>
              <a:gdLst>
                <a:gd name="connsiteX0" fmla="*/ 105593 w 145289"/>
                <a:gd name="connsiteY0" fmla="*/ 79393 h 79393"/>
                <a:gd name="connsiteX1" fmla="*/ 39697 w 145289"/>
                <a:gd name="connsiteY1" fmla="*/ 79393 h 79393"/>
                <a:gd name="connsiteX2" fmla="*/ 0 w 145289"/>
                <a:gd name="connsiteY2" fmla="*/ 39697 h 79393"/>
                <a:gd name="connsiteX3" fmla="*/ 39697 w 145289"/>
                <a:gd name="connsiteY3" fmla="*/ 0 h 79393"/>
                <a:gd name="connsiteX4" fmla="*/ 105593 w 145289"/>
                <a:gd name="connsiteY4" fmla="*/ 0 h 79393"/>
                <a:gd name="connsiteX5" fmla="*/ 145290 w 145289"/>
                <a:gd name="connsiteY5" fmla="*/ 39697 h 79393"/>
                <a:gd name="connsiteX6" fmla="*/ 105593 w 1452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289" h="79393">
                  <a:moveTo>
                    <a:pt x="10559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5593" y="0"/>
                  </a:lnTo>
                  <a:cubicBezTo>
                    <a:pt x="127525" y="0"/>
                    <a:pt x="145290" y="17764"/>
                    <a:pt x="145290" y="39697"/>
                  </a:cubicBezTo>
                  <a:cubicBezTo>
                    <a:pt x="145290" y="61629"/>
                    <a:pt x="127525" y="79393"/>
                    <a:pt x="105593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482862E7-A2DA-D8DE-F4BB-3B1495BB300C}"/>
                </a:ext>
              </a:extLst>
            </p:cNvPr>
            <p:cNvSpPr/>
            <p:nvPr/>
          </p:nvSpPr>
          <p:spPr>
            <a:xfrm>
              <a:off x="3189057" y="1526752"/>
              <a:ext cx="79393" cy="145289"/>
            </a:xfrm>
            <a:custGeom>
              <a:avLst/>
              <a:gdLst>
                <a:gd name="connsiteX0" fmla="*/ 39697 w 79393"/>
                <a:gd name="connsiteY0" fmla="*/ 145289 h 145289"/>
                <a:gd name="connsiteX1" fmla="*/ 0 w 79393"/>
                <a:gd name="connsiteY1" fmla="*/ 105593 h 145289"/>
                <a:gd name="connsiteX2" fmla="*/ 0 w 79393"/>
                <a:gd name="connsiteY2" fmla="*/ 39697 h 145289"/>
                <a:gd name="connsiteX3" fmla="*/ 39697 w 79393"/>
                <a:gd name="connsiteY3" fmla="*/ 0 h 145289"/>
                <a:gd name="connsiteX4" fmla="*/ 79393 w 79393"/>
                <a:gd name="connsiteY4" fmla="*/ 39697 h 145289"/>
                <a:gd name="connsiteX5" fmla="*/ 79393 w 79393"/>
                <a:gd name="connsiteY5" fmla="*/ 105593 h 145289"/>
                <a:gd name="connsiteX6" fmla="*/ 39697 w 79393"/>
                <a:gd name="connsiteY6" fmla="*/ 145289 h 1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5289">
                  <a:moveTo>
                    <a:pt x="39697" y="145289"/>
                  </a:moveTo>
                  <a:cubicBezTo>
                    <a:pt x="17764" y="145289"/>
                    <a:pt x="0" y="127525"/>
                    <a:pt x="0" y="10559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05593"/>
                  </a:lnTo>
                  <a:cubicBezTo>
                    <a:pt x="79393" y="127525"/>
                    <a:pt x="61629" y="145289"/>
                    <a:pt x="39697" y="1452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DD0D4D6-B153-2E65-CE52-E12CF15695EA}"/>
                </a:ext>
              </a:extLst>
            </p:cNvPr>
            <p:cNvSpPr/>
            <p:nvPr/>
          </p:nvSpPr>
          <p:spPr>
            <a:xfrm>
              <a:off x="3189057" y="2025639"/>
              <a:ext cx="79393" cy="145289"/>
            </a:xfrm>
            <a:custGeom>
              <a:avLst/>
              <a:gdLst>
                <a:gd name="connsiteX0" fmla="*/ 39697 w 79393"/>
                <a:gd name="connsiteY0" fmla="*/ 145289 h 145289"/>
                <a:gd name="connsiteX1" fmla="*/ 0 w 79393"/>
                <a:gd name="connsiteY1" fmla="*/ 105593 h 145289"/>
                <a:gd name="connsiteX2" fmla="*/ 0 w 79393"/>
                <a:gd name="connsiteY2" fmla="*/ 39697 h 145289"/>
                <a:gd name="connsiteX3" fmla="*/ 39697 w 79393"/>
                <a:gd name="connsiteY3" fmla="*/ 0 h 145289"/>
                <a:gd name="connsiteX4" fmla="*/ 79393 w 79393"/>
                <a:gd name="connsiteY4" fmla="*/ 39697 h 145289"/>
                <a:gd name="connsiteX5" fmla="*/ 79393 w 79393"/>
                <a:gd name="connsiteY5" fmla="*/ 105593 h 145289"/>
                <a:gd name="connsiteX6" fmla="*/ 39697 w 79393"/>
                <a:gd name="connsiteY6" fmla="*/ 145289 h 1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5289">
                  <a:moveTo>
                    <a:pt x="39697" y="145289"/>
                  </a:moveTo>
                  <a:cubicBezTo>
                    <a:pt x="17764" y="145289"/>
                    <a:pt x="0" y="127525"/>
                    <a:pt x="0" y="10559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05593"/>
                  </a:lnTo>
                  <a:cubicBezTo>
                    <a:pt x="79393" y="127525"/>
                    <a:pt x="61629" y="145289"/>
                    <a:pt x="39697" y="14528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E0180F8-2C90-2881-EEA6-4B1E8F908478}"/>
                </a:ext>
              </a:extLst>
            </p:cNvPr>
            <p:cNvSpPr/>
            <p:nvPr/>
          </p:nvSpPr>
          <p:spPr>
            <a:xfrm>
              <a:off x="3041436" y="1690649"/>
              <a:ext cx="230190" cy="230190"/>
            </a:xfrm>
            <a:custGeom>
              <a:avLst/>
              <a:gdLst>
                <a:gd name="connsiteX0" fmla="*/ 190544 w 230190"/>
                <a:gd name="connsiteY0" fmla="*/ 230190 h 230190"/>
                <a:gd name="connsiteX1" fmla="*/ 162458 w 230190"/>
                <a:gd name="connsiteY1" fmla="*/ 218579 h 230190"/>
                <a:gd name="connsiteX2" fmla="*/ 11611 w 230190"/>
                <a:gd name="connsiteY2" fmla="*/ 67732 h 230190"/>
                <a:gd name="connsiteX3" fmla="*/ 11611 w 230190"/>
                <a:gd name="connsiteY3" fmla="*/ 11611 h 230190"/>
                <a:gd name="connsiteX4" fmla="*/ 67732 w 230190"/>
                <a:gd name="connsiteY4" fmla="*/ 11611 h 230190"/>
                <a:gd name="connsiteX5" fmla="*/ 218579 w 230190"/>
                <a:gd name="connsiteY5" fmla="*/ 162458 h 230190"/>
                <a:gd name="connsiteX6" fmla="*/ 218579 w 230190"/>
                <a:gd name="connsiteY6" fmla="*/ 218579 h 230190"/>
                <a:gd name="connsiteX7" fmla="*/ 190494 w 230190"/>
                <a:gd name="connsiteY7" fmla="*/ 230190 h 230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190" h="230190">
                  <a:moveTo>
                    <a:pt x="190544" y="230190"/>
                  </a:moveTo>
                  <a:cubicBezTo>
                    <a:pt x="180371" y="230190"/>
                    <a:pt x="170249" y="226320"/>
                    <a:pt x="162458" y="218579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18579" y="162458"/>
                  </a:lnTo>
                  <a:cubicBezTo>
                    <a:pt x="234061" y="177940"/>
                    <a:pt x="234061" y="203097"/>
                    <a:pt x="218579" y="218579"/>
                  </a:cubicBezTo>
                  <a:cubicBezTo>
                    <a:pt x="210839" y="226320"/>
                    <a:pt x="200666" y="230190"/>
                    <a:pt x="190494" y="230190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7365B0C-3548-C7C1-BCB5-9C0D52CFAAA8}"/>
              </a:ext>
            </a:extLst>
          </p:cNvPr>
          <p:cNvGrpSpPr/>
          <p:nvPr/>
        </p:nvGrpSpPr>
        <p:grpSpPr>
          <a:xfrm>
            <a:off x="4113776" y="1422016"/>
            <a:ext cx="861457" cy="853611"/>
            <a:chOff x="4113776" y="1422016"/>
            <a:chExt cx="861457" cy="853611"/>
          </a:xfrm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1E9CA03C-F7F5-6D21-9D21-D143F8CE05E1}"/>
                </a:ext>
              </a:extLst>
            </p:cNvPr>
            <p:cNvSpPr/>
            <p:nvPr/>
          </p:nvSpPr>
          <p:spPr>
            <a:xfrm>
              <a:off x="4113776" y="1422016"/>
              <a:ext cx="827009" cy="853611"/>
            </a:xfrm>
            <a:custGeom>
              <a:avLst/>
              <a:gdLst>
                <a:gd name="connsiteX0" fmla="*/ 426284 w 827009"/>
                <a:gd name="connsiteY0" fmla="*/ 853612 h 853611"/>
                <a:gd name="connsiteX1" fmla="*/ 272509 w 827009"/>
                <a:gd name="connsiteY1" fmla="*/ 824733 h 853611"/>
                <a:gd name="connsiteX2" fmla="*/ 36463 w 827009"/>
                <a:gd name="connsiteY2" fmla="*/ 598909 h 853611"/>
                <a:gd name="connsiteX3" fmla="*/ 29169 w 827009"/>
                <a:gd name="connsiteY3" fmla="*/ 272306 h 853611"/>
                <a:gd name="connsiteX4" fmla="*/ 581597 w 827009"/>
                <a:gd name="connsiteY4" fmla="*/ 28966 h 853611"/>
                <a:gd name="connsiteX5" fmla="*/ 753880 w 827009"/>
                <a:gd name="connsiteY5" fmla="*/ 152273 h 853611"/>
                <a:gd name="connsiteX6" fmla="*/ 748918 w 827009"/>
                <a:gd name="connsiteY6" fmla="*/ 208196 h 853611"/>
                <a:gd name="connsiteX7" fmla="*/ 692995 w 827009"/>
                <a:gd name="connsiteY7" fmla="*/ 203234 h 853611"/>
                <a:gd name="connsiteX8" fmla="*/ 552817 w 827009"/>
                <a:gd name="connsiteY8" fmla="*/ 102950 h 853611"/>
                <a:gd name="connsiteX9" fmla="*/ 103203 w 827009"/>
                <a:gd name="connsiteY9" fmla="*/ 301036 h 853611"/>
                <a:gd name="connsiteX10" fmla="*/ 109108 w 827009"/>
                <a:gd name="connsiteY10" fmla="*/ 566854 h 853611"/>
                <a:gd name="connsiteX11" fmla="*/ 301240 w 827009"/>
                <a:gd name="connsiteY11" fmla="*/ 750649 h 853611"/>
                <a:gd name="connsiteX12" fmla="*/ 750357 w 827009"/>
                <a:gd name="connsiteY12" fmla="*/ 554002 h 853611"/>
                <a:gd name="connsiteX13" fmla="*/ 801814 w 827009"/>
                <a:gd name="connsiteY13" fmla="*/ 531574 h 853611"/>
                <a:gd name="connsiteX14" fmla="*/ 824242 w 827009"/>
                <a:gd name="connsiteY14" fmla="*/ 583030 h 853611"/>
                <a:gd name="connsiteX15" fmla="*/ 426284 w 827009"/>
                <a:gd name="connsiteY15" fmla="*/ 853513 h 853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7009" h="853611">
                  <a:moveTo>
                    <a:pt x="426284" y="853612"/>
                  </a:moveTo>
                  <a:cubicBezTo>
                    <a:pt x="375026" y="853612"/>
                    <a:pt x="323023" y="844333"/>
                    <a:pt x="272509" y="824733"/>
                  </a:cubicBezTo>
                  <a:cubicBezTo>
                    <a:pt x="166222" y="783448"/>
                    <a:pt x="82412" y="703261"/>
                    <a:pt x="36463" y="598909"/>
                  </a:cubicBezTo>
                  <a:cubicBezTo>
                    <a:pt x="-9535" y="494557"/>
                    <a:pt x="-12066" y="378593"/>
                    <a:pt x="29169" y="272306"/>
                  </a:cubicBezTo>
                  <a:cubicBezTo>
                    <a:pt x="114418" y="52932"/>
                    <a:pt x="362224" y="-56233"/>
                    <a:pt x="581597" y="28966"/>
                  </a:cubicBezTo>
                  <a:cubicBezTo>
                    <a:pt x="648486" y="54967"/>
                    <a:pt x="708080" y="97591"/>
                    <a:pt x="753880" y="152273"/>
                  </a:cubicBezTo>
                  <a:cubicBezTo>
                    <a:pt x="767972" y="169095"/>
                    <a:pt x="765739" y="194103"/>
                    <a:pt x="748918" y="208196"/>
                  </a:cubicBezTo>
                  <a:cubicBezTo>
                    <a:pt x="732097" y="222288"/>
                    <a:pt x="707088" y="220055"/>
                    <a:pt x="692995" y="203234"/>
                  </a:cubicBezTo>
                  <a:cubicBezTo>
                    <a:pt x="655780" y="158773"/>
                    <a:pt x="607300" y="124089"/>
                    <a:pt x="552817" y="102950"/>
                  </a:cubicBezTo>
                  <a:cubicBezTo>
                    <a:pt x="374281" y="33580"/>
                    <a:pt x="172573" y="122451"/>
                    <a:pt x="103203" y="301036"/>
                  </a:cubicBezTo>
                  <a:cubicBezTo>
                    <a:pt x="69610" y="387525"/>
                    <a:pt x="71694" y="481953"/>
                    <a:pt x="109108" y="566854"/>
                  </a:cubicBezTo>
                  <a:cubicBezTo>
                    <a:pt x="146522" y="651755"/>
                    <a:pt x="214751" y="717056"/>
                    <a:pt x="301240" y="750649"/>
                  </a:cubicBezTo>
                  <a:cubicBezTo>
                    <a:pt x="479080" y="819721"/>
                    <a:pt x="680590" y="731495"/>
                    <a:pt x="750357" y="554002"/>
                  </a:cubicBezTo>
                  <a:cubicBezTo>
                    <a:pt x="758396" y="533608"/>
                    <a:pt x="781420" y="523535"/>
                    <a:pt x="801814" y="531574"/>
                  </a:cubicBezTo>
                  <a:cubicBezTo>
                    <a:pt x="822208" y="539612"/>
                    <a:pt x="832281" y="562636"/>
                    <a:pt x="824242" y="583030"/>
                  </a:cubicBezTo>
                  <a:cubicBezTo>
                    <a:pt x="758346" y="750699"/>
                    <a:pt x="596781" y="853513"/>
                    <a:pt x="426284" y="85351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5519935-0586-4AD6-6DE0-DF47D016950D}"/>
                </a:ext>
              </a:extLst>
            </p:cNvPr>
            <p:cNvSpPr/>
            <p:nvPr/>
          </p:nvSpPr>
          <p:spPr>
            <a:xfrm>
              <a:off x="4315377" y="1571535"/>
              <a:ext cx="563964" cy="389646"/>
            </a:xfrm>
            <a:custGeom>
              <a:avLst/>
              <a:gdLst>
                <a:gd name="connsiteX0" fmla="*/ 202552 w 563964"/>
                <a:gd name="connsiteY0" fmla="*/ 389647 h 389646"/>
                <a:gd name="connsiteX1" fmla="*/ 174467 w 563964"/>
                <a:gd name="connsiteY1" fmla="*/ 378035 h 389646"/>
                <a:gd name="connsiteX2" fmla="*/ 11611 w 563964"/>
                <a:gd name="connsiteY2" fmla="*/ 215180 h 389646"/>
                <a:gd name="connsiteX3" fmla="*/ 11611 w 563964"/>
                <a:gd name="connsiteY3" fmla="*/ 159059 h 389646"/>
                <a:gd name="connsiteX4" fmla="*/ 67732 w 563964"/>
                <a:gd name="connsiteY4" fmla="*/ 159059 h 389646"/>
                <a:gd name="connsiteX5" fmla="*/ 203048 w 563964"/>
                <a:gd name="connsiteY5" fmla="*/ 294375 h 389646"/>
                <a:gd name="connsiteX6" fmla="*/ 496704 w 563964"/>
                <a:gd name="connsiteY6" fmla="*/ 11140 h 389646"/>
                <a:gd name="connsiteX7" fmla="*/ 552825 w 563964"/>
                <a:gd name="connsiteY7" fmla="*/ 12132 h 389646"/>
                <a:gd name="connsiteX8" fmla="*/ 551832 w 563964"/>
                <a:gd name="connsiteY8" fmla="*/ 68253 h 389646"/>
                <a:gd name="connsiteX9" fmla="*/ 230141 w 563964"/>
                <a:gd name="connsiteY9" fmla="*/ 378531 h 389646"/>
                <a:gd name="connsiteX10" fmla="*/ 202602 w 563964"/>
                <a:gd name="connsiteY10" fmla="*/ 389647 h 389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3964" h="389646">
                  <a:moveTo>
                    <a:pt x="202552" y="389647"/>
                  </a:moveTo>
                  <a:cubicBezTo>
                    <a:pt x="192380" y="389647"/>
                    <a:pt x="182207" y="385776"/>
                    <a:pt x="174467" y="378035"/>
                  </a:cubicBezTo>
                  <a:lnTo>
                    <a:pt x="11611" y="215180"/>
                  </a:lnTo>
                  <a:cubicBezTo>
                    <a:pt x="-3870" y="199698"/>
                    <a:pt x="-3870" y="174541"/>
                    <a:pt x="11611" y="159059"/>
                  </a:cubicBezTo>
                  <a:cubicBezTo>
                    <a:pt x="27093" y="143578"/>
                    <a:pt x="52251" y="143578"/>
                    <a:pt x="67732" y="159059"/>
                  </a:cubicBezTo>
                  <a:lnTo>
                    <a:pt x="203048" y="294375"/>
                  </a:lnTo>
                  <a:lnTo>
                    <a:pt x="496704" y="11140"/>
                  </a:lnTo>
                  <a:cubicBezTo>
                    <a:pt x="512483" y="-4094"/>
                    <a:pt x="537641" y="-3647"/>
                    <a:pt x="552825" y="12132"/>
                  </a:cubicBezTo>
                  <a:cubicBezTo>
                    <a:pt x="568058" y="27912"/>
                    <a:pt x="567612" y="53020"/>
                    <a:pt x="551832" y="68253"/>
                  </a:cubicBezTo>
                  <a:lnTo>
                    <a:pt x="230141" y="378531"/>
                  </a:lnTo>
                  <a:cubicBezTo>
                    <a:pt x="222450" y="385975"/>
                    <a:pt x="212526" y="389647"/>
                    <a:pt x="202602" y="389647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D3662A0-08B9-1B17-0B44-959262B34108}"/>
                </a:ext>
              </a:extLst>
            </p:cNvPr>
            <p:cNvSpPr/>
            <p:nvPr/>
          </p:nvSpPr>
          <p:spPr>
            <a:xfrm>
              <a:off x="4730752" y="1950910"/>
              <a:ext cx="244481" cy="258474"/>
            </a:xfrm>
            <a:custGeom>
              <a:avLst/>
              <a:gdLst>
                <a:gd name="connsiteX0" fmla="*/ 204785 w 244481"/>
                <a:gd name="connsiteY0" fmla="*/ 258474 h 258474"/>
                <a:gd name="connsiteX1" fmla="*/ 165088 w 244481"/>
                <a:gd name="connsiteY1" fmla="*/ 218778 h 258474"/>
                <a:gd name="connsiteX2" fmla="*/ 165088 w 244481"/>
                <a:gd name="connsiteY2" fmla="*/ 79393 h 258474"/>
                <a:gd name="connsiteX3" fmla="*/ 39697 w 244481"/>
                <a:gd name="connsiteY3" fmla="*/ 79393 h 258474"/>
                <a:gd name="connsiteX4" fmla="*/ 0 w 244481"/>
                <a:gd name="connsiteY4" fmla="*/ 39697 h 258474"/>
                <a:gd name="connsiteX5" fmla="*/ 39697 w 244481"/>
                <a:gd name="connsiteY5" fmla="*/ 0 h 258474"/>
                <a:gd name="connsiteX6" fmla="*/ 204785 w 244481"/>
                <a:gd name="connsiteY6" fmla="*/ 0 h 258474"/>
                <a:gd name="connsiteX7" fmla="*/ 244481 w 244481"/>
                <a:gd name="connsiteY7" fmla="*/ 39697 h 258474"/>
                <a:gd name="connsiteX8" fmla="*/ 244481 w 244481"/>
                <a:gd name="connsiteY8" fmla="*/ 218778 h 258474"/>
                <a:gd name="connsiteX9" fmla="*/ 204785 w 244481"/>
                <a:gd name="connsiteY9" fmla="*/ 258474 h 25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4481" h="258474">
                  <a:moveTo>
                    <a:pt x="204785" y="258474"/>
                  </a:moveTo>
                  <a:cubicBezTo>
                    <a:pt x="182852" y="258474"/>
                    <a:pt x="165088" y="240710"/>
                    <a:pt x="165088" y="218778"/>
                  </a:cubicBezTo>
                  <a:lnTo>
                    <a:pt x="165088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4785" y="0"/>
                  </a:lnTo>
                  <a:cubicBezTo>
                    <a:pt x="226717" y="0"/>
                    <a:pt x="244481" y="17764"/>
                    <a:pt x="244481" y="39697"/>
                  </a:cubicBezTo>
                  <a:lnTo>
                    <a:pt x="244481" y="218778"/>
                  </a:lnTo>
                  <a:cubicBezTo>
                    <a:pt x="244481" y="240710"/>
                    <a:pt x="226717" y="258474"/>
                    <a:pt x="204785" y="258474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0146C150-F5DD-A5D0-44FB-5763FFD8FE21}"/>
              </a:ext>
            </a:extLst>
          </p:cNvPr>
          <p:cNvGrpSpPr/>
          <p:nvPr/>
        </p:nvGrpSpPr>
        <p:grpSpPr>
          <a:xfrm>
            <a:off x="5426214" y="1461203"/>
            <a:ext cx="831224" cy="791053"/>
            <a:chOff x="5426214" y="1461203"/>
            <a:chExt cx="831224" cy="791053"/>
          </a:xfrm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9F135883-751D-A025-69C0-FAC30F8747F3}"/>
                </a:ext>
              </a:extLst>
            </p:cNvPr>
            <p:cNvSpPr/>
            <p:nvPr/>
          </p:nvSpPr>
          <p:spPr>
            <a:xfrm>
              <a:off x="5631848" y="1461203"/>
              <a:ext cx="625590" cy="751356"/>
            </a:xfrm>
            <a:custGeom>
              <a:avLst/>
              <a:gdLst>
                <a:gd name="connsiteX0" fmla="*/ 483449 w 625590"/>
                <a:gd name="connsiteY0" fmla="*/ 751356 h 751356"/>
                <a:gd name="connsiteX1" fmla="*/ 495110 w 625590"/>
                <a:gd name="connsiteY1" fmla="*/ 740490 h 751356"/>
                <a:gd name="connsiteX2" fmla="*/ 502206 w 625590"/>
                <a:gd name="connsiteY2" fmla="*/ 638618 h 751356"/>
                <a:gd name="connsiteX3" fmla="*/ 549891 w 625590"/>
                <a:gd name="connsiteY3" fmla="*/ 518933 h 751356"/>
                <a:gd name="connsiteX4" fmla="*/ 618765 w 625590"/>
                <a:gd name="connsiteY4" fmla="*/ 352456 h 751356"/>
                <a:gd name="connsiteX5" fmla="*/ 625414 w 625590"/>
                <a:gd name="connsiteY5" fmla="*/ 263635 h 751356"/>
                <a:gd name="connsiteX6" fmla="*/ 544780 w 625590"/>
                <a:gd name="connsiteY6" fmla="*/ 74381 h 751356"/>
                <a:gd name="connsiteX7" fmla="*/ 350019 w 625590"/>
                <a:gd name="connsiteY7" fmla="*/ 0 h 751356"/>
                <a:gd name="connsiteX8" fmla="*/ 135806 w 625590"/>
                <a:gd name="connsiteY8" fmla="*/ 77954 h 751356"/>
                <a:gd name="connsiteX9" fmla="*/ 58051 w 625590"/>
                <a:gd name="connsiteY9" fmla="*/ 290331 h 751356"/>
                <a:gd name="connsiteX10" fmla="*/ 2426 w 625590"/>
                <a:gd name="connsiteY10" fmla="*/ 450804 h 751356"/>
                <a:gd name="connsiteX11" fmla="*/ 5998 w 625590"/>
                <a:gd name="connsiteY11" fmla="*/ 483306 h 751356"/>
                <a:gd name="connsiteX12" fmla="*/ 35076 w 625590"/>
                <a:gd name="connsiteY12" fmla="*/ 498787 h 751356"/>
                <a:gd name="connsiteX13" fmla="*/ 83556 w 625590"/>
                <a:gd name="connsiteY13" fmla="*/ 498787 h 751356"/>
                <a:gd name="connsiteX14" fmla="*/ 101022 w 625590"/>
                <a:gd name="connsiteY14" fmla="*/ 612865 h 751356"/>
                <a:gd name="connsiteX15" fmla="*/ 153471 w 625590"/>
                <a:gd name="connsiteY15" fmla="*/ 657871 h 751356"/>
                <a:gd name="connsiteX16" fmla="*/ 178133 w 625590"/>
                <a:gd name="connsiteY16" fmla="*/ 657871 h 75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5590" h="751356">
                  <a:moveTo>
                    <a:pt x="483449" y="751356"/>
                  </a:moveTo>
                  <a:cubicBezTo>
                    <a:pt x="489503" y="751356"/>
                    <a:pt x="494614" y="746543"/>
                    <a:pt x="495110" y="740490"/>
                  </a:cubicBezTo>
                  <a:lnTo>
                    <a:pt x="502206" y="638618"/>
                  </a:lnTo>
                  <a:cubicBezTo>
                    <a:pt x="505282" y="595250"/>
                    <a:pt x="521756" y="553817"/>
                    <a:pt x="549891" y="518933"/>
                  </a:cubicBezTo>
                  <a:cubicBezTo>
                    <a:pt x="592813" y="465690"/>
                    <a:pt x="611024" y="399000"/>
                    <a:pt x="618765" y="352456"/>
                  </a:cubicBezTo>
                  <a:cubicBezTo>
                    <a:pt x="626804" y="304076"/>
                    <a:pt x="625613" y="267604"/>
                    <a:pt x="625414" y="263635"/>
                  </a:cubicBezTo>
                  <a:cubicBezTo>
                    <a:pt x="625365" y="190345"/>
                    <a:pt x="596684" y="123109"/>
                    <a:pt x="544780" y="74381"/>
                  </a:cubicBezTo>
                  <a:cubicBezTo>
                    <a:pt x="493820" y="26448"/>
                    <a:pt x="424649" y="0"/>
                    <a:pt x="350019" y="0"/>
                  </a:cubicBezTo>
                  <a:cubicBezTo>
                    <a:pt x="260751" y="0"/>
                    <a:pt x="186717" y="26994"/>
                    <a:pt x="135806" y="77954"/>
                  </a:cubicBezTo>
                  <a:cubicBezTo>
                    <a:pt x="85342" y="128518"/>
                    <a:pt x="58448" y="201907"/>
                    <a:pt x="58051" y="290331"/>
                  </a:cubicBezTo>
                  <a:lnTo>
                    <a:pt x="2426" y="450804"/>
                  </a:lnTo>
                  <a:cubicBezTo>
                    <a:pt x="-1792" y="461522"/>
                    <a:pt x="-452" y="473679"/>
                    <a:pt x="5998" y="483306"/>
                  </a:cubicBezTo>
                  <a:cubicBezTo>
                    <a:pt x="12499" y="492982"/>
                    <a:pt x="23366" y="498787"/>
                    <a:pt x="35076" y="498787"/>
                  </a:cubicBezTo>
                  <a:lnTo>
                    <a:pt x="83556" y="498787"/>
                  </a:lnTo>
                  <a:lnTo>
                    <a:pt x="101022" y="612865"/>
                  </a:lnTo>
                  <a:cubicBezTo>
                    <a:pt x="105041" y="638966"/>
                    <a:pt x="127123" y="657871"/>
                    <a:pt x="153471" y="657871"/>
                  </a:cubicBezTo>
                  <a:lnTo>
                    <a:pt x="178133" y="657871"/>
                  </a:lnTo>
                </a:path>
              </a:pathLst>
            </a:custGeom>
            <a:noFill/>
            <a:ln w="79248" cap="rnd">
              <a:solidFill>
                <a:srgbClr val="C428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A20595D9-298C-C35E-435B-E2A3319B70EE}"/>
                </a:ext>
              </a:extLst>
            </p:cNvPr>
            <p:cNvSpPr/>
            <p:nvPr/>
          </p:nvSpPr>
          <p:spPr>
            <a:xfrm>
              <a:off x="5889265" y="1606592"/>
              <a:ext cx="274719" cy="645664"/>
            </a:xfrm>
            <a:custGeom>
              <a:avLst/>
              <a:gdLst>
                <a:gd name="connsiteX0" fmla="*/ 235064 w 274719"/>
                <a:gd name="connsiteY0" fmla="*/ 645664 h 645664"/>
                <a:gd name="connsiteX1" fmla="*/ 39657 w 274719"/>
                <a:gd name="connsiteY1" fmla="*/ 645664 h 645664"/>
                <a:gd name="connsiteX2" fmla="*/ 10381 w 274719"/>
                <a:gd name="connsiteY2" fmla="*/ 632763 h 645664"/>
                <a:gd name="connsiteX3" fmla="*/ 159 w 274719"/>
                <a:gd name="connsiteY3" fmla="*/ 602445 h 645664"/>
                <a:gd name="connsiteX4" fmla="*/ 46803 w 274719"/>
                <a:gd name="connsiteY4" fmla="*/ 82817 h 645664"/>
                <a:gd name="connsiteX5" fmla="*/ 137361 w 274719"/>
                <a:gd name="connsiteY5" fmla="*/ 0 h 645664"/>
                <a:gd name="connsiteX6" fmla="*/ 227919 w 274719"/>
                <a:gd name="connsiteY6" fmla="*/ 82817 h 645664"/>
                <a:gd name="connsiteX7" fmla="*/ 274562 w 274719"/>
                <a:gd name="connsiteY7" fmla="*/ 602445 h 645664"/>
                <a:gd name="connsiteX8" fmla="*/ 264340 w 274719"/>
                <a:gd name="connsiteY8" fmla="*/ 632763 h 645664"/>
                <a:gd name="connsiteX9" fmla="*/ 235064 w 274719"/>
                <a:gd name="connsiteY9" fmla="*/ 645664 h 645664"/>
                <a:gd name="connsiteX10" fmla="*/ 83076 w 274719"/>
                <a:gd name="connsiteY10" fmla="*/ 566271 h 645664"/>
                <a:gd name="connsiteX11" fmla="*/ 191646 w 274719"/>
                <a:gd name="connsiteY11" fmla="*/ 566271 h 645664"/>
                <a:gd name="connsiteX12" fmla="*/ 148873 w 274719"/>
                <a:gd name="connsiteY12" fmla="*/ 89913 h 645664"/>
                <a:gd name="connsiteX13" fmla="*/ 137361 w 274719"/>
                <a:gd name="connsiteY13" fmla="*/ 79393 h 645664"/>
                <a:gd name="connsiteX14" fmla="*/ 125849 w 274719"/>
                <a:gd name="connsiteY14" fmla="*/ 89913 h 645664"/>
                <a:gd name="connsiteX15" fmla="*/ 83076 w 274719"/>
                <a:gd name="connsiteY15" fmla="*/ 566271 h 64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4719" h="645664">
                  <a:moveTo>
                    <a:pt x="235064" y="645664"/>
                  </a:moveTo>
                  <a:lnTo>
                    <a:pt x="39657" y="645664"/>
                  </a:lnTo>
                  <a:cubicBezTo>
                    <a:pt x="28493" y="645664"/>
                    <a:pt x="17874" y="641000"/>
                    <a:pt x="10381" y="632763"/>
                  </a:cubicBezTo>
                  <a:cubicBezTo>
                    <a:pt x="2839" y="624526"/>
                    <a:pt x="-833" y="613510"/>
                    <a:pt x="159" y="602445"/>
                  </a:cubicBezTo>
                  <a:lnTo>
                    <a:pt x="46803" y="82817"/>
                  </a:lnTo>
                  <a:cubicBezTo>
                    <a:pt x="51120" y="34834"/>
                    <a:pt x="89229" y="0"/>
                    <a:pt x="137361" y="0"/>
                  </a:cubicBezTo>
                  <a:cubicBezTo>
                    <a:pt x="185493" y="0"/>
                    <a:pt x="223651" y="34834"/>
                    <a:pt x="227919" y="82817"/>
                  </a:cubicBezTo>
                  <a:lnTo>
                    <a:pt x="274562" y="602445"/>
                  </a:lnTo>
                  <a:cubicBezTo>
                    <a:pt x="275554" y="613560"/>
                    <a:pt x="271833" y="624576"/>
                    <a:pt x="264340" y="632763"/>
                  </a:cubicBezTo>
                  <a:cubicBezTo>
                    <a:pt x="256798" y="641000"/>
                    <a:pt x="246179" y="645664"/>
                    <a:pt x="235064" y="645664"/>
                  </a:cubicBezTo>
                  <a:close/>
                  <a:moveTo>
                    <a:pt x="83076" y="566271"/>
                  </a:moveTo>
                  <a:lnTo>
                    <a:pt x="191646" y="566271"/>
                  </a:lnTo>
                  <a:lnTo>
                    <a:pt x="148873" y="89913"/>
                  </a:lnTo>
                  <a:cubicBezTo>
                    <a:pt x="148625" y="87035"/>
                    <a:pt x="147930" y="79393"/>
                    <a:pt x="137361" y="79393"/>
                  </a:cubicBezTo>
                  <a:cubicBezTo>
                    <a:pt x="126791" y="79393"/>
                    <a:pt x="126097" y="87035"/>
                    <a:pt x="125849" y="89913"/>
                  </a:cubicBezTo>
                  <a:lnTo>
                    <a:pt x="83076" y="566271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FC76A7F5-8FBA-845D-CCB2-8B8572C98435}"/>
                </a:ext>
              </a:extLst>
            </p:cNvPr>
            <p:cNvSpPr/>
            <p:nvPr/>
          </p:nvSpPr>
          <p:spPr>
            <a:xfrm>
              <a:off x="5928674" y="1733968"/>
              <a:ext cx="197490" cy="79393"/>
            </a:xfrm>
            <a:custGeom>
              <a:avLst/>
              <a:gdLst>
                <a:gd name="connsiteX0" fmla="*/ 157794 w 197490"/>
                <a:gd name="connsiteY0" fmla="*/ 79393 h 79393"/>
                <a:gd name="connsiteX1" fmla="*/ 39697 w 197490"/>
                <a:gd name="connsiteY1" fmla="*/ 79393 h 79393"/>
                <a:gd name="connsiteX2" fmla="*/ 0 w 197490"/>
                <a:gd name="connsiteY2" fmla="*/ 39697 h 79393"/>
                <a:gd name="connsiteX3" fmla="*/ 39697 w 197490"/>
                <a:gd name="connsiteY3" fmla="*/ 0 h 79393"/>
                <a:gd name="connsiteX4" fmla="*/ 157794 w 197490"/>
                <a:gd name="connsiteY4" fmla="*/ 0 h 79393"/>
                <a:gd name="connsiteX5" fmla="*/ 197491 w 197490"/>
                <a:gd name="connsiteY5" fmla="*/ 39697 h 79393"/>
                <a:gd name="connsiteX6" fmla="*/ 157794 w 1974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490" h="79393">
                  <a:moveTo>
                    <a:pt x="15779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57794" y="0"/>
                  </a:lnTo>
                  <a:cubicBezTo>
                    <a:pt x="179726" y="0"/>
                    <a:pt x="197491" y="17764"/>
                    <a:pt x="197491" y="39697"/>
                  </a:cubicBezTo>
                  <a:cubicBezTo>
                    <a:pt x="197491" y="61629"/>
                    <a:pt x="179726" y="79393"/>
                    <a:pt x="15779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9763757C-C818-54A9-A18C-C2EAB8D5D27A}"/>
                </a:ext>
              </a:extLst>
            </p:cNvPr>
            <p:cNvSpPr/>
            <p:nvPr/>
          </p:nvSpPr>
          <p:spPr>
            <a:xfrm>
              <a:off x="5426214" y="1594643"/>
              <a:ext cx="452980" cy="253701"/>
            </a:xfrm>
            <a:custGeom>
              <a:avLst/>
              <a:gdLst>
                <a:gd name="connsiteX0" fmla="*/ 39697 w 452980"/>
                <a:gd name="connsiteY0" fmla="*/ 253701 h 253701"/>
                <a:gd name="connsiteX1" fmla="*/ 13050 w 452980"/>
                <a:gd name="connsiteY1" fmla="*/ 243430 h 253701"/>
                <a:gd name="connsiteX2" fmla="*/ 0 w 452980"/>
                <a:gd name="connsiteY2" fmla="*/ 214005 h 253701"/>
                <a:gd name="connsiteX3" fmla="*/ 0 w 452980"/>
                <a:gd name="connsiteY3" fmla="*/ 39737 h 253701"/>
                <a:gd name="connsiteX4" fmla="*/ 13050 w 452980"/>
                <a:gd name="connsiteY4" fmla="*/ 10312 h 253701"/>
                <a:gd name="connsiteX5" fmla="*/ 43567 w 452980"/>
                <a:gd name="connsiteY5" fmla="*/ 189 h 253701"/>
                <a:gd name="connsiteX6" fmla="*/ 417162 w 452980"/>
                <a:gd name="connsiteY6" fmla="*/ 36710 h 253701"/>
                <a:gd name="connsiteX7" fmla="*/ 452789 w 452980"/>
                <a:gd name="connsiteY7" fmla="*/ 80078 h 253701"/>
                <a:gd name="connsiteX8" fmla="*/ 409421 w 452980"/>
                <a:gd name="connsiteY8" fmla="*/ 115706 h 253701"/>
                <a:gd name="connsiteX9" fmla="*/ 79393 w 452980"/>
                <a:gd name="connsiteY9" fmla="*/ 83403 h 253701"/>
                <a:gd name="connsiteX10" fmla="*/ 79393 w 452980"/>
                <a:gd name="connsiteY10" fmla="*/ 170140 h 253701"/>
                <a:gd name="connsiteX11" fmla="*/ 409421 w 452980"/>
                <a:gd name="connsiteY11" fmla="*/ 137886 h 253701"/>
                <a:gd name="connsiteX12" fmla="*/ 452789 w 452980"/>
                <a:gd name="connsiteY12" fmla="*/ 173514 h 253701"/>
                <a:gd name="connsiteX13" fmla="*/ 417162 w 452980"/>
                <a:gd name="connsiteY13" fmla="*/ 216883 h 253701"/>
                <a:gd name="connsiteX14" fmla="*/ 43567 w 452980"/>
                <a:gd name="connsiteY14" fmla="*/ 253403 h 253701"/>
                <a:gd name="connsiteX15" fmla="*/ 39697 w 452980"/>
                <a:gd name="connsiteY15" fmla="*/ 253602 h 25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980" h="253701">
                  <a:moveTo>
                    <a:pt x="39697" y="253701"/>
                  </a:moveTo>
                  <a:cubicBezTo>
                    <a:pt x="29872" y="253701"/>
                    <a:pt x="20345" y="250079"/>
                    <a:pt x="13050" y="243430"/>
                  </a:cubicBezTo>
                  <a:cubicBezTo>
                    <a:pt x="4764" y="235887"/>
                    <a:pt x="0" y="225219"/>
                    <a:pt x="0" y="214005"/>
                  </a:cubicBezTo>
                  <a:lnTo>
                    <a:pt x="0" y="39737"/>
                  </a:lnTo>
                  <a:cubicBezTo>
                    <a:pt x="0" y="28522"/>
                    <a:pt x="4714" y="17854"/>
                    <a:pt x="13050" y="10312"/>
                  </a:cubicBezTo>
                  <a:cubicBezTo>
                    <a:pt x="21337" y="2769"/>
                    <a:pt x="32452" y="-903"/>
                    <a:pt x="43567" y="189"/>
                  </a:cubicBezTo>
                  <a:lnTo>
                    <a:pt x="417162" y="36710"/>
                  </a:lnTo>
                  <a:cubicBezTo>
                    <a:pt x="438995" y="38843"/>
                    <a:pt x="454923" y="58245"/>
                    <a:pt x="452789" y="80078"/>
                  </a:cubicBezTo>
                  <a:cubicBezTo>
                    <a:pt x="450656" y="101911"/>
                    <a:pt x="431254" y="117939"/>
                    <a:pt x="409421" y="115706"/>
                  </a:cubicBezTo>
                  <a:lnTo>
                    <a:pt x="79393" y="83403"/>
                  </a:lnTo>
                  <a:lnTo>
                    <a:pt x="79393" y="170140"/>
                  </a:lnTo>
                  <a:lnTo>
                    <a:pt x="409421" y="137886"/>
                  </a:lnTo>
                  <a:cubicBezTo>
                    <a:pt x="431204" y="135703"/>
                    <a:pt x="450656" y="151731"/>
                    <a:pt x="452789" y="173514"/>
                  </a:cubicBezTo>
                  <a:cubicBezTo>
                    <a:pt x="454923" y="195347"/>
                    <a:pt x="438945" y="214749"/>
                    <a:pt x="417162" y="216883"/>
                  </a:cubicBezTo>
                  <a:lnTo>
                    <a:pt x="43567" y="253403"/>
                  </a:lnTo>
                  <a:cubicBezTo>
                    <a:pt x="42277" y="253552"/>
                    <a:pt x="40987" y="253602"/>
                    <a:pt x="39697" y="25360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AEAD5CFF-CE53-F665-8665-7E1BF7367C09}"/>
              </a:ext>
            </a:extLst>
          </p:cNvPr>
          <p:cNvGrpSpPr/>
          <p:nvPr/>
        </p:nvGrpSpPr>
        <p:grpSpPr>
          <a:xfrm>
            <a:off x="6766537" y="1490331"/>
            <a:ext cx="828588" cy="718209"/>
            <a:chOff x="6766537" y="1490331"/>
            <a:chExt cx="828588" cy="718209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ECD2CB7-A8EB-FA46-59C4-9D85E8D800FF}"/>
                </a:ext>
              </a:extLst>
            </p:cNvPr>
            <p:cNvSpPr/>
            <p:nvPr/>
          </p:nvSpPr>
          <p:spPr>
            <a:xfrm>
              <a:off x="6856312" y="1490331"/>
              <a:ext cx="303927" cy="197391"/>
            </a:xfrm>
            <a:custGeom>
              <a:avLst/>
              <a:gdLst>
                <a:gd name="connsiteX0" fmla="*/ 264082 w 303927"/>
                <a:gd name="connsiteY0" fmla="*/ 197391 h 197391"/>
                <a:gd name="connsiteX1" fmla="*/ 263040 w 303927"/>
                <a:gd name="connsiteY1" fmla="*/ 197391 h 197391"/>
                <a:gd name="connsiteX2" fmla="*/ 224385 w 303927"/>
                <a:gd name="connsiteY2" fmla="*/ 156653 h 197391"/>
                <a:gd name="connsiteX3" fmla="*/ 224534 w 303927"/>
                <a:gd name="connsiteY3" fmla="*/ 151492 h 197391"/>
                <a:gd name="connsiteX4" fmla="*/ 151939 w 303927"/>
                <a:gd name="connsiteY4" fmla="*/ 79393 h 197391"/>
                <a:gd name="connsiteX5" fmla="*/ 79393 w 303927"/>
                <a:gd name="connsiteY5" fmla="*/ 151939 h 197391"/>
                <a:gd name="connsiteX6" fmla="*/ 39697 w 303927"/>
                <a:gd name="connsiteY6" fmla="*/ 191635 h 197391"/>
                <a:gd name="connsiteX7" fmla="*/ 0 w 303927"/>
                <a:gd name="connsiteY7" fmla="*/ 151939 h 197391"/>
                <a:gd name="connsiteX8" fmla="*/ 151939 w 303927"/>
                <a:gd name="connsiteY8" fmla="*/ 0 h 197391"/>
                <a:gd name="connsiteX9" fmla="*/ 303927 w 303927"/>
                <a:gd name="connsiteY9" fmla="*/ 151939 h 197391"/>
                <a:gd name="connsiteX10" fmla="*/ 303927 w 303927"/>
                <a:gd name="connsiteY10" fmla="*/ 152981 h 197391"/>
                <a:gd name="connsiteX11" fmla="*/ 303778 w 303927"/>
                <a:gd name="connsiteY11" fmla="*/ 158737 h 197391"/>
                <a:gd name="connsiteX12" fmla="*/ 264131 w 303927"/>
                <a:gd name="connsiteY12" fmla="*/ 197391 h 19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927" h="197391">
                  <a:moveTo>
                    <a:pt x="264082" y="197391"/>
                  </a:moveTo>
                  <a:cubicBezTo>
                    <a:pt x="263734" y="197391"/>
                    <a:pt x="263387" y="197391"/>
                    <a:pt x="263040" y="197391"/>
                  </a:cubicBezTo>
                  <a:cubicBezTo>
                    <a:pt x="241107" y="196796"/>
                    <a:pt x="223839" y="178585"/>
                    <a:pt x="224385" y="156653"/>
                  </a:cubicBezTo>
                  <a:lnTo>
                    <a:pt x="224534" y="151492"/>
                  </a:lnTo>
                  <a:cubicBezTo>
                    <a:pt x="224286" y="111696"/>
                    <a:pt x="191834" y="79393"/>
                    <a:pt x="151939" y="79393"/>
                  </a:cubicBezTo>
                  <a:cubicBezTo>
                    <a:pt x="112044" y="79393"/>
                    <a:pt x="79393" y="111944"/>
                    <a:pt x="79393" y="151939"/>
                  </a:cubicBezTo>
                  <a:cubicBezTo>
                    <a:pt x="79393" y="173871"/>
                    <a:pt x="61629" y="191635"/>
                    <a:pt x="39697" y="191635"/>
                  </a:cubicBezTo>
                  <a:cubicBezTo>
                    <a:pt x="17764" y="191635"/>
                    <a:pt x="0" y="173871"/>
                    <a:pt x="0" y="151939"/>
                  </a:cubicBezTo>
                  <a:cubicBezTo>
                    <a:pt x="0" y="68179"/>
                    <a:pt x="68179" y="0"/>
                    <a:pt x="151939" y="0"/>
                  </a:cubicBezTo>
                  <a:cubicBezTo>
                    <a:pt x="235699" y="0"/>
                    <a:pt x="303927" y="68179"/>
                    <a:pt x="303927" y="151939"/>
                  </a:cubicBezTo>
                  <a:cubicBezTo>
                    <a:pt x="303927" y="152286"/>
                    <a:pt x="303927" y="152633"/>
                    <a:pt x="303927" y="152981"/>
                  </a:cubicBezTo>
                  <a:lnTo>
                    <a:pt x="303778" y="158737"/>
                  </a:lnTo>
                  <a:cubicBezTo>
                    <a:pt x="303232" y="180322"/>
                    <a:pt x="285567" y="197391"/>
                    <a:pt x="264131" y="197391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BEEF677B-AEE4-B688-76F8-CD8B59CFB5F5}"/>
                </a:ext>
              </a:extLst>
            </p:cNvPr>
            <p:cNvSpPr/>
            <p:nvPr/>
          </p:nvSpPr>
          <p:spPr>
            <a:xfrm>
              <a:off x="7201474" y="1490331"/>
              <a:ext cx="303927" cy="191635"/>
            </a:xfrm>
            <a:custGeom>
              <a:avLst/>
              <a:gdLst>
                <a:gd name="connsiteX0" fmla="*/ 264230 w 303927"/>
                <a:gd name="connsiteY0" fmla="*/ 191635 h 191635"/>
                <a:gd name="connsiteX1" fmla="*/ 39697 w 303927"/>
                <a:gd name="connsiteY1" fmla="*/ 191635 h 191635"/>
                <a:gd name="connsiteX2" fmla="*/ 0 w 303927"/>
                <a:gd name="connsiteY2" fmla="*/ 151939 h 191635"/>
                <a:gd name="connsiteX3" fmla="*/ 151939 w 303927"/>
                <a:gd name="connsiteY3" fmla="*/ 0 h 191635"/>
                <a:gd name="connsiteX4" fmla="*/ 303927 w 303927"/>
                <a:gd name="connsiteY4" fmla="*/ 151939 h 191635"/>
                <a:gd name="connsiteX5" fmla="*/ 264230 w 303927"/>
                <a:gd name="connsiteY5" fmla="*/ 191635 h 191635"/>
                <a:gd name="connsiteX6" fmla="*/ 91253 w 303927"/>
                <a:gd name="connsiteY6" fmla="*/ 112242 h 191635"/>
                <a:gd name="connsiteX7" fmla="*/ 212675 w 303927"/>
                <a:gd name="connsiteY7" fmla="*/ 112242 h 191635"/>
                <a:gd name="connsiteX8" fmla="*/ 151939 w 303927"/>
                <a:gd name="connsiteY8" fmla="*/ 79393 h 191635"/>
                <a:gd name="connsiteX9" fmla="*/ 91253 w 303927"/>
                <a:gd name="connsiteY9" fmla="*/ 112242 h 19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3927" h="191635">
                  <a:moveTo>
                    <a:pt x="264230" y="191635"/>
                  </a:moveTo>
                  <a:lnTo>
                    <a:pt x="39697" y="191635"/>
                  </a:lnTo>
                  <a:cubicBezTo>
                    <a:pt x="17764" y="191635"/>
                    <a:pt x="0" y="173871"/>
                    <a:pt x="0" y="151939"/>
                  </a:cubicBezTo>
                  <a:cubicBezTo>
                    <a:pt x="0" y="68179"/>
                    <a:pt x="68179" y="0"/>
                    <a:pt x="151939" y="0"/>
                  </a:cubicBezTo>
                  <a:cubicBezTo>
                    <a:pt x="235699" y="0"/>
                    <a:pt x="303927" y="68179"/>
                    <a:pt x="303927" y="151939"/>
                  </a:cubicBezTo>
                  <a:cubicBezTo>
                    <a:pt x="303927" y="173871"/>
                    <a:pt x="286163" y="191635"/>
                    <a:pt x="264230" y="191635"/>
                  </a:cubicBezTo>
                  <a:close/>
                  <a:moveTo>
                    <a:pt x="91253" y="112242"/>
                  </a:moveTo>
                  <a:lnTo>
                    <a:pt x="212675" y="112242"/>
                  </a:lnTo>
                  <a:cubicBezTo>
                    <a:pt x="199674" y="92493"/>
                    <a:pt x="177295" y="79393"/>
                    <a:pt x="151939" y="79393"/>
                  </a:cubicBezTo>
                  <a:cubicBezTo>
                    <a:pt x="126582" y="79393"/>
                    <a:pt x="104204" y="92493"/>
                    <a:pt x="91253" y="112242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BBC9390-4F9E-75B8-C44D-77D60A11CFAE}"/>
                </a:ext>
              </a:extLst>
            </p:cNvPr>
            <p:cNvSpPr/>
            <p:nvPr/>
          </p:nvSpPr>
          <p:spPr>
            <a:xfrm>
              <a:off x="6766537" y="1602573"/>
              <a:ext cx="393662" cy="453681"/>
            </a:xfrm>
            <a:custGeom>
              <a:avLst/>
              <a:gdLst>
                <a:gd name="connsiteX0" fmla="*/ 39757 w 393662"/>
                <a:gd name="connsiteY0" fmla="*/ 453632 h 453681"/>
                <a:gd name="connsiteX1" fmla="*/ 30478 w 393662"/>
                <a:gd name="connsiteY1" fmla="*/ 452541 h 453681"/>
                <a:gd name="connsiteX2" fmla="*/ 1102 w 393662"/>
                <a:gd name="connsiteY2" fmla="*/ 404706 h 453681"/>
                <a:gd name="connsiteX3" fmla="*/ 90817 w 393662"/>
                <a:gd name="connsiteY3" fmla="*/ 30417 h 453681"/>
                <a:gd name="connsiteX4" fmla="*/ 129421 w 393662"/>
                <a:gd name="connsiteY4" fmla="*/ 0 h 453681"/>
                <a:gd name="connsiteX5" fmla="*/ 353955 w 393662"/>
                <a:gd name="connsiteY5" fmla="*/ 0 h 453681"/>
                <a:gd name="connsiteX6" fmla="*/ 382388 w 393662"/>
                <a:gd name="connsiteY6" fmla="*/ 12008 h 453681"/>
                <a:gd name="connsiteX7" fmla="*/ 393652 w 393662"/>
                <a:gd name="connsiteY7" fmla="*/ 40739 h 453681"/>
                <a:gd name="connsiteX8" fmla="*/ 384125 w 393662"/>
                <a:gd name="connsiteY8" fmla="*/ 414978 h 453681"/>
                <a:gd name="connsiteX9" fmla="*/ 344478 w 393662"/>
                <a:gd name="connsiteY9" fmla="*/ 453682 h 453681"/>
                <a:gd name="connsiteX10" fmla="*/ 343436 w 393662"/>
                <a:gd name="connsiteY10" fmla="*/ 453682 h 453681"/>
                <a:gd name="connsiteX11" fmla="*/ 304781 w 393662"/>
                <a:gd name="connsiteY11" fmla="*/ 412993 h 453681"/>
                <a:gd name="connsiteX12" fmla="*/ 313266 w 393662"/>
                <a:gd name="connsiteY12" fmla="*/ 79443 h 453681"/>
                <a:gd name="connsiteX13" fmla="*/ 160732 w 393662"/>
                <a:gd name="connsiteY13" fmla="*/ 79443 h 453681"/>
                <a:gd name="connsiteX14" fmla="*/ 78312 w 393662"/>
                <a:gd name="connsiteY14" fmla="*/ 423215 h 453681"/>
                <a:gd name="connsiteX15" fmla="*/ 39757 w 393662"/>
                <a:gd name="connsiteY15" fmla="*/ 453682 h 45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62" h="453681">
                  <a:moveTo>
                    <a:pt x="39757" y="453632"/>
                  </a:moveTo>
                  <a:cubicBezTo>
                    <a:pt x="36680" y="453632"/>
                    <a:pt x="33604" y="453285"/>
                    <a:pt x="30478" y="452541"/>
                  </a:cubicBezTo>
                  <a:cubicBezTo>
                    <a:pt x="9141" y="447430"/>
                    <a:pt x="-4009" y="425994"/>
                    <a:pt x="1102" y="404706"/>
                  </a:cubicBezTo>
                  <a:lnTo>
                    <a:pt x="90817" y="30417"/>
                  </a:lnTo>
                  <a:cubicBezTo>
                    <a:pt x="95084" y="12554"/>
                    <a:pt x="111062" y="0"/>
                    <a:pt x="129421" y="0"/>
                  </a:cubicBezTo>
                  <a:lnTo>
                    <a:pt x="353955" y="0"/>
                  </a:lnTo>
                  <a:cubicBezTo>
                    <a:pt x="364673" y="0"/>
                    <a:pt x="374895" y="4317"/>
                    <a:pt x="382388" y="12008"/>
                  </a:cubicBezTo>
                  <a:cubicBezTo>
                    <a:pt x="389881" y="19650"/>
                    <a:pt x="393900" y="30021"/>
                    <a:pt x="393652" y="40739"/>
                  </a:cubicBezTo>
                  <a:lnTo>
                    <a:pt x="384125" y="414978"/>
                  </a:lnTo>
                  <a:cubicBezTo>
                    <a:pt x="383579" y="436563"/>
                    <a:pt x="365914" y="453682"/>
                    <a:pt x="344478" y="453682"/>
                  </a:cubicBezTo>
                  <a:cubicBezTo>
                    <a:pt x="344130" y="453682"/>
                    <a:pt x="343783" y="453682"/>
                    <a:pt x="343436" y="453682"/>
                  </a:cubicBezTo>
                  <a:cubicBezTo>
                    <a:pt x="321503" y="453136"/>
                    <a:pt x="304186" y="434925"/>
                    <a:pt x="304781" y="412993"/>
                  </a:cubicBezTo>
                  <a:lnTo>
                    <a:pt x="313266" y="79443"/>
                  </a:lnTo>
                  <a:lnTo>
                    <a:pt x="160732" y="79443"/>
                  </a:lnTo>
                  <a:lnTo>
                    <a:pt x="78312" y="423215"/>
                  </a:lnTo>
                  <a:cubicBezTo>
                    <a:pt x="73945" y="441426"/>
                    <a:pt x="57670" y="453682"/>
                    <a:pt x="39757" y="453682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84ACBB4-61EF-BFC5-4965-CC236A10AAF0}"/>
                </a:ext>
              </a:extLst>
            </p:cNvPr>
            <p:cNvSpPr/>
            <p:nvPr/>
          </p:nvSpPr>
          <p:spPr>
            <a:xfrm>
              <a:off x="7201463" y="1602523"/>
              <a:ext cx="393662" cy="453681"/>
            </a:xfrm>
            <a:custGeom>
              <a:avLst/>
              <a:gdLst>
                <a:gd name="connsiteX0" fmla="*/ 353906 w 393662"/>
                <a:gd name="connsiteY0" fmla="*/ 453682 h 453681"/>
                <a:gd name="connsiteX1" fmla="*/ 315351 w 393662"/>
                <a:gd name="connsiteY1" fmla="*/ 423215 h 453681"/>
                <a:gd name="connsiteX2" fmla="*/ 232931 w 393662"/>
                <a:gd name="connsiteY2" fmla="*/ 79443 h 453681"/>
                <a:gd name="connsiteX3" fmla="*/ 80396 w 393662"/>
                <a:gd name="connsiteY3" fmla="*/ 79443 h 453681"/>
                <a:gd name="connsiteX4" fmla="*/ 88882 w 393662"/>
                <a:gd name="connsiteY4" fmla="*/ 412993 h 453681"/>
                <a:gd name="connsiteX5" fmla="*/ 50227 w 393662"/>
                <a:gd name="connsiteY5" fmla="*/ 453682 h 453681"/>
                <a:gd name="connsiteX6" fmla="*/ 49185 w 393662"/>
                <a:gd name="connsiteY6" fmla="*/ 453682 h 453681"/>
                <a:gd name="connsiteX7" fmla="*/ 9538 w 393662"/>
                <a:gd name="connsiteY7" fmla="*/ 414978 h 453681"/>
                <a:gd name="connsiteX8" fmla="*/ 11 w 393662"/>
                <a:gd name="connsiteY8" fmla="*/ 40739 h 453681"/>
                <a:gd name="connsiteX9" fmla="*/ 11275 w 393662"/>
                <a:gd name="connsiteY9" fmla="*/ 12008 h 453681"/>
                <a:gd name="connsiteX10" fmla="*/ 39707 w 393662"/>
                <a:gd name="connsiteY10" fmla="*/ 0 h 453681"/>
                <a:gd name="connsiteX11" fmla="*/ 264241 w 393662"/>
                <a:gd name="connsiteY11" fmla="*/ 0 h 453681"/>
                <a:gd name="connsiteX12" fmla="*/ 302846 w 393662"/>
                <a:gd name="connsiteY12" fmla="*/ 30417 h 453681"/>
                <a:gd name="connsiteX13" fmla="*/ 392561 w 393662"/>
                <a:gd name="connsiteY13" fmla="*/ 404657 h 453681"/>
                <a:gd name="connsiteX14" fmla="*/ 363185 w 393662"/>
                <a:gd name="connsiteY14" fmla="*/ 452491 h 453681"/>
                <a:gd name="connsiteX15" fmla="*/ 353906 w 393662"/>
                <a:gd name="connsiteY15" fmla="*/ 453583 h 45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62" h="453681">
                  <a:moveTo>
                    <a:pt x="353906" y="453682"/>
                  </a:moveTo>
                  <a:cubicBezTo>
                    <a:pt x="335943" y="453682"/>
                    <a:pt x="319717" y="441426"/>
                    <a:pt x="315351" y="423215"/>
                  </a:cubicBezTo>
                  <a:lnTo>
                    <a:pt x="232931" y="79443"/>
                  </a:lnTo>
                  <a:lnTo>
                    <a:pt x="80396" y="79443"/>
                  </a:lnTo>
                  <a:lnTo>
                    <a:pt x="88882" y="412993"/>
                  </a:lnTo>
                  <a:cubicBezTo>
                    <a:pt x="89427" y="434925"/>
                    <a:pt x="72110" y="453136"/>
                    <a:pt x="50227" y="453682"/>
                  </a:cubicBezTo>
                  <a:cubicBezTo>
                    <a:pt x="49880" y="453682"/>
                    <a:pt x="49532" y="453682"/>
                    <a:pt x="49185" y="453682"/>
                  </a:cubicBezTo>
                  <a:cubicBezTo>
                    <a:pt x="27749" y="453682"/>
                    <a:pt x="10084" y="436563"/>
                    <a:pt x="9538" y="414978"/>
                  </a:cubicBezTo>
                  <a:lnTo>
                    <a:pt x="11" y="40739"/>
                  </a:lnTo>
                  <a:cubicBezTo>
                    <a:pt x="-237" y="30021"/>
                    <a:pt x="3782" y="19699"/>
                    <a:pt x="11275" y="12008"/>
                  </a:cubicBezTo>
                  <a:cubicBezTo>
                    <a:pt x="18767" y="4317"/>
                    <a:pt x="28989" y="0"/>
                    <a:pt x="39707" y="0"/>
                  </a:cubicBezTo>
                  <a:lnTo>
                    <a:pt x="264241" y="0"/>
                  </a:lnTo>
                  <a:cubicBezTo>
                    <a:pt x="282601" y="0"/>
                    <a:pt x="298579" y="12604"/>
                    <a:pt x="302846" y="30417"/>
                  </a:cubicBezTo>
                  <a:lnTo>
                    <a:pt x="392561" y="404657"/>
                  </a:lnTo>
                  <a:cubicBezTo>
                    <a:pt x="397671" y="425994"/>
                    <a:pt x="384522" y="447380"/>
                    <a:pt x="363185" y="452491"/>
                  </a:cubicBezTo>
                  <a:cubicBezTo>
                    <a:pt x="360059" y="453235"/>
                    <a:pt x="356982" y="453583"/>
                    <a:pt x="353906" y="45358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6D96E8EF-C747-342A-F5F2-7873BFAB8E51}"/>
                </a:ext>
              </a:extLst>
            </p:cNvPr>
            <p:cNvSpPr/>
            <p:nvPr/>
          </p:nvSpPr>
          <p:spPr>
            <a:xfrm>
              <a:off x="6766548" y="1824377"/>
              <a:ext cx="384163" cy="384163"/>
            </a:xfrm>
            <a:custGeom>
              <a:avLst/>
              <a:gdLst>
                <a:gd name="connsiteX0" fmla="*/ 192082 w 384163"/>
                <a:gd name="connsiteY0" fmla="*/ 384163 h 384163"/>
                <a:gd name="connsiteX1" fmla="*/ 0 w 384163"/>
                <a:gd name="connsiteY1" fmla="*/ 192082 h 384163"/>
                <a:gd name="connsiteX2" fmla="*/ 192082 w 384163"/>
                <a:gd name="connsiteY2" fmla="*/ 0 h 384163"/>
                <a:gd name="connsiteX3" fmla="*/ 384164 w 384163"/>
                <a:gd name="connsiteY3" fmla="*/ 192082 h 384163"/>
                <a:gd name="connsiteX4" fmla="*/ 192082 w 384163"/>
                <a:gd name="connsiteY4" fmla="*/ 384163 h 384163"/>
                <a:gd name="connsiteX5" fmla="*/ 192082 w 384163"/>
                <a:gd name="connsiteY5" fmla="*/ 79443 h 384163"/>
                <a:gd name="connsiteX6" fmla="*/ 79393 w 384163"/>
                <a:gd name="connsiteY6" fmla="*/ 192131 h 384163"/>
                <a:gd name="connsiteX7" fmla="*/ 192082 w 384163"/>
                <a:gd name="connsiteY7" fmla="*/ 304820 h 384163"/>
                <a:gd name="connsiteX8" fmla="*/ 304771 w 384163"/>
                <a:gd name="connsiteY8" fmla="*/ 192131 h 384163"/>
                <a:gd name="connsiteX9" fmla="*/ 192082 w 384163"/>
                <a:gd name="connsiteY9" fmla="*/ 79443 h 3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163" h="384163">
                  <a:moveTo>
                    <a:pt x="192082" y="384163"/>
                  </a:moveTo>
                  <a:cubicBezTo>
                    <a:pt x="86191" y="384163"/>
                    <a:pt x="0" y="298022"/>
                    <a:pt x="0" y="192082"/>
                  </a:cubicBezTo>
                  <a:cubicBezTo>
                    <a:pt x="0" y="86141"/>
                    <a:pt x="86142" y="0"/>
                    <a:pt x="192082" y="0"/>
                  </a:cubicBezTo>
                  <a:cubicBezTo>
                    <a:pt x="298022" y="0"/>
                    <a:pt x="384164" y="86141"/>
                    <a:pt x="384164" y="192082"/>
                  </a:cubicBezTo>
                  <a:cubicBezTo>
                    <a:pt x="384164" y="298022"/>
                    <a:pt x="298022" y="384163"/>
                    <a:pt x="192082" y="384163"/>
                  </a:cubicBezTo>
                  <a:close/>
                  <a:moveTo>
                    <a:pt x="192082" y="79443"/>
                  </a:moveTo>
                  <a:cubicBezTo>
                    <a:pt x="129957" y="79443"/>
                    <a:pt x="79393" y="130006"/>
                    <a:pt x="79393" y="192131"/>
                  </a:cubicBezTo>
                  <a:cubicBezTo>
                    <a:pt x="79393" y="254256"/>
                    <a:pt x="129957" y="304820"/>
                    <a:pt x="192082" y="304820"/>
                  </a:cubicBezTo>
                  <a:cubicBezTo>
                    <a:pt x="254207" y="304820"/>
                    <a:pt x="304771" y="254256"/>
                    <a:pt x="304771" y="192131"/>
                  </a:cubicBezTo>
                  <a:cubicBezTo>
                    <a:pt x="304771" y="130006"/>
                    <a:pt x="254207" y="79443"/>
                    <a:pt x="192082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B804B190-F50C-A1F8-1FE1-75867F90345C}"/>
                </a:ext>
              </a:extLst>
            </p:cNvPr>
            <p:cNvSpPr/>
            <p:nvPr/>
          </p:nvSpPr>
          <p:spPr>
            <a:xfrm>
              <a:off x="7210951" y="1824377"/>
              <a:ext cx="384163" cy="384163"/>
            </a:xfrm>
            <a:custGeom>
              <a:avLst/>
              <a:gdLst>
                <a:gd name="connsiteX0" fmla="*/ 192082 w 384163"/>
                <a:gd name="connsiteY0" fmla="*/ 384163 h 384163"/>
                <a:gd name="connsiteX1" fmla="*/ 0 w 384163"/>
                <a:gd name="connsiteY1" fmla="*/ 192082 h 384163"/>
                <a:gd name="connsiteX2" fmla="*/ 192082 w 384163"/>
                <a:gd name="connsiteY2" fmla="*/ 0 h 384163"/>
                <a:gd name="connsiteX3" fmla="*/ 384164 w 384163"/>
                <a:gd name="connsiteY3" fmla="*/ 192082 h 384163"/>
                <a:gd name="connsiteX4" fmla="*/ 192082 w 384163"/>
                <a:gd name="connsiteY4" fmla="*/ 384163 h 384163"/>
                <a:gd name="connsiteX5" fmla="*/ 192082 w 384163"/>
                <a:gd name="connsiteY5" fmla="*/ 79443 h 384163"/>
                <a:gd name="connsiteX6" fmla="*/ 79393 w 384163"/>
                <a:gd name="connsiteY6" fmla="*/ 192131 h 384163"/>
                <a:gd name="connsiteX7" fmla="*/ 192082 w 384163"/>
                <a:gd name="connsiteY7" fmla="*/ 304820 h 384163"/>
                <a:gd name="connsiteX8" fmla="*/ 304771 w 384163"/>
                <a:gd name="connsiteY8" fmla="*/ 192131 h 384163"/>
                <a:gd name="connsiteX9" fmla="*/ 192082 w 384163"/>
                <a:gd name="connsiteY9" fmla="*/ 79443 h 3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163" h="384163">
                  <a:moveTo>
                    <a:pt x="192082" y="384163"/>
                  </a:moveTo>
                  <a:cubicBezTo>
                    <a:pt x="86191" y="384163"/>
                    <a:pt x="0" y="298022"/>
                    <a:pt x="0" y="192082"/>
                  </a:cubicBezTo>
                  <a:cubicBezTo>
                    <a:pt x="0" y="86141"/>
                    <a:pt x="86142" y="0"/>
                    <a:pt x="192082" y="0"/>
                  </a:cubicBezTo>
                  <a:cubicBezTo>
                    <a:pt x="298022" y="0"/>
                    <a:pt x="384164" y="86141"/>
                    <a:pt x="384164" y="192082"/>
                  </a:cubicBezTo>
                  <a:cubicBezTo>
                    <a:pt x="384164" y="298022"/>
                    <a:pt x="298022" y="384163"/>
                    <a:pt x="192082" y="384163"/>
                  </a:cubicBezTo>
                  <a:close/>
                  <a:moveTo>
                    <a:pt x="192082" y="79443"/>
                  </a:moveTo>
                  <a:cubicBezTo>
                    <a:pt x="129957" y="79443"/>
                    <a:pt x="79393" y="130006"/>
                    <a:pt x="79393" y="192131"/>
                  </a:cubicBezTo>
                  <a:cubicBezTo>
                    <a:pt x="79393" y="254256"/>
                    <a:pt x="129957" y="304820"/>
                    <a:pt x="192082" y="304820"/>
                  </a:cubicBezTo>
                  <a:cubicBezTo>
                    <a:pt x="254207" y="304820"/>
                    <a:pt x="304771" y="254256"/>
                    <a:pt x="304771" y="192131"/>
                  </a:cubicBezTo>
                  <a:cubicBezTo>
                    <a:pt x="304771" y="130006"/>
                    <a:pt x="254207" y="79443"/>
                    <a:pt x="192082" y="7944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87125FB1-407A-C280-4564-BF7508766503}"/>
                </a:ext>
              </a:extLst>
            </p:cNvPr>
            <p:cNvSpPr/>
            <p:nvPr/>
          </p:nvSpPr>
          <p:spPr>
            <a:xfrm>
              <a:off x="7076231" y="1716353"/>
              <a:ext cx="197490" cy="79393"/>
            </a:xfrm>
            <a:custGeom>
              <a:avLst/>
              <a:gdLst>
                <a:gd name="connsiteX0" fmla="*/ 157794 w 197490"/>
                <a:gd name="connsiteY0" fmla="*/ 79393 h 79393"/>
                <a:gd name="connsiteX1" fmla="*/ 39697 w 197490"/>
                <a:gd name="connsiteY1" fmla="*/ 79393 h 79393"/>
                <a:gd name="connsiteX2" fmla="*/ 0 w 197490"/>
                <a:gd name="connsiteY2" fmla="*/ 39697 h 79393"/>
                <a:gd name="connsiteX3" fmla="*/ 39697 w 197490"/>
                <a:gd name="connsiteY3" fmla="*/ 0 h 79393"/>
                <a:gd name="connsiteX4" fmla="*/ 157794 w 197490"/>
                <a:gd name="connsiteY4" fmla="*/ 0 h 79393"/>
                <a:gd name="connsiteX5" fmla="*/ 197491 w 197490"/>
                <a:gd name="connsiteY5" fmla="*/ 39697 h 79393"/>
                <a:gd name="connsiteX6" fmla="*/ 157794 w 1974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490" h="79393">
                  <a:moveTo>
                    <a:pt x="15779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57794" y="0"/>
                  </a:lnTo>
                  <a:cubicBezTo>
                    <a:pt x="179726" y="0"/>
                    <a:pt x="197491" y="17764"/>
                    <a:pt x="197491" y="39697"/>
                  </a:cubicBezTo>
                  <a:cubicBezTo>
                    <a:pt x="197491" y="61629"/>
                    <a:pt x="179726" y="79393"/>
                    <a:pt x="157794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C56CB93E-BE06-78C4-228D-8576ACC03677}"/>
              </a:ext>
            </a:extLst>
          </p:cNvPr>
          <p:cNvGrpSpPr/>
          <p:nvPr/>
        </p:nvGrpSpPr>
        <p:grpSpPr>
          <a:xfrm>
            <a:off x="8090097" y="1571336"/>
            <a:ext cx="832760" cy="522729"/>
            <a:chOff x="8090097" y="1571336"/>
            <a:chExt cx="832760" cy="522729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1BCB3B5C-43A4-E7C3-EFD4-A09D3058EFC2}"/>
                </a:ext>
              </a:extLst>
            </p:cNvPr>
            <p:cNvSpPr/>
            <p:nvPr/>
          </p:nvSpPr>
          <p:spPr>
            <a:xfrm>
              <a:off x="8090097" y="1579747"/>
              <a:ext cx="832760" cy="514318"/>
            </a:xfrm>
            <a:custGeom>
              <a:avLst/>
              <a:gdLst>
                <a:gd name="connsiteX0" fmla="*/ 416380 w 832760"/>
                <a:gd name="connsiteY0" fmla="*/ 514318 h 514318"/>
                <a:gd name="connsiteX1" fmla="*/ 5322 w 832760"/>
                <a:gd name="connsiteY1" fmla="*/ 276983 h 514318"/>
                <a:gd name="connsiteX2" fmla="*/ 5322 w 832760"/>
                <a:gd name="connsiteY2" fmla="*/ 237236 h 514318"/>
                <a:gd name="connsiteX3" fmla="*/ 416380 w 832760"/>
                <a:gd name="connsiteY3" fmla="*/ 0 h 514318"/>
                <a:gd name="connsiteX4" fmla="*/ 827438 w 832760"/>
                <a:gd name="connsiteY4" fmla="*/ 237236 h 514318"/>
                <a:gd name="connsiteX5" fmla="*/ 827438 w 832760"/>
                <a:gd name="connsiteY5" fmla="*/ 276983 h 514318"/>
                <a:gd name="connsiteX6" fmla="*/ 416380 w 832760"/>
                <a:gd name="connsiteY6" fmla="*/ 514318 h 514318"/>
                <a:gd name="connsiteX7" fmla="*/ 86352 w 832760"/>
                <a:gd name="connsiteY7" fmla="*/ 257184 h 514318"/>
                <a:gd name="connsiteX8" fmla="*/ 416380 w 832760"/>
                <a:gd name="connsiteY8" fmla="*/ 434975 h 514318"/>
                <a:gd name="connsiteX9" fmla="*/ 746408 w 832760"/>
                <a:gd name="connsiteY9" fmla="*/ 257184 h 514318"/>
                <a:gd name="connsiteX10" fmla="*/ 416380 w 832760"/>
                <a:gd name="connsiteY10" fmla="*/ 79443 h 514318"/>
                <a:gd name="connsiteX11" fmla="*/ 86352 w 832760"/>
                <a:gd name="connsiteY11" fmla="*/ 257184 h 51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760" h="514318">
                  <a:moveTo>
                    <a:pt x="416380" y="514318"/>
                  </a:moveTo>
                  <a:cubicBezTo>
                    <a:pt x="247421" y="514318"/>
                    <a:pt x="89925" y="423364"/>
                    <a:pt x="5322" y="276983"/>
                  </a:cubicBezTo>
                  <a:cubicBezTo>
                    <a:pt x="-1774" y="264677"/>
                    <a:pt x="-1774" y="249542"/>
                    <a:pt x="5322" y="237236"/>
                  </a:cubicBezTo>
                  <a:cubicBezTo>
                    <a:pt x="89975" y="90905"/>
                    <a:pt x="247521" y="0"/>
                    <a:pt x="416380" y="0"/>
                  </a:cubicBezTo>
                  <a:cubicBezTo>
                    <a:pt x="585239" y="0"/>
                    <a:pt x="742785" y="90905"/>
                    <a:pt x="827438" y="237236"/>
                  </a:cubicBezTo>
                  <a:cubicBezTo>
                    <a:pt x="834534" y="249542"/>
                    <a:pt x="834534" y="264677"/>
                    <a:pt x="827438" y="276983"/>
                  </a:cubicBezTo>
                  <a:cubicBezTo>
                    <a:pt x="742835" y="423364"/>
                    <a:pt x="585339" y="514318"/>
                    <a:pt x="416380" y="514318"/>
                  </a:cubicBezTo>
                  <a:close/>
                  <a:moveTo>
                    <a:pt x="86352" y="257184"/>
                  </a:moveTo>
                  <a:cubicBezTo>
                    <a:pt x="159097" y="367392"/>
                    <a:pt x="283496" y="434975"/>
                    <a:pt x="416380" y="434975"/>
                  </a:cubicBezTo>
                  <a:cubicBezTo>
                    <a:pt x="549264" y="434975"/>
                    <a:pt x="673664" y="367392"/>
                    <a:pt x="746408" y="257184"/>
                  </a:cubicBezTo>
                  <a:cubicBezTo>
                    <a:pt x="673614" y="146976"/>
                    <a:pt x="549215" y="79443"/>
                    <a:pt x="416380" y="79443"/>
                  </a:cubicBezTo>
                  <a:cubicBezTo>
                    <a:pt x="283545" y="79443"/>
                    <a:pt x="159146" y="146976"/>
                    <a:pt x="86352" y="257184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C1D59D9-0DBD-6EF2-D619-52D1CEE67550}"/>
                </a:ext>
              </a:extLst>
            </p:cNvPr>
            <p:cNvSpPr/>
            <p:nvPr/>
          </p:nvSpPr>
          <p:spPr>
            <a:xfrm>
              <a:off x="8297971" y="1628425"/>
              <a:ext cx="417012" cy="417012"/>
            </a:xfrm>
            <a:custGeom>
              <a:avLst/>
              <a:gdLst>
                <a:gd name="connsiteX0" fmla="*/ 208506 w 417012"/>
                <a:gd name="connsiteY0" fmla="*/ 417012 h 417012"/>
                <a:gd name="connsiteX1" fmla="*/ 0 w 417012"/>
                <a:gd name="connsiteY1" fmla="*/ 208506 h 417012"/>
                <a:gd name="connsiteX2" fmla="*/ 208506 w 417012"/>
                <a:gd name="connsiteY2" fmla="*/ 0 h 417012"/>
                <a:gd name="connsiteX3" fmla="*/ 417013 w 417012"/>
                <a:gd name="connsiteY3" fmla="*/ 208506 h 417012"/>
                <a:gd name="connsiteX4" fmla="*/ 208506 w 417012"/>
                <a:gd name="connsiteY4" fmla="*/ 417012 h 417012"/>
                <a:gd name="connsiteX5" fmla="*/ 208506 w 417012"/>
                <a:gd name="connsiteY5" fmla="*/ 79393 h 417012"/>
                <a:gd name="connsiteX6" fmla="*/ 79393 w 417012"/>
                <a:gd name="connsiteY6" fmla="*/ 208506 h 417012"/>
                <a:gd name="connsiteX7" fmla="*/ 208506 w 417012"/>
                <a:gd name="connsiteY7" fmla="*/ 337619 h 417012"/>
                <a:gd name="connsiteX8" fmla="*/ 337620 w 417012"/>
                <a:gd name="connsiteY8" fmla="*/ 208506 h 417012"/>
                <a:gd name="connsiteX9" fmla="*/ 208506 w 417012"/>
                <a:gd name="connsiteY9" fmla="*/ 79393 h 4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7012" h="417012">
                  <a:moveTo>
                    <a:pt x="208506" y="417012"/>
                  </a:moveTo>
                  <a:cubicBezTo>
                    <a:pt x="93535" y="417012"/>
                    <a:pt x="0" y="323477"/>
                    <a:pt x="0" y="208506"/>
                  </a:cubicBezTo>
                  <a:cubicBezTo>
                    <a:pt x="0" y="93535"/>
                    <a:pt x="93535" y="0"/>
                    <a:pt x="208506" y="0"/>
                  </a:cubicBezTo>
                  <a:cubicBezTo>
                    <a:pt x="323478" y="0"/>
                    <a:pt x="417013" y="93535"/>
                    <a:pt x="417013" y="208506"/>
                  </a:cubicBezTo>
                  <a:cubicBezTo>
                    <a:pt x="417013" y="323477"/>
                    <a:pt x="323478" y="417012"/>
                    <a:pt x="208506" y="417012"/>
                  </a:cubicBezTo>
                  <a:close/>
                  <a:moveTo>
                    <a:pt x="208506" y="79393"/>
                  </a:moveTo>
                  <a:cubicBezTo>
                    <a:pt x="137301" y="79393"/>
                    <a:pt x="79393" y="137300"/>
                    <a:pt x="79393" y="208506"/>
                  </a:cubicBezTo>
                  <a:cubicBezTo>
                    <a:pt x="79393" y="279712"/>
                    <a:pt x="137301" y="337619"/>
                    <a:pt x="208506" y="337619"/>
                  </a:cubicBezTo>
                  <a:cubicBezTo>
                    <a:pt x="279712" y="337619"/>
                    <a:pt x="337620" y="279712"/>
                    <a:pt x="337620" y="208506"/>
                  </a:cubicBezTo>
                  <a:cubicBezTo>
                    <a:pt x="337620" y="137300"/>
                    <a:pt x="279712" y="79393"/>
                    <a:pt x="20850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819E3FC-B897-2D5B-4A7D-CEC52047725A}"/>
                </a:ext>
              </a:extLst>
            </p:cNvPr>
            <p:cNvSpPr/>
            <p:nvPr/>
          </p:nvSpPr>
          <p:spPr>
            <a:xfrm>
              <a:off x="8331167" y="1571336"/>
              <a:ext cx="496678" cy="346625"/>
            </a:xfrm>
            <a:custGeom>
              <a:avLst/>
              <a:gdLst>
                <a:gd name="connsiteX0" fmla="*/ 179974 w 496678"/>
                <a:gd name="connsiteY0" fmla="*/ 346625 h 346625"/>
                <a:gd name="connsiteX1" fmla="*/ 151889 w 496678"/>
                <a:gd name="connsiteY1" fmla="*/ 335014 h 346625"/>
                <a:gd name="connsiteX2" fmla="*/ 11611 w 496678"/>
                <a:gd name="connsiteY2" fmla="*/ 194736 h 346625"/>
                <a:gd name="connsiteX3" fmla="*/ 11611 w 496678"/>
                <a:gd name="connsiteY3" fmla="*/ 138615 h 346625"/>
                <a:gd name="connsiteX4" fmla="*/ 67732 w 496678"/>
                <a:gd name="connsiteY4" fmla="*/ 138615 h 346625"/>
                <a:gd name="connsiteX5" fmla="*/ 180421 w 496678"/>
                <a:gd name="connsiteY5" fmla="*/ 251304 h 346625"/>
                <a:gd name="connsiteX6" fmla="*/ 429418 w 496678"/>
                <a:gd name="connsiteY6" fmla="*/ 11140 h 346625"/>
                <a:gd name="connsiteX7" fmla="*/ 485539 w 496678"/>
                <a:gd name="connsiteY7" fmla="*/ 12132 h 346625"/>
                <a:gd name="connsiteX8" fmla="*/ 484547 w 496678"/>
                <a:gd name="connsiteY8" fmla="*/ 68253 h 346625"/>
                <a:gd name="connsiteX9" fmla="*/ 207514 w 496678"/>
                <a:gd name="connsiteY9" fmla="*/ 335461 h 346625"/>
                <a:gd name="connsiteX10" fmla="*/ 179974 w 496678"/>
                <a:gd name="connsiteY10" fmla="*/ 346576 h 34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6678" h="346625">
                  <a:moveTo>
                    <a:pt x="179974" y="346625"/>
                  </a:moveTo>
                  <a:cubicBezTo>
                    <a:pt x="169802" y="346625"/>
                    <a:pt x="159630" y="342755"/>
                    <a:pt x="151889" y="335014"/>
                  </a:cubicBezTo>
                  <a:lnTo>
                    <a:pt x="11611" y="194736"/>
                  </a:lnTo>
                  <a:cubicBezTo>
                    <a:pt x="-3870" y="179255"/>
                    <a:pt x="-3870" y="154097"/>
                    <a:pt x="11611" y="138615"/>
                  </a:cubicBezTo>
                  <a:cubicBezTo>
                    <a:pt x="27093" y="123134"/>
                    <a:pt x="52251" y="123134"/>
                    <a:pt x="67732" y="138615"/>
                  </a:cubicBezTo>
                  <a:lnTo>
                    <a:pt x="180421" y="251304"/>
                  </a:lnTo>
                  <a:lnTo>
                    <a:pt x="429418" y="11140"/>
                  </a:lnTo>
                  <a:cubicBezTo>
                    <a:pt x="445197" y="-4094"/>
                    <a:pt x="470355" y="-3647"/>
                    <a:pt x="485539" y="12132"/>
                  </a:cubicBezTo>
                  <a:cubicBezTo>
                    <a:pt x="500773" y="27912"/>
                    <a:pt x="500326" y="53020"/>
                    <a:pt x="484547" y="68253"/>
                  </a:cubicBezTo>
                  <a:lnTo>
                    <a:pt x="207514" y="335461"/>
                  </a:lnTo>
                  <a:cubicBezTo>
                    <a:pt x="199823" y="342904"/>
                    <a:pt x="189899" y="346576"/>
                    <a:pt x="179974" y="34657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02148FBD-B8B1-7821-A6E6-8A07116C682D}"/>
              </a:ext>
            </a:extLst>
          </p:cNvPr>
          <p:cNvGrpSpPr/>
          <p:nvPr/>
        </p:nvGrpSpPr>
        <p:grpSpPr>
          <a:xfrm>
            <a:off x="9397643" y="1428652"/>
            <a:ext cx="826383" cy="826382"/>
            <a:chOff x="9397643" y="1428652"/>
            <a:chExt cx="826383" cy="82638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FDF6C37-633E-E9FE-7108-A60AE014091A}"/>
                </a:ext>
              </a:extLst>
            </p:cNvPr>
            <p:cNvSpPr/>
            <p:nvPr/>
          </p:nvSpPr>
          <p:spPr>
            <a:xfrm>
              <a:off x="9397643" y="1428652"/>
              <a:ext cx="826383" cy="826382"/>
            </a:xfrm>
            <a:custGeom>
              <a:avLst/>
              <a:gdLst>
                <a:gd name="connsiteX0" fmla="*/ 413192 w 826383"/>
                <a:gd name="connsiteY0" fmla="*/ 826383 h 826382"/>
                <a:gd name="connsiteX1" fmla="*/ 413192 w 826383"/>
                <a:gd name="connsiteY1" fmla="*/ 826383 h 826382"/>
                <a:gd name="connsiteX2" fmla="*/ 374637 w 826383"/>
                <a:gd name="connsiteY2" fmla="*/ 796065 h 826382"/>
                <a:gd name="connsiteX3" fmla="*/ 307202 w 826383"/>
                <a:gd name="connsiteY3" fmla="*/ 519181 h 826382"/>
                <a:gd name="connsiteX4" fmla="*/ 30318 w 826383"/>
                <a:gd name="connsiteY4" fmla="*/ 451747 h 826382"/>
                <a:gd name="connsiteX5" fmla="*/ 0 w 826383"/>
                <a:gd name="connsiteY5" fmla="*/ 413191 h 826382"/>
                <a:gd name="connsiteX6" fmla="*/ 30318 w 826383"/>
                <a:gd name="connsiteY6" fmla="*/ 374636 h 826382"/>
                <a:gd name="connsiteX7" fmla="*/ 307202 w 826383"/>
                <a:gd name="connsiteY7" fmla="*/ 307202 h 826382"/>
                <a:gd name="connsiteX8" fmla="*/ 374637 w 826383"/>
                <a:gd name="connsiteY8" fmla="*/ 30318 h 826382"/>
                <a:gd name="connsiteX9" fmla="*/ 413192 w 826383"/>
                <a:gd name="connsiteY9" fmla="*/ 0 h 826382"/>
                <a:gd name="connsiteX10" fmla="*/ 451747 w 826383"/>
                <a:gd name="connsiteY10" fmla="*/ 30318 h 826382"/>
                <a:gd name="connsiteX11" fmla="*/ 519182 w 826383"/>
                <a:gd name="connsiteY11" fmla="*/ 307202 h 826382"/>
                <a:gd name="connsiteX12" fmla="*/ 796066 w 826383"/>
                <a:gd name="connsiteY12" fmla="*/ 374636 h 826382"/>
                <a:gd name="connsiteX13" fmla="*/ 826384 w 826383"/>
                <a:gd name="connsiteY13" fmla="*/ 413191 h 826382"/>
                <a:gd name="connsiteX14" fmla="*/ 796066 w 826383"/>
                <a:gd name="connsiteY14" fmla="*/ 451747 h 826382"/>
                <a:gd name="connsiteX15" fmla="*/ 519182 w 826383"/>
                <a:gd name="connsiteY15" fmla="*/ 519181 h 826382"/>
                <a:gd name="connsiteX16" fmla="*/ 451747 w 826383"/>
                <a:gd name="connsiteY16" fmla="*/ 796065 h 826382"/>
                <a:gd name="connsiteX17" fmla="*/ 413192 w 826383"/>
                <a:gd name="connsiteY17" fmla="*/ 826383 h 826382"/>
                <a:gd name="connsiteX18" fmla="*/ 207464 w 826383"/>
                <a:gd name="connsiteY18" fmla="*/ 413191 h 826382"/>
                <a:gd name="connsiteX19" fmla="*/ 349429 w 826383"/>
                <a:gd name="connsiteY19" fmla="*/ 447777 h 826382"/>
                <a:gd name="connsiteX20" fmla="*/ 378606 w 826383"/>
                <a:gd name="connsiteY20" fmla="*/ 476954 h 826382"/>
                <a:gd name="connsiteX21" fmla="*/ 413192 w 826383"/>
                <a:gd name="connsiteY21" fmla="*/ 618919 h 826382"/>
                <a:gd name="connsiteX22" fmla="*/ 447778 w 826383"/>
                <a:gd name="connsiteY22" fmla="*/ 476954 h 826382"/>
                <a:gd name="connsiteX23" fmla="*/ 476955 w 826383"/>
                <a:gd name="connsiteY23" fmla="*/ 447777 h 826382"/>
                <a:gd name="connsiteX24" fmla="*/ 618920 w 826383"/>
                <a:gd name="connsiteY24" fmla="*/ 413191 h 826382"/>
                <a:gd name="connsiteX25" fmla="*/ 476955 w 826383"/>
                <a:gd name="connsiteY25" fmla="*/ 378606 h 826382"/>
                <a:gd name="connsiteX26" fmla="*/ 447778 w 826383"/>
                <a:gd name="connsiteY26" fmla="*/ 349429 h 826382"/>
                <a:gd name="connsiteX27" fmla="*/ 413192 w 826383"/>
                <a:gd name="connsiteY27" fmla="*/ 207464 h 826382"/>
                <a:gd name="connsiteX28" fmla="*/ 378606 w 826383"/>
                <a:gd name="connsiteY28" fmla="*/ 349429 h 826382"/>
                <a:gd name="connsiteX29" fmla="*/ 349429 w 826383"/>
                <a:gd name="connsiteY29" fmla="*/ 378606 h 826382"/>
                <a:gd name="connsiteX30" fmla="*/ 207464 w 826383"/>
                <a:gd name="connsiteY30" fmla="*/ 413191 h 826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6383" h="826382">
                  <a:moveTo>
                    <a:pt x="413192" y="826383"/>
                  </a:moveTo>
                  <a:lnTo>
                    <a:pt x="413192" y="826383"/>
                  </a:lnTo>
                  <a:cubicBezTo>
                    <a:pt x="394882" y="826383"/>
                    <a:pt x="378954" y="813879"/>
                    <a:pt x="374637" y="796065"/>
                  </a:cubicBezTo>
                  <a:lnTo>
                    <a:pt x="307202" y="519181"/>
                  </a:lnTo>
                  <a:lnTo>
                    <a:pt x="30318" y="451747"/>
                  </a:lnTo>
                  <a:cubicBezTo>
                    <a:pt x="12554" y="447430"/>
                    <a:pt x="0" y="431502"/>
                    <a:pt x="0" y="413191"/>
                  </a:cubicBezTo>
                  <a:cubicBezTo>
                    <a:pt x="0" y="394881"/>
                    <a:pt x="12504" y="378953"/>
                    <a:pt x="30318" y="374636"/>
                  </a:cubicBezTo>
                  <a:lnTo>
                    <a:pt x="307202" y="307202"/>
                  </a:lnTo>
                  <a:lnTo>
                    <a:pt x="374637" y="30318"/>
                  </a:lnTo>
                  <a:cubicBezTo>
                    <a:pt x="378954" y="12554"/>
                    <a:pt x="394882" y="0"/>
                    <a:pt x="413192" y="0"/>
                  </a:cubicBezTo>
                  <a:cubicBezTo>
                    <a:pt x="431502" y="0"/>
                    <a:pt x="447430" y="12504"/>
                    <a:pt x="451747" y="30318"/>
                  </a:cubicBezTo>
                  <a:lnTo>
                    <a:pt x="519182" y="307202"/>
                  </a:lnTo>
                  <a:lnTo>
                    <a:pt x="796066" y="374636"/>
                  </a:lnTo>
                  <a:cubicBezTo>
                    <a:pt x="813830" y="378953"/>
                    <a:pt x="826384" y="394881"/>
                    <a:pt x="826384" y="413191"/>
                  </a:cubicBezTo>
                  <a:cubicBezTo>
                    <a:pt x="826384" y="431502"/>
                    <a:pt x="813879" y="447430"/>
                    <a:pt x="796066" y="451747"/>
                  </a:cubicBezTo>
                  <a:lnTo>
                    <a:pt x="519182" y="519181"/>
                  </a:lnTo>
                  <a:lnTo>
                    <a:pt x="451747" y="796065"/>
                  </a:lnTo>
                  <a:cubicBezTo>
                    <a:pt x="447430" y="813829"/>
                    <a:pt x="431502" y="826383"/>
                    <a:pt x="413192" y="826383"/>
                  </a:cubicBezTo>
                  <a:close/>
                  <a:moveTo>
                    <a:pt x="207464" y="413191"/>
                  </a:moveTo>
                  <a:lnTo>
                    <a:pt x="349429" y="447777"/>
                  </a:lnTo>
                  <a:cubicBezTo>
                    <a:pt x="363869" y="451300"/>
                    <a:pt x="375083" y="462514"/>
                    <a:pt x="378606" y="476954"/>
                  </a:cubicBezTo>
                  <a:lnTo>
                    <a:pt x="413192" y="618919"/>
                  </a:lnTo>
                  <a:lnTo>
                    <a:pt x="447778" y="476954"/>
                  </a:lnTo>
                  <a:cubicBezTo>
                    <a:pt x="451301" y="462514"/>
                    <a:pt x="462515" y="451300"/>
                    <a:pt x="476955" y="447777"/>
                  </a:cubicBezTo>
                  <a:lnTo>
                    <a:pt x="618920" y="413191"/>
                  </a:lnTo>
                  <a:lnTo>
                    <a:pt x="476955" y="378606"/>
                  </a:lnTo>
                  <a:cubicBezTo>
                    <a:pt x="462515" y="375083"/>
                    <a:pt x="451301" y="363868"/>
                    <a:pt x="447778" y="349429"/>
                  </a:cubicBezTo>
                  <a:lnTo>
                    <a:pt x="413192" y="207464"/>
                  </a:lnTo>
                  <a:lnTo>
                    <a:pt x="378606" y="349429"/>
                  </a:lnTo>
                  <a:cubicBezTo>
                    <a:pt x="375083" y="363868"/>
                    <a:pt x="363869" y="375083"/>
                    <a:pt x="349429" y="378606"/>
                  </a:cubicBezTo>
                  <a:lnTo>
                    <a:pt x="207464" y="413191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30EC7D8-C793-83EC-0742-AF481C5D750C}"/>
                </a:ext>
              </a:extLst>
            </p:cNvPr>
            <p:cNvSpPr/>
            <p:nvPr/>
          </p:nvSpPr>
          <p:spPr>
            <a:xfrm>
              <a:off x="9496090" y="1531962"/>
              <a:ext cx="178386" cy="178386"/>
            </a:xfrm>
            <a:custGeom>
              <a:avLst/>
              <a:gdLst>
                <a:gd name="connsiteX0" fmla="*/ 138740 w 178386"/>
                <a:gd name="connsiteY0" fmla="*/ 178386 h 178386"/>
                <a:gd name="connsiteX1" fmla="*/ 110654 w 178386"/>
                <a:gd name="connsiteY1" fmla="*/ 166775 h 178386"/>
                <a:gd name="connsiteX2" fmla="*/ 11611 w 178386"/>
                <a:gd name="connsiteY2" fmla="*/ 67732 h 178386"/>
                <a:gd name="connsiteX3" fmla="*/ 11611 w 178386"/>
                <a:gd name="connsiteY3" fmla="*/ 11611 h 178386"/>
                <a:gd name="connsiteX4" fmla="*/ 67732 w 178386"/>
                <a:gd name="connsiteY4" fmla="*/ 11611 h 178386"/>
                <a:gd name="connsiteX5" fmla="*/ 166775 w 178386"/>
                <a:gd name="connsiteY5" fmla="*/ 110654 h 178386"/>
                <a:gd name="connsiteX6" fmla="*/ 166775 w 178386"/>
                <a:gd name="connsiteY6" fmla="*/ 166775 h 178386"/>
                <a:gd name="connsiteX7" fmla="*/ 138690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138740" y="178386"/>
                  </a:moveTo>
                  <a:cubicBezTo>
                    <a:pt x="128567" y="178386"/>
                    <a:pt x="118445" y="174516"/>
                    <a:pt x="110654" y="16677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66775" y="110654"/>
                  </a:lnTo>
                  <a:cubicBezTo>
                    <a:pt x="182257" y="126136"/>
                    <a:pt x="182257" y="151293"/>
                    <a:pt x="166775" y="166775"/>
                  </a:cubicBezTo>
                  <a:cubicBezTo>
                    <a:pt x="159034" y="174516"/>
                    <a:pt x="148862" y="178386"/>
                    <a:pt x="138690" y="1783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8F175FB6-2036-96C5-03FA-1A0B98A372EB}"/>
                </a:ext>
              </a:extLst>
            </p:cNvPr>
            <p:cNvSpPr/>
            <p:nvPr/>
          </p:nvSpPr>
          <p:spPr>
            <a:xfrm>
              <a:off x="9942479" y="1978350"/>
              <a:ext cx="178386" cy="178386"/>
            </a:xfrm>
            <a:custGeom>
              <a:avLst/>
              <a:gdLst>
                <a:gd name="connsiteX0" fmla="*/ 138740 w 178386"/>
                <a:gd name="connsiteY0" fmla="*/ 178386 h 178386"/>
                <a:gd name="connsiteX1" fmla="*/ 110654 w 178386"/>
                <a:gd name="connsiteY1" fmla="*/ 166775 h 178386"/>
                <a:gd name="connsiteX2" fmla="*/ 11611 w 178386"/>
                <a:gd name="connsiteY2" fmla="*/ 67732 h 178386"/>
                <a:gd name="connsiteX3" fmla="*/ 11611 w 178386"/>
                <a:gd name="connsiteY3" fmla="*/ 11611 h 178386"/>
                <a:gd name="connsiteX4" fmla="*/ 67732 w 178386"/>
                <a:gd name="connsiteY4" fmla="*/ 11611 h 178386"/>
                <a:gd name="connsiteX5" fmla="*/ 166775 w 178386"/>
                <a:gd name="connsiteY5" fmla="*/ 110654 h 178386"/>
                <a:gd name="connsiteX6" fmla="*/ 166775 w 178386"/>
                <a:gd name="connsiteY6" fmla="*/ 166775 h 178386"/>
                <a:gd name="connsiteX7" fmla="*/ 138690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138740" y="178386"/>
                  </a:moveTo>
                  <a:cubicBezTo>
                    <a:pt x="128567" y="178386"/>
                    <a:pt x="118445" y="174516"/>
                    <a:pt x="110654" y="16677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66775" y="110654"/>
                  </a:lnTo>
                  <a:cubicBezTo>
                    <a:pt x="182257" y="126136"/>
                    <a:pt x="182257" y="151293"/>
                    <a:pt x="166775" y="166775"/>
                  </a:cubicBezTo>
                  <a:cubicBezTo>
                    <a:pt x="159035" y="174516"/>
                    <a:pt x="148862" y="178386"/>
                    <a:pt x="138690" y="1783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C8779EF-D163-D1BF-32EF-99FF60D69D9C}"/>
                </a:ext>
              </a:extLst>
            </p:cNvPr>
            <p:cNvSpPr/>
            <p:nvPr/>
          </p:nvSpPr>
          <p:spPr>
            <a:xfrm>
              <a:off x="9496090" y="1978350"/>
              <a:ext cx="178386" cy="178386"/>
            </a:xfrm>
            <a:custGeom>
              <a:avLst/>
              <a:gdLst>
                <a:gd name="connsiteX0" fmla="*/ 39697 w 178386"/>
                <a:gd name="connsiteY0" fmla="*/ 178386 h 178386"/>
                <a:gd name="connsiteX1" fmla="*/ 11611 w 178386"/>
                <a:gd name="connsiteY1" fmla="*/ 166775 h 178386"/>
                <a:gd name="connsiteX2" fmla="*/ 11611 w 178386"/>
                <a:gd name="connsiteY2" fmla="*/ 110654 h 178386"/>
                <a:gd name="connsiteX3" fmla="*/ 110654 w 178386"/>
                <a:gd name="connsiteY3" fmla="*/ 11611 h 178386"/>
                <a:gd name="connsiteX4" fmla="*/ 166775 w 178386"/>
                <a:gd name="connsiteY4" fmla="*/ 11611 h 178386"/>
                <a:gd name="connsiteX5" fmla="*/ 166775 w 178386"/>
                <a:gd name="connsiteY5" fmla="*/ 67732 h 178386"/>
                <a:gd name="connsiteX6" fmla="*/ 67732 w 178386"/>
                <a:gd name="connsiteY6" fmla="*/ 166775 h 178386"/>
                <a:gd name="connsiteX7" fmla="*/ 39647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39697" y="178386"/>
                  </a:moveTo>
                  <a:cubicBezTo>
                    <a:pt x="29524" y="178386"/>
                    <a:pt x="19402" y="174516"/>
                    <a:pt x="11611" y="166775"/>
                  </a:cubicBezTo>
                  <a:cubicBezTo>
                    <a:pt x="-3870" y="151293"/>
                    <a:pt x="-3870" y="126136"/>
                    <a:pt x="11611" y="110654"/>
                  </a:cubicBezTo>
                  <a:lnTo>
                    <a:pt x="110654" y="11611"/>
                  </a:lnTo>
                  <a:cubicBezTo>
                    <a:pt x="126136" y="-3870"/>
                    <a:pt x="151294" y="-3870"/>
                    <a:pt x="166775" y="11611"/>
                  </a:cubicBezTo>
                  <a:cubicBezTo>
                    <a:pt x="182257" y="27093"/>
                    <a:pt x="182257" y="52251"/>
                    <a:pt x="166775" y="67732"/>
                  </a:cubicBezTo>
                  <a:lnTo>
                    <a:pt x="67732" y="166775"/>
                  </a:lnTo>
                  <a:cubicBezTo>
                    <a:pt x="59991" y="174516"/>
                    <a:pt x="49819" y="178386"/>
                    <a:pt x="39647" y="1783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44A74036-DA2E-5137-8013-2DA2E2D59392}"/>
                </a:ext>
              </a:extLst>
            </p:cNvPr>
            <p:cNvSpPr/>
            <p:nvPr/>
          </p:nvSpPr>
          <p:spPr>
            <a:xfrm>
              <a:off x="9942479" y="1531962"/>
              <a:ext cx="178386" cy="178386"/>
            </a:xfrm>
            <a:custGeom>
              <a:avLst/>
              <a:gdLst>
                <a:gd name="connsiteX0" fmla="*/ 39697 w 178386"/>
                <a:gd name="connsiteY0" fmla="*/ 178386 h 178386"/>
                <a:gd name="connsiteX1" fmla="*/ 11611 w 178386"/>
                <a:gd name="connsiteY1" fmla="*/ 166775 h 178386"/>
                <a:gd name="connsiteX2" fmla="*/ 11611 w 178386"/>
                <a:gd name="connsiteY2" fmla="*/ 110654 h 178386"/>
                <a:gd name="connsiteX3" fmla="*/ 110654 w 178386"/>
                <a:gd name="connsiteY3" fmla="*/ 11611 h 178386"/>
                <a:gd name="connsiteX4" fmla="*/ 166775 w 178386"/>
                <a:gd name="connsiteY4" fmla="*/ 11611 h 178386"/>
                <a:gd name="connsiteX5" fmla="*/ 166775 w 178386"/>
                <a:gd name="connsiteY5" fmla="*/ 67732 h 178386"/>
                <a:gd name="connsiteX6" fmla="*/ 67732 w 178386"/>
                <a:gd name="connsiteY6" fmla="*/ 166775 h 178386"/>
                <a:gd name="connsiteX7" fmla="*/ 39647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39697" y="178386"/>
                  </a:moveTo>
                  <a:cubicBezTo>
                    <a:pt x="29524" y="178386"/>
                    <a:pt x="19402" y="174516"/>
                    <a:pt x="11611" y="166775"/>
                  </a:cubicBezTo>
                  <a:cubicBezTo>
                    <a:pt x="-3870" y="151293"/>
                    <a:pt x="-3870" y="126136"/>
                    <a:pt x="11611" y="110654"/>
                  </a:cubicBezTo>
                  <a:lnTo>
                    <a:pt x="110654" y="11611"/>
                  </a:lnTo>
                  <a:cubicBezTo>
                    <a:pt x="126136" y="-3870"/>
                    <a:pt x="151294" y="-3870"/>
                    <a:pt x="166775" y="11611"/>
                  </a:cubicBezTo>
                  <a:cubicBezTo>
                    <a:pt x="182257" y="27093"/>
                    <a:pt x="182257" y="52251"/>
                    <a:pt x="166775" y="67732"/>
                  </a:cubicBezTo>
                  <a:lnTo>
                    <a:pt x="67732" y="166775"/>
                  </a:lnTo>
                  <a:cubicBezTo>
                    <a:pt x="59991" y="174516"/>
                    <a:pt x="49819" y="178386"/>
                    <a:pt x="39647" y="178386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BB30686-803C-5F12-CE77-C49719B7F0AC}"/>
              </a:ext>
            </a:extLst>
          </p:cNvPr>
          <p:cNvGrpSpPr/>
          <p:nvPr/>
        </p:nvGrpSpPr>
        <p:grpSpPr>
          <a:xfrm>
            <a:off x="1517415" y="2534865"/>
            <a:ext cx="814710" cy="841286"/>
            <a:chOff x="1517415" y="2534865"/>
            <a:chExt cx="814710" cy="841286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105745A-F21C-2B92-91A1-3753A2EC78EA}"/>
                </a:ext>
              </a:extLst>
            </p:cNvPr>
            <p:cNvSpPr/>
            <p:nvPr/>
          </p:nvSpPr>
          <p:spPr>
            <a:xfrm>
              <a:off x="1790919" y="2898404"/>
              <a:ext cx="256488" cy="477747"/>
            </a:xfrm>
            <a:custGeom>
              <a:avLst/>
              <a:gdLst>
                <a:gd name="connsiteX0" fmla="*/ 216718 w 256488"/>
                <a:gd name="connsiteY0" fmla="*/ 477748 h 477747"/>
                <a:gd name="connsiteX1" fmla="*/ 39721 w 256488"/>
                <a:gd name="connsiteY1" fmla="*/ 477748 h 477747"/>
                <a:gd name="connsiteX2" fmla="*/ 10196 w 256488"/>
                <a:gd name="connsiteY2" fmla="*/ 464598 h 477747"/>
                <a:gd name="connsiteX3" fmla="*/ 223 w 256488"/>
                <a:gd name="connsiteY3" fmla="*/ 433883 h 477747"/>
                <a:gd name="connsiteX4" fmla="*/ 37637 w 256488"/>
                <a:gd name="connsiteY4" fmla="*/ 81477 h 477747"/>
                <a:gd name="connsiteX5" fmla="*/ 128244 w 256488"/>
                <a:gd name="connsiteY5" fmla="*/ 0 h 477747"/>
                <a:gd name="connsiteX6" fmla="*/ 218852 w 256488"/>
                <a:gd name="connsiteY6" fmla="*/ 81477 h 477747"/>
                <a:gd name="connsiteX7" fmla="*/ 218852 w 256488"/>
                <a:gd name="connsiteY7" fmla="*/ 81477 h 477747"/>
                <a:gd name="connsiteX8" fmla="*/ 256266 w 256488"/>
                <a:gd name="connsiteY8" fmla="*/ 433883 h 477747"/>
                <a:gd name="connsiteX9" fmla="*/ 246292 w 256488"/>
                <a:gd name="connsiteY9" fmla="*/ 464598 h 477747"/>
                <a:gd name="connsiteX10" fmla="*/ 216768 w 256488"/>
                <a:gd name="connsiteY10" fmla="*/ 477748 h 477747"/>
                <a:gd name="connsiteX11" fmla="*/ 83834 w 256488"/>
                <a:gd name="connsiteY11" fmla="*/ 398355 h 477747"/>
                <a:gd name="connsiteX12" fmla="*/ 172605 w 256488"/>
                <a:gd name="connsiteY12" fmla="*/ 398355 h 477747"/>
                <a:gd name="connsiteX13" fmla="*/ 139855 w 256488"/>
                <a:gd name="connsiteY13" fmla="*/ 89813 h 477747"/>
                <a:gd name="connsiteX14" fmla="*/ 128195 w 256488"/>
                <a:gd name="connsiteY14" fmla="*/ 79344 h 477747"/>
                <a:gd name="connsiteX15" fmla="*/ 116534 w 256488"/>
                <a:gd name="connsiteY15" fmla="*/ 89813 h 477747"/>
                <a:gd name="connsiteX16" fmla="*/ 83784 w 256488"/>
                <a:gd name="connsiteY16" fmla="*/ 398355 h 47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6488" h="477747">
                  <a:moveTo>
                    <a:pt x="216718" y="477748"/>
                  </a:moveTo>
                  <a:lnTo>
                    <a:pt x="39721" y="477748"/>
                  </a:lnTo>
                  <a:cubicBezTo>
                    <a:pt x="28457" y="477748"/>
                    <a:pt x="17739" y="472984"/>
                    <a:pt x="10196" y="464598"/>
                  </a:cubicBezTo>
                  <a:cubicBezTo>
                    <a:pt x="2654" y="456213"/>
                    <a:pt x="-968" y="445048"/>
                    <a:pt x="223" y="433883"/>
                  </a:cubicBezTo>
                  <a:lnTo>
                    <a:pt x="37637" y="81477"/>
                  </a:lnTo>
                  <a:cubicBezTo>
                    <a:pt x="42549" y="35032"/>
                    <a:pt x="81501" y="0"/>
                    <a:pt x="128244" y="0"/>
                  </a:cubicBezTo>
                  <a:cubicBezTo>
                    <a:pt x="174987" y="0"/>
                    <a:pt x="213890" y="35032"/>
                    <a:pt x="218852" y="81477"/>
                  </a:cubicBezTo>
                  <a:lnTo>
                    <a:pt x="218852" y="81477"/>
                  </a:lnTo>
                  <a:cubicBezTo>
                    <a:pt x="218852" y="81477"/>
                    <a:pt x="256266" y="433883"/>
                    <a:pt x="256266" y="433883"/>
                  </a:cubicBezTo>
                  <a:cubicBezTo>
                    <a:pt x="257457" y="445098"/>
                    <a:pt x="253834" y="456262"/>
                    <a:pt x="246292" y="464598"/>
                  </a:cubicBezTo>
                  <a:cubicBezTo>
                    <a:pt x="238750" y="472984"/>
                    <a:pt x="228032" y="477748"/>
                    <a:pt x="216768" y="477748"/>
                  </a:cubicBezTo>
                  <a:close/>
                  <a:moveTo>
                    <a:pt x="83834" y="398355"/>
                  </a:moveTo>
                  <a:lnTo>
                    <a:pt x="172605" y="398355"/>
                  </a:lnTo>
                  <a:lnTo>
                    <a:pt x="139855" y="89813"/>
                  </a:lnTo>
                  <a:cubicBezTo>
                    <a:pt x="139210" y="83859"/>
                    <a:pt x="134199" y="79344"/>
                    <a:pt x="128195" y="79344"/>
                  </a:cubicBezTo>
                  <a:cubicBezTo>
                    <a:pt x="122191" y="79344"/>
                    <a:pt x="117179" y="83859"/>
                    <a:pt x="116534" y="89813"/>
                  </a:cubicBezTo>
                  <a:lnTo>
                    <a:pt x="83784" y="398355"/>
                  </a:ln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88DA9BC7-0075-E9E2-B0DA-0E0D1B353701}"/>
                </a:ext>
              </a:extLst>
            </p:cNvPr>
            <p:cNvSpPr/>
            <p:nvPr/>
          </p:nvSpPr>
          <p:spPr>
            <a:xfrm>
              <a:off x="1781862" y="2600481"/>
              <a:ext cx="276685" cy="276684"/>
            </a:xfrm>
            <a:custGeom>
              <a:avLst/>
              <a:gdLst>
                <a:gd name="connsiteX0" fmla="*/ 138343 w 276685"/>
                <a:gd name="connsiteY0" fmla="*/ 276685 h 276684"/>
                <a:gd name="connsiteX1" fmla="*/ 99787 w 276685"/>
                <a:gd name="connsiteY1" fmla="*/ 246367 h 276684"/>
                <a:gd name="connsiteX2" fmla="*/ 86191 w 276685"/>
                <a:gd name="connsiteY2" fmla="*/ 190494 h 276684"/>
                <a:gd name="connsiteX3" fmla="*/ 30318 w 276685"/>
                <a:gd name="connsiteY3" fmla="*/ 176898 h 276684"/>
                <a:gd name="connsiteX4" fmla="*/ 0 w 276685"/>
                <a:gd name="connsiteY4" fmla="*/ 138342 h 276684"/>
                <a:gd name="connsiteX5" fmla="*/ 30318 w 276685"/>
                <a:gd name="connsiteY5" fmla="*/ 99787 h 276684"/>
                <a:gd name="connsiteX6" fmla="*/ 86191 w 276685"/>
                <a:gd name="connsiteY6" fmla="*/ 86191 h 276684"/>
                <a:gd name="connsiteX7" fmla="*/ 99787 w 276685"/>
                <a:gd name="connsiteY7" fmla="*/ 30318 h 276684"/>
                <a:gd name="connsiteX8" fmla="*/ 138343 w 276685"/>
                <a:gd name="connsiteY8" fmla="*/ 0 h 276684"/>
                <a:gd name="connsiteX9" fmla="*/ 176898 w 276685"/>
                <a:gd name="connsiteY9" fmla="*/ 30318 h 276684"/>
                <a:gd name="connsiteX10" fmla="*/ 190494 w 276685"/>
                <a:gd name="connsiteY10" fmla="*/ 86191 h 276684"/>
                <a:gd name="connsiteX11" fmla="*/ 246367 w 276685"/>
                <a:gd name="connsiteY11" fmla="*/ 99787 h 276684"/>
                <a:gd name="connsiteX12" fmla="*/ 276685 w 276685"/>
                <a:gd name="connsiteY12" fmla="*/ 138342 h 276684"/>
                <a:gd name="connsiteX13" fmla="*/ 246367 w 276685"/>
                <a:gd name="connsiteY13" fmla="*/ 176898 h 276684"/>
                <a:gd name="connsiteX14" fmla="*/ 190494 w 276685"/>
                <a:gd name="connsiteY14" fmla="*/ 190494 h 276684"/>
                <a:gd name="connsiteX15" fmla="*/ 176898 w 276685"/>
                <a:gd name="connsiteY15" fmla="*/ 246367 h 276684"/>
                <a:gd name="connsiteX16" fmla="*/ 138343 w 276685"/>
                <a:gd name="connsiteY16" fmla="*/ 276685 h 276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685" h="276684">
                  <a:moveTo>
                    <a:pt x="138343" y="276685"/>
                  </a:moveTo>
                  <a:cubicBezTo>
                    <a:pt x="120033" y="276685"/>
                    <a:pt x="104104" y="264181"/>
                    <a:pt x="99787" y="246367"/>
                  </a:cubicBezTo>
                  <a:lnTo>
                    <a:pt x="86191" y="190494"/>
                  </a:lnTo>
                  <a:lnTo>
                    <a:pt x="30318" y="176898"/>
                  </a:lnTo>
                  <a:cubicBezTo>
                    <a:pt x="12554" y="172581"/>
                    <a:pt x="0" y="156653"/>
                    <a:pt x="0" y="138342"/>
                  </a:cubicBezTo>
                  <a:cubicBezTo>
                    <a:pt x="0" y="120032"/>
                    <a:pt x="12504" y="104104"/>
                    <a:pt x="30318" y="99787"/>
                  </a:cubicBezTo>
                  <a:lnTo>
                    <a:pt x="86191" y="86191"/>
                  </a:lnTo>
                  <a:lnTo>
                    <a:pt x="99787" y="30318"/>
                  </a:lnTo>
                  <a:cubicBezTo>
                    <a:pt x="104104" y="12554"/>
                    <a:pt x="120033" y="0"/>
                    <a:pt x="138343" y="0"/>
                  </a:cubicBezTo>
                  <a:cubicBezTo>
                    <a:pt x="156653" y="0"/>
                    <a:pt x="172581" y="12504"/>
                    <a:pt x="176898" y="30318"/>
                  </a:cubicBezTo>
                  <a:lnTo>
                    <a:pt x="190494" y="86191"/>
                  </a:lnTo>
                  <a:lnTo>
                    <a:pt x="246367" y="99787"/>
                  </a:lnTo>
                  <a:cubicBezTo>
                    <a:pt x="264131" y="104104"/>
                    <a:pt x="276685" y="120032"/>
                    <a:pt x="276685" y="138342"/>
                  </a:cubicBezTo>
                  <a:cubicBezTo>
                    <a:pt x="276685" y="156653"/>
                    <a:pt x="264181" y="172581"/>
                    <a:pt x="246367" y="176898"/>
                  </a:cubicBezTo>
                  <a:lnTo>
                    <a:pt x="190494" y="190494"/>
                  </a:lnTo>
                  <a:lnTo>
                    <a:pt x="176898" y="246367"/>
                  </a:lnTo>
                  <a:cubicBezTo>
                    <a:pt x="172581" y="264131"/>
                    <a:pt x="156653" y="276685"/>
                    <a:pt x="138343" y="27668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79BA852E-E2CF-6052-4447-83C79B50F294}"/>
                </a:ext>
              </a:extLst>
            </p:cNvPr>
            <p:cNvSpPr/>
            <p:nvPr/>
          </p:nvSpPr>
          <p:spPr>
            <a:xfrm>
              <a:off x="1831136" y="3009703"/>
              <a:ext cx="178188" cy="79393"/>
            </a:xfrm>
            <a:custGeom>
              <a:avLst/>
              <a:gdLst>
                <a:gd name="connsiteX0" fmla="*/ 138492 w 178188"/>
                <a:gd name="connsiteY0" fmla="*/ 79393 h 79393"/>
                <a:gd name="connsiteX1" fmla="*/ 39697 w 178188"/>
                <a:gd name="connsiteY1" fmla="*/ 79393 h 79393"/>
                <a:gd name="connsiteX2" fmla="*/ 0 w 178188"/>
                <a:gd name="connsiteY2" fmla="*/ 39697 h 79393"/>
                <a:gd name="connsiteX3" fmla="*/ 39697 w 178188"/>
                <a:gd name="connsiteY3" fmla="*/ 0 h 79393"/>
                <a:gd name="connsiteX4" fmla="*/ 138492 w 178188"/>
                <a:gd name="connsiteY4" fmla="*/ 0 h 79393"/>
                <a:gd name="connsiteX5" fmla="*/ 178188 w 178188"/>
                <a:gd name="connsiteY5" fmla="*/ 39697 h 79393"/>
                <a:gd name="connsiteX6" fmla="*/ 138492 w 17818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188" h="79393">
                  <a:moveTo>
                    <a:pt x="138492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38492" y="0"/>
                  </a:lnTo>
                  <a:cubicBezTo>
                    <a:pt x="160424" y="0"/>
                    <a:pt x="178188" y="17764"/>
                    <a:pt x="178188" y="39697"/>
                  </a:cubicBezTo>
                  <a:cubicBezTo>
                    <a:pt x="178188" y="61629"/>
                    <a:pt x="160424" y="79393"/>
                    <a:pt x="138492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D046542-72C7-3F78-2A94-E0304D144F89}"/>
                </a:ext>
              </a:extLst>
            </p:cNvPr>
            <p:cNvSpPr/>
            <p:nvPr/>
          </p:nvSpPr>
          <p:spPr>
            <a:xfrm>
              <a:off x="2051484" y="2534865"/>
              <a:ext cx="280641" cy="146547"/>
            </a:xfrm>
            <a:custGeom>
              <a:avLst/>
              <a:gdLst>
                <a:gd name="connsiteX0" fmla="*/ 39714 w 280641"/>
                <a:gd name="connsiteY0" fmla="*/ 146548 h 146547"/>
                <a:gd name="connsiteX1" fmla="*/ 2052 w 280641"/>
                <a:gd name="connsiteY1" fmla="*/ 119405 h 146547"/>
                <a:gd name="connsiteX2" fmla="*/ 27160 w 280641"/>
                <a:gd name="connsiteY2" fmla="*/ 69189 h 146547"/>
                <a:gd name="connsiteX3" fmla="*/ 228373 w 280641"/>
                <a:gd name="connsiteY3" fmla="*/ 2052 h 146547"/>
                <a:gd name="connsiteX4" fmla="*/ 278589 w 280641"/>
                <a:gd name="connsiteY4" fmla="*/ 27160 h 146547"/>
                <a:gd name="connsiteX5" fmla="*/ 253481 w 280641"/>
                <a:gd name="connsiteY5" fmla="*/ 77377 h 146547"/>
                <a:gd name="connsiteX6" fmla="*/ 52269 w 280641"/>
                <a:gd name="connsiteY6" fmla="*/ 144513 h 146547"/>
                <a:gd name="connsiteX7" fmla="*/ 39714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39714" y="146548"/>
                  </a:moveTo>
                  <a:cubicBezTo>
                    <a:pt x="23092" y="146548"/>
                    <a:pt x="7610" y="136028"/>
                    <a:pt x="2052" y="119405"/>
                  </a:cubicBezTo>
                  <a:cubicBezTo>
                    <a:pt x="-4895" y="98614"/>
                    <a:pt x="6369" y="76136"/>
                    <a:pt x="27160" y="69189"/>
                  </a:cubicBezTo>
                  <a:lnTo>
                    <a:pt x="228373" y="2052"/>
                  </a:lnTo>
                  <a:cubicBezTo>
                    <a:pt x="249164" y="-4895"/>
                    <a:pt x="271642" y="6369"/>
                    <a:pt x="278589" y="27160"/>
                  </a:cubicBezTo>
                  <a:cubicBezTo>
                    <a:pt x="285536" y="47951"/>
                    <a:pt x="274272" y="70430"/>
                    <a:pt x="253481" y="77377"/>
                  </a:cubicBezTo>
                  <a:lnTo>
                    <a:pt x="52269" y="144513"/>
                  </a:lnTo>
                  <a:cubicBezTo>
                    <a:pt x="48100" y="145903"/>
                    <a:pt x="43883" y="146548"/>
                    <a:pt x="39714" y="1465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4927C98-3D44-67BA-99AE-80101899A098}"/>
                </a:ext>
              </a:extLst>
            </p:cNvPr>
            <p:cNvSpPr/>
            <p:nvPr/>
          </p:nvSpPr>
          <p:spPr>
            <a:xfrm>
              <a:off x="2051484" y="2799740"/>
              <a:ext cx="280641" cy="146547"/>
            </a:xfrm>
            <a:custGeom>
              <a:avLst/>
              <a:gdLst>
                <a:gd name="connsiteX0" fmla="*/ 240927 w 280641"/>
                <a:gd name="connsiteY0" fmla="*/ 146548 h 146547"/>
                <a:gd name="connsiteX1" fmla="*/ 228373 w 280641"/>
                <a:gd name="connsiteY1" fmla="*/ 144513 h 146547"/>
                <a:gd name="connsiteX2" fmla="*/ 27160 w 280641"/>
                <a:gd name="connsiteY2" fmla="*/ 77377 h 146547"/>
                <a:gd name="connsiteX3" fmla="*/ 2052 w 280641"/>
                <a:gd name="connsiteY3" fmla="*/ 27160 h 146547"/>
                <a:gd name="connsiteX4" fmla="*/ 52269 w 280641"/>
                <a:gd name="connsiteY4" fmla="*/ 2052 h 146547"/>
                <a:gd name="connsiteX5" fmla="*/ 253481 w 280641"/>
                <a:gd name="connsiteY5" fmla="*/ 69189 h 146547"/>
                <a:gd name="connsiteX6" fmla="*/ 278589 w 280641"/>
                <a:gd name="connsiteY6" fmla="*/ 119405 h 146547"/>
                <a:gd name="connsiteX7" fmla="*/ 240927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240927" y="146548"/>
                  </a:moveTo>
                  <a:cubicBezTo>
                    <a:pt x="236758" y="146548"/>
                    <a:pt x="232541" y="145903"/>
                    <a:pt x="228373" y="144513"/>
                  </a:cubicBezTo>
                  <a:lnTo>
                    <a:pt x="27160" y="77377"/>
                  </a:lnTo>
                  <a:cubicBezTo>
                    <a:pt x="6369" y="70430"/>
                    <a:pt x="-4895" y="47951"/>
                    <a:pt x="2052" y="27160"/>
                  </a:cubicBezTo>
                  <a:cubicBezTo>
                    <a:pt x="8999" y="6369"/>
                    <a:pt x="31477" y="-4895"/>
                    <a:pt x="52269" y="2052"/>
                  </a:cubicBezTo>
                  <a:lnTo>
                    <a:pt x="253481" y="69189"/>
                  </a:lnTo>
                  <a:cubicBezTo>
                    <a:pt x="274272" y="76136"/>
                    <a:pt x="285536" y="98614"/>
                    <a:pt x="278589" y="119405"/>
                  </a:cubicBezTo>
                  <a:cubicBezTo>
                    <a:pt x="273031" y="136028"/>
                    <a:pt x="257550" y="146548"/>
                    <a:pt x="240927" y="1465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D553D6D6-3014-6A1F-510A-13320222D3C7}"/>
                </a:ext>
              </a:extLst>
            </p:cNvPr>
            <p:cNvSpPr/>
            <p:nvPr/>
          </p:nvSpPr>
          <p:spPr>
            <a:xfrm>
              <a:off x="2123451" y="2699127"/>
              <a:ext cx="144545" cy="79393"/>
            </a:xfrm>
            <a:custGeom>
              <a:avLst/>
              <a:gdLst>
                <a:gd name="connsiteX0" fmla="*/ 104849 w 144545"/>
                <a:gd name="connsiteY0" fmla="*/ 79393 h 79393"/>
                <a:gd name="connsiteX1" fmla="*/ 39697 w 144545"/>
                <a:gd name="connsiteY1" fmla="*/ 79393 h 79393"/>
                <a:gd name="connsiteX2" fmla="*/ 0 w 144545"/>
                <a:gd name="connsiteY2" fmla="*/ 39697 h 79393"/>
                <a:gd name="connsiteX3" fmla="*/ 39697 w 144545"/>
                <a:gd name="connsiteY3" fmla="*/ 0 h 79393"/>
                <a:gd name="connsiteX4" fmla="*/ 104849 w 144545"/>
                <a:gd name="connsiteY4" fmla="*/ 0 h 79393"/>
                <a:gd name="connsiteX5" fmla="*/ 144545 w 144545"/>
                <a:gd name="connsiteY5" fmla="*/ 39697 h 79393"/>
                <a:gd name="connsiteX6" fmla="*/ 104849 w 1445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545" h="79393">
                  <a:moveTo>
                    <a:pt x="10484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4849" y="0"/>
                  </a:lnTo>
                  <a:cubicBezTo>
                    <a:pt x="126781" y="0"/>
                    <a:pt x="144545" y="17764"/>
                    <a:pt x="144545" y="39697"/>
                  </a:cubicBezTo>
                  <a:cubicBezTo>
                    <a:pt x="144545" y="61629"/>
                    <a:pt x="126781" y="79393"/>
                    <a:pt x="10484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175A7C6A-69E1-ABDE-A3B7-6EBA50671B9B}"/>
                </a:ext>
              </a:extLst>
            </p:cNvPr>
            <p:cNvSpPr/>
            <p:nvPr/>
          </p:nvSpPr>
          <p:spPr>
            <a:xfrm>
              <a:off x="1517415" y="2534884"/>
              <a:ext cx="280641" cy="146528"/>
            </a:xfrm>
            <a:custGeom>
              <a:avLst/>
              <a:gdLst>
                <a:gd name="connsiteX0" fmla="*/ 240927 w 280641"/>
                <a:gd name="connsiteY0" fmla="*/ 146529 h 146528"/>
                <a:gd name="connsiteX1" fmla="*/ 228373 w 280641"/>
                <a:gd name="connsiteY1" fmla="*/ 144494 h 146528"/>
                <a:gd name="connsiteX2" fmla="*/ 27160 w 280641"/>
                <a:gd name="connsiteY2" fmla="*/ 77357 h 146528"/>
                <a:gd name="connsiteX3" fmla="*/ 2052 w 280641"/>
                <a:gd name="connsiteY3" fmla="*/ 27141 h 146528"/>
                <a:gd name="connsiteX4" fmla="*/ 52269 w 280641"/>
                <a:gd name="connsiteY4" fmla="*/ 2033 h 146528"/>
                <a:gd name="connsiteX5" fmla="*/ 253481 w 280641"/>
                <a:gd name="connsiteY5" fmla="*/ 69170 h 146528"/>
                <a:gd name="connsiteX6" fmla="*/ 278589 w 280641"/>
                <a:gd name="connsiteY6" fmla="*/ 119386 h 146528"/>
                <a:gd name="connsiteX7" fmla="*/ 240927 w 280641"/>
                <a:gd name="connsiteY7" fmla="*/ 146529 h 14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28">
                  <a:moveTo>
                    <a:pt x="240927" y="146529"/>
                  </a:moveTo>
                  <a:cubicBezTo>
                    <a:pt x="236758" y="146529"/>
                    <a:pt x="232541" y="145884"/>
                    <a:pt x="228373" y="144494"/>
                  </a:cubicBezTo>
                  <a:lnTo>
                    <a:pt x="27160" y="77357"/>
                  </a:lnTo>
                  <a:cubicBezTo>
                    <a:pt x="6369" y="70411"/>
                    <a:pt x="-4895" y="47932"/>
                    <a:pt x="2052" y="27141"/>
                  </a:cubicBezTo>
                  <a:cubicBezTo>
                    <a:pt x="8999" y="6350"/>
                    <a:pt x="31477" y="-4864"/>
                    <a:pt x="52269" y="2033"/>
                  </a:cubicBezTo>
                  <a:lnTo>
                    <a:pt x="253481" y="69170"/>
                  </a:lnTo>
                  <a:cubicBezTo>
                    <a:pt x="274272" y="76117"/>
                    <a:pt x="285536" y="98595"/>
                    <a:pt x="278589" y="119386"/>
                  </a:cubicBezTo>
                  <a:cubicBezTo>
                    <a:pt x="273031" y="136009"/>
                    <a:pt x="257550" y="146529"/>
                    <a:pt x="240927" y="146529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A907F9E-2042-9823-A70B-7B61922EE542}"/>
                </a:ext>
              </a:extLst>
            </p:cNvPr>
            <p:cNvSpPr/>
            <p:nvPr/>
          </p:nvSpPr>
          <p:spPr>
            <a:xfrm>
              <a:off x="1517415" y="2799740"/>
              <a:ext cx="280641" cy="146547"/>
            </a:xfrm>
            <a:custGeom>
              <a:avLst/>
              <a:gdLst>
                <a:gd name="connsiteX0" fmla="*/ 39714 w 280641"/>
                <a:gd name="connsiteY0" fmla="*/ 146548 h 146547"/>
                <a:gd name="connsiteX1" fmla="*/ 2052 w 280641"/>
                <a:gd name="connsiteY1" fmla="*/ 119405 h 146547"/>
                <a:gd name="connsiteX2" fmla="*/ 27160 w 280641"/>
                <a:gd name="connsiteY2" fmla="*/ 69189 h 146547"/>
                <a:gd name="connsiteX3" fmla="*/ 228373 w 280641"/>
                <a:gd name="connsiteY3" fmla="*/ 2052 h 146547"/>
                <a:gd name="connsiteX4" fmla="*/ 278589 w 280641"/>
                <a:gd name="connsiteY4" fmla="*/ 27160 h 146547"/>
                <a:gd name="connsiteX5" fmla="*/ 253481 w 280641"/>
                <a:gd name="connsiteY5" fmla="*/ 77377 h 146547"/>
                <a:gd name="connsiteX6" fmla="*/ 52269 w 280641"/>
                <a:gd name="connsiteY6" fmla="*/ 144513 h 146547"/>
                <a:gd name="connsiteX7" fmla="*/ 39714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39714" y="146548"/>
                  </a:moveTo>
                  <a:cubicBezTo>
                    <a:pt x="23092" y="146548"/>
                    <a:pt x="7610" y="136028"/>
                    <a:pt x="2052" y="119405"/>
                  </a:cubicBezTo>
                  <a:cubicBezTo>
                    <a:pt x="-4895" y="98614"/>
                    <a:pt x="6369" y="76136"/>
                    <a:pt x="27160" y="69189"/>
                  </a:cubicBezTo>
                  <a:lnTo>
                    <a:pt x="228373" y="2052"/>
                  </a:lnTo>
                  <a:cubicBezTo>
                    <a:pt x="249164" y="-4895"/>
                    <a:pt x="271642" y="6369"/>
                    <a:pt x="278589" y="27160"/>
                  </a:cubicBezTo>
                  <a:cubicBezTo>
                    <a:pt x="285536" y="47951"/>
                    <a:pt x="274272" y="70430"/>
                    <a:pt x="253481" y="77377"/>
                  </a:cubicBezTo>
                  <a:lnTo>
                    <a:pt x="52269" y="144513"/>
                  </a:lnTo>
                  <a:cubicBezTo>
                    <a:pt x="48100" y="145903"/>
                    <a:pt x="43883" y="146548"/>
                    <a:pt x="39714" y="146548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3581FBF-D0A8-FC38-CF59-4946B7ED7D2E}"/>
                </a:ext>
              </a:extLst>
            </p:cNvPr>
            <p:cNvSpPr/>
            <p:nvPr/>
          </p:nvSpPr>
          <p:spPr>
            <a:xfrm>
              <a:off x="1581543" y="2699127"/>
              <a:ext cx="144545" cy="79393"/>
            </a:xfrm>
            <a:custGeom>
              <a:avLst/>
              <a:gdLst>
                <a:gd name="connsiteX0" fmla="*/ 104849 w 144545"/>
                <a:gd name="connsiteY0" fmla="*/ 79393 h 79393"/>
                <a:gd name="connsiteX1" fmla="*/ 39697 w 144545"/>
                <a:gd name="connsiteY1" fmla="*/ 79393 h 79393"/>
                <a:gd name="connsiteX2" fmla="*/ 0 w 144545"/>
                <a:gd name="connsiteY2" fmla="*/ 39697 h 79393"/>
                <a:gd name="connsiteX3" fmla="*/ 39697 w 144545"/>
                <a:gd name="connsiteY3" fmla="*/ 0 h 79393"/>
                <a:gd name="connsiteX4" fmla="*/ 104849 w 144545"/>
                <a:gd name="connsiteY4" fmla="*/ 0 h 79393"/>
                <a:gd name="connsiteX5" fmla="*/ 144545 w 144545"/>
                <a:gd name="connsiteY5" fmla="*/ 39697 h 79393"/>
                <a:gd name="connsiteX6" fmla="*/ 104849 w 1445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545" h="79393">
                  <a:moveTo>
                    <a:pt x="10484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4849" y="0"/>
                  </a:lnTo>
                  <a:cubicBezTo>
                    <a:pt x="126781" y="0"/>
                    <a:pt x="144545" y="17764"/>
                    <a:pt x="144545" y="39697"/>
                  </a:cubicBezTo>
                  <a:cubicBezTo>
                    <a:pt x="144545" y="61629"/>
                    <a:pt x="126781" y="79393"/>
                    <a:pt x="104849" y="79393"/>
                  </a:cubicBez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17763C34-A530-9908-56F3-64A54306D6AC}"/>
              </a:ext>
            </a:extLst>
          </p:cNvPr>
          <p:cNvGrpSpPr/>
          <p:nvPr/>
        </p:nvGrpSpPr>
        <p:grpSpPr>
          <a:xfrm>
            <a:off x="2928179" y="2546196"/>
            <a:ext cx="699305" cy="837200"/>
            <a:chOff x="2928179" y="2546196"/>
            <a:chExt cx="699305" cy="837200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95460D79-5B65-8146-92CB-962BB64C62A6}"/>
                </a:ext>
              </a:extLst>
            </p:cNvPr>
            <p:cNvSpPr/>
            <p:nvPr/>
          </p:nvSpPr>
          <p:spPr>
            <a:xfrm>
              <a:off x="3060666" y="2546196"/>
              <a:ext cx="293804" cy="190890"/>
            </a:xfrm>
            <a:custGeom>
              <a:avLst/>
              <a:gdLst>
                <a:gd name="connsiteX0" fmla="*/ 254108 w 293804"/>
                <a:gd name="connsiteY0" fmla="*/ 190891 h 190890"/>
                <a:gd name="connsiteX1" fmla="*/ 39697 w 293804"/>
                <a:gd name="connsiteY1" fmla="*/ 190891 h 190890"/>
                <a:gd name="connsiteX2" fmla="*/ 0 w 293804"/>
                <a:gd name="connsiteY2" fmla="*/ 151194 h 190890"/>
                <a:gd name="connsiteX3" fmla="*/ 0 w 293804"/>
                <a:gd name="connsiteY3" fmla="*/ 39697 h 190890"/>
                <a:gd name="connsiteX4" fmla="*/ 39697 w 293804"/>
                <a:gd name="connsiteY4" fmla="*/ 0 h 190890"/>
                <a:gd name="connsiteX5" fmla="*/ 254108 w 293804"/>
                <a:gd name="connsiteY5" fmla="*/ 0 h 190890"/>
                <a:gd name="connsiteX6" fmla="*/ 293804 w 293804"/>
                <a:gd name="connsiteY6" fmla="*/ 39697 h 190890"/>
                <a:gd name="connsiteX7" fmla="*/ 293804 w 293804"/>
                <a:gd name="connsiteY7" fmla="*/ 151194 h 190890"/>
                <a:gd name="connsiteX8" fmla="*/ 254108 w 293804"/>
                <a:gd name="connsiteY8" fmla="*/ 190891 h 190890"/>
                <a:gd name="connsiteX9" fmla="*/ 79393 w 293804"/>
                <a:gd name="connsiteY9" fmla="*/ 111498 h 190890"/>
                <a:gd name="connsiteX10" fmla="*/ 214411 w 293804"/>
                <a:gd name="connsiteY10" fmla="*/ 111498 h 190890"/>
                <a:gd name="connsiteX11" fmla="*/ 214411 w 293804"/>
                <a:gd name="connsiteY11" fmla="*/ 79393 h 190890"/>
                <a:gd name="connsiteX12" fmla="*/ 79393 w 293804"/>
                <a:gd name="connsiteY12" fmla="*/ 79393 h 190890"/>
                <a:gd name="connsiteX13" fmla="*/ 79393 w 293804"/>
                <a:gd name="connsiteY13" fmla="*/ 111498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804" h="190890">
                  <a:moveTo>
                    <a:pt x="254108" y="190891"/>
                  </a:moveTo>
                  <a:lnTo>
                    <a:pt x="39697" y="190891"/>
                  </a:lnTo>
                  <a:cubicBezTo>
                    <a:pt x="17764" y="190891"/>
                    <a:pt x="0" y="173127"/>
                    <a:pt x="0" y="151194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lnTo>
                    <a:pt x="293804" y="151194"/>
                  </a:lnTo>
                  <a:cubicBezTo>
                    <a:pt x="293804" y="173127"/>
                    <a:pt x="276040" y="190891"/>
                    <a:pt x="254108" y="190891"/>
                  </a:cubicBezTo>
                  <a:close/>
                  <a:moveTo>
                    <a:pt x="79393" y="111498"/>
                  </a:moveTo>
                  <a:lnTo>
                    <a:pt x="214411" y="111498"/>
                  </a:lnTo>
                  <a:lnTo>
                    <a:pt x="214411" y="79393"/>
                  </a:lnTo>
                  <a:lnTo>
                    <a:pt x="79393" y="79393"/>
                  </a:lnTo>
                  <a:lnTo>
                    <a:pt x="79393" y="111498"/>
                  </a:lnTo>
                  <a:close/>
                </a:path>
              </a:pathLst>
            </a:custGeom>
            <a:solidFill>
              <a:srgbClr val="EF463C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3" name="Picture Placeholder 49">
              <a:extLst>
                <a:ext uri="{FF2B5EF4-FFF2-40B4-BE49-F238E27FC236}">
                  <a16:creationId xmlns:a16="http://schemas.microsoft.com/office/drawing/2014/main" id="{860D8692-C2DE-EF77-C46F-4E12FBE87D77}"/>
                </a:ext>
              </a:extLst>
            </p:cNvPr>
            <p:cNvGrpSpPr/>
            <p:nvPr/>
          </p:nvGrpSpPr>
          <p:grpSpPr>
            <a:xfrm>
              <a:off x="3268627" y="2947975"/>
              <a:ext cx="358857" cy="435421"/>
              <a:chOff x="3268627" y="2947975"/>
              <a:chExt cx="358857" cy="435421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3039763-74B1-87A9-D012-18E0AE1B1B55}"/>
                  </a:ext>
                </a:extLst>
              </p:cNvPr>
              <p:cNvSpPr/>
              <p:nvPr/>
            </p:nvSpPr>
            <p:spPr>
              <a:xfrm>
                <a:off x="3338145" y="2947975"/>
                <a:ext cx="219919" cy="219918"/>
              </a:xfrm>
              <a:custGeom>
                <a:avLst/>
                <a:gdLst>
                  <a:gd name="connsiteX0" fmla="*/ 109960 w 219919"/>
                  <a:gd name="connsiteY0" fmla="*/ 219919 h 219918"/>
                  <a:gd name="connsiteX1" fmla="*/ 0 w 219919"/>
                  <a:gd name="connsiteY1" fmla="*/ 109959 h 219918"/>
                  <a:gd name="connsiteX2" fmla="*/ 109960 w 219919"/>
                  <a:gd name="connsiteY2" fmla="*/ 0 h 219918"/>
                  <a:gd name="connsiteX3" fmla="*/ 219919 w 219919"/>
                  <a:gd name="connsiteY3" fmla="*/ 109959 h 219918"/>
                  <a:gd name="connsiteX4" fmla="*/ 109960 w 219919"/>
                  <a:gd name="connsiteY4" fmla="*/ 219919 h 219918"/>
                  <a:gd name="connsiteX5" fmla="*/ 109960 w 219919"/>
                  <a:gd name="connsiteY5" fmla="*/ 79443 h 219918"/>
                  <a:gd name="connsiteX6" fmla="*/ 79393 w 219919"/>
                  <a:gd name="connsiteY6" fmla="*/ 110009 h 219918"/>
                  <a:gd name="connsiteX7" fmla="*/ 109960 w 219919"/>
                  <a:gd name="connsiteY7" fmla="*/ 140575 h 219918"/>
                  <a:gd name="connsiteX8" fmla="*/ 140526 w 219919"/>
                  <a:gd name="connsiteY8" fmla="*/ 110009 h 219918"/>
                  <a:gd name="connsiteX9" fmla="*/ 109960 w 219919"/>
                  <a:gd name="connsiteY9" fmla="*/ 79443 h 21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919" h="219918">
                    <a:moveTo>
                      <a:pt x="109960" y="219919"/>
                    </a:moveTo>
                    <a:cubicBezTo>
                      <a:pt x="49323" y="219919"/>
                      <a:pt x="0" y="170596"/>
                      <a:pt x="0" y="109959"/>
                    </a:cubicBezTo>
                    <a:cubicBezTo>
                      <a:pt x="0" y="49323"/>
                      <a:pt x="49323" y="0"/>
                      <a:pt x="109960" y="0"/>
                    </a:cubicBezTo>
                    <a:cubicBezTo>
                      <a:pt x="170596" y="0"/>
                      <a:pt x="219919" y="49323"/>
                      <a:pt x="219919" y="109959"/>
                    </a:cubicBezTo>
                    <a:cubicBezTo>
                      <a:pt x="219919" y="170596"/>
                      <a:pt x="170596" y="219919"/>
                      <a:pt x="109960" y="219919"/>
                    </a:cubicBezTo>
                    <a:close/>
                    <a:moveTo>
                      <a:pt x="109960" y="79443"/>
                    </a:moveTo>
                    <a:cubicBezTo>
                      <a:pt x="93138" y="79443"/>
                      <a:pt x="79393" y="93138"/>
                      <a:pt x="79393" y="110009"/>
                    </a:cubicBezTo>
                    <a:cubicBezTo>
                      <a:pt x="79393" y="126880"/>
                      <a:pt x="93089" y="140575"/>
                      <a:pt x="109960" y="140575"/>
                    </a:cubicBezTo>
                    <a:cubicBezTo>
                      <a:pt x="126831" y="140575"/>
                      <a:pt x="140526" y="126880"/>
                      <a:pt x="140526" y="110009"/>
                    </a:cubicBezTo>
                    <a:cubicBezTo>
                      <a:pt x="140526" y="93138"/>
                      <a:pt x="126831" y="79443"/>
                      <a:pt x="109960" y="79443"/>
                    </a:cubicBezTo>
                    <a:close/>
                  </a:path>
                </a:pathLst>
              </a:custGeom>
              <a:solidFill>
                <a:srgbClr val="EF463C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2BA90F-5B7C-15F0-AD3C-72EBC90F939A}"/>
                  </a:ext>
                </a:extLst>
              </p:cNvPr>
              <p:cNvSpPr/>
              <p:nvPr/>
            </p:nvSpPr>
            <p:spPr>
              <a:xfrm>
                <a:off x="3268627" y="3116934"/>
                <a:ext cx="358857" cy="266463"/>
              </a:xfrm>
              <a:custGeom>
                <a:avLst/>
                <a:gdLst>
                  <a:gd name="connsiteX0" fmla="*/ 319161 w 358857"/>
                  <a:gd name="connsiteY0" fmla="*/ 266463 h 266463"/>
                  <a:gd name="connsiteX1" fmla="*/ 279464 w 358857"/>
                  <a:gd name="connsiteY1" fmla="*/ 226767 h 266463"/>
                  <a:gd name="connsiteX2" fmla="*/ 279464 w 358857"/>
                  <a:gd name="connsiteY2" fmla="*/ 179428 h 266463"/>
                  <a:gd name="connsiteX3" fmla="*/ 179429 w 358857"/>
                  <a:gd name="connsiteY3" fmla="*/ 79393 h 266463"/>
                  <a:gd name="connsiteX4" fmla="*/ 79393 w 358857"/>
                  <a:gd name="connsiteY4" fmla="*/ 179428 h 266463"/>
                  <a:gd name="connsiteX5" fmla="*/ 79393 w 358857"/>
                  <a:gd name="connsiteY5" fmla="*/ 226767 h 266463"/>
                  <a:gd name="connsiteX6" fmla="*/ 39697 w 358857"/>
                  <a:gd name="connsiteY6" fmla="*/ 266463 h 266463"/>
                  <a:gd name="connsiteX7" fmla="*/ 0 w 358857"/>
                  <a:gd name="connsiteY7" fmla="*/ 226767 h 266463"/>
                  <a:gd name="connsiteX8" fmla="*/ 0 w 358857"/>
                  <a:gd name="connsiteY8" fmla="*/ 179428 h 266463"/>
                  <a:gd name="connsiteX9" fmla="*/ 179429 w 358857"/>
                  <a:gd name="connsiteY9" fmla="*/ 0 h 266463"/>
                  <a:gd name="connsiteX10" fmla="*/ 358857 w 358857"/>
                  <a:gd name="connsiteY10" fmla="*/ 179428 h 266463"/>
                  <a:gd name="connsiteX11" fmla="*/ 358857 w 358857"/>
                  <a:gd name="connsiteY11" fmla="*/ 226767 h 266463"/>
                  <a:gd name="connsiteX12" fmla="*/ 319161 w 358857"/>
                  <a:gd name="connsiteY12" fmla="*/ 266463 h 26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8857" h="266463">
                    <a:moveTo>
                      <a:pt x="319161" y="266463"/>
                    </a:moveTo>
                    <a:cubicBezTo>
                      <a:pt x="297228" y="266463"/>
                      <a:pt x="279464" y="248699"/>
                      <a:pt x="279464" y="226767"/>
                    </a:cubicBezTo>
                    <a:lnTo>
                      <a:pt x="279464" y="179428"/>
                    </a:lnTo>
                    <a:cubicBezTo>
                      <a:pt x="279464" y="124250"/>
                      <a:pt x="234607" y="79393"/>
                      <a:pt x="179429" y="79393"/>
                    </a:cubicBezTo>
                    <a:cubicBezTo>
                      <a:pt x="124250" y="79393"/>
                      <a:pt x="79393" y="124250"/>
                      <a:pt x="79393" y="179428"/>
                    </a:cubicBezTo>
                    <a:lnTo>
                      <a:pt x="79393" y="226767"/>
                    </a:lnTo>
                    <a:cubicBezTo>
                      <a:pt x="79393" y="248699"/>
                      <a:pt x="61629" y="266463"/>
                      <a:pt x="39697" y="266463"/>
                    </a:cubicBezTo>
                    <a:cubicBezTo>
                      <a:pt x="17764" y="266463"/>
                      <a:pt x="0" y="248699"/>
                      <a:pt x="0" y="226767"/>
                    </a:cubicBezTo>
                    <a:lnTo>
                      <a:pt x="0" y="179428"/>
                    </a:lnTo>
                    <a:cubicBezTo>
                      <a:pt x="0" y="80485"/>
                      <a:pt x="80485" y="0"/>
                      <a:pt x="179429" y="0"/>
                    </a:cubicBezTo>
                    <a:cubicBezTo>
                      <a:pt x="278372" y="0"/>
                      <a:pt x="358857" y="80485"/>
                      <a:pt x="358857" y="179428"/>
                    </a:cubicBezTo>
                    <a:lnTo>
                      <a:pt x="358857" y="226767"/>
                    </a:lnTo>
                    <a:cubicBezTo>
                      <a:pt x="358857" y="248699"/>
                      <a:pt x="341093" y="266463"/>
                      <a:pt x="319161" y="266463"/>
                    </a:cubicBezTo>
                    <a:close/>
                  </a:path>
                </a:pathLst>
              </a:custGeom>
              <a:solidFill>
                <a:srgbClr val="C42828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459B5996-2B9E-709D-DBA4-93654A2B05DD}"/>
                </a:ext>
              </a:extLst>
            </p:cNvPr>
            <p:cNvSpPr/>
            <p:nvPr/>
          </p:nvSpPr>
          <p:spPr>
            <a:xfrm>
              <a:off x="2928179" y="2657694"/>
              <a:ext cx="558779" cy="724065"/>
            </a:xfrm>
            <a:custGeom>
              <a:avLst/>
              <a:gdLst>
                <a:gd name="connsiteX0" fmla="*/ 279365 w 558779"/>
                <a:gd name="connsiteY0" fmla="*/ 724015 h 724065"/>
                <a:gd name="connsiteX1" fmla="*/ 39697 w 558779"/>
                <a:gd name="connsiteY1" fmla="*/ 724015 h 724065"/>
                <a:gd name="connsiteX2" fmla="*/ 0 w 558779"/>
                <a:gd name="connsiteY2" fmla="*/ 684319 h 724065"/>
                <a:gd name="connsiteX3" fmla="*/ 0 w 558779"/>
                <a:gd name="connsiteY3" fmla="*/ 39697 h 724065"/>
                <a:gd name="connsiteX4" fmla="*/ 39697 w 558779"/>
                <a:gd name="connsiteY4" fmla="*/ 0 h 724065"/>
                <a:gd name="connsiteX5" fmla="*/ 519083 w 558779"/>
                <a:gd name="connsiteY5" fmla="*/ 0 h 724065"/>
                <a:gd name="connsiteX6" fmla="*/ 558779 w 558779"/>
                <a:gd name="connsiteY6" fmla="*/ 39697 h 724065"/>
                <a:gd name="connsiteX7" fmla="*/ 558779 w 558779"/>
                <a:gd name="connsiteY7" fmla="*/ 208754 h 724065"/>
                <a:gd name="connsiteX8" fmla="*/ 519083 w 558779"/>
                <a:gd name="connsiteY8" fmla="*/ 248451 h 724065"/>
                <a:gd name="connsiteX9" fmla="*/ 479386 w 558779"/>
                <a:gd name="connsiteY9" fmla="*/ 208754 h 724065"/>
                <a:gd name="connsiteX10" fmla="*/ 479386 w 558779"/>
                <a:gd name="connsiteY10" fmla="*/ 79393 h 724065"/>
                <a:gd name="connsiteX11" fmla="*/ 79393 w 558779"/>
                <a:gd name="connsiteY11" fmla="*/ 79393 h 724065"/>
                <a:gd name="connsiteX12" fmla="*/ 79393 w 558779"/>
                <a:gd name="connsiteY12" fmla="*/ 644672 h 724065"/>
                <a:gd name="connsiteX13" fmla="*/ 279365 w 558779"/>
                <a:gd name="connsiteY13" fmla="*/ 644672 h 724065"/>
                <a:gd name="connsiteX14" fmla="*/ 319061 w 558779"/>
                <a:gd name="connsiteY14" fmla="*/ 684369 h 724065"/>
                <a:gd name="connsiteX15" fmla="*/ 279365 w 558779"/>
                <a:gd name="connsiteY15" fmla="*/ 724065 h 7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8779" h="724065">
                  <a:moveTo>
                    <a:pt x="279365" y="724015"/>
                  </a:moveTo>
                  <a:lnTo>
                    <a:pt x="39697" y="724015"/>
                  </a:lnTo>
                  <a:cubicBezTo>
                    <a:pt x="17764" y="724015"/>
                    <a:pt x="0" y="706251"/>
                    <a:pt x="0" y="684319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519083" y="0"/>
                  </a:lnTo>
                  <a:cubicBezTo>
                    <a:pt x="541015" y="0"/>
                    <a:pt x="558779" y="17764"/>
                    <a:pt x="558779" y="39697"/>
                  </a:cubicBezTo>
                  <a:lnTo>
                    <a:pt x="558779" y="208754"/>
                  </a:lnTo>
                  <a:cubicBezTo>
                    <a:pt x="558779" y="230687"/>
                    <a:pt x="541015" y="248451"/>
                    <a:pt x="519083" y="248451"/>
                  </a:cubicBezTo>
                  <a:cubicBezTo>
                    <a:pt x="497150" y="248451"/>
                    <a:pt x="479386" y="230687"/>
                    <a:pt x="479386" y="208754"/>
                  </a:cubicBezTo>
                  <a:lnTo>
                    <a:pt x="479386" y="79393"/>
                  </a:lnTo>
                  <a:lnTo>
                    <a:pt x="79393" y="79393"/>
                  </a:lnTo>
                  <a:lnTo>
                    <a:pt x="79393" y="644672"/>
                  </a:lnTo>
                  <a:lnTo>
                    <a:pt x="279365" y="644672"/>
                  </a:lnTo>
                  <a:cubicBezTo>
                    <a:pt x="301297" y="644672"/>
                    <a:pt x="319061" y="662436"/>
                    <a:pt x="319061" y="684369"/>
                  </a:cubicBezTo>
                  <a:cubicBezTo>
                    <a:pt x="319061" y="706301"/>
                    <a:pt x="301297" y="724065"/>
                    <a:pt x="279365" y="724065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8B1AA3C-0D2B-0560-609A-B55C080C4A12}"/>
                </a:ext>
              </a:extLst>
            </p:cNvPr>
            <p:cNvSpPr/>
            <p:nvPr/>
          </p:nvSpPr>
          <p:spPr>
            <a:xfrm>
              <a:off x="3060666" y="2779314"/>
              <a:ext cx="293804" cy="79393"/>
            </a:xfrm>
            <a:custGeom>
              <a:avLst/>
              <a:gdLst>
                <a:gd name="connsiteX0" fmla="*/ 254108 w 293804"/>
                <a:gd name="connsiteY0" fmla="*/ 79393 h 79393"/>
                <a:gd name="connsiteX1" fmla="*/ 39697 w 293804"/>
                <a:gd name="connsiteY1" fmla="*/ 79393 h 79393"/>
                <a:gd name="connsiteX2" fmla="*/ 0 w 293804"/>
                <a:gd name="connsiteY2" fmla="*/ 39697 h 79393"/>
                <a:gd name="connsiteX3" fmla="*/ 39697 w 293804"/>
                <a:gd name="connsiteY3" fmla="*/ 0 h 79393"/>
                <a:gd name="connsiteX4" fmla="*/ 254108 w 293804"/>
                <a:gd name="connsiteY4" fmla="*/ 0 h 79393"/>
                <a:gd name="connsiteX5" fmla="*/ 293804 w 293804"/>
                <a:gd name="connsiteY5" fmla="*/ 39697 h 79393"/>
                <a:gd name="connsiteX6" fmla="*/ 254108 w 2938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804" h="79393">
                  <a:moveTo>
                    <a:pt x="2541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cubicBezTo>
                    <a:pt x="293804" y="61629"/>
                    <a:pt x="276040" y="79393"/>
                    <a:pt x="2541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A5B2232E-C98C-0D1F-B168-F8F1FB77907E}"/>
                </a:ext>
              </a:extLst>
            </p:cNvPr>
            <p:cNvSpPr/>
            <p:nvPr/>
          </p:nvSpPr>
          <p:spPr>
            <a:xfrm>
              <a:off x="3060666" y="2900935"/>
              <a:ext cx="293804" cy="79393"/>
            </a:xfrm>
            <a:custGeom>
              <a:avLst/>
              <a:gdLst>
                <a:gd name="connsiteX0" fmla="*/ 254108 w 293804"/>
                <a:gd name="connsiteY0" fmla="*/ 79393 h 79393"/>
                <a:gd name="connsiteX1" fmla="*/ 39697 w 293804"/>
                <a:gd name="connsiteY1" fmla="*/ 79393 h 79393"/>
                <a:gd name="connsiteX2" fmla="*/ 0 w 293804"/>
                <a:gd name="connsiteY2" fmla="*/ 39697 h 79393"/>
                <a:gd name="connsiteX3" fmla="*/ 39697 w 293804"/>
                <a:gd name="connsiteY3" fmla="*/ 0 h 79393"/>
                <a:gd name="connsiteX4" fmla="*/ 254108 w 293804"/>
                <a:gd name="connsiteY4" fmla="*/ 0 h 79393"/>
                <a:gd name="connsiteX5" fmla="*/ 293804 w 293804"/>
                <a:gd name="connsiteY5" fmla="*/ 39697 h 79393"/>
                <a:gd name="connsiteX6" fmla="*/ 254108 w 2938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804" h="79393">
                  <a:moveTo>
                    <a:pt x="2541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cubicBezTo>
                    <a:pt x="293804" y="61629"/>
                    <a:pt x="276040" y="79393"/>
                    <a:pt x="254108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8199B0E-D6C9-098F-6C31-5C98786271FE}"/>
                </a:ext>
              </a:extLst>
            </p:cNvPr>
            <p:cNvSpPr/>
            <p:nvPr/>
          </p:nvSpPr>
          <p:spPr>
            <a:xfrm>
              <a:off x="3060666" y="3022555"/>
              <a:ext cx="233912" cy="79393"/>
            </a:xfrm>
            <a:custGeom>
              <a:avLst/>
              <a:gdLst>
                <a:gd name="connsiteX0" fmla="*/ 194216 w 233912"/>
                <a:gd name="connsiteY0" fmla="*/ 79393 h 79393"/>
                <a:gd name="connsiteX1" fmla="*/ 39697 w 233912"/>
                <a:gd name="connsiteY1" fmla="*/ 79393 h 79393"/>
                <a:gd name="connsiteX2" fmla="*/ 0 w 233912"/>
                <a:gd name="connsiteY2" fmla="*/ 39697 h 79393"/>
                <a:gd name="connsiteX3" fmla="*/ 39697 w 233912"/>
                <a:gd name="connsiteY3" fmla="*/ 0 h 79393"/>
                <a:gd name="connsiteX4" fmla="*/ 194216 w 233912"/>
                <a:gd name="connsiteY4" fmla="*/ 0 h 79393"/>
                <a:gd name="connsiteX5" fmla="*/ 233912 w 233912"/>
                <a:gd name="connsiteY5" fmla="*/ 39697 h 79393"/>
                <a:gd name="connsiteX6" fmla="*/ 194216 w 2339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912" h="79393">
                  <a:moveTo>
                    <a:pt x="194216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94216" y="0"/>
                  </a:lnTo>
                  <a:cubicBezTo>
                    <a:pt x="216148" y="0"/>
                    <a:pt x="233912" y="17764"/>
                    <a:pt x="233912" y="39697"/>
                  </a:cubicBezTo>
                  <a:cubicBezTo>
                    <a:pt x="233912" y="61629"/>
                    <a:pt x="216148" y="79393"/>
                    <a:pt x="194216" y="79393"/>
                  </a:cubicBezTo>
                  <a:close/>
                </a:path>
              </a:pathLst>
            </a:custGeom>
            <a:solidFill>
              <a:srgbClr val="C42828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95452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5">
            <a:extLst>
              <a:ext uri="{FF2B5EF4-FFF2-40B4-BE49-F238E27FC236}">
                <a16:creationId xmlns:a16="http://schemas.microsoft.com/office/drawing/2014/main" id="{EF55D339-8B4E-46F6-9D3E-96747881FB3A}"/>
              </a:ext>
            </a:extLst>
          </p:cNvPr>
          <p:cNvGrpSpPr>
            <a:grpSpLocks noChangeAspect="1"/>
          </p:cNvGrpSpPr>
          <p:nvPr/>
        </p:nvGrpSpPr>
        <p:grpSpPr>
          <a:xfrm>
            <a:off x="1495772" y="1423095"/>
            <a:ext cx="827574" cy="827573"/>
            <a:chOff x="1495772" y="1423095"/>
            <a:chExt cx="827574" cy="82757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D847E56-A353-FF41-B179-617A3C789481}"/>
                </a:ext>
              </a:extLst>
            </p:cNvPr>
            <p:cNvSpPr/>
            <p:nvPr/>
          </p:nvSpPr>
          <p:spPr>
            <a:xfrm>
              <a:off x="1495772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B90321D-67DC-ED4F-8E3A-5AE373E70D5B}"/>
                </a:ext>
              </a:extLst>
            </p:cNvPr>
            <p:cNvSpPr/>
            <p:nvPr/>
          </p:nvSpPr>
          <p:spPr>
            <a:xfrm>
              <a:off x="1681795" y="1705481"/>
              <a:ext cx="454013" cy="313508"/>
            </a:xfrm>
            <a:custGeom>
              <a:avLst/>
              <a:gdLst>
                <a:gd name="connsiteX0" fmla="*/ 180177 w 454013"/>
                <a:gd name="connsiteY0" fmla="*/ 313508 h 313508"/>
                <a:gd name="connsiteX1" fmla="*/ 152092 w 454013"/>
                <a:gd name="connsiteY1" fmla="*/ 301897 h 313508"/>
                <a:gd name="connsiteX2" fmla="*/ 11616 w 454013"/>
                <a:gd name="connsiteY2" fmla="*/ 161421 h 313508"/>
                <a:gd name="connsiteX3" fmla="*/ 11641 w 454013"/>
                <a:gd name="connsiteY3" fmla="*/ 105275 h 313508"/>
                <a:gd name="connsiteX4" fmla="*/ 67786 w 454013"/>
                <a:gd name="connsiteY4" fmla="*/ 105300 h 313508"/>
                <a:gd name="connsiteX5" fmla="*/ 180177 w 454013"/>
                <a:gd name="connsiteY5" fmla="*/ 217690 h 313508"/>
                <a:gd name="connsiteX6" fmla="*/ 386252 w 454013"/>
                <a:gd name="connsiteY6" fmla="*/ 11616 h 313508"/>
                <a:gd name="connsiteX7" fmla="*/ 442398 w 454013"/>
                <a:gd name="connsiteY7" fmla="*/ 11641 h 313508"/>
                <a:gd name="connsiteX8" fmla="*/ 442373 w 454013"/>
                <a:gd name="connsiteY8" fmla="*/ 67786 h 313508"/>
                <a:gd name="connsiteX9" fmla="*/ 208263 w 454013"/>
                <a:gd name="connsiteY9" fmla="*/ 301897 h 313508"/>
                <a:gd name="connsiteX10" fmla="*/ 180177 w 454013"/>
                <a:gd name="connsiteY10" fmla="*/ 313508 h 31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013" h="313508">
                  <a:moveTo>
                    <a:pt x="180177" y="313508"/>
                  </a:moveTo>
                  <a:cubicBezTo>
                    <a:pt x="169646" y="313518"/>
                    <a:pt x="159543" y="309340"/>
                    <a:pt x="152092" y="301897"/>
                  </a:cubicBezTo>
                  <a:lnTo>
                    <a:pt x="11616" y="161421"/>
                  </a:lnTo>
                  <a:cubicBezTo>
                    <a:pt x="-3882" y="145910"/>
                    <a:pt x="-3870" y="120772"/>
                    <a:pt x="11641" y="105275"/>
                  </a:cubicBezTo>
                  <a:cubicBezTo>
                    <a:pt x="27152" y="89777"/>
                    <a:pt x="52289" y="89789"/>
                    <a:pt x="67786" y="105300"/>
                  </a:cubicBezTo>
                  <a:lnTo>
                    <a:pt x="180177" y="217690"/>
                  </a:lnTo>
                  <a:lnTo>
                    <a:pt x="386252" y="11616"/>
                  </a:lnTo>
                  <a:cubicBezTo>
                    <a:pt x="401764" y="-3882"/>
                    <a:pt x="426902" y="-3870"/>
                    <a:pt x="442398" y="11641"/>
                  </a:cubicBezTo>
                  <a:cubicBezTo>
                    <a:pt x="457895" y="27151"/>
                    <a:pt x="457885" y="52289"/>
                    <a:pt x="442373" y="67786"/>
                  </a:cubicBezTo>
                  <a:lnTo>
                    <a:pt x="208263" y="301897"/>
                  </a:lnTo>
                  <a:cubicBezTo>
                    <a:pt x="200812" y="309340"/>
                    <a:pt x="190709" y="313518"/>
                    <a:pt x="180177" y="3135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" name="Picture Placeholder 37">
            <a:extLst>
              <a:ext uri="{FF2B5EF4-FFF2-40B4-BE49-F238E27FC236}">
                <a16:creationId xmlns:a16="http://schemas.microsoft.com/office/drawing/2014/main" id="{62770D97-9C7D-4236-8A6C-E86EFA0DEC8E}"/>
              </a:ext>
            </a:extLst>
          </p:cNvPr>
          <p:cNvGrpSpPr>
            <a:grpSpLocks noChangeAspect="1"/>
          </p:cNvGrpSpPr>
          <p:nvPr/>
        </p:nvGrpSpPr>
        <p:grpSpPr>
          <a:xfrm>
            <a:off x="2813280" y="1423095"/>
            <a:ext cx="827574" cy="827573"/>
            <a:chOff x="2813280" y="1423095"/>
            <a:chExt cx="827574" cy="827573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B5E59BD-0757-0348-A248-33C9B70883D0}"/>
                </a:ext>
              </a:extLst>
            </p:cNvPr>
            <p:cNvSpPr/>
            <p:nvPr/>
          </p:nvSpPr>
          <p:spPr>
            <a:xfrm>
              <a:off x="2813280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BC31D56-2E1C-0646-B3D9-A0DBE906FDE4}"/>
                </a:ext>
              </a:extLst>
            </p:cNvPr>
            <p:cNvSpPr/>
            <p:nvPr/>
          </p:nvSpPr>
          <p:spPr>
            <a:xfrm>
              <a:off x="3000300" y="1797185"/>
              <a:ext cx="453533" cy="79393"/>
            </a:xfrm>
            <a:custGeom>
              <a:avLst/>
              <a:gdLst>
                <a:gd name="connsiteX0" fmla="*/ 413837 w 453533"/>
                <a:gd name="connsiteY0" fmla="*/ 79393 h 79393"/>
                <a:gd name="connsiteX1" fmla="*/ 39697 w 453533"/>
                <a:gd name="connsiteY1" fmla="*/ 79393 h 79393"/>
                <a:gd name="connsiteX2" fmla="*/ 0 w 453533"/>
                <a:gd name="connsiteY2" fmla="*/ 39697 h 79393"/>
                <a:gd name="connsiteX3" fmla="*/ 39697 w 453533"/>
                <a:gd name="connsiteY3" fmla="*/ 0 h 79393"/>
                <a:gd name="connsiteX4" fmla="*/ 413837 w 453533"/>
                <a:gd name="connsiteY4" fmla="*/ 0 h 79393"/>
                <a:gd name="connsiteX5" fmla="*/ 453534 w 453533"/>
                <a:gd name="connsiteY5" fmla="*/ 39697 h 79393"/>
                <a:gd name="connsiteX6" fmla="*/ 413837 w 45353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533" h="79393">
                  <a:moveTo>
                    <a:pt x="41383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3837" y="0"/>
                  </a:lnTo>
                  <a:cubicBezTo>
                    <a:pt x="435759" y="0"/>
                    <a:pt x="453534" y="17773"/>
                    <a:pt x="453534" y="39697"/>
                  </a:cubicBezTo>
                  <a:cubicBezTo>
                    <a:pt x="453534" y="61620"/>
                    <a:pt x="435759" y="79393"/>
                    <a:pt x="41383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" name="Picture Placeholder 39">
            <a:extLst>
              <a:ext uri="{FF2B5EF4-FFF2-40B4-BE49-F238E27FC236}">
                <a16:creationId xmlns:a16="http://schemas.microsoft.com/office/drawing/2014/main" id="{35706D37-5C75-4C88-95B7-4A89175D9AF2}"/>
              </a:ext>
            </a:extLst>
          </p:cNvPr>
          <p:cNvGrpSpPr>
            <a:grpSpLocks noChangeAspect="1"/>
          </p:cNvGrpSpPr>
          <p:nvPr/>
        </p:nvGrpSpPr>
        <p:grpSpPr>
          <a:xfrm>
            <a:off x="4130788" y="1423095"/>
            <a:ext cx="827574" cy="827573"/>
            <a:chOff x="4130788" y="1423095"/>
            <a:chExt cx="827574" cy="827573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A461394-7AF5-6A45-8F7C-F881D2617972}"/>
                </a:ext>
              </a:extLst>
            </p:cNvPr>
            <p:cNvSpPr/>
            <p:nvPr/>
          </p:nvSpPr>
          <p:spPr>
            <a:xfrm>
              <a:off x="4130788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7BE2BEA9-586A-5F4D-9165-2386400DF138}"/>
                </a:ext>
              </a:extLst>
            </p:cNvPr>
            <p:cNvSpPr/>
            <p:nvPr/>
          </p:nvSpPr>
          <p:spPr>
            <a:xfrm>
              <a:off x="4317808" y="1797185"/>
              <a:ext cx="453533" cy="79393"/>
            </a:xfrm>
            <a:custGeom>
              <a:avLst/>
              <a:gdLst>
                <a:gd name="connsiteX0" fmla="*/ 413837 w 453533"/>
                <a:gd name="connsiteY0" fmla="*/ 79393 h 79393"/>
                <a:gd name="connsiteX1" fmla="*/ 39697 w 453533"/>
                <a:gd name="connsiteY1" fmla="*/ 79393 h 79393"/>
                <a:gd name="connsiteX2" fmla="*/ 0 w 453533"/>
                <a:gd name="connsiteY2" fmla="*/ 39697 h 79393"/>
                <a:gd name="connsiteX3" fmla="*/ 39697 w 453533"/>
                <a:gd name="connsiteY3" fmla="*/ 0 h 79393"/>
                <a:gd name="connsiteX4" fmla="*/ 413837 w 453533"/>
                <a:gd name="connsiteY4" fmla="*/ 0 h 79393"/>
                <a:gd name="connsiteX5" fmla="*/ 453534 w 453533"/>
                <a:gd name="connsiteY5" fmla="*/ 39697 h 79393"/>
                <a:gd name="connsiteX6" fmla="*/ 413837 w 45353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533" h="79393">
                  <a:moveTo>
                    <a:pt x="41383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3837" y="0"/>
                  </a:lnTo>
                  <a:cubicBezTo>
                    <a:pt x="435759" y="0"/>
                    <a:pt x="453534" y="17773"/>
                    <a:pt x="453534" y="39697"/>
                  </a:cubicBezTo>
                  <a:cubicBezTo>
                    <a:pt x="453534" y="61620"/>
                    <a:pt x="435759" y="79393"/>
                    <a:pt x="41383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C0F6F9D-AF8E-BB4E-849C-1D8F41288AFD}"/>
                </a:ext>
              </a:extLst>
            </p:cNvPr>
            <p:cNvSpPr/>
            <p:nvPr/>
          </p:nvSpPr>
          <p:spPr>
            <a:xfrm>
              <a:off x="4504878" y="1615176"/>
              <a:ext cx="79393" cy="453483"/>
            </a:xfrm>
            <a:custGeom>
              <a:avLst/>
              <a:gdLst>
                <a:gd name="connsiteX0" fmla="*/ 39697 w 79393"/>
                <a:gd name="connsiteY0" fmla="*/ 453483 h 453483"/>
                <a:gd name="connsiteX1" fmla="*/ 0 w 79393"/>
                <a:gd name="connsiteY1" fmla="*/ 413787 h 453483"/>
                <a:gd name="connsiteX2" fmla="*/ 0 w 79393"/>
                <a:gd name="connsiteY2" fmla="*/ 39697 h 453483"/>
                <a:gd name="connsiteX3" fmla="*/ 39697 w 79393"/>
                <a:gd name="connsiteY3" fmla="*/ 0 h 453483"/>
                <a:gd name="connsiteX4" fmla="*/ 79393 w 79393"/>
                <a:gd name="connsiteY4" fmla="*/ 39697 h 453483"/>
                <a:gd name="connsiteX5" fmla="*/ 79393 w 79393"/>
                <a:gd name="connsiteY5" fmla="*/ 413787 h 453483"/>
                <a:gd name="connsiteX6" fmla="*/ 39697 w 79393"/>
                <a:gd name="connsiteY6" fmla="*/ 453483 h 45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3483">
                  <a:moveTo>
                    <a:pt x="39697" y="453483"/>
                  </a:moveTo>
                  <a:cubicBezTo>
                    <a:pt x="17773" y="453483"/>
                    <a:pt x="0" y="435709"/>
                    <a:pt x="0" y="4137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413787"/>
                  </a:lnTo>
                  <a:cubicBezTo>
                    <a:pt x="79393" y="435709"/>
                    <a:pt x="61621" y="453483"/>
                    <a:pt x="39697" y="4534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" name="Picture Placeholder 50">
            <a:extLst>
              <a:ext uri="{FF2B5EF4-FFF2-40B4-BE49-F238E27FC236}">
                <a16:creationId xmlns:a16="http://schemas.microsoft.com/office/drawing/2014/main" id="{5C8A1F09-9E20-46AE-88CE-CD6DA5D7B94B}"/>
              </a:ext>
            </a:extLst>
          </p:cNvPr>
          <p:cNvGrpSpPr>
            <a:grpSpLocks noChangeAspect="1"/>
          </p:cNvGrpSpPr>
          <p:nvPr/>
        </p:nvGrpSpPr>
        <p:grpSpPr>
          <a:xfrm>
            <a:off x="5448296" y="1423095"/>
            <a:ext cx="827574" cy="827573"/>
            <a:chOff x="5448296" y="1423095"/>
            <a:chExt cx="827574" cy="827573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3AA2ED5-3A99-1C43-87E5-E480BC8A63C5}"/>
                </a:ext>
              </a:extLst>
            </p:cNvPr>
            <p:cNvSpPr/>
            <p:nvPr/>
          </p:nvSpPr>
          <p:spPr>
            <a:xfrm>
              <a:off x="5448296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D1D494E-6B26-5E4C-B33B-B131F09B0950}"/>
                </a:ext>
              </a:extLst>
            </p:cNvPr>
            <p:cNvSpPr/>
            <p:nvPr/>
          </p:nvSpPr>
          <p:spPr>
            <a:xfrm>
              <a:off x="5694191" y="1662365"/>
              <a:ext cx="344423" cy="344318"/>
            </a:xfrm>
            <a:custGeom>
              <a:avLst/>
              <a:gdLst>
                <a:gd name="connsiteX0" fmla="*/ 304746 w 344423"/>
                <a:gd name="connsiteY0" fmla="*/ 344318 h 344318"/>
                <a:gd name="connsiteX1" fmla="*/ 276661 w 344423"/>
                <a:gd name="connsiteY1" fmla="*/ 332707 h 344318"/>
                <a:gd name="connsiteX2" fmla="*/ 11587 w 344423"/>
                <a:gd name="connsiteY2" fmla="*/ 67832 h 344318"/>
                <a:gd name="connsiteX3" fmla="*/ 11711 w 344423"/>
                <a:gd name="connsiteY3" fmla="*/ 11587 h 344318"/>
                <a:gd name="connsiteX4" fmla="*/ 67956 w 344423"/>
                <a:gd name="connsiteY4" fmla="*/ 11711 h 344318"/>
                <a:gd name="connsiteX5" fmla="*/ 332832 w 344423"/>
                <a:gd name="connsiteY5" fmla="*/ 276586 h 344318"/>
                <a:gd name="connsiteX6" fmla="*/ 332762 w 344423"/>
                <a:gd name="connsiteY6" fmla="*/ 332727 h 344318"/>
                <a:gd name="connsiteX7" fmla="*/ 304746 w 344423"/>
                <a:gd name="connsiteY7" fmla="*/ 344318 h 3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423" h="344318">
                  <a:moveTo>
                    <a:pt x="304746" y="344318"/>
                  </a:moveTo>
                  <a:cubicBezTo>
                    <a:pt x="294217" y="344328"/>
                    <a:pt x="284114" y="340150"/>
                    <a:pt x="276661" y="332707"/>
                  </a:cubicBezTo>
                  <a:lnTo>
                    <a:pt x="11587" y="67832"/>
                  </a:lnTo>
                  <a:cubicBezTo>
                    <a:pt x="-3911" y="52266"/>
                    <a:pt x="-3855" y="27084"/>
                    <a:pt x="11711" y="11587"/>
                  </a:cubicBezTo>
                  <a:cubicBezTo>
                    <a:pt x="27277" y="-3911"/>
                    <a:pt x="52459" y="-3855"/>
                    <a:pt x="67956" y="11711"/>
                  </a:cubicBezTo>
                  <a:lnTo>
                    <a:pt x="332832" y="276586"/>
                  </a:lnTo>
                  <a:cubicBezTo>
                    <a:pt x="348313" y="292108"/>
                    <a:pt x="348283" y="317240"/>
                    <a:pt x="332762" y="332727"/>
                  </a:cubicBezTo>
                  <a:cubicBezTo>
                    <a:pt x="325324" y="340145"/>
                    <a:pt x="315251" y="344313"/>
                    <a:pt x="304746" y="3443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8AC0B87-6789-FC4C-9028-469B977046B2}"/>
                </a:ext>
              </a:extLst>
            </p:cNvPr>
            <p:cNvSpPr/>
            <p:nvPr/>
          </p:nvSpPr>
          <p:spPr>
            <a:xfrm>
              <a:off x="5692448" y="1665044"/>
              <a:ext cx="343359" cy="343574"/>
            </a:xfrm>
            <a:custGeom>
              <a:avLst/>
              <a:gdLst>
                <a:gd name="connsiteX0" fmla="*/ 39728 w 343359"/>
                <a:gd name="connsiteY0" fmla="*/ 343575 h 343574"/>
                <a:gd name="connsiteX1" fmla="*/ 0 w 343359"/>
                <a:gd name="connsiteY1" fmla="*/ 303908 h 343574"/>
                <a:gd name="connsiteX2" fmla="*/ 11643 w 343359"/>
                <a:gd name="connsiteY2" fmla="*/ 275793 h 343574"/>
                <a:gd name="connsiteX3" fmla="*/ 276320 w 343359"/>
                <a:gd name="connsiteY3" fmla="*/ 10917 h 343574"/>
                <a:gd name="connsiteX4" fmla="*/ 332441 w 343359"/>
                <a:gd name="connsiteY4" fmla="*/ 12355 h 343574"/>
                <a:gd name="connsiteX5" fmla="*/ 332441 w 343359"/>
                <a:gd name="connsiteY5" fmla="*/ 67038 h 343574"/>
                <a:gd name="connsiteX6" fmla="*/ 67912 w 343359"/>
                <a:gd name="connsiteY6" fmla="*/ 331914 h 343574"/>
                <a:gd name="connsiteX7" fmla="*/ 39728 w 343359"/>
                <a:gd name="connsiteY7" fmla="*/ 343575 h 34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359" h="343574">
                  <a:moveTo>
                    <a:pt x="39728" y="343575"/>
                  </a:moveTo>
                  <a:cubicBezTo>
                    <a:pt x="17804" y="343589"/>
                    <a:pt x="17" y="325835"/>
                    <a:pt x="0" y="303908"/>
                  </a:cubicBezTo>
                  <a:cubicBezTo>
                    <a:pt x="-8" y="293363"/>
                    <a:pt x="4181" y="283246"/>
                    <a:pt x="11643" y="275793"/>
                  </a:cubicBezTo>
                  <a:lnTo>
                    <a:pt x="276320" y="10917"/>
                  </a:lnTo>
                  <a:cubicBezTo>
                    <a:pt x="292213" y="-4183"/>
                    <a:pt x="317341" y="-3539"/>
                    <a:pt x="332441" y="12355"/>
                  </a:cubicBezTo>
                  <a:cubicBezTo>
                    <a:pt x="346999" y="27676"/>
                    <a:pt x="346999" y="51717"/>
                    <a:pt x="332441" y="67038"/>
                  </a:cubicBezTo>
                  <a:lnTo>
                    <a:pt x="67912" y="331914"/>
                  </a:lnTo>
                  <a:cubicBezTo>
                    <a:pt x="60446" y="339397"/>
                    <a:pt x="50301" y="343594"/>
                    <a:pt x="39728" y="3435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" name="Picture Placeholder 52">
            <a:extLst>
              <a:ext uri="{FF2B5EF4-FFF2-40B4-BE49-F238E27FC236}">
                <a16:creationId xmlns:a16="http://schemas.microsoft.com/office/drawing/2014/main" id="{B1636BBC-1528-4B35-88F3-C9E0A3F1A9D8}"/>
              </a:ext>
            </a:extLst>
          </p:cNvPr>
          <p:cNvGrpSpPr>
            <a:grpSpLocks noChangeAspect="1"/>
          </p:cNvGrpSpPr>
          <p:nvPr/>
        </p:nvGrpSpPr>
        <p:grpSpPr>
          <a:xfrm>
            <a:off x="6765804" y="1423095"/>
            <a:ext cx="827574" cy="827573"/>
            <a:chOff x="6765804" y="1423095"/>
            <a:chExt cx="827574" cy="827573"/>
          </a:xfrm>
        </p:grpSpPr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8066C03-ABB0-6C4C-8D3A-B45EC1A8D91C}"/>
                </a:ext>
              </a:extLst>
            </p:cNvPr>
            <p:cNvSpPr/>
            <p:nvPr/>
          </p:nvSpPr>
          <p:spPr>
            <a:xfrm>
              <a:off x="6765804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F0107AD-EF26-814E-9600-6C5DD696D073}"/>
                </a:ext>
              </a:extLst>
            </p:cNvPr>
            <p:cNvSpPr/>
            <p:nvPr/>
          </p:nvSpPr>
          <p:spPr>
            <a:xfrm>
              <a:off x="7003437" y="1611706"/>
              <a:ext cx="311915" cy="454175"/>
            </a:xfrm>
            <a:custGeom>
              <a:avLst/>
              <a:gdLst>
                <a:gd name="connsiteX0" fmla="*/ 272219 w 311915"/>
                <a:gd name="connsiteY0" fmla="*/ 454175 h 454175"/>
                <a:gd name="connsiteX1" fmla="*/ 239023 w 311915"/>
                <a:gd name="connsiteY1" fmla="*/ 436262 h 454175"/>
                <a:gd name="connsiteX2" fmla="*/ 156256 w 311915"/>
                <a:gd name="connsiteY2" fmla="*/ 310375 h 454175"/>
                <a:gd name="connsiteX3" fmla="*/ 39697 w 311915"/>
                <a:gd name="connsiteY3" fmla="*/ 310375 h 454175"/>
                <a:gd name="connsiteX4" fmla="*/ 0 w 311915"/>
                <a:gd name="connsiteY4" fmla="*/ 270678 h 454175"/>
                <a:gd name="connsiteX5" fmla="*/ 0 w 311915"/>
                <a:gd name="connsiteY5" fmla="*/ 184735 h 454175"/>
                <a:gd name="connsiteX6" fmla="*/ 39697 w 311915"/>
                <a:gd name="connsiteY6" fmla="*/ 145038 h 454175"/>
                <a:gd name="connsiteX7" fmla="*/ 156156 w 311915"/>
                <a:gd name="connsiteY7" fmla="*/ 145038 h 454175"/>
                <a:gd name="connsiteX8" fmla="*/ 238974 w 311915"/>
                <a:gd name="connsiteY8" fmla="*/ 18009 h 454175"/>
                <a:gd name="connsiteX9" fmla="*/ 293909 w 311915"/>
                <a:gd name="connsiteY9" fmla="*/ 6455 h 454175"/>
                <a:gd name="connsiteX10" fmla="*/ 311916 w 311915"/>
                <a:gd name="connsiteY10" fmla="*/ 39694 h 454175"/>
                <a:gd name="connsiteX11" fmla="*/ 311916 w 311915"/>
                <a:gd name="connsiteY11" fmla="*/ 414479 h 454175"/>
                <a:gd name="connsiteX12" fmla="*/ 283583 w 311915"/>
                <a:gd name="connsiteY12" fmla="*/ 452488 h 454175"/>
                <a:gd name="connsiteX13" fmla="*/ 272219 w 311915"/>
                <a:gd name="connsiteY13" fmla="*/ 454175 h 454175"/>
                <a:gd name="connsiteX14" fmla="*/ 79393 w 311915"/>
                <a:gd name="connsiteY14" fmla="*/ 230981 h 454175"/>
                <a:gd name="connsiteX15" fmla="*/ 177692 w 311915"/>
                <a:gd name="connsiteY15" fmla="*/ 230981 h 454175"/>
                <a:gd name="connsiteX16" fmla="*/ 210839 w 311915"/>
                <a:gd name="connsiteY16" fmla="*/ 248845 h 454175"/>
                <a:gd name="connsiteX17" fmla="*/ 232523 w 311915"/>
                <a:gd name="connsiteY17" fmla="*/ 281793 h 454175"/>
                <a:gd name="connsiteX18" fmla="*/ 232523 w 311915"/>
                <a:gd name="connsiteY18" fmla="*/ 173322 h 454175"/>
                <a:gd name="connsiteX19" fmla="*/ 210938 w 311915"/>
                <a:gd name="connsiteY19" fmla="*/ 206419 h 454175"/>
                <a:gd name="connsiteX20" fmla="*/ 177692 w 311915"/>
                <a:gd name="connsiteY20" fmla="*/ 224431 h 454175"/>
                <a:gd name="connsiteX21" fmla="*/ 79393 w 311915"/>
                <a:gd name="connsiteY21" fmla="*/ 224431 h 45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915" h="454175">
                  <a:moveTo>
                    <a:pt x="272219" y="454175"/>
                  </a:moveTo>
                  <a:cubicBezTo>
                    <a:pt x="258842" y="454180"/>
                    <a:pt x="246362" y="447447"/>
                    <a:pt x="239023" y="436262"/>
                  </a:cubicBezTo>
                  <a:lnTo>
                    <a:pt x="156256" y="310375"/>
                  </a:lnTo>
                  <a:lnTo>
                    <a:pt x="39697" y="310375"/>
                  </a:lnTo>
                  <a:cubicBezTo>
                    <a:pt x="17773" y="310375"/>
                    <a:pt x="0" y="292600"/>
                    <a:pt x="0" y="270678"/>
                  </a:cubicBezTo>
                  <a:lnTo>
                    <a:pt x="0" y="184735"/>
                  </a:lnTo>
                  <a:cubicBezTo>
                    <a:pt x="0" y="162811"/>
                    <a:pt x="17773" y="145038"/>
                    <a:pt x="39697" y="145038"/>
                  </a:cubicBezTo>
                  <a:lnTo>
                    <a:pt x="156156" y="145038"/>
                  </a:lnTo>
                  <a:lnTo>
                    <a:pt x="238974" y="18009"/>
                  </a:lnTo>
                  <a:cubicBezTo>
                    <a:pt x="250952" y="-352"/>
                    <a:pt x="275549" y="-5525"/>
                    <a:pt x="293909" y="6455"/>
                  </a:cubicBezTo>
                  <a:cubicBezTo>
                    <a:pt x="305143" y="13783"/>
                    <a:pt x="311911" y="26284"/>
                    <a:pt x="311916" y="39694"/>
                  </a:cubicBezTo>
                  <a:lnTo>
                    <a:pt x="311916" y="414479"/>
                  </a:lnTo>
                  <a:cubicBezTo>
                    <a:pt x="311906" y="432015"/>
                    <a:pt x="300384" y="447467"/>
                    <a:pt x="283583" y="452488"/>
                  </a:cubicBezTo>
                  <a:cubicBezTo>
                    <a:pt x="279901" y="453605"/>
                    <a:pt x="276070" y="454175"/>
                    <a:pt x="272219" y="454175"/>
                  </a:cubicBezTo>
                  <a:close/>
                  <a:moveTo>
                    <a:pt x="79393" y="230981"/>
                  </a:moveTo>
                  <a:lnTo>
                    <a:pt x="177692" y="230981"/>
                  </a:lnTo>
                  <a:cubicBezTo>
                    <a:pt x="191041" y="230983"/>
                    <a:pt x="203496" y="237696"/>
                    <a:pt x="210839" y="248845"/>
                  </a:cubicBezTo>
                  <a:lnTo>
                    <a:pt x="232523" y="281793"/>
                  </a:lnTo>
                  <a:lnTo>
                    <a:pt x="232523" y="173322"/>
                  </a:lnTo>
                  <a:lnTo>
                    <a:pt x="210938" y="206419"/>
                  </a:lnTo>
                  <a:cubicBezTo>
                    <a:pt x="203611" y="217655"/>
                    <a:pt x="191105" y="224430"/>
                    <a:pt x="177692" y="224431"/>
                  </a:cubicBezTo>
                  <a:lnTo>
                    <a:pt x="79393" y="22443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" name="Picture Placeholder 54">
            <a:extLst>
              <a:ext uri="{FF2B5EF4-FFF2-40B4-BE49-F238E27FC236}">
                <a16:creationId xmlns:a16="http://schemas.microsoft.com/office/drawing/2014/main" id="{60F480CD-BBD5-468D-A8D0-F99B12A67ED6}"/>
              </a:ext>
            </a:extLst>
          </p:cNvPr>
          <p:cNvGrpSpPr>
            <a:grpSpLocks noChangeAspect="1"/>
          </p:cNvGrpSpPr>
          <p:nvPr/>
        </p:nvGrpSpPr>
        <p:grpSpPr>
          <a:xfrm>
            <a:off x="8083312" y="1423095"/>
            <a:ext cx="827574" cy="827573"/>
            <a:chOff x="8083312" y="1423095"/>
            <a:chExt cx="827574" cy="827573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CEE1EB84-C42C-ED41-A3C8-6EBFFFE59B66}"/>
                </a:ext>
              </a:extLst>
            </p:cNvPr>
            <p:cNvSpPr/>
            <p:nvPr/>
          </p:nvSpPr>
          <p:spPr>
            <a:xfrm>
              <a:off x="8083312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9BB1883-297C-A647-BCF8-3ABF79F0CB07}"/>
                </a:ext>
              </a:extLst>
            </p:cNvPr>
            <p:cNvSpPr/>
            <p:nvPr/>
          </p:nvSpPr>
          <p:spPr>
            <a:xfrm>
              <a:off x="8457800" y="1985161"/>
              <a:ext cx="79393" cy="79380"/>
            </a:xfrm>
            <a:custGeom>
              <a:avLst/>
              <a:gdLst>
                <a:gd name="connsiteX0" fmla="*/ 39696 w 79393"/>
                <a:gd name="connsiteY0" fmla="*/ 79381 h 79380"/>
                <a:gd name="connsiteX1" fmla="*/ 31906 w 79393"/>
                <a:gd name="connsiteY1" fmla="*/ 78587 h 79380"/>
                <a:gd name="connsiteX2" fmla="*/ 24512 w 79393"/>
                <a:gd name="connsiteY2" fmla="*/ 76354 h 79380"/>
                <a:gd name="connsiteX3" fmla="*/ 17665 w 79393"/>
                <a:gd name="connsiteY3" fmla="*/ 72682 h 79380"/>
                <a:gd name="connsiteX4" fmla="*/ 6698 w 79393"/>
                <a:gd name="connsiteY4" fmla="*/ 61716 h 79380"/>
                <a:gd name="connsiteX5" fmla="*/ 3027 w 79393"/>
                <a:gd name="connsiteY5" fmla="*/ 54868 h 79380"/>
                <a:gd name="connsiteX6" fmla="*/ 744 w 79393"/>
                <a:gd name="connsiteY6" fmla="*/ 47425 h 79380"/>
                <a:gd name="connsiteX7" fmla="*/ 744 w 79393"/>
                <a:gd name="connsiteY7" fmla="*/ 31943 h 79380"/>
                <a:gd name="connsiteX8" fmla="*/ 3027 w 79393"/>
                <a:gd name="connsiteY8" fmla="*/ 24500 h 79380"/>
                <a:gd name="connsiteX9" fmla="*/ 6698 w 79393"/>
                <a:gd name="connsiteY9" fmla="*/ 17653 h 79380"/>
                <a:gd name="connsiteX10" fmla="*/ 17665 w 79393"/>
                <a:gd name="connsiteY10" fmla="*/ 6686 h 79380"/>
                <a:gd name="connsiteX11" fmla="*/ 24512 w 79393"/>
                <a:gd name="connsiteY11" fmla="*/ 3014 h 79380"/>
                <a:gd name="connsiteX12" fmla="*/ 31906 w 79393"/>
                <a:gd name="connsiteY12" fmla="*/ 782 h 79380"/>
                <a:gd name="connsiteX13" fmla="*/ 47437 w 79393"/>
                <a:gd name="connsiteY13" fmla="*/ 782 h 79380"/>
                <a:gd name="connsiteX14" fmla="*/ 54880 w 79393"/>
                <a:gd name="connsiteY14" fmla="*/ 3014 h 79380"/>
                <a:gd name="connsiteX15" fmla="*/ 61728 w 79393"/>
                <a:gd name="connsiteY15" fmla="*/ 6686 h 79380"/>
                <a:gd name="connsiteX16" fmla="*/ 67732 w 79393"/>
                <a:gd name="connsiteY16" fmla="*/ 11648 h 79380"/>
                <a:gd name="connsiteX17" fmla="*/ 72694 w 79393"/>
                <a:gd name="connsiteY17" fmla="*/ 17702 h 79380"/>
                <a:gd name="connsiteX18" fmla="*/ 78599 w 79393"/>
                <a:gd name="connsiteY18" fmla="*/ 31993 h 79380"/>
                <a:gd name="connsiteX19" fmla="*/ 78599 w 79393"/>
                <a:gd name="connsiteY19" fmla="*/ 47475 h 79380"/>
                <a:gd name="connsiteX20" fmla="*/ 67732 w 79393"/>
                <a:gd name="connsiteY20" fmla="*/ 67819 h 79380"/>
                <a:gd name="connsiteX21" fmla="*/ 61629 w 79393"/>
                <a:gd name="connsiteY21" fmla="*/ 72533 h 79380"/>
                <a:gd name="connsiteX22" fmla="*/ 54781 w 79393"/>
                <a:gd name="connsiteY22" fmla="*/ 76205 h 79380"/>
                <a:gd name="connsiteX23" fmla="*/ 47338 w 79393"/>
                <a:gd name="connsiteY23" fmla="*/ 78438 h 79380"/>
                <a:gd name="connsiteX24" fmla="*/ 39696 w 79393"/>
                <a:gd name="connsiteY24" fmla="*/ 79381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380">
                  <a:moveTo>
                    <a:pt x="39696" y="79381"/>
                  </a:moveTo>
                  <a:cubicBezTo>
                    <a:pt x="37079" y="79386"/>
                    <a:pt x="34468" y="79123"/>
                    <a:pt x="31906" y="78587"/>
                  </a:cubicBezTo>
                  <a:cubicBezTo>
                    <a:pt x="29373" y="78091"/>
                    <a:pt x="26896" y="77346"/>
                    <a:pt x="24512" y="76354"/>
                  </a:cubicBezTo>
                  <a:cubicBezTo>
                    <a:pt x="22110" y="75366"/>
                    <a:pt x="19815" y="74136"/>
                    <a:pt x="17665" y="72682"/>
                  </a:cubicBezTo>
                  <a:cubicBezTo>
                    <a:pt x="13288" y="69829"/>
                    <a:pt x="9554" y="66092"/>
                    <a:pt x="6698" y="61716"/>
                  </a:cubicBezTo>
                  <a:cubicBezTo>
                    <a:pt x="5253" y="59557"/>
                    <a:pt x="4024" y="57265"/>
                    <a:pt x="3027" y="54868"/>
                  </a:cubicBezTo>
                  <a:cubicBezTo>
                    <a:pt x="2043" y="52461"/>
                    <a:pt x="1278" y="49971"/>
                    <a:pt x="744" y="47425"/>
                  </a:cubicBezTo>
                  <a:cubicBezTo>
                    <a:pt x="-248" y="42314"/>
                    <a:pt x="-248" y="37054"/>
                    <a:pt x="744" y="31943"/>
                  </a:cubicBezTo>
                  <a:cubicBezTo>
                    <a:pt x="1278" y="29398"/>
                    <a:pt x="2043" y="26907"/>
                    <a:pt x="3027" y="24500"/>
                  </a:cubicBezTo>
                  <a:cubicBezTo>
                    <a:pt x="4024" y="22104"/>
                    <a:pt x="5253" y="19811"/>
                    <a:pt x="6698" y="17653"/>
                  </a:cubicBezTo>
                  <a:cubicBezTo>
                    <a:pt x="9554" y="13276"/>
                    <a:pt x="13288" y="9540"/>
                    <a:pt x="17665" y="6686"/>
                  </a:cubicBezTo>
                  <a:cubicBezTo>
                    <a:pt x="19815" y="5232"/>
                    <a:pt x="22110" y="4002"/>
                    <a:pt x="24512" y="3014"/>
                  </a:cubicBezTo>
                  <a:cubicBezTo>
                    <a:pt x="26896" y="2022"/>
                    <a:pt x="29373" y="1278"/>
                    <a:pt x="31906" y="782"/>
                  </a:cubicBezTo>
                  <a:cubicBezTo>
                    <a:pt x="37031" y="-261"/>
                    <a:pt x="42312" y="-261"/>
                    <a:pt x="47437" y="782"/>
                  </a:cubicBezTo>
                  <a:cubicBezTo>
                    <a:pt x="49985" y="1283"/>
                    <a:pt x="52478" y="2032"/>
                    <a:pt x="54880" y="3014"/>
                  </a:cubicBezTo>
                  <a:cubicBezTo>
                    <a:pt x="57273" y="4022"/>
                    <a:pt x="59565" y="5252"/>
                    <a:pt x="61728" y="6686"/>
                  </a:cubicBezTo>
                  <a:cubicBezTo>
                    <a:pt x="63903" y="8120"/>
                    <a:pt x="65916" y="9783"/>
                    <a:pt x="67732" y="11648"/>
                  </a:cubicBezTo>
                  <a:cubicBezTo>
                    <a:pt x="69585" y="13494"/>
                    <a:pt x="71248" y="15524"/>
                    <a:pt x="72694" y="17702"/>
                  </a:cubicBezTo>
                  <a:cubicBezTo>
                    <a:pt x="75548" y="22049"/>
                    <a:pt x="77551" y="26897"/>
                    <a:pt x="78599" y="31993"/>
                  </a:cubicBezTo>
                  <a:cubicBezTo>
                    <a:pt x="79658" y="37099"/>
                    <a:pt x="79658" y="42369"/>
                    <a:pt x="78599" y="47475"/>
                  </a:cubicBezTo>
                  <a:cubicBezTo>
                    <a:pt x="77070" y="55181"/>
                    <a:pt x="73288" y="62262"/>
                    <a:pt x="67732" y="67819"/>
                  </a:cubicBezTo>
                  <a:cubicBezTo>
                    <a:pt x="65872" y="69605"/>
                    <a:pt x="63826" y="71183"/>
                    <a:pt x="61629" y="72533"/>
                  </a:cubicBezTo>
                  <a:cubicBezTo>
                    <a:pt x="59466" y="73967"/>
                    <a:pt x="57174" y="75198"/>
                    <a:pt x="54781" y="76205"/>
                  </a:cubicBezTo>
                  <a:cubicBezTo>
                    <a:pt x="52378" y="77187"/>
                    <a:pt x="49885" y="77937"/>
                    <a:pt x="47338" y="78438"/>
                  </a:cubicBezTo>
                  <a:cubicBezTo>
                    <a:pt x="44830" y="79013"/>
                    <a:pt x="42269" y="79331"/>
                    <a:pt x="39696" y="7938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4EE16F5-D142-904F-90EF-E4868B0A245F}"/>
                </a:ext>
              </a:extLst>
            </p:cNvPr>
            <p:cNvSpPr/>
            <p:nvPr/>
          </p:nvSpPr>
          <p:spPr>
            <a:xfrm>
              <a:off x="8364363" y="1610810"/>
              <a:ext cx="266293" cy="360035"/>
            </a:xfrm>
            <a:custGeom>
              <a:avLst/>
              <a:gdLst>
                <a:gd name="connsiteX0" fmla="*/ 133034 w 266293"/>
                <a:gd name="connsiteY0" fmla="*/ 359998 h 360035"/>
                <a:gd name="connsiteX1" fmla="*/ 94131 w 266293"/>
                <a:gd name="connsiteY1" fmla="*/ 327794 h 360035"/>
                <a:gd name="connsiteX2" fmla="*/ 155065 w 266293"/>
                <a:gd name="connsiteY2" fmla="*/ 164294 h 360035"/>
                <a:gd name="connsiteX3" fmla="*/ 185880 w 266293"/>
                <a:gd name="connsiteY3" fmla="*/ 110307 h 360035"/>
                <a:gd name="connsiteX4" fmla="*/ 133381 w 266293"/>
                <a:gd name="connsiteY4" fmla="*/ 79145 h 360035"/>
                <a:gd name="connsiteX5" fmla="*/ 79394 w 266293"/>
                <a:gd name="connsiteY5" fmla="*/ 133728 h 360035"/>
                <a:gd name="connsiteX6" fmla="*/ 39499 w 266293"/>
                <a:gd name="connsiteY6" fmla="*/ 173226 h 360035"/>
                <a:gd name="connsiteX7" fmla="*/ 1 w 266293"/>
                <a:gd name="connsiteY7" fmla="*/ 133331 h 360035"/>
                <a:gd name="connsiteX8" fmla="*/ 133381 w 266293"/>
                <a:gd name="connsiteY8" fmla="*/ 0 h 360035"/>
                <a:gd name="connsiteX9" fmla="*/ 263387 w 266293"/>
                <a:gd name="connsiteY9" fmla="*/ 93237 h 360035"/>
                <a:gd name="connsiteX10" fmla="*/ 188956 w 266293"/>
                <a:gd name="connsiteY10" fmla="*/ 236393 h 360035"/>
                <a:gd name="connsiteX11" fmla="*/ 172532 w 266293"/>
                <a:gd name="connsiteY11" fmla="*/ 313355 h 360035"/>
                <a:gd name="connsiteX12" fmla="*/ 140775 w 266293"/>
                <a:gd name="connsiteY12" fmla="*/ 359601 h 360035"/>
                <a:gd name="connsiteX13" fmla="*/ 133034 w 266293"/>
                <a:gd name="connsiteY13" fmla="*/ 359998 h 36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6293" h="360035">
                  <a:moveTo>
                    <a:pt x="133034" y="359998"/>
                  </a:moveTo>
                  <a:cubicBezTo>
                    <a:pt x="114029" y="359958"/>
                    <a:pt x="97718" y="346457"/>
                    <a:pt x="94131" y="327794"/>
                  </a:cubicBezTo>
                  <a:cubicBezTo>
                    <a:pt x="85596" y="281796"/>
                    <a:pt x="88276" y="195555"/>
                    <a:pt x="155065" y="164294"/>
                  </a:cubicBezTo>
                  <a:cubicBezTo>
                    <a:pt x="181712" y="151790"/>
                    <a:pt x="189800" y="127525"/>
                    <a:pt x="185880" y="110307"/>
                  </a:cubicBezTo>
                  <a:cubicBezTo>
                    <a:pt x="181464" y="90459"/>
                    <a:pt x="162310" y="79145"/>
                    <a:pt x="133381" y="79145"/>
                  </a:cubicBezTo>
                  <a:cubicBezTo>
                    <a:pt x="85696" y="79145"/>
                    <a:pt x="79741" y="117154"/>
                    <a:pt x="79394" y="133728"/>
                  </a:cubicBezTo>
                  <a:cubicBezTo>
                    <a:pt x="79284" y="155652"/>
                    <a:pt x="61423" y="173335"/>
                    <a:pt x="39499" y="173226"/>
                  </a:cubicBezTo>
                  <a:cubicBezTo>
                    <a:pt x="17575" y="173116"/>
                    <a:pt x="-109" y="155255"/>
                    <a:pt x="1" y="133331"/>
                  </a:cubicBezTo>
                  <a:cubicBezTo>
                    <a:pt x="1" y="79740"/>
                    <a:pt x="35529" y="0"/>
                    <a:pt x="133381" y="0"/>
                  </a:cubicBezTo>
                  <a:cubicBezTo>
                    <a:pt x="199674" y="0"/>
                    <a:pt x="250734" y="36570"/>
                    <a:pt x="263387" y="93237"/>
                  </a:cubicBezTo>
                  <a:cubicBezTo>
                    <a:pt x="276239" y="150847"/>
                    <a:pt x="245574" y="209747"/>
                    <a:pt x="188956" y="236393"/>
                  </a:cubicBezTo>
                  <a:cubicBezTo>
                    <a:pt x="167967" y="246317"/>
                    <a:pt x="169108" y="293358"/>
                    <a:pt x="172532" y="313355"/>
                  </a:cubicBezTo>
                  <a:cubicBezTo>
                    <a:pt x="176517" y="334890"/>
                    <a:pt x="162305" y="355587"/>
                    <a:pt x="140775" y="359601"/>
                  </a:cubicBezTo>
                  <a:cubicBezTo>
                    <a:pt x="138213" y="359978"/>
                    <a:pt x="135621" y="360107"/>
                    <a:pt x="133034" y="35999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6" name="Picture Placeholder 56">
            <a:extLst>
              <a:ext uri="{FF2B5EF4-FFF2-40B4-BE49-F238E27FC236}">
                <a16:creationId xmlns:a16="http://schemas.microsoft.com/office/drawing/2014/main" id="{5C76A087-4EBB-4154-A66D-8FB24932A260}"/>
              </a:ext>
            </a:extLst>
          </p:cNvPr>
          <p:cNvGrpSpPr>
            <a:grpSpLocks noChangeAspect="1"/>
          </p:cNvGrpSpPr>
          <p:nvPr/>
        </p:nvGrpSpPr>
        <p:grpSpPr>
          <a:xfrm>
            <a:off x="9400819" y="1423095"/>
            <a:ext cx="827574" cy="827573"/>
            <a:chOff x="9400819" y="1423095"/>
            <a:chExt cx="827574" cy="827573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DE79DFC-C9F9-434A-9159-E1EB24502289}"/>
                </a:ext>
              </a:extLst>
            </p:cNvPr>
            <p:cNvSpPr/>
            <p:nvPr/>
          </p:nvSpPr>
          <p:spPr>
            <a:xfrm>
              <a:off x="9400819" y="1423095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77FAF6E-137E-4E42-AC22-50F4AE7ECB3C}"/>
                </a:ext>
              </a:extLst>
            </p:cNvPr>
            <p:cNvSpPr/>
            <p:nvPr/>
          </p:nvSpPr>
          <p:spPr>
            <a:xfrm>
              <a:off x="9588472" y="1610223"/>
              <a:ext cx="454277" cy="454318"/>
            </a:xfrm>
            <a:custGeom>
              <a:avLst/>
              <a:gdLst>
                <a:gd name="connsiteX0" fmla="*/ 39709 w 454277"/>
                <a:gd name="connsiteY0" fmla="*/ 454318 h 454318"/>
                <a:gd name="connsiteX1" fmla="*/ 0 w 454277"/>
                <a:gd name="connsiteY1" fmla="*/ 414632 h 454318"/>
                <a:gd name="connsiteX2" fmla="*/ 5669 w 454277"/>
                <a:gd name="connsiteY2" fmla="*/ 394178 h 454318"/>
                <a:gd name="connsiteX3" fmla="*/ 146145 w 454277"/>
                <a:gd name="connsiteY3" fmla="*/ 160068 h 454318"/>
                <a:gd name="connsiteX4" fmla="*/ 159742 w 454277"/>
                <a:gd name="connsiteY4" fmla="*/ 146472 h 454318"/>
                <a:gd name="connsiteX5" fmla="*/ 393852 w 454277"/>
                <a:gd name="connsiteY5" fmla="*/ 5847 h 454318"/>
                <a:gd name="connsiteX6" fmla="*/ 448435 w 454277"/>
                <a:gd name="connsiteY6" fmla="*/ 18975 h 454318"/>
                <a:gd name="connsiteX7" fmla="*/ 448435 w 454277"/>
                <a:gd name="connsiteY7" fmla="*/ 60429 h 454318"/>
                <a:gd name="connsiteX8" fmla="*/ 308008 w 454277"/>
                <a:gd name="connsiteY8" fmla="*/ 294589 h 454318"/>
                <a:gd name="connsiteX9" fmla="*/ 294412 w 454277"/>
                <a:gd name="connsiteY9" fmla="*/ 308186 h 454318"/>
                <a:gd name="connsiteX10" fmla="*/ 59905 w 454277"/>
                <a:gd name="connsiteY10" fmla="*/ 448662 h 454318"/>
                <a:gd name="connsiteX11" fmla="*/ 39709 w 454277"/>
                <a:gd name="connsiteY11" fmla="*/ 454318 h 454318"/>
                <a:gd name="connsiteX12" fmla="*/ 209114 w 454277"/>
                <a:gd name="connsiteY12" fmla="*/ 209292 h 454318"/>
                <a:gd name="connsiteX13" fmla="*/ 155425 w 454277"/>
                <a:gd name="connsiteY13" fmla="*/ 298609 h 454318"/>
                <a:gd name="connsiteX14" fmla="*/ 244742 w 454277"/>
                <a:gd name="connsiteY14" fmla="*/ 244919 h 454318"/>
                <a:gd name="connsiteX15" fmla="*/ 298432 w 454277"/>
                <a:gd name="connsiteY15" fmla="*/ 155602 h 45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277" h="454318">
                  <a:moveTo>
                    <a:pt x="39709" y="454318"/>
                  </a:moveTo>
                  <a:cubicBezTo>
                    <a:pt x="17785" y="454323"/>
                    <a:pt x="7" y="436559"/>
                    <a:pt x="0" y="414632"/>
                  </a:cubicBezTo>
                  <a:cubicBezTo>
                    <a:pt x="-2" y="407427"/>
                    <a:pt x="1958" y="400356"/>
                    <a:pt x="5669" y="394178"/>
                  </a:cubicBezTo>
                  <a:lnTo>
                    <a:pt x="146145" y="160068"/>
                  </a:lnTo>
                  <a:cubicBezTo>
                    <a:pt x="149465" y="154467"/>
                    <a:pt x="154141" y="149791"/>
                    <a:pt x="159742" y="146472"/>
                  </a:cubicBezTo>
                  <a:lnTo>
                    <a:pt x="393852" y="5847"/>
                  </a:lnTo>
                  <a:cubicBezTo>
                    <a:pt x="412549" y="-5601"/>
                    <a:pt x="436988" y="277"/>
                    <a:pt x="448435" y="18975"/>
                  </a:cubicBezTo>
                  <a:cubicBezTo>
                    <a:pt x="456225" y="31696"/>
                    <a:pt x="456225" y="47709"/>
                    <a:pt x="448435" y="60429"/>
                  </a:cubicBezTo>
                  <a:lnTo>
                    <a:pt x="308008" y="294589"/>
                  </a:lnTo>
                  <a:cubicBezTo>
                    <a:pt x="304634" y="300147"/>
                    <a:pt x="299970" y="304811"/>
                    <a:pt x="294412" y="308186"/>
                  </a:cubicBezTo>
                  <a:lnTo>
                    <a:pt x="59905" y="448662"/>
                  </a:lnTo>
                  <a:cubicBezTo>
                    <a:pt x="53809" y="452339"/>
                    <a:pt x="46829" y="454294"/>
                    <a:pt x="39709" y="454318"/>
                  </a:cubicBezTo>
                  <a:close/>
                  <a:moveTo>
                    <a:pt x="209114" y="209292"/>
                  </a:moveTo>
                  <a:lnTo>
                    <a:pt x="155425" y="298609"/>
                  </a:lnTo>
                  <a:lnTo>
                    <a:pt x="244742" y="244919"/>
                  </a:lnTo>
                  <a:lnTo>
                    <a:pt x="298432" y="155602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58">
            <a:extLst>
              <a:ext uri="{FF2B5EF4-FFF2-40B4-BE49-F238E27FC236}">
                <a16:creationId xmlns:a16="http://schemas.microsoft.com/office/drawing/2014/main" id="{D9C85ED7-5A6E-4996-935F-42B270D2117E}"/>
              </a:ext>
            </a:extLst>
          </p:cNvPr>
          <p:cNvGrpSpPr>
            <a:grpSpLocks noChangeAspect="1"/>
          </p:cNvGrpSpPr>
          <p:nvPr/>
        </p:nvGrpSpPr>
        <p:grpSpPr>
          <a:xfrm>
            <a:off x="1510983" y="2541731"/>
            <a:ext cx="827574" cy="827573"/>
            <a:chOff x="1510983" y="2541731"/>
            <a:chExt cx="827574" cy="827573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44A879CA-C543-4345-BD01-EC70D64F17F4}"/>
                </a:ext>
              </a:extLst>
            </p:cNvPr>
            <p:cNvSpPr/>
            <p:nvPr/>
          </p:nvSpPr>
          <p:spPr>
            <a:xfrm>
              <a:off x="1510983" y="2541731"/>
              <a:ext cx="827574" cy="827573"/>
            </a:xfrm>
            <a:custGeom>
              <a:avLst/>
              <a:gdLst>
                <a:gd name="connsiteX0" fmla="*/ 413787 w 827574"/>
                <a:gd name="connsiteY0" fmla="*/ 827574 h 827573"/>
                <a:gd name="connsiteX1" fmla="*/ 0 w 827574"/>
                <a:gd name="connsiteY1" fmla="*/ 413787 h 827573"/>
                <a:gd name="connsiteX2" fmla="*/ 413787 w 827574"/>
                <a:gd name="connsiteY2" fmla="*/ 0 h 827573"/>
                <a:gd name="connsiteX3" fmla="*/ 827575 w 827574"/>
                <a:gd name="connsiteY3" fmla="*/ 413787 h 827573"/>
                <a:gd name="connsiteX4" fmla="*/ 413787 w 827574"/>
                <a:gd name="connsiteY4" fmla="*/ 827574 h 827573"/>
                <a:gd name="connsiteX5" fmla="*/ 413787 w 827574"/>
                <a:gd name="connsiteY5" fmla="*/ 79393 h 827573"/>
                <a:gd name="connsiteX6" fmla="*/ 79393 w 827574"/>
                <a:gd name="connsiteY6" fmla="*/ 413787 h 827573"/>
                <a:gd name="connsiteX7" fmla="*/ 413787 w 827574"/>
                <a:gd name="connsiteY7" fmla="*/ 748181 h 827573"/>
                <a:gd name="connsiteX8" fmla="*/ 748182 w 827574"/>
                <a:gd name="connsiteY8" fmla="*/ 413787 h 827573"/>
                <a:gd name="connsiteX9" fmla="*/ 413787 w 827574"/>
                <a:gd name="connsiteY9" fmla="*/ 79393 h 8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574" h="827573">
                  <a:moveTo>
                    <a:pt x="413787" y="827574"/>
                  </a:moveTo>
                  <a:cubicBezTo>
                    <a:pt x="185259" y="827574"/>
                    <a:pt x="0" y="642315"/>
                    <a:pt x="0" y="413787"/>
                  </a:cubicBezTo>
                  <a:cubicBezTo>
                    <a:pt x="0" y="185259"/>
                    <a:pt x="185259" y="0"/>
                    <a:pt x="413787" y="0"/>
                  </a:cubicBezTo>
                  <a:cubicBezTo>
                    <a:pt x="642316" y="0"/>
                    <a:pt x="827575" y="185259"/>
                    <a:pt x="827575" y="413787"/>
                  </a:cubicBezTo>
                  <a:cubicBezTo>
                    <a:pt x="827302" y="642201"/>
                    <a:pt x="642202" y="827301"/>
                    <a:pt x="413787" y="827574"/>
                  </a:cubicBezTo>
                  <a:close/>
                  <a:moveTo>
                    <a:pt x="413787" y="79393"/>
                  </a:moveTo>
                  <a:cubicBezTo>
                    <a:pt x="229106" y="79393"/>
                    <a:pt x="79393" y="229106"/>
                    <a:pt x="79393" y="413787"/>
                  </a:cubicBezTo>
                  <a:cubicBezTo>
                    <a:pt x="79393" y="598465"/>
                    <a:pt x="229106" y="748181"/>
                    <a:pt x="413787" y="748181"/>
                  </a:cubicBezTo>
                  <a:cubicBezTo>
                    <a:pt x="598466" y="748181"/>
                    <a:pt x="748182" y="598465"/>
                    <a:pt x="748182" y="413787"/>
                  </a:cubicBezTo>
                  <a:cubicBezTo>
                    <a:pt x="747963" y="229197"/>
                    <a:pt x="598377" y="79612"/>
                    <a:pt x="4137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C9AECC83-FD5F-064A-9F69-E606FD3E9BEE}"/>
                </a:ext>
              </a:extLst>
            </p:cNvPr>
            <p:cNvSpPr/>
            <p:nvPr/>
          </p:nvSpPr>
          <p:spPr>
            <a:xfrm>
              <a:off x="1885073" y="2728751"/>
              <a:ext cx="266463" cy="266463"/>
            </a:xfrm>
            <a:custGeom>
              <a:avLst/>
              <a:gdLst>
                <a:gd name="connsiteX0" fmla="*/ 226767 w 266463"/>
                <a:gd name="connsiteY0" fmla="*/ 266463 h 266463"/>
                <a:gd name="connsiteX1" fmla="*/ 39697 w 266463"/>
                <a:gd name="connsiteY1" fmla="*/ 266463 h 266463"/>
                <a:gd name="connsiteX2" fmla="*/ 0 w 266463"/>
                <a:gd name="connsiteY2" fmla="*/ 226767 h 266463"/>
                <a:gd name="connsiteX3" fmla="*/ 0 w 266463"/>
                <a:gd name="connsiteY3" fmla="*/ 39697 h 266463"/>
                <a:gd name="connsiteX4" fmla="*/ 39697 w 266463"/>
                <a:gd name="connsiteY4" fmla="*/ 0 h 266463"/>
                <a:gd name="connsiteX5" fmla="*/ 79393 w 266463"/>
                <a:gd name="connsiteY5" fmla="*/ 39697 h 266463"/>
                <a:gd name="connsiteX6" fmla="*/ 79393 w 266463"/>
                <a:gd name="connsiteY6" fmla="*/ 187070 h 266463"/>
                <a:gd name="connsiteX7" fmla="*/ 226767 w 266463"/>
                <a:gd name="connsiteY7" fmla="*/ 187070 h 266463"/>
                <a:gd name="connsiteX8" fmla="*/ 266463 w 266463"/>
                <a:gd name="connsiteY8" fmla="*/ 226767 h 266463"/>
                <a:gd name="connsiteX9" fmla="*/ 226767 w 266463"/>
                <a:gd name="connsiteY9" fmla="*/ 266463 h 26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463" h="266463">
                  <a:moveTo>
                    <a:pt x="226767" y="266463"/>
                  </a:moveTo>
                  <a:lnTo>
                    <a:pt x="39697" y="266463"/>
                  </a:lnTo>
                  <a:cubicBezTo>
                    <a:pt x="17773" y="266463"/>
                    <a:pt x="0" y="248690"/>
                    <a:pt x="0" y="22676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7070"/>
                  </a:lnTo>
                  <a:lnTo>
                    <a:pt x="226767" y="187070"/>
                  </a:lnTo>
                  <a:cubicBezTo>
                    <a:pt x="248689" y="187070"/>
                    <a:pt x="266463" y="204843"/>
                    <a:pt x="266463" y="226767"/>
                  </a:cubicBezTo>
                  <a:cubicBezTo>
                    <a:pt x="266463" y="248690"/>
                    <a:pt x="248689" y="266463"/>
                    <a:pt x="226767" y="2664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60">
            <a:extLst>
              <a:ext uri="{FF2B5EF4-FFF2-40B4-BE49-F238E27FC236}">
                <a16:creationId xmlns:a16="http://schemas.microsoft.com/office/drawing/2014/main" id="{B07C4566-A68F-4EE4-AA8E-B90CBA494AE2}"/>
              </a:ext>
            </a:extLst>
          </p:cNvPr>
          <p:cNvGrpSpPr>
            <a:grpSpLocks noChangeAspect="1"/>
          </p:cNvGrpSpPr>
          <p:nvPr/>
        </p:nvGrpSpPr>
        <p:grpSpPr>
          <a:xfrm>
            <a:off x="2826675" y="2541284"/>
            <a:ext cx="831377" cy="828568"/>
            <a:chOff x="2826675" y="2541284"/>
            <a:chExt cx="831377" cy="828568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35FE5BB6-52DB-CD4D-A88B-05E9BD6C73A3}"/>
                </a:ext>
              </a:extLst>
            </p:cNvPr>
            <p:cNvSpPr/>
            <p:nvPr/>
          </p:nvSpPr>
          <p:spPr>
            <a:xfrm>
              <a:off x="2826675" y="2541284"/>
              <a:ext cx="676413" cy="828568"/>
            </a:xfrm>
            <a:custGeom>
              <a:avLst/>
              <a:gdLst>
                <a:gd name="connsiteX0" fmla="*/ 414164 w 676413"/>
                <a:gd name="connsiteY0" fmla="*/ 828566 h 828568"/>
                <a:gd name="connsiteX1" fmla="*/ 0 w 676413"/>
                <a:gd name="connsiteY1" fmla="*/ 414164 h 828568"/>
                <a:gd name="connsiteX2" fmla="*/ 414403 w 676413"/>
                <a:gd name="connsiteY2" fmla="*/ 0 h 828568"/>
                <a:gd name="connsiteX3" fmla="*/ 660333 w 676413"/>
                <a:gd name="connsiteY3" fmla="*/ 80981 h 828568"/>
                <a:gd name="connsiteX4" fmla="*/ 668620 w 676413"/>
                <a:gd name="connsiteY4" fmla="*/ 136506 h 828568"/>
                <a:gd name="connsiteX5" fmla="*/ 613094 w 676413"/>
                <a:gd name="connsiteY5" fmla="*/ 144793 h 828568"/>
                <a:gd name="connsiteX6" fmla="*/ 144791 w 676413"/>
                <a:gd name="connsiteY6" fmla="*/ 215470 h 828568"/>
                <a:gd name="connsiteX7" fmla="*/ 215468 w 676413"/>
                <a:gd name="connsiteY7" fmla="*/ 683773 h 828568"/>
                <a:gd name="connsiteX8" fmla="*/ 414164 w 676413"/>
                <a:gd name="connsiteY8" fmla="*/ 749173 h 828568"/>
                <a:gd name="connsiteX9" fmla="*/ 610464 w 676413"/>
                <a:gd name="connsiteY9" fmla="*/ 685609 h 828568"/>
                <a:gd name="connsiteX10" fmla="*/ 666039 w 676413"/>
                <a:gd name="connsiteY10" fmla="*/ 694541 h 828568"/>
                <a:gd name="connsiteX11" fmla="*/ 657108 w 676413"/>
                <a:gd name="connsiteY11" fmla="*/ 750116 h 828568"/>
                <a:gd name="connsiteX12" fmla="*/ 414164 w 676413"/>
                <a:gd name="connsiteY12" fmla="*/ 828566 h 828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76413" h="828568">
                  <a:moveTo>
                    <a:pt x="414164" y="828566"/>
                  </a:moveTo>
                  <a:cubicBezTo>
                    <a:pt x="185362" y="828502"/>
                    <a:pt x="-66" y="642965"/>
                    <a:pt x="0" y="414164"/>
                  </a:cubicBezTo>
                  <a:cubicBezTo>
                    <a:pt x="66" y="185362"/>
                    <a:pt x="185600" y="-66"/>
                    <a:pt x="414403" y="0"/>
                  </a:cubicBezTo>
                  <a:cubicBezTo>
                    <a:pt x="502926" y="25"/>
                    <a:pt x="589112" y="28406"/>
                    <a:pt x="660333" y="80981"/>
                  </a:cubicBezTo>
                  <a:cubicBezTo>
                    <a:pt x="677953" y="94026"/>
                    <a:pt x="681665" y="118885"/>
                    <a:pt x="668620" y="136506"/>
                  </a:cubicBezTo>
                  <a:cubicBezTo>
                    <a:pt x="655574" y="154128"/>
                    <a:pt x="630714" y="157838"/>
                    <a:pt x="613094" y="144793"/>
                  </a:cubicBezTo>
                  <a:cubicBezTo>
                    <a:pt x="464259" y="34992"/>
                    <a:pt x="254592" y="66635"/>
                    <a:pt x="144791" y="215470"/>
                  </a:cubicBezTo>
                  <a:cubicBezTo>
                    <a:pt x="34990" y="364306"/>
                    <a:pt x="66633" y="573972"/>
                    <a:pt x="215468" y="683773"/>
                  </a:cubicBezTo>
                  <a:cubicBezTo>
                    <a:pt x="273018" y="726229"/>
                    <a:pt x="342648" y="749148"/>
                    <a:pt x="414164" y="749173"/>
                  </a:cubicBezTo>
                  <a:cubicBezTo>
                    <a:pt x="484685" y="749342"/>
                    <a:pt x="553430" y="727082"/>
                    <a:pt x="610464" y="685609"/>
                  </a:cubicBezTo>
                  <a:cubicBezTo>
                    <a:pt x="628278" y="672727"/>
                    <a:pt x="653158" y="676727"/>
                    <a:pt x="666039" y="694541"/>
                  </a:cubicBezTo>
                  <a:cubicBezTo>
                    <a:pt x="678921" y="712355"/>
                    <a:pt x="674921" y="737234"/>
                    <a:pt x="657108" y="750116"/>
                  </a:cubicBezTo>
                  <a:cubicBezTo>
                    <a:pt x="586492" y="801364"/>
                    <a:pt x="501418" y="828839"/>
                    <a:pt x="414164" y="8285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56F3A9E8-8FF5-C344-BF3D-8D7A71380DFE}"/>
                </a:ext>
              </a:extLst>
            </p:cNvPr>
            <p:cNvSpPr/>
            <p:nvPr/>
          </p:nvSpPr>
          <p:spPr>
            <a:xfrm>
              <a:off x="3063197" y="2730193"/>
              <a:ext cx="311915" cy="454175"/>
            </a:xfrm>
            <a:custGeom>
              <a:avLst/>
              <a:gdLst>
                <a:gd name="connsiteX0" fmla="*/ 272219 w 311915"/>
                <a:gd name="connsiteY0" fmla="*/ 454175 h 454175"/>
                <a:gd name="connsiteX1" fmla="*/ 239073 w 311915"/>
                <a:gd name="connsiteY1" fmla="*/ 436213 h 454175"/>
                <a:gd name="connsiteX2" fmla="*/ 156305 w 311915"/>
                <a:gd name="connsiteY2" fmla="*/ 310375 h 454175"/>
                <a:gd name="connsiteX3" fmla="*/ 39697 w 311915"/>
                <a:gd name="connsiteY3" fmla="*/ 310375 h 454175"/>
                <a:gd name="connsiteX4" fmla="*/ 0 w 311915"/>
                <a:gd name="connsiteY4" fmla="*/ 270678 h 454175"/>
                <a:gd name="connsiteX5" fmla="*/ 0 w 311915"/>
                <a:gd name="connsiteY5" fmla="*/ 184735 h 454175"/>
                <a:gd name="connsiteX6" fmla="*/ 39697 w 311915"/>
                <a:gd name="connsiteY6" fmla="*/ 145038 h 454175"/>
                <a:gd name="connsiteX7" fmla="*/ 156206 w 311915"/>
                <a:gd name="connsiteY7" fmla="*/ 145038 h 454175"/>
                <a:gd name="connsiteX8" fmla="*/ 238974 w 311915"/>
                <a:gd name="connsiteY8" fmla="*/ 18009 h 454175"/>
                <a:gd name="connsiteX9" fmla="*/ 293909 w 311915"/>
                <a:gd name="connsiteY9" fmla="*/ 6455 h 454175"/>
                <a:gd name="connsiteX10" fmla="*/ 311916 w 311915"/>
                <a:gd name="connsiteY10" fmla="*/ 39694 h 454175"/>
                <a:gd name="connsiteX11" fmla="*/ 311916 w 311915"/>
                <a:gd name="connsiteY11" fmla="*/ 414479 h 454175"/>
                <a:gd name="connsiteX12" fmla="*/ 283632 w 311915"/>
                <a:gd name="connsiteY12" fmla="*/ 452488 h 454175"/>
                <a:gd name="connsiteX13" fmla="*/ 272219 w 311915"/>
                <a:gd name="connsiteY13" fmla="*/ 454175 h 454175"/>
                <a:gd name="connsiteX14" fmla="*/ 79393 w 311915"/>
                <a:gd name="connsiteY14" fmla="*/ 230882 h 454175"/>
                <a:gd name="connsiteX15" fmla="*/ 177692 w 311915"/>
                <a:gd name="connsiteY15" fmla="*/ 230882 h 454175"/>
                <a:gd name="connsiteX16" fmla="*/ 210888 w 311915"/>
                <a:gd name="connsiteY16" fmla="*/ 248795 h 454175"/>
                <a:gd name="connsiteX17" fmla="*/ 232523 w 311915"/>
                <a:gd name="connsiteY17" fmla="*/ 281743 h 454175"/>
                <a:gd name="connsiteX18" fmla="*/ 232523 w 311915"/>
                <a:gd name="connsiteY18" fmla="*/ 173223 h 454175"/>
                <a:gd name="connsiteX19" fmla="*/ 210987 w 311915"/>
                <a:gd name="connsiteY19" fmla="*/ 206320 h 454175"/>
                <a:gd name="connsiteX20" fmla="*/ 177692 w 311915"/>
                <a:gd name="connsiteY20" fmla="*/ 224332 h 454175"/>
                <a:gd name="connsiteX21" fmla="*/ 79393 w 311915"/>
                <a:gd name="connsiteY21" fmla="*/ 224332 h 45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1915" h="454175">
                  <a:moveTo>
                    <a:pt x="272219" y="454175"/>
                  </a:moveTo>
                  <a:cubicBezTo>
                    <a:pt x="258852" y="454150"/>
                    <a:pt x="246392" y="447402"/>
                    <a:pt x="239073" y="436213"/>
                  </a:cubicBezTo>
                  <a:lnTo>
                    <a:pt x="156305" y="310375"/>
                  </a:lnTo>
                  <a:lnTo>
                    <a:pt x="39697" y="310375"/>
                  </a:lnTo>
                  <a:cubicBezTo>
                    <a:pt x="17773" y="310375"/>
                    <a:pt x="0" y="292600"/>
                    <a:pt x="0" y="270678"/>
                  </a:cubicBezTo>
                  <a:lnTo>
                    <a:pt x="0" y="184735"/>
                  </a:lnTo>
                  <a:cubicBezTo>
                    <a:pt x="0" y="162811"/>
                    <a:pt x="17773" y="145038"/>
                    <a:pt x="39697" y="145038"/>
                  </a:cubicBezTo>
                  <a:lnTo>
                    <a:pt x="156206" y="145038"/>
                  </a:lnTo>
                  <a:lnTo>
                    <a:pt x="238974" y="18009"/>
                  </a:lnTo>
                  <a:cubicBezTo>
                    <a:pt x="250952" y="-352"/>
                    <a:pt x="275549" y="-5525"/>
                    <a:pt x="293909" y="6455"/>
                  </a:cubicBezTo>
                  <a:cubicBezTo>
                    <a:pt x="305143" y="13783"/>
                    <a:pt x="311911" y="26284"/>
                    <a:pt x="311916" y="39694"/>
                  </a:cubicBezTo>
                  <a:lnTo>
                    <a:pt x="311916" y="414479"/>
                  </a:lnTo>
                  <a:cubicBezTo>
                    <a:pt x="311911" y="432005"/>
                    <a:pt x="300414" y="447452"/>
                    <a:pt x="283632" y="452488"/>
                  </a:cubicBezTo>
                  <a:cubicBezTo>
                    <a:pt x="279930" y="453610"/>
                    <a:pt x="276085" y="454180"/>
                    <a:pt x="272219" y="454175"/>
                  </a:cubicBezTo>
                  <a:close/>
                  <a:moveTo>
                    <a:pt x="79393" y="230882"/>
                  </a:moveTo>
                  <a:lnTo>
                    <a:pt x="177692" y="230882"/>
                  </a:lnTo>
                  <a:cubicBezTo>
                    <a:pt x="191069" y="230879"/>
                    <a:pt x="203548" y="237612"/>
                    <a:pt x="210888" y="248795"/>
                  </a:cubicBezTo>
                  <a:lnTo>
                    <a:pt x="232523" y="281743"/>
                  </a:lnTo>
                  <a:lnTo>
                    <a:pt x="232523" y="173223"/>
                  </a:lnTo>
                  <a:lnTo>
                    <a:pt x="210987" y="206320"/>
                  </a:lnTo>
                  <a:cubicBezTo>
                    <a:pt x="203650" y="217570"/>
                    <a:pt x="191123" y="224347"/>
                    <a:pt x="177692" y="224332"/>
                  </a:cubicBezTo>
                  <a:lnTo>
                    <a:pt x="79393" y="224332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7B33B96-55AB-0F4D-9FC4-AD9DB00C2463}"/>
                </a:ext>
              </a:extLst>
            </p:cNvPr>
            <p:cNvSpPr/>
            <p:nvPr/>
          </p:nvSpPr>
          <p:spPr>
            <a:xfrm>
              <a:off x="3496609" y="2684785"/>
              <a:ext cx="161443" cy="544539"/>
            </a:xfrm>
            <a:custGeom>
              <a:avLst/>
              <a:gdLst>
                <a:gd name="connsiteX0" fmla="*/ 39672 w 161443"/>
                <a:gd name="connsiteY0" fmla="*/ 544539 h 544539"/>
                <a:gd name="connsiteX1" fmla="*/ 0 w 161443"/>
                <a:gd name="connsiteY1" fmla="*/ 504818 h 544539"/>
                <a:gd name="connsiteX2" fmla="*/ 8708 w 161443"/>
                <a:gd name="connsiteY2" fmla="*/ 480032 h 544539"/>
                <a:gd name="connsiteX3" fmla="*/ 10693 w 161443"/>
                <a:gd name="connsiteY3" fmla="*/ 64261 h 544539"/>
                <a:gd name="connsiteX4" fmla="*/ 17392 w 161443"/>
                <a:gd name="connsiteY4" fmla="*/ 8487 h 544539"/>
                <a:gd name="connsiteX5" fmla="*/ 73166 w 161443"/>
                <a:gd name="connsiteY5" fmla="*/ 15186 h 544539"/>
                <a:gd name="connsiteX6" fmla="*/ 161441 w 161443"/>
                <a:gd name="connsiteY6" fmla="*/ 270831 h 544539"/>
                <a:gd name="connsiteX7" fmla="*/ 70685 w 161443"/>
                <a:gd name="connsiteY7" fmla="*/ 529653 h 544539"/>
                <a:gd name="connsiteX8" fmla="*/ 39672 w 161443"/>
                <a:gd name="connsiteY8" fmla="*/ 544539 h 54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443" h="544539">
                  <a:moveTo>
                    <a:pt x="39672" y="544539"/>
                  </a:moveTo>
                  <a:cubicBezTo>
                    <a:pt x="17749" y="544524"/>
                    <a:pt x="-15" y="526740"/>
                    <a:pt x="0" y="504818"/>
                  </a:cubicBezTo>
                  <a:cubicBezTo>
                    <a:pt x="5" y="495807"/>
                    <a:pt x="3076" y="487069"/>
                    <a:pt x="8708" y="480032"/>
                  </a:cubicBezTo>
                  <a:cubicBezTo>
                    <a:pt x="105737" y="358685"/>
                    <a:pt x="106561" y="186531"/>
                    <a:pt x="10693" y="64261"/>
                  </a:cubicBezTo>
                  <a:cubicBezTo>
                    <a:pt x="-2858" y="47009"/>
                    <a:pt x="139" y="22038"/>
                    <a:pt x="17392" y="8487"/>
                  </a:cubicBezTo>
                  <a:cubicBezTo>
                    <a:pt x="34645" y="-5065"/>
                    <a:pt x="59614" y="-2065"/>
                    <a:pt x="73166" y="15186"/>
                  </a:cubicBezTo>
                  <a:cubicBezTo>
                    <a:pt x="130632" y="87977"/>
                    <a:pt x="161749" y="178089"/>
                    <a:pt x="161441" y="270831"/>
                  </a:cubicBezTo>
                  <a:cubicBezTo>
                    <a:pt x="161367" y="364892"/>
                    <a:pt x="129371" y="456145"/>
                    <a:pt x="70685" y="529653"/>
                  </a:cubicBezTo>
                  <a:cubicBezTo>
                    <a:pt x="63147" y="539071"/>
                    <a:pt x="51735" y="544549"/>
                    <a:pt x="39672" y="54453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57A0538E-4BB5-6540-8FBE-C3650770585F}"/>
                </a:ext>
              </a:extLst>
            </p:cNvPr>
            <p:cNvSpPr/>
            <p:nvPr/>
          </p:nvSpPr>
          <p:spPr>
            <a:xfrm>
              <a:off x="3387195" y="2723459"/>
              <a:ext cx="146258" cy="458478"/>
            </a:xfrm>
            <a:custGeom>
              <a:avLst/>
              <a:gdLst>
                <a:gd name="connsiteX0" fmla="*/ 39672 w 146258"/>
                <a:gd name="connsiteY0" fmla="*/ 458477 h 458478"/>
                <a:gd name="connsiteX1" fmla="*/ 0 w 146258"/>
                <a:gd name="connsiteY1" fmla="*/ 418756 h 458478"/>
                <a:gd name="connsiteX2" fmla="*/ 8708 w 146258"/>
                <a:gd name="connsiteY2" fmla="*/ 393970 h 458478"/>
                <a:gd name="connsiteX3" fmla="*/ 10296 w 146258"/>
                <a:gd name="connsiteY3" fmla="*/ 64241 h 458478"/>
                <a:gd name="connsiteX4" fmla="*/ 16970 w 146258"/>
                <a:gd name="connsiteY4" fmla="*/ 8492 h 458478"/>
                <a:gd name="connsiteX5" fmla="*/ 72719 w 146258"/>
                <a:gd name="connsiteY5" fmla="*/ 15166 h 458478"/>
                <a:gd name="connsiteX6" fmla="*/ 146257 w 146258"/>
                <a:gd name="connsiteY6" fmla="*/ 228088 h 458478"/>
                <a:gd name="connsiteX7" fmla="*/ 70933 w 146258"/>
                <a:gd name="connsiteY7" fmla="*/ 443591 h 458478"/>
                <a:gd name="connsiteX8" fmla="*/ 39672 w 146258"/>
                <a:gd name="connsiteY8" fmla="*/ 458477 h 45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258" h="458478">
                  <a:moveTo>
                    <a:pt x="39672" y="458477"/>
                  </a:moveTo>
                  <a:cubicBezTo>
                    <a:pt x="17749" y="458462"/>
                    <a:pt x="-15" y="440678"/>
                    <a:pt x="0" y="418756"/>
                  </a:cubicBezTo>
                  <a:cubicBezTo>
                    <a:pt x="5" y="409745"/>
                    <a:pt x="3076" y="401007"/>
                    <a:pt x="8708" y="393970"/>
                  </a:cubicBezTo>
                  <a:cubicBezTo>
                    <a:pt x="85650" y="297731"/>
                    <a:pt x="86310" y="161216"/>
                    <a:pt x="10296" y="64241"/>
                  </a:cubicBezTo>
                  <a:cubicBezTo>
                    <a:pt x="-3255" y="47003"/>
                    <a:pt x="-268" y="22044"/>
                    <a:pt x="16970" y="8492"/>
                  </a:cubicBezTo>
                  <a:cubicBezTo>
                    <a:pt x="34209" y="-5059"/>
                    <a:pt x="59168" y="-2072"/>
                    <a:pt x="72719" y="15166"/>
                  </a:cubicBezTo>
                  <a:cubicBezTo>
                    <a:pt x="120588" y="75791"/>
                    <a:pt x="146510" y="150843"/>
                    <a:pt x="146257" y="228088"/>
                  </a:cubicBezTo>
                  <a:cubicBezTo>
                    <a:pt x="146257" y="306375"/>
                    <a:pt x="119700" y="382349"/>
                    <a:pt x="70933" y="443591"/>
                  </a:cubicBezTo>
                  <a:cubicBezTo>
                    <a:pt x="63341" y="453074"/>
                    <a:pt x="51819" y="458562"/>
                    <a:pt x="39672" y="4584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9" name="Picture Placeholder 62">
            <a:extLst>
              <a:ext uri="{FF2B5EF4-FFF2-40B4-BE49-F238E27FC236}">
                <a16:creationId xmlns:a16="http://schemas.microsoft.com/office/drawing/2014/main" id="{6F2BEC8C-49D2-4DCA-8910-7B95C03C7938}"/>
              </a:ext>
            </a:extLst>
          </p:cNvPr>
          <p:cNvGrpSpPr>
            <a:grpSpLocks noChangeAspect="1"/>
          </p:cNvGrpSpPr>
          <p:nvPr/>
        </p:nvGrpSpPr>
        <p:grpSpPr>
          <a:xfrm>
            <a:off x="4142941" y="2538456"/>
            <a:ext cx="833858" cy="833726"/>
            <a:chOff x="4142941" y="2538456"/>
            <a:chExt cx="833858" cy="833726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FBFC63E-DFF6-2748-AB9E-85F6BB1DC4C7}"/>
                </a:ext>
              </a:extLst>
            </p:cNvPr>
            <p:cNvSpPr/>
            <p:nvPr/>
          </p:nvSpPr>
          <p:spPr>
            <a:xfrm>
              <a:off x="4142941" y="3021236"/>
              <a:ext cx="351003" cy="350946"/>
            </a:xfrm>
            <a:custGeom>
              <a:avLst/>
              <a:gdLst>
                <a:gd name="connsiteX0" fmla="*/ 39728 w 351003"/>
                <a:gd name="connsiteY0" fmla="*/ 350947 h 350946"/>
                <a:gd name="connsiteX1" fmla="*/ 0 w 351003"/>
                <a:gd name="connsiteY1" fmla="*/ 311280 h 350946"/>
                <a:gd name="connsiteX2" fmla="*/ 11642 w 351003"/>
                <a:gd name="connsiteY2" fmla="*/ 283165 h 350946"/>
                <a:gd name="connsiteX3" fmla="*/ 283217 w 351003"/>
                <a:gd name="connsiteY3" fmla="*/ 11641 h 350946"/>
                <a:gd name="connsiteX4" fmla="*/ 339363 w 351003"/>
                <a:gd name="connsiteY4" fmla="*/ 11616 h 350946"/>
                <a:gd name="connsiteX5" fmla="*/ 339387 w 351003"/>
                <a:gd name="connsiteY5" fmla="*/ 67762 h 350946"/>
                <a:gd name="connsiteX6" fmla="*/ 67813 w 351003"/>
                <a:gd name="connsiteY6" fmla="*/ 339336 h 350946"/>
                <a:gd name="connsiteX7" fmla="*/ 39728 w 351003"/>
                <a:gd name="connsiteY7" fmla="*/ 350947 h 35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003" h="350946">
                  <a:moveTo>
                    <a:pt x="39728" y="350947"/>
                  </a:moveTo>
                  <a:cubicBezTo>
                    <a:pt x="17804" y="350962"/>
                    <a:pt x="17" y="333207"/>
                    <a:pt x="0" y="311280"/>
                  </a:cubicBezTo>
                  <a:cubicBezTo>
                    <a:pt x="-8" y="300736"/>
                    <a:pt x="4181" y="290618"/>
                    <a:pt x="11642" y="283165"/>
                  </a:cubicBezTo>
                  <a:lnTo>
                    <a:pt x="283217" y="11641"/>
                  </a:lnTo>
                  <a:cubicBezTo>
                    <a:pt x="298714" y="-3870"/>
                    <a:pt x="323852" y="-3882"/>
                    <a:pt x="339363" y="11616"/>
                  </a:cubicBezTo>
                  <a:cubicBezTo>
                    <a:pt x="354874" y="27112"/>
                    <a:pt x="354885" y="52250"/>
                    <a:pt x="339387" y="67762"/>
                  </a:cubicBezTo>
                  <a:lnTo>
                    <a:pt x="67813" y="339336"/>
                  </a:lnTo>
                  <a:cubicBezTo>
                    <a:pt x="60362" y="346779"/>
                    <a:pt x="50259" y="350957"/>
                    <a:pt x="39728" y="3509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676B39A6-3F04-744F-941C-899E114660C2}"/>
                </a:ext>
              </a:extLst>
            </p:cNvPr>
            <p:cNvSpPr/>
            <p:nvPr/>
          </p:nvSpPr>
          <p:spPr>
            <a:xfrm>
              <a:off x="4331729" y="2538456"/>
              <a:ext cx="645069" cy="645068"/>
            </a:xfrm>
            <a:custGeom>
              <a:avLst/>
              <a:gdLst>
                <a:gd name="connsiteX0" fmla="*/ 322535 w 645069"/>
                <a:gd name="connsiteY0" fmla="*/ 645069 h 645068"/>
                <a:gd name="connsiteX1" fmla="*/ 0 w 645069"/>
                <a:gd name="connsiteY1" fmla="*/ 322534 h 645068"/>
                <a:gd name="connsiteX2" fmla="*/ 322535 w 645069"/>
                <a:gd name="connsiteY2" fmla="*/ 0 h 645068"/>
                <a:gd name="connsiteX3" fmla="*/ 645070 w 645069"/>
                <a:gd name="connsiteY3" fmla="*/ 322534 h 645068"/>
                <a:gd name="connsiteX4" fmla="*/ 322535 w 645069"/>
                <a:gd name="connsiteY4" fmla="*/ 645069 h 645068"/>
                <a:gd name="connsiteX5" fmla="*/ 322535 w 645069"/>
                <a:gd name="connsiteY5" fmla="*/ 79790 h 645068"/>
                <a:gd name="connsiteX6" fmla="*/ 79393 w 645069"/>
                <a:gd name="connsiteY6" fmla="*/ 322931 h 645068"/>
                <a:gd name="connsiteX7" fmla="*/ 322535 w 645069"/>
                <a:gd name="connsiteY7" fmla="*/ 566073 h 645068"/>
                <a:gd name="connsiteX8" fmla="*/ 565676 w 645069"/>
                <a:gd name="connsiteY8" fmla="*/ 322931 h 645068"/>
                <a:gd name="connsiteX9" fmla="*/ 322535 w 645069"/>
                <a:gd name="connsiteY9" fmla="*/ 79790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69" h="645068">
                  <a:moveTo>
                    <a:pt x="322535" y="645069"/>
                  </a:moveTo>
                  <a:cubicBezTo>
                    <a:pt x="144404" y="645069"/>
                    <a:pt x="0" y="500668"/>
                    <a:pt x="0" y="322534"/>
                  </a:cubicBezTo>
                  <a:cubicBezTo>
                    <a:pt x="0" y="144404"/>
                    <a:pt x="144404" y="0"/>
                    <a:pt x="322535" y="0"/>
                  </a:cubicBezTo>
                  <a:cubicBezTo>
                    <a:pt x="500668" y="0"/>
                    <a:pt x="645070" y="144404"/>
                    <a:pt x="645070" y="322534"/>
                  </a:cubicBezTo>
                  <a:cubicBezTo>
                    <a:pt x="645070" y="500668"/>
                    <a:pt x="500668" y="645069"/>
                    <a:pt x="322535" y="645069"/>
                  </a:cubicBezTo>
                  <a:close/>
                  <a:moveTo>
                    <a:pt x="322535" y="79790"/>
                  </a:moveTo>
                  <a:cubicBezTo>
                    <a:pt x="188252" y="79790"/>
                    <a:pt x="79393" y="188648"/>
                    <a:pt x="79393" y="322931"/>
                  </a:cubicBezTo>
                  <a:cubicBezTo>
                    <a:pt x="79393" y="457214"/>
                    <a:pt x="188252" y="566073"/>
                    <a:pt x="322535" y="566073"/>
                  </a:cubicBezTo>
                  <a:cubicBezTo>
                    <a:pt x="456819" y="566073"/>
                    <a:pt x="565676" y="457214"/>
                    <a:pt x="565676" y="322931"/>
                  </a:cubicBezTo>
                  <a:cubicBezTo>
                    <a:pt x="565676" y="188648"/>
                    <a:pt x="456819" y="79790"/>
                    <a:pt x="322535" y="797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FDD820C-4C93-7A4F-9045-BC19F0D96C15}"/>
                </a:ext>
              </a:extLst>
            </p:cNvPr>
            <p:cNvSpPr/>
            <p:nvPr/>
          </p:nvSpPr>
          <p:spPr>
            <a:xfrm>
              <a:off x="4558694" y="2671687"/>
              <a:ext cx="194215" cy="194215"/>
            </a:xfrm>
            <a:custGeom>
              <a:avLst/>
              <a:gdLst>
                <a:gd name="connsiteX0" fmla="*/ 97108 w 194215"/>
                <a:gd name="connsiteY0" fmla="*/ 194215 h 194215"/>
                <a:gd name="connsiteX1" fmla="*/ 0 w 194215"/>
                <a:gd name="connsiteY1" fmla="*/ 97108 h 194215"/>
                <a:gd name="connsiteX2" fmla="*/ 97108 w 194215"/>
                <a:gd name="connsiteY2" fmla="*/ 0 h 194215"/>
                <a:gd name="connsiteX3" fmla="*/ 194216 w 194215"/>
                <a:gd name="connsiteY3" fmla="*/ 97108 h 194215"/>
                <a:gd name="connsiteX4" fmla="*/ 97108 w 194215"/>
                <a:gd name="connsiteY4" fmla="*/ 194215 h 194215"/>
                <a:gd name="connsiteX5" fmla="*/ 97108 w 194215"/>
                <a:gd name="connsiteY5" fmla="*/ 79393 h 194215"/>
                <a:gd name="connsiteX6" fmla="*/ 79393 w 194215"/>
                <a:gd name="connsiteY6" fmla="*/ 97108 h 194215"/>
                <a:gd name="connsiteX7" fmla="*/ 97108 w 194215"/>
                <a:gd name="connsiteY7" fmla="*/ 114822 h 194215"/>
                <a:gd name="connsiteX8" fmla="*/ 114822 w 194215"/>
                <a:gd name="connsiteY8" fmla="*/ 97108 h 194215"/>
                <a:gd name="connsiteX9" fmla="*/ 97108 w 194215"/>
                <a:gd name="connsiteY9" fmla="*/ 79393 h 19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215" h="194215">
                  <a:moveTo>
                    <a:pt x="97108" y="194215"/>
                  </a:moveTo>
                  <a:cubicBezTo>
                    <a:pt x="43477" y="194215"/>
                    <a:pt x="0" y="150739"/>
                    <a:pt x="0" y="97108"/>
                  </a:cubicBezTo>
                  <a:cubicBezTo>
                    <a:pt x="0" y="43477"/>
                    <a:pt x="43477" y="0"/>
                    <a:pt x="97108" y="0"/>
                  </a:cubicBezTo>
                  <a:cubicBezTo>
                    <a:pt x="150738" y="0"/>
                    <a:pt x="194216" y="43477"/>
                    <a:pt x="194216" y="97108"/>
                  </a:cubicBezTo>
                  <a:cubicBezTo>
                    <a:pt x="194161" y="150716"/>
                    <a:pt x="150718" y="194161"/>
                    <a:pt x="97108" y="194215"/>
                  </a:cubicBezTo>
                  <a:close/>
                  <a:moveTo>
                    <a:pt x="97108" y="79393"/>
                  </a:moveTo>
                  <a:cubicBezTo>
                    <a:pt x="87323" y="79393"/>
                    <a:pt x="79393" y="87324"/>
                    <a:pt x="79393" y="97108"/>
                  </a:cubicBezTo>
                  <a:cubicBezTo>
                    <a:pt x="79393" y="106891"/>
                    <a:pt x="87323" y="114822"/>
                    <a:pt x="97108" y="114822"/>
                  </a:cubicBezTo>
                  <a:cubicBezTo>
                    <a:pt x="106893" y="114822"/>
                    <a:pt x="114822" y="106891"/>
                    <a:pt x="114822" y="97108"/>
                  </a:cubicBezTo>
                  <a:cubicBezTo>
                    <a:pt x="114822" y="87324"/>
                    <a:pt x="106893" y="79393"/>
                    <a:pt x="971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572112B-6018-9C4E-B66E-9F071F421B79}"/>
                </a:ext>
              </a:extLst>
            </p:cNvPr>
            <p:cNvSpPr/>
            <p:nvPr/>
          </p:nvSpPr>
          <p:spPr>
            <a:xfrm>
              <a:off x="4521876" y="2833103"/>
              <a:ext cx="267952" cy="205628"/>
            </a:xfrm>
            <a:custGeom>
              <a:avLst/>
              <a:gdLst>
                <a:gd name="connsiteX0" fmla="*/ 228255 w 267952"/>
                <a:gd name="connsiteY0" fmla="*/ 205628 h 205628"/>
                <a:gd name="connsiteX1" fmla="*/ 188559 w 267952"/>
                <a:gd name="connsiteY1" fmla="*/ 165932 h 205628"/>
                <a:gd name="connsiteX2" fmla="*/ 188559 w 267952"/>
                <a:gd name="connsiteY2" fmla="*/ 133976 h 205628"/>
                <a:gd name="connsiteX3" fmla="*/ 133976 w 267952"/>
                <a:gd name="connsiteY3" fmla="*/ 79393 h 205628"/>
                <a:gd name="connsiteX4" fmla="*/ 79393 w 267952"/>
                <a:gd name="connsiteY4" fmla="*/ 133976 h 205628"/>
                <a:gd name="connsiteX5" fmla="*/ 79393 w 267952"/>
                <a:gd name="connsiteY5" fmla="*/ 165932 h 205628"/>
                <a:gd name="connsiteX6" fmla="*/ 39697 w 267952"/>
                <a:gd name="connsiteY6" fmla="*/ 205628 h 205628"/>
                <a:gd name="connsiteX7" fmla="*/ 0 w 267952"/>
                <a:gd name="connsiteY7" fmla="*/ 165932 h 205628"/>
                <a:gd name="connsiteX8" fmla="*/ 0 w 267952"/>
                <a:gd name="connsiteY8" fmla="*/ 133976 h 205628"/>
                <a:gd name="connsiteX9" fmla="*/ 133976 w 267952"/>
                <a:gd name="connsiteY9" fmla="*/ 0 h 205628"/>
                <a:gd name="connsiteX10" fmla="*/ 267952 w 267952"/>
                <a:gd name="connsiteY10" fmla="*/ 133976 h 205628"/>
                <a:gd name="connsiteX11" fmla="*/ 267952 w 267952"/>
                <a:gd name="connsiteY11" fmla="*/ 165932 h 205628"/>
                <a:gd name="connsiteX12" fmla="*/ 228255 w 267952"/>
                <a:gd name="connsiteY12" fmla="*/ 205628 h 20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205628">
                  <a:moveTo>
                    <a:pt x="228255" y="205628"/>
                  </a:moveTo>
                  <a:cubicBezTo>
                    <a:pt x="206333" y="205628"/>
                    <a:pt x="188559" y="187854"/>
                    <a:pt x="188559" y="165932"/>
                  </a:cubicBezTo>
                  <a:lnTo>
                    <a:pt x="188559" y="133976"/>
                  </a:lnTo>
                  <a:cubicBezTo>
                    <a:pt x="188559" y="103831"/>
                    <a:pt x="164121" y="79393"/>
                    <a:pt x="133976" y="79393"/>
                  </a:cubicBezTo>
                  <a:cubicBezTo>
                    <a:pt x="103831" y="79393"/>
                    <a:pt x="79393" y="103831"/>
                    <a:pt x="79393" y="133976"/>
                  </a:cubicBezTo>
                  <a:lnTo>
                    <a:pt x="79393" y="165932"/>
                  </a:lnTo>
                  <a:cubicBezTo>
                    <a:pt x="79393" y="187854"/>
                    <a:pt x="61621" y="205628"/>
                    <a:pt x="39697" y="205628"/>
                  </a:cubicBezTo>
                  <a:cubicBezTo>
                    <a:pt x="17773" y="205628"/>
                    <a:pt x="0" y="187854"/>
                    <a:pt x="0" y="165932"/>
                  </a:cubicBezTo>
                  <a:lnTo>
                    <a:pt x="0" y="133976"/>
                  </a:lnTo>
                  <a:cubicBezTo>
                    <a:pt x="0" y="59983"/>
                    <a:pt x="59983" y="0"/>
                    <a:pt x="133976" y="0"/>
                  </a:cubicBezTo>
                  <a:cubicBezTo>
                    <a:pt x="207970" y="0"/>
                    <a:pt x="267952" y="59983"/>
                    <a:pt x="267952" y="133976"/>
                  </a:cubicBezTo>
                  <a:lnTo>
                    <a:pt x="267952" y="165932"/>
                  </a:lnTo>
                  <a:cubicBezTo>
                    <a:pt x="267952" y="187854"/>
                    <a:pt x="250178" y="205628"/>
                    <a:pt x="228255" y="2056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5" name="Picture Placeholder 64">
            <a:extLst>
              <a:ext uri="{FF2B5EF4-FFF2-40B4-BE49-F238E27FC236}">
                <a16:creationId xmlns:a16="http://schemas.microsoft.com/office/drawing/2014/main" id="{8496ED7B-A783-48CC-9C72-CA221CFAEE28}"/>
              </a:ext>
            </a:extLst>
          </p:cNvPr>
          <p:cNvGrpSpPr>
            <a:grpSpLocks noChangeAspect="1"/>
          </p:cNvGrpSpPr>
          <p:nvPr/>
        </p:nvGrpSpPr>
        <p:grpSpPr>
          <a:xfrm>
            <a:off x="5462979" y="2541284"/>
            <a:ext cx="828648" cy="828566"/>
            <a:chOff x="5462979" y="2541284"/>
            <a:chExt cx="828648" cy="828566"/>
          </a:xfrm>
        </p:grpSpPr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651FE25E-C656-324C-AB64-4D31E711A157}"/>
                </a:ext>
              </a:extLst>
            </p:cNvPr>
            <p:cNvSpPr/>
            <p:nvPr/>
          </p:nvSpPr>
          <p:spPr>
            <a:xfrm>
              <a:off x="5462979" y="3018346"/>
              <a:ext cx="351405" cy="351504"/>
            </a:xfrm>
            <a:custGeom>
              <a:avLst/>
              <a:gdLst>
                <a:gd name="connsiteX0" fmla="*/ 39678 w 351405"/>
                <a:gd name="connsiteY0" fmla="*/ 351504 h 351504"/>
                <a:gd name="connsiteX1" fmla="*/ 0 w 351405"/>
                <a:gd name="connsiteY1" fmla="*/ 311788 h 351504"/>
                <a:gd name="connsiteX2" fmla="*/ 11593 w 351405"/>
                <a:gd name="connsiteY2" fmla="*/ 283772 h 351504"/>
                <a:gd name="connsiteX3" fmla="*/ 281381 w 351405"/>
                <a:gd name="connsiteY3" fmla="*/ 14084 h 351504"/>
                <a:gd name="connsiteX4" fmla="*/ 337322 w 351405"/>
                <a:gd name="connsiteY4" fmla="*/ 9370 h 351504"/>
                <a:gd name="connsiteX5" fmla="*/ 342036 w 351405"/>
                <a:gd name="connsiteY5" fmla="*/ 65312 h 351504"/>
                <a:gd name="connsiteX6" fmla="*/ 337403 w 351405"/>
                <a:gd name="connsiteY6" fmla="*/ 69957 h 351504"/>
                <a:gd name="connsiteX7" fmla="*/ 67764 w 351405"/>
                <a:gd name="connsiteY7" fmla="*/ 339744 h 351504"/>
                <a:gd name="connsiteX8" fmla="*/ 39678 w 351405"/>
                <a:gd name="connsiteY8" fmla="*/ 351504 h 35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405" h="351504">
                  <a:moveTo>
                    <a:pt x="39678" y="351504"/>
                  </a:moveTo>
                  <a:cubicBezTo>
                    <a:pt x="17754" y="351495"/>
                    <a:pt x="-10" y="333715"/>
                    <a:pt x="0" y="311788"/>
                  </a:cubicBezTo>
                  <a:cubicBezTo>
                    <a:pt x="5" y="301283"/>
                    <a:pt x="4174" y="291210"/>
                    <a:pt x="11593" y="283772"/>
                  </a:cubicBezTo>
                  <a:lnTo>
                    <a:pt x="281381" y="14084"/>
                  </a:lnTo>
                  <a:cubicBezTo>
                    <a:pt x="295527" y="-2666"/>
                    <a:pt x="320573" y="-4776"/>
                    <a:pt x="337322" y="9370"/>
                  </a:cubicBezTo>
                  <a:cubicBezTo>
                    <a:pt x="354071" y="23517"/>
                    <a:pt x="356182" y="48560"/>
                    <a:pt x="342036" y="65312"/>
                  </a:cubicBezTo>
                  <a:cubicBezTo>
                    <a:pt x="340622" y="66984"/>
                    <a:pt x="339072" y="68538"/>
                    <a:pt x="337403" y="69957"/>
                  </a:cubicBezTo>
                  <a:lnTo>
                    <a:pt x="67764" y="339744"/>
                  </a:lnTo>
                  <a:cubicBezTo>
                    <a:pt x="60337" y="347242"/>
                    <a:pt x="50231" y="351475"/>
                    <a:pt x="39678" y="3515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75DCBA1-0790-3A47-BDF8-BF240FA8D095}"/>
                </a:ext>
              </a:extLst>
            </p:cNvPr>
            <p:cNvSpPr/>
            <p:nvPr/>
          </p:nvSpPr>
          <p:spPr>
            <a:xfrm>
              <a:off x="5650626" y="2541284"/>
              <a:ext cx="641000" cy="641000"/>
            </a:xfrm>
            <a:custGeom>
              <a:avLst/>
              <a:gdLst>
                <a:gd name="connsiteX0" fmla="*/ 320550 w 641000"/>
                <a:gd name="connsiteY0" fmla="*/ 641000 h 641000"/>
                <a:gd name="connsiteX1" fmla="*/ 0 w 641000"/>
                <a:gd name="connsiteY1" fmla="*/ 320550 h 641000"/>
                <a:gd name="connsiteX2" fmla="*/ 320451 w 641000"/>
                <a:gd name="connsiteY2" fmla="*/ 0 h 641000"/>
                <a:gd name="connsiteX3" fmla="*/ 641001 w 641000"/>
                <a:gd name="connsiteY3" fmla="*/ 320450 h 641000"/>
                <a:gd name="connsiteX4" fmla="*/ 641001 w 641000"/>
                <a:gd name="connsiteY4" fmla="*/ 320500 h 641000"/>
                <a:gd name="connsiteX5" fmla="*/ 320550 w 641000"/>
                <a:gd name="connsiteY5" fmla="*/ 641000 h 641000"/>
                <a:gd name="connsiteX6" fmla="*/ 320550 w 641000"/>
                <a:gd name="connsiteY6" fmla="*/ 79443 h 641000"/>
                <a:gd name="connsiteX7" fmla="*/ 79393 w 641000"/>
                <a:gd name="connsiteY7" fmla="*/ 320500 h 641000"/>
                <a:gd name="connsiteX8" fmla="*/ 320451 w 641000"/>
                <a:gd name="connsiteY8" fmla="*/ 561657 h 641000"/>
                <a:gd name="connsiteX9" fmla="*/ 561608 w 641000"/>
                <a:gd name="connsiteY9" fmla="*/ 320599 h 641000"/>
                <a:gd name="connsiteX10" fmla="*/ 561608 w 641000"/>
                <a:gd name="connsiteY10" fmla="*/ 320500 h 641000"/>
                <a:gd name="connsiteX11" fmla="*/ 320550 w 641000"/>
                <a:gd name="connsiteY11" fmla="*/ 79294 h 6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1000" h="641000">
                  <a:moveTo>
                    <a:pt x="320550" y="641000"/>
                  </a:moveTo>
                  <a:cubicBezTo>
                    <a:pt x="143542" y="641030"/>
                    <a:pt x="27" y="497557"/>
                    <a:pt x="0" y="320550"/>
                  </a:cubicBezTo>
                  <a:cubicBezTo>
                    <a:pt x="-27" y="143542"/>
                    <a:pt x="143443" y="27"/>
                    <a:pt x="320451" y="0"/>
                  </a:cubicBezTo>
                  <a:cubicBezTo>
                    <a:pt x="497458" y="-27"/>
                    <a:pt x="640971" y="143443"/>
                    <a:pt x="641001" y="320450"/>
                  </a:cubicBezTo>
                  <a:cubicBezTo>
                    <a:pt x="641001" y="320467"/>
                    <a:pt x="641001" y="320484"/>
                    <a:pt x="641001" y="320500"/>
                  </a:cubicBezTo>
                  <a:cubicBezTo>
                    <a:pt x="640807" y="497408"/>
                    <a:pt x="497458" y="640782"/>
                    <a:pt x="320550" y="641000"/>
                  </a:cubicBezTo>
                  <a:close/>
                  <a:moveTo>
                    <a:pt x="320550" y="79443"/>
                  </a:moveTo>
                  <a:cubicBezTo>
                    <a:pt x="187390" y="79415"/>
                    <a:pt x="79420" y="187340"/>
                    <a:pt x="79393" y="320500"/>
                  </a:cubicBezTo>
                  <a:cubicBezTo>
                    <a:pt x="79366" y="453660"/>
                    <a:pt x="187291" y="561627"/>
                    <a:pt x="320451" y="561657"/>
                  </a:cubicBezTo>
                  <a:cubicBezTo>
                    <a:pt x="453613" y="561686"/>
                    <a:pt x="561578" y="453759"/>
                    <a:pt x="561608" y="320599"/>
                  </a:cubicBezTo>
                  <a:cubicBezTo>
                    <a:pt x="561608" y="320566"/>
                    <a:pt x="561608" y="320533"/>
                    <a:pt x="561608" y="320500"/>
                  </a:cubicBezTo>
                  <a:cubicBezTo>
                    <a:pt x="561523" y="187378"/>
                    <a:pt x="453673" y="79458"/>
                    <a:pt x="320550" y="792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0B9DC63-89AC-2548-8694-CD3C7050E5F6}"/>
                </a:ext>
              </a:extLst>
            </p:cNvPr>
            <p:cNvSpPr/>
            <p:nvPr/>
          </p:nvSpPr>
          <p:spPr>
            <a:xfrm>
              <a:off x="5928949" y="2728503"/>
              <a:ext cx="79393" cy="266562"/>
            </a:xfrm>
            <a:custGeom>
              <a:avLst/>
              <a:gdLst>
                <a:gd name="connsiteX0" fmla="*/ 39697 w 79393"/>
                <a:gd name="connsiteY0" fmla="*/ 266562 h 266562"/>
                <a:gd name="connsiteX1" fmla="*/ 0 w 79393"/>
                <a:gd name="connsiteY1" fmla="*/ 226866 h 266562"/>
                <a:gd name="connsiteX2" fmla="*/ 0 w 79393"/>
                <a:gd name="connsiteY2" fmla="*/ 39697 h 266562"/>
                <a:gd name="connsiteX3" fmla="*/ 39697 w 79393"/>
                <a:gd name="connsiteY3" fmla="*/ 0 h 266562"/>
                <a:gd name="connsiteX4" fmla="*/ 79393 w 79393"/>
                <a:gd name="connsiteY4" fmla="*/ 39697 h 266562"/>
                <a:gd name="connsiteX5" fmla="*/ 79393 w 79393"/>
                <a:gd name="connsiteY5" fmla="*/ 226866 h 266562"/>
                <a:gd name="connsiteX6" fmla="*/ 39697 w 79393"/>
                <a:gd name="connsiteY6" fmla="*/ 266562 h 26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562">
                  <a:moveTo>
                    <a:pt x="39697" y="266562"/>
                  </a:moveTo>
                  <a:cubicBezTo>
                    <a:pt x="17774" y="266562"/>
                    <a:pt x="0" y="248790"/>
                    <a:pt x="0" y="22686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6866"/>
                  </a:lnTo>
                  <a:cubicBezTo>
                    <a:pt x="79393" y="248790"/>
                    <a:pt x="61619" y="266562"/>
                    <a:pt x="39697" y="2665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81D7E24-2FF8-7145-8FEA-B177610B993F}"/>
                </a:ext>
              </a:extLst>
            </p:cNvPr>
            <p:cNvSpPr/>
            <p:nvPr/>
          </p:nvSpPr>
          <p:spPr>
            <a:xfrm>
              <a:off x="5837846" y="2819557"/>
              <a:ext cx="266612" cy="79393"/>
            </a:xfrm>
            <a:custGeom>
              <a:avLst/>
              <a:gdLst>
                <a:gd name="connsiteX0" fmla="*/ 226916 w 266612"/>
                <a:gd name="connsiteY0" fmla="*/ 79393 h 79393"/>
                <a:gd name="connsiteX1" fmla="*/ 39697 w 266612"/>
                <a:gd name="connsiteY1" fmla="*/ 79393 h 79393"/>
                <a:gd name="connsiteX2" fmla="*/ 0 w 266612"/>
                <a:gd name="connsiteY2" fmla="*/ 39697 h 79393"/>
                <a:gd name="connsiteX3" fmla="*/ 39697 w 266612"/>
                <a:gd name="connsiteY3" fmla="*/ 0 h 79393"/>
                <a:gd name="connsiteX4" fmla="*/ 226916 w 266612"/>
                <a:gd name="connsiteY4" fmla="*/ 0 h 79393"/>
                <a:gd name="connsiteX5" fmla="*/ 266612 w 266612"/>
                <a:gd name="connsiteY5" fmla="*/ 39697 h 79393"/>
                <a:gd name="connsiteX6" fmla="*/ 226916 w 2666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612" h="79393">
                  <a:moveTo>
                    <a:pt x="22691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6916" y="0"/>
                  </a:lnTo>
                  <a:cubicBezTo>
                    <a:pt x="248838" y="0"/>
                    <a:pt x="266612" y="17773"/>
                    <a:pt x="266612" y="39697"/>
                  </a:cubicBezTo>
                  <a:cubicBezTo>
                    <a:pt x="266612" y="61620"/>
                    <a:pt x="248838" y="79393"/>
                    <a:pt x="22691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0" name="Picture Placeholder 66">
            <a:extLst>
              <a:ext uri="{FF2B5EF4-FFF2-40B4-BE49-F238E27FC236}">
                <a16:creationId xmlns:a16="http://schemas.microsoft.com/office/drawing/2014/main" id="{B2DCB482-2C46-444F-A333-94B30EC62A96}"/>
              </a:ext>
            </a:extLst>
          </p:cNvPr>
          <p:cNvGrpSpPr>
            <a:grpSpLocks noChangeAspect="1"/>
          </p:cNvGrpSpPr>
          <p:nvPr/>
        </p:nvGrpSpPr>
        <p:grpSpPr>
          <a:xfrm>
            <a:off x="6783712" y="2543964"/>
            <a:ext cx="822346" cy="823058"/>
            <a:chOff x="6783712" y="2543964"/>
            <a:chExt cx="822346" cy="823058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2F3DC42-348D-3247-A720-4422B8D252AB}"/>
                </a:ext>
              </a:extLst>
            </p:cNvPr>
            <p:cNvSpPr/>
            <p:nvPr/>
          </p:nvSpPr>
          <p:spPr>
            <a:xfrm>
              <a:off x="6783712" y="3019655"/>
              <a:ext cx="347398" cy="347367"/>
            </a:xfrm>
            <a:custGeom>
              <a:avLst/>
              <a:gdLst>
                <a:gd name="connsiteX0" fmla="*/ 39530 w 347398"/>
                <a:gd name="connsiteY0" fmla="*/ 347367 h 347367"/>
                <a:gd name="connsiteX1" fmla="*/ 0 w 347398"/>
                <a:gd name="connsiteY1" fmla="*/ 307502 h 347367"/>
                <a:gd name="connsiteX2" fmla="*/ 11643 w 347398"/>
                <a:gd name="connsiteY2" fmla="*/ 279585 h 347367"/>
                <a:gd name="connsiteX3" fmla="*/ 279595 w 347398"/>
                <a:gd name="connsiteY3" fmla="*/ 11633 h 347367"/>
                <a:gd name="connsiteX4" fmla="*/ 335766 w 347398"/>
                <a:gd name="connsiteY4" fmla="*/ 11633 h 347367"/>
                <a:gd name="connsiteX5" fmla="*/ 335766 w 347398"/>
                <a:gd name="connsiteY5" fmla="*/ 67804 h 347367"/>
                <a:gd name="connsiteX6" fmla="*/ 67814 w 347398"/>
                <a:gd name="connsiteY6" fmla="*/ 335756 h 347367"/>
                <a:gd name="connsiteX7" fmla="*/ 39530 w 347398"/>
                <a:gd name="connsiteY7" fmla="*/ 347367 h 34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398" h="347367">
                  <a:moveTo>
                    <a:pt x="39530" y="347367"/>
                  </a:moveTo>
                  <a:cubicBezTo>
                    <a:pt x="17606" y="347272"/>
                    <a:pt x="-92" y="329429"/>
                    <a:pt x="0" y="307502"/>
                  </a:cubicBezTo>
                  <a:cubicBezTo>
                    <a:pt x="44" y="297027"/>
                    <a:pt x="4229" y="286988"/>
                    <a:pt x="11643" y="279585"/>
                  </a:cubicBezTo>
                  <a:lnTo>
                    <a:pt x="279595" y="11633"/>
                  </a:lnTo>
                  <a:cubicBezTo>
                    <a:pt x="295106" y="-3878"/>
                    <a:pt x="320255" y="-3878"/>
                    <a:pt x="335766" y="11633"/>
                  </a:cubicBezTo>
                  <a:cubicBezTo>
                    <a:pt x="351276" y="27145"/>
                    <a:pt x="351276" y="52292"/>
                    <a:pt x="335766" y="67804"/>
                  </a:cubicBezTo>
                  <a:lnTo>
                    <a:pt x="67814" y="335756"/>
                  </a:lnTo>
                  <a:cubicBezTo>
                    <a:pt x="60314" y="343248"/>
                    <a:pt x="50130" y="347426"/>
                    <a:pt x="39530" y="3473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2B409193-6DF4-4C46-8BA8-0C62D5302947}"/>
                </a:ext>
              </a:extLst>
            </p:cNvPr>
            <p:cNvSpPr/>
            <p:nvPr/>
          </p:nvSpPr>
          <p:spPr>
            <a:xfrm>
              <a:off x="6969127" y="2543964"/>
              <a:ext cx="636931" cy="636931"/>
            </a:xfrm>
            <a:custGeom>
              <a:avLst/>
              <a:gdLst>
                <a:gd name="connsiteX0" fmla="*/ 318466 w 636931"/>
                <a:gd name="connsiteY0" fmla="*/ 636931 h 636931"/>
                <a:gd name="connsiteX1" fmla="*/ 0 w 636931"/>
                <a:gd name="connsiteY1" fmla="*/ 318466 h 636931"/>
                <a:gd name="connsiteX2" fmla="*/ 318466 w 636931"/>
                <a:gd name="connsiteY2" fmla="*/ 0 h 636931"/>
                <a:gd name="connsiteX3" fmla="*/ 636932 w 636931"/>
                <a:gd name="connsiteY3" fmla="*/ 318466 h 636931"/>
                <a:gd name="connsiteX4" fmla="*/ 636932 w 636931"/>
                <a:gd name="connsiteY4" fmla="*/ 318515 h 636931"/>
                <a:gd name="connsiteX5" fmla="*/ 318466 w 636931"/>
                <a:gd name="connsiteY5" fmla="*/ 636931 h 636931"/>
                <a:gd name="connsiteX6" fmla="*/ 318466 w 636931"/>
                <a:gd name="connsiteY6" fmla="*/ 79443 h 636931"/>
                <a:gd name="connsiteX7" fmla="*/ 79393 w 636931"/>
                <a:gd name="connsiteY7" fmla="*/ 318515 h 636931"/>
                <a:gd name="connsiteX8" fmla="*/ 318466 w 636931"/>
                <a:gd name="connsiteY8" fmla="*/ 557588 h 636931"/>
                <a:gd name="connsiteX9" fmla="*/ 557539 w 636931"/>
                <a:gd name="connsiteY9" fmla="*/ 318515 h 636931"/>
                <a:gd name="connsiteX10" fmla="*/ 318466 w 636931"/>
                <a:gd name="connsiteY10" fmla="*/ 79443 h 63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6931" h="636931">
                  <a:moveTo>
                    <a:pt x="318466" y="636931"/>
                  </a:moveTo>
                  <a:cubicBezTo>
                    <a:pt x="142582" y="636931"/>
                    <a:pt x="0" y="494351"/>
                    <a:pt x="0" y="318466"/>
                  </a:cubicBezTo>
                  <a:cubicBezTo>
                    <a:pt x="0" y="142582"/>
                    <a:pt x="142582" y="0"/>
                    <a:pt x="318466" y="0"/>
                  </a:cubicBezTo>
                  <a:cubicBezTo>
                    <a:pt x="494352" y="0"/>
                    <a:pt x="636932" y="142582"/>
                    <a:pt x="636932" y="318466"/>
                  </a:cubicBezTo>
                  <a:cubicBezTo>
                    <a:pt x="636932" y="318482"/>
                    <a:pt x="636932" y="318499"/>
                    <a:pt x="636932" y="318515"/>
                  </a:cubicBezTo>
                  <a:cubicBezTo>
                    <a:pt x="636738" y="494311"/>
                    <a:pt x="494262" y="636767"/>
                    <a:pt x="318466" y="636931"/>
                  </a:cubicBezTo>
                  <a:close/>
                  <a:moveTo>
                    <a:pt x="318466" y="79443"/>
                  </a:moveTo>
                  <a:cubicBezTo>
                    <a:pt x="186430" y="79443"/>
                    <a:pt x="79393" y="186479"/>
                    <a:pt x="79393" y="318515"/>
                  </a:cubicBezTo>
                  <a:cubicBezTo>
                    <a:pt x="79393" y="450551"/>
                    <a:pt x="186430" y="557588"/>
                    <a:pt x="318466" y="557588"/>
                  </a:cubicBezTo>
                  <a:cubicBezTo>
                    <a:pt x="450502" y="557588"/>
                    <a:pt x="557539" y="450551"/>
                    <a:pt x="557539" y="318515"/>
                  </a:cubicBezTo>
                  <a:cubicBezTo>
                    <a:pt x="557400" y="186536"/>
                    <a:pt x="450447" y="79580"/>
                    <a:pt x="318466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6" name="Picture Placeholder 68">
            <a:extLst>
              <a:ext uri="{FF2B5EF4-FFF2-40B4-BE49-F238E27FC236}">
                <a16:creationId xmlns:a16="http://schemas.microsoft.com/office/drawing/2014/main" id="{2DC63380-8BF2-4BF7-8E6D-5F1C55BCB6B6}"/>
              </a:ext>
            </a:extLst>
          </p:cNvPr>
          <p:cNvGrpSpPr>
            <a:grpSpLocks noChangeAspect="1"/>
          </p:cNvGrpSpPr>
          <p:nvPr/>
        </p:nvGrpSpPr>
        <p:grpSpPr>
          <a:xfrm>
            <a:off x="8097301" y="2540738"/>
            <a:ext cx="829987" cy="829509"/>
            <a:chOff x="8097301" y="2540738"/>
            <a:chExt cx="829987" cy="829509"/>
          </a:xfrm>
        </p:grpSpPr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3E9EFD14-D08C-8541-88F6-68874A377948}"/>
                </a:ext>
              </a:extLst>
            </p:cNvPr>
            <p:cNvSpPr/>
            <p:nvPr/>
          </p:nvSpPr>
          <p:spPr>
            <a:xfrm>
              <a:off x="8097301" y="3020739"/>
              <a:ext cx="349663" cy="349507"/>
            </a:xfrm>
            <a:custGeom>
              <a:avLst/>
              <a:gdLst>
                <a:gd name="connsiteX0" fmla="*/ 39728 w 349663"/>
                <a:gd name="connsiteY0" fmla="*/ 349508 h 349507"/>
                <a:gd name="connsiteX1" fmla="*/ 0 w 349663"/>
                <a:gd name="connsiteY1" fmla="*/ 309841 h 349507"/>
                <a:gd name="connsiteX2" fmla="*/ 11642 w 349663"/>
                <a:gd name="connsiteY2" fmla="*/ 281726 h 349507"/>
                <a:gd name="connsiteX3" fmla="*/ 281827 w 349663"/>
                <a:gd name="connsiteY3" fmla="*/ 11690 h 349507"/>
                <a:gd name="connsiteX4" fmla="*/ 337973 w 349663"/>
                <a:gd name="connsiteY4" fmla="*/ 11566 h 349507"/>
                <a:gd name="connsiteX5" fmla="*/ 338097 w 349663"/>
                <a:gd name="connsiteY5" fmla="*/ 67712 h 349507"/>
                <a:gd name="connsiteX6" fmla="*/ 67813 w 349663"/>
                <a:gd name="connsiteY6" fmla="*/ 337897 h 349507"/>
                <a:gd name="connsiteX7" fmla="*/ 39728 w 349663"/>
                <a:gd name="connsiteY7" fmla="*/ 349508 h 34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9663" h="349507">
                  <a:moveTo>
                    <a:pt x="39728" y="349508"/>
                  </a:moveTo>
                  <a:cubicBezTo>
                    <a:pt x="17804" y="349523"/>
                    <a:pt x="17" y="331769"/>
                    <a:pt x="0" y="309841"/>
                  </a:cubicBezTo>
                  <a:cubicBezTo>
                    <a:pt x="-8" y="299297"/>
                    <a:pt x="4181" y="289179"/>
                    <a:pt x="11642" y="281726"/>
                  </a:cubicBezTo>
                  <a:lnTo>
                    <a:pt x="281827" y="11690"/>
                  </a:lnTo>
                  <a:cubicBezTo>
                    <a:pt x="297297" y="-3848"/>
                    <a:pt x="322435" y="-3904"/>
                    <a:pt x="337973" y="11566"/>
                  </a:cubicBezTo>
                  <a:cubicBezTo>
                    <a:pt x="353512" y="27038"/>
                    <a:pt x="353567" y="52176"/>
                    <a:pt x="338097" y="67712"/>
                  </a:cubicBezTo>
                  <a:lnTo>
                    <a:pt x="67813" y="337897"/>
                  </a:lnTo>
                  <a:cubicBezTo>
                    <a:pt x="60362" y="345340"/>
                    <a:pt x="50259" y="349518"/>
                    <a:pt x="39728" y="3495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17A661AB-A66A-C542-A7D9-0A7BE31E1EC1}"/>
                </a:ext>
              </a:extLst>
            </p:cNvPr>
            <p:cNvSpPr/>
            <p:nvPr/>
          </p:nvSpPr>
          <p:spPr>
            <a:xfrm>
              <a:off x="8285494" y="2540738"/>
              <a:ext cx="641794" cy="641793"/>
            </a:xfrm>
            <a:custGeom>
              <a:avLst/>
              <a:gdLst>
                <a:gd name="connsiteX0" fmla="*/ 320897 w 641794"/>
                <a:gd name="connsiteY0" fmla="*/ 641794 h 641793"/>
                <a:gd name="connsiteX1" fmla="*/ 0 w 641794"/>
                <a:gd name="connsiteY1" fmla="*/ 320897 h 641793"/>
                <a:gd name="connsiteX2" fmla="*/ 320897 w 641794"/>
                <a:gd name="connsiteY2" fmla="*/ 0 h 641793"/>
                <a:gd name="connsiteX3" fmla="*/ 641795 w 641794"/>
                <a:gd name="connsiteY3" fmla="*/ 320897 h 641793"/>
                <a:gd name="connsiteX4" fmla="*/ 641795 w 641794"/>
                <a:gd name="connsiteY4" fmla="*/ 320947 h 641793"/>
                <a:gd name="connsiteX5" fmla="*/ 320897 w 641794"/>
                <a:gd name="connsiteY5" fmla="*/ 641794 h 641793"/>
                <a:gd name="connsiteX6" fmla="*/ 320897 w 641794"/>
                <a:gd name="connsiteY6" fmla="*/ 79443 h 641793"/>
                <a:gd name="connsiteX7" fmla="*/ 79393 w 641794"/>
                <a:gd name="connsiteY7" fmla="*/ 320947 h 641793"/>
                <a:gd name="connsiteX8" fmla="*/ 320897 w 641794"/>
                <a:gd name="connsiteY8" fmla="*/ 562451 h 641793"/>
                <a:gd name="connsiteX9" fmla="*/ 562402 w 641794"/>
                <a:gd name="connsiteY9" fmla="*/ 320947 h 641793"/>
                <a:gd name="connsiteX10" fmla="*/ 320897 w 641794"/>
                <a:gd name="connsiteY10" fmla="*/ 79443 h 64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1794" h="641793">
                  <a:moveTo>
                    <a:pt x="320897" y="641794"/>
                  </a:moveTo>
                  <a:cubicBezTo>
                    <a:pt x="143670" y="641794"/>
                    <a:pt x="0" y="498122"/>
                    <a:pt x="0" y="320897"/>
                  </a:cubicBezTo>
                  <a:cubicBezTo>
                    <a:pt x="0" y="143670"/>
                    <a:pt x="143670" y="0"/>
                    <a:pt x="320897" y="0"/>
                  </a:cubicBezTo>
                  <a:cubicBezTo>
                    <a:pt x="498123" y="0"/>
                    <a:pt x="641795" y="143671"/>
                    <a:pt x="641795" y="320897"/>
                  </a:cubicBezTo>
                  <a:cubicBezTo>
                    <a:pt x="641795" y="320913"/>
                    <a:pt x="641795" y="320930"/>
                    <a:pt x="641795" y="320947"/>
                  </a:cubicBezTo>
                  <a:cubicBezTo>
                    <a:pt x="641576" y="498073"/>
                    <a:pt x="498024" y="641600"/>
                    <a:pt x="320897" y="641794"/>
                  </a:cubicBezTo>
                  <a:close/>
                  <a:moveTo>
                    <a:pt x="320897" y="79443"/>
                  </a:moveTo>
                  <a:cubicBezTo>
                    <a:pt x="187518" y="79443"/>
                    <a:pt x="79393" y="187568"/>
                    <a:pt x="79393" y="320947"/>
                  </a:cubicBezTo>
                  <a:cubicBezTo>
                    <a:pt x="79393" y="454326"/>
                    <a:pt x="187518" y="562451"/>
                    <a:pt x="320897" y="562451"/>
                  </a:cubicBezTo>
                  <a:cubicBezTo>
                    <a:pt x="454278" y="562451"/>
                    <a:pt x="562402" y="454326"/>
                    <a:pt x="562402" y="320947"/>
                  </a:cubicBezTo>
                  <a:cubicBezTo>
                    <a:pt x="562263" y="187624"/>
                    <a:pt x="454218" y="79580"/>
                    <a:pt x="320897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25FF366-38D0-4241-B277-0ED97C8120FC}"/>
                </a:ext>
              </a:extLst>
            </p:cNvPr>
            <p:cNvSpPr/>
            <p:nvPr/>
          </p:nvSpPr>
          <p:spPr>
            <a:xfrm>
              <a:off x="8473010" y="2819458"/>
              <a:ext cx="266810" cy="79393"/>
            </a:xfrm>
            <a:custGeom>
              <a:avLst/>
              <a:gdLst>
                <a:gd name="connsiteX0" fmla="*/ 227114 w 266810"/>
                <a:gd name="connsiteY0" fmla="*/ 79393 h 79393"/>
                <a:gd name="connsiteX1" fmla="*/ 39697 w 266810"/>
                <a:gd name="connsiteY1" fmla="*/ 79393 h 79393"/>
                <a:gd name="connsiteX2" fmla="*/ 0 w 266810"/>
                <a:gd name="connsiteY2" fmla="*/ 39697 h 79393"/>
                <a:gd name="connsiteX3" fmla="*/ 39697 w 266810"/>
                <a:gd name="connsiteY3" fmla="*/ 0 h 79393"/>
                <a:gd name="connsiteX4" fmla="*/ 227114 w 266810"/>
                <a:gd name="connsiteY4" fmla="*/ 0 h 79393"/>
                <a:gd name="connsiteX5" fmla="*/ 266811 w 266810"/>
                <a:gd name="connsiteY5" fmla="*/ 39697 h 79393"/>
                <a:gd name="connsiteX6" fmla="*/ 227114 w 2668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10" h="79393">
                  <a:moveTo>
                    <a:pt x="2271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114" y="0"/>
                  </a:lnTo>
                  <a:cubicBezTo>
                    <a:pt x="249037" y="0"/>
                    <a:pt x="266811" y="17773"/>
                    <a:pt x="266811" y="39697"/>
                  </a:cubicBezTo>
                  <a:cubicBezTo>
                    <a:pt x="266811" y="61620"/>
                    <a:pt x="249037" y="79393"/>
                    <a:pt x="22711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4" name="Picture Placeholder 102">
            <a:extLst>
              <a:ext uri="{FF2B5EF4-FFF2-40B4-BE49-F238E27FC236}">
                <a16:creationId xmlns:a16="http://schemas.microsoft.com/office/drawing/2014/main" id="{A75DCDD9-F38D-48FA-ADB7-923701A3297D}"/>
              </a:ext>
            </a:extLst>
          </p:cNvPr>
          <p:cNvGrpSpPr>
            <a:grpSpLocks noChangeAspect="1"/>
          </p:cNvGrpSpPr>
          <p:nvPr/>
        </p:nvGrpSpPr>
        <p:grpSpPr>
          <a:xfrm>
            <a:off x="9415782" y="2540218"/>
            <a:ext cx="828368" cy="829979"/>
            <a:chOff x="9415782" y="2540218"/>
            <a:chExt cx="828368" cy="829979"/>
          </a:xfrm>
        </p:grpSpPr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7EB1EF5-4747-184C-9776-32CB6EDEEAC4}"/>
                </a:ext>
              </a:extLst>
            </p:cNvPr>
            <p:cNvSpPr/>
            <p:nvPr/>
          </p:nvSpPr>
          <p:spPr>
            <a:xfrm>
              <a:off x="9415782" y="2541483"/>
              <a:ext cx="828368" cy="828367"/>
            </a:xfrm>
            <a:custGeom>
              <a:avLst/>
              <a:gdLst>
                <a:gd name="connsiteX0" fmla="*/ 414035 w 828368"/>
                <a:gd name="connsiteY0" fmla="*/ 828368 h 828367"/>
                <a:gd name="connsiteX1" fmla="*/ 0 w 828368"/>
                <a:gd name="connsiteY1" fmla="*/ 414035 h 828367"/>
                <a:gd name="connsiteX2" fmla="*/ 414333 w 828368"/>
                <a:gd name="connsiteY2" fmla="*/ 0 h 828367"/>
                <a:gd name="connsiteX3" fmla="*/ 828369 w 828368"/>
                <a:gd name="connsiteY3" fmla="*/ 414035 h 828367"/>
                <a:gd name="connsiteX4" fmla="*/ 414035 w 828368"/>
                <a:gd name="connsiteY4" fmla="*/ 828368 h 828367"/>
                <a:gd name="connsiteX5" fmla="*/ 414035 w 828368"/>
                <a:gd name="connsiteY5" fmla="*/ 79095 h 828367"/>
                <a:gd name="connsiteX6" fmla="*/ 79393 w 828368"/>
                <a:gd name="connsiteY6" fmla="*/ 414035 h 828367"/>
                <a:gd name="connsiteX7" fmla="*/ 414333 w 828368"/>
                <a:gd name="connsiteY7" fmla="*/ 748677 h 828367"/>
                <a:gd name="connsiteX8" fmla="*/ 748976 w 828368"/>
                <a:gd name="connsiteY8" fmla="*/ 414035 h 828367"/>
                <a:gd name="connsiteX9" fmla="*/ 4140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035" y="828368"/>
                  </a:moveTo>
                  <a:cubicBezTo>
                    <a:pt x="185288" y="828283"/>
                    <a:pt x="-82" y="642781"/>
                    <a:pt x="0" y="414035"/>
                  </a:cubicBezTo>
                  <a:cubicBezTo>
                    <a:pt x="82" y="185288"/>
                    <a:pt x="185586" y="-82"/>
                    <a:pt x="414333" y="0"/>
                  </a:cubicBezTo>
                  <a:cubicBezTo>
                    <a:pt x="642966" y="82"/>
                    <a:pt x="828284" y="185404"/>
                    <a:pt x="828369" y="414035"/>
                  </a:cubicBezTo>
                  <a:cubicBezTo>
                    <a:pt x="828205" y="642796"/>
                    <a:pt x="642797" y="828204"/>
                    <a:pt x="414035" y="828368"/>
                  </a:cubicBezTo>
                  <a:close/>
                  <a:moveTo>
                    <a:pt x="414035" y="79095"/>
                  </a:moveTo>
                  <a:cubicBezTo>
                    <a:pt x="229136" y="79178"/>
                    <a:pt x="79311" y="229135"/>
                    <a:pt x="79393" y="414035"/>
                  </a:cubicBezTo>
                  <a:cubicBezTo>
                    <a:pt x="79476" y="598937"/>
                    <a:pt x="229433" y="748761"/>
                    <a:pt x="414333" y="748677"/>
                  </a:cubicBezTo>
                  <a:cubicBezTo>
                    <a:pt x="599116" y="748593"/>
                    <a:pt x="748891" y="598817"/>
                    <a:pt x="748976" y="414035"/>
                  </a:cubicBezTo>
                  <a:cubicBezTo>
                    <a:pt x="748837" y="229110"/>
                    <a:pt x="598962" y="79232"/>
                    <a:pt x="414035" y="790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4872B849-9FBA-4D4B-8788-7302BAB3EC78}"/>
                </a:ext>
              </a:extLst>
            </p:cNvPr>
            <p:cNvSpPr/>
            <p:nvPr/>
          </p:nvSpPr>
          <p:spPr>
            <a:xfrm>
              <a:off x="9694557" y="2540218"/>
              <a:ext cx="266750" cy="829979"/>
            </a:xfrm>
            <a:custGeom>
              <a:avLst/>
              <a:gdLst>
                <a:gd name="connsiteX0" fmla="*/ 133474 w 266750"/>
                <a:gd name="connsiteY0" fmla="*/ 829979 h 829979"/>
                <a:gd name="connsiteX1" fmla="*/ 123550 w 266750"/>
                <a:gd name="connsiteY1" fmla="*/ 828789 h 829979"/>
                <a:gd name="connsiteX2" fmla="*/ 94670 w 266750"/>
                <a:gd name="connsiteY2" fmla="*/ 780656 h 829979"/>
                <a:gd name="connsiteX3" fmla="*/ 176346 w 266750"/>
                <a:gd name="connsiteY3" fmla="*/ 454996 h 829979"/>
                <a:gd name="connsiteX4" fmla="*/ 39691 w 266750"/>
                <a:gd name="connsiteY4" fmla="*/ 454996 h 829979"/>
                <a:gd name="connsiteX5" fmla="*/ 0 w 266750"/>
                <a:gd name="connsiteY5" fmla="*/ 415293 h 829979"/>
                <a:gd name="connsiteX6" fmla="*/ 1185 w 266750"/>
                <a:gd name="connsiteY6" fmla="*/ 405673 h 829979"/>
                <a:gd name="connsiteX7" fmla="*/ 94919 w 266750"/>
                <a:gd name="connsiteY7" fmla="*/ 30739 h 829979"/>
                <a:gd name="connsiteX8" fmla="*/ 142555 w 266750"/>
                <a:gd name="connsiteY8" fmla="*/ 1035 h 829979"/>
                <a:gd name="connsiteX9" fmla="*/ 172260 w 266750"/>
                <a:gd name="connsiteY9" fmla="*/ 48672 h 829979"/>
                <a:gd name="connsiteX10" fmla="*/ 171930 w 266750"/>
                <a:gd name="connsiteY10" fmla="*/ 49992 h 829979"/>
                <a:gd name="connsiteX11" fmla="*/ 90552 w 266750"/>
                <a:gd name="connsiteY11" fmla="*/ 375603 h 829979"/>
                <a:gd name="connsiteX12" fmla="*/ 227059 w 266750"/>
                <a:gd name="connsiteY12" fmla="*/ 375603 h 829979"/>
                <a:gd name="connsiteX13" fmla="*/ 266750 w 266750"/>
                <a:gd name="connsiteY13" fmla="*/ 415305 h 829979"/>
                <a:gd name="connsiteX14" fmla="*/ 265564 w 266750"/>
                <a:gd name="connsiteY14" fmla="*/ 424926 h 829979"/>
                <a:gd name="connsiteX15" fmla="*/ 171930 w 266750"/>
                <a:gd name="connsiteY15" fmla="*/ 799860 h 829979"/>
                <a:gd name="connsiteX16" fmla="*/ 133474 w 266750"/>
                <a:gd name="connsiteY16" fmla="*/ 829979 h 82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750" h="829979">
                  <a:moveTo>
                    <a:pt x="133474" y="829979"/>
                  </a:moveTo>
                  <a:cubicBezTo>
                    <a:pt x="130129" y="829994"/>
                    <a:pt x="126796" y="829592"/>
                    <a:pt x="123550" y="828789"/>
                  </a:cubicBezTo>
                  <a:cubicBezTo>
                    <a:pt x="102286" y="823469"/>
                    <a:pt x="89358" y="801924"/>
                    <a:pt x="94670" y="780656"/>
                  </a:cubicBezTo>
                  <a:lnTo>
                    <a:pt x="176346" y="454996"/>
                  </a:lnTo>
                  <a:lnTo>
                    <a:pt x="39691" y="454996"/>
                  </a:lnTo>
                  <a:cubicBezTo>
                    <a:pt x="17767" y="454992"/>
                    <a:pt x="-3" y="437217"/>
                    <a:pt x="0" y="415293"/>
                  </a:cubicBezTo>
                  <a:cubicBezTo>
                    <a:pt x="0" y="412050"/>
                    <a:pt x="398" y="408819"/>
                    <a:pt x="1185" y="405673"/>
                  </a:cubicBezTo>
                  <a:lnTo>
                    <a:pt x="94919" y="30739"/>
                  </a:lnTo>
                  <a:cubicBezTo>
                    <a:pt x="99871" y="9382"/>
                    <a:pt x="121198" y="-3917"/>
                    <a:pt x="142555" y="1035"/>
                  </a:cubicBezTo>
                  <a:cubicBezTo>
                    <a:pt x="163913" y="5987"/>
                    <a:pt x="177212" y="27315"/>
                    <a:pt x="172260" y="48672"/>
                  </a:cubicBezTo>
                  <a:cubicBezTo>
                    <a:pt x="172158" y="49114"/>
                    <a:pt x="172048" y="49554"/>
                    <a:pt x="171930" y="49992"/>
                  </a:cubicBezTo>
                  <a:lnTo>
                    <a:pt x="90552" y="375603"/>
                  </a:lnTo>
                  <a:lnTo>
                    <a:pt x="227059" y="375603"/>
                  </a:lnTo>
                  <a:cubicBezTo>
                    <a:pt x="248981" y="375606"/>
                    <a:pt x="266750" y="393381"/>
                    <a:pt x="266750" y="415305"/>
                  </a:cubicBezTo>
                  <a:cubicBezTo>
                    <a:pt x="266750" y="418548"/>
                    <a:pt x="266348" y="421779"/>
                    <a:pt x="265564" y="424926"/>
                  </a:cubicBezTo>
                  <a:lnTo>
                    <a:pt x="171930" y="799860"/>
                  </a:lnTo>
                  <a:cubicBezTo>
                    <a:pt x="167537" y="817530"/>
                    <a:pt x="151684" y="829950"/>
                    <a:pt x="133474" y="8299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0" name="Picture Placeholder 72">
            <a:extLst>
              <a:ext uri="{FF2B5EF4-FFF2-40B4-BE49-F238E27FC236}">
                <a16:creationId xmlns:a16="http://schemas.microsoft.com/office/drawing/2014/main" id="{B6E89330-EC88-43F3-BBEF-1EC79018C76C}"/>
              </a:ext>
            </a:extLst>
          </p:cNvPr>
          <p:cNvGrpSpPr>
            <a:grpSpLocks noChangeAspect="1"/>
          </p:cNvGrpSpPr>
          <p:nvPr/>
        </p:nvGrpSpPr>
        <p:grpSpPr>
          <a:xfrm>
            <a:off x="1508055" y="3659821"/>
            <a:ext cx="833429" cy="828665"/>
            <a:chOff x="1508055" y="3659821"/>
            <a:chExt cx="833429" cy="828665"/>
          </a:xfrm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DDD26DA6-701F-A541-A70D-304951BC8A86}"/>
                </a:ext>
              </a:extLst>
            </p:cNvPr>
            <p:cNvSpPr/>
            <p:nvPr/>
          </p:nvSpPr>
          <p:spPr>
            <a:xfrm>
              <a:off x="1513116" y="3660118"/>
              <a:ext cx="828368" cy="828367"/>
            </a:xfrm>
            <a:custGeom>
              <a:avLst/>
              <a:gdLst>
                <a:gd name="connsiteX0" fmla="*/ 414135 w 828368"/>
                <a:gd name="connsiteY0" fmla="*/ 828368 h 828367"/>
                <a:gd name="connsiteX1" fmla="*/ 0 w 828368"/>
                <a:gd name="connsiteY1" fmla="*/ 414134 h 828367"/>
                <a:gd name="connsiteX2" fmla="*/ 414234 w 828368"/>
                <a:gd name="connsiteY2" fmla="*/ 0 h 828367"/>
                <a:gd name="connsiteX3" fmla="*/ 828369 w 828368"/>
                <a:gd name="connsiteY3" fmla="*/ 414035 h 828367"/>
                <a:gd name="connsiteX4" fmla="*/ 414135 w 828368"/>
                <a:gd name="connsiteY4" fmla="*/ 828368 h 828367"/>
                <a:gd name="connsiteX5" fmla="*/ 414135 w 828368"/>
                <a:gd name="connsiteY5" fmla="*/ 79095 h 828367"/>
                <a:gd name="connsiteX6" fmla="*/ 79393 w 828368"/>
                <a:gd name="connsiteY6" fmla="*/ 413936 h 828367"/>
                <a:gd name="connsiteX7" fmla="*/ 414234 w 828368"/>
                <a:gd name="connsiteY7" fmla="*/ 748677 h 828367"/>
                <a:gd name="connsiteX8" fmla="*/ 748975 w 828368"/>
                <a:gd name="connsiteY8" fmla="*/ 414035 h 828367"/>
                <a:gd name="connsiteX9" fmla="*/ 4141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135" y="828368"/>
                  </a:moveTo>
                  <a:cubicBezTo>
                    <a:pt x="185387" y="828338"/>
                    <a:pt x="-27" y="642881"/>
                    <a:pt x="0" y="414134"/>
                  </a:cubicBezTo>
                  <a:cubicBezTo>
                    <a:pt x="27" y="185387"/>
                    <a:pt x="185486" y="-27"/>
                    <a:pt x="414234" y="0"/>
                  </a:cubicBezTo>
                  <a:cubicBezTo>
                    <a:pt x="642906" y="27"/>
                    <a:pt x="828284" y="185365"/>
                    <a:pt x="828369" y="414035"/>
                  </a:cubicBezTo>
                  <a:cubicBezTo>
                    <a:pt x="828205" y="642757"/>
                    <a:pt x="642857" y="828149"/>
                    <a:pt x="414135" y="828368"/>
                  </a:cubicBezTo>
                  <a:close/>
                  <a:moveTo>
                    <a:pt x="414135" y="79095"/>
                  </a:moveTo>
                  <a:cubicBezTo>
                    <a:pt x="229234" y="79123"/>
                    <a:pt x="79366" y="229036"/>
                    <a:pt x="79393" y="413936"/>
                  </a:cubicBezTo>
                  <a:cubicBezTo>
                    <a:pt x="79420" y="598837"/>
                    <a:pt x="229334" y="748707"/>
                    <a:pt x="414234" y="748677"/>
                  </a:cubicBezTo>
                  <a:cubicBezTo>
                    <a:pt x="599056" y="748647"/>
                    <a:pt x="748891" y="598857"/>
                    <a:pt x="748975" y="414035"/>
                  </a:cubicBezTo>
                  <a:cubicBezTo>
                    <a:pt x="748837" y="229148"/>
                    <a:pt x="599022" y="79287"/>
                    <a:pt x="414135" y="790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5462116-A177-2B44-BA4A-9E94D3B5B532}"/>
                </a:ext>
              </a:extLst>
            </p:cNvPr>
            <p:cNvSpPr/>
            <p:nvPr/>
          </p:nvSpPr>
          <p:spPr>
            <a:xfrm>
              <a:off x="1887554" y="3659821"/>
              <a:ext cx="79393" cy="266810"/>
            </a:xfrm>
            <a:custGeom>
              <a:avLst/>
              <a:gdLst>
                <a:gd name="connsiteX0" fmla="*/ 39697 w 79393"/>
                <a:gd name="connsiteY0" fmla="*/ 266810 h 266810"/>
                <a:gd name="connsiteX1" fmla="*/ 0 w 79393"/>
                <a:gd name="connsiteY1" fmla="*/ 227114 h 266810"/>
                <a:gd name="connsiteX2" fmla="*/ 0 w 79393"/>
                <a:gd name="connsiteY2" fmla="*/ 39697 h 266810"/>
                <a:gd name="connsiteX3" fmla="*/ 39697 w 79393"/>
                <a:gd name="connsiteY3" fmla="*/ 0 h 266810"/>
                <a:gd name="connsiteX4" fmla="*/ 79393 w 79393"/>
                <a:gd name="connsiteY4" fmla="*/ 39697 h 266810"/>
                <a:gd name="connsiteX5" fmla="*/ 79393 w 79393"/>
                <a:gd name="connsiteY5" fmla="*/ 227114 h 266810"/>
                <a:gd name="connsiteX6" fmla="*/ 39697 w 79393"/>
                <a:gd name="connsiteY6" fmla="*/ 266810 h 26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810">
                  <a:moveTo>
                    <a:pt x="39697" y="266810"/>
                  </a:moveTo>
                  <a:cubicBezTo>
                    <a:pt x="17773" y="266810"/>
                    <a:pt x="0" y="249038"/>
                    <a:pt x="0" y="2271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7114"/>
                  </a:lnTo>
                  <a:cubicBezTo>
                    <a:pt x="79393" y="249038"/>
                    <a:pt x="61621" y="266810"/>
                    <a:pt x="39697" y="2668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817300F-8929-2A42-905A-3883946E45BD}"/>
                </a:ext>
              </a:extLst>
            </p:cNvPr>
            <p:cNvSpPr/>
            <p:nvPr/>
          </p:nvSpPr>
          <p:spPr>
            <a:xfrm>
              <a:off x="1887554" y="4221676"/>
              <a:ext cx="79393" cy="266810"/>
            </a:xfrm>
            <a:custGeom>
              <a:avLst/>
              <a:gdLst>
                <a:gd name="connsiteX0" fmla="*/ 39697 w 79393"/>
                <a:gd name="connsiteY0" fmla="*/ 266810 h 266810"/>
                <a:gd name="connsiteX1" fmla="*/ 0 w 79393"/>
                <a:gd name="connsiteY1" fmla="*/ 227114 h 266810"/>
                <a:gd name="connsiteX2" fmla="*/ 0 w 79393"/>
                <a:gd name="connsiteY2" fmla="*/ 39697 h 266810"/>
                <a:gd name="connsiteX3" fmla="*/ 39697 w 79393"/>
                <a:gd name="connsiteY3" fmla="*/ 0 h 266810"/>
                <a:gd name="connsiteX4" fmla="*/ 79393 w 79393"/>
                <a:gd name="connsiteY4" fmla="*/ 39697 h 266810"/>
                <a:gd name="connsiteX5" fmla="*/ 79393 w 79393"/>
                <a:gd name="connsiteY5" fmla="*/ 227114 h 266810"/>
                <a:gd name="connsiteX6" fmla="*/ 39697 w 79393"/>
                <a:gd name="connsiteY6" fmla="*/ 266810 h 26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6810">
                  <a:moveTo>
                    <a:pt x="39697" y="266810"/>
                  </a:moveTo>
                  <a:cubicBezTo>
                    <a:pt x="17773" y="266810"/>
                    <a:pt x="0" y="249036"/>
                    <a:pt x="0" y="22711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7114"/>
                  </a:lnTo>
                  <a:cubicBezTo>
                    <a:pt x="79393" y="249036"/>
                    <a:pt x="61621" y="266810"/>
                    <a:pt x="39697" y="2668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D2EB938-B7BC-5946-A849-3636728F8721}"/>
                </a:ext>
              </a:extLst>
            </p:cNvPr>
            <p:cNvSpPr/>
            <p:nvPr/>
          </p:nvSpPr>
          <p:spPr>
            <a:xfrm>
              <a:off x="1508055" y="4034457"/>
              <a:ext cx="271673" cy="79393"/>
            </a:xfrm>
            <a:custGeom>
              <a:avLst/>
              <a:gdLst>
                <a:gd name="connsiteX0" fmla="*/ 231977 w 271673"/>
                <a:gd name="connsiteY0" fmla="*/ 79393 h 79393"/>
                <a:gd name="connsiteX1" fmla="*/ 39697 w 271673"/>
                <a:gd name="connsiteY1" fmla="*/ 79393 h 79393"/>
                <a:gd name="connsiteX2" fmla="*/ 0 w 271673"/>
                <a:gd name="connsiteY2" fmla="*/ 39697 h 79393"/>
                <a:gd name="connsiteX3" fmla="*/ 39697 w 271673"/>
                <a:gd name="connsiteY3" fmla="*/ 0 h 79393"/>
                <a:gd name="connsiteX4" fmla="*/ 231977 w 271673"/>
                <a:gd name="connsiteY4" fmla="*/ 0 h 79393"/>
                <a:gd name="connsiteX5" fmla="*/ 271674 w 271673"/>
                <a:gd name="connsiteY5" fmla="*/ 39697 h 79393"/>
                <a:gd name="connsiteX6" fmla="*/ 231977 w 27167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1673" h="79393">
                  <a:moveTo>
                    <a:pt x="23197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1977" y="0"/>
                  </a:lnTo>
                  <a:cubicBezTo>
                    <a:pt x="253901" y="0"/>
                    <a:pt x="271674" y="17773"/>
                    <a:pt x="271674" y="39697"/>
                  </a:cubicBezTo>
                  <a:cubicBezTo>
                    <a:pt x="271674" y="61620"/>
                    <a:pt x="253901" y="79393"/>
                    <a:pt x="23197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AFC9B344-58D1-4746-A6A9-BAF62F9870D1}"/>
                </a:ext>
              </a:extLst>
            </p:cNvPr>
            <p:cNvSpPr/>
            <p:nvPr/>
          </p:nvSpPr>
          <p:spPr>
            <a:xfrm>
              <a:off x="2074873" y="4034457"/>
              <a:ext cx="266612" cy="79393"/>
            </a:xfrm>
            <a:custGeom>
              <a:avLst/>
              <a:gdLst>
                <a:gd name="connsiteX0" fmla="*/ 226916 w 266612"/>
                <a:gd name="connsiteY0" fmla="*/ 79393 h 79393"/>
                <a:gd name="connsiteX1" fmla="*/ 39697 w 266612"/>
                <a:gd name="connsiteY1" fmla="*/ 79393 h 79393"/>
                <a:gd name="connsiteX2" fmla="*/ 0 w 266612"/>
                <a:gd name="connsiteY2" fmla="*/ 39697 h 79393"/>
                <a:gd name="connsiteX3" fmla="*/ 39697 w 266612"/>
                <a:gd name="connsiteY3" fmla="*/ 0 h 79393"/>
                <a:gd name="connsiteX4" fmla="*/ 226916 w 266612"/>
                <a:gd name="connsiteY4" fmla="*/ 0 h 79393"/>
                <a:gd name="connsiteX5" fmla="*/ 266612 w 266612"/>
                <a:gd name="connsiteY5" fmla="*/ 39697 h 79393"/>
                <a:gd name="connsiteX6" fmla="*/ 226916 w 2666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612" h="79393">
                  <a:moveTo>
                    <a:pt x="226916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26916" y="0"/>
                  </a:lnTo>
                  <a:cubicBezTo>
                    <a:pt x="248838" y="0"/>
                    <a:pt x="266612" y="17773"/>
                    <a:pt x="266612" y="39697"/>
                  </a:cubicBezTo>
                  <a:cubicBezTo>
                    <a:pt x="266612" y="61620"/>
                    <a:pt x="248838" y="79393"/>
                    <a:pt x="22691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8" name="Picture Placeholder 74">
            <a:extLst>
              <a:ext uri="{FF2B5EF4-FFF2-40B4-BE49-F238E27FC236}">
                <a16:creationId xmlns:a16="http://schemas.microsoft.com/office/drawing/2014/main" id="{23429C92-CAA5-4B03-A169-A6C5609A6C71}"/>
              </a:ext>
            </a:extLst>
          </p:cNvPr>
          <p:cNvGrpSpPr>
            <a:grpSpLocks noChangeAspect="1"/>
          </p:cNvGrpSpPr>
          <p:nvPr/>
        </p:nvGrpSpPr>
        <p:grpSpPr>
          <a:xfrm>
            <a:off x="2828243" y="3660119"/>
            <a:ext cx="828368" cy="828367"/>
            <a:chOff x="2828243" y="3660119"/>
            <a:chExt cx="828368" cy="828367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DFD1C39D-2926-7B42-866B-326F51C819B4}"/>
                </a:ext>
              </a:extLst>
            </p:cNvPr>
            <p:cNvSpPr/>
            <p:nvPr/>
          </p:nvSpPr>
          <p:spPr>
            <a:xfrm>
              <a:off x="2828243" y="3660119"/>
              <a:ext cx="828368" cy="828367"/>
            </a:xfrm>
            <a:custGeom>
              <a:avLst/>
              <a:gdLst>
                <a:gd name="connsiteX0" fmla="*/ 414035 w 828368"/>
                <a:gd name="connsiteY0" fmla="*/ 828368 h 828367"/>
                <a:gd name="connsiteX1" fmla="*/ 0 w 828368"/>
                <a:gd name="connsiteY1" fmla="*/ 414035 h 828367"/>
                <a:gd name="connsiteX2" fmla="*/ 414333 w 828368"/>
                <a:gd name="connsiteY2" fmla="*/ 0 h 828367"/>
                <a:gd name="connsiteX3" fmla="*/ 828369 w 828368"/>
                <a:gd name="connsiteY3" fmla="*/ 414035 h 828367"/>
                <a:gd name="connsiteX4" fmla="*/ 414035 w 828368"/>
                <a:gd name="connsiteY4" fmla="*/ 828368 h 828367"/>
                <a:gd name="connsiteX5" fmla="*/ 414035 w 828368"/>
                <a:gd name="connsiteY5" fmla="*/ 79095 h 828367"/>
                <a:gd name="connsiteX6" fmla="*/ 79393 w 828368"/>
                <a:gd name="connsiteY6" fmla="*/ 414035 h 828367"/>
                <a:gd name="connsiteX7" fmla="*/ 414333 w 828368"/>
                <a:gd name="connsiteY7" fmla="*/ 748677 h 828367"/>
                <a:gd name="connsiteX8" fmla="*/ 748976 w 828368"/>
                <a:gd name="connsiteY8" fmla="*/ 414035 h 828367"/>
                <a:gd name="connsiteX9" fmla="*/ 414035 w 828368"/>
                <a:gd name="connsiteY9" fmla="*/ 79095 h 82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368" h="828367">
                  <a:moveTo>
                    <a:pt x="414035" y="828368"/>
                  </a:moveTo>
                  <a:cubicBezTo>
                    <a:pt x="185288" y="828283"/>
                    <a:pt x="-82" y="642781"/>
                    <a:pt x="0" y="414035"/>
                  </a:cubicBezTo>
                  <a:cubicBezTo>
                    <a:pt x="82" y="185288"/>
                    <a:pt x="185586" y="-82"/>
                    <a:pt x="414333" y="0"/>
                  </a:cubicBezTo>
                  <a:cubicBezTo>
                    <a:pt x="642966" y="82"/>
                    <a:pt x="828284" y="185404"/>
                    <a:pt x="828369" y="414035"/>
                  </a:cubicBezTo>
                  <a:cubicBezTo>
                    <a:pt x="828205" y="642796"/>
                    <a:pt x="642797" y="828204"/>
                    <a:pt x="414035" y="828368"/>
                  </a:cubicBezTo>
                  <a:close/>
                  <a:moveTo>
                    <a:pt x="414035" y="79095"/>
                  </a:moveTo>
                  <a:cubicBezTo>
                    <a:pt x="229136" y="79178"/>
                    <a:pt x="79311" y="229135"/>
                    <a:pt x="79393" y="414035"/>
                  </a:cubicBezTo>
                  <a:cubicBezTo>
                    <a:pt x="79476" y="598937"/>
                    <a:pt x="229433" y="748761"/>
                    <a:pt x="414333" y="748677"/>
                  </a:cubicBezTo>
                  <a:cubicBezTo>
                    <a:pt x="599116" y="748593"/>
                    <a:pt x="748891" y="598817"/>
                    <a:pt x="748976" y="414035"/>
                  </a:cubicBezTo>
                  <a:cubicBezTo>
                    <a:pt x="748837" y="229110"/>
                    <a:pt x="598962" y="79232"/>
                    <a:pt x="414035" y="790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68C34690-D6CE-E04A-B07F-BF33884F5AE3}"/>
                </a:ext>
              </a:extLst>
            </p:cNvPr>
            <p:cNvSpPr/>
            <p:nvPr/>
          </p:nvSpPr>
          <p:spPr>
            <a:xfrm>
              <a:off x="2919407" y="3844827"/>
              <a:ext cx="641787" cy="454406"/>
            </a:xfrm>
            <a:custGeom>
              <a:avLst/>
              <a:gdLst>
                <a:gd name="connsiteX0" fmla="*/ 39636 w 641787"/>
                <a:gd name="connsiteY0" fmla="*/ 454406 h 454406"/>
                <a:gd name="connsiteX1" fmla="*/ 0 w 641787"/>
                <a:gd name="connsiteY1" fmla="*/ 414650 h 454406"/>
                <a:gd name="connsiteX2" fmla="*/ 17704 w 641787"/>
                <a:gd name="connsiteY2" fmla="*/ 381662 h 454406"/>
                <a:gd name="connsiteX3" fmla="*/ 580056 w 641787"/>
                <a:gd name="connsiteY3" fmla="*/ 6679 h 454406"/>
                <a:gd name="connsiteX4" fmla="*/ 635110 w 641787"/>
                <a:gd name="connsiteY4" fmla="*/ 17670 h 454406"/>
                <a:gd name="connsiteX5" fmla="*/ 624119 w 641787"/>
                <a:gd name="connsiteY5" fmla="*/ 72724 h 454406"/>
                <a:gd name="connsiteX6" fmla="*/ 61618 w 641787"/>
                <a:gd name="connsiteY6" fmla="*/ 447757 h 454406"/>
                <a:gd name="connsiteX7" fmla="*/ 39636 w 641787"/>
                <a:gd name="connsiteY7" fmla="*/ 454406 h 45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1787" h="454406">
                  <a:moveTo>
                    <a:pt x="39636" y="454406"/>
                  </a:moveTo>
                  <a:cubicBezTo>
                    <a:pt x="17712" y="454372"/>
                    <a:pt x="-33" y="436573"/>
                    <a:pt x="0" y="414650"/>
                  </a:cubicBezTo>
                  <a:cubicBezTo>
                    <a:pt x="20" y="401387"/>
                    <a:pt x="6663" y="389011"/>
                    <a:pt x="17704" y="381662"/>
                  </a:cubicBezTo>
                  <a:lnTo>
                    <a:pt x="580056" y="6679"/>
                  </a:lnTo>
                  <a:cubicBezTo>
                    <a:pt x="598291" y="-5489"/>
                    <a:pt x="622943" y="-568"/>
                    <a:pt x="635110" y="17670"/>
                  </a:cubicBezTo>
                  <a:cubicBezTo>
                    <a:pt x="647277" y="35908"/>
                    <a:pt x="642354" y="60557"/>
                    <a:pt x="624119" y="72724"/>
                  </a:cubicBezTo>
                  <a:lnTo>
                    <a:pt x="61618" y="447757"/>
                  </a:lnTo>
                  <a:cubicBezTo>
                    <a:pt x="55106" y="452089"/>
                    <a:pt x="47458" y="454406"/>
                    <a:pt x="39636" y="45440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4" name="Picture Placeholder 78">
            <a:extLst>
              <a:ext uri="{FF2B5EF4-FFF2-40B4-BE49-F238E27FC236}">
                <a16:creationId xmlns:a16="http://schemas.microsoft.com/office/drawing/2014/main" id="{C44FEB01-483A-466A-B708-DA6D9DC4DE19}"/>
              </a:ext>
            </a:extLst>
          </p:cNvPr>
          <p:cNvGrpSpPr>
            <a:grpSpLocks noChangeAspect="1"/>
          </p:cNvGrpSpPr>
          <p:nvPr/>
        </p:nvGrpSpPr>
        <p:grpSpPr>
          <a:xfrm>
            <a:off x="4125605" y="3639973"/>
            <a:ext cx="868363" cy="868362"/>
            <a:chOff x="4125605" y="3639973"/>
            <a:chExt cx="868363" cy="868362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4A15420-ECA6-AD48-B6B5-6E01AAE24388}"/>
                </a:ext>
              </a:extLst>
            </p:cNvPr>
            <p:cNvSpPr/>
            <p:nvPr/>
          </p:nvSpPr>
          <p:spPr>
            <a:xfrm>
              <a:off x="4701205" y="3840133"/>
              <a:ext cx="267952" cy="468031"/>
            </a:xfrm>
            <a:custGeom>
              <a:avLst/>
              <a:gdLst>
                <a:gd name="connsiteX0" fmla="*/ 228255 w 267952"/>
                <a:gd name="connsiteY0" fmla="*/ 468032 h 468031"/>
                <a:gd name="connsiteX1" fmla="*/ 203693 w 267952"/>
                <a:gd name="connsiteY1" fmla="*/ 459547 h 468031"/>
                <a:gd name="connsiteX2" fmla="*/ 24016 w 267952"/>
                <a:gd name="connsiteY2" fmla="*/ 318177 h 468031"/>
                <a:gd name="connsiteX3" fmla="*/ 0 w 267952"/>
                <a:gd name="connsiteY3" fmla="*/ 281706 h 468031"/>
                <a:gd name="connsiteX4" fmla="*/ 0 w 267952"/>
                <a:gd name="connsiteY4" fmla="*/ 194324 h 468031"/>
                <a:gd name="connsiteX5" fmla="*/ 14539 w 267952"/>
                <a:gd name="connsiteY5" fmla="*/ 163609 h 468031"/>
                <a:gd name="connsiteX6" fmla="*/ 203098 w 267952"/>
                <a:gd name="connsiteY6" fmla="*/ 8991 h 468031"/>
                <a:gd name="connsiteX7" fmla="*/ 258961 w 267952"/>
                <a:gd name="connsiteY7" fmla="*/ 14540 h 468031"/>
                <a:gd name="connsiteX8" fmla="*/ 267952 w 267952"/>
                <a:gd name="connsiteY8" fmla="*/ 39706 h 468031"/>
                <a:gd name="connsiteX9" fmla="*/ 267952 w 267952"/>
                <a:gd name="connsiteY9" fmla="*/ 428335 h 468031"/>
                <a:gd name="connsiteX10" fmla="*/ 228255 w 267952"/>
                <a:gd name="connsiteY10" fmla="*/ 468032 h 468031"/>
                <a:gd name="connsiteX11" fmla="*/ 79393 w 267952"/>
                <a:gd name="connsiteY11" fmla="*/ 260717 h 468031"/>
                <a:gd name="connsiteX12" fmla="*/ 188559 w 267952"/>
                <a:gd name="connsiteY12" fmla="*/ 346610 h 468031"/>
                <a:gd name="connsiteX13" fmla="*/ 188559 w 267952"/>
                <a:gd name="connsiteY13" fmla="*/ 123565 h 468031"/>
                <a:gd name="connsiteX14" fmla="*/ 79393 w 267952"/>
                <a:gd name="connsiteY14" fmla="*/ 213130 h 46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7952" h="468031">
                  <a:moveTo>
                    <a:pt x="228255" y="468032"/>
                  </a:moveTo>
                  <a:cubicBezTo>
                    <a:pt x="219349" y="468042"/>
                    <a:pt x="210695" y="465050"/>
                    <a:pt x="203693" y="459547"/>
                  </a:cubicBezTo>
                  <a:lnTo>
                    <a:pt x="24016" y="318177"/>
                  </a:lnTo>
                  <a:cubicBezTo>
                    <a:pt x="9443" y="311910"/>
                    <a:pt x="0" y="297570"/>
                    <a:pt x="0" y="281706"/>
                  </a:cubicBezTo>
                  <a:lnTo>
                    <a:pt x="0" y="194324"/>
                  </a:lnTo>
                  <a:cubicBezTo>
                    <a:pt x="-5" y="182424"/>
                    <a:pt x="5334" y="171151"/>
                    <a:pt x="14539" y="163609"/>
                  </a:cubicBezTo>
                  <a:lnTo>
                    <a:pt x="203098" y="8991"/>
                  </a:lnTo>
                  <a:cubicBezTo>
                    <a:pt x="220058" y="-4903"/>
                    <a:pt x="245067" y="-2419"/>
                    <a:pt x="258961" y="14540"/>
                  </a:cubicBezTo>
                  <a:cubicBezTo>
                    <a:pt x="264776" y="21638"/>
                    <a:pt x="267952" y="30531"/>
                    <a:pt x="267952" y="39706"/>
                  </a:cubicBezTo>
                  <a:lnTo>
                    <a:pt x="267952" y="428335"/>
                  </a:lnTo>
                  <a:cubicBezTo>
                    <a:pt x="267952" y="450258"/>
                    <a:pt x="250178" y="468032"/>
                    <a:pt x="228255" y="468032"/>
                  </a:cubicBezTo>
                  <a:close/>
                  <a:moveTo>
                    <a:pt x="79393" y="260717"/>
                  </a:moveTo>
                  <a:lnTo>
                    <a:pt x="188559" y="346610"/>
                  </a:lnTo>
                  <a:lnTo>
                    <a:pt x="188559" y="123565"/>
                  </a:lnTo>
                  <a:lnTo>
                    <a:pt x="79393" y="21313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FE10F5D-FC16-F646-940C-02A921BAB92C}"/>
                </a:ext>
              </a:extLst>
            </p:cNvPr>
            <p:cNvSpPr/>
            <p:nvPr/>
          </p:nvSpPr>
          <p:spPr>
            <a:xfrm>
              <a:off x="4151110" y="3759757"/>
              <a:ext cx="623831" cy="628793"/>
            </a:xfrm>
            <a:custGeom>
              <a:avLst/>
              <a:gdLst>
                <a:gd name="connsiteX0" fmla="*/ 584830 w 623831"/>
                <a:gd name="connsiteY0" fmla="*/ 628793 h 628793"/>
                <a:gd name="connsiteX1" fmla="*/ 39002 w 623831"/>
                <a:gd name="connsiteY1" fmla="*/ 628793 h 628793"/>
                <a:gd name="connsiteX2" fmla="*/ 0 w 623831"/>
                <a:gd name="connsiteY2" fmla="*/ 589792 h 628793"/>
                <a:gd name="connsiteX3" fmla="*/ 0 w 623831"/>
                <a:gd name="connsiteY3" fmla="*/ 39002 h 628793"/>
                <a:gd name="connsiteX4" fmla="*/ 39002 w 623831"/>
                <a:gd name="connsiteY4" fmla="*/ 0 h 628793"/>
                <a:gd name="connsiteX5" fmla="*/ 584830 w 623831"/>
                <a:gd name="connsiteY5" fmla="*/ 0 h 628793"/>
                <a:gd name="connsiteX6" fmla="*/ 623832 w 623831"/>
                <a:gd name="connsiteY6" fmla="*/ 39002 h 628793"/>
                <a:gd name="connsiteX7" fmla="*/ 623832 w 623831"/>
                <a:gd name="connsiteY7" fmla="*/ 589792 h 628793"/>
                <a:gd name="connsiteX8" fmla="*/ 584830 w 623831"/>
                <a:gd name="connsiteY8" fmla="*/ 628793 h 628793"/>
                <a:gd name="connsiteX9" fmla="*/ 78004 w 623831"/>
                <a:gd name="connsiteY9" fmla="*/ 550790 h 628793"/>
                <a:gd name="connsiteX10" fmla="*/ 545828 w 623831"/>
                <a:gd name="connsiteY10" fmla="*/ 550790 h 628793"/>
                <a:gd name="connsiteX11" fmla="*/ 545828 w 623831"/>
                <a:gd name="connsiteY11" fmla="*/ 78004 h 628793"/>
                <a:gd name="connsiteX12" fmla="*/ 78004 w 623831"/>
                <a:gd name="connsiteY12" fmla="*/ 78004 h 62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831" h="628793">
                  <a:moveTo>
                    <a:pt x="584830" y="628793"/>
                  </a:moveTo>
                  <a:lnTo>
                    <a:pt x="39002" y="628793"/>
                  </a:lnTo>
                  <a:cubicBezTo>
                    <a:pt x="17462" y="628793"/>
                    <a:pt x="0" y="611332"/>
                    <a:pt x="0" y="589792"/>
                  </a:cubicBezTo>
                  <a:lnTo>
                    <a:pt x="0" y="39002"/>
                  </a:lnTo>
                  <a:cubicBezTo>
                    <a:pt x="0" y="17462"/>
                    <a:pt x="17462" y="0"/>
                    <a:pt x="39002" y="0"/>
                  </a:cubicBezTo>
                  <a:lnTo>
                    <a:pt x="584830" y="0"/>
                  </a:lnTo>
                  <a:cubicBezTo>
                    <a:pt x="606370" y="0"/>
                    <a:pt x="623832" y="17462"/>
                    <a:pt x="623832" y="39002"/>
                  </a:cubicBezTo>
                  <a:lnTo>
                    <a:pt x="623832" y="589792"/>
                  </a:lnTo>
                  <a:cubicBezTo>
                    <a:pt x="623832" y="611332"/>
                    <a:pt x="606370" y="628793"/>
                    <a:pt x="584830" y="628793"/>
                  </a:cubicBezTo>
                  <a:close/>
                  <a:moveTo>
                    <a:pt x="78004" y="550790"/>
                  </a:moveTo>
                  <a:lnTo>
                    <a:pt x="545828" y="550790"/>
                  </a:lnTo>
                  <a:lnTo>
                    <a:pt x="545828" y="78004"/>
                  </a:lnTo>
                  <a:lnTo>
                    <a:pt x="78004" y="7800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0" name="Picture Placeholder 80">
            <a:extLst>
              <a:ext uri="{FF2B5EF4-FFF2-40B4-BE49-F238E27FC236}">
                <a16:creationId xmlns:a16="http://schemas.microsoft.com/office/drawing/2014/main" id="{3A2A5F84-3E2A-4533-8300-38DA594B1995}"/>
              </a:ext>
            </a:extLst>
          </p:cNvPr>
          <p:cNvGrpSpPr>
            <a:grpSpLocks noChangeAspect="1"/>
          </p:cNvGrpSpPr>
          <p:nvPr/>
        </p:nvGrpSpPr>
        <p:grpSpPr>
          <a:xfrm>
            <a:off x="5462961" y="3659821"/>
            <a:ext cx="828666" cy="828665"/>
            <a:chOff x="5462961" y="3659821"/>
            <a:chExt cx="828666" cy="828665"/>
          </a:xfrm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2CBEC43-5770-0143-99BD-0AEBF5AFBF35}"/>
                </a:ext>
              </a:extLst>
            </p:cNvPr>
            <p:cNvSpPr/>
            <p:nvPr/>
          </p:nvSpPr>
          <p:spPr>
            <a:xfrm>
              <a:off x="5976555" y="3768908"/>
              <a:ext cx="205938" cy="205805"/>
            </a:xfrm>
            <a:custGeom>
              <a:avLst/>
              <a:gdLst>
                <a:gd name="connsiteX0" fmla="*/ 39726 w 205938"/>
                <a:gd name="connsiteY0" fmla="*/ 205806 h 205805"/>
                <a:gd name="connsiteX1" fmla="*/ 0 w 205938"/>
                <a:gd name="connsiteY1" fmla="*/ 166140 h 205805"/>
                <a:gd name="connsiteX2" fmla="*/ 11641 w 205938"/>
                <a:gd name="connsiteY2" fmla="*/ 138024 h 205805"/>
                <a:gd name="connsiteX3" fmla="*/ 136437 w 205938"/>
                <a:gd name="connsiteY3" fmla="*/ 13476 h 205805"/>
                <a:gd name="connsiteX4" fmla="*/ 192464 w 205938"/>
                <a:gd name="connsiteY4" fmla="*/ 9893 h 205805"/>
                <a:gd name="connsiteX5" fmla="*/ 196047 w 205938"/>
                <a:gd name="connsiteY5" fmla="*/ 65918 h 205805"/>
                <a:gd name="connsiteX6" fmla="*/ 192409 w 205938"/>
                <a:gd name="connsiteY6" fmla="*/ 69547 h 205805"/>
                <a:gd name="connsiteX7" fmla="*/ 67812 w 205938"/>
                <a:gd name="connsiteY7" fmla="*/ 194194 h 205805"/>
                <a:gd name="connsiteX8" fmla="*/ 39726 w 205938"/>
                <a:gd name="connsiteY8" fmla="*/ 205806 h 20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938" h="205805">
                  <a:moveTo>
                    <a:pt x="39726" y="205806"/>
                  </a:moveTo>
                  <a:cubicBezTo>
                    <a:pt x="17804" y="205823"/>
                    <a:pt x="15" y="188064"/>
                    <a:pt x="0" y="166140"/>
                  </a:cubicBezTo>
                  <a:cubicBezTo>
                    <a:pt x="-10" y="155593"/>
                    <a:pt x="4178" y="145477"/>
                    <a:pt x="11641" y="138024"/>
                  </a:cubicBezTo>
                  <a:lnTo>
                    <a:pt x="136437" y="13476"/>
                  </a:lnTo>
                  <a:cubicBezTo>
                    <a:pt x="150917" y="-2984"/>
                    <a:pt x="176000" y="-4588"/>
                    <a:pt x="192464" y="9893"/>
                  </a:cubicBezTo>
                  <a:cubicBezTo>
                    <a:pt x="208923" y="24375"/>
                    <a:pt x="210526" y="49458"/>
                    <a:pt x="196047" y="65918"/>
                  </a:cubicBezTo>
                  <a:cubicBezTo>
                    <a:pt x="194910" y="67205"/>
                    <a:pt x="193700" y="68417"/>
                    <a:pt x="192409" y="69547"/>
                  </a:cubicBezTo>
                  <a:lnTo>
                    <a:pt x="67812" y="194194"/>
                  </a:lnTo>
                  <a:cubicBezTo>
                    <a:pt x="60359" y="201637"/>
                    <a:pt x="50256" y="205814"/>
                    <a:pt x="39726" y="20580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50520B70-BD4F-9345-8EFB-EC79B937A7BF}"/>
                </a:ext>
              </a:extLst>
            </p:cNvPr>
            <p:cNvSpPr/>
            <p:nvPr/>
          </p:nvSpPr>
          <p:spPr>
            <a:xfrm>
              <a:off x="5570656" y="4174606"/>
              <a:ext cx="206061" cy="206054"/>
            </a:xfrm>
            <a:custGeom>
              <a:avLst/>
              <a:gdLst>
                <a:gd name="connsiteX0" fmla="*/ 39678 w 206061"/>
                <a:gd name="connsiteY0" fmla="*/ 206054 h 206054"/>
                <a:gd name="connsiteX1" fmla="*/ 0 w 206061"/>
                <a:gd name="connsiteY1" fmla="*/ 166338 h 206054"/>
                <a:gd name="connsiteX2" fmla="*/ 11643 w 206061"/>
                <a:gd name="connsiteY2" fmla="*/ 138272 h 206054"/>
                <a:gd name="connsiteX3" fmla="*/ 138275 w 206061"/>
                <a:gd name="connsiteY3" fmla="*/ 11640 h 206054"/>
                <a:gd name="connsiteX4" fmla="*/ 194421 w 206061"/>
                <a:gd name="connsiteY4" fmla="*/ 11616 h 206054"/>
                <a:gd name="connsiteX5" fmla="*/ 194445 w 206061"/>
                <a:gd name="connsiteY5" fmla="*/ 67761 h 206054"/>
                <a:gd name="connsiteX6" fmla="*/ 67764 w 206061"/>
                <a:gd name="connsiteY6" fmla="*/ 194393 h 206054"/>
                <a:gd name="connsiteX7" fmla="*/ 39678 w 206061"/>
                <a:gd name="connsiteY7" fmla="*/ 206054 h 206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061" h="206054">
                  <a:moveTo>
                    <a:pt x="39678" y="206054"/>
                  </a:moveTo>
                  <a:cubicBezTo>
                    <a:pt x="17754" y="206044"/>
                    <a:pt x="-10" y="188265"/>
                    <a:pt x="0" y="166338"/>
                  </a:cubicBezTo>
                  <a:cubicBezTo>
                    <a:pt x="5" y="155808"/>
                    <a:pt x="4193" y="145716"/>
                    <a:pt x="11643" y="138272"/>
                  </a:cubicBezTo>
                  <a:lnTo>
                    <a:pt x="138275" y="11640"/>
                  </a:lnTo>
                  <a:cubicBezTo>
                    <a:pt x="153772" y="-3871"/>
                    <a:pt x="178910" y="-3881"/>
                    <a:pt x="194421" y="11616"/>
                  </a:cubicBezTo>
                  <a:cubicBezTo>
                    <a:pt x="209931" y="27112"/>
                    <a:pt x="209943" y="52250"/>
                    <a:pt x="194445" y="67761"/>
                  </a:cubicBezTo>
                  <a:lnTo>
                    <a:pt x="67764" y="194393"/>
                  </a:lnTo>
                  <a:cubicBezTo>
                    <a:pt x="60321" y="201856"/>
                    <a:pt x="50217" y="206049"/>
                    <a:pt x="39678" y="20605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5DA345D-D9E8-AE47-8BFD-BD21D4BD7894}"/>
                </a:ext>
              </a:extLst>
            </p:cNvPr>
            <p:cNvSpPr/>
            <p:nvPr/>
          </p:nvSpPr>
          <p:spPr>
            <a:xfrm>
              <a:off x="5571763" y="3771825"/>
              <a:ext cx="205526" cy="205270"/>
            </a:xfrm>
            <a:custGeom>
              <a:avLst/>
              <a:gdLst>
                <a:gd name="connsiteX0" fmla="*/ 165551 w 205526"/>
                <a:gd name="connsiteY0" fmla="*/ 205271 h 205270"/>
                <a:gd name="connsiteX1" fmla="*/ 137466 w 205526"/>
                <a:gd name="connsiteY1" fmla="*/ 193660 h 205270"/>
                <a:gd name="connsiteX2" fmla="*/ 10536 w 205526"/>
                <a:gd name="connsiteY2" fmla="*/ 66631 h 205270"/>
                <a:gd name="connsiteX3" fmla="*/ 12763 w 205526"/>
                <a:gd name="connsiteY3" fmla="*/ 10536 h 205270"/>
                <a:gd name="connsiteX4" fmla="*/ 66657 w 205526"/>
                <a:gd name="connsiteY4" fmla="*/ 10559 h 205270"/>
                <a:gd name="connsiteX5" fmla="*/ 193884 w 205526"/>
                <a:gd name="connsiteY5" fmla="*/ 137489 h 205270"/>
                <a:gd name="connsiteX6" fmla="*/ 193916 w 205526"/>
                <a:gd name="connsiteY6" fmla="*/ 193628 h 205270"/>
                <a:gd name="connsiteX7" fmla="*/ 165799 w 205526"/>
                <a:gd name="connsiteY7" fmla="*/ 205271 h 20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526" h="205270">
                  <a:moveTo>
                    <a:pt x="165551" y="205271"/>
                  </a:moveTo>
                  <a:cubicBezTo>
                    <a:pt x="155019" y="205279"/>
                    <a:pt x="144917" y="201102"/>
                    <a:pt x="137466" y="193660"/>
                  </a:cubicBezTo>
                  <a:lnTo>
                    <a:pt x="10536" y="66631"/>
                  </a:lnTo>
                  <a:cubicBezTo>
                    <a:pt x="-4340" y="50525"/>
                    <a:pt x="-3343" y="25411"/>
                    <a:pt x="12763" y="10536"/>
                  </a:cubicBezTo>
                  <a:cubicBezTo>
                    <a:pt x="27981" y="-3521"/>
                    <a:pt x="51451" y="-3511"/>
                    <a:pt x="66657" y="10559"/>
                  </a:cubicBezTo>
                  <a:lnTo>
                    <a:pt x="193884" y="137489"/>
                  </a:lnTo>
                  <a:cubicBezTo>
                    <a:pt x="209395" y="152983"/>
                    <a:pt x="209410" y="178117"/>
                    <a:pt x="193916" y="193628"/>
                  </a:cubicBezTo>
                  <a:cubicBezTo>
                    <a:pt x="186462" y="201090"/>
                    <a:pt x="176346" y="205279"/>
                    <a:pt x="165799" y="20527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75C9A30-55ED-FB47-B81C-C6EF1BB1A766}"/>
                </a:ext>
              </a:extLst>
            </p:cNvPr>
            <p:cNvSpPr/>
            <p:nvPr/>
          </p:nvSpPr>
          <p:spPr>
            <a:xfrm>
              <a:off x="5975246" y="4175328"/>
              <a:ext cx="205361" cy="205332"/>
            </a:xfrm>
            <a:custGeom>
              <a:avLst/>
              <a:gdLst>
                <a:gd name="connsiteX0" fmla="*/ 165634 w 205361"/>
                <a:gd name="connsiteY0" fmla="*/ 205333 h 205332"/>
                <a:gd name="connsiteX1" fmla="*/ 137548 w 205361"/>
                <a:gd name="connsiteY1" fmla="*/ 193672 h 205332"/>
                <a:gd name="connsiteX2" fmla="*/ 10916 w 205361"/>
                <a:gd name="connsiteY2" fmla="*/ 67040 h 205332"/>
                <a:gd name="connsiteX3" fmla="*/ 12355 w 205361"/>
                <a:gd name="connsiteY3" fmla="*/ 10919 h 205332"/>
                <a:gd name="connsiteX4" fmla="*/ 67037 w 205361"/>
                <a:gd name="connsiteY4" fmla="*/ 10919 h 205332"/>
                <a:gd name="connsiteX5" fmla="*/ 193719 w 205361"/>
                <a:gd name="connsiteY5" fmla="*/ 137551 h 205332"/>
                <a:gd name="connsiteX6" fmla="*/ 193749 w 205361"/>
                <a:gd name="connsiteY6" fmla="*/ 193692 h 205332"/>
                <a:gd name="connsiteX7" fmla="*/ 165634 w 205361"/>
                <a:gd name="connsiteY7" fmla="*/ 205333 h 20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61" h="205332">
                  <a:moveTo>
                    <a:pt x="165634" y="205333"/>
                  </a:moveTo>
                  <a:cubicBezTo>
                    <a:pt x="155094" y="205328"/>
                    <a:pt x="144991" y="201135"/>
                    <a:pt x="137548" y="193672"/>
                  </a:cubicBezTo>
                  <a:lnTo>
                    <a:pt x="10916" y="67040"/>
                  </a:lnTo>
                  <a:cubicBezTo>
                    <a:pt x="-4184" y="51147"/>
                    <a:pt x="-3538" y="26019"/>
                    <a:pt x="12355" y="10919"/>
                  </a:cubicBezTo>
                  <a:cubicBezTo>
                    <a:pt x="27673" y="-3640"/>
                    <a:pt x="51714" y="-3640"/>
                    <a:pt x="67037" y="10919"/>
                  </a:cubicBezTo>
                  <a:lnTo>
                    <a:pt x="193719" y="137551"/>
                  </a:lnTo>
                  <a:cubicBezTo>
                    <a:pt x="209230" y="153043"/>
                    <a:pt x="209245" y="178180"/>
                    <a:pt x="193749" y="193692"/>
                  </a:cubicBezTo>
                  <a:cubicBezTo>
                    <a:pt x="186296" y="201150"/>
                    <a:pt x="176178" y="205343"/>
                    <a:pt x="165634" y="2053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F12FF7C-F503-9140-B07A-F06E390BB7D3}"/>
                </a:ext>
              </a:extLst>
            </p:cNvPr>
            <p:cNvSpPr/>
            <p:nvPr/>
          </p:nvSpPr>
          <p:spPr>
            <a:xfrm>
              <a:off x="5462961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59364DE-5B52-3F4D-9496-4BB8F653F641}"/>
                </a:ext>
              </a:extLst>
            </p:cNvPr>
            <p:cNvSpPr/>
            <p:nvPr/>
          </p:nvSpPr>
          <p:spPr>
            <a:xfrm>
              <a:off x="5650279" y="3847139"/>
              <a:ext cx="454029" cy="454029"/>
            </a:xfrm>
            <a:custGeom>
              <a:avLst/>
              <a:gdLst>
                <a:gd name="connsiteX0" fmla="*/ 227015 w 454029"/>
                <a:gd name="connsiteY0" fmla="*/ 454029 h 454029"/>
                <a:gd name="connsiteX1" fmla="*/ 0 w 454029"/>
                <a:gd name="connsiteY1" fmla="*/ 227015 h 454029"/>
                <a:gd name="connsiteX2" fmla="*/ 227015 w 454029"/>
                <a:gd name="connsiteY2" fmla="*/ 0 h 454029"/>
                <a:gd name="connsiteX3" fmla="*/ 454030 w 454029"/>
                <a:gd name="connsiteY3" fmla="*/ 227015 h 454029"/>
                <a:gd name="connsiteX4" fmla="*/ 227015 w 454029"/>
                <a:gd name="connsiteY4" fmla="*/ 454029 h 454029"/>
                <a:gd name="connsiteX5" fmla="*/ 227015 w 454029"/>
                <a:gd name="connsiteY5" fmla="*/ 79393 h 454029"/>
                <a:gd name="connsiteX6" fmla="*/ 79393 w 454029"/>
                <a:gd name="connsiteY6" fmla="*/ 227015 h 454029"/>
                <a:gd name="connsiteX7" fmla="*/ 227015 w 454029"/>
                <a:gd name="connsiteY7" fmla="*/ 374636 h 454029"/>
                <a:gd name="connsiteX8" fmla="*/ 374637 w 454029"/>
                <a:gd name="connsiteY8" fmla="*/ 227015 h 454029"/>
                <a:gd name="connsiteX9" fmla="*/ 227015 w 454029"/>
                <a:gd name="connsiteY9" fmla="*/ 79393 h 45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029" h="454029">
                  <a:moveTo>
                    <a:pt x="227015" y="454029"/>
                  </a:moveTo>
                  <a:cubicBezTo>
                    <a:pt x="101638" y="454029"/>
                    <a:pt x="0" y="352391"/>
                    <a:pt x="0" y="227015"/>
                  </a:cubicBezTo>
                  <a:cubicBezTo>
                    <a:pt x="0" y="101638"/>
                    <a:pt x="101638" y="0"/>
                    <a:pt x="227015" y="0"/>
                  </a:cubicBezTo>
                  <a:cubicBezTo>
                    <a:pt x="352392" y="0"/>
                    <a:pt x="454030" y="101638"/>
                    <a:pt x="454030" y="227015"/>
                  </a:cubicBezTo>
                  <a:cubicBezTo>
                    <a:pt x="453891" y="352337"/>
                    <a:pt x="352337" y="453890"/>
                    <a:pt x="227015" y="454029"/>
                  </a:cubicBezTo>
                  <a:close/>
                  <a:moveTo>
                    <a:pt x="227015" y="79393"/>
                  </a:moveTo>
                  <a:cubicBezTo>
                    <a:pt x="145486" y="79393"/>
                    <a:pt x="79393" y="145485"/>
                    <a:pt x="79393" y="227015"/>
                  </a:cubicBezTo>
                  <a:cubicBezTo>
                    <a:pt x="79393" y="308541"/>
                    <a:pt x="145486" y="374636"/>
                    <a:pt x="227015" y="374636"/>
                  </a:cubicBezTo>
                  <a:cubicBezTo>
                    <a:pt x="308542" y="374636"/>
                    <a:pt x="374637" y="308541"/>
                    <a:pt x="374637" y="227015"/>
                  </a:cubicBezTo>
                  <a:cubicBezTo>
                    <a:pt x="374527" y="145531"/>
                    <a:pt x="308497" y="79502"/>
                    <a:pt x="22701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4" name="Picture Placeholder 82">
            <a:extLst>
              <a:ext uri="{FF2B5EF4-FFF2-40B4-BE49-F238E27FC236}">
                <a16:creationId xmlns:a16="http://schemas.microsoft.com/office/drawing/2014/main" id="{32406C6B-A366-4116-B216-EE50532F8847}"/>
              </a:ext>
            </a:extLst>
          </p:cNvPr>
          <p:cNvGrpSpPr>
            <a:grpSpLocks noChangeAspect="1"/>
          </p:cNvGrpSpPr>
          <p:nvPr/>
        </p:nvGrpSpPr>
        <p:grpSpPr>
          <a:xfrm>
            <a:off x="6780469" y="3659821"/>
            <a:ext cx="828666" cy="828665"/>
            <a:chOff x="6780469" y="3659821"/>
            <a:chExt cx="828666" cy="828665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0952937E-6343-CE48-8F32-CFE3D70F7FE5}"/>
                </a:ext>
              </a:extLst>
            </p:cNvPr>
            <p:cNvSpPr/>
            <p:nvPr/>
          </p:nvSpPr>
          <p:spPr>
            <a:xfrm>
              <a:off x="7155105" y="3659821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73" y="828665"/>
                    <a:pt x="0" y="810891"/>
                    <a:pt x="0" y="7889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8969"/>
                  </a:lnTo>
                  <a:cubicBezTo>
                    <a:pt x="79393" y="810891"/>
                    <a:pt x="61621" y="828665"/>
                    <a:pt x="39697" y="8286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61B6BDB9-14C3-0349-9809-603B84765AC9}"/>
                </a:ext>
              </a:extLst>
            </p:cNvPr>
            <p:cNvSpPr/>
            <p:nvPr/>
          </p:nvSpPr>
          <p:spPr>
            <a:xfrm>
              <a:off x="6785431" y="4034457"/>
              <a:ext cx="818742" cy="79393"/>
            </a:xfrm>
            <a:custGeom>
              <a:avLst/>
              <a:gdLst>
                <a:gd name="connsiteX0" fmla="*/ 779046 w 818742"/>
                <a:gd name="connsiteY0" fmla="*/ 79393 h 79393"/>
                <a:gd name="connsiteX1" fmla="*/ 39697 w 818742"/>
                <a:gd name="connsiteY1" fmla="*/ 79393 h 79393"/>
                <a:gd name="connsiteX2" fmla="*/ 0 w 818742"/>
                <a:gd name="connsiteY2" fmla="*/ 39697 h 79393"/>
                <a:gd name="connsiteX3" fmla="*/ 39697 w 818742"/>
                <a:gd name="connsiteY3" fmla="*/ 0 h 79393"/>
                <a:gd name="connsiteX4" fmla="*/ 779046 w 818742"/>
                <a:gd name="connsiteY4" fmla="*/ 0 h 79393"/>
                <a:gd name="connsiteX5" fmla="*/ 818742 w 818742"/>
                <a:gd name="connsiteY5" fmla="*/ 39697 h 79393"/>
                <a:gd name="connsiteX6" fmla="*/ 779046 w 81874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8742" h="79393">
                  <a:moveTo>
                    <a:pt x="77904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79046" y="0"/>
                  </a:lnTo>
                  <a:cubicBezTo>
                    <a:pt x="800968" y="0"/>
                    <a:pt x="818742" y="17773"/>
                    <a:pt x="818742" y="39697"/>
                  </a:cubicBezTo>
                  <a:cubicBezTo>
                    <a:pt x="818742" y="61620"/>
                    <a:pt x="800968" y="79393"/>
                    <a:pt x="77904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BE36958-1FD1-9A48-AA46-648BB4B93172}"/>
                </a:ext>
              </a:extLst>
            </p:cNvPr>
            <p:cNvSpPr/>
            <p:nvPr/>
          </p:nvSpPr>
          <p:spPr>
            <a:xfrm>
              <a:off x="7015026" y="3662500"/>
              <a:ext cx="360891" cy="825985"/>
            </a:xfrm>
            <a:custGeom>
              <a:avLst/>
              <a:gdLst>
                <a:gd name="connsiteX0" fmla="*/ 180371 w 360891"/>
                <a:gd name="connsiteY0" fmla="*/ 825986 h 825985"/>
                <a:gd name="connsiteX1" fmla="*/ 0 w 360891"/>
                <a:gd name="connsiteY1" fmla="*/ 405351 h 825985"/>
                <a:gd name="connsiteX2" fmla="*/ 180371 w 360891"/>
                <a:gd name="connsiteY2" fmla="*/ 0 h 825985"/>
                <a:gd name="connsiteX3" fmla="*/ 360892 w 360891"/>
                <a:gd name="connsiteY3" fmla="*/ 405252 h 825985"/>
                <a:gd name="connsiteX4" fmla="*/ 180371 w 360891"/>
                <a:gd name="connsiteY4" fmla="*/ 825986 h 825985"/>
                <a:gd name="connsiteX5" fmla="*/ 180371 w 360891"/>
                <a:gd name="connsiteY5" fmla="*/ 79393 h 825985"/>
                <a:gd name="connsiteX6" fmla="*/ 79393 w 360891"/>
                <a:gd name="connsiteY6" fmla="*/ 405351 h 825985"/>
                <a:gd name="connsiteX7" fmla="*/ 180371 w 360891"/>
                <a:gd name="connsiteY7" fmla="*/ 746593 h 825985"/>
                <a:gd name="connsiteX8" fmla="*/ 281498 w 360891"/>
                <a:gd name="connsiteY8" fmla="*/ 405252 h 825985"/>
                <a:gd name="connsiteX9" fmla="*/ 180371 w 360891"/>
                <a:gd name="connsiteY9" fmla="*/ 79294 h 825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0891" h="825985">
                  <a:moveTo>
                    <a:pt x="180371" y="825986"/>
                  </a:moveTo>
                  <a:cubicBezTo>
                    <a:pt x="61927" y="825986"/>
                    <a:pt x="0" y="614403"/>
                    <a:pt x="0" y="405351"/>
                  </a:cubicBezTo>
                  <a:cubicBezTo>
                    <a:pt x="0" y="166676"/>
                    <a:pt x="74133" y="0"/>
                    <a:pt x="180371" y="0"/>
                  </a:cubicBezTo>
                  <a:cubicBezTo>
                    <a:pt x="286609" y="0"/>
                    <a:pt x="360892" y="166577"/>
                    <a:pt x="360892" y="405252"/>
                  </a:cubicBezTo>
                  <a:cubicBezTo>
                    <a:pt x="360892" y="614304"/>
                    <a:pt x="298767" y="825986"/>
                    <a:pt x="180371" y="825986"/>
                  </a:cubicBezTo>
                  <a:close/>
                  <a:moveTo>
                    <a:pt x="180371" y="79393"/>
                  </a:moveTo>
                  <a:cubicBezTo>
                    <a:pt x="144099" y="79393"/>
                    <a:pt x="79393" y="188559"/>
                    <a:pt x="79393" y="405351"/>
                  </a:cubicBezTo>
                  <a:cubicBezTo>
                    <a:pt x="79393" y="626163"/>
                    <a:pt x="146083" y="746593"/>
                    <a:pt x="180371" y="746593"/>
                  </a:cubicBezTo>
                  <a:cubicBezTo>
                    <a:pt x="214659" y="746593"/>
                    <a:pt x="281498" y="626064"/>
                    <a:pt x="281498" y="405252"/>
                  </a:cubicBezTo>
                  <a:cubicBezTo>
                    <a:pt x="281498" y="188211"/>
                    <a:pt x="216595" y="79294"/>
                    <a:pt x="180371" y="792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C83CBE5-A225-3543-B88D-14A1B14B05F3}"/>
                </a:ext>
              </a:extLst>
            </p:cNvPr>
            <p:cNvSpPr/>
            <p:nvPr/>
          </p:nvSpPr>
          <p:spPr>
            <a:xfrm>
              <a:off x="6883253" y="4178751"/>
              <a:ext cx="621039" cy="197146"/>
            </a:xfrm>
            <a:custGeom>
              <a:avLst/>
              <a:gdLst>
                <a:gd name="connsiteX0" fmla="*/ 581188 w 621039"/>
                <a:gd name="connsiteY0" fmla="*/ 197146 h 197146"/>
                <a:gd name="connsiteX1" fmla="*/ 552209 w 621039"/>
                <a:gd name="connsiteY1" fmla="*/ 184691 h 197146"/>
                <a:gd name="connsiteX2" fmla="*/ 77964 w 621039"/>
                <a:gd name="connsiteY2" fmla="*/ 170822 h 197146"/>
                <a:gd name="connsiteX3" fmla="*/ 67564 w 621039"/>
                <a:gd name="connsiteY3" fmla="*/ 181069 h 197146"/>
                <a:gd name="connsiteX4" fmla="*/ 11426 w 621039"/>
                <a:gd name="connsiteY4" fmla="*/ 180667 h 197146"/>
                <a:gd name="connsiteX5" fmla="*/ 10649 w 621039"/>
                <a:gd name="connsiteY5" fmla="*/ 125742 h 197146"/>
                <a:gd name="connsiteX6" fmla="*/ 308373 w 621039"/>
                <a:gd name="connsiteY6" fmla="*/ 3 h 197146"/>
                <a:gd name="connsiteX7" fmla="*/ 610216 w 621039"/>
                <a:gd name="connsiteY7" fmla="*/ 130208 h 197146"/>
                <a:gd name="connsiteX8" fmla="*/ 608583 w 621039"/>
                <a:gd name="connsiteY8" fmla="*/ 186324 h 197146"/>
                <a:gd name="connsiteX9" fmla="*/ 581337 w 621039"/>
                <a:gd name="connsiteY9" fmla="*/ 197146 h 19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1039" h="197146">
                  <a:moveTo>
                    <a:pt x="581188" y="197146"/>
                  </a:moveTo>
                  <a:cubicBezTo>
                    <a:pt x="570222" y="197176"/>
                    <a:pt x="559732" y="192665"/>
                    <a:pt x="552209" y="184691"/>
                  </a:cubicBezTo>
                  <a:cubicBezTo>
                    <a:pt x="425081" y="49902"/>
                    <a:pt x="212752" y="43694"/>
                    <a:pt x="77964" y="170822"/>
                  </a:cubicBezTo>
                  <a:cubicBezTo>
                    <a:pt x="74423" y="174162"/>
                    <a:pt x="70956" y="177581"/>
                    <a:pt x="67564" y="181069"/>
                  </a:cubicBezTo>
                  <a:cubicBezTo>
                    <a:pt x="51950" y="196461"/>
                    <a:pt x="26816" y="196278"/>
                    <a:pt x="11426" y="180667"/>
                  </a:cubicBezTo>
                  <a:cubicBezTo>
                    <a:pt x="-3502" y="165523"/>
                    <a:pt x="-3845" y="141303"/>
                    <a:pt x="10649" y="125742"/>
                  </a:cubicBezTo>
                  <a:cubicBezTo>
                    <a:pt x="88590" y="44979"/>
                    <a:pt x="196137" y="-438"/>
                    <a:pt x="308373" y="3"/>
                  </a:cubicBezTo>
                  <a:cubicBezTo>
                    <a:pt x="422575" y="222"/>
                    <a:pt x="531686" y="47287"/>
                    <a:pt x="610216" y="130208"/>
                  </a:cubicBezTo>
                  <a:cubicBezTo>
                    <a:pt x="625261" y="146156"/>
                    <a:pt x="624532" y="171279"/>
                    <a:pt x="608583" y="186324"/>
                  </a:cubicBezTo>
                  <a:cubicBezTo>
                    <a:pt x="601215" y="193276"/>
                    <a:pt x="591469" y="197146"/>
                    <a:pt x="581337" y="1971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8FFB409-0F30-3C46-ACA8-E6B36E6CB0F4}"/>
                </a:ext>
              </a:extLst>
            </p:cNvPr>
            <p:cNvSpPr/>
            <p:nvPr/>
          </p:nvSpPr>
          <p:spPr>
            <a:xfrm>
              <a:off x="6882699" y="3776391"/>
              <a:ext cx="620823" cy="197431"/>
            </a:xfrm>
            <a:custGeom>
              <a:avLst/>
              <a:gdLst>
                <a:gd name="connsiteX0" fmla="*/ 312698 w 620823"/>
                <a:gd name="connsiteY0" fmla="*/ 197429 h 197431"/>
                <a:gd name="connsiteX1" fmla="*/ 10855 w 620823"/>
                <a:gd name="connsiteY1" fmla="*/ 67026 h 197431"/>
                <a:gd name="connsiteX2" fmla="*/ 12443 w 620823"/>
                <a:gd name="connsiteY2" fmla="*/ 10855 h 197431"/>
                <a:gd name="connsiteX3" fmla="*/ 68614 w 620823"/>
                <a:gd name="connsiteY3" fmla="*/ 12443 h 197431"/>
                <a:gd name="connsiteX4" fmla="*/ 312698 w 620823"/>
                <a:gd name="connsiteY4" fmla="*/ 118036 h 197431"/>
                <a:gd name="connsiteX5" fmla="*/ 553260 w 620823"/>
                <a:gd name="connsiteY5" fmla="*/ 16363 h 197431"/>
                <a:gd name="connsiteX6" fmla="*/ 609396 w 620823"/>
                <a:gd name="connsiteY6" fmla="*/ 16767 h 197431"/>
                <a:gd name="connsiteX7" fmla="*/ 610175 w 620823"/>
                <a:gd name="connsiteY7" fmla="*/ 71690 h 197431"/>
                <a:gd name="connsiteX8" fmla="*/ 312698 w 620823"/>
                <a:gd name="connsiteY8" fmla="*/ 197429 h 19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0823" h="197431">
                  <a:moveTo>
                    <a:pt x="312698" y="197429"/>
                  </a:moveTo>
                  <a:cubicBezTo>
                    <a:pt x="198466" y="197160"/>
                    <a:pt x="89349" y="150019"/>
                    <a:pt x="10855" y="67026"/>
                  </a:cubicBezTo>
                  <a:cubicBezTo>
                    <a:pt x="-4217" y="51076"/>
                    <a:pt x="-3506" y="25928"/>
                    <a:pt x="12443" y="10855"/>
                  </a:cubicBezTo>
                  <a:cubicBezTo>
                    <a:pt x="28393" y="-4217"/>
                    <a:pt x="53541" y="-3506"/>
                    <a:pt x="68614" y="12443"/>
                  </a:cubicBezTo>
                  <a:cubicBezTo>
                    <a:pt x="131741" y="80067"/>
                    <a:pt x="220189" y="118331"/>
                    <a:pt x="312698" y="118036"/>
                  </a:cubicBezTo>
                  <a:cubicBezTo>
                    <a:pt x="403395" y="118378"/>
                    <a:pt x="490301" y="81650"/>
                    <a:pt x="553260" y="16363"/>
                  </a:cubicBezTo>
                  <a:cubicBezTo>
                    <a:pt x="568875" y="973"/>
                    <a:pt x="594008" y="1154"/>
                    <a:pt x="609396" y="16767"/>
                  </a:cubicBezTo>
                  <a:cubicBezTo>
                    <a:pt x="624327" y="31912"/>
                    <a:pt x="624669" y="56130"/>
                    <a:pt x="610175" y="71690"/>
                  </a:cubicBezTo>
                  <a:cubicBezTo>
                    <a:pt x="532295" y="152389"/>
                    <a:pt x="424846" y="197804"/>
                    <a:pt x="312698" y="197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F7211FE-5D03-AE43-A5E8-10A0A546ABE9}"/>
                </a:ext>
              </a:extLst>
            </p:cNvPr>
            <p:cNvSpPr/>
            <p:nvPr/>
          </p:nvSpPr>
          <p:spPr>
            <a:xfrm>
              <a:off x="6780469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84">
            <a:extLst>
              <a:ext uri="{FF2B5EF4-FFF2-40B4-BE49-F238E27FC236}">
                <a16:creationId xmlns:a16="http://schemas.microsoft.com/office/drawing/2014/main" id="{6C5484F9-AEDA-4158-BD2D-436672127C6D}"/>
              </a:ext>
            </a:extLst>
          </p:cNvPr>
          <p:cNvGrpSpPr>
            <a:grpSpLocks noChangeAspect="1"/>
          </p:cNvGrpSpPr>
          <p:nvPr/>
        </p:nvGrpSpPr>
        <p:grpSpPr>
          <a:xfrm>
            <a:off x="8096814" y="3658779"/>
            <a:ext cx="830970" cy="830749"/>
            <a:chOff x="8096814" y="3658779"/>
            <a:chExt cx="830970" cy="830749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C158659-3E8C-2C43-8FDA-F0221342ED18}"/>
                </a:ext>
              </a:extLst>
            </p:cNvPr>
            <p:cNvSpPr/>
            <p:nvPr/>
          </p:nvSpPr>
          <p:spPr>
            <a:xfrm>
              <a:off x="8096814" y="3659771"/>
              <a:ext cx="829783" cy="829757"/>
            </a:xfrm>
            <a:custGeom>
              <a:avLst/>
              <a:gdLst>
                <a:gd name="connsiteX0" fmla="*/ 414851 w 829783"/>
                <a:gd name="connsiteY0" fmla="*/ 829757 h 829757"/>
                <a:gd name="connsiteX1" fmla="*/ 0 w 829783"/>
                <a:gd name="connsiteY1" fmla="*/ 414851 h 829757"/>
                <a:gd name="connsiteX2" fmla="*/ 414907 w 829783"/>
                <a:gd name="connsiteY2" fmla="*/ 0 h 829757"/>
                <a:gd name="connsiteX3" fmla="*/ 533494 w 829783"/>
                <a:gd name="connsiteY3" fmla="*/ 17318 h 829757"/>
                <a:gd name="connsiteX4" fmla="*/ 559183 w 829783"/>
                <a:gd name="connsiteY4" fmla="*/ 67234 h 829757"/>
                <a:gd name="connsiteX5" fmla="*/ 510817 w 829783"/>
                <a:gd name="connsiteY5" fmla="*/ 93386 h 829757"/>
                <a:gd name="connsiteX6" fmla="*/ 93868 w 829783"/>
                <a:gd name="connsiteY6" fmla="*/ 318898 h 829757"/>
                <a:gd name="connsiteX7" fmla="*/ 319380 w 829783"/>
                <a:gd name="connsiteY7" fmla="*/ 735845 h 829757"/>
                <a:gd name="connsiteX8" fmla="*/ 736329 w 829783"/>
                <a:gd name="connsiteY8" fmla="*/ 510334 h 829757"/>
                <a:gd name="connsiteX9" fmla="*/ 734657 w 829783"/>
                <a:gd name="connsiteY9" fmla="*/ 313454 h 829757"/>
                <a:gd name="connsiteX10" fmla="*/ 760534 w 829783"/>
                <a:gd name="connsiteY10" fmla="*/ 263610 h 829757"/>
                <a:gd name="connsiteX11" fmla="*/ 810378 w 829783"/>
                <a:gd name="connsiteY11" fmla="*/ 289487 h 829757"/>
                <a:gd name="connsiteX12" fmla="*/ 539588 w 829783"/>
                <a:gd name="connsiteY12" fmla="*/ 810465 h 829757"/>
                <a:gd name="connsiteX13" fmla="*/ 414851 w 829783"/>
                <a:gd name="connsiteY13" fmla="*/ 829757 h 82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29783" h="829757">
                  <a:moveTo>
                    <a:pt x="414851" y="829757"/>
                  </a:moveTo>
                  <a:cubicBezTo>
                    <a:pt x="185720" y="829742"/>
                    <a:pt x="-15" y="643982"/>
                    <a:pt x="0" y="414851"/>
                  </a:cubicBezTo>
                  <a:cubicBezTo>
                    <a:pt x="15" y="185719"/>
                    <a:pt x="185776" y="-15"/>
                    <a:pt x="414907" y="0"/>
                  </a:cubicBezTo>
                  <a:cubicBezTo>
                    <a:pt x="455066" y="3"/>
                    <a:pt x="495013" y="5836"/>
                    <a:pt x="533494" y="17318"/>
                  </a:cubicBezTo>
                  <a:cubicBezTo>
                    <a:pt x="554375" y="24008"/>
                    <a:pt x="565877" y="46356"/>
                    <a:pt x="559183" y="67234"/>
                  </a:cubicBezTo>
                  <a:cubicBezTo>
                    <a:pt x="552687" y="87513"/>
                    <a:pt x="531346" y="99053"/>
                    <a:pt x="510817" y="93386"/>
                  </a:cubicBezTo>
                  <a:cubicBezTo>
                    <a:pt x="333407" y="40522"/>
                    <a:pt x="146732" y="141487"/>
                    <a:pt x="93868" y="318898"/>
                  </a:cubicBezTo>
                  <a:cubicBezTo>
                    <a:pt x="41004" y="496306"/>
                    <a:pt x="141970" y="682984"/>
                    <a:pt x="319380" y="735845"/>
                  </a:cubicBezTo>
                  <a:cubicBezTo>
                    <a:pt x="496790" y="788711"/>
                    <a:pt x="683463" y="687748"/>
                    <a:pt x="736329" y="510334"/>
                  </a:cubicBezTo>
                  <a:cubicBezTo>
                    <a:pt x="755492" y="446020"/>
                    <a:pt x="754912" y="377434"/>
                    <a:pt x="734657" y="313454"/>
                  </a:cubicBezTo>
                  <a:cubicBezTo>
                    <a:pt x="728037" y="292544"/>
                    <a:pt x="739624" y="270228"/>
                    <a:pt x="760534" y="263610"/>
                  </a:cubicBezTo>
                  <a:cubicBezTo>
                    <a:pt x="781444" y="256991"/>
                    <a:pt x="803759" y="268577"/>
                    <a:pt x="810378" y="289487"/>
                  </a:cubicBezTo>
                  <a:cubicBezTo>
                    <a:pt x="879465" y="508126"/>
                    <a:pt x="758231" y="741378"/>
                    <a:pt x="539588" y="810465"/>
                  </a:cubicBezTo>
                  <a:cubicBezTo>
                    <a:pt x="499236" y="823212"/>
                    <a:pt x="457170" y="829722"/>
                    <a:pt x="414851" y="82975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689DDFF-FE62-BF4F-A119-4EE4942EDC1B}"/>
                </a:ext>
              </a:extLst>
            </p:cNvPr>
            <p:cNvSpPr/>
            <p:nvPr/>
          </p:nvSpPr>
          <p:spPr>
            <a:xfrm>
              <a:off x="8207231" y="3771964"/>
              <a:ext cx="607007" cy="607654"/>
            </a:xfrm>
            <a:custGeom>
              <a:avLst/>
              <a:gdLst>
                <a:gd name="connsiteX0" fmla="*/ 303293 w 607007"/>
                <a:gd name="connsiteY0" fmla="*/ 607654 h 607654"/>
                <a:gd name="connsiteX1" fmla="*/ 0 w 607007"/>
                <a:gd name="connsiteY1" fmla="*/ 303293 h 607654"/>
                <a:gd name="connsiteX2" fmla="*/ 304362 w 607007"/>
                <a:gd name="connsiteY2" fmla="*/ 0 h 607654"/>
                <a:gd name="connsiteX3" fmla="*/ 391916 w 607007"/>
                <a:gd name="connsiteY3" fmla="*/ 13050 h 607654"/>
                <a:gd name="connsiteX4" fmla="*/ 419232 w 607007"/>
                <a:gd name="connsiteY4" fmla="*/ 62095 h 607654"/>
                <a:gd name="connsiteX5" fmla="*/ 370187 w 607007"/>
                <a:gd name="connsiteY5" fmla="*/ 89411 h 607654"/>
                <a:gd name="connsiteX6" fmla="*/ 368892 w 607007"/>
                <a:gd name="connsiteY6" fmla="*/ 89019 h 607654"/>
                <a:gd name="connsiteX7" fmla="*/ 88950 w 607007"/>
                <a:gd name="connsiteY7" fmla="*/ 238451 h 607654"/>
                <a:gd name="connsiteX8" fmla="*/ 238381 w 607007"/>
                <a:gd name="connsiteY8" fmla="*/ 518392 h 607654"/>
                <a:gd name="connsiteX9" fmla="*/ 518324 w 607007"/>
                <a:gd name="connsiteY9" fmla="*/ 368959 h 607654"/>
                <a:gd name="connsiteX10" fmla="*/ 519441 w 607007"/>
                <a:gd name="connsiteY10" fmla="*/ 242248 h 607654"/>
                <a:gd name="connsiteX11" fmla="*/ 551168 w 607007"/>
                <a:gd name="connsiteY11" fmla="*/ 195933 h 607654"/>
                <a:gd name="connsiteX12" fmla="*/ 595361 w 607007"/>
                <a:gd name="connsiteY12" fmla="*/ 220315 h 607654"/>
                <a:gd name="connsiteX13" fmla="*/ 386021 w 607007"/>
                <a:gd name="connsiteY13" fmla="*/ 595785 h 607654"/>
                <a:gd name="connsiteX14" fmla="*/ 303094 w 607007"/>
                <a:gd name="connsiteY14" fmla="*/ 607357 h 607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7007" h="607654">
                  <a:moveTo>
                    <a:pt x="303293" y="607654"/>
                  </a:moveTo>
                  <a:cubicBezTo>
                    <a:pt x="135494" y="607357"/>
                    <a:pt x="-295" y="471093"/>
                    <a:pt x="0" y="303293"/>
                  </a:cubicBezTo>
                  <a:cubicBezTo>
                    <a:pt x="296" y="135494"/>
                    <a:pt x="136563" y="-295"/>
                    <a:pt x="304362" y="0"/>
                  </a:cubicBezTo>
                  <a:cubicBezTo>
                    <a:pt x="334027" y="53"/>
                    <a:pt x="363525" y="4449"/>
                    <a:pt x="391916" y="13050"/>
                  </a:cubicBezTo>
                  <a:cubicBezTo>
                    <a:pt x="413004" y="19050"/>
                    <a:pt x="425231" y="41008"/>
                    <a:pt x="419232" y="62095"/>
                  </a:cubicBezTo>
                  <a:cubicBezTo>
                    <a:pt x="413233" y="83182"/>
                    <a:pt x="391270" y="95412"/>
                    <a:pt x="370187" y="89411"/>
                  </a:cubicBezTo>
                  <a:cubicBezTo>
                    <a:pt x="369750" y="89288"/>
                    <a:pt x="369318" y="89157"/>
                    <a:pt x="368892" y="89019"/>
                  </a:cubicBezTo>
                  <a:cubicBezTo>
                    <a:pt x="250323" y="52979"/>
                    <a:pt x="124989" y="119883"/>
                    <a:pt x="88950" y="238451"/>
                  </a:cubicBezTo>
                  <a:cubicBezTo>
                    <a:pt x="52910" y="357018"/>
                    <a:pt x="119813" y="482352"/>
                    <a:pt x="238381" y="518392"/>
                  </a:cubicBezTo>
                  <a:cubicBezTo>
                    <a:pt x="356949" y="554431"/>
                    <a:pt x="482285" y="487528"/>
                    <a:pt x="518324" y="368959"/>
                  </a:cubicBezTo>
                  <a:cubicBezTo>
                    <a:pt x="530864" y="327707"/>
                    <a:pt x="531251" y="283715"/>
                    <a:pt x="519441" y="242248"/>
                  </a:cubicBezTo>
                  <a:cubicBezTo>
                    <a:pt x="515412" y="220697"/>
                    <a:pt x="529618" y="199961"/>
                    <a:pt x="551168" y="195933"/>
                  </a:cubicBezTo>
                  <a:cubicBezTo>
                    <a:pt x="569836" y="192444"/>
                    <a:pt x="588359" y="202664"/>
                    <a:pt x="595361" y="220315"/>
                  </a:cubicBezTo>
                  <a:cubicBezTo>
                    <a:pt x="641235" y="381806"/>
                    <a:pt x="547511" y="549911"/>
                    <a:pt x="386021" y="595785"/>
                  </a:cubicBezTo>
                  <a:cubicBezTo>
                    <a:pt x="359043" y="603452"/>
                    <a:pt x="331137" y="607342"/>
                    <a:pt x="303094" y="6073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2CFC70BE-B0BE-2540-BA97-94B017EDE90C}"/>
                </a:ext>
              </a:extLst>
            </p:cNvPr>
            <p:cNvSpPr/>
            <p:nvPr/>
          </p:nvSpPr>
          <p:spPr>
            <a:xfrm>
              <a:off x="8325538" y="3886587"/>
              <a:ext cx="376819" cy="376521"/>
            </a:xfrm>
            <a:custGeom>
              <a:avLst/>
              <a:gdLst>
                <a:gd name="connsiteX0" fmla="*/ 188261 w 376819"/>
                <a:gd name="connsiteY0" fmla="*/ 376522 h 376521"/>
                <a:gd name="connsiteX1" fmla="*/ 0 w 376819"/>
                <a:gd name="connsiteY1" fmla="*/ 188261 h 376521"/>
                <a:gd name="connsiteX2" fmla="*/ 188261 w 376819"/>
                <a:gd name="connsiteY2" fmla="*/ 0 h 376521"/>
                <a:gd name="connsiteX3" fmla="*/ 227958 w 376819"/>
                <a:gd name="connsiteY3" fmla="*/ 39697 h 376521"/>
                <a:gd name="connsiteX4" fmla="*/ 188261 w 376819"/>
                <a:gd name="connsiteY4" fmla="*/ 79393 h 376521"/>
                <a:gd name="connsiteX5" fmla="*/ 79691 w 376819"/>
                <a:gd name="connsiteY5" fmla="*/ 188558 h 376521"/>
                <a:gd name="connsiteX6" fmla="*/ 188857 w 376819"/>
                <a:gd name="connsiteY6" fmla="*/ 297129 h 376521"/>
                <a:gd name="connsiteX7" fmla="*/ 297427 w 376819"/>
                <a:gd name="connsiteY7" fmla="*/ 188261 h 376521"/>
                <a:gd name="connsiteX8" fmla="*/ 337123 w 376819"/>
                <a:gd name="connsiteY8" fmla="*/ 148564 h 376521"/>
                <a:gd name="connsiteX9" fmla="*/ 376820 w 376819"/>
                <a:gd name="connsiteY9" fmla="*/ 188261 h 376521"/>
                <a:gd name="connsiteX10" fmla="*/ 188261 w 376819"/>
                <a:gd name="connsiteY10" fmla="*/ 376522 h 3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819" h="376521">
                  <a:moveTo>
                    <a:pt x="188261" y="376522"/>
                  </a:moveTo>
                  <a:cubicBezTo>
                    <a:pt x="84287" y="376522"/>
                    <a:pt x="0" y="292236"/>
                    <a:pt x="0" y="188261"/>
                  </a:cubicBezTo>
                  <a:cubicBezTo>
                    <a:pt x="0" y="84287"/>
                    <a:pt x="84287" y="0"/>
                    <a:pt x="188261" y="0"/>
                  </a:cubicBezTo>
                  <a:cubicBezTo>
                    <a:pt x="210185" y="0"/>
                    <a:pt x="227958" y="17773"/>
                    <a:pt x="227958" y="39697"/>
                  </a:cubicBezTo>
                  <a:cubicBezTo>
                    <a:pt x="227958" y="61620"/>
                    <a:pt x="210185" y="79393"/>
                    <a:pt x="188261" y="79393"/>
                  </a:cubicBezTo>
                  <a:cubicBezTo>
                    <a:pt x="128135" y="79557"/>
                    <a:pt x="79527" y="128432"/>
                    <a:pt x="79691" y="188558"/>
                  </a:cubicBezTo>
                  <a:cubicBezTo>
                    <a:pt x="79856" y="248684"/>
                    <a:pt x="128731" y="297292"/>
                    <a:pt x="188857" y="297129"/>
                  </a:cubicBezTo>
                  <a:cubicBezTo>
                    <a:pt x="248868" y="296965"/>
                    <a:pt x="297427" y="248271"/>
                    <a:pt x="297427" y="188261"/>
                  </a:cubicBezTo>
                  <a:cubicBezTo>
                    <a:pt x="297427" y="166337"/>
                    <a:pt x="315201" y="148564"/>
                    <a:pt x="337123" y="148564"/>
                  </a:cubicBezTo>
                  <a:cubicBezTo>
                    <a:pt x="359046" y="148564"/>
                    <a:pt x="376820" y="166337"/>
                    <a:pt x="376820" y="188261"/>
                  </a:cubicBezTo>
                  <a:cubicBezTo>
                    <a:pt x="376656" y="292281"/>
                    <a:pt x="292281" y="376522"/>
                    <a:pt x="188261" y="3765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71118C88-7A58-EC40-ADFF-1F06C517F790}"/>
                </a:ext>
              </a:extLst>
            </p:cNvPr>
            <p:cNvSpPr/>
            <p:nvPr/>
          </p:nvSpPr>
          <p:spPr>
            <a:xfrm>
              <a:off x="8471937" y="3659841"/>
              <a:ext cx="454561" cy="455051"/>
            </a:xfrm>
            <a:custGeom>
              <a:avLst/>
              <a:gdLst>
                <a:gd name="connsiteX0" fmla="*/ 39728 w 454561"/>
                <a:gd name="connsiteY0" fmla="*/ 455051 h 455051"/>
                <a:gd name="connsiteX1" fmla="*/ 0 w 454561"/>
                <a:gd name="connsiteY1" fmla="*/ 415386 h 455051"/>
                <a:gd name="connsiteX2" fmla="*/ 11643 w 454561"/>
                <a:gd name="connsiteY2" fmla="*/ 387269 h 455051"/>
                <a:gd name="connsiteX3" fmla="*/ 386775 w 454561"/>
                <a:gd name="connsiteY3" fmla="*/ 11641 h 455051"/>
                <a:gd name="connsiteX4" fmla="*/ 442921 w 454561"/>
                <a:gd name="connsiteY4" fmla="*/ 11616 h 455051"/>
                <a:gd name="connsiteX5" fmla="*/ 442946 w 454561"/>
                <a:gd name="connsiteY5" fmla="*/ 67762 h 455051"/>
                <a:gd name="connsiteX6" fmla="*/ 67664 w 454561"/>
                <a:gd name="connsiteY6" fmla="*/ 443390 h 455051"/>
                <a:gd name="connsiteX7" fmla="*/ 39728 w 454561"/>
                <a:gd name="connsiteY7" fmla="*/ 455051 h 455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561" h="455051">
                  <a:moveTo>
                    <a:pt x="39728" y="455051"/>
                  </a:moveTo>
                  <a:cubicBezTo>
                    <a:pt x="17804" y="455068"/>
                    <a:pt x="17" y="437310"/>
                    <a:pt x="0" y="415386"/>
                  </a:cubicBezTo>
                  <a:cubicBezTo>
                    <a:pt x="-8" y="404839"/>
                    <a:pt x="4181" y="394723"/>
                    <a:pt x="11643" y="387269"/>
                  </a:cubicBezTo>
                  <a:lnTo>
                    <a:pt x="386775" y="11641"/>
                  </a:lnTo>
                  <a:cubicBezTo>
                    <a:pt x="402272" y="-3870"/>
                    <a:pt x="427410" y="-3882"/>
                    <a:pt x="442921" y="11616"/>
                  </a:cubicBezTo>
                  <a:cubicBezTo>
                    <a:pt x="458433" y="27113"/>
                    <a:pt x="458443" y="52251"/>
                    <a:pt x="442946" y="67762"/>
                  </a:cubicBezTo>
                  <a:lnTo>
                    <a:pt x="67664" y="443390"/>
                  </a:lnTo>
                  <a:cubicBezTo>
                    <a:pt x="60258" y="450814"/>
                    <a:pt x="50215" y="455007"/>
                    <a:pt x="39728" y="45505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47AAB8CA-88D5-2B41-8087-BA06699F7A3B}"/>
                </a:ext>
              </a:extLst>
            </p:cNvPr>
            <p:cNvSpPr/>
            <p:nvPr/>
          </p:nvSpPr>
          <p:spPr>
            <a:xfrm>
              <a:off x="8661073" y="3845749"/>
              <a:ext cx="170546" cy="79740"/>
            </a:xfrm>
            <a:custGeom>
              <a:avLst/>
              <a:gdLst>
                <a:gd name="connsiteX0" fmla="*/ 39697 w 170546"/>
                <a:gd name="connsiteY0" fmla="*/ 79740 h 79740"/>
                <a:gd name="connsiteX1" fmla="*/ 0 w 170546"/>
                <a:gd name="connsiteY1" fmla="*/ 40044 h 79740"/>
                <a:gd name="connsiteX2" fmla="*/ 39697 w 170546"/>
                <a:gd name="connsiteY2" fmla="*/ 347 h 79740"/>
                <a:gd name="connsiteX3" fmla="*/ 130850 w 170546"/>
                <a:gd name="connsiteY3" fmla="*/ 0 h 79740"/>
                <a:gd name="connsiteX4" fmla="*/ 130850 w 170546"/>
                <a:gd name="connsiteY4" fmla="*/ 0 h 79740"/>
                <a:gd name="connsiteX5" fmla="*/ 170547 w 170546"/>
                <a:gd name="connsiteY5" fmla="*/ 39697 h 79740"/>
                <a:gd name="connsiteX6" fmla="*/ 130850 w 170546"/>
                <a:gd name="connsiteY6" fmla="*/ 79393 h 79740"/>
                <a:gd name="connsiteX7" fmla="*/ 39697 w 170546"/>
                <a:gd name="connsiteY7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546" h="79740">
                  <a:moveTo>
                    <a:pt x="39697" y="79740"/>
                  </a:moveTo>
                  <a:cubicBezTo>
                    <a:pt x="17774" y="79740"/>
                    <a:pt x="0" y="61968"/>
                    <a:pt x="0" y="40044"/>
                  </a:cubicBezTo>
                  <a:cubicBezTo>
                    <a:pt x="0" y="18120"/>
                    <a:pt x="17774" y="347"/>
                    <a:pt x="39697" y="347"/>
                  </a:cubicBezTo>
                  <a:lnTo>
                    <a:pt x="130850" y="0"/>
                  </a:lnTo>
                  <a:lnTo>
                    <a:pt x="130850" y="0"/>
                  </a:lnTo>
                  <a:cubicBezTo>
                    <a:pt x="152772" y="0"/>
                    <a:pt x="170547" y="17773"/>
                    <a:pt x="170547" y="39697"/>
                  </a:cubicBezTo>
                  <a:cubicBezTo>
                    <a:pt x="170547" y="61620"/>
                    <a:pt x="152772" y="79393"/>
                    <a:pt x="130850" y="79393"/>
                  </a:cubicBezTo>
                  <a:lnTo>
                    <a:pt x="39697" y="7974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8BAD2A87-CEA0-314E-88BB-5C6D1B45BAAD}"/>
                </a:ext>
              </a:extLst>
            </p:cNvPr>
            <p:cNvSpPr/>
            <p:nvPr/>
          </p:nvSpPr>
          <p:spPr>
            <a:xfrm>
              <a:off x="8752226" y="3754646"/>
              <a:ext cx="175558" cy="79740"/>
            </a:xfrm>
            <a:custGeom>
              <a:avLst/>
              <a:gdLst>
                <a:gd name="connsiteX0" fmla="*/ 39697 w 175558"/>
                <a:gd name="connsiteY0" fmla="*/ 79740 h 79740"/>
                <a:gd name="connsiteX1" fmla="*/ 0 w 175558"/>
                <a:gd name="connsiteY1" fmla="*/ 40044 h 79740"/>
                <a:gd name="connsiteX2" fmla="*/ 39697 w 175558"/>
                <a:gd name="connsiteY2" fmla="*/ 347 h 79740"/>
                <a:gd name="connsiteX3" fmla="*/ 135862 w 175558"/>
                <a:gd name="connsiteY3" fmla="*/ 0 h 79740"/>
                <a:gd name="connsiteX4" fmla="*/ 135862 w 175558"/>
                <a:gd name="connsiteY4" fmla="*/ 0 h 79740"/>
                <a:gd name="connsiteX5" fmla="*/ 175558 w 175558"/>
                <a:gd name="connsiteY5" fmla="*/ 39697 h 79740"/>
                <a:gd name="connsiteX6" fmla="*/ 135862 w 175558"/>
                <a:gd name="connsiteY6" fmla="*/ 79393 h 79740"/>
                <a:gd name="connsiteX7" fmla="*/ 39697 w 175558"/>
                <a:gd name="connsiteY7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558" h="79740">
                  <a:moveTo>
                    <a:pt x="39697" y="79740"/>
                  </a:moveTo>
                  <a:cubicBezTo>
                    <a:pt x="17774" y="79740"/>
                    <a:pt x="0" y="61968"/>
                    <a:pt x="0" y="40044"/>
                  </a:cubicBezTo>
                  <a:cubicBezTo>
                    <a:pt x="0" y="18120"/>
                    <a:pt x="17774" y="347"/>
                    <a:pt x="39697" y="347"/>
                  </a:cubicBezTo>
                  <a:lnTo>
                    <a:pt x="135862" y="0"/>
                  </a:lnTo>
                  <a:lnTo>
                    <a:pt x="135862" y="0"/>
                  </a:lnTo>
                  <a:cubicBezTo>
                    <a:pt x="157784" y="0"/>
                    <a:pt x="175558" y="17773"/>
                    <a:pt x="175558" y="39697"/>
                  </a:cubicBezTo>
                  <a:cubicBezTo>
                    <a:pt x="175558" y="61620"/>
                    <a:pt x="157784" y="79393"/>
                    <a:pt x="135862" y="79393"/>
                  </a:cubicBezTo>
                  <a:lnTo>
                    <a:pt x="39697" y="7974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3C13F1E7-A5B4-2249-A08C-945576472ACB}"/>
                </a:ext>
              </a:extLst>
            </p:cNvPr>
            <p:cNvSpPr/>
            <p:nvPr/>
          </p:nvSpPr>
          <p:spPr>
            <a:xfrm>
              <a:off x="8661073" y="3754993"/>
              <a:ext cx="79393" cy="170496"/>
            </a:xfrm>
            <a:custGeom>
              <a:avLst/>
              <a:gdLst>
                <a:gd name="connsiteX0" fmla="*/ 39697 w 79393"/>
                <a:gd name="connsiteY0" fmla="*/ 170497 h 170496"/>
                <a:gd name="connsiteX1" fmla="*/ 39697 w 79393"/>
                <a:gd name="connsiteY1" fmla="*/ 170497 h 170496"/>
                <a:gd name="connsiteX2" fmla="*/ 0 w 79393"/>
                <a:gd name="connsiteY2" fmla="*/ 130800 h 170496"/>
                <a:gd name="connsiteX3" fmla="*/ 0 w 79393"/>
                <a:gd name="connsiteY3" fmla="*/ 39697 h 170496"/>
                <a:gd name="connsiteX4" fmla="*/ 39697 w 79393"/>
                <a:gd name="connsiteY4" fmla="*/ 0 h 170496"/>
                <a:gd name="connsiteX5" fmla="*/ 39697 w 79393"/>
                <a:gd name="connsiteY5" fmla="*/ 0 h 170496"/>
                <a:gd name="connsiteX6" fmla="*/ 79393 w 79393"/>
                <a:gd name="connsiteY6" fmla="*/ 39697 h 170496"/>
                <a:gd name="connsiteX7" fmla="*/ 79393 w 79393"/>
                <a:gd name="connsiteY7" fmla="*/ 130800 h 170496"/>
                <a:gd name="connsiteX8" fmla="*/ 39697 w 79393"/>
                <a:gd name="connsiteY8" fmla="*/ 170497 h 17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170496">
                  <a:moveTo>
                    <a:pt x="39697" y="170497"/>
                  </a:moveTo>
                  <a:lnTo>
                    <a:pt x="39697" y="170497"/>
                  </a:lnTo>
                  <a:cubicBezTo>
                    <a:pt x="17774" y="170497"/>
                    <a:pt x="0" y="152724"/>
                    <a:pt x="0" y="13080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79393" y="130800"/>
                  </a:lnTo>
                  <a:cubicBezTo>
                    <a:pt x="79393" y="152724"/>
                    <a:pt x="61619" y="170497"/>
                    <a:pt x="39697" y="1704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33BAE7D-5741-5846-B136-A9A401FEABC5}"/>
                </a:ext>
              </a:extLst>
            </p:cNvPr>
            <p:cNvSpPr/>
            <p:nvPr/>
          </p:nvSpPr>
          <p:spPr>
            <a:xfrm>
              <a:off x="8752226" y="3658779"/>
              <a:ext cx="79393" cy="175607"/>
            </a:xfrm>
            <a:custGeom>
              <a:avLst/>
              <a:gdLst>
                <a:gd name="connsiteX0" fmla="*/ 39697 w 79393"/>
                <a:gd name="connsiteY0" fmla="*/ 175608 h 175607"/>
                <a:gd name="connsiteX1" fmla="*/ 0 w 79393"/>
                <a:gd name="connsiteY1" fmla="*/ 135911 h 175607"/>
                <a:gd name="connsiteX2" fmla="*/ 0 w 79393"/>
                <a:gd name="connsiteY2" fmla="*/ 39697 h 175607"/>
                <a:gd name="connsiteX3" fmla="*/ 39697 w 79393"/>
                <a:gd name="connsiteY3" fmla="*/ 0 h 175607"/>
                <a:gd name="connsiteX4" fmla="*/ 79393 w 79393"/>
                <a:gd name="connsiteY4" fmla="*/ 39697 h 175607"/>
                <a:gd name="connsiteX5" fmla="*/ 79393 w 79393"/>
                <a:gd name="connsiteY5" fmla="*/ 135911 h 175607"/>
                <a:gd name="connsiteX6" fmla="*/ 39697 w 79393"/>
                <a:gd name="connsiteY6" fmla="*/ 175608 h 17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607">
                  <a:moveTo>
                    <a:pt x="39697" y="175608"/>
                  </a:moveTo>
                  <a:cubicBezTo>
                    <a:pt x="17774" y="175608"/>
                    <a:pt x="0" y="157835"/>
                    <a:pt x="0" y="13591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35911"/>
                  </a:lnTo>
                  <a:cubicBezTo>
                    <a:pt x="79393" y="157835"/>
                    <a:pt x="61619" y="175608"/>
                    <a:pt x="39697" y="1756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0" name="Picture Placeholder 86">
            <a:extLst>
              <a:ext uri="{FF2B5EF4-FFF2-40B4-BE49-F238E27FC236}">
                <a16:creationId xmlns:a16="http://schemas.microsoft.com/office/drawing/2014/main" id="{5BAF88FC-CEBE-49FB-A207-7FAC42AA2144}"/>
              </a:ext>
            </a:extLst>
          </p:cNvPr>
          <p:cNvGrpSpPr>
            <a:grpSpLocks noChangeAspect="1"/>
          </p:cNvGrpSpPr>
          <p:nvPr/>
        </p:nvGrpSpPr>
        <p:grpSpPr>
          <a:xfrm>
            <a:off x="9415484" y="3659821"/>
            <a:ext cx="828666" cy="828665"/>
            <a:chOff x="9415484" y="3659821"/>
            <a:chExt cx="828666" cy="828665"/>
          </a:xfrm>
        </p:grpSpPr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86479371-9964-914A-A41E-C0BB8E5194AC}"/>
                </a:ext>
              </a:extLst>
            </p:cNvPr>
            <p:cNvSpPr/>
            <p:nvPr/>
          </p:nvSpPr>
          <p:spPr>
            <a:xfrm>
              <a:off x="9490799" y="4119727"/>
              <a:ext cx="680517" cy="209972"/>
            </a:xfrm>
            <a:custGeom>
              <a:avLst/>
              <a:gdLst>
                <a:gd name="connsiteX0" fmla="*/ 640861 w 680517"/>
                <a:gd name="connsiteY0" fmla="*/ 209973 h 209972"/>
                <a:gd name="connsiteX1" fmla="*/ 611981 w 680517"/>
                <a:gd name="connsiteY1" fmla="*/ 197518 h 209972"/>
                <a:gd name="connsiteX2" fmla="*/ 79867 w 680517"/>
                <a:gd name="connsiteY2" fmla="*/ 181942 h 209972"/>
                <a:gd name="connsiteX3" fmla="*/ 68188 w 680517"/>
                <a:gd name="connsiteY3" fmla="*/ 193449 h 209972"/>
                <a:gd name="connsiteX4" fmla="*/ 12042 w 680517"/>
                <a:gd name="connsiteY4" fmla="*/ 194268 h 209972"/>
                <a:gd name="connsiteX5" fmla="*/ 11223 w 680517"/>
                <a:gd name="connsiteY5" fmla="*/ 138122 h 209972"/>
                <a:gd name="connsiteX6" fmla="*/ 655851 w 680517"/>
                <a:gd name="connsiteY6" fmla="*/ 128982 h 209972"/>
                <a:gd name="connsiteX7" fmla="*/ 669740 w 680517"/>
                <a:gd name="connsiteY7" fmla="*/ 143084 h 209972"/>
                <a:gd name="connsiteX8" fmla="*/ 668013 w 680517"/>
                <a:gd name="connsiteY8" fmla="*/ 199195 h 209972"/>
                <a:gd name="connsiteX9" fmla="*/ 640861 w 680517"/>
                <a:gd name="connsiteY9" fmla="*/ 209973 h 20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0517" h="209972">
                  <a:moveTo>
                    <a:pt x="640861" y="209973"/>
                  </a:moveTo>
                  <a:cubicBezTo>
                    <a:pt x="629929" y="209973"/>
                    <a:pt x="619484" y="205467"/>
                    <a:pt x="611981" y="197518"/>
                  </a:cubicBezTo>
                  <a:cubicBezTo>
                    <a:pt x="469342" y="46279"/>
                    <a:pt x="231107" y="39307"/>
                    <a:pt x="79867" y="181942"/>
                  </a:cubicBezTo>
                  <a:cubicBezTo>
                    <a:pt x="75891" y="185693"/>
                    <a:pt x="71997" y="189529"/>
                    <a:pt x="68188" y="193449"/>
                  </a:cubicBezTo>
                  <a:cubicBezTo>
                    <a:pt x="52909" y="209179"/>
                    <a:pt x="27772" y="209546"/>
                    <a:pt x="12042" y="194268"/>
                  </a:cubicBezTo>
                  <a:cubicBezTo>
                    <a:pt x="-3688" y="178990"/>
                    <a:pt x="-4055" y="153852"/>
                    <a:pt x="11223" y="138122"/>
                  </a:cubicBezTo>
                  <a:cubicBezTo>
                    <a:pt x="186708" y="-42410"/>
                    <a:pt x="475316" y="-46502"/>
                    <a:pt x="655851" y="128982"/>
                  </a:cubicBezTo>
                  <a:cubicBezTo>
                    <a:pt x="660580" y="133582"/>
                    <a:pt x="665215" y="138286"/>
                    <a:pt x="669740" y="143084"/>
                  </a:cubicBezTo>
                  <a:cubicBezTo>
                    <a:pt x="684760" y="159057"/>
                    <a:pt x="683986" y="184180"/>
                    <a:pt x="668013" y="199195"/>
                  </a:cubicBezTo>
                  <a:cubicBezTo>
                    <a:pt x="660659" y="206107"/>
                    <a:pt x="650954" y="209963"/>
                    <a:pt x="640861" y="2099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C8C6F4A-2695-FF4A-BCE5-6080D0970E32}"/>
                </a:ext>
              </a:extLst>
            </p:cNvPr>
            <p:cNvSpPr/>
            <p:nvPr/>
          </p:nvSpPr>
          <p:spPr>
            <a:xfrm>
              <a:off x="9790120" y="3659821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73" y="828665"/>
                    <a:pt x="0" y="810891"/>
                    <a:pt x="0" y="7889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8969"/>
                  </a:lnTo>
                  <a:cubicBezTo>
                    <a:pt x="79393" y="810891"/>
                    <a:pt x="61621" y="828665"/>
                    <a:pt x="39697" y="8286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74D815A-ED68-6B43-ABC2-BC9D9A706988}"/>
                </a:ext>
              </a:extLst>
            </p:cNvPr>
            <p:cNvSpPr/>
            <p:nvPr/>
          </p:nvSpPr>
          <p:spPr>
            <a:xfrm>
              <a:off x="9491614" y="3812019"/>
              <a:ext cx="681202" cy="210036"/>
            </a:xfrm>
            <a:custGeom>
              <a:avLst/>
              <a:gdLst>
                <a:gd name="connsiteX0" fmla="*/ 342471 w 681202"/>
                <a:gd name="connsiteY0" fmla="*/ 210033 h 210036"/>
                <a:gd name="connsiteX1" fmla="*/ 10855 w 681202"/>
                <a:gd name="connsiteY1" fmla="*/ 67026 h 210036"/>
                <a:gd name="connsiteX2" fmla="*/ 12443 w 681202"/>
                <a:gd name="connsiteY2" fmla="*/ 10855 h 210036"/>
                <a:gd name="connsiteX3" fmla="*/ 68614 w 681202"/>
                <a:gd name="connsiteY3" fmla="*/ 12443 h 210036"/>
                <a:gd name="connsiteX4" fmla="*/ 342471 w 681202"/>
                <a:gd name="connsiteY4" fmla="*/ 130640 h 210036"/>
                <a:gd name="connsiteX5" fmla="*/ 612457 w 681202"/>
                <a:gd name="connsiteY5" fmla="*/ 16512 h 210036"/>
                <a:gd name="connsiteX6" fmla="*/ 668564 w 681202"/>
                <a:gd name="connsiteY6" fmla="*/ 14520 h 210036"/>
                <a:gd name="connsiteX7" fmla="*/ 670553 w 681202"/>
                <a:gd name="connsiteY7" fmla="*/ 70625 h 210036"/>
                <a:gd name="connsiteX8" fmla="*/ 669372 w 681202"/>
                <a:gd name="connsiteY8" fmla="*/ 71839 h 210036"/>
                <a:gd name="connsiteX9" fmla="*/ 342471 w 681202"/>
                <a:gd name="connsiteY9" fmla="*/ 210033 h 21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1202" h="210036">
                  <a:moveTo>
                    <a:pt x="342471" y="210033"/>
                  </a:moveTo>
                  <a:cubicBezTo>
                    <a:pt x="216852" y="210566"/>
                    <a:pt x="96690" y="158747"/>
                    <a:pt x="10855" y="67026"/>
                  </a:cubicBezTo>
                  <a:cubicBezTo>
                    <a:pt x="-4217" y="51076"/>
                    <a:pt x="-3506" y="25928"/>
                    <a:pt x="12443" y="10855"/>
                  </a:cubicBezTo>
                  <a:cubicBezTo>
                    <a:pt x="28393" y="-4217"/>
                    <a:pt x="53541" y="-3506"/>
                    <a:pt x="68614" y="12443"/>
                  </a:cubicBezTo>
                  <a:cubicBezTo>
                    <a:pt x="139485" y="88220"/>
                    <a:pt x="238718" y="131049"/>
                    <a:pt x="342471" y="130640"/>
                  </a:cubicBezTo>
                  <a:cubicBezTo>
                    <a:pt x="444258" y="130982"/>
                    <a:pt x="541778" y="89760"/>
                    <a:pt x="612457" y="16512"/>
                  </a:cubicBezTo>
                  <a:cubicBezTo>
                    <a:pt x="627398" y="469"/>
                    <a:pt x="652521" y="-422"/>
                    <a:pt x="668564" y="14520"/>
                  </a:cubicBezTo>
                  <a:cubicBezTo>
                    <a:pt x="684606" y="29463"/>
                    <a:pt x="685494" y="54582"/>
                    <a:pt x="670553" y="70625"/>
                  </a:cubicBezTo>
                  <a:cubicBezTo>
                    <a:pt x="670166" y="71038"/>
                    <a:pt x="669774" y="71443"/>
                    <a:pt x="669372" y="71839"/>
                  </a:cubicBezTo>
                  <a:cubicBezTo>
                    <a:pt x="583796" y="160538"/>
                    <a:pt x="465719" y="210454"/>
                    <a:pt x="342471" y="2100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793F2A1-D19E-A147-90E4-92184404A1D0}"/>
                </a:ext>
              </a:extLst>
            </p:cNvPr>
            <p:cNvSpPr/>
            <p:nvPr/>
          </p:nvSpPr>
          <p:spPr>
            <a:xfrm>
              <a:off x="9415484" y="3659821"/>
              <a:ext cx="828666" cy="828665"/>
            </a:xfrm>
            <a:custGeom>
              <a:avLst/>
              <a:gdLst>
                <a:gd name="connsiteX0" fmla="*/ 414333 w 828666"/>
                <a:gd name="connsiteY0" fmla="*/ 828665 h 828665"/>
                <a:gd name="connsiteX1" fmla="*/ 0 w 828666"/>
                <a:gd name="connsiteY1" fmla="*/ 414333 h 828665"/>
                <a:gd name="connsiteX2" fmla="*/ 414333 w 828666"/>
                <a:gd name="connsiteY2" fmla="*/ 0 h 828665"/>
                <a:gd name="connsiteX3" fmla="*/ 828666 w 828666"/>
                <a:gd name="connsiteY3" fmla="*/ 414333 h 828665"/>
                <a:gd name="connsiteX4" fmla="*/ 414333 w 828666"/>
                <a:gd name="connsiteY4" fmla="*/ 828665 h 828665"/>
                <a:gd name="connsiteX5" fmla="*/ 414333 w 828666"/>
                <a:gd name="connsiteY5" fmla="*/ 79393 h 828665"/>
                <a:gd name="connsiteX6" fmla="*/ 79393 w 828666"/>
                <a:gd name="connsiteY6" fmla="*/ 414333 h 828665"/>
                <a:gd name="connsiteX7" fmla="*/ 414333 w 828666"/>
                <a:gd name="connsiteY7" fmla="*/ 749272 h 828665"/>
                <a:gd name="connsiteX8" fmla="*/ 749273 w 828666"/>
                <a:gd name="connsiteY8" fmla="*/ 414333 h 828665"/>
                <a:gd name="connsiteX9" fmla="*/ 414333 w 828666"/>
                <a:gd name="connsiteY9" fmla="*/ 79393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66" h="828665">
                  <a:moveTo>
                    <a:pt x="414333" y="828665"/>
                  </a:moveTo>
                  <a:cubicBezTo>
                    <a:pt x="185503" y="828665"/>
                    <a:pt x="0" y="643163"/>
                    <a:pt x="0" y="414333"/>
                  </a:cubicBezTo>
                  <a:cubicBezTo>
                    <a:pt x="0" y="185503"/>
                    <a:pt x="185503" y="0"/>
                    <a:pt x="414333" y="0"/>
                  </a:cubicBezTo>
                  <a:cubicBezTo>
                    <a:pt x="643164" y="0"/>
                    <a:pt x="828666" y="185503"/>
                    <a:pt x="828666" y="414333"/>
                  </a:cubicBezTo>
                  <a:cubicBezTo>
                    <a:pt x="828394" y="643049"/>
                    <a:pt x="643050" y="828393"/>
                    <a:pt x="414333" y="828665"/>
                  </a:cubicBezTo>
                  <a:close/>
                  <a:moveTo>
                    <a:pt x="414333" y="79393"/>
                  </a:moveTo>
                  <a:cubicBezTo>
                    <a:pt x="229351" y="79393"/>
                    <a:pt x="79393" y="229351"/>
                    <a:pt x="79393" y="414333"/>
                  </a:cubicBezTo>
                  <a:cubicBezTo>
                    <a:pt x="79393" y="599314"/>
                    <a:pt x="229351" y="749272"/>
                    <a:pt x="414333" y="749272"/>
                  </a:cubicBezTo>
                  <a:cubicBezTo>
                    <a:pt x="599314" y="749272"/>
                    <a:pt x="749273" y="599314"/>
                    <a:pt x="749273" y="414333"/>
                  </a:cubicBezTo>
                  <a:cubicBezTo>
                    <a:pt x="749055" y="229442"/>
                    <a:pt x="599225" y="79612"/>
                    <a:pt x="41433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5" name="Picture Placeholder 88">
            <a:extLst>
              <a:ext uri="{FF2B5EF4-FFF2-40B4-BE49-F238E27FC236}">
                <a16:creationId xmlns:a16="http://schemas.microsoft.com/office/drawing/2014/main" id="{B34F8CF7-4359-4468-B358-855F873F9372}"/>
              </a:ext>
            </a:extLst>
          </p:cNvPr>
          <p:cNvGrpSpPr>
            <a:grpSpLocks noChangeAspect="1"/>
          </p:cNvGrpSpPr>
          <p:nvPr/>
        </p:nvGrpSpPr>
        <p:grpSpPr>
          <a:xfrm>
            <a:off x="1524854" y="4777663"/>
            <a:ext cx="830254" cy="830253"/>
            <a:chOff x="1524854" y="4777663"/>
            <a:chExt cx="830254" cy="830253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9D11E309-D9B1-564F-9166-C093A9D9C228}"/>
                </a:ext>
              </a:extLst>
            </p:cNvPr>
            <p:cNvSpPr/>
            <p:nvPr/>
          </p:nvSpPr>
          <p:spPr>
            <a:xfrm>
              <a:off x="1712817" y="4777663"/>
              <a:ext cx="266860" cy="830253"/>
            </a:xfrm>
            <a:custGeom>
              <a:avLst/>
              <a:gdLst>
                <a:gd name="connsiteX0" fmla="*/ 227164 w 266860"/>
                <a:gd name="connsiteY0" fmla="*/ 830253 h 830253"/>
                <a:gd name="connsiteX1" fmla="*/ 58949 w 266860"/>
                <a:gd name="connsiteY1" fmla="*/ 698262 h 830253"/>
                <a:gd name="connsiteX2" fmla="*/ 0 w 266860"/>
                <a:gd name="connsiteY2" fmla="*/ 415127 h 830253"/>
                <a:gd name="connsiteX3" fmla="*/ 58949 w 266860"/>
                <a:gd name="connsiteY3" fmla="*/ 131991 h 830253"/>
                <a:gd name="connsiteX4" fmla="*/ 227164 w 266860"/>
                <a:gd name="connsiteY4" fmla="*/ 0 h 830253"/>
                <a:gd name="connsiteX5" fmla="*/ 266860 w 266860"/>
                <a:gd name="connsiteY5" fmla="*/ 39697 h 830253"/>
                <a:gd name="connsiteX6" fmla="*/ 227164 w 266860"/>
                <a:gd name="connsiteY6" fmla="*/ 79393 h 830253"/>
                <a:gd name="connsiteX7" fmla="*/ 79393 w 266860"/>
                <a:gd name="connsiteY7" fmla="*/ 415127 h 830253"/>
                <a:gd name="connsiteX8" fmla="*/ 227164 w 266860"/>
                <a:gd name="connsiteY8" fmla="*/ 750860 h 830253"/>
                <a:gd name="connsiteX9" fmla="*/ 266860 w 266860"/>
                <a:gd name="connsiteY9" fmla="*/ 790557 h 830253"/>
                <a:gd name="connsiteX10" fmla="*/ 227164 w 266860"/>
                <a:gd name="connsiteY10" fmla="*/ 83025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860" h="830253">
                  <a:moveTo>
                    <a:pt x="227164" y="830253"/>
                  </a:moveTo>
                  <a:cubicBezTo>
                    <a:pt x="161119" y="830253"/>
                    <a:pt x="101425" y="783362"/>
                    <a:pt x="58949" y="698262"/>
                  </a:cubicBezTo>
                  <a:cubicBezTo>
                    <a:pt x="20940" y="621995"/>
                    <a:pt x="0" y="521464"/>
                    <a:pt x="0" y="415127"/>
                  </a:cubicBezTo>
                  <a:cubicBezTo>
                    <a:pt x="0" y="308790"/>
                    <a:pt x="20940" y="208258"/>
                    <a:pt x="58949" y="131991"/>
                  </a:cubicBezTo>
                  <a:cubicBezTo>
                    <a:pt x="101425" y="46892"/>
                    <a:pt x="161119" y="0"/>
                    <a:pt x="227164" y="0"/>
                  </a:cubicBezTo>
                  <a:cubicBezTo>
                    <a:pt x="249088" y="0"/>
                    <a:pt x="266860" y="17773"/>
                    <a:pt x="266860" y="39697"/>
                  </a:cubicBezTo>
                  <a:cubicBezTo>
                    <a:pt x="266860" y="61620"/>
                    <a:pt x="249088" y="79393"/>
                    <a:pt x="227164" y="79393"/>
                  </a:cubicBezTo>
                  <a:cubicBezTo>
                    <a:pt x="157298" y="79393"/>
                    <a:pt x="79393" y="217289"/>
                    <a:pt x="79393" y="415127"/>
                  </a:cubicBezTo>
                  <a:cubicBezTo>
                    <a:pt x="79393" y="612964"/>
                    <a:pt x="157298" y="750860"/>
                    <a:pt x="227164" y="750860"/>
                  </a:cubicBezTo>
                  <a:cubicBezTo>
                    <a:pt x="249088" y="750860"/>
                    <a:pt x="266860" y="768634"/>
                    <a:pt x="266860" y="790557"/>
                  </a:cubicBezTo>
                  <a:cubicBezTo>
                    <a:pt x="266860" y="812479"/>
                    <a:pt x="249088" y="830253"/>
                    <a:pt x="227164" y="83025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F49F74B5-0E76-234D-95AC-37698D995466}"/>
                </a:ext>
              </a:extLst>
            </p:cNvPr>
            <p:cNvSpPr/>
            <p:nvPr/>
          </p:nvSpPr>
          <p:spPr>
            <a:xfrm>
              <a:off x="1524854" y="5153093"/>
              <a:ext cx="830254" cy="79393"/>
            </a:xfrm>
            <a:custGeom>
              <a:avLst/>
              <a:gdLst>
                <a:gd name="connsiteX0" fmla="*/ 790558 w 830254"/>
                <a:gd name="connsiteY0" fmla="*/ 79393 h 79393"/>
                <a:gd name="connsiteX1" fmla="*/ 39697 w 830254"/>
                <a:gd name="connsiteY1" fmla="*/ 79393 h 79393"/>
                <a:gd name="connsiteX2" fmla="*/ 0 w 830254"/>
                <a:gd name="connsiteY2" fmla="*/ 39697 h 79393"/>
                <a:gd name="connsiteX3" fmla="*/ 39697 w 830254"/>
                <a:gd name="connsiteY3" fmla="*/ 0 h 79393"/>
                <a:gd name="connsiteX4" fmla="*/ 790558 w 830254"/>
                <a:gd name="connsiteY4" fmla="*/ 0 h 79393"/>
                <a:gd name="connsiteX5" fmla="*/ 830254 w 830254"/>
                <a:gd name="connsiteY5" fmla="*/ 39697 h 79393"/>
                <a:gd name="connsiteX6" fmla="*/ 790558 w 830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0254" h="79393">
                  <a:moveTo>
                    <a:pt x="790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0558" y="0"/>
                  </a:lnTo>
                  <a:cubicBezTo>
                    <a:pt x="812480" y="0"/>
                    <a:pt x="830254" y="17773"/>
                    <a:pt x="830254" y="39697"/>
                  </a:cubicBezTo>
                  <a:cubicBezTo>
                    <a:pt x="830254" y="61620"/>
                    <a:pt x="812480" y="79393"/>
                    <a:pt x="79055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3C9F744-E6B4-1F4F-B254-EA457194861C}"/>
                </a:ext>
              </a:extLst>
            </p:cNvPr>
            <p:cNvSpPr/>
            <p:nvPr/>
          </p:nvSpPr>
          <p:spPr>
            <a:xfrm>
              <a:off x="1524854" y="4777663"/>
              <a:ext cx="830254" cy="830253"/>
            </a:xfrm>
            <a:custGeom>
              <a:avLst/>
              <a:gdLst>
                <a:gd name="connsiteX0" fmla="*/ 415127 w 830254"/>
                <a:gd name="connsiteY0" fmla="*/ 830253 h 830253"/>
                <a:gd name="connsiteX1" fmla="*/ 0 w 830254"/>
                <a:gd name="connsiteY1" fmla="*/ 415127 h 830253"/>
                <a:gd name="connsiteX2" fmla="*/ 415127 w 830254"/>
                <a:gd name="connsiteY2" fmla="*/ 0 h 830253"/>
                <a:gd name="connsiteX3" fmla="*/ 830254 w 830254"/>
                <a:gd name="connsiteY3" fmla="*/ 415127 h 830253"/>
                <a:gd name="connsiteX4" fmla="*/ 415127 w 830254"/>
                <a:gd name="connsiteY4" fmla="*/ 830253 h 830253"/>
                <a:gd name="connsiteX5" fmla="*/ 415127 w 830254"/>
                <a:gd name="connsiteY5" fmla="*/ 79393 h 830253"/>
                <a:gd name="connsiteX6" fmla="*/ 79393 w 830254"/>
                <a:gd name="connsiteY6" fmla="*/ 415127 h 830253"/>
                <a:gd name="connsiteX7" fmla="*/ 415127 w 830254"/>
                <a:gd name="connsiteY7" fmla="*/ 750860 h 830253"/>
                <a:gd name="connsiteX8" fmla="*/ 750861 w 830254"/>
                <a:gd name="connsiteY8" fmla="*/ 415127 h 830253"/>
                <a:gd name="connsiteX9" fmla="*/ 415127 w 830254"/>
                <a:gd name="connsiteY9" fmla="*/ 7939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0254" h="830253">
                  <a:moveTo>
                    <a:pt x="415127" y="830253"/>
                  </a:moveTo>
                  <a:cubicBezTo>
                    <a:pt x="185859" y="830253"/>
                    <a:pt x="0" y="644394"/>
                    <a:pt x="0" y="415127"/>
                  </a:cubicBezTo>
                  <a:cubicBezTo>
                    <a:pt x="0" y="185859"/>
                    <a:pt x="185859" y="0"/>
                    <a:pt x="415127" y="0"/>
                  </a:cubicBezTo>
                  <a:cubicBezTo>
                    <a:pt x="644395" y="0"/>
                    <a:pt x="830254" y="185859"/>
                    <a:pt x="830254" y="415127"/>
                  </a:cubicBezTo>
                  <a:cubicBezTo>
                    <a:pt x="829981" y="644280"/>
                    <a:pt x="644281" y="829980"/>
                    <a:pt x="415127" y="830253"/>
                  </a:cubicBezTo>
                  <a:close/>
                  <a:moveTo>
                    <a:pt x="415127" y="79393"/>
                  </a:moveTo>
                  <a:cubicBezTo>
                    <a:pt x="229706" y="79393"/>
                    <a:pt x="79393" y="229706"/>
                    <a:pt x="79393" y="415127"/>
                  </a:cubicBezTo>
                  <a:cubicBezTo>
                    <a:pt x="79393" y="600549"/>
                    <a:pt x="229706" y="750860"/>
                    <a:pt x="415127" y="750860"/>
                  </a:cubicBezTo>
                  <a:cubicBezTo>
                    <a:pt x="600550" y="750860"/>
                    <a:pt x="750861" y="600549"/>
                    <a:pt x="750861" y="415127"/>
                  </a:cubicBezTo>
                  <a:cubicBezTo>
                    <a:pt x="750668" y="229785"/>
                    <a:pt x="600471" y="79585"/>
                    <a:pt x="41512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24DBA460-181B-5D4D-8954-EDED9867A5E5}"/>
                </a:ext>
              </a:extLst>
            </p:cNvPr>
            <p:cNvSpPr/>
            <p:nvPr/>
          </p:nvSpPr>
          <p:spPr>
            <a:xfrm>
              <a:off x="1900284" y="4777663"/>
              <a:ext cx="267356" cy="830253"/>
            </a:xfrm>
            <a:custGeom>
              <a:avLst/>
              <a:gdLst>
                <a:gd name="connsiteX0" fmla="*/ 39697 w 267356"/>
                <a:gd name="connsiteY0" fmla="*/ 830253 h 830253"/>
                <a:gd name="connsiteX1" fmla="*/ 0 w 267356"/>
                <a:gd name="connsiteY1" fmla="*/ 790557 h 830253"/>
                <a:gd name="connsiteX2" fmla="*/ 39697 w 267356"/>
                <a:gd name="connsiteY2" fmla="*/ 750860 h 830253"/>
                <a:gd name="connsiteX3" fmla="*/ 187963 w 267356"/>
                <a:gd name="connsiteY3" fmla="*/ 415127 h 830253"/>
                <a:gd name="connsiteX4" fmla="*/ 39697 w 267356"/>
                <a:gd name="connsiteY4" fmla="*/ 79393 h 830253"/>
                <a:gd name="connsiteX5" fmla="*/ 0 w 267356"/>
                <a:gd name="connsiteY5" fmla="*/ 39697 h 830253"/>
                <a:gd name="connsiteX6" fmla="*/ 39697 w 267356"/>
                <a:gd name="connsiteY6" fmla="*/ 0 h 830253"/>
                <a:gd name="connsiteX7" fmla="*/ 208109 w 267356"/>
                <a:gd name="connsiteY7" fmla="*/ 131941 h 830253"/>
                <a:gd name="connsiteX8" fmla="*/ 267357 w 267356"/>
                <a:gd name="connsiteY8" fmla="*/ 415127 h 830253"/>
                <a:gd name="connsiteX9" fmla="*/ 208109 w 267356"/>
                <a:gd name="connsiteY9" fmla="*/ 698312 h 830253"/>
                <a:gd name="connsiteX10" fmla="*/ 39697 w 267356"/>
                <a:gd name="connsiteY10" fmla="*/ 830253 h 830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356" h="830253">
                  <a:moveTo>
                    <a:pt x="39697" y="830253"/>
                  </a:moveTo>
                  <a:cubicBezTo>
                    <a:pt x="17773" y="830253"/>
                    <a:pt x="0" y="812479"/>
                    <a:pt x="0" y="790557"/>
                  </a:cubicBezTo>
                  <a:cubicBezTo>
                    <a:pt x="0" y="768634"/>
                    <a:pt x="17773" y="750860"/>
                    <a:pt x="39697" y="750860"/>
                  </a:cubicBezTo>
                  <a:cubicBezTo>
                    <a:pt x="109811" y="750860"/>
                    <a:pt x="187963" y="612964"/>
                    <a:pt x="187963" y="415127"/>
                  </a:cubicBezTo>
                  <a:cubicBezTo>
                    <a:pt x="187963" y="217289"/>
                    <a:pt x="109811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105742" y="0"/>
                    <a:pt x="165535" y="46892"/>
                    <a:pt x="208109" y="131941"/>
                  </a:cubicBezTo>
                  <a:cubicBezTo>
                    <a:pt x="246317" y="208258"/>
                    <a:pt x="267357" y="308839"/>
                    <a:pt x="267357" y="415127"/>
                  </a:cubicBezTo>
                  <a:cubicBezTo>
                    <a:pt x="267357" y="521414"/>
                    <a:pt x="246317" y="621995"/>
                    <a:pt x="208109" y="698312"/>
                  </a:cubicBezTo>
                  <a:cubicBezTo>
                    <a:pt x="165535" y="783362"/>
                    <a:pt x="105742" y="830253"/>
                    <a:pt x="39697" y="83025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0" name="Picture Placeholder 90">
            <a:extLst>
              <a:ext uri="{FF2B5EF4-FFF2-40B4-BE49-F238E27FC236}">
                <a16:creationId xmlns:a16="http://schemas.microsoft.com/office/drawing/2014/main" id="{B0455FD4-B33E-41BC-B8FC-A0EEED9EE531}"/>
              </a:ext>
            </a:extLst>
          </p:cNvPr>
          <p:cNvGrpSpPr>
            <a:grpSpLocks noChangeAspect="1"/>
          </p:cNvGrpSpPr>
          <p:nvPr/>
        </p:nvGrpSpPr>
        <p:grpSpPr>
          <a:xfrm>
            <a:off x="2854401" y="4780076"/>
            <a:ext cx="806175" cy="825409"/>
            <a:chOff x="2854401" y="4780076"/>
            <a:chExt cx="806175" cy="825409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FDA480D-737D-D547-89F6-941D466EA91A}"/>
                </a:ext>
              </a:extLst>
            </p:cNvPr>
            <p:cNvSpPr/>
            <p:nvPr/>
          </p:nvSpPr>
          <p:spPr>
            <a:xfrm>
              <a:off x="2981416" y="5399505"/>
              <a:ext cx="155207" cy="205980"/>
            </a:xfrm>
            <a:custGeom>
              <a:avLst/>
              <a:gdLst>
                <a:gd name="connsiteX0" fmla="*/ 39481 w 155207"/>
                <a:gd name="connsiteY0" fmla="*/ 205980 h 205980"/>
                <a:gd name="connsiteX1" fmla="*/ 1 w 155207"/>
                <a:gd name="connsiteY1" fmla="*/ 166070 h 205980"/>
                <a:gd name="connsiteX2" fmla="*/ 5640 w 155207"/>
                <a:gd name="connsiteY2" fmla="*/ 145889 h 205980"/>
                <a:gd name="connsiteX3" fmla="*/ 81013 w 155207"/>
                <a:gd name="connsiteY3" fmla="*/ 20051 h 205980"/>
                <a:gd name="connsiteX4" fmla="*/ 135157 w 155207"/>
                <a:gd name="connsiteY4" fmla="*/ 5215 h 205980"/>
                <a:gd name="connsiteX5" fmla="*/ 149994 w 155207"/>
                <a:gd name="connsiteY5" fmla="*/ 59356 h 205980"/>
                <a:gd name="connsiteX6" fmla="*/ 149043 w 155207"/>
                <a:gd name="connsiteY6" fmla="*/ 60939 h 205980"/>
                <a:gd name="connsiteX7" fmla="*/ 73570 w 155207"/>
                <a:gd name="connsiteY7" fmla="*/ 186727 h 205980"/>
                <a:gd name="connsiteX8" fmla="*/ 39481 w 155207"/>
                <a:gd name="connsiteY8" fmla="*/ 205980 h 20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07" h="205980">
                  <a:moveTo>
                    <a:pt x="39481" y="205980"/>
                  </a:moveTo>
                  <a:cubicBezTo>
                    <a:pt x="17557" y="205861"/>
                    <a:pt x="-118" y="187993"/>
                    <a:pt x="1" y="166070"/>
                  </a:cubicBezTo>
                  <a:cubicBezTo>
                    <a:pt x="39" y="158960"/>
                    <a:pt x="1986" y="151988"/>
                    <a:pt x="5640" y="145889"/>
                  </a:cubicBezTo>
                  <a:lnTo>
                    <a:pt x="81013" y="20051"/>
                  </a:lnTo>
                  <a:cubicBezTo>
                    <a:pt x="91867" y="1002"/>
                    <a:pt x="116108" y="-5642"/>
                    <a:pt x="135157" y="5215"/>
                  </a:cubicBezTo>
                  <a:cubicBezTo>
                    <a:pt x="154205" y="16067"/>
                    <a:pt x="160848" y="40307"/>
                    <a:pt x="149994" y="59356"/>
                  </a:cubicBezTo>
                  <a:cubicBezTo>
                    <a:pt x="149690" y="59892"/>
                    <a:pt x="149372" y="60418"/>
                    <a:pt x="149043" y="60939"/>
                  </a:cubicBezTo>
                  <a:lnTo>
                    <a:pt x="73570" y="186727"/>
                  </a:lnTo>
                  <a:cubicBezTo>
                    <a:pt x="66382" y="198691"/>
                    <a:pt x="53439" y="206000"/>
                    <a:pt x="39481" y="20598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5B6D78EC-B4B4-B54D-B5B1-F55A2FCFAD57}"/>
                </a:ext>
              </a:extLst>
            </p:cNvPr>
            <p:cNvSpPr/>
            <p:nvPr/>
          </p:nvSpPr>
          <p:spPr>
            <a:xfrm>
              <a:off x="3373251" y="5401590"/>
              <a:ext cx="154510" cy="197642"/>
            </a:xfrm>
            <a:custGeom>
              <a:avLst/>
              <a:gdLst>
                <a:gd name="connsiteX0" fmla="*/ 114974 w 154510"/>
                <a:gd name="connsiteY0" fmla="*/ 197643 h 197642"/>
                <a:gd name="connsiteX1" fmla="*/ 81431 w 154510"/>
                <a:gd name="connsiteY1" fmla="*/ 179234 h 197642"/>
                <a:gd name="connsiteX2" fmla="*/ 5412 w 154510"/>
                <a:gd name="connsiteY2" fmla="*/ 59697 h 197642"/>
                <a:gd name="connsiteX3" fmla="*/ 19708 w 154510"/>
                <a:gd name="connsiteY3" fmla="*/ 5407 h 197642"/>
                <a:gd name="connsiteX4" fmla="*/ 72251 w 154510"/>
                <a:gd name="connsiteY4" fmla="*/ 16974 h 197642"/>
                <a:gd name="connsiteX5" fmla="*/ 148220 w 154510"/>
                <a:gd name="connsiteY5" fmla="*/ 136510 h 197642"/>
                <a:gd name="connsiteX6" fmla="*/ 136247 w 154510"/>
                <a:gd name="connsiteY6" fmla="*/ 191356 h 197642"/>
                <a:gd name="connsiteX7" fmla="*/ 114974 w 154510"/>
                <a:gd name="connsiteY7" fmla="*/ 197643 h 19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510" h="197642">
                  <a:moveTo>
                    <a:pt x="114974" y="197643"/>
                  </a:moveTo>
                  <a:cubicBezTo>
                    <a:pt x="101378" y="197658"/>
                    <a:pt x="88720" y="190711"/>
                    <a:pt x="81431" y="179234"/>
                  </a:cubicBezTo>
                  <a:lnTo>
                    <a:pt x="5412" y="59697"/>
                  </a:lnTo>
                  <a:cubicBezTo>
                    <a:pt x="-5634" y="40757"/>
                    <a:pt x="767" y="16453"/>
                    <a:pt x="19708" y="5407"/>
                  </a:cubicBezTo>
                  <a:cubicBezTo>
                    <a:pt x="37561" y="-5003"/>
                    <a:pt x="60416" y="28"/>
                    <a:pt x="72251" y="16974"/>
                  </a:cubicBezTo>
                  <a:lnTo>
                    <a:pt x="148220" y="136510"/>
                  </a:lnTo>
                  <a:cubicBezTo>
                    <a:pt x="160060" y="154964"/>
                    <a:pt x="154696" y="179516"/>
                    <a:pt x="136247" y="191356"/>
                  </a:cubicBezTo>
                  <a:cubicBezTo>
                    <a:pt x="129895" y="195430"/>
                    <a:pt x="122517" y="197613"/>
                    <a:pt x="114974" y="1976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F75E56A3-2DB6-1B4C-B3E8-72CB159E424C}"/>
                </a:ext>
              </a:extLst>
            </p:cNvPr>
            <p:cNvSpPr/>
            <p:nvPr/>
          </p:nvSpPr>
          <p:spPr>
            <a:xfrm>
              <a:off x="2931815" y="4854373"/>
              <a:ext cx="655995" cy="655988"/>
            </a:xfrm>
            <a:custGeom>
              <a:avLst/>
              <a:gdLst>
                <a:gd name="connsiteX0" fmla="*/ 328998 w 655995"/>
                <a:gd name="connsiteY0" fmla="*/ 655989 h 655988"/>
                <a:gd name="connsiteX1" fmla="*/ 315204 w 655995"/>
                <a:gd name="connsiteY1" fmla="*/ 655741 h 655988"/>
                <a:gd name="connsiteX2" fmla="*/ 254 w 655995"/>
                <a:gd name="connsiteY2" fmla="*/ 315203 h 655988"/>
                <a:gd name="connsiteX3" fmla="*/ 340792 w 655995"/>
                <a:gd name="connsiteY3" fmla="*/ 254 h 655988"/>
                <a:gd name="connsiteX4" fmla="*/ 655741 w 655995"/>
                <a:gd name="connsiteY4" fmla="*/ 340792 h 655988"/>
                <a:gd name="connsiteX5" fmla="*/ 328998 w 655995"/>
                <a:gd name="connsiteY5" fmla="*/ 655989 h 655988"/>
                <a:gd name="connsiteX6" fmla="*/ 328552 w 655995"/>
                <a:gd name="connsiteY6" fmla="*/ 82870 h 655988"/>
                <a:gd name="connsiteX7" fmla="*/ 81747 w 655995"/>
                <a:gd name="connsiteY7" fmla="*/ 329891 h 655988"/>
                <a:gd name="connsiteX8" fmla="*/ 328769 w 655995"/>
                <a:gd name="connsiteY8" fmla="*/ 576695 h 655988"/>
                <a:gd name="connsiteX9" fmla="*/ 575365 w 655995"/>
                <a:gd name="connsiteY9" fmla="*/ 339905 h 655988"/>
                <a:gd name="connsiteX10" fmla="*/ 575365 w 655995"/>
                <a:gd name="connsiteY10" fmla="*/ 339905 h 655988"/>
                <a:gd name="connsiteX11" fmla="*/ 339100 w 655995"/>
                <a:gd name="connsiteY11" fmla="*/ 82881 h 655988"/>
                <a:gd name="connsiteX12" fmla="*/ 338823 w 655995"/>
                <a:gd name="connsiteY12" fmla="*/ 82870 h 655988"/>
                <a:gd name="connsiteX13" fmla="*/ 328552 w 655995"/>
                <a:gd name="connsiteY13" fmla="*/ 82870 h 65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995" h="655988">
                  <a:moveTo>
                    <a:pt x="328998" y="655989"/>
                  </a:moveTo>
                  <a:cubicBezTo>
                    <a:pt x="324433" y="655989"/>
                    <a:pt x="319818" y="655989"/>
                    <a:pt x="315204" y="655741"/>
                  </a:cubicBezTo>
                  <a:cubicBezTo>
                    <a:pt x="134196" y="648675"/>
                    <a:pt x="-6812" y="496210"/>
                    <a:pt x="254" y="315203"/>
                  </a:cubicBezTo>
                  <a:cubicBezTo>
                    <a:pt x="7320" y="134196"/>
                    <a:pt x="159785" y="-6812"/>
                    <a:pt x="340792" y="254"/>
                  </a:cubicBezTo>
                  <a:cubicBezTo>
                    <a:pt x="521800" y="7320"/>
                    <a:pt x="662807" y="159784"/>
                    <a:pt x="655741" y="340792"/>
                  </a:cubicBezTo>
                  <a:cubicBezTo>
                    <a:pt x="648883" y="516441"/>
                    <a:pt x="504780" y="655453"/>
                    <a:pt x="328998" y="655989"/>
                  </a:cubicBezTo>
                  <a:close/>
                  <a:moveTo>
                    <a:pt x="328552" y="82870"/>
                  </a:moveTo>
                  <a:cubicBezTo>
                    <a:pt x="192185" y="82930"/>
                    <a:pt x="81687" y="193524"/>
                    <a:pt x="81747" y="329891"/>
                  </a:cubicBezTo>
                  <a:cubicBezTo>
                    <a:pt x="81807" y="466259"/>
                    <a:pt x="192402" y="576754"/>
                    <a:pt x="328769" y="576695"/>
                  </a:cubicBezTo>
                  <a:cubicBezTo>
                    <a:pt x="461153" y="576635"/>
                    <a:pt x="569937" y="472179"/>
                    <a:pt x="575365" y="339905"/>
                  </a:cubicBezTo>
                  <a:lnTo>
                    <a:pt x="575365" y="339905"/>
                  </a:lnTo>
                  <a:cubicBezTo>
                    <a:pt x="581096" y="203687"/>
                    <a:pt x="475320" y="88613"/>
                    <a:pt x="339100" y="82881"/>
                  </a:cubicBezTo>
                  <a:cubicBezTo>
                    <a:pt x="339007" y="82877"/>
                    <a:pt x="338915" y="82874"/>
                    <a:pt x="338823" y="82870"/>
                  </a:cubicBezTo>
                  <a:cubicBezTo>
                    <a:pt x="335399" y="82870"/>
                    <a:pt x="331975" y="82870"/>
                    <a:pt x="328552" y="8287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824A3ED-170F-764F-A1E2-F441ABEA0FE2}"/>
                </a:ext>
              </a:extLst>
            </p:cNvPr>
            <p:cNvSpPr/>
            <p:nvPr/>
          </p:nvSpPr>
          <p:spPr>
            <a:xfrm>
              <a:off x="3215758" y="5008647"/>
              <a:ext cx="215155" cy="220166"/>
            </a:xfrm>
            <a:custGeom>
              <a:avLst/>
              <a:gdLst>
                <a:gd name="connsiteX0" fmla="*/ 175459 w 215155"/>
                <a:gd name="connsiteY0" fmla="*/ 220167 h 220166"/>
                <a:gd name="connsiteX1" fmla="*/ 39697 w 215155"/>
                <a:gd name="connsiteY1" fmla="*/ 220167 h 220166"/>
                <a:gd name="connsiteX2" fmla="*/ 0 w 215155"/>
                <a:gd name="connsiteY2" fmla="*/ 180470 h 220166"/>
                <a:gd name="connsiteX3" fmla="*/ 0 w 215155"/>
                <a:gd name="connsiteY3" fmla="*/ 39697 h 220166"/>
                <a:gd name="connsiteX4" fmla="*/ 39697 w 215155"/>
                <a:gd name="connsiteY4" fmla="*/ 0 h 220166"/>
                <a:gd name="connsiteX5" fmla="*/ 79393 w 215155"/>
                <a:gd name="connsiteY5" fmla="*/ 39697 h 220166"/>
                <a:gd name="connsiteX6" fmla="*/ 79393 w 215155"/>
                <a:gd name="connsiteY6" fmla="*/ 140774 h 220166"/>
                <a:gd name="connsiteX7" fmla="*/ 175459 w 215155"/>
                <a:gd name="connsiteY7" fmla="*/ 140774 h 220166"/>
                <a:gd name="connsiteX8" fmla="*/ 215156 w 215155"/>
                <a:gd name="connsiteY8" fmla="*/ 180470 h 220166"/>
                <a:gd name="connsiteX9" fmla="*/ 175459 w 215155"/>
                <a:gd name="connsiteY9" fmla="*/ 220167 h 22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55" h="220166">
                  <a:moveTo>
                    <a:pt x="175459" y="220167"/>
                  </a:moveTo>
                  <a:lnTo>
                    <a:pt x="39697" y="220167"/>
                  </a:lnTo>
                  <a:cubicBezTo>
                    <a:pt x="17773" y="220167"/>
                    <a:pt x="0" y="202394"/>
                    <a:pt x="0" y="18047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0774"/>
                  </a:lnTo>
                  <a:lnTo>
                    <a:pt x="175459" y="140774"/>
                  </a:lnTo>
                  <a:cubicBezTo>
                    <a:pt x="197381" y="140774"/>
                    <a:pt x="215156" y="158547"/>
                    <a:pt x="215156" y="180470"/>
                  </a:cubicBezTo>
                  <a:cubicBezTo>
                    <a:pt x="215156" y="202394"/>
                    <a:pt x="197381" y="220167"/>
                    <a:pt x="175459" y="2201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9740F23B-DA40-D54C-97E6-F2906F4CAB01}"/>
                </a:ext>
              </a:extLst>
            </p:cNvPr>
            <p:cNvSpPr/>
            <p:nvPr/>
          </p:nvSpPr>
          <p:spPr>
            <a:xfrm>
              <a:off x="2854401" y="4780076"/>
              <a:ext cx="237311" cy="237304"/>
            </a:xfrm>
            <a:custGeom>
              <a:avLst/>
              <a:gdLst>
                <a:gd name="connsiteX0" fmla="*/ 66808 w 237311"/>
                <a:gd name="connsiteY0" fmla="*/ 237305 h 237304"/>
                <a:gd name="connsiteX1" fmla="*/ 66808 w 237311"/>
                <a:gd name="connsiteY1" fmla="*/ 237305 h 237304"/>
                <a:gd name="connsiteX2" fmla="*/ 38723 w 237311"/>
                <a:gd name="connsiteY2" fmla="*/ 225694 h 237304"/>
                <a:gd name="connsiteX3" fmla="*/ 38723 w 237311"/>
                <a:gd name="connsiteY3" fmla="*/ 38723 h 237304"/>
                <a:gd name="connsiteX4" fmla="*/ 225694 w 237311"/>
                <a:gd name="connsiteY4" fmla="*/ 38723 h 237304"/>
                <a:gd name="connsiteX5" fmla="*/ 225694 w 237311"/>
                <a:gd name="connsiteY5" fmla="*/ 94844 h 237304"/>
                <a:gd name="connsiteX6" fmla="*/ 94894 w 237311"/>
                <a:gd name="connsiteY6" fmla="*/ 225694 h 237304"/>
                <a:gd name="connsiteX7" fmla="*/ 66808 w 237311"/>
                <a:gd name="connsiteY7" fmla="*/ 237305 h 237304"/>
                <a:gd name="connsiteX8" fmla="*/ 128735 w 237311"/>
                <a:gd name="connsiteY8" fmla="*/ 79511 h 237304"/>
                <a:gd name="connsiteX9" fmla="*/ 79561 w 237311"/>
                <a:gd name="connsiteY9" fmla="*/ 128735 h 237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11" h="237304">
                  <a:moveTo>
                    <a:pt x="66808" y="237305"/>
                  </a:moveTo>
                  <a:lnTo>
                    <a:pt x="66808" y="237305"/>
                  </a:lnTo>
                  <a:cubicBezTo>
                    <a:pt x="56277" y="237313"/>
                    <a:pt x="46174" y="233136"/>
                    <a:pt x="38723" y="225694"/>
                  </a:cubicBezTo>
                  <a:cubicBezTo>
                    <a:pt x="-12908" y="174063"/>
                    <a:pt x="-12908" y="90353"/>
                    <a:pt x="38723" y="38723"/>
                  </a:cubicBezTo>
                  <a:cubicBezTo>
                    <a:pt x="90353" y="-12908"/>
                    <a:pt x="174064" y="-12908"/>
                    <a:pt x="225694" y="38723"/>
                  </a:cubicBezTo>
                  <a:cubicBezTo>
                    <a:pt x="241184" y="54223"/>
                    <a:pt x="241184" y="79343"/>
                    <a:pt x="225694" y="94844"/>
                  </a:cubicBezTo>
                  <a:lnTo>
                    <a:pt x="94894" y="225694"/>
                  </a:lnTo>
                  <a:cubicBezTo>
                    <a:pt x="87443" y="233136"/>
                    <a:pt x="77340" y="237313"/>
                    <a:pt x="66808" y="237305"/>
                  </a:cubicBezTo>
                  <a:close/>
                  <a:moveTo>
                    <a:pt x="128735" y="79511"/>
                  </a:moveTo>
                  <a:cubicBezTo>
                    <a:pt x="102311" y="81249"/>
                    <a:pt x="81272" y="102309"/>
                    <a:pt x="79561" y="12873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4121536-8C87-2345-8284-0CDA9355D9A3}"/>
                </a:ext>
              </a:extLst>
            </p:cNvPr>
            <p:cNvSpPr/>
            <p:nvPr/>
          </p:nvSpPr>
          <p:spPr>
            <a:xfrm>
              <a:off x="3423240" y="4782209"/>
              <a:ext cx="237336" cy="237354"/>
            </a:xfrm>
            <a:custGeom>
              <a:avLst/>
              <a:gdLst>
                <a:gd name="connsiteX0" fmla="*/ 170529 w 237336"/>
                <a:gd name="connsiteY0" fmla="*/ 237355 h 237354"/>
                <a:gd name="connsiteX1" fmla="*/ 142443 w 237336"/>
                <a:gd name="connsiteY1" fmla="*/ 225694 h 237354"/>
                <a:gd name="connsiteX2" fmla="*/ 11643 w 237336"/>
                <a:gd name="connsiteY2" fmla="*/ 94894 h 237354"/>
                <a:gd name="connsiteX3" fmla="*/ 11613 w 237336"/>
                <a:gd name="connsiteY3" fmla="*/ 38754 h 237354"/>
                <a:gd name="connsiteX4" fmla="*/ 11643 w 237336"/>
                <a:gd name="connsiteY4" fmla="*/ 38723 h 237354"/>
                <a:gd name="connsiteX5" fmla="*/ 198614 w 237336"/>
                <a:gd name="connsiteY5" fmla="*/ 38723 h 237354"/>
                <a:gd name="connsiteX6" fmla="*/ 198614 w 237336"/>
                <a:gd name="connsiteY6" fmla="*/ 225694 h 237354"/>
                <a:gd name="connsiteX7" fmla="*/ 170529 w 237336"/>
                <a:gd name="connsiteY7" fmla="*/ 237355 h 237354"/>
                <a:gd name="connsiteX8" fmla="*/ 108602 w 237336"/>
                <a:gd name="connsiteY8" fmla="*/ 79561 h 237354"/>
                <a:gd name="connsiteX9" fmla="*/ 157776 w 237336"/>
                <a:gd name="connsiteY9" fmla="*/ 128735 h 237354"/>
                <a:gd name="connsiteX10" fmla="*/ 108602 w 237336"/>
                <a:gd name="connsiteY10" fmla="*/ 79561 h 23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336" h="237354">
                  <a:moveTo>
                    <a:pt x="170529" y="237355"/>
                  </a:moveTo>
                  <a:cubicBezTo>
                    <a:pt x="159989" y="237350"/>
                    <a:pt x="149886" y="233155"/>
                    <a:pt x="142443" y="225694"/>
                  </a:cubicBezTo>
                  <a:lnTo>
                    <a:pt x="11643" y="94894"/>
                  </a:lnTo>
                  <a:cubicBezTo>
                    <a:pt x="-3869" y="79399"/>
                    <a:pt x="-3883" y="54265"/>
                    <a:pt x="11613" y="38754"/>
                  </a:cubicBezTo>
                  <a:cubicBezTo>
                    <a:pt x="11623" y="38744"/>
                    <a:pt x="11633" y="38733"/>
                    <a:pt x="11643" y="38723"/>
                  </a:cubicBezTo>
                  <a:cubicBezTo>
                    <a:pt x="63273" y="-12908"/>
                    <a:pt x="146983" y="-12908"/>
                    <a:pt x="198614" y="38723"/>
                  </a:cubicBezTo>
                  <a:cubicBezTo>
                    <a:pt x="250244" y="90353"/>
                    <a:pt x="250244" y="174063"/>
                    <a:pt x="198614" y="225694"/>
                  </a:cubicBezTo>
                  <a:cubicBezTo>
                    <a:pt x="191171" y="233155"/>
                    <a:pt x="181068" y="237350"/>
                    <a:pt x="170529" y="237355"/>
                  </a:cubicBezTo>
                  <a:close/>
                  <a:moveTo>
                    <a:pt x="108602" y="79561"/>
                  </a:moveTo>
                  <a:lnTo>
                    <a:pt x="157776" y="128735"/>
                  </a:lnTo>
                  <a:cubicBezTo>
                    <a:pt x="156039" y="102329"/>
                    <a:pt x="135010" y="81296"/>
                    <a:pt x="108602" y="795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7" name="Picture Placeholder 92">
            <a:extLst>
              <a:ext uri="{FF2B5EF4-FFF2-40B4-BE49-F238E27FC236}">
                <a16:creationId xmlns:a16="http://schemas.microsoft.com/office/drawing/2014/main" id="{437B8F5A-08FF-4179-AE94-781C2AF6D607}"/>
              </a:ext>
            </a:extLst>
          </p:cNvPr>
          <p:cNvGrpSpPr>
            <a:grpSpLocks noChangeAspect="1"/>
          </p:cNvGrpSpPr>
          <p:nvPr/>
        </p:nvGrpSpPr>
        <p:grpSpPr>
          <a:xfrm>
            <a:off x="4159026" y="4775529"/>
            <a:ext cx="832040" cy="834471"/>
            <a:chOff x="4159026" y="4775529"/>
            <a:chExt cx="832040" cy="834471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62C93CA7-FDCA-AF46-A178-9924758FDAD9}"/>
                </a:ext>
              </a:extLst>
            </p:cNvPr>
            <p:cNvSpPr/>
            <p:nvPr/>
          </p:nvSpPr>
          <p:spPr>
            <a:xfrm>
              <a:off x="4159026" y="4775529"/>
              <a:ext cx="832040" cy="834322"/>
            </a:xfrm>
            <a:custGeom>
              <a:avLst/>
              <a:gdLst>
                <a:gd name="connsiteX0" fmla="*/ 322386 w 832040"/>
                <a:gd name="connsiteY0" fmla="*/ 834322 h 834322"/>
                <a:gd name="connsiteX1" fmla="*/ 322386 w 832040"/>
                <a:gd name="connsiteY1" fmla="*/ 834322 h 834322"/>
                <a:gd name="connsiteX2" fmla="*/ 283880 w 832040"/>
                <a:gd name="connsiteY2" fmla="*/ 804202 h 834322"/>
                <a:gd name="connsiteX3" fmla="*/ 197143 w 832040"/>
                <a:gd name="connsiteY3" fmla="*/ 456213 h 834322"/>
                <a:gd name="connsiteX4" fmla="*/ 39697 w 832040"/>
                <a:gd name="connsiteY4" fmla="*/ 456213 h 834322"/>
                <a:gd name="connsiteX5" fmla="*/ 0 w 832040"/>
                <a:gd name="connsiteY5" fmla="*/ 416516 h 834322"/>
                <a:gd name="connsiteX6" fmla="*/ 39697 w 832040"/>
                <a:gd name="connsiteY6" fmla="*/ 376819 h 834322"/>
                <a:gd name="connsiteX7" fmla="*/ 228255 w 832040"/>
                <a:gd name="connsiteY7" fmla="*/ 376819 h 834322"/>
                <a:gd name="connsiteX8" fmla="*/ 266811 w 832040"/>
                <a:gd name="connsiteY8" fmla="*/ 406939 h 834322"/>
                <a:gd name="connsiteX9" fmla="*/ 322485 w 832040"/>
                <a:gd name="connsiteY9" fmla="*/ 630530 h 834322"/>
                <a:gd name="connsiteX10" fmla="*/ 472340 w 832040"/>
                <a:gd name="connsiteY10" fmla="*/ 30120 h 834322"/>
                <a:gd name="connsiteX11" fmla="*/ 510846 w 832040"/>
                <a:gd name="connsiteY11" fmla="*/ 0 h 834322"/>
                <a:gd name="connsiteX12" fmla="*/ 510846 w 832040"/>
                <a:gd name="connsiteY12" fmla="*/ 0 h 834322"/>
                <a:gd name="connsiteX13" fmla="*/ 549351 w 832040"/>
                <a:gd name="connsiteY13" fmla="*/ 30070 h 834322"/>
                <a:gd name="connsiteX14" fmla="*/ 636039 w 832040"/>
                <a:gd name="connsiteY14" fmla="*/ 376770 h 834322"/>
                <a:gd name="connsiteX15" fmla="*/ 792344 w 832040"/>
                <a:gd name="connsiteY15" fmla="*/ 376770 h 834322"/>
                <a:gd name="connsiteX16" fmla="*/ 832041 w 832040"/>
                <a:gd name="connsiteY16" fmla="*/ 416466 h 834322"/>
                <a:gd name="connsiteX17" fmla="*/ 792344 w 832040"/>
                <a:gd name="connsiteY17" fmla="*/ 456163 h 834322"/>
                <a:gd name="connsiteX18" fmla="*/ 604927 w 832040"/>
                <a:gd name="connsiteY18" fmla="*/ 456163 h 834322"/>
                <a:gd name="connsiteX19" fmla="*/ 566421 w 832040"/>
                <a:gd name="connsiteY19" fmla="*/ 426093 h 834322"/>
                <a:gd name="connsiteX20" fmla="*/ 510796 w 832040"/>
                <a:gd name="connsiteY20" fmla="*/ 203544 h 834322"/>
                <a:gd name="connsiteX21" fmla="*/ 360892 w 832040"/>
                <a:gd name="connsiteY21" fmla="*/ 803954 h 834322"/>
                <a:gd name="connsiteX22" fmla="*/ 322386 w 832040"/>
                <a:gd name="connsiteY22" fmla="*/ 834322 h 8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2040" h="834322">
                  <a:moveTo>
                    <a:pt x="322386" y="834322"/>
                  </a:moveTo>
                  <a:lnTo>
                    <a:pt x="322386" y="834322"/>
                  </a:lnTo>
                  <a:cubicBezTo>
                    <a:pt x="304158" y="834312"/>
                    <a:pt x="288278" y="821892"/>
                    <a:pt x="283880" y="804202"/>
                  </a:cubicBezTo>
                  <a:lnTo>
                    <a:pt x="197143" y="456213"/>
                  </a:lnTo>
                  <a:lnTo>
                    <a:pt x="39697" y="456213"/>
                  </a:lnTo>
                  <a:cubicBezTo>
                    <a:pt x="17773" y="456213"/>
                    <a:pt x="0" y="438440"/>
                    <a:pt x="0" y="416516"/>
                  </a:cubicBezTo>
                  <a:cubicBezTo>
                    <a:pt x="0" y="394592"/>
                    <a:pt x="17773" y="376819"/>
                    <a:pt x="39697" y="376819"/>
                  </a:cubicBezTo>
                  <a:lnTo>
                    <a:pt x="228255" y="376819"/>
                  </a:lnTo>
                  <a:cubicBezTo>
                    <a:pt x="246502" y="376805"/>
                    <a:pt x="262409" y="389232"/>
                    <a:pt x="266811" y="406939"/>
                  </a:cubicBezTo>
                  <a:lnTo>
                    <a:pt x="322485" y="630530"/>
                  </a:lnTo>
                  <a:lnTo>
                    <a:pt x="472340" y="30120"/>
                  </a:lnTo>
                  <a:cubicBezTo>
                    <a:pt x="476737" y="12430"/>
                    <a:pt x="492615" y="8"/>
                    <a:pt x="510846" y="0"/>
                  </a:cubicBezTo>
                  <a:lnTo>
                    <a:pt x="510846" y="0"/>
                  </a:lnTo>
                  <a:cubicBezTo>
                    <a:pt x="529061" y="3"/>
                    <a:pt x="544935" y="12400"/>
                    <a:pt x="549351" y="30070"/>
                  </a:cubicBezTo>
                  <a:lnTo>
                    <a:pt x="636039" y="376770"/>
                  </a:lnTo>
                  <a:lnTo>
                    <a:pt x="792344" y="376770"/>
                  </a:lnTo>
                  <a:cubicBezTo>
                    <a:pt x="814267" y="376770"/>
                    <a:pt x="832041" y="394543"/>
                    <a:pt x="832041" y="416466"/>
                  </a:cubicBezTo>
                  <a:cubicBezTo>
                    <a:pt x="832041" y="438390"/>
                    <a:pt x="814267" y="456163"/>
                    <a:pt x="792344" y="456163"/>
                  </a:cubicBezTo>
                  <a:lnTo>
                    <a:pt x="604927" y="456163"/>
                  </a:lnTo>
                  <a:cubicBezTo>
                    <a:pt x="586711" y="456160"/>
                    <a:pt x="570837" y="443763"/>
                    <a:pt x="566421" y="426093"/>
                  </a:cubicBezTo>
                  <a:lnTo>
                    <a:pt x="510796" y="203544"/>
                  </a:lnTo>
                  <a:lnTo>
                    <a:pt x="360892" y="803954"/>
                  </a:lnTo>
                  <a:cubicBezTo>
                    <a:pt x="356591" y="821743"/>
                    <a:pt x="340687" y="834288"/>
                    <a:pt x="322386" y="8343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AC0014CA-A607-C845-9A79-07B58C53094F}"/>
                </a:ext>
              </a:extLst>
            </p:cNvPr>
            <p:cNvSpPr/>
            <p:nvPr/>
          </p:nvSpPr>
          <p:spPr>
            <a:xfrm>
              <a:off x="4442312" y="4775731"/>
              <a:ext cx="267998" cy="834269"/>
            </a:xfrm>
            <a:custGeom>
              <a:avLst/>
              <a:gdLst>
                <a:gd name="connsiteX0" fmla="*/ 39746 w 267998"/>
                <a:gd name="connsiteY0" fmla="*/ 834269 h 834269"/>
                <a:gd name="connsiteX1" fmla="*/ 30119 w 267998"/>
                <a:gd name="connsiteY1" fmla="*/ 833078 h 834269"/>
                <a:gd name="connsiteX2" fmla="*/ 1184 w 267998"/>
                <a:gd name="connsiteY2" fmla="*/ 784971 h 834269"/>
                <a:gd name="connsiteX3" fmla="*/ 1190 w 267998"/>
                <a:gd name="connsiteY3" fmla="*/ 784946 h 834269"/>
                <a:gd name="connsiteX4" fmla="*/ 189749 w 267998"/>
                <a:gd name="connsiteY4" fmla="*/ 30117 h 834269"/>
                <a:gd name="connsiteX5" fmla="*/ 237881 w 267998"/>
                <a:gd name="connsiteY5" fmla="*/ 1188 h 834269"/>
                <a:gd name="connsiteX6" fmla="*/ 266810 w 267998"/>
                <a:gd name="connsiteY6" fmla="*/ 49320 h 834269"/>
                <a:gd name="connsiteX7" fmla="*/ 78251 w 267998"/>
                <a:gd name="connsiteY7" fmla="*/ 804150 h 834269"/>
                <a:gd name="connsiteX8" fmla="*/ 39746 w 267998"/>
                <a:gd name="connsiteY8" fmla="*/ 834269 h 83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98" h="834269">
                  <a:moveTo>
                    <a:pt x="39746" y="834269"/>
                  </a:moveTo>
                  <a:cubicBezTo>
                    <a:pt x="36500" y="834264"/>
                    <a:pt x="33268" y="833863"/>
                    <a:pt x="30119" y="833078"/>
                  </a:cubicBezTo>
                  <a:cubicBezTo>
                    <a:pt x="8844" y="827784"/>
                    <a:pt x="-4110" y="806244"/>
                    <a:pt x="1184" y="784971"/>
                  </a:cubicBezTo>
                  <a:cubicBezTo>
                    <a:pt x="1186" y="784961"/>
                    <a:pt x="1188" y="784956"/>
                    <a:pt x="1190" y="784946"/>
                  </a:cubicBezTo>
                  <a:lnTo>
                    <a:pt x="189749" y="30117"/>
                  </a:lnTo>
                  <a:cubicBezTo>
                    <a:pt x="195054" y="8837"/>
                    <a:pt x="216604" y="-4115"/>
                    <a:pt x="237881" y="1188"/>
                  </a:cubicBezTo>
                  <a:cubicBezTo>
                    <a:pt x="259159" y="6491"/>
                    <a:pt x="272115" y="28040"/>
                    <a:pt x="266810" y="49320"/>
                  </a:cubicBezTo>
                  <a:lnTo>
                    <a:pt x="78251" y="804150"/>
                  </a:lnTo>
                  <a:cubicBezTo>
                    <a:pt x="73854" y="821839"/>
                    <a:pt x="57974" y="834260"/>
                    <a:pt x="39746" y="8342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0" name="Picture Placeholder 94">
            <a:extLst>
              <a:ext uri="{FF2B5EF4-FFF2-40B4-BE49-F238E27FC236}">
                <a16:creationId xmlns:a16="http://schemas.microsoft.com/office/drawing/2014/main" id="{6AC45209-C537-47F9-9A56-DD5E140F171C}"/>
              </a:ext>
            </a:extLst>
          </p:cNvPr>
          <p:cNvGrpSpPr>
            <a:grpSpLocks noChangeAspect="1"/>
          </p:cNvGrpSpPr>
          <p:nvPr/>
        </p:nvGrpSpPr>
        <p:grpSpPr>
          <a:xfrm>
            <a:off x="5477879" y="4781149"/>
            <a:ext cx="828553" cy="823182"/>
            <a:chOff x="5477879" y="4781149"/>
            <a:chExt cx="828553" cy="82318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B117EC21-FF41-FE41-9CBA-ACE10DD31EC7}"/>
                </a:ext>
              </a:extLst>
            </p:cNvPr>
            <p:cNvSpPr/>
            <p:nvPr/>
          </p:nvSpPr>
          <p:spPr>
            <a:xfrm>
              <a:off x="5484782" y="4782493"/>
              <a:ext cx="821650" cy="821837"/>
            </a:xfrm>
            <a:custGeom>
              <a:avLst/>
              <a:gdLst>
                <a:gd name="connsiteX0" fmla="*/ 410750 w 821650"/>
                <a:gd name="connsiteY0" fmla="*/ 821801 h 821837"/>
                <a:gd name="connsiteX1" fmla="*/ 407922 w 821650"/>
                <a:gd name="connsiteY1" fmla="*/ 821801 h 821837"/>
                <a:gd name="connsiteX2" fmla="*/ 373187 w 821650"/>
                <a:gd name="connsiteY2" fmla="*/ 794757 h 821837"/>
                <a:gd name="connsiteX3" fmla="*/ 286549 w 821650"/>
                <a:gd name="connsiteY3" fmla="*/ 535092 h 821837"/>
                <a:gd name="connsiteX4" fmla="*/ 26983 w 821650"/>
                <a:gd name="connsiteY4" fmla="*/ 448554 h 821837"/>
                <a:gd name="connsiteX5" fmla="*/ 2105 w 821650"/>
                <a:gd name="connsiteY5" fmla="*/ 398228 h 821837"/>
                <a:gd name="connsiteX6" fmla="*/ 22021 w 821650"/>
                <a:gd name="connsiteY6" fmla="*/ 375413 h 821837"/>
                <a:gd name="connsiteX7" fmla="*/ 764199 w 821650"/>
                <a:gd name="connsiteY7" fmla="*/ 4201 h 821837"/>
                <a:gd name="connsiteX8" fmla="*/ 817457 w 821650"/>
                <a:gd name="connsiteY8" fmla="*/ 21950 h 821837"/>
                <a:gd name="connsiteX9" fmla="*/ 817442 w 821650"/>
                <a:gd name="connsiteY9" fmla="*/ 57493 h 821837"/>
                <a:gd name="connsiteX10" fmla="*/ 446278 w 821650"/>
                <a:gd name="connsiteY10" fmla="*/ 799819 h 821837"/>
                <a:gd name="connsiteX11" fmla="*/ 410750 w 821650"/>
                <a:gd name="connsiteY11" fmla="*/ 821801 h 821837"/>
                <a:gd name="connsiteX12" fmla="*/ 143046 w 821650"/>
                <a:gd name="connsiteY12" fmla="*/ 403548 h 821837"/>
                <a:gd name="connsiteX13" fmla="*/ 330513 w 821650"/>
                <a:gd name="connsiteY13" fmla="*/ 466070 h 821837"/>
                <a:gd name="connsiteX14" fmla="*/ 355621 w 821650"/>
                <a:gd name="connsiteY14" fmla="*/ 491178 h 821837"/>
                <a:gd name="connsiteX15" fmla="*/ 418094 w 821650"/>
                <a:gd name="connsiteY15" fmla="*/ 678645 h 821837"/>
                <a:gd name="connsiteX16" fmla="*/ 693042 w 821650"/>
                <a:gd name="connsiteY16" fmla="*/ 128500 h 82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1650" h="821837">
                  <a:moveTo>
                    <a:pt x="410750" y="821801"/>
                  </a:moveTo>
                  <a:cubicBezTo>
                    <a:pt x="409808" y="821850"/>
                    <a:pt x="408864" y="821850"/>
                    <a:pt x="407922" y="821801"/>
                  </a:cubicBezTo>
                  <a:cubicBezTo>
                    <a:pt x="391948" y="820620"/>
                    <a:pt x="378249" y="809956"/>
                    <a:pt x="373187" y="794757"/>
                  </a:cubicBezTo>
                  <a:lnTo>
                    <a:pt x="286549" y="535092"/>
                  </a:lnTo>
                  <a:lnTo>
                    <a:pt x="26983" y="448554"/>
                  </a:lnTo>
                  <a:cubicBezTo>
                    <a:pt x="6216" y="441527"/>
                    <a:pt x="-4922" y="418995"/>
                    <a:pt x="2105" y="398228"/>
                  </a:cubicBezTo>
                  <a:cubicBezTo>
                    <a:pt x="5468" y="388290"/>
                    <a:pt x="12629" y="380087"/>
                    <a:pt x="22021" y="375413"/>
                  </a:cubicBezTo>
                  <a:lnTo>
                    <a:pt x="764199" y="4201"/>
                  </a:lnTo>
                  <a:cubicBezTo>
                    <a:pt x="783809" y="-5605"/>
                    <a:pt x="807651" y="2342"/>
                    <a:pt x="817457" y="21950"/>
                  </a:cubicBezTo>
                  <a:cubicBezTo>
                    <a:pt x="823054" y="33139"/>
                    <a:pt x="823049" y="46310"/>
                    <a:pt x="817442" y="57493"/>
                  </a:cubicBezTo>
                  <a:lnTo>
                    <a:pt x="446278" y="799819"/>
                  </a:lnTo>
                  <a:cubicBezTo>
                    <a:pt x="439561" y="813291"/>
                    <a:pt x="425802" y="821801"/>
                    <a:pt x="410750" y="821801"/>
                  </a:cubicBezTo>
                  <a:close/>
                  <a:moveTo>
                    <a:pt x="143046" y="403548"/>
                  </a:moveTo>
                  <a:lnTo>
                    <a:pt x="330513" y="466070"/>
                  </a:lnTo>
                  <a:cubicBezTo>
                    <a:pt x="342368" y="470021"/>
                    <a:pt x="351670" y="479324"/>
                    <a:pt x="355621" y="491178"/>
                  </a:cubicBezTo>
                  <a:lnTo>
                    <a:pt x="418094" y="678645"/>
                  </a:lnTo>
                  <a:lnTo>
                    <a:pt x="693042" y="12850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B39BBABF-C9AF-1444-918B-DBD09CDD4EB3}"/>
                </a:ext>
              </a:extLst>
            </p:cNvPr>
            <p:cNvSpPr/>
            <p:nvPr/>
          </p:nvSpPr>
          <p:spPr>
            <a:xfrm>
              <a:off x="5763013" y="4781149"/>
              <a:ext cx="540084" cy="544774"/>
            </a:xfrm>
            <a:custGeom>
              <a:avLst/>
              <a:gdLst>
                <a:gd name="connsiteX0" fmla="*/ 39728 w 540084"/>
                <a:gd name="connsiteY0" fmla="*/ 544773 h 544774"/>
                <a:gd name="connsiteX1" fmla="*/ 0 w 540084"/>
                <a:gd name="connsiteY1" fmla="*/ 505106 h 544774"/>
                <a:gd name="connsiteX2" fmla="*/ 11494 w 540084"/>
                <a:gd name="connsiteY2" fmla="*/ 477140 h 544774"/>
                <a:gd name="connsiteX3" fmla="*/ 471478 w 540084"/>
                <a:gd name="connsiteY3" fmla="*/ 12492 h 544774"/>
                <a:gd name="connsiteX4" fmla="*/ 527595 w 540084"/>
                <a:gd name="connsiteY4" fmla="*/ 10788 h 544774"/>
                <a:gd name="connsiteX5" fmla="*/ 529297 w 540084"/>
                <a:gd name="connsiteY5" fmla="*/ 66901 h 544774"/>
                <a:gd name="connsiteX6" fmla="*/ 527897 w 540084"/>
                <a:gd name="connsiteY6" fmla="*/ 68315 h 544774"/>
                <a:gd name="connsiteX7" fmla="*/ 67913 w 540084"/>
                <a:gd name="connsiteY7" fmla="*/ 533211 h 544774"/>
                <a:gd name="connsiteX8" fmla="*/ 39728 w 540084"/>
                <a:gd name="connsiteY8" fmla="*/ 544773 h 54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0084" h="544774">
                  <a:moveTo>
                    <a:pt x="39728" y="544773"/>
                  </a:moveTo>
                  <a:cubicBezTo>
                    <a:pt x="17804" y="544793"/>
                    <a:pt x="17" y="527034"/>
                    <a:pt x="0" y="505106"/>
                  </a:cubicBezTo>
                  <a:cubicBezTo>
                    <a:pt x="-8" y="494636"/>
                    <a:pt x="4123" y="484583"/>
                    <a:pt x="11494" y="477140"/>
                  </a:cubicBezTo>
                  <a:lnTo>
                    <a:pt x="471478" y="12492"/>
                  </a:lnTo>
                  <a:cubicBezTo>
                    <a:pt x="486504" y="-3474"/>
                    <a:pt x="511627" y="-4237"/>
                    <a:pt x="527595" y="10788"/>
                  </a:cubicBezTo>
                  <a:cubicBezTo>
                    <a:pt x="543558" y="25813"/>
                    <a:pt x="544322" y="50936"/>
                    <a:pt x="529297" y="66901"/>
                  </a:cubicBezTo>
                  <a:cubicBezTo>
                    <a:pt x="528840" y="67384"/>
                    <a:pt x="528374" y="67856"/>
                    <a:pt x="527897" y="68315"/>
                  </a:cubicBezTo>
                  <a:lnTo>
                    <a:pt x="67913" y="533211"/>
                  </a:lnTo>
                  <a:cubicBezTo>
                    <a:pt x="60452" y="540694"/>
                    <a:pt x="50295" y="544857"/>
                    <a:pt x="39728" y="5447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46D41872-8A82-1A40-90C7-5A7B710935BD}"/>
                </a:ext>
              </a:extLst>
            </p:cNvPr>
            <p:cNvSpPr/>
            <p:nvPr/>
          </p:nvSpPr>
          <p:spPr>
            <a:xfrm>
              <a:off x="5477879" y="4781252"/>
              <a:ext cx="822499" cy="821800"/>
            </a:xfrm>
            <a:custGeom>
              <a:avLst/>
              <a:gdLst>
                <a:gd name="connsiteX0" fmla="*/ 416512 w 822499"/>
                <a:gd name="connsiteY0" fmla="*/ 821801 h 821800"/>
                <a:gd name="connsiteX1" fmla="*/ 376885 w 822499"/>
                <a:gd name="connsiteY1" fmla="*/ 782035 h 821800"/>
                <a:gd name="connsiteX2" fmla="*/ 380983 w 822499"/>
                <a:gd name="connsiteY2" fmla="*/ 764539 h 821800"/>
                <a:gd name="connsiteX3" fmla="*/ 694983 w 822499"/>
                <a:gd name="connsiteY3" fmla="*/ 128005 h 821800"/>
                <a:gd name="connsiteX4" fmla="*/ 58151 w 822499"/>
                <a:gd name="connsiteY4" fmla="*/ 446420 h 821800"/>
                <a:gd name="connsiteX5" fmla="*/ 4554 w 822499"/>
                <a:gd name="connsiteY5" fmla="*/ 429716 h 821800"/>
                <a:gd name="connsiteX6" fmla="*/ 21258 w 822499"/>
                <a:gd name="connsiteY6" fmla="*/ 376119 h 821800"/>
                <a:gd name="connsiteX7" fmla="*/ 22672 w 822499"/>
                <a:gd name="connsiteY7" fmla="*/ 375413 h 821800"/>
                <a:gd name="connsiteX8" fmla="*/ 765048 w 822499"/>
                <a:gd name="connsiteY8" fmla="*/ 4201 h 821800"/>
                <a:gd name="connsiteX9" fmla="*/ 818306 w 822499"/>
                <a:gd name="connsiteY9" fmla="*/ 21950 h 821800"/>
                <a:gd name="connsiteX10" fmla="*/ 818390 w 822499"/>
                <a:gd name="connsiteY10" fmla="*/ 57295 h 821800"/>
                <a:gd name="connsiteX11" fmla="*/ 452140 w 822499"/>
                <a:gd name="connsiteY11" fmla="*/ 799670 h 821800"/>
                <a:gd name="connsiteX12" fmla="*/ 416512 w 822499"/>
                <a:gd name="connsiteY12" fmla="*/ 821801 h 82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2499" h="821800">
                  <a:moveTo>
                    <a:pt x="416512" y="821801"/>
                  </a:moveTo>
                  <a:cubicBezTo>
                    <a:pt x="394588" y="821761"/>
                    <a:pt x="376846" y="803957"/>
                    <a:pt x="376885" y="782035"/>
                  </a:cubicBezTo>
                  <a:cubicBezTo>
                    <a:pt x="376896" y="775966"/>
                    <a:pt x="378298" y="769982"/>
                    <a:pt x="380983" y="764539"/>
                  </a:cubicBezTo>
                  <a:lnTo>
                    <a:pt x="694983" y="128005"/>
                  </a:lnTo>
                  <a:lnTo>
                    <a:pt x="58151" y="446420"/>
                  </a:lnTo>
                  <a:cubicBezTo>
                    <a:pt x="38738" y="456608"/>
                    <a:pt x="14742" y="449129"/>
                    <a:pt x="4554" y="429716"/>
                  </a:cubicBezTo>
                  <a:cubicBezTo>
                    <a:pt x="-5633" y="410303"/>
                    <a:pt x="1845" y="386307"/>
                    <a:pt x="21258" y="376119"/>
                  </a:cubicBezTo>
                  <a:cubicBezTo>
                    <a:pt x="21725" y="375875"/>
                    <a:pt x="22196" y="375639"/>
                    <a:pt x="22672" y="375413"/>
                  </a:cubicBezTo>
                  <a:lnTo>
                    <a:pt x="765048" y="4201"/>
                  </a:lnTo>
                  <a:cubicBezTo>
                    <a:pt x="784658" y="-5605"/>
                    <a:pt x="808501" y="2341"/>
                    <a:pt x="818306" y="21950"/>
                  </a:cubicBezTo>
                  <a:cubicBezTo>
                    <a:pt x="823868" y="33069"/>
                    <a:pt x="823898" y="46150"/>
                    <a:pt x="818390" y="57295"/>
                  </a:cubicBezTo>
                  <a:lnTo>
                    <a:pt x="452140" y="799670"/>
                  </a:lnTo>
                  <a:cubicBezTo>
                    <a:pt x="445448" y="813231"/>
                    <a:pt x="431634" y="821811"/>
                    <a:pt x="416512" y="8218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96">
            <a:extLst>
              <a:ext uri="{FF2B5EF4-FFF2-40B4-BE49-F238E27FC236}">
                <a16:creationId xmlns:a16="http://schemas.microsoft.com/office/drawing/2014/main" id="{FBBAD2F7-7CBD-4ACD-B93B-0AE85E6EC8DE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32" y="4758609"/>
            <a:ext cx="868363" cy="868362"/>
            <a:chOff x="6775832" y="4758609"/>
            <a:chExt cx="868363" cy="868362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6CB40002-FE42-E849-B3BF-D45B1D7F66C1}"/>
                </a:ext>
              </a:extLst>
            </p:cNvPr>
            <p:cNvSpPr/>
            <p:nvPr/>
          </p:nvSpPr>
          <p:spPr>
            <a:xfrm>
              <a:off x="6979277" y="4778457"/>
              <a:ext cx="645069" cy="640106"/>
            </a:xfrm>
            <a:custGeom>
              <a:avLst/>
              <a:gdLst>
                <a:gd name="connsiteX0" fmla="*/ 605373 w 645069"/>
                <a:gd name="connsiteY0" fmla="*/ 640107 h 640106"/>
                <a:gd name="connsiteX1" fmla="*/ 429567 w 645069"/>
                <a:gd name="connsiteY1" fmla="*/ 640107 h 640106"/>
                <a:gd name="connsiteX2" fmla="*/ 389870 w 645069"/>
                <a:gd name="connsiteY2" fmla="*/ 600410 h 640106"/>
                <a:gd name="connsiteX3" fmla="*/ 429567 w 645069"/>
                <a:gd name="connsiteY3" fmla="*/ 560714 h 640106"/>
                <a:gd name="connsiteX4" fmla="*/ 565676 w 645069"/>
                <a:gd name="connsiteY4" fmla="*/ 560714 h 640106"/>
                <a:gd name="connsiteX5" fmla="*/ 565676 w 645069"/>
                <a:gd name="connsiteY5" fmla="*/ 79393 h 640106"/>
                <a:gd name="connsiteX6" fmla="*/ 79393 w 645069"/>
                <a:gd name="connsiteY6" fmla="*/ 79393 h 640106"/>
                <a:gd name="connsiteX7" fmla="*/ 79393 w 645069"/>
                <a:gd name="connsiteY7" fmla="*/ 226518 h 640106"/>
                <a:gd name="connsiteX8" fmla="*/ 39697 w 645069"/>
                <a:gd name="connsiteY8" fmla="*/ 266215 h 640106"/>
                <a:gd name="connsiteX9" fmla="*/ 0 w 645069"/>
                <a:gd name="connsiteY9" fmla="*/ 226518 h 640106"/>
                <a:gd name="connsiteX10" fmla="*/ 0 w 645069"/>
                <a:gd name="connsiteY10" fmla="*/ 39697 h 640106"/>
                <a:gd name="connsiteX11" fmla="*/ 39697 w 645069"/>
                <a:gd name="connsiteY11" fmla="*/ 0 h 640106"/>
                <a:gd name="connsiteX12" fmla="*/ 605373 w 645069"/>
                <a:gd name="connsiteY12" fmla="*/ 0 h 640106"/>
                <a:gd name="connsiteX13" fmla="*/ 645070 w 645069"/>
                <a:gd name="connsiteY13" fmla="*/ 39697 h 640106"/>
                <a:gd name="connsiteX14" fmla="*/ 645070 w 645069"/>
                <a:gd name="connsiteY14" fmla="*/ 600410 h 640106"/>
                <a:gd name="connsiteX15" fmla="*/ 605373 w 645069"/>
                <a:gd name="connsiteY15" fmla="*/ 640107 h 6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5069" h="640106">
                  <a:moveTo>
                    <a:pt x="605373" y="640107"/>
                  </a:moveTo>
                  <a:lnTo>
                    <a:pt x="429567" y="640107"/>
                  </a:lnTo>
                  <a:cubicBezTo>
                    <a:pt x="407644" y="640107"/>
                    <a:pt x="389870" y="622333"/>
                    <a:pt x="389870" y="600410"/>
                  </a:cubicBezTo>
                  <a:cubicBezTo>
                    <a:pt x="389870" y="578488"/>
                    <a:pt x="407644" y="560714"/>
                    <a:pt x="429567" y="560714"/>
                  </a:cubicBezTo>
                  <a:lnTo>
                    <a:pt x="565676" y="560714"/>
                  </a:lnTo>
                  <a:lnTo>
                    <a:pt x="565676" y="79393"/>
                  </a:lnTo>
                  <a:lnTo>
                    <a:pt x="79393" y="79393"/>
                  </a:lnTo>
                  <a:lnTo>
                    <a:pt x="79393" y="226518"/>
                  </a:lnTo>
                  <a:cubicBezTo>
                    <a:pt x="79393" y="248442"/>
                    <a:pt x="61621" y="266215"/>
                    <a:pt x="39697" y="266215"/>
                  </a:cubicBezTo>
                  <a:cubicBezTo>
                    <a:pt x="17773" y="266215"/>
                    <a:pt x="0" y="248442"/>
                    <a:pt x="0" y="22651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600410"/>
                  </a:lnTo>
                  <a:cubicBezTo>
                    <a:pt x="645070" y="622333"/>
                    <a:pt x="627296" y="640107"/>
                    <a:pt x="605373" y="6401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2764786D-D64B-5345-989B-7A624416D5E8}"/>
                </a:ext>
              </a:extLst>
            </p:cNvPr>
            <p:cNvSpPr/>
            <p:nvPr/>
          </p:nvSpPr>
          <p:spPr>
            <a:xfrm>
              <a:off x="6795680" y="4967015"/>
              <a:ext cx="645069" cy="640106"/>
            </a:xfrm>
            <a:custGeom>
              <a:avLst/>
              <a:gdLst>
                <a:gd name="connsiteX0" fmla="*/ 605373 w 645069"/>
                <a:gd name="connsiteY0" fmla="*/ 640107 h 640106"/>
                <a:gd name="connsiteX1" fmla="*/ 39697 w 645069"/>
                <a:gd name="connsiteY1" fmla="*/ 640107 h 640106"/>
                <a:gd name="connsiteX2" fmla="*/ 0 w 645069"/>
                <a:gd name="connsiteY2" fmla="*/ 600410 h 640106"/>
                <a:gd name="connsiteX3" fmla="*/ 0 w 645069"/>
                <a:gd name="connsiteY3" fmla="*/ 39697 h 640106"/>
                <a:gd name="connsiteX4" fmla="*/ 39697 w 645069"/>
                <a:gd name="connsiteY4" fmla="*/ 0 h 640106"/>
                <a:gd name="connsiteX5" fmla="*/ 605373 w 645069"/>
                <a:gd name="connsiteY5" fmla="*/ 0 h 640106"/>
                <a:gd name="connsiteX6" fmla="*/ 645070 w 645069"/>
                <a:gd name="connsiteY6" fmla="*/ 39697 h 640106"/>
                <a:gd name="connsiteX7" fmla="*/ 645070 w 645069"/>
                <a:gd name="connsiteY7" fmla="*/ 600410 h 640106"/>
                <a:gd name="connsiteX8" fmla="*/ 605373 w 645069"/>
                <a:gd name="connsiteY8" fmla="*/ 640107 h 640106"/>
                <a:gd name="connsiteX9" fmla="*/ 79393 w 645069"/>
                <a:gd name="connsiteY9" fmla="*/ 560714 h 640106"/>
                <a:gd name="connsiteX10" fmla="*/ 565676 w 645069"/>
                <a:gd name="connsiteY10" fmla="*/ 560714 h 640106"/>
                <a:gd name="connsiteX11" fmla="*/ 565676 w 645069"/>
                <a:gd name="connsiteY11" fmla="*/ 79393 h 640106"/>
                <a:gd name="connsiteX12" fmla="*/ 79393 w 645069"/>
                <a:gd name="connsiteY12" fmla="*/ 79393 h 6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640106">
                  <a:moveTo>
                    <a:pt x="605373" y="640107"/>
                  </a:moveTo>
                  <a:lnTo>
                    <a:pt x="39697" y="640107"/>
                  </a:lnTo>
                  <a:cubicBezTo>
                    <a:pt x="17773" y="640107"/>
                    <a:pt x="0" y="622333"/>
                    <a:pt x="0" y="600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600410"/>
                  </a:lnTo>
                  <a:cubicBezTo>
                    <a:pt x="645070" y="622333"/>
                    <a:pt x="627296" y="640107"/>
                    <a:pt x="605373" y="640107"/>
                  </a:cubicBezTo>
                  <a:close/>
                  <a:moveTo>
                    <a:pt x="79393" y="560714"/>
                  </a:moveTo>
                  <a:lnTo>
                    <a:pt x="565676" y="560714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7" name="Picture Placeholder 98">
            <a:extLst>
              <a:ext uri="{FF2B5EF4-FFF2-40B4-BE49-F238E27FC236}">
                <a16:creationId xmlns:a16="http://schemas.microsoft.com/office/drawing/2014/main" id="{133A185B-52D0-42C8-86D0-EE0CE3E838E4}"/>
              </a:ext>
            </a:extLst>
          </p:cNvPr>
          <p:cNvGrpSpPr>
            <a:grpSpLocks noChangeAspect="1"/>
          </p:cNvGrpSpPr>
          <p:nvPr/>
        </p:nvGrpSpPr>
        <p:grpSpPr>
          <a:xfrm>
            <a:off x="8111533" y="4824058"/>
            <a:ext cx="831988" cy="737462"/>
            <a:chOff x="8111533" y="4824058"/>
            <a:chExt cx="831988" cy="73746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268D62E-F013-AC48-87C7-3B279CC081FA}"/>
                </a:ext>
              </a:extLst>
            </p:cNvPr>
            <p:cNvSpPr/>
            <p:nvPr/>
          </p:nvSpPr>
          <p:spPr>
            <a:xfrm>
              <a:off x="8111550" y="4824058"/>
              <a:ext cx="738009" cy="737462"/>
            </a:xfrm>
            <a:custGeom>
              <a:avLst/>
              <a:gdLst>
                <a:gd name="connsiteX0" fmla="*/ 39697 w 738009"/>
                <a:gd name="connsiteY0" fmla="*/ 737463 h 737462"/>
                <a:gd name="connsiteX1" fmla="*/ 0 w 738009"/>
                <a:gd name="connsiteY1" fmla="*/ 697766 h 737462"/>
                <a:gd name="connsiteX2" fmla="*/ 0 w 738009"/>
                <a:gd name="connsiteY2" fmla="*/ 39697 h 737462"/>
                <a:gd name="connsiteX3" fmla="*/ 39697 w 738009"/>
                <a:gd name="connsiteY3" fmla="*/ 0 h 737462"/>
                <a:gd name="connsiteX4" fmla="*/ 698313 w 738009"/>
                <a:gd name="connsiteY4" fmla="*/ 0 h 737462"/>
                <a:gd name="connsiteX5" fmla="*/ 738009 w 738009"/>
                <a:gd name="connsiteY5" fmla="*/ 39697 h 737462"/>
                <a:gd name="connsiteX6" fmla="*/ 738009 w 738009"/>
                <a:gd name="connsiteY6" fmla="*/ 228255 h 737462"/>
                <a:gd name="connsiteX7" fmla="*/ 698313 w 738009"/>
                <a:gd name="connsiteY7" fmla="*/ 267952 h 737462"/>
                <a:gd name="connsiteX8" fmla="*/ 658616 w 738009"/>
                <a:gd name="connsiteY8" fmla="*/ 228255 h 737462"/>
                <a:gd name="connsiteX9" fmla="*/ 658616 w 738009"/>
                <a:gd name="connsiteY9" fmla="*/ 79393 h 737462"/>
                <a:gd name="connsiteX10" fmla="*/ 79393 w 738009"/>
                <a:gd name="connsiteY10" fmla="*/ 79393 h 737462"/>
                <a:gd name="connsiteX11" fmla="*/ 79393 w 738009"/>
                <a:gd name="connsiteY11" fmla="*/ 697766 h 737462"/>
                <a:gd name="connsiteX12" fmla="*/ 39697 w 738009"/>
                <a:gd name="connsiteY12" fmla="*/ 737463 h 73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9" h="737462">
                  <a:moveTo>
                    <a:pt x="39697" y="737463"/>
                  </a:moveTo>
                  <a:cubicBezTo>
                    <a:pt x="17773" y="737463"/>
                    <a:pt x="0" y="719689"/>
                    <a:pt x="0" y="697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8313" y="0"/>
                  </a:lnTo>
                  <a:cubicBezTo>
                    <a:pt x="720235" y="0"/>
                    <a:pt x="738009" y="17773"/>
                    <a:pt x="738009" y="39697"/>
                  </a:cubicBezTo>
                  <a:lnTo>
                    <a:pt x="738009" y="228255"/>
                  </a:lnTo>
                  <a:cubicBezTo>
                    <a:pt x="738009" y="250179"/>
                    <a:pt x="720235" y="267952"/>
                    <a:pt x="698313" y="267952"/>
                  </a:cubicBezTo>
                  <a:cubicBezTo>
                    <a:pt x="676390" y="267952"/>
                    <a:pt x="658616" y="250179"/>
                    <a:pt x="658616" y="228255"/>
                  </a:cubicBezTo>
                  <a:lnTo>
                    <a:pt x="658616" y="79393"/>
                  </a:lnTo>
                  <a:lnTo>
                    <a:pt x="79393" y="79393"/>
                  </a:lnTo>
                  <a:lnTo>
                    <a:pt x="79393" y="697766"/>
                  </a:lnTo>
                  <a:cubicBezTo>
                    <a:pt x="79393" y="719689"/>
                    <a:pt x="61621" y="737463"/>
                    <a:pt x="39697" y="7374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1A960261-9857-7842-8C4F-E9A3AFB5E598}"/>
                </a:ext>
              </a:extLst>
            </p:cNvPr>
            <p:cNvSpPr/>
            <p:nvPr/>
          </p:nvSpPr>
          <p:spPr>
            <a:xfrm>
              <a:off x="8111533" y="5011922"/>
              <a:ext cx="831988" cy="549598"/>
            </a:xfrm>
            <a:custGeom>
              <a:avLst/>
              <a:gdLst>
                <a:gd name="connsiteX0" fmla="*/ 698330 w 831988"/>
                <a:gd name="connsiteY0" fmla="*/ 549599 h 549598"/>
                <a:gd name="connsiteX1" fmla="*/ 39714 w 831988"/>
                <a:gd name="connsiteY1" fmla="*/ 549599 h 549598"/>
                <a:gd name="connsiteX2" fmla="*/ 0 w 831988"/>
                <a:gd name="connsiteY2" fmla="*/ 509922 h 549598"/>
                <a:gd name="connsiteX3" fmla="*/ 762 w 831988"/>
                <a:gd name="connsiteY3" fmla="*/ 502161 h 549598"/>
                <a:gd name="connsiteX4" fmla="*/ 94744 w 831988"/>
                <a:gd name="connsiteY4" fmla="*/ 31906 h 549598"/>
                <a:gd name="connsiteX5" fmla="*/ 133646 w 831988"/>
                <a:gd name="connsiteY5" fmla="*/ 0 h 549598"/>
                <a:gd name="connsiteX6" fmla="*/ 792263 w 831988"/>
                <a:gd name="connsiteY6" fmla="*/ 0 h 549598"/>
                <a:gd name="connsiteX7" fmla="*/ 831989 w 831988"/>
                <a:gd name="connsiteY7" fmla="*/ 39669 h 549598"/>
                <a:gd name="connsiteX8" fmla="*/ 831215 w 831988"/>
                <a:gd name="connsiteY8" fmla="*/ 47487 h 549598"/>
                <a:gd name="connsiteX9" fmla="*/ 737233 w 831988"/>
                <a:gd name="connsiteY9" fmla="*/ 517693 h 549598"/>
                <a:gd name="connsiteX10" fmla="*/ 698330 w 831988"/>
                <a:gd name="connsiteY10" fmla="*/ 549599 h 549598"/>
                <a:gd name="connsiteX11" fmla="*/ 87995 w 831988"/>
                <a:gd name="connsiteY11" fmla="*/ 470206 h 549598"/>
                <a:gd name="connsiteX12" fmla="*/ 665779 w 831988"/>
                <a:gd name="connsiteY12" fmla="*/ 470206 h 549598"/>
                <a:gd name="connsiteX13" fmla="*/ 743833 w 831988"/>
                <a:gd name="connsiteY13" fmla="*/ 79393 h 549598"/>
                <a:gd name="connsiteX14" fmla="*/ 166198 w 831988"/>
                <a:gd name="connsiteY14" fmla="*/ 79393 h 54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1988" h="549598">
                  <a:moveTo>
                    <a:pt x="698330" y="549599"/>
                  </a:moveTo>
                  <a:lnTo>
                    <a:pt x="39714" y="549599"/>
                  </a:lnTo>
                  <a:cubicBezTo>
                    <a:pt x="17790" y="549609"/>
                    <a:pt x="10" y="531844"/>
                    <a:pt x="0" y="509922"/>
                  </a:cubicBezTo>
                  <a:cubicBezTo>
                    <a:pt x="-1" y="507317"/>
                    <a:pt x="254" y="504717"/>
                    <a:pt x="762" y="502161"/>
                  </a:cubicBezTo>
                  <a:lnTo>
                    <a:pt x="94744" y="31906"/>
                  </a:lnTo>
                  <a:cubicBezTo>
                    <a:pt x="98455" y="13361"/>
                    <a:pt x="114734" y="10"/>
                    <a:pt x="133646" y="0"/>
                  </a:cubicBezTo>
                  <a:lnTo>
                    <a:pt x="792263" y="0"/>
                  </a:lnTo>
                  <a:cubicBezTo>
                    <a:pt x="814185" y="-15"/>
                    <a:pt x="831969" y="17745"/>
                    <a:pt x="831989" y="39669"/>
                  </a:cubicBezTo>
                  <a:cubicBezTo>
                    <a:pt x="831989" y="42294"/>
                    <a:pt x="831731" y="44913"/>
                    <a:pt x="831215" y="47487"/>
                  </a:cubicBezTo>
                  <a:lnTo>
                    <a:pt x="737233" y="517693"/>
                  </a:lnTo>
                  <a:cubicBezTo>
                    <a:pt x="733522" y="536236"/>
                    <a:pt x="717241" y="549589"/>
                    <a:pt x="698330" y="549599"/>
                  </a:cubicBezTo>
                  <a:close/>
                  <a:moveTo>
                    <a:pt x="87995" y="470206"/>
                  </a:moveTo>
                  <a:lnTo>
                    <a:pt x="665779" y="470206"/>
                  </a:lnTo>
                  <a:lnTo>
                    <a:pt x="743833" y="79393"/>
                  </a:lnTo>
                  <a:lnTo>
                    <a:pt x="166198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0" name="Picture Placeholder 100">
            <a:extLst>
              <a:ext uri="{FF2B5EF4-FFF2-40B4-BE49-F238E27FC236}">
                <a16:creationId xmlns:a16="http://schemas.microsoft.com/office/drawing/2014/main" id="{6EB50A55-E1B7-4359-92F2-FF1CB25D6625}"/>
              </a:ext>
            </a:extLst>
          </p:cNvPr>
          <p:cNvGrpSpPr>
            <a:grpSpLocks noChangeAspect="1"/>
          </p:cNvGrpSpPr>
          <p:nvPr/>
        </p:nvGrpSpPr>
        <p:grpSpPr>
          <a:xfrm>
            <a:off x="9432175" y="4778705"/>
            <a:ext cx="825706" cy="828417"/>
            <a:chOff x="9432175" y="4778705"/>
            <a:chExt cx="825706" cy="828417"/>
          </a:xfrm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A9CCEB86-BD94-2446-981C-57CD3D8AD13C}"/>
                </a:ext>
              </a:extLst>
            </p:cNvPr>
            <p:cNvSpPr/>
            <p:nvPr/>
          </p:nvSpPr>
          <p:spPr>
            <a:xfrm>
              <a:off x="9432175" y="4778705"/>
              <a:ext cx="825706" cy="825787"/>
            </a:xfrm>
            <a:custGeom>
              <a:avLst/>
              <a:gdLst>
                <a:gd name="connsiteX0" fmla="*/ 412853 w 825706"/>
                <a:gd name="connsiteY0" fmla="*/ 825787 h 825787"/>
                <a:gd name="connsiteX1" fmla="*/ 379806 w 825706"/>
                <a:gd name="connsiteY1" fmla="*/ 808073 h 825787"/>
                <a:gd name="connsiteX2" fmla="*/ 6658 w 825706"/>
                <a:gd name="connsiteY2" fmla="*/ 248302 h 825787"/>
                <a:gd name="connsiteX3" fmla="*/ 11620 w 825706"/>
                <a:gd name="connsiteY3" fmla="*/ 198235 h 825787"/>
                <a:gd name="connsiteX4" fmla="*/ 198194 w 825706"/>
                <a:gd name="connsiteY4" fmla="*/ 11661 h 825787"/>
                <a:gd name="connsiteX5" fmla="*/ 226279 w 825706"/>
                <a:gd name="connsiteY5" fmla="*/ 0 h 825787"/>
                <a:gd name="connsiteX6" fmla="*/ 599427 w 825706"/>
                <a:gd name="connsiteY6" fmla="*/ 0 h 825787"/>
                <a:gd name="connsiteX7" fmla="*/ 627513 w 825706"/>
                <a:gd name="connsiteY7" fmla="*/ 11661 h 825787"/>
                <a:gd name="connsiteX8" fmla="*/ 814087 w 825706"/>
                <a:gd name="connsiteY8" fmla="*/ 198235 h 825787"/>
                <a:gd name="connsiteX9" fmla="*/ 819049 w 825706"/>
                <a:gd name="connsiteY9" fmla="*/ 248302 h 825787"/>
                <a:gd name="connsiteX10" fmla="*/ 445901 w 825706"/>
                <a:gd name="connsiteY10" fmla="*/ 808073 h 825787"/>
                <a:gd name="connsiteX11" fmla="*/ 412853 w 825706"/>
                <a:gd name="connsiteY11" fmla="*/ 825787 h 825787"/>
                <a:gd name="connsiteX12" fmla="*/ 90765 w 825706"/>
                <a:gd name="connsiteY12" fmla="*/ 231381 h 825787"/>
                <a:gd name="connsiteX13" fmla="*/ 412853 w 825706"/>
                <a:gd name="connsiteY13" fmla="*/ 714290 h 825787"/>
                <a:gd name="connsiteX14" fmla="*/ 734942 w 825706"/>
                <a:gd name="connsiteY14" fmla="*/ 231183 h 825787"/>
                <a:gd name="connsiteX15" fmla="*/ 583003 w 825706"/>
                <a:gd name="connsiteY15" fmla="*/ 79393 h 825787"/>
                <a:gd name="connsiteX16" fmla="*/ 242704 w 825706"/>
                <a:gd name="connsiteY16" fmla="*/ 79393 h 825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5706" h="825787">
                  <a:moveTo>
                    <a:pt x="412853" y="825787"/>
                  </a:moveTo>
                  <a:cubicBezTo>
                    <a:pt x="399567" y="825787"/>
                    <a:pt x="387163" y="819138"/>
                    <a:pt x="379806" y="808073"/>
                  </a:cubicBezTo>
                  <a:lnTo>
                    <a:pt x="6658" y="248302"/>
                  </a:lnTo>
                  <a:cubicBezTo>
                    <a:pt x="-3826" y="232562"/>
                    <a:pt x="-1749" y="211611"/>
                    <a:pt x="11620" y="198235"/>
                  </a:cubicBezTo>
                  <a:lnTo>
                    <a:pt x="198194" y="11661"/>
                  </a:lnTo>
                  <a:cubicBezTo>
                    <a:pt x="205637" y="4200"/>
                    <a:pt x="215741" y="5"/>
                    <a:pt x="226279" y="0"/>
                  </a:cubicBezTo>
                  <a:lnTo>
                    <a:pt x="599427" y="0"/>
                  </a:lnTo>
                  <a:cubicBezTo>
                    <a:pt x="609967" y="5"/>
                    <a:pt x="620070" y="4200"/>
                    <a:pt x="627513" y="11661"/>
                  </a:cubicBezTo>
                  <a:lnTo>
                    <a:pt x="814087" y="198235"/>
                  </a:lnTo>
                  <a:cubicBezTo>
                    <a:pt x="827455" y="211611"/>
                    <a:pt x="829534" y="232562"/>
                    <a:pt x="819049" y="248302"/>
                  </a:cubicBezTo>
                  <a:lnTo>
                    <a:pt x="445901" y="808073"/>
                  </a:lnTo>
                  <a:cubicBezTo>
                    <a:pt x="438544" y="819138"/>
                    <a:pt x="426139" y="825782"/>
                    <a:pt x="412853" y="825787"/>
                  </a:cubicBezTo>
                  <a:close/>
                  <a:moveTo>
                    <a:pt x="90765" y="231381"/>
                  </a:moveTo>
                  <a:lnTo>
                    <a:pt x="412853" y="714290"/>
                  </a:lnTo>
                  <a:lnTo>
                    <a:pt x="734942" y="231183"/>
                  </a:lnTo>
                  <a:lnTo>
                    <a:pt x="583003" y="79393"/>
                  </a:lnTo>
                  <a:lnTo>
                    <a:pt x="242704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31AFD3A5-AA3D-FD47-817A-FF712897CEDC}"/>
                </a:ext>
              </a:extLst>
            </p:cNvPr>
            <p:cNvSpPr/>
            <p:nvPr/>
          </p:nvSpPr>
          <p:spPr>
            <a:xfrm>
              <a:off x="9618746" y="4781107"/>
              <a:ext cx="265982" cy="826015"/>
            </a:xfrm>
            <a:custGeom>
              <a:avLst/>
              <a:gdLst>
                <a:gd name="connsiteX0" fmla="*/ 226282 w 265982"/>
                <a:gd name="connsiteY0" fmla="*/ 826015 h 826015"/>
                <a:gd name="connsiteX1" fmla="*/ 188620 w 265982"/>
                <a:gd name="connsiteY1" fmla="*/ 798873 h 826015"/>
                <a:gd name="connsiteX2" fmla="*/ 2046 w 265982"/>
                <a:gd name="connsiteY2" fmla="*/ 238854 h 826015"/>
                <a:gd name="connsiteX3" fmla="*/ 11622 w 265982"/>
                <a:gd name="connsiteY3" fmla="*/ 198214 h 826015"/>
                <a:gd name="connsiteX4" fmla="*/ 198196 w 265982"/>
                <a:gd name="connsiteY4" fmla="*/ 11641 h 826015"/>
                <a:gd name="connsiteX5" fmla="*/ 254342 w 265982"/>
                <a:gd name="connsiteY5" fmla="*/ 11616 h 826015"/>
                <a:gd name="connsiteX6" fmla="*/ 254367 w 265982"/>
                <a:gd name="connsiteY6" fmla="*/ 67762 h 826015"/>
                <a:gd name="connsiteX7" fmla="*/ 85111 w 265982"/>
                <a:gd name="connsiteY7" fmla="*/ 237018 h 826015"/>
                <a:gd name="connsiteX8" fmla="*/ 263745 w 265982"/>
                <a:gd name="connsiteY8" fmla="*/ 773517 h 826015"/>
                <a:gd name="connsiteX9" fmla="*/ 238687 w 265982"/>
                <a:gd name="connsiteY9" fmla="*/ 823733 h 826015"/>
                <a:gd name="connsiteX10" fmla="*/ 226282 w 265982"/>
                <a:gd name="connsiteY10" fmla="*/ 826015 h 826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982" h="826015">
                  <a:moveTo>
                    <a:pt x="226282" y="826015"/>
                  </a:moveTo>
                  <a:cubicBezTo>
                    <a:pt x="209194" y="826015"/>
                    <a:pt x="194023" y="815084"/>
                    <a:pt x="188620" y="798873"/>
                  </a:cubicBezTo>
                  <a:lnTo>
                    <a:pt x="2046" y="238854"/>
                  </a:lnTo>
                  <a:cubicBezTo>
                    <a:pt x="-2719" y="224587"/>
                    <a:pt x="989" y="208853"/>
                    <a:pt x="11622" y="198214"/>
                  </a:cubicBezTo>
                  <a:lnTo>
                    <a:pt x="198196" y="11641"/>
                  </a:lnTo>
                  <a:cubicBezTo>
                    <a:pt x="213694" y="-3870"/>
                    <a:pt x="238831" y="-3882"/>
                    <a:pt x="254342" y="11616"/>
                  </a:cubicBezTo>
                  <a:cubicBezTo>
                    <a:pt x="269853" y="27113"/>
                    <a:pt x="269865" y="52251"/>
                    <a:pt x="254367" y="67762"/>
                  </a:cubicBezTo>
                  <a:lnTo>
                    <a:pt x="85111" y="237018"/>
                  </a:lnTo>
                  <a:lnTo>
                    <a:pt x="263745" y="773517"/>
                  </a:lnTo>
                  <a:cubicBezTo>
                    <a:pt x="270685" y="794303"/>
                    <a:pt x="259469" y="816781"/>
                    <a:pt x="238687" y="823733"/>
                  </a:cubicBezTo>
                  <a:cubicBezTo>
                    <a:pt x="234694" y="825127"/>
                    <a:pt x="230510" y="825901"/>
                    <a:pt x="226282" y="82601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832186E-7EFA-2C4E-9D63-586014AA9F3E}"/>
                </a:ext>
              </a:extLst>
            </p:cNvPr>
            <p:cNvSpPr/>
            <p:nvPr/>
          </p:nvSpPr>
          <p:spPr>
            <a:xfrm>
              <a:off x="9434516" y="4970092"/>
              <a:ext cx="814921" cy="79393"/>
            </a:xfrm>
            <a:custGeom>
              <a:avLst/>
              <a:gdLst>
                <a:gd name="connsiteX0" fmla="*/ 775225 w 814921"/>
                <a:gd name="connsiteY0" fmla="*/ 79393 h 79393"/>
                <a:gd name="connsiteX1" fmla="*/ 39697 w 814921"/>
                <a:gd name="connsiteY1" fmla="*/ 79393 h 79393"/>
                <a:gd name="connsiteX2" fmla="*/ 0 w 814921"/>
                <a:gd name="connsiteY2" fmla="*/ 39697 h 79393"/>
                <a:gd name="connsiteX3" fmla="*/ 39697 w 814921"/>
                <a:gd name="connsiteY3" fmla="*/ 0 h 79393"/>
                <a:gd name="connsiteX4" fmla="*/ 775225 w 814921"/>
                <a:gd name="connsiteY4" fmla="*/ 0 h 79393"/>
                <a:gd name="connsiteX5" fmla="*/ 814921 w 814921"/>
                <a:gd name="connsiteY5" fmla="*/ 39697 h 79393"/>
                <a:gd name="connsiteX6" fmla="*/ 775225 w 81492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4921" h="79393">
                  <a:moveTo>
                    <a:pt x="77522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75225" y="0"/>
                  </a:lnTo>
                  <a:cubicBezTo>
                    <a:pt x="797147" y="0"/>
                    <a:pt x="814921" y="17773"/>
                    <a:pt x="814921" y="39697"/>
                  </a:cubicBezTo>
                  <a:cubicBezTo>
                    <a:pt x="814921" y="61620"/>
                    <a:pt x="797147" y="79393"/>
                    <a:pt x="77522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3C06CEDD-B6C7-8E48-B23E-E1D7E96E65FD}"/>
                </a:ext>
              </a:extLst>
            </p:cNvPr>
            <p:cNvSpPr/>
            <p:nvPr/>
          </p:nvSpPr>
          <p:spPr>
            <a:xfrm>
              <a:off x="9805327" y="4779767"/>
              <a:ext cx="265982" cy="825767"/>
            </a:xfrm>
            <a:custGeom>
              <a:avLst/>
              <a:gdLst>
                <a:gd name="connsiteX0" fmla="*/ 39701 w 265982"/>
                <a:gd name="connsiteY0" fmla="*/ 825767 h 825767"/>
                <a:gd name="connsiteX1" fmla="*/ 2 w 265982"/>
                <a:gd name="connsiteY1" fmla="*/ 786076 h 825767"/>
                <a:gd name="connsiteX2" fmla="*/ 2039 w 265982"/>
                <a:gd name="connsiteY2" fmla="*/ 773517 h 825767"/>
                <a:gd name="connsiteX3" fmla="*/ 181120 w 265982"/>
                <a:gd name="connsiteY3" fmla="*/ 236869 h 825767"/>
                <a:gd name="connsiteX4" fmla="*/ 11616 w 265982"/>
                <a:gd name="connsiteY4" fmla="*/ 67762 h 825767"/>
                <a:gd name="connsiteX5" fmla="*/ 11641 w 265982"/>
                <a:gd name="connsiteY5" fmla="*/ 11616 h 825767"/>
                <a:gd name="connsiteX6" fmla="*/ 67786 w 265982"/>
                <a:gd name="connsiteY6" fmla="*/ 11641 h 825767"/>
                <a:gd name="connsiteX7" fmla="*/ 254360 w 265982"/>
                <a:gd name="connsiteY7" fmla="*/ 198214 h 825767"/>
                <a:gd name="connsiteX8" fmla="*/ 263937 w 265982"/>
                <a:gd name="connsiteY8" fmla="*/ 238854 h 825767"/>
                <a:gd name="connsiteX9" fmla="*/ 77363 w 265982"/>
                <a:gd name="connsiteY9" fmla="*/ 798625 h 825767"/>
                <a:gd name="connsiteX10" fmla="*/ 39701 w 265982"/>
                <a:gd name="connsiteY10" fmla="*/ 825767 h 82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982" h="825767">
                  <a:moveTo>
                    <a:pt x="39701" y="825767"/>
                  </a:moveTo>
                  <a:cubicBezTo>
                    <a:pt x="17777" y="825767"/>
                    <a:pt x="3" y="807998"/>
                    <a:pt x="2" y="786076"/>
                  </a:cubicBezTo>
                  <a:cubicBezTo>
                    <a:pt x="1" y="781803"/>
                    <a:pt x="689" y="777566"/>
                    <a:pt x="2039" y="773517"/>
                  </a:cubicBezTo>
                  <a:lnTo>
                    <a:pt x="181120" y="236869"/>
                  </a:ln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254360" y="198214"/>
                  </a:lnTo>
                  <a:cubicBezTo>
                    <a:pt x="264994" y="208853"/>
                    <a:pt x="268701" y="224587"/>
                    <a:pt x="263937" y="238854"/>
                  </a:cubicBezTo>
                  <a:lnTo>
                    <a:pt x="77363" y="798625"/>
                  </a:lnTo>
                  <a:cubicBezTo>
                    <a:pt x="71960" y="814836"/>
                    <a:pt x="56789" y="825767"/>
                    <a:pt x="39701" y="8257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00593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47">
            <a:extLst>
              <a:ext uri="{FF2B5EF4-FFF2-40B4-BE49-F238E27FC236}">
                <a16:creationId xmlns:a16="http://schemas.microsoft.com/office/drawing/2014/main" id="{016C5130-AF54-4037-A8C9-9481054E183C}"/>
              </a:ext>
            </a:extLst>
          </p:cNvPr>
          <p:cNvGrpSpPr>
            <a:grpSpLocks noChangeAspect="1"/>
          </p:cNvGrpSpPr>
          <p:nvPr/>
        </p:nvGrpSpPr>
        <p:grpSpPr>
          <a:xfrm>
            <a:off x="1512025" y="2542773"/>
            <a:ext cx="825490" cy="825489"/>
            <a:chOff x="1512025" y="2542773"/>
            <a:chExt cx="825490" cy="825489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AD33033-A7BC-6F46-B90D-AF8B7034E853}"/>
                </a:ext>
              </a:extLst>
            </p:cNvPr>
            <p:cNvSpPr/>
            <p:nvPr/>
          </p:nvSpPr>
          <p:spPr>
            <a:xfrm>
              <a:off x="1512025" y="2542773"/>
              <a:ext cx="825490" cy="825489"/>
            </a:xfrm>
            <a:custGeom>
              <a:avLst/>
              <a:gdLst>
                <a:gd name="connsiteX0" fmla="*/ 412745 w 825490"/>
                <a:gd name="connsiteY0" fmla="*/ 825490 h 825489"/>
                <a:gd name="connsiteX1" fmla="*/ 0 w 825490"/>
                <a:gd name="connsiteY1" fmla="*/ 412745 h 825489"/>
                <a:gd name="connsiteX2" fmla="*/ 412745 w 825490"/>
                <a:gd name="connsiteY2" fmla="*/ 0 h 825489"/>
                <a:gd name="connsiteX3" fmla="*/ 825491 w 825490"/>
                <a:gd name="connsiteY3" fmla="*/ 412745 h 825489"/>
                <a:gd name="connsiteX4" fmla="*/ 412745 w 825490"/>
                <a:gd name="connsiteY4" fmla="*/ 825490 h 825489"/>
                <a:gd name="connsiteX5" fmla="*/ 412745 w 825490"/>
                <a:gd name="connsiteY5" fmla="*/ 79393 h 825489"/>
                <a:gd name="connsiteX6" fmla="*/ 79393 w 825490"/>
                <a:gd name="connsiteY6" fmla="*/ 412745 h 825489"/>
                <a:gd name="connsiteX7" fmla="*/ 412745 w 825490"/>
                <a:gd name="connsiteY7" fmla="*/ 746097 h 825489"/>
                <a:gd name="connsiteX8" fmla="*/ 746097 w 825490"/>
                <a:gd name="connsiteY8" fmla="*/ 412745 h 825489"/>
                <a:gd name="connsiteX9" fmla="*/ 412745 w 825490"/>
                <a:gd name="connsiteY9" fmla="*/ 79393 h 8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490" h="825489">
                  <a:moveTo>
                    <a:pt x="412745" y="825490"/>
                  </a:moveTo>
                  <a:cubicBezTo>
                    <a:pt x="184793" y="825490"/>
                    <a:pt x="0" y="640697"/>
                    <a:pt x="0" y="412745"/>
                  </a:cubicBezTo>
                  <a:cubicBezTo>
                    <a:pt x="0" y="184792"/>
                    <a:pt x="184793" y="0"/>
                    <a:pt x="412745" y="0"/>
                  </a:cubicBezTo>
                  <a:cubicBezTo>
                    <a:pt x="640698" y="0"/>
                    <a:pt x="825491" y="184792"/>
                    <a:pt x="825491" y="412745"/>
                  </a:cubicBezTo>
                  <a:cubicBezTo>
                    <a:pt x="825243" y="640593"/>
                    <a:pt x="640594" y="825242"/>
                    <a:pt x="412745" y="825490"/>
                  </a:cubicBezTo>
                  <a:close/>
                  <a:moveTo>
                    <a:pt x="412745" y="79393"/>
                  </a:moveTo>
                  <a:cubicBezTo>
                    <a:pt x="228640" y="79393"/>
                    <a:pt x="79393" y="228640"/>
                    <a:pt x="79393" y="412745"/>
                  </a:cubicBezTo>
                  <a:cubicBezTo>
                    <a:pt x="79393" y="596848"/>
                    <a:pt x="228640" y="746097"/>
                    <a:pt x="412745" y="746097"/>
                  </a:cubicBezTo>
                  <a:cubicBezTo>
                    <a:pt x="596848" y="746097"/>
                    <a:pt x="746097" y="596848"/>
                    <a:pt x="746097" y="412745"/>
                  </a:cubicBezTo>
                  <a:cubicBezTo>
                    <a:pt x="745879" y="228731"/>
                    <a:pt x="596759" y="79612"/>
                    <a:pt x="41274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3D46D0F-2A1E-8048-84BA-9861F1C0246A}"/>
                </a:ext>
              </a:extLst>
            </p:cNvPr>
            <p:cNvSpPr/>
            <p:nvPr/>
          </p:nvSpPr>
          <p:spPr>
            <a:xfrm>
              <a:off x="1885073" y="2729297"/>
              <a:ext cx="79393" cy="170149"/>
            </a:xfrm>
            <a:custGeom>
              <a:avLst/>
              <a:gdLst>
                <a:gd name="connsiteX0" fmla="*/ 39697 w 79393"/>
                <a:gd name="connsiteY0" fmla="*/ 170149 h 170149"/>
                <a:gd name="connsiteX1" fmla="*/ 0 w 79393"/>
                <a:gd name="connsiteY1" fmla="*/ 130453 h 170149"/>
                <a:gd name="connsiteX2" fmla="*/ 0 w 79393"/>
                <a:gd name="connsiteY2" fmla="*/ 39697 h 170149"/>
                <a:gd name="connsiteX3" fmla="*/ 39697 w 79393"/>
                <a:gd name="connsiteY3" fmla="*/ 0 h 170149"/>
                <a:gd name="connsiteX4" fmla="*/ 79393 w 79393"/>
                <a:gd name="connsiteY4" fmla="*/ 39697 h 170149"/>
                <a:gd name="connsiteX5" fmla="*/ 79393 w 79393"/>
                <a:gd name="connsiteY5" fmla="*/ 130453 h 170149"/>
                <a:gd name="connsiteX6" fmla="*/ 39697 w 79393"/>
                <a:gd name="connsiteY6" fmla="*/ 170149 h 17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0149">
                  <a:moveTo>
                    <a:pt x="39697" y="170149"/>
                  </a:moveTo>
                  <a:cubicBezTo>
                    <a:pt x="17773" y="170149"/>
                    <a:pt x="0" y="152377"/>
                    <a:pt x="0" y="13045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0453"/>
                  </a:lnTo>
                  <a:cubicBezTo>
                    <a:pt x="79393" y="152377"/>
                    <a:pt x="61621" y="170149"/>
                    <a:pt x="39697" y="1701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146393B-9C0A-F547-BB4F-1437764967B4}"/>
                </a:ext>
              </a:extLst>
            </p:cNvPr>
            <p:cNvSpPr/>
            <p:nvPr/>
          </p:nvSpPr>
          <p:spPr>
            <a:xfrm>
              <a:off x="1694653" y="2782637"/>
              <a:ext cx="455826" cy="405104"/>
            </a:xfrm>
            <a:custGeom>
              <a:avLst/>
              <a:gdLst>
                <a:gd name="connsiteX0" fmla="*/ 227934 w 455826"/>
                <a:gd name="connsiteY0" fmla="*/ 405105 h 405104"/>
                <a:gd name="connsiteX1" fmla="*/ 0 w 455826"/>
                <a:gd name="connsiteY1" fmla="*/ 177223 h 405104"/>
                <a:gd name="connsiteX2" fmla="*/ 66766 w 455826"/>
                <a:gd name="connsiteY2" fmla="*/ 16029 h 405104"/>
                <a:gd name="connsiteX3" fmla="*/ 122887 w 455826"/>
                <a:gd name="connsiteY3" fmla="*/ 17467 h 405104"/>
                <a:gd name="connsiteX4" fmla="*/ 122887 w 455826"/>
                <a:gd name="connsiteY4" fmla="*/ 72150 h 405104"/>
                <a:gd name="connsiteX5" fmla="*/ 122799 w 455826"/>
                <a:gd name="connsiteY5" fmla="*/ 282254 h 405104"/>
                <a:gd name="connsiteX6" fmla="*/ 332902 w 455826"/>
                <a:gd name="connsiteY6" fmla="*/ 282338 h 405104"/>
                <a:gd name="connsiteX7" fmla="*/ 332991 w 455826"/>
                <a:gd name="connsiteY7" fmla="*/ 72238 h 405104"/>
                <a:gd name="connsiteX8" fmla="*/ 329359 w 455826"/>
                <a:gd name="connsiteY8" fmla="*/ 68726 h 405104"/>
                <a:gd name="connsiteX9" fmla="*/ 327498 w 455826"/>
                <a:gd name="connsiteY9" fmla="*/ 12580 h 405104"/>
                <a:gd name="connsiteX10" fmla="*/ 383644 w 455826"/>
                <a:gd name="connsiteY10" fmla="*/ 10720 h 405104"/>
                <a:gd name="connsiteX11" fmla="*/ 394292 w 455826"/>
                <a:gd name="connsiteY11" fmla="*/ 332927 h 405104"/>
                <a:gd name="connsiteX12" fmla="*/ 227934 w 455826"/>
                <a:gd name="connsiteY12" fmla="*/ 405105 h 40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5826" h="405104">
                  <a:moveTo>
                    <a:pt x="227934" y="405105"/>
                  </a:moveTo>
                  <a:cubicBezTo>
                    <a:pt x="102064" y="405120"/>
                    <a:pt x="14" y="303095"/>
                    <a:pt x="0" y="177223"/>
                  </a:cubicBezTo>
                  <a:cubicBezTo>
                    <a:pt x="-6" y="116763"/>
                    <a:pt x="24010" y="58777"/>
                    <a:pt x="66766" y="16029"/>
                  </a:cubicBezTo>
                  <a:cubicBezTo>
                    <a:pt x="82660" y="929"/>
                    <a:pt x="107786" y="1572"/>
                    <a:pt x="122887" y="17467"/>
                  </a:cubicBezTo>
                  <a:cubicBezTo>
                    <a:pt x="137444" y="32788"/>
                    <a:pt x="137444" y="56828"/>
                    <a:pt x="122887" y="72150"/>
                  </a:cubicBezTo>
                  <a:cubicBezTo>
                    <a:pt x="64844" y="130144"/>
                    <a:pt x="64805" y="224210"/>
                    <a:pt x="122799" y="282254"/>
                  </a:cubicBezTo>
                  <a:cubicBezTo>
                    <a:pt x="180793" y="340295"/>
                    <a:pt x="274859" y="340335"/>
                    <a:pt x="332902" y="282338"/>
                  </a:cubicBezTo>
                  <a:cubicBezTo>
                    <a:pt x="390943" y="224346"/>
                    <a:pt x="390983" y="130280"/>
                    <a:pt x="332991" y="72238"/>
                  </a:cubicBezTo>
                  <a:cubicBezTo>
                    <a:pt x="331800" y="71047"/>
                    <a:pt x="330589" y="69876"/>
                    <a:pt x="329359" y="68726"/>
                  </a:cubicBezTo>
                  <a:cubicBezTo>
                    <a:pt x="313341" y="53736"/>
                    <a:pt x="312507" y="28599"/>
                    <a:pt x="327498" y="12580"/>
                  </a:cubicBezTo>
                  <a:cubicBezTo>
                    <a:pt x="342488" y="-3438"/>
                    <a:pt x="367626" y="-4271"/>
                    <a:pt x="383644" y="10720"/>
                  </a:cubicBezTo>
                  <a:cubicBezTo>
                    <a:pt x="475561" y="96753"/>
                    <a:pt x="480330" y="241009"/>
                    <a:pt x="394292" y="332927"/>
                  </a:cubicBezTo>
                  <a:cubicBezTo>
                    <a:pt x="351212" y="378955"/>
                    <a:pt x="290983" y="405085"/>
                    <a:pt x="227934" y="40510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49">
            <a:extLst>
              <a:ext uri="{FF2B5EF4-FFF2-40B4-BE49-F238E27FC236}">
                <a16:creationId xmlns:a16="http://schemas.microsoft.com/office/drawing/2014/main" id="{E6D01FD3-5106-4E37-B8A9-DCA3632AD723}"/>
              </a:ext>
            </a:extLst>
          </p:cNvPr>
          <p:cNvGrpSpPr>
            <a:grpSpLocks noChangeAspect="1"/>
          </p:cNvGrpSpPr>
          <p:nvPr/>
        </p:nvGrpSpPr>
        <p:grpSpPr>
          <a:xfrm>
            <a:off x="2830029" y="2588573"/>
            <a:ext cx="824299" cy="733889"/>
            <a:chOff x="2830029" y="2588573"/>
            <a:chExt cx="824299" cy="73388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61D1465-4B6F-B045-B17A-57912C77F2DE}"/>
                </a:ext>
              </a:extLst>
            </p:cNvPr>
            <p:cNvSpPr/>
            <p:nvPr/>
          </p:nvSpPr>
          <p:spPr>
            <a:xfrm>
              <a:off x="2830029" y="2588573"/>
              <a:ext cx="824299" cy="733889"/>
            </a:xfrm>
            <a:custGeom>
              <a:avLst/>
              <a:gdLst>
                <a:gd name="connsiteX0" fmla="*/ 784802 w 824299"/>
                <a:gd name="connsiteY0" fmla="*/ 733890 h 733889"/>
                <a:gd name="connsiteX1" fmla="*/ 39697 w 824299"/>
                <a:gd name="connsiteY1" fmla="*/ 733890 h 733889"/>
                <a:gd name="connsiteX2" fmla="*/ 0 w 824299"/>
                <a:gd name="connsiteY2" fmla="*/ 694193 h 733889"/>
                <a:gd name="connsiteX3" fmla="*/ 0 w 824299"/>
                <a:gd name="connsiteY3" fmla="*/ 130354 h 733889"/>
                <a:gd name="connsiteX4" fmla="*/ 39697 w 824299"/>
                <a:gd name="connsiteY4" fmla="*/ 90657 h 733889"/>
                <a:gd name="connsiteX5" fmla="*/ 210094 w 824299"/>
                <a:gd name="connsiteY5" fmla="*/ 90657 h 733889"/>
                <a:gd name="connsiteX6" fmla="*/ 291820 w 824299"/>
                <a:gd name="connsiteY6" fmla="*/ 11264 h 733889"/>
                <a:gd name="connsiteX7" fmla="*/ 319508 w 824299"/>
                <a:gd name="connsiteY7" fmla="*/ 0 h 733889"/>
                <a:gd name="connsiteX8" fmla="*/ 505090 w 824299"/>
                <a:gd name="connsiteY8" fmla="*/ 0 h 733889"/>
                <a:gd name="connsiteX9" fmla="*/ 533820 w 824299"/>
                <a:gd name="connsiteY9" fmla="*/ 12554 h 733889"/>
                <a:gd name="connsiteX10" fmla="*/ 611923 w 824299"/>
                <a:gd name="connsiteY10" fmla="*/ 95669 h 733889"/>
                <a:gd name="connsiteX11" fmla="*/ 784603 w 824299"/>
                <a:gd name="connsiteY11" fmla="*/ 95669 h 733889"/>
                <a:gd name="connsiteX12" fmla="*/ 824300 w 824299"/>
                <a:gd name="connsiteY12" fmla="*/ 135365 h 733889"/>
                <a:gd name="connsiteX13" fmla="*/ 824300 w 824299"/>
                <a:gd name="connsiteY13" fmla="*/ 694193 h 733889"/>
                <a:gd name="connsiteX14" fmla="*/ 784802 w 824299"/>
                <a:gd name="connsiteY14" fmla="*/ 733890 h 733889"/>
                <a:gd name="connsiteX15" fmla="*/ 79393 w 824299"/>
                <a:gd name="connsiteY15" fmla="*/ 654497 h 733889"/>
                <a:gd name="connsiteX16" fmla="*/ 745105 w 824299"/>
                <a:gd name="connsiteY16" fmla="*/ 654497 h 733889"/>
                <a:gd name="connsiteX17" fmla="*/ 745105 w 824299"/>
                <a:gd name="connsiteY17" fmla="*/ 175062 h 733889"/>
                <a:gd name="connsiteX18" fmla="*/ 594953 w 824299"/>
                <a:gd name="connsiteY18" fmla="*/ 175062 h 733889"/>
                <a:gd name="connsiteX19" fmla="*/ 566024 w 824299"/>
                <a:gd name="connsiteY19" fmla="*/ 162557 h 733889"/>
                <a:gd name="connsiteX20" fmla="*/ 487921 w 824299"/>
                <a:gd name="connsiteY20" fmla="*/ 79393 h 733889"/>
                <a:gd name="connsiteX21" fmla="*/ 335585 w 824299"/>
                <a:gd name="connsiteY21" fmla="*/ 79393 h 733889"/>
                <a:gd name="connsiteX22" fmla="*/ 253909 w 824299"/>
                <a:gd name="connsiteY22" fmla="*/ 158786 h 733889"/>
                <a:gd name="connsiteX23" fmla="*/ 226171 w 824299"/>
                <a:gd name="connsiteY23" fmla="*/ 170050 h 733889"/>
                <a:gd name="connsiteX24" fmla="*/ 79393 w 824299"/>
                <a:gd name="connsiteY24" fmla="*/ 170050 h 73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4299" h="733889">
                  <a:moveTo>
                    <a:pt x="784802" y="733890"/>
                  </a:moveTo>
                  <a:lnTo>
                    <a:pt x="39697" y="733890"/>
                  </a:lnTo>
                  <a:cubicBezTo>
                    <a:pt x="17773" y="733890"/>
                    <a:pt x="0" y="716116"/>
                    <a:pt x="0" y="694193"/>
                  </a:cubicBezTo>
                  <a:lnTo>
                    <a:pt x="0" y="130354"/>
                  </a:lnTo>
                  <a:cubicBezTo>
                    <a:pt x="0" y="108430"/>
                    <a:pt x="17773" y="90657"/>
                    <a:pt x="39697" y="90657"/>
                  </a:cubicBezTo>
                  <a:lnTo>
                    <a:pt x="210094" y="90657"/>
                  </a:lnTo>
                  <a:lnTo>
                    <a:pt x="291820" y="11264"/>
                  </a:lnTo>
                  <a:cubicBezTo>
                    <a:pt x="299229" y="4045"/>
                    <a:pt x="309164" y="3"/>
                    <a:pt x="319508" y="0"/>
                  </a:cubicBezTo>
                  <a:lnTo>
                    <a:pt x="505090" y="0"/>
                  </a:lnTo>
                  <a:cubicBezTo>
                    <a:pt x="515981" y="65"/>
                    <a:pt x="526372" y="4604"/>
                    <a:pt x="533820" y="12554"/>
                  </a:cubicBezTo>
                  <a:lnTo>
                    <a:pt x="611923" y="95669"/>
                  </a:lnTo>
                  <a:lnTo>
                    <a:pt x="784603" y="95669"/>
                  </a:lnTo>
                  <a:cubicBezTo>
                    <a:pt x="806526" y="95669"/>
                    <a:pt x="824300" y="113441"/>
                    <a:pt x="824300" y="135365"/>
                  </a:cubicBezTo>
                  <a:lnTo>
                    <a:pt x="824300" y="694193"/>
                  </a:lnTo>
                  <a:cubicBezTo>
                    <a:pt x="824300" y="716041"/>
                    <a:pt x="806650" y="733781"/>
                    <a:pt x="784802" y="733890"/>
                  </a:cubicBezTo>
                  <a:close/>
                  <a:moveTo>
                    <a:pt x="79393" y="654497"/>
                  </a:moveTo>
                  <a:lnTo>
                    <a:pt x="745105" y="654497"/>
                  </a:lnTo>
                  <a:lnTo>
                    <a:pt x="745105" y="175062"/>
                  </a:lnTo>
                  <a:lnTo>
                    <a:pt x="594953" y="175062"/>
                  </a:lnTo>
                  <a:cubicBezTo>
                    <a:pt x="583996" y="175064"/>
                    <a:pt x="573526" y="170539"/>
                    <a:pt x="566024" y="162557"/>
                  </a:cubicBezTo>
                  <a:lnTo>
                    <a:pt x="487921" y="79393"/>
                  </a:lnTo>
                  <a:lnTo>
                    <a:pt x="335585" y="79393"/>
                  </a:lnTo>
                  <a:lnTo>
                    <a:pt x="253909" y="158786"/>
                  </a:lnTo>
                  <a:cubicBezTo>
                    <a:pt x="246488" y="166017"/>
                    <a:pt x="236533" y="170060"/>
                    <a:pt x="226171" y="170050"/>
                  </a:cubicBezTo>
                  <a:lnTo>
                    <a:pt x="79393" y="17005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3162C6B9-7454-2A46-9F1E-ECED1B064935}"/>
                </a:ext>
              </a:extLst>
            </p:cNvPr>
            <p:cNvSpPr/>
            <p:nvPr/>
          </p:nvSpPr>
          <p:spPr>
            <a:xfrm>
              <a:off x="3041612" y="2800006"/>
              <a:ext cx="401630" cy="401629"/>
            </a:xfrm>
            <a:custGeom>
              <a:avLst/>
              <a:gdLst>
                <a:gd name="connsiteX0" fmla="*/ 200666 w 401630"/>
                <a:gd name="connsiteY0" fmla="*/ 401630 h 401629"/>
                <a:gd name="connsiteX1" fmla="*/ 0 w 401630"/>
                <a:gd name="connsiteY1" fmla="*/ 200666 h 401629"/>
                <a:gd name="connsiteX2" fmla="*/ 200964 w 401630"/>
                <a:gd name="connsiteY2" fmla="*/ 0 h 401629"/>
                <a:gd name="connsiteX3" fmla="*/ 401630 w 401630"/>
                <a:gd name="connsiteY3" fmla="*/ 200815 h 401629"/>
                <a:gd name="connsiteX4" fmla="*/ 200666 w 401630"/>
                <a:gd name="connsiteY4" fmla="*/ 401630 h 401629"/>
                <a:gd name="connsiteX5" fmla="*/ 200666 w 401630"/>
                <a:gd name="connsiteY5" fmla="*/ 79443 h 401629"/>
                <a:gd name="connsiteX6" fmla="*/ 79393 w 401630"/>
                <a:gd name="connsiteY6" fmla="*/ 201013 h 401629"/>
                <a:gd name="connsiteX7" fmla="*/ 200964 w 401630"/>
                <a:gd name="connsiteY7" fmla="*/ 322286 h 401629"/>
                <a:gd name="connsiteX8" fmla="*/ 322237 w 401630"/>
                <a:gd name="connsiteY8" fmla="*/ 200815 h 401629"/>
                <a:gd name="connsiteX9" fmla="*/ 200666 w 401630"/>
                <a:gd name="connsiteY9" fmla="*/ 79443 h 40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630" h="401629">
                  <a:moveTo>
                    <a:pt x="200666" y="401630"/>
                  </a:moveTo>
                  <a:cubicBezTo>
                    <a:pt x="89759" y="401546"/>
                    <a:pt x="-82" y="311573"/>
                    <a:pt x="0" y="200666"/>
                  </a:cubicBezTo>
                  <a:cubicBezTo>
                    <a:pt x="82" y="89759"/>
                    <a:pt x="90057" y="-82"/>
                    <a:pt x="200964" y="0"/>
                  </a:cubicBezTo>
                  <a:cubicBezTo>
                    <a:pt x="311812" y="82"/>
                    <a:pt x="401630" y="89966"/>
                    <a:pt x="401630" y="200815"/>
                  </a:cubicBezTo>
                  <a:cubicBezTo>
                    <a:pt x="401491" y="311722"/>
                    <a:pt x="311574" y="401575"/>
                    <a:pt x="200666" y="401630"/>
                  </a:cubicBezTo>
                  <a:close/>
                  <a:moveTo>
                    <a:pt x="200666" y="79443"/>
                  </a:moveTo>
                  <a:cubicBezTo>
                    <a:pt x="133607" y="79525"/>
                    <a:pt x="79311" y="133954"/>
                    <a:pt x="79393" y="201013"/>
                  </a:cubicBezTo>
                  <a:cubicBezTo>
                    <a:pt x="79476" y="268071"/>
                    <a:pt x="133905" y="322371"/>
                    <a:pt x="200964" y="322286"/>
                  </a:cubicBezTo>
                  <a:cubicBezTo>
                    <a:pt x="267987" y="322202"/>
                    <a:pt x="322267" y="267838"/>
                    <a:pt x="322237" y="200815"/>
                  </a:cubicBezTo>
                  <a:cubicBezTo>
                    <a:pt x="322153" y="133740"/>
                    <a:pt x="267744" y="79415"/>
                    <a:pt x="200666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" name="Picture Placeholder 51">
            <a:extLst>
              <a:ext uri="{FF2B5EF4-FFF2-40B4-BE49-F238E27FC236}">
                <a16:creationId xmlns:a16="http://schemas.microsoft.com/office/drawing/2014/main" id="{EBFF166D-437A-4C72-A41B-104B547F0E6C}"/>
              </a:ext>
            </a:extLst>
          </p:cNvPr>
          <p:cNvGrpSpPr>
            <a:grpSpLocks noChangeAspect="1"/>
          </p:cNvGrpSpPr>
          <p:nvPr/>
        </p:nvGrpSpPr>
        <p:grpSpPr>
          <a:xfrm>
            <a:off x="4250202" y="2539944"/>
            <a:ext cx="619167" cy="831146"/>
            <a:chOff x="4250202" y="2539944"/>
            <a:chExt cx="619167" cy="831146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0841A61-D779-8E4F-BFAC-25CB7887362C}"/>
                </a:ext>
              </a:extLst>
            </p:cNvPr>
            <p:cNvSpPr/>
            <p:nvPr/>
          </p:nvSpPr>
          <p:spPr>
            <a:xfrm>
              <a:off x="4250202" y="2539944"/>
              <a:ext cx="619167" cy="627951"/>
            </a:xfrm>
            <a:custGeom>
              <a:avLst/>
              <a:gdLst>
                <a:gd name="connsiteX0" fmla="*/ 405600 w 619167"/>
                <a:gd name="connsiteY0" fmla="*/ 627950 h 627951"/>
                <a:gd name="connsiteX1" fmla="*/ 365573 w 619167"/>
                <a:gd name="connsiteY1" fmla="*/ 588586 h 627951"/>
                <a:gd name="connsiteX2" fmla="*/ 391458 w 619167"/>
                <a:gd name="connsiteY2" fmla="*/ 551038 h 627951"/>
                <a:gd name="connsiteX3" fmla="*/ 539576 w 619167"/>
                <a:gd name="connsiteY3" fmla="*/ 322187 h 627951"/>
                <a:gd name="connsiteX4" fmla="*/ 309385 w 619167"/>
                <a:gd name="connsiteY4" fmla="*/ 79393 h 627951"/>
                <a:gd name="connsiteX5" fmla="*/ 79195 w 619167"/>
                <a:gd name="connsiteY5" fmla="*/ 322187 h 627951"/>
                <a:gd name="connsiteX6" fmla="*/ 229397 w 619167"/>
                <a:gd name="connsiteY6" fmla="*/ 549946 h 627951"/>
                <a:gd name="connsiteX7" fmla="*/ 252006 w 619167"/>
                <a:gd name="connsiteY7" fmla="*/ 601333 h 627951"/>
                <a:gd name="connsiteX8" fmla="*/ 200621 w 619167"/>
                <a:gd name="connsiteY8" fmla="*/ 623940 h 627951"/>
                <a:gd name="connsiteX9" fmla="*/ 200468 w 619167"/>
                <a:gd name="connsiteY9" fmla="*/ 623881 h 627951"/>
                <a:gd name="connsiteX10" fmla="*/ 0 w 619167"/>
                <a:gd name="connsiteY10" fmla="*/ 322187 h 627951"/>
                <a:gd name="connsiteX11" fmla="*/ 309584 w 619167"/>
                <a:gd name="connsiteY11" fmla="*/ 0 h 627951"/>
                <a:gd name="connsiteX12" fmla="*/ 619168 w 619167"/>
                <a:gd name="connsiteY12" fmla="*/ 322187 h 627951"/>
                <a:gd name="connsiteX13" fmla="*/ 419543 w 619167"/>
                <a:gd name="connsiteY13" fmla="*/ 625419 h 627951"/>
                <a:gd name="connsiteX14" fmla="*/ 405600 w 619167"/>
                <a:gd name="connsiteY14" fmla="*/ 627950 h 62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9167" h="627951">
                  <a:moveTo>
                    <a:pt x="405600" y="627950"/>
                  </a:moveTo>
                  <a:cubicBezTo>
                    <a:pt x="383678" y="628133"/>
                    <a:pt x="365756" y="610508"/>
                    <a:pt x="365573" y="588586"/>
                  </a:cubicBezTo>
                  <a:cubicBezTo>
                    <a:pt x="365433" y="571869"/>
                    <a:pt x="375783" y="556853"/>
                    <a:pt x="391458" y="551038"/>
                  </a:cubicBezTo>
                  <a:cubicBezTo>
                    <a:pt x="481470" y="517345"/>
                    <a:pt x="539576" y="427482"/>
                    <a:pt x="539576" y="322187"/>
                  </a:cubicBezTo>
                  <a:cubicBezTo>
                    <a:pt x="539576" y="188211"/>
                    <a:pt x="436315" y="79393"/>
                    <a:pt x="309385" y="79393"/>
                  </a:cubicBezTo>
                  <a:cubicBezTo>
                    <a:pt x="182455" y="79393"/>
                    <a:pt x="79195" y="188559"/>
                    <a:pt x="79195" y="322187"/>
                  </a:cubicBezTo>
                  <a:cubicBezTo>
                    <a:pt x="79195" y="423314"/>
                    <a:pt x="139534" y="514815"/>
                    <a:pt x="229397" y="549946"/>
                  </a:cubicBezTo>
                  <a:cubicBezTo>
                    <a:pt x="249830" y="557890"/>
                    <a:pt x="259953" y="580899"/>
                    <a:pt x="252006" y="601333"/>
                  </a:cubicBezTo>
                  <a:cubicBezTo>
                    <a:pt x="244060" y="621762"/>
                    <a:pt x="221054" y="631885"/>
                    <a:pt x="200621" y="623940"/>
                  </a:cubicBezTo>
                  <a:cubicBezTo>
                    <a:pt x="200570" y="623921"/>
                    <a:pt x="200519" y="623901"/>
                    <a:pt x="200468" y="623881"/>
                  </a:cubicBezTo>
                  <a:cubicBezTo>
                    <a:pt x="80634" y="576841"/>
                    <a:pt x="0" y="455716"/>
                    <a:pt x="0" y="322187"/>
                  </a:cubicBezTo>
                  <a:cubicBezTo>
                    <a:pt x="0" y="144545"/>
                    <a:pt x="138938" y="0"/>
                    <a:pt x="309584" y="0"/>
                  </a:cubicBezTo>
                  <a:cubicBezTo>
                    <a:pt x="480230" y="0"/>
                    <a:pt x="619168" y="144545"/>
                    <a:pt x="619168" y="322187"/>
                  </a:cubicBezTo>
                  <a:cubicBezTo>
                    <a:pt x="619168" y="461125"/>
                    <a:pt x="540817" y="579917"/>
                    <a:pt x="419543" y="625419"/>
                  </a:cubicBezTo>
                  <a:cubicBezTo>
                    <a:pt x="415082" y="627081"/>
                    <a:pt x="410359" y="627940"/>
                    <a:pt x="405600" y="62795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B50C2D5-0573-5B43-A4AA-D11832E0D14C}"/>
                </a:ext>
              </a:extLst>
            </p:cNvPr>
            <p:cNvSpPr/>
            <p:nvPr/>
          </p:nvSpPr>
          <p:spPr>
            <a:xfrm>
              <a:off x="4427696" y="3196575"/>
              <a:ext cx="264627" cy="79393"/>
            </a:xfrm>
            <a:custGeom>
              <a:avLst/>
              <a:gdLst>
                <a:gd name="connsiteX0" fmla="*/ 224931 w 264627"/>
                <a:gd name="connsiteY0" fmla="*/ 79393 h 79393"/>
                <a:gd name="connsiteX1" fmla="*/ 39697 w 264627"/>
                <a:gd name="connsiteY1" fmla="*/ 79393 h 79393"/>
                <a:gd name="connsiteX2" fmla="*/ 0 w 264627"/>
                <a:gd name="connsiteY2" fmla="*/ 39697 h 79393"/>
                <a:gd name="connsiteX3" fmla="*/ 39697 w 264627"/>
                <a:gd name="connsiteY3" fmla="*/ 0 h 79393"/>
                <a:gd name="connsiteX4" fmla="*/ 224931 w 264627"/>
                <a:gd name="connsiteY4" fmla="*/ 0 h 79393"/>
                <a:gd name="connsiteX5" fmla="*/ 264627 w 264627"/>
                <a:gd name="connsiteY5" fmla="*/ 39697 h 79393"/>
                <a:gd name="connsiteX6" fmla="*/ 224931 w 2646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627" h="79393">
                  <a:moveTo>
                    <a:pt x="22493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4931" y="0"/>
                  </a:lnTo>
                  <a:cubicBezTo>
                    <a:pt x="246853" y="0"/>
                    <a:pt x="264627" y="17774"/>
                    <a:pt x="264627" y="39697"/>
                  </a:cubicBezTo>
                  <a:cubicBezTo>
                    <a:pt x="264627" y="61619"/>
                    <a:pt x="246853" y="79393"/>
                    <a:pt x="22493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203C165-729B-8E4A-9DC3-830648C58DE2}"/>
                </a:ext>
              </a:extLst>
            </p:cNvPr>
            <p:cNvSpPr/>
            <p:nvPr/>
          </p:nvSpPr>
          <p:spPr>
            <a:xfrm>
              <a:off x="4427696" y="3086466"/>
              <a:ext cx="264627" cy="284624"/>
            </a:xfrm>
            <a:custGeom>
              <a:avLst/>
              <a:gdLst>
                <a:gd name="connsiteX0" fmla="*/ 224931 w 264627"/>
                <a:gd name="connsiteY0" fmla="*/ 284624 h 284624"/>
                <a:gd name="connsiteX1" fmla="*/ 39697 w 264627"/>
                <a:gd name="connsiteY1" fmla="*/ 284624 h 284624"/>
                <a:gd name="connsiteX2" fmla="*/ 0 w 264627"/>
                <a:gd name="connsiteY2" fmla="*/ 244928 h 284624"/>
                <a:gd name="connsiteX3" fmla="*/ 0 w 264627"/>
                <a:gd name="connsiteY3" fmla="*/ 44708 h 284624"/>
                <a:gd name="connsiteX4" fmla="*/ 39697 w 264627"/>
                <a:gd name="connsiteY4" fmla="*/ 5012 h 284624"/>
                <a:gd name="connsiteX5" fmla="*/ 79393 w 264627"/>
                <a:gd name="connsiteY5" fmla="*/ 44708 h 284624"/>
                <a:gd name="connsiteX6" fmla="*/ 79393 w 264627"/>
                <a:gd name="connsiteY6" fmla="*/ 205231 h 284624"/>
                <a:gd name="connsiteX7" fmla="*/ 185234 w 264627"/>
                <a:gd name="connsiteY7" fmla="*/ 205231 h 284624"/>
                <a:gd name="connsiteX8" fmla="*/ 185234 w 264627"/>
                <a:gd name="connsiteY8" fmla="*/ 39697 h 284624"/>
                <a:gd name="connsiteX9" fmla="*/ 224931 w 264627"/>
                <a:gd name="connsiteY9" fmla="*/ 0 h 284624"/>
                <a:gd name="connsiteX10" fmla="*/ 264627 w 264627"/>
                <a:gd name="connsiteY10" fmla="*/ 39697 h 284624"/>
                <a:gd name="connsiteX11" fmla="*/ 264627 w 264627"/>
                <a:gd name="connsiteY11" fmla="*/ 244928 h 284624"/>
                <a:gd name="connsiteX12" fmla="*/ 224931 w 264627"/>
                <a:gd name="connsiteY12" fmla="*/ 284624 h 28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4627" h="284624">
                  <a:moveTo>
                    <a:pt x="224931" y="284624"/>
                  </a:moveTo>
                  <a:lnTo>
                    <a:pt x="39697" y="284624"/>
                  </a:lnTo>
                  <a:cubicBezTo>
                    <a:pt x="17773" y="284624"/>
                    <a:pt x="0" y="266850"/>
                    <a:pt x="0" y="244928"/>
                  </a:cubicBezTo>
                  <a:lnTo>
                    <a:pt x="0" y="44708"/>
                  </a:lnTo>
                  <a:cubicBezTo>
                    <a:pt x="0" y="22786"/>
                    <a:pt x="17773" y="5012"/>
                    <a:pt x="39697" y="5012"/>
                  </a:cubicBezTo>
                  <a:cubicBezTo>
                    <a:pt x="61621" y="5012"/>
                    <a:pt x="79393" y="22786"/>
                    <a:pt x="79393" y="44708"/>
                  </a:cubicBezTo>
                  <a:lnTo>
                    <a:pt x="79393" y="205231"/>
                  </a:lnTo>
                  <a:lnTo>
                    <a:pt x="185234" y="205231"/>
                  </a:lnTo>
                  <a:lnTo>
                    <a:pt x="185234" y="39697"/>
                  </a:lnTo>
                  <a:cubicBezTo>
                    <a:pt x="185234" y="17774"/>
                    <a:pt x="203008" y="0"/>
                    <a:pt x="224931" y="0"/>
                  </a:cubicBezTo>
                  <a:cubicBezTo>
                    <a:pt x="246853" y="0"/>
                    <a:pt x="264627" y="17774"/>
                    <a:pt x="264627" y="39697"/>
                  </a:cubicBezTo>
                  <a:lnTo>
                    <a:pt x="264627" y="244928"/>
                  </a:lnTo>
                  <a:cubicBezTo>
                    <a:pt x="264627" y="266850"/>
                    <a:pt x="246853" y="284624"/>
                    <a:pt x="224931" y="28462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149E624-A7D0-3541-98CC-A1243972C15B}"/>
                </a:ext>
              </a:extLst>
            </p:cNvPr>
            <p:cNvSpPr/>
            <p:nvPr/>
          </p:nvSpPr>
          <p:spPr>
            <a:xfrm>
              <a:off x="4425614" y="2733021"/>
              <a:ext cx="264853" cy="264922"/>
            </a:xfrm>
            <a:custGeom>
              <a:avLst/>
              <a:gdLst>
                <a:gd name="connsiteX0" fmla="*/ 225176 w 264853"/>
                <a:gd name="connsiteY0" fmla="*/ 264922 h 264922"/>
                <a:gd name="connsiteX1" fmla="*/ 197141 w 264853"/>
                <a:gd name="connsiteY1" fmla="*/ 253311 h 264922"/>
                <a:gd name="connsiteX2" fmla="*/ 11658 w 264853"/>
                <a:gd name="connsiteY2" fmla="*/ 67829 h 264922"/>
                <a:gd name="connsiteX3" fmla="*/ 11609 w 264853"/>
                <a:gd name="connsiteY3" fmla="*/ 11658 h 264922"/>
                <a:gd name="connsiteX4" fmla="*/ 67779 w 264853"/>
                <a:gd name="connsiteY4" fmla="*/ 11609 h 264922"/>
                <a:gd name="connsiteX5" fmla="*/ 253262 w 264853"/>
                <a:gd name="connsiteY5" fmla="*/ 197190 h 264922"/>
                <a:gd name="connsiteX6" fmla="*/ 253192 w 264853"/>
                <a:gd name="connsiteY6" fmla="*/ 253329 h 264922"/>
                <a:gd name="connsiteX7" fmla="*/ 225176 w 264853"/>
                <a:gd name="connsiteY7" fmla="*/ 264922 h 26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853" h="264922">
                  <a:moveTo>
                    <a:pt x="225176" y="264922"/>
                  </a:moveTo>
                  <a:cubicBezTo>
                    <a:pt x="214662" y="264917"/>
                    <a:pt x="204579" y="260742"/>
                    <a:pt x="197141" y="253311"/>
                  </a:cubicBezTo>
                  <a:lnTo>
                    <a:pt x="11658" y="67829"/>
                  </a:lnTo>
                  <a:cubicBezTo>
                    <a:pt x="-3867" y="52331"/>
                    <a:pt x="-3889" y="27183"/>
                    <a:pt x="11609" y="11658"/>
                  </a:cubicBezTo>
                  <a:cubicBezTo>
                    <a:pt x="27106" y="-3867"/>
                    <a:pt x="52254" y="-3889"/>
                    <a:pt x="67779" y="11609"/>
                  </a:cubicBezTo>
                  <a:lnTo>
                    <a:pt x="253262" y="197190"/>
                  </a:lnTo>
                  <a:cubicBezTo>
                    <a:pt x="268743" y="212711"/>
                    <a:pt x="268714" y="237846"/>
                    <a:pt x="253192" y="253329"/>
                  </a:cubicBezTo>
                  <a:cubicBezTo>
                    <a:pt x="245754" y="260749"/>
                    <a:pt x="235681" y="264917"/>
                    <a:pt x="225176" y="26492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B32C31C4-813A-5C4F-842D-8D2650B81C24}"/>
                </a:ext>
              </a:extLst>
            </p:cNvPr>
            <p:cNvSpPr/>
            <p:nvPr/>
          </p:nvSpPr>
          <p:spPr>
            <a:xfrm>
              <a:off x="4425679" y="2733021"/>
              <a:ext cx="264854" cy="264922"/>
            </a:xfrm>
            <a:custGeom>
              <a:avLst/>
              <a:gdLst>
                <a:gd name="connsiteX0" fmla="*/ 39678 w 264854"/>
                <a:gd name="connsiteY0" fmla="*/ 264922 h 264922"/>
                <a:gd name="connsiteX1" fmla="*/ 0 w 264854"/>
                <a:gd name="connsiteY1" fmla="*/ 225207 h 264922"/>
                <a:gd name="connsiteX2" fmla="*/ 11593 w 264854"/>
                <a:gd name="connsiteY2" fmla="*/ 197190 h 264922"/>
                <a:gd name="connsiteX3" fmla="*/ 197075 w 264854"/>
                <a:gd name="connsiteY3" fmla="*/ 11609 h 264922"/>
                <a:gd name="connsiteX4" fmla="*/ 253246 w 264854"/>
                <a:gd name="connsiteY4" fmla="*/ 11658 h 264922"/>
                <a:gd name="connsiteX5" fmla="*/ 253196 w 264854"/>
                <a:gd name="connsiteY5" fmla="*/ 67829 h 264922"/>
                <a:gd name="connsiteX6" fmla="*/ 67714 w 264854"/>
                <a:gd name="connsiteY6" fmla="*/ 253311 h 264922"/>
                <a:gd name="connsiteX7" fmla="*/ 39678 w 264854"/>
                <a:gd name="connsiteY7" fmla="*/ 264922 h 26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854" h="264922">
                  <a:moveTo>
                    <a:pt x="39678" y="264922"/>
                  </a:moveTo>
                  <a:cubicBezTo>
                    <a:pt x="17754" y="264912"/>
                    <a:pt x="-10" y="247131"/>
                    <a:pt x="0" y="225207"/>
                  </a:cubicBezTo>
                  <a:cubicBezTo>
                    <a:pt x="5" y="214702"/>
                    <a:pt x="4174" y="204627"/>
                    <a:pt x="11593" y="197190"/>
                  </a:cubicBezTo>
                  <a:lnTo>
                    <a:pt x="197075" y="11609"/>
                  </a:lnTo>
                  <a:cubicBezTo>
                    <a:pt x="212602" y="-3889"/>
                    <a:pt x="237749" y="-3867"/>
                    <a:pt x="253246" y="11658"/>
                  </a:cubicBezTo>
                  <a:cubicBezTo>
                    <a:pt x="268742" y="27183"/>
                    <a:pt x="268723" y="52331"/>
                    <a:pt x="253196" y="67829"/>
                  </a:cubicBezTo>
                  <a:lnTo>
                    <a:pt x="67714" y="253311"/>
                  </a:lnTo>
                  <a:cubicBezTo>
                    <a:pt x="60275" y="260742"/>
                    <a:pt x="50192" y="264917"/>
                    <a:pt x="39678" y="26492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" name="Picture Placeholder 53">
            <a:extLst>
              <a:ext uri="{FF2B5EF4-FFF2-40B4-BE49-F238E27FC236}">
                <a16:creationId xmlns:a16="http://schemas.microsoft.com/office/drawing/2014/main" id="{9752EBB0-A012-4603-964E-4A38DF0D19E7}"/>
              </a:ext>
            </a:extLst>
          </p:cNvPr>
          <p:cNvGrpSpPr>
            <a:grpSpLocks noChangeAspect="1"/>
          </p:cNvGrpSpPr>
          <p:nvPr/>
        </p:nvGrpSpPr>
        <p:grpSpPr>
          <a:xfrm>
            <a:off x="5462961" y="2539150"/>
            <a:ext cx="828666" cy="832734"/>
            <a:chOff x="5462961" y="2539150"/>
            <a:chExt cx="828666" cy="832734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DE19D409-D5C7-A942-8787-A557C062A90E}"/>
                </a:ext>
              </a:extLst>
            </p:cNvPr>
            <p:cNvSpPr/>
            <p:nvPr/>
          </p:nvSpPr>
          <p:spPr>
            <a:xfrm>
              <a:off x="5462961" y="291259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20" name="Picture Placeholder 53">
              <a:extLst>
                <a:ext uri="{FF2B5EF4-FFF2-40B4-BE49-F238E27FC236}">
                  <a16:creationId xmlns:a16="http://schemas.microsoft.com/office/drawing/2014/main" id="{9752EBB0-A012-4603-964E-4A38DF0D19E7}"/>
                </a:ext>
              </a:extLst>
            </p:cNvPr>
            <p:cNvGrpSpPr/>
            <p:nvPr/>
          </p:nvGrpSpPr>
          <p:grpSpPr>
            <a:xfrm>
              <a:off x="5635095" y="2726816"/>
              <a:ext cx="485588" cy="645068"/>
              <a:chOff x="5635095" y="2726816"/>
              <a:chExt cx="485588" cy="645068"/>
            </a:xfrm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A5B867D2-FBFC-194A-8568-29875AEE4D11}"/>
                  </a:ext>
                </a:extLst>
              </p:cNvPr>
              <p:cNvSpPr/>
              <p:nvPr/>
            </p:nvSpPr>
            <p:spPr>
              <a:xfrm>
                <a:off x="5635095" y="2726816"/>
                <a:ext cx="485588" cy="472289"/>
              </a:xfrm>
              <a:custGeom>
                <a:avLst/>
                <a:gdLst>
                  <a:gd name="connsiteX0" fmla="*/ 336131 w 485588"/>
                  <a:gd name="connsiteY0" fmla="*/ 472290 h 472289"/>
                  <a:gd name="connsiteX1" fmla="*/ 296438 w 485588"/>
                  <a:gd name="connsiteY1" fmla="*/ 432588 h 472289"/>
                  <a:gd name="connsiteX2" fmla="*/ 322188 w 485588"/>
                  <a:gd name="connsiteY2" fmla="*/ 395427 h 472289"/>
                  <a:gd name="connsiteX3" fmla="*/ 406195 w 485588"/>
                  <a:gd name="connsiteY3" fmla="*/ 237385 h 472289"/>
                  <a:gd name="connsiteX4" fmla="*/ 242794 w 485588"/>
                  <a:gd name="connsiteY4" fmla="*/ 79393 h 472289"/>
                  <a:gd name="connsiteX5" fmla="*/ 79393 w 485588"/>
                  <a:gd name="connsiteY5" fmla="*/ 237385 h 472289"/>
                  <a:gd name="connsiteX6" fmla="*/ 166329 w 485588"/>
                  <a:gd name="connsiteY6" fmla="*/ 394633 h 472289"/>
                  <a:gd name="connsiteX7" fmla="*/ 189959 w 485588"/>
                  <a:gd name="connsiteY7" fmla="*/ 445559 h 472289"/>
                  <a:gd name="connsiteX8" fmla="*/ 139034 w 485588"/>
                  <a:gd name="connsiteY8" fmla="*/ 469188 h 472289"/>
                  <a:gd name="connsiteX9" fmla="*/ 137449 w 485588"/>
                  <a:gd name="connsiteY9" fmla="*/ 468568 h 472289"/>
                  <a:gd name="connsiteX10" fmla="*/ 0 w 485588"/>
                  <a:gd name="connsiteY10" fmla="*/ 237385 h 472289"/>
                  <a:gd name="connsiteX11" fmla="*/ 242794 w 485588"/>
                  <a:gd name="connsiteY11" fmla="*/ 0 h 472289"/>
                  <a:gd name="connsiteX12" fmla="*/ 485589 w 485588"/>
                  <a:gd name="connsiteY12" fmla="*/ 237385 h 472289"/>
                  <a:gd name="connsiteX13" fmla="*/ 350074 w 485588"/>
                  <a:gd name="connsiteY13" fmla="*/ 469759 h 472289"/>
                  <a:gd name="connsiteX14" fmla="*/ 336131 w 485588"/>
                  <a:gd name="connsiteY14" fmla="*/ 472290 h 47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5588" h="472289">
                    <a:moveTo>
                      <a:pt x="336131" y="472290"/>
                    </a:moveTo>
                    <a:cubicBezTo>
                      <a:pt x="314208" y="472290"/>
                      <a:pt x="296436" y="454516"/>
                      <a:pt x="296438" y="432588"/>
                    </a:cubicBezTo>
                    <a:cubicBezTo>
                      <a:pt x="296439" y="416045"/>
                      <a:pt x="306701" y="401238"/>
                      <a:pt x="322188" y="395427"/>
                    </a:cubicBezTo>
                    <a:cubicBezTo>
                      <a:pt x="377912" y="374537"/>
                      <a:pt x="406195" y="321344"/>
                      <a:pt x="406195" y="237385"/>
                    </a:cubicBezTo>
                    <a:cubicBezTo>
                      <a:pt x="406195" y="145835"/>
                      <a:pt x="337471" y="79393"/>
                      <a:pt x="242794" y="79393"/>
                    </a:cubicBezTo>
                    <a:cubicBezTo>
                      <a:pt x="148118" y="79393"/>
                      <a:pt x="79393" y="145835"/>
                      <a:pt x="79393" y="237385"/>
                    </a:cubicBezTo>
                    <a:cubicBezTo>
                      <a:pt x="79393" y="293606"/>
                      <a:pt x="94279" y="366399"/>
                      <a:pt x="166329" y="394633"/>
                    </a:cubicBezTo>
                    <a:cubicBezTo>
                      <a:pt x="186916" y="402171"/>
                      <a:pt x="197496" y="424971"/>
                      <a:pt x="189959" y="445559"/>
                    </a:cubicBezTo>
                    <a:cubicBezTo>
                      <a:pt x="182422" y="466147"/>
                      <a:pt x="159622" y="476726"/>
                      <a:pt x="139034" y="469188"/>
                    </a:cubicBezTo>
                    <a:cubicBezTo>
                      <a:pt x="138502" y="468990"/>
                      <a:pt x="137973" y="468786"/>
                      <a:pt x="137449" y="468568"/>
                    </a:cubicBezTo>
                    <a:cubicBezTo>
                      <a:pt x="48827" y="433834"/>
                      <a:pt x="0" y="351811"/>
                      <a:pt x="0" y="237385"/>
                    </a:cubicBezTo>
                    <a:cubicBezTo>
                      <a:pt x="0" y="102020"/>
                      <a:pt x="104204" y="0"/>
                      <a:pt x="242794" y="0"/>
                    </a:cubicBezTo>
                    <a:cubicBezTo>
                      <a:pt x="381385" y="0"/>
                      <a:pt x="485589" y="102169"/>
                      <a:pt x="485589" y="237385"/>
                    </a:cubicBezTo>
                    <a:cubicBezTo>
                      <a:pt x="485589" y="387438"/>
                      <a:pt x="411902" y="446586"/>
                      <a:pt x="350074" y="469759"/>
                    </a:cubicBezTo>
                    <a:cubicBezTo>
                      <a:pt x="345613" y="471431"/>
                      <a:pt x="340895" y="472290"/>
                      <a:pt x="336131" y="472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5AFED8D8-A37A-0743-89E5-6A5D5363B674}"/>
                  </a:ext>
                </a:extLst>
              </p:cNvPr>
              <p:cNvSpPr/>
              <p:nvPr/>
            </p:nvSpPr>
            <p:spPr>
              <a:xfrm>
                <a:off x="5764903" y="3197766"/>
                <a:ext cx="226320" cy="79393"/>
              </a:xfrm>
              <a:custGeom>
                <a:avLst/>
                <a:gdLst>
                  <a:gd name="connsiteX0" fmla="*/ 186624 w 226320"/>
                  <a:gd name="connsiteY0" fmla="*/ 79393 h 79393"/>
                  <a:gd name="connsiteX1" fmla="*/ 39697 w 226320"/>
                  <a:gd name="connsiteY1" fmla="*/ 79393 h 79393"/>
                  <a:gd name="connsiteX2" fmla="*/ 0 w 226320"/>
                  <a:gd name="connsiteY2" fmla="*/ 39697 h 79393"/>
                  <a:gd name="connsiteX3" fmla="*/ 39697 w 226320"/>
                  <a:gd name="connsiteY3" fmla="*/ 0 h 79393"/>
                  <a:gd name="connsiteX4" fmla="*/ 186624 w 226320"/>
                  <a:gd name="connsiteY4" fmla="*/ 0 h 79393"/>
                  <a:gd name="connsiteX5" fmla="*/ 226320 w 226320"/>
                  <a:gd name="connsiteY5" fmla="*/ 39697 h 79393"/>
                  <a:gd name="connsiteX6" fmla="*/ 186624 w 22632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320" h="79393">
                    <a:moveTo>
                      <a:pt x="18662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6624" y="0"/>
                    </a:lnTo>
                    <a:cubicBezTo>
                      <a:pt x="208546" y="0"/>
                      <a:pt x="226320" y="17774"/>
                      <a:pt x="226320" y="39697"/>
                    </a:cubicBezTo>
                    <a:cubicBezTo>
                      <a:pt x="226320" y="61619"/>
                      <a:pt x="208546" y="79393"/>
                      <a:pt x="186624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E22BEC2E-D12F-D444-BAF1-6D7CDAABEFDB}"/>
                  </a:ext>
                </a:extLst>
              </p:cNvPr>
              <p:cNvSpPr/>
              <p:nvPr/>
            </p:nvSpPr>
            <p:spPr>
              <a:xfrm>
                <a:off x="5764903" y="3292492"/>
                <a:ext cx="222549" cy="79393"/>
              </a:xfrm>
              <a:custGeom>
                <a:avLst/>
                <a:gdLst>
                  <a:gd name="connsiteX0" fmla="*/ 182852 w 222549"/>
                  <a:gd name="connsiteY0" fmla="*/ 79393 h 79393"/>
                  <a:gd name="connsiteX1" fmla="*/ 39697 w 222549"/>
                  <a:gd name="connsiteY1" fmla="*/ 79393 h 79393"/>
                  <a:gd name="connsiteX2" fmla="*/ 0 w 222549"/>
                  <a:gd name="connsiteY2" fmla="*/ 39697 h 79393"/>
                  <a:gd name="connsiteX3" fmla="*/ 39697 w 222549"/>
                  <a:gd name="connsiteY3" fmla="*/ 0 h 79393"/>
                  <a:gd name="connsiteX4" fmla="*/ 182852 w 222549"/>
                  <a:gd name="connsiteY4" fmla="*/ 0 h 79393"/>
                  <a:gd name="connsiteX5" fmla="*/ 222549 w 222549"/>
                  <a:gd name="connsiteY5" fmla="*/ 39697 h 79393"/>
                  <a:gd name="connsiteX6" fmla="*/ 182852 w 22254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49" h="79393">
                    <a:moveTo>
                      <a:pt x="1828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2852" y="0"/>
                    </a:lnTo>
                    <a:cubicBezTo>
                      <a:pt x="204775" y="0"/>
                      <a:pt x="222549" y="17774"/>
                      <a:pt x="222549" y="39697"/>
                    </a:cubicBezTo>
                    <a:cubicBezTo>
                      <a:pt x="222549" y="61619"/>
                      <a:pt x="204775" y="79393"/>
                      <a:pt x="182852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8D2D3055-D217-3847-A800-E3B3C15AB855}"/>
                  </a:ext>
                </a:extLst>
              </p:cNvPr>
              <p:cNvSpPr/>
              <p:nvPr/>
            </p:nvSpPr>
            <p:spPr>
              <a:xfrm>
                <a:off x="5748826" y="3120754"/>
                <a:ext cx="258474" cy="251130"/>
              </a:xfrm>
              <a:custGeom>
                <a:avLst/>
                <a:gdLst>
                  <a:gd name="connsiteX0" fmla="*/ 218778 w 258474"/>
                  <a:gd name="connsiteY0" fmla="*/ 251130 h 251130"/>
                  <a:gd name="connsiteX1" fmla="*/ 39697 w 258474"/>
                  <a:gd name="connsiteY1" fmla="*/ 251130 h 251130"/>
                  <a:gd name="connsiteX2" fmla="*/ 0 w 258474"/>
                  <a:gd name="connsiteY2" fmla="*/ 211434 h 251130"/>
                  <a:gd name="connsiteX3" fmla="*/ 0 w 258474"/>
                  <a:gd name="connsiteY3" fmla="*/ 39697 h 251130"/>
                  <a:gd name="connsiteX4" fmla="*/ 39697 w 258474"/>
                  <a:gd name="connsiteY4" fmla="*/ 0 h 251130"/>
                  <a:gd name="connsiteX5" fmla="*/ 79393 w 258474"/>
                  <a:gd name="connsiteY5" fmla="*/ 39697 h 251130"/>
                  <a:gd name="connsiteX6" fmla="*/ 79393 w 258474"/>
                  <a:gd name="connsiteY6" fmla="*/ 171737 h 251130"/>
                  <a:gd name="connsiteX7" fmla="*/ 179081 w 258474"/>
                  <a:gd name="connsiteY7" fmla="*/ 171737 h 251130"/>
                  <a:gd name="connsiteX8" fmla="*/ 179081 w 258474"/>
                  <a:gd name="connsiteY8" fmla="*/ 42277 h 251130"/>
                  <a:gd name="connsiteX9" fmla="*/ 218778 w 258474"/>
                  <a:gd name="connsiteY9" fmla="*/ 2580 h 251130"/>
                  <a:gd name="connsiteX10" fmla="*/ 258474 w 258474"/>
                  <a:gd name="connsiteY10" fmla="*/ 42277 h 251130"/>
                  <a:gd name="connsiteX11" fmla="*/ 258474 w 258474"/>
                  <a:gd name="connsiteY11" fmla="*/ 211434 h 251130"/>
                  <a:gd name="connsiteX12" fmla="*/ 218778 w 258474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474" h="251130">
                    <a:moveTo>
                      <a:pt x="218778" y="251130"/>
                    </a:moveTo>
                    <a:lnTo>
                      <a:pt x="39697" y="251130"/>
                    </a:lnTo>
                    <a:cubicBezTo>
                      <a:pt x="17773" y="251130"/>
                      <a:pt x="0" y="233356"/>
                      <a:pt x="0" y="211434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171737"/>
                    </a:lnTo>
                    <a:lnTo>
                      <a:pt x="179081" y="171737"/>
                    </a:lnTo>
                    <a:lnTo>
                      <a:pt x="179081" y="42277"/>
                    </a:lnTo>
                    <a:cubicBezTo>
                      <a:pt x="179081" y="20354"/>
                      <a:pt x="196855" y="2580"/>
                      <a:pt x="218778" y="2580"/>
                    </a:cubicBezTo>
                    <a:cubicBezTo>
                      <a:pt x="240700" y="2580"/>
                      <a:pt x="258474" y="20354"/>
                      <a:pt x="258474" y="42277"/>
                    </a:cubicBezTo>
                    <a:lnTo>
                      <a:pt x="258474" y="211434"/>
                    </a:lnTo>
                    <a:cubicBezTo>
                      <a:pt x="258474" y="233356"/>
                      <a:pt x="240700" y="251130"/>
                      <a:pt x="218778" y="251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3A37899-D77F-7340-9F00-6C089ADF6E07}"/>
                </a:ext>
              </a:extLst>
            </p:cNvPr>
            <p:cNvSpPr/>
            <p:nvPr/>
          </p:nvSpPr>
          <p:spPr>
            <a:xfrm>
              <a:off x="6049597" y="2635683"/>
              <a:ext cx="142544" cy="142539"/>
            </a:xfrm>
            <a:custGeom>
              <a:avLst/>
              <a:gdLst>
                <a:gd name="connsiteX0" fmla="*/ 39677 w 142544"/>
                <a:gd name="connsiteY0" fmla="*/ 142540 h 142539"/>
                <a:gd name="connsiteX1" fmla="*/ 0 w 142544"/>
                <a:gd name="connsiteY1" fmla="*/ 102825 h 142539"/>
                <a:gd name="connsiteX2" fmla="*/ 11641 w 142544"/>
                <a:gd name="connsiteY2" fmla="*/ 74758 h 142539"/>
                <a:gd name="connsiteX3" fmla="*/ 74759 w 142544"/>
                <a:gd name="connsiteY3" fmla="*/ 11641 h 142539"/>
                <a:gd name="connsiteX4" fmla="*/ 130904 w 142544"/>
                <a:gd name="connsiteY4" fmla="*/ 11616 h 142539"/>
                <a:gd name="connsiteX5" fmla="*/ 130929 w 142544"/>
                <a:gd name="connsiteY5" fmla="*/ 67762 h 142539"/>
                <a:gd name="connsiteX6" fmla="*/ 67762 w 142544"/>
                <a:gd name="connsiteY6" fmla="*/ 130929 h 142539"/>
                <a:gd name="connsiteX7" fmla="*/ 39677 w 142544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544" h="142539">
                  <a:moveTo>
                    <a:pt x="39677" y="142540"/>
                  </a:moveTo>
                  <a:cubicBezTo>
                    <a:pt x="17754" y="142530"/>
                    <a:pt x="-10" y="124749"/>
                    <a:pt x="0" y="102825"/>
                  </a:cubicBezTo>
                  <a:cubicBezTo>
                    <a:pt x="5" y="92296"/>
                    <a:pt x="4193" y="82199"/>
                    <a:pt x="11641" y="74758"/>
                  </a:cubicBezTo>
                  <a:lnTo>
                    <a:pt x="74759" y="11641"/>
                  </a:lnTo>
                  <a:cubicBezTo>
                    <a:pt x="90255" y="-3870"/>
                    <a:pt x="115393" y="-3882"/>
                    <a:pt x="130904" y="11616"/>
                  </a:cubicBezTo>
                  <a:cubicBezTo>
                    <a:pt x="146416" y="27113"/>
                    <a:pt x="146426" y="52251"/>
                    <a:pt x="130929" y="67762"/>
                  </a:cubicBezTo>
                  <a:lnTo>
                    <a:pt x="67762" y="130929"/>
                  </a:lnTo>
                  <a:cubicBezTo>
                    <a:pt x="60309" y="138371"/>
                    <a:pt x="50206" y="142548"/>
                    <a:pt x="39677" y="1425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14BB578A-2F7F-CB42-A91C-E0EC4AF0238B}"/>
                </a:ext>
              </a:extLst>
            </p:cNvPr>
            <p:cNvSpPr/>
            <p:nvPr/>
          </p:nvSpPr>
          <p:spPr>
            <a:xfrm>
              <a:off x="5558278" y="2634343"/>
              <a:ext cx="142546" cy="142539"/>
            </a:xfrm>
            <a:custGeom>
              <a:avLst/>
              <a:gdLst>
                <a:gd name="connsiteX0" fmla="*/ 102868 w 142546"/>
                <a:gd name="connsiteY0" fmla="*/ 142540 h 142539"/>
                <a:gd name="connsiteX1" fmla="*/ 74783 w 142546"/>
                <a:gd name="connsiteY1" fmla="*/ 130929 h 142539"/>
                <a:gd name="connsiteX2" fmla="*/ 11616 w 142546"/>
                <a:gd name="connsiteY2" fmla="*/ 67762 h 142539"/>
                <a:gd name="connsiteX3" fmla="*/ 11641 w 142546"/>
                <a:gd name="connsiteY3" fmla="*/ 11616 h 142539"/>
                <a:gd name="connsiteX4" fmla="*/ 67786 w 142546"/>
                <a:gd name="connsiteY4" fmla="*/ 11641 h 142539"/>
                <a:gd name="connsiteX5" fmla="*/ 130954 w 142546"/>
                <a:gd name="connsiteY5" fmla="*/ 74808 h 142539"/>
                <a:gd name="connsiteX6" fmla="*/ 130886 w 142546"/>
                <a:gd name="connsiteY6" fmla="*/ 130947 h 142539"/>
                <a:gd name="connsiteX7" fmla="*/ 102868 w 142546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546" h="142539">
                  <a:moveTo>
                    <a:pt x="102868" y="142540"/>
                  </a:moveTo>
                  <a:cubicBezTo>
                    <a:pt x="92337" y="142548"/>
                    <a:pt x="82234" y="138371"/>
                    <a:pt x="74783" y="130929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30954" y="74808"/>
                  </a:lnTo>
                  <a:cubicBezTo>
                    <a:pt x="146437" y="90329"/>
                    <a:pt x="146407" y="115463"/>
                    <a:pt x="130886" y="130947"/>
                  </a:cubicBezTo>
                  <a:cubicBezTo>
                    <a:pt x="123449" y="138366"/>
                    <a:pt x="113374" y="142535"/>
                    <a:pt x="102868" y="1425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CE87BF1F-A339-524C-8D63-9D471C782075}"/>
                </a:ext>
              </a:extLst>
            </p:cNvPr>
            <p:cNvSpPr/>
            <p:nvPr/>
          </p:nvSpPr>
          <p:spPr>
            <a:xfrm>
              <a:off x="5838987" y="2539150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8365199F-1576-A24F-9CFC-3CDC37B839DA}"/>
                </a:ext>
              </a:extLst>
            </p:cNvPr>
            <p:cNvSpPr/>
            <p:nvPr/>
          </p:nvSpPr>
          <p:spPr>
            <a:xfrm>
              <a:off x="6137803" y="291259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3"/>
                    <a:pt x="153824" y="39697"/>
                  </a:cubicBezTo>
                  <a:cubicBezTo>
                    <a:pt x="153824" y="61620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55">
            <a:extLst>
              <a:ext uri="{FF2B5EF4-FFF2-40B4-BE49-F238E27FC236}">
                <a16:creationId xmlns:a16="http://schemas.microsoft.com/office/drawing/2014/main" id="{F979B3BC-662C-4F7E-B268-C2B50B5EC82B}"/>
              </a:ext>
            </a:extLst>
          </p:cNvPr>
          <p:cNvGrpSpPr>
            <a:grpSpLocks noChangeAspect="1"/>
          </p:cNvGrpSpPr>
          <p:nvPr/>
        </p:nvGrpSpPr>
        <p:grpSpPr>
          <a:xfrm>
            <a:off x="6787912" y="2548628"/>
            <a:ext cx="813780" cy="813779"/>
            <a:chOff x="6787912" y="2548628"/>
            <a:chExt cx="813780" cy="813779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8625D41D-A43F-4C4B-BC7F-70BFCA7C3266}"/>
                </a:ext>
              </a:extLst>
            </p:cNvPr>
            <p:cNvSpPr/>
            <p:nvPr/>
          </p:nvSpPr>
          <p:spPr>
            <a:xfrm>
              <a:off x="6787912" y="2548628"/>
              <a:ext cx="813780" cy="813779"/>
            </a:xfrm>
            <a:custGeom>
              <a:avLst/>
              <a:gdLst>
                <a:gd name="connsiteX0" fmla="*/ 774084 w 813780"/>
                <a:gd name="connsiteY0" fmla="*/ 813779 h 813779"/>
                <a:gd name="connsiteX1" fmla="*/ 39697 w 813780"/>
                <a:gd name="connsiteY1" fmla="*/ 813779 h 813779"/>
                <a:gd name="connsiteX2" fmla="*/ 0 w 813780"/>
                <a:gd name="connsiteY2" fmla="*/ 774083 h 813779"/>
                <a:gd name="connsiteX3" fmla="*/ 0 w 813780"/>
                <a:gd name="connsiteY3" fmla="*/ 39697 h 813779"/>
                <a:gd name="connsiteX4" fmla="*/ 39697 w 813780"/>
                <a:gd name="connsiteY4" fmla="*/ 0 h 813779"/>
                <a:gd name="connsiteX5" fmla="*/ 774084 w 813780"/>
                <a:gd name="connsiteY5" fmla="*/ 0 h 813779"/>
                <a:gd name="connsiteX6" fmla="*/ 813780 w 813780"/>
                <a:gd name="connsiteY6" fmla="*/ 39697 h 813779"/>
                <a:gd name="connsiteX7" fmla="*/ 813780 w 813780"/>
                <a:gd name="connsiteY7" fmla="*/ 774083 h 813779"/>
                <a:gd name="connsiteX8" fmla="*/ 774084 w 813780"/>
                <a:gd name="connsiteY8" fmla="*/ 813779 h 813779"/>
                <a:gd name="connsiteX9" fmla="*/ 79393 w 813780"/>
                <a:gd name="connsiteY9" fmla="*/ 734386 h 813779"/>
                <a:gd name="connsiteX10" fmla="*/ 734387 w 813780"/>
                <a:gd name="connsiteY10" fmla="*/ 734386 h 813779"/>
                <a:gd name="connsiteX11" fmla="*/ 734387 w 813780"/>
                <a:gd name="connsiteY11" fmla="*/ 79393 h 813779"/>
                <a:gd name="connsiteX12" fmla="*/ 79393 w 813780"/>
                <a:gd name="connsiteY12" fmla="*/ 79393 h 813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80" h="813779">
                  <a:moveTo>
                    <a:pt x="774084" y="813779"/>
                  </a:moveTo>
                  <a:lnTo>
                    <a:pt x="39697" y="813779"/>
                  </a:lnTo>
                  <a:cubicBezTo>
                    <a:pt x="17773" y="813779"/>
                    <a:pt x="0" y="796005"/>
                    <a:pt x="0" y="77408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74084" y="0"/>
                  </a:lnTo>
                  <a:cubicBezTo>
                    <a:pt x="796006" y="0"/>
                    <a:pt x="813780" y="17773"/>
                    <a:pt x="813780" y="39697"/>
                  </a:cubicBezTo>
                  <a:lnTo>
                    <a:pt x="813780" y="774083"/>
                  </a:lnTo>
                  <a:cubicBezTo>
                    <a:pt x="813780" y="796005"/>
                    <a:pt x="796006" y="813779"/>
                    <a:pt x="774084" y="813779"/>
                  </a:cubicBezTo>
                  <a:close/>
                  <a:moveTo>
                    <a:pt x="79393" y="734386"/>
                  </a:moveTo>
                  <a:lnTo>
                    <a:pt x="734387" y="734386"/>
                  </a:lnTo>
                  <a:lnTo>
                    <a:pt x="73438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E92F2A9-E604-5C48-9E0A-B07E2F7B3BE2}"/>
                </a:ext>
              </a:extLst>
            </p:cNvPr>
            <p:cNvSpPr/>
            <p:nvPr/>
          </p:nvSpPr>
          <p:spPr>
            <a:xfrm>
              <a:off x="6923003" y="2684192"/>
              <a:ext cx="549204" cy="549200"/>
            </a:xfrm>
            <a:custGeom>
              <a:avLst/>
              <a:gdLst>
                <a:gd name="connsiteX0" fmla="*/ 273982 w 549204"/>
                <a:gd name="connsiteY0" fmla="*/ 549201 h 549200"/>
                <a:gd name="connsiteX1" fmla="*/ 1 w 549204"/>
                <a:gd name="connsiteY1" fmla="*/ 273982 h 549200"/>
                <a:gd name="connsiteX2" fmla="*/ 275221 w 549204"/>
                <a:gd name="connsiteY2" fmla="*/ 1 h 549200"/>
                <a:gd name="connsiteX3" fmla="*/ 549204 w 549204"/>
                <a:gd name="connsiteY3" fmla="*/ 275220 h 549200"/>
                <a:gd name="connsiteX4" fmla="*/ 286288 w 549204"/>
                <a:gd name="connsiteY4" fmla="*/ 548953 h 549200"/>
                <a:gd name="connsiteX5" fmla="*/ 273982 w 549204"/>
                <a:gd name="connsiteY5" fmla="*/ 549201 h 549200"/>
                <a:gd name="connsiteX6" fmla="*/ 274478 w 549204"/>
                <a:gd name="connsiteY6" fmla="*/ 77804 h 549200"/>
                <a:gd name="connsiteX7" fmla="*/ 265745 w 549204"/>
                <a:gd name="connsiteY7" fmla="*/ 77804 h 549200"/>
                <a:gd name="connsiteX8" fmla="*/ 74952 w 549204"/>
                <a:gd name="connsiteY8" fmla="*/ 277330 h 549200"/>
                <a:gd name="connsiteX9" fmla="*/ 274478 w 549204"/>
                <a:gd name="connsiteY9" fmla="*/ 468121 h 549200"/>
                <a:gd name="connsiteX10" fmla="*/ 465270 w 549204"/>
                <a:gd name="connsiteY10" fmla="*/ 268597 h 549200"/>
                <a:gd name="connsiteX11" fmla="*/ 274478 w 549204"/>
                <a:gd name="connsiteY11" fmla="*/ 77804 h 54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204" h="549200">
                  <a:moveTo>
                    <a:pt x="273982" y="549201"/>
                  </a:moveTo>
                  <a:cubicBezTo>
                    <a:pt x="122324" y="548859"/>
                    <a:pt x="-341" y="425641"/>
                    <a:pt x="1" y="273982"/>
                  </a:cubicBezTo>
                  <a:cubicBezTo>
                    <a:pt x="343" y="122324"/>
                    <a:pt x="123563" y="-341"/>
                    <a:pt x="275221" y="1"/>
                  </a:cubicBezTo>
                  <a:cubicBezTo>
                    <a:pt x="426879" y="343"/>
                    <a:pt x="549546" y="123563"/>
                    <a:pt x="549204" y="275220"/>
                  </a:cubicBezTo>
                  <a:cubicBezTo>
                    <a:pt x="548871" y="422093"/>
                    <a:pt x="433027" y="542701"/>
                    <a:pt x="286288" y="548953"/>
                  </a:cubicBezTo>
                  <a:cubicBezTo>
                    <a:pt x="282170" y="549102"/>
                    <a:pt x="278101" y="549201"/>
                    <a:pt x="273982" y="549201"/>
                  </a:cubicBezTo>
                  <a:close/>
                  <a:moveTo>
                    <a:pt x="274478" y="77804"/>
                  </a:moveTo>
                  <a:cubicBezTo>
                    <a:pt x="271551" y="77804"/>
                    <a:pt x="268673" y="77804"/>
                    <a:pt x="265745" y="77804"/>
                  </a:cubicBezTo>
                  <a:cubicBezTo>
                    <a:pt x="157962" y="80216"/>
                    <a:pt x="72541" y="169547"/>
                    <a:pt x="74952" y="277330"/>
                  </a:cubicBezTo>
                  <a:cubicBezTo>
                    <a:pt x="77364" y="385115"/>
                    <a:pt x="166695" y="470532"/>
                    <a:pt x="274478" y="468121"/>
                  </a:cubicBezTo>
                  <a:cubicBezTo>
                    <a:pt x="382260" y="465709"/>
                    <a:pt x="467682" y="376382"/>
                    <a:pt x="465270" y="268597"/>
                  </a:cubicBezTo>
                  <a:cubicBezTo>
                    <a:pt x="462933" y="164208"/>
                    <a:pt x="378866" y="80140"/>
                    <a:pt x="274478" y="778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5D1A07E-7AFF-9840-9E90-43607B2CE853}"/>
                </a:ext>
              </a:extLst>
            </p:cNvPr>
            <p:cNvSpPr/>
            <p:nvPr/>
          </p:nvSpPr>
          <p:spPr>
            <a:xfrm>
              <a:off x="7063704" y="2915077"/>
              <a:ext cx="79492" cy="79294"/>
            </a:xfrm>
            <a:custGeom>
              <a:avLst/>
              <a:gdLst>
                <a:gd name="connsiteX0" fmla="*/ 39746 w 79492"/>
                <a:gd name="connsiteY0" fmla="*/ 79293 h 79294"/>
                <a:gd name="connsiteX1" fmla="*/ 32005 w 79492"/>
                <a:gd name="connsiteY1" fmla="*/ 78500 h 79294"/>
                <a:gd name="connsiteX2" fmla="*/ 11661 w 79492"/>
                <a:gd name="connsiteY2" fmla="*/ 67732 h 79294"/>
                <a:gd name="connsiteX3" fmla="*/ 6699 w 79492"/>
                <a:gd name="connsiteY3" fmla="*/ 61728 h 79294"/>
                <a:gd name="connsiteX4" fmla="*/ 3027 w 79492"/>
                <a:gd name="connsiteY4" fmla="*/ 54880 h 79294"/>
                <a:gd name="connsiteX5" fmla="*/ 794 w 79492"/>
                <a:gd name="connsiteY5" fmla="*/ 47437 h 79294"/>
                <a:gd name="connsiteX6" fmla="*/ 0 w 79492"/>
                <a:gd name="connsiteY6" fmla="*/ 39696 h 79294"/>
                <a:gd name="connsiteX7" fmla="*/ 794 w 79492"/>
                <a:gd name="connsiteY7" fmla="*/ 31906 h 79294"/>
                <a:gd name="connsiteX8" fmla="*/ 3027 w 79492"/>
                <a:gd name="connsiteY8" fmla="*/ 24512 h 79294"/>
                <a:gd name="connsiteX9" fmla="*/ 6699 w 79492"/>
                <a:gd name="connsiteY9" fmla="*/ 17665 h 79294"/>
                <a:gd name="connsiteX10" fmla="*/ 11661 w 79492"/>
                <a:gd name="connsiteY10" fmla="*/ 11611 h 79294"/>
                <a:gd name="connsiteX11" fmla="*/ 17715 w 79492"/>
                <a:gd name="connsiteY11" fmla="*/ 6649 h 79294"/>
                <a:gd name="connsiteX12" fmla="*/ 32005 w 79492"/>
                <a:gd name="connsiteY12" fmla="*/ 744 h 79294"/>
                <a:gd name="connsiteX13" fmla="*/ 47487 w 79492"/>
                <a:gd name="connsiteY13" fmla="*/ 744 h 79294"/>
                <a:gd name="connsiteX14" fmla="*/ 61778 w 79492"/>
                <a:gd name="connsiteY14" fmla="*/ 6649 h 79294"/>
                <a:gd name="connsiteX15" fmla="*/ 67832 w 79492"/>
                <a:gd name="connsiteY15" fmla="*/ 11611 h 79294"/>
                <a:gd name="connsiteX16" fmla="*/ 72794 w 79492"/>
                <a:gd name="connsiteY16" fmla="*/ 17665 h 79294"/>
                <a:gd name="connsiteX17" fmla="*/ 76466 w 79492"/>
                <a:gd name="connsiteY17" fmla="*/ 24512 h 79294"/>
                <a:gd name="connsiteX18" fmla="*/ 78699 w 79492"/>
                <a:gd name="connsiteY18" fmla="*/ 31906 h 79294"/>
                <a:gd name="connsiteX19" fmla="*/ 79493 w 79492"/>
                <a:gd name="connsiteY19" fmla="*/ 39696 h 79294"/>
                <a:gd name="connsiteX20" fmla="*/ 78699 w 79492"/>
                <a:gd name="connsiteY20" fmla="*/ 47437 h 79294"/>
                <a:gd name="connsiteX21" fmla="*/ 76466 w 79492"/>
                <a:gd name="connsiteY21" fmla="*/ 54880 h 79294"/>
                <a:gd name="connsiteX22" fmla="*/ 72794 w 79492"/>
                <a:gd name="connsiteY22" fmla="*/ 61728 h 79294"/>
                <a:gd name="connsiteX23" fmla="*/ 67832 w 79492"/>
                <a:gd name="connsiteY23" fmla="*/ 67732 h 79294"/>
                <a:gd name="connsiteX24" fmla="*/ 61778 w 79492"/>
                <a:gd name="connsiteY24" fmla="*/ 72694 h 79294"/>
                <a:gd name="connsiteX25" fmla="*/ 47487 w 79492"/>
                <a:gd name="connsiteY25" fmla="*/ 78599 h 79294"/>
                <a:gd name="connsiteX26" fmla="*/ 39746 w 79492"/>
                <a:gd name="connsiteY26" fmla="*/ 79293 h 7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92" h="79294">
                  <a:moveTo>
                    <a:pt x="39746" y="79293"/>
                  </a:moveTo>
                  <a:cubicBezTo>
                    <a:pt x="37147" y="79278"/>
                    <a:pt x="34555" y="79012"/>
                    <a:pt x="32005" y="78500"/>
                  </a:cubicBezTo>
                  <a:cubicBezTo>
                    <a:pt x="24309" y="76999"/>
                    <a:pt x="17230" y="73252"/>
                    <a:pt x="11661" y="67732"/>
                  </a:cubicBezTo>
                  <a:cubicBezTo>
                    <a:pt x="9818" y="65894"/>
                    <a:pt x="8156" y="63884"/>
                    <a:pt x="6699" y="61728"/>
                  </a:cubicBezTo>
                  <a:cubicBezTo>
                    <a:pt x="5263" y="59565"/>
                    <a:pt x="4033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260" y="44891"/>
                    <a:pt x="-6" y="42297"/>
                    <a:pt x="0" y="39696"/>
                  </a:cubicBezTo>
                  <a:cubicBezTo>
                    <a:pt x="-6" y="37079"/>
                    <a:pt x="260" y="34468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12" y="22110"/>
                    <a:pt x="5243" y="19815"/>
                    <a:pt x="6699" y="17665"/>
                  </a:cubicBezTo>
                  <a:cubicBezTo>
                    <a:pt x="8143" y="15484"/>
                    <a:pt x="9806" y="13455"/>
                    <a:pt x="11661" y="11611"/>
                  </a:cubicBezTo>
                  <a:cubicBezTo>
                    <a:pt x="13520" y="9771"/>
                    <a:pt x="15546" y="8110"/>
                    <a:pt x="17715" y="6649"/>
                  </a:cubicBezTo>
                  <a:cubicBezTo>
                    <a:pt x="22062" y="3795"/>
                    <a:pt x="26911" y="1791"/>
                    <a:pt x="32005" y="744"/>
                  </a:cubicBezTo>
                  <a:cubicBezTo>
                    <a:pt x="37118" y="-248"/>
                    <a:pt x="42374" y="-248"/>
                    <a:pt x="47487" y="744"/>
                  </a:cubicBezTo>
                  <a:cubicBezTo>
                    <a:pt x="52581" y="1791"/>
                    <a:pt x="57431" y="3795"/>
                    <a:pt x="61778" y="6649"/>
                  </a:cubicBezTo>
                  <a:cubicBezTo>
                    <a:pt x="63946" y="8110"/>
                    <a:pt x="65973" y="9771"/>
                    <a:pt x="67832" y="11611"/>
                  </a:cubicBezTo>
                  <a:cubicBezTo>
                    <a:pt x="69687" y="13455"/>
                    <a:pt x="71349" y="15484"/>
                    <a:pt x="72794" y="17665"/>
                  </a:cubicBezTo>
                  <a:cubicBezTo>
                    <a:pt x="74250" y="19815"/>
                    <a:pt x="75480" y="22110"/>
                    <a:pt x="76466" y="24512"/>
                  </a:cubicBezTo>
                  <a:cubicBezTo>
                    <a:pt x="77456" y="26896"/>
                    <a:pt x="78204" y="29373"/>
                    <a:pt x="78699" y="31906"/>
                  </a:cubicBezTo>
                  <a:cubicBezTo>
                    <a:pt x="79233" y="34468"/>
                    <a:pt x="79498" y="37079"/>
                    <a:pt x="79493" y="39696"/>
                  </a:cubicBezTo>
                  <a:cubicBezTo>
                    <a:pt x="79498" y="42297"/>
                    <a:pt x="79233" y="44891"/>
                    <a:pt x="78699" y="47437"/>
                  </a:cubicBezTo>
                  <a:cubicBezTo>
                    <a:pt x="78197" y="49985"/>
                    <a:pt x="77450" y="52477"/>
                    <a:pt x="76466" y="54880"/>
                  </a:cubicBezTo>
                  <a:cubicBezTo>
                    <a:pt x="75459" y="57273"/>
                    <a:pt x="74230" y="59565"/>
                    <a:pt x="72794" y="61728"/>
                  </a:cubicBezTo>
                  <a:cubicBezTo>
                    <a:pt x="71336" y="63884"/>
                    <a:pt x="69675" y="65894"/>
                    <a:pt x="67832" y="67732"/>
                  </a:cubicBezTo>
                  <a:cubicBezTo>
                    <a:pt x="65986" y="69586"/>
                    <a:pt x="63958" y="71248"/>
                    <a:pt x="61778" y="72694"/>
                  </a:cubicBezTo>
                  <a:cubicBezTo>
                    <a:pt x="57431" y="75548"/>
                    <a:pt x="52581" y="77552"/>
                    <a:pt x="47487" y="78599"/>
                  </a:cubicBezTo>
                  <a:cubicBezTo>
                    <a:pt x="44935" y="79078"/>
                    <a:pt x="42343" y="79310"/>
                    <a:pt x="39746" y="792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8AFAC1D-CF52-B341-BAF6-933DC8E26FFB}"/>
                </a:ext>
              </a:extLst>
            </p:cNvPr>
            <p:cNvSpPr/>
            <p:nvPr/>
          </p:nvSpPr>
          <p:spPr>
            <a:xfrm>
              <a:off x="7247549" y="2915921"/>
              <a:ext cx="79541" cy="79460"/>
            </a:xfrm>
            <a:custGeom>
              <a:avLst/>
              <a:gdLst>
                <a:gd name="connsiteX0" fmla="*/ 39746 w 79541"/>
                <a:gd name="connsiteY0" fmla="*/ 79442 h 79460"/>
                <a:gd name="connsiteX1" fmla="*/ 32006 w 79541"/>
                <a:gd name="connsiteY1" fmla="*/ 78648 h 79460"/>
                <a:gd name="connsiteX2" fmla="*/ 24563 w 79541"/>
                <a:gd name="connsiteY2" fmla="*/ 76366 h 79460"/>
                <a:gd name="connsiteX3" fmla="*/ 17715 w 79541"/>
                <a:gd name="connsiteY3" fmla="*/ 72744 h 79460"/>
                <a:gd name="connsiteX4" fmla="*/ 11661 w 79541"/>
                <a:gd name="connsiteY4" fmla="*/ 67781 h 79460"/>
                <a:gd name="connsiteX5" fmla="*/ 6699 w 79541"/>
                <a:gd name="connsiteY5" fmla="*/ 61728 h 79460"/>
                <a:gd name="connsiteX6" fmla="*/ 3027 w 79541"/>
                <a:gd name="connsiteY6" fmla="*/ 54880 h 79460"/>
                <a:gd name="connsiteX7" fmla="*/ 794 w 79541"/>
                <a:gd name="connsiteY7" fmla="*/ 47437 h 79460"/>
                <a:gd name="connsiteX8" fmla="*/ 794 w 79541"/>
                <a:gd name="connsiteY8" fmla="*/ 31906 h 79460"/>
                <a:gd name="connsiteX9" fmla="*/ 3027 w 79541"/>
                <a:gd name="connsiteY9" fmla="*/ 24512 h 79460"/>
                <a:gd name="connsiteX10" fmla="*/ 6699 w 79541"/>
                <a:gd name="connsiteY10" fmla="*/ 17665 h 79460"/>
                <a:gd name="connsiteX11" fmla="*/ 17665 w 79541"/>
                <a:gd name="connsiteY11" fmla="*/ 6698 h 79460"/>
                <a:gd name="connsiteX12" fmla="*/ 24513 w 79541"/>
                <a:gd name="connsiteY12" fmla="*/ 3026 h 79460"/>
                <a:gd name="connsiteX13" fmla="*/ 31956 w 79541"/>
                <a:gd name="connsiteY13" fmla="*/ 744 h 79460"/>
                <a:gd name="connsiteX14" fmla="*/ 47438 w 79541"/>
                <a:gd name="connsiteY14" fmla="*/ 744 h 79460"/>
                <a:gd name="connsiteX15" fmla="*/ 54881 w 79541"/>
                <a:gd name="connsiteY15" fmla="*/ 3026 h 79460"/>
                <a:gd name="connsiteX16" fmla="*/ 61728 w 79541"/>
                <a:gd name="connsiteY16" fmla="*/ 6698 h 79460"/>
                <a:gd name="connsiteX17" fmla="*/ 67733 w 79541"/>
                <a:gd name="connsiteY17" fmla="*/ 11661 h 79460"/>
                <a:gd name="connsiteX18" fmla="*/ 72695 w 79541"/>
                <a:gd name="connsiteY18" fmla="*/ 17714 h 79460"/>
                <a:gd name="connsiteX19" fmla="*/ 76367 w 79541"/>
                <a:gd name="connsiteY19" fmla="*/ 24562 h 79460"/>
                <a:gd name="connsiteX20" fmla="*/ 78748 w 79541"/>
                <a:gd name="connsiteY20" fmla="*/ 32154 h 79460"/>
                <a:gd name="connsiteX21" fmla="*/ 78748 w 79541"/>
                <a:gd name="connsiteY21" fmla="*/ 47685 h 79460"/>
                <a:gd name="connsiteX22" fmla="*/ 76515 w 79541"/>
                <a:gd name="connsiteY22" fmla="*/ 55128 h 79460"/>
                <a:gd name="connsiteX23" fmla="*/ 72843 w 79541"/>
                <a:gd name="connsiteY23" fmla="*/ 61976 h 79460"/>
                <a:gd name="connsiteX24" fmla="*/ 61877 w 79541"/>
                <a:gd name="connsiteY24" fmla="*/ 72942 h 79460"/>
                <a:gd name="connsiteX25" fmla="*/ 47587 w 79541"/>
                <a:gd name="connsiteY25" fmla="*/ 78847 h 79460"/>
                <a:gd name="connsiteX26" fmla="*/ 39746 w 79541"/>
                <a:gd name="connsiteY26" fmla="*/ 79442 h 7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541" h="79460">
                  <a:moveTo>
                    <a:pt x="39746" y="79442"/>
                  </a:moveTo>
                  <a:cubicBezTo>
                    <a:pt x="37146" y="79451"/>
                    <a:pt x="34551" y="79185"/>
                    <a:pt x="32006" y="78648"/>
                  </a:cubicBezTo>
                  <a:cubicBezTo>
                    <a:pt x="29455" y="78144"/>
                    <a:pt x="26959" y="77380"/>
                    <a:pt x="24563" y="76366"/>
                  </a:cubicBezTo>
                  <a:cubicBezTo>
                    <a:pt x="22166" y="75387"/>
                    <a:pt x="19873" y="74174"/>
                    <a:pt x="17715" y="72744"/>
                  </a:cubicBezTo>
                  <a:cubicBezTo>
                    <a:pt x="15546" y="71284"/>
                    <a:pt x="13517" y="69622"/>
                    <a:pt x="11661" y="67781"/>
                  </a:cubicBezTo>
                  <a:cubicBezTo>
                    <a:pt x="9805" y="65937"/>
                    <a:pt x="8144" y="63909"/>
                    <a:pt x="6699" y="61728"/>
                  </a:cubicBezTo>
                  <a:cubicBezTo>
                    <a:pt x="5263" y="59565"/>
                    <a:pt x="4033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-265" y="42314"/>
                    <a:pt x="-265" y="37029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13" y="22110"/>
                    <a:pt x="5243" y="19815"/>
                    <a:pt x="6699" y="17665"/>
                  </a:cubicBezTo>
                  <a:cubicBezTo>
                    <a:pt x="9552" y="13288"/>
                    <a:pt x="13289" y="9554"/>
                    <a:pt x="17665" y="6698"/>
                  </a:cubicBezTo>
                  <a:cubicBezTo>
                    <a:pt x="19824" y="5253"/>
                    <a:pt x="22116" y="4023"/>
                    <a:pt x="24513" y="3026"/>
                  </a:cubicBezTo>
                  <a:cubicBezTo>
                    <a:pt x="26920" y="2036"/>
                    <a:pt x="29410" y="1271"/>
                    <a:pt x="31956" y="744"/>
                  </a:cubicBezTo>
                  <a:cubicBezTo>
                    <a:pt x="37067" y="-248"/>
                    <a:pt x="42327" y="-248"/>
                    <a:pt x="47438" y="744"/>
                  </a:cubicBezTo>
                  <a:cubicBezTo>
                    <a:pt x="49983" y="1278"/>
                    <a:pt x="52474" y="2043"/>
                    <a:pt x="54881" y="3026"/>
                  </a:cubicBezTo>
                  <a:cubicBezTo>
                    <a:pt x="57277" y="4023"/>
                    <a:pt x="59570" y="5253"/>
                    <a:pt x="61728" y="6698"/>
                  </a:cubicBezTo>
                  <a:cubicBezTo>
                    <a:pt x="63902" y="8130"/>
                    <a:pt x="65916" y="9794"/>
                    <a:pt x="67733" y="11661"/>
                  </a:cubicBezTo>
                  <a:cubicBezTo>
                    <a:pt x="69588" y="13506"/>
                    <a:pt x="71251" y="15534"/>
                    <a:pt x="72695" y="17714"/>
                  </a:cubicBezTo>
                  <a:cubicBezTo>
                    <a:pt x="74149" y="19864"/>
                    <a:pt x="75379" y="22159"/>
                    <a:pt x="76367" y="24562"/>
                  </a:cubicBezTo>
                  <a:cubicBezTo>
                    <a:pt x="77419" y="27003"/>
                    <a:pt x="78217" y="29548"/>
                    <a:pt x="78748" y="32154"/>
                  </a:cubicBezTo>
                  <a:cubicBezTo>
                    <a:pt x="79805" y="37277"/>
                    <a:pt x="79805" y="42562"/>
                    <a:pt x="78748" y="47685"/>
                  </a:cubicBezTo>
                  <a:cubicBezTo>
                    <a:pt x="78247" y="50233"/>
                    <a:pt x="77498" y="52726"/>
                    <a:pt x="76515" y="55128"/>
                  </a:cubicBezTo>
                  <a:cubicBezTo>
                    <a:pt x="75508" y="57521"/>
                    <a:pt x="74278" y="59813"/>
                    <a:pt x="72843" y="61976"/>
                  </a:cubicBezTo>
                  <a:cubicBezTo>
                    <a:pt x="69951" y="66323"/>
                    <a:pt x="66224" y="70050"/>
                    <a:pt x="61877" y="72942"/>
                  </a:cubicBezTo>
                  <a:cubicBezTo>
                    <a:pt x="57531" y="75796"/>
                    <a:pt x="52683" y="77799"/>
                    <a:pt x="47587" y="78847"/>
                  </a:cubicBezTo>
                  <a:cubicBezTo>
                    <a:pt x="45001" y="79324"/>
                    <a:pt x="42371" y="79524"/>
                    <a:pt x="39746" y="7944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5" name="Picture Placeholder 57">
            <a:extLst>
              <a:ext uri="{FF2B5EF4-FFF2-40B4-BE49-F238E27FC236}">
                <a16:creationId xmlns:a16="http://schemas.microsoft.com/office/drawing/2014/main" id="{90BE4ACB-BBB6-4622-9FE5-BA24E67430D9}"/>
              </a:ext>
            </a:extLst>
          </p:cNvPr>
          <p:cNvGrpSpPr>
            <a:grpSpLocks noChangeAspect="1"/>
          </p:cNvGrpSpPr>
          <p:nvPr/>
        </p:nvGrpSpPr>
        <p:grpSpPr>
          <a:xfrm>
            <a:off x="8099962" y="2543170"/>
            <a:ext cx="824696" cy="824695"/>
            <a:chOff x="8099962" y="2543170"/>
            <a:chExt cx="824696" cy="824695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6B36042-D459-5C4F-9DF8-55E09DC3F2F6}"/>
                </a:ext>
              </a:extLst>
            </p:cNvPr>
            <p:cNvSpPr/>
            <p:nvPr/>
          </p:nvSpPr>
          <p:spPr>
            <a:xfrm>
              <a:off x="8764681" y="2915821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3"/>
                    <a:pt x="159977" y="39697"/>
                  </a:cubicBezTo>
                  <a:cubicBezTo>
                    <a:pt x="159977" y="61620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CDA7AAA-FF65-F54E-A9F3-6FC626BE3BD4}"/>
                </a:ext>
              </a:extLst>
            </p:cNvPr>
            <p:cNvSpPr/>
            <p:nvPr/>
          </p:nvSpPr>
          <p:spPr>
            <a:xfrm>
              <a:off x="8764681" y="2729743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3"/>
                    <a:pt x="159977" y="39697"/>
                  </a:cubicBezTo>
                  <a:cubicBezTo>
                    <a:pt x="159977" y="61620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EAE227E-0EFD-2843-80D1-D9E021530D99}"/>
                </a:ext>
              </a:extLst>
            </p:cNvPr>
            <p:cNvSpPr/>
            <p:nvPr/>
          </p:nvSpPr>
          <p:spPr>
            <a:xfrm>
              <a:off x="8764681" y="3102147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20281" y="0"/>
                  </a:lnTo>
                  <a:cubicBezTo>
                    <a:pt x="142203" y="0"/>
                    <a:pt x="159977" y="17774"/>
                    <a:pt x="159977" y="39697"/>
                  </a:cubicBezTo>
                  <a:cubicBezTo>
                    <a:pt x="159977" y="61619"/>
                    <a:pt x="142203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F83194EB-47B0-DF40-AD63-4BA063DC4CB6}"/>
                </a:ext>
              </a:extLst>
            </p:cNvPr>
            <p:cNvSpPr/>
            <p:nvPr/>
          </p:nvSpPr>
          <p:spPr>
            <a:xfrm>
              <a:off x="8099962" y="2915821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3"/>
                    <a:pt x="159977" y="39697"/>
                  </a:cubicBezTo>
                  <a:cubicBezTo>
                    <a:pt x="159977" y="61620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863F4CC-FE4D-1F49-933A-472D217C9DF4}"/>
                </a:ext>
              </a:extLst>
            </p:cNvPr>
            <p:cNvSpPr/>
            <p:nvPr/>
          </p:nvSpPr>
          <p:spPr>
            <a:xfrm>
              <a:off x="8099962" y="2729743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3"/>
                    <a:pt x="159977" y="39697"/>
                  </a:cubicBezTo>
                  <a:cubicBezTo>
                    <a:pt x="159977" y="61620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A68FCA25-4166-1C4E-B24B-2F5A38797948}"/>
                </a:ext>
              </a:extLst>
            </p:cNvPr>
            <p:cNvSpPr/>
            <p:nvPr/>
          </p:nvSpPr>
          <p:spPr>
            <a:xfrm>
              <a:off x="8099962" y="3102147"/>
              <a:ext cx="159977" cy="79393"/>
            </a:xfrm>
            <a:custGeom>
              <a:avLst/>
              <a:gdLst>
                <a:gd name="connsiteX0" fmla="*/ 120281 w 159977"/>
                <a:gd name="connsiteY0" fmla="*/ 79393 h 79393"/>
                <a:gd name="connsiteX1" fmla="*/ 39697 w 159977"/>
                <a:gd name="connsiteY1" fmla="*/ 79393 h 79393"/>
                <a:gd name="connsiteX2" fmla="*/ 0 w 159977"/>
                <a:gd name="connsiteY2" fmla="*/ 39697 h 79393"/>
                <a:gd name="connsiteX3" fmla="*/ 39697 w 159977"/>
                <a:gd name="connsiteY3" fmla="*/ 0 h 79393"/>
                <a:gd name="connsiteX4" fmla="*/ 120281 w 159977"/>
                <a:gd name="connsiteY4" fmla="*/ 0 h 79393"/>
                <a:gd name="connsiteX5" fmla="*/ 159977 w 159977"/>
                <a:gd name="connsiteY5" fmla="*/ 39697 h 79393"/>
                <a:gd name="connsiteX6" fmla="*/ 120281 w 15997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77" h="79393">
                  <a:moveTo>
                    <a:pt x="12028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20281" y="0"/>
                  </a:lnTo>
                  <a:cubicBezTo>
                    <a:pt x="142205" y="0"/>
                    <a:pt x="159977" y="17774"/>
                    <a:pt x="159977" y="39697"/>
                  </a:cubicBezTo>
                  <a:cubicBezTo>
                    <a:pt x="159977" y="61619"/>
                    <a:pt x="142205" y="79393"/>
                    <a:pt x="12028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6553C48-8454-D14E-927F-C3D8FBB8E337}"/>
                </a:ext>
              </a:extLst>
            </p:cNvPr>
            <p:cNvSpPr/>
            <p:nvPr/>
          </p:nvSpPr>
          <p:spPr>
            <a:xfrm>
              <a:off x="8472613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7F0903A-FAC4-EB44-BE0C-CF2D4FE45D18}"/>
                </a:ext>
              </a:extLst>
            </p:cNvPr>
            <p:cNvSpPr/>
            <p:nvPr/>
          </p:nvSpPr>
          <p:spPr>
            <a:xfrm>
              <a:off x="8286536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1EA79CF-CA31-2148-8C83-D1B58F55816E}"/>
                </a:ext>
              </a:extLst>
            </p:cNvPr>
            <p:cNvSpPr/>
            <p:nvPr/>
          </p:nvSpPr>
          <p:spPr>
            <a:xfrm>
              <a:off x="8658939" y="2543170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4" y="159977"/>
                    <a:pt x="0" y="142204"/>
                    <a:pt x="0" y="12028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20281"/>
                  </a:lnTo>
                  <a:cubicBezTo>
                    <a:pt x="79393" y="142204"/>
                    <a:pt x="61619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AA729F3-AF34-D748-8BC5-F0169115CC0A}"/>
                </a:ext>
              </a:extLst>
            </p:cNvPr>
            <p:cNvSpPr/>
            <p:nvPr/>
          </p:nvSpPr>
          <p:spPr>
            <a:xfrm>
              <a:off x="8472613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EEA04E0-78EA-BC44-9BBD-D9589EC2311F}"/>
                </a:ext>
              </a:extLst>
            </p:cNvPr>
            <p:cNvSpPr/>
            <p:nvPr/>
          </p:nvSpPr>
          <p:spPr>
            <a:xfrm>
              <a:off x="8286536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3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21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33A8CE29-C41E-654A-B8B9-5DED162A70FE}"/>
                </a:ext>
              </a:extLst>
            </p:cNvPr>
            <p:cNvSpPr/>
            <p:nvPr/>
          </p:nvSpPr>
          <p:spPr>
            <a:xfrm>
              <a:off x="8658939" y="3207888"/>
              <a:ext cx="79393" cy="159977"/>
            </a:xfrm>
            <a:custGeom>
              <a:avLst/>
              <a:gdLst>
                <a:gd name="connsiteX0" fmla="*/ 39697 w 79393"/>
                <a:gd name="connsiteY0" fmla="*/ 159977 h 159977"/>
                <a:gd name="connsiteX1" fmla="*/ 0 w 79393"/>
                <a:gd name="connsiteY1" fmla="*/ 120281 h 159977"/>
                <a:gd name="connsiteX2" fmla="*/ 0 w 79393"/>
                <a:gd name="connsiteY2" fmla="*/ 39697 h 159977"/>
                <a:gd name="connsiteX3" fmla="*/ 39697 w 79393"/>
                <a:gd name="connsiteY3" fmla="*/ 0 h 159977"/>
                <a:gd name="connsiteX4" fmla="*/ 79393 w 79393"/>
                <a:gd name="connsiteY4" fmla="*/ 39697 h 159977"/>
                <a:gd name="connsiteX5" fmla="*/ 79393 w 79393"/>
                <a:gd name="connsiteY5" fmla="*/ 120281 h 159977"/>
                <a:gd name="connsiteX6" fmla="*/ 39697 w 79393"/>
                <a:gd name="connsiteY6" fmla="*/ 159977 h 15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9977">
                  <a:moveTo>
                    <a:pt x="39697" y="159977"/>
                  </a:moveTo>
                  <a:cubicBezTo>
                    <a:pt x="17774" y="159977"/>
                    <a:pt x="0" y="142203"/>
                    <a:pt x="0" y="120281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20281"/>
                  </a:lnTo>
                  <a:cubicBezTo>
                    <a:pt x="79393" y="142203"/>
                    <a:pt x="61619" y="159977"/>
                    <a:pt x="39697" y="1599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CC66E05-CE9D-E44C-B008-FE6F94697C4F}"/>
                </a:ext>
              </a:extLst>
            </p:cNvPr>
            <p:cNvSpPr/>
            <p:nvPr/>
          </p:nvSpPr>
          <p:spPr>
            <a:xfrm>
              <a:off x="8195630" y="2633827"/>
              <a:ext cx="638370" cy="638370"/>
            </a:xfrm>
            <a:custGeom>
              <a:avLst/>
              <a:gdLst>
                <a:gd name="connsiteX0" fmla="*/ 598674 w 638370"/>
                <a:gd name="connsiteY0" fmla="*/ 638370 h 638370"/>
                <a:gd name="connsiteX1" fmla="*/ 39697 w 638370"/>
                <a:gd name="connsiteY1" fmla="*/ 638370 h 638370"/>
                <a:gd name="connsiteX2" fmla="*/ 0 w 638370"/>
                <a:gd name="connsiteY2" fmla="*/ 598674 h 638370"/>
                <a:gd name="connsiteX3" fmla="*/ 0 w 638370"/>
                <a:gd name="connsiteY3" fmla="*/ 39697 h 638370"/>
                <a:gd name="connsiteX4" fmla="*/ 39697 w 638370"/>
                <a:gd name="connsiteY4" fmla="*/ 0 h 638370"/>
                <a:gd name="connsiteX5" fmla="*/ 598674 w 638370"/>
                <a:gd name="connsiteY5" fmla="*/ 0 h 638370"/>
                <a:gd name="connsiteX6" fmla="*/ 638371 w 638370"/>
                <a:gd name="connsiteY6" fmla="*/ 39697 h 638370"/>
                <a:gd name="connsiteX7" fmla="*/ 638371 w 638370"/>
                <a:gd name="connsiteY7" fmla="*/ 598674 h 638370"/>
                <a:gd name="connsiteX8" fmla="*/ 598674 w 638370"/>
                <a:gd name="connsiteY8" fmla="*/ 638370 h 638370"/>
                <a:gd name="connsiteX9" fmla="*/ 79393 w 638370"/>
                <a:gd name="connsiteY9" fmla="*/ 558977 h 638370"/>
                <a:gd name="connsiteX10" fmla="*/ 558978 w 638370"/>
                <a:gd name="connsiteY10" fmla="*/ 558977 h 638370"/>
                <a:gd name="connsiteX11" fmla="*/ 558978 w 638370"/>
                <a:gd name="connsiteY11" fmla="*/ 79393 h 638370"/>
                <a:gd name="connsiteX12" fmla="*/ 79393 w 638370"/>
                <a:gd name="connsiteY12" fmla="*/ 79393 h 63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370" h="638370">
                  <a:moveTo>
                    <a:pt x="598674" y="638370"/>
                  </a:moveTo>
                  <a:lnTo>
                    <a:pt x="39697" y="638370"/>
                  </a:lnTo>
                  <a:cubicBezTo>
                    <a:pt x="17773" y="638370"/>
                    <a:pt x="0" y="620596"/>
                    <a:pt x="0" y="5986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8674" y="0"/>
                  </a:lnTo>
                  <a:cubicBezTo>
                    <a:pt x="620597" y="0"/>
                    <a:pt x="638371" y="17773"/>
                    <a:pt x="638371" y="39697"/>
                  </a:cubicBezTo>
                  <a:lnTo>
                    <a:pt x="638371" y="598674"/>
                  </a:lnTo>
                  <a:cubicBezTo>
                    <a:pt x="638371" y="620596"/>
                    <a:pt x="620597" y="638370"/>
                    <a:pt x="598674" y="638370"/>
                  </a:cubicBezTo>
                  <a:close/>
                  <a:moveTo>
                    <a:pt x="79393" y="558977"/>
                  </a:moveTo>
                  <a:lnTo>
                    <a:pt x="558978" y="558977"/>
                  </a:lnTo>
                  <a:lnTo>
                    <a:pt x="5589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3" name="Picture Placeholder 59">
            <a:extLst>
              <a:ext uri="{FF2B5EF4-FFF2-40B4-BE49-F238E27FC236}">
                <a16:creationId xmlns:a16="http://schemas.microsoft.com/office/drawing/2014/main" id="{4022733F-796D-43EB-930A-E079B9D34087}"/>
              </a:ext>
            </a:extLst>
          </p:cNvPr>
          <p:cNvGrpSpPr>
            <a:grpSpLocks noChangeAspect="1"/>
          </p:cNvGrpSpPr>
          <p:nvPr/>
        </p:nvGrpSpPr>
        <p:grpSpPr>
          <a:xfrm>
            <a:off x="9416445" y="2542155"/>
            <a:ext cx="826744" cy="826702"/>
            <a:chOff x="9416445" y="2542155"/>
            <a:chExt cx="826744" cy="826702"/>
          </a:xfrm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3E6AFDC-A8AE-D04D-B62D-C041FC5A2B21}"/>
                </a:ext>
              </a:extLst>
            </p:cNvPr>
            <p:cNvSpPr/>
            <p:nvPr/>
          </p:nvSpPr>
          <p:spPr>
            <a:xfrm>
              <a:off x="9416445" y="2542155"/>
              <a:ext cx="826735" cy="826702"/>
            </a:xfrm>
            <a:custGeom>
              <a:avLst/>
              <a:gdLst>
                <a:gd name="connsiteX0" fmla="*/ 39728 w 826735"/>
                <a:gd name="connsiteY0" fmla="*/ 826703 h 826702"/>
                <a:gd name="connsiteX1" fmla="*/ 0 w 826735"/>
                <a:gd name="connsiteY1" fmla="*/ 787036 h 826702"/>
                <a:gd name="connsiteX2" fmla="*/ 11642 w 826735"/>
                <a:gd name="connsiteY2" fmla="*/ 758921 h 826702"/>
                <a:gd name="connsiteX3" fmla="*/ 758931 w 826735"/>
                <a:gd name="connsiteY3" fmla="*/ 11633 h 826702"/>
                <a:gd name="connsiteX4" fmla="*/ 815102 w 826735"/>
                <a:gd name="connsiteY4" fmla="*/ 11633 h 826702"/>
                <a:gd name="connsiteX5" fmla="*/ 815102 w 826735"/>
                <a:gd name="connsiteY5" fmla="*/ 67804 h 826702"/>
                <a:gd name="connsiteX6" fmla="*/ 67813 w 826735"/>
                <a:gd name="connsiteY6" fmla="*/ 815092 h 826702"/>
                <a:gd name="connsiteX7" fmla="*/ 39728 w 826735"/>
                <a:gd name="connsiteY7" fmla="*/ 826703 h 82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735" h="826702">
                  <a:moveTo>
                    <a:pt x="39728" y="826703"/>
                  </a:moveTo>
                  <a:cubicBezTo>
                    <a:pt x="17804" y="826718"/>
                    <a:pt x="17" y="808963"/>
                    <a:pt x="0" y="787036"/>
                  </a:cubicBezTo>
                  <a:cubicBezTo>
                    <a:pt x="-8" y="776492"/>
                    <a:pt x="4181" y="766374"/>
                    <a:pt x="11642" y="758921"/>
                  </a:cubicBezTo>
                  <a:lnTo>
                    <a:pt x="758931" y="11633"/>
                  </a:lnTo>
                  <a:cubicBezTo>
                    <a:pt x="774442" y="-3878"/>
                    <a:pt x="799590" y="-3878"/>
                    <a:pt x="815102" y="11633"/>
                  </a:cubicBezTo>
                  <a:cubicBezTo>
                    <a:pt x="830613" y="27144"/>
                    <a:pt x="830613" y="52293"/>
                    <a:pt x="815102" y="67804"/>
                  </a:cubicBezTo>
                  <a:lnTo>
                    <a:pt x="67813" y="815092"/>
                  </a:lnTo>
                  <a:cubicBezTo>
                    <a:pt x="60362" y="822535"/>
                    <a:pt x="50259" y="826713"/>
                    <a:pt x="39728" y="82670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0994DD2-2398-3A49-87EA-6C8CD91A55D0}"/>
                </a:ext>
              </a:extLst>
            </p:cNvPr>
            <p:cNvSpPr/>
            <p:nvPr/>
          </p:nvSpPr>
          <p:spPr>
            <a:xfrm>
              <a:off x="9416454" y="2542155"/>
              <a:ext cx="826735" cy="826702"/>
            </a:xfrm>
            <a:custGeom>
              <a:avLst/>
              <a:gdLst>
                <a:gd name="connsiteX0" fmla="*/ 787007 w 826735"/>
                <a:gd name="connsiteY0" fmla="*/ 826703 h 826702"/>
                <a:gd name="connsiteX1" fmla="*/ 758922 w 826735"/>
                <a:gd name="connsiteY1" fmla="*/ 815092 h 826702"/>
                <a:gd name="connsiteX2" fmla="*/ 11633 w 826735"/>
                <a:gd name="connsiteY2" fmla="*/ 67804 h 826702"/>
                <a:gd name="connsiteX3" fmla="*/ 11633 w 826735"/>
                <a:gd name="connsiteY3" fmla="*/ 11633 h 826702"/>
                <a:gd name="connsiteX4" fmla="*/ 67804 w 826735"/>
                <a:gd name="connsiteY4" fmla="*/ 11633 h 826702"/>
                <a:gd name="connsiteX5" fmla="*/ 815092 w 826735"/>
                <a:gd name="connsiteY5" fmla="*/ 758921 h 826702"/>
                <a:gd name="connsiteX6" fmla="*/ 815122 w 826735"/>
                <a:gd name="connsiteY6" fmla="*/ 815062 h 826702"/>
                <a:gd name="connsiteX7" fmla="*/ 787007 w 826735"/>
                <a:gd name="connsiteY7" fmla="*/ 826703 h 82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735" h="826702">
                  <a:moveTo>
                    <a:pt x="787007" y="826703"/>
                  </a:moveTo>
                  <a:cubicBezTo>
                    <a:pt x="776478" y="826713"/>
                    <a:pt x="766375" y="822535"/>
                    <a:pt x="758922" y="815092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815092" y="758921"/>
                  </a:lnTo>
                  <a:cubicBezTo>
                    <a:pt x="830604" y="774412"/>
                    <a:pt x="830619" y="799550"/>
                    <a:pt x="815122" y="815062"/>
                  </a:cubicBezTo>
                  <a:cubicBezTo>
                    <a:pt x="807669" y="822520"/>
                    <a:pt x="797552" y="826713"/>
                    <a:pt x="787007" y="82670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9" name="Picture Placeholder 61">
            <a:extLst>
              <a:ext uri="{FF2B5EF4-FFF2-40B4-BE49-F238E27FC236}">
                <a16:creationId xmlns:a16="http://schemas.microsoft.com/office/drawing/2014/main" id="{48C9E1AF-AF2E-4763-AC02-EFCD943CED70}"/>
              </a:ext>
            </a:extLst>
          </p:cNvPr>
          <p:cNvGrpSpPr>
            <a:grpSpLocks noChangeAspect="1"/>
          </p:cNvGrpSpPr>
          <p:nvPr/>
        </p:nvGrpSpPr>
        <p:grpSpPr>
          <a:xfrm>
            <a:off x="1490589" y="3639973"/>
            <a:ext cx="868363" cy="868362"/>
            <a:chOff x="1490589" y="3639973"/>
            <a:chExt cx="868363" cy="868362"/>
          </a:xfrm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8D3F92B5-E024-9A4D-A35D-3CAEE302594F}"/>
                </a:ext>
              </a:extLst>
            </p:cNvPr>
            <p:cNvSpPr/>
            <p:nvPr/>
          </p:nvSpPr>
          <p:spPr>
            <a:xfrm>
              <a:off x="1510437" y="4036938"/>
              <a:ext cx="828666" cy="79393"/>
            </a:xfrm>
            <a:custGeom>
              <a:avLst/>
              <a:gdLst>
                <a:gd name="connsiteX0" fmla="*/ 788970 w 828666"/>
                <a:gd name="connsiteY0" fmla="*/ 79393 h 79393"/>
                <a:gd name="connsiteX1" fmla="*/ 39697 w 828666"/>
                <a:gd name="connsiteY1" fmla="*/ 79393 h 79393"/>
                <a:gd name="connsiteX2" fmla="*/ 0 w 828666"/>
                <a:gd name="connsiteY2" fmla="*/ 39697 h 79393"/>
                <a:gd name="connsiteX3" fmla="*/ 39697 w 828666"/>
                <a:gd name="connsiteY3" fmla="*/ 0 h 79393"/>
                <a:gd name="connsiteX4" fmla="*/ 788970 w 828666"/>
                <a:gd name="connsiteY4" fmla="*/ 0 h 79393"/>
                <a:gd name="connsiteX5" fmla="*/ 828666 w 828666"/>
                <a:gd name="connsiteY5" fmla="*/ 39697 h 79393"/>
                <a:gd name="connsiteX6" fmla="*/ 788970 w 82866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8666" h="79393">
                  <a:moveTo>
                    <a:pt x="78897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8970" y="0"/>
                  </a:lnTo>
                  <a:cubicBezTo>
                    <a:pt x="810892" y="0"/>
                    <a:pt x="828666" y="17773"/>
                    <a:pt x="828666" y="39697"/>
                  </a:cubicBezTo>
                  <a:cubicBezTo>
                    <a:pt x="828666" y="61620"/>
                    <a:pt x="810892" y="79393"/>
                    <a:pt x="78897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CA099EE5-A88D-DE40-84B5-002ACA9B772C}"/>
                </a:ext>
              </a:extLst>
            </p:cNvPr>
            <p:cNvSpPr/>
            <p:nvPr/>
          </p:nvSpPr>
          <p:spPr>
            <a:xfrm>
              <a:off x="1887554" y="3654859"/>
              <a:ext cx="79393" cy="838589"/>
            </a:xfrm>
            <a:custGeom>
              <a:avLst/>
              <a:gdLst>
                <a:gd name="connsiteX0" fmla="*/ 39697 w 79393"/>
                <a:gd name="connsiteY0" fmla="*/ 838590 h 838589"/>
                <a:gd name="connsiteX1" fmla="*/ 0 w 79393"/>
                <a:gd name="connsiteY1" fmla="*/ 798893 h 838589"/>
                <a:gd name="connsiteX2" fmla="*/ 0 w 79393"/>
                <a:gd name="connsiteY2" fmla="*/ 39697 h 838589"/>
                <a:gd name="connsiteX3" fmla="*/ 39697 w 79393"/>
                <a:gd name="connsiteY3" fmla="*/ 0 h 838589"/>
                <a:gd name="connsiteX4" fmla="*/ 79393 w 79393"/>
                <a:gd name="connsiteY4" fmla="*/ 39697 h 838589"/>
                <a:gd name="connsiteX5" fmla="*/ 79393 w 79393"/>
                <a:gd name="connsiteY5" fmla="*/ 798893 h 838589"/>
                <a:gd name="connsiteX6" fmla="*/ 39697 w 79393"/>
                <a:gd name="connsiteY6" fmla="*/ 838590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8589">
                  <a:moveTo>
                    <a:pt x="39697" y="838590"/>
                  </a:moveTo>
                  <a:cubicBezTo>
                    <a:pt x="17773" y="838590"/>
                    <a:pt x="0" y="820815"/>
                    <a:pt x="0" y="7988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8893"/>
                  </a:lnTo>
                  <a:cubicBezTo>
                    <a:pt x="79393" y="820815"/>
                    <a:pt x="61621" y="838590"/>
                    <a:pt x="39697" y="8385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sp>
        <p:nvSpPr>
          <p:cNvPr id="75" name="Picture Placeholder 63">
            <a:extLst>
              <a:ext uri="{FF2B5EF4-FFF2-40B4-BE49-F238E27FC236}">
                <a16:creationId xmlns:a16="http://schemas.microsoft.com/office/drawing/2014/main" id="{E8FDC165-2894-405F-9CB4-743EF3A8E93A}"/>
              </a:ext>
            </a:extLst>
          </p:cNvPr>
          <p:cNvSpPr>
            <a:spLocks noChangeAspect="1"/>
          </p:cNvSpPr>
          <p:nvPr/>
        </p:nvSpPr>
        <p:spPr>
          <a:xfrm>
            <a:off x="2827945" y="4034457"/>
            <a:ext cx="828666" cy="79393"/>
          </a:xfrm>
          <a:custGeom>
            <a:avLst/>
            <a:gdLst>
              <a:gd name="connsiteX0" fmla="*/ 788970 w 828666"/>
              <a:gd name="connsiteY0" fmla="*/ 79393 h 79393"/>
              <a:gd name="connsiteX1" fmla="*/ 39697 w 828666"/>
              <a:gd name="connsiteY1" fmla="*/ 79393 h 79393"/>
              <a:gd name="connsiteX2" fmla="*/ 0 w 828666"/>
              <a:gd name="connsiteY2" fmla="*/ 39697 h 79393"/>
              <a:gd name="connsiteX3" fmla="*/ 39697 w 828666"/>
              <a:gd name="connsiteY3" fmla="*/ 0 h 79393"/>
              <a:gd name="connsiteX4" fmla="*/ 788970 w 828666"/>
              <a:gd name="connsiteY4" fmla="*/ 0 h 79393"/>
              <a:gd name="connsiteX5" fmla="*/ 828666 w 828666"/>
              <a:gd name="connsiteY5" fmla="*/ 39697 h 79393"/>
              <a:gd name="connsiteX6" fmla="*/ 788970 w 828666"/>
              <a:gd name="connsiteY6" fmla="*/ 79393 h 79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666" h="79393">
                <a:moveTo>
                  <a:pt x="788970" y="79393"/>
                </a:moveTo>
                <a:lnTo>
                  <a:pt x="39697" y="79393"/>
                </a:lnTo>
                <a:cubicBezTo>
                  <a:pt x="17773" y="79393"/>
                  <a:pt x="0" y="61620"/>
                  <a:pt x="0" y="39697"/>
                </a:cubicBezTo>
                <a:cubicBezTo>
                  <a:pt x="0" y="17773"/>
                  <a:pt x="17773" y="0"/>
                  <a:pt x="39697" y="0"/>
                </a:cubicBezTo>
                <a:lnTo>
                  <a:pt x="788970" y="0"/>
                </a:lnTo>
                <a:cubicBezTo>
                  <a:pt x="810892" y="0"/>
                  <a:pt x="828666" y="17773"/>
                  <a:pt x="828666" y="39697"/>
                </a:cubicBezTo>
                <a:cubicBezTo>
                  <a:pt x="828666" y="61620"/>
                  <a:pt x="810892" y="79393"/>
                  <a:pt x="788970" y="79393"/>
                </a:cubicBezTo>
                <a:close/>
              </a:path>
            </a:pathLst>
          </a:custGeom>
          <a:solidFill>
            <a:srgbClr val="EE7684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77" name="Picture Placeholder 65">
            <a:extLst>
              <a:ext uri="{FF2B5EF4-FFF2-40B4-BE49-F238E27FC236}">
                <a16:creationId xmlns:a16="http://schemas.microsoft.com/office/drawing/2014/main" id="{D0BE51F3-FF26-4806-914B-9D6CC5C4A6BC}"/>
              </a:ext>
            </a:extLst>
          </p:cNvPr>
          <p:cNvGrpSpPr>
            <a:grpSpLocks noChangeAspect="1"/>
          </p:cNvGrpSpPr>
          <p:nvPr/>
        </p:nvGrpSpPr>
        <p:grpSpPr>
          <a:xfrm>
            <a:off x="4125605" y="3639973"/>
            <a:ext cx="868363" cy="868362"/>
            <a:chOff x="4125605" y="3639973"/>
            <a:chExt cx="868363" cy="868362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7AB1BF1-A203-9941-9B47-2B87923E0260}"/>
                </a:ext>
              </a:extLst>
            </p:cNvPr>
            <p:cNvSpPr/>
            <p:nvPr/>
          </p:nvSpPr>
          <p:spPr>
            <a:xfrm>
              <a:off x="4142950" y="3988536"/>
              <a:ext cx="359803" cy="359771"/>
            </a:xfrm>
            <a:custGeom>
              <a:avLst/>
              <a:gdLst>
                <a:gd name="connsiteX0" fmla="*/ 320076 w 359803"/>
                <a:gd name="connsiteY0" fmla="*/ 359772 h 359771"/>
                <a:gd name="connsiteX1" fmla="*/ 291991 w 359803"/>
                <a:gd name="connsiteY1" fmla="*/ 348161 h 359771"/>
                <a:gd name="connsiteX2" fmla="*/ 11633 w 359803"/>
                <a:gd name="connsiteY2" fmla="*/ 67804 h 359771"/>
                <a:gd name="connsiteX3" fmla="*/ 11633 w 359803"/>
                <a:gd name="connsiteY3" fmla="*/ 11633 h 359771"/>
                <a:gd name="connsiteX4" fmla="*/ 67804 w 359803"/>
                <a:gd name="connsiteY4" fmla="*/ 11633 h 359771"/>
                <a:gd name="connsiteX5" fmla="*/ 348161 w 359803"/>
                <a:gd name="connsiteY5" fmla="*/ 291990 h 359771"/>
                <a:gd name="connsiteX6" fmla="*/ 348192 w 359803"/>
                <a:gd name="connsiteY6" fmla="*/ 348131 h 359771"/>
                <a:gd name="connsiteX7" fmla="*/ 320076 w 359803"/>
                <a:gd name="connsiteY7" fmla="*/ 359772 h 35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9803" h="359771">
                  <a:moveTo>
                    <a:pt x="320076" y="359772"/>
                  </a:moveTo>
                  <a:cubicBezTo>
                    <a:pt x="309544" y="359782"/>
                    <a:pt x="299442" y="355604"/>
                    <a:pt x="291991" y="348161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348161" y="291990"/>
                  </a:lnTo>
                  <a:cubicBezTo>
                    <a:pt x="363672" y="307482"/>
                    <a:pt x="363687" y="332619"/>
                    <a:pt x="348192" y="348131"/>
                  </a:cubicBezTo>
                  <a:cubicBezTo>
                    <a:pt x="340739" y="355589"/>
                    <a:pt x="330623" y="359782"/>
                    <a:pt x="320076" y="3597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162BF853-FACB-0A4C-83B8-012D0ED96EDD}"/>
                </a:ext>
              </a:extLst>
            </p:cNvPr>
            <p:cNvSpPr/>
            <p:nvPr/>
          </p:nvSpPr>
          <p:spPr>
            <a:xfrm>
              <a:off x="4428309" y="3800718"/>
              <a:ext cx="547573" cy="548830"/>
            </a:xfrm>
            <a:custGeom>
              <a:avLst/>
              <a:gdLst>
                <a:gd name="connsiteX0" fmla="*/ 39678 w 547573"/>
                <a:gd name="connsiteY0" fmla="*/ 548830 h 548830"/>
                <a:gd name="connsiteX1" fmla="*/ 0 w 547573"/>
                <a:gd name="connsiteY1" fmla="*/ 509114 h 548830"/>
                <a:gd name="connsiteX2" fmla="*/ 11593 w 547573"/>
                <a:gd name="connsiteY2" fmla="*/ 481098 h 548830"/>
                <a:gd name="connsiteX3" fmla="*/ 480509 w 547573"/>
                <a:gd name="connsiteY3" fmla="*/ 10942 h 548830"/>
                <a:gd name="connsiteX4" fmla="*/ 536630 w 547573"/>
                <a:gd name="connsiteY4" fmla="*/ 12329 h 548830"/>
                <a:gd name="connsiteX5" fmla="*/ 536680 w 547573"/>
                <a:gd name="connsiteY5" fmla="*/ 67013 h 548830"/>
                <a:gd name="connsiteX6" fmla="*/ 67764 w 547573"/>
                <a:gd name="connsiteY6" fmla="*/ 537169 h 548830"/>
                <a:gd name="connsiteX7" fmla="*/ 39678 w 547573"/>
                <a:gd name="connsiteY7" fmla="*/ 548830 h 5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7573" h="548830">
                  <a:moveTo>
                    <a:pt x="39678" y="548830"/>
                  </a:moveTo>
                  <a:cubicBezTo>
                    <a:pt x="17754" y="548820"/>
                    <a:pt x="-10" y="531041"/>
                    <a:pt x="0" y="509114"/>
                  </a:cubicBezTo>
                  <a:cubicBezTo>
                    <a:pt x="5" y="498609"/>
                    <a:pt x="4174" y="488536"/>
                    <a:pt x="11593" y="481098"/>
                  </a:cubicBezTo>
                  <a:lnTo>
                    <a:pt x="480509" y="10942"/>
                  </a:lnTo>
                  <a:cubicBezTo>
                    <a:pt x="496388" y="-4173"/>
                    <a:pt x="521516" y="-3552"/>
                    <a:pt x="536630" y="12329"/>
                  </a:cubicBezTo>
                  <a:cubicBezTo>
                    <a:pt x="551204" y="27638"/>
                    <a:pt x="551223" y="51679"/>
                    <a:pt x="536680" y="67013"/>
                  </a:cubicBezTo>
                  <a:lnTo>
                    <a:pt x="67764" y="537169"/>
                  </a:lnTo>
                  <a:cubicBezTo>
                    <a:pt x="60321" y="544632"/>
                    <a:pt x="50217" y="548825"/>
                    <a:pt x="39678" y="5488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3" name="Picture Placeholder 67">
            <a:extLst>
              <a:ext uri="{FF2B5EF4-FFF2-40B4-BE49-F238E27FC236}">
                <a16:creationId xmlns:a16="http://schemas.microsoft.com/office/drawing/2014/main" id="{3CDFA9C2-E292-422E-AD80-B03EEEC2D098}"/>
              </a:ext>
            </a:extLst>
          </p:cNvPr>
          <p:cNvGrpSpPr>
            <a:grpSpLocks noChangeAspect="1"/>
          </p:cNvGrpSpPr>
          <p:nvPr/>
        </p:nvGrpSpPr>
        <p:grpSpPr>
          <a:xfrm>
            <a:off x="5650546" y="3661060"/>
            <a:ext cx="453497" cy="826929"/>
            <a:chOff x="5650546" y="3661060"/>
            <a:chExt cx="453497" cy="826929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EDE5C12-9F72-3C4C-A468-99E2EA435584}"/>
                </a:ext>
              </a:extLst>
            </p:cNvPr>
            <p:cNvSpPr/>
            <p:nvPr/>
          </p:nvSpPr>
          <p:spPr>
            <a:xfrm>
              <a:off x="5650546" y="3661060"/>
              <a:ext cx="452773" cy="452789"/>
            </a:xfrm>
            <a:custGeom>
              <a:avLst/>
              <a:gdLst>
                <a:gd name="connsiteX0" fmla="*/ 39678 w 452773"/>
                <a:gd name="connsiteY0" fmla="*/ 452790 h 452789"/>
                <a:gd name="connsiteX1" fmla="*/ 0 w 452773"/>
                <a:gd name="connsiteY1" fmla="*/ 413075 h 452789"/>
                <a:gd name="connsiteX2" fmla="*/ 11643 w 452773"/>
                <a:gd name="connsiteY2" fmla="*/ 385008 h 452789"/>
                <a:gd name="connsiteX3" fmla="*/ 385733 w 452773"/>
                <a:gd name="connsiteY3" fmla="*/ 10917 h 452789"/>
                <a:gd name="connsiteX4" fmla="*/ 441854 w 452773"/>
                <a:gd name="connsiteY4" fmla="*/ 12355 h 452789"/>
                <a:gd name="connsiteX5" fmla="*/ 441854 w 452773"/>
                <a:gd name="connsiteY5" fmla="*/ 67038 h 452789"/>
                <a:gd name="connsiteX6" fmla="*/ 67764 w 452773"/>
                <a:gd name="connsiteY6" fmla="*/ 441178 h 452789"/>
                <a:gd name="connsiteX7" fmla="*/ 39678 w 452773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773" h="452789">
                  <a:moveTo>
                    <a:pt x="39678" y="452790"/>
                  </a:moveTo>
                  <a:cubicBezTo>
                    <a:pt x="17754" y="452780"/>
                    <a:pt x="-10" y="434999"/>
                    <a:pt x="0" y="413075"/>
                  </a:cubicBezTo>
                  <a:cubicBezTo>
                    <a:pt x="5" y="402545"/>
                    <a:pt x="4193" y="392449"/>
                    <a:pt x="11643" y="385008"/>
                  </a:cubicBezTo>
                  <a:lnTo>
                    <a:pt x="385733" y="10917"/>
                  </a:lnTo>
                  <a:cubicBezTo>
                    <a:pt x="401627" y="-4183"/>
                    <a:pt x="426755" y="-3540"/>
                    <a:pt x="441854" y="12355"/>
                  </a:cubicBezTo>
                  <a:cubicBezTo>
                    <a:pt x="456413" y="27677"/>
                    <a:pt x="456413" y="51717"/>
                    <a:pt x="441854" y="67038"/>
                  </a:cubicBezTo>
                  <a:lnTo>
                    <a:pt x="67764" y="441178"/>
                  </a:lnTo>
                  <a:cubicBezTo>
                    <a:pt x="60313" y="448621"/>
                    <a:pt x="50210" y="452798"/>
                    <a:pt x="39678" y="4527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C91D833-1DED-9F45-BAA5-1FDCCE2F32C5}"/>
                </a:ext>
              </a:extLst>
            </p:cNvPr>
            <p:cNvSpPr/>
            <p:nvPr/>
          </p:nvSpPr>
          <p:spPr>
            <a:xfrm>
              <a:off x="5650547" y="4034452"/>
              <a:ext cx="453495" cy="453537"/>
            </a:xfrm>
            <a:custGeom>
              <a:avLst/>
              <a:gdLst>
                <a:gd name="connsiteX0" fmla="*/ 413817 w 453495"/>
                <a:gd name="connsiteY0" fmla="*/ 453538 h 453537"/>
                <a:gd name="connsiteX1" fmla="*/ 385731 w 453495"/>
                <a:gd name="connsiteY1" fmla="*/ 441877 h 453537"/>
                <a:gd name="connsiteX2" fmla="*/ 11641 w 453495"/>
                <a:gd name="connsiteY2" fmla="*/ 67786 h 453537"/>
                <a:gd name="connsiteX3" fmla="*/ 11616 w 453495"/>
                <a:gd name="connsiteY3" fmla="*/ 11641 h 453537"/>
                <a:gd name="connsiteX4" fmla="*/ 67762 w 453495"/>
                <a:gd name="connsiteY4" fmla="*/ 11616 h 453537"/>
                <a:gd name="connsiteX5" fmla="*/ 441852 w 453495"/>
                <a:gd name="connsiteY5" fmla="*/ 385756 h 453537"/>
                <a:gd name="connsiteX6" fmla="*/ 441882 w 453495"/>
                <a:gd name="connsiteY6" fmla="*/ 441897 h 453537"/>
                <a:gd name="connsiteX7" fmla="*/ 413817 w 453495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95" h="453537">
                  <a:moveTo>
                    <a:pt x="413817" y="453538"/>
                  </a:moveTo>
                  <a:cubicBezTo>
                    <a:pt x="403277" y="453533"/>
                    <a:pt x="393175" y="449340"/>
                    <a:pt x="385731" y="441877"/>
                  </a:cubicBezTo>
                  <a:lnTo>
                    <a:pt x="11641" y="67786"/>
                  </a:lnTo>
                  <a:cubicBezTo>
                    <a:pt x="-3870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441852" y="385756"/>
                  </a:lnTo>
                  <a:cubicBezTo>
                    <a:pt x="457364" y="401247"/>
                    <a:pt x="457379" y="426385"/>
                    <a:pt x="441882" y="441897"/>
                  </a:cubicBezTo>
                  <a:cubicBezTo>
                    <a:pt x="434444" y="449345"/>
                    <a:pt x="424346" y="453533"/>
                    <a:pt x="413817" y="4535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9" name="Picture Placeholder 69">
            <a:extLst>
              <a:ext uri="{FF2B5EF4-FFF2-40B4-BE49-F238E27FC236}">
                <a16:creationId xmlns:a16="http://schemas.microsoft.com/office/drawing/2014/main" id="{43C5AB37-D082-4730-9F8C-9C58B72DDFEA}"/>
              </a:ext>
            </a:extLst>
          </p:cNvPr>
          <p:cNvGrpSpPr>
            <a:grpSpLocks noChangeAspect="1"/>
          </p:cNvGrpSpPr>
          <p:nvPr/>
        </p:nvGrpSpPr>
        <p:grpSpPr>
          <a:xfrm>
            <a:off x="6968054" y="3661060"/>
            <a:ext cx="453497" cy="826929"/>
            <a:chOff x="6968054" y="3661060"/>
            <a:chExt cx="453497" cy="826929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57ECF89-5A9F-6C44-8CB9-C69274096F40}"/>
                </a:ext>
              </a:extLst>
            </p:cNvPr>
            <p:cNvSpPr/>
            <p:nvPr/>
          </p:nvSpPr>
          <p:spPr>
            <a:xfrm>
              <a:off x="6968054" y="4034452"/>
              <a:ext cx="453494" cy="453537"/>
            </a:xfrm>
            <a:custGeom>
              <a:avLst/>
              <a:gdLst>
                <a:gd name="connsiteX0" fmla="*/ 39678 w 453494"/>
                <a:gd name="connsiteY0" fmla="*/ 453538 h 453537"/>
                <a:gd name="connsiteX1" fmla="*/ 0 w 453494"/>
                <a:gd name="connsiteY1" fmla="*/ 413821 h 453537"/>
                <a:gd name="connsiteX2" fmla="*/ 11643 w 453494"/>
                <a:gd name="connsiteY2" fmla="*/ 385756 h 453537"/>
                <a:gd name="connsiteX3" fmla="*/ 385733 w 453494"/>
                <a:gd name="connsiteY3" fmla="*/ 11616 h 453537"/>
                <a:gd name="connsiteX4" fmla="*/ 441879 w 453494"/>
                <a:gd name="connsiteY4" fmla="*/ 11641 h 453537"/>
                <a:gd name="connsiteX5" fmla="*/ 441854 w 453494"/>
                <a:gd name="connsiteY5" fmla="*/ 67786 h 453537"/>
                <a:gd name="connsiteX6" fmla="*/ 67764 w 453494"/>
                <a:gd name="connsiteY6" fmla="*/ 441877 h 453537"/>
                <a:gd name="connsiteX7" fmla="*/ 39678 w 45349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94" h="453537">
                  <a:moveTo>
                    <a:pt x="39678" y="453538"/>
                  </a:moveTo>
                  <a:cubicBezTo>
                    <a:pt x="17754" y="453528"/>
                    <a:pt x="-10" y="435749"/>
                    <a:pt x="0" y="413821"/>
                  </a:cubicBezTo>
                  <a:cubicBezTo>
                    <a:pt x="5" y="403292"/>
                    <a:pt x="4193" y="393199"/>
                    <a:pt x="11643" y="385756"/>
                  </a:cubicBezTo>
                  <a:lnTo>
                    <a:pt x="385733" y="11616"/>
                  </a:lnTo>
                  <a:cubicBezTo>
                    <a:pt x="401245" y="-3882"/>
                    <a:pt x="426383" y="-3870"/>
                    <a:pt x="441879" y="11641"/>
                  </a:cubicBezTo>
                  <a:cubicBezTo>
                    <a:pt x="457376" y="27152"/>
                    <a:pt x="457366" y="52289"/>
                    <a:pt x="441854" y="67786"/>
                  </a:cubicBezTo>
                  <a:lnTo>
                    <a:pt x="67764" y="441877"/>
                  </a:lnTo>
                  <a:cubicBezTo>
                    <a:pt x="60321" y="449340"/>
                    <a:pt x="50217" y="453533"/>
                    <a:pt x="39678" y="4535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5F6974E6-EF12-3D4B-9171-730CE88DBEF1}"/>
                </a:ext>
              </a:extLst>
            </p:cNvPr>
            <p:cNvSpPr/>
            <p:nvPr/>
          </p:nvSpPr>
          <p:spPr>
            <a:xfrm>
              <a:off x="6968779" y="3661060"/>
              <a:ext cx="452772" cy="452789"/>
            </a:xfrm>
            <a:custGeom>
              <a:avLst/>
              <a:gdLst>
                <a:gd name="connsiteX0" fmla="*/ 413094 w 452772"/>
                <a:gd name="connsiteY0" fmla="*/ 452790 h 452789"/>
                <a:gd name="connsiteX1" fmla="*/ 385008 w 452772"/>
                <a:gd name="connsiteY1" fmla="*/ 441178 h 452789"/>
                <a:gd name="connsiteX2" fmla="*/ 10918 w 452772"/>
                <a:gd name="connsiteY2" fmla="*/ 67038 h 452789"/>
                <a:gd name="connsiteX3" fmla="*/ 12355 w 452772"/>
                <a:gd name="connsiteY3" fmla="*/ 10917 h 452789"/>
                <a:gd name="connsiteX4" fmla="*/ 67039 w 452772"/>
                <a:gd name="connsiteY4" fmla="*/ 10917 h 452789"/>
                <a:gd name="connsiteX5" fmla="*/ 441129 w 452772"/>
                <a:gd name="connsiteY5" fmla="*/ 385008 h 452789"/>
                <a:gd name="connsiteX6" fmla="*/ 441159 w 452772"/>
                <a:gd name="connsiteY6" fmla="*/ 441147 h 452789"/>
                <a:gd name="connsiteX7" fmla="*/ 413094 w 452772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772" h="452789">
                  <a:moveTo>
                    <a:pt x="413094" y="452790"/>
                  </a:moveTo>
                  <a:cubicBezTo>
                    <a:pt x="402564" y="452798"/>
                    <a:pt x="392461" y="448621"/>
                    <a:pt x="385008" y="441178"/>
                  </a:cubicBezTo>
                  <a:lnTo>
                    <a:pt x="10918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6" y="-3639"/>
                    <a:pt x="51717" y="-3639"/>
                    <a:pt x="67039" y="10917"/>
                  </a:cubicBezTo>
                  <a:lnTo>
                    <a:pt x="441129" y="385008"/>
                  </a:lnTo>
                  <a:cubicBezTo>
                    <a:pt x="456641" y="400501"/>
                    <a:pt x="456656" y="425636"/>
                    <a:pt x="441159" y="441147"/>
                  </a:cubicBezTo>
                  <a:cubicBezTo>
                    <a:pt x="433721" y="448597"/>
                    <a:pt x="423623" y="452785"/>
                    <a:pt x="413094" y="4527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2" name="Picture Placeholder 71">
            <a:extLst>
              <a:ext uri="{FF2B5EF4-FFF2-40B4-BE49-F238E27FC236}">
                <a16:creationId xmlns:a16="http://schemas.microsoft.com/office/drawing/2014/main" id="{63624BF9-FD32-46FA-8E7D-6B995B81C600}"/>
              </a:ext>
            </a:extLst>
          </p:cNvPr>
          <p:cNvGrpSpPr>
            <a:grpSpLocks noChangeAspect="1"/>
          </p:cNvGrpSpPr>
          <p:nvPr/>
        </p:nvGrpSpPr>
        <p:grpSpPr>
          <a:xfrm>
            <a:off x="8144717" y="3659550"/>
            <a:ext cx="733955" cy="829184"/>
            <a:chOff x="8144717" y="3659550"/>
            <a:chExt cx="733955" cy="829184"/>
          </a:xfrm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36589312-95F8-454B-8CA0-6582F44A0765}"/>
                </a:ext>
              </a:extLst>
            </p:cNvPr>
            <p:cNvSpPr/>
            <p:nvPr/>
          </p:nvSpPr>
          <p:spPr>
            <a:xfrm>
              <a:off x="8144768" y="3659550"/>
              <a:ext cx="733904" cy="829184"/>
            </a:xfrm>
            <a:custGeom>
              <a:avLst/>
              <a:gdLst>
                <a:gd name="connsiteX0" fmla="*/ 39698 w 733904"/>
                <a:gd name="connsiteY0" fmla="*/ 829185 h 829184"/>
                <a:gd name="connsiteX1" fmla="*/ 1 w 733904"/>
                <a:gd name="connsiteY1" fmla="*/ 789488 h 829184"/>
                <a:gd name="connsiteX2" fmla="*/ 1 w 733904"/>
                <a:gd name="connsiteY2" fmla="*/ 39968 h 829184"/>
                <a:gd name="connsiteX3" fmla="*/ 39425 w 733904"/>
                <a:gd name="connsiteY3" fmla="*/ 1 h 829184"/>
                <a:gd name="connsiteX4" fmla="*/ 59397 w 733904"/>
                <a:gd name="connsiteY4" fmla="*/ 5233 h 829184"/>
                <a:gd name="connsiteX5" fmla="*/ 715085 w 733904"/>
                <a:gd name="connsiteY5" fmla="*/ 380167 h 829184"/>
                <a:gd name="connsiteX6" fmla="*/ 727962 w 733904"/>
                <a:gd name="connsiteY6" fmla="*/ 434810 h 829184"/>
                <a:gd name="connsiteX7" fmla="*/ 675687 w 733904"/>
                <a:gd name="connsiteY7" fmla="*/ 449041 h 829184"/>
                <a:gd name="connsiteX8" fmla="*/ 79394 w 733904"/>
                <a:gd name="connsiteY8" fmla="*/ 108147 h 829184"/>
                <a:gd name="connsiteX9" fmla="*/ 79394 w 733904"/>
                <a:gd name="connsiteY9" fmla="*/ 789488 h 829184"/>
                <a:gd name="connsiteX10" fmla="*/ 39698 w 733904"/>
                <a:gd name="connsiteY10" fmla="*/ 829185 h 8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904" h="829184">
                  <a:moveTo>
                    <a:pt x="39698" y="829185"/>
                  </a:moveTo>
                  <a:cubicBezTo>
                    <a:pt x="17774" y="829185"/>
                    <a:pt x="1" y="811411"/>
                    <a:pt x="1" y="789488"/>
                  </a:cubicBezTo>
                  <a:lnTo>
                    <a:pt x="1" y="39968"/>
                  </a:lnTo>
                  <a:cubicBezTo>
                    <a:pt x="-149" y="18045"/>
                    <a:pt x="17502" y="151"/>
                    <a:pt x="39425" y="1"/>
                  </a:cubicBezTo>
                  <a:cubicBezTo>
                    <a:pt x="46428" y="-47"/>
                    <a:pt x="53318" y="1758"/>
                    <a:pt x="59397" y="5233"/>
                  </a:cubicBezTo>
                  <a:lnTo>
                    <a:pt x="715085" y="380167"/>
                  </a:lnTo>
                  <a:cubicBezTo>
                    <a:pt x="733733" y="391701"/>
                    <a:pt x="739494" y="416165"/>
                    <a:pt x="727962" y="434810"/>
                  </a:cubicBezTo>
                  <a:cubicBezTo>
                    <a:pt x="716986" y="452555"/>
                    <a:pt x="694146" y="458773"/>
                    <a:pt x="675687" y="449041"/>
                  </a:cubicBezTo>
                  <a:lnTo>
                    <a:pt x="79394" y="108147"/>
                  </a:lnTo>
                  <a:lnTo>
                    <a:pt x="79394" y="789488"/>
                  </a:lnTo>
                  <a:cubicBezTo>
                    <a:pt x="79394" y="811411"/>
                    <a:pt x="61621" y="829185"/>
                    <a:pt x="39698" y="8291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C29F615-02CF-3545-9781-6E034BA56862}"/>
                </a:ext>
              </a:extLst>
            </p:cNvPr>
            <p:cNvSpPr/>
            <p:nvPr/>
          </p:nvSpPr>
          <p:spPr>
            <a:xfrm>
              <a:off x="8144717" y="4035126"/>
              <a:ext cx="733955" cy="453608"/>
            </a:xfrm>
            <a:custGeom>
              <a:avLst/>
              <a:gdLst>
                <a:gd name="connsiteX0" fmla="*/ 39798 w 733955"/>
                <a:gd name="connsiteY0" fmla="*/ 453608 h 453608"/>
                <a:gd name="connsiteX1" fmla="*/ 0 w 733955"/>
                <a:gd name="connsiteY1" fmla="*/ 414016 h 453608"/>
                <a:gd name="connsiteX2" fmla="*/ 19950 w 733955"/>
                <a:gd name="connsiteY2" fmla="*/ 379475 h 453608"/>
                <a:gd name="connsiteX3" fmla="*/ 675738 w 733955"/>
                <a:gd name="connsiteY3" fmla="*/ 4591 h 453608"/>
                <a:gd name="connsiteX4" fmla="*/ 729368 w 733955"/>
                <a:gd name="connsiteY4" fmla="*/ 21188 h 453608"/>
                <a:gd name="connsiteX5" fmla="*/ 715137 w 733955"/>
                <a:gd name="connsiteY5" fmla="*/ 73464 h 453608"/>
                <a:gd name="connsiteX6" fmla="*/ 59448 w 733955"/>
                <a:gd name="connsiteY6" fmla="*/ 448398 h 453608"/>
                <a:gd name="connsiteX7" fmla="*/ 39798 w 733955"/>
                <a:gd name="connsiteY7" fmla="*/ 453608 h 45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3955" h="453608">
                  <a:moveTo>
                    <a:pt x="39798" y="453608"/>
                  </a:moveTo>
                  <a:cubicBezTo>
                    <a:pt x="17875" y="453663"/>
                    <a:pt x="56" y="435938"/>
                    <a:pt x="0" y="414016"/>
                  </a:cubicBezTo>
                  <a:cubicBezTo>
                    <a:pt x="-37" y="399755"/>
                    <a:pt x="7579" y="386571"/>
                    <a:pt x="19950" y="379475"/>
                  </a:cubicBezTo>
                  <a:lnTo>
                    <a:pt x="675738" y="4591"/>
                  </a:lnTo>
                  <a:cubicBezTo>
                    <a:pt x="695130" y="-5635"/>
                    <a:pt x="719141" y="1796"/>
                    <a:pt x="729368" y="21188"/>
                  </a:cubicBezTo>
                  <a:cubicBezTo>
                    <a:pt x="739099" y="39646"/>
                    <a:pt x="732881" y="62487"/>
                    <a:pt x="715137" y="73464"/>
                  </a:cubicBezTo>
                  <a:lnTo>
                    <a:pt x="59448" y="448398"/>
                  </a:lnTo>
                  <a:cubicBezTo>
                    <a:pt x="53462" y="451812"/>
                    <a:pt x="46690" y="453608"/>
                    <a:pt x="39798" y="4536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5" name="Picture Placeholder 73">
            <a:extLst>
              <a:ext uri="{FF2B5EF4-FFF2-40B4-BE49-F238E27FC236}">
                <a16:creationId xmlns:a16="http://schemas.microsoft.com/office/drawing/2014/main" id="{758C6616-20C1-4C16-9702-81E4E02C11FE}"/>
              </a:ext>
            </a:extLst>
          </p:cNvPr>
          <p:cNvGrpSpPr>
            <a:grpSpLocks noChangeAspect="1"/>
          </p:cNvGrpSpPr>
          <p:nvPr/>
        </p:nvGrpSpPr>
        <p:grpSpPr>
          <a:xfrm>
            <a:off x="9644781" y="3662252"/>
            <a:ext cx="359948" cy="829161"/>
            <a:chOff x="9644781" y="3662252"/>
            <a:chExt cx="359948" cy="829161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9332636A-0D91-E349-8D47-0B62F22CBB6E}"/>
                </a:ext>
              </a:extLst>
            </p:cNvPr>
            <p:cNvSpPr/>
            <p:nvPr/>
          </p:nvSpPr>
          <p:spPr>
            <a:xfrm>
              <a:off x="9644781" y="3667115"/>
              <a:ext cx="79393" cy="819436"/>
            </a:xfrm>
            <a:custGeom>
              <a:avLst/>
              <a:gdLst>
                <a:gd name="connsiteX0" fmla="*/ 39697 w 79393"/>
                <a:gd name="connsiteY0" fmla="*/ 819436 h 819436"/>
                <a:gd name="connsiteX1" fmla="*/ 0 w 79393"/>
                <a:gd name="connsiteY1" fmla="*/ 779739 h 819436"/>
                <a:gd name="connsiteX2" fmla="*/ 0 w 79393"/>
                <a:gd name="connsiteY2" fmla="*/ 39697 h 819436"/>
                <a:gd name="connsiteX3" fmla="*/ 39697 w 79393"/>
                <a:gd name="connsiteY3" fmla="*/ 0 h 819436"/>
                <a:gd name="connsiteX4" fmla="*/ 79393 w 79393"/>
                <a:gd name="connsiteY4" fmla="*/ 39697 h 819436"/>
                <a:gd name="connsiteX5" fmla="*/ 79393 w 79393"/>
                <a:gd name="connsiteY5" fmla="*/ 779739 h 819436"/>
                <a:gd name="connsiteX6" fmla="*/ 39697 w 79393"/>
                <a:gd name="connsiteY6" fmla="*/ 819436 h 81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19436">
                  <a:moveTo>
                    <a:pt x="39697" y="819436"/>
                  </a:moveTo>
                  <a:cubicBezTo>
                    <a:pt x="17773" y="819436"/>
                    <a:pt x="0" y="801662"/>
                    <a:pt x="0" y="7797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79739"/>
                  </a:lnTo>
                  <a:cubicBezTo>
                    <a:pt x="79393" y="801662"/>
                    <a:pt x="61621" y="819436"/>
                    <a:pt x="39697" y="81943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5AA2DE06-38CC-6B40-AFCF-5A4D637BD436}"/>
                </a:ext>
              </a:extLst>
            </p:cNvPr>
            <p:cNvSpPr/>
            <p:nvPr/>
          </p:nvSpPr>
          <p:spPr>
            <a:xfrm>
              <a:off x="9925337" y="3662252"/>
              <a:ext cx="79393" cy="829161"/>
            </a:xfrm>
            <a:custGeom>
              <a:avLst/>
              <a:gdLst>
                <a:gd name="connsiteX0" fmla="*/ 39697 w 79393"/>
                <a:gd name="connsiteY0" fmla="*/ 829162 h 829161"/>
                <a:gd name="connsiteX1" fmla="*/ 0 w 79393"/>
                <a:gd name="connsiteY1" fmla="*/ 789465 h 829161"/>
                <a:gd name="connsiteX2" fmla="*/ 0 w 79393"/>
                <a:gd name="connsiteY2" fmla="*/ 39697 h 829161"/>
                <a:gd name="connsiteX3" fmla="*/ 39697 w 79393"/>
                <a:gd name="connsiteY3" fmla="*/ 0 h 829161"/>
                <a:gd name="connsiteX4" fmla="*/ 79393 w 79393"/>
                <a:gd name="connsiteY4" fmla="*/ 39697 h 829161"/>
                <a:gd name="connsiteX5" fmla="*/ 79393 w 79393"/>
                <a:gd name="connsiteY5" fmla="*/ 789465 h 829161"/>
                <a:gd name="connsiteX6" fmla="*/ 39697 w 79393"/>
                <a:gd name="connsiteY6" fmla="*/ 829162 h 829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9161">
                  <a:moveTo>
                    <a:pt x="39697" y="829162"/>
                  </a:moveTo>
                  <a:cubicBezTo>
                    <a:pt x="17774" y="829162"/>
                    <a:pt x="0" y="811388"/>
                    <a:pt x="0" y="789465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789465"/>
                  </a:lnTo>
                  <a:cubicBezTo>
                    <a:pt x="79393" y="811388"/>
                    <a:pt x="61619" y="829162"/>
                    <a:pt x="39697" y="8291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8" name="Picture Placeholder 75">
            <a:extLst>
              <a:ext uri="{FF2B5EF4-FFF2-40B4-BE49-F238E27FC236}">
                <a16:creationId xmlns:a16="http://schemas.microsoft.com/office/drawing/2014/main" id="{440226E9-C926-4350-A104-1CEF936991A9}"/>
              </a:ext>
            </a:extLst>
          </p:cNvPr>
          <p:cNvGrpSpPr>
            <a:grpSpLocks noChangeAspect="1"/>
          </p:cNvGrpSpPr>
          <p:nvPr/>
        </p:nvGrpSpPr>
        <p:grpSpPr>
          <a:xfrm>
            <a:off x="1526162" y="4778973"/>
            <a:ext cx="827637" cy="827652"/>
            <a:chOff x="1526162" y="4778973"/>
            <a:chExt cx="827637" cy="827652"/>
          </a:xfrm>
        </p:grpSpPr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90A22C9-A76E-F04F-A96B-12AC9FEB002C}"/>
                </a:ext>
              </a:extLst>
            </p:cNvPr>
            <p:cNvSpPr/>
            <p:nvPr/>
          </p:nvSpPr>
          <p:spPr>
            <a:xfrm>
              <a:off x="1526162" y="5153071"/>
              <a:ext cx="453537" cy="453554"/>
            </a:xfrm>
            <a:custGeom>
              <a:avLst/>
              <a:gdLst>
                <a:gd name="connsiteX0" fmla="*/ 39678 w 453537"/>
                <a:gd name="connsiteY0" fmla="*/ 453555 h 453554"/>
                <a:gd name="connsiteX1" fmla="*/ 0 w 453537"/>
                <a:gd name="connsiteY1" fmla="*/ 413839 h 453554"/>
                <a:gd name="connsiteX2" fmla="*/ 11642 w 453537"/>
                <a:gd name="connsiteY2" fmla="*/ 385773 h 453554"/>
                <a:gd name="connsiteX3" fmla="*/ 385733 w 453537"/>
                <a:gd name="connsiteY3" fmla="*/ 11633 h 453554"/>
                <a:gd name="connsiteX4" fmla="*/ 441904 w 453537"/>
                <a:gd name="connsiteY4" fmla="*/ 11633 h 453554"/>
                <a:gd name="connsiteX5" fmla="*/ 441904 w 453537"/>
                <a:gd name="connsiteY5" fmla="*/ 67804 h 453554"/>
                <a:gd name="connsiteX6" fmla="*/ 67764 w 453537"/>
                <a:gd name="connsiteY6" fmla="*/ 441894 h 453554"/>
                <a:gd name="connsiteX7" fmla="*/ 39678 w 453537"/>
                <a:gd name="connsiteY7" fmla="*/ 453555 h 45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37" h="453554">
                  <a:moveTo>
                    <a:pt x="39678" y="453555"/>
                  </a:moveTo>
                  <a:cubicBezTo>
                    <a:pt x="17754" y="453545"/>
                    <a:pt x="-10" y="435766"/>
                    <a:pt x="0" y="413839"/>
                  </a:cubicBezTo>
                  <a:cubicBezTo>
                    <a:pt x="5" y="403309"/>
                    <a:pt x="4193" y="393216"/>
                    <a:pt x="11642" y="385773"/>
                  </a:cubicBezTo>
                  <a:lnTo>
                    <a:pt x="385733" y="11633"/>
                  </a:lnTo>
                  <a:cubicBezTo>
                    <a:pt x="401244" y="-3878"/>
                    <a:pt x="426393" y="-3878"/>
                    <a:pt x="441904" y="11633"/>
                  </a:cubicBezTo>
                  <a:cubicBezTo>
                    <a:pt x="457415" y="27144"/>
                    <a:pt x="457415" y="52293"/>
                    <a:pt x="441904" y="67804"/>
                  </a:cubicBezTo>
                  <a:lnTo>
                    <a:pt x="67764" y="441894"/>
                  </a:lnTo>
                  <a:cubicBezTo>
                    <a:pt x="60321" y="449357"/>
                    <a:pt x="50217" y="453550"/>
                    <a:pt x="39678" y="45355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6CE1E2CC-8692-0B45-A729-43D1A1E492AA}"/>
                </a:ext>
              </a:extLst>
            </p:cNvPr>
            <p:cNvSpPr/>
            <p:nvPr/>
          </p:nvSpPr>
          <p:spPr>
            <a:xfrm>
              <a:off x="1900280" y="4778973"/>
              <a:ext cx="453520" cy="453512"/>
            </a:xfrm>
            <a:custGeom>
              <a:avLst/>
              <a:gdLst>
                <a:gd name="connsiteX0" fmla="*/ 413842 w 453520"/>
                <a:gd name="connsiteY0" fmla="*/ 453513 h 453512"/>
                <a:gd name="connsiteX1" fmla="*/ 385756 w 453520"/>
                <a:gd name="connsiteY1" fmla="*/ 441902 h 453512"/>
                <a:gd name="connsiteX2" fmla="*/ 11616 w 453520"/>
                <a:gd name="connsiteY2" fmla="*/ 67762 h 453512"/>
                <a:gd name="connsiteX3" fmla="*/ 11641 w 453520"/>
                <a:gd name="connsiteY3" fmla="*/ 11616 h 453512"/>
                <a:gd name="connsiteX4" fmla="*/ 67786 w 453520"/>
                <a:gd name="connsiteY4" fmla="*/ 11641 h 453512"/>
                <a:gd name="connsiteX5" fmla="*/ 441877 w 453520"/>
                <a:gd name="connsiteY5" fmla="*/ 385731 h 453512"/>
                <a:gd name="connsiteX6" fmla="*/ 441907 w 453520"/>
                <a:gd name="connsiteY6" fmla="*/ 441870 h 453512"/>
                <a:gd name="connsiteX7" fmla="*/ 413842 w 453520"/>
                <a:gd name="connsiteY7" fmla="*/ 453513 h 45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20" h="453512">
                  <a:moveTo>
                    <a:pt x="413842" y="453513"/>
                  </a:moveTo>
                  <a:cubicBezTo>
                    <a:pt x="403312" y="453521"/>
                    <a:pt x="393209" y="449344"/>
                    <a:pt x="385756" y="441902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441877" y="385731"/>
                  </a:lnTo>
                  <a:cubicBezTo>
                    <a:pt x="457389" y="401225"/>
                    <a:pt x="457404" y="426359"/>
                    <a:pt x="441907" y="441870"/>
                  </a:cubicBezTo>
                  <a:cubicBezTo>
                    <a:pt x="434469" y="449320"/>
                    <a:pt x="424371" y="453508"/>
                    <a:pt x="413842" y="4535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02253AA-9B15-C84F-843B-7690582E5A78}"/>
                </a:ext>
              </a:extLst>
            </p:cNvPr>
            <p:cNvSpPr/>
            <p:nvPr/>
          </p:nvSpPr>
          <p:spPr>
            <a:xfrm>
              <a:off x="1526887" y="4779696"/>
              <a:ext cx="452821" cy="452789"/>
            </a:xfrm>
            <a:custGeom>
              <a:avLst/>
              <a:gdLst>
                <a:gd name="connsiteX0" fmla="*/ 413094 w 452821"/>
                <a:gd name="connsiteY0" fmla="*/ 452790 h 452789"/>
                <a:gd name="connsiteX1" fmla="*/ 385008 w 452821"/>
                <a:gd name="connsiteY1" fmla="*/ 441178 h 452789"/>
                <a:gd name="connsiteX2" fmla="*/ 10917 w 452821"/>
                <a:gd name="connsiteY2" fmla="*/ 67038 h 452789"/>
                <a:gd name="connsiteX3" fmla="*/ 12355 w 452821"/>
                <a:gd name="connsiteY3" fmla="*/ 10917 h 452789"/>
                <a:gd name="connsiteX4" fmla="*/ 67039 w 452821"/>
                <a:gd name="connsiteY4" fmla="*/ 10917 h 452789"/>
                <a:gd name="connsiteX5" fmla="*/ 441179 w 452821"/>
                <a:gd name="connsiteY5" fmla="*/ 385008 h 452789"/>
                <a:gd name="connsiteX6" fmla="*/ 441210 w 452821"/>
                <a:gd name="connsiteY6" fmla="*/ 441147 h 452789"/>
                <a:gd name="connsiteX7" fmla="*/ 413094 w 452821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821" h="452789">
                  <a:moveTo>
                    <a:pt x="413094" y="452790"/>
                  </a:moveTo>
                  <a:cubicBezTo>
                    <a:pt x="402562" y="452798"/>
                    <a:pt x="392459" y="448621"/>
                    <a:pt x="385008" y="441178"/>
                  </a:cubicBezTo>
                  <a:lnTo>
                    <a:pt x="10917" y="67038"/>
                  </a:lnTo>
                  <a:cubicBezTo>
                    <a:pt x="-4183" y="51144"/>
                    <a:pt x="-3540" y="26018"/>
                    <a:pt x="12355" y="10917"/>
                  </a:cubicBezTo>
                  <a:cubicBezTo>
                    <a:pt x="27677" y="-3639"/>
                    <a:pt x="51717" y="-3639"/>
                    <a:pt x="67039" y="10917"/>
                  </a:cubicBezTo>
                  <a:lnTo>
                    <a:pt x="441179" y="385008"/>
                  </a:lnTo>
                  <a:cubicBezTo>
                    <a:pt x="456690" y="400501"/>
                    <a:pt x="456704" y="425636"/>
                    <a:pt x="441210" y="441147"/>
                  </a:cubicBezTo>
                  <a:cubicBezTo>
                    <a:pt x="433757" y="448609"/>
                    <a:pt x="423641" y="452798"/>
                    <a:pt x="413094" y="4527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0D626AE-BBAE-EE4C-9F8E-C2B3A3531A25}"/>
                </a:ext>
              </a:extLst>
            </p:cNvPr>
            <p:cNvSpPr/>
            <p:nvPr/>
          </p:nvSpPr>
          <p:spPr>
            <a:xfrm>
              <a:off x="1900253" y="5153088"/>
              <a:ext cx="453544" cy="453537"/>
            </a:xfrm>
            <a:custGeom>
              <a:avLst/>
              <a:gdLst>
                <a:gd name="connsiteX0" fmla="*/ 39728 w 453544"/>
                <a:gd name="connsiteY0" fmla="*/ 453538 h 453537"/>
                <a:gd name="connsiteX1" fmla="*/ 0 w 453544"/>
                <a:gd name="connsiteY1" fmla="*/ 413871 h 453537"/>
                <a:gd name="connsiteX2" fmla="*/ 11643 w 453544"/>
                <a:gd name="connsiteY2" fmla="*/ 385756 h 453537"/>
                <a:gd name="connsiteX3" fmla="*/ 385783 w 453544"/>
                <a:gd name="connsiteY3" fmla="*/ 11616 h 453537"/>
                <a:gd name="connsiteX4" fmla="*/ 441929 w 453544"/>
                <a:gd name="connsiteY4" fmla="*/ 11641 h 453537"/>
                <a:gd name="connsiteX5" fmla="*/ 441904 w 453544"/>
                <a:gd name="connsiteY5" fmla="*/ 67786 h 453537"/>
                <a:gd name="connsiteX6" fmla="*/ 67813 w 453544"/>
                <a:gd name="connsiteY6" fmla="*/ 441877 h 453537"/>
                <a:gd name="connsiteX7" fmla="*/ 39728 w 45354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44" h="453537">
                  <a:moveTo>
                    <a:pt x="39728" y="453538"/>
                  </a:moveTo>
                  <a:cubicBezTo>
                    <a:pt x="17804" y="453553"/>
                    <a:pt x="17" y="435798"/>
                    <a:pt x="0" y="413871"/>
                  </a:cubicBezTo>
                  <a:cubicBezTo>
                    <a:pt x="-8" y="403326"/>
                    <a:pt x="4181" y="393209"/>
                    <a:pt x="11643" y="385756"/>
                  </a:cubicBezTo>
                  <a:lnTo>
                    <a:pt x="385783" y="11616"/>
                  </a:lnTo>
                  <a:cubicBezTo>
                    <a:pt x="401294" y="-3882"/>
                    <a:pt x="426432" y="-3870"/>
                    <a:pt x="441929" y="11641"/>
                  </a:cubicBezTo>
                  <a:cubicBezTo>
                    <a:pt x="457425" y="27152"/>
                    <a:pt x="457415" y="52289"/>
                    <a:pt x="441904" y="67786"/>
                  </a:cubicBezTo>
                  <a:lnTo>
                    <a:pt x="67813" y="441877"/>
                  </a:lnTo>
                  <a:cubicBezTo>
                    <a:pt x="60371" y="449340"/>
                    <a:pt x="50266" y="453533"/>
                    <a:pt x="39728" y="4535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77">
            <a:extLst>
              <a:ext uri="{FF2B5EF4-FFF2-40B4-BE49-F238E27FC236}">
                <a16:creationId xmlns:a16="http://schemas.microsoft.com/office/drawing/2014/main" id="{AFADBE57-ED9D-491A-8F7B-59E227728EBD}"/>
              </a:ext>
            </a:extLst>
          </p:cNvPr>
          <p:cNvGrpSpPr>
            <a:grpSpLocks noChangeAspect="1"/>
          </p:cNvGrpSpPr>
          <p:nvPr/>
        </p:nvGrpSpPr>
        <p:grpSpPr>
          <a:xfrm>
            <a:off x="2843670" y="4778973"/>
            <a:ext cx="827637" cy="827652"/>
            <a:chOff x="2843670" y="4778973"/>
            <a:chExt cx="827637" cy="82765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1C7E477-C3E8-EA41-AC50-B9B86ED575DA}"/>
                </a:ext>
              </a:extLst>
            </p:cNvPr>
            <p:cNvSpPr/>
            <p:nvPr/>
          </p:nvSpPr>
          <p:spPr>
            <a:xfrm>
              <a:off x="3217761" y="4779696"/>
              <a:ext cx="452823" cy="452789"/>
            </a:xfrm>
            <a:custGeom>
              <a:avLst/>
              <a:gdLst>
                <a:gd name="connsiteX0" fmla="*/ 39728 w 452823"/>
                <a:gd name="connsiteY0" fmla="*/ 452790 h 452789"/>
                <a:gd name="connsiteX1" fmla="*/ 0 w 452823"/>
                <a:gd name="connsiteY1" fmla="*/ 413124 h 452789"/>
                <a:gd name="connsiteX2" fmla="*/ 11643 w 452823"/>
                <a:gd name="connsiteY2" fmla="*/ 385008 h 452789"/>
                <a:gd name="connsiteX3" fmla="*/ 385783 w 452823"/>
                <a:gd name="connsiteY3" fmla="*/ 10917 h 452789"/>
                <a:gd name="connsiteX4" fmla="*/ 441904 w 452823"/>
                <a:gd name="connsiteY4" fmla="*/ 12355 h 452789"/>
                <a:gd name="connsiteX5" fmla="*/ 441904 w 452823"/>
                <a:gd name="connsiteY5" fmla="*/ 67038 h 452789"/>
                <a:gd name="connsiteX6" fmla="*/ 67813 w 452823"/>
                <a:gd name="connsiteY6" fmla="*/ 441178 h 452789"/>
                <a:gd name="connsiteX7" fmla="*/ 39728 w 452823"/>
                <a:gd name="connsiteY7" fmla="*/ 452790 h 45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823" h="452789">
                  <a:moveTo>
                    <a:pt x="39728" y="452790"/>
                  </a:moveTo>
                  <a:cubicBezTo>
                    <a:pt x="17804" y="452807"/>
                    <a:pt x="17" y="435048"/>
                    <a:pt x="0" y="413124"/>
                  </a:cubicBezTo>
                  <a:cubicBezTo>
                    <a:pt x="-8" y="402578"/>
                    <a:pt x="4181" y="392461"/>
                    <a:pt x="11643" y="385008"/>
                  </a:cubicBezTo>
                  <a:lnTo>
                    <a:pt x="385783" y="10917"/>
                  </a:lnTo>
                  <a:cubicBezTo>
                    <a:pt x="401676" y="-4183"/>
                    <a:pt x="426804" y="-3540"/>
                    <a:pt x="441904" y="12355"/>
                  </a:cubicBezTo>
                  <a:cubicBezTo>
                    <a:pt x="456463" y="27677"/>
                    <a:pt x="456463" y="51717"/>
                    <a:pt x="441904" y="67038"/>
                  </a:cubicBezTo>
                  <a:lnTo>
                    <a:pt x="67813" y="441178"/>
                  </a:lnTo>
                  <a:cubicBezTo>
                    <a:pt x="60362" y="448621"/>
                    <a:pt x="50259" y="452798"/>
                    <a:pt x="39728" y="4527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A44D219-C75D-F940-8949-3DFB11EE2AB1}"/>
                </a:ext>
              </a:extLst>
            </p:cNvPr>
            <p:cNvSpPr/>
            <p:nvPr/>
          </p:nvSpPr>
          <p:spPr>
            <a:xfrm>
              <a:off x="2843672" y="5153088"/>
              <a:ext cx="453544" cy="453537"/>
            </a:xfrm>
            <a:custGeom>
              <a:avLst/>
              <a:gdLst>
                <a:gd name="connsiteX0" fmla="*/ 413817 w 453544"/>
                <a:gd name="connsiteY0" fmla="*/ 453538 h 453537"/>
                <a:gd name="connsiteX1" fmla="*/ 385731 w 453544"/>
                <a:gd name="connsiteY1" fmla="*/ 441877 h 453537"/>
                <a:gd name="connsiteX2" fmla="*/ 11641 w 453544"/>
                <a:gd name="connsiteY2" fmla="*/ 67786 h 453537"/>
                <a:gd name="connsiteX3" fmla="*/ 11616 w 453544"/>
                <a:gd name="connsiteY3" fmla="*/ 11641 h 453537"/>
                <a:gd name="connsiteX4" fmla="*/ 67762 w 453544"/>
                <a:gd name="connsiteY4" fmla="*/ 11616 h 453537"/>
                <a:gd name="connsiteX5" fmla="*/ 441902 w 453544"/>
                <a:gd name="connsiteY5" fmla="*/ 385756 h 453537"/>
                <a:gd name="connsiteX6" fmla="*/ 441933 w 453544"/>
                <a:gd name="connsiteY6" fmla="*/ 441897 h 453537"/>
                <a:gd name="connsiteX7" fmla="*/ 413817 w 453544"/>
                <a:gd name="connsiteY7" fmla="*/ 453538 h 4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44" h="453537">
                  <a:moveTo>
                    <a:pt x="413817" y="453538"/>
                  </a:moveTo>
                  <a:cubicBezTo>
                    <a:pt x="403278" y="453533"/>
                    <a:pt x="393174" y="449340"/>
                    <a:pt x="385731" y="441877"/>
                  </a:cubicBezTo>
                  <a:lnTo>
                    <a:pt x="11641" y="67786"/>
                  </a:lnTo>
                  <a:cubicBezTo>
                    <a:pt x="-3871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441902" y="385756"/>
                  </a:lnTo>
                  <a:cubicBezTo>
                    <a:pt x="457413" y="401247"/>
                    <a:pt x="457427" y="426385"/>
                    <a:pt x="441933" y="441897"/>
                  </a:cubicBezTo>
                  <a:cubicBezTo>
                    <a:pt x="434480" y="449355"/>
                    <a:pt x="424364" y="453548"/>
                    <a:pt x="413817" y="4535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2EBE2A6-5E43-DC49-ABEB-2D907F390060}"/>
                </a:ext>
              </a:extLst>
            </p:cNvPr>
            <p:cNvSpPr/>
            <p:nvPr/>
          </p:nvSpPr>
          <p:spPr>
            <a:xfrm>
              <a:off x="3217770" y="5153071"/>
              <a:ext cx="453537" cy="453554"/>
            </a:xfrm>
            <a:custGeom>
              <a:avLst/>
              <a:gdLst>
                <a:gd name="connsiteX0" fmla="*/ 413859 w 453537"/>
                <a:gd name="connsiteY0" fmla="*/ 453555 h 453554"/>
                <a:gd name="connsiteX1" fmla="*/ 385774 w 453537"/>
                <a:gd name="connsiteY1" fmla="*/ 441894 h 453554"/>
                <a:gd name="connsiteX2" fmla="*/ 11633 w 453537"/>
                <a:gd name="connsiteY2" fmla="*/ 67804 h 453554"/>
                <a:gd name="connsiteX3" fmla="*/ 11633 w 453537"/>
                <a:gd name="connsiteY3" fmla="*/ 11633 h 453554"/>
                <a:gd name="connsiteX4" fmla="*/ 67804 w 453537"/>
                <a:gd name="connsiteY4" fmla="*/ 11633 h 453554"/>
                <a:gd name="connsiteX5" fmla="*/ 441895 w 453537"/>
                <a:gd name="connsiteY5" fmla="*/ 385773 h 453554"/>
                <a:gd name="connsiteX6" fmla="*/ 441924 w 453537"/>
                <a:gd name="connsiteY6" fmla="*/ 441914 h 453554"/>
                <a:gd name="connsiteX7" fmla="*/ 413859 w 453537"/>
                <a:gd name="connsiteY7" fmla="*/ 453555 h 45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37" h="453554">
                  <a:moveTo>
                    <a:pt x="413859" y="453555"/>
                  </a:moveTo>
                  <a:cubicBezTo>
                    <a:pt x="403320" y="453550"/>
                    <a:pt x="393217" y="449357"/>
                    <a:pt x="385774" y="441894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441895" y="385773"/>
                  </a:lnTo>
                  <a:cubicBezTo>
                    <a:pt x="457406" y="401265"/>
                    <a:pt x="457421" y="426403"/>
                    <a:pt x="441924" y="441914"/>
                  </a:cubicBezTo>
                  <a:cubicBezTo>
                    <a:pt x="434486" y="449362"/>
                    <a:pt x="424388" y="453550"/>
                    <a:pt x="413859" y="4535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8FDBE2EF-AB87-B34C-A07B-08375F290B0B}"/>
                </a:ext>
              </a:extLst>
            </p:cNvPr>
            <p:cNvSpPr/>
            <p:nvPr/>
          </p:nvSpPr>
          <p:spPr>
            <a:xfrm>
              <a:off x="2843670" y="4778973"/>
              <a:ext cx="453519" cy="453512"/>
            </a:xfrm>
            <a:custGeom>
              <a:avLst/>
              <a:gdLst>
                <a:gd name="connsiteX0" fmla="*/ 39678 w 453519"/>
                <a:gd name="connsiteY0" fmla="*/ 453513 h 453512"/>
                <a:gd name="connsiteX1" fmla="*/ 0 w 453519"/>
                <a:gd name="connsiteY1" fmla="*/ 413798 h 453512"/>
                <a:gd name="connsiteX2" fmla="*/ 11642 w 453519"/>
                <a:gd name="connsiteY2" fmla="*/ 385731 h 453512"/>
                <a:gd name="connsiteX3" fmla="*/ 385733 w 453519"/>
                <a:gd name="connsiteY3" fmla="*/ 11641 h 453512"/>
                <a:gd name="connsiteX4" fmla="*/ 441879 w 453519"/>
                <a:gd name="connsiteY4" fmla="*/ 11616 h 453512"/>
                <a:gd name="connsiteX5" fmla="*/ 441904 w 453519"/>
                <a:gd name="connsiteY5" fmla="*/ 67762 h 453512"/>
                <a:gd name="connsiteX6" fmla="*/ 67764 w 453519"/>
                <a:gd name="connsiteY6" fmla="*/ 441902 h 453512"/>
                <a:gd name="connsiteX7" fmla="*/ 39678 w 453519"/>
                <a:gd name="connsiteY7" fmla="*/ 453513 h 45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519" h="453512">
                  <a:moveTo>
                    <a:pt x="39678" y="453513"/>
                  </a:moveTo>
                  <a:cubicBezTo>
                    <a:pt x="17754" y="453503"/>
                    <a:pt x="-10" y="435722"/>
                    <a:pt x="0" y="413798"/>
                  </a:cubicBezTo>
                  <a:cubicBezTo>
                    <a:pt x="5" y="403268"/>
                    <a:pt x="4193" y="393172"/>
                    <a:pt x="11642" y="385731"/>
                  </a:cubicBezTo>
                  <a:lnTo>
                    <a:pt x="385733" y="11641"/>
                  </a:lnTo>
                  <a:cubicBezTo>
                    <a:pt x="401231" y="-3870"/>
                    <a:pt x="426368" y="-3882"/>
                    <a:pt x="441879" y="11616"/>
                  </a:cubicBezTo>
                  <a:cubicBezTo>
                    <a:pt x="457390" y="27113"/>
                    <a:pt x="457402" y="52251"/>
                    <a:pt x="441904" y="67762"/>
                  </a:cubicBezTo>
                  <a:lnTo>
                    <a:pt x="67764" y="441902"/>
                  </a:lnTo>
                  <a:cubicBezTo>
                    <a:pt x="60312" y="449344"/>
                    <a:pt x="50210" y="453521"/>
                    <a:pt x="39678" y="45351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8" name="Picture Placeholder 79">
            <a:extLst>
              <a:ext uri="{FF2B5EF4-FFF2-40B4-BE49-F238E27FC236}">
                <a16:creationId xmlns:a16="http://schemas.microsoft.com/office/drawing/2014/main" id="{B08A4C04-7F27-4DF0-9AD5-70F1B06EB761}"/>
              </a:ext>
            </a:extLst>
          </p:cNvPr>
          <p:cNvGrpSpPr>
            <a:grpSpLocks noChangeAspect="1"/>
          </p:cNvGrpSpPr>
          <p:nvPr/>
        </p:nvGrpSpPr>
        <p:grpSpPr>
          <a:xfrm>
            <a:off x="4214919" y="4823631"/>
            <a:ext cx="720175" cy="738286"/>
            <a:chOff x="4214919" y="4823631"/>
            <a:chExt cx="720175" cy="738286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0E3B57F0-E234-C94F-BE3E-24E3017C1E83}"/>
                </a:ext>
              </a:extLst>
            </p:cNvPr>
            <p:cNvSpPr/>
            <p:nvPr/>
          </p:nvSpPr>
          <p:spPr>
            <a:xfrm>
              <a:off x="4247649" y="5141134"/>
              <a:ext cx="687445" cy="420783"/>
            </a:xfrm>
            <a:custGeom>
              <a:avLst/>
              <a:gdLst>
                <a:gd name="connsiteX0" fmla="*/ 647749 w 687445"/>
                <a:gd name="connsiteY0" fmla="*/ 420783 h 420783"/>
                <a:gd name="connsiteX1" fmla="*/ 39697 w 687445"/>
                <a:gd name="connsiteY1" fmla="*/ 420783 h 420783"/>
                <a:gd name="connsiteX2" fmla="*/ 0 w 687445"/>
                <a:gd name="connsiteY2" fmla="*/ 381087 h 420783"/>
                <a:gd name="connsiteX3" fmla="*/ 0 w 687445"/>
                <a:gd name="connsiteY3" fmla="*/ 39697 h 420783"/>
                <a:gd name="connsiteX4" fmla="*/ 39697 w 687445"/>
                <a:gd name="connsiteY4" fmla="*/ 0 h 420783"/>
                <a:gd name="connsiteX5" fmla="*/ 647749 w 687445"/>
                <a:gd name="connsiteY5" fmla="*/ 0 h 420783"/>
                <a:gd name="connsiteX6" fmla="*/ 687446 w 687445"/>
                <a:gd name="connsiteY6" fmla="*/ 39697 h 420783"/>
                <a:gd name="connsiteX7" fmla="*/ 687446 w 687445"/>
                <a:gd name="connsiteY7" fmla="*/ 381087 h 420783"/>
                <a:gd name="connsiteX8" fmla="*/ 647749 w 687445"/>
                <a:gd name="connsiteY8" fmla="*/ 420783 h 420783"/>
                <a:gd name="connsiteX9" fmla="*/ 79393 w 687445"/>
                <a:gd name="connsiteY9" fmla="*/ 341390 h 420783"/>
                <a:gd name="connsiteX10" fmla="*/ 608053 w 687445"/>
                <a:gd name="connsiteY10" fmla="*/ 341390 h 420783"/>
                <a:gd name="connsiteX11" fmla="*/ 608053 w 687445"/>
                <a:gd name="connsiteY11" fmla="*/ 79393 h 420783"/>
                <a:gd name="connsiteX12" fmla="*/ 79393 w 687445"/>
                <a:gd name="connsiteY12" fmla="*/ 79393 h 42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7445" h="420783">
                  <a:moveTo>
                    <a:pt x="647749" y="420783"/>
                  </a:moveTo>
                  <a:lnTo>
                    <a:pt x="39697" y="420783"/>
                  </a:lnTo>
                  <a:cubicBezTo>
                    <a:pt x="17773" y="420783"/>
                    <a:pt x="0" y="403009"/>
                    <a:pt x="0" y="3810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47749" y="0"/>
                  </a:lnTo>
                  <a:cubicBezTo>
                    <a:pt x="669672" y="0"/>
                    <a:pt x="687446" y="17773"/>
                    <a:pt x="687446" y="39697"/>
                  </a:cubicBezTo>
                  <a:lnTo>
                    <a:pt x="687446" y="381087"/>
                  </a:lnTo>
                  <a:cubicBezTo>
                    <a:pt x="687446" y="403009"/>
                    <a:pt x="669672" y="420783"/>
                    <a:pt x="647749" y="420783"/>
                  </a:cubicBezTo>
                  <a:close/>
                  <a:moveTo>
                    <a:pt x="79393" y="341390"/>
                  </a:moveTo>
                  <a:lnTo>
                    <a:pt x="608053" y="341390"/>
                  </a:lnTo>
                  <a:lnTo>
                    <a:pt x="60805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8165B193-CFE9-B448-821D-56DBE2177AC4}"/>
                </a:ext>
              </a:extLst>
            </p:cNvPr>
            <p:cNvSpPr/>
            <p:nvPr/>
          </p:nvSpPr>
          <p:spPr>
            <a:xfrm>
              <a:off x="4302465" y="4947075"/>
              <a:ext cx="179524" cy="179470"/>
            </a:xfrm>
            <a:custGeom>
              <a:avLst/>
              <a:gdLst>
                <a:gd name="connsiteX0" fmla="*/ 139796 w 179524"/>
                <a:gd name="connsiteY0" fmla="*/ 179471 h 179470"/>
                <a:gd name="connsiteX1" fmla="*/ 111711 w 179524"/>
                <a:gd name="connsiteY1" fmla="*/ 167810 h 179470"/>
                <a:gd name="connsiteX2" fmla="*/ 10584 w 179524"/>
                <a:gd name="connsiteY2" fmla="*/ 66683 h 179470"/>
                <a:gd name="connsiteX3" fmla="*/ 12711 w 179524"/>
                <a:gd name="connsiteY3" fmla="*/ 10584 h 179470"/>
                <a:gd name="connsiteX4" fmla="*/ 66606 w 179524"/>
                <a:gd name="connsiteY4" fmla="*/ 10512 h 179470"/>
                <a:gd name="connsiteX5" fmla="*/ 167882 w 179524"/>
                <a:gd name="connsiteY5" fmla="*/ 111689 h 179470"/>
                <a:gd name="connsiteX6" fmla="*/ 167913 w 179524"/>
                <a:gd name="connsiteY6" fmla="*/ 167828 h 179470"/>
                <a:gd name="connsiteX7" fmla="*/ 139796 w 179524"/>
                <a:gd name="connsiteY7" fmla="*/ 179471 h 179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524" h="179470">
                  <a:moveTo>
                    <a:pt x="139796" y="179471"/>
                  </a:moveTo>
                  <a:cubicBezTo>
                    <a:pt x="129258" y="179466"/>
                    <a:pt x="119154" y="175271"/>
                    <a:pt x="111711" y="167810"/>
                  </a:cubicBezTo>
                  <a:lnTo>
                    <a:pt x="10584" y="66683"/>
                  </a:lnTo>
                  <a:cubicBezTo>
                    <a:pt x="-4320" y="50604"/>
                    <a:pt x="-3368" y="25488"/>
                    <a:pt x="12711" y="10584"/>
                  </a:cubicBezTo>
                  <a:cubicBezTo>
                    <a:pt x="27904" y="-3500"/>
                    <a:pt x="51375" y="-3532"/>
                    <a:pt x="66606" y="10512"/>
                  </a:cubicBezTo>
                  <a:lnTo>
                    <a:pt x="167882" y="111689"/>
                  </a:lnTo>
                  <a:cubicBezTo>
                    <a:pt x="183393" y="127183"/>
                    <a:pt x="183407" y="152317"/>
                    <a:pt x="167913" y="167828"/>
                  </a:cubicBezTo>
                  <a:cubicBezTo>
                    <a:pt x="160459" y="175290"/>
                    <a:pt x="150343" y="179479"/>
                    <a:pt x="139796" y="17947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951E01AA-28BD-4142-89F3-D0A2753CBE02}"/>
                </a:ext>
              </a:extLst>
            </p:cNvPr>
            <p:cNvSpPr/>
            <p:nvPr/>
          </p:nvSpPr>
          <p:spPr>
            <a:xfrm>
              <a:off x="4463945" y="4911787"/>
              <a:ext cx="179707" cy="179826"/>
            </a:xfrm>
            <a:custGeom>
              <a:avLst/>
              <a:gdLst>
                <a:gd name="connsiteX0" fmla="*/ 140130 w 179707"/>
                <a:gd name="connsiteY0" fmla="*/ 179826 h 179826"/>
                <a:gd name="connsiteX1" fmla="*/ 112045 w 179707"/>
                <a:gd name="connsiteY1" fmla="*/ 168215 h 179826"/>
                <a:gd name="connsiteX2" fmla="*/ 10917 w 179707"/>
                <a:gd name="connsiteY2" fmla="*/ 67039 h 179826"/>
                <a:gd name="connsiteX3" fmla="*/ 12355 w 179707"/>
                <a:gd name="connsiteY3" fmla="*/ 10918 h 179826"/>
                <a:gd name="connsiteX4" fmla="*/ 67039 w 179707"/>
                <a:gd name="connsiteY4" fmla="*/ 10918 h 179826"/>
                <a:gd name="connsiteX5" fmla="*/ 168116 w 179707"/>
                <a:gd name="connsiteY5" fmla="*/ 112094 h 179826"/>
                <a:gd name="connsiteX6" fmla="*/ 168048 w 179707"/>
                <a:gd name="connsiteY6" fmla="*/ 168233 h 179826"/>
                <a:gd name="connsiteX7" fmla="*/ 140031 w 179707"/>
                <a:gd name="connsiteY7" fmla="*/ 179826 h 17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707" h="179826">
                  <a:moveTo>
                    <a:pt x="140130" y="179826"/>
                  </a:moveTo>
                  <a:cubicBezTo>
                    <a:pt x="129598" y="179835"/>
                    <a:pt x="119496" y="175658"/>
                    <a:pt x="112045" y="168215"/>
                  </a:cubicBezTo>
                  <a:lnTo>
                    <a:pt x="10917" y="67039"/>
                  </a:lnTo>
                  <a:cubicBezTo>
                    <a:pt x="-4183" y="51144"/>
                    <a:pt x="-3539" y="26018"/>
                    <a:pt x="12355" y="10918"/>
                  </a:cubicBezTo>
                  <a:cubicBezTo>
                    <a:pt x="27676" y="-3639"/>
                    <a:pt x="51717" y="-3639"/>
                    <a:pt x="67039" y="10918"/>
                  </a:cubicBezTo>
                  <a:lnTo>
                    <a:pt x="168116" y="112094"/>
                  </a:lnTo>
                  <a:cubicBezTo>
                    <a:pt x="183598" y="127615"/>
                    <a:pt x="183568" y="152750"/>
                    <a:pt x="168048" y="168233"/>
                  </a:cubicBezTo>
                  <a:cubicBezTo>
                    <a:pt x="160611" y="175653"/>
                    <a:pt x="150536" y="179821"/>
                    <a:pt x="140031" y="1798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A35BAD9E-E9E8-0241-81CA-DD6F7203CC0C}"/>
                </a:ext>
              </a:extLst>
            </p:cNvPr>
            <p:cNvSpPr/>
            <p:nvPr/>
          </p:nvSpPr>
          <p:spPr>
            <a:xfrm>
              <a:off x="4633098" y="4879753"/>
              <a:ext cx="180556" cy="180599"/>
            </a:xfrm>
            <a:custGeom>
              <a:avLst/>
              <a:gdLst>
                <a:gd name="connsiteX0" fmla="*/ 140878 w 180556"/>
                <a:gd name="connsiteY0" fmla="*/ 180599 h 180599"/>
                <a:gd name="connsiteX1" fmla="*/ 112792 w 180556"/>
                <a:gd name="connsiteY1" fmla="*/ 168938 h 180599"/>
                <a:gd name="connsiteX2" fmla="*/ 11616 w 180556"/>
                <a:gd name="connsiteY2" fmla="*/ 67762 h 180599"/>
                <a:gd name="connsiteX3" fmla="*/ 11641 w 180556"/>
                <a:gd name="connsiteY3" fmla="*/ 11616 h 180599"/>
                <a:gd name="connsiteX4" fmla="*/ 67786 w 180556"/>
                <a:gd name="connsiteY4" fmla="*/ 11641 h 180599"/>
                <a:gd name="connsiteX5" fmla="*/ 168914 w 180556"/>
                <a:gd name="connsiteY5" fmla="*/ 112817 h 180599"/>
                <a:gd name="connsiteX6" fmla="*/ 168943 w 180556"/>
                <a:gd name="connsiteY6" fmla="*/ 168957 h 180599"/>
                <a:gd name="connsiteX7" fmla="*/ 140878 w 180556"/>
                <a:gd name="connsiteY7" fmla="*/ 180599 h 18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556" h="180599">
                  <a:moveTo>
                    <a:pt x="140878" y="180599"/>
                  </a:moveTo>
                  <a:cubicBezTo>
                    <a:pt x="130338" y="180594"/>
                    <a:pt x="120236" y="176399"/>
                    <a:pt x="112792" y="168938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8914" y="112817"/>
                  </a:lnTo>
                  <a:cubicBezTo>
                    <a:pt x="184425" y="128311"/>
                    <a:pt x="184440" y="153446"/>
                    <a:pt x="168943" y="168957"/>
                  </a:cubicBezTo>
                  <a:cubicBezTo>
                    <a:pt x="161505" y="176406"/>
                    <a:pt x="151407" y="180594"/>
                    <a:pt x="140878" y="18059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40774B0-3C3F-404C-8B37-3136D701291E}"/>
                </a:ext>
              </a:extLst>
            </p:cNvPr>
            <p:cNvSpPr/>
            <p:nvPr/>
          </p:nvSpPr>
          <p:spPr>
            <a:xfrm>
              <a:off x="4214919" y="4823631"/>
              <a:ext cx="694797" cy="357401"/>
            </a:xfrm>
            <a:custGeom>
              <a:avLst/>
              <a:gdLst>
                <a:gd name="connsiteX0" fmla="*/ 71930 w 694797"/>
                <a:gd name="connsiteY0" fmla="*/ 357398 h 357401"/>
                <a:gd name="connsiteX1" fmla="*/ 33028 w 694797"/>
                <a:gd name="connsiteY1" fmla="*/ 325492 h 357401"/>
                <a:gd name="connsiteX2" fmla="*/ 774 w 694797"/>
                <a:gd name="connsiteY2" fmla="*/ 163729 h 357401"/>
                <a:gd name="connsiteX3" fmla="*/ 31936 w 694797"/>
                <a:gd name="connsiteY3" fmla="*/ 117036 h 357401"/>
                <a:gd name="connsiteX4" fmla="*/ 615079 w 694797"/>
                <a:gd name="connsiteY4" fmla="*/ 774 h 357401"/>
                <a:gd name="connsiteX5" fmla="*/ 661772 w 694797"/>
                <a:gd name="connsiteY5" fmla="*/ 31936 h 357401"/>
                <a:gd name="connsiteX6" fmla="*/ 694026 w 694797"/>
                <a:gd name="connsiteY6" fmla="*/ 193700 h 357401"/>
                <a:gd name="connsiteX7" fmla="*/ 662849 w 694797"/>
                <a:gd name="connsiteY7" fmla="*/ 240386 h 357401"/>
                <a:gd name="connsiteX8" fmla="*/ 662814 w 694797"/>
                <a:gd name="connsiteY8" fmla="*/ 240393 h 357401"/>
                <a:gd name="connsiteX9" fmla="*/ 79721 w 694797"/>
                <a:gd name="connsiteY9" fmla="*/ 356753 h 357401"/>
                <a:gd name="connsiteX10" fmla="*/ 71930 w 694797"/>
                <a:gd name="connsiteY10" fmla="*/ 357398 h 357401"/>
                <a:gd name="connsiteX11" fmla="*/ 86370 w 694797"/>
                <a:gd name="connsiteY11" fmla="*/ 187150 h 357401"/>
                <a:gd name="connsiteX12" fmla="*/ 103092 w 694797"/>
                <a:gd name="connsiteY12" fmla="*/ 271009 h 357401"/>
                <a:gd name="connsiteX13" fmla="*/ 608380 w 694797"/>
                <a:gd name="connsiteY13" fmla="*/ 170328 h 357401"/>
                <a:gd name="connsiteX14" fmla="*/ 591658 w 694797"/>
                <a:gd name="connsiteY14" fmla="*/ 86420 h 35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4797" h="357401">
                  <a:moveTo>
                    <a:pt x="71930" y="357398"/>
                  </a:moveTo>
                  <a:cubicBezTo>
                    <a:pt x="53018" y="357388"/>
                    <a:pt x="36739" y="344037"/>
                    <a:pt x="33028" y="325492"/>
                  </a:cubicBezTo>
                  <a:lnTo>
                    <a:pt x="774" y="163729"/>
                  </a:lnTo>
                  <a:cubicBezTo>
                    <a:pt x="-3513" y="142230"/>
                    <a:pt x="10438" y="121325"/>
                    <a:pt x="31936" y="117036"/>
                  </a:cubicBezTo>
                  <a:lnTo>
                    <a:pt x="615079" y="774"/>
                  </a:lnTo>
                  <a:cubicBezTo>
                    <a:pt x="636580" y="-3513"/>
                    <a:pt x="657480" y="10438"/>
                    <a:pt x="661772" y="31936"/>
                  </a:cubicBezTo>
                  <a:lnTo>
                    <a:pt x="694026" y="193700"/>
                  </a:lnTo>
                  <a:cubicBezTo>
                    <a:pt x="698308" y="215201"/>
                    <a:pt x="684350" y="236103"/>
                    <a:pt x="662849" y="240386"/>
                  </a:cubicBezTo>
                  <a:cubicBezTo>
                    <a:pt x="662839" y="240388"/>
                    <a:pt x="662824" y="240390"/>
                    <a:pt x="662814" y="240393"/>
                  </a:cubicBezTo>
                  <a:lnTo>
                    <a:pt x="79721" y="356753"/>
                  </a:lnTo>
                  <a:cubicBezTo>
                    <a:pt x="77150" y="357213"/>
                    <a:pt x="74542" y="357429"/>
                    <a:pt x="71930" y="357398"/>
                  </a:cubicBezTo>
                  <a:close/>
                  <a:moveTo>
                    <a:pt x="86370" y="187150"/>
                  </a:moveTo>
                  <a:lnTo>
                    <a:pt x="103092" y="271009"/>
                  </a:lnTo>
                  <a:lnTo>
                    <a:pt x="608380" y="170328"/>
                  </a:lnTo>
                  <a:lnTo>
                    <a:pt x="591658" y="8642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4" name="Picture Placeholder 81">
            <a:extLst>
              <a:ext uri="{FF2B5EF4-FFF2-40B4-BE49-F238E27FC236}">
                <a16:creationId xmlns:a16="http://schemas.microsoft.com/office/drawing/2014/main" id="{FB8DC1D4-0867-45FB-A080-7CDDDD08CDC5}"/>
              </a:ext>
            </a:extLst>
          </p:cNvPr>
          <p:cNvGrpSpPr>
            <a:grpSpLocks noChangeAspect="1"/>
          </p:cNvGrpSpPr>
          <p:nvPr/>
        </p:nvGrpSpPr>
        <p:grpSpPr>
          <a:xfrm>
            <a:off x="5480127" y="4873006"/>
            <a:ext cx="824279" cy="639191"/>
            <a:chOff x="5480127" y="4873006"/>
            <a:chExt cx="824279" cy="639191"/>
          </a:xfrm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748A5C71-C58D-6F49-A68A-C63D3033E2C0}"/>
                </a:ext>
              </a:extLst>
            </p:cNvPr>
            <p:cNvSpPr/>
            <p:nvPr/>
          </p:nvSpPr>
          <p:spPr>
            <a:xfrm>
              <a:off x="5480702" y="4874522"/>
              <a:ext cx="823704" cy="637675"/>
            </a:xfrm>
            <a:custGeom>
              <a:avLst/>
              <a:gdLst>
                <a:gd name="connsiteX0" fmla="*/ 784008 w 823704"/>
                <a:gd name="connsiteY0" fmla="*/ 637675 h 637675"/>
                <a:gd name="connsiteX1" fmla="*/ 39697 w 823704"/>
                <a:gd name="connsiteY1" fmla="*/ 637675 h 637675"/>
                <a:gd name="connsiteX2" fmla="*/ 0 w 823704"/>
                <a:gd name="connsiteY2" fmla="*/ 597979 h 637675"/>
                <a:gd name="connsiteX3" fmla="*/ 0 w 823704"/>
                <a:gd name="connsiteY3" fmla="*/ 39697 h 637675"/>
                <a:gd name="connsiteX4" fmla="*/ 39697 w 823704"/>
                <a:gd name="connsiteY4" fmla="*/ 0 h 637675"/>
                <a:gd name="connsiteX5" fmla="*/ 784008 w 823704"/>
                <a:gd name="connsiteY5" fmla="*/ 0 h 637675"/>
                <a:gd name="connsiteX6" fmla="*/ 823704 w 823704"/>
                <a:gd name="connsiteY6" fmla="*/ 39697 h 637675"/>
                <a:gd name="connsiteX7" fmla="*/ 823704 w 823704"/>
                <a:gd name="connsiteY7" fmla="*/ 597979 h 637675"/>
                <a:gd name="connsiteX8" fmla="*/ 784008 w 823704"/>
                <a:gd name="connsiteY8" fmla="*/ 637675 h 637675"/>
                <a:gd name="connsiteX9" fmla="*/ 79393 w 823704"/>
                <a:gd name="connsiteY9" fmla="*/ 558282 h 637675"/>
                <a:gd name="connsiteX10" fmla="*/ 744311 w 823704"/>
                <a:gd name="connsiteY10" fmla="*/ 558282 h 637675"/>
                <a:gd name="connsiteX11" fmla="*/ 744311 w 823704"/>
                <a:gd name="connsiteY11" fmla="*/ 79393 h 637675"/>
                <a:gd name="connsiteX12" fmla="*/ 79393 w 823704"/>
                <a:gd name="connsiteY12" fmla="*/ 79393 h 63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637675">
                  <a:moveTo>
                    <a:pt x="784008" y="637675"/>
                  </a:moveTo>
                  <a:lnTo>
                    <a:pt x="39697" y="637675"/>
                  </a:lnTo>
                  <a:cubicBezTo>
                    <a:pt x="17773" y="637675"/>
                    <a:pt x="0" y="619901"/>
                    <a:pt x="0" y="5979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597979"/>
                  </a:lnTo>
                  <a:cubicBezTo>
                    <a:pt x="823704" y="619901"/>
                    <a:pt x="805930" y="637675"/>
                    <a:pt x="784008" y="637675"/>
                  </a:cubicBezTo>
                  <a:close/>
                  <a:moveTo>
                    <a:pt x="79393" y="558282"/>
                  </a:moveTo>
                  <a:lnTo>
                    <a:pt x="744311" y="558282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4F82AB2A-CA9D-0043-840B-087719A714F0}"/>
                </a:ext>
              </a:extLst>
            </p:cNvPr>
            <p:cNvSpPr/>
            <p:nvPr/>
          </p:nvSpPr>
          <p:spPr>
            <a:xfrm>
              <a:off x="5480127" y="4873006"/>
              <a:ext cx="824272" cy="359429"/>
            </a:xfrm>
            <a:custGeom>
              <a:avLst/>
              <a:gdLst>
                <a:gd name="connsiteX0" fmla="*/ 414859 w 824272"/>
                <a:gd name="connsiteY0" fmla="*/ 359430 h 359429"/>
                <a:gd name="connsiteX1" fmla="*/ 391140 w 824272"/>
                <a:gd name="connsiteY1" fmla="*/ 351540 h 359429"/>
                <a:gd name="connsiteX2" fmla="*/ 16454 w 824272"/>
                <a:gd name="connsiteY2" fmla="*/ 71878 h 359429"/>
                <a:gd name="connsiteX3" fmla="*/ 7521 w 824272"/>
                <a:gd name="connsiteY3" fmla="*/ 16454 h 359429"/>
                <a:gd name="connsiteX4" fmla="*/ 62945 w 824272"/>
                <a:gd name="connsiteY4" fmla="*/ 7521 h 359429"/>
                <a:gd name="connsiteX5" fmla="*/ 63941 w 824272"/>
                <a:gd name="connsiteY5" fmla="*/ 8264 h 359429"/>
                <a:gd name="connsiteX6" fmla="*/ 414462 w 824272"/>
                <a:gd name="connsiteY6" fmla="*/ 270063 h 359429"/>
                <a:gd name="connsiteX7" fmla="*/ 760616 w 824272"/>
                <a:gd name="connsiteY7" fmla="*/ 8413 h 359429"/>
                <a:gd name="connsiteX8" fmla="*/ 816241 w 824272"/>
                <a:gd name="connsiteY8" fmla="*/ 16154 h 359429"/>
                <a:gd name="connsiteX9" fmla="*/ 808500 w 824272"/>
                <a:gd name="connsiteY9" fmla="*/ 71779 h 359429"/>
                <a:gd name="connsiteX10" fmla="*/ 438577 w 824272"/>
                <a:gd name="connsiteY10" fmla="*/ 351391 h 359429"/>
                <a:gd name="connsiteX11" fmla="*/ 414859 w 824272"/>
                <a:gd name="connsiteY11" fmla="*/ 359430 h 35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4272" h="359429">
                  <a:moveTo>
                    <a:pt x="414859" y="359430"/>
                  </a:moveTo>
                  <a:cubicBezTo>
                    <a:pt x="406309" y="359423"/>
                    <a:pt x="397990" y="356656"/>
                    <a:pt x="391140" y="351540"/>
                  </a:cubicBezTo>
                  <a:lnTo>
                    <a:pt x="16454" y="71878"/>
                  </a:lnTo>
                  <a:cubicBezTo>
                    <a:pt x="-1318" y="59040"/>
                    <a:pt x="-5317" y="34225"/>
                    <a:pt x="7521" y="16454"/>
                  </a:cubicBezTo>
                  <a:cubicBezTo>
                    <a:pt x="20359" y="-1318"/>
                    <a:pt x="45173" y="-5317"/>
                    <a:pt x="62945" y="7521"/>
                  </a:cubicBezTo>
                  <a:cubicBezTo>
                    <a:pt x="63281" y="7764"/>
                    <a:pt x="63613" y="8011"/>
                    <a:pt x="63941" y="8264"/>
                  </a:cubicBezTo>
                  <a:lnTo>
                    <a:pt x="414462" y="270063"/>
                  </a:lnTo>
                  <a:lnTo>
                    <a:pt x="760616" y="8413"/>
                  </a:lnTo>
                  <a:cubicBezTo>
                    <a:pt x="778112" y="-4810"/>
                    <a:pt x="803017" y="-1344"/>
                    <a:pt x="816241" y="16154"/>
                  </a:cubicBezTo>
                  <a:cubicBezTo>
                    <a:pt x="829465" y="33652"/>
                    <a:pt x="825996" y="58556"/>
                    <a:pt x="808500" y="71779"/>
                  </a:cubicBezTo>
                  <a:lnTo>
                    <a:pt x="438577" y="351391"/>
                  </a:lnTo>
                  <a:cubicBezTo>
                    <a:pt x="431746" y="356560"/>
                    <a:pt x="423425" y="359380"/>
                    <a:pt x="414859" y="35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7" name="Picture Placeholder 83">
            <a:extLst>
              <a:ext uri="{FF2B5EF4-FFF2-40B4-BE49-F238E27FC236}">
                <a16:creationId xmlns:a16="http://schemas.microsoft.com/office/drawing/2014/main" id="{CE79F9A4-EE98-4C67-9533-391E25FB5607}"/>
              </a:ext>
            </a:extLst>
          </p:cNvPr>
          <p:cNvGrpSpPr>
            <a:grpSpLocks noChangeAspect="1"/>
          </p:cNvGrpSpPr>
          <p:nvPr/>
        </p:nvGrpSpPr>
        <p:grpSpPr>
          <a:xfrm>
            <a:off x="6793199" y="5004231"/>
            <a:ext cx="833628" cy="377117"/>
            <a:chOff x="6793199" y="5004231"/>
            <a:chExt cx="833628" cy="377117"/>
          </a:xfrm>
        </p:grpSpPr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09DA13D6-80EF-BB4C-B2B6-1AEE2B65C21C}"/>
                </a:ext>
              </a:extLst>
            </p:cNvPr>
            <p:cNvSpPr/>
            <p:nvPr/>
          </p:nvSpPr>
          <p:spPr>
            <a:xfrm>
              <a:off x="7089832" y="5076330"/>
              <a:ext cx="241355" cy="160374"/>
            </a:xfrm>
            <a:custGeom>
              <a:avLst/>
              <a:gdLst>
                <a:gd name="connsiteX0" fmla="*/ 201659 w 241355"/>
                <a:gd name="connsiteY0" fmla="*/ 160374 h 160374"/>
                <a:gd name="connsiteX1" fmla="*/ 161962 w 241355"/>
                <a:gd name="connsiteY1" fmla="*/ 120678 h 160374"/>
                <a:gd name="connsiteX2" fmla="*/ 120678 w 241355"/>
                <a:gd name="connsiteY2" fmla="*/ 79393 h 160374"/>
                <a:gd name="connsiteX3" fmla="*/ 79393 w 241355"/>
                <a:gd name="connsiteY3" fmla="*/ 120678 h 160374"/>
                <a:gd name="connsiteX4" fmla="*/ 39697 w 241355"/>
                <a:gd name="connsiteY4" fmla="*/ 160374 h 160374"/>
                <a:gd name="connsiteX5" fmla="*/ 0 w 241355"/>
                <a:gd name="connsiteY5" fmla="*/ 120678 h 160374"/>
                <a:gd name="connsiteX6" fmla="*/ 120678 w 241355"/>
                <a:gd name="connsiteY6" fmla="*/ 0 h 160374"/>
                <a:gd name="connsiteX7" fmla="*/ 241355 w 241355"/>
                <a:gd name="connsiteY7" fmla="*/ 120678 h 160374"/>
                <a:gd name="connsiteX8" fmla="*/ 201659 w 241355"/>
                <a:gd name="connsiteY8" fmla="*/ 160374 h 16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355" h="160374">
                  <a:moveTo>
                    <a:pt x="201659" y="160374"/>
                  </a:moveTo>
                  <a:cubicBezTo>
                    <a:pt x="179735" y="160374"/>
                    <a:pt x="161962" y="142601"/>
                    <a:pt x="161962" y="120678"/>
                  </a:cubicBezTo>
                  <a:cubicBezTo>
                    <a:pt x="161962" y="97877"/>
                    <a:pt x="143478" y="79393"/>
                    <a:pt x="120678" y="79393"/>
                  </a:cubicBezTo>
                  <a:cubicBezTo>
                    <a:pt x="97877" y="79393"/>
                    <a:pt x="79393" y="97877"/>
                    <a:pt x="79393" y="120678"/>
                  </a:cubicBezTo>
                  <a:cubicBezTo>
                    <a:pt x="79393" y="142601"/>
                    <a:pt x="61621" y="160374"/>
                    <a:pt x="39697" y="160374"/>
                  </a:cubicBezTo>
                  <a:cubicBezTo>
                    <a:pt x="17773" y="160374"/>
                    <a:pt x="0" y="142601"/>
                    <a:pt x="0" y="120678"/>
                  </a:cubicBezTo>
                  <a:cubicBezTo>
                    <a:pt x="0" y="54029"/>
                    <a:pt x="54029" y="0"/>
                    <a:pt x="120678" y="0"/>
                  </a:cubicBezTo>
                  <a:cubicBezTo>
                    <a:pt x="187328" y="0"/>
                    <a:pt x="241355" y="54029"/>
                    <a:pt x="241355" y="120678"/>
                  </a:cubicBezTo>
                  <a:cubicBezTo>
                    <a:pt x="241355" y="142601"/>
                    <a:pt x="223581" y="160374"/>
                    <a:pt x="201659" y="1603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072116F-A159-FE48-A9E3-1C8D60862E42}"/>
                </a:ext>
              </a:extLst>
            </p:cNvPr>
            <p:cNvSpPr/>
            <p:nvPr/>
          </p:nvSpPr>
          <p:spPr>
            <a:xfrm>
              <a:off x="6793199" y="5004231"/>
              <a:ext cx="377117" cy="377117"/>
            </a:xfrm>
            <a:custGeom>
              <a:avLst/>
              <a:gdLst>
                <a:gd name="connsiteX0" fmla="*/ 188559 w 377117"/>
                <a:gd name="connsiteY0" fmla="*/ 377117 h 377117"/>
                <a:gd name="connsiteX1" fmla="*/ 0 w 377117"/>
                <a:gd name="connsiteY1" fmla="*/ 188559 h 377117"/>
                <a:gd name="connsiteX2" fmla="*/ 188559 w 377117"/>
                <a:gd name="connsiteY2" fmla="*/ 0 h 377117"/>
                <a:gd name="connsiteX3" fmla="*/ 377118 w 377117"/>
                <a:gd name="connsiteY3" fmla="*/ 188559 h 377117"/>
                <a:gd name="connsiteX4" fmla="*/ 188559 w 377117"/>
                <a:gd name="connsiteY4" fmla="*/ 377117 h 377117"/>
                <a:gd name="connsiteX5" fmla="*/ 188559 w 377117"/>
                <a:gd name="connsiteY5" fmla="*/ 79393 h 377117"/>
                <a:gd name="connsiteX6" fmla="*/ 79393 w 377117"/>
                <a:gd name="connsiteY6" fmla="*/ 188559 h 377117"/>
                <a:gd name="connsiteX7" fmla="*/ 188559 w 377117"/>
                <a:gd name="connsiteY7" fmla="*/ 297724 h 377117"/>
                <a:gd name="connsiteX8" fmla="*/ 297724 w 377117"/>
                <a:gd name="connsiteY8" fmla="*/ 188559 h 377117"/>
                <a:gd name="connsiteX9" fmla="*/ 188559 w 377117"/>
                <a:gd name="connsiteY9" fmla="*/ 79393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117" h="377117">
                  <a:moveTo>
                    <a:pt x="188559" y="377117"/>
                  </a:moveTo>
                  <a:cubicBezTo>
                    <a:pt x="84421" y="377117"/>
                    <a:pt x="0" y="292698"/>
                    <a:pt x="0" y="188559"/>
                  </a:cubicBezTo>
                  <a:cubicBezTo>
                    <a:pt x="0" y="84421"/>
                    <a:pt x="84421" y="0"/>
                    <a:pt x="188559" y="0"/>
                  </a:cubicBezTo>
                  <a:cubicBezTo>
                    <a:pt x="292697" y="0"/>
                    <a:pt x="377118" y="84421"/>
                    <a:pt x="377118" y="188559"/>
                  </a:cubicBezTo>
                  <a:cubicBezTo>
                    <a:pt x="377118" y="292698"/>
                    <a:pt x="292697" y="377117"/>
                    <a:pt x="188559" y="377117"/>
                  </a:cubicBezTo>
                  <a:close/>
                  <a:moveTo>
                    <a:pt x="188559" y="79393"/>
                  </a:moveTo>
                  <a:cubicBezTo>
                    <a:pt x="128268" y="79393"/>
                    <a:pt x="79393" y="128268"/>
                    <a:pt x="79393" y="188559"/>
                  </a:cubicBezTo>
                  <a:cubicBezTo>
                    <a:pt x="79393" y="248849"/>
                    <a:pt x="128268" y="297724"/>
                    <a:pt x="188559" y="297724"/>
                  </a:cubicBezTo>
                  <a:cubicBezTo>
                    <a:pt x="248850" y="297724"/>
                    <a:pt x="297724" y="248849"/>
                    <a:pt x="297724" y="188559"/>
                  </a:cubicBezTo>
                  <a:cubicBezTo>
                    <a:pt x="297724" y="128268"/>
                    <a:pt x="248850" y="79393"/>
                    <a:pt x="18855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0976CE2-CB2C-3B4B-87FD-F9A6C01B39E6}"/>
                </a:ext>
              </a:extLst>
            </p:cNvPr>
            <p:cNvSpPr/>
            <p:nvPr/>
          </p:nvSpPr>
          <p:spPr>
            <a:xfrm>
              <a:off x="7249710" y="5004231"/>
              <a:ext cx="377117" cy="377117"/>
            </a:xfrm>
            <a:custGeom>
              <a:avLst/>
              <a:gdLst>
                <a:gd name="connsiteX0" fmla="*/ 188559 w 377117"/>
                <a:gd name="connsiteY0" fmla="*/ 377117 h 377117"/>
                <a:gd name="connsiteX1" fmla="*/ 0 w 377117"/>
                <a:gd name="connsiteY1" fmla="*/ 188559 h 377117"/>
                <a:gd name="connsiteX2" fmla="*/ 188559 w 377117"/>
                <a:gd name="connsiteY2" fmla="*/ 0 h 377117"/>
                <a:gd name="connsiteX3" fmla="*/ 377118 w 377117"/>
                <a:gd name="connsiteY3" fmla="*/ 188559 h 377117"/>
                <a:gd name="connsiteX4" fmla="*/ 188559 w 377117"/>
                <a:gd name="connsiteY4" fmla="*/ 377117 h 377117"/>
                <a:gd name="connsiteX5" fmla="*/ 188559 w 377117"/>
                <a:gd name="connsiteY5" fmla="*/ 79393 h 377117"/>
                <a:gd name="connsiteX6" fmla="*/ 79393 w 377117"/>
                <a:gd name="connsiteY6" fmla="*/ 188559 h 377117"/>
                <a:gd name="connsiteX7" fmla="*/ 188559 w 377117"/>
                <a:gd name="connsiteY7" fmla="*/ 297724 h 377117"/>
                <a:gd name="connsiteX8" fmla="*/ 297724 w 377117"/>
                <a:gd name="connsiteY8" fmla="*/ 188559 h 377117"/>
                <a:gd name="connsiteX9" fmla="*/ 188559 w 377117"/>
                <a:gd name="connsiteY9" fmla="*/ 79393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117" h="377117">
                  <a:moveTo>
                    <a:pt x="188559" y="377117"/>
                  </a:moveTo>
                  <a:cubicBezTo>
                    <a:pt x="84420" y="377117"/>
                    <a:pt x="0" y="292698"/>
                    <a:pt x="0" y="188559"/>
                  </a:cubicBezTo>
                  <a:cubicBezTo>
                    <a:pt x="0" y="84421"/>
                    <a:pt x="84420" y="0"/>
                    <a:pt x="188559" y="0"/>
                  </a:cubicBezTo>
                  <a:cubicBezTo>
                    <a:pt x="292698" y="0"/>
                    <a:pt x="377118" y="84421"/>
                    <a:pt x="377118" y="188559"/>
                  </a:cubicBezTo>
                  <a:cubicBezTo>
                    <a:pt x="377118" y="292698"/>
                    <a:pt x="292698" y="377117"/>
                    <a:pt x="188559" y="377117"/>
                  </a:cubicBezTo>
                  <a:close/>
                  <a:moveTo>
                    <a:pt x="188559" y="79393"/>
                  </a:moveTo>
                  <a:cubicBezTo>
                    <a:pt x="128270" y="79393"/>
                    <a:pt x="79393" y="128268"/>
                    <a:pt x="79393" y="188559"/>
                  </a:cubicBezTo>
                  <a:cubicBezTo>
                    <a:pt x="79393" y="248849"/>
                    <a:pt x="128270" y="297724"/>
                    <a:pt x="188559" y="297724"/>
                  </a:cubicBezTo>
                  <a:cubicBezTo>
                    <a:pt x="248848" y="297724"/>
                    <a:pt x="297724" y="248849"/>
                    <a:pt x="297724" y="188559"/>
                  </a:cubicBezTo>
                  <a:cubicBezTo>
                    <a:pt x="297724" y="128268"/>
                    <a:pt x="248848" y="79393"/>
                    <a:pt x="18855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85">
            <a:extLst>
              <a:ext uri="{FF2B5EF4-FFF2-40B4-BE49-F238E27FC236}">
                <a16:creationId xmlns:a16="http://schemas.microsoft.com/office/drawing/2014/main" id="{21C2EB5E-3F34-4DC7-A627-F79C059B561E}"/>
              </a:ext>
            </a:extLst>
          </p:cNvPr>
          <p:cNvGrpSpPr>
            <a:grpSpLocks noChangeAspect="1"/>
          </p:cNvGrpSpPr>
          <p:nvPr/>
        </p:nvGrpSpPr>
        <p:grpSpPr>
          <a:xfrm>
            <a:off x="8108722" y="4774437"/>
            <a:ext cx="837598" cy="836654"/>
            <a:chOff x="8108722" y="4774437"/>
            <a:chExt cx="837598" cy="836654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325E30D-2794-2941-A58B-E054F0874369}"/>
                </a:ext>
              </a:extLst>
            </p:cNvPr>
            <p:cNvSpPr/>
            <p:nvPr/>
          </p:nvSpPr>
          <p:spPr>
            <a:xfrm>
              <a:off x="8258428" y="5195667"/>
              <a:ext cx="263287" cy="263287"/>
            </a:xfrm>
            <a:custGeom>
              <a:avLst/>
              <a:gdLst>
                <a:gd name="connsiteX0" fmla="*/ 131693 w 263287"/>
                <a:gd name="connsiteY0" fmla="*/ 263287 h 263287"/>
                <a:gd name="connsiteX1" fmla="*/ 0 w 263287"/>
                <a:gd name="connsiteY1" fmla="*/ 131693 h 263287"/>
                <a:gd name="connsiteX2" fmla="*/ 131594 w 263287"/>
                <a:gd name="connsiteY2" fmla="*/ 0 h 263287"/>
                <a:gd name="connsiteX3" fmla="*/ 263288 w 263287"/>
                <a:gd name="connsiteY3" fmla="*/ 131594 h 263287"/>
                <a:gd name="connsiteX4" fmla="*/ 263288 w 263287"/>
                <a:gd name="connsiteY4" fmla="*/ 131693 h 263287"/>
                <a:gd name="connsiteX5" fmla="*/ 131693 w 263287"/>
                <a:gd name="connsiteY5" fmla="*/ 263287 h 263287"/>
                <a:gd name="connsiteX6" fmla="*/ 131693 w 263287"/>
                <a:gd name="connsiteY6" fmla="*/ 79691 h 263287"/>
                <a:gd name="connsiteX7" fmla="*/ 79393 w 263287"/>
                <a:gd name="connsiteY7" fmla="*/ 131892 h 263287"/>
                <a:gd name="connsiteX8" fmla="*/ 131594 w 263287"/>
                <a:gd name="connsiteY8" fmla="*/ 184192 h 263287"/>
                <a:gd name="connsiteX9" fmla="*/ 183894 w 263287"/>
                <a:gd name="connsiteY9" fmla="*/ 131991 h 263287"/>
                <a:gd name="connsiteX10" fmla="*/ 183894 w 263287"/>
                <a:gd name="connsiteY10" fmla="*/ 131941 h 263287"/>
                <a:gd name="connsiteX11" fmla="*/ 131793 w 263287"/>
                <a:gd name="connsiteY11" fmla="*/ 79443 h 263287"/>
                <a:gd name="connsiteX12" fmla="*/ 131693 w 263287"/>
                <a:gd name="connsiteY12" fmla="*/ 79443 h 26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3287" h="263287">
                  <a:moveTo>
                    <a:pt x="131693" y="263287"/>
                  </a:moveTo>
                  <a:cubicBezTo>
                    <a:pt x="58989" y="263317"/>
                    <a:pt x="27" y="204398"/>
                    <a:pt x="0" y="131693"/>
                  </a:cubicBezTo>
                  <a:cubicBezTo>
                    <a:pt x="-27" y="58989"/>
                    <a:pt x="58889" y="27"/>
                    <a:pt x="131594" y="0"/>
                  </a:cubicBezTo>
                  <a:cubicBezTo>
                    <a:pt x="204299" y="-27"/>
                    <a:pt x="263260" y="58889"/>
                    <a:pt x="263288" y="131594"/>
                  </a:cubicBezTo>
                  <a:cubicBezTo>
                    <a:pt x="263288" y="131629"/>
                    <a:pt x="263288" y="131659"/>
                    <a:pt x="263288" y="131693"/>
                  </a:cubicBezTo>
                  <a:cubicBezTo>
                    <a:pt x="263179" y="204323"/>
                    <a:pt x="204326" y="263178"/>
                    <a:pt x="131693" y="263287"/>
                  </a:cubicBezTo>
                  <a:close/>
                  <a:moveTo>
                    <a:pt x="131693" y="79691"/>
                  </a:moveTo>
                  <a:cubicBezTo>
                    <a:pt x="102836" y="79661"/>
                    <a:pt x="79420" y="103032"/>
                    <a:pt x="79393" y="131892"/>
                  </a:cubicBezTo>
                  <a:cubicBezTo>
                    <a:pt x="79366" y="160751"/>
                    <a:pt x="102737" y="184162"/>
                    <a:pt x="131594" y="184192"/>
                  </a:cubicBezTo>
                  <a:cubicBezTo>
                    <a:pt x="160452" y="184222"/>
                    <a:pt x="183867" y="160850"/>
                    <a:pt x="183894" y="131991"/>
                  </a:cubicBezTo>
                  <a:cubicBezTo>
                    <a:pt x="183894" y="131976"/>
                    <a:pt x="183894" y="131956"/>
                    <a:pt x="183894" y="131941"/>
                  </a:cubicBezTo>
                  <a:cubicBezTo>
                    <a:pt x="184004" y="103057"/>
                    <a:pt x="160677" y="79552"/>
                    <a:pt x="131793" y="79443"/>
                  </a:cubicBezTo>
                  <a:cubicBezTo>
                    <a:pt x="131760" y="79443"/>
                    <a:pt x="131727" y="79443"/>
                    <a:pt x="131693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9F2038CC-863C-CC40-9771-CA7A1519C82F}"/>
                </a:ext>
              </a:extLst>
            </p:cNvPr>
            <p:cNvSpPr/>
            <p:nvPr/>
          </p:nvSpPr>
          <p:spPr>
            <a:xfrm>
              <a:off x="8108722" y="5396135"/>
              <a:ext cx="214957" cy="214956"/>
            </a:xfrm>
            <a:custGeom>
              <a:avLst/>
              <a:gdLst>
                <a:gd name="connsiteX0" fmla="*/ 107479 w 214957"/>
                <a:gd name="connsiteY0" fmla="*/ 214957 h 214956"/>
                <a:gd name="connsiteX1" fmla="*/ 0 w 214957"/>
                <a:gd name="connsiteY1" fmla="*/ 107478 h 214956"/>
                <a:gd name="connsiteX2" fmla="*/ 107479 w 214957"/>
                <a:gd name="connsiteY2" fmla="*/ 0 h 214956"/>
                <a:gd name="connsiteX3" fmla="*/ 214957 w 214957"/>
                <a:gd name="connsiteY3" fmla="*/ 107478 h 214956"/>
                <a:gd name="connsiteX4" fmla="*/ 107479 w 214957"/>
                <a:gd name="connsiteY4" fmla="*/ 214957 h 214956"/>
                <a:gd name="connsiteX5" fmla="*/ 107479 w 214957"/>
                <a:gd name="connsiteY5" fmla="*/ 79393 h 214956"/>
                <a:gd name="connsiteX6" fmla="*/ 79393 w 214957"/>
                <a:gd name="connsiteY6" fmla="*/ 107478 h 214956"/>
                <a:gd name="connsiteX7" fmla="*/ 107479 w 214957"/>
                <a:gd name="connsiteY7" fmla="*/ 135564 h 214956"/>
                <a:gd name="connsiteX8" fmla="*/ 135564 w 214957"/>
                <a:gd name="connsiteY8" fmla="*/ 107478 h 214956"/>
                <a:gd name="connsiteX9" fmla="*/ 107479 w 214957"/>
                <a:gd name="connsiteY9" fmla="*/ 79393 h 21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957" h="214956">
                  <a:moveTo>
                    <a:pt x="107479" y="214957"/>
                  </a:moveTo>
                  <a:cubicBezTo>
                    <a:pt x="48120" y="214957"/>
                    <a:pt x="0" y="166835"/>
                    <a:pt x="0" y="107478"/>
                  </a:cubicBezTo>
                  <a:cubicBezTo>
                    <a:pt x="0" y="48122"/>
                    <a:pt x="48120" y="0"/>
                    <a:pt x="107479" y="0"/>
                  </a:cubicBezTo>
                  <a:cubicBezTo>
                    <a:pt x="166837" y="0"/>
                    <a:pt x="214957" y="48122"/>
                    <a:pt x="214957" y="107478"/>
                  </a:cubicBezTo>
                  <a:cubicBezTo>
                    <a:pt x="214875" y="166805"/>
                    <a:pt x="166803" y="214873"/>
                    <a:pt x="107479" y="214957"/>
                  </a:cubicBezTo>
                  <a:close/>
                  <a:moveTo>
                    <a:pt x="107479" y="79393"/>
                  </a:moveTo>
                  <a:cubicBezTo>
                    <a:pt x="91968" y="79393"/>
                    <a:pt x="79393" y="91967"/>
                    <a:pt x="79393" y="107478"/>
                  </a:cubicBezTo>
                  <a:cubicBezTo>
                    <a:pt x="79393" y="122990"/>
                    <a:pt x="91968" y="135564"/>
                    <a:pt x="107479" y="135564"/>
                  </a:cubicBezTo>
                  <a:cubicBezTo>
                    <a:pt x="122989" y="135564"/>
                    <a:pt x="135564" y="122990"/>
                    <a:pt x="135564" y="107478"/>
                  </a:cubicBezTo>
                  <a:cubicBezTo>
                    <a:pt x="135537" y="91977"/>
                    <a:pt x="122978" y="79423"/>
                    <a:pt x="10747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180B14A-B2BE-3F42-9DE6-C55FAA6FF491}"/>
                </a:ext>
              </a:extLst>
            </p:cNvPr>
            <p:cNvSpPr/>
            <p:nvPr/>
          </p:nvSpPr>
          <p:spPr>
            <a:xfrm>
              <a:off x="8407240" y="4774437"/>
              <a:ext cx="539079" cy="539079"/>
            </a:xfrm>
            <a:custGeom>
              <a:avLst/>
              <a:gdLst>
                <a:gd name="connsiteX0" fmla="*/ 269590 w 539079"/>
                <a:gd name="connsiteY0" fmla="*/ 539079 h 539079"/>
                <a:gd name="connsiteX1" fmla="*/ 0 w 539079"/>
                <a:gd name="connsiteY1" fmla="*/ 269589 h 539079"/>
                <a:gd name="connsiteX2" fmla="*/ 269490 w 539079"/>
                <a:gd name="connsiteY2" fmla="*/ 0 h 539079"/>
                <a:gd name="connsiteX3" fmla="*/ 539080 w 539079"/>
                <a:gd name="connsiteY3" fmla="*/ 269490 h 539079"/>
                <a:gd name="connsiteX4" fmla="*/ 539080 w 539079"/>
                <a:gd name="connsiteY4" fmla="*/ 269589 h 539079"/>
                <a:gd name="connsiteX5" fmla="*/ 269590 w 539079"/>
                <a:gd name="connsiteY5" fmla="*/ 539079 h 539079"/>
                <a:gd name="connsiteX6" fmla="*/ 269590 w 539079"/>
                <a:gd name="connsiteY6" fmla="*/ 79443 h 539079"/>
                <a:gd name="connsiteX7" fmla="*/ 79393 w 539079"/>
                <a:gd name="connsiteY7" fmla="*/ 269540 h 539079"/>
                <a:gd name="connsiteX8" fmla="*/ 269490 w 539079"/>
                <a:gd name="connsiteY8" fmla="*/ 459736 h 539079"/>
                <a:gd name="connsiteX9" fmla="*/ 459687 w 539079"/>
                <a:gd name="connsiteY9" fmla="*/ 269639 h 539079"/>
                <a:gd name="connsiteX10" fmla="*/ 459687 w 539079"/>
                <a:gd name="connsiteY10" fmla="*/ 269589 h 539079"/>
                <a:gd name="connsiteX11" fmla="*/ 269590 w 539079"/>
                <a:gd name="connsiteY11" fmla="*/ 79443 h 53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9079" h="539079">
                  <a:moveTo>
                    <a:pt x="269590" y="539079"/>
                  </a:moveTo>
                  <a:cubicBezTo>
                    <a:pt x="120727" y="539109"/>
                    <a:pt x="27" y="418452"/>
                    <a:pt x="0" y="269589"/>
                  </a:cubicBezTo>
                  <a:cubicBezTo>
                    <a:pt x="-27" y="120727"/>
                    <a:pt x="120628" y="27"/>
                    <a:pt x="269490" y="0"/>
                  </a:cubicBezTo>
                  <a:cubicBezTo>
                    <a:pt x="418353" y="-27"/>
                    <a:pt x="539050" y="120627"/>
                    <a:pt x="539080" y="269490"/>
                  </a:cubicBezTo>
                  <a:cubicBezTo>
                    <a:pt x="539080" y="269523"/>
                    <a:pt x="539080" y="269556"/>
                    <a:pt x="539080" y="269589"/>
                  </a:cubicBezTo>
                  <a:cubicBezTo>
                    <a:pt x="538916" y="418356"/>
                    <a:pt x="418357" y="538915"/>
                    <a:pt x="269590" y="539079"/>
                  </a:cubicBezTo>
                  <a:close/>
                  <a:moveTo>
                    <a:pt x="269590" y="79443"/>
                  </a:moveTo>
                  <a:cubicBezTo>
                    <a:pt x="164574" y="79415"/>
                    <a:pt x="79421" y="164524"/>
                    <a:pt x="79393" y="269540"/>
                  </a:cubicBezTo>
                  <a:cubicBezTo>
                    <a:pt x="79366" y="374554"/>
                    <a:pt x="164475" y="459708"/>
                    <a:pt x="269490" y="459736"/>
                  </a:cubicBezTo>
                  <a:cubicBezTo>
                    <a:pt x="374508" y="459763"/>
                    <a:pt x="459657" y="374654"/>
                    <a:pt x="459687" y="269639"/>
                  </a:cubicBezTo>
                  <a:cubicBezTo>
                    <a:pt x="459687" y="269622"/>
                    <a:pt x="459687" y="269606"/>
                    <a:pt x="459687" y="269589"/>
                  </a:cubicBezTo>
                  <a:cubicBezTo>
                    <a:pt x="459602" y="164628"/>
                    <a:pt x="374552" y="79552"/>
                    <a:pt x="269590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5" name="Picture Placeholder 87">
            <a:extLst>
              <a:ext uri="{FF2B5EF4-FFF2-40B4-BE49-F238E27FC236}">
                <a16:creationId xmlns:a16="http://schemas.microsoft.com/office/drawing/2014/main" id="{CFD498F5-309A-4682-BED9-0AEAEC29B959}"/>
              </a:ext>
            </a:extLst>
          </p:cNvPr>
          <p:cNvGrpSpPr>
            <a:grpSpLocks noChangeAspect="1"/>
          </p:cNvGrpSpPr>
          <p:nvPr/>
        </p:nvGrpSpPr>
        <p:grpSpPr>
          <a:xfrm>
            <a:off x="9454414" y="4775182"/>
            <a:ext cx="779394" cy="836915"/>
            <a:chOff x="9454414" y="4775182"/>
            <a:chExt cx="779394" cy="836915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FB9AE2E8-01BF-4644-B661-CEDFF88926BF}"/>
                </a:ext>
              </a:extLst>
            </p:cNvPr>
            <p:cNvSpPr/>
            <p:nvPr/>
          </p:nvSpPr>
          <p:spPr>
            <a:xfrm rot="-3535201">
              <a:off x="9819426" y="5129794"/>
              <a:ext cx="79393" cy="384510"/>
            </a:xfrm>
            <a:custGeom>
              <a:avLst/>
              <a:gdLst>
                <a:gd name="connsiteX0" fmla="*/ 0 w 79393"/>
                <a:gd name="connsiteY0" fmla="*/ 0 h 384510"/>
                <a:gd name="connsiteX1" fmla="*/ 79393 w 79393"/>
                <a:gd name="connsiteY1" fmla="*/ 0 h 384510"/>
                <a:gd name="connsiteX2" fmla="*/ 79393 w 79393"/>
                <a:gd name="connsiteY2" fmla="*/ 384511 h 384510"/>
                <a:gd name="connsiteX3" fmla="*/ 0 w 79393"/>
                <a:gd name="connsiteY3" fmla="*/ 384511 h 384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393" h="384510">
                  <a:moveTo>
                    <a:pt x="0" y="0"/>
                  </a:moveTo>
                  <a:lnTo>
                    <a:pt x="79393" y="0"/>
                  </a:lnTo>
                  <a:lnTo>
                    <a:pt x="79393" y="384511"/>
                  </a:lnTo>
                  <a:lnTo>
                    <a:pt x="0" y="38451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BD0DFCE-5A55-A34F-B5F8-23A53648C659}"/>
                </a:ext>
              </a:extLst>
            </p:cNvPr>
            <p:cNvSpPr/>
            <p:nvPr/>
          </p:nvSpPr>
          <p:spPr>
            <a:xfrm rot="-1772399">
              <a:off x="9632330" y="5020965"/>
              <a:ext cx="414879" cy="79393"/>
            </a:xfrm>
            <a:custGeom>
              <a:avLst/>
              <a:gdLst>
                <a:gd name="connsiteX0" fmla="*/ 0 w 414879"/>
                <a:gd name="connsiteY0" fmla="*/ 0 h 79393"/>
                <a:gd name="connsiteX1" fmla="*/ 414879 w 414879"/>
                <a:gd name="connsiteY1" fmla="*/ 0 h 79393"/>
                <a:gd name="connsiteX2" fmla="*/ 414879 w 414879"/>
                <a:gd name="connsiteY2" fmla="*/ 79393 h 79393"/>
                <a:gd name="connsiteX3" fmla="*/ 0 w 414879"/>
                <a:gd name="connsiteY3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4879" h="79393">
                  <a:moveTo>
                    <a:pt x="0" y="0"/>
                  </a:moveTo>
                  <a:lnTo>
                    <a:pt x="414879" y="0"/>
                  </a:lnTo>
                  <a:lnTo>
                    <a:pt x="414879" y="79393"/>
                  </a:lnTo>
                  <a:lnTo>
                    <a:pt x="0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9CE5E34-5A34-A44C-9839-BEEA52A2957B}"/>
                </a:ext>
              </a:extLst>
            </p:cNvPr>
            <p:cNvSpPr/>
            <p:nvPr/>
          </p:nvSpPr>
          <p:spPr>
            <a:xfrm>
              <a:off x="9968234" y="4775182"/>
              <a:ext cx="265573" cy="267455"/>
            </a:xfrm>
            <a:custGeom>
              <a:avLst/>
              <a:gdLst>
                <a:gd name="connsiteX0" fmla="*/ 132787 w 265573"/>
                <a:gd name="connsiteY0" fmla="*/ 267456 h 267455"/>
                <a:gd name="connsiteX1" fmla="*/ 2 w 265573"/>
                <a:gd name="connsiteY1" fmla="*/ 132785 h 267455"/>
                <a:gd name="connsiteX2" fmla="*/ 132787 w 265573"/>
                <a:gd name="connsiteY2" fmla="*/ 0 h 267455"/>
                <a:gd name="connsiteX3" fmla="*/ 265572 w 265573"/>
                <a:gd name="connsiteY3" fmla="*/ 132785 h 267455"/>
                <a:gd name="connsiteX4" fmla="*/ 132787 w 265573"/>
                <a:gd name="connsiteY4" fmla="*/ 267456 h 267455"/>
                <a:gd name="connsiteX5" fmla="*/ 132787 w 265573"/>
                <a:gd name="connsiteY5" fmla="*/ 77557 h 267455"/>
                <a:gd name="connsiteX6" fmla="*/ 79395 w 265573"/>
                <a:gd name="connsiteY6" fmla="*/ 132785 h 267455"/>
                <a:gd name="connsiteX7" fmla="*/ 130485 w 265573"/>
                <a:gd name="connsiteY7" fmla="*/ 188479 h 267455"/>
                <a:gd name="connsiteX8" fmla="*/ 186179 w 265573"/>
                <a:gd name="connsiteY8" fmla="*/ 137390 h 267455"/>
                <a:gd name="connsiteX9" fmla="*/ 186179 w 265573"/>
                <a:gd name="connsiteY9" fmla="*/ 132785 h 267455"/>
                <a:gd name="connsiteX10" fmla="*/ 132787 w 265573"/>
                <a:gd name="connsiteY10" fmla="*/ 77706 h 2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573" h="267455">
                  <a:moveTo>
                    <a:pt x="132787" y="267456"/>
                  </a:moveTo>
                  <a:cubicBezTo>
                    <a:pt x="58986" y="266801"/>
                    <a:pt x="-385" y="206586"/>
                    <a:pt x="2" y="132785"/>
                  </a:cubicBezTo>
                  <a:cubicBezTo>
                    <a:pt x="2" y="59450"/>
                    <a:pt x="59452" y="0"/>
                    <a:pt x="132787" y="0"/>
                  </a:cubicBezTo>
                  <a:cubicBezTo>
                    <a:pt x="206122" y="0"/>
                    <a:pt x="265572" y="59450"/>
                    <a:pt x="265572" y="132785"/>
                  </a:cubicBezTo>
                  <a:cubicBezTo>
                    <a:pt x="265959" y="206586"/>
                    <a:pt x="206588" y="266801"/>
                    <a:pt x="132787" y="267456"/>
                  </a:cubicBezTo>
                  <a:close/>
                  <a:moveTo>
                    <a:pt x="132787" y="77557"/>
                  </a:moveTo>
                  <a:cubicBezTo>
                    <a:pt x="102856" y="78208"/>
                    <a:pt x="79033" y="102848"/>
                    <a:pt x="79395" y="132785"/>
                  </a:cubicBezTo>
                  <a:cubicBezTo>
                    <a:pt x="78125" y="162273"/>
                    <a:pt x="100995" y="187207"/>
                    <a:pt x="130485" y="188479"/>
                  </a:cubicBezTo>
                  <a:cubicBezTo>
                    <a:pt x="159974" y="189751"/>
                    <a:pt x="184909" y="166877"/>
                    <a:pt x="186179" y="137390"/>
                  </a:cubicBezTo>
                  <a:cubicBezTo>
                    <a:pt x="186243" y="135855"/>
                    <a:pt x="186243" y="134319"/>
                    <a:pt x="186179" y="132785"/>
                  </a:cubicBezTo>
                  <a:cubicBezTo>
                    <a:pt x="186457" y="102906"/>
                    <a:pt x="162659" y="78357"/>
                    <a:pt x="132787" y="7770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2D67916D-8188-C444-B350-07960A773CFB}"/>
                </a:ext>
              </a:extLst>
            </p:cNvPr>
            <p:cNvSpPr/>
            <p:nvPr/>
          </p:nvSpPr>
          <p:spPr>
            <a:xfrm>
              <a:off x="9964467" y="5342755"/>
              <a:ext cx="269341" cy="269343"/>
            </a:xfrm>
            <a:custGeom>
              <a:avLst/>
              <a:gdLst>
                <a:gd name="connsiteX0" fmla="*/ 136555 w 269341"/>
                <a:gd name="connsiteY0" fmla="*/ 269330 h 269343"/>
                <a:gd name="connsiteX1" fmla="*/ 13 w 269341"/>
                <a:gd name="connsiteY1" fmla="*/ 136560 h 269343"/>
                <a:gd name="connsiteX2" fmla="*/ 132784 w 269341"/>
                <a:gd name="connsiteY2" fmla="*/ 13 h 269343"/>
                <a:gd name="connsiteX3" fmla="*/ 269325 w 269341"/>
                <a:gd name="connsiteY3" fmla="*/ 132789 h 269343"/>
                <a:gd name="connsiteX4" fmla="*/ 269340 w 269341"/>
                <a:gd name="connsiteY4" fmla="*/ 134709 h 269343"/>
                <a:gd name="connsiteX5" fmla="*/ 136555 w 269341"/>
                <a:gd name="connsiteY5" fmla="*/ 269330 h 269343"/>
                <a:gd name="connsiteX6" fmla="*/ 136555 w 269341"/>
                <a:gd name="connsiteY6" fmla="*/ 79431 h 269343"/>
                <a:gd name="connsiteX7" fmla="*/ 79422 w 269341"/>
                <a:gd name="connsiteY7" fmla="*/ 132793 h 269343"/>
                <a:gd name="connsiteX8" fmla="*/ 132784 w 269341"/>
                <a:gd name="connsiteY8" fmla="*/ 189922 h 269343"/>
                <a:gd name="connsiteX9" fmla="*/ 189917 w 269341"/>
                <a:gd name="connsiteY9" fmla="*/ 136565 h 269343"/>
                <a:gd name="connsiteX10" fmla="*/ 189947 w 269341"/>
                <a:gd name="connsiteY10" fmla="*/ 134709 h 269343"/>
                <a:gd name="connsiteX11" fmla="*/ 136555 w 269341"/>
                <a:gd name="connsiteY11" fmla="*/ 79580 h 26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341" h="269343">
                  <a:moveTo>
                    <a:pt x="136555" y="269330"/>
                  </a:moveTo>
                  <a:cubicBezTo>
                    <a:pt x="62183" y="270372"/>
                    <a:pt x="1056" y="210926"/>
                    <a:pt x="13" y="136560"/>
                  </a:cubicBezTo>
                  <a:cubicBezTo>
                    <a:pt x="-1029" y="62188"/>
                    <a:pt x="58412" y="1056"/>
                    <a:pt x="132784" y="13"/>
                  </a:cubicBezTo>
                  <a:cubicBezTo>
                    <a:pt x="207155" y="-1029"/>
                    <a:pt x="268283" y="58417"/>
                    <a:pt x="269325" y="132789"/>
                  </a:cubicBezTo>
                  <a:cubicBezTo>
                    <a:pt x="269335" y="133429"/>
                    <a:pt x="269340" y="134069"/>
                    <a:pt x="269340" y="134709"/>
                  </a:cubicBezTo>
                  <a:cubicBezTo>
                    <a:pt x="269697" y="208490"/>
                    <a:pt x="210336" y="268675"/>
                    <a:pt x="136555" y="269330"/>
                  </a:cubicBezTo>
                  <a:close/>
                  <a:moveTo>
                    <a:pt x="136555" y="79431"/>
                  </a:moveTo>
                  <a:cubicBezTo>
                    <a:pt x="106043" y="78389"/>
                    <a:pt x="80464" y="102282"/>
                    <a:pt x="79422" y="132793"/>
                  </a:cubicBezTo>
                  <a:cubicBezTo>
                    <a:pt x="78384" y="163300"/>
                    <a:pt x="102272" y="188880"/>
                    <a:pt x="132784" y="189922"/>
                  </a:cubicBezTo>
                  <a:cubicBezTo>
                    <a:pt x="163296" y="190964"/>
                    <a:pt x="188875" y="167071"/>
                    <a:pt x="189917" y="136565"/>
                  </a:cubicBezTo>
                  <a:cubicBezTo>
                    <a:pt x="189937" y="135944"/>
                    <a:pt x="189947" y="135329"/>
                    <a:pt x="189947" y="134709"/>
                  </a:cubicBezTo>
                  <a:cubicBezTo>
                    <a:pt x="190254" y="104812"/>
                    <a:pt x="166446" y="80230"/>
                    <a:pt x="136555" y="7958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3BD21B4-EAAE-DA44-8F09-10EBF2ADAC42}"/>
                </a:ext>
              </a:extLst>
            </p:cNvPr>
            <p:cNvSpPr/>
            <p:nvPr/>
          </p:nvSpPr>
          <p:spPr>
            <a:xfrm>
              <a:off x="9454414" y="5058169"/>
              <a:ext cx="269242" cy="269241"/>
            </a:xfrm>
            <a:custGeom>
              <a:avLst/>
              <a:gdLst>
                <a:gd name="connsiteX0" fmla="*/ 134621 w 269242"/>
                <a:gd name="connsiteY0" fmla="*/ 269242 h 269241"/>
                <a:gd name="connsiteX1" fmla="*/ 0 w 269242"/>
                <a:gd name="connsiteY1" fmla="*/ 134621 h 269241"/>
                <a:gd name="connsiteX2" fmla="*/ 134621 w 269242"/>
                <a:gd name="connsiteY2" fmla="*/ 0 h 269241"/>
                <a:gd name="connsiteX3" fmla="*/ 269242 w 269242"/>
                <a:gd name="connsiteY3" fmla="*/ 134621 h 269241"/>
                <a:gd name="connsiteX4" fmla="*/ 134621 w 269242"/>
                <a:gd name="connsiteY4" fmla="*/ 269242 h 269241"/>
                <a:gd name="connsiteX5" fmla="*/ 134621 w 269242"/>
                <a:gd name="connsiteY5" fmla="*/ 79393 h 269241"/>
                <a:gd name="connsiteX6" fmla="*/ 81735 w 269242"/>
                <a:gd name="connsiteY6" fmla="*/ 136963 h 269241"/>
                <a:gd name="connsiteX7" fmla="*/ 134621 w 269242"/>
                <a:gd name="connsiteY7" fmla="*/ 189849 h 269241"/>
                <a:gd name="connsiteX8" fmla="*/ 187507 w 269242"/>
                <a:gd name="connsiteY8" fmla="*/ 132279 h 269241"/>
                <a:gd name="connsiteX9" fmla="*/ 134621 w 269242"/>
                <a:gd name="connsiteY9" fmla="*/ 79393 h 26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242" h="269241">
                  <a:moveTo>
                    <a:pt x="134621" y="269242"/>
                  </a:moveTo>
                  <a:cubicBezTo>
                    <a:pt x="60272" y="269242"/>
                    <a:pt x="0" y="208968"/>
                    <a:pt x="0" y="134621"/>
                  </a:cubicBezTo>
                  <a:cubicBezTo>
                    <a:pt x="0" y="60272"/>
                    <a:pt x="60272" y="0"/>
                    <a:pt x="134621" y="0"/>
                  </a:cubicBezTo>
                  <a:cubicBezTo>
                    <a:pt x="208970" y="0"/>
                    <a:pt x="269242" y="60272"/>
                    <a:pt x="269242" y="134621"/>
                  </a:cubicBezTo>
                  <a:cubicBezTo>
                    <a:pt x="269242" y="208968"/>
                    <a:pt x="208970" y="269242"/>
                    <a:pt x="134621" y="269242"/>
                  </a:cubicBezTo>
                  <a:close/>
                  <a:moveTo>
                    <a:pt x="134621" y="79393"/>
                  </a:moveTo>
                  <a:cubicBezTo>
                    <a:pt x="104120" y="80686"/>
                    <a:pt x="80442" y="106461"/>
                    <a:pt x="81735" y="136963"/>
                  </a:cubicBezTo>
                  <a:cubicBezTo>
                    <a:pt x="82952" y="165652"/>
                    <a:pt x="105932" y="188633"/>
                    <a:pt x="134621" y="189849"/>
                  </a:cubicBezTo>
                  <a:cubicBezTo>
                    <a:pt x="165122" y="188556"/>
                    <a:pt x="188800" y="162781"/>
                    <a:pt x="187507" y="132279"/>
                  </a:cubicBezTo>
                  <a:cubicBezTo>
                    <a:pt x="186291" y="103590"/>
                    <a:pt x="163310" y="80610"/>
                    <a:pt x="13462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33">
            <a:extLst>
              <a:ext uri="{FF2B5EF4-FFF2-40B4-BE49-F238E27FC236}">
                <a16:creationId xmlns:a16="http://schemas.microsoft.com/office/drawing/2014/main" id="{341370E8-1845-4639-947C-EF56FACE11A6}"/>
              </a:ext>
            </a:extLst>
          </p:cNvPr>
          <p:cNvGrpSpPr>
            <a:grpSpLocks noChangeAspect="1"/>
          </p:cNvGrpSpPr>
          <p:nvPr/>
        </p:nvGrpSpPr>
        <p:grpSpPr>
          <a:xfrm>
            <a:off x="1497508" y="1424831"/>
            <a:ext cx="824051" cy="824050"/>
            <a:chOff x="1497508" y="1424831"/>
            <a:chExt cx="824051" cy="824050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23DE48A-4832-2144-B227-D4CEF70EB9A7}"/>
                </a:ext>
              </a:extLst>
            </p:cNvPr>
            <p:cNvSpPr/>
            <p:nvPr/>
          </p:nvSpPr>
          <p:spPr>
            <a:xfrm>
              <a:off x="1588761" y="1622024"/>
              <a:ext cx="362975" cy="444502"/>
            </a:xfrm>
            <a:custGeom>
              <a:avLst/>
              <a:gdLst>
                <a:gd name="connsiteX0" fmla="*/ 39697 w 362975"/>
                <a:gd name="connsiteY0" fmla="*/ 444502 h 444502"/>
                <a:gd name="connsiteX1" fmla="*/ 0 w 362975"/>
                <a:gd name="connsiteY1" fmla="*/ 404806 h 444502"/>
                <a:gd name="connsiteX2" fmla="*/ 0 w 362975"/>
                <a:gd name="connsiteY2" fmla="*/ 212377 h 444502"/>
                <a:gd name="connsiteX3" fmla="*/ 39697 w 362975"/>
                <a:gd name="connsiteY3" fmla="*/ 172680 h 444502"/>
                <a:gd name="connsiteX4" fmla="*/ 283583 w 362975"/>
                <a:gd name="connsiteY4" fmla="*/ 172680 h 444502"/>
                <a:gd name="connsiteX5" fmla="*/ 283583 w 362975"/>
                <a:gd name="connsiteY5" fmla="*/ 39697 h 444502"/>
                <a:gd name="connsiteX6" fmla="*/ 323279 w 362975"/>
                <a:gd name="connsiteY6" fmla="*/ 0 h 444502"/>
                <a:gd name="connsiteX7" fmla="*/ 362976 w 362975"/>
                <a:gd name="connsiteY7" fmla="*/ 39697 h 444502"/>
                <a:gd name="connsiteX8" fmla="*/ 362976 w 362975"/>
                <a:gd name="connsiteY8" fmla="*/ 212377 h 444502"/>
                <a:gd name="connsiteX9" fmla="*/ 323279 w 362975"/>
                <a:gd name="connsiteY9" fmla="*/ 252073 h 444502"/>
                <a:gd name="connsiteX10" fmla="*/ 79393 w 362975"/>
                <a:gd name="connsiteY10" fmla="*/ 252073 h 444502"/>
                <a:gd name="connsiteX11" fmla="*/ 79393 w 362975"/>
                <a:gd name="connsiteY11" fmla="*/ 404855 h 444502"/>
                <a:gd name="connsiteX12" fmla="*/ 39697 w 362975"/>
                <a:gd name="connsiteY12" fmla="*/ 444502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975" h="444502">
                  <a:moveTo>
                    <a:pt x="39697" y="444502"/>
                  </a:moveTo>
                  <a:cubicBezTo>
                    <a:pt x="17773" y="444502"/>
                    <a:pt x="0" y="426728"/>
                    <a:pt x="0" y="404806"/>
                  </a:cubicBezTo>
                  <a:lnTo>
                    <a:pt x="0" y="212377"/>
                  </a:lnTo>
                  <a:cubicBezTo>
                    <a:pt x="0" y="190453"/>
                    <a:pt x="17773" y="172680"/>
                    <a:pt x="39697" y="172680"/>
                  </a:cubicBezTo>
                  <a:lnTo>
                    <a:pt x="283583" y="172680"/>
                  </a:lnTo>
                  <a:lnTo>
                    <a:pt x="283583" y="39697"/>
                  </a:lnTo>
                  <a:cubicBezTo>
                    <a:pt x="283583" y="17773"/>
                    <a:pt x="301355" y="0"/>
                    <a:pt x="323279" y="0"/>
                  </a:cubicBezTo>
                  <a:cubicBezTo>
                    <a:pt x="345203" y="0"/>
                    <a:pt x="362976" y="17773"/>
                    <a:pt x="362976" y="39697"/>
                  </a:cubicBezTo>
                  <a:lnTo>
                    <a:pt x="362976" y="212377"/>
                  </a:lnTo>
                  <a:cubicBezTo>
                    <a:pt x="362976" y="234300"/>
                    <a:pt x="345203" y="252073"/>
                    <a:pt x="323279" y="252073"/>
                  </a:cubicBezTo>
                  <a:lnTo>
                    <a:pt x="79393" y="252073"/>
                  </a:lnTo>
                  <a:lnTo>
                    <a:pt x="79393" y="404855"/>
                  </a:lnTo>
                  <a:cubicBezTo>
                    <a:pt x="79366" y="426758"/>
                    <a:pt x="61601" y="444502"/>
                    <a:pt x="39697" y="4445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DE834FD-DFBF-624D-A6D7-A6358518A001}"/>
                </a:ext>
              </a:extLst>
            </p:cNvPr>
            <p:cNvSpPr/>
            <p:nvPr/>
          </p:nvSpPr>
          <p:spPr>
            <a:xfrm>
              <a:off x="1872343" y="1622024"/>
              <a:ext cx="357964" cy="444502"/>
            </a:xfrm>
            <a:custGeom>
              <a:avLst/>
              <a:gdLst>
                <a:gd name="connsiteX0" fmla="*/ 318317 w 357964"/>
                <a:gd name="connsiteY0" fmla="*/ 444502 h 444502"/>
                <a:gd name="connsiteX1" fmla="*/ 278620 w 357964"/>
                <a:gd name="connsiteY1" fmla="*/ 404806 h 444502"/>
                <a:gd name="connsiteX2" fmla="*/ 278620 w 357964"/>
                <a:gd name="connsiteY2" fmla="*/ 252073 h 444502"/>
                <a:gd name="connsiteX3" fmla="*/ 39697 w 357964"/>
                <a:gd name="connsiteY3" fmla="*/ 252073 h 444502"/>
                <a:gd name="connsiteX4" fmla="*/ 0 w 357964"/>
                <a:gd name="connsiteY4" fmla="*/ 212377 h 444502"/>
                <a:gd name="connsiteX5" fmla="*/ 0 w 357964"/>
                <a:gd name="connsiteY5" fmla="*/ 39697 h 444502"/>
                <a:gd name="connsiteX6" fmla="*/ 39697 w 357964"/>
                <a:gd name="connsiteY6" fmla="*/ 0 h 444502"/>
                <a:gd name="connsiteX7" fmla="*/ 79393 w 357964"/>
                <a:gd name="connsiteY7" fmla="*/ 39697 h 444502"/>
                <a:gd name="connsiteX8" fmla="*/ 79393 w 357964"/>
                <a:gd name="connsiteY8" fmla="*/ 172680 h 444502"/>
                <a:gd name="connsiteX9" fmla="*/ 318267 w 357964"/>
                <a:gd name="connsiteY9" fmla="*/ 172680 h 444502"/>
                <a:gd name="connsiteX10" fmla="*/ 357964 w 357964"/>
                <a:gd name="connsiteY10" fmla="*/ 212377 h 444502"/>
                <a:gd name="connsiteX11" fmla="*/ 357964 w 357964"/>
                <a:gd name="connsiteY11" fmla="*/ 404855 h 444502"/>
                <a:gd name="connsiteX12" fmla="*/ 318317 w 357964"/>
                <a:gd name="connsiteY12" fmla="*/ 444502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7964" h="444502">
                  <a:moveTo>
                    <a:pt x="318317" y="444502"/>
                  </a:moveTo>
                  <a:cubicBezTo>
                    <a:pt x="296395" y="444502"/>
                    <a:pt x="278620" y="426728"/>
                    <a:pt x="278620" y="404806"/>
                  </a:cubicBezTo>
                  <a:lnTo>
                    <a:pt x="278620" y="252073"/>
                  </a:lnTo>
                  <a:lnTo>
                    <a:pt x="39697" y="252073"/>
                  </a:lnTo>
                  <a:cubicBezTo>
                    <a:pt x="17773" y="252073"/>
                    <a:pt x="0" y="234300"/>
                    <a:pt x="0" y="21237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2680"/>
                  </a:lnTo>
                  <a:lnTo>
                    <a:pt x="318267" y="172680"/>
                  </a:lnTo>
                  <a:cubicBezTo>
                    <a:pt x="340190" y="172680"/>
                    <a:pt x="357964" y="190453"/>
                    <a:pt x="357964" y="212377"/>
                  </a:cubicBezTo>
                  <a:lnTo>
                    <a:pt x="357964" y="404855"/>
                  </a:lnTo>
                  <a:cubicBezTo>
                    <a:pt x="357934" y="426738"/>
                    <a:pt x="340200" y="444472"/>
                    <a:pt x="318317" y="4445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3FA229A-E259-6C42-B280-48069E013659}"/>
                </a:ext>
              </a:extLst>
            </p:cNvPr>
            <p:cNvSpPr/>
            <p:nvPr/>
          </p:nvSpPr>
          <p:spPr>
            <a:xfrm>
              <a:off x="1872343" y="1794704"/>
              <a:ext cx="80087" cy="271871"/>
            </a:xfrm>
            <a:custGeom>
              <a:avLst/>
              <a:gdLst>
                <a:gd name="connsiteX0" fmla="*/ 40441 w 80087"/>
                <a:gd name="connsiteY0" fmla="*/ 271822 h 271871"/>
                <a:gd name="connsiteX1" fmla="*/ 744 w 80087"/>
                <a:gd name="connsiteY1" fmla="*/ 232126 h 271871"/>
                <a:gd name="connsiteX2" fmla="*/ 0 w 80087"/>
                <a:gd name="connsiteY2" fmla="*/ 39697 h 271871"/>
                <a:gd name="connsiteX3" fmla="*/ 39697 w 80087"/>
                <a:gd name="connsiteY3" fmla="*/ 0 h 271871"/>
                <a:gd name="connsiteX4" fmla="*/ 39697 w 80087"/>
                <a:gd name="connsiteY4" fmla="*/ 0 h 271871"/>
                <a:gd name="connsiteX5" fmla="*/ 79393 w 80087"/>
                <a:gd name="connsiteY5" fmla="*/ 39697 h 271871"/>
                <a:gd name="connsiteX6" fmla="*/ 80088 w 80087"/>
                <a:gd name="connsiteY6" fmla="*/ 232175 h 271871"/>
                <a:gd name="connsiteX7" fmla="*/ 40391 w 80087"/>
                <a:gd name="connsiteY7" fmla="*/ 271872 h 27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087" h="271871">
                  <a:moveTo>
                    <a:pt x="40441" y="271822"/>
                  </a:moveTo>
                  <a:cubicBezTo>
                    <a:pt x="18517" y="271822"/>
                    <a:pt x="744" y="254048"/>
                    <a:pt x="744" y="2321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088" y="232175"/>
                  </a:lnTo>
                  <a:cubicBezTo>
                    <a:pt x="80088" y="254098"/>
                    <a:pt x="62315" y="271872"/>
                    <a:pt x="40391" y="2718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A0F544C2-9BA6-4848-A806-605325D636D1}"/>
                </a:ext>
              </a:extLst>
            </p:cNvPr>
            <p:cNvSpPr/>
            <p:nvPr/>
          </p:nvSpPr>
          <p:spPr>
            <a:xfrm>
              <a:off x="2059761" y="1987083"/>
              <a:ext cx="261799" cy="261798"/>
            </a:xfrm>
            <a:custGeom>
              <a:avLst/>
              <a:gdLst>
                <a:gd name="connsiteX0" fmla="*/ 130900 w 261799"/>
                <a:gd name="connsiteY0" fmla="*/ 261799 h 261798"/>
                <a:gd name="connsiteX1" fmla="*/ 0 w 261799"/>
                <a:gd name="connsiteY1" fmla="*/ 130899 h 261798"/>
                <a:gd name="connsiteX2" fmla="*/ 130900 w 261799"/>
                <a:gd name="connsiteY2" fmla="*/ 0 h 261798"/>
                <a:gd name="connsiteX3" fmla="*/ 261799 w 261799"/>
                <a:gd name="connsiteY3" fmla="*/ 130899 h 261798"/>
                <a:gd name="connsiteX4" fmla="*/ 130900 w 261799"/>
                <a:gd name="connsiteY4" fmla="*/ 261799 h 261798"/>
                <a:gd name="connsiteX5" fmla="*/ 130900 w 261799"/>
                <a:gd name="connsiteY5" fmla="*/ 79443 h 261798"/>
                <a:gd name="connsiteX6" fmla="*/ 79393 w 261799"/>
                <a:gd name="connsiteY6" fmla="*/ 130949 h 261798"/>
                <a:gd name="connsiteX7" fmla="*/ 130900 w 261799"/>
                <a:gd name="connsiteY7" fmla="*/ 182455 h 261798"/>
                <a:gd name="connsiteX8" fmla="*/ 182406 w 261799"/>
                <a:gd name="connsiteY8" fmla="*/ 130949 h 261798"/>
                <a:gd name="connsiteX9" fmla="*/ 182406 w 261799"/>
                <a:gd name="connsiteY9" fmla="*/ 130899 h 261798"/>
                <a:gd name="connsiteX10" fmla="*/ 130900 w 261799"/>
                <a:gd name="connsiteY10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799" h="261798">
                  <a:moveTo>
                    <a:pt x="130900" y="261799"/>
                  </a:moveTo>
                  <a:cubicBezTo>
                    <a:pt x="58607" y="261799"/>
                    <a:pt x="0" y="203192"/>
                    <a:pt x="0" y="130899"/>
                  </a:cubicBezTo>
                  <a:cubicBezTo>
                    <a:pt x="0" y="58607"/>
                    <a:pt x="58607" y="0"/>
                    <a:pt x="130900" y="0"/>
                  </a:cubicBezTo>
                  <a:cubicBezTo>
                    <a:pt x="203192" y="0"/>
                    <a:pt x="261799" y="58607"/>
                    <a:pt x="261799" y="130899"/>
                  </a:cubicBezTo>
                  <a:cubicBezTo>
                    <a:pt x="261744" y="203172"/>
                    <a:pt x="203172" y="261744"/>
                    <a:pt x="130900" y="261799"/>
                  </a:cubicBezTo>
                  <a:close/>
                  <a:moveTo>
                    <a:pt x="130900" y="79443"/>
                  </a:moveTo>
                  <a:cubicBezTo>
                    <a:pt x="102452" y="79443"/>
                    <a:pt x="79393" y="102501"/>
                    <a:pt x="79393" y="130949"/>
                  </a:cubicBezTo>
                  <a:cubicBezTo>
                    <a:pt x="79393" y="159397"/>
                    <a:pt x="102452" y="182455"/>
                    <a:pt x="130900" y="182455"/>
                  </a:cubicBezTo>
                  <a:cubicBezTo>
                    <a:pt x="159347" y="182455"/>
                    <a:pt x="182406" y="159397"/>
                    <a:pt x="182406" y="130949"/>
                  </a:cubicBezTo>
                  <a:cubicBezTo>
                    <a:pt x="182406" y="130934"/>
                    <a:pt x="182406" y="130914"/>
                    <a:pt x="182406" y="130899"/>
                  </a:cubicBezTo>
                  <a:cubicBezTo>
                    <a:pt x="182376" y="102472"/>
                    <a:pt x="159327" y="79443"/>
                    <a:pt x="130900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7BE60DF-D60A-FA48-92CD-A3A4499EEC9F}"/>
                </a:ext>
              </a:extLst>
            </p:cNvPr>
            <p:cNvSpPr/>
            <p:nvPr/>
          </p:nvSpPr>
          <p:spPr>
            <a:xfrm>
              <a:off x="1781091" y="1987083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89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393 w 261799"/>
                <a:gd name="connsiteY7" fmla="*/ 130899 h 261798"/>
                <a:gd name="connsiteX8" fmla="*/ 130850 w 261799"/>
                <a:gd name="connsiteY8" fmla="*/ 182455 h 261798"/>
                <a:gd name="connsiteX9" fmla="*/ 182406 w 261799"/>
                <a:gd name="connsiteY9" fmla="*/ 130999 h 261798"/>
                <a:gd name="connsiteX10" fmla="*/ 182406 w 261799"/>
                <a:gd name="connsiteY10" fmla="*/ 130899 h 261798"/>
                <a:gd name="connsiteX11" fmla="*/ 130949 w 261799"/>
                <a:gd name="connsiteY11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9"/>
                    <a:pt x="27" y="203241"/>
                    <a:pt x="0" y="130949"/>
                  </a:cubicBezTo>
                  <a:cubicBezTo>
                    <a:pt x="-27" y="58657"/>
                    <a:pt x="58556" y="30"/>
                    <a:pt x="130850" y="0"/>
                  </a:cubicBezTo>
                  <a:cubicBezTo>
                    <a:pt x="203142" y="-30"/>
                    <a:pt x="261769" y="58557"/>
                    <a:pt x="261799" y="130850"/>
                  </a:cubicBezTo>
                  <a:cubicBezTo>
                    <a:pt x="261799" y="130865"/>
                    <a:pt x="261799" y="130885"/>
                    <a:pt x="261799" y="130899"/>
                  </a:cubicBezTo>
                  <a:cubicBezTo>
                    <a:pt x="261744" y="203152"/>
                    <a:pt x="203202" y="261714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13"/>
                    <a:pt x="79420" y="102452"/>
                    <a:pt x="79393" y="130899"/>
                  </a:cubicBezTo>
                  <a:cubicBezTo>
                    <a:pt x="79366" y="159347"/>
                    <a:pt x="102404" y="182426"/>
                    <a:pt x="130850" y="182455"/>
                  </a:cubicBezTo>
                  <a:cubicBezTo>
                    <a:pt x="159296" y="182485"/>
                    <a:pt x="182379" y="159446"/>
                    <a:pt x="182406" y="130999"/>
                  </a:cubicBezTo>
                  <a:cubicBezTo>
                    <a:pt x="182406" y="130964"/>
                    <a:pt x="182406" y="130934"/>
                    <a:pt x="182406" y="130899"/>
                  </a:cubicBezTo>
                  <a:cubicBezTo>
                    <a:pt x="182379" y="102492"/>
                    <a:pt x="159357" y="79472"/>
                    <a:pt x="130949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788EFFFF-C3F8-2E48-863F-CEA66E44C9E4}"/>
                </a:ext>
              </a:extLst>
            </p:cNvPr>
            <p:cNvSpPr/>
            <p:nvPr/>
          </p:nvSpPr>
          <p:spPr>
            <a:xfrm>
              <a:off x="1497508" y="1987083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89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393 w 261799"/>
                <a:gd name="connsiteY7" fmla="*/ 130899 h 261798"/>
                <a:gd name="connsiteX8" fmla="*/ 130850 w 261799"/>
                <a:gd name="connsiteY8" fmla="*/ 182455 h 261798"/>
                <a:gd name="connsiteX9" fmla="*/ 182406 w 261799"/>
                <a:gd name="connsiteY9" fmla="*/ 130999 h 261798"/>
                <a:gd name="connsiteX10" fmla="*/ 182406 w 261799"/>
                <a:gd name="connsiteY10" fmla="*/ 130899 h 261798"/>
                <a:gd name="connsiteX11" fmla="*/ 130949 w 261799"/>
                <a:gd name="connsiteY11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9"/>
                    <a:pt x="27" y="203241"/>
                    <a:pt x="0" y="130949"/>
                  </a:cubicBezTo>
                  <a:cubicBezTo>
                    <a:pt x="-27" y="58657"/>
                    <a:pt x="58556" y="30"/>
                    <a:pt x="130850" y="0"/>
                  </a:cubicBezTo>
                  <a:cubicBezTo>
                    <a:pt x="203144" y="-30"/>
                    <a:pt x="261772" y="58557"/>
                    <a:pt x="261799" y="130850"/>
                  </a:cubicBezTo>
                  <a:cubicBezTo>
                    <a:pt x="261799" y="130865"/>
                    <a:pt x="261799" y="130885"/>
                    <a:pt x="261799" y="130899"/>
                  </a:cubicBezTo>
                  <a:cubicBezTo>
                    <a:pt x="261744" y="203152"/>
                    <a:pt x="203201" y="261714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13"/>
                    <a:pt x="79420" y="102452"/>
                    <a:pt x="79393" y="130899"/>
                  </a:cubicBezTo>
                  <a:cubicBezTo>
                    <a:pt x="79366" y="159347"/>
                    <a:pt x="102404" y="182426"/>
                    <a:pt x="130850" y="182455"/>
                  </a:cubicBezTo>
                  <a:cubicBezTo>
                    <a:pt x="159296" y="182485"/>
                    <a:pt x="182379" y="159446"/>
                    <a:pt x="182406" y="130999"/>
                  </a:cubicBezTo>
                  <a:cubicBezTo>
                    <a:pt x="182406" y="130964"/>
                    <a:pt x="182406" y="130934"/>
                    <a:pt x="182406" y="130899"/>
                  </a:cubicBezTo>
                  <a:cubicBezTo>
                    <a:pt x="182351" y="102501"/>
                    <a:pt x="159345" y="79497"/>
                    <a:pt x="130949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AE6CFD90-D3A1-DE4F-92EB-657B53345490}"/>
                </a:ext>
              </a:extLst>
            </p:cNvPr>
            <p:cNvSpPr/>
            <p:nvPr/>
          </p:nvSpPr>
          <p:spPr>
            <a:xfrm>
              <a:off x="1781091" y="1424831"/>
              <a:ext cx="261799" cy="261798"/>
            </a:xfrm>
            <a:custGeom>
              <a:avLst/>
              <a:gdLst>
                <a:gd name="connsiteX0" fmla="*/ 130949 w 261799"/>
                <a:gd name="connsiteY0" fmla="*/ 261799 h 261798"/>
                <a:gd name="connsiteX1" fmla="*/ 0 w 261799"/>
                <a:gd name="connsiteY1" fmla="*/ 130949 h 261798"/>
                <a:gd name="connsiteX2" fmla="*/ 130850 w 261799"/>
                <a:gd name="connsiteY2" fmla="*/ 0 h 261798"/>
                <a:gd name="connsiteX3" fmla="*/ 261799 w 261799"/>
                <a:gd name="connsiteY3" fmla="*/ 130850 h 261798"/>
                <a:gd name="connsiteX4" fmla="*/ 261799 w 261799"/>
                <a:gd name="connsiteY4" fmla="*/ 130949 h 261798"/>
                <a:gd name="connsiteX5" fmla="*/ 130949 w 261799"/>
                <a:gd name="connsiteY5" fmla="*/ 261799 h 261798"/>
                <a:gd name="connsiteX6" fmla="*/ 130949 w 261799"/>
                <a:gd name="connsiteY6" fmla="*/ 79443 h 261798"/>
                <a:gd name="connsiteX7" fmla="*/ 79443 w 261799"/>
                <a:gd name="connsiteY7" fmla="*/ 130949 h 261798"/>
                <a:gd name="connsiteX8" fmla="*/ 130949 w 261799"/>
                <a:gd name="connsiteY8" fmla="*/ 182455 h 261798"/>
                <a:gd name="connsiteX9" fmla="*/ 182455 w 261799"/>
                <a:gd name="connsiteY9" fmla="*/ 130949 h 261798"/>
                <a:gd name="connsiteX10" fmla="*/ 130949 w 261799"/>
                <a:gd name="connsiteY10" fmla="*/ 79443 h 26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799" h="261798">
                  <a:moveTo>
                    <a:pt x="130949" y="261799"/>
                  </a:moveTo>
                  <a:cubicBezTo>
                    <a:pt x="58655" y="261826"/>
                    <a:pt x="27" y="203243"/>
                    <a:pt x="0" y="130949"/>
                  </a:cubicBezTo>
                  <a:cubicBezTo>
                    <a:pt x="-27" y="58655"/>
                    <a:pt x="58556" y="27"/>
                    <a:pt x="130850" y="0"/>
                  </a:cubicBezTo>
                  <a:cubicBezTo>
                    <a:pt x="203142" y="-27"/>
                    <a:pt x="261769" y="58556"/>
                    <a:pt x="261799" y="130850"/>
                  </a:cubicBezTo>
                  <a:cubicBezTo>
                    <a:pt x="261799" y="130883"/>
                    <a:pt x="261799" y="130916"/>
                    <a:pt x="261799" y="130949"/>
                  </a:cubicBezTo>
                  <a:cubicBezTo>
                    <a:pt x="261715" y="203181"/>
                    <a:pt x="203182" y="261717"/>
                    <a:pt x="130949" y="261799"/>
                  </a:cubicBezTo>
                  <a:close/>
                  <a:moveTo>
                    <a:pt x="130949" y="79443"/>
                  </a:moveTo>
                  <a:cubicBezTo>
                    <a:pt x="102503" y="79443"/>
                    <a:pt x="79443" y="102503"/>
                    <a:pt x="79443" y="130949"/>
                  </a:cubicBezTo>
                  <a:cubicBezTo>
                    <a:pt x="79443" y="159395"/>
                    <a:pt x="102503" y="182455"/>
                    <a:pt x="130949" y="182455"/>
                  </a:cubicBezTo>
                  <a:cubicBezTo>
                    <a:pt x="159395" y="182455"/>
                    <a:pt x="182455" y="159395"/>
                    <a:pt x="182455" y="130949"/>
                  </a:cubicBezTo>
                  <a:cubicBezTo>
                    <a:pt x="182428" y="102514"/>
                    <a:pt x="159384" y="79470"/>
                    <a:pt x="130949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35">
            <a:extLst>
              <a:ext uri="{FF2B5EF4-FFF2-40B4-BE49-F238E27FC236}">
                <a16:creationId xmlns:a16="http://schemas.microsoft.com/office/drawing/2014/main" id="{C04801B8-5E4B-41E2-8E6D-C7A62DB43FD7}"/>
              </a:ext>
            </a:extLst>
          </p:cNvPr>
          <p:cNvGrpSpPr>
            <a:grpSpLocks noChangeAspect="1"/>
          </p:cNvGrpSpPr>
          <p:nvPr/>
        </p:nvGrpSpPr>
        <p:grpSpPr>
          <a:xfrm>
            <a:off x="2813428" y="1423243"/>
            <a:ext cx="827277" cy="827276"/>
            <a:chOff x="2813428" y="1423243"/>
            <a:chExt cx="827277" cy="827276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E0483895-DB75-3D44-8F25-44915E56061C}"/>
                </a:ext>
              </a:extLst>
            </p:cNvPr>
            <p:cNvSpPr/>
            <p:nvPr/>
          </p:nvSpPr>
          <p:spPr>
            <a:xfrm>
              <a:off x="2813428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2A762635-BCD6-9342-A982-532468818E8A}"/>
                </a:ext>
              </a:extLst>
            </p:cNvPr>
            <p:cNvSpPr/>
            <p:nvPr/>
          </p:nvSpPr>
          <p:spPr>
            <a:xfrm>
              <a:off x="3000399" y="1888140"/>
              <a:ext cx="453335" cy="79393"/>
            </a:xfrm>
            <a:custGeom>
              <a:avLst/>
              <a:gdLst>
                <a:gd name="connsiteX0" fmla="*/ 413639 w 453335"/>
                <a:gd name="connsiteY0" fmla="*/ 79393 h 79393"/>
                <a:gd name="connsiteX1" fmla="*/ 39697 w 453335"/>
                <a:gd name="connsiteY1" fmla="*/ 79393 h 79393"/>
                <a:gd name="connsiteX2" fmla="*/ 0 w 453335"/>
                <a:gd name="connsiteY2" fmla="*/ 39697 h 79393"/>
                <a:gd name="connsiteX3" fmla="*/ 39697 w 453335"/>
                <a:gd name="connsiteY3" fmla="*/ 0 h 79393"/>
                <a:gd name="connsiteX4" fmla="*/ 413639 w 453335"/>
                <a:gd name="connsiteY4" fmla="*/ 0 h 79393"/>
                <a:gd name="connsiteX5" fmla="*/ 453335 w 453335"/>
                <a:gd name="connsiteY5" fmla="*/ 39697 h 79393"/>
                <a:gd name="connsiteX6" fmla="*/ 413639 w 4533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35" h="79393">
                  <a:moveTo>
                    <a:pt x="4136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3639" y="0"/>
                  </a:lnTo>
                  <a:cubicBezTo>
                    <a:pt x="435561" y="0"/>
                    <a:pt x="453335" y="17774"/>
                    <a:pt x="453335" y="39697"/>
                  </a:cubicBezTo>
                  <a:cubicBezTo>
                    <a:pt x="453335" y="61619"/>
                    <a:pt x="435561" y="79393"/>
                    <a:pt x="41363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719DE174-9D4D-6A4A-B759-6D4383C84FB1}"/>
                </a:ext>
              </a:extLst>
            </p:cNvPr>
            <p:cNvSpPr/>
            <p:nvPr/>
          </p:nvSpPr>
          <p:spPr>
            <a:xfrm>
              <a:off x="3095571" y="1696269"/>
              <a:ext cx="79393" cy="79430"/>
            </a:xfrm>
            <a:custGeom>
              <a:avLst/>
              <a:gdLst>
                <a:gd name="connsiteX0" fmla="*/ 39697 w 79393"/>
                <a:gd name="connsiteY0" fmla="*/ 79431 h 79430"/>
                <a:gd name="connsiteX1" fmla="*/ 31857 w 79393"/>
                <a:gd name="connsiteY1" fmla="*/ 78587 h 79430"/>
                <a:gd name="connsiteX2" fmla="*/ 24464 w 79393"/>
                <a:gd name="connsiteY2" fmla="*/ 76354 h 79430"/>
                <a:gd name="connsiteX3" fmla="*/ 17616 w 79393"/>
                <a:gd name="connsiteY3" fmla="*/ 72682 h 79430"/>
                <a:gd name="connsiteX4" fmla="*/ 6650 w 79393"/>
                <a:gd name="connsiteY4" fmla="*/ 61716 h 79430"/>
                <a:gd name="connsiteX5" fmla="*/ 2978 w 79393"/>
                <a:gd name="connsiteY5" fmla="*/ 54868 h 79430"/>
                <a:gd name="connsiteX6" fmla="*/ 695 w 79393"/>
                <a:gd name="connsiteY6" fmla="*/ 47425 h 79430"/>
                <a:gd name="connsiteX7" fmla="*/ 1 w 79393"/>
                <a:gd name="connsiteY7" fmla="*/ 39734 h 79430"/>
                <a:gd name="connsiteX8" fmla="*/ 11612 w 79393"/>
                <a:gd name="connsiteY8" fmla="*/ 11649 h 79430"/>
                <a:gd name="connsiteX9" fmla="*/ 17666 w 79393"/>
                <a:gd name="connsiteY9" fmla="*/ 6687 h 79430"/>
                <a:gd name="connsiteX10" fmla="*/ 24513 w 79393"/>
                <a:gd name="connsiteY10" fmla="*/ 3015 h 79430"/>
                <a:gd name="connsiteX11" fmla="*/ 31907 w 79393"/>
                <a:gd name="connsiteY11" fmla="*/ 782 h 79430"/>
                <a:gd name="connsiteX12" fmla="*/ 47438 w 79393"/>
                <a:gd name="connsiteY12" fmla="*/ 782 h 79430"/>
                <a:gd name="connsiteX13" fmla="*/ 54881 w 79393"/>
                <a:gd name="connsiteY13" fmla="*/ 3015 h 79430"/>
                <a:gd name="connsiteX14" fmla="*/ 61729 w 79393"/>
                <a:gd name="connsiteY14" fmla="*/ 6687 h 79430"/>
                <a:gd name="connsiteX15" fmla="*/ 67733 w 79393"/>
                <a:gd name="connsiteY15" fmla="*/ 11649 h 79430"/>
                <a:gd name="connsiteX16" fmla="*/ 79394 w 79393"/>
                <a:gd name="connsiteY16" fmla="*/ 39734 h 79430"/>
                <a:gd name="connsiteX17" fmla="*/ 78600 w 79393"/>
                <a:gd name="connsiteY17" fmla="*/ 47475 h 79430"/>
                <a:gd name="connsiteX18" fmla="*/ 67733 w 79393"/>
                <a:gd name="connsiteY18" fmla="*/ 67819 h 79430"/>
                <a:gd name="connsiteX19" fmla="*/ 39697 w 79393"/>
                <a:gd name="connsiteY19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393" h="79430">
                  <a:moveTo>
                    <a:pt x="39697" y="79431"/>
                  </a:moveTo>
                  <a:cubicBezTo>
                    <a:pt x="37061" y="79424"/>
                    <a:pt x="34434" y="79141"/>
                    <a:pt x="31857" y="78587"/>
                  </a:cubicBezTo>
                  <a:cubicBezTo>
                    <a:pt x="29324" y="78093"/>
                    <a:pt x="26847" y="77345"/>
                    <a:pt x="24464" y="76354"/>
                  </a:cubicBezTo>
                  <a:cubicBezTo>
                    <a:pt x="22066" y="75357"/>
                    <a:pt x="19773" y="74127"/>
                    <a:pt x="17616" y="72682"/>
                  </a:cubicBezTo>
                  <a:cubicBezTo>
                    <a:pt x="13239" y="69827"/>
                    <a:pt x="9505" y="66093"/>
                    <a:pt x="6650" y="61716"/>
                  </a:cubicBezTo>
                  <a:cubicBezTo>
                    <a:pt x="5205" y="59559"/>
                    <a:pt x="3975" y="57266"/>
                    <a:pt x="2978" y="54868"/>
                  </a:cubicBezTo>
                  <a:cubicBezTo>
                    <a:pt x="1993" y="52461"/>
                    <a:pt x="1230" y="49970"/>
                    <a:pt x="695" y="47425"/>
                  </a:cubicBezTo>
                  <a:cubicBezTo>
                    <a:pt x="219" y="44890"/>
                    <a:pt x="-13" y="42314"/>
                    <a:pt x="1" y="39734"/>
                  </a:cubicBezTo>
                  <a:cubicBezTo>
                    <a:pt x="19" y="29208"/>
                    <a:pt x="4192" y="19115"/>
                    <a:pt x="11612" y="11649"/>
                  </a:cubicBezTo>
                  <a:cubicBezTo>
                    <a:pt x="13469" y="9808"/>
                    <a:pt x="15496" y="8147"/>
                    <a:pt x="17666" y="6687"/>
                  </a:cubicBezTo>
                  <a:cubicBezTo>
                    <a:pt x="19816" y="5230"/>
                    <a:pt x="22111" y="4000"/>
                    <a:pt x="24513" y="3015"/>
                  </a:cubicBezTo>
                  <a:cubicBezTo>
                    <a:pt x="26897" y="2024"/>
                    <a:pt x="29374" y="1276"/>
                    <a:pt x="31907" y="782"/>
                  </a:cubicBezTo>
                  <a:cubicBezTo>
                    <a:pt x="37032" y="-261"/>
                    <a:pt x="42313" y="-261"/>
                    <a:pt x="47438" y="782"/>
                  </a:cubicBezTo>
                  <a:cubicBezTo>
                    <a:pt x="49986" y="1283"/>
                    <a:pt x="52478" y="2031"/>
                    <a:pt x="54881" y="3015"/>
                  </a:cubicBezTo>
                  <a:cubicBezTo>
                    <a:pt x="57274" y="4021"/>
                    <a:pt x="59566" y="5251"/>
                    <a:pt x="61729" y="6687"/>
                  </a:cubicBezTo>
                  <a:cubicBezTo>
                    <a:pt x="63892" y="8134"/>
                    <a:pt x="65904" y="9797"/>
                    <a:pt x="67733" y="11649"/>
                  </a:cubicBezTo>
                  <a:cubicBezTo>
                    <a:pt x="75166" y="19110"/>
                    <a:pt x="79357" y="29202"/>
                    <a:pt x="79394" y="39734"/>
                  </a:cubicBezTo>
                  <a:cubicBezTo>
                    <a:pt x="79377" y="42334"/>
                    <a:pt x="79112" y="44926"/>
                    <a:pt x="78600" y="47475"/>
                  </a:cubicBezTo>
                  <a:cubicBezTo>
                    <a:pt x="77071" y="55183"/>
                    <a:pt x="73289" y="62263"/>
                    <a:pt x="67733" y="67819"/>
                  </a:cubicBezTo>
                  <a:cubicBezTo>
                    <a:pt x="60294" y="75250"/>
                    <a:pt x="50211" y="79426"/>
                    <a:pt x="39697" y="794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6CF3517-D1BF-0549-982B-1BE36AC787F0}"/>
                </a:ext>
              </a:extLst>
            </p:cNvPr>
            <p:cNvSpPr/>
            <p:nvPr/>
          </p:nvSpPr>
          <p:spPr>
            <a:xfrm>
              <a:off x="3282692" y="1697349"/>
              <a:ext cx="79491" cy="79392"/>
            </a:xfrm>
            <a:custGeom>
              <a:avLst/>
              <a:gdLst>
                <a:gd name="connsiteX0" fmla="*/ 39746 w 79491"/>
                <a:gd name="connsiteY0" fmla="*/ 79393 h 79392"/>
                <a:gd name="connsiteX1" fmla="*/ 32006 w 79491"/>
                <a:gd name="connsiteY1" fmla="*/ 78599 h 79392"/>
                <a:gd name="connsiteX2" fmla="*/ 24563 w 79491"/>
                <a:gd name="connsiteY2" fmla="*/ 76316 h 79392"/>
                <a:gd name="connsiteX3" fmla="*/ 17715 w 79491"/>
                <a:gd name="connsiteY3" fmla="*/ 72694 h 79392"/>
                <a:gd name="connsiteX4" fmla="*/ 11661 w 79491"/>
                <a:gd name="connsiteY4" fmla="*/ 67732 h 79392"/>
                <a:gd name="connsiteX5" fmla="*/ 6699 w 79491"/>
                <a:gd name="connsiteY5" fmla="*/ 61728 h 79392"/>
                <a:gd name="connsiteX6" fmla="*/ 3027 w 79491"/>
                <a:gd name="connsiteY6" fmla="*/ 54880 h 79392"/>
                <a:gd name="connsiteX7" fmla="*/ 794 w 79491"/>
                <a:gd name="connsiteY7" fmla="*/ 47437 h 79392"/>
                <a:gd name="connsiteX8" fmla="*/ 794 w 79491"/>
                <a:gd name="connsiteY8" fmla="*/ 31906 h 79392"/>
                <a:gd name="connsiteX9" fmla="*/ 3027 w 79491"/>
                <a:gd name="connsiteY9" fmla="*/ 24512 h 79392"/>
                <a:gd name="connsiteX10" fmla="*/ 6699 w 79491"/>
                <a:gd name="connsiteY10" fmla="*/ 17615 h 79392"/>
                <a:gd name="connsiteX11" fmla="*/ 11661 w 79491"/>
                <a:gd name="connsiteY11" fmla="*/ 11611 h 79392"/>
                <a:gd name="connsiteX12" fmla="*/ 17715 w 79491"/>
                <a:gd name="connsiteY12" fmla="*/ 6649 h 79392"/>
                <a:gd name="connsiteX13" fmla="*/ 32006 w 79491"/>
                <a:gd name="connsiteY13" fmla="*/ 744 h 79392"/>
                <a:gd name="connsiteX14" fmla="*/ 47487 w 79491"/>
                <a:gd name="connsiteY14" fmla="*/ 744 h 79392"/>
                <a:gd name="connsiteX15" fmla="*/ 61778 w 79491"/>
                <a:gd name="connsiteY15" fmla="*/ 6649 h 79392"/>
                <a:gd name="connsiteX16" fmla="*/ 67832 w 79491"/>
                <a:gd name="connsiteY16" fmla="*/ 11611 h 79392"/>
                <a:gd name="connsiteX17" fmla="*/ 72794 w 79491"/>
                <a:gd name="connsiteY17" fmla="*/ 17615 h 79392"/>
                <a:gd name="connsiteX18" fmla="*/ 76466 w 79491"/>
                <a:gd name="connsiteY18" fmla="*/ 24512 h 79392"/>
                <a:gd name="connsiteX19" fmla="*/ 78699 w 79491"/>
                <a:gd name="connsiteY19" fmla="*/ 31906 h 79392"/>
                <a:gd name="connsiteX20" fmla="*/ 78699 w 79491"/>
                <a:gd name="connsiteY20" fmla="*/ 47437 h 79392"/>
                <a:gd name="connsiteX21" fmla="*/ 76466 w 79491"/>
                <a:gd name="connsiteY21" fmla="*/ 54880 h 79392"/>
                <a:gd name="connsiteX22" fmla="*/ 72794 w 79491"/>
                <a:gd name="connsiteY22" fmla="*/ 61728 h 79392"/>
                <a:gd name="connsiteX23" fmla="*/ 67832 w 79491"/>
                <a:gd name="connsiteY23" fmla="*/ 67732 h 79392"/>
                <a:gd name="connsiteX24" fmla="*/ 61778 w 79491"/>
                <a:gd name="connsiteY24" fmla="*/ 72694 h 79392"/>
                <a:gd name="connsiteX25" fmla="*/ 54930 w 79491"/>
                <a:gd name="connsiteY25" fmla="*/ 76316 h 79392"/>
                <a:gd name="connsiteX26" fmla="*/ 47487 w 79491"/>
                <a:gd name="connsiteY26" fmla="*/ 78599 h 79392"/>
                <a:gd name="connsiteX27" fmla="*/ 39746 w 79491"/>
                <a:gd name="connsiteY27" fmla="*/ 79393 h 7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91" h="79392">
                  <a:moveTo>
                    <a:pt x="39746" y="79393"/>
                  </a:moveTo>
                  <a:cubicBezTo>
                    <a:pt x="37146" y="79376"/>
                    <a:pt x="34556" y="79111"/>
                    <a:pt x="32006" y="78599"/>
                  </a:cubicBezTo>
                  <a:cubicBezTo>
                    <a:pt x="29455" y="78087"/>
                    <a:pt x="26959" y="77323"/>
                    <a:pt x="24563" y="76316"/>
                  </a:cubicBezTo>
                  <a:cubicBezTo>
                    <a:pt x="22176" y="75318"/>
                    <a:pt x="19883" y="74105"/>
                    <a:pt x="17715" y="72694"/>
                  </a:cubicBezTo>
                  <a:cubicBezTo>
                    <a:pt x="15546" y="71233"/>
                    <a:pt x="13522" y="69571"/>
                    <a:pt x="11661" y="67732"/>
                  </a:cubicBezTo>
                  <a:cubicBezTo>
                    <a:pt x="9820" y="65894"/>
                    <a:pt x="8158" y="63884"/>
                    <a:pt x="6699" y="61728"/>
                  </a:cubicBezTo>
                  <a:cubicBezTo>
                    <a:pt x="5263" y="59565"/>
                    <a:pt x="4034" y="57273"/>
                    <a:pt x="3027" y="54880"/>
                  </a:cubicBezTo>
                  <a:cubicBezTo>
                    <a:pt x="2043" y="52477"/>
                    <a:pt x="1295" y="49985"/>
                    <a:pt x="794" y="47437"/>
                  </a:cubicBezTo>
                  <a:cubicBezTo>
                    <a:pt x="-265" y="42314"/>
                    <a:pt x="-265" y="37029"/>
                    <a:pt x="794" y="31906"/>
                  </a:cubicBezTo>
                  <a:cubicBezTo>
                    <a:pt x="1288" y="29373"/>
                    <a:pt x="2037" y="26896"/>
                    <a:pt x="3027" y="24512"/>
                  </a:cubicBezTo>
                  <a:cubicBezTo>
                    <a:pt x="4022" y="22098"/>
                    <a:pt x="5251" y="19788"/>
                    <a:pt x="6699" y="17615"/>
                  </a:cubicBezTo>
                  <a:cubicBezTo>
                    <a:pt x="8158" y="15459"/>
                    <a:pt x="9820" y="13448"/>
                    <a:pt x="11661" y="11611"/>
                  </a:cubicBezTo>
                  <a:cubicBezTo>
                    <a:pt x="13507" y="9758"/>
                    <a:pt x="15537" y="8095"/>
                    <a:pt x="17715" y="6649"/>
                  </a:cubicBezTo>
                  <a:cubicBezTo>
                    <a:pt x="22062" y="3795"/>
                    <a:pt x="26910" y="1791"/>
                    <a:pt x="32006" y="744"/>
                  </a:cubicBezTo>
                  <a:cubicBezTo>
                    <a:pt x="37117" y="-248"/>
                    <a:pt x="42376" y="-248"/>
                    <a:pt x="47487" y="744"/>
                  </a:cubicBezTo>
                  <a:cubicBezTo>
                    <a:pt x="52583" y="1791"/>
                    <a:pt x="57431" y="3795"/>
                    <a:pt x="61778" y="6649"/>
                  </a:cubicBezTo>
                  <a:cubicBezTo>
                    <a:pt x="63956" y="8095"/>
                    <a:pt x="65986" y="9758"/>
                    <a:pt x="67832" y="11611"/>
                  </a:cubicBezTo>
                  <a:cubicBezTo>
                    <a:pt x="69673" y="13448"/>
                    <a:pt x="71335" y="15459"/>
                    <a:pt x="72794" y="17615"/>
                  </a:cubicBezTo>
                  <a:cubicBezTo>
                    <a:pt x="74243" y="19788"/>
                    <a:pt x="75473" y="22098"/>
                    <a:pt x="76466" y="24512"/>
                  </a:cubicBezTo>
                  <a:cubicBezTo>
                    <a:pt x="77458" y="26896"/>
                    <a:pt x="78203" y="29373"/>
                    <a:pt x="78699" y="31906"/>
                  </a:cubicBezTo>
                  <a:cubicBezTo>
                    <a:pt x="79756" y="37029"/>
                    <a:pt x="79756" y="42314"/>
                    <a:pt x="78699" y="47437"/>
                  </a:cubicBezTo>
                  <a:cubicBezTo>
                    <a:pt x="78198" y="49985"/>
                    <a:pt x="77448" y="52477"/>
                    <a:pt x="76466" y="54880"/>
                  </a:cubicBezTo>
                  <a:cubicBezTo>
                    <a:pt x="75459" y="57273"/>
                    <a:pt x="74228" y="59565"/>
                    <a:pt x="72794" y="61728"/>
                  </a:cubicBezTo>
                  <a:cubicBezTo>
                    <a:pt x="71335" y="63884"/>
                    <a:pt x="69673" y="65894"/>
                    <a:pt x="67832" y="67732"/>
                  </a:cubicBezTo>
                  <a:cubicBezTo>
                    <a:pt x="65971" y="69571"/>
                    <a:pt x="63946" y="71233"/>
                    <a:pt x="61778" y="72694"/>
                  </a:cubicBezTo>
                  <a:cubicBezTo>
                    <a:pt x="59610" y="74105"/>
                    <a:pt x="57317" y="75318"/>
                    <a:pt x="54930" y="76316"/>
                  </a:cubicBezTo>
                  <a:cubicBezTo>
                    <a:pt x="52534" y="77323"/>
                    <a:pt x="50038" y="78087"/>
                    <a:pt x="47487" y="78599"/>
                  </a:cubicBezTo>
                  <a:cubicBezTo>
                    <a:pt x="44937" y="79111"/>
                    <a:pt x="42347" y="79376"/>
                    <a:pt x="3974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37">
            <a:extLst>
              <a:ext uri="{FF2B5EF4-FFF2-40B4-BE49-F238E27FC236}">
                <a16:creationId xmlns:a16="http://schemas.microsoft.com/office/drawing/2014/main" id="{910E7486-1C27-4D27-AC8F-AC8ED693817A}"/>
              </a:ext>
            </a:extLst>
          </p:cNvPr>
          <p:cNvGrpSpPr>
            <a:grpSpLocks noChangeAspect="1"/>
          </p:cNvGrpSpPr>
          <p:nvPr/>
        </p:nvGrpSpPr>
        <p:grpSpPr>
          <a:xfrm>
            <a:off x="4130936" y="1423243"/>
            <a:ext cx="827277" cy="827276"/>
            <a:chOff x="4130936" y="1423243"/>
            <a:chExt cx="827277" cy="827276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7B5D2017-3F17-DC40-B34A-E039C229240C}"/>
                </a:ext>
              </a:extLst>
            </p:cNvPr>
            <p:cNvSpPr/>
            <p:nvPr/>
          </p:nvSpPr>
          <p:spPr>
            <a:xfrm>
              <a:off x="4130936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69CCD0A0-D8FC-AE43-8D9C-A7B90E4F4EB7}"/>
                </a:ext>
              </a:extLst>
            </p:cNvPr>
            <p:cNvSpPr/>
            <p:nvPr/>
          </p:nvSpPr>
          <p:spPr>
            <a:xfrm>
              <a:off x="4411443" y="1701231"/>
              <a:ext cx="79293" cy="79430"/>
            </a:xfrm>
            <a:custGeom>
              <a:avLst/>
              <a:gdLst>
                <a:gd name="connsiteX0" fmla="*/ 39697 w 79293"/>
                <a:gd name="connsiteY0" fmla="*/ 79431 h 79430"/>
                <a:gd name="connsiteX1" fmla="*/ 31956 w 79293"/>
                <a:gd name="connsiteY1" fmla="*/ 78587 h 79430"/>
                <a:gd name="connsiteX2" fmla="*/ 24513 w 79293"/>
                <a:gd name="connsiteY2" fmla="*/ 76354 h 79430"/>
                <a:gd name="connsiteX3" fmla="*/ 17665 w 79293"/>
                <a:gd name="connsiteY3" fmla="*/ 72682 h 79430"/>
                <a:gd name="connsiteX4" fmla="*/ 11661 w 79293"/>
                <a:gd name="connsiteY4" fmla="*/ 67720 h 79430"/>
                <a:gd name="connsiteX5" fmla="*/ 0 w 79293"/>
                <a:gd name="connsiteY5" fmla="*/ 39635 h 79430"/>
                <a:gd name="connsiteX6" fmla="*/ 794 w 79293"/>
                <a:gd name="connsiteY6" fmla="*/ 31894 h 79430"/>
                <a:gd name="connsiteX7" fmla="*/ 11562 w 79293"/>
                <a:gd name="connsiteY7" fmla="*/ 11649 h 79430"/>
                <a:gd name="connsiteX8" fmla="*/ 17566 w 79293"/>
                <a:gd name="connsiteY8" fmla="*/ 6687 h 79430"/>
                <a:gd name="connsiteX9" fmla="*/ 24413 w 79293"/>
                <a:gd name="connsiteY9" fmla="*/ 3015 h 79430"/>
                <a:gd name="connsiteX10" fmla="*/ 31857 w 79293"/>
                <a:gd name="connsiteY10" fmla="*/ 782 h 79430"/>
                <a:gd name="connsiteX11" fmla="*/ 47388 w 79293"/>
                <a:gd name="connsiteY11" fmla="*/ 782 h 79430"/>
                <a:gd name="connsiteX12" fmla="*/ 54781 w 79293"/>
                <a:gd name="connsiteY12" fmla="*/ 3015 h 79430"/>
                <a:gd name="connsiteX13" fmla="*/ 61629 w 79293"/>
                <a:gd name="connsiteY13" fmla="*/ 6687 h 79430"/>
                <a:gd name="connsiteX14" fmla="*/ 72595 w 79293"/>
                <a:gd name="connsiteY14" fmla="*/ 17653 h 79430"/>
                <a:gd name="connsiteX15" fmla="*/ 76267 w 79293"/>
                <a:gd name="connsiteY15" fmla="*/ 24501 h 79430"/>
                <a:gd name="connsiteX16" fmla="*/ 78550 w 79293"/>
                <a:gd name="connsiteY16" fmla="*/ 31944 h 79430"/>
                <a:gd name="connsiteX17" fmla="*/ 79294 w 79293"/>
                <a:gd name="connsiteY17" fmla="*/ 39685 h 79430"/>
                <a:gd name="connsiteX18" fmla="*/ 67683 w 79293"/>
                <a:gd name="connsiteY18" fmla="*/ 67770 h 79430"/>
                <a:gd name="connsiteX19" fmla="*/ 61629 w 79293"/>
                <a:gd name="connsiteY19" fmla="*/ 72732 h 79430"/>
                <a:gd name="connsiteX20" fmla="*/ 54781 w 79293"/>
                <a:gd name="connsiteY20" fmla="*/ 76404 h 79430"/>
                <a:gd name="connsiteX21" fmla="*/ 47388 w 79293"/>
                <a:gd name="connsiteY21" fmla="*/ 78637 h 79430"/>
                <a:gd name="connsiteX22" fmla="*/ 39697 w 79293"/>
                <a:gd name="connsiteY22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293" h="79430">
                  <a:moveTo>
                    <a:pt x="39697" y="79431"/>
                  </a:moveTo>
                  <a:cubicBezTo>
                    <a:pt x="37094" y="79421"/>
                    <a:pt x="34499" y="79138"/>
                    <a:pt x="31956" y="78587"/>
                  </a:cubicBezTo>
                  <a:cubicBezTo>
                    <a:pt x="29408" y="78086"/>
                    <a:pt x="26915" y="77338"/>
                    <a:pt x="24513" y="76354"/>
                  </a:cubicBezTo>
                  <a:cubicBezTo>
                    <a:pt x="22120" y="75348"/>
                    <a:pt x="19827" y="74118"/>
                    <a:pt x="17665" y="72682"/>
                  </a:cubicBezTo>
                  <a:cubicBezTo>
                    <a:pt x="15490" y="71250"/>
                    <a:pt x="13477" y="69586"/>
                    <a:pt x="11661" y="67720"/>
                  </a:cubicBezTo>
                  <a:cubicBezTo>
                    <a:pt x="4228" y="60259"/>
                    <a:pt x="37" y="50167"/>
                    <a:pt x="0" y="39635"/>
                  </a:cubicBezTo>
                  <a:cubicBezTo>
                    <a:pt x="16" y="37035"/>
                    <a:pt x="282" y="34443"/>
                    <a:pt x="794" y="31894"/>
                  </a:cubicBezTo>
                  <a:cubicBezTo>
                    <a:pt x="2313" y="24234"/>
                    <a:pt x="6059" y="17191"/>
                    <a:pt x="11562" y="11649"/>
                  </a:cubicBezTo>
                  <a:cubicBezTo>
                    <a:pt x="13378" y="9783"/>
                    <a:pt x="15391" y="8119"/>
                    <a:pt x="17566" y="6687"/>
                  </a:cubicBezTo>
                  <a:cubicBezTo>
                    <a:pt x="19728" y="5251"/>
                    <a:pt x="22021" y="4021"/>
                    <a:pt x="24413" y="3015"/>
                  </a:cubicBezTo>
                  <a:cubicBezTo>
                    <a:pt x="26816" y="2031"/>
                    <a:pt x="29309" y="1283"/>
                    <a:pt x="31857" y="782"/>
                  </a:cubicBezTo>
                  <a:cubicBezTo>
                    <a:pt x="36981" y="-261"/>
                    <a:pt x="42263" y="-261"/>
                    <a:pt x="47388" y="782"/>
                  </a:cubicBezTo>
                  <a:cubicBezTo>
                    <a:pt x="49921" y="1276"/>
                    <a:pt x="52398" y="2024"/>
                    <a:pt x="54781" y="3015"/>
                  </a:cubicBezTo>
                  <a:cubicBezTo>
                    <a:pt x="57178" y="4012"/>
                    <a:pt x="59472" y="5242"/>
                    <a:pt x="61629" y="6687"/>
                  </a:cubicBezTo>
                  <a:cubicBezTo>
                    <a:pt x="66006" y="9542"/>
                    <a:pt x="69740" y="13276"/>
                    <a:pt x="72595" y="17653"/>
                  </a:cubicBezTo>
                  <a:cubicBezTo>
                    <a:pt x="74040" y="19810"/>
                    <a:pt x="75270" y="22103"/>
                    <a:pt x="76267" y="24501"/>
                  </a:cubicBezTo>
                  <a:cubicBezTo>
                    <a:pt x="77251" y="26908"/>
                    <a:pt x="78015" y="29399"/>
                    <a:pt x="78550" y="31944"/>
                  </a:cubicBezTo>
                  <a:cubicBezTo>
                    <a:pt x="79045" y="34494"/>
                    <a:pt x="79294" y="37086"/>
                    <a:pt x="79294" y="39685"/>
                  </a:cubicBezTo>
                  <a:cubicBezTo>
                    <a:pt x="79275" y="50211"/>
                    <a:pt x="75102" y="60303"/>
                    <a:pt x="67683" y="67770"/>
                  </a:cubicBezTo>
                  <a:cubicBezTo>
                    <a:pt x="65838" y="69625"/>
                    <a:pt x="63810" y="71287"/>
                    <a:pt x="61629" y="72732"/>
                  </a:cubicBezTo>
                  <a:cubicBezTo>
                    <a:pt x="59472" y="74177"/>
                    <a:pt x="57178" y="75407"/>
                    <a:pt x="54781" y="76404"/>
                  </a:cubicBezTo>
                  <a:cubicBezTo>
                    <a:pt x="52398" y="77394"/>
                    <a:pt x="49921" y="78143"/>
                    <a:pt x="47388" y="78637"/>
                  </a:cubicBezTo>
                  <a:cubicBezTo>
                    <a:pt x="44858" y="79164"/>
                    <a:pt x="42281" y="79430"/>
                    <a:pt x="39697" y="794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94505924-B97A-D040-9A5D-74F428B31838}"/>
                </a:ext>
              </a:extLst>
            </p:cNvPr>
            <p:cNvSpPr/>
            <p:nvPr/>
          </p:nvSpPr>
          <p:spPr>
            <a:xfrm>
              <a:off x="4598562" y="1702275"/>
              <a:ext cx="79393" cy="79428"/>
            </a:xfrm>
            <a:custGeom>
              <a:avLst/>
              <a:gdLst>
                <a:gd name="connsiteX0" fmla="*/ 39796 w 79393"/>
                <a:gd name="connsiteY0" fmla="*/ 79429 h 79428"/>
                <a:gd name="connsiteX1" fmla="*/ 32055 w 79393"/>
                <a:gd name="connsiteY1" fmla="*/ 78635 h 79428"/>
                <a:gd name="connsiteX2" fmla="*/ 24612 w 79393"/>
                <a:gd name="connsiteY2" fmla="*/ 76352 h 79428"/>
                <a:gd name="connsiteX3" fmla="*/ 17963 w 79393"/>
                <a:gd name="connsiteY3" fmla="*/ 72581 h 79428"/>
                <a:gd name="connsiteX4" fmla="*/ 11959 w 79393"/>
                <a:gd name="connsiteY4" fmla="*/ 67619 h 79428"/>
                <a:gd name="connsiteX5" fmla="*/ 3076 w 79393"/>
                <a:gd name="connsiteY5" fmla="*/ 54916 h 79428"/>
                <a:gd name="connsiteX6" fmla="*/ 794 w 79393"/>
                <a:gd name="connsiteY6" fmla="*/ 47473 h 79428"/>
                <a:gd name="connsiteX7" fmla="*/ 0 w 79393"/>
                <a:gd name="connsiteY7" fmla="*/ 39732 h 79428"/>
                <a:gd name="connsiteX8" fmla="*/ 794 w 79393"/>
                <a:gd name="connsiteY8" fmla="*/ 31942 h 79428"/>
                <a:gd name="connsiteX9" fmla="*/ 3076 w 79393"/>
                <a:gd name="connsiteY9" fmla="*/ 24548 h 79428"/>
                <a:gd name="connsiteX10" fmla="*/ 6699 w 79393"/>
                <a:gd name="connsiteY10" fmla="*/ 17700 h 79428"/>
                <a:gd name="connsiteX11" fmla="*/ 11661 w 79393"/>
                <a:gd name="connsiteY11" fmla="*/ 11647 h 79428"/>
                <a:gd name="connsiteX12" fmla="*/ 17665 w 79393"/>
                <a:gd name="connsiteY12" fmla="*/ 6685 h 79428"/>
                <a:gd name="connsiteX13" fmla="*/ 24513 w 79393"/>
                <a:gd name="connsiteY13" fmla="*/ 3062 h 79428"/>
                <a:gd name="connsiteX14" fmla="*/ 31956 w 79393"/>
                <a:gd name="connsiteY14" fmla="*/ 780 h 79428"/>
                <a:gd name="connsiteX15" fmla="*/ 54881 w 79393"/>
                <a:gd name="connsiteY15" fmla="*/ 3062 h 79428"/>
                <a:gd name="connsiteX16" fmla="*/ 61778 w 79393"/>
                <a:gd name="connsiteY16" fmla="*/ 6685 h 79428"/>
                <a:gd name="connsiteX17" fmla="*/ 67782 w 79393"/>
                <a:gd name="connsiteY17" fmla="*/ 11647 h 79428"/>
                <a:gd name="connsiteX18" fmla="*/ 72744 w 79393"/>
                <a:gd name="connsiteY18" fmla="*/ 17700 h 79428"/>
                <a:gd name="connsiteX19" fmla="*/ 76366 w 79393"/>
                <a:gd name="connsiteY19" fmla="*/ 24548 h 79428"/>
                <a:gd name="connsiteX20" fmla="*/ 78649 w 79393"/>
                <a:gd name="connsiteY20" fmla="*/ 31942 h 79428"/>
                <a:gd name="connsiteX21" fmla="*/ 79393 w 79393"/>
                <a:gd name="connsiteY21" fmla="*/ 39732 h 79428"/>
                <a:gd name="connsiteX22" fmla="*/ 78649 w 79393"/>
                <a:gd name="connsiteY22" fmla="*/ 47473 h 79428"/>
                <a:gd name="connsiteX23" fmla="*/ 76366 w 79393"/>
                <a:gd name="connsiteY23" fmla="*/ 54916 h 79428"/>
                <a:gd name="connsiteX24" fmla="*/ 72744 w 79393"/>
                <a:gd name="connsiteY24" fmla="*/ 61764 h 79428"/>
                <a:gd name="connsiteX25" fmla="*/ 67782 w 79393"/>
                <a:gd name="connsiteY25" fmla="*/ 67768 h 79428"/>
                <a:gd name="connsiteX26" fmla="*/ 61778 w 79393"/>
                <a:gd name="connsiteY26" fmla="*/ 72730 h 79428"/>
                <a:gd name="connsiteX27" fmla="*/ 54881 w 79393"/>
                <a:gd name="connsiteY27" fmla="*/ 76352 h 79428"/>
                <a:gd name="connsiteX28" fmla="*/ 47487 w 79393"/>
                <a:gd name="connsiteY28" fmla="*/ 78635 h 79428"/>
                <a:gd name="connsiteX29" fmla="*/ 39796 w 79393"/>
                <a:gd name="connsiteY29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3" h="79428">
                  <a:moveTo>
                    <a:pt x="39796" y="79429"/>
                  </a:moveTo>
                  <a:cubicBezTo>
                    <a:pt x="37196" y="79410"/>
                    <a:pt x="34606" y="79144"/>
                    <a:pt x="32055" y="78635"/>
                  </a:cubicBezTo>
                  <a:cubicBezTo>
                    <a:pt x="29504" y="78116"/>
                    <a:pt x="27014" y="77351"/>
                    <a:pt x="24612" y="76352"/>
                  </a:cubicBezTo>
                  <a:cubicBezTo>
                    <a:pt x="22285" y="75304"/>
                    <a:pt x="20057" y="74042"/>
                    <a:pt x="17963" y="72581"/>
                  </a:cubicBezTo>
                  <a:cubicBezTo>
                    <a:pt x="15799" y="71134"/>
                    <a:pt x="13785" y="69472"/>
                    <a:pt x="11959" y="67619"/>
                  </a:cubicBezTo>
                  <a:cubicBezTo>
                    <a:pt x="8158" y="64038"/>
                    <a:pt x="5136" y="59714"/>
                    <a:pt x="3076" y="54916"/>
                  </a:cubicBezTo>
                  <a:cubicBezTo>
                    <a:pt x="2077" y="52514"/>
                    <a:pt x="1312" y="50022"/>
                    <a:pt x="794" y="47473"/>
                  </a:cubicBezTo>
                  <a:cubicBezTo>
                    <a:pt x="284" y="44923"/>
                    <a:pt x="19" y="42332"/>
                    <a:pt x="0" y="39732"/>
                  </a:cubicBezTo>
                  <a:cubicBezTo>
                    <a:pt x="18" y="37116"/>
                    <a:pt x="284" y="34507"/>
                    <a:pt x="794" y="31942"/>
                  </a:cubicBezTo>
                  <a:cubicBezTo>
                    <a:pt x="1306" y="29407"/>
                    <a:pt x="2070" y="26930"/>
                    <a:pt x="3076" y="24548"/>
                  </a:cubicBezTo>
                  <a:cubicBezTo>
                    <a:pt x="4045" y="22147"/>
                    <a:pt x="5259" y="19852"/>
                    <a:pt x="6699" y="17700"/>
                  </a:cubicBezTo>
                  <a:cubicBezTo>
                    <a:pt x="8143" y="15521"/>
                    <a:pt x="9805" y="13493"/>
                    <a:pt x="11661" y="11647"/>
                  </a:cubicBezTo>
                  <a:cubicBezTo>
                    <a:pt x="13502" y="9808"/>
                    <a:pt x="15511" y="8146"/>
                    <a:pt x="17665" y="6685"/>
                  </a:cubicBezTo>
                  <a:cubicBezTo>
                    <a:pt x="19838" y="5283"/>
                    <a:pt x="22131" y="4072"/>
                    <a:pt x="24513" y="3062"/>
                  </a:cubicBezTo>
                  <a:cubicBezTo>
                    <a:pt x="26914" y="2062"/>
                    <a:pt x="29405" y="1298"/>
                    <a:pt x="31956" y="780"/>
                  </a:cubicBezTo>
                  <a:cubicBezTo>
                    <a:pt x="39652" y="-782"/>
                    <a:pt x="47641" y="14"/>
                    <a:pt x="54881" y="3062"/>
                  </a:cubicBezTo>
                  <a:cubicBezTo>
                    <a:pt x="57282" y="4061"/>
                    <a:pt x="59590" y="5273"/>
                    <a:pt x="61778" y="6685"/>
                  </a:cubicBezTo>
                  <a:cubicBezTo>
                    <a:pt x="63921" y="8159"/>
                    <a:pt x="65931" y="9820"/>
                    <a:pt x="67782" y="11647"/>
                  </a:cubicBezTo>
                  <a:cubicBezTo>
                    <a:pt x="69623" y="13505"/>
                    <a:pt x="71280" y="15532"/>
                    <a:pt x="72744" y="17700"/>
                  </a:cubicBezTo>
                  <a:cubicBezTo>
                    <a:pt x="74163" y="19863"/>
                    <a:pt x="75379" y="22156"/>
                    <a:pt x="76366" y="24548"/>
                  </a:cubicBezTo>
                  <a:cubicBezTo>
                    <a:pt x="77374" y="26930"/>
                    <a:pt x="78138" y="29407"/>
                    <a:pt x="78649" y="31942"/>
                  </a:cubicBezTo>
                  <a:cubicBezTo>
                    <a:pt x="79140" y="34509"/>
                    <a:pt x="79393" y="37117"/>
                    <a:pt x="79393" y="39732"/>
                  </a:cubicBezTo>
                  <a:cubicBezTo>
                    <a:pt x="79393" y="42330"/>
                    <a:pt x="79140" y="44922"/>
                    <a:pt x="78649" y="47473"/>
                  </a:cubicBezTo>
                  <a:cubicBezTo>
                    <a:pt x="78133" y="50022"/>
                    <a:pt x="77364" y="52514"/>
                    <a:pt x="76366" y="54916"/>
                  </a:cubicBezTo>
                  <a:cubicBezTo>
                    <a:pt x="75359" y="57298"/>
                    <a:pt x="74143" y="59589"/>
                    <a:pt x="72744" y="61764"/>
                  </a:cubicBezTo>
                  <a:cubicBezTo>
                    <a:pt x="71270" y="63907"/>
                    <a:pt x="69608" y="65916"/>
                    <a:pt x="67782" y="67768"/>
                  </a:cubicBezTo>
                  <a:cubicBezTo>
                    <a:pt x="65941" y="69609"/>
                    <a:pt x="63931" y="71270"/>
                    <a:pt x="61778" y="72730"/>
                  </a:cubicBezTo>
                  <a:cubicBezTo>
                    <a:pt x="59604" y="74160"/>
                    <a:pt x="57292" y="75374"/>
                    <a:pt x="54881" y="76352"/>
                  </a:cubicBezTo>
                  <a:cubicBezTo>
                    <a:pt x="52499" y="77358"/>
                    <a:pt x="50023" y="78123"/>
                    <a:pt x="47487" y="78635"/>
                  </a:cubicBezTo>
                  <a:cubicBezTo>
                    <a:pt x="44956" y="79140"/>
                    <a:pt x="42381" y="79406"/>
                    <a:pt x="39796" y="79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286FE88D-1538-B14A-88AF-EEE68D5B4548}"/>
                </a:ext>
              </a:extLst>
            </p:cNvPr>
            <p:cNvSpPr/>
            <p:nvPr/>
          </p:nvSpPr>
          <p:spPr>
            <a:xfrm>
              <a:off x="4317443" y="1886892"/>
              <a:ext cx="455031" cy="177351"/>
            </a:xfrm>
            <a:custGeom>
              <a:avLst/>
              <a:gdLst>
                <a:gd name="connsiteX0" fmla="*/ 415343 w 455031"/>
                <a:gd name="connsiteY0" fmla="*/ 177352 h 177351"/>
                <a:gd name="connsiteX1" fmla="*/ 382792 w 455031"/>
                <a:gd name="connsiteY1" fmla="*/ 160381 h 177351"/>
                <a:gd name="connsiteX2" fmla="*/ 119151 w 455031"/>
                <a:gd name="connsiteY2" fmla="*/ 113455 h 177351"/>
                <a:gd name="connsiteX3" fmla="*/ 72712 w 455031"/>
                <a:gd name="connsiteY3" fmla="*/ 159687 h 177351"/>
                <a:gd name="connsiteX4" fmla="*/ 17653 w 455031"/>
                <a:gd name="connsiteY4" fmla="*/ 170648 h 177351"/>
                <a:gd name="connsiteX5" fmla="*/ 6690 w 455031"/>
                <a:gd name="connsiteY5" fmla="*/ 115594 h 177351"/>
                <a:gd name="connsiteX6" fmla="*/ 7858 w 455031"/>
                <a:gd name="connsiteY6" fmla="*/ 113936 h 177351"/>
                <a:gd name="connsiteX7" fmla="*/ 382350 w 455031"/>
                <a:gd name="connsiteY7" fmla="*/ 49107 h 177351"/>
                <a:gd name="connsiteX8" fmla="*/ 447845 w 455031"/>
                <a:gd name="connsiteY8" fmla="*/ 114879 h 177351"/>
                <a:gd name="connsiteX9" fmla="*/ 438109 w 455031"/>
                <a:gd name="connsiteY9" fmla="*/ 170167 h 177351"/>
                <a:gd name="connsiteX10" fmla="*/ 415343 w 455031"/>
                <a:gd name="connsiteY10" fmla="*/ 177352 h 177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031" h="177351">
                  <a:moveTo>
                    <a:pt x="415343" y="177352"/>
                  </a:moveTo>
                  <a:cubicBezTo>
                    <a:pt x="402372" y="177352"/>
                    <a:pt x="390220" y="171015"/>
                    <a:pt x="382792" y="160381"/>
                  </a:cubicBezTo>
                  <a:cubicBezTo>
                    <a:pt x="322949" y="74622"/>
                    <a:pt x="204911" y="53613"/>
                    <a:pt x="119151" y="113455"/>
                  </a:cubicBezTo>
                  <a:cubicBezTo>
                    <a:pt x="101102" y="126049"/>
                    <a:pt x="85387" y="141694"/>
                    <a:pt x="72712" y="159687"/>
                  </a:cubicBezTo>
                  <a:cubicBezTo>
                    <a:pt x="60536" y="177917"/>
                    <a:pt x="35885" y="182825"/>
                    <a:pt x="17653" y="170648"/>
                  </a:cubicBezTo>
                  <a:cubicBezTo>
                    <a:pt x="-578" y="158476"/>
                    <a:pt x="-5487" y="133824"/>
                    <a:pt x="6690" y="115594"/>
                  </a:cubicBezTo>
                  <a:cubicBezTo>
                    <a:pt x="7065" y="115028"/>
                    <a:pt x="7454" y="114477"/>
                    <a:pt x="7858" y="113936"/>
                  </a:cubicBezTo>
                  <a:cubicBezTo>
                    <a:pt x="93369" y="-7380"/>
                    <a:pt x="261035" y="-36406"/>
                    <a:pt x="382350" y="49107"/>
                  </a:cubicBezTo>
                  <a:cubicBezTo>
                    <a:pt x="407831" y="67065"/>
                    <a:pt x="429996" y="89320"/>
                    <a:pt x="447845" y="114879"/>
                  </a:cubicBezTo>
                  <a:cubicBezTo>
                    <a:pt x="460424" y="132837"/>
                    <a:pt x="456062" y="157588"/>
                    <a:pt x="438109" y="170167"/>
                  </a:cubicBezTo>
                  <a:cubicBezTo>
                    <a:pt x="431435" y="174841"/>
                    <a:pt x="423491" y="177352"/>
                    <a:pt x="415343" y="17735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39">
            <a:extLst>
              <a:ext uri="{FF2B5EF4-FFF2-40B4-BE49-F238E27FC236}">
                <a16:creationId xmlns:a16="http://schemas.microsoft.com/office/drawing/2014/main" id="{E2C05AEE-AF69-4156-93E1-4E1F724A66C4}"/>
              </a:ext>
            </a:extLst>
          </p:cNvPr>
          <p:cNvGrpSpPr>
            <a:grpSpLocks noChangeAspect="1"/>
          </p:cNvGrpSpPr>
          <p:nvPr/>
        </p:nvGrpSpPr>
        <p:grpSpPr>
          <a:xfrm>
            <a:off x="5448444" y="1423243"/>
            <a:ext cx="827277" cy="827276"/>
            <a:chOff x="5448444" y="1423243"/>
            <a:chExt cx="827277" cy="827276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23577D16-B16E-3642-962E-1B1F5E0AADF8}"/>
                </a:ext>
              </a:extLst>
            </p:cNvPr>
            <p:cNvSpPr/>
            <p:nvPr/>
          </p:nvSpPr>
          <p:spPr>
            <a:xfrm>
              <a:off x="5448444" y="1423243"/>
              <a:ext cx="827277" cy="827276"/>
            </a:xfrm>
            <a:custGeom>
              <a:avLst/>
              <a:gdLst>
                <a:gd name="connsiteX0" fmla="*/ 413639 w 827277"/>
                <a:gd name="connsiteY0" fmla="*/ 827276 h 827276"/>
                <a:gd name="connsiteX1" fmla="*/ 0 w 827277"/>
                <a:gd name="connsiteY1" fmla="*/ 413638 h 827276"/>
                <a:gd name="connsiteX2" fmla="*/ 413639 w 827277"/>
                <a:gd name="connsiteY2" fmla="*/ 0 h 827276"/>
                <a:gd name="connsiteX3" fmla="*/ 827277 w 827277"/>
                <a:gd name="connsiteY3" fmla="*/ 413638 h 827276"/>
                <a:gd name="connsiteX4" fmla="*/ 413639 w 827277"/>
                <a:gd name="connsiteY4" fmla="*/ 827276 h 827276"/>
                <a:gd name="connsiteX5" fmla="*/ 413639 w 827277"/>
                <a:gd name="connsiteY5" fmla="*/ 79393 h 827276"/>
                <a:gd name="connsiteX6" fmla="*/ 79393 w 827277"/>
                <a:gd name="connsiteY6" fmla="*/ 413638 h 827276"/>
                <a:gd name="connsiteX7" fmla="*/ 413639 w 827277"/>
                <a:gd name="connsiteY7" fmla="*/ 747883 h 827276"/>
                <a:gd name="connsiteX8" fmla="*/ 747884 w 827277"/>
                <a:gd name="connsiteY8" fmla="*/ 413638 h 827276"/>
                <a:gd name="connsiteX9" fmla="*/ 413639 w 827277"/>
                <a:gd name="connsiteY9" fmla="*/ 79393 h 8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7277" h="827276">
                  <a:moveTo>
                    <a:pt x="413639" y="827276"/>
                  </a:moveTo>
                  <a:cubicBezTo>
                    <a:pt x="185192" y="827276"/>
                    <a:pt x="0" y="642082"/>
                    <a:pt x="0" y="413638"/>
                  </a:cubicBezTo>
                  <a:cubicBezTo>
                    <a:pt x="0" y="185192"/>
                    <a:pt x="185192" y="0"/>
                    <a:pt x="413639" y="0"/>
                  </a:cubicBezTo>
                  <a:cubicBezTo>
                    <a:pt x="642082" y="0"/>
                    <a:pt x="827277" y="185192"/>
                    <a:pt x="827277" y="413638"/>
                  </a:cubicBezTo>
                  <a:cubicBezTo>
                    <a:pt x="827029" y="641983"/>
                    <a:pt x="641983" y="827028"/>
                    <a:pt x="413639" y="827276"/>
                  </a:cubicBezTo>
                  <a:close/>
                  <a:moveTo>
                    <a:pt x="413639" y="79393"/>
                  </a:moveTo>
                  <a:cubicBezTo>
                    <a:pt x="229040" y="79393"/>
                    <a:pt x="79393" y="229040"/>
                    <a:pt x="79393" y="413638"/>
                  </a:cubicBezTo>
                  <a:cubicBezTo>
                    <a:pt x="79393" y="598237"/>
                    <a:pt x="229040" y="747883"/>
                    <a:pt x="413639" y="747883"/>
                  </a:cubicBezTo>
                  <a:cubicBezTo>
                    <a:pt x="598238" y="747883"/>
                    <a:pt x="747884" y="598237"/>
                    <a:pt x="747884" y="413638"/>
                  </a:cubicBezTo>
                  <a:cubicBezTo>
                    <a:pt x="747666" y="229130"/>
                    <a:pt x="598148" y="79612"/>
                    <a:pt x="41363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DA35212-E944-2841-AC47-508894D78227}"/>
                </a:ext>
              </a:extLst>
            </p:cNvPr>
            <p:cNvSpPr/>
            <p:nvPr/>
          </p:nvSpPr>
          <p:spPr>
            <a:xfrm>
              <a:off x="5728405" y="1701204"/>
              <a:ext cx="79443" cy="79457"/>
            </a:xfrm>
            <a:custGeom>
              <a:avLst/>
              <a:gdLst>
                <a:gd name="connsiteX0" fmla="*/ 39548 w 79443"/>
                <a:gd name="connsiteY0" fmla="*/ 79457 h 79457"/>
                <a:gd name="connsiteX1" fmla="*/ 31956 w 79443"/>
                <a:gd name="connsiteY1" fmla="*/ 78613 h 79457"/>
                <a:gd name="connsiteX2" fmla="*/ 24513 w 79443"/>
                <a:gd name="connsiteY2" fmla="*/ 76381 h 79457"/>
                <a:gd name="connsiteX3" fmla="*/ 17665 w 79443"/>
                <a:gd name="connsiteY3" fmla="*/ 72709 h 79457"/>
                <a:gd name="connsiteX4" fmla="*/ 11611 w 79443"/>
                <a:gd name="connsiteY4" fmla="*/ 67747 h 79457"/>
                <a:gd name="connsiteX5" fmla="*/ 0 w 79443"/>
                <a:gd name="connsiteY5" fmla="*/ 39661 h 79457"/>
                <a:gd name="connsiteX6" fmla="*/ 794 w 79443"/>
                <a:gd name="connsiteY6" fmla="*/ 31920 h 79457"/>
                <a:gd name="connsiteX7" fmla="*/ 6699 w 79443"/>
                <a:gd name="connsiteY7" fmla="*/ 17630 h 79457"/>
                <a:gd name="connsiteX8" fmla="*/ 17665 w 79443"/>
                <a:gd name="connsiteY8" fmla="*/ 6664 h 79457"/>
                <a:gd name="connsiteX9" fmla="*/ 24513 w 79443"/>
                <a:gd name="connsiteY9" fmla="*/ 2992 h 79457"/>
                <a:gd name="connsiteX10" fmla="*/ 47487 w 79443"/>
                <a:gd name="connsiteY10" fmla="*/ 759 h 79457"/>
                <a:gd name="connsiteX11" fmla="*/ 61728 w 79443"/>
                <a:gd name="connsiteY11" fmla="*/ 6763 h 79457"/>
                <a:gd name="connsiteX12" fmla="*/ 67782 w 79443"/>
                <a:gd name="connsiteY12" fmla="*/ 11725 h 79457"/>
                <a:gd name="connsiteX13" fmla="*/ 72744 w 79443"/>
                <a:gd name="connsiteY13" fmla="*/ 17779 h 79457"/>
                <a:gd name="connsiteX14" fmla="*/ 76416 w 79443"/>
                <a:gd name="connsiteY14" fmla="*/ 24626 h 79457"/>
                <a:gd name="connsiteX15" fmla="*/ 78699 w 79443"/>
                <a:gd name="connsiteY15" fmla="*/ 32069 h 79457"/>
                <a:gd name="connsiteX16" fmla="*/ 79443 w 79443"/>
                <a:gd name="connsiteY16" fmla="*/ 39810 h 79457"/>
                <a:gd name="connsiteX17" fmla="*/ 67832 w 79443"/>
                <a:gd name="connsiteY17" fmla="*/ 67895 h 79457"/>
                <a:gd name="connsiteX18" fmla="*/ 61778 w 79443"/>
                <a:gd name="connsiteY18" fmla="*/ 72857 h 79457"/>
                <a:gd name="connsiteX19" fmla="*/ 47338 w 79443"/>
                <a:gd name="connsiteY19" fmla="*/ 78613 h 79457"/>
                <a:gd name="connsiteX20" fmla="*/ 39548 w 79443"/>
                <a:gd name="connsiteY20" fmla="*/ 79457 h 79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443" h="79457">
                  <a:moveTo>
                    <a:pt x="39548" y="79457"/>
                  </a:moveTo>
                  <a:cubicBezTo>
                    <a:pt x="36995" y="79439"/>
                    <a:pt x="34450" y="79156"/>
                    <a:pt x="31956" y="78613"/>
                  </a:cubicBezTo>
                  <a:cubicBezTo>
                    <a:pt x="29407" y="78119"/>
                    <a:pt x="26913" y="77371"/>
                    <a:pt x="24513" y="76381"/>
                  </a:cubicBezTo>
                  <a:cubicBezTo>
                    <a:pt x="22116" y="75384"/>
                    <a:pt x="19822" y="74154"/>
                    <a:pt x="17665" y="72709"/>
                  </a:cubicBezTo>
                  <a:cubicBezTo>
                    <a:pt x="15484" y="71264"/>
                    <a:pt x="13456" y="69602"/>
                    <a:pt x="11611" y="67747"/>
                  </a:cubicBezTo>
                  <a:cubicBezTo>
                    <a:pt x="4210" y="60268"/>
                    <a:pt x="40" y="50183"/>
                    <a:pt x="0" y="39661"/>
                  </a:cubicBezTo>
                  <a:cubicBezTo>
                    <a:pt x="-9" y="37060"/>
                    <a:pt x="258" y="34465"/>
                    <a:pt x="794" y="31920"/>
                  </a:cubicBezTo>
                  <a:cubicBezTo>
                    <a:pt x="1841" y="26826"/>
                    <a:pt x="3845" y="21977"/>
                    <a:pt x="6699" y="17630"/>
                  </a:cubicBezTo>
                  <a:cubicBezTo>
                    <a:pt x="9554" y="13253"/>
                    <a:pt x="13289" y="9519"/>
                    <a:pt x="17665" y="6664"/>
                  </a:cubicBezTo>
                  <a:cubicBezTo>
                    <a:pt x="19822" y="5219"/>
                    <a:pt x="22116" y="3988"/>
                    <a:pt x="24513" y="2992"/>
                  </a:cubicBezTo>
                  <a:cubicBezTo>
                    <a:pt x="31787" y="14"/>
                    <a:pt x="39776" y="-762"/>
                    <a:pt x="47487" y="759"/>
                  </a:cubicBezTo>
                  <a:cubicBezTo>
                    <a:pt x="52587" y="1790"/>
                    <a:pt x="57429" y="3832"/>
                    <a:pt x="61728" y="6763"/>
                  </a:cubicBezTo>
                  <a:cubicBezTo>
                    <a:pt x="63898" y="8223"/>
                    <a:pt x="65925" y="9884"/>
                    <a:pt x="67782" y="11725"/>
                  </a:cubicBezTo>
                  <a:cubicBezTo>
                    <a:pt x="69637" y="13569"/>
                    <a:pt x="71300" y="15598"/>
                    <a:pt x="72744" y="17779"/>
                  </a:cubicBezTo>
                  <a:cubicBezTo>
                    <a:pt x="74189" y="19936"/>
                    <a:pt x="75419" y="22229"/>
                    <a:pt x="76416" y="24626"/>
                  </a:cubicBezTo>
                  <a:cubicBezTo>
                    <a:pt x="77400" y="27033"/>
                    <a:pt x="78164" y="29524"/>
                    <a:pt x="78699" y="32069"/>
                  </a:cubicBezTo>
                  <a:cubicBezTo>
                    <a:pt x="79194" y="34620"/>
                    <a:pt x="79444" y="37212"/>
                    <a:pt x="79443" y="39810"/>
                  </a:cubicBezTo>
                  <a:cubicBezTo>
                    <a:pt x="79424" y="50336"/>
                    <a:pt x="75252" y="60429"/>
                    <a:pt x="67832" y="67895"/>
                  </a:cubicBezTo>
                  <a:cubicBezTo>
                    <a:pt x="65987" y="69751"/>
                    <a:pt x="63959" y="71413"/>
                    <a:pt x="61778" y="72857"/>
                  </a:cubicBezTo>
                  <a:cubicBezTo>
                    <a:pt x="57400" y="75726"/>
                    <a:pt x="52489" y="77683"/>
                    <a:pt x="47338" y="78613"/>
                  </a:cubicBezTo>
                  <a:cubicBezTo>
                    <a:pt x="44778" y="79164"/>
                    <a:pt x="42167" y="79447"/>
                    <a:pt x="39548" y="794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3CB7237A-EED3-CD44-B7AD-23587808F791}"/>
                </a:ext>
              </a:extLst>
            </p:cNvPr>
            <p:cNvSpPr/>
            <p:nvPr/>
          </p:nvSpPr>
          <p:spPr>
            <a:xfrm>
              <a:off x="5915525" y="1702360"/>
              <a:ext cx="79343" cy="79343"/>
            </a:xfrm>
            <a:custGeom>
              <a:avLst/>
              <a:gdLst>
                <a:gd name="connsiteX0" fmla="*/ 39647 w 79343"/>
                <a:gd name="connsiteY0" fmla="*/ 79343 h 79343"/>
                <a:gd name="connsiteX1" fmla="*/ 31906 w 79343"/>
                <a:gd name="connsiteY1" fmla="*/ 78550 h 79343"/>
                <a:gd name="connsiteX2" fmla="*/ 24463 w 79343"/>
                <a:gd name="connsiteY2" fmla="*/ 76267 h 79343"/>
                <a:gd name="connsiteX3" fmla="*/ 17615 w 79343"/>
                <a:gd name="connsiteY3" fmla="*/ 72645 h 79343"/>
                <a:gd name="connsiteX4" fmla="*/ 11611 w 79343"/>
                <a:gd name="connsiteY4" fmla="*/ 67683 h 79343"/>
                <a:gd name="connsiteX5" fmla="*/ 3027 w 79343"/>
                <a:gd name="connsiteY5" fmla="*/ 54831 h 79343"/>
                <a:gd name="connsiteX6" fmla="*/ 744 w 79343"/>
                <a:gd name="connsiteY6" fmla="*/ 47388 h 79343"/>
                <a:gd name="connsiteX7" fmla="*/ 744 w 79343"/>
                <a:gd name="connsiteY7" fmla="*/ 31856 h 79343"/>
                <a:gd name="connsiteX8" fmla="*/ 3027 w 79343"/>
                <a:gd name="connsiteY8" fmla="*/ 24463 h 79343"/>
                <a:gd name="connsiteX9" fmla="*/ 6649 w 79343"/>
                <a:gd name="connsiteY9" fmla="*/ 17566 h 79343"/>
                <a:gd name="connsiteX10" fmla="*/ 11611 w 79343"/>
                <a:gd name="connsiteY10" fmla="*/ 11562 h 79343"/>
                <a:gd name="connsiteX11" fmla="*/ 17615 w 79343"/>
                <a:gd name="connsiteY11" fmla="*/ 6600 h 79343"/>
                <a:gd name="connsiteX12" fmla="*/ 24463 w 79343"/>
                <a:gd name="connsiteY12" fmla="*/ 3027 h 79343"/>
                <a:gd name="connsiteX13" fmla="*/ 31906 w 79343"/>
                <a:gd name="connsiteY13" fmla="*/ 744 h 79343"/>
                <a:gd name="connsiteX14" fmla="*/ 47437 w 79343"/>
                <a:gd name="connsiteY14" fmla="*/ 744 h 79343"/>
                <a:gd name="connsiteX15" fmla="*/ 54831 w 79343"/>
                <a:gd name="connsiteY15" fmla="*/ 3027 h 79343"/>
                <a:gd name="connsiteX16" fmla="*/ 61679 w 79343"/>
                <a:gd name="connsiteY16" fmla="*/ 6649 h 79343"/>
                <a:gd name="connsiteX17" fmla="*/ 67732 w 79343"/>
                <a:gd name="connsiteY17" fmla="*/ 11611 h 79343"/>
                <a:gd name="connsiteX18" fmla="*/ 79344 w 79343"/>
                <a:gd name="connsiteY18" fmla="*/ 39647 h 79343"/>
                <a:gd name="connsiteX19" fmla="*/ 78599 w 79343"/>
                <a:gd name="connsiteY19" fmla="*/ 47437 h 79343"/>
                <a:gd name="connsiteX20" fmla="*/ 76317 w 79343"/>
                <a:gd name="connsiteY20" fmla="*/ 54880 h 79343"/>
                <a:gd name="connsiteX21" fmla="*/ 72694 w 79343"/>
                <a:gd name="connsiteY21" fmla="*/ 61728 h 79343"/>
                <a:gd name="connsiteX22" fmla="*/ 67732 w 79343"/>
                <a:gd name="connsiteY22" fmla="*/ 67732 h 79343"/>
                <a:gd name="connsiteX23" fmla="*/ 39647 w 79343"/>
                <a:gd name="connsiteY2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43" h="79343">
                  <a:moveTo>
                    <a:pt x="39647" y="79343"/>
                  </a:moveTo>
                  <a:cubicBezTo>
                    <a:pt x="37047" y="79325"/>
                    <a:pt x="34457" y="79059"/>
                    <a:pt x="31906" y="78550"/>
                  </a:cubicBezTo>
                  <a:cubicBezTo>
                    <a:pt x="29356" y="78031"/>
                    <a:pt x="26865" y="77266"/>
                    <a:pt x="24463" y="76267"/>
                  </a:cubicBezTo>
                  <a:cubicBezTo>
                    <a:pt x="22071" y="75278"/>
                    <a:pt x="19779" y="74065"/>
                    <a:pt x="17615" y="72645"/>
                  </a:cubicBezTo>
                  <a:cubicBezTo>
                    <a:pt x="15442" y="71211"/>
                    <a:pt x="13427" y="69547"/>
                    <a:pt x="11611" y="67683"/>
                  </a:cubicBezTo>
                  <a:cubicBezTo>
                    <a:pt x="7902" y="64030"/>
                    <a:pt x="4980" y="59656"/>
                    <a:pt x="3027" y="54831"/>
                  </a:cubicBezTo>
                  <a:cubicBezTo>
                    <a:pt x="2027" y="52429"/>
                    <a:pt x="1263" y="49937"/>
                    <a:pt x="744" y="47388"/>
                  </a:cubicBezTo>
                  <a:cubicBezTo>
                    <a:pt x="-248" y="42258"/>
                    <a:pt x="-248" y="36986"/>
                    <a:pt x="744" y="31856"/>
                  </a:cubicBezTo>
                  <a:cubicBezTo>
                    <a:pt x="1255" y="29322"/>
                    <a:pt x="2021" y="26845"/>
                    <a:pt x="3027" y="24463"/>
                  </a:cubicBezTo>
                  <a:cubicBezTo>
                    <a:pt x="4005" y="22051"/>
                    <a:pt x="5219" y="19741"/>
                    <a:pt x="6649" y="17566"/>
                  </a:cubicBezTo>
                  <a:cubicBezTo>
                    <a:pt x="8109" y="15411"/>
                    <a:pt x="9770" y="13401"/>
                    <a:pt x="11611" y="11562"/>
                  </a:cubicBezTo>
                  <a:cubicBezTo>
                    <a:pt x="13442" y="9711"/>
                    <a:pt x="15452" y="8049"/>
                    <a:pt x="17615" y="6600"/>
                  </a:cubicBezTo>
                  <a:cubicBezTo>
                    <a:pt x="19794" y="5215"/>
                    <a:pt x="22081" y="4020"/>
                    <a:pt x="24463" y="3027"/>
                  </a:cubicBezTo>
                  <a:cubicBezTo>
                    <a:pt x="26875" y="2049"/>
                    <a:pt x="29361" y="1286"/>
                    <a:pt x="31906" y="744"/>
                  </a:cubicBezTo>
                  <a:cubicBezTo>
                    <a:pt x="37037" y="-248"/>
                    <a:pt x="42307" y="-248"/>
                    <a:pt x="47437" y="744"/>
                  </a:cubicBezTo>
                  <a:cubicBezTo>
                    <a:pt x="49968" y="1279"/>
                    <a:pt x="52439" y="2043"/>
                    <a:pt x="54831" y="3027"/>
                  </a:cubicBezTo>
                  <a:cubicBezTo>
                    <a:pt x="57223" y="4015"/>
                    <a:pt x="59515" y="5228"/>
                    <a:pt x="61679" y="6649"/>
                  </a:cubicBezTo>
                  <a:cubicBezTo>
                    <a:pt x="63847" y="8111"/>
                    <a:pt x="65872" y="9772"/>
                    <a:pt x="67732" y="11611"/>
                  </a:cubicBezTo>
                  <a:cubicBezTo>
                    <a:pt x="75161" y="19050"/>
                    <a:pt x="79339" y="29133"/>
                    <a:pt x="79344" y="39647"/>
                  </a:cubicBezTo>
                  <a:cubicBezTo>
                    <a:pt x="79344" y="42261"/>
                    <a:pt x="79095" y="44870"/>
                    <a:pt x="78599" y="47437"/>
                  </a:cubicBezTo>
                  <a:cubicBezTo>
                    <a:pt x="78058" y="49980"/>
                    <a:pt x="77294" y="52471"/>
                    <a:pt x="76317" y="54880"/>
                  </a:cubicBezTo>
                  <a:cubicBezTo>
                    <a:pt x="75309" y="57263"/>
                    <a:pt x="74094" y="59554"/>
                    <a:pt x="72694" y="61728"/>
                  </a:cubicBezTo>
                  <a:cubicBezTo>
                    <a:pt x="71221" y="63871"/>
                    <a:pt x="69558" y="65880"/>
                    <a:pt x="67732" y="67732"/>
                  </a:cubicBezTo>
                  <a:cubicBezTo>
                    <a:pt x="60264" y="75148"/>
                    <a:pt x="50172" y="79319"/>
                    <a:pt x="39647" y="793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A0B155E0-34F0-2240-872F-B3A3FB8D8690}"/>
                </a:ext>
              </a:extLst>
            </p:cNvPr>
            <p:cNvSpPr/>
            <p:nvPr/>
          </p:nvSpPr>
          <p:spPr>
            <a:xfrm>
              <a:off x="5634258" y="1886664"/>
              <a:ext cx="454735" cy="177529"/>
            </a:xfrm>
            <a:custGeom>
              <a:avLst/>
              <a:gdLst>
                <a:gd name="connsiteX0" fmla="*/ 227527 w 454735"/>
                <a:gd name="connsiteY0" fmla="*/ 177530 h 177529"/>
                <a:gd name="connsiteX1" fmla="*/ 7856 w 454735"/>
                <a:gd name="connsiteY1" fmla="*/ 63402 h 177529"/>
                <a:gd name="connsiteX2" fmla="*/ 15996 w 454735"/>
                <a:gd name="connsiteY2" fmla="*/ 7856 h 177529"/>
                <a:gd name="connsiteX3" fmla="*/ 71542 w 454735"/>
                <a:gd name="connsiteY3" fmla="*/ 15994 h 177529"/>
                <a:gd name="connsiteX4" fmla="*/ 72710 w 454735"/>
                <a:gd name="connsiteY4" fmla="*/ 17652 h 177529"/>
                <a:gd name="connsiteX5" fmla="*/ 336732 w 454735"/>
                <a:gd name="connsiteY5" fmla="*/ 63223 h 177529"/>
                <a:gd name="connsiteX6" fmla="*/ 382790 w 454735"/>
                <a:gd name="connsiteY6" fmla="*/ 16957 h 177529"/>
                <a:gd name="connsiteX7" fmla="*/ 438187 w 454735"/>
                <a:gd name="connsiteY7" fmla="*/ 7864 h 177529"/>
                <a:gd name="connsiteX8" fmla="*/ 447843 w 454735"/>
                <a:gd name="connsiteY8" fmla="*/ 62459 h 177529"/>
                <a:gd name="connsiteX9" fmla="*/ 227527 w 454735"/>
                <a:gd name="connsiteY9" fmla="*/ 177530 h 17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4735" h="177529">
                  <a:moveTo>
                    <a:pt x="227527" y="177530"/>
                  </a:moveTo>
                  <a:cubicBezTo>
                    <a:pt x="140121" y="177391"/>
                    <a:pt x="58218" y="134841"/>
                    <a:pt x="7856" y="63402"/>
                  </a:cubicBezTo>
                  <a:cubicBezTo>
                    <a:pt x="-5235" y="45816"/>
                    <a:pt x="-1590" y="20946"/>
                    <a:pt x="15996" y="7856"/>
                  </a:cubicBezTo>
                  <a:cubicBezTo>
                    <a:pt x="33583" y="-5235"/>
                    <a:pt x="58452" y="-1590"/>
                    <a:pt x="71542" y="15994"/>
                  </a:cubicBezTo>
                  <a:cubicBezTo>
                    <a:pt x="71946" y="16540"/>
                    <a:pt x="72335" y="17091"/>
                    <a:pt x="72710" y="17652"/>
                  </a:cubicBezTo>
                  <a:cubicBezTo>
                    <a:pt x="133034" y="103143"/>
                    <a:pt x="251240" y="123547"/>
                    <a:pt x="336732" y="63223"/>
                  </a:cubicBezTo>
                  <a:cubicBezTo>
                    <a:pt x="354645" y="50580"/>
                    <a:pt x="370231" y="34930"/>
                    <a:pt x="382790" y="16957"/>
                  </a:cubicBezTo>
                  <a:cubicBezTo>
                    <a:pt x="395578" y="-852"/>
                    <a:pt x="420378" y="-4923"/>
                    <a:pt x="438187" y="7864"/>
                  </a:cubicBezTo>
                  <a:cubicBezTo>
                    <a:pt x="455688" y="20430"/>
                    <a:pt x="459970" y="44655"/>
                    <a:pt x="447843" y="62459"/>
                  </a:cubicBezTo>
                  <a:cubicBezTo>
                    <a:pt x="397567" y="134454"/>
                    <a:pt x="315336" y="177400"/>
                    <a:pt x="227527" y="1775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4" name="Picture Placeholder 41">
            <a:extLst>
              <a:ext uri="{FF2B5EF4-FFF2-40B4-BE49-F238E27FC236}">
                <a16:creationId xmlns:a16="http://schemas.microsoft.com/office/drawing/2014/main" id="{310C5986-1D05-4E54-ACF6-B11325A0A3A6}"/>
              </a:ext>
            </a:extLst>
          </p:cNvPr>
          <p:cNvGrpSpPr>
            <a:grpSpLocks noChangeAspect="1"/>
          </p:cNvGrpSpPr>
          <p:nvPr/>
        </p:nvGrpSpPr>
        <p:grpSpPr>
          <a:xfrm>
            <a:off x="6766399" y="1423690"/>
            <a:ext cx="826383" cy="826382"/>
            <a:chOff x="6766399" y="1423690"/>
            <a:chExt cx="826383" cy="826382"/>
          </a:xfrm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18B7EAEE-0E13-3F49-BBAA-7461A18432EC}"/>
                </a:ext>
              </a:extLst>
            </p:cNvPr>
            <p:cNvSpPr/>
            <p:nvPr/>
          </p:nvSpPr>
          <p:spPr>
            <a:xfrm>
              <a:off x="6766399" y="1423690"/>
              <a:ext cx="826383" cy="826382"/>
            </a:xfrm>
            <a:custGeom>
              <a:avLst/>
              <a:gdLst>
                <a:gd name="connsiteX0" fmla="*/ 413192 w 826383"/>
                <a:gd name="connsiteY0" fmla="*/ 826383 h 826382"/>
                <a:gd name="connsiteX1" fmla="*/ 0 w 826383"/>
                <a:gd name="connsiteY1" fmla="*/ 413191 h 826382"/>
                <a:gd name="connsiteX2" fmla="*/ 413192 w 826383"/>
                <a:gd name="connsiteY2" fmla="*/ 0 h 826382"/>
                <a:gd name="connsiteX3" fmla="*/ 826384 w 826383"/>
                <a:gd name="connsiteY3" fmla="*/ 413191 h 826382"/>
                <a:gd name="connsiteX4" fmla="*/ 413192 w 826383"/>
                <a:gd name="connsiteY4" fmla="*/ 826383 h 826382"/>
                <a:gd name="connsiteX5" fmla="*/ 413192 w 826383"/>
                <a:gd name="connsiteY5" fmla="*/ 79393 h 826382"/>
                <a:gd name="connsiteX6" fmla="*/ 79393 w 826383"/>
                <a:gd name="connsiteY6" fmla="*/ 413191 h 826382"/>
                <a:gd name="connsiteX7" fmla="*/ 413192 w 826383"/>
                <a:gd name="connsiteY7" fmla="*/ 746990 h 826382"/>
                <a:gd name="connsiteX8" fmla="*/ 746991 w 826383"/>
                <a:gd name="connsiteY8" fmla="*/ 413191 h 826382"/>
                <a:gd name="connsiteX9" fmla="*/ 413192 w 826383"/>
                <a:gd name="connsiteY9" fmla="*/ 79393 h 826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6383" h="826382">
                  <a:moveTo>
                    <a:pt x="413192" y="826383"/>
                  </a:moveTo>
                  <a:cubicBezTo>
                    <a:pt x="184992" y="826383"/>
                    <a:pt x="0" y="641392"/>
                    <a:pt x="0" y="413191"/>
                  </a:cubicBezTo>
                  <a:cubicBezTo>
                    <a:pt x="0" y="184992"/>
                    <a:pt x="184992" y="0"/>
                    <a:pt x="413192" y="0"/>
                  </a:cubicBezTo>
                  <a:cubicBezTo>
                    <a:pt x="641393" y="0"/>
                    <a:pt x="826384" y="184992"/>
                    <a:pt x="826384" y="413191"/>
                  </a:cubicBezTo>
                  <a:cubicBezTo>
                    <a:pt x="826111" y="641278"/>
                    <a:pt x="641279" y="826110"/>
                    <a:pt x="413192" y="826383"/>
                  </a:cubicBezTo>
                  <a:close/>
                  <a:moveTo>
                    <a:pt x="413192" y="79393"/>
                  </a:moveTo>
                  <a:cubicBezTo>
                    <a:pt x="228840" y="79393"/>
                    <a:pt x="79393" y="228840"/>
                    <a:pt x="79393" y="413191"/>
                  </a:cubicBezTo>
                  <a:cubicBezTo>
                    <a:pt x="79393" y="597542"/>
                    <a:pt x="228840" y="746990"/>
                    <a:pt x="413192" y="746990"/>
                  </a:cubicBezTo>
                  <a:cubicBezTo>
                    <a:pt x="597543" y="746990"/>
                    <a:pt x="746991" y="597542"/>
                    <a:pt x="746991" y="413191"/>
                  </a:cubicBezTo>
                  <a:cubicBezTo>
                    <a:pt x="746772" y="228930"/>
                    <a:pt x="597454" y="79612"/>
                    <a:pt x="41319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94AEC2CF-AC04-B642-85F1-95001D5219CE}"/>
                </a:ext>
              </a:extLst>
            </p:cNvPr>
            <p:cNvSpPr/>
            <p:nvPr/>
          </p:nvSpPr>
          <p:spPr>
            <a:xfrm>
              <a:off x="7064173" y="1832515"/>
              <a:ext cx="79393" cy="250981"/>
            </a:xfrm>
            <a:custGeom>
              <a:avLst/>
              <a:gdLst>
                <a:gd name="connsiteX0" fmla="*/ 39697 w 79393"/>
                <a:gd name="connsiteY0" fmla="*/ 250981 h 250981"/>
                <a:gd name="connsiteX1" fmla="*/ 0 w 79393"/>
                <a:gd name="connsiteY1" fmla="*/ 211285 h 250981"/>
                <a:gd name="connsiteX2" fmla="*/ 0 w 79393"/>
                <a:gd name="connsiteY2" fmla="*/ 39697 h 250981"/>
                <a:gd name="connsiteX3" fmla="*/ 39697 w 79393"/>
                <a:gd name="connsiteY3" fmla="*/ 0 h 250981"/>
                <a:gd name="connsiteX4" fmla="*/ 79393 w 79393"/>
                <a:gd name="connsiteY4" fmla="*/ 39697 h 250981"/>
                <a:gd name="connsiteX5" fmla="*/ 79393 w 79393"/>
                <a:gd name="connsiteY5" fmla="*/ 211285 h 250981"/>
                <a:gd name="connsiteX6" fmla="*/ 39697 w 79393"/>
                <a:gd name="connsiteY6" fmla="*/ 250981 h 25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981">
                  <a:moveTo>
                    <a:pt x="39697" y="250981"/>
                  </a:moveTo>
                  <a:cubicBezTo>
                    <a:pt x="17773" y="250981"/>
                    <a:pt x="0" y="233207"/>
                    <a:pt x="0" y="21128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1285"/>
                  </a:lnTo>
                  <a:cubicBezTo>
                    <a:pt x="79393" y="233207"/>
                    <a:pt x="61621" y="250981"/>
                    <a:pt x="39697" y="25098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1DE1DED0-D825-B041-BC08-54223B21D2B8}"/>
                </a:ext>
              </a:extLst>
            </p:cNvPr>
            <p:cNvSpPr/>
            <p:nvPr/>
          </p:nvSpPr>
          <p:spPr>
            <a:xfrm>
              <a:off x="7210554" y="1847649"/>
              <a:ext cx="79393" cy="235847"/>
            </a:xfrm>
            <a:custGeom>
              <a:avLst/>
              <a:gdLst>
                <a:gd name="connsiteX0" fmla="*/ 39697 w 79393"/>
                <a:gd name="connsiteY0" fmla="*/ 235847 h 235847"/>
                <a:gd name="connsiteX1" fmla="*/ 0 w 79393"/>
                <a:gd name="connsiteY1" fmla="*/ 196151 h 235847"/>
                <a:gd name="connsiteX2" fmla="*/ 0 w 79393"/>
                <a:gd name="connsiteY2" fmla="*/ 39697 h 235847"/>
                <a:gd name="connsiteX3" fmla="*/ 39697 w 79393"/>
                <a:gd name="connsiteY3" fmla="*/ 0 h 235847"/>
                <a:gd name="connsiteX4" fmla="*/ 79393 w 79393"/>
                <a:gd name="connsiteY4" fmla="*/ 39697 h 235847"/>
                <a:gd name="connsiteX5" fmla="*/ 79393 w 79393"/>
                <a:gd name="connsiteY5" fmla="*/ 196151 h 235847"/>
                <a:gd name="connsiteX6" fmla="*/ 39697 w 79393"/>
                <a:gd name="connsiteY6" fmla="*/ 235847 h 235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35847">
                  <a:moveTo>
                    <a:pt x="39697" y="235847"/>
                  </a:moveTo>
                  <a:cubicBezTo>
                    <a:pt x="17773" y="235847"/>
                    <a:pt x="0" y="218073"/>
                    <a:pt x="0" y="1961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96151"/>
                  </a:lnTo>
                  <a:cubicBezTo>
                    <a:pt x="79393" y="218073"/>
                    <a:pt x="61619" y="235847"/>
                    <a:pt x="39697" y="2358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638E23FD-126A-574A-8A0C-62F4BE94B2D9}"/>
                </a:ext>
              </a:extLst>
            </p:cNvPr>
            <p:cNvSpPr/>
            <p:nvPr/>
          </p:nvSpPr>
          <p:spPr>
            <a:xfrm>
              <a:off x="6904196" y="1812319"/>
              <a:ext cx="546820" cy="313156"/>
            </a:xfrm>
            <a:custGeom>
              <a:avLst/>
              <a:gdLst>
                <a:gd name="connsiteX0" fmla="*/ 273361 w 546820"/>
                <a:gd name="connsiteY0" fmla="*/ 313156 h 313156"/>
                <a:gd name="connsiteX1" fmla="*/ 0 w 546820"/>
                <a:gd name="connsiteY1" fmla="*/ 39697 h 313156"/>
                <a:gd name="connsiteX2" fmla="*/ 39697 w 546820"/>
                <a:gd name="connsiteY2" fmla="*/ 0 h 313156"/>
                <a:gd name="connsiteX3" fmla="*/ 507124 w 546820"/>
                <a:gd name="connsiteY3" fmla="*/ 0 h 313156"/>
                <a:gd name="connsiteX4" fmla="*/ 546821 w 546820"/>
                <a:gd name="connsiteY4" fmla="*/ 39697 h 313156"/>
                <a:gd name="connsiteX5" fmla="*/ 273361 w 546820"/>
                <a:gd name="connsiteY5" fmla="*/ 313156 h 313156"/>
                <a:gd name="connsiteX6" fmla="*/ 83412 w 546820"/>
                <a:gd name="connsiteY6" fmla="*/ 79393 h 313156"/>
                <a:gd name="connsiteX7" fmla="*/ 313130 w 546820"/>
                <a:gd name="connsiteY7" fmla="*/ 229570 h 313156"/>
                <a:gd name="connsiteX8" fmla="*/ 463309 w 546820"/>
                <a:gd name="connsiteY8" fmla="*/ 79393 h 31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820" h="313156">
                  <a:moveTo>
                    <a:pt x="273361" y="313156"/>
                  </a:moveTo>
                  <a:cubicBezTo>
                    <a:pt x="122440" y="312938"/>
                    <a:pt x="164" y="190618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7124" y="0"/>
                  </a:lnTo>
                  <a:cubicBezTo>
                    <a:pt x="529046" y="0"/>
                    <a:pt x="546821" y="17773"/>
                    <a:pt x="546821" y="39697"/>
                  </a:cubicBezTo>
                  <a:cubicBezTo>
                    <a:pt x="546657" y="190658"/>
                    <a:pt x="424322" y="312992"/>
                    <a:pt x="273361" y="313156"/>
                  </a:cubicBezTo>
                  <a:close/>
                  <a:moveTo>
                    <a:pt x="83412" y="79393"/>
                  </a:moveTo>
                  <a:cubicBezTo>
                    <a:pt x="105376" y="184296"/>
                    <a:pt x="208224" y="251537"/>
                    <a:pt x="313130" y="229570"/>
                  </a:cubicBezTo>
                  <a:cubicBezTo>
                    <a:pt x="388570" y="213776"/>
                    <a:pt x="447515" y="154836"/>
                    <a:pt x="46330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710EC6B3-679C-4D4E-98FC-62F6728BAD55}"/>
                </a:ext>
              </a:extLst>
            </p:cNvPr>
            <p:cNvSpPr/>
            <p:nvPr/>
          </p:nvSpPr>
          <p:spPr>
            <a:xfrm>
              <a:off x="6949893" y="1608458"/>
              <a:ext cx="174362" cy="104372"/>
            </a:xfrm>
            <a:custGeom>
              <a:avLst/>
              <a:gdLst>
                <a:gd name="connsiteX0" fmla="*/ 39651 w 174362"/>
                <a:gd name="connsiteY0" fmla="*/ 104372 h 104372"/>
                <a:gd name="connsiteX1" fmla="*/ 0 w 174362"/>
                <a:gd name="connsiteY1" fmla="*/ 64630 h 104372"/>
                <a:gd name="connsiteX2" fmla="*/ 7149 w 174362"/>
                <a:gd name="connsiteY2" fmla="*/ 41949 h 104372"/>
                <a:gd name="connsiteX3" fmla="*/ 143593 w 174362"/>
                <a:gd name="connsiteY3" fmla="*/ 17626 h 104372"/>
                <a:gd name="connsiteX4" fmla="*/ 167672 w 174362"/>
                <a:gd name="connsiteY4" fmla="*/ 41602 h 104372"/>
                <a:gd name="connsiteX5" fmla="*/ 156709 w 174362"/>
                <a:gd name="connsiteY5" fmla="*/ 96661 h 104372"/>
                <a:gd name="connsiteX6" fmla="*/ 102818 w 174362"/>
                <a:gd name="connsiteY6" fmla="*/ 87352 h 104372"/>
                <a:gd name="connsiteX7" fmla="*/ 76909 w 174362"/>
                <a:gd name="connsiteY7" fmla="*/ 82745 h 104372"/>
                <a:gd name="connsiteX8" fmla="*/ 72301 w 174362"/>
                <a:gd name="connsiteY8" fmla="*/ 87352 h 104372"/>
                <a:gd name="connsiteX9" fmla="*/ 39651 w 174362"/>
                <a:gd name="connsiteY9" fmla="*/ 104372 h 10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62" h="104372">
                  <a:moveTo>
                    <a:pt x="39651" y="104372"/>
                  </a:moveTo>
                  <a:cubicBezTo>
                    <a:pt x="17727" y="104347"/>
                    <a:pt x="-25" y="86553"/>
                    <a:pt x="0" y="64630"/>
                  </a:cubicBezTo>
                  <a:cubicBezTo>
                    <a:pt x="9" y="56517"/>
                    <a:pt x="2504" y="48602"/>
                    <a:pt x="7149" y="41949"/>
                  </a:cubicBezTo>
                  <a:cubicBezTo>
                    <a:pt x="38110" y="-2445"/>
                    <a:pt x="99198" y="-13335"/>
                    <a:pt x="143593" y="17626"/>
                  </a:cubicBezTo>
                  <a:cubicBezTo>
                    <a:pt x="152954" y="24155"/>
                    <a:pt x="161103" y="32269"/>
                    <a:pt x="167672" y="41602"/>
                  </a:cubicBezTo>
                  <a:cubicBezTo>
                    <a:pt x="179849" y="59834"/>
                    <a:pt x="174940" y="84484"/>
                    <a:pt x="156709" y="96661"/>
                  </a:cubicBezTo>
                  <a:cubicBezTo>
                    <a:pt x="139132" y="108400"/>
                    <a:pt x="115439" y="104307"/>
                    <a:pt x="102818" y="87352"/>
                  </a:cubicBezTo>
                  <a:cubicBezTo>
                    <a:pt x="96936" y="78925"/>
                    <a:pt x="85336" y="76863"/>
                    <a:pt x="76909" y="82745"/>
                  </a:cubicBezTo>
                  <a:cubicBezTo>
                    <a:pt x="75114" y="83998"/>
                    <a:pt x="73554" y="85557"/>
                    <a:pt x="72301" y="87352"/>
                  </a:cubicBezTo>
                  <a:cubicBezTo>
                    <a:pt x="64866" y="98035"/>
                    <a:pt x="52666" y="104395"/>
                    <a:pt x="39651" y="1043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A1E4E4EB-C06A-D146-A7BA-0D6FE8A47884}"/>
                </a:ext>
              </a:extLst>
            </p:cNvPr>
            <p:cNvSpPr/>
            <p:nvPr/>
          </p:nvSpPr>
          <p:spPr>
            <a:xfrm>
              <a:off x="7230399" y="1608503"/>
              <a:ext cx="174847" cy="104326"/>
            </a:xfrm>
            <a:custGeom>
              <a:avLst/>
              <a:gdLst>
                <a:gd name="connsiteX0" fmla="*/ 39651 w 174847"/>
                <a:gd name="connsiteY0" fmla="*/ 104326 h 104326"/>
                <a:gd name="connsiteX1" fmla="*/ 0 w 174847"/>
                <a:gd name="connsiteY1" fmla="*/ 64584 h 104326"/>
                <a:gd name="connsiteX2" fmla="*/ 7149 w 174847"/>
                <a:gd name="connsiteY2" fmla="*/ 41904 h 104326"/>
                <a:gd name="connsiteX3" fmla="*/ 143606 w 174847"/>
                <a:gd name="connsiteY3" fmla="*/ 17658 h 104326"/>
                <a:gd name="connsiteX4" fmla="*/ 167573 w 174847"/>
                <a:gd name="connsiteY4" fmla="*/ 41507 h 104326"/>
                <a:gd name="connsiteX5" fmla="*/ 158046 w 174847"/>
                <a:gd name="connsiteY5" fmla="*/ 96834 h 104326"/>
                <a:gd name="connsiteX6" fmla="*/ 102719 w 174847"/>
                <a:gd name="connsiteY6" fmla="*/ 87307 h 104326"/>
                <a:gd name="connsiteX7" fmla="*/ 76812 w 174847"/>
                <a:gd name="connsiteY7" fmla="*/ 82699 h 104326"/>
                <a:gd name="connsiteX8" fmla="*/ 72202 w 174847"/>
                <a:gd name="connsiteY8" fmla="*/ 87307 h 104326"/>
                <a:gd name="connsiteX9" fmla="*/ 39651 w 174847"/>
                <a:gd name="connsiteY9" fmla="*/ 104326 h 104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847" h="104326">
                  <a:moveTo>
                    <a:pt x="39651" y="104326"/>
                  </a:moveTo>
                  <a:cubicBezTo>
                    <a:pt x="17729" y="104301"/>
                    <a:pt x="-25" y="86508"/>
                    <a:pt x="0" y="64584"/>
                  </a:cubicBezTo>
                  <a:cubicBezTo>
                    <a:pt x="9" y="56471"/>
                    <a:pt x="2504" y="48556"/>
                    <a:pt x="7149" y="41904"/>
                  </a:cubicBezTo>
                  <a:cubicBezTo>
                    <a:pt x="38138" y="-2473"/>
                    <a:pt x="99231" y="-13328"/>
                    <a:pt x="143606" y="17658"/>
                  </a:cubicBezTo>
                  <a:cubicBezTo>
                    <a:pt x="152915" y="24159"/>
                    <a:pt x="161028" y="32229"/>
                    <a:pt x="167573" y="41507"/>
                  </a:cubicBezTo>
                  <a:cubicBezTo>
                    <a:pt x="180222" y="59416"/>
                    <a:pt x="175954" y="84186"/>
                    <a:pt x="158046" y="96834"/>
                  </a:cubicBezTo>
                  <a:cubicBezTo>
                    <a:pt x="140138" y="109481"/>
                    <a:pt x="115367" y="105216"/>
                    <a:pt x="102719" y="87307"/>
                  </a:cubicBezTo>
                  <a:cubicBezTo>
                    <a:pt x="96839" y="78879"/>
                    <a:pt x="85238" y="76817"/>
                    <a:pt x="76812" y="82699"/>
                  </a:cubicBezTo>
                  <a:cubicBezTo>
                    <a:pt x="75016" y="83952"/>
                    <a:pt x="73458" y="85511"/>
                    <a:pt x="72202" y="87307"/>
                  </a:cubicBezTo>
                  <a:cubicBezTo>
                    <a:pt x="64789" y="97961"/>
                    <a:pt x="52632" y="104316"/>
                    <a:pt x="39651" y="1043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1" name="Picture Placeholder 43">
            <a:extLst>
              <a:ext uri="{FF2B5EF4-FFF2-40B4-BE49-F238E27FC236}">
                <a16:creationId xmlns:a16="http://schemas.microsoft.com/office/drawing/2014/main" id="{64B52D29-6FC2-43D8-89B2-FF28A0B48941}"/>
              </a:ext>
            </a:extLst>
          </p:cNvPr>
          <p:cNvGrpSpPr>
            <a:grpSpLocks noChangeAspect="1"/>
          </p:cNvGrpSpPr>
          <p:nvPr/>
        </p:nvGrpSpPr>
        <p:grpSpPr>
          <a:xfrm>
            <a:off x="8077804" y="1417587"/>
            <a:ext cx="838580" cy="838589"/>
            <a:chOff x="8077804" y="1417587"/>
            <a:chExt cx="838580" cy="838589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8231FCA2-2802-654D-8C93-92BC0DDBAD45}"/>
                </a:ext>
              </a:extLst>
            </p:cNvPr>
            <p:cNvSpPr/>
            <p:nvPr/>
          </p:nvSpPr>
          <p:spPr>
            <a:xfrm>
              <a:off x="8077804" y="1417587"/>
              <a:ext cx="838580" cy="838589"/>
            </a:xfrm>
            <a:custGeom>
              <a:avLst/>
              <a:gdLst>
                <a:gd name="connsiteX0" fmla="*/ 419196 w 838580"/>
                <a:gd name="connsiteY0" fmla="*/ 838590 h 838589"/>
                <a:gd name="connsiteX1" fmla="*/ 0 w 838580"/>
                <a:gd name="connsiteY1" fmla="*/ 419295 h 838589"/>
                <a:gd name="connsiteX2" fmla="*/ 39697 w 838580"/>
                <a:gd name="connsiteY2" fmla="*/ 379598 h 838589"/>
                <a:gd name="connsiteX3" fmla="*/ 379599 w 838580"/>
                <a:gd name="connsiteY3" fmla="*/ 379598 h 838589"/>
                <a:gd name="connsiteX4" fmla="*/ 379599 w 838580"/>
                <a:gd name="connsiteY4" fmla="*/ 39697 h 838589"/>
                <a:gd name="connsiteX5" fmla="*/ 419295 w 838580"/>
                <a:gd name="connsiteY5" fmla="*/ 0 h 838589"/>
                <a:gd name="connsiteX6" fmla="*/ 838581 w 838580"/>
                <a:gd name="connsiteY6" fmla="*/ 418610 h 838589"/>
                <a:gd name="connsiteX7" fmla="*/ 715531 w 838580"/>
                <a:gd name="connsiteY7" fmla="*/ 715530 h 838589"/>
                <a:gd name="connsiteX8" fmla="*/ 429368 w 838580"/>
                <a:gd name="connsiteY8" fmla="*/ 838590 h 838589"/>
                <a:gd name="connsiteX9" fmla="*/ 429368 w 838580"/>
                <a:gd name="connsiteY9" fmla="*/ 838590 h 838589"/>
                <a:gd name="connsiteX10" fmla="*/ 419196 w 838580"/>
                <a:gd name="connsiteY10" fmla="*/ 838590 h 838589"/>
                <a:gd name="connsiteX11" fmla="*/ 428475 w 838580"/>
                <a:gd name="connsiteY11" fmla="*/ 798893 h 838589"/>
                <a:gd name="connsiteX12" fmla="*/ 428475 w 838580"/>
                <a:gd name="connsiteY12" fmla="*/ 798893 h 838589"/>
                <a:gd name="connsiteX13" fmla="*/ 81527 w 838580"/>
                <a:gd name="connsiteY13" fmla="*/ 458991 h 838589"/>
                <a:gd name="connsiteX14" fmla="*/ 457788 w 838580"/>
                <a:gd name="connsiteY14" fmla="*/ 757132 h 838589"/>
                <a:gd name="connsiteX15" fmla="*/ 659360 w 838580"/>
                <a:gd name="connsiteY15" fmla="*/ 659360 h 838589"/>
                <a:gd name="connsiteX16" fmla="*/ 659837 w 838580"/>
                <a:gd name="connsiteY16" fmla="*/ 178947 h 838589"/>
                <a:gd name="connsiteX17" fmla="*/ 458992 w 838580"/>
                <a:gd name="connsiteY17" fmla="*/ 81527 h 838589"/>
                <a:gd name="connsiteX18" fmla="*/ 458992 w 838580"/>
                <a:gd name="connsiteY18" fmla="*/ 419295 h 838589"/>
                <a:gd name="connsiteX19" fmla="*/ 419295 w 838580"/>
                <a:gd name="connsiteY19" fmla="*/ 458991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8580" h="838589">
                  <a:moveTo>
                    <a:pt x="419196" y="838590"/>
                  </a:moveTo>
                  <a:cubicBezTo>
                    <a:pt x="187710" y="838426"/>
                    <a:pt x="109" y="650780"/>
                    <a:pt x="0" y="419295"/>
                  </a:cubicBezTo>
                  <a:cubicBezTo>
                    <a:pt x="0" y="397371"/>
                    <a:pt x="17773" y="379598"/>
                    <a:pt x="39697" y="379598"/>
                  </a:cubicBezTo>
                  <a:lnTo>
                    <a:pt x="379599" y="379598"/>
                  </a:lnTo>
                  <a:lnTo>
                    <a:pt x="379599" y="39697"/>
                  </a:lnTo>
                  <a:cubicBezTo>
                    <a:pt x="379599" y="17773"/>
                    <a:pt x="397371" y="0"/>
                    <a:pt x="419295" y="0"/>
                  </a:cubicBezTo>
                  <a:cubicBezTo>
                    <a:pt x="650672" y="-186"/>
                    <a:pt x="838392" y="187231"/>
                    <a:pt x="838581" y="418610"/>
                  </a:cubicBezTo>
                  <a:cubicBezTo>
                    <a:pt x="838670" y="530009"/>
                    <a:pt x="794393" y="636852"/>
                    <a:pt x="715531" y="715530"/>
                  </a:cubicBezTo>
                  <a:cubicBezTo>
                    <a:pt x="639601" y="791946"/>
                    <a:pt x="537065" y="836044"/>
                    <a:pt x="429368" y="838590"/>
                  </a:cubicBezTo>
                  <a:lnTo>
                    <a:pt x="429368" y="838590"/>
                  </a:lnTo>
                  <a:cubicBezTo>
                    <a:pt x="425994" y="838590"/>
                    <a:pt x="422570" y="838590"/>
                    <a:pt x="419196" y="838590"/>
                  </a:cubicBezTo>
                  <a:close/>
                  <a:moveTo>
                    <a:pt x="428475" y="798893"/>
                  </a:moveTo>
                  <a:lnTo>
                    <a:pt x="428475" y="798893"/>
                  </a:lnTo>
                  <a:close/>
                  <a:moveTo>
                    <a:pt x="81527" y="458991"/>
                  </a:moveTo>
                  <a:cubicBezTo>
                    <a:pt x="103099" y="645223"/>
                    <a:pt x="271556" y="778703"/>
                    <a:pt x="457788" y="757132"/>
                  </a:cubicBezTo>
                  <a:cubicBezTo>
                    <a:pt x="534108" y="748290"/>
                    <a:pt x="605170" y="713824"/>
                    <a:pt x="659360" y="659360"/>
                  </a:cubicBezTo>
                  <a:cubicBezTo>
                    <a:pt x="792155" y="526828"/>
                    <a:pt x="792369" y="311742"/>
                    <a:pt x="659837" y="178947"/>
                  </a:cubicBezTo>
                  <a:cubicBezTo>
                    <a:pt x="605775" y="124776"/>
                    <a:pt x="535006" y="90448"/>
                    <a:pt x="458992" y="81527"/>
                  </a:cubicBezTo>
                  <a:lnTo>
                    <a:pt x="458992" y="419295"/>
                  </a:lnTo>
                  <a:cubicBezTo>
                    <a:pt x="458992" y="441219"/>
                    <a:pt x="441219" y="458991"/>
                    <a:pt x="419295" y="4589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9DC8B3FD-3A88-FD48-BDD1-B75577164C12}"/>
                </a:ext>
              </a:extLst>
            </p:cNvPr>
            <p:cNvSpPr/>
            <p:nvPr/>
          </p:nvSpPr>
          <p:spPr>
            <a:xfrm>
              <a:off x="8082766" y="1427511"/>
              <a:ext cx="357269" cy="357268"/>
            </a:xfrm>
            <a:custGeom>
              <a:avLst/>
              <a:gdLst>
                <a:gd name="connsiteX0" fmla="*/ 317573 w 357269"/>
                <a:gd name="connsiteY0" fmla="*/ 357269 h 357268"/>
                <a:gd name="connsiteX1" fmla="*/ 39697 w 357269"/>
                <a:gd name="connsiteY1" fmla="*/ 357269 h 357268"/>
                <a:gd name="connsiteX2" fmla="*/ 0 w 357269"/>
                <a:gd name="connsiteY2" fmla="*/ 317572 h 357268"/>
                <a:gd name="connsiteX3" fmla="*/ 317573 w 357269"/>
                <a:gd name="connsiteY3" fmla="*/ 0 h 357268"/>
                <a:gd name="connsiteX4" fmla="*/ 357269 w 357269"/>
                <a:gd name="connsiteY4" fmla="*/ 39697 h 357268"/>
                <a:gd name="connsiteX5" fmla="*/ 357269 w 357269"/>
                <a:gd name="connsiteY5" fmla="*/ 317572 h 357268"/>
                <a:gd name="connsiteX6" fmla="*/ 317573 w 357269"/>
                <a:gd name="connsiteY6" fmla="*/ 357269 h 357268"/>
                <a:gd name="connsiteX7" fmla="*/ 82767 w 357269"/>
                <a:gd name="connsiteY7" fmla="*/ 277876 h 357268"/>
                <a:gd name="connsiteX8" fmla="*/ 277876 w 357269"/>
                <a:gd name="connsiteY8" fmla="*/ 277876 h 357268"/>
                <a:gd name="connsiteX9" fmla="*/ 277876 w 357269"/>
                <a:gd name="connsiteY9" fmla="*/ 82569 h 357268"/>
                <a:gd name="connsiteX10" fmla="*/ 82767 w 357269"/>
                <a:gd name="connsiteY10" fmla="*/ 277876 h 357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269" h="357268">
                  <a:moveTo>
                    <a:pt x="317573" y="357269"/>
                  </a:moveTo>
                  <a:lnTo>
                    <a:pt x="39697" y="357269"/>
                  </a:lnTo>
                  <a:cubicBezTo>
                    <a:pt x="17773" y="357269"/>
                    <a:pt x="0" y="339496"/>
                    <a:pt x="0" y="317572"/>
                  </a:cubicBezTo>
                  <a:cubicBezTo>
                    <a:pt x="191" y="142262"/>
                    <a:pt x="142262" y="191"/>
                    <a:pt x="317573" y="0"/>
                  </a:cubicBezTo>
                  <a:cubicBezTo>
                    <a:pt x="339497" y="0"/>
                    <a:pt x="357269" y="17773"/>
                    <a:pt x="357269" y="39697"/>
                  </a:cubicBezTo>
                  <a:lnTo>
                    <a:pt x="357269" y="317572"/>
                  </a:lnTo>
                  <a:cubicBezTo>
                    <a:pt x="357269" y="339496"/>
                    <a:pt x="339497" y="357269"/>
                    <a:pt x="317573" y="357269"/>
                  </a:cubicBezTo>
                  <a:close/>
                  <a:moveTo>
                    <a:pt x="82767" y="277876"/>
                  </a:moveTo>
                  <a:lnTo>
                    <a:pt x="277876" y="277876"/>
                  </a:lnTo>
                  <a:lnTo>
                    <a:pt x="277876" y="82569"/>
                  </a:lnTo>
                  <a:cubicBezTo>
                    <a:pt x="177982" y="99667"/>
                    <a:pt x="99764" y="177964"/>
                    <a:pt x="82767" y="2778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4" name="Picture Placeholder 45">
            <a:extLst>
              <a:ext uri="{FF2B5EF4-FFF2-40B4-BE49-F238E27FC236}">
                <a16:creationId xmlns:a16="http://schemas.microsoft.com/office/drawing/2014/main" id="{10D3E3A4-CEA2-4B81-9529-2CA89898F485}"/>
              </a:ext>
            </a:extLst>
          </p:cNvPr>
          <p:cNvGrpSpPr>
            <a:grpSpLocks noChangeAspect="1"/>
          </p:cNvGrpSpPr>
          <p:nvPr/>
        </p:nvGrpSpPr>
        <p:grpSpPr>
          <a:xfrm>
            <a:off x="9401530" y="1426270"/>
            <a:ext cx="826217" cy="821271"/>
            <a:chOff x="9401530" y="1426270"/>
            <a:chExt cx="826217" cy="821271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ABBF4E7A-2425-D948-94CA-4005094188BA}"/>
                </a:ext>
              </a:extLst>
            </p:cNvPr>
            <p:cNvSpPr/>
            <p:nvPr/>
          </p:nvSpPr>
          <p:spPr>
            <a:xfrm>
              <a:off x="9401530" y="1486311"/>
              <a:ext cx="761165" cy="761230"/>
            </a:xfrm>
            <a:custGeom>
              <a:avLst/>
              <a:gdLst>
                <a:gd name="connsiteX0" fmla="*/ 380822 w 761165"/>
                <a:gd name="connsiteY0" fmla="*/ 761231 h 761230"/>
                <a:gd name="connsiteX1" fmla="*/ 362661 w 761165"/>
                <a:gd name="connsiteY1" fmla="*/ 760784 h 761230"/>
                <a:gd name="connsiteX2" fmla="*/ 430 w 761165"/>
                <a:gd name="connsiteY2" fmla="*/ 398553 h 761230"/>
                <a:gd name="connsiteX3" fmla="*/ 362735 w 761165"/>
                <a:gd name="connsiteY3" fmla="*/ 422 h 761230"/>
                <a:gd name="connsiteX4" fmla="*/ 380524 w 761165"/>
                <a:gd name="connsiteY4" fmla="*/ 0 h 761230"/>
                <a:gd name="connsiteX5" fmla="*/ 420221 w 761165"/>
                <a:gd name="connsiteY5" fmla="*/ 39697 h 761230"/>
                <a:gd name="connsiteX6" fmla="*/ 420221 w 761165"/>
                <a:gd name="connsiteY6" fmla="*/ 340894 h 761230"/>
                <a:gd name="connsiteX7" fmla="*/ 721469 w 761165"/>
                <a:gd name="connsiteY7" fmla="*/ 340894 h 761230"/>
                <a:gd name="connsiteX8" fmla="*/ 761165 w 761165"/>
                <a:gd name="connsiteY8" fmla="*/ 380591 h 761230"/>
                <a:gd name="connsiteX9" fmla="*/ 380822 w 761165"/>
                <a:gd name="connsiteY9" fmla="*/ 761231 h 761230"/>
                <a:gd name="connsiteX10" fmla="*/ 341126 w 761165"/>
                <a:gd name="connsiteY10" fmla="*/ 81924 h 761230"/>
                <a:gd name="connsiteX11" fmla="*/ 79674 w 761165"/>
                <a:gd name="connsiteY11" fmla="*/ 394881 h 761230"/>
                <a:gd name="connsiteX12" fmla="*/ 366283 w 761165"/>
                <a:gd name="connsiteY12" fmla="*/ 681491 h 761230"/>
                <a:gd name="connsiteX13" fmla="*/ 366283 w 761165"/>
                <a:gd name="connsiteY13" fmla="*/ 681491 h 761230"/>
                <a:gd name="connsiteX14" fmla="*/ 679192 w 761165"/>
                <a:gd name="connsiteY14" fmla="*/ 420287 h 761230"/>
                <a:gd name="connsiteX15" fmla="*/ 380524 w 761165"/>
                <a:gd name="connsiteY15" fmla="*/ 420287 h 761230"/>
                <a:gd name="connsiteX16" fmla="*/ 340828 w 761165"/>
                <a:gd name="connsiteY16" fmla="*/ 380591 h 76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1165" h="761230">
                  <a:moveTo>
                    <a:pt x="380822" y="761231"/>
                  </a:moveTo>
                  <a:cubicBezTo>
                    <a:pt x="374768" y="761231"/>
                    <a:pt x="368715" y="761082"/>
                    <a:pt x="362661" y="760784"/>
                  </a:cubicBezTo>
                  <a:cubicBezTo>
                    <a:pt x="168445" y="751853"/>
                    <a:pt x="9312" y="592719"/>
                    <a:pt x="430" y="398553"/>
                  </a:cubicBezTo>
                  <a:cubicBezTo>
                    <a:pt x="-9464" y="188565"/>
                    <a:pt x="152746" y="10315"/>
                    <a:pt x="362735" y="422"/>
                  </a:cubicBezTo>
                  <a:cubicBezTo>
                    <a:pt x="368661" y="142"/>
                    <a:pt x="374592" y="2"/>
                    <a:pt x="380524" y="0"/>
                  </a:cubicBezTo>
                  <a:cubicBezTo>
                    <a:pt x="402448" y="0"/>
                    <a:pt x="420221" y="17773"/>
                    <a:pt x="420221" y="39697"/>
                  </a:cubicBezTo>
                  <a:lnTo>
                    <a:pt x="420221" y="340894"/>
                  </a:lnTo>
                  <a:lnTo>
                    <a:pt x="721469" y="340894"/>
                  </a:lnTo>
                  <a:cubicBezTo>
                    <a:pt x="743391" y="340894"/>
                    <a:pt x="761165" y="358667"/>
                    <a:pt x="761165" y="380591"/>
                  </a:cubicBezTo>
                  <a:cubicBezTo>
                    <a:pt x="761135" y="590685"/>
                    <a:pt x="590916" y="761037"/>
                    <a:pt x="380822" y="761231"/>
                  </a:cubicBezTo>
                  <a:close/>
                  <a:moveTo>
                    <a:pt x="341126" y="81924"/>
                  </a:moveTo>
                  <a:cubicBezTo>
                    <a:pt x="185917" y="102500"/>
                    <a:pt x="72310" y="238489"/>
                    <a:pt x="79674" y="394881"/>
                  </a:cubicBezTo>
                  <a:cubicBezTo>
                    <a:pt x="86720" y="548706"/>
                    <a:pt x="212608" y="674395"/>
                    <a:pt x="366283" y="681491"/>
                  </a:cubicBezTo>
                  <a:lnTo>
                    <a:pt x="366283" y="681491"/>
                  </a:lnTo>
                  <a:cubicBezTo>
                    <a:pt x="522584" y="688864"/>
                    <a:pt x="658520" y="575387"/>
                    <a:pt x="679192" y="420287"/>
                  </a:cubicBezTo>
                  <a:lnTo>
                    <a:pt x="380524" y="420287"/>
                  </a:lnTo>
                  <a:cubicBezTo>
                    <a:pt x="358600" y="420287"/>
                    <a:pt x="340828" y="402515"/>
                    <a:pt x="340828" y="3805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0434B22D-4F60-2843-B1AE-3AAF5F8D0349}"/>
                </a:ext>
              </a:extLst>
            </p:cNvPr>
            <p:cNvSpPr/>
            <p:nvPr/>
          </p:nvSpPr>
          <p:spPr>
            <a:xfrm>
              <a:off x="9887598" y="1426270"/>
              <a:ext cx="340150" cy="340100"/>
            </a:xfrm>
            <a:custGeom>
              <a:avLst/>
              <a:gdLst>
                <a:gd name="connsiteX0" fmla="*/ 300454 w 340150"/>
                <a:gd name="connsiteY0" fmla="*/ 340100 h 340100"/>
                <a:gd name="connsiteX1" fmla="*/ 39697 w 340150"/>
                <a:gd name="connsiteY1" fmla="*/ 340100 h 340100"/>
                <a:gd name="connsiteX2" fmla="*/ 0 w 340150"/>
                <a:gd name="connsiteY2" fmla="*/ 300404 h 340100"/>
                <a:gd name="connsiteX3" fmla="*/ 0 w 340150"/>
                <a:gd name="connsiteY3" fmla="*/ 39697 h 340100"/>
                <a:gd name="connsiteX4" fmla="*/ 39697 w 340150"/>
                <a:gd name="connsiteY4" fmla="*/ 0 h 340100"/>
                <a:gd name="connsiteX5" fmla="*/ 340150 w 340150"/>
                <a:gd name="connsiteY5" fmla="*/ 300404 h 340100"/>
                <a:gd name="connsiteX6" fmla="*/ 300454 w 340150"/>
                <a:gd name="connsiteY6" fmla="*/ 340100 h 340100"/>
                <a:gd name="connsiteX7" fmla="*/ 79393 w 340150"/>
                <a:gd name="connsiteY7" fmla="*/ 260707 h 340100"/>
                <a:gd name="connsiteX8" fmla="*/ 256986 w 340150"/>
                <a:gd name="connsiteY8" fmla="*/ 260707 h 340100"/>
                <a:gd name="connsiteX9" fmla="*/ 79195 w 340150"/>
                <a:gd name="connsiteY9" fmla="*/ 82916 h 3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150" h="340100">
                  <a:moveTo>
                    <a:pt x="300454" y="340100"/>
                  </a:moveTo>
                  <a:lnTo>
                    <a:pt x="39697" y="340100"/>
                  </a:lnTo>
                  <a:cubicBezTo>
                    <a:pt x="17774" y="340100"/>
                    <a:pt x="0" y="322328"/>
                    <a:pt x="0" y="30040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205544" y="164"/>
                    <a:pt x="339957" y="134555"/>
                    <a:pt x="340150" y="300404"/>
                  </a:cubicBezTo>
                  <a:cubicBezTo>
                    <a:pt x="340150" y="322328"/>
                    <a:pt x="322376" y="340100"/>
                    <a:pt x="300454" y="340100"/>
                  </a:cubicBezTo>
                  <a:close/>
                  <a:moveTo>
                    <a:pt x="79393" y="260707"/>
                  </a:moveTo>
                  <a:lnTo>
                    <a:pt x="256986" y="260707"/>
                  </a:lnTo>
                  <a:cubicBezTo>
                    <a:pt x="240308" y="170319"/>
                    <a:pt x="169584" y="99596"/>
                    <a:pt x="79195" y="8291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022687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9B6FD960-E68D-4F27-A13D-7AA141097CC6}"/>
              </a:ext>
            </a:extLst>
          </p:cNvPr>
          <p:cNvGrpSpPr>
            <a:grpSpLocks noChangeAspect="1"/>
          </p:cNvGrpSpPr>
          <p:nvPr/>
        </p:nvGrpSpPr>
        <p:grpSpPr>
          <a:xfrm>
            <a:off x="1495722" y="1420266"/>
            <a:ext cx="827673" cy="833180"/>
            <a:chOff x="1495722" y="1420266"/>
            <a:chExt cx="827673" cy="83318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ADEDA39B-6E32-4D41-ABBF-71E0ACFE8DB6}"/>
                </a:ext>
              </a:extLst>
            </p:cNvPr>
            <p:cNvSpPr/>
            <p:nvPr/>
          </p:nvSpPr>
          <p:spPr>
            <a:xfrm>
              <a:off x="1686514" y="1613691"/>
              <a:ext cx="447876" cy="447876"/>
            </a:xfrm>
            <a:custGeom>
              <a:avLst/>
              <a:gdLst>
                <a:gd name="connsiteX0" fmla="*/ 225228 w 447876"/>
                <a:gd name="connsiteY0" fmla="*/ 447873 h 447876"/>
                <a:gd name="connsiteX1" fmla="*/ 4 w 447876"/>
                <a:gd name="connsiteY1" fmla="*/ 225229 h 447876"/>
                <a:gd name="connsiteX2" fmla="*/ 222648 w 447876"/>
                <a:gd name="connsiteY2" fmla="*/ 4 h 447876"/>
                <a:gd name="connsiteX3" fmla="*/ 447872 w 447876"/>
                <a:gd name="connsiteY3" fmla="*/ 222648 h 447876"/>
                <a:gd name="connsiteX4" fmla="*/ 447877 w 447876"/>
                <a:gd name="connsiteY4" fmla="*/ 223935 h 447876"/>
                <a:gd name="connsiteX5" fmla="*/ 225228 w 447876"/>
                <a:gd name="connsiteY5" fmla="*/ 447873 h 447876"/>
                <a:gd name="connsiteX6" fmla="*/ 225228 w 447876"/>
                <a:gd name="connsiteY6" fmla="*/ 79389 h 447876"/>
                <a:gd name="connsiteX7" fmla="*/ 79399 w 447876"/>
                <a:gd name="connsiteY7" fmla="*/ 222638 h 447876"/>
                <a:gd name="connsiteX8" fmla="*/ 222648 w 447876"/>
                <a:gd name="connsiteY8" fmla="*/ 368470 h 447876"/>
                <a:gd name="connsiteX9" fmla="*/ 368479 w 447876"/>
                <a:gd name="connsiteY9" fmla="*/ 225219 h 447876"/>
                <a:gd name="connsiteX10" fmla="*/ 368483 w 447876"/>
                <a:gd name="connsiteY10" fmla="*/ 223935 h 447876"/>
                <a:gd name="connsiteX11" fmla="*/ 225231 w 447876"/>
                <a:gd name="connsiteY11" fmla="*/ 79389 h 447876"/>
                <a:gd name="connsiteX12" fmla="*/ 225228 w 447876"/>
                <a:gd name="connsiteY12" fmla="*/ 79389 h 44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7876" h="447876">
                  <a:moveTo>
                    <a:pt x="225228" y="447873"/>
                  </a:moveTo>
                  <a:cubicBezTo>
                    <a:pt x="101553" y="448587"/>
                    <a:pt x="716" y="348904"/>
                    <a:pt x="4" y="225229"/>
                  </a:cubicBezTo>
                  <a:cubicBezTo>
                    <a:pt x="-709" y="101553"/>
                    <a:pt x="98972" y="716"/>
                    <a:pt x="222648" y="4"/>
                  </a:cubicBezTo>
                  <a:cubicBezTo>
                    <a:pt x="346323" y="-709"/>
                    <a:pt x="447162" y="98973"/>
                    <a:pt x="447872" y="222648"/>
                  </a:cubicBezTo>
                  <a:cubicBezTo>
                    <a:pt x="447877" y="223077"/>
                    <a:pt x="447877" y="223506"/>
                    <a:pt x="447877" y="223935"/>
                  </a:cubicBezTo>
                  <a:cubicBezTo>
                    <a:pt x="448070" y="347187"/>
                    <a:pt x="348481" y="447352"/>
                    <a:pt x="225228" y="447873"/>
                  </a:cubicBezTo>
                  <a:close/>
                  <a:moveTo>
                    <a:pt x="225228" y="79389"/>
                  </a:moveTo>
                  <a:cubicBezTo>
                    <a:pt x="145402" y="78677"/>
                    <a:pt x="80112" y="142812"/>
                    <a:pt x="79399" y="222638"/>
                  </a:cubicBezTo>
                  <a:cubicBezTo>
                    <a:pt x="78686" y="302464"/>
                    <a:pt x="142821" y="367755"/>
                    <a:pt x="222648" y="368470"/>
                  </a:cubicBezTo>
                  <a:cubicBezTo>
                    <a:pt x="302473" y="369179"/>
                    <a:pt x="367764" y="305045"/>
                    <a:pt x="368479" y="225219"/>
                  </a:cubicBezTo>
                  <a:cubicBezTo>
                    <a:pt x="368483" y="224791"/>
                    <a:pt x="368483" y="224363"/>
                    <a:pt x="368483" y="223935"/>
                  </a:cubicBezTo>
                  <a:cubicBezTo>
                    <a:pt x="368841" y="144462"/>
                    <a:pt x="304706" y="79747"/>
                    <a:pt x="225231" y="79389"/>
                  </a:cubicBezTo>
                  <a:cubicBezTo>
                    <a:pt x="225230" y="79389"/>
                    <a:pt x="225229" y="79389"/>
                    <a:pt x="225228" y="793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845BB4F-1459-CD45-83F0-D84894F52B0B}"/>
                </a:ext>
              </a:extLst>
            </p:cNvPr>
            <p:cNvSpPr/>
            <p:nvPr/>
          </p:nvSpPr>
          <p:spPr>
            <a:xfrm>
              <a:off x="1871252" y="2079775"/>
              <a:ext cx="79393" cy="173672"/>
            </a:xfrm>
            <a:custGeom>
              <a:avLst/>
              <a:gdLst>
                <a:gd name="connsiteX0" fmla="*/ 39697 w 79393"/>
                <a:gd name="connsiteY0" fmla="*/ 173672 h 173672"/>
                <a:gd name="connsiteX1" fmla="*/ 0 w 79393"/>
                <a:gd name="connsiteY1" fmla="*/ 133976 h 173672"/>
                <a:gd name="connsiteX2" fmla="*/ 0 w 79393"/>
                <a:gd name="connsiteY2" fmla="*/ 39697 h 173672"/>
                <a:gd name="connsiteX3" fmla="*/ 39697 w 79393"/>
                <a:gd name="connsiteY3" fmla="*/ 0 h 173672"/>
                <a:gd name="connsiteX4" fmla="*/ 79393 w 79393"/>
                <a:gd name="connsiteY4" fmla="*/ 39697 h 173672"/>
                <a:gd name="connsiteX5" fmla="*/ 79393 w 79393"/>
                <a:gd name="connsiteY5" fmla="*/ 133976 h 173672"/>
                <a:gd name="connsiteX6" fmla="*/ 39697 w 79393"/>
                <a:gd name="connsiteY6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672">
                  <a:moveTo>
                    <a:pt x="39697" y="173672"/>
                  </a:move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33976"/>
                  </a:lnTo>
                  <a:cubicBezTo>
                    <a:pt x="79393" y="155898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F59E899-C2E2-F04E-A339-64FF71645883}"/>
                </a:ext>
              </a:extLst>
            </p:cNvPr>
            <p:cNvSpPr/>
            <p:nvPr/>
          </p:nvSpPr>
          <p:spPr>
            <a:xfrm>
              <a:off x="1871252" y="1420266"/>
              <a:ext cx="79393" cy="173672"/>
            </a:xfrm>
            <a:custGeom>
              <a:avLst/>
              <a:gdLst>
                <a:gd name="connsiteX0" fmla="*/ 39697 w 79393"/>
                <a:gd name="connsiteY0" fmla="*/ 173672 h 173672"/>
                <a:gd name="connsiteX1" fmla="*/ 0 w 79393"/>
                <a:gd name="connsiteY1" fmla="*/ 133976 h 173672"/>
                <a:gd name="connsiteX2" fmla="*/ 0 w 79393"/>
                <a:gd name="connsiteY2" fmla="*/ 39697 h 173672"/>
                <a:gd name="connsiteX3" fmla="*/ 39697 w 79393"/>
                <a:gd name="connsiteY3" fmla="*/ 0 h 173672"/>
                <a:gd name="connsiteX4" fmla="*/ 79393 w 79393"/>
                <a:gd name="connsiteY4" fmla="*/ 39697 h 173672"/>
                <a:gd name="connsiteX5" fmla="*/ 79393 w 79393"/>
                <a:gd name="connsiteY5" fmla="*/ 133976 h 173672"/>
                <a:gd name="connsiteX6" fmla="*/ 39697 w 79393"/>
                <a:gd name="connsiteY6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3976"/>
                  </a:lnTo>
                  <a:cubicBezTo>
                    <a:pt x="79393" y="155900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8E8E596-23AF-C147-8063-E5A9EECD99FE}"/>
                </a:ext>
              </a:extLst>
            </p:cNvPr>
            <p:cNvSpPr/>
            <p:nvPr/>
          </p:nvSpPr>
          <p:spPr>
            <a:xfrm>
              <a:off x="2150220" y="1799666"/>
              <a:ext cx="173176" cy="79393"/>
            </a:xfrm>
            <a:custGeom>
              <a:avLst/>
              <a:gdLst>
                <a:gd name="connsiteX0" fmla="*/ 133480 w 173176"/>
                <a:gd name="connsiteY0" fmla="*/ 79393 h 79393"/>
                <a:gd name="connsiteX1" fmla="*/ 39697 w 173176"/>
                <a:gd name="connsiteY1" fmla="*/ 79393 h 79393"/>
                <a:gd name="connsiteX2" fmla="*/ 0 w 173176"/>
                <a:gd name="connsiteY2" fmla="*/ 39697 h 79393"/>
                <a:gd name="connsiteX3" fmla="*/ 39697 w 173176"/>
                <a:gd name="connsiteY3" fmla="*/ 0 h 79393"/>
                <a:gd name="connsiteX4" fmla="*/ 133480 w 173176"/>
                <a:gd name="connsiteY4" fmla="*/ 0 h 79393"/>
                <a:gd name="connsiteX5" fmla="*/ 173176 w 173176"/>
                <a:gd name="connsiteY5" fmla="*/ 39697 h 79393"/>
                <a:gd name="connsiteX6" fmla="*/ 133480 w 17317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76" h="79393">
                  <a:moveTo>
                    <a:pt x="133480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480" y="0"/>
                  </a:lnTo>
                  <a:cubicBezTo>
                    <a:pt x="155402" y="0"/>
                    <a:pt x="173176" y="17773"/>
                    <a:pt x="173176" y="39697"/>
                  </a:cubicBezTo>
                  <a:cubicBezTo>
                    <a:pt x="173176" y="61620"/>
                    <a:pt x="155402" y="79393"/>
                    <a:pt x="13348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524E54CA-14C2-344D-A8CD-84B566FDBBD8}"/>
                </a:ext>
              </a:extLst>
            </p:cNvPr>
            <p:cNvSpPr/>
            <p:nvPr/>
          </p:nvSpPr>
          <p:spPr>
            <a:xfrm>
              <a:off x="1495722" y="1797086"/>
              <a:ext cx="173176" cy="79393"/>
            </a:xfrm>
            <a:custGeom>
              <a:avLst/>
              <a:gdLst>
                <a:gd name="connsiteX0" fmla="*/ 133480 w 173176"/>
                <a:gd name="connsiteY0" fmla="*/ 79393 h 79393"/>
                <a:gd name="connsiteX1" fmla="*/ 39697 w 173176"/>
                <a:gd name="connsiteY1" fmla="*/ 79393 h 79393"/>
                <a:gd name="connsiteX2" fmla="*/ 0 w 173176"/>
                <a:gd name="connsiteY2" fmla="*/ 39697 h 79393"/>
                <a:gd name="connsiteX3" fmla="*/ 39697 w 173176"/>
                <a:gd name="connsiteY3" fmla="*/ 0 h 79393"/>
                <a:gd name="connsiteX4" fmla="*/ 133480 w 173176"/>
                <a:gd name="connsiteY4" fmla="*/ 0 h 79393"/>
                <a:gd name="connsiteX5" fmla="*/ 173176 w 173176"/>
                <a:gd name="connsiteY5" fmla="*/ 39697 h 79393"/>
                <a:gd name="connsiteX6" fmla="*/ 133480 w 17317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76" h="79393">
                  <a:moveTo>
                    <a:pt x="13348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480" y="0"/>
                  </a:lnTo>
                  <a:cubicBezTo>
                    <a:pt x="155404" y="0"/>
                    <a:pt x="173176" y="17773"/>
                    <a:pt x="173176" y="39697"/>
                  </a:cubicBezTo>
                  <a:cubicBezTo>
                    <a:pt x="173176" y="61620"/>
                    <a:pt x="155404" y="79393"/>
                    <a:pt x="13348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266FD2F-57DD-D544-A587-FB7A221F268E}"/>
                </a:ext>
              </a:extLst>
            </p:cNvPr>
            <p:cNvSpPr/>
            <p:nvPr/>
          </p:nvSpPr>
          <p:spPr>
            <a:xfrm>
              <a:off x="2082232" y="2009505"/>
              <a:ext cx="145725" cy="146090"/>
            </a:xfrm>
            <a:custGeom>
              <a:avLst/>
              <a:gdLst>
                <a:gd name="connsiteX0" fmla="*/ 105848 w 145725"/>
                <a:gd name="connsiteY0" fmla="*/ 146091 h 146090"/>
                <a:gd name="connsiteX1" fmla="*/ 77713 w 145725"/>
                <a:gd name="connsiteY1" fmla="*/ 134380 h 146090"/>
                <a:gd name="connsiteX2" fmla="*/ 11519 w 145725"/>
                <a:gd name="connsiteY2" fmla="*/ 67739 h 146090"/>
                <a:gd name="connsiteX3" fmla="*/ 11767 w 145725"/>
                <a:gd name="connsiteY3" fmla="*/ 11519 h 146090"/>
                <a:gd name="connsiteX4" fmla="*/ 67988 w 145725"/>
                <a:gd name="connsiteY4" fmla="*/ 11767 h 146090"/>
                <a:gd name="connsiteX5" fmla="*/ 134182 w 145725"/>
                <a:gd name="connsiteY5" fmla="*/ 78408 h 146090"/>
                <a:gd name="connsiteX6" fmla="*/ 134013 w 145725"/>
                <a:gd name="connsiteY6" fmla="*/ 134549 h 146090"/>
                <a:gd name="connsiteX7" fmla="*/ 105997 w 145725"/>
                <a:gd name="connsiteY7" fmla="*/ 146091 h 14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725" h="146090">
                  <a:moveTo>
                    <a:pt x="105848" y="146091"/>
                  </a:moveTo>
                  <a:cubicBezTo>
                    <a:pt x="95284" y="146086"/>
                    <a:pt x="85161" y="141873"/>
                    <a:pt x="77713" y="134380"/>
                  </a:cubicBezTo>
                  <a:lnTo>
                    <a:pt x="11519" y="67739"/>
                  </a:lnTo>
                  <a:cubicBezTo>
                    <a:pt x="-3938" y="52149"/>
                    <a:pt x="-3823" y="26976"/>
                    <a:pt x="11767" y="11519"/>
                  </a:cubicBezTo>
                  <a:cubicBezTo>
                    <a:pt x="27363" y="-3938"/>
                    <a:pt x="52531" y="-3824"/>
                    <a:pt x="67988" y="11767"/>
                  </a:cubicBezTo>
                  <a:lnTo>
                    <a:pt x="134182" y="78408"/>
                  </a:lnTo>
                  <a:cubicBezTo>
                    <a:pt x="149639" y="93954"/>
                    <a:pt x="149564" y="119092"/>
                    <a:pt x="134013" y="134549"/>
                  </a:cubicBezTo>
                  <a:cubicBezTo>
                    <a:pt x="126570" y="141947"/>
                    <a:pt x="116497" y="146100"/>
                    <a:pt x="105997" y="1460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F48EC77-44C7-3F44-9D28-42C8A5688212}"/>
                </a:ext>
              </a:extLst>
            </p:cNvPr>
            <p:cNvSpPr/>
            <p:nvPr/>
          </p:nvSpPr>
          <p:spPr>
            <a:xfrm>
              <a:off x="1590270" y="1515285"/>
              <a:ext cx="145598" cy="146038"/>
            </a:xfrm>
            <a:custGeom>
              <a:avLst/>
              <a:gdLst>
                <a:gd name="connsiteX0" fmla="*/ 105871 w 145598"/>
                <a:gd name="connsiteY0" fmla="*/ 146038 h 146038"/>
                <a:gd name="connsiteX1" fmla="*/ 77686 w 145598"/>
                <a:gd name="connsiteY1" fmla="*/ 134328 h 146038"/>
                <a:gd name="connsiteX2" fmla="*/ 11542 w 145598"/>
                <a:gd name="connsiteY2" fmla="*/ 67687 h 146038"/>
                <a:gd name="connsiteX3" fmla="*/ 11715 w 145598"/>
                <a:gd name="connsiteY3" fmla="*/ 11542 h 146038"/>
                <a:gd name="connsiteX4" fmla="*/ 67861 w 145598"/>
                <a:gd name="connsiteY4" fmla="*/ 11715 h 146038"/>
                <a:gd name="connsiteX5" fmla="*/ 134055 w 145598"/>
                <a:gd name="connsiteY5" fmla="*/ 78356 h 146038"/>
                <a:gd name="connsiteX6" fmla="*/ 133888 w 145598"/>
                <a:gd name="connsiteY6" fmla="*/ 134495 h 146038"/>
                <a:gd name="connsiteX7" fmla="*/ 105871 w 145598"/>
                <a:gd name="connsiteY7" fmla="*/ 146038 h 146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98" h="146038">
                  <a:moveTo>
                    <a:pt x="105871" y="146038"/>
                  </a:moveTo>
                  <a:cubicBezTo>
                    <a:pt x="95290" y="146047"/>
                    <a:pt x="85145" y="141832"/>
                    <a:pt x="77686" y="134328"/>
                  </a:cubicBezTo>
                  <a:lnTo>
                    <a:pt x="11542" y="67687"/>
                  </a:lnTo>
                  <a:cubicBezTo>
                    <a:pt x="-3915" y="52135"/>
                    <a:pt x="-3837" y="26998"/>
                    <a:pt x="11715" y="11542"/>
                  </a:cubicBezTo>
                  <a:cubicBezTo>
                    <a:pt x="27267" y="-3915"/>
                    <a:pt x="52405" y="-3837"/>
                    <a:pt x="67861" y="11715"/>
                  </a:cubicBezTo>
                  <a:lnTo>
                    <a:pt x="134055" y="78356"/>
                  </a:lnTo>
                  <a:cubicBezTo>
                    <a:pt x="149512" y="93904"/>
                    <a:pt x="149437" y="119039"/>
                    <a:pt x="133888" y="134495"/>
                  </a:cubicBezTo>
                  <a:cubicBezTo>
                    <a:pt x="126443" y="141896"/>
                    <a:pt x="116369" y="146047"/>
                    <a:pt x="105871" y="1460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16D76941-6350-D54B-96D7-805010529BFF}"/>
                </a:ext>
              </a:extLst>
            </p:cNvPr>
            <p:cNvSpPr/>
            <p:nvPr/>
          </p:nvSpPr>
          <p:spPr>
            <a:xfrm>
              <a:off x="1590466" y="2013161"/>
              <a:ext cx="145591" cy="146056"/>
            </a:xfrm>
            <a:custGeom>
              <a:avLst/>
              <a:gdLst>
                <a:gd name="connsiteX0" fmla="*/ 39728 w 145591"/>
                <a:gd name="connsiteY0" fmla="*/ 146056 h 146056"/>
                <a:gd name="connsiteX1" fmla="*/ 0 w 145591"/>
                <a:gd name="connsiteY1" fmla="*/ 106390 h 146056"/>
                <a:gd name="connsiteX2" fmla="*/ 11543 w 145591"/>
                <a:gd name="connsiteY2" fmla="*/ 78374 h 146056"/>
                <a:gd name="connsiteX3" fmla="*/ 77688 w 145591"/>
                <a:gd name="connsiteY3" fmla="*/ 11733 h 146056"/>
                <a:gd name="connsiteX4" fmla="*/ 133858 w 145591"/>
                <a:gd name="connsiteY4" fmla="*/ 11535 h 146056"/>
                <a:gd name="connsiteX5" fmla="*/ 134057 w 145591"/>
                <a:gd name="connsiteY5" fmla="*/ 67705 h 146056"/>
                <a:gd name="connsiteX6" fmla="*/ 67863 w 145591"/>
                <a:gd name="connsiteY6" fmla="*/ 134346 h 146056"/>
                <a:gd name="connsiteX7" fmla="*/ 39728 w 145591"/>
                <a:gd name="connsiteY7" fmla="*/ 146056 h 146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91" h="146056">
                  <a:moveTo>
                    <a:pt x="39728" y="146056"/>
                  </a:moveTo>
                  <a:cubicBezTo>
                    <a:pt x="17804" y="146076"/>
                    <a:pt x="17" y="128317"/>
                    <a:pt x="0" y="106390"/>
                  </a:cubicBezTo>
                  <a:cubicBezTo>
                    <a:pt x="-8" y="95895"/>
                    <a:pt x="4142" y="85817"/>
                    <a:pt x="11543" y="78374"/>
                  </a:cubicBezTo>
                  <a:lnTo>
                    <a:pt x="77688" y="11733"/>
                  </a:lnTo>
                  <a:cubicBezTo>
                    <a:pt x="93144" y="-3833"/>
                    <a:pt x="118292" y="-3922"/>
                    <a:pt x="133858" y="11535"/>
                  </a:cubicBezTo>
                  <a:cubicBezTo>
                    <a:pt x="149424" y="26991"/>
                    <a:pt x="149513" y="52139"/>
                    <a:pt x="134057" y="67705"/>
                  </a:cubicBezTo>
                  <a:lnTo>
                    <a:pt x="67863" y="134346"/>
                  </a:lnTo>
                  <a:cubicBezTo>
                    <a:pt x="60416" y="141839"/>
                    <a:pt x="50291" y="146051"/>
                    <a:pt x="39728" y="14605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A15E796-CEC5-8D4C-91F3-199552EC724A}"/>
                </a:ext>
              </a:extLst>
            </p:cNvPr>
            <p:cNvSpPr/>
            <p:nvPr/>
          </p:nvSpPr>
          <p:spPr>
            <a:xfrm>
              <a:off x="2086229" y="1514317"/>
              <a:ext cx="145572" cy="146063"/>
            </a:xfrm>
            <a:custGeom>
              <a:avLst/>
              <a:gdLst>
                <a:gd name="connsiteX0" fmla="*/ 39677 w 145572"/>
                <a:gd name="connsiteY0" fmla="*/ 146063 h 146063"/>
                <a:gd name="connsiteX1" fmla="*/ 0 w 145572"/>
                <a:gd name="connsiteY1" fmla="*/ 106348 h 146063"/>
                <a:gd name="connsiteX2" fmla="*/ 11542 w 145572"/>
                <a:gd name="connsiteY2" fmla="*/ 78381 h 146063"/>
                <a:gd name="connsiteX3" fmla="*/ 77686 w 145572"/>
                <a:gd name="connsiteY3" fmla="*/ 11740 h 146063"/>
                <a:gd name="connsiteX4" fmla="*/ 133832 w 145572"/>
                <a:gd name="connsiteY4" fmla="*/ 11517 h 146063"/>
                <a:gd name="connsiteX5" fmla="*/ 134055 w 145572"/>
                <a:gd name="connsiteY5" fmla="*/ 67663 h 146063"/>
                <a:gd name="connsiteX6" fmla="*/ 67861 w 145572"/>
                <a:gd name="connsiteY6" fmla="*/ 134353 h 146063"/>
                <a:gd name="connsiteX7" fmla="*/ 39677 w 145572"/>
                <a:gd name="connsiteY7" fmla="*/ 146063 h 14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72" h="146063">
                  <a:moveTo>
                    <a:pt x="39677" y="146063"/>
                  </a:moveTo>
                  <a:cubicBezTo>
                    <a:pt x="17754" y="146053"/>
                    <a:pt x="-10" y="128272"/>
                    <a:pt x="0" y="106348"/>
                  </a:cubicBezTo>
                  <a:cubicBezTo>
                    <a:pt x="5" y="95868"/>
                    <a:pt x="4153" y="85814"/>
                    <a:pt x="11542" y="78381"/>
                  </a:cubicBezTo>
                  <a:lnTo>
                    <a:pt x="77686" y="11740"/>
                  </a:lnTo>
                  <a:cubicBezTo>
                    <a:pt x="93128" y="-3826"/>
                    <a:pt x="118266" y="-3926"/>
                    <a:pt x="133832" y="11517"/>
                  </a:cubicBezTo>
                  <a:cubicBezTo>
                    <a:pt x="149398" y="26959"/>
                    <a:pt x="149497" y="52097"/>
                    <a:pt x="134055" y="67663"/>
                  </a:cubicBezTo>
                  <a:lnTo>
                    <a:pt x="67861" y="134353"/>
                  </a:lnTo>
                  <a:cubicBezTo>
                    <a:pt x="60403" y="141856"/>
                    <a:pt x="50256" y="146072"/>
                    <a:pt x="39677" y="1460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" name="Picture Placeholder 35">
            <a:extLst>
              <a:ext uri="{FF2B5EF4-FFF2-40B4-BE49-F238E27FC236}">
                <a16:creationId xmlns:a16="http://schemas.microsoft.com/office/drawing/2014/main" id="{0586DE49-3E6D-472C-98A8-8FC3F3DACCFE}"/>
              </a:ext>
            </a:extLst>
          </p:cNvPr>
          <p:cNvGrpSpPr>
            <a:grpSpLocks noChangeAspect="1"/>
          </p:cNvGrpSpPr>
          <p:nvPr/>
        </p:nvGrpSpPr>
        <p:grpSpPr>
          <a:xfrm>
            <a:off x="2815513" y="1610760"/>
            <a:ext cx="823108" cy="452391"/>
            <a:chOff x="2815513" y="1610760"/>
            <a:chExt cx="823108" cy="452391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949A25F-6057-AB49-B23A-95003A4846C1}"/>
                </a:ext>
              </a:extLst>
            </p:cNvPr>
            <p:cNvSpPr/>
            <p:nvPr/>
          </p:nvSpPr>
          <p:spPr>
            <a:xfrm>
              <a:off x="2815513" y="1797185"/>
              <a:ext cx="644176" cy="265966"/>
            </a:xfrm>
            <a:custGeom>
              <a:avLst/>
              <a:gdLst>
                <a:gd name="connsiteX0" fmla="*/ 604480 w 644176"/>
                <a:gd name="connsiteY0" fmla="*/ 265818 h 265966"/>
                <a:gd name="connsiteX1" fmla="*/ 226122 w 644176"/>
                <a:gd name="connsiteY1" fmla="*/ 265818 h 265966"/>
                <a:gd name="connsiteX2" fmla="*/ 27639 w 644176"/>
                <a:gd name="connsiteY2" fmla="*/ 150648 h 265966"/>
                <a:gd name="connsiteX3" fmla="*/ 0 w 644176"/>
                <a:gd name="connsiteY3" fmla="*/ 39697 h 265966"/>
                <a:gd name="connsiteX4" fmla="*/ 39697 w 644176"/>
                <a:gd name="connsiteY4" fmla="*/ 0 h 265966"/>
                <a:gd name="connsiteX5" fmla="*/ 79393 w 644176"/>
                <a:gd name="connsiteY5" fmla="*/ 39697 h 265966"/>
                <a:gd name="connsiteX6" fmla="*/ 226122 w 644176"/>
                <a:gd name="connsiteY6" fmla="*/ 186574 h 265966"/>
                <a:gd name="connsiteX7" fmla="*/ 604480 w 644176"/>
                <a:gd name="connsiteY7" fmla="*/ 186574 h 265966"/>
                <a:gd name="connsiteX8" fmla="*/ 644177 w 644176"/>
                <a:gd name="connsiteY8" fmla="*/ 226270 h 265966"/>
                <a:gd name="connsiteX9" fmla="*/ 604480 w 644176"/>
                <a:gd name="connsiteY9" fmla="*/ 265967 h 265966"/>
                <a:gd name="connsiteX10" fmla="*/ 79393 w 644176"/>
                <a:gd name="connsiteY10" fmla="*/ 39697 h 265966"/>
                <a:gd name="connsiteX11" fmla="*/ 79393 w 644176"/>
                <a:gd name="connsiteY11" fmla="*/ 39697 h 265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4176" h="265966">
                  <a:moveTo>
                    <a:pt x="604480" y="265818"/>
                  </a:moveTo>
                  <a:lnTo>
                    <a:pt x="226122" y="265818"/>
                  </a:lnTo>
                  <a:cubicBezTo>
                    <a:pt x="109563" y="265818"/>
                    <a:pt x="53789" y="203197"/>
                    <a:pt x="27639" y="150648"/>
                  </a:cubicBezTo>
                  <a:cubicBezTo>
                    <a:pt x="10582" y="116073"/>
                    <a:pt x="1157" y="78233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79393" y="54930"/>
                    <a:pt x="85000" y="186574"/>
                    <a:pt x="226122" y="186574"/>
                  </a:cubicBezTo>
                  <a:lnTo>
                    <a:pt x="604480" y="186574"/>
                  </a:lnTo>
                  <a:cubicBezTo>
                    <a:pt x="626402" y="186574"/>
                    <a:pt x="644177" y="204348"/>
                    <a:pt x="644177" y="226270"/>
                  </a:cubicBezTo>
                  <a:cubicBezTo>
                    <a:pt x="644177" y="248193"/>
                    <a:pt x="626402" y="265967"/>
                    <a:pt x="604480" y="265967"/>
                  </a:cubicBezTo>
                  <a:close/>
                  <a:moveTo>
                    <a:pt x="79393" y="39697"/>
                  </a:moveTo>
                  <a:lnTo>
                    <a:pt x="79393" y="3969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E1D4B0D-95BA-264A-9C12-497845E55048}"/>
                </a:ext>
              </a:extLst>
            </p:cNvPr>
            <p:cNvSpPr/>
            <p:nvPr/>
          </p:nvSpPr>
          <p:spPr>
            <a:xfrm>
              <a:off x="2815513" y="1611901"/>
              <a:ext cx="616636" cy="265669"/>
            </a:xfrm>
            <a:custGeom>
              <a:avLst/>
              <a:gdLst>
                <a:gd name="connsiteX0" fmla="*/ 39697 w 616636"/>
                <a:gd name="connsiteY0" fmla="*/ 265669 h 265669"/>
                <a:gd name="connsiteX1" fmla="*/ 0 w 616636"/>
                <a:gd name="connsiteY1" fmla="*/ 225973 h 265669"/>
                <a:gd name="connsiteX2" fmla="*/ 115170 w 616636"/>
                <a:gd name="connsiteY2" fmla="*/ 27490 h 265669"/>
                <a:gd name="connsiteX3" fmla="*/ 226122 w 616636"/>
                <a:gd name="connsiteY3" fmla="*/ 0 h 265669"/>
                <a:gd name="connsiteX4" fmla="*/ 576940 w 616636"/>
                <a:gd name="connsiteY4" fmla="*/ 0 h 265669"/>
                <a:gd name="connsiteX5" fmla="*/ 616637 w 616636"/>
                <a:gd name="connsiteY5" fmla="*/ 39697 h 265669"/>
                <a:gd name="connsiteX6" fmla="*/ 576940 w 616636"/>
                <a:gd name="connsiteY6" fmla="*/ 79393 h 265669"/>
                <a:gd name="connsiteX7" fmla="*/ 226122 w 616636"/>
                <a:gd name="connsiteY7" fmla="*/ 79393 h 265669"/>
                <a:gd name="connsiteX8" fmla="*/ 79393 w 616636"/>
                <a:gd name="connsiteY8" fmla="*/ 226121 h 265669"/>
                <a:gd name="connsiteX9" fmla="*/ 39697 w 616636"/>
                <a:gd name="connsiteY9" fmla="*/ 265669 h 26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6636" h="265669">
                  <a:moveTo>
                    <a:pt x="39697" y="265669"/>
                  </a:moveTo>
                  <a:cubicBezTo>
                    <a:pt x="17773" y="265669"/>
                    <a:pt x="0" y="247897"/>
                    <a:pt x="0" y="225973"/>
                  </a:cubicBezTo>
                  <a:cubicBezTo>
                    <a:pt x="0" y="109414"/>
                    <a:pt x="62621" y="53640"/>
                    <a:pt x="115170" y="27490"/>
                  </a:cubicBezTo>
                  <a:cubicBezTo>
                    <a:pt x="149758" y="10485"/>
                    <a:pt x="187596" y="1110"/>
                    <a:pt x="226122" y="0"/>
                  </a:cubicBezTo>
                  <a:lnTo>
                    <a:pt x="576940" y="0"/>
                  </a:lnTo>
                  <a:cubicBezTo>
                    <a:pt x="598863" y="0"/>
                    <a:pt x="616637" y="17773"/>
                    <a:pt x="616637" y="39697"/>
                  </a:cubicBezTo>
                  <a:cubicBezTo>
                    <a:pt x="616637" y="61620"/>
                    <a:pt x="598863" y="79393"/>
                    <a:pt x="576940" y="79393"/>
                  </a:cubicBezTo>
                  <a:lnTo>
                    <a:pt x="226122" y="79393"/>
                  </a:lnTo>
                  <a:cubicBezTo>
                    <a:pt x="211236" y="79393"/>
                    <a:pt x="79393" y="84901"/>
                    <a:pt x="79393" y="226121"/>
                  </a:cubicBezTo>
                  <a:cubicBezTo>
                    <a:pt x="79311" y="247987"/>
                    <a:pt x="61562" y="265669"/>
                    <a:pt x="39697" y="2656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A5456400-40F2-364D-A56F-AC12763A217E}"/>
                </a:ext>
              </a:extLst>
            </p:cNvPr>
            <p:cNvSpPr/>
            <p:nvPr/>
          </p:nvSpPr>
          <p:spPr>
            <a:xfrm>
              <a:off x="3186378" y="1610760"/>
              <a:ext cx="452243" cy="452242"/>
            </a:xfrm>
            <a:custGeom>
              <a:avLst/>
              <a:gdLst>
                <a:gd name="connsiteX0" fmla="*/ 226122 w 452243"/>
                <a:gd name="connsiteY0" fmla="*/ 452243 h 452242"/>
                <a:gd name="connsiteX1" fmla="*/ 0 w 452243"/>
                <a:gd name="connsiteY1" fmla="*/ 226121 h 452242"/>
                <a:gd name="connsiteX2" fmla="*/ 226122 w 452243"/>
                <a:gd name="connsiteY2" fmla="*/ 0 h 452242"/>
                <a:gd name="connsiteX3" fmla="*/ 452243 w 452243"/>
                <a:gd name="connsiteY3" fmla="*/ 226121 h 452242"/>
                <a:gd name="connsiteX4" fmla="*/ 226122 w 452243"/>
                <a:gd name="connsiteY4" fmla="*/ 452243 h 452242"/>
                <a:gd name="connsiteX5" fmla="*/ 226122 w 452243"/>
                <a:gd name="connsiteY5" fmla="*/ 79393 h 452242"/>
                <a:gd name="connsiteX6" fmla="*/ 79393 w 452243"/>
                <a:gd name="connsiteY6" fmla="*/ 226121 h 452242"/>
                <a:gd name="connsiteX7" fmla="*/ 226122 w 452243"/>
                <a:gd name="connsiteY7" fmla="*/ 372850 h 452242"/>
                <a:gd name="connsiteX8" fmla="*/ 372850 w 452243"/>
                <a:gd name="connsiteY8" fmla="*/ 226121 h 452242"/>
                <a:gd name="connsiteX9" fmla="*/ 226122 w 452243"/>
                <a:gd name="connsiteY9" fmla="*/ 79393 h 45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2243" h="452242">
                  <a:moveTo>
                    <a:pt x="226122" y="452243"/>
                  </a:moveTo>
                  <a:cubicBezTo>
                    <a:pt x="101238" y="452243"/>
                    <a:pt x="0" y="351007"/>
                    <a:pt x="0" y="226121"/>
                  </a:cubicBezTo>
                  <a:cubicBezTo>
                    <a:pt x="0" y="101238"/>
                    <a:pt x="101238" y="0"/>
                    <a:pt x="226122" y="0"/>
                  </a:cubicBezTo>
                  <a:cubicBezTo>
                    <a:pt x="351007" y="0"/>
                    <a:pt x="452243" y="101238"/>
                    <a:pt x="452243" y="226121"/>
                  </a:cubicBezTo>
                  <a:cubicBezTo>
                    <a:pt x="452105" y="350947"/>
                    <a:pt x="350948" y="452104"/>
                    <a:pt x="226122" y="452243"/>
                  </a:cubicBezTo>
                  <a:close/>
                  <a:moveTo>
                    <a:pt x="226122" y="79393"/>
                  </a:moveTo>
                  <a:cubicBezTo>
                    <a:pt x="145086" y="79393"/>
                    <a:pt x="79393" y="145085"/>
                    <a:pt x="79393" y="226121"/>
                  </a:cubicBezTo>
                  <a:cubicBezTo>
                    <a:pt x="79393" y="307157"/>
                    <a:pt x="145086" y="372850"/>
                    <a:pt x="226122" y="372850"/>
                  </a:cubicBezTo>
                  <a:cubicBezTo>
                    <a:pt x="307157" y="372850"/>
                    <a:pt x="372850" y="307157"/>
                    <a:pt x="372850" y="226121"/>
                  </a:cubicBezTo>
                  <a:cubicBezTo>
                    <a:pt x="372766" y="145120"/>
                    <a:pt x="307123" y="79475"/>
                    <a:pt x="22612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" name="Picture Placeholder 37">
            <a:extLst>
              <a:ext uri="{FF2B5EF4-FFF2-40B4-BE49-F238E27FC236}">
                <a16:creationId xmlns:a16="http://schemas.microsoft.com/office/drawing/2014/main" id="{D1901283-7E8C-4D63-BDE4-D3EA35211C72}"/>
              </a:ext>
            </a:extLst>
          </p:cNvPr>
          <p:cNvGrpSpPr>
            <a:grpSpLocks noChangeAspect="1"/>
          </p:cNvGrpSpPr>
          <p:nvPr/>
        </p:nvGrpSpPr>
        <p:grpSpPr>
          <a:xfrm>
            <a:off x="4226109" y="1422549"/>
            <a:ext cx="636931" cy="828913"/>
            <a:chOff x="4226109" y="1422549"/>
            <a:chExt cx="636931" cy="828913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C593C5A8-9939-9B43-A5F8-BAF620B3219F}"/>
                </a:ext>
              </a:extLst>
            </p:cNvPr>
            <p:cNvSpPr/>
            <p:nvPr/>
          </p:nvSpPr>
          <p:spPr>
            <a:xfrm>
              <a:off x="4226109" y="1422549"/>
              <a:ext cx="636931" cy="828913"/>
            </a:xfrm>
            <a:custGeom>
              <a:avLst/>
              <a:gdLst>
                <a:gd name="connsiteX0" fmla="*/ 597235 w 636931"/>
                <a:gd name="connsiteY0" fmla="*/ 828914 h 828913"/>
                <a:gd name="connsiteX1" fmla="*/ 39697 w 636931"/>
                <a:gd name="connsiteY1" fmla="*/ 828914 h 828913"/>
                <a:gd name="connsiteX2" fmla="*/ 0 w 636931"/>
                <a:gd name="connsiteY2" fmla="*/ 789217 h 828913"/>
                <a:gd name="connsiteX3" fmla="*/ 0 w 636931"/>
                <a:gd name="connsiteY3" fmla="*/ 39697 h 828913"/>
                <a:gd name="connsiteX4" fmla="*/ 39697 w 636931"/>
                <a:gd name="connsiteY4" fmla="*/ 0 h 828913"/>
                <a:gd name="connsiteX5" fmla="*/ 411207 w 636931"/>
                <a:gd name="connsiteY5" fmla="*/ 0 h 828913"/>
                <a:gd name="connsiteX6" fmla="*/ 439441 w 636931"/>
                <a:gd name="connsiteY6" fmla="*/ 11760 h 828913"/>
                <a:gd name="connsiteX7" fmla="*/ 625420 w 636931"/>
                <a:gd name="connsiteY7" fmla="*/ 199475 h 828913"/>
                <a:gd name="connsiteX8" fmla="*/ 636932 w 636931"/>
                <a:gd name="connsiteY8" fmla="*/ 227412 h 828913"/>
                <a:gd name="connsiteX9" fmla="*/ 636932 w 636931"/>
                <a:gd name="connsiteY9" fmla="*/ 789217 h 828913"/>
                <a:gd name="connsiteX10" fmla="*/ 597235 w 636931"/>
                <a:gd name="connsiteY10" fmla="*/ 828914 h 828913"/>
                <a:gd name="connsiteX11" fmla="*/ 79393 w 636931"/>
                <a:gd name="connsiteY11" fmla="*/ 749521 h 828913"/>
                <a:gd name="connsiteX12" fmla="*/ 557539 w 636931"/>
                <a:gd name="connsiteY12" fmla="*/ 749521 h 828913"/>
                <a:gd name="connsiteX13" fmla="*/ 557539 w 636931"/>
                <a:gd name="connsiteY13" fmla="*/ 243389 h 828913"/>
                <a:gd name="connsiteX14" fmla="*/ 394683 w 636931"/>
                <a:gd name="connsiteY14" fmla="*/ 79393 h 828913"/>
                <a:gd name="connsiteX15" fmla="*/ 79393 w 636931"/>
                <a:gd name="connsiteY15" fmla="*/ 79393 h 82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931" h="828913">
                  <a:moveTo>
                    <a:pt x="597235" y="828914"/>
                  </a:moveTo>
                  <a:lnTo>
                    <a:pt x="39697" y="828914"/>
                  </a:lnTo>
                  <a:cubicBezTo>
                    <a:pt x="17773" y="828914"/>
                    <a:pt x="0" y="811139"/>
                    <a:pt x="0" y="78921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1207" y="0"/>
                  </a:lnTo>
                  <a:cubicBezTo>
                    <a:pt x="421811" y="-8"/>
                    <a:pt x="431978" y="4226"/>
                    <a:pt x="439441" y="11760"/>
                  </a:cubicBezTo>
                  <a:lnTo>
                    <a:pt x="625420" y="199475"/>
                  </a:lnTo>
                  <a:cubicBezTo>
                    <a:pt x="632789" y="206906"/>
                    <a:pt x="636927" y="216946"/>
                    <a:pt x="636932" y="227412"/>
                  </a:cubicBezTo>
                  <a:lnTo>
                    <a:pt x="636932" y="789217"/>
                  </a:lnTo>
                  <a:cubicBezTo>
                    <a:pt x="636932" y="811139"/>
                    <a:pt x="619158" y="828914"/>
                    <a:pt x="597235" y="828914"/>
                  </a:cubicBezTo>
                  <a:close/>
                  <a:moveTo>
                    <a:pt x="79393" y="749521"/>
                  </a:moveTo>
                  <a:lnTo>
                    <a:pt x="557539" y="749521"/>
                  </a:lnTo>
                  <a:lnTo>
                    <a:pt x="557539" y="243389"/>
                  </a:lnTo>
                  <a:lnTo>
                    <a:pt x="39468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AA9ED0A8-8C14-9849-8370-FD151BE71928}"/>
                </a:ext>
              </a:extLst>
            </p:cNvPr>
            <p:cNvSpPr/>
            <p:nvPr/>
          </p:nvSpPr>
          <p:spPr>
            <a:xfrm>
              <a:off x="4597620" y="1422549"/>
              <a:ext cx="265421" cy="266860"/>
            </a:xfrm>
            <a:custGeom>
              <a:avLst/>
              <a:gdLst>
                <a:gd name="connsiteX0" fmla="*/ 225725 w 265421"/>
                <a:gd name="connsiteY0" fmla="*/ 266860 h 266860"/>
                <a:gd name="connsiteX1" fmla="*/ 39697 w 265421"/>
                <a:gd name="connsiteY1" fmla="*/ 266860 h 266860"/>
                <a:gd name="connsiteX2" fmla="*/ 0 w 265421"/>
                <a:gd name="connsiteY2" fmla="*/ 227164 h 266860"/>
                <a:gd name="connsiteX3" fmla="*/ 0 w 265421"/>
                <a:gd name="connsiteY3" fmla="*/ 39697 h 266860"/>
                <a:gd name="connsiteX4" fmla="*/ 39697 w 265421"/>
                <a:gd name="connsiteY4" fmla="*/ 0 h 266860"/>
                <a:gd name="connsiteX5" fmla="*/ 79393 w 265421"/>
                <a:gd name="connsiteY5" fmla="*/ 39697 h 266860"/>
                <a:gd name="connsiteX6" fmla="*/ 79393 w 265421"/>
                <a:gd name="connsiteY6" fmla="*/ 187467 h 266860"/>
                <a:gd name="connsiteX7" fmla="*/ 225725 w 265421"/>
                <a:gd name="connsiteY7" fmla="*/ 187467 h 266860"/>
                <a:gd name="connsiteX8" fmla="*/ 265421 w 265421"/>
                <a:gd name="connsiteY8" fmla="*/ 227164 h 266860"/>
                <a:gd name="connsiteX9" fmla="*/ 225725 w 265421"/>
                <a:gd name="connsiteY9" fmla="*/ 266860 h 26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421" h="266860">
                  <a:moveTo>
                    <a:pt x="225725" y="266860"/>
                  </a:moveTo>
                  <a:lnTo>
                    <a:pt x="39697" y="266860"/>
                  </a:lnTo>
                  <a:cubicBezTo>
                    <a:pt x="17774" y="266860"/>
                    <a:pt x="0" y="249087"/>
                    <a:pt x="0" y="22716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87467"/>
                  </a:lnTo>
                  <a:lnTo>
                    <a:pt x="225725" y="187467"/>
                  </a:lnTo>
                  <a:cubicBezTo>
                    <a:pt x="247647" y="187467"/>
                    <a:pt x="265421" y="205240"/>
                    <a:pt x="265421" y="227164"/>
                  </a:cubicBezTo>
                  <a:cubicBezTo>
                    <a:pt x="265421" y="249087"/>
                    <a:pt x="247647" y="266860"/>
                    <a:pt x="225725" y="2668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6E1A603-3F13-774C-913F-D42F598062FF}"/>
                </a:ext>
              </a:extLst>
            </p:cNvPr>
            <p:cNvSpPr/>
            <p:nvPr/>
          </p:nvSpPr>
          <p:spPr>
            <a:xfrm>
              <a:off x="4412137" y="1795150"/>
              <a:ext cx="264875" cy="79393"/>
            </a:xfrm>
            <a:custGeom>
              <a:avLst/>
              <a:gdLst>
                <a:gd name="connsiteX0" fmla="*/ 225179 w 264875"/>
                <a:gd name="connsiteY0" fmla="*/ 79393 h 79393"/>
                <a:gd name="connsiteX1" fmla="*/ 39697 w 264875"/>
                <a:gd name="connsiteY1" fmla="*/ 79393 h 79393"/>
                <a:gd name="connsiteX2" fmla="*/ 0 w 264875"/>
                <a:gd name="connsiteY2" fmla="*/ 39697 h 79393"/>
                <a:gd name="connsiteX3" fmla="*/ 39697 w 264875"/>
                <a:gd name="connsiteY3" fmla="*/ 0 h 79393"/>
                <a:gd name="connsiteX4" fmla="*/ 225179 w 264875"/>
                <a:gd name="connsiteY4" fmla="*/ 0 h 79393"/>
                <a:gd name="connsiteX5" fmla="*/ 264876 w 264875"/>
                <a:gd name="connsiteY5" fmla="*/ 39697 h 79393"/>
                <a:gd name="connsiteX6" fmla="*/ 225179 w 2648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75" h="79393">
                  <a:moveTo>
                    <a:pt x="22517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5179" y="0"/>
                  </a:lnTo>
                  <a:cubicBezTo>
                    <a:pt x="247101" y="0"/>
                    <a:pt x="264876" y="17773"/>
                    <a:pt x="264876" y="39697"/>
                  </a:cubicBezTo>
                  <a:cubicBezTo>
                    <a:pt x="264876" y="61620"/>
                    <a:pt x="247101" y="79393"/>
                    <a:pt x="22517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CF99633-C448-AC4F-947F-D14A8CCA2C9D}"/>
                </a:ext>
              </a:extLst>
            </p:cNvPr>
            <p:cNvSpPr/>
            <p:nvPr/>
          </p:nvSpPr>
          <p:spPr>
            <a:xfrm>
              <a:off x="4412137" y="1984354"/>
              <a:ext cx="264875" cy="79393"/>
            </a:xfrm>
            <a:custGeom>
              <a:avLst/>
              <a:gdLst>
                <a:gd name="connsiteX0" fmla="*/ 225179 w 264875"/>
                <a:gd name="connsiteY0" fmla="*/ 79393 h 79393"/>
                <a:gd name="connsiteX1" fmla="*/ 39697 w 264875"/>
                <a:gd name="connsiteY1" fmla="*/ 79393 h 79393"/>
                <a:gd name="connsiteX2" fmla="*/ 0 w 264875"/>
                <a:gd name="connsiteY2" fmla="*/ 39697 h 79393"/>
                <a:gd name="connsiteX3" fmla="*/ 39697 w 264875"/>
                <a:gd name="connsiteY3" fmla="*/ 0 h 79393"/>
                <a:gd name="connsiteX4" fmla="*/ 225179 w 264875"/>
                <a:gd name="connsiteY4" fmla="*/ 0 h 79393"/>
                <a:gd name="connsiteX5" fmla="*/ 264876 w 264875"/>
                <a:gd name="connsiteY5" fmla="*/ 39697 h 79393"/>
                <a:gd name="connsiteX6" fmla="*/ 225179 w 2648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75" h="79393">
                  <a:moveTo>
                    <a:pt x="22517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5179" y="0"/>
                  </a:lnTo>
                  <a:cubicBezTo>
                    <a:pt x="247101" y="0"/>
                    <a:pt x="264876" y="17774"/>
                    <a:pt x="264876" y="39697"/>
                  </a:cubicBezTo>
                  <a:cubicBezTo>
                    <a:pt x="264876" y="61619"/>
                    <a:pt x="247101" y="79393"/>
                    <a:pt x="22517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39">
            <a:extLst>
              <a:ext uri="{FF2B5EF4-FFF2-40B4-BE49-F238E27FC236}">
                <a16:creationId xmlns:a16="http://schemas.microsoft.com/office/drawing/2014/main" id="{31F6E484-6745-4B33-8A12-2FD4108CA0E1}"/>
              </a:ext>
            </a:extLst>
          </p:cNvPr>
          <p:cNvGrpSpPr>
            <a:grpSpLocks noChangeAspect="1"/>
          </p:cNvGrpSpPr>
          <p:nvPr/>
        </p:nvGrpSpPr>
        <p:grpSpPr>
          <a:xfrm>
            <a:off x="5442788" y="1423095"/>
            <a:ext cx="838590" cy="827573"/>
            <a:chOff x="5442788" y="1423095"/>
            <a:chExt cx="838590" cy="82757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BD42CF4-E919-424D-8CCE-2754C903A435}"/>
                </a:ext>
              </a:extLst>
            </p:cNvPr>
            <p:cNvSpPr/>
            <p:nvPr/>
          </p:nvSpPr>
          <p:spPr>
            <a:xfrm>
              <a:off x="5727015" y="1423095"/>
              <a:ext cx="554362" cy="736817"/>
            </a:xfrm>
            <a:custGeom>
              <a:avLst/>
              <a:gdLst>
                <a:gd name="connsiteX0" fmla="*/ 514666 w 554362"/>
                <a:gd name="connsiteY0" fmla="*/ 736818 h 736817"/>
                <a:gd name="connsiteX1" fmla="*/ 230439 w 554362"/>
                <a:gd name="connsiteY1" fmla="*/ 736818 h 736817"/>
                <a:gd name="connsiteX2" fmla="*/ 190742 w 554362"/>
                <a:gd name="connsiteY2" fmla="*/ 697121 h 736817"/>
                <a:gd name="connsiteX3" fmla="*/ 230439 w 554362"/>
                <a:gd name="connsiteY3" fmla="*/ 657425 h 736817"/>
                <a:gd name="connsiteX4" fmla="*/ 474970 w 554362"/>
                <a:gd name="connsiteY4" fmla="*/ 657425 h 736817"/>
                <a:gd name="connsiteX5" fmla="*/ 474970 w 554362"/>
                <a:gd name="connsiteY5" fmla="*/ 220266 h 736817"/>
                <a:gd name="connsiteX6" fmla="*/ 339307 w 554362"/>
                <a:gd name="connsiteY6" fmla="*/ 79393 h 736817"/>
                <a:gd name="connsiteX7" fmla="*/ 79393 w 554362"/>
                <a:gd name="connsiteY7" fmla="*/ 79393 h 736817"/>
                <a:gd name="connsiteX8" fmla="*/ 79393 w 554362"/>
                <a:gd name="connsiteY8" fmla="*/ 130453 h 736817"/>
                <a:gd name="connsiteX9" fmla="*/ 39697 w 554362"/>
                <a:gd name="connsiteY9" fmla="*/ 170149 h 736817"/>
                <a:gd name="connsiteX10" fmla="*/ 0 w 554362"/>
                <a:gd name="connsiteY10" fmla="*/ 130453 h 736817"/>
                <a:gd name="connsiteX11" fmla="*/ 0 w 554362"/>
                <a:gd name="connsiteY11" fmla="*/ 39697 h 736817"/>
                <a:gd name="connsiteX12" fmla="*/ 39697 w 554362"/>
                <a:gd name="connsiteY12" fmla="*/ 0 h 736817"/>
                <a:gd name="connsiteX13" fmla="*/ 356178 w 554362"/>
                <a:gd name="connsiteY13" fmla="*/ 0 h 736817"/>
                <a:gd name="connsiteX14" fmla="*/ 384809 w 554362"/>
                <a:gd name="connsiteY14" fmla="*/ 12157 h 736817"/>
                <a:gd name="connsiteX15" fmla="*/ 543248 w 554362"/>
                <a:gd name="connsiteY15" fmla="*/ 176749 h 736817"/>
                <a:gd name="connsiteX16" fmla="*/ 554363 w 554362"/>
                <a:gd name="connsiteY16" fmla="*/ 204288 h 736817"/>
                <a:gd name="connsiteX17" fmla="*/ 554363 w 554362"/>
                <a:gd name="connsiteY17" fmla="*/ 697121 h 736817"/>
                <a:gd name="connsiteX18" fmla="*/ 514666 w 554362"/>
                <a:gd name="connsiteY18" fmla="*/ 736818 h 73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4362" h="736817">
                  <a:moveTo>
                    <a:pt x="514666" y="736818"/>
                  </a:moveTo>
                  <a:lnTo>
                    <a:pt x="230439" y="736818"/>
                  </a:lnTo>
                  <a:cubicBezTo>
                    <a:pt x="208516" y="736818"/>
                    <a:pt x="190742" y="719044"/>
                    <a:pt x="190742" y="697121"/>
                  </a:cubicBezTo>
                  <a:cubicBezTo>
                    <a:pt x="190742" y="675199"/>
                    <a:pt x="208516" y="657425"/>
                    <a:pt x="230439" y="657425"/>
                  </a:cubicBezTo>
                  <a:lnTo>
                    <a:pt x="474970" y="657425"/>
                  </a:lnTo>
                  <a:lnTo>
                    <a:pt x="474970" y="220266"/>
                  </a:lnTo>
                  <a:lnTo>
                    <a:pt x="339307" y="79393"/>
                  </a:lnTo>
                  <a:lnTo>
                    <a:pt x="79393" y="79393"/>
                  </a:lnTo>
                  <a:lnTo>
                    <a:pt x="79393" y="130453"/>
                  </a:lnTo>
                  <a:cubicBezTo>
                    <a:pt x="79393" y="152377"/>
                    <a:pt x="61621" y="170149"/>
                    <a:pt x="39697" y="170149"/>
                  </a:cubicBezTo>
                  <a:cubicBezTo>
                    <a:pt x="17773" y="170149"/>
                    <a:pt x="0" y="152377"/>
                    <a:pt x="0" y="13045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56178" y="0"/>
                  </a:lnTo>
                  <a:cubicBezTo>
                    <a:pt x="366980" y="-11"/>
                    <a:pt x="377316" y="4379"/>
                    <a:pt x="384809" y="12157"/>
                  </a:cubicBezTo>
                  <a:lnTo>
                    <a:pt x="543248" y="176749"/>
                  </a:lnTo>
                  <a:cubicBezTo>
                    <a:pt x="550378" y="184145"/>
                    <a:pt x="554363" y="194016"/>
                    <a:pt x="554363" y="204288"/>
                  </a:cubicBezTo>
                  <a:lnTo>
                    <a:pt x="554363" y="697121"/>
                  </a:lnTo>
                  <a:cubicBezTo>
                    <a:pt x="554363" y="719044"/>
                    <a:pt x="536589" y="736818"/>
                    <a:pt x="514666" y="7368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A0F77497-ECAA-AB4B-85F8-134A761522C9}"/>
                </a:ext>
              </a:extLst>
            </p:cNvPr>
            <p:cNvSpPr/>
            <p:nvPr/>
          </p:nvSpPr>
          <p:spPr>
            <a:xfrm>
              <a:off x="6043496" y="1423095"/>
              <a:ext cx="237881" cy="243984"/>
            </a:xfrm>
            <a:custGeom>
              <a:avLst/>
              <a:gdLst>
                <a:gd name="connsiteX0" fmla="*/ 198185 w 237881"/>
                <a:gd name="connsiteY0" fmla="*/ 243985 h 243984"/>
                <a:gd name="connsiteX1" fmla="*/ 39697 w 237881"/>
                <a:gd name="connsiteY1" fmla="*/ 243985 h 243984"/>
                <a:gd name="connsiteX2" fmla="*/ 0 w 237881"/>
                <a:gd name="connsiteY2" fmla="*/ 204288 h 243984"/>
                <a:gd name="connsiteX3" fmla="*/ 0 w 237881"/>
                <a:gd name="connsiteY3" fmla="*/ 39697 h 243984"/>
                <a:gd name="connsiteX4" fmla="*/ 39697 w 237881"/>
                <a:gd name="connsiteY4" fmla="*/ 0 h 243984"/>
                <a:gd name="connsiteX5" fmla="*/ 79393 w 237881"/>
                <a:gd name="connsiteY5" fmla="*/ 39697 h 243984"/>
                <a:gd name="connsiteX6" fmla="*/ 79393 w 237881"/>
                <a:gd name="connsiteY6" fmla="*/ 164592 h 243984"/>
                <a:gd name="connsiteX7" fmla="*/ 198185 w 237881"/>
                <a:gd name="connsiteY7" fmla="*/ 164592 h 243984"/>
                <a:gd name="connsiteX8" fmla="*/ 237882 w 237881"/>
                <a:gd name="connsiteY8" fmla="*/ 204288 h 243984"/>
                <a:gd name="connsiteX9" fmla="*/ 198185 w 237881"/>
                <a:gd name="connsiteY9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43984">
                  <a:moveTo>
                    <a:pt x="198185" y="243985"/>
                  </a:moveTo>
                  <a:lnTo>
                    <a:pt x="39697" y="243985"/>
                  </a:lnTo>
                  <a:cubicBezTo>
                    <a:pt x="17774" y="243985"/>
                    <a:pt x="0" y="226212"/>
                    <a:pt x="0" y="20428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64592"/>
                  </a:lnTo>
                  <a:lnTo>
                    <a:pt x="198185" y="164592"/>
                  </a:lnTo>
                  <a:cubicBezTo>
                    <a:pt x="220108" y="164592"/>
                    <a:pt x="237882" y="182364"/>
                    <a:pt x="237882" y="204288"/>
                  </a:cubicBezTo>
                  <a:cubicBezTo>
                    <a:pt x="237882" y="226212"/>
                    <a:pt x="220108" y="243985"/>
                    <a:pt x="198185" y="2439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2B17FF3-4DF0-8A47-B117-4077511BE2FC}"/>
                </a:ext>
              </a:extLst>
            </p:cNvPr>
            <p:cNvSpPr/>
            <p:nvPr/>
          </p:nvSpPr>
          <p:spPr>
            <a:xfrm>
              <a:off x="5442788" y="1513851"/>
              <a:ext cx="554363" cy="736817"/>
            </a:xfrm>
            <a:custGeom>
              <a:avLst/>
              <a:gdLst>
                <a:gd name="connsiteX0" fmla="*/ 514666 w 554363"/>
                <a:gd name="connsiteY0" fmla="*/ 736818 h 736817"/>
                <a:gd name="connsiteX1" fmla="*/ 39697 w 554363"/>
                <a:gd name="connsiteY1" fmla="*/ 736818 h 736817"/>
                <a:gd name="connsiteX2" fmla="*/ 0 w 554363"/>
                <a:gd name="connsiteY2" fmla="*/ 697121 h 736817"/>
                <a:gd name="connsiteX3" fmla="*/ 0 w 554363"/>
                <a:gd name="connsiteY3" fmla="*/ 39697 h 736817"/>
                <a:gd name="connsiteX4" fmla="*/ 39697 w 554363"/>
                <a:gd name="connsiteY4" fmla="*/ 0 h 736817"/>
                <a:gd name="connsiteX5" fmla="*/ 356227 w 554363"/>
                <a:gd name="connsiteY5" fmla="*/ 0 h 736817"/>
                <a:gd name="connsiteX6" fmla="*/ 384809 w 554363"/>
                <a:gd name="connsiteY6" fmla="*/ 12157 h 736817"/>
                <a:gd name="connsiteX7" fmla="*/ 543298 w 554363"/>
                <a:gd name="connsiteY7" fmla="*/ 176650 h 736817"/>
                <a:gd name="connsiteX8" fmla="*/ 554363 w 554363"/>
                <a:gd name="connsiteY8" fmla="*/ 204189 h 736817"/>
                <a:gd name="connsiteX9" fmla="*/ 554363 w 554363"/>
                <a:gd name="connsiteY9" fmla="*/ 697022 h 736817"/>
                <a:gd name="connsiteX10" fmla="*/ 514766 w 554363"/>
                <a:gd name="connsiteY10" fmla="*/ 736818 h 736817"/>
                <a:gd name="connsiteX11" fmla="*/ 514666 w 554363"/>
                <a:gd name="connsiteY11" fmla="*/ 736818 h 736817"/>
                <a:gd name="connsiteX12" fmla="*/ 79393 w 554363"/>
                <a:gd name="connsiteY12" fmla="*/ 657424 h 736817"/>
                <a:gd name="connsiteX13" fmla="*/ 474970 w 554363"/>
                <a:gd name="connsiteY13" fmla="*/ 657424 h 736817"/>
                <a:gd name="connsiteX14" fmla="*/ 474970 w 554363"/>
                <a:gd name="connsiteY14" fmla="*/ 220266 h 736817"/>
                <a:gd name="connsiteX15" fmla="*/ 339356 w 554363"/>
                <a:gd name="connsiteY15" fmla="*/ 79393 h 736817"/>
                <a:gd name="connsiteX16" fmla="*/ 79393 w 554363"/>
                <a:gd name="connsiteY16" fmla="*/ 79393 h 73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4363" h="736817">
                  <a:moveTo>
                    <a:pt x="514666" y="736818"/>
                  </a:moveTo>
                  <a:lnTo>
                    <a:pt x="39697" y="736818"/>
                  </a:lnTo>
                  <a:cubicBezTo>
                    <a:pt x="17773" y="736818"/>
                    <a:pt x="0" y="719043"/>
                    <a:pt x="0" y="6971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56227" y="0"/>
                  </a:lnTo>
                  <a:cubicBezTo>
                    <a:pt x="367010" y="2"/>
                    <a:pt x="377328" y="4391"/>
                    <a:pt x="384809" y="12157"/>
                  </a:cubicBezTo>
                  <a:lnTo>
                    <a:pt x="543298" y="176650"/>
                  </a:lnTo>
                  <a:cubicBezTo>
                    <a:pt x="550408" y="184054"/>
                    <a:pt x="554373" y="193924"/>
                    <a:pt x="554363" y="204189"/>
                  </a:cubicBezTo>
                  <a:lnTo>
                    <a:pt x="554363" y="697022"/>
                  </a:lnTo>
                  <a:cubicBezTo>
                    <a:pt x="554418" y="718944"/>
                    <a:pt x="536688" y="736763"/>
                    <a:pt x="514766" y="736818"/>
                  </a:cubicBezTo>
                  <a:cubicBezTo>
                    <a:pt x="514731" y="736818"/>
                    <a:pt x="514701" y="736818"/>
                    <a:pt x="514666" y="736818"/>
                  </a:cubicBezTo>
                  <a:close/>
                  <a:moveTo>
                    <a:pt x="79393" y="657424"/>
                  </a:moveTo>
                  <a:lnTo>
                    <a:pt x="474970" y="657424"/>
                  </a:lnTo>
                  <a:lnTo>
                    <a:pt x="474970" y="220266"/>
                  </a:lnTo>
                  <a:lnTo>
                    <a:pt x="33935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C694ED57-766E-9843-B5CD-06617134C3C9}"/>
                </a:ext>
              </a:extLst>
            </p:cNvPr>
            <p:cNvSpPr/>
            <p:nvPr/>
          </p:nvSpPr>
          <p:spPr>
            <a:xfrm>
              <a:off x="5759318" y="1513851"/>
              <a:ext cx="237832" cy="243984"/>
            </a:xfrm>
            <a:custGeom>
              <a:avLst/>
              <a:gdLst>
                <a:gd name="connsiteX0" fmla="*/ 198136 w 237832"/>
                <a:gd name="connsiteY0" fmla="*/ 243985 h 243984"/>
                <a:gd name="connsiteX1" fmla="*/ 39697 w 237832"/>
                <a:gd name="connsiteY1" fmla="*/ 243985 h 243984"/>
                <a:gd name="connsiteX2" fmla="*/ 0 w 237832"/>
                <a:gd name="connsiteY2" fmla="*/ 204288 h 243984"/>
                <a:gd name="connsiteX3" fmla="*/ 0 w 237832"/>
                <a:gd name="connsiteY3" fmla="*/ 39697 h 243984"/>
                <a:gd name="connsiteX4" fmla="*/ 39697 w 237832"/>
                <a:gd name="connsiteY4" fmla="*/ 0 h 243984"/>
                <a:gd name="connsiteX5" fmla="*/ 79393 w 237832"/>
                <a:gd name="connsiteY5" fmla="*/ 39697 h 243984"/>
                <a:gd name="connsiteX6" fmla="*/ 79393 w 237832"/>
                <a:gd name="connsiteY6" fmla="*/ 164592 h 243984"/>
                <a:gd name="connsiteX7" fmla="*/ 198136 w 237832"/>
                <a:gd name="connsiteY7" fmla="*/ 164592 h 243984"/>
                <a:gd name="connsiteX8" fmla="*/ 237832 w 237832"/>
                <a:gd name="connsiteY8" fmla="*/ 204288 h 243984"/>
                <a:gd name="connsiteX9" fmla="*/ 198136 w 237832"/>
                <a:gd name="connsiteY9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32" h="243984">
                  <a:moveTo>
                    <a:pt x="198136" y="243985"/>
                  </a:moveTo>
                  <a:lnTo>
                    <a:pt x="39697" y="243985"/>
                  </a:lnTo>
                  <a:cubicBezTo>
                    <a:pt x="17773" y="243985"/>
                    <a:pt x="0" y="226212"/>
                    <a:pt x="0" y="20428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4592"/>
                  </a:lnTo>
                  <a:lnTo>
                    <a:pt x="198136" y="164592"/>
                  </a:lnTo>
                  <a:cubicBezTo>
                    <a:pt x="220058" y="164592"/>
                    <a:pt x="237832" y="182364"/>
                    <a:pt x="237832" y="204288"/>
                  </a:cubicBezTo>
                  <a:cubicBezTo>
                    <a:pt x="237832" y="226212"/>
                    <a:pt x="220058" y="243985"/>
                    <a:pt x="198136" y="2439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68784280-A767-694F-89F2-35D530B38C1C}"/>
                </a:ext>
              </a:extLst>
            </p:cNvPr>
            <p:cNvSpPr/>
            <p:nvPr/>
          </p:nvSpPr>
          <p:spPr>
            <a:xfrm>
              <a:off x="5601276" y="1840802"/>
              <a:ext cx="237435" cy="79393"/>
            </a:xfrm>
            <a:custGeom>
              <a:avLst/>
              <a:gdLst>
                <a:gd name="connsiteX0" fmla="*/ 197739 w 237435"/>
                <a:gd name="connsiteY0" fmla="*/ 79393 h 79393"/>
                <a:gd name="connsiteX1" fmla="*/ 39697 w 237435"/>
                <a:gd name="connsiteY1" fmla="*/ 79393 h 79393"/>
                <a:gd name="connsiteX2" fmla="*/ 0 w 237435"/>
                <a:gd name="connsiteY2" fmla="*/ 39697 h 79393"/>
                <a:gd name="connsiteX3" fmla="*/ 39697 w 237435"/>
                <a:gd name="connsiteY3" fmla="*/ 0 h 79393"/>
                <a:gd name="connsiteX4" fmla="*/ 197739 w 237435"/>
                <a:gd name="connsiteY4" fmla="*/ 0 h 79393"/>
                <a:gd name="connsiteX5" fmla="*/ 237435 w 237435"/>
                <a:gd name="connsiteY5" fmla="*/ 39697 h 79393"/>
                <a:gd name="connsiteX6" fmla="*/ 197739 w 2374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435" h="79393">
                  <a:moveTo>
                    <a:pt x="1977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7739" y="0"/>
                  </a:lnTo>
                  <a:cubicBezTo>
                    <a:pt x="219663" y="0"/>
                    <a:pt x="237435" y="17773"/>
                    <a:pt x="237435" y="39697"/>
                  </a:cubicBezTo>
                  <a:cubicBezTo>
                    <a:pt x="237435" y="61619"/>
                    <a:pt x="219663" y="79393"/>
                    <a:pt x="19773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C3992B13-EC67-E84E-BA42-CCD4FD306F38}"/>
                </a:ext>
              </a:extLst>
            </p:cNvPr>
            <p:cNvSpPr/>
            <p:nvPr/>
          </p:nvSpPr>
          <p:spPr>
            <a:xfrm>
              <a:off x="5601276" y="2006683"/>
              <a:ext cx="237435" cy="79393"/>
            </a:xfrm>
            <a:custGeom>
              <a:avLst/>
              <a:gdLst>
                <a:gd name="connsiteX0" fmla="*/ 197739 w 237435"/>
                <a:gd name="connsiteY0" fmla="*/ 79393 h 79393"/>
                <a:gd name="connsiteX1" fmla="*/ 39697 w 237435"/>
                <a:gd name="connsiteY1" fmla="*/ 79393 h 79393"/>
                <a:gd name="connsiteX2" fmla="*/ 0 w 237435"/>
                <a:gd name="connsiteY2" fmla="*/ 39697 h 79393"/>
                <a:gd name="connsiteX3" fmla="*/ 39697 w 237435"/>
                <a:gd name="connsiteY3" fmla="*/ 0 h 79393"/>
                <a:gd name="connsiteX4" fmla="*/ 197739 w 237435"/>
                <a:gd name="connsiteY4" fmla="*/ 0 h 79393"/>
                <a:gd name="connsiteX5" fmla="*/ 237435 w 237435"/>
                <a:gd name="connsiteY5" fmla="*/ 39697 h 79393"/>
                <a:gd name="connsiteX6" fmla="*/ 197739 w 23743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435" h="79393">
                  <a:moveTo>
                    <a:pt x="19773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97739" y="0"/>
                  </a:lnTo>
                  <a:cubicBezTo>
                    <a:pt x="219663" y="0"/>
                    <a:pt x="237435" y="17774"/>
                    <a:pt x="237435" y="39697"/>
                  </a:cubicBezTo>
                  <a:cubicBezTo>
                    <a:pt x="237435" y="61619"/>
                    <a:pt x="219663" y="79393"/>
                    <a:pt x="19773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41">
            <a:extLst>
              <a:ext uri="{FF2B5EF4-FFF2-40B4-BE49-F238E27FC236}">
                <a16:creationId xmlns:a16="http://schemas.microsoft.com/office/drawing/2014/main" id="{6159A9D6-5BBE-4698-9EC5-635D53B36968}"/>
              </a:ext>
            </a:extLst>
          </p:cNvPr>
          <p:cNvGrpSpPr>
            <a:grpSpLocks noChangeAspect="1"/>
          </p:cNvGrpSpPr>
          <p:nvPr/>
        </p:nvGrpSpPr>
        <p:grpSpPr>
          <a:xfrm>
            <a:off x="6762628" y="1426816"/>
            <a:ext cx="834025" cy="820130"/>
            <a:chOff x="6762628" y="1426816"/>
            <a:chExt cx="834025" cy="820130"/>
          </a:xfrm>
        </p:grpSpPr>
        <p:grpSp>
          <p:nvGrpSpPr>
            <p:cNvPr id="33" name="Picture Placeholder 41">
              <a:extLst>
                <a:ext uri="{FF2B5EF4-FFF2-40B4-BE49-F238E27FC236}">
                  <a16:creationId xmlns:a16="http://schemas.microsoft.com/office/drawing/2014/main" id="{6159A9D6-5BBE-4698-9EC5-635D53B36968}"/>
                </a:ext>
              </a:extLst>
            </p:cNvPr>
            <p:cNvGrpSpPr/>
            <p:nvPr/>
          </p:nvGrpSpPr>
          <p:grpSpPr>
            <a:xfrm>
              <a:off x="6762628" y="1426816"/>
              <a:ext cx="631176" cy="814771"/>
              <a:chOff x="6762628" y="1426816"/>
              <a:chExt cx="631176" cy="814771"/>
            </a:xfrm>
          </p:grpSpPr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F59C7A23-A5A6-F34B-841A-0DD71E15FA37}"/>
                  </a:ext>
                </a:extLst>
              </p:cNvPr>
              <p:cNvSpPr/>
              <p:nvPr/>
            </p:nvSpPr>
            <p:spPr>
              <a:xfrm>
                <a:off x="6762628" y="1426816"/>
                <a:ext cx="631176" cy="814771"/>
              </a:xfrm>
              <a:custGeom>
                <a:avLst/>
                <a:gdLst>
                  <a:gd name="connsiteX0" fmla="*/ 561359 w 631176"/>
                  <a:gd name="connsiteY0" fmla="*/ 814772 h 814771"/>
                  <a:gd name="connsiteX1" fmla="*/ 39697 w 631176"/>
                  <a:gd name="connsiteY1" fmla="*/ 814772 h 814771"/>
                  <a:gd name="connsiteX2" fmla="*/ 0 w 631176"/>
                  <a:gd name="connsiteY2" fmla="*/ 775075 h 814771"/>
                  <a:gd name="connsiteX3" fmla="*/ 0 w 631176"/>
                  <a:gd name="connsiteY3" fmla="*/ 39697 h 814771"/>
                  <a:gd name="connsiteX4" fmla="*/ 39697 w 631176"/>
                  <a:gd name="connsiteY4" fmla="*/ 0 h 814771"/>
                  <a:gd name="connsiteX5" fmla="*/ 407386 w 631176"/>
                  <a:gd name="connsiteY5" fmla="*/ 0 h 814771"/>
                  <a:gd name="connsiteX6" fmla="*/ 435472 w 631176"/>
                  <a:gd name="connsiteY6" fmla="*/ 11611 h 814771"/>
                  <a:gd name="connsiteX7" fmla="*/ 619565 w 631176"/>
                  <a:gd name="connsiteY7" fmla="*/ 195704 h 814771"/>
                  <a:gd name="connsiteX8" fmla="*/ 631176 w 631176"/>
                  <a:gd name="connsiteY8" fmla="*/ 223988 h 814771"/>
                  <a:gd name="connsiteX9" fmla="*/ 631176 w 631176"/>
                  <a:gd name="connsiteY9" fmla="*/ 436910 h 814771"/>
                  <a:gd name="connsiteX10" fmla="*/ 591479 w 631176"/>
                  <a:gd name="connsiteY10" fmla="*/ 476607 h 814771"/>
                  <a:gd name="connsiteX11" fmla="*/ 551783 w 631176"/>
                  <a:gd name="connsiteY11" fmla="*/ 436910 h 814771"/>
                  <a:gd name="connsiteX12" fmla="*/ 551783 w 631176"/>
                  <a:gd name="connsiteY12" fmla="*/ 240214 h 814771"/>
                  <a:gd name="connsiteX13" fmla="*/ 390962 w 631176"/>
                  <a:gd name="connsiteY13" fmla="*/ 79393 h 814771"/>
                  <a:gd name="connsiteX14" fmla="*/ 79393 w 631176"/>
                  <a:gd name="connsiteY14" fmla="*/ 79393 h 814771"/>
                  <a:gd name="connsiteX15" fmla="*/ 79393 w 631176"/>
                  <a:gd name="connsiteY15" fmla="*/ 735379 h 814771"/>
                  <a:gd name="connsiteX16" fmla="*/ 561359 w 631176"/>
                  <a:gd name="connsiteY16" fmla="*/ 735379 h 814771"/>
                  <a:gd name="connsiteX17" fmla="*/ 601056 w 631176"/>
                  <a:gd name="connsiteY17" fmla="*/ 775075 h 814771"/>
                  <a:gd name="connsiteX18" fmla="*/ 561359 w 631176"/>
                  <a:gd name="connsiteY18" fmla="*/ 814772 h 81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1176" h="814771">
                    <a:moveTo>
                      <a:pt x="561359" y="814772"/>
                    </a:moveTo>
                    <a:lnTo>
                      <a:pt x="39697" y="814772"/>
                    </a:lnTo>
                    <a:cubicBezTo>
                      <a:pt x="17773" y="814772"/>
                      <a:pt x="0" y="796998"/>
                      <a:pt x="0" y="77507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07386" y="0"/>
                    </a:lnTo>
                    <a:cubicBezTo>
                      <a:pt x="417918" y="-8"/>
                      <a:pt x="428021" y="4169"/>
                      <a:pt x="435472" y="11611"/>
                    </a:cubicBezTo>
                    <a:lnTo>
                      <a:pt x="619565" y="195704"/>
                    </a:lnTo>
                    <a:cubicBezTo>
                      <a:pt x="627057" y="203204"/>
                      <a:pt x="631235" y="213388"/>
                      <a:pt x="631176" y="223988"/>
                    </a:cubicBezTo>
                    <a:lnTo>
                      <a:pt x="631176" y="436910"/>
                    </a:lnTo>
                    <a:cubicBezTo>
                      <a:pt x="631176" y="458834"/>
                      <a:pt x="613402" y="476607"/>
                      <a:pt x="591479" y="476607"/>
                    </a:cubicBezTo>
                    <a:cubicBezTo>
                      <a:pt x="569557" y="476607"/>
                      <a:pt x="551783" y="458834"/>
                      <a:pt x="551783" y="436910"/>
                    </a:cubicBezTo>
                    <a:lnTo>
                      <a:pt x="551783" y="240214"/>
                    </a:lnTo>
                    <a:lnTo>
                      <a:pt x="390962" y="79393"/>
                    </a:lnTo>
                    <a:lnTo>
                      <a:pt x="79393" y="79393"/>
                    </a:lnTo>
                    <a:lnTo>
                      <a:pt x="79393" y="735379"/>
                    </a:lnTo>
                    <a:lnTo>
                      <a:pt x="561359" y="735379"/>
                    </a:lnTo>
                    <a:cubicBezTo>
                      <a:pt x="583282" y="735379"/>
                      <a:pt x="601056" y="753153"/>
                      <a:pt x="601056" y="775075"/>
                    </a:cubicBezTo>
                    <a:cubicBezTo>
                      <a:pt x="601056" y="796998"/>
                      <a:pt x="583282" y="814772"/>
                      <a:pt x="561359" y="8147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C939F3C1-6150-8740-99BA-2A1E79FCEA3E}"/>
                  </a:ext>
                </a:extLst>
              </p:cNvPr>
              <p:cNvSpPr/>
              <p:nvPr/>
            </p:nvSpPr>
            <p:spPr>
              <a:xfrm>
                <a:off x="7130318" y="1426816"/>
                <a:ext cx="263486" cy="263684"/>
              </a:xfrm>
              <a:custGeom>
                <a:avLst/>
                <a:gdLst>
                  <a:gd name="connsiteX0" fmla="*/ 223790 w 263486"/>
                  <a:gd name="connsiteY0" fmla="*/ 263684 h 263684"/>
                  <a:gd name="connsiteX1" fmla="*/ 39697 w 263486"/>
                  <a:gd name="connsiteY1" fmla="*/ 263684 h 263684"/>
                  <a:gd name="connsiteX2" fmla="*/ 0 w 263486"/>
                  <a:gd name="connsiteY2" fmla="*/ 223988 h 263684"/>
                  <a:gd name="connsiteX3" fmla="*/ 0 w 263486"/>
                  <a:gd name="connsiteY3" fmla="*/ 39697 h 263684"/>
                  <a:gd name="connsiteX4" fmla="*/ 39697 w 263486"/>
                  <a:gd name="connsiteY4" fmla="*/ 0 h 263684"/>
                  <a:gd name="connsiteX5" fmla="*/ 79393 w 263486"/>
                  <a:gd name="connsiteY5" fmla="*/ 39697 h 263684"/>
                  <a:gd name="connsiteX6" fmla="*/ 79393 w 263486"/>
                  <a:gd name="connsiteY6" fmla="*/ 184291 h 263684"/>
                  <a:gd name="connsiteX7" fmla="*/ 223790 w 263486"/>
                  <a:gd name="connsiteY7" fmla="*/ 184291 h 263684"/>
                  <a:gd name="connsiteX8" fmla="*/ 263486 w 263486"/>
                  <a:gd name="connsiteY8" fmla="*/ 223988 h 263684"/>
                  <a:gd name="connsiteX9" fmla="*/ 223790 w 263486"/>
                  <a:gd name="connsiteY9" fmla="*/ 263684 h 26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3486" h="263684">
                    <a:moveTo>
                      <a:pt x="223790" y="263684"/>
                    </a:moveTo>
                    <a:lnTo>
                      <a:pt x="39697" y="263684"/>
                    </a:lnTo>
                    <a:cubicBezTo>
                      <a:pt x="17773" y="263684"/>
                      <a:pt x="0" y="245912"/>
                      <a:pt x="0" y="22398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4291"/>
                    </a:lnTo>
                    <a:lnTo>
                      <a:pt x="223790" y="184291"/>
                    </a:lnTo>
                    <a:cubicBezTo>
                      <a:pt x="245712" y="184291"/>
                      <a:pt x="263486" y="202064"/>
                      <a:pt x="263486" y="223988"/>
                    </a:cubicBezTo>
                    <a:cubicBezTo>
                      <a:pt x="263486" y="245912"/>
                      <a:pt x="245712" y="263684"/>
                      <a:pt x="223790" y="2636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B23851BC-17DB-0542-9604-CA2637CF286D}"/>
                  </a:ext>
                </a:extLst>
              </p:cNvPr>
              <p:cNvSpPr/>
              <p:nvPr/>
            </p:nvSpPr>
            <p:spPr>
              <a:xfrm>
                <a:off x="6946721" y="1792521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3"/>
                      <a:pt x="204884" y="39697"/>
                    </a:cubicBezTo>
                    <a:cubicBezTo>
                      <a:pt x="204884" y="61620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105DB03B-E7DC-9E4E-8927-BFBC3D310D13}"/>
                  </a:ext>
                </a:extLst>
              </p:cNvPr>
              <p:cNvSpPr/>
              <p:nvPr/>
            </p:nvSpPr>
            <p:spPr>
              <a:xfrm>
                <a:off x="6946721" y="1978300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4"/>
                      <a:pt x="204884" y="39697"/>
                    </a:cubicBezTo>
                    <a:cubicBezTo>
                      <a:pt x="204884" y="61619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2B55E63B-14D5-794E-8C8C-E002F361EBF6}"/>
                </a:ext>
              </a:extLst>
            </p:cNvPr>
            <p:cNvSpPr/>
            <p:nvPr/>
          </p:nvSpPr>
          <p:spPr>
            <a:xfrm>
              <a:off x="7179839" y="1830133"/>
              <a:ext cx="416814" cy="416813"/>
            </a:xfrm>
            <a:custGeom>
              <a:avLst/>
              <a:gdLst>
                <a:gd name="connsiteX0" fmla="*/ 208407 w 416814"/>
                <a:gd name="connsiteY0" fmla="*/ 416814 h 416813"/>
                <a:gd name="connsiteX1" fmla="*/ 0 w 416814"/>
                <a:gd name="connsiteY1" fmla="*/ 208407 h 416813"/>
                <a:gd name="connsiteX2" fmla="*/ 208407 w 416814"/>
                <a:gd name="connsiteY2" fmla="*/ 0 h 416813"/>
                <a:gd name="connsiteX3" fmla="*/ 416814 w 416814"/>
                <a:gd name="connsiteY3" fmla="*/ 208407 h 416813"/>
                <a:gd name="connsiteX4" fmla="*/ 208407 w 416814"/>
                <a:gd name="connsiteY4" fmla="*/ 416814 h 416813"/>
                <a:gd name="connsiteX5" fmla="*/ 208407 w 416814"/>
                <a:gd name="connsiteY5" fmla="*/ 79393 h 416813"/>
                <a:gd name="connsiteX6" fmla="*/ 79393 w 416814"/>
                <a:gd name="connsiteY6" fmla="*/ 208407 h 416813"/>
                <a:gd name="connsiteX7" fmla="*/ 208407 w 416814"/>
                <a:gd name="connsiteY7" fmla="*/ 337421 h 416813"/>
                <a:gd name="connsiteX8" fmla="*/ 337421 w 416814"/>
                <a:gd name="connsiteY8" fmla="*/ 208407 h 416813"/>
                <a:gd name="connsiteX9" fmla="*/ 208407 w 416814"/>
                <a:gd name="connsiteY9" fmla="*/ 79592 h 4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814" h="416813">
                  <a:moveTo>
                    <a:pt x="208407" y="416814"/>
                  </a:moveTo>
                  <a:cubicBezTo>
                    <a:pt x="93307" y="416814"/>
                    <a:pt x="0" y="323507"/>
                    <a:pt x="0" y="208407"/>
                  </a:cubicBezTo>
                  <a:cubicBezTo>
                    <a:pt x="0" y="93307"/>
                    <a:pt x="93307" y="0"/>
                    <a:pt x="208407" y="0"/>
                  </a:cubicBezTo>
                  <a:cubicBezTo>
                    <a:pt x="323507" y="0"/>
                    <a:pt x="416814" y="93307"/>
                    <a:pt x="416814" y="208407"/>
                  </a:cubicBezTo>
                  <a:cubicBezTo>
                    <a:pt x="416814" y="323507"/>
                    <a:pt x="323507" y="416814"/>
                    <a:pt x="208407" y="416814"/>
                  </a:cubicBezTo>
                  <a:close/>
                  <a:moveTo>
                    <a:pt x="208407" y="79393"/>
                  </a:moveTo>
                  <a:cubicBezTo>
                    <a:pt x="137157" y="79393"/>
                    <a:pt x="79393" y="137157"/>
                    <a:pt x="79393" y="208407"/>
                  </a:cubicBezTo>
                  <a:cubicBezTo>
                    <a:pt x="79393" y="279657"/>
                    <a:pt x="137157" y="337421"/>
                    <a:pt x="208407" y="337421"/>
                  </a:cubicBezTo>
                  <a:cubicBezTo>
                    <a:pt x="279658" y="337421"/>
                    <a:pt x="337421" y="279657"/>
                    <a:pt x="337421" y="208407"/>
                  </a:cubicBezTo>
                  <a:cubicBezTo>
                    <a:pt x="337312" y="137231"/>
                    <a:pt x="279583" y="79592"/>
                    <a:pt x="208407" y="795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381DCCC2-93FC-8A45-9DFE-2A576E3141A9}"/>
                </a:ext>
              </a:extLst>
            </p:cNvPr>
            <p:cNvSpPr/>
            <p:nvPr/>
          </p:nvSpPr>
          <p:spPr>
            <a:xfrm>
              <a:off x="7348302" y="1949471"/>
              <a:ext cx="79393" cy="180619"/>
            </a:xfrm>
            <a:custGeom>
              <a:avLst/>
              <a:gdLst>
                <a:gd name="connsiteX0" fmla="*/ 39697 w 79393"/>
                <a:gd name="connsiteY0" fmla="*/ 180619 h 180619"/>
                <a:gd name="connsiteX1" fmla="*/ 0 w 79393"/>
                <a:gd name="connsiteY1" fmla="*/ 140923 h 180619"/>
                <a:gd name="connsiteX2" fmla="*/ 0 w 79393"/>
                <a:gd name="connsiteY2" fmla="*/ 39697 h 180619"/>
                <a:gd name="connsiteX3" fmla="*/ 39697 w 79393"/>
                <a:gd name="connsiteY3" fmla="*/ 0 h 180619"/>
                <a:gd name="connsiteX4" fmla="*/ 79393 w 79393"/>
                <a:gd name="connsiteY4" fmla="*/ 39697 h 180619"/>
                <a:gd name="connsiteX5" fmla="*/ 79393 w 79393"/>
                <a:gd name="connsiteY5" fmla="*/ 140923 h 180619"/>
                <a:gd name="connsiteX6" fmla="*/ 39697 w 79393"/>
                <a:gd name="connsiteY6" fmla="*/ 180619 h 180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0619">
                  <a:moveTo>
                    <a:pt x="39697" y="180619"/>
                  </a:moveTo>
                  <a:cubicBezTo>
                    <a:pt x="17774" y="180619"/>
                    <a:pt x="0" y="162845"/>
                    <a:pt x="0" y="14092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40923"/>
                  </a:lnTo>
                  <a:cubicBezTo>
                    <a:pt x="79393" y="162845"/>
                    <a:pt x="61619" y="180619"/>
                    <a:pt x="39697" y="18061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89BB301-6295-3E4F-B7AF-17EB22132322}"/>
                </a:ext>
              </a:extLst>
            </p:cNvPr>
            <p:cNvSpPr/>
            <p:nvPr/>
          </p:nvSpPr>
          <p:spPr>
            <a:xfrm>
              <a:off x="7299177" y="1998695"/>
              <a:ext cx="180619" cy="79393"/>
            </a:xfrm>
            <a:custGeom>
              <a:avLst/>
              <a:gdLst>
                <a:gd name="connsiteX0" fmla="*/ 140923 w 180619"/>
                <a:gd name="connsiteY0" fmla="*/ 79393 h 79393"/>
                <a:gd name="connsiteX1" fmla="*/ 39697 w 180619"/>
                <a:gd name="connsiteY1" fmla="*/ 79393 h 79393"/>
                <a:gd name="connsiteX2" fmla="*/ 0 w 180619"/>
                <a:gd name="connsiteY2" fmla="*/ 39697 h 79393"/>
                <a:gd name="connsiteX3" fmla="*/ 39697 w 180619"/>
                <a:gd name="connsiteY3" fmla="*/ 0 h 79393"/>
                <a:gd name="connsiteX4" fmla="*/ 140923 w 180619"/>
                <a:gd name="connsiteY4" fmla="*/ 0 h 79393"/>
                <a:gd name="connsiteX5" fmla="*/ 180620 w 180619"/>
                <a:gd name="connsiteY5" fmla="*/ 39697 h 79393"/>
                <a:gd name="connsiteX6" fmla="*/ 140923 w 1806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619" h="79393">
                  <a:moveTo>
                    <a:pt x="140923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40923" y="0"/>
                  </a:lnTo>
                  <a:cubicBezTo>
                    <a:pt x="162845" y="0"/>
                    <a:pt x="180620" y="17774"/>
                    <a:pt x="180620" y="39697"/>
                  </a:cubicBezTo>
                  <a:cubicBezTo>
                    <a:pt x="180620" y="61619"/>
                    <a:pt x="162845" y="79393"/>
                    <a:pt x="14092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9" name="Picture Placeholder 43">
            <a:extLst>
              <a:ext uri="{FF2B5EF4-FFF2-40B4-BE49-F238E27FC236}">
                <a16:creationId xmlns:a16="http://schemas.microsoft.com/office/drawing/2014/main" id="{89DE8A5F-8AE0-455B-A7C7-DDF218541DF3}"/>
              </a:ext>
            </a:extLst>
          </p:cNvPr>
          <p:cNvGrpSpPr>
            <a:grpSpLocks noChangeAspect="1"/>
          </p:cNvGrpSpPr>
          <p:nvPr/>
        </p:nvGrpSpPr>
        <p:grpSpPr>
          <a:xfrm>
            <a:off x="8080136" y="1426816"/>
            <a:ext cx="834025" cy="820130"/>
            <a:chOff x="8080136" y="1426816"/>
            <a:chExt cx="834025" cy="820130"/>
          </a:xfrm>
        </p:grpSpPr>
        <p:grpSp>
          <p:nvGrpSpPr>
            <p:cNvPr id="51" name="Picture Placeholder 43">
              <a:extLst>
                <a:ext uri="{FF2B5EF4-FFF2-40B4-BE49-F238E27FC236}">
                  <a16:creationId xmlns:a16="http://schemas.microsoft.com/office/drawing/2014/main" id="{89DE8A5F-8AE0-455B-A7C7-DDF218541DF3}"/>
                </a:ext>
              </a:extLst>
            </p:cNvPr>
            <p:cNvGrpSpPr/>
            <p:nvPr/>
          </p:nvGrpSpPr>
          <p:grpSpPr>
            <a:xfrm>
              <a:off x="8080136" y="1426816"/>
              <a:ext cx="631176" cy="814771"/>
              <a:chOff x="8080136" y="1426816"/>
              <a:chExt cx="631176" cy="814771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76AC8CB0-818B-5546-8827-DCF2D883AE02}"/>
                  </a:ext>
                </a:extLst>
              </p:cNvPr>
              <p:cNvSpPr/>
              <p:nvPr/>
            </p:nvSpPr>
            <p:spPr>
              <a:xfrm>
                <a:off x="8080136" y="1426816"/>
                <a:ext cx="631176" cy="814771"/>
              </a:xfrm>
              <a:custGeom>
                <a:avLst/>
                <a:gdLst>
                  <a:gd name="connsiteX0" fmla="*/ 562005 w 631176"/>
                  <a:gd name="connsiteY0" fmla="*/ 814772 h 814771"/>
                  <a:gd name="connsiteX1" fmla="*/ 39697 w 631176"/>
                  <a:gd name="connsiteY1" fmla="*/ 814772 h 814771"/>
                  <a:gd name="connsiteX2" fmla="*/ 0 w 631176"/>
                  <a:gd name="connsiteY2" fmla="*/ 775075 h 814771"/>
                  <a:gd name="connsiteX3" fmla="*/ 0 w 631176"/>
                  <a:gd name="connsiteY3" fmla="*/ 39697 h 814771"/>
                  <a:gd name="connsiteX4" fmla="*/ 39697 w 631176"/>
                  <a:gd name="connsiteY4" fmla="*/ 0 h 814771"/>
                  <a:gd name="connsiteX5" fmla="*/ 407386 w 631176"/>
                  <a:gd name="connsiteY5" fmla="*/ 0 h 814771"/>
                  <a:gd name="connsiteX6" fmla="*/ 435472 w 631176"/>
                  <a:gd name="connsiteY6" fmla="*/ 11611 h 814771"/>
                  <a:gd name="connsiteX7" fmla="*/ 619565 w 631176"/>
                  <a:gd name="connsiteY7" fmla="*/ 195704 h 814771"/>
                  <a:gd name="connsiteX8" fmla="*/ 631176 w 631176"/>
                  <a:gd name="connsiteY8" fmla="*/ 223988 h 814771"/>
                  <a:gd name="connsiteX9" fmla="*/ 631176 w 631176"/>
                  <a:gd name="connsiteY9" fmla="*/ 436910 h 814771"/>
                  <a:gd name="connsiteX10" fmla="*/ 591479 w 631176"/>
                  <a:gd name="connsiteY10" fmla="*/ 476607 h 814771"/>
                  <a:gd name="connsiteX11" fmla="*/ 551783 w 631176"/>
                  <a:gd name="connsiteY11" fmla="*/ 436910 h 814771"/>
                  <a:gd name="connsiteX12" fmla="*/ 551783 w 631176"/>
                  <a:gd name="connsiteY12" fmla="*/ 240214 h 814771"/>
                  <a:gd name="connsiteX13" fmla="*/ 390962 w 631176"/>
                  <a:gd name="connsiteY13" fmla="*/ 79393 h 814771"/>
                  <a:gd name="connsiteX14" fmla="*/ 79393 w 631176"/>
                  <a:gd name="connsiteY14" fmla="*/ 79393 h 814771"/>
                  <a:gd name="connsiteX15" fmla="*/ 79393 w 631176"/>
                  <a:gd name="connsiteY15" fmla="*/ 735379 h 814771"/>
                  <a:gd name="connsiteX16" fmla="*/ 562005 w 631176"/>
                  <a:gd name="connsiteY16" fmla="*/ 735379 h 814771"/>
                  <a:gd name="connsiteX17" fmla="*/ 601701 w 631176"/>
                  <a:gd name="connsiteY17" fmla="*/ 775075 h 814771"/>
                  <a:gd name="connsiteX18" fmla="*/ 562005 w 631176"/>
                  <a:gd name="connsiteY18" fmla="*/ 814772 h 81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1176" h="814771">
                    <a:moveTo>
                      <a:pt x="562005" y="814772"/>
                    </a:moveTo>
                    <a:lnTo>
                      <a:pt x="39697" y="814772"/>
                    </a:lnTo>
                    <a:cubicBezTo>
                      <a:pt x="17773" y="814772"/>
                      <a:pt x="0" y="796998"/>
                      <a:pt x="0" y="77507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07386" y="0"/>
                    </a:lnTo>
                    <a:cubicBezTo>
                      <a:pt x="417918" y="-8"/>
                      <a:pt x="428021" y="4169"/>
                      <a:pt x="435472" y="11611"/>
                    </a:cubicBezTo>
                    <a:lnTo>
                      <a:pt x="619565" y="195704"/>
                    </a:lnTo>
                    <a:cubicBezTo>
                      <a:pt x="627057" y="203204"/>
                      <a:pt x="631235" y="213388"/>
                      <a:pt x="631176" y="223988"/>
                    </a:cubicBezTo>
                    <a:lnTo>
                      <a:pt x="631176" y="436910"/>
                    </a:lnTo>
                    <a:cubicBezTo>
                      <a:pt x="631176" y="458834"/>
                      <a:pt x="613402" y="476607"/>
                      <a:pt x="591479" y="476607"/>
                    </a:cubicBezTo>
                    <a:cubicBezTo>
                      <a:pt x="569557" y="476607"/>
                      <a:pt x="551783" y="458834"/>
                      <a:pt x="551783" y="436910"/>
                    </a:cubicBezTo>
                    <a:lnTo>
                      <a:pt x="551783" y="240214"/>
                    </a:lnTo>
                    <a:lnTo>
                      <a:pt x="390962" y="79393"/>
                    </a:lnTo>
                    <a:lnTo>
                      <a:pt x="79393" y="79393"/>
                    </a:lnTo>
                    <a:lnTo>
                      <a:pt x="79393" y="735379"/>
                    </a:lnTo>
                    <a:lnTo>
                      <a:pt x="562005" y="735379"/>
                    </a:lnTo>
                    <a:cubicBezTo>
                      <a:pt x="583927" y="735379"/>
                      <a:pt x="601701" y="753153"/>
                      <a:pt x="601701" y="775075"/>
                    </a:cubicBezTo>
                    <a:cubicBezTo>
                      <a:pt x="601701" y="796998"/>
                      <a:pt x="583927" y="814772"/>
                      <a:pt x="562005" y="8147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27F534A6-8122-8D42-AB6C-E020528E0644}"/>
                  </a:ext>
                </a:extLst>
              </p:cNvPr>
              <p:cNvSpPr/>
              <p:nvPr/>
            </p:nvSpPr>
            <p:spPr>
              <a:xfrm>
                <a:off x="8447826" y="1426816"/>
                <a:ext cx="263486" cy="263684"/>
              </a:xfrm>
              <a:custGeom>
                <a:avLst/>
                <a:gdLst>
                  <a:gd name="connsiteX0" fmla="*/ 223790 w 263486"/>
                  <a:gd name="connsiteY0" fmla="*/ 263684 h 263684"/>
                  <a:gd name="connsiteX1" fmla="*/ 39697 w 263486"/>
                  <a:gd name="connsiteY1" fmla="*/ 263684 h 263684"/>
                  <a:gd name="connsiteX2" fmla="*/ 0 w 263486"/>
                  <a:gd name="connsiteY2" fmla="*/ 223988 h 263684"/>
                  <a:gd name="connsiteX3" fmla="*/ 0 w 263486"/>
                  <a:gd name="connsiteY3" fmla="*/ 39697 h 263684"/>
                  <a:gd name="connsiteX4" fmla="*/ 39697 w 263486"/>
                  <a:gd name="connsiteY4" fmla="*/ 0 h 263684"/>
                  <a:gd name="connsiteX5" fmla="*/ 79393 w 263486"/>
                  <a:gd name="connsiteY5" fmla="*/ 39697 h 263684"/>
                  <a:gd name="connsiteX6" fmla="*/ 79393 w 263486"/>
                  <a:gd name="connsiteY6" fmla="*/ 184291 h 263684"/>
                  <a:gd name="connsiteX7" fmla="*/ 223790 w 263486"/>
                  <a:gd name="connsiteY7" fmla="*/ 184291 h 263684"/>
                  <a:gd name="connsiteX8" fmla="*/ 263486 w 263486"/>
                  <a:gd name="connsiteY8" fmla="*/ 223988 h 263684"/>
                  <a:gd name="connsiteX9" fmla="*/ 223790 w 263486"/>
                  <a:gd name="connsiteY9" fmla="*/ 263684 h 26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3486" h="263684">
                    <a:moveTo>
                      <a:pt x="223790" y="263684"/>
                    </a:moveTo>
                    <a:lnTo>
                      <a:pt x="39697" y="263684"/>
                    </a:lnTo>
                    <a:cubicBezTo>
                      <a:pt x="17773" y="263684"/>
                      <a:pt x="0" y="245912"/>
                      <a:pt x="0" y="22398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4291"/>
                    </a:lnTo>
                    <a:lnTo>
                      <a:pt x="223790" y="184291"/>
                    </a:lnTo>
                    <a:cubicBezTo>
                      <a:pt x="245712" y="184291"/>
                      <a:pt x="263486" y="202064"/>
                      <a:pt x="263486" y="223988"/>
                    </a:cubicBezTo>
                    <a:cubicBezTo>
                      <a:pt x="263486" y="245912"/>
                      <a:pt x="245712" y="263684"/>
                      <a:pt x="223790" y="2636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5B2C75F5-3229-6640-8A01-6E7F8EBCDB80}"/>
                  </a:ext>
                </a:extLst>
              </p:cNvPr>
              <p:cNvSpPr/>
              <p:nvPr/>
            </p:nvSpPr>
            <p:spPr>
              <a:xfrm>
                <a:off x="8264229" y="1792521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3"/>
                      <a:pt x="204884" y="39697"/>
                    </a:cubicBezTo>
                    <a:cubicBezTo>
                      <a:pt x="204884" y="61620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037439CD-A099-0B45-8D29-AAAD28754520}"/>
                  </a:ext>
                </a:extLst>
              </p:cNvPr>
              <p:cNvSpPr/>
              <p:nvPr/>
            </p:nvSpPr>
            <p:spPr>
              <a:xfrm>
                <a:off x="8264229" y="1978300"/>
                <a:ext cx="204884" cy="79393"/>
              </a:xfrm>
              <a:custGeom>
                <a:avLst/>
                <a:gdLst>
                  <a:gd name="connsiteX0" fmla="*/ 165187 w 204884"/>
                  <a:gd name="connsiteY0" fmla="*/ 79393 h 79393"/>
                  <a:gd name="connsiteX1" fmla="*/ 39697 w 204884"/>
                  <a:gd name="connsiteY1" fmla="*/ 79393 h 79393"/>
                  <a:gd name="connsiteX2" fmla="*/ 0 w 204884"/>
                  <a:gd name="connsiteY2" fmla="*/ 39697 h 79393"/>
                  <a:gd name="connsiteX3" fmla="*/ 39697 w 204884"/>
                  <a:gd name="connsiteY3" fmla="*/ 0 h 79393"/>
                  <a:gd name="connsiteX4" fmla="*/ 165187 w 204884"/>
                  <a:gd name="connsiteY4" fmla="*/ 0 h 79393"/>
                  <a:gd name="connsiteX5" fmla="*/ 204884 w 204884"/>
                  <a:gd name="connsiteY5" fmla="*/ 39697 h 79393"/>
                  <a:gd name="connsiteX6" fmla="*/ 165187 w 20488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884" h="79393">
                    <a:moveTo>
                      <a:pt x="165187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5187" y="0"/>
                    </a:lnTo>
                    <a:cubicBezTo>
                      <a:pt x="187111" y="0"/>
                      <a:pt x="204884" y="17774"/>
                      <a:pt x="204884" y="39697"/>
                    </a:cubicBezTo>
                    <a:cubicBezTo>
                      <a:pt x="204884" y="61619"/>
                      <a:pt x="187111" y="79393"/>
                      <a:pt x="16518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9965B97-BB8F-B843-9EE2-D65E76D4FB76}"/>
                </a:ext>
              </a:extLst>
            </p:cNvPr>
            <p:cNvSpPr/>
            <p:nvPr/>
          </p:nvSpPr>
          <p:spPr>
            <a:xfrm>
              <a:off x="8497347" y="1830133"/>
              <a:ext cx="416814" cy="416813"/>
            </a:xfrm>
            <a:custGeom>
              <a:avLst/>
              <a:gdLst>
                <a:gd name="connsiteX0" fmla="*/ 208407 w 416814"/>
                <a:gd name="connsiteY0" fmla="*/ 416814 h 416813"/>
                <a:gd name="connsiteX1" fmla="*/ 0 w 416814"/>
                <a:gd name="connsiteY1" fmla="*/ 208407 h 416813"/>
                <a:gd name="connsiteX2" fmla="*/ 208407 w 416814"/>
                <a:gd name="connsiteY2" fmla="*/ 0 h 416813"/>
                <a:gd name="connsiteX3" fmla="*/ 416814 w 416814"/>
                <a:gd name="connsiteY3" fmla="*/ 208407 h 416813"/>
                <a:gd name="connsiteX4" fmla="*/ 208407 w 416814"/>
                <a:gd name="connsiteY4" fmla="*/ 416814 h 416813"/>
                <a:gd name="connsiteX5" fmla="*/ 208407 w 416814"/>
                <a:gd name="connsiteY5" fmla="*/ 79393 h 416813"/>
                <a:gd name="connsiteX6" fmla="*/ 79393 w 416814"/>
                <a:gd name="connsiteY6" fmla="*/ 208407 h 416813"/>
                <a:gd name="connsiteX7" fmla="*/ 208407 w 416814"/>
                <a:gd name="connsiteY7" fmla="*/ 337421 h 416813"/>
                <a:gd name="connsiteX8" fmla="*/ 337421 w 416814"/>
                <a:gd name="connsiteY8" fmla="*/ 208407 h 416813"/>
                <a:gd name="connsiteX9" fmla="*/ 208407 w 416814"/>
                <a:gd name="connsiteY9" fmla="*/ 79592 h 4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814" h="416813">
                  <a:moveTo>
                    <a:pt x="208407" y="416814"/>
                  </a:moveTo>
                  <a:cubicBezTo>
                    <a:pt x="93307" y="416814"/>
                    <a:pt x="0" y="323507"/>
                    <a:pt x="0" y="208407"/>
                  </a:cubicBezTo>
                  <a:cubicBezTo>
                    <a:pt x="0" y="93307"/>
                    <a:pt x="93307" y="0"/>
                    <a:pt x="208407" y="0"/>
                  </a:cubicBezTo>
                  <a:cubicBezTo>
                    <a:pt x="323507" y="0"/>
                    <a:pt x="416814" y="93307"/>
                    <a:pt x="416814" y="208407"/>
                  </a:cubicBezTo>
                  <a:cubicBezTo>
                    <a:pt x="416814" y="323507"/>
                    <a:pt x="323507" y="416814"/>
                    <a:pt x="208407" y="416814"/>
                  </a:cubicBezTo>
                  <a:close/>
                  <a:moveTo>
                    <a:pt x="208407" y="79393"/>
                  </a:moveTo>
                  <a:cubicBezTo>
                    <a:pt x="137157" y="79393"/>
                    <a:pt x="79393" y="137157"/>
                    <a:pt x="79393" y="208407"/>
                  </a:cubicBezTo>
                  <a:cubicBezTo>
                    <a:pt x="79393" y="279657"/>
                    <a:pt x="137157" y="337421"/>
                    <a:pt x="208407" y="337421"/>
                  </a:cubicBezTo>
                  <a:cubicBezTo>
                    <a:pt x="279658" y="337421"/>
                    <a:pt x="337421" y="279657"/>
                    <a:pt x="337421" y="208407"/>
                  </a:cubicBezTo>
                  <a:cubicBezTo>
                    <a:pt x="337312" y="137231"/>
                    <a:pt x="279583" y="79592"/>
                    <a:pt x="208407" y="795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79E790A-1B9A-B446-8FEE-14B6299B7B68}"/>
                </a:ext>
              </a:extLst>
            </p:cNvPr>
            <p:cNvSpPr/>
            <p:nvPr/>
          </p:nvSpPr>
          <p:spPr>
            <a:xfrm>
              <a:off x="8616685" y="1998695"/>
              <a:ext cx="180619" cy="79393"/>
            </a:xfrm>
            <a:custGeom>
              <a:avLst/>
              <a:gdLst>
                <a:gd name="connsiteX0" fmla="*/ 140923 w 180619"/>
                <a:gd name="connsiteY0" fmla="*/ 79393 h 79393"/>
                <a:gd name="connsiteX1" fmla="*/ 39697 w 180619"/>
                <a:gd name="connsiteY1" fmla="*/ 79393 h 79393"/>
                <a:gd name="connsiteX2" fmla="*/ 0 w 180619"/>
                <a:gd name="connsiteY2" fmla="*/ 39697 h 79393"/>
                <a:gd name="connsiteX3" fmla="*/ 39697 w 180619"/>
                <a:gd name="connsiteY3" fmla="*/ 0 h 79393"/>
                <a:gd name="connsiteX4" fmla="*/ 140923 w 180619"/>
                <a:gd name="connsiteY4" fmla="*/ 0 h 79393"/>
                <a:gd name="connsiteX5" fmla="*/ 180620 w 180619"/>
                <a:gd name="connsiteY5" fmla="*/ 39697 h 79393"/>
                <a:gd name="connsiteX6" fmla="*/ 140923 w 1806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619" h="79393">
                  <a:moveTo>
                    <a:pt x="140923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40923" y="0"/>
                  </a:lnTo>
                  <a:cubicBezTo>
                    <a:pt x="162845" y="0"/>
                    <a:pt x="180620" y="17774"/>
                    <a:pt x="180620" y="39697"/>
                  </a:cubicBezTo>
                  <a:cubicBezTo>
                    <a:pt x="180620" y="61619"/>
                    <a:pt x="162845" y="79393"/>
                    <a:pt x="14092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5" name="Picture Placeholder 45">
            <a:extLst>
              <a:ext uri="{FF2B5EF4-FFF2-40B4-BE49-F238E27FC236}">
                <a16:creationId xmlns:a16="http://schemas.microsoft.com/office/drawing/2014/main" id="{9CEF83B7-4E63-49BE-AED5-7AB83D49FD8E}"/>
              </a:ext>
            </a:extLst>
          </p:cNvPr>
          <p:cNvGrpSpPr>
            <a:grpSpLocks noChangeAspect="1"/>
          </p:cNvGrpSpPr>
          <p:nvPr/>
        </p:nvGrpSpPr>
        <p:grpSpPr>
          <a:xfrm>
            <a:off x="9493907" y="1422549"/>
            <a:ext cx="641397" cy="828665"/>
            <a:chOff x="9493907" y="1422549"/>
            <a:chExt cx="641397" cy="828665"/>
          </a:xfrm>
        </p:grpSpPr>
        <p:grpSp>
          <p:nvGrpSpPr>
            <p:cNvPr id="67" name="Picture Placeholder 45">
              <a:extLst>
                <a:ext uri="{FF2B5EF4-FFF2-40B4-BE49-F238E27FC236}">
                  <a16:creationId xmlns:a16="http://schemas.microsoft.com/office/drawing/2014/main" id="{9CEF83B7-4E63-49BE-AED5-7AB83D49FD8E}"/>
                </a:ext>
              </a:extLst>
            </p:cNvPr>
            <p:cNvGrpSpPr/>
            <p:nvPr/>
          </p:nvGrpSpPr>
          <p:grpSpPr>
            <a:xfrm>
              <a:off x="9493907" y="1422549"/>
              <a:ext cx="641397" cy="828665"/>
              <a:chOff x="9493907" y="1422549"/>
              <a:chExt cx="641397" cy="828665"/>
            </a:xfrm>
            <a:solidFill>
              <a:srgbClr val="FFFFFF"/>
            </a:solidFill>
          </p:grpSpPr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2E7EBA05-264E-7E46-80CB-C12E27B1719D}"/>
                  </a:ext>
                </a:extLst>
              </p:cNvPr>
              <p:cNvSpPr/>
              <p:nvPr/>
            </p:nvSpPr>
            <p:spPr>
              <a:xfrm>
                <a:off x="9493907" y="1422549"/>
                <a:ext cx="641397" cy="828665"/>
              </a:xfrm>
              <a:custGeom>
                <a:avLst/>
                <a:gdLst>
                  <a:gd name="connsiteX0" fmla="*/ 601701 w 641397"/>
                  <a:gd name="connsiteY0" fmla="*/ 828665 h 828665"/>
                  <a:gd name="connsiteX1" fmla="*/ 39697 w 641397"/>
                  <a:gd name="connsiteY1" fmla="*/ 828665 h 828665"/>
                  <a:gd name="connsiteX2" fmla="*/ 0 w 641397"/>
                  <a:gd name="connsiteY2" fmla="*/ 788969 h 828665"/>
                  <a:gd name="connsiteX3" fmla="*/ 0 w 641397"/>
                  <a:gd name="connsiteY3" fmla="*/ 39697 h 828665"/>
                  <a:gd name="connsiteX4" fmla="*/ 39697 w 641397"/>
                  <a:gd name="connsiteY4" fmla="*/ 0 h 828665"/>
                  <a:gd name="connsiteX5" fmla="*/ 414184 w 641397"/>
                  <a:gd name="connsiteY5" fmla="*/ 0 h 828665"/>
                  <a:gd name="connsiteX6" fmla="*/ 442270 w 641397"/>
                  <a:gd name="connsiteY6" fmla="*/ 11760 h 828665"/>
                  <a:gd name="connsiteX7" fmla="*/ 629737 w 641397"/>
                  <a:gd name="connsiteY7" fmla="*/ 199277 h 828665"/>
                  <a:gd name="connsiteX8" fmla="*/ 641398 w 641397"/>
                  <a:gd name="connsiteY8" fmla="*/ 227362 h 828665"/>
                  <a:gd name="connsiteX9" fmla="*/ 641398 w 641397"/>
                  <a:gd name="connsiteY9" fmla="*/ 788969 h 828665"/>
                  <a:gd name="connsiteX10" fmla="*/ 601701 w 641397"/>
                  <a:gd name="connsiteY10" fmla="*/ 828665 h 828665"/>
                  <a:gd name="connsiteX11" fmla="*/ 79393 w 641397"/>
                  <a:gd name="connsiteY11" fmla="*/ 749272 h 828665"/>
                  <a:gd name="connsiteX12" fmla="*/ 562005 w 641397"/>
                  <a:gd name="connsiteY12" fmla="*/ 749272 h 828665"/>
                  <a:gd name="connsiteX13" fmla="*/ 562005 w 641397"/>
                  <a:gd name="connsiteY13" fmla="*/ 243786 h 828665"/>
                  <a:gd name="connsiteX14" fmla="*/ 397611 w 641397"/>
                  <a:gd name="connsiteY14" fmla="*/ 79393 h 828665"/>
                  <a:gd name="connsiteX15" fmla="*/ 79393 w 641397"/>
                  <a:gd name="connsiteY15" fmla="*/ 79393 h 82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1397" h="828665">
                    <a:moveTo>
                      <a:pt x="601701" y="828665"/>
                    </a:moveTo>
                    <a:lnTo>
                      <a:pt x="39697" y="828665"/>
                    </a:lnTo>
                    <a:cubicBezTo>
                      <a:pt x="17773" y="828665"/>
                      <a:pt x="0" y="810891"/>
                      <a:pt x="0" y="788969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4184" y="0"/>
                    </a:lnTo>
                    <a:cubicBezTo>
                      <a:pt x="424739" y="31"/>
                      <a:pt x="434841" y="4263"/>
                      <a:pt x="442270" y="11760"/>
                    </a:cubicBezTo>
                    <a:lnTo>
                      <a:pt x="629737" y="199277"/>
                    </a:lnTo>
                    <a:cubicBezTo>
                      <a:pt x="637200" y="206719"/>
                      <a:pt x="641393" y="216824"/>
                      <a:pt x="641398" y="227362"/>
                    </a:cubicBezTo>
                    <a:lnTo>
                      <a:pt x="641398" y="788969"/>
                    </a:lnTo>
                    <a:cubicBezTo>
                      <a:pt x="641398" y="810891"/>
                      <a:pt x="623624" y="828665"/>
                      <a:pt x="601701" y="828665"/>
                    </a:cubicBezTo>
                    <a:close/>
                    <a:moveTo>
                      <a:pt x="79393" y="749272"/>
                    </a:moveTo>
                    <a:lnTo>
                      <a:pt x="562005" y="749272"/>
                    </a:lnTo>
                    <a:lnTo>
                      <a:pt x="562005" y="243786"/>
                    </a:lnTo>
                    <a:lnTo>
                      <a:pt x="397611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1C7D8ADF-DF02-0E45-BD3D-439D8036FF3B}"/>
                  </a:ext>
                </a:extLst>
              </p:cNvPr>
              <p:cNvSpPr/>
              <p:nvPr/>
            </p:nvSpPr>
            <p:spPr>
              <a:xfrm>
                <a:off x="9868395" y="1422549"/>
                <a:ext cx="266910" cy="267058"/>
              </a:xfrm>
              <a:custGeom>
                <a:avLst/>
                <a:gdLst>
                  <a:gd name="connsiteX0" fmla="*/ 227213 w 266910"/>
                  <a:gd name="connsiteY0" fmla="*/ 267059 h 267058"/>
                  <a:gd name="connsiteX1" fmla="*/ 39697 w 266910"/>
                  <a:gd name="connsiteY1" fmla="*/ 267059 h 267058"/>
                  <a:gd name="connsiteX2" fmla="*/ 0 w 266910"/>
                  <a:gd name="connsiteY2" fmla="*/ 227362 h 267058"/>
                  <a:gd name="connsiteX3" fmla="*/ 0 w 266910"/>
                  <a:gd name="connsiteY3" fmla="*/ 39697 h 267058"/>
                  <a:gd name="connsiteX4" fmla="*/ 39697 w 266910"/>
                  <a:gd name="connsiteY4" fmla="*/ 0 h 267058"/>
                  <a:gd name="connsiteX5" fmla="*/ 79393 w 266910"/>
                  <a:gd name="connsiteY5" fmla="*/ 39697 h 267058"/>
                  <a:gd name="connsiteX6" fmla="*/ 79393 w 266910"/>
                  <a:gd name="connsiteY6" fmla="*/ 187665 h 267058"/>
                  <a:gd name="connsiteX7" fmla="*/ 227213 w 266910"/>
                  <a:gd name="connsiteY7" fmla="*/ 187665 h 267058"/>
                  <a:gd name="connsiteX8" fmla="*/ 266910 w 266910"/>
                  <a:gd name="connsiteY8" fmla="*/ 227362 h 267058"/>
                  <a:gd name="connsiteX9" fmla="*/ 227213 w 266910"/>
                  <a:gd name="connsiteY9" fmla="*/ 267059 h 267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910" h="267058">
                    <a:moveTo>
                      <a:pt x="227213" y="267059"/>
                    </a:moveTo>
                    <a:lnTo>
                      <a:pt x="39697" y="267059"/>
                    </a:lnTo>
                    <a:cubicBezTo>
                      <a:pt x="17774" y="267059"/>
                      <a:pt x="0" y="249286"/>
                      <a:pt x="0" y="22736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665"/>
                    </a:lnTo>
                    <a:lnTo>
                      <a:pt x="227213" y="187665"/>
                    </a:lnTo>
                    <a:cubicBezTo>
                      <a:pt x="249136" y="187665"/>
                      <a:pt x="266910" y="205438"/>
                      <a:pt x="266910" y="227362"/>
                    </a:cubicBezTo>
                    <a:cubicBezTo>
                      <a:pt x="266910" y="249286"/>
                      <a:pt x="249136" y="267059"/>
                      <a:pt x="227213" y="267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CAC16CC-A45F-4D4B-A3E2-0BA232BBDEB4}"/>
                </a:ext>
              </a:extLst>
            </p:cNvPr>
            <p:cNvSpPr/>
            <p:nvPr/>
          </p:nvSpPr>
          <p:spPr>
            <a:xfrm>
              <a:off x="9768359" y="2022959"/>
              <a:ext cx="80484" cy="80484"/>
            </a:xfrm>
            <a:custGeom>
              <a:avLst/>
              <a:gdLst>
                <a:gd name="connsiteX0" fmla="*/ 80485 w 80484"/>
                <a:gd name="connsiteY0" fmla="*/ 40242 h 80484"/>
                <a:gd name="connsiteX1" fmla="*/ 40242 w 80484"/>
                <a:gd name="connsiteY1" fmla="*/ 80485 h 80484"/>
                <a:gd name="connsiteX2" fmla="*/ 0 w 80484"/>
                <a:gd name="connsiteY2" fmla="*/ 40242 h 80484"/>
                <a:gd name="connsiteX3" fmla="*/ 40242 w 80484"/>
                <a:gd name="connsiteY3" fmla="*/ 0 h 80484"/>
                <a:gd name="connsiteX4" fmla="*/ 80485 w 80484"/>
                <a:gd name="connsiteY4" fmla="*/ 40242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84" h="80484">
                  <a:moveTo>
                    <a:pt x="80485" y="40242"/>
                  </a:moveTo>
                  <a:cubicBezTo>
                    <a:pt x="80485" y="62468"/>
                    <a:pt x="62468" y="80485"/>
                    <a:pt x="40242" y="80485"/>
                  </a:cubicBezTo>
                  <a:cubicBezTo>
                    <a:pt x="18017" y="80485"/>
                    <a:pt x="0" y="62468"/>
                    <a:pt x="0" y="40242"/>
                  </a:cubicBezTo>
                  <a:cubicBezTo>
                    <a:pt x="0" y="18017"/>
                    <a:pt x="18017" y="0"/>
                    <a:pt x="40242" y="0"/>
                  </a:cubicBezTo>
                  <a:cubicBezTo>
                    <a:pt x="62468" y="0"/>
                    <a:pt x="80485" y="18017"/>
                    <a:pt x="80485" y="402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76A17F0-6D17-C241-85ED-D420AB106060}"/>
                </a:ext>
              </a:extLst>
            </p:cNvPr>
            <p:cNvSpPr/>
            <p:nvPr/>
          </p:nvSpPr>
          <p:spPr>
            <a:xfrm>
              <a:off x="9688157" y="1897220"/>
              <a:ext cx="245306" cy="120131"/>
            </a:xfrm>
            <a:custGeom>
              <a:avLst/>
              <a:gdLst>
                <a:gd name="connsiteX0" fmla="*/ 205643 w 245306"/>
                <a:gd name="connsiteY0" fmla="*/ 120132 h 120131"/>
                <a:gd name="connsiteX1" fmla="*/ 175127 w 245306"/>
                <a:gd name="connsiteY1" fmla="*/ 105891 h 120131"/>
                <a:gd name="connsiteX2" fmla="*/ 121933 w 245306"/>
                <a:gd name="connsiteY2" fmla="*/ 79443 h 120131"/>
                <a:gd name="connsiteX3" fmla="*/ 121586 w 245306"/>
                <a:gd name="connsiteY3" fmla="*/ 79443 h 120131"/>
                <a:gd name="connsiteX4" fmla="*/ 70824 w 245306"/>
                <a:gd name="connsiteY4" fmla="*/ 103707 h 120131"/>
                <a:gd name="connsiteX5" fmla="*/ 15060 w 245306"/>
                <a:gd name="connsiteY5" fmla="*/ 110193 h 120131"/>
                <a:gd name="connsiteX6" fmla="*/ 8573 w 245306"/>
                <a:gd name="connsiteY6" fmla="*/ 54434 h 120131"/>
                <a:gd name="connsiteX7" fmla="*/ 10386 w 245306"/>
                <a:gd name="connsiteY7" fmla="*/ 52300 h 120131"/>
                <a:gd name="connsiteX8" fmla="*/ 121635 w 245306"/>
                <a:gd name="connsiteY8" fmla="*/ 0 h 120131"/>
                <a:gd name="connsiteX9" fmla="*/ 122330 w 245306"/>
                <a:gd name="connsiteY9" fmla="*/ 0 h 120131"/>
                <a:gd name="connsiteX10" fmla="*/ 236110 w 245306"/>
                <a:gd name="connsiteY10" fmla="*/ 55029 h 120131"/>
                <a:gd name="connsiteX11" fmla="*/ 231014 w 245306"/>
                <a:gd name="connsiteY11" fmla="*/ 110937 h 120131"/>
                <a:gd name="connsiteX12" fmla="*/ 205643 w 245306"/>
                <a:gd name="connsiteY12" fmla="*/ 120132 h 1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306" h="120131">
                  <a:moveTo>
                    <a:pt x="205643" y="120132"/>
                  </a:moveTo>
                  <a:cubicBezTo>
                    <a:pt x="193863" y="120147"/>
                    <a:pt x="182681" y="114931"/>
                    <a:pt x="175127" y="105891"/>
                  </a:cubicBezTo>
                  <a:cubicBezTo>
                    <a:pt x="162249" y="89555"/>
                    <a:pt x="142730" y="79850"/>
                    <a:pt x="121933" y="79443"/>
                  </a:cubicBezTo>
                  <a:lnTo>
                    <a:pt x="121586" y="79443"/>
                  </a:lnTo>
                  <a:cubicBezTo>
                    <a:pt x="101900" y="79587"/>
                    <a:pt x="83298" y="88479"/>
                    <a:pt x="70824" y="103707"/>
                  </a:cubicBezTo>
                  <a:cubicBezTo>
                    <a:pt x="57217" y="120896"/>
                    <a:pt x="32251" y="123804"/>
                    <a:pt x="15060" y="110193"/>
                  </a:cubicBezTo>
                  <a:cubicBezTo>
                    <a:pt x="-2130" y="96587"/>
                    <a:pt x="-5034" y="71622"/>
                    <a:pt x="8573" y="54434"/>
                  </a:cubicBezTo>
                  <a:cubicBezTo>
                    <a:pt x="9152" y="53700"/>
                    <a:pt x="9756" y="52990"/>
                    <a:pt x="10386" y="52300"/>
                  </a:cubicBezTo>
                  <a:cubicBezTo>
                    <a:pt x="37972" y="19352"/>
                    <a:pt x="78665" y="223"/>
                    <a:pt x="121635" y="0"/>
                  </a:cubicBezTo>
                  <a:lnTo>
                    <a:pt x="122330" y="0"/>
                  </a:lnTo>
                  <a:cubicBezTo>
                    <a:pt x="166523" y="636"/>
                    <a:pt x="208174" y="20781"/>
                    <a:pt x="236110" y="55029"/>
                  </a:cubicBezTo>
                  <a:cubicBezTo>
                    <a:pt x="250143" y="71876"/>
                    <a:pt x="247861" y="96904"/>
                    <a:pt x="231014" y="110937"/>
                  </a:cubicBezTo>
                  <a:cubicBezTo>
                    <a:pt x="223889" y="116872"/>
                    <a:pt x="214912" y="120122"/>
                    <a:pt x="205643" y="1201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1B4F2BB-447D-3F40-937C-6977188FAE1C}"/>
                </a:ext>
              </a:extLst>
            </p:cNvPr>
            <p:cNvSpPr/>
            <p:nvPr/>
          </p:nvSpPr>
          <p:spPr>
            <a:xfrm>
              <a:off x="9601510" y="1772523"/>
              <a:ext cx="419567" cy="175409"/>
            </a:xfrm>
            <a:custGeom>
              <a:avLst/>
              <a:gdLst>
                <a:gd name="connsiteX0" fmla="*/ 379921 w 419567"/>
                <a:gd name="connsiteY0" fmla="*/ 175211 h 175409"/>
                <a:gd name="connsiteX1" fmla="*/ 347122 w 419567"/>
                <a:gd name="connsiteY1" fmla="*/ 157943 h 175409"/>
                <a:gd name="connsiteX2" fmla="*/ 209176 w 419567"/>
                <a:gd name="connsiteY2" fmla="*/ 79195 h 175409"/>
                <a:gd name="connsiteX3" fmla="*/ 71231 w 419567"/>
                <a:gd name="connsiteY3" fmla="*/ 157943 h 175409"/>
                <a:gd name="connsiteX4" fmla="*/ 15583 w 419567"/>
                <a:gd name="connsiteY4" fmla="*/ 165356 h 175409"/>
                <a:gd name="connsiteX5" fmla="*/ 5731 w 419567"/>
                <a:gd name="connsiteY5" fmla="*/ 113284 h 175409"/>
                <a:gd name="connsiteX6" fmla="*/ 209176 w 419567"/>
                <a:gd name="connsiteY6" fmla="*/ 0 h 175409"/>
                <a:gd name="connsiteX7" fmla="*/ 412621 w 419567"/>
                <a:gd name="connsiteY7" fmla="*/ 113284 h 175409"/>
                <a:gd name="connsiteX8" fmla="*/ 402295 w 419567"/>
                <a:gd name="connsiteY8" fmla="*/ 168467 h 175409"/>
                <a:gd name="connsiteX9" fmla="*/ 379921 w 419567"/>
                <a:gd name="connsiteY9" fmla="*/ 175409 h 17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567" h="175409">
                  <a:moveTo>
                    <a:pt x="379921" y="175211"/>
                  </a:moveTo>
                  <a:cubicBezTo>
                    <a:pt x="366806" y="175226"/>
                    <a:pt x="354530" y="168765"/>
                    <a:pt x="347122" y="157943"/>
                  </a:cubicBezTo>
                  <a:cubicBezTo>
                    <a:pt x="312884" y="107875"/>
                    <a:pt x="262767" y="79195"/>
                    <a:pt x="209176" y="79195"/>
                  </a:cubicBezTo>
                  <a:cubicBezTo>
                    <a:pt x="155586" y="79195"/>
                    <a:pt x="105469" y="107875"/>
                    <a:pt x="71231" y="157943"/>
                  </a:cubicBezTo>
                  <a:cubicBezTo>
                    <a:pt x="57911" y="175355"/>
                    <a:pt x="32997" y="178674"/>
                    <a:pt x="15583" y="165356"/>
                  </a:cubicBezTo>
                  <a:cubicBezTo>
                    <a:pt x="-504" y="153055"/>
                    <a:pt x="-4749" y="130612"/>
                    <a:pt x="5731" y="113284"/>
                  </a:cubicBezTo>
                  <a:cubicBezTo>
                    <a:pt x="54955" y="41284"/>
                    <a:pt x="129138" y="0"/>
                    <a:pt x="209176" y="0"/>
                  </a:cubicBezTo>
                  <a:cubicBezTo>
                    <a:pt x="289215" y="0"/>
                    <a:pt x="363398" y="41284"/>
                    <a:pt x="412621" y="113284"/>
                  </a:cubicBezTo>
                  <a:cubicBezTo>
                    <a:pt x="425007" y="131371"/>
                    <a:pt x="420387" y="156077"/>
                    <a:pt x="402295" y="168467"/>
                  </a:cubicBezTo>
                  <a:cubicBezTo>
                    <a:pt x="395706" y="172978"/>
                    <a:pt x="387910" y="175399"/>
                    <a:pt x="379921" y="17540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9" name="Picture Placeholder 47">
            <a:extLst>
              <a:ext uri="{FF2B5EF4-FFF2-40B4-BE49-F238E27FC236}">
                <a16:creationId xmlns:a16="http://schemas.microsoft.com/office/drawing/2014/main" id="{622AFF42-7F26-4578-937E-6BA7DFB07C9F}"/>
              </a:ext>
            </a:extLst>
          </p:cNvPr>
          <p:cNvGrpSpPr>
            <a:grpSpLocks noChangeAspect="1"/>
          </p:cNvGrpSpPr>
          <p:nvPr/>
        </p:nvGrpSpPr>
        <p:grpSpPr>
          <a:xfrm>
            <a:off x="1602136" y="2539051"/>
            <a:ext cx="645069" cy="832932"/>
            <a:chOff x="1602136" y="2539051"/>
            <a:chExt cx="645069" cy="832932"/>
          </a:xfrm>
        </p:grpSpPr>
        <p:grpSp>
          <p:nvGrpSpPr>
            <p:cNvPr id="81" name="Picture Placeholder 47">
              <a:extLst>
                <a:ext uri="{FF2B5EF4-FFF2-40B4-BE49-F238E27FC236}">
                  <a16:creationId xmlns:a16="http://schemas.microsoft.com/office/drawing/2014/main" id="{622AFF42-7F26-4578-937E-6BA7DFB07C9F}"/>
                </a:ext>
              </a:extLst>
            </p:cNvPr>
            <p:cNvGrpSpPr/>
            <p:nvPr/>
          </p:nvGrpSpPr>
          <p:grpSpPr>
            <a:xfrm>
              <a:off x="1602136" y="2539051"/>
              <a:ext cx="645069" cy="832932"/>
              <a:chOff x="1602136" y="2539051"/>
              <a:chExt cx="645069" cy="832932"/>
            </a:xfrm>
            <a:solidFill>
              <a:srgbClr val="FFFFFF"/>
            </a:solidFill>
          </p:grpSpPr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10A3CBAA-C7A1-794B-BBE7-61DE74D00F4C}"/>
                  </a:ext>
                </a:extLst>
              </p:cNvPr>
              <p:cNvSpPr/>
              <p:nvPr/>
            </p:nvSpPr>
            <p:spPr>
              <a:xfrm>
                <a:off x="1602136" y="2539051"/>
                <a:ext cx="644821" cy="832932"/>
              </a:xfrm>
              <a:custGeom>
                <a:avLst/>
                <a:gdLst>
                  <a:gd name="connsiteX0" fmla="*/ 605373 w 644821"/>
                  <a:gd name="connsiteY0" fmla="*/ 832933 h 832932"/>
                  <a:gd name="connsiteX1" fmla="*/ 39697 w 644821"/>
                  <a:gd name="connsiteY1" fmla="*/ 832933 h 832932"/>
                  <a:gd name="connsiteX2" fmla="*/ 0 w 644821"/>
                  <a:gd name="connsiteY2" fmla="*/ 793236 h 832932"/>
                  <a:gd name="connsiteX3" fmla="*/ 0 w 644821"/>
                  <a:gd name="connsiteY3" fmla="*/ 39697 h 832932"/>
                  <a:gd name="connsiteX4" fmla="*/ 39697 w 644821"/>
                  <a:gd name="connsiteY4" fmla="*/ 0 h 832932"/>
                  <a:gd name="connsiteX5" fmla="*/ 416517 w 644821"/>
                  <a:gd name="connsiteY5" fmla="*/ 0 h 832932"/>
                  <a:gd name="connsiteX6" fmla="*/ 444602 w 644821"/>
                  <a:gd name="connsiteY6" fmla="*/ 11611 h 832932"/>
                  <a:gd name="connsiteX7" fmla="*/ 633161 w 644821"/>
                  <a:gd name="connsiteY7" fmla="*/ 200170 h 832932"/>
                  <a:gd name="connsiteX8" fmla="*/ 644822 w 644821"/>
                  <a:gd name="connsiteY8" fmla="*/ 228206 h 832932"/>
                  <a:gd name="connsiteX9" fmla="*/ 644822 w 644821"/>
                  <a:gd name="connsiteY9" fmla="*/ 793236 h 832932"/>
                  <a:gd name="connsiteX10" fmla="*/ 605373 w 644821"/>
                  <a:gd name="connsiteY10" fmla="*/ 832933 h 832932"/>
                  <a:gd name="connsiteX11" fmla="*/ 79393 w 644821"/>
                  <a:gd name="connsiteY11" fmla="*/ 753540 h 832932"/>
                  <a:gd name="connsiteX12" fmla="*/ 565676 w 644821"/>
                  <a:gd name="connsiteY12" fmla="*/ 753540 h 832932"/>
                  <a:gd name="connsiteX13" fmla="*/ 565676 w 644821"/>
                  <a:gd name="connsiteY13" fmla="*/ 244779 h 832932"/>
                  <a:gd name="connsiteX14" fmla="*/ 400241 w 644821"/>
                  <a:gd name="connsiteY14" fmla="*/ 79393 h 832932"/>
                  <a:gd name="connsiteX15" fmla="*/ 79592 w 644821"/>
                  <a:gd name="connsiteY15" fmla="*/ 7939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4821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6517" y="0"/>
                    </a:lnTo>
                    <a:cubicBezTo>
                      <a:pt x="427046" y="-8"/>
                      <a:pt x="437149" y="4169"/>
                      <a:pt x="444602" y="11611"/>
                    </a:cubicBezTo>
                    <a:lnTo>
                      <a:pt x="633161" y="200170"/>
                    </a:lnTo>
                    <a:cubicBezTo>
                      <a:pt x="640609" y="207601"/>
                      <a:pt x="644802" y="217684"/>
                      <a:pt x="644822" y="228206"/>
                    </a:cubicBezTo>
                    <a:lnTo>
                      <a:pt x="644822" y="793236"/>
                    </a:lnTo>
                    <a:cubicBezTo>
                      <a:pt x="644822" y="815064"/>
                      <a:pt x="627201" y="832794"/>
                      <a:pt x="605373" y="832933"/>
                    </a:cubicBezTo>
                    <a:close/>
                    <a:moveTo>
                      <a:pt x="79393" y="753540"/>
                    </a:moveTo>
                    <a:lnTo>
                      <a:pt x="565676" y="753540"/>
                    </a:lnTo>
                    <a:lnTo>
                      <a:pt x="565676" y="244779"/>
                    </a:lnTo>
                    <a:lnTo>
                      <a:pt x="400241" y="79393"/>
                    </a:lnTo>
                    <a:lnTo>
                      <a:pt x="79592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48910DC6-9B73-ED47-BB89-912F6C3DC885}"/>
                  </a:ext>
                </a:extLst>
              </p:cNvPr>
              <p:cNvSpPr/>
              <p:nvPr/>
            </p:nvSpPr>
            <p:spPr>
              <a:xfrm>
                <a:off x="1979254" y="2539101"/>
                <a:ext cx="267951" cy="267951"/>
              </a:xfrm>
              <a:custGeom>
                <a:avLst/>
                <a:gdLst>
                  <a:gd name="connsiteX0" fmla="*/ 228255 w 267951"/>
                  <a:gd name="connsiteY0" fmla="*/ 267952 h 267951"/>
                  <a:gd name="connsiteX1" fmla="*/ 39697 w 267951"/>
                  <a:gd name="connsiteY1" fmla="*/ 267952 h 267951"/>
                  <a:gd name="connsiteX2" fmla="*/ 0 w 267951"/>
                  <a:gd name="connsiteY2" fmla="*/ 228255 h 267951"/>
                  <a:gd name="connsiteX3" fmla="*/ 0 w 267951"/>
                  <a:gd name="connsiteY3" fmla="*/ 39697 h 267951"/>
                  <a:gd name="connsiteX4" fmla="*/ 39697 w 267951"/>
                  <a:gd name="connsiteY4" fmla="*/ 0 h 267951"/>
                  <a:gd name="connsiteX5" fmla="*/ 79393 w 267951"/>
                  <a:gd name="connsiteY5" fmla="*/ 39697 h 267951"/>
                  <a:gd name="connsiteX6" fmla="*/ 79393 w 267951"/>
                  <a:gd name="connsiteY6" fmla="*/ 188559 h 267951"/>
                  <a:gd name="connsiteX7" fmla="*/ 228255 w 267951"/>
                  <a:gd name="connsiteY7" fmla="*/ 188559 h 267951"/>
                  <a:gd name="connsiteX8" fmla="*/ 267952 w 267951"/>
                  <a:gd name="connsiteY8" fmla="*/ 228255 h 267951"/>
                  <a:gd name="connsiteX9" fmla="*/ 228255 w 267951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1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6016963-B54A-084E-BE65-D0FB9EA25DC8}"/>
                </a:ext>
              </a:extLst>
            </p:cNvPr>
            <p:cNvSpPr/>
            <p:nvPr/>
          </p:nvSpPr>
          <p:spPr>
            <a:xfrm>
              <a:off x="1709491" y="2831808"/>
              <a:ext cx="431679" cy="416818"/>
            </a:xfrm>
            <a:custGeom>
              <a:avLst/>
              <a:gdLst>
                <a:gd name="connsiteX0" fmla="*/ 39671 w 431679"/>
                <a:gd name="connsiteY0" fmla="*/ 416819 h 416818"/>
                <a:gd name="connsiteX1" fmla="*/ 0 w 431679"/>
                <a:gd name="connsiteY1" fmla="*/ 377097 h 416818"/>
                <a:gd name="connsiteX2" fmla="*/ 2456 w 431679"/>
                <a:gd name="connsiteY2" fmla="*/ 363377 h 416818"/>
                <a:gd name="connsiteX3" fmla="*/ 37190 w 431679"/>
                <a:gd name="connsiteY3" fmla="*/ 269098 h 416818"/>
                <a:gd name="connsiteX4" fmla="*/ 46370 w 431679"/>
                <a:gd name="connsiteY4" fmla="*/ 254757 h 416818"/>
                <a:gd name="connsiteX5" fmla="*/ 289512 w 431679"/>
                <a:gd name="connsiteY5" fmla="*/ 11616 h 416818"/>
                <a:gd name="connsiteX6" fmla="*/ 343549 w 431679"/>
                <a:gd name="connsiteY6" fmla="*/ 9681 h 416818"/>
                <a:gd name="connsiteX7" fmla="*/ 417980 w 431679"/>
                <a:gd name="connsiteY7" fmla="*/ 74188 h 416818"/>
                <a:gd name="connsiteX8" fmla="*/ 421979 w 431679"/>
                <a:gd name="connsiteY8" fmla="*/ 130184 h 416818"/>
                <a:gd name="connsiteX9" fmla="*/ 420064 w 431679"/>
                <a:gd name="connsiteY9" fmla="*/ 132244 h 416818"/>
                <a:gd name="connsiteX10" fmla="*/ 166998 w 431679"/>
                <a:gd name="connsiteY10" fmla="*/ 385309 h 416818"/>
                <a:gd name="connsiteX11" fmla="*/ 146703 w 431679"/>
                <a:gd name="connsiteY11" fmla="*/ 396176 h 416818"/>
                <a:gd name="connsiteX12" fmla="*/ 47462 w 431679"/>
                <a:gd name="connsiteY12" fmla="*/ 416025 h 416818"/>
                <a:gd name="connsiteX13" fmla="*/ 39671 w 431679"/>
                <a:gd name="connsiteY13" fmla="*/ 416819 h 416818"/>
                <a:gd name="connsiteX14" fmla="*/ 108595 w 431679"/>
                <a:gd name="connsiteY14" fmla="*/ 304825 h 416818"/>
                <a:gd name="connsiteX15" fmla="*/ 101400 w 431679"/>
                <a:gd name="connsiteY15" fmla="*/ 324375 h 416818"/>
                <a:gd name="connsiteX16" fmla="*/ 119313 w 431679"/>
                <a:gd name="connsiteY16" fmla="*/ 320802 h 416818"/>
                <a:gd name="connsiteX17" fmla="*/ 333773 w 431679"/>
                <a:gd name="connsiteY17" fmla="*/ 106342 h 416818"/>
                <a:gd name="connsiteX18" fmla="*/ 319483 w 431679"/>
                <a:gd name="connsiteY18" fmla="*/ 93986 h 41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679" h="416818">
                  <a:moveTo>
                    <a:pt x="39671" y="416819"/>
                  </a:moveTo>
                  <a:cubicBezTo>
                    <a:pt x="17747" y="416804"/>
                    <a:pt x="-14" y="399020"/>
                    <a:pt x="0" y="377097"/>
                  </a:cubicBezTo>
                  <a:cubicBezTo>
                    <a:pt x="3" y="372413"/>
                    <a:pt x="835" y="367768"/>
                    <a:pt x="2456" y="363377"/>
                  </a:cubicBezTo>
                  <a:lnTo>
                    <a:pt x="37190" y="269098"/>
                  </a:lnTo>
                  <a:cubicBezTo>
                    <a:pt x="39177" y="263709"/>
                    <a:pt x="42309" y="258816"/>
                    <a:pt x="46370" y="254757"/>
                  </a:cubicBezTo>
                  <a:lnTo>
                    <a:pt x="289512" y="11616"/>
                  </a:lnTo>
                  <a:cubicBezTo>
                    <a:pt x="304234" y="-3093"/>
                    <a:pt x="327814" y="-3938"/>
                    <a:pt x="343549" y="9681"/>
                  </a:cubicBezTo>
                  <a:lnTo>
                    <a:pt x="417980" y="74188"/>
                  </a:lnTo>
                  <a:cubicBezTo>
                    <a:pt x="434548" y="88546"/>
                    <a:pt x="436340" y="113616"/>
                    <a:pt x="421979" y="130184"/>
                  </a:cubicBezTo>
                  <a:cubicBezTo>
                    <a:pt x="421364" y="130893"/>
                    <a:pt x="420729" y="131580"/>
                    <a:pt x="420064" y="132244"/>
                  </a:cubicBezTo>
                  <a:lnTo>
                    <a:pt x="166998" y="385309"/>
                  </a:lnTo>
                  <a:cubicBezTo>
                    <a:pt x="161455" y="390857"/>
                    <a:pt x="154393" y="394638"/>
                    <a:pt x="146703" y="396176"/>
                  </a:cubicBezTo>
                  <a:lnTo>
                    <a:pt x="47462" y="416025"/>
                  </a:lnTo>
                  <a:cubicBezTo>
                    <a:pt x="44899" y="416560"/>
                    <a:pt x="42289" y="416823"/>
                    <a:pt x="39671" y="416819"/>
                  </a:cubicBezTo>
                  <a:close/>
                  <a:moveTo>
                    <a:pt x="108595" y="304825"/>
                  </a:moveTo>
                  <a:lnTo>
                    <a:pt x="101400" y="324375"/>
                  </a:lnTo>
                  <a:lnTo>
                    <a:pt x="119313" y="320802"/>
                  </a:lnTo>
                  <a:lnTo>
                    <a:pt x="333773" y="106342"/>
                  </a:lnTo>
                  <a:lnTo>
                    <a:pt x="319483" y="9398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7" name="Picture Placeholder 49">
            <a:extLst>
              <a:ext uri="{FF2B5EF4-FFF2-40B4-BE49-F238E27FC236}">
                <a16:creationId xmlns:a16="http://schemas.microsoft.com/office/drawing/2014/main" id="{9DD96C33-6803-4E19-A63E-7BBF5E0F30A4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2521337"/>
            <a:ext cx="868363" cy="868362"/>
            <a:chOff x="2808097" y="2521337"/>
            <a:chExt cx="868363" cy="868362"/>
          </a:xfrm>
        </p:grpSpPr>
        <p:grpSp>
          <p:nvGrpSpPr>
            <p:cNvPr id="89" name="Picture Placeholder 49">
              <a:extLst>
                <a:ext uri="{FF2B5EF4-FFF2-40B4-BE49-F238E27FC236}">
                  <a16:creationId xmlns:a16="http://schemas.microsoft.com/office/drawing/2014/main" id="{9DD96C33-6803-4E19-A63E-7BBF5E0F30A4}"/>
                </a:ext>
              </a:extLst>
            </p:cNvPr>
            <p:cNvGrpSpPr/>
            <p:nvPr/>
          </p:nvGrpSpPr>
          <p:grpSpPr>
            <a:xfrm>
              <a:off x="3023550" y="2825114"/>
              <a:ext cx="437456" cy="429516"/>
              <a:chOff x="3023550" y="2825114"/>
              <a:chExt cx="437456" cy="429516"/>
            </a:xfrm>
          </p:grpSpPr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3BA3055F-E575-B942-A6A5-D2DA3A821595}"/>
                  </a:ext>
                </a:extLst>
              </p:cNvPr>
              <p:cNvSpPr/>
              <p:nvPr/>
            </p:nvSpPr>
            <p:spPr>
              <a:xfrm>
                <a:off x="3077587" y="2877067"/>
                <a:ext cx="337421" cy="326107"/>
              </a:xfrm>
              <a:custGeom>
                <a:avLst/>
                <a:gdLst>
                  <a:gd name="connsiteX0" fmla="*/ 168711 w 337421"/>
                  <a:gd name="connsiteY0" fmla="*/ 326107 h 326107"/>
                  <a:gd name="connsiteX1" fmla="*/ 0 w 337421"/>
                  <a:gd name="connsiteY1" fmla="*/ 163054 h 326107"/>
                  <a:gd name="connsiteX2" fmla="*/ 168711 w 337421"/>
                  <a:gd name="connsiteY2" fmla="*/ 0 h 326107"/>
                  <a:gd name="connsiteX3" fmla="*/ 337421 w 337421"/>
                  <a:gd name="connsiteY3" fmla="*/ 163054 h 326107"/>
                  <a:gd name="connsiteX4" fmla="*/ 168711 w 337421"/>
                  <a:gd name="connsiteY4" fmla="*/ 326107 h 326107"/>
                  <a:gd name="connsiteX5" fmla="*/ 168711 w 337421"/>
                  <a:gd name="connsiteY5" fmla="*/ 79393 h 326107"/>
                  <a:gd name="connsiteX6" fmla="*/ 79393 w 337421"/>
                  <a:gd name="connsiteY6" fmla="*/ 163054 h 326107"/>
                  <a:gd name="connsiteX7" fmla="*/ 168711 w 337421"/>
                  <a:gd name="connsiteY7" fmla="*/ 246714 h 326107"/>
                  <a:gd name="connsiteX8" fmla="*/ 258028 w 337421"/>
                  <a:gd name="connsiteY8" fmla="*/ 163054 h 326107"/>
                  <a:gd name="connsiteX9" fmla="*/ 168711 w 337421"/>
                  <a:gd name="connsiteY9" fmla="*/ 79393 h 32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7421" h="326107">
                    <a:moveTo>
                      <a:pt x="168711" y="326107"/>
                    </a:moveTo>
                    <a:cubicBezTo>
                      <a:pt x="75672" y="326107"/>
                      <a:pt x="0" y="252966"/>
                      <a:pt x="0" y="163054"/>
                    </a:cubicBezTo>
                    <a:cubicBezTo>
                      <a:pt x="0" y="73141"/>
                      <a:pt x="75721" y="0"/>
                      <a:pt x="168711" y="0"/>
                    </a:cubicBezTo>
                    <a:cubicBezTo>
                      <a:pt x="261700" y="0"/>
                      <a:pt x="337421" y="73141"/>
                      <a:pt x="337421" y="163054"/>
                    </a:cubicBezTo>
                    <a:cubicBezTo>
                      <a:pt x="337421" y="252966"/>
                      <a:pt x="261749" y="326107"/>
                      <a:pt x="168711" y="326107"/>
                    </a:cubicBezTo>
                    <a:close/>
                    <a:moveTo>
                      <a:pt x="168711" y="79393"/>
                    </a:moveTo>
                    <a:cubicBezTo>
                      <a:pt x="119437" y="79393"/>
                      <a:pt x="79393" y="116906"/>
                      <a:pt x="79393" y="163054"/>
                    </a:cubicBezTo>
                    <a:cubicBezTo>
                      <a:pt x="79393" y="209201"/>
                      <a:pt x="119487" y="246714"/>
                      <a:pt x="168711" y="246714"/>
                    </a:cubicBezTo>
                    <a:cubicBezTo>
                      <a:pt x="217934" y="246714"/>
                      <a:pt x="258028" y="209151"/>
                      <a:pt x="258028" y="163054"/>
                    </a:cubicBezTo>
                    <a:cubicBezTo>
                      <a:pt x="258028" y="116956"/>
                      <a:pt x="217934" y="79393"/>
                      <a:pt x="168711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438A2333-377B-B84D-AF11-1483F339A482}"/>
                  </a:ext>
                </a:extLst>
              </p:cNvPr>
              <p:cNvSpPr/>
              <p:nvPr/>
            </p:nvSpPr>
            <p:spPr>
              <a:xfrm>
                <a:off x="3203872" y="2825114"/>
                <a:ext cx="79393" cy="429516"/>
              </a:xfrm>
              <a:custGeom>
                <a:avLst/>
                <a:gdLst>
                  <a:gd name="connsiteX0" fmla="*/ 39697 w 79393"/>
                  <a:gd name="connsiteY0" fmla="*/ 429517 h 429516"/>
                  <a:gd name="connsiteX1" fmla="*/ 0 w 79393"/>
                  <a:gd name="connsiteY1" fmla="*/ 389820 h 429516"/>
                  <a:gd name="connsiteX2" fmla="*/ 0 w 79393"/>
                  <a:gd name="connsiteY2" fmla="*/ 39697 h 429516"/>
                  <a:gd name="connsiteX3" fmla="*/ 39697 w 79393"/>
                  <a:gd name="connsiteY3" fmla="*/ 0 h 429516"/>
                  <a:gd name="connsiteX4" fmla="*/ 79393 w 79393"/>
                  <a:gd name="connsiteY4" fmla="*/ 39697 h 429516"/>
                  <a:gd name="connsiteX5" fmla="*/ 79393 w 79393"/>
                  <a:gd name="connsiteY5" fmla="*/ 389820 h 429516"/>
                  <a:gd name="connsiteX6" fmla="*/ 39697 w 79393"/>
                  <a:gd name="connsiteY6" fmla="*/ 429517 h 4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429516">
                    <a:moveTo>
                      <a:pt x="39697" y="429517"/>
                    </a:moveTo>
                    <a:cubicBezTo>
                      <a:pt x="17773" y="429517"/>
                      <a:pt x="0" y="411743"/>
                      <a:pt x="0" y="389820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89820"/>
                    </a:lnTo>
                    <a:cubicBezTo>
                      <a:pt x="79393" y="411743"/>
                      <a:pt x="61621" y="429517"/>
                      <a:pt x="39697" y="42951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D5E2979-C799-FC4D-8276-0B4C0F96C9AD}"/>
                  </a:ext>
                </a:extLst>
              </p:cNvPr>
              <p:cNvSpPr/>
              <p:nvPr/>
            </p:nvSpPr>
            <p:spPr>
              <a:xfrm>
                <a:off x="3023550" y="3001565"/>
                <a:ext cx="437456" cy="79393"/>
              </a:xfrm>
              <a:custGeom>
                <a:avLst/>
                <a:gdLst>
                  <a:gd name="connsiteX0" fmla="*/ 397760 w 437456"/>
                  <a:gd name="connsiteY0" fmla="*/ 79393 h 79393"/>
                  <a:gd name="connsiteX1" fmla="*/ 39697 w 437456"/>
                  <a:gd name="connsiteY1" fmla="*/ 79393 h 79393"/>
                  <a:gd name="connsiteX2" fmla="*/ 0 w 437456"/>
                  <a:gd name="connsiteY2" fmla="*/ 39697 h 79393"/>
                  <a:gd name="connsiteX3" fmla="*/ 39697 w 437456"/>
                  <a:gd name="connsiteY3" fmla="*/ 0 h 79393"/>
                  <a:gd name="connsiteX4" fmla="*/ 397760 w 437456"/>
                  <a:gd name="connsiteY4" fmla="*/ 0 h 79393"/>
                  <a:gd name="connsiteX5" fmla="*/ 437457 w 437456"/>
                  <a:gd name="connsiteY5" fmla="*/ 39697 h 79393"/>
                  <a:gd name="connsiteX6" fmla="*/ 397760 w 437456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7456" h="79393">
                    <a:moveTo>
                      <a:pt x="397760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397760" y="0"/>
                    </a:lnTo>
                    <a:cubicBezTo>
                      <a:pt x="419682" y="0"/>
                      <a:pt x="437457" y="17774"/>
                      <a:pt x="437457" y="39697"/>
                    </a:cubicBezTo>
                    <a:cubicBezTo>
                      <a:pt x="437457" y="61619"/>
                      <a:pt x="419682" y="79393"/>
                      <a:pt x="397760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93" name="Picture Placeholder 49">
              <a:extLst>
                <a:ext uri="{FF2B5EF4-FFF2-40B4-BE49-F238E27FC236}">
                  <a16:creationId xmlns:a16="http://schemas.microsoft.com/office/drawing/2014/main" id="{9DD96C33-6803-4E19-A63E-7BBF5E0F30A4}"/>
                </a:ext>
              </a:extLst>
            </p:cNvPr>
            <p:cNvGrpSpPr/>
            <p:nvPr/>
          </p:nvGrpSpPr>
          <p:grpSpPr>
            <a:xfrm>
              <a:off x="2919644" y="2539051"/>
              <a:ext cx="645069" cy="832932"/>
              <a:chOff x="2919644" y="2539051"/>
              <a:chExt cx="645069" cy="832932"/>
            </a:xfrm>
            <a:solidFill>
              <a:srgbClr val="FFFFFF"/>
            </a:solidFill>
          </p:grpSpPr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3549163-E364-BD47-963A-45D5662B3C16}"/>
                  </a:ext>
                </a:extLst>
              </p:cNvPr>
              <p:cNvSpPr/>
              <p:nvPr/>
            </p:nvSpPr>
            <p:spPr>
              <a:xfrm>
                <a:off x="2919644" y="2539051"/>
                <a:ext cx="644771" cy="832932"/>
              </a:xfrm>
              <a:custGeom>
                <a:avLst/>
                <a:gdLst>
                  <a:gd name="connsiteX0" fmla="*/ 605373 w 644771"/>
                  <a:gd name="connsiteY0" fmla="*/ 832933 h 832932"/>
                  <a:gd name="connsiteX1" fmla="*/ 39697 w 644771"/>
                  <a:gd name="connsiteY1" fmla="*/ 832933 h 832932"/>
                  <a:gd name="connsiteX2" fmla="*/ 0 w 644771"/>
                  <a:gd name="connsiteY2" fmla="*/ 793236 h 832932"/>
                  <a:gd name="connsiteX3" fmla="*/ 0 w 644771"/>
                  <a:gd name="connsiteY3" fmla="*/ 39697 h 832932"/>
                  <a:gd name="connsiteX4" fmla="*/ 39697 w 644771"/>
                  <a:gd name="connsiteY4" fmla="*/ 0 h 832932"/>
                  <a:gd name="connsiteX5" fmla="*/ 416517 w 644771"/>
                  <a:gd name="connsiteY5" fmla="*/ 0 h 832932"/>
                  <a:gd name="connsiteX6" fmla="*/ 444552 w 644771"/>
                  <a:gd name="connsiteY6" fmla="*/ 11611 h 832932"/>
                  <a:gd name="connsiteX7" fmla="*/ 633111 w 644771"/>
                  <a:gd name="connsiteY7" fmla="*/ 200170 h 832932"/>
                  <a:gd name="connsiteX8" fmla="*/ 644772 w 644771"/>
                  <a:gd name="connsiteY8" fmla="*/ 228206 h 832932"/>
                  <a:gd name="connsiteX9" fmla="*/ 644772 w 644771"/>
                  <a:gd name="connsiteY9" fmla="*/ 793236 h 832932"/>
                  <a:gd name="connsiteX10" fmla="*/ 605373 w 644771"/>
                  <a:gd name="connsiteY10" fmla="*/ 832933 h 832932"/>
                  <a:gd name="connsiteX11" fmla="*/ 79393 w 644771"/>
                  <a:gd name="connsiteY11" fmla="*/ 753540 h 832932"/>
                  <a:gd name="connsiteX12" fmla="*/ 565676 w 644771"/>
                  <a:gd name="connsiteY12" fmla="*/ 753540 h 832932"/>
                  <a:gd name="connsiteX13" fmla="*/ 565676 w 644771"/>
                  <a:gd name="connsiteY13" fmla="*/ 244779 h 832932"/>
                  <a:gd name="connsiteX14" fmla="*/ 400241 w 644771"/>
                  <a:gd name="connsiteY14" fmla="*/ 79393 h 832932"/>
                  <a:gd name="connsiteX15" fmla="*/ 79592 w 644771"/>
                  <a:gd name="connsiteY15" fmla="*/ 7939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4771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59"/>
                      <a:pt x="0" y="79323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6517" y="0"/>
                    </a:lnTo>
                    <a:cubicBezTo>
                      <a:pt x="427031" y="5"/>
                      <a:pt x="437114" y="4181"/>
                      <a:pt x="444552" y="11611"/>
                    </a:cubicBezTo>
                    <a:lnTo>
                      <a:pt x="633111" y="200170"/>
                    </a:lnTo>
                    <a:cubicBezTo>
                      <a:pt x="640559" y="207601"/>
                      <a:pt x="644752" y="217684"/>
                      <a:pt x="644772" y="228206"/>
                    </a:cubicBezTo>
                    <a:lnTo>
                      <a:pt x="644772" y="793236"/>
                    </a:lnTo>
                    <a:cubicBezTo>
                      <a:pt x="644772" y="815045"/>
                      <a:pt x="627181" y="832769"/>
                      <a:pt x="605373" y="832933"/>
                    </a:cubicBezTo>
                    <a:close/>
                    <a:moveTo>
                      <a:pt x="79393" y="753540"/>
                    </a:moveTo>
                    <a:lnTo>
                      <a:pt x="565676" y="753540"/>
                    </a:lnTo>
                    <a:lnTo>
                      <a:pt x="565676" y="244779"/>
                    </a:lnTo>
                    <a:lnTo>
                      <a:pt x="400241" y="79393"/>
                    </a:lnTo>
                    <a:lnTo>
                      <a:pt x="79592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615B1E5A-F454-3E41-BB1D-646C6A6F3E9B}"/>
                  </a:ext>
                </a:extLst>
              </p:cNvPr>
              <p:cNvSpPr/>
              <p:nvPr/>
            </p:nvSpPr>
            <p:spPr>
              <a:xfrm>
                <a:off x="3296762" y="2539101"/>
                <a:ext cx="267951" cy="267951"/>
              </a:xfrm>
              <a:custGeom>
                <a:avLst/>
                <a:gdLst>
                  <a:gd name="connsiteX0" fmla="*/ 228255 w 267951"/>
                  <a:gd name="connsiteY0" fmla="*/ 267952 h 267951"/>
                  <a:gd name="connsiteX1" fmla="*/ 39697 w 267951"/>
                  <a:gd name="connsiteY1" fmla="*/ 267952 h 267951"/>
                  <a:gd name="connsiteX2" fmla="*/ 0 w 267951"/>
                  <a:gd name="connsiteY2" fmla="*/ 228255 h 267951"/>
                  <a:gd name="connsiteX3" fmla="*/ 0 w 267951"/>
                  <a:gd name="connsiteY3" fmla="*/ 39697 h 267951"/>
                  <a:gd name="connsiteX4" fmla="*/ 39697 w 267951"/>
                  <a:gd name="connsiteY4" fmla="*/ 0 h 267951"/>
                  <a:gd name="connsiteX5" fmla="*/ 79393 w 267951"/>
                  <a:gd name="connsiteY5" fmla="*/ 39697 h 267951"/>
                  <a:gd name="connsiteX6" fmla="*/ 79393 w 267951"/>
                  <a:gd name="connsiteY6" fmla="*/ 188559 h 267951"/>
                  <a:gd name="connsiteX7" fmla="*/ 228255 w 267951"/>
                  <a:gd name="connsiteY7" fmla="*/ 188559 h 267951"/>
                  <a:gd name="connsiteX8" fmla="*/ 267952 w 267951"/>
                  <a:gd name="connsiteY8" fmla="*/ 228255 h 267951"/>
                  <a:gd name="connsiteX9" fmla="*/ 228255 w 267951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1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4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8" y="188559"/>
                      <a:pt x="267952" y="206331"/>
                      <a:pt x="267952" y="228255"/>
                    </a:cubicBezTo>
                    <a:cubicBezTo>
                      <a:pt x="267952" y="250179"/>
                      <a:pt x="250178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96" name="Picture Placeholder 51">
            <a:extLst>
              <a:ext uri="{FF2B5EF4-FFF2-40B4-BE49-F238E27FC236}">
                <a16:creationId xmlns:a16="http://schemas.microsoft.com/office/drawing/2014/main" id="{9AB106C4-764E-47CB-A52F-11B2B065B205}"/>
              </a:ext>
            </a:extLst>
          </p:cNvPr>
          <p:cNvGrpSpPr>
            <a:grpSpLocks noChangeAspect="1"/>
          </p:cNvGrpSpPr>
          <p:nvPr/>
        </p:nvGrpSpPr>
        <p:grpSpPr>
          <a:xfrm>
            <a:off x="4239434" y="2541780"/>
            <a:ext cx="640802" cy="827474"/>
            <a:chOff x="4239434" y="2541780"/>
            <a:chExt cx="640802" cy="827474"/>
          </a:xfrm>
        </p:grpSpPr>
        <p:grpSp>
          <p:nvGrpSpPr>
            <p:cNvPr id="97" name="Picture Placeholder 51">
              <a:extLst>
                <a:ext uri="{FF2B5EF4-FFF2-40B4-BE49-F238E27FC236}">
                  <a16:creationId xmlns:a16="http://schemas.microsoft.com/office/drawing/2014/main" id="{9AB106C4-764E-47CB-A52F-11B2B065B205}"/>
                </a:ext>
              </a:extLst>
            </p:cNvPr>
            <p:cNvGrpSpPr/>
            <p:nvPr/>
          </p:nvGrpSpPr>
          <p:grpSpPr>
            <a:xfrm>
              <a:off x="4239434" y="2541780"/>
              <a:ext cx="640802" cy="827474"/>
              <a:chOff x="4239434" y="2541780"/>
              <a:chExt cx="640802" cy="827474"/>
            </a:xfrm>
            <a:solidFill>
              <a:srgbClr val="FFFFFF"/>
            </a:solidFill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803582CB-FE58-5445-8FE7-61A266ED7CD9}"/>
                  </a:ext>
                </a:extLst>
              </p:cNvPr>
              <p:cNvSpPr/>
              <p:nvPr/>
            </p:nvSpPr>
            <p:spPr>
              <a:xfrm>
                <a:off x="4239434" y="2541780"/>
                <a:ext cx="640802" cy="827474"/>
              </a:xfrm>
              <a:custGeom>
                <a:avLst/>
                <a:gdLst>
                  <a:gd name="connsiteX0" fmla="*/ 601006 w 640802"/>
                  <a:gd name="connsiteY0" fmla="*/ 827475 h 827474"/>
                  <a:gd name="connsiteX1" fmla="*/ 458843 w 640802"/>
                  <a:gd name="connsiteY1" fmla="*/ 827475 h 827474"/>
                  <a:gd name="connsiteX2" fmla="*/ 419146 w 640802"/>
                  <a:gd name="connsiteY2" fmla="*/ 787778 h 827474"/>
                  <a:gd name="connsiteX3" fmla="*/ 458843 w 640802"/>
                  <a:gd name="connsiteY3" fmla="*/ 748082 h 827474"/>
                  <a:gd name="connsiteX4" fmla="*/ 561310 w 640802"/>
                  <a:gd name="connsiteY4" fmla="*/ 748082 h 827474"/>
                  <a:gd name="connsiteX5" fmla="*/ 561310 w 640802"/>
                  <a:gd name="connsiteY5" fmla="*/ 243439 h 827474"/>
                  <a:gd name="connsiteX6" fmla="*/ 397264 w 640802"/>
                  <a:gd name="connsiteY6" fmla="*/ 79393 h 827474"/>
                  <a:gd name="connsiteX7" fmla="*/ 79393 w 640802"/>
                  <a:gd name="connsiteY7" fmla="*/ 79393 h 827474"/>
                  <a:gd name="connsiteX8" fmla="*/ 79393 w 640802"/>
                  <a:gd name="connsiteY8" fmla="*/ 748082 h 827474"/>
                  <a:gd name="connsiteX9" fmla="*/ 177593 w 640802"/>
                  <a:gd name="connsiteY9" fmla="*/ 748082 h 827474"/>
                  <a:gd name="connsiteX10" fmla="*/ 217289 w 640802"/>
                  <a:gd name="connsiteY10" fmla="*/ 787778 h 827474"/>
                  <a:gd name="connsiteX11" fmla="*/ 177593 w 640802"/>
                  <a:gd name="connsiteY11" fmla="*/ 827475 h 827474"/>
                  <a:gd name="connsiteX12" fmla="*/ 39697 w 640802"/>
                  <a:gd name="connsiteY12" fmla="*/ 827475 h 827474"/>
                  <a:gd name="connsiteX13" fmla="*/ 0 w 640802"/>
                  <a:gd name="connsiteY13" fmla="*/ 787778 h 827474"/>
                  <a:gd name="connsiteX14" fmla="*/ 0 w 640802"/>
                  <a:gd name="connsiteY14" fmla="*/ 39697 h 827474"/>
                  <a:gd name="connsiteX15" fmla="*/ 39697 w 640802"/>
                  <a:gd name="connsiteY15" fmla="*/ 0 h 827474"/>
                  <a:gd name="connsiteX16" fmla="*/ 413738 w 640802"/>
                  <a:gd name="connsiteY16" fmla="*/ 0 h 827474"/>
                  <a:gd name="connsiteX17" fmla="*/ 441922 w 640802"/>
                  <a:gd name="connsiteY17" fmla="*/ 11661 h 827474"/>
                  <a:gd name="connsiteX18" fmla="*/ 629141 w 640802"/>
                  <a:gd name="connsiteY18" fmla="*/ 198929 h 827474"/>
                  <a:gd name="connsiteX19" fmla="*/ 640802 w 640802"/>
                  <a:gd name="connsiteY19" fmla="*/ 226965 h 827474"/>
                  <a:gd name="connsiteX20" fmla="*/ 640802 w 640802"/>
                  <a:gd name="connsiteY20" fmla="*/ 787679 h 827474"/>
                  <a:gd name="connsiteX21" fmla="*/ 601205 w 640802"/>
                  <a:gd name="connsiteY21" fmla="*/ 827475 h 827474"/>
                  <a:gd name="connsiteX22" fmla="*/ 601006 w 640802"/>
                  <a:gd name="connsiteY22" fmla="*/ 827475 h 827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40802" h="827474">
                    <a:moveTo>
                      <a:pt x="601006" y="827475"/>
                    </a:moveTo>
                    <a:lnTo>
                      <a:pt x="458843" y="827475"/>
                    </a:lnTo>
                    <a:cubicBezTo>
                      <a:pt x="436921" y="827475"/>
                      <a:pt x="419146" y="809701"/>
                      <a:pt x="419146" y="787778"/>
                    </a:cubicBezTo>
                    <a:cubicBezTo>
                      <a:pt x="419146" y="765856"/>
                      <a:pt x="436921" y="748082"/>
                      <a:pt x="458843" y="748082"/>
                    </a:cubicBezTo>
                    <a:lnTo>
                      <a:pt x="561310" y="748082"/>
                    </a:lnTo>
                    <a:lnTo>
                      <a:pt x="561310" y="243439"/>
                    </a:lnTo>
                    <a:lnTo>
                      <a:pt x="397264" y="79393"/>
                    </a:lnTo>
                    <a:lnTo>
                      <a:pt x="79393" y="79393"/>
                    </a:lnTo>
                    <a:lnTo>
                      <a:pt x="79393" y="748082"/>
                    </a:lnTo>
                    <a:lnTo>
                      <a:pt x="177593" y="748082"/>
                    </a:lnTo>
                    <a:cubicBezTo>
                      <a:pt x="199517" y="748082"/>
                      <a:pt x="217289" y="765856"/>
                      <a:pt x="217289" y="787778"/>
                    </a:cubicBezTo>
                    <a:cubicBezTo>
                      <a:pt x="217289" y="809701"/>
                      <a:pt x="199517" y="827475"/>
                      <a:pt x="177593" y="827475"/>
                    </a:cubicBezTo>
                    <a:lnTo>
                      <a:pt x="39697" y="827475"/>
                    </a:lnTo>
                    <a:cubicBezTo>
                      <a:pt x="17773" y="827475"/>
                      <a:pt x="0" y="809701"/>
                      <a:pt x="0" y="7877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3738" y="0"/>
                    </a:lnTo>
                    <a:cubicBezTo>
                      <a:pt x="424312" y="-21"/>
                      <a:pt x="434454" y="4176"/>
                      <a:pt x="441922" y="11661"/>
                    </a:cubicBezTo>
                    <a:lnTo>
                      <a:pt x="629141" y="198929"/>
                    </a:lnTo>
                    <a:cubicBezTo>
                      <a:pt x="636590" y="206360"/>
                      <a:pt x="640782" y="216444"/>
                      <a:pt x="640802" y="226965"/>
                    </a:cubicBezTo>
                    <a:lnTo>
                      <a:pt x="640802" y="787679"/>
                    </a:lnTo>
                    <a:cubicBezTo>
                      <a:pt x="640857" y="809601"/>
                      <a:pt x="623127" y="827420"/>
                      <a:pt x="601205" y="827475"/>
                    </a:cubicBezTo>
                    <a:cubicBezTo>
                      <a:pt x="601140" y="827475"/>
                      <a:pt x="601071" y="827475"/>
                      <a:pt x="601006" y="827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43BC5F1-0947-5B45-936B-26F0CD8A40A0}"/>
                  </a:ext>
                </a:extLst>
              </p:cNvPr>
              <p:cNvSpPr/>
              <p:nvPr/>
            </p:nvSpPr>
            <p:spPr>
              <a:xfrm>
                <a:off x="4613476" y="2541780"/>
                <a:ext cx="266661" cy="266661"/>
              </a:xfrm>
              <a:custGeom>
                <a:avLst/>
                <a:gdLst>
                  <a:gd name="connsiteX0" fmla="*/ 226965 w 266661"/>
                  <a:gd name="connsiteY0" fmla="*/ 266662 h 266661"/>
                  <a:gd name="connsiteX1" fmla="*/ 39697 w 266661"/>
                  <a:gd name="connsiteY1" fmla="*/ 266662 h 266661"/>
                  <a:gd name="connsiteX2" fmla="*/ 0 w 266661"/>
                  <a:gd name="connsiteY2" fmla="*/ 226965 h 266661"/>
                  <a:gd name="connsiteX3" fmla="*/ 0 w 266661"/>
                  <a:gd name="connsiteY3" fmla="*/ 39697 h 266661"/>
                  <a:gd name="connsiteX4" fmla="*/ 39697 w 266661"/>
                  <a:gd name="connsiteY4" fmla="*/ 0 h 266661"/>
                  <a:gd name="connsiteX5" fmla="*/ 79393 w 266661"/>
                  <a:gd name="connsiteY5" fmla="*/ 39697 h 266661"/>
                  <a:gd name="connsiteX6" fmla="*/ 79393 w 266661"/>
                  <a:gd name="connsiteY6" fmla="*/ 187268 h 266661"/>
                  <a:gd name="connsiteX7" fmla="*/ 226965 w 266661"/>
                  <a:gd name="connsiteY7" fmla="*/ 187268 h 266661"/>
                  <a:gd name="connsiteX8" fmla="*/ 266662 w 266661"/>
                  <a:gd name="connsiteY8" fmla="*/ 226965 h 266661"/>
                  <a:gd name="connsiteX9" fmla="*/ 226965 w 266661"/>
                  <a:gd name="connsiteY9" fmla="*/ 266662 h 26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61" h="266661">
                    <a:moveTo>
                      <a:pt x="226965" y="266662"/>
                    </a:moveTo>
                    <a:lnTo>
                      <a:pt x="39697" y="266662"/>
                    </a:lnTo>
                    <a:cubicBezTo>
                      <a:pt x="17774" y="266662"/>
                      <a:pt x="0" y="248889"/>
                      <a:pt x="0" y="22696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268"/>
                    </a:lnTo>
                    <a:lnTo>
                      <a:pt x="226965" y="187268"/>
                    </a:lnTo>
                    <a:cubicBezTo>
                      <a:pt x="248888" y="187268"/>
                      <a:pt x="266662" y="205041"/>
                      <a:pt x="266662" y="226965"/>
                    </a:cubicBezTo>
                    <a:cubicBezTo>
                      <a:pt x="266662" y="248889"/>
                      <a:pt x="248888" y="266662"/>
                      <a:pt x="226965" y="2666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5C2F89B-9737-A24C-8AE7-2E1F283765FD}"/>
                </a:ext>
              </a:extLst>
            </p:cNvPr>
            <p:cNvSpPr/>
            <p:nvPr/>
          </p:nvSpPr>
          <p:spPr>
            <a:xfrm>
              <a:off x="4525200" y="2825908"/>
              <a:ext cx="79393" cy="490599"/>
            </a:xfrm>
            <a:custGeom>
              <a:avLst/>
              <a:gdLst>
                <a:gd name="connsiteX0" fmla="*/ 39697 w 79393"/>
                <a:gd name="connsiteY0" fmla="*/ 490600 h 490599"/>
                <a:gd name="connsiteX1" fmla="*/ 39697 w 79393"/>
                <a:gd name="connsiteY1" fmla="*/ 490600 h 490599"/>
                <a:gd name="connsiteX2" fmla="*/ 0 w 79393"/>
                <a:gd name="connsiteY2" fmla="*/ 450903 h 490599"/>
                <a:gd name="connsiteX3" fmla="*/ 0 w 79393"/>
                <a:gd name="connsiteY3" fmla="*/ 39697 h 490599"/>
                <a:gd name="connsiteX4" fmla="*/ 39697 w 79393"/>
                <a:gd name="connsiteY4" fmla="*/ 0 h 490599"/>
                <a:gd name="connsiteX5" fmla="*/ 39697 w 79393"/>
                <a:gd name="connsiteY5" fmla="*/ 0 h 490599"/>
                <a:gd name="connsiteX6" fmla="*/ 79393 w 79393"/>
                <a:gd name="connsiteY6" fmla="*/ 39697 h 490599"/>
                <a:gd name="connsiteX7" fmla="*/ 79393 w 79393"/>
                <a:gd name="connsiteY7" fmla="*/ 450854 h 490599"/>
                <a:gd name="connsiteX8" fmla="*/ 39746 w 79393"/>
                <a:gd name="connsiteY8" fmla="*/ 490600 h 490599"/>
                <a:gd name="connsiteX9" fmla="*/ 39697 w 79393"/>
                <a:gd name="connsiteY9" fmla="*/ 490600 h 49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3" h="490599">
                  <a:moveTo>
                    <a:pt x="39697" y="490600"/>
                  </a:moveTo>
                  <a:lnTo>
                    <a:pt x="39697" y="490600"/>
                  </a:lnTo>
                  <a:cubicBezTo>
                    <a:pt x="17773" y="490600"/>
                    <a:pt x="0" y="472826"/>
                    <a:pt x="0" y="4509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450854"/>
                  </a:lnTo>
                  <a:cubicBezTo>
                    <a:pt x="79420" y="472776"/>
                    <a:pt x="61670" y="490570"/>
                    <a:pt x="39746" y="490600"/>
                  </a:cubicBezTo>
                  <a:cubicBezTo>
                    <a:pt x="39730" y="490600"/>
                    <a:pt x="39713" y="490600"/>
                    <a:pt x="39697" y="4906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9269F1F0-30B7-CD46-8FF9-4DC23FE7FE44}"/>
                </a:ext>
              </a:extLst>
            </p:cNvPr>
            <p:cNvSpPr/>
            <p:nvPr/>
          </p:nvSpPr>
          <p:spPr>
            <a:xfrm>
              <a:off x="4523431" y="3139365"/>
              <a:ext cx="181006" cy="179773"/>
            </a:xfrm>
            <a:custGeom>
              <a:avLst/>
              <a:gdLst>
                <a:gd name="connsiteX0" fmla="*/ 39679 w 181006"/>
                <a:gd name="connsiteY0" fmla="*/ 179773 h 179773"/>
                <a:gd name="connsiteX1" fmla="*/ 0 w 181006"/>
                <a:gd name="connsiteY1" fmla="*/ 140057 h 179773"/>
                <a:gd name="connsiteX2" fmla="*/ 11792 w 181006"/>
                <a:gd name="connsiteY2" fmla="*/ 111843 h 179773"/>
                <a:gd name="connsiteX3" fmla="*/ 112721 w 181006"/>
                <a:gd name="connsiteY3" fmla="*/ 12155 h 179773"/>
                <a:gd name="connsiteX4" fmla="*/ 168852 w 181006"/>
                <a:gd name="connsiteY4" fmla="*/ 11108 h 179773"/>
                <a:gd name="connsiteX5" fmla="*/ 169899 w 181006"/>
                <a:gd name="connsiteY5" fmla="*/ 67239 h 179773"/>
                <a:gd name="connsiteX6" fmla="*/ 168495 w 181006"/>
                <a:gd name="connsiteY6" fmla="*/ 68623 h 179773"/>
                <a:gd name="connsiteX7" fmla="*/ 67566 w 181006"/>
                <a:gd name="connsiteY7" fmla="*/ 168311 h 179773"/>
                <a:gd name="connsiteX8" fmla="*/ 39679 w 181006"/>
                <a:gd name="connsiteY8" fmla="*/ 179773 h 179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06" h="179773">
                  <a:moveTo>
                    <a:pt x="39679" y="179773"/>
                  </a:moveTo>
                  <a:cubicBezTo>
                    <a:pt x="17755" y="179763"/>
                    <a:pt x="-9" y="161984"/>
                    <a:pt x="0" y="140057"/>
                  </a:cubicBezTo>
                  <a:cubicBezTo>
                    <a:pt x="4" y="129458"/>
                    <a:pt x="4251" y="119296"/>
                    <a:pt x="11792" y="111843"/>
                  </a:cubicBezTo>
                  <a:lnTo>
                    <a:pt x="112721" y="12155"/>
                  </a:lnTo>
                  <a:cubicBezTo>
                    <a:pt x="127930" y="-3635"/>
                    <a:pt x="153063" y="-4101"/>
                    <a:pt x="168852" y="11108"/>
                  </a:cubicBezTo>
                  <a:cubicBezTo>
                    <a:pt x="184641" y="26316"/>
                    <a:pt x="185108" y="51449"/>
                    <a:pt x="169899" y="67239"/>
                  </a:cubicBezTo>
                  <a:cubicBezTo>
                    <a:pt x="169442" y="67710"/>
                    <a:pt x="168976" y="68171"/>
                    <a:pt x="168495" y="68623"/>
                  </a:cubicBezTo>
                  <a:lnTo>
                    <a:pt x="67566" y="168311"/>
                  </a:lnTo>
                  <a:cubicBezTo>
                    <a:pt x="60140" y="175650"/>
                    <a:pt x="50120" y="179768"/>
                    <a:pt x="39679" y="1797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4CB66B9-0BEF-D441-8320-91F9BC9C2AA9}"/>
                </a:ext>
              </a:extLst>
            </p:cNvPr>
            <p:cNvSpPr/>
            <p:nvPr/>
          </p:nvSpPr>
          <p:spPr>
            <a:xfrm>
              <a:off x="4425878" y="3140100"/>
              <a:ext cx="176914" cy="179037"/>
            </a:xfrm>
            <a:custGeom>
              <a:avLst/>
              <a:gdLst>
                <a:gd name="connsiteX0" fmla="*/ 137233 w 176914"/>
                <a:gd name="connsiteY0" fmla="*/ 179038 h 179037"/>
                <a:gd name="connsiteX1" fmla="*/ 108899 w 176914"/>
                <a:gd name="connsiteY1" fmla="*/ 167129 h 179037"/>
                <a:gd name="connsiteX2" fmla="*/ 11345 w 176914"/>
                <a:gd name="connsiteY2" fmla="*/ 67491 h 179037"/>
                <a:gd name="connsiteX3" fmla="*/ 11916 w 176914"/>
                <a:gd name="connsiteY3" fmla="*/ 11345 h 179037"/>
                <a:gd name="connsiteX4" fmla="*/ 68061 w 176914"/>
                <a:gd name="connsiteY4" fmla="*/ 11915 h 179037"/>
                <a:gd name="connsiteX5" fmla="*/ 165616 w 176914"/>
                <a:gd name="connsiteY5" fmla="*/ 111603 h 179037"/>
                <a:gd name="connsiteX6" fmla="*/ 164956 w 176914"/>
                <a:gd name="connsiteY6" fmla="*/ 167739 h 179037"/>
                <a:gd name="connsiteX7" fmla="*/ 137233 w 176914"/>
                <a:gd name="connsiteY7" fmla="*/ 179038 h 17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914" h="179037">
                  <a:moveTo>
                    <a:pt x="137233" y="179038"/>
                  </a:moveTo>
                  <a:cubicBezTo>
                    <a:pt x="126572" y="179033"/>
                    <a:pt x="116362" y="174741"/>
                    <a:pt x="108899" y="167129"/>
                  </a:cubicBezTo>
                  <a:lnTo>
                    <a:pt x="11345" y="67491"/>
                  </a:lnTo>
                  <a:cubicBezTo>
                    <a:pt x="-4002" y="51830"/>
                    <a:pt x="-3746" y="26692"/>
                    <a:pt x="11916" y="11345"/>
                  </a:cubicBezTo>
                  <a:cubicBezTo>
                    <a:pt x="27577" y="-4003"/>
                    <a:pt x="52715" y="-3745"/>
                    <a:pt x="68061" y="11915"/>
                  </a:cubicBezTo>
                  <a:lnTo>
                    <a:pt x="165616" y="111603"/>
                  </a:lnTo>
                  <a:cubicBezTo>
                    <a:pt x="180935" y="127288"/>
                    <a:pt x="180640" y="152421"/>
                    <a:pt x="164956" y="167739"/>
                  </a:cubicBezTo>
                  <a:cubicBezTo>
                    <a:pt x="157544" y="174979"/>
                    <a:pt x="147595" y="179033"/>
                    <a:pt x="137233" y="1790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3">
            <a:extLst>
              <a:ext uri="{FF2B5EF4-FFF2-40B4-BE49-F238E27FC236}">
                <a16:creationId xmlns:a16="http://schemas.microsoft.com/office/drawing/2014/main" id="{D138A83D-B190-40E4-8792-9FF058341592}"/>
              </a:ext>
            </a:extLst>
          </p:cNvPr>
          <p:cNvGrpSpPr>
            <a:grpSpLocks noChangeAspect="1"/>
          </p:cNvGrpSpPr>
          <p:nvPr/>
        </p:nvGrpSpPr>
        <p:grpSpPr>
          <a:xfrm>
            <a:off x="5556942" y="2541780"/>
            <a:ext cx="640802" cy="827474"/>
            <a:chOff x="5556942" y="2541780"/>
            <a:chExt cx="640802" cy="827474"/>
          </a:xfrm>
        </p:grpSpPr>
        <p:grpSp>
          <p:nvGrpSpPr>
            <p:cNvPr id="104" name="Picture Placeholder 53">
              <a:extLst>
                <a:ext uri="{FF2B5EF4-FFF2-40B4-BE49-F238E27FC236}">
                  <a16:creationId xmlns:a16="http://schemas.microsoft.com/office/drawing/2014/main" id="{D138A83D-B190-40E4-8792-9FF058341592}"/>
                </a:ext>
              </a:extLst>
            </p:cNvPr>
            <p:cNvGrpSpPr/>
            <p:nvPr/>
          </p:nvGrpSpPr>
          <p:grpSpPr>
            <a:xfrm>
              <a:off x="5556942" y="2541780"/>
              <a:ext cx="640802" cy="827474"/>
              <a:chOff x="5556942" y="2541780"/>
              <a:chExt cx="640802" cy="827474"/>
            </a:xfrm>
            <a:solidFill>
              <a:srgbClr val="FFFFFF"/>
            </a:solidFill>
          </p:grpSpPr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687E825-46FB-924A-B43C-820039DE4B3F}"/>
                  </a:ext>
                </a:extLst>
              </p:cNvPr>
              <p:cNvSpPr/>
              <p:nvPr/>
            </p:nvSpPr>
            <p:spPr>
              <a:xfrm>
                <a:off x="5556942" y="2541780"/>
                <a:ext cx="640802" cy="827474"/>
              </a:xfrm>
              <a:custGeom>
                <a:avLst/>
                <a:gdLst>
                  <a:gd name="connsiteX0" fmla="*/ 601006 w 640802"/>
                  <a:gd name="connsiteY0" fmla="*/ 827475 h 827474"/>
                  <a:gd name="connsiteX1" fmla="*/ 458843 w 640802"/>
                  <a:gd name="connsiteY1" fmla="*/ 827475 h 827474"/>
                  <a:gd name="connsiteX2" fmla="*/ 419146 w 640802"/>
                  <a:gd name="connsiteY2" fmla="*/ 787778 h 827474"/>
                  <a:gd name="connsiteX3" fmla="*/ 458843 w 640802"/>
                  <a:gd name="connsiteY3" fmla="*/ 748082 h 827474"/>
                  <a:gd name="connsiteX4" fmla="*/ 561310 w 640802"/>
                  <a:gd name="connsiteY4" fmla="*/ 748082 h 827474"/>
                  <a:gd name="connsiteX5" fmla="*/ 561310 w 640802"/>
                  <a:gd name="connsiteY5" fmla="*/ 243439 h 827474"/>
                  <a:gd name="connsiteX6" fmla="*/ 397264 w 640802"/>
                  <a:gd name="connsiteY6" fmla="*/ 79393 h 827474"/>
                  <a:gd name="connsiteX7" fmla="*/ 79393 w 640802"/>
                  <a:gd name="connsiteY7" fmla="*/ 79393 h 827474"/>
                  <a:gd name="connsiteX8" fmla="*/ 79393 w 640802"/>
                  <a:gd name="connsiteY8" fmla="*/ 748082 h 827474"/>
                  <a:gd name="connsiteX9" fmla="*/ 177593 w 640802"/>
                  <a:gd name="connsiteY9" fmla="*/ 748082 h 827474"/>
                  <a:gd name="connsiteX10" fmla="*/ 217289 w 640802"/>
                  <a:gd name="connsiteY10" fmla="*/ 787778 h 827474"/>
                  <a:gd name="connsiteX11" fmla="*/ 177593 w 640802"/>
                  <a:gd name="connsiteY11" fmla="*/ 827475 h 827474"/>
                  <a:gd name="connsiteX12" fmla="*/ 39697 w 640802"/>
                  <a:gd name="connsiteY12" fmla="*/ 827475 h 827474"/>
                  <a:gd name="connsiteX13" fmla="*/ 0 w 640802"/>
                  <a:gd name="connsiteY13" fmla="*/ 787778 h 827474"/>
                  <a:gd name="connsiteX14" fmla="*/ 0 w 640802"/>
                  <a:gd name="connsiteY14" fmla="*/ 39697 h 827474"/>
                  <a:gd name="connsiteX15" fmla="*/ 39697 w 640802"/>
                  <a:gd name="connsiteY15" fmla="*/ 0 h 827474"/>
                  <a:gd name="connsiteX16" fmla="*/ 413738 w 640802"/>
                  <a:gd name="connsiteY16" fmla="*/ 0 h 827474"/>
                  <a:gd name="connsiteX17" fmla="*/ 441922 w 640802"/>
                  <a:gd name="connsiteY17" fmla="*/ 11661 h 827474"/>
                  <a:gd name="connsiteX18" fmla="*/ 629141 w 640802"/>
                  <a:gd name="connsiteY18" fmla="*/ 198929 h 827474"/>
                  <a:gd name="connsiteX19" fmla="*/ 640802 w 640802"/>
                  <a:gd name="connsiteY19" fmla="*/ 226965 h 827474"/>
                  <a:gd name="connsiteX20" fmla="*/ 640802 w 640802"/>
                  <a:gd name="connsiteY20" fmla="*/ 787679 h 827474"/>
                  <a:gd name="connsiteX21" fmla="*/ 601205 w 640802"/>
                  <a:gd name="connsiteY21" fmla="*/ 827475 h 827474"/>
                  <a:gd name="connsiteX22" fmla="*/ 601006 w 640802"/>
                  <a:gd name="connsiteY22" fmla="*/ 827475 h 827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40802" h="827474">
                    <a:moveTo>
                      <a:pt x="601006" y="827475"/>
                    </a:moveTo>
                    <a:lnTo>
                      <a:pt x="458843" y="827475"/>
                    </a:lnTo>
                    <a:cubicBezTo>
                      <a:pt x="436921" y="827475"/>
                      <a:pt x="419146" y="809701"/>
                      <a:pt x="419146" y="787778"/>
                    </a:cubicBezTo>
                    <a:cubicBezTo>
                      <a:pt x="419146" y="765856"/>
                      <a:pt x="436921" y="748082"/>
                      <a:pt x="458843" y="748082"/>
                    </a:cubicBezTo>
                    <a:lnTo>
                      <a:pt x="561310" y="748082"/>
                    </a:lnTo>
                    <a:lnTo>
                      <a:pt x="561310" y="243439"/>
                    </a:lnTo>
                    <a:lnTo>
                      <a:pt x="397264" y="79393"/>
                    </a:lnTo>
                    <a:lnTo>
                      <a:pt x="79393" y="79393"/>
                    </a:lnTo>
                    <a:lnTo>
                      <a:pt x="79393" y="748082"/>
                    </a:lnTo>
                    <a:lnTo>
                      <a:pt x="177593" y="748082"/>
                    </a:lnTo>
                    <a:cubicBezTo>
                      <a:pt x="199517" y="748082"/>
                      <a:pt x="217289" y="765856"/>
                      <a:pt x="217289" y="787778"/>
                    </a:cubicBezTo>
                    <a:cubicBezTo>
                      <a:pt x="217289" y="809701"/>
                      <a:pt x="199517" y="827475"/>
                      <a:pt x="177593" y="827475"/>
                    </a:cubicBezTo>
                    <a:lnTo>
                      <a:pt x="39697" y="827475"/>
                    </a:lnTo>
                    <a:cubicBezTo>
                      <a:pt x="17773" y="827475"/>
                      <a:pt x="0" y="809701"/>
                      <a:pt x="0" y="7877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3738" y="0"/>
                    </a:lnTo>
                    <a:cubicBezTo>
                      <a:pt x="424312" y="-21"/>
                      <a:pt x="434454" y="4176"/>
                      <a:pt x="441922" y="11661"/>
                    </a:cubicBezTo>
                    <a:lnTo>
                      <a:pt x="629141" y="198929"/>
                    </a:lnTo>
                    <a:cubicBezTo>
                      <a:pt x="636590" y="206360"/>
                      <a:pt x="640782" y="216444"/>
                      <a:pt x="640802" y="226965"/>
                    </a:cubicBezTo>
                    <a:lnTo>
                      <a:pt x="640802" y="787679"/>
                    </a:lnTo>
                    <a:cubicBezTo>
                      <a:pt x="640857" y="809601"/>
                      <a:pt x="623127" y="827420"/>
                      <a:pt x="601205" y="827475"/>
                    </a:cubicBezTo>
                    <a:cubicBezTo>
                      <a:pt x="601140" y="827475"/>
                      <a:pt x="601071" y="827475"/>
                      <a:pt x="601006" y="827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BAD3BB5-484C-2F42-A731-06E3E88AB0AC}"/>
                  </a:ext>
                </a:extLst>
              </p:cNvPr>
              <p:cNvSpPr/>
              <p:nvPr/>
            </p:nvSpPr>
            <p:spPr>
              <a:xfrm>
                <a:off x="5930984" y="2541780"/>
                <a:ext cx="266661" cy="266661"/>
              </a:xfrm>
              <a:custGeom>
                <a:avLst/>
                <a:gdLst>
                  <a:gd name="connsiteX0" fmla="*/ 226965 w 266661"/>
                  <a:gd name="connsiteY0" fmla="*/ 266662 h 266661"/>
                  <a:gd name="connsiteX1" fmla="*/ 39697 w 266661"/>
                  <a:gd name="connsiteY1" fmla="*/ 266662 h 266661"/>
                  <a:gd name="connsiteX2" fmla="*/ 0 w 266661"/>
                  <a:gd name="connsiteY2" fmla="*/ 226965 h 266661"/>
                  <a:gd name="connsiteX3" fmla="*/ 0 w 266661"/>
                  <a:gd name="connsiteY3" fmla="*/ 39697 h 266661"/>
                  <a:gd name="connsiteX4" fmla="*/ 39697 w 266661"/>
                  <a:gd name="connsiteY4" fmla="*/ 0 h 266661"/>
                  <a:gd name="connsiteX5" fmla="*/ 79393 w 266661"/>
                  <a:gd name="connsiteY5" fmla="*/ 39697 h 266661"/>
                  <a:gd name="connsiteX6" fmla="*/ 79393 w 266661"/>
                  <a:gd name="connsiteY6" fmla="*/ 187268 h 266661"/>
                  <a:gd name="connsiteX7" fmla="*/ 226965 w 266661"/>
                  <a:gd name="connsiteY7" fmla="*/ 187268 h 266661"/>
                  <a:gd name="connsiteX8" fmla="*/ 266662 w 266661"/>
                  <a:gd name="connsiteY8" fmla="*/ 226965 h 266661"/>
                  <a:gd name="connsiteX9" fmla="*/ 226965 w 266661"/>
                  <a:gd name="connsiteY9" fmla="*/ 266662 h 26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661" h="266661">
                    <a:moveTo>
                      <a:pt x="226965" y="266662"/>
                    </a:moveTo>
                    <a:lnTo>
                      <a:pt x="39697" y="266662"/>
                    </a:lnTo>
                    <a:cubicBezTo>
                      <a:pt x="17774" y="266662"/>
                      <a:pt x="0" y="248889"/>
                      <a:pt x="0" y="22696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268"/>
                    </a:lnTo>
                    <a:lnTo>
                      <a:pt x="226965" y="187268"/>
                    </a:lnTo>
                    <a:cubicBezTo>
                      <a:pt x="248888" y="187268"/>
                      <a:pt x="266662" y="205041"/>
                      <a:pt x="266662" y="226965"/>
                    </a:cubicBezTo>
                    <a:cubicBezTo>
                      <a:pt x="266662" y="248889"/>
                      <a:pt x="248888" y="266662"/>
                      <a:pt x="226965" y="2666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2E884F3D-51A8-D140-8FBE-6F29A6E25FEA}"/>
                </a:ext>
              </a:extLst>
            </p:cNvPr>
            <p:cNvSpPr/>
            <p:nvPr/>
          </p:nvSpPr>
          <p:spPr>
            <a:xfrm>
              <a:off x="5842510" y="2828588"/>
              <a:ext cx="79393" cy="490550"/>
            </a:xfrm>
            <a:custGeom>
              <a:avLst/>
              <a:gdLst>
                <a:gd name="connsiteX0" fmla="*/ 39697 w 79393"/>
                <a:gd name="connsiteY0" fmla="*/ 490550 h 490550"/>
                <a:gd name="connsiteX1" fmla="*/ 39697 w 79393"/>
                <a:gd name="connsiteY1" fmla="*/ 490550 h 490550"/>
                <a:gd name="connsiteX2" fmla="*/ 0 w 79393"/>
                <a:gd name="connsiteY2" fmla="*/ 450854 h 490550"/>
                <a:gd name="connsiteX3" fmla="*/ 0 w 79393"/>
                <a:gd name="connsiteY3" fmla="*/ 39697 h 490550"/>
                <a:gd name="connsiteX4" fmla="*/ 39697 w 79393"/>
                <a:gd name="connsiteY4" fmla="*/ 0 h 490550"/>
                <a:gd name="connsiteX5" fmla="*/ 39697 w 79393"/>
                <a:gd name="connsiteY5" fmla="*/ 0 h 490550"/>
                <a:gd name="connsiteX6" fmla="*/ 79393 w 79393"/>
                <a:gd name="connsiteY6" fmla="*/ 39697 h 490550"/>
                <a:gd name="connsiteX7" fmla="*/ 79393 w 79393"/>
                <a:gd name="connsiteY7" fmla="*/ 450854 h 490550"/>
                <a:gd name="connsiteX8" fmla="*/ 39697 w 79393"/>
                <a:gd name="connsiteY8" fmla="*/ 490550 h 4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490550">
                  <a:moveTo>
                    <a:pt x="39697" y="490550"/>
                  </a:moveTo>
                  <a:lnTo>
                    <a:pt x="39697" y="490550"/>
                  </a:lnTo>
                  <a:cubicBezTo>
                    <a:pt x="17773" y="490550"/>
                    <a:pt x="0" y="472776"/>
                    <a:pt x="0" y="45085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450854"/>
                  </a:lnTo>
                  <a:cubicBezTo>
                    <a:pt x="79393" y="472776"/>
                    <a:pt x="61621" y="490550"/>
                    <a:pt x="39697" y="4905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743A2470-D243-D346-AF7B-5A6D87AF8648}"/>
                </a:ext>
              </a:extLst>
            </p:cNvPr>
            <p:cNvSpPr/>
            <p:nvPr/>
          </p:nvSpPr>
          <p:spPr>
            <a:xfrm>
              <a:off x="5743335" y="2825928"/>
              <a:ext cx="180359" cy="179061"/>
            </a:xfrm>
            <a:custGeom>
              <a:avLst/>
              <a:gdLst>
                <a:gd name="connsiteX0" fmla="*/ 39729 w 180359"/>
                <a:gd name="connsiteY0" fmla="*/ 179062 h 179061"/>
                <a:gd name="connsiteX1" fmla="*/ 0 w 180359"/>
                <a:gd name="connsiteY1" fmla="*/ 139398 h 179061"/>
                <a:gd name="connsiteX2" fmla="*/ 11843 w 180359"/>
                <a:gd name="connsiteY2" fmla="*/ 111081 h 179061"/>
                <a:gd name="connsiteX3" fmla="*/ 112771 w 180359"/>
                <a:gd name="connsiteY3" fmla="*/ 11443 h 179061"/>
                <a:gd name="connsiteX4" fmla="*/ 168917 w 180359"/>
                <a:gd name="connsiteY4" fmla="*/ 11815 h 179061"/>
                <a:gd name="connsiteX5" fmla="*/ 168545 w 180359"/>
                <a:gd name="connsiteY5" fmla="*/ 67961 h 179061"/>
                <a:gd name="connsiteX6" fmla="*/ 67616 w 180359"/>
                <a:gd name="connsiteY6" fmla="*/ 167599 h 179061"/>
                <a:gd name="connsiteX7" fmla="*/ 39729 w 180359"/>
                <a:gd name="connsiteY7" fmla="*/ 179062 h 179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59" h="179061">
                  <a:moveTo>
                    <a:pt x="39729" y="179062"/>
                  </a:moveTo>
                  <a:cubicBezTo>
                    <a:pt x="17805" y="179080"/>
                    <a:pt x="18" y="161322"/>
                    <a:pt x="0" y="139398"/>
                  </a:cubicBezTo>
                  <a:cubicBezTo>
                    <a:pt x="-9" y="128753"/>
                    <a:pt x="4258" y="118551"/>
                    <a:pt x="11843" y="111081"/>
                  </a:cubicBezTo>
                  <a:lnTo>
                    <a:pt x="112771" y="11443"/>
                  </a:lnTo>
                  <a:cubicBezTo>
                    <a:pt x="128378" y="-3958"/>
                    <a:pt x="153516" y="-3792"/>
                    <a:pt x="168917" y="11815"/>
                  </a:cubicBezTo>
                  <a:cubicBezTo>
                    <a:pt x="184318" y="27422"/>
                    <a:pt x="184152" y="52560"/>
                    <a:pt x="168545" y="67961"/>
                  </a:cubicBezTo>
                  <a:lnTo>
                    <a:pt x="67616" y="167599"/>
                  </a:lnTo>
                  <a:cubicBezTo>
                    <a:pt x="60190" y="174939"/>
                    <a:pt x="50171" y="179057"/>
                    <a:pt x="39729" y="1790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5842F1F0-EDB6-4F41-B71A-54D57D666271}"/>
                </a:ext>
              </a:extLst>
            </p:cNvPr>
            <p:cNvSpPr/>
            <p:nvPr/>
          </p:nvSpPr>
          <p:spPr>
            <a:xfrm>
              <a:off x="5844297" y="2825959"/>
              <a:ext cx="176981" cy="179030"/>
            </a:xfrm>
            <a:custGeom>
              <a:avLst/>
              <a:gdLst>
                <a:gd name="connsiteX0" fmla="*/ 137250 w 176981"/>
                <a:gd name="connsiteY0" fmla="*/ 179031 h 179030"/>
                <a:gd name="connsiteX1" fmla="*/ 108917 w 176981"/>
                <a:gd name="connsiteY1" fmla="*/ 167072 h 179030"/>
                <a:gd name="connsiteX2" fmla="*/ 11362 w 176981"/>
                <a:gd name="connsiteY2" fmla="*/ 67533 h 179030"/>
                <a:gd name="connsiteX3" fmla="*/ 11908 w 176981"/>
                <a:gd name="connsiteY3" fmla="*/ 11362 h 179030"/>
                <a:gd name="connsiteX4" fmla="*/ 68079 w 176981"/>
                <a:gd name="connsiteY4" fmla="*/ 11908 h 179030"/>
                <a:gd name="connsiteX5" fmla="*/ 165633 w 176981"/>
                <a:gd name="connsiteY5" fmla="*/ 111547 h 179030"/>
                <a:gd name="connsiteX6" fmla="*/ 165073 w 176981"/>
                <a:gd name="connsiteY6" fmla="*/ 167683 h 179030"/>
                <a:gd name="connsiteX7" fmla="*/ 137250 w 176981"/>
                <a:gd name="connsiteY7" fmla="*/ 179031 h 17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981" h="179030">
                  <a:moveTo>
                    <a:pt x="137250" y="179031"/>
                  </a:moveTo>
                  <a:cubicBezTo>
                    <a:pt x="126577" y="179053"/>
                    <a:pt x="116350" y="174737"/>
                    <a:pt x="108917" y="167072"/>
                  </a:cubicBezTo>
                  <a:lnTo>
                    <a:pt x="11362" y="67533"/>
                  </a:lnTo>
                  <a:cubicBezTo>
                    <a:pt x="-3998" y="51871"/>
                    <a:pt x="-3754" y="26723"/>
                    <a:pt x="11908" y="11362"/>
                  </a:cubicBezTo>
                  <a:cubicBezTo>
                    <a:pt x="27570" y="-3998"/>
                    <a:pt x="52718" y="-3754"/>
                    <a:pt x="68079" y="11908"/>
                  </a:cubicBezTo>
                  <a:lnTo>
                    <a:pt x="165633" y="111547"/>
                  </a:lnTo>
                  <a:cubicBezTo>
                    <a:pt x="180981" y="127203"/>
                    <a:pt x="180728" y="152336"/>
                    <a:pt x="165073" y="167683"/>
                  </a:cubicBezTo>
                  <a:cubicBezTo>
                    <a:pt x="157644" y="174965"/>
                    <a:pt x="147651" y="179040"/>
                    <a:pt x="137250" y="1790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0" name="Picture Placeholder 55">
            <a:extLst>
              <a:ext uri="{FF2B5EF4-FFF2-40B4-BE49-F238E27FC236}">
                <a16:creationId xmlns:a16="http://schemas.microsoft.com/office/drawing/2014/main" id="{489BE8DA-A909-4C56-AE67-7B748D07E73B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54" y="2538654"/>
            <a:ext cx="837895" cy="833627"/>
            <a:chOff x="6775854" y="2538654"/>
            <a:chExt cx="837895" cy="833627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E6530A5C-D762-DE45-A6D3-44D21C7B02FC}"/>
                </a:ext>
              </a:extLst>
            </p:cNvPr>
            <p:cNvSpPr/>
            <p:nvPr/>
          </p:nvSpPr>
          <p:spPr>
            <a:xfrm>
              <a:off x="6966249" y="2538654"/>
              <a:ext cx="647501" cy="833627"/>
            </a:xfrm>
            <a:custGeom>
              <a:avLst/>
              <a:gdLst>
                <a:gd name="connsiteX0" fmla="*/ 607804 w 647501"/>
                <a:gd name="connsiteY0" fmla="*/ 833628 h 833627"/>
                <a:gd name="connsiteX1" fmla="*/ 39746 w 647501"/>
                <a:gd name="connsiteY1" fmla="*/ 833628 h 833627"/>
                <a:gd name="connsiteX2" fmla="*/ 50 w 647501"/>
                <a:gd name="connsiteY2" fmla="*/ 793931 h 833627"/>
                <a:gd name="connsiteX3" fmla="*/ 50 w 647501"/>
                <a:gd name="connsiteY3" fmla="*/ 605372 h 833627"/>
                <a:gd name="connsiteX4" fmla="*/ 39746 w 647501"/>
                <a:gd name="connsiteY4" fmla="*/ 565676 h 833627"/>
                <a:gd name="connsiteX5" fmla="*/ 79443 w 647501"/>
                <a:gd name="connsiteY5" fmla="*/ 605372 h 833627"/>
                <a:gd name="connsiteX6" fmla="*/ 79443 w 647501"/>
                <a:gd name="connsiteY6" fmla="*/ 754234 h 833627"/>
                <a:gd name="connsiteX7" fmla="*/ 568108 w 647501"/>
                <a:gd name="connsiteY7" fmla="*/ 754234 h 833627"/>
                <a:gd name="connsiteX8" fmla="*/ 568108 w 647501"/>
                <a:gd name="connsiteY8" fmla="*/ 79393 h 833627"/>
                <a:gd name="connsiteX9" fmla="*/ 79393 w 647501"/>
                <a:gd name="connsiteY9" fmla="*/ 79393 h 833627"/>
                <a:gd name="connsiteX10" fmla="*/ 79393 w 647501"/>
                <a:gd name="connsiteY10" fmla="*/ 228255 h 833627"/>
                <a:gd name="connsiteX11" fmla="*/ 39697 w 647501"/>
                <a:gd name="connsiteY11" fmla="*/ 267952 h 833627"/>
                <a:gd name="connsiteX12" fmla="*/ 39697 w 647501"/>
                <a:gd name="connsiteY12" fmla="*/ 267952 h 833627"/>
                <a:gd name="connsiteX13" fmla="*/ 0 w 647501"/>
                <a:gd name="connsiteY13" fmla="*/ 228255 h 833627"/>
                <a:gd name="connsiteX14" fmla="*/ 0 w 647501"/>
                <a:gd name="connsiteY14" fmla="*/ 39697 h 833627"/>
                <a:gd name="connsiteX15" fmla="*/ 39697 w 647501"/>
                <a:gd name="connsiteY15" fmla="*/ 0 h 833627"/>
                <a:gd name="connsiteX16" fmla="*/ 607804 w 647501"/>
                <a:gd name="connsiteY16" fmla="*/ 0 h 833627"/>
                <a:gd name="connsiteX17" fmla="*/ 647501 w 647501"/>
                <a:gd name="connsiteY17" fmla="*/ 39697 h 833627"/>
                <a:gd name="connsiteX18" fmla="*/ 647501 w 647501"/>
                <a:gd name="connsiteY18" fmla="*/ 793931 h 833627"/>
                <a:gd name="connsiteX19" fmla="*/ 607804 w 647501"/>
                <a:gd name="connsiteY19" fmla="*/ 833628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7501" h="833627">
                  <a:moveTo>
                    <a:pt x="607804" y="833628"/>
                  </a:moveTo>
                  <a:lnTo>
                    <a:pt x="39746" y="833628"/>
                  </a:lnTo>
                  <a:cubicBezTo>
                    <a:pt x="17822" y="833628"/>
                    <a:pt x="50" y="815853"/>
                    <a:pt x="50" y="793931"/>
                  </a:cubicBezTo>
                  <a:lnTo>
                    <a:pt x="50" y="605372"/>
                  </a:lnTo>
                  <a:cubicBezTo>
                    <a:pt x="50" y="583450"/>
                    <a:pt x="17822" y="565676"/>
                    <a:pt x="39746" y="565676"/>
                  </a:cubicBezTo>
                  <a:cubicBezTo>
                    <a:pt x="61670" y="565676"/>
                    <a:pt x="79443" y="583450"/>
                    <a:pt x="79443" y="605372"/>
                  </a:cubicBezTo>
                  <a:lnTo>
                    <a:pt x="79443" y="754234"/>
                  </a:lnTo>
                  <a:lnTo>
                    <a:pt x="568108" y="754234"/>
                  </a:lnTo>
                  <a:lnTo>
                    <a:pt x="568108" y="79393"/>
                  </a:lnTo>
                  <a:lnTo>
                    <a:pt x="79393" y="79393"/>
                  </a:lnTo>
                  <a:lnTo>
                    <a:pt x="79393" y="228255"/>
                  </a:lnTo>
                  <a:cubicBezTo>
                    <a:pt x="79393" y="250179"/>
                    <a:pt x="61621" y="267952"/>
                    <a:pt x="39697" y="267952"/>
                  </a:cubicBezTo>
                  <a:lnTo>
                    <a:pt x="39697" y="267952"/>
                  </a:lnTo>
                  <a:cubicBezTo>
                    <a:pt x="17773" y="267952"/>
                    <a:pt x="0" y="250179"/>
                    <a:pt x="0" y="2282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7804" y="0"/>
                  </a:lnTo>
                  <a:cubicBezTo>
                    <a:pt x="629727" y="0"/>
                    <a:pt x="647501" y="17773"/>
                    <a:pt x="647501" y="39697"/>
                  </a:cubicBezTo>
                  <a:lnTo>
                    <a:pt x="647501" y="793931"/>
                  </a:lnTo>
                  <a:cubicBezTo>
                    <a:pt x="647501" y="815853"/>
                    <a:pt x="629727" y="833628"/>
                    <a:pt x="607804" y="8336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3CFF7A1D-42FB-AD41-99A4-707387A87DD8}"/>
                </a:ext>
              </a:extLst>
            </p:cNvPr>
            <p:cNvSpPr/>
            <p:nvPr/>
          </p:nvSpPr>
          <p:spPr>
            <a:xfrm>
              <a:off x="6775854" y="2915821"/>
              <a:ext cx="644374" cy="79393"/>
            </a:xfrm>
            <a:custGeom>
              <a:avLst/>
              <a:gdLst>
                <a:gd name="connsiteX0" fmla="*/ 604678 w 644374"/>
                <a:gd name="connsiteY0" fmla="*/ 79393 h 79393"/>
                <a:gd name="connsiteX1" fmla="*/ 39697 w 644374"/>
                <a:gd name="connsiteY1" fmla="*/ 79393 h 79393"/>
                <a:gd name="connsiteX2" fmla="*/ 0 w 644374"/>
                <a:gd name="connsiteY2" fmla="*/ 39697 h 79393"/>
                <a:gd name="connsiteX3" fmla="*/ 39697 w 644374"/>
                <a:gd name="connsiteY3" fmla="*/ 0 h 79393"/>
                <a:gd name="connsiteX4" fmla="*/ 604678 w 644374"/>
                <a:gd name="connsiteY4" fmla="*/ 0 h 79393"/>
                <a:gd name="connsiteX5" fmla="*/ 644375 w 644374"/>
                <a:gd name="connsiteY5" fmla="*/ 39697 h 79393"/>
                <a:gd name="connsiteX6" fmla="*/ 604678 w 64437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4374" h="79393">
                  <a:moveTo>
                    <a:pt x="60467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4678" y="0"/>
                  </a:lnTo>
                  <a:cubicBezTo>
                    <a:pt x="626601" y="0"/>
                    <a:pt x="644375" y="17773"/>
                    <a:pt x="644375" y="39697"/>
                  </a:cubicBezTo>
                  <a:cubicBezTo>
                    <a:pt x="644375" y="61620"/>
                    <a:pt x="626601" y="79393"/>
                    <a:pt x="60467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739CF0F-4290-114D-8111-EADC5E257188}"/>
                </a:ext>
              </a:extLst>
            </p:cNvPr>
            <p:cNvSpPr/>
            <p:nvPr/>
          </p:nvSpPr>
          <p:spPr>
            <a:xfrm>
              <a:off x="7155488" y="2729652"/>
              <a:ext cx="267303" cy="267348"/>
            </a:xfrm>
            <a:custGeom>
              <a:avLst/>
              <a:gdLst>
                <a:gd name="connsiteX0" fmla="*/ 227724 w 267303"/>
                <a:gd name="connsiteY0" fmla="*/ 267349 h 267348"/>
                <a:gd name="connsiteX1" fmla="*/ 199639 w 267303"/>
                <a:gd name="connsiteY1" fmla="*/ 255738 h 267348"/>
                <a:gd name="connsiteX2" fmla="*/ 10584 w 267303"/>
                <a:gd name="connsiteY2" fmla="*/ 66683 h 267348"/>
                <a:gd name="connsiteX3" fmla="*/ 12711 w 267303"/>
                <a:gd name="connsiteY3" fmla="*/ 10584 h 267348"/>
                <a:gd name="connsiteX4" fmla="*/ 66606 w 267303"/>
                <a:gd name="connsiteY4" fmla="*/ 10512 h 267348"/>
                <a:gd name="connsiteX5" fmla="*/ 255661 w 267303"/>
                <a:gd name="connsiteY5" fmla="*/ 199567 h 267348"/>
                <a:gd name="connsiteX6" fmla="*/ 255690 w 267303"/>
                <a:gd name="connsiteY6" fmla="*/ 255706 h 267348"/>
                <a:gd name="connsiteX7" fmla="*/ 227625 w 267303"/>
                <a:gd name="connsiteY7" fmla="*/ 267349 h 26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303" h="267348">
                  <a:moveTo>
                    <a:pt x="227724" y="267349"/>
                  </a:moveTo>
                  <a:cubicBezTo>
                    <a:pt x="217195" y="267357"/>
                    <a:pt x="207092" y="263180"/>
                    <a:pt x="199639" y="255738"/>
                  </a:cubicBezTo>
                  <a:lnTo>
                    <a:pt x="10584" y="66683"/>
                  </a:lnTo>
                  <a:cubicBezTo>
                    <a:pt x="-4320" y="50604"/>
                    <a:pt x="-3368" y="25488"/>
                    <a:pt x="12711" y="10584"/>
                  </a:cubicBezTo>
                  <a:cubicBezTo>
                    <a:pt x="27904" y="-3500"/>
                    <a:pt x="51375" y="-3532"/>
                    <a:pt x="66606" y="10512"/>
                  </a:cubicBezTo>
                  <a:lnTo>
                    <a:pt x="255661" y="199567"/>
                  </a:lnTo>
                  <a:cubicBezTo>
                    <a:pt x="271172" y="215061"/>
                    <a:pt x="271187" y="240195"/>
                    <a:pt x="255690" y="255706"/>
                  </a:cubicBezTo>
                  <a:cubicBezTo>
                    <a:pt x="248252" y="263156"/>
                    <a:pt x="238154" y="267344"/>
                    <a:pt x="227625" y="2673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AF0FA12-5319-4F4A-827A-1507B7BA9D5E}"/>
                </a:ext>
              </a:extLst>
            </p:cNvPr>
            <p:cNvSpPr/>
            <p:nvPr/>
          </p:nvSpPr>
          <p:spPr>
            <a:xfrm>
              <a:off x="7154429" y="2917578"/>
              <a:ext cx="268483" cy="267981"/>
            </a:xfrm>
            <a:custGeom>
              <a:avLst/>
              <a:gdLst>
                <a:gd name="connsiteX0" fmla="*/ 39728 w 268483"/>
                <a:gd name="connsiteY0" fmla="*/ 267981 h 267981"/>
                <a:gd name="connsiteX1" fmla="*/ 0 w 268483"/>
                <a:gd name="connsiteY1" fmla="*/ 228314 h 267981"/>
                <a:gd name="connsiteX2" fmla="*/ 11692 w 268483"/>
                <a:gd name="connsiteY2" fmla="*/ 200150 h 267981"/>
                <a:gd name="connsiteX3" fmla="*/ 200747 w 268483"/>
                <a:gd name="connsiteY3" fmla="*/ 11591 h 267981"/>
                <a:gd name="connsiteX4" fmla="*/ 256893 w 268483"/>
                <a:gd name="connsiteY4" fmla="*/ 11665 h 267981"/>
                <a:gd name="connsiteX5" fmla="*/ 256819 w 268483"/>
                <a:gd name="connsiteY5" fmla="*/ 67811 h 267981"/>
                <a:gd name="connsiteX6" fmla="*/ 67764 w 268483"/>
                <a:gd name="connsiteY6" fmla="*/ 256370 h 267981"/>
                <a:gd name="connsiteX7" fmla="*/ 39728 w 268483"/>
                <a:gd name="connsiteY7" fmla="*/ 267981 h 267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483" h="267981">
                  <a:moveTo>
                    <a:pt x="39728" y="267981"/>
                  </a:moveTo>
                  <a:cubicBezTo>
                    <a:pt x="17804" y="267996"/>
                    <a:pt x="17" y="250242"/>
                    <a:pt x="0" y="228314"/>
                  </a:cubicBezTo>
                  <a:cubicBezTo>
                    <a:pt x="-8" y="217745"/>
                    <a:pt x="4200" y="207608"/>
                    <a:pt x="11692" y="200150"/>
                  </a:cubicBezTo>
                  <a:lnTo>
                    <a:pt x="200747" y="11591"/>
                  </a:lnTo>
                  <a:cubicBezTo>
                    <a:pt x="216274" y="-3893"/>
                    <a:pt x="241411" y="-3859"/>
                    <a:pt x="256893" y="11665"/>
                  </a:cubicBezTo>
                  <a:cubicBezTo>
                    <a:pt x="272375" y="27190"/>
                    <a:pt x="272345" y="52328"/>
                    <a:pt x="256819" y="67811"/>
                  </a:cubicBezTo>
                  <a:lnTo>
                    <a:pt x="67764" y="256370"/>
                  </a:lnTo>
                  <a:cubicBezTo>
                    <a:pt x="60325" y="263798"/>
                    <a:pt x="50242" y="267976"/>
                    <a:pt x="39728" y="26798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5" name="Picture Placeholder 57">
            <a:extLst>
              <a:ext uri="{FF2B5EF4-FFF2-40B4-BE49-F238E27FC236}">
                <a16:creationId xmlns:a16="http://schemas.microsoft.com/office/drawing/2014/main" id="{350CEA00-41E4-44BF-AC63-911E69846D82}"/>
              </a:ext>
            </a:extLst>
          </p:cNvPr>
          <p:cNvGrpSpPr>
            <a:grpSpLocks noChangeAspect="1"/>
          </p:cNvGrpSpPr>
          <p:nvPr/>
        </p:nvGrpSpPr>
        <p:grpSpPr>
          <a:xfrm>
            <a:off x="8191065" y="2728453"/>
            <a:ext cx="642489" cy="454128"/>
            <a:chOff x="8191065" y="2728453"/>
            <a:chExt cx="642489" cy="454128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AC54B905-702A-F645-BDBF-2A2955F26702}"/>
                </a:ext>
              </a:extLst>
            </p:cNvPr>
            <p:cNvSpPr/>
            <p:nvPr/>
          </p:nvSpPr>
          <p:spPr>
            <a:xfrm>
              <a:off x="8191065" y="2728453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3"/>
                    <a:pt x="642489" y="39697"/>
                  </a:cubicBezTo>
                  <a:cubicBezTo>
                    <a:pt x="642489" y="61620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8F5C3E95-E06A-0B45-8A04-7C4584851F12}"/>
                </a:ext>
              </a:extLst>
            </p:cNvPr>
            <p:cNvSpPr/>
            <p:nvPr/>
          </p:nvSpPr>
          <p:spPr>
            <a:xfrm>
              <a:off x="8191065" y="2916317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3"/>
                    <a:pt x="642489" y="39697"/>
                  </a:cubicBezTo>
                  <a:cubicBezTo>
                    <a:pt x="642489" y="61620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25FB69A0-3652-9748-802C-FD159D013DEE}"/>
                </a:ext>
              </a:extLst>
            </p:cNvPr>
            <p:cNvSpPr/>
            <p:nvPr/>
          </p:nvSpPr>
          <p:spPr>
            <a:xfrm>
              <a:off x="8191065" y="3103189"/>
              <a:ext cx="642489" cy="79393"/>
            </a:xfrm>
            <a:custGeom>
              <a:avLst/>
              <a:gdLst>
                <a:gd name="connsiteX0" fmla="*/ 602793 w 642489"/>
                <a:gd name="connsiteY0" fmla="*/ 79393 h 79393"/>
                <a:gd name="connsiteX1" fmla="*/ 39697 w 642489"/>
                <a:gd name="connsiteY1" fmla="*/ 79393 h 79393"/>
                <a:gd name="connsiteX2" fmla="*/ 0 w 642489"/>
                <a:gd name="connsiteY2" fmla="*/ 39697 h 79393"/>
                <a:gd name="connsiteX3" fmla="*/ 39697 w 642489"/>
                <a:gd name="connsiteY3" fmla="*/ 0 h 79393"/>
                <a:gd name="connsiteX4" fmla="*/ 602793 w 642489"/>
                <a:gd name="connsiteY4" fmla="*/ 0 h 79393"/>
                <a:gd name="connsiteX5" fmla="*/ 642489 w 642489"/>
                <a:gd name="connsiteY5" fmla="*/ 39697 h 79393"/>
                <a:gd name="connsiteX6" fmla="*/ 602793 w 6424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489" h="79393">
                  <a:moveTo>
                    <a:pt x="60279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602793" y="0"/>
                  </a:lnTo>
                  <a:cubicBezTo>
                    <a:pt x="624715" y="0"/>
                    <a:pt x="642489" y="17774"/>
                    <a:pt x="642489" y="39697"/>
                  </a:cubicBezTo>
                  <a:cubicBezTo>
                    <a:pt x="642489" y="61619"/>
                    <a:pt x="624715" y="79393"/>
                    <a:pt x="60279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9" name="Picture Placeholder 59">
            <a:extLst>
              <a:ext uri="{FF2B5EF4-FFF2-40B4-BE49-F238E27FC236}">
                <a16:creationId xmlns:a16="http://schemas.microsoft.com/office/drawing/2014/main" id="{95EB5502-154A-4867-AD56-4207740D9F06}"/>
              </a:ext>
            </a:extLst>
          </p:cNvPr>
          <p:cNvGrpSpPr>
            <a:grpSpLocks noChangeAspect="1"/>
          </p:cNvGrpSpPr>
          <p:nvPr/>
        </p:nvGrpSpPr>
        <p:grpSpPr>
          <a:xfrm>
            <a:off x="9458356" y="2609860"/>
            <a:ext cx="742921" cy="691315"/>
            <a:chOff x="9458356" y="2609860"/>
            <a:chExt cx="742921" cy="691315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25A664F-F394-9441-A7E0-22F7F7C89CE4}"/>
                </a:ext>
              </a:extLst>
            </p:cNvPr>
            <p:cNvSpPr/>
            <p:nvPr/>
          </p:nvSpPr>
          <p:spPr>
            <a:xfrm>
              <a:off x="9785456" y="2609860"/>
              <a:ext cx="415821" cy="690521"/>
            </a:xfrm>
            <a:custGeom>
              <a:avLst/>
              <a:gdLst>
                <a:gd name="connsiteX0" fmla="*/ 376125 w 415821"/>
                <a:gd name="connsiteY0" fmla="*/ 690521 h 690521"/>
                <a:gd name="connsiteX1" fmla="*/ 376125 w 415821"/>
                <a:gd name="connsiteY1" fmla="*/ 690521 h 690521"/>
                <a:gd name="connsiteX2" fmla="*/ 39697 w 415821"/>
                <a:gd name="connsiteY2" fmla="*/ 689678 h 690521"/>
                <a:gd name="connsiteX3" fmla="*/ 0 w 415821"/>
                <a:gd name="connsiteY3" fmla="*/ 649981 h 690521"/>
                <a:gd name="connsiteX4" fmla="*/ 39697 w 415821"/>
                <a:gd name="connsiteY4" fmla="*/ 610285 h 690521"/>
                <a:gd name="connsiteX5" fmla="*/ 39697 w 415821"/>
                <a:gd name="connsiteY5" fmla="*/ 610285 h 690521"/>
                <a:gd name="connsiteX6" fmla="*/ 336329 w 415821"/>
                <a:gd name="connsiteY6" fmla="*/ 611029 h 690521"/>
                <a:gd name="connsiteX7" fmla="*/ 336329 w 415821"/>
                <a:gd name="connsiteY7" fmla="*/ 79393 h 690521"/>
                <a:gd name="connsiteX8" fmla="*/ 81577 w 415821"/>
                <a:gd name="connsiteY8" fmla="*/ 79393 h 690521"/>
                <a:gd name="connsiteX9" fmla="*/ 81577 w 415821"/>
                <a:gd name="connsiteY9" fmla="*/ 449464 h 690521"/>
                <a:gd name="connsiteX10" fmla="*/ 41880 w 415821"/>
                <a:gd name="connsiteY10" fmla="*/ 489161 h 690521"/>
                <a:gd name="connsiteX11" fmla="*/ 2183 w 415821"/>
                <a:gd name="connsiteY11" fmla="*/ 449464 h 690521"/>
                <a:gd name="connsiteX12" fmla="*/ 2183 w 415821"/>
                <a:gd name="connsiteY12" fmla="*/ 39697 h 690521"/>
                <a:gd name="connsiteX13" fmla="*/ 41880 w 415821"/>
                <a:gd name="connsiteY13" fmla="*/ 0 h 690521"/>
                <a:gd name="connsiteX14" fmla="*/ 376125 w 415821"/>
                <a:gd name="connsiteY14" fmla="*/ 0 h 690521"/>
                <a:gd name="connsiteX15" fmla="*/ 415822 w 415821"/>
                <a:gd name="connsiteY15" fmla="*/ 39697 h 690521"/>
                <a:gd name="connsiteX16" fmla="*/ 415822 w 415821"/>
                <a:gd name="connsiteY16" fmla="*/ 650825 h 690521"/>
                <a:gd name="connsiteX17" fmla="*/ 376125 w 415821"/>
                <a:gd name="connsiteY17" fmla="*/ 690521 h 69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5821" h="690521">
                  <a:moveTo>
                    <a:pt x="376125" y="690521"/>
                  </a:moveTo>
                  <a:lnTo>
                    <a:pt x="376125" y="690521"/>
                  </a:lnTo>
                  <a:lnTo>
                    <a:pt x="39697" y="689678"/>
                  </a:lnTo>
                  <a:cubicBezTo>
                    <a:pt x="17773" y="689678"/>
                    <a:pt x="0" y="671904"/>
                    <a:pt x="0" y="649981"/>
                  </a:cubicBezTo>
                  <a:cubicBezTo>
                    <a:pt x="0" y="628059"/>
                    <a:pt x="17773" y="610285"/>
                    <a:pt x="39697" y="610285"/>
                  </a:cubicBezTo>
                  <a:lnTo>
                    <a:pt x="39697" y="610285"/>
                  </a:lnTo>
                  <a:lnTo>
                    <a:pt x="336329" y="611029"/>
                  </a:lnTo>
                  <a:lnTo>
                    <a:pt x="336329" y="79393"/>
                  </a:lnTo>
                  <a:lnTo>
                    <a:pt x="81577" y="79393"/>
                  </a:lnTo>
                  <a:lnTo>
                    <a:pt x="81577" y="449464"/>
                  </a:lnTo>
                  <a:cubicBezTo>
                    <a:pt x="81577" y="471387"/>
                    <a:pt x="63804" y="489161"/>
                    <a:pt x="41880" y="489161"/>
                  </a:cubicBezTo>
                  <a:cubicBezTo>
                    <a:pt x="19956" y="489161"/>
                    <a:pt x="2183" y="471387"/>
                    <a:pt x="2183" y="449464"/>
                  </a:cubicBezTo>
                  <a:lnTo>
                    <a:pt x="2183" y="39697"/>
                  </a:lnTo>
                  <a:cubicBezTo>
                    <a:pt x="2183" y="17773"/>
                    <a:pt x="19956" y="0"/>
                    <a:pt x="41880" y="0"/>
                  </a:cubicBezTo>
                  <a:lnTo>
                    <a:pt x="376125" y="0"/>
                  </a:lnTo>
                  <a:cubicBezTo>
                    <a:pt x="398048" y="0"/>
                    <a:pt x="415822" y="17773"/>
                    <a:pt x="415822" y="39697"/>
                  </a:cubicBezTo>
                  <a:lnTo>
                    <a:pt x="415822" y="650825"/>
                  </a:lnTo>
                  <a:cubicBezTo>
                    <a:pt x="415822" y="672747"/>
                    <a:pt x="398048" y="690521"/>
                    <a:pt x="376125" y="6905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1210774B-6D12-6841-9393-2A4B39ADBCCD}"/>
                </a:ext>
              </a:extLst>
            </p:cNvPr>
            <p:cNvSpPr/>
            <p:nvPr/>
          </p:nvSpPr>
          <p:spPr>
            <a:xfrm>
              <a:off x="9674897" y="2921051"/>
              <a:ext cx="306164" cy="195336"/>
            </a:xfrm>
            <a:custGeom>
              <a:avLst/>
              <a:gdLst>
                <a:gd name="connsiteX0" fmla="*/ 155615 w 306164"/>
                <a:gd name="connsiteY0" fmla="*/ 195336 h 195336"/>
                <a:gd name="connsiteX1" fmla="*/ 127629 w 306164"/>
                <a:gd name="connsiteY1" fmla="*/ 183725 h 195336"/>
                <a:gd name="connsiteX2" fmla="*/ 11616 w 306164"/>
                <a:gd name="connsiteY2" fmla="*/ 67762 h 195336"/>
                <a:gd name="connsiteX3" fmla="*/ 11641 w 306164"/>
                <a:gd name="connsiteY3" fmla="*/ 11616 h 195336"/>
                <a:gd name="connsiteX4" fmla="*/ 67786 w 306164"/>
                <a:gd name="connsiteY4" fmla="*/ 11641 h 195336"/>
                <a:gd name="connsiteX5" fmla="*/ 155615 w 306164"/>
                <a:gd name="connsiteY5" fmla="*/ 99519 h 195336"/>
                <a:gd name="connsiteX6" fmla="*/ 237688 w 306164"/>
                <a:gd name="connsiteY6" fmla="*/ 17446 h 195336"/>
                <a:gd name="connsiteX7" fmla="*/ 293809 w 306164"/>
                <a:gd name="connsiteY7" fmla="*/ 16009 h 195336"/>
                <a:gd name="connsiteX8" fmla="*/ 295248 w 306164"/>
                <a:gd name="connsiteY8" fmla="*/ 72130 h 195336"/>
                <a:gd name="connsiteX9" fmla="*/ 293809 w 306164"/>
                <a:gd name="connsiteY9" fmla="*/ 73567 h 195336"/>
                <a:gd name="connsiteX10" fmla="*/ 183701 w 306164"/>
                <a:gd name="connsiteY10" fmla="*/ 183725 h 195336"/>
                <a:gd name="connsiteX11" fmla="*/ 155615 w 306164"/>
                <a:gd name="connsiteY11" fmla="*/ 195336 h 1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6164" h="195336">
                  <a:moveTo>
                    <a:pt x="155615" y="195336"/>
                  </a:moveTo>
                  <a:cubicBezTo>
                    <a:pt x="145118" y="195317"/>
                    <a:pt x="135056" y="191143"/>
                    <a:pt x="127629" y="183725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55615" y="99519"/>
                  </a:lnTo>
                  <a:lnTo>
                    <a:pt x="237688" y="17446"/>
                  </a:lnTo>
                  <a:cubicBezTo>
                    <a:pt x="252787" y="1552"/>
                    <a:pt x="277915" y="909"/>
                    <a:pt x="293809" y="16009"/>
                  </a:cubicBezTo>
                  <a:cubicBezTo>
                    <a:pt x="309702" y="31109"/>
                    <a:pt x="310348" y="56236"/>
                    <a:pt x="295248" y="72130"/>
                  </a:cubicBezTo>
                  <a:cubicBezTo>
                    <a:pt x="294782" y="72621"/>
                    <a:pt x="294300" y="73100"/>
                    <a:pt x="293809" y="73567"/>
                  </a:cubicBezTo>
                  <a:lnTo>
                    <a:pt x="183701" y="183725"/>
                  </a:lnTo>
                  <a:cubicBezTo>
                    <a:pt x="176249" y="191168"/>
                    <a:pt x="166147" y="195346"/>
                    <a:pt x="155615" y="19533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EB63BEDB-00D7-474D-9DC8-AA658364BF81}"/>
                </a:ext>
              </a:extLst>
            </p:cNvPr>
            <p:cNvSpPr/>
            <p:nvPr/>
          </p:nvSpPr>
          <p:spPr>
            <a:xfrm>
              <a:off x="9458356" y="2611100"/>
              <a:ext cx="426142" cy="690074"/>
            </a:xfrm>
            <a:custGeom>
              <a:avLst/>
              <a:gdLst>
                <a:gd name="connsiteX0" fmla="*/ 39697 w 426142"/>
                <a:gd name="connsiteY0" fmla="*/ 690075 h 690074"/>
                <a:gd name="connsiteX1" fmla="*/ 0 w 426142"/>
                <a:gd name="connsiteY1" fmla="*/ 650378 h 690074"/>
                <a:gd name="connsiteX2" fmla="*/ 0 w 426142"/>
                <a:gd name="connsiteY2" fmla="*/ 39697 h 690074"/>
                <a:gd name="connsiteX3" fmla="*/ 39697 w 426142"/>
                <a:gd name="connsiteY3" fmla="*/ 0 h 690074"/>
                <a:gd name="connsiteX4" fmla="*/ 152236 w 426142"/>
                <a:gd name="connsiteY4" fmla="*/ 0 h 690074"/>
                <a:gd name="connsiteX5" fmla="*/ 191933 w 426142"/>
                <a:gd name="connsiteY5" fmla="*/ 39697 h 690074"/>
                <a:gd name="connsiteX6" fmla="*/ 152236 w 426142"/>
                <a:gd name="connsiteY6" fmla="*/ 79393 h 690074"/>
                <a:gd name="connsiteX7" fmla="*/ 79393 w 426142"/>
                <a:gd name="connsiteY7" fmla="*/ 79393 h 690074"/>
                <a:gd name="connsiteX8" fmla="*/ 79393 w 426142"/>
                <a:gd name="connsiteY8" fmla="*/ 610334 h 690074"/>
                <a:gd name="connsiteX9" fmla="*/ 386446 w 426142"/>
                <a:gd name="connsiteY9" fmla="*/ 608697 h 690074"/>
                <a:gd name="connsiteX10" fmla="*/ 386446 w 426142"/>
                <a:gd name="connsiteY10" fmla="*/ 608697 h 690074"/>
                <a:gd name="connsiteX11" fmla="*/ 426143 w 426142"/>
                <a:gd name="connsiteY11" fmla="*/ 648394 h 690074"/>
                <a:gd name="connsiteX12" fmla="*/ 386446 w 426142"/>
                <a:gd name="connsiteY12" fmla="*/ 688090 h 690074"/>
                <a:gd name="connsiteX13" fmla="*/ 39498 w 426142"/>
                <a:gd name="connsiteY13" fmla="*/ 689926 h 69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6142" h="690074">
                  <a:moveTo>
                    <a:pt x="39697" y="690075"/>
                  </a:moveTo>
                  <a:cubicBezTo>
                    <a:pt x="17773" y="690075"/>
                    <a:pt x="0" y="672301"/>
                    <a:pt x="0" y="65037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2236" y="0"/>
                  </a:lnTo>
                  <a:cubicBezTo>
                    <a:pt x="174160" y="0"/>
                    <a:pt x="191933" y="17773"/>
                    <a:pt x="191933" y="39697"/>
                  </a:cubicBezTo>
                  <a:cubicBezTo>
                    <a:pt x="191933" y="61620"/>
                    <a:pt x="174160" y="79393"/>
                    <a:pt x="152236" y="79393"/>
                  </a:cubicBezTo>
                  <a:lnTo>
                    <a:pt x="79393" y="79393"/>
                  </a:lnTo>
                  <a:lnTo>
                    <a:pt x="79393" y="610334"/>
                  </a:lnTo>
                  <a:lnTo>
                    <a:pt x="386446" y="608697"/>
                  </a:lnTo>
                  <a:lnTo>
                    <a:pt x="386446" y="608697"/>
                  </a:lnTo>
                  <a:cubicBezTo>
                    <a:pt x="408370" y="608697"/>
                    <a:pt x="426143" y="626471"/>
                    <a:pt x="426143" y="648394"/>
                  </a:cubicBezTo>
                  <a:cubicBezTo>
                    <a:pt x="426143" y="670316"/>
                    <a:pt x="408370" y="688090"/>
                    <a:pt x="386446" y="688090"/>
                  </a:cubicBezTo>
                  <a:lnTo>
                    <a:pt x="39498" y="68992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61">
            <a:extLst>
              <a:ext uri="{FF2B5EF4-FFF2-40B4-BE49-F238E27FC236}">
                <a16:creationId xmlns:a16="http://schemas.microsoft.com/office/drawing/2014/main" id="{93CE62ED-B0C3-493F-8440-806CF8624163}"/>
              </a:ext>
            </a:extLst>
          </p:cNvPr>
          <p:cNvGrpSpPr>
            <a:grpSpLocks noChangeAspect="1"/>
          </p:cNvGrpSpPr>
          <p:nvPr/>
        </p:nvGrpSpPr>
        <p:grpSpPr>
          <a:xfrm>
            <a:off x="1602384" y="3684234"/>
            <a:ext cx="644771" cy="779838"/>
            <a:chOff x="1602384" y="3684234"/>
            <a:chExt cx="644771" cy="779838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10789EC-585E-5D48-9913-1DB44708267E}"/>
                </a:ext>
              </a:extLst>
            </p:cNvPr>
            <p:cNvSpPr/>
            <p:nvPr/>
          </p:nvSpPr>
          <p:spPr>
            <a:xfrm>
              <a:off x="1602384" y="3685425"/>
              <a:ext cx="364265" cy="778647"/>
            </a:xfrm>
            <a:custGeom>
              <a:avLst/>
              <a:gdLst>
                <a:gd name="connsiteX0" fmla="*/ 39697 w 364265"/>
                <a:gd name="connsiteY0" fmla="*/ 778648 h 778647"/>
                <a:gd name="connsiteX1" fmla="*/ 0 w 364265"/>
                <a:gd name="connsiteY1" fmla="*/ 738951 h 778647"/>
                <a:gd name="connsiteX2" fmla="*/ 0 w 364265"/>
                <a:gd name="connsiteY2" fmla="*/ 39697 h 778647"/>
                <a:gd name="connsiteX3" fmla="*/ 39697 w 364265"/>
                <a:gd name="connsiteY3" fmla="*/ 0 h 778647"/>
                <a:gd name="connsiteX4" fmla="*/ 324569 w 364265"/>
                <a:gd name="connsiteY4" fmla="*/ 0 h 778647"/>
                <a:gd name="connsiteX5" fmla="*/ 364266 w 364265"/>
                <a:gd name="connsiteY5" fmla="*/ 39697 h 778647"/>
                <a:gd name="connsiteX6" fmla="*/ 324569 w 364265"/>
                <a:gd name="connsiteY6" fmla="*/ 79393 h 778647"/>
                <a:gd name="connsiteX7" fmla="*/ 79393 w 364265"/>
                <a:gd name="connsiteY7" fmla="*/ 79393 h 778647"/>
                <a:gd name="connsiteX8" fmla="*/ 79393 w 364265"/>
                <a:gd name="connsiteY8" fmla="*/ 665215 h 778647"/>
                <a:gd name="connsiteX9" fmla="*/ 299213 w 364265"/>
                <a:gd name="connsiteY9" fmla="*/ 520223 h 778647"/>
                <a:gd name="connsiteX10" fmla="*/ 354218 w 364265"/>
                <a:gd name="connsiteY10" fmla="*/ 531512 h 778647"/>
                <a:gd name="connsiteX11" fmla="*/ 342929 w 364265"/>
                <a:gd name="connsiteY11" fmla="*/ 586517 h 778647"/>
                <a:gd name="connsiteX12" fmla="*/ 61530 w 364265"/>
                <a:gd name="connsiteY12" fmla="*/ 772098 h 778647"/>
                <a:gd name="connsiteX13" fmla="*/ 39697 w 364265"/>
                <a:gd name="connsiteY13" fmla="*/ 778648 h 77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265" h="778647">
                  <a:moveTo>
                    <a:pt x="39697" y="778648"/>
                  </a:moveTo>
                  <a:cubicBezTo>
                    <a:pt x="17773" y="778648"/>
                    <a:pt x="0" y="760874"/>
                    <a:pt x="0" y="7389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4569" y="0"/>
                  </a:lnTo>
                  <a:cubicBezTo>
                    <a:pt x="346493" y="0"/>
                    <a:pt x="364266" y="17773"/>
                    <a:pt x="364266" y="39697"/>
                  </a:cubicBezTo>
                  <a:cubicBezTo>
                    <a:pt x="364266" y="61620"/>
                    <a:pt x="346493" y="79393"/>
                    <a:pt x="324569" y="79393"/>
                  </a:cubicBezTo>
                  <a:lnTo>
                    <a:pt x="79393" y="79393"/>
                  </a:lnTo>
                  <a:lnTo>
                    <a:pt x="79393" y="665215"/>
                  </a:lnTo>
                  <a:lnTo>
                    <a:pt x="299213" y="520223"/>
                  </a:lnTo>
                  <a:cubicBezTo>
                    <a:pt x="317520" y="508151"/>
                    <a:pt x="342146" y="513207"/>
                    <a:pt x="354218" y="531512"/>
                  </a:cubicBezTo>
                  <a:cubicBezTo>
                    <a:pt x="366289" y="549817"/>
                    <a:pt x="361236" y="574444"/>
                    <a:pt x="342929" y="586517"/>
                  </a:cubicBezTo>
                  <a:lnTo>
                    <a:pt x="61530" y="772098"/>
                  </a:lnTo>
                  <a:cubicBezTo>
                    <a:pt x="55041" y="776350"/>
                    <a:pt x="47456" y="778628"/>
                    <a:pt x="39697" y="7786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43AA153F-7267-5249-88D0-68F086389B24}"/>
                </a:ext>
              </a:extLst>
            </p:cNvPr>
            <p:cNvSpPr/>
            <p:nvPr/>
          </p:nvSpPr>
          <p:spPr>
            <a:xfrm>
              <a:off x="1886376" y="3684234"/>
              <a:ext cx="360780" cy="778647"/>
            </a:xfrm>
            <a:custGeom>
              <a:avLst/>
              <a:gdLst>
                <a:gd name="connsiteX0" fmla="*/ 321084 w 360780"/>
                <a:gd name="connsiteY0" fmla="*/ 778648 h 778647"/>
                <a:gd name="connsiteX1" fmla="*/ 299251 w 360780"/>
                <a:gd name="connsiteY1" fmla="*/ 772098 h 778647"/>
                <a:gd name="connsiteX2" fmla="*/ 17851 w 360780"/>
                <a:gd name="connsiteY2" fmla="*/ 586616 h 778647"/>
                <a:gd name="connsiteX3" fmla="*/ 6563 w 360780"/>
                <a:gd name="connsiteY3" fmla="*/ 531611 h 778647"/>
                <a:gd name="connsiteX4" fmla="*/ 61567 w 360780"/>
                <a:gd name="connsiteY4" fmla="*/ 520323 h 778647"/>
                <a:gd name="connsiteX5" fmla="*/ 281387 w 360780"/>
                <a:gd name="connsiteY5" fmla="*/ 665215 h 778647"/>
                <a:gd name="connsiteX6" fmla="*/ 281387 w 360780"/>
                <a:gd name="connsiteY6" fmla="*/ 79393 h 778647"/>
                <a:gd name="connsiteX7" fmla="*/ 41173 w 360780"/>
                <a:gd name="connsiteY7" fmla="*/ 79393 h 778647"/>
                <a:gd name="connsiteX8" fmla="*/ 1476 w 360780"/>
                <a:gd name="connsiteY8" fmla="*/ 39697 h 778647"/>
                <a:gd name="connsiteX9" fmla="*/ 41173 w 360780"/>
                <a:gd name="connsiteY9" fmla="*/ 0 h 778647"/>
                <a:gd name="connsiteX10" fmla="*/ 321084 w 360780"/>
                <a:gd name="connsiteY10" fmla="*/ 0 h 778647"/>
                <a:gd name="connsiteX11" fmla="*/ 360780 w 360780"/>
                <a:gd name="connsiteY11" fmla="*/ 39697 h 778647"/>
                <a:gd name="connsiteX12" fmla="*/ 360780 w 360780"/>
                <a:gd name="connsiteY12" fmla="*/ 738951 h 778647"/>
                <a:gd name="connsiteX13" fmla="*/ 321084 w 360780"/>
                <a:gd name="connsiteY13" fmla="*/ 778648 h 77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0780" h="778647">
                  <a:moveTo>
                    <a:pt x="321084" y="778648"/>
                  </a:moveTo>
                  <a:cubicBezTo>
                    <a:pt x="313323" y="778648"/>
                    <a:pt x="305731" y="776370"/>
                    <a:pt x="299251" y="772098"/>
                  </a:cubicBezTo>
                  <a:lnTo>
                    <a:pt x="17851" y="586616"/>
                  </a:lnTo>
                  <a:cubicBezTo>
                    <a:pt x="-455" y="574543"/>
                    <a:pt x="-5509" y="549916"/>
                    <a:pt x="6563" y="531611"/>
                  </a:cubicBezTo>
                  <a:cubicBezTo>
                    <a:pt x="18634" y="513306"/>
                    <a:pt x="43261" y="508250"/>
                    <a:pt x="61567" y="520323"/>
                  </a:cubicBezTo>
                  <a:lnTo>
                    <a:pt x="281387" y="665215"/>
                  </a:lnTo>
                  <a:lnTo>
                    <a:pt x="281387" y="79393"/>
                  </a:lnTo>
                  <a:lnTo>
                    <a:pt x="41173" y="79393"/>
                  </a:lnTo>
                  <a:cubicBezTo>
                    <a:pt x="19249" y="79393"/>
                    <a:pt x="1476" y="61620"/>
                    <a:pt x="1476" y="39697"/>
                  </a:cubicBezTo>
                  <a:cubicBezTo>
                    <a:pt x="1476" y="17773"/>
                    <a:pt x="19249" y="0"/>
                    <a:pt x="41173" y="0"/>
                  </a:cubicBezTo>
                  <a:lnTo>
                    <a:pt x="321084" y="0"/>
                  </a:lnTo>
                  <a:cubicBezTo>
                    <a:pt x="343006" y="0"/>
                    <a:pt x="360780" y="17773"/>
                    <a:pt x="360780" y="39697"/>
                  </a:cubicBezTo>
                  <a:lnTo>
                    <a:pt x="360780" y="738951"/>
                  </a:lnTo>
                  <a:cubicBezTo>
                    <a:pt x="360780" y="760874"/>
                    <a:pt x="343006" y="778648"/>
                    <a:pt x="321084" y="7786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63">
            <a:extLst>
              <a:ext uri="{FF2B5EF4-FFF2-40B4-BE49-F238E27FC236}">
                <a16:creationId xmlns:a16="http://schemas.microsoft.com/office/drawing/2014/main" id="{8ADFF984-5669-40AB-B665-51DFC3016341}"/>
              </a:ext>
            </a:extLst>
          </p:cNvPr>
          <p:cNvGrpSpPr>
            <a:grpSpLocks noChangeAspect="1"/>
          </p:cNvGrpSpPr>
          <p:nvPr/>
        </p:nvGrpSpPr>
        <p:grpSpPr>
          <a:xfrm>
            <a:off x="2827945" y="3654306"/>
            <a:ext cx="829160" cy="839142"/>
            <a:chOff x="2827945" y="3654306"/>
            <a:chExt cx="829160" cy="83914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6EFAB940-5E4B-CB4A-9D72-A851940C28AF}"/>
                </a:ext>
              </a:extLst>
            </p:cNvPr>
            <p:cNvSpPr/>
            <p:nvPr/>
          </p:nvSpPr>
          <p:spPr>
            <a:xfrm>
              <a:off x="2827945" y="3654859"/>
              <a:ext cx="828666" cy="838589"/>
            </a:xfrm>
            <a:custGeom>
              <a:avLst/>
              <a:gdLst>
                <a:gd name="connsiteX0" fmla="*/ 788970 w 828666"/>
                <a:gd name="connsiteY0" fmla="*/ 838590 h 838589"/>
                <a:gd name="connsiteX1" fmla="*/ 39697 w 828666"/>
                <a:gd name="connsiteY1" fmla="*/ 838590 h 838589"/>
                <a:gd name="connsiteX2" fmla="*/ 0 w 828666"/>
                <a:gd name="connsiteY2" fmla="*/ 798893 h 838589"/>
                <a:gd name="connsiteX3" fmla="*/ 0 w 828666"/>
                <a:gd name="connsiteY3" fmla="*/ 39697 h 838589"/>
                <a:gd name="connsiteX4" fmla="*/ 39697 w 828666"/>
                <a:gd name="connsiteY4" fmla="*/ 0 h 838589"/>
                <a:gd name="connsiteX5" fmla="*/ 320848 w 828666"/>
                <a:gd name="connsiteY5" fmla="*/ 0 h 838589"/>
                <a:gd name="connsiteX6" fmla="*/ 360544 w 828666"/>
                <a:gd name="connsiteY6" fmla="*/ 39697 h 838589"/>
                <a:gd name="connsiteX7" fmla="*/ 320848 w 828666"/>
                <a:gd name="connsiteY7" fmla="*/ 79393 h 838589"/>
                <a:gd name="connsiteX8" fmla="*/ 79393 w 828666"/>
                <a:gd name="connsiteY8" fmla="*/ 79393 h 838589"/>
                <a:gd name="connsiteX9" fmla="*/ 79393 w 828666"/>
                <a:gd name="connsiteY9" fmla="*/ 759197 h 838589"/>
                <a:gd name="connsiteX10" fmla="*/ 749273 w 828666"/>
                <a:gd name="connsiteY10" fmla="*/ 759197 h 838589"/>
                <a:gd name="connsiteX11" fmla="*/ 749273 w 828666"/>
                <a:gd name="connsiteY11" fmla="*/ 514021 h 838589"/>
                <a:gd name="connsiteX12" fmla="*/ 788970 w 828666"/>
                <a:gd name="connsiteY12" fmla="*/ 474324 h 838589"/>
                <a:gd name="connsiteX13" fmla="*/ 828666 w 828666"/>
                <a:gd name="connsiteY13" fmla="*/ 514021 h 838589"/>
                <a:gd name="connsiteX14" fmla="*/ 828666 w 828666"/>
                <a:gd name="connsiteY14" fmla="*/ 798893 h 838589"/>
                <a:gd name="connsiteX15" fmla="*/ 788970 w 828666"/>
                <a:gd name="connsiteY15" fmla="*/ 838590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8666" h="838589">
                  <a:moveTo>
                    <a:pt x="788970" y="838590"/>
                  </a:moveTo>
                  <a:lnTo>
                    <a:pt x="39697" y="838590"/>
                  </a:lnTo>
                  <a:cubicBezTo>
                    <a:pt x="17773" y="838590"/>
                    <a:pt x="0" y="820815"/>
                    <a:pt x="0" y="7988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0848" y="0"/>
                  </a:lnTo>
                  <a:cubicBezTo>
                    <a:pt x="342772" y="0"/>
                    <a:pt x="360544" y="17773"/>
                    <a:pt x="360544" y="39697"/>
                  </a:cubicBezTo>
                  <a:cubicBezTo>
                    <a:pt x="360544" y="61620"/>
                    <a:pt x="342772" y="79393"/>
                    <a:pt x="320848" y="79393"/>
                  </a:cubicBezTo>
                  <a:lnTo>
                    <a:pt x="79393" y="79393"/>
                  </a:lnTo>
                  <a:lnTo>
                    <a:pt x="79393" y="759197"/>
                  </a:lnTo>
                  <a:lnTo>
                    <a:pt x="749273" y="759197"/>
                  </a:lnTo>
                  <a:lnTo>
                    <a:pt x="749273" y="514021"/>
                  </a:lnTo>
                  <a:cubicBezTo>
                    <a:pt x="749273" y="492098"/>
                    <a:pt x="767047" y="474324"/>
                    <a:pt x="788970" y="474324"/>
                  </a:cubicBezTo>
                  <a:cubicBezTo>
                    <a:pt x="810892" y="474324"/>
                    <a:pt x="828666" y="492098"/>
                    <a:pt x="828666" y="514021"/>
                  </a:cubicBezTo>
                  <a:lnTo>
                    <a:pt x="828666" y="798893"/>
                  </a:lnTo>
                  <a:cubicBezTo>
                    <a:pt x="828666" y="820815"/>
                    <a:pt x="810892" y="838590"/>
                    <a:pt x="788970" y="8385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ACEFF0DE-BA42-384E-A6F4-029D5336DDB2}"/>
                </a:ext>
              </a:extLst>
            </p:cNvPr>
            <p:cNvSpPr/>
            <p:nvPr/>
          </p:nvSpPr>
          <p:spPr>
            <a:xfrm>
              <a:off x="3202599" y="3654306"/>
              <a:ext cx="454506" cy="459544"/>
            </a:xfrm>
            <a:custGeom>
              <a:avLst/>
              <a:gdLst>
                <a:gd name="connsiteX0" fmla="*/ 39679 w 454506"/>
                <a:gd name="connsiteY0" fmla="*/ 459544 h 459544"/>
                <a:gd name="connsiteX1" fmla="*/ 0 w 454506"/>
                <a:gd name="connsiteY1" fmla="*/ 419830 h 459544"/>
                <a:gd name="connsiteX2" fmla="*/ 11445 w 454506"/>
                <a:gd name="connsiteY2" fmla="*/ 391961 h 459544"/>
                <a:gd name="connsiteX3" fmla="*/ 385883 w 454506"/>
                <a:gd name="connsiteY3" fmla="*/ 12511 h 459544"/>
                <a:gd name="connsiteX4" fmla="*/ 441994 w 454506"/>
                <a:gd name="connsiteY4" fmla="*/ 10769 h 459544"/>
                <a:gd name="connsiteX5" fmla="*/ 443736 w 454506"/>
                <a:gd name="connsiteY5" fmla="*/ 66882 h 459544"/>
                <a:gd name="connsiteX6" fmla="*/ 442352 w 454506"/>
                <a:gd name="connsiteY6" fmla="*/ 68285 h 459544"/>
                <a:gd name="connsiteX7" fmla="*/ 67913 w 454506"/>
                <a:gd name="connsiteY7" fmla="*/ 447735 h 459544"/>
                <a:gd name="connsiteX8" fmla="*/ 39679 w 454506"/>
                <a:gd name="connsiteY8" fmla="*/ 459544 h 45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4506" h="459544">
                  <a:moveTo>
                    <a:pt x="39679" y="459544"/>
                  </a:moveTo>
                  <a:cubicBezTo>
                    <a:pt x="17755" y="459535"/>
                    <a:pt x="-9" y="441754"/>
                    <a:pt x="0" y="419830"/>
                  </a:cubicBezTo>
                  <a:cubicBezTo>
                    <a:pt x="4" y="409398"/>
                    <a:pt x="4116" y="399386"/>
                    <a:pt x="11445" y="391961"/>
                  </a:cubicBezTo>
                  <a:lnTo>
                    <a:pt x="385883" y="12511"/>
                  </a:lnTo>
                  <a:cubicBezTo>
                    <a:pt x="400898" y="-3465"/>
                    <a:pt x="426021" y="-4244"/>
                    <a:pt x="441994" y="10769"/>
                  </a:cubicBezTo>
                  <a:cubicBezTo>
                    <a:pt x="457972" y="25783"/>
                    <a:pt x="458751" y="50906"/>
                    <a:pt x="443736" y="66882"/>
                  </a:cubicBezTo>
                  <a:cubicBezTo>
                    <a:pt x="443289" y="67361"/>
                    <a:pt x="442823" y="67829"/>
                    <a:pt x="442352" y="68285"/>
                  </a:cubicBezTo>
                  <a:lnTo>
                    <a:pt x="67913" y="447735"/>
                  </a:lnTo>
                  <a:cubicBezTo>
                    <a:pt x="60459" y="455287"/>
                    <a:pt x="50291" y="459540"/>
                    <a:pt x="39679" y="4595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49E544DD-B461-5342-AA9F-7067EB05F419}"/>
                </a:ext>
              </a:extLst>
            </p:cNvPr>
            <p:cNvSpPr/>
            <p:nvPr/>
          </p:nvSpPr>
          <p:spPr>
            <a:xfrm>
              <a:off x="3389552" y="3654859"/>
              <a:ext cx="267058" cy="79393"/>
            </a:xfrm>
            <a:custGeom>
              <a:avLst/>
              <a:gdLst>
                <a:gd name="connsiteX0" fmla="*/ 227362 w 267058"/>
                <a:gd name="connsiteY0" fmla="*/ 79393 h 79393"/>
                <a:gd name="connsiteX1" fmla="*/ 39697 w 267058"/>
                <a:gd name="connsiteY1" fmla="*/ 79393 h 79393"/>
                <a:gd name="connsiteX2" fmla="*/ 0 w 267058"/>
                <a:gd name="connsiteY2" fmla="*/ 39697 h 79393"/>
                <a:gd name="connsiteX3" fmla="*/ 39697 w 267058"/>
                <a:gd name="connsiteY3" fmla="*/ 0 h 79393"/>
                <a:gd name="connsiteX4" fmla="*/ 227362 w 267058"/>
                <a:gd name="connsiteY4" fmla="*/ 0 h 79393"/>
                <a:gd name="connsiteX5" fmla="*/ 267059 w 267058"/>
                <a:gd name="connsiteY5" fmla="*/ 39697 h 79393"/>
                <a:gd name="connsiteX6" fmla="*/ 227362 w 2670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8" h="79393">
                  <a:moveTo>
                    <a:pt x="227362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27362" y="0"/>
                  </a:lnTo>
                  <a:cubicBezTo>
                    <a:pt x="249285" y="0"/>
                    <a:pt x="267059" y="17773"/>
                    <a:pt x="267059" y="39697"/>
                  </a:cubicBezTo>
                  <a:cubicBezTo>
                    <a:pt x="267059" y="61620"/>
                    <a:pt x="249285" y="79393"/>
                    <a:pt x="2273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D176FAAA-1D7C-D44B-8CA2-CA4A3B29738F}"/>
                </a:ext>
              </a:extLst>
            </p:cNvPr>
            <p:cNvSpPr/>
            <p:nvPr/>
          </p:nvSpPr>
          <p:spPr>
            <a:xfrm>
              <a:off x="3577218" y="3654859"/>
              <a:ext cx="79393" cy="269539"/>
            </a:xfrm>
            <a:custGeom>
              <a:avLst/>
              <a:gdLst>
                <a:gd name="connsiteX0" fmla="*/ 39697 w 79393"/>
                <a:gd name="connsiteY0" fmla="*/ 269540 h 269539"/>
                <a:gd name="connsiteX1" fmla="*/ 0 w 79393"/>
                <a:gd name="connsiteY1" fmla="*/ 229843 h 269539"/>
                <a:gd name="connsiteX2" fmla="*/ 0 w 79393"/>
                <a:gd name="connsiteY2" fmla="*/ 39697 h 269539"/>
                <a:gd name="connsiteX3" fmla="*/ 39697 w 79393"/>
                <a:gd name="connsiteY3" fmla="*/ 0 h 269539"/>
                <a:gd name="connsiteX4" fmla="*/ 79393 w 79393"/>
                <a:gd name="connsiteY4" fmla="*/ 39697 h 269539"/>
                <a:gd name="connsiteX5" fmla="*/ 79393 w 79393"/>
                <a:gd name="connsiteY5" fmla="*/ 229843 h 269539"/>
                <a:gd name="connsiteX6" fmla="*/ 39697 w 79393"/>
                <a:gd name="connsiteY6" fmla="*/ 269540 h 26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9539">
                  <a:moveTo>
                    <a:pt x="39697" y="269540"/>
                  </a:moveTo>
                  <a:cubicBezTo>
                    <a:pt x="17774" y="269540"/>
                    <a:pt x="0" y="251767"/>
                    <a:pt x="0" y="22984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9843"/>
                  </a:lnTo>
                  <a:cubicBezTo>
                    <a:pt x="79393" y="251767"/>
                    <a:pt x="61619" y="269540"/>
                    <a:pt x="39697" y="26954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65">
            <a:extLst>
              <a:ext uri="{FF2B5EF4-FFF2-40B4-BE49-F238E27FC236}">
                <a16:creationId xmlns:a16="http://schemas.microsoft.com/office/drawing/2014/main" id="{953D3F69-094B-4C6F-8713-EFD63D138B39}"/>
              </a:ext>
            </a:extLst>
          </p:cNvPr>
          <p:cNvGrpSpPr>
            <a:grpSpLocks noChangeAspect="1"/>
          </p:cNvGrpSpPr>
          <p:nvPr/>
        </p:nvGrpSpPr>
        <p:grpSpPr>
          <a:xfrm>
            <a:off x="4147934" y="3707556"/>
            <a:ext cx="823704" cy="733195"/>
            <a:chOff x="4147934" y="3707556"/>
            <a:chExt cx="823704" cy="733195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25A817A-BF09-3C4F-A181-BA0E3122BBD5}"/>
                </a:ext>
              </a:extLst>
            </p:cNvPr>
            <p:cNvSpPr/>
            <p:nvPr/>
          </p:nvSpPr>
          <p:spPr>
            <a:xfrm>
              <a:off x="4147934" y="4084772"/>
              <a:ext cx="823704" cy="355978"/>
            </a:xfrm>
            <a:custGeom>
              <a:avLst/>
              <a:gdLst>
                <a:gd name="connsiteX0" fmla="*/ 784008 w 823704"/>
                <a:gd name="connsiteY0" fmla="*/ 355979 h 355978"/>
                <a:gd name="connsiteX1" fmla="*/ 39697 w 823704"/>
                <a:gd name="connsiteY1" fmla="*/ 355979 h 355978"/>
                <a:gd name="connsiteX2" fmla="*/ 0 w 823704"/>
                <a:gd name="connsiteY2" fmla="*/ 316282 h 355978"/>
                <a:gd name="connsiteX3" fmla="*/ 0 w 823704"/>
                <a:gd name="connsiteY3" fmla="*/ 39697 h 355978"/>
                <a:gd name="connsiteX4" fmla="*/ 39697 w 823704"/>
                <a:gd name="connsiteY4" fmla="*/ 0 h 355978"/>
                <a:gd name="connsiteX5" fmla="*/ 79393 w 823704"/>
                <a:gd name="connsiteY5" fmla="*/ 39697 h 355978"/>
                <a:gd name="connsiteX6" fmla="*/ 79393 w 823704"/>
                <a:gd name="connsiteY6" fmla="*/ 276586 h 355978"/>
                <a:gd name="connsiteX7" fmla="*/ 744311 w 823704"/>
                <a:gd name="connsiteY7" fmla="*/ 276586 h 355978"/>
                <a:gd name="connsiteX8" fmla="*/ 744311 w 823704"/>
                <a:gd name="connsiteY8" fmla="*/ 39697 h 355978"/>
                <a:gd name="connsiteX9" fmla="*/ 784008 w 823704"/>
                <a:gd name="connsiteY9" fmla="*/ 0 h 355978"/>
                <a:gd name="connsiteX10" fmla="*/ 823704 w 823704"/>
                <a:gd name="connsiteY10" fmla="*/ 39697 h 355978"/>
                <a:gd name="connsiteX11" fmla="*/ 823704 w 823704"/>
                <a:gd name="connsiteY11" fmla="*/ 316282 h 355978"/>
                <a:gd name="connsiteX12" fmla="*/ 784008 w 823704"/>
                <a:gd name="connsiteY12" fmla="*/ 355979 h 355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355978">
                  <a:moveTo>
                    <a:pt x="784008" y="355979"/>
                  </a:moveTo>
                  <a:lnTo>
                    <a:pt x="39697" y="355979"/>
                  </a:lnTo>
                  <a:cubicBezTo>
                    <a:pt x="17773" y="355979"/>
                    <a:pt x="0" y="338205"/>
                    <a:pt x="0" y="3162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6586"/>
                  </a:lnTo>
                  <a:lnTo>
                    <a:pt x="744311" y="276586"/>
                  </a:lnTo>
                  <a:lnTo>
                    <a:pt x="744311" y="39697"/>
                  </a:lnTo>
                  <a:cubicBezTo>
                    <a:pt x="744311" y="17773"/>
                    <a:pt x="762085" y="0"/>
                    <a:pt x="784008" y="0"/>
                  </a:cubicBez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316282"/>
                  </a:lnTo>
                  <a:cubicBezTo>
                    <a:pt x="823704" y="338205"/>
                    <a:pt x="805930" y="355979"/>
                    <a:pt x="784008" y="3559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EAE25C0-EB29-7D48-8F41-ADCD3338896A}"/>
                </a:ext>
              </a:extLst>
            </p:cNvPr>
            <p:cNvSpPr/>
            <p:nvPr/>
          </p:nvSpPr>
          <p:spPr>
            <a:xfrm>
              <a:off x="4520089" y="3707556"/>
              <a:ext cx="79393" cy="547117"/>
            </a:xfrm>
            <a:custGeom>
              <a:avLst/>
              <a:gdLst>
                <a:gd name="connsiteX0" fmla="*/ 39697 w 79393"/>
                <a:gd name="connsiteY0" fmla="*/ 547118 h 547117"/>
                <a:gd name="connsiteX1" fmla="*/ 0 w 79393"/>
                <a:gd name="connsiteY1" fmla="*/ 507421 h 547117"/>
                <a:gd name="connsiteX2" fmla="*/ 0 w 79393"/>
                <a:gd name="connsiteY2" fmla="*/ 39697 h 547117"/>
                <a:gd name="connsiteX3" fmla="*/ 39697 w 79393"/>
                <a:gd name="connsiteY3" fmla="*/ 0 h 547117"/>
                <a:gd name="connsiteX4" fmla="*/ 79393 w 79393"/>
                <a:gd name="connsiteY4" fmla="*/ 39697 h 547117"/>
                <a:gd name="connsiteX5" fmla="*/ 79393 w 79393"/>
                <a:gd name="connsiteY5" fmla="*/ 507421 h 547117"/>
                <a:gd name="connsiteX6" fmla="*/ 39697 w 79393"/>
                <a:gd name="connsiteY6" fmla="*/ 547118 h 54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47117">
                  <a:moveTo>
                    <a:pt x="39697" y="547118"/>
                  </a:moveTo>
                  <a:cubicBezTo>
                    <a:pt x="17773" y="547118"/>
                    <a:pt x="0" y="529344"/>
                    <a:pt x="0" y="5074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07421"/>
                  </a:lnTo>
                  <a:cubicBezTo>
                    <a:pt x="79393" y="529344"/>
                    <a:pt x="61621" y="547118"/>
                    <a:pt x="39697" y="5471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A63BACAD-5281-C748-BCB4-5F5698D70DFC}"/>
                </a:ext>
              </a:extLst>
            </p:cNvPr>
            <p:cNvSpPr/>
            <p:nvPr/>
          </p:nvSpPr>
          <p:spPr>
            <a:xfrm>
              <a:off x="4518321" y="3987118"/>
              <a:ext cx="265256" cy="265273"/>
            </a:xfrm>
            <a:custGeom>
              <a:avLst/>
              <a:gdLst>
                <a:gd name="connsiteX0" fmla="*/ 39678 w 265256"/>
                <a:gd name="connsiteY0" fmla="*/ 265273 h 265273"/>
                <a:gd name="connsiteX1" fmla="*/ 0 w 265256"/>
                <a:gd name="connsiteY1" fmla="*/ 225557 h 265273"/>
                <a:gd name="connsiteX2" fmla="*/ 11643 w 265256"/>
                <a:gd name="connsiteY2" fmla="*/ 197491 h 265273"/>
                <a:gd name="connsiteX3" fmla="*/ 198217 w 265256"/>
                <a:gd name="connsiteY3" fmla="*/ 10918 h 265273"/>
                <a:gd name="connsiteX4" fmla="*/ 254338 w 265256"/>
                <a:gd name="connsiteY4" fmla="*/ 12355 h 265273"/>
                <a:gd name="connsiteX5" fmla="*/ 254338 w 265256"/>
                <a:gd name="connsiteY5" fmla="*/ 67039 h 265273"/>
                <a:gd name="connsiteX6" fmla="*/ 67764 w 265256"/>
                <a:gd name="connsiteY6" fmla="*/ 253662 h 265273"/>
                <a:gd name="connsiteX7" fmla="*/ 39678 w 265256"/>
                <a:gd name="connsiteY7" fmla="*/ 265273 h 26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256" h="265273">
                  <a:moveTo>
                    <a:pt x="39678" y="265273"/>
                  </a:moveTo>
                  <a:cubicBezTo>
                    <a:pt x="17754" y="265263"/>
                    <a:pt x="-10" y="247484"/>
                    <a:pt x="0" y="225557"/>
                  </a:cubicBezTo>
                  <a:cubicBezTo>
                    <a:pt x="5" y="215027"/>
                    <a:pt x="4193" y="204934"/>
                    <a:pt x="11643" y="197491"/>
                  </a:cubicBezTo>
                  <a:lnTo>
                    <a:pt x="198217" y="10918"/>
                  </a:lnTo>
                  <a:cubicBezTo>
                    <a:pt x="214110" y="-4183"/>
                    <a:pt x="239238" y="-3540"/>
                    <a:pt x="254338" y="12355"/>
                  </a:cubicBezTo>
                  <a:cubicBezTo>
                    <a:pt x="268896" y="27676"/>
                    <a:pt x="268896" y="51717"/>
                    <a:pt x="254338" y="67039"/>
                  </a:cubicBezTo>
                  <a:lnTo>
                    <a:pt x="67764" y="253662"/>
                  </a:lnTo>
                  <a:cubicBezTo>
                    <a:pt x="60313" y="261105"/>
                    <a:pt x="50210" y="265283"/>
                    <a:pt x="39678" y="2652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9C1C6D9-AC41-F54D-8F29-126A5EDB4EF1}"/>
                </a:ext>
              </a:extLst>
            </p:cNvPr>
            <p:cNvSpPr/>
            <p:nvPr/>
          </p:nvSpPr>
          <p:spPr>
            <a:xfrm>
              <a:off x="4332345" y="3986420"/>
              <a:ext cx="265482" cy="265971"/>
            </a:xfrm>
            <a:custGeom>
              <a:avLst/>
              <a:gdLst>
                <a:gd name="connsiteX0" fmla="*/ 225655 w 265482"/>
                <a:gd name="connsiteY0" fmla="*/ 265971 h 265971"/>
                <a:gd name="connsiteX1" fmla="*/ 197570 w 265482"/>
                <a:gd name="connsiteY1" fmla="*/ 254311 h 265971"/>
                <a:gd name="connsiteX2" fmla="*/ 11591 w 265482"/>
                <a:gd name="connsiteY2" fmla="*/ 67737 h 265971"/>
                <a:gd name="connsiteX3" fmla="*/ 11665 w 265482"/>
                <a:gd name="connsiteY3" fmla="*/ 11591 h 265971"/>
                <a:gd name="connsiteX4" fmla="*/ 67811 w 265482"/>
                <a:gd name="connsiteY4" fmla="*/ 11665 h 265971"/>
                <a:gd name="connsiteX5" fmla="*/ 253889 w 265482"/>
                <a:gd name="connsiteY5" fmla="*/ 198239 h 265971"/>
                <a:gd name="connsiteX6" fmla="*/ 253821 w 265482"/>
                <a:gd name="connsiteY6" fmla="*/ 254380 h 265971"/>
                <a:gd name="connsiteX7" fmla="*/ 225754 w 265482"/>
                <a:gd name="connsiteY7" fmla="*/ 265971 h 26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482" h="265971">
                  <a:moveTo>
                    <a:pt x="225655" y="265971"/>
                  </a:moveTo>
                  <a:cubicBezTo>
                    <a:pt x="215116" y="265966"/>
                    <a:pt x="205012" y="261774"/>
                    <a:pt x="197570" y="254311"/>
                  </a:cubicBezTo>
                  <a:lnTo>
                    <a:pt x="11591" y="67737"/>
                  </a:lnTo>
                  <a:cubicBezTo>
                    <a:pt x="-3893" y="52212"/>
                    <a:pt x="-3859" y="27075"/>
                    <a:pt x="11665" y="11591"/>
                  </a:cubicBezTo>
                  <a:cubicBezTo>
                    <a:pt x="27190" y="-3893"/>
                    <a:pt x="52328" y="-3859"/>
                    <a:pt x="67811" y="11665"/>
                  </a:cubicBezTo>
                  <a:lnTo>
                    <a:pt x="253889" y="198239"/>
                  </a:lnTo>
                  <a:cubicBezTo>
                    <a:pt x="269373" y="213761"/>
                    <a:pt x="269342" y="238893"/>
                    <a:pt x="253821" y="254380"/>
                  </a:cubicBezTo>
                  <a:cubicBezTo>
                    <a:pt x="246372" y="261808"/>
                    <a:pt x="236277" y="265981"/>
                    <a:pt x="225754" y="2659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6" name="Picture Placeholder 67">
            <a:extLst>
              <a:ext uri="{FF2B5EF4-FFF2-40B4-BE49-F238E27FC236}">
                <a16:creationId xmlns:a16="http://schemas.microsoft.com/office/drawing/2014/main" id="{268A4025-EE23-43CB-8329-C77A90BCD76F}"/>
              </a:ext>
            </a:extLst>
          </p:cNvPr>
          <p:cNvGrpSpPr>
            <a:grpSpLocks noChangeAspect="1"/>
          </p:cNvGrpSpPr>
          <p:nvPr/>
        </p:nvGrpSpPr>
        <p:grpSpPr>
          <a:xfrm>
            <a:off x="5460430" y="3704827"/>
            <a:ext cx="833628" cy="738653"/>
            <a:chOff x="5460430" y="3704827"/>
            <a:chExt cx="833628" cy="738653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FB52CA7E-5A90-694D-958F-AEF9899FB5FD}"/>
                </a:ext>
              </a:extLst>
            </p:cNvPr>
            <p:cNvSpPr/>
            <p:nvPr/>
          </p:nvSpPr>
          <p:spPr>
            <a:xfrm>
              <a:off x="5460430" y="3704827"/>
              <a:ext cx="833628" cy="359650"/>
            </a:xfrm>
            <a:custGeom>
              <a:avLst/>
              <a:gdLst>
                <a:gd name="connsiteX0" fmla="*/ 793932 w 833628"/>
                <a:gd name="connsiteY0" fmla="*/ 359651 h 359650"/>
                <a:gd name="connsiteX1" fmla="*/ 754235 w 833628"/>
                <a:gd name="connsiteY1" fmla="*/ 319954 h 359650"/>
                <a:gd name="connsiteX2" fmla="*/ 754235 w 833628"/>
                <a:gd name="connsiteY2" fmla="*/ 79393 h 359650"/>
                <a:gd name="connsiteX3" fmla="*/ 79393 w 833628"/>
                <a:gd name="connsiteY3" fmla="*/ 79393 h 359650"/>
                <a:gd name="connsiteX4" fmla="*/ 79393 w 833628"/>
                <a:gd name="connsiteY4" fmla="*/ 319954 h 359650"/>
                <a:gd name="connsiteX5" fmla="*/ 39697 w 833628"/>
                <a:gd name="connsiteY5" fmla="*/ 359651 h 359650"/>
                <a:gd name="connsiteX6" fmla="*/ 0 w 833628"/>
                <a:gd name="connsiteY6" fmla="*/ 319954 h 359650"/>
                <a:gd name="connsiteX7" fmla="*/ 0 w 833628"/>
                <a:gd name="connsiteY7" fmla="*/ 39697 h 359650"/>
                <a:gd name="connsiteX8" fmla="*/ 39697 w 833628"/>
                <a:gd name="connsiteY8" fmla="*/ 0 h 359650"/>
                <a:gd name="connsiteX9" fmla="*/ 793932 w 833628"/>
                <a:gd name="connsiteY9" fmla="*/ 0 h 359650"/>
                <a:gd name="connsiteX10" fmla="*/ 833629 w 833628"/>
                <a:gd name="connsiteY10" fmla="*/ 39697 h 359650"/>
                <a:gd name="connsiteX11" fmla="*/ 833629 w 833628"/>
                <a:gd name="connsiteY11" fmla="*/ 319954 h 359650"/>
                <a:gd name="connsiteX12" fmla="*/ 793932 w 833628"/>
                <a:gd name="connsiteY12" fmla="*/ 359651 h 35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3628" h="359650">
                  <a:moveTo>
                    <a:pt x="793932" y="359651"/>
                  </a:moveTo>
                  <a:cubicBezTo>
                    <a:pt x="772010" y="359651"/>
                    <a:pt x="754235" y="341878"/>
                    <a:pt x="754235" y="319954"/>
                  </a:cubicBezTo>
                  <a:lnTo>
                    <a:pt x="754235" y="79393"/>
                  </a:lnTo>
                  <a:lnTo>
                    <a:pt x="79393" y="79393"/>
                  </a:lnTo>
                  <a:lnTo>
                    <a:pt x="79393" y="319954"/>
                  </a:lnTo>
                  <a:cubicBezTo>
                    <a:pt x="79393" y="341878"/>
                    <a:pt x="61621" y="359651"/>
                    <a:pt x="39697" y="359651"/>
                  </a:cubicBezTo>
                  <a:cubicBezTo>
                    <a:pt x="17773" y="359651"/>
                    <a:pt x="0" y="341878"/>
                    <a:pt x="0" y="31995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3932" y="0"/>
                  </a:lnTo>
                  <a:cubicBezTo>
                    <a:pt x="815854" y="0"/>
                    <a:pt x="833629" y="17773"/>
                    <a:pt x="833629" y="39697"/>
                  </a:cubicBezTo>
                  <a:lnTo>
                    <a:pt x="833629" y="319954"/>
                  </a:lnTo>
                  <a:cubicBezTo>
                    <a:pt x="833629" y="341878"/>
                    <a:pt x="815854" y="359651"/>
                    <a:pt x="793932" y="35965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9567F3ED-ED62-4E44-9237-E4F81C02D052}"/>
                </a:ext>
              </a:extLst>
            </p:cNvPr>
            <p:cNvSpPr/>
            <p:nvPr/>
          </p:nvSpPr>
          <p:spPr>
            <a:xfrm>
              <a:off x="5837548" y="3898347"/>
              <a:ext cx="79393" cy="545132"/>
            </a:xfrm>
            <a:custGeom>
              <a:avLst/>
              <a:gdLst>
                <a:gd name="connsiteX0" fmla="*/ 39697 w 79393"/>
                <a:gd name="connsiteY0" fmla="*/ 545133 h 545132"/>
                <a:gd name="connsiteX1" fmla="*/ 39697 w 79393"/>
                <a:gd name="connsiteY1" fmla="*/ 545133 h 545132"/>
                <a:gd name="connsiteX2" fmla="*/ 0 w 79393"/>
                <a:gd name="connsiteY2" fmla="*/ 505436 h 545132"/>
                <a:gd name="connsiteX3" fmla="*/ 0 w 79393"/>
                <a:gd name="connsiteY3" fmla="*/ 39697 h 545132"/>
                <a:gd name="connsiteX4" fmla="*/ 39697 w 79393"/>
                <a:gd name="connsiteY4" fmla="*/ 0 h 545132"/>
                <a:gd name="connsiteX5" fmla="*/ 39697 w 79393"/>
                <a:gd name="connsiteY5" fmla="*/ 0 h 545132"/>
                <a:gd name="connsiteX6" fmla="*/ 79393 w 79393"/>
                <a:gd name="connsiteY6" fmla="*/ 39697 h 545132"/>
                <a:gd name="connsiteX7" fmla="*/ 79393 w 79393"/>
                <a:gd name="connsiteY7" fmla="*/ 505436 h 545132"/>
                <a:gd name="connsiteX8" fmla="*/ 39697 w 79393"/>
                <a:gd name="connsiteY8" fmla="*/ 545133 h 54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545132">
                  <a:moveTo>
                    <a:pt x="39697" y="545133"/>
                  </a:moveTo>
                  <a:lnTo>
                    <a:pt x="39697" y="545133"/>
                  </a:lnTo>
                  <a:cubicBezTo>
                    <a:pt x="17773" y="545133"/>
                    <a:pt x="0" y="527359"/>
                    <a:pt x="0" y="50543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505436"/>
                  </a:lnTo>
                  <a:cubicBezTo>
                    <a:pt x="79393" y="527359"/>
                    <a:pt x="61621" y="545133"/>
                    <a:pt x="39697" y="5451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A90B251B-FF06-0A49-8080-D643CBEFEAE2}"/>
                </a:ext>
              </a:extLst>
            </p:cNvPr>
            <p:cNvSpPr/>
            <p:nvPr/>
          </p:nvSpPr>
          <p:spPr>
            <a:xfrm>
              <a:off x="5650446" y="3894640"/>
              <a:ext cx="269430" cy="269475"/>
            </a:xfrm>
            <a:custGeom>
              <a:avLst/>
              <a:gdLst>
                <a:gd name="connsiteX0" fmla="*/ 39580 w 269430"/>
                <a:gd name="connsiteY0" fmla="*/ 269476 h 269475"/>
                <a:gd name="connsiteX1" fmla="*/ 0 w 269430"/>
                <a:gd name="connsiteY1" fmla="*/ 229663 h 269475"/>
                <a:gd name="connsiteX2" fmla="*/ 11494 w 269430"/>
                <a:gd name="connsiteY2" fmla="*/ 201843 h 269475"/>
                <a:gd name="connsiteX3" fmla="*/ 200549 w 269430"/>
                <a:gd name="connsiteY3" fmla="*/ 12788 h 269475"/>
                <a:gd name="connsiteX4" fmla="*/ 256643 w 269430"/>
                <a:gd name="connsiteY4" fmla="*/ 10512 h 269475"/>
                <a:gd name="connsiteX5" fmla="*/ 258918 w 269430"/>
                <a:gd name="connsiteY5" fmla="*/ 66606 h 269475"/>
                <a:gd name="connsiteX6" fmla="*/ 256720 w 269430"/>
                <a:gd name="connsiteY6" fmla="*/ 68810 h 269475"/>
                <a:gd name="connsiteX7" fmla="*/ 67665 w 269430"/>
                <a:gd name="connsiteY7" fmla="*/ 257865 h 269475"/>
                <a:gd name="connsiteX8" fmla="*/ 39580 w 269430"/>
                <a:gd name="connsiteY8" fmla="*/ 269476 h 26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430" h="269475">
                  <a:moveTo>
                    <a:pt x="39580" y="269476"/>
                  </a:moveTo>
                  <a:cubicBezTo>
                    <a:pt x="17656" y="269411"/>
                    <a:pt x="-64" y="251588"/>
                    <a:pt x="0" y="229663"/>
                  </a:cubicBezTo>
                  <a:cubicBezTo>
                    <a:pt x="31" y="219240"/>
                    <a:pt x="4159" y="209248"/>
                    <a:pt x="11494" y="201843"/>
                  </a:cubicBezTo>
                  <a:lnTo>
                    <a:pt x="200549" y="12788"/>
                  </a:lnTo>
                  <a:cubicBezTo>
                    <a:pt x="215411" y="-3330"/>
                    <a:pt x="240524" y="-4349"/>
                    <a:pt x="256643" y="10512"/>
                  </a:cubicBezTo>
                  <a:cubicBezTo>
                    <a:pt x="272761" y="25374"/>
                    <a:pt x="273780" y="50488"/>
                    <a:pt x="258918" y="66606"/>
                  </a:cubicBezTo>
                  <a:cubicBezTo>
                    <a:pt x="258215" y="67369"/>
                    <a:pt x="257481" y="68104"/>
                    <a:pt x="256720" y="68810"/>
                  </a:cubicBezTo>
                  <a:lnTo>
                    <a:pt x="67665" y="257865"/>
                  </a:lnTo>
                  <a:cubicBezTo>
                    <a:pt x="60214" y="265308"/>
                    <a:pt x="50111" y="269486"/>
                    <a:pt x="39580" y="26947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0C2464B-5F69-F64E-AB25-A91E9542D9C3}"/>
                </a:ext>
              </a:extLst>
            </p:cNvPr>
            <p:cNvSpPr/>
            <p:nvPr/>
          </p:nvSpPr>
          <p:spPr>
            <a:xfrm>
              <a:off x="5839354" y="3895663"/>
              <a:ext cx="267961" cy="268452"/>
            </a:xfrm>
            <a:custGeom>
              <a:avLst/>
              <a:gdLst>
                <a:gd name="connsiteX0" fmla="*/ 228285 w 267961"/>
                <a:gd name="connsiteY0" fmla="*/ 268452 h 268452"/>
                <a:gd name="connsiteX1" fmla="*/ 200150 w 267961"/>
                <a:gd name="connsiteY1" fmla="*/ 256792 h 268452"/>
                <a:gd name="connsiteX2" fmla="*/ 11591 w 267961"/>
                <a:gd name="connsiteY2" fmla="*/ 67737 h 268452"/>
                <a:gd name="connsiteX3" fmla="*/ 11665 w 267961"/>
                <a:gd name="connsiteY3" fmla="*/ 11591 h 268452"/>
                <a:gd name="connsiteX4" fmla="*/ 67811 w 267961"/>
                <a:gd name="connsiteY4" fmla="*/ 11665 h 268452"/>
                <a:gd name="connsiteX5" fmla="*/ 256370 w 267961"/>
                <a:gd name="connsiteY5" fmla="*/ 200720 h 268452"/>
                <a:gd name="connsiteX6" fmla="*/ 256301 w 267961"/>
                <a:gd name="connsiteY6" fmla="*/ 256861 h 268452"/>
                <a:gd name="connsiteX7" fmla="*/ 228285 w 267961"/>
                <a:gd name="connsiteY7" fmla="*/ 268452 h 2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61" h="268452">
                  <a:moveTo>
                    <a:pt x="228285" y="268452"/>
                  </a:moveTo>
                  <a:cubicBezTo>
                    <a:pt x="217730" y="268462"/>
                    <a:pt x="207603" y="264265"/>
                    <a:pt x="200150" y="256792"/>
                  </a:cubicBezTo>
                  <a:lnTo>
                    <a:pt x="11591" y="67737"/>
                  </a:lnTo>
                  <a:cubicBezTo>
                    <a:pt x="-3893" y="52212"/>
                    <a:pt x="-3859" y="27075"/>
                    <a:pt x="11665" y="11591"/>
                  </a:cubicBezTo>
                  <a:cubicBezTo>
                    <a:pt x="27190" y="-3893"/>
                    <a:pt x="52328" y="-3859"/>
                    <a:pt x="67811" y="11665"/>
                  </a:cubicBezTo>
                  <a:lnTo>
                    <a:pt x="256370" y="200720"/>
                  </a:lnTo>
                  <a:cubicBezTo>
                    <a:pt x="271852" y="216242"/>
                    <a:pt x="271822" y="241374"/>
                    <a:pt x="256301" y="256861"/>
                  </a:cubicBezTo>
                  <a:cubicBezTo>
                    <a:pt x="248863" y="264279"/>
                    <a:pt x="238789" y="268448"/>
                    <a:pt x="228285" y="26845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1" name="Picture Placeholder 69">
            <a:extLst>
              <a:ext uri="{FF2B5EF4-FFF2-40B4-BE49-F238E27FC236}">
                <a16:creationId xmlns:a16="http://schemas.microsoft.com/office/drawing/2014/main" id="{5E978657-6B2C-49EE-8AC6-3B7F6DB20E43}"/>
              </a:ext>
            </a:extLst>
          </p:cNvPr>
          <p:cNvGrpSpPr>
            <a:grpSpLocks noChangeAspect="1"/>
          </p:cNvGrpSpPr>
          <p:nvPr/>
        </p:nvGrpSpPr>
        <p:grpSpPr>
          <a:xfrm>
            <a:off x="6782627" y="3714404"/>
            <a:ext cx="825101" cy="719748"/>
            <a:chOff x="6782627" y="3714404"/>
            <a:chExt cx="825101" cy="719748"/>
          </a:xfrm>
        </p:grpSpPr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1C524C4-245C-1544-AE6B-21FDB798D861}"/>
                </a:ext>
              </a:extLst>
            </p:cNvPr>
            <p:cNvSpPr/>
            <p:nvPr/>
          </p:nvSpPr>
          <p:spPr>
            <a:xfrm>
              <a:off x="6873046" y="3714404"/>
              <a:ext cx="549831" cy="414884"/>
            </a:xfrm>
            <a:custGeom>
              <a:avLst/>
              <a:gdLst>
                <a:gd name="connsiteX0" fmla="*/ 39761 w 549831"/>
                <a:gd name="connsiteY0" fmla="*/ 414829 h 414884"/>
                <a:gd name="connsiteX1" fmla="*/ 35593 w 549831"/>
                <a:gd name="connsiteY1" fmla="*/ 414829 h 414884"/>
                <a:gd name="connsiteX2" fmla="*/ 214 w 549831"/>
                <a:gd name="connsiteY2" fmla="*/ 371262 h 414884"/>
                <a:gd name="connsiteX3" fmla="*/ 2099 w 549831"/>
                <a:gd name="connsiteY3" fmla="*/ 351860 h 414884"/>
                <a:gd name="connsiteX4" fmla="*/ 362048 w 549831"/>
                <a:gd name="connsiteY4" fmla="*/ 0 h 414884"/>
                <a:gd name="connsiteX5" fmla="*/ 528526 w 549831"/>
                <a:gd name="connsiteY5" fmla="*/ 45304 h 414884"/>
                <a:gd name="connsiteX6" fmla="*/ 545298 w 549831"/>
                <a:gd name="connsiteY6" fmla="*/ 98894 h 414884"/>
                <a:gd name="connsiteX7" fmla="*/ 491707 w 549831"/>
                <a:gd name="connsiteY7" fmla="*/ 115666 h 414884"/>
                <a:gd name="connsiteX8" fmla="*/ 362048 w 549831"/>
                <a:gd name="connsiteY8" fmla="*/ 79393 h 414884"/>
                <a:gd name="connsiteX9" fmla="*/ 81492 w 549831"/>
                <a:gd name="connsiteY9" fmla="*/ 353994 h 414884"/>
                <a:gd name="connsiteX10" fmla="*/ 79160 w 549831"/>
                <a:gd name="connsiteY10" fmla="*/ 379251 h 414884"/>
                <a:gd name="connsiteX11" fmla="*/ 39761 w 549831"/>
                <a:gd name="connsiteY11" fmla="*/ 414829 h 414884"/>
                <a:gd name="connsiteX12" fmla="*/ 2099 w 549831"/>
                <a:gd name="connsiteY12" fmla="*/ 352307 h 414884"/>
                <a:gd name="connsiteX13" fmla="*/ 2099 w 549831"/>
                <a:gd name="connsiteY13" fmla="*/ 352307 h 414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9831" h="414884">
                  <a:moveTo>
                    <a:pt x="39761" y="414829"/>
                  </a:moveTo>
                  <a:cubicBezTo>
                    <a:pt x="38373" y="414903"/>
                    <a:pt x="36982" y="414903"/>
                    <a:pt x="35593" y="414829"/>
                  </a:cubicBezTo>
                  <a:cubicBezTo>
                    <a:pt x="13796" y="412562"/>
                    <a:pt x="-2041" y="393060"/>
                    <a:pt x="214" y="371262"/>
                  </a:cubicBezTo>
                  <a:cubicBezTo>
                    <a:pt x="1008" y="363769"/>
                    <a:pt x="1901" y="354540"/>
                    <a:pt x="2099" y="351860"/>
                  </a:cubicBezTo>
                  <a:cubicBezTo>
                    <a:pt x="6601" y="156277"/>
                    <a:pt x="166413" y="56"/>
                    <a:pt x="362048" y="0"/>
                  </a:cubicBezTo>
                  <a:cubicBezTo>
                    <a:pt x="414994" y="0"/>
                    <a:pt x="470966" y="15234"/>
                    <a:pt x="528526" y="45304"/>
                  </a:cubicBezTo>
                  <a:cubicBezTo>
                    <a:pt x="547957" y="55471"/>
                    <a:pt x="555465" y="79464"/>
                    <a:pt x="545298" y="98894"/>
                  </a:cubicBezTo>
                  <a:cubicBezTo>
                    <a:pt x="535130" y="118324"/>
                    <a:pt x="511139" y="125833"/>
                    <a:pt x="491707" y="115666"/>
                  </a:cubicBezTo>
                  <a:cubicBezTo>
                    <a:pt x="445014" y="91252"/>
                    <a:pt x="402390" y="79393"/>
                    <a:pt x="362048" y="79393"/>
                  </a:cubicBezTo>
                  <a:cubicBezTo>
                    <a:pt x="209430" y="79438"/>
                    <a:pt x="84811" y="201412"/>
                    <a:pt x="81492" y="353994"/>
                  </a:cubicBezTo>
                  <a:cubicBezTo>
                    <a:pt x="81492" y="355631"/>
                    <a:pt x="81492" y="357864"/>
                    <a:pt x="79160" y="379251"/>
                  </a:cubicBezTo>
                  <a:cubicBezTo>
                    <a:pt x="77054" y="399439"/>
                    <a:pt x="60059" y="414786"/>
                    <a:pt x="39761" y="414829"/>
                  </a:cubicBezTo>
                  <a:close/>
                  <a:moveTo>
                    <a:pt x="2099" y="352307"/>
                  </a:moveTo>
                  <a:lnTo>
                    <a:pt x="2099" y="352307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3D8D482B-4810-D945-A242-3B8CF84C5A66}"/>
                </a:ext>
              </a:extLst>
            </p:cNvPr>
            <p:cNvSpPr/>
            <p:nvPr/>
          </p:nvSpPr>
          <p:spPr>
            <a:xfrm>
              <a:off x="6873178" y="4030135"/>
              <a:ext cx="173764" cy="174620"/>
            </a:xfrm>
            <a:custGeom>
              <a:avLst/>
              <a:gdLst>
                <a:gd name="connsiteX0" fmla="*/ 39580 w 173764"/>
                <a:gd name="connsiteY0" fmla="*/ 174620 h 174620"/>
                <a:gd name="connsiteX1" fmla="*/ 0 w 173764"/>
                <a:gd name="connsiteY1" fmla="*/ 134805 h 174620"/>
                <a:gd name="connsiteX2" fmla="*/ 11494 w 173764"/>
                <a:gd name="connsiteY2" fmla="*/ 106987 h 174620"/>
                <a:gd name="connsiteX3" fmla="*/ 106617 w 173764"/>
                <a:gd name="connsiteY3" fmla="*/ 11021 h 174620"/>
                <a:gd name="connsiteX4" fmla="*/ 162743 w 173764"/>
                <a:gd name="connsiteY4" fmla="*/ 12246 h 174620"/>
                <a:gd name="connsiteX5" fmla="*/ 162937 w 173764"/>
                <a:gd name="connsiteY5" fmla="*/ 66944 h 174620"/>
                <a:gd name="connsiteX6" fmla="*/ 67764 w 173764"/>
                <a:gd name="connsiteY6" fmla="*/ 162910 h 174620"/>
                <a:gd name="connsiteX7" fmla="*/ 39580 w 173764"/>
                <a:gd name="connsiteY7" fmla="*/ 174620 h 17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64" h="174620">
                  <a:moveTo>
                    <a:pt x="39580" y="174620"/>
                  </a:moveTo>
                  <a:cubicBezTo>
                    <a:pt x="17656" y="174556"/>
                    <a:pt x="-64" y="156732"/>
                    <a:pt x="0" y="134805"/>
                  </a:cubicBezTo>
                  <a:cubicBezTo>
                    <a:pt x="31" y="124384"/>
                    <a:pt x="4159" y="114391"/>
                    <a:pt x="11494" y="106987"/>
                  </a:cubicBezTo>
                  <a:lnTo>
                    <a:pt x="106617" y="11021"/>
                  </a:lnTo>
                  <a:cubicBezTo>
                    <a:pt x="122454" y="-4140"/>
                    <a:pt x="147583" y="-3591"/>
                    <a:pt x="162743" y="12246"/>
                  </a:cubicBezTo>
                  <a:cubicBezTo>
                    <a:pt x="177363" y="27518"/>
                    <a:pt x="177448" y="51569"/>
                    <a:pt x="162937" y="66944"/>
                  </a:cubicBezTo>
                  <a:lnTo>
                    <a:pt x="67764" y="162910"/>
                  </a:lnTo>
                  <a:cubicBezTo>
                    <a:pt x="60305" y="170413"/>
                    <a:pt x="50160" y="174630"/>
                    <a:pt x="39580" y="174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61C09711-02D9-5E4A-BE71-CADD6750A74D}"/>
                </a:ext>
              </a:extLst>
            </p:cNvPr>
            <p:cNvSpPr/>
            <p:nvPr/>
          </p:nvSpPr>
          <p:spPr>
            <a:xfrm>
              <a:off x="6782627" y="4035175"/>
              <a:ext cx="169809" cy="169580"/>
            </a:xfrm>
            <a:custGeom>
              <a:avLst/>
              <a:gdLst>
                <a:gd name="connsiteX0" fmla="*/ 130131 w 169809"/>
                <a:gd name="connsiteY0" fmla="*/ 169581 h 169580"/>
                <a:gd name="connsiteX1" fmla="*/ 102046 w 169809"/>
                <a:gd name="connsiteY1" fmla="*/ 158019 h 169580"/>
                <a:gd name="connsiteX2" fmla="*/ 10942 w 169809"/>
                <a:gd name="connsiteY2" fmla="*/ 67064 h 169580"/>
                <a:gd name="connsiteX3" fmla="*/ 12329 w 169809"/>
                <a:gd name="connsiteY3" fmla="*/ 10942 h 169580"/>
                <a:gd name="connsiteX4" fmla="*/ 67014 w 169809"/>
                <a:gd name="connsiteY4" fmla="*/ 10894 h 169580"/>
                <a:gd name="connsiteX5" fmla="*/ 158167 w 169809"/>
                <a:gd name="connsiteY5" fmla="*/ 101799 h 169580"/>
                <a:gd name="connsiteX6" fmla="*/ 158198 w 169809"/>
                <a:gd name="connsiteY6" fmla="*/ 157940 h 169580"/>
                <a:gd name="connsiteX7" fmla="*/ 130131 w 169809"/>
                <a:gd name="connsiteY7" fmla="*/ 169581 h 16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809" h="169580">
                  <a:moveTo>
                    <a:pt x="130131" y="169581"/>
                  </a:moveTo>
                  <a:cubicBezTo>
                    <a:pt x="119607" y="169600"/>
                    <a:pt x="109505" y="165442"/>
                    <a:pt x="102046" y="158019"/>
                  </a:cubicBezTo>
                  <a:lnTo>
                    <a:pt x="10942" y="67064"/>
                  </a:lnTo>
                  <a:cubicBezTo>
                    <a:pt x="-4173" y="51184"/>
                    <a:pt x="-3552" y="26057"/>
                    <a:pt x="12329" y="10942"/>
                  </a:cubicBezTo>
                  <a:cubicBezTo>
                    <a:pt x="27638" y="-3629"/>
                    <a:pt x="51679" y="-3650"/>
                    <a:pt x="67014" y="10894"/>
                  </a:cubicBezTo>
                  <a:lnTo>
                    <a:pt x="158167" y="101799"/>
                  </a:lnTo>
                  <a:cubicBezTo>
                    <a:pt x="173678" y="117290"/>
                    <a:pt x="173692" y="142428"/>
                    <a:pt x="158198" y="157940"/>
                  </a:cubicBezTo>
                  <a:cubicBezTo>
                    <a:pt x="150757" y="165388"/>
                    <a:pt x="140661" y="169576"/>
                    <a:pt x="130131" y="16958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83B35C30-1900-6C42-9E35-8C5BE1D96806}"/>
                </a:ext>
              </a:extLst>
            </p:cNvPr>
            <p:cNvSpPr/>
            <p:nvPr/>
          </p:nvSpPr>
          <p:spPr>
            <a:xfrm>
              <a:off x="6969256" y="3989401"/>
              <a:ext cx="547237" cy="444750"/>
            </a:xfrm>
            <a:custGeom>
              <a:avLst/>
              <a:gdLst>
                <a:gd name="connsiteX0" fmla="*/ 185254 w 547237"/>
                <a:gd name="connsiteY0" fmla="*/ 444750 h 444750"/>
                <a:gd name="connsiteX1" fmla="*/ 20960 w 547237"/>
                <a:gd name="connsiteY1" fmla="*/ 399546 h 444750"/>
                <a:gd name="connsiteX2" fmla="*/ 4712 w 547237"/>
                <a:gd name="connsiteY2" fmla="*/ 345807 h 444750"/>
                <a:gd name="connsiteX3" fmla="*/ 57431 w 547237"/>
                <a:gd name="connsiteY3" fmla="*/ 329035 h 444750"/>
                <a:gd name="connsiteX4" fmla="*/ 185254 w 547237"/>
                <a:gd name="connsiteY4" fmla="*/ 365357 h 444750"/>
                <a:gd name="connsiteX5" fmla="*/ 464767 w 547237"/>
                <a:gd name="connsiteY5" fmla="*/ 109612 h 444750"/>
                <a:gd name="connsiteX6" fmla="*/ 467844 w 547237"/>
                <a:gd name="connsiteY6" fmla="*/ 39697 h 444750"/>
                <a:gd name="connsiteX7" fmla="*/ 507541 w 547237"/>
                <a:gd name="connsiteY7" fmla="*/ 0 h 444750"/>
                <a:gd name="connsiteX8" fmla="*/ 547237 w 547237"/>
                <a:gd name="connsiteY8" fmla="*/ 39697 h 444750"/>
                <a:gd name="connsiteX9" fmla="*/ 543863 w 547237"/>
                <a:gd name="connsiteY9" fmla="*/ 116559 h 444750"/>
                <a:gd name="connsiteX10" fmla="*/ 185254 w 547237"/>
                <a:gd name="connsiteY10" fmla="*/ 444750 h 44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7237" h="444750">
                  <a:moveTo>
                    <a:pt x="185254" y="444750"/>
                  </a:moveTo>
                  <a:cubicBezTo>
                    <a:pt x="133549" y="444750"/>
                    <a:pt x="79810" y="429864"/>
                    <a:pt x="20960" y="399546"/>
                  </a:cubicBezTo>
                  <a:cubicBezTo>
                    <a:pt x="1634" y="389195"/>
                    <a:pt x="-5640" y="365134"/>
                    <a:pt x="4712" y="345807"/>
                  </a:cubicBezTo>
                  <a:cubicBezTo>
                    <a:pt x="14854" y="326876"/>
                    <a:pt x="38214" y="319443"/>
                    <a:pt x="57431" y="329035"/>
                  </a:cubicBezTo>
                  <a:cubicBezTo>
                    <a:pt x="104719" y="353498"/>
                    <a:pt x="146748" y="365357"/>
                    <a:pt x="185254" y="365357"/>
                  </a:cubicBezTo>
                  <a:cubicBezTo>
                    <a:pt x="330573" y="365293"/>
                    <a:pt x="451821" y="254351"/>
                    <a:pt x="464767" y="109612"/>
                  </a:cubicBezTo>
                  <a:cubicBezTo>
                    <a:pt x="465512" y="101375"/>
                    <a:pt x="467844" y="47834"/>
                    <a:pt x="467844" y="39697"/>
                  </a:cubicBezTo>
                  <a:cubicBezTo>
                    <a:pt x="467844" y="17773"/>
                    <a:pt x="485618" y="0"/>
                    <a:pt x="507541" y="0"/>
                  </a:cubicBezTo>
                  <a:cubicBezTo>
                    <a:pt x="529463" y="0"/>
                    <a:pt x="547237" y="17773"/>
                    <a:pt x="547237" y="39697"/>
                  </a:cubicBezTo>
                  <a:cubicBezTo>
                    <a:pt x="547237" y="50067"/>
                    <a:pt x="544806" y="106089"/>
                    <a:pt x="543863" y="116559"/>
                  </a:cubicBezTo>
                  <a:cubicBezTo>
                    <a:pt x="527270" y="302274"/>
                    <a:pt x="371709" y="444641"/>
                    <a:pt x="185254" y="4447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453E4127-5F29-5646-93F4-56BAB0E1C0FA}"/>
                </a:ext>
              </a:extLst>
            </p:cNvPr>
            <p:cNvSpPr/>
            <p:nvPr/>
          </p:nvSpPr>
          <p:spPr>
            <a:xfrm>
              <a:off x="7341947" y="3944341"/>
              <a:ext cx="172590" cy="172535"/>
            </a:xfrm>
            <a:custGeom>
              <a:avLst/>
              <a:gdLst>
                <a:gd name="connsiteX0" fmla="*/ 39726 w 172590"/>
                <a:gd name="connsiteY0" fmla="*/ 172536 h 172535"/>
                <a:gd name="connsiteX1" fmla="*/ 0 w 172590"/>
                <a:gd name="connsiteY1" fmla="*/ 132870 h 172535"/>
                <a:gd name="connsiteX2" fmla="*/ 11641 w 172590"/>
                <a:gd name="connsiteY2" fmla="*/ 104754 h 172535"/>
                <a:gd name="connsiteX3" fmla="*/ 104829 w 172590"/>
                <a:gd name="connsiteY3" fmla="*/ 11616 h 172535"/>
                <a:gd name="connsiteX4" fmla="*/ 160975 w 172590"/>
                <a:gd name="connsiteY4" fmla="*/ 11641 h 172535"/>
                <a:gd name="connsiteX5" fmla="*/ 160950 w 172590"/>
                <a:gd name="connsiteY5" fmla="*/ 67786 h 172535"/>
                <a:gd name="connsiteX6" fmla="*/ 67762 w 172590"/>
                <a:gd name="connsiteY6" fmla="*/ 160924 h 172535"/>
                <a:gd name="connsiteX7" fmla="*/ 39726 w 172590"/>
                <a:gd name="connsiteY7" fmla="*/ 172536 h 17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90" h="172535">
                  <a:moveTo>
                    <a:pt x="39726" y="172536"/>
                  </a:moveTo>
                  <a:cubicBezTo>
                    <a:pt x="17804" y="172553"/>
                    <a:pt x="15" y="154794"/>
                    <a:pt x="0" y="132870"/>
                  </a:cubicBezTo>
                  <a:cubicBezTo>
                    <a:pt x="-10" y="122323"/>
                    <a:pt x="4178" y="112207"/>
                    <a:pt x="11641" y="104754"/>
                  </a:cubicBezTo>
                  <a:lnTo>
                    <a:pt x="104829" y="11616"/>
                  </a:lnTo>
                  <a:cubicBezTo>
                    <a:pt x="120340" y="-3882"/>
                    <a:pt x="145478" y="-3870"/>
                    <a:pt x="160975" y="11641"/>
                  </a:cubicBezTo>
                  <a:cubicBezTo>
                    <a:pt x="176471" y="27151"/>
                    <a:pt x="176461" y="52289"/>
                    <a:pt x="160950" y="67786"/>
                  </a:cubicBezTo>
                  <a:lnTo>
                    <a:pt x="67762" y="160924"/>
                  </a:lnTo>
                  <a:cubicBezTo>
                    <a:pt x="60324" y="168355"/>
                    <a:pt x="50241" y="172531"/>
                    <a:pt x="39726" y="1725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D2C1B787-B03B-1C4D-9898-31EE79E88BB9}"/>
                </a:ext>
              </a:extLst>
            </p:cNvPr>
            <p:cNvSpPr/>
            <p:nvPr/>
          </p:nvSpPr>
          <p:spPr>
            <a:xfrm>
              <a:off x="7434421" y="3943652"/>
              <a:ext cx="173306" cy="173274"/>
            </a:xfrm>
            <a:custGeom>
              <a:avLst/>
              <a:gdLst>
                <a:gd name="connsiteX0" fmla="*/ 133579 w 173306"/>
                <a:gd name="connsiteY0" fmla="*/ 173225 h 173274"/>
                <a:gd name="connsiteX1" fmla="*/ 105493 w 173306"/>
                <a:gd name="connsiteY1" fmla="*/ 161614 h 173274"/>
                <a:gd name="connsiteX2" fmla="*/ 12355 w 173306"/>
                <a:gd name="connsiteY2" fmla="*/ 68476 h 173274"/>
                <a:gd name="connsiteX3" fmla="*/ 10916 w 173306"/>
                <a:gd name="connsiteY3" fmla="*/ 12355 h 173274"/>
                <a:gd name="connsiteX4" fmla="*/ 67037 w 173306"/>
                <a:gd name="connsiteY4" fmla="*/ 10917 h 173274"/>
                <a:gd name="connsiteX5" fmla="*/ 68476 w 173306"/>
                <a:gd name="connsiteY5" fmla="*/ 12355 h 173274"/>
                <a:gd name="connsiteX6" fmla="*/ 161664 w 173306"/>
                <a:gd name="connsiteY6" fmla="*/ 105493 h 173274"/>
                <a:gd name="connsiteX7" fmla="*/ 161694 w 173306"/>
                <a:gd name="connsiteY7" fmla="*/ 161632 h 173274"/>
                <a:gd name="connsiteX8" fmla="*/ 133579 w 173306"/>
                <a:gd name="connsiteY8" fmla="*/ 173275 h 17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306" h="173274">
                  <a:moveTo>
                    <a:pt x="133579" y="173225"/>
                  </a:moveTo>
                  <a:cubicBezTo>
                    <a:pt x="123049" y="173234"/>
                    <a:pt x="112946" y="169056"/>
                    <a:pt x="105493" y="161614"/>
                  </a:cubicBezTo>
                  <a:lnTo>
                    <a:pt x="12355" y="68476"/>
                  </a:lnTo>
                  <a:cubicBezTo>
                    <a:pt x="-3538" y="53375"/>
                    <a:pt x="-4184" y="28249"/>
                    <a:pt x="10916" y="12355"/>
                  </a:cubicBezTo>
                  <a:cubicBezTo>
                    <a:pt x="26021" y="-3540"/>
                    <a:pt x="51144" y="-4183"/>
                    <a:pt x="67037" y="10917"/>
                  </a:cubicBezTo>
                  <a:cubicBezTo>
                    <a:pt x="67528" y="11384"/>
                    <a:pt x="68010" y="11864"/>
                    <a:pt x="68476" y="12355"/>
                  </a:cubicBezTo>
                  <a:lnTo>
                    <a:pt x="161664" y="105493"/>
                  </a:lnTo>
                  <a:cubicBezTo>
                    <a:pt x="177175" y="120987"/>
                    <a:pt x="177190" y="146121"/>
                    <a:pt x="161694" y="161632"/>
                  </a:cubicBezTo>
                  <a:cubicBezTo>
                    <a:pt x="154241" y="169094"/>
                    <a:pt x="144123" y="173283"/>
                    <a:pt x="133579" y="1732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15D50853-06CA-7941-AD40-EFC17129469A}"/>
                </a:ext>
              </a:extLst>
            </p:cNvPr>
            <p:cNvSpPr/>
            <p:nvPr/>
          </p:nvSpPr>
          <p:spPr>
            <a:xfrm>
              <a:off x="7341947" y="3944341"/>
              <a:ext cx="172590" cy="172535"/>
            </a:xfrm>
            <a:custGeom>
              <a:avLst/>
              <a:gdLst>
                <a:gd name="connsiteX0" fmla="*/ 39726 w 172590"/>
                <a:gd name="connsiteY0" fmla="*/ 172536 h 172535"/>
                <a:gd name="connsiteX1" fmla="*/ 0 w 172590"/>
                <a:gd name="connsiteY1" fmla="*/ 132870 h 172535"/>
                <a:gd name="connsiteX2" fmla="*/ 11641 w 172590"/>
                <a:gd name="connsiteY2" fmla="*/ 104754 h 172535"/>
                <a:gd name="connsiteX3" fmla="*/ 104829 w 172590"/>
                <a:gd name="connsiteY3" fmla="*/ 11616 h 172535"/>
                <a:gd name="connsiteX4" fmla="*/ 160975 w 172590"/>
                <a:gd name="connsiteY4" fmla="*/ 11641 h 172535"/>
                <a:gd name="connsiteX5" fmla="*/ 160950 w 172590"/>
                <a:gd name="connsiteY5" fmla="*/ 67786 h 172535"/>
                <a:gd name="connsiteX6" fmla="*/ 67762 w 172590"/>
                <a:gd name="connsiteY6" fmla="*/ 160924 h 172535"/>
                <a:gd name="connsiteX7" fmla="*/ 39726 w 172590"/>
                <a:gd name="connsiteY7" fmla="*/ 172536 h 17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90" h="172535">
                  <a:moveTo>
                    <a:pt x="39726" y="172536"/>
                  </a:moveTo>
                  <a:cubicBezTo>
                    <a:pt x="17804" y="172553"/>
                    <a:pt x="15" y="154794"/>
                    <a:pt x="0" y="132870"/>
                  </a:cubicBezTo>
                  <a:cubicBezTo>
                    <a:pt x="-10" y="122323"/>
                    <a:pt x="4178" y="112207"/>
                    <a:pt x="11641" y="104754"/>
                  </a:cubicBezTo>
                  <a:lnTo>
                    <a:pt x="104829" y="11616"/>
                  </a:lnTo>
                  <a:cubicBezTo>
                    <a:pt x="120340" y="-3882"/>
                    <a:pt x="145478" y="-3870"/>
                    <a:pt x="160975" y="11641"/>
                  </a:cubicBezTo>
                  <a:cubicBezTo>
                    <a:pt x="176471" y="27151"/>
                    <a:pt x="176461" y="52289"/>
                    <a:pt x="160950" y="67786"/>
                  </a:cubicBezTo>
                  <a:lnTo>
                    <a:pt x="67762" y="160924"/>
                  </a:lnTo>
                  <a:cubicBezTo>
                    <a:pt x="60324" y="168355"/>
                    <a:pt x="50241" y="172531"/>
                    <a:pt x="39726" y="1725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9" name="Picture Placeholder 71">
            <a:extLst>
              <a:ext uri="{FF2B5EF4-FFF2-40B4-BE49-F238E27FC236}">
                <a16:creationId xmlns:a16="http://schemas.microsoft.com/office/drawing/2014/main" id="{779E928A-CDE6-48E8-B4F8-56F81F3BE4A3}"/>
              </a:ext>
            </a:extLst>
          </p:cNvPr>
          <p:cNvGrpSpPr>
            <a:grpSpLocks noChangeAspect="1"/>
          </p:cNvGrpSpPr>
          <p:nvPr/>
        </p:nvGrpSpPr>
        <p:grpSpPr>
          <a:xfrm>
            <a:off x="8095316" y="3657240"/>
            <a:ext cx="833957" cy="833826"/>
            <a:chOff x="8095316" y="3657240"/>
            <a:chExt cx="833957" cy="833826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A805ED28-C920-EB4F-A6AE-E3BB3146EA49}"/>
                </a:ext>
              </a:extLst>
            </p:cNvPr>
            <p:cNvSpPr/>
            <p:nvPr/>
          </p:nvSpPr>
          <p:spPr>
            <a:xfrm>
              <a:off x="8095715" y="3657434"/>
              <a:ext cx="265383" cy="265375"/>
            </a:xfrm>
            <a:custGeom>
              <a:avLst/>
              <a:gdLst>
                <a:gd name="connsiteX0" fmla="*/ 225804 w 265383"/>
                <a:gd name="connsiteY0" fmla="*/ 265376 h 265375"/>
                <a:gd name="connsiteX1" fmla="*/ 197718 w 265383"/>
                <a:gd name="connsiteY1" fmla="*/ 253765 h 265375"/>
                <a:gd name="connsiteX2" fmla="*/ 11641 w 265383"/>
                <a:gd name="connsiteY2" fmla="*/ 67786 h 265375"/>
                <a:gd name="connsiteX3" fmla="*/ 11616 w 265383"/>
                <a:gd name="connsiteY3" fmla="*/ 11641 h 265375"/>
                <a:gd name="connsiteX4" fmla="*/ 67762 w 265383"/>
                <a:gd name="connsiteY4" fmla="*/ 11616 h 265375"/>
                <a:gd name="connsiteX5" fmla="*/ 253839 w 265383"/>
                <a:gd name="connsiteY5" fmla="*/ 197693 h 265375"/>
                <a:gd name="connsiteX6" fmla="*/ 253673 w 265383"/>
                <a:gd name="connsiteY6" fmla="*/ 253833 h 265375"/>
                <a:gd name="connsiteX7" fmla="*/ 225804 w 265383"/>
                <a:gd name="connsiteY7" fmla="*/ 265376 h 26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383" h="265375">
                  <a:moveTo>
                    <a:pt x="225804" y="265376"/>
                  </a:moveTo>
                  <a:cubicBezTo>
                    <a:pt x="215272" y="265384"/>
                    <a:pt x="205169" y="261207"/>
                    <a:pt x="197718" y="253765"/>
                  </a:cubicBezTo>
                  <a:lnTo>
                    <a:pt x="11641" y="67786"/>
                  </a:lnTo>
                  <a:cubicBezTo>
                    <a:pt x="-3871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253839" y="197693"/>
                  </a:lnTo>
                  <a:cubicBezTo>
                    <a:pt x="269296" y="213242"/>
                    <a:pt x="269221" y="238376"/>
                    <a:pt x="253673" y="253833"/>
                  </a:cubicBezTo>
                  <a:cubicBezTo>
                    <a:pt x="246264" y="261197"/>
                    <a:pt x="236250" y="265345"/>
                    <a:pt x="225804" y="2653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D9838F8A-2260-3943-ACD4-1F0FB18AD7F3}"/>
                </a:ext>
              </a:extLst>
            </p:cNvPr>
            <p:cNvSpPr/>
            <p:nvPr/>
          </p:nvSpPr>
          <p:spPr>
            <a:xfrm>
              <a:off x="8661317" y="4222242"/>
              <a:ext cx="265211" cy="265202"/>
            </a:xfrm>
            <a:custGeom>
              <a:avLst/>
              <a:gdLst>
                <a:gd name="connsiteX0" fmla="*/ 225630 w 265211"/>
                <a:gd name="connsiteY0" fmla="*/ 265202 h 265202"/>
                <a:gd name="connsiteX1" fmla="*/ 197545 w 265211"/>
                <a:gd name="connsiteY1" fmla="*/ 253591 h 265202"/>
                <a:gd name="connsiteX2" fmla="*/ 11616 w 265211"/>
                <a:gd name="connsiteY2" fmla="*/ 67761 h 265202"/>
                <a:gd name="connsiteX3" fmla="*/ 11640 w 265211"/>
                <a:gd name="connsiteY3" fmla="*/ 11616 h 265202"/>
                <a:gd name="connsiteX4" fmla="*/ 67786 w 265211"/>
                <a:gd name="connsiteY4" fmla="*/ 11640 h 265202"/>
                <a:gd name="connsiteX5" fmla="*/ 253864 w 265211"/>
                <a:gd name="connsiteY5" fmla="*/ 197718 h 265202"/>
                <a:gd name="connsiteX6" fmla="*/ 253303 w 265211"/>
                <a:gd name="connsiteY6" fmla="*/ 253854 h 265202"/>
                <a:gd name="connsiteX7" fmla="*/ 225630 w 265211"/>
                <a:gd name="connsiteY7" fmla="*/ 265202 h 26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211" h="265202">
                  <a:moveTo>
                    <a:pt x="225630" y="265202"/>
                  </a:moveTo>
                  <a:cubicBezTo>
                    <a:pt x="215100" y="265212"/>
                    <a:pt x="204998" y="261034"/>
                    <a:pt x="197545" y="253591"/>
                  </a:cubicBezTo>
                  <a:lnTo>
                    <a:pt x="11616" y="67761"/>
                  </a:lnTo>
                  <a:cubicBezTo>
                    <a:pt x="-3881" y="52250"/>
                    <a:pt x="-3871" y="27112"/>
                    <a:pt x="11640" y="11616"/>
                  </a:cubicBezTo>
                  <a:cubicBezTo>
                    <a:pt x="27152" y="-3881"/>
                    <a:pt x="52290" y="-3871"/>
                    <a:pt x="67786" y="11640"/>
                  </a:cubicBezTo>
                  <a:lnTo>
                    <a:pt x="253864" y="197718"/>
                  </a:lnTo>
                  <a:cubicBezTo>
                    <a:pt x="269212" y="213373"/>
                    <a:pt x="268959" y="238506"/>
                    <a:pt x="253303" y="253854"/>
                  </a:cubicBezTo>
                  <a:cubicBezTo>
                    <a:pt x="245910" y="261098"/>
                    <a:pt x="235981" y="265172"/>
                    <a:pt x="225630" y="2652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3F8DCAB-FDA3-4943-8D4E-A96505D84DB8}"/>
                </a:ext>
              </a:extLst>
            </p:cNvPr>
            <p:cNvSpPr/>
            <p:nvPr/>
          </p:nvSpPr>
          <p:spPr>
            <a:xfrm>
              <a:off x="8659852" y="3658700"/>
              <a:ext cx="265505" cy="265500"/>
            </a:xfrm>
            <a:custGeom>
              <a:avLst/>
              <a:gdLst>
                <a:gd name="connsiteX0" fmla="*/ 39726 w 265505"/>
                <a:gd name="connsiteY0" fmla="*/ 265500 h 265500"/>
                <a:gd name="connsiteX1" fmla="*/ 0 w 265505"/>
                <a:gd name="connsiteY1" fmla="*/ 225835 h 265500"/>
                <a:gd name="connsiteX2" fmla="*/ 11641 w 265505"/>
                <a:gd name="connsiteY2" fmla="*/ 197718 h 265500"/>
                <a:gd name="connsiteX3" fmla="*/ 197719 w 265505"/>
                <a:gd name="connsiteY3" fmla="*/ 11641 h 265500"/>
                <a:gd name="connsiteX4" fmla="*/ 253865 w 265505"/>
                <a:gd name="connsiteY4" fmla="*/ 11616 h 265500"/>
                <a:gd name="connsiteX5" fmla="*/ 253889 w 265505"/>
                <a:gd name="connsiteY5" fmla="*/ 67762 h 265500"/>
                <a:gd name="connsiteX6" fmla="*/ 67812 w 265505"/>
                <a:gd name="connsiteY6" fmla="*/ 253839 h 265500"/>
                <a:gd name="connsiteX7" fmla="*/ 39726 w 265505"/>
                <a:gd name="connsiteY7" fmla="*/ 265500 h 26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05" h="265500">
                  <a:moveTo>
                    <a:pt x="39726" y="265500"/>
                  </a:moveTo>
                  <a:cubicBezTo>
                    <a:pt x="17804" y="265517"/>
                    <a:pt x="15" y="247759"/>
                    <a:pt x="0" y="225835"/>
                  </a:cubicBezTo>
                  <a:cubicBezTo>
                    <a:pt x="-10" y="215288"/>
                    <a:pt x="4178" y="205172"/>
                    <a:pt x="11641" y="197718"/>
                  </a:cubicBezTo>
                  <a:lnTo>
                    <a:pt x="197719" y="11641"/>
                  </a:lnTo>
                  <a:cubicBezTo>
                    <a:pt x="213215" y="-3870"/>
                    <a:pt x="238353" y="-3882"/>
                    <a:pt x="253865" y="11616"/>
                  </a:cubicBezTo>
                  <a:cubicBezTo>
                    <a:pt x="269376" y="27113"/>
                    <a:pt x="269386" y="52251"/>
                    <a:pt x="253889" y="67762"/>
                  </a:cubicBezTo>
                  <a:lnTo>
                    <a:pt x="67812" y="253839"/>
                  </a:lnTo>
                  <a:cubicBezTo>
                    <a:pt x="60369" y="261300"/>
                    <a:pt x="50266" y="265495"/>
                    <a:pt x="39726" y="2655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FA0C4E74-AA97-1D41-8A5B-BC6697DE4EF5}"/>
                </a:ext>
              </a:extLst>
            </p:cNvPr>
            <p:cNvSpPr/>
            <p:nvPr/>
          </p:nvSpPr>
          <p:spPr>
            <a:xfrm>
              <a:off x="8095316" y="4224283"/>
              <a:ext cx="265524" cy="265492"/>
            </a:xfrm>
            <a:custGeom>
              <a:avLst/>
              <a:gdLst>
                <a:gd name="connsiteX0" fmla="*/ 39728 w 265524"/>
                <a:gd name="connsiteY0" fmla="*/ 265493 h 265492"/>
                <a:gd name="connsiteX1" fmla="*/ 0 w 265524"/>
                <a:gd name="connsiteY1" fmla="*/ 225826 h 265492"/>
                <a:gd name="connsiteX2" fmla="*/ 11642 w 265524"/>
                <a:gd name="connsiteY2" fmla="*/ 197711 h 265492"/>
                <a:gd name="connsiteX3" fmla="*/ 197720 w 265524"/>
                <a:gd name="connsiteY3" fmla="*/ 11634 h 265492"/>
                <a:gd name="connsiteX4" fmla="*/ 253891 w 265524"/>
                <a:gd name="connsiteY4" fmla="*/ 11634 h 265492"/>
                <a:gd name="connsiteX5" fmla="*/ 253891 w 265524"/>
                <a:gd name="connsiteY5" fmla="*/ 67804 h 265492"/>
                <a:gd name="connsiteX6" fmla="*/ 67813 w 265524"/>
                <a:gd name="connsiteY6" fmla="*/ 253882 h 265492"/>
                <a:gd name="connsiteX7" fmla="*/ 39728 w 265524"/>
                <a:gd name="connsiteY7" fmla="*/ 265493 h 26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24" h="265492">
                  <a:moveTo>
                    <a:pt x="39728" y="265493"/>
                  </a:moveTo>
                  <a:cubicBezTo>
                    <a:pt x="17804" y="265508"/>
                    <a:pt x="17" y="247754"/>
                    <a:pt x="0" y="225826"/>
                  </a:cubicBezTo>
                  <a:cubicBezTo>
                    <a:pt x="-8" y="215282"/>
                    <a:pt x="4181" y="205164"/>
                    <a:pt x="11642" y="197711"/>
                  </a:cubicBezTo>
                  <a:lnTo>
                    <a:pt x="197720" y="11634"/>
                  </a:lnTo>
                  <a:cubicBezTo>
                    <a:pt x="213231" y="-3878"/>
                    <a:pt x="238380" y="-3878"/>
                    <a:pt x="253891" y="11634"/>
                  </a:cubicBezTo>
                  <a:cubicBezTo>
                    <a:pt x="269402" y="27145"/>
                    <a:pt x="269402" y="52293"/>
                    <a:pt x="253891" y="67804"/>
                  </a:cubicBezTo>
                  <a:lnTo>
                    <a:pt x="67813" y="253882"/>
                  </a:lnTo>
                  <a:cubicBezTo>
                    <a:pt x="60362" y="261325"/>
                    <a:pt x="50259" y="265503"/>
                    <a:pt x="39728" y="2654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9A42BB94-6A39-6248-80E4-39BAA2797BFD}"/>
                </a:ext>
              </a:extLst>
            </p:cNvPr>
            <p:cNvSpPr/>
            <p:nvPr/>
          </p:nvSpPr>
          <p:spPr>
            <a:xfrm>
              <a:off x="8095744" y="3657439"/>
              <a:ext cx="223293" cy="223293"/>
            </a:xfrm>
            <a:custGeom>
              <a:avLst/>
              <a:gdLst>
                <a:gd name="connsiteX0" fmla="*/ 39697 w 223293"/>
                <a:gd name="connsiteY0" fmla="*/ 223293 h 223293"/>
                <a:gd name="connsiteX1" fmla="*/ 0 w 223293"/>
                <a:gd name="connsiteY1" fmla="*/ 183597 h 223293"/>
                <a:gd name="connsiteX2" fmla="*/ 0 w 223293"/>
                <a:gd name="connsiteY2" fmla="*/ 39697 h 223293"/>
                <a:gd name="connsiteX3" fmla="*/ 39697 w 223293"/>
                <a:gd name="connsiteY3" fmla="*/ 0 h 223293"/>
                <a:gd name="connsiteX4" fmla="*/ 183597 w 223293"/>
                <a:gd name="connsiteY4" fmla="*/ 0 h 223293"/>
                <a:gd name="connsiteX5" fmla="*/ 223293 w 223293"/>
                <a:gd name="connsiteY5" fmla="*/ 39697 h 223293"/>
                <a:gd name="connsiteX6" fmla="*/ 183597 w 223293"/>
                <a:gd name="connsiteY6" fmla="*/ 79393 h 223293"/>
                <a:gd name="connsiteX7" fmla="*/ 79393 w 223293"/>
                <a:gd name="connsiteY7" fmla="*/ 79393 h 223293"/>
                <a:gd name="connsiteX8" fmla="*/ 79393 w 223293"/>
                <a:gd name="connsiteY8" fmla="*/ 183597 h 223293"/>
                <a:gd name="connsiteX9" fmla="*/ 396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39697" y="223293"/>
                  </a:move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83597" y="0"/>
                  </a:lnTo>
                  <a:cubicBezTo>
                    <a:pt x="205521" y="0"/>
                    <a:pt x="223293" y="17773"/>
                    <a:pt x="223293" y="39697"/>
                  </a:cubicBezTo>
                  <a:cubicBezTo>
                    <a:pt x="223293" y="61620"/>
                    <a:pt x="205521" y="79393"/>
                    <a:pt x="183597" y="79393"/>
                  </a:cubicBez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A8C4CAE2-7E02-9941-AD6A-F88E5C7FB8E6}"/>
                </a:ext>
              </a:extLst>
            </p:cNvPr>
            <p:cNvSpPr/>
            <p:nvPr/>
          </p:nvSpPr>
          <p:spPr>
            <a:xfrm>
              <a:off x="8095744" y="4267773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39697 w 223293"/>
                <a:gd name="connsiteY1" fmla="*/ 223293 h 223293"/>
                <a:gd name="connsiteX2" fmla="*/ 0 w 223293"/>
                <a:gd name="connsiteY2" fmla="*/ 183597 h 223293"/>
                <a:gd name="connsiteX3" fmla="*/ 0 w 223293"/>
                <a:gd name="connsiteY3" fmla="*/ 39697 h 223293"/>
                <a:gd name="connsiteX4" fmla="*/ 39697 w 223293"/>
                <a:gd name="connsiteY4" fmla="*/ 0 h 223293"/>
                <a:gd name="connsiteX5" fmla="*/ 79393 w 223293"/>
                <a:gd name="connsiteY5" fmla="*/ 39697 h 223293"/>
                <a:gd name="connsiteX6" fmla="*/ 79393 w 223293"/>
                <a:gd name="connsiteY6" fmla="*/ 143900 h 223293"/>
                <a:gd name="connsiteX7" fmla="*/ 183597 w 223293"/>
                <a:gd name="connsiteY7" fmla="*/ 143900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lnTo>
                    <a:pt x="39697" y="223293"/>
                  </a:lnTo>
                  <a:cubicBezTo>
                    <a:pt x="17773" y="223293"/>
                    <a:pt x="0" y="205519"/>
                    <a:pt x="0" y="183597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43900"/>
                  </a:lnTo>
                  <a:lnTo>
                    <a:pt x="183597" y="143900"/>
                  </a:lnTo>
                  <a:cubicBezTo>
                    <a:pt x="205521" y="143900"/>
                    <a:pt x="223293" y="161674"/>
                    <a:pt x="223293" y="183597"/>
                  </a:cubicBezTo>
                  <a:cubicBezTo>
                    <a:pt x="223293" y="205519"/>
                    <a:pt x="205521" y="223293"/>
                    <a:pt x="183597" y="2232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7D5DDBBA-A251-D647-8636-1617A30D7795}"/>
                </a:ext>
              </a:extLst>
            </p:cNvPr>
            <p:cNvSpPr/>
            <p:nvPr/>
          </p:nvSpPr>
          <p:spPr>
            <a:xfrm>
              <a:off x="8705980" y="4267575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39697 w 223293"/>
                <a:gd name="connsiteY1" fmla="*/ 223293 h 223293"/>
                <a:gd name="connsiteX2" fmla="*/ 0 w 223293"/>
                <a:gd name="connsiteY2" fmla="*/ 183597 h 223293"/>
                <a:gd name="connsiteX3" fmla="*/ 39697 w 223293"/>
                <a:gd name="connsiteY3" fmla="*/ 143900 h 223293"/>
                <a:gd name="connsiteX4" fmla="*/ 143900 w 223293"/>
                <a:gd name="connsiteY4" fmla="*/ 143900 h 223293"/>
                <a:gd name="connsiteX5" fmla="*/ 143900 w 223293"/>
                <a:gd name="connsiteY5" fmla="*/ 39697 h 223293"/>
                <a:gd name="connsiteX6" fmla="*/ 183597 w 223293"/>
                <a:gd name="connsiteY6" fmla="*/ 0 h 223293"/>
                <a:gd name="connsiteX7" fmla="*/ 223293 w 223293"/>
                <a:gd name="connsiteY7" fmla="*/ 39697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lnTo>
                    <a:pt x="39697" y="223293"/>
                  </a:lnTo>
                  <a:cubicBezTo>
                    <a:pt x="17774" y="223293"/>
                    <a:pt x="0" y="205519"/>
                    <a:pt x="0" y="183597"/>
                  </a:cubicBezTo>
                  <a:cubicBezTo>
                    <a:pt x="0" y="161674"/>
                    <a:pt x="17774" y="143900"/>
                    <a:pt x="39697" y="143900"/>
                  </a:cubicBezTo>
                  <a:lnTo>
                    <a:pt x="143900" y="143900"/>
                  </a:lnTo>
                  <a:lnTo>
                    <a:pt x="143900" y="39697"/>
                  </a:lnTo>
                  <a:cubicBezTo>
                    <a:pt x="143900" y="17774"/>
                    <a:pt x="161674" y="0"/>
                    <a:pt x="183597" y="0"/>
                  </a:cubicBezTo>
                  <a:cubicBezTo>
                    <a:pt x="205519" y="0"/>
                    <a:pt x="223293" y="17774"/>
                    <a:pt x="223293" y="39697"/>
                  </a:cubicBezTo>
                  <a:lnTo>
                    <a:pt x="223293" y="183597"/>
                  </a:lnTo>
                  <a:cubicBezTo>
                    <a:pt x="223293" y="205519"/>
                    <a:pt x="205519" y="223293"/>
                    <a:pt x="183597" y="2232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F36A220A-528F-144A-900B-634D66C78169}"/>
                </a:ext>
              </a:extLst>
            </p:cNvPr>
            <p:cNvSpPr/>
            <p:nvPr/>
          </p:nvSpPr>
          <p:spPr>
            <a:xfrm>
              <a:off x="8705980" y="3657240"/>
              <a:ext cx="223293" cy="223293"/>
            </a:xfrm>
            <a:custGeom>
              <a:avLst/>
              <a:gdLst>
                <a:gd name="connsiteX0" fmla="*/ 183597 w 223293"/>
                <a:gd name="connsiteY0" fmla="*/ 223293 h 223293"/>
                <a:gd name="connsiteX1" fmla="*/ 143900 w 223293"/>
                <a:gd name="connsiteY1" fmla="*/ 183597 h 223293"/>
                <a:gd name="connsiteX2" fmla="*/ 143900 w 223293"/>
                <a:gd name="connsiteY2" fmla="*/ 79393 h 223293"/>
                <a:gd name="connsiteX3" fmla="*/ 39697 w 223293"/>
                <a:gd name="connsiteY3" fmla="*/ 79393 h 223293"/>
                <a:gd name="connsiteX4" fmla="*/ 0 w 223293"/>
                <a:gd name="connsiteY4" fmla="*/ 39697 h 223293"/>
                <a:gd name="connsiteX5" fmla="*/ 39697 w 223293"/>
                <a:gd name="connsiteY5" fmla="*/ 0 h 223293"/>
                <a:gd name="connsiteX6" fmla="*/ 183597 w 223293"/>
                <a:gd name="connsiteY6" fmla="*/ 0 h 223293"/>
                <a:gd name="connsiteX7" fmla="*/ 223293 w 223293"/>
                <a:gd name="connsiteY7" fmla="*/ 39697 h 223293"/>
                <a:gd name="connsiteX8" fmla="*/ 223293 w 223293"/>
                <a:gd name="connsiteY8" fmla="*/ 183597 h 223293"/>
                <a:gd name="connsiteX9" fmla="*/ 183597 w 223293"/>
                <a:gd name="connsiteY9" fmla="*/ 223293 h 22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293" h="223293">
                  <a:moveTo>
                    <a:pt x="183597" y="223293"/>
                  </a:moveTo>
                  <a:cubicBezTo>
                    <a:pt x="161674" y="223293"/>
                    <a:pt x="143900" y="205520"/>
                    <a:pt x="143900" y="183597"/>
                  </a:cubicBezTo>
                  <a:lnTo>
                    <a:pt x="143900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3597" y="0"/>
                  </a:lnTo>
                  <a:cubicBezTo>
                    <a:pt x="205519" y="0"/>
                    <a:pt x="223293" y="17773"/>
                    <a:pt x="223293" y="39697"/>
                  </a:cubicBezTo>
                  <a:lnTo>
                    <a:pt x="223293" y="183597"/>
                  </a:lnTo>
                  <a:cubicBezTo>
                    <a:pt x="223293" y="205520"/>
                    <a:pt x="205519" y="223293"/>
                    <a:pt x="183597" y="2232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8" name="Picture Placeholder 73">
            <a:extLst>
              <a:ext uri="{FF2B5EF4-FFF2-40B4-BE49-F238E27FC236}">
                <a16:creationId xmlns:a16="http://schemas.microsoft.com/office/drawing/2014/main" id="{5E022ADA-FA0F-4300-920C-A1CDC12D5CA4}"/>
              </a:ext>
            </a:extLst>
          </p:cNvPr>
          <p:cNvGrpSpPr>
            <a:grpSpLocks noChangeAspect="1"/>
          </p:cNvGrpSpPr>
          <p:nvPr/>
        </p:nvGrpSpPr>
        <p:grpSpPr>
          <a:xfrm>
            <a:off x="9409430" y="3793470"/>
            <a:ext cx="840773" cy="561388"/>
            <a:chOff x="9409430" y="3793470"/>
            <a:chExt cx="840773" cy="561388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4392C62C-C086-2D4F-95C3-B025EE59DF11}"/>
                </a:ext>
              </a:extLst>
            </p:cNvPr>
            <p:cNvSpPr/>
            <p:nvPr/>
          </p:nvSpPr>
          <p:spPr>
            <a:xfrm>
              <a:off x="9409430" y="3891053"/>
              <a:ext cx="832536" cy="81030"/>
            </a:xfrm>
            <a:custGeom>
              <a:avLst/>
              <a:gdLst>
                <a:gd name="connsiteX0" fmla="*/ 39697 w 832536"/>
                <a:gd name="connsiteY0" fmla="*/ 81031 h 81030"/>
                <a:gd name="connsiteX1" fmla="*/ 0 w 832536"/>
                <a:gd name="connsiteY1" fmla="*/ 41334 h 81030"/>
                <a:gd name="connsiteX2" fmla="*/ 39697 w 832536"/>
                <a:gd name="connsiteY2" fmla="*/ 1637 h 81030"/>
                <a:gd name="connsiteX3" fmla="*/ 792840 w 832536"/>
                <a:gd name="connsiteY3" fmla="*/ 0 h 81030"/>
                <a:gd name="connsiteX4" fmla="*/ 792840 w 832536"/>
                <a:gd name="connsiteY4" fmla="*/ 0 h 81030"/>
                <a:gd name="connsiteX5" fmla="*/ 832537 w 832536"/>
                <a:gd name="connsiteY5" fmla="*/ 39697 h 81030"/>
                <a:gd name="connsiteX6" fmla="*/ 792840 w 832536"/>
                <a:gd name="connsiteY6" fmla="*/ 79393 h 81030"/>
                <a:gd name="connsiteX7" fmla="*/ 39796 w 832536"/>
                <a:gd name="connsiteY7" fmla="*/ 81031 h 8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2536" h="81030">
                  <a:moveTo>
                    <a:pt x="39697" y="81031"/>
                  </a:moveTo>
                  <a:cubicBezTo>
                    <a:pt x="17773" y="81031"/>
                    <a:pt x="0" y="63258"/>
                    <a:pt x="0" y="41334"/>
                  </a:cubicBezTo>
                  <a:cubicBezTo>
                    <a:pt x="0" y="19410"/>
                    <a:pt x="17773" y="1637"/>
                    <a:pt x="39697" y="1637"/>
                  </a:cubicBezTo>
                  <a:lnTo>
                    <a:pt x="792840" y="0"/>
                  </a:lnTo>
                  <a:lnTo>
                    <a:pt x="792840" y="0"/>
                  </a:lnTo>
                  <a:cubicBezTo>
                    <a:pt x="814763" y="0"/>
                    <a:pt x="832537" y="17773"/>
                    <a:pt x="832537" y="39697"/>
                  </a:cubicBezTo>
                  <a:cubicBezTo>
                    <a:pt x="832537" y="61620"/>
                    <a:pt x="814763" y="79393"/>
                    <a:pt x="792840" y="79393"/>
                  </a:cubicBezTo>
                  <a:lnTo>
                    <a:pt x="39796" y="8103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E6C8239D-4F92-E64D-A969-11252EB36A8B}"/>
                </a:ext>
              </a:extLst>
            </p:cNvPr>
            <p:cNvSpPr/>
            <p:nvPr/>
          </p:nvSpPr>
          <p:spPr>
            <a:xfrm>
              <a:off x="10069382" y="3793470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4546641-7DB6-3243-9C5B-39120A8164FA}"/>
                </a:ext>
              </a:extLst>
            </p:cNvPr>
            <p:cNvSpPr/>
            <p:nvPr/>
          </p:nvSpPr>
          <p:spPr>
            <a:xfrm>
              <a:off x="9417717" y="4176223"/>
              <a:ext cx="832487" cy="81030"/>
            </a:xfrm>
            <a:custGeom>
              <a:avLst/>
              <a:gdLst>
                <a:gd name="connsiteX0" fmla="*/ 39697 w 832487"/>
                <a:gd name="connsiteY0" fmla="*/ 81031 h 81030"/>
                <a:gd name="connsiteX1" fmla="*/ 0 w 832487"/>
                <a:gd name="connsiteY1" fmla="*/ 41334 h 81030"/>
                <a:gd name="connsiteX2" fmla="*/ 39697 w 832487"/>
                <a:gd name="connsiteY2" fmla="*/ 1637 h 81030"/>
                <a:gd name="connsiteX3" fmla="*/ 792791 w 832487"/>
                <a:gd name="connsiteY3" fmla="*/ 0 h 81030"/>
                <a:gd name="connsiteX4" fmla="*/ 792791 w 832487"/>
                <a:gd name="connsiteY4" fmla="*/ 0 h 81030"/>
                <a:gd name="connsiteX5" fmla="*/ 832487 w 832487"/>
                <a:gd name="connsiteY5" fmla="*/ 39697 h 81030"/>
                <a:gd name="connsiteX6" fmla="*/ 792791 w 832487"/>
                <a:gd name="connsiteY6" fmla="*/ 79393 h 81030"/>
                <a:gd name="connsiteX7" fmla="*/ 39647 w 832487"/>
                <a:gd name="connsiteY7" fmla="*/ 81031 h 8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2487" h="81030">
                  <a:moveTo>
                    <a:pt x="39697" y="81031"/>
                  </a:moveTo>
                  <a:cubicBezTo>
                    <a:pt x="17773" y="81031"/>
                    <a:pt x="0" y="63256"/>
                    <a:pt x="0" y="41334"/>
                  </a:cubicBezTo>
                  <a:cubicBezTo>
                    <a:pt x="0" y="19412"/>
                    <a:pt x="17773" y="1637"/>
                    <a:pt x="39697" y="1637"/>
                  </a:cubicBezTo>
                  <a:lnTo>
                    <a:pt x="792791" y="0"/>
                  </a:lnTo>
                  <a:lnTo>
                    <a:pt x="792791" y="0"/>
                  </a:lnTo>
                  <a:cubicBezTo>
                    <a:pt x="814713" y="0"/>
                    <a:pt x="832487" y="17774"/>
                    <a:pt x="832487" y="39697"/>
                  </a:cubicBezTo>
                  <a:cubicBezTo>
                    <a:pt x="832487" y="61619"/>
                    <a:pt x="814713" y="79393"/>
                    <a:pt x="792791" y="79393"/>
                  </a:cubicBezTo>
                  <a:lnTo>
                    <a:pt x="39647" y="8103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005F3F89-EF18-CB40-8312-685D1B87A685}"/>
                </a:ext>
              </a:extLst>
            </p:cNvPr>
            <p:cNvSpPr/>
            <p:nvPr/>
          </p:nvSpPr>
          <p:spPr>
            <a:xfrm>
              <a:off x="9411607" y="4082638"/>
              <a:ext cx="178622" cy="272220"/>
            </a:xfrm>
            <a:custGeom>
              <a:avLst/>
              <a:gdLst>
                <a:gd name="connsiteX0" fmla="*/ 138944 w 178622"/>
                <a:gd name="connsiteY0" fmla="*/ 272220 h 272220"/>
                <a:gd name="connsiteX1" fmla="*/ 110859 w 178622"/>
                <a:gd name="connsiteY1" fmla="*/ 260559 h 272220"/>
                <a:gd name="connsiteX2" fmla="*/ 11618 w 178622"/>
                <a:gd name="connsiteY2" fmla="*/ 161318 h 272220"/>
                <a:gd name="connsiteX3" fmla="*/ 11618 w 178622"/>
                <a:gd name="connsiteY3" fmla="*/ 105197 h 272220"/>
                <a:gd name="connsiteX4" fmla="*/ 105897 w 178622"/>
                <a:gd name="connsiteY4" fmla="*/ 10918 h 272220"/>
                <a:gd name="connsiteX5" fmla="*/ 162018 w 178622"/>
                <a:gd name="connsiteY5" fmla="*/ 12355 h 272220"/>
                <a:gd name="connsiteX6" fmla="*/ 162018 w 178622"/>
                <a:gd name="connsiteY6" fmla="*/ 67039 h 272220"/>
                <a:gd name="connsiteX7" fmla="*/ 95824 w 178622"/>
                <a:gd name="connsiteY7" fmla="*/ 133282 h 272220"/>
                <a:gd name="connsiteX8" fmla="*/ 166980 w 178622"/>
                <a:gd name="connsiteY8" fmla="*/ 204438 h 272220"/>
                <a:gd name="connsiteX9" fmla="*/ 167011 w 178622"/>
                <a:gd name="connsiteY9" fmla="*/ 260579 h 272220"/>
                <a:gd name="connsiteX10" fmla="*/ 138944 w 178622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22" h="272220">
                  <a:moveTo>
                    <a:pt x="138944" y="272220"/>
                  </a:moveTo>
                  <a:cubicBezTo>
                    <a:pt x="128406" y="272215"/>
                    <a:pt x="118302" y="268022"/>
                    <a:pt x="110859" y="260559"/>
                  </a:cubicBezTo>
                  <a:lnTo>
                    <a:pt x="11618" y="161318"/>
                  </a:lnTo>
                  <a:cubicBezTo>
                    <a:pt x="-3873" y="145816"/>
                    <a:pt x="-3873" y="120698"/>
                    <a:pt x="11618" y="105197"/>
                  </a:cubicBezTo>
                  <a:lnTo>
                    <a:pt x="105897" y="10918"/>
                  </a:lnTo>
                  <a:cubicBezTo>
                    <a:pt x="121792" y="-4183"/>
                    <a:pt x="146918" y="-3540"/>
                    <a:pt x="162018" y="12355"/>
                  </a:cubicBezTo>
                  <a:cubicBezTo>
                    <a:pt x="176575" y="27676"/>
                    <a:pt x="176575" y="51717"/>
                    <a:pt x="162018" y="67039"/>
                  </a:cubicBezTo>
                  <a:lnTo>
                    <a:pt x="95824" y="133282"/>
                  </a:lnTo>
                  <a:lnTo>
                    <a:pt x="166980" y="204438"/>
                  </a:lnTo>
                  <a:cubicBezTo>
                    <a:pt x="182491" y="219930"/>
                    <a:pt x="182505" y="245068"/>
                    <a:pt x="167011" y="260579"/>
                  </a:cubicBezTo>
                  <a:cubicBezTo>
                    <a:pt x="159570" y="268027"/>
                    <a:pt x="149474" y="272215"/>
                    <a:pt x="138944" y="2722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3" name="Picture Placeholder 75">
            <a:extLst>
              <a:ext uri="{FF2B5EF4-FFF2-40B4-BE49-F238E27FC236}">
                <a16:creationId xmlns:a16="http://schemas.microsoft.com/office/drawing/2014/main" id="{606902C8-F1A8-43B8-9008-88C9B7762F6F}"/>
              </a:ext>
            </a:extLst>
          </p:cNvPr>
          <p:cNvGrpSpPr>
            <a:grpSpLocks noChangeAspect="1"/>
          </p:cNvGrpSpPr>
          <p:nvPr/>
        </p:nvGrpSpPr>
        <p:grpSpPr>
          <a:xfrm>
            <a:off x="1518105" y="4912106"/>
            <a:ext cx="843758" cy="561388"/>
            <a:chOff x="1518105" y="4912106"/>
            <a:chExt cx="843758" cy="561388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7642B0B8-0AF4-3847-91F5-E28B4932DACE}"/>
                </a:ext>
              </a:extLst>
            </p:cNvPr>
            <p:cNvSpPr/>
            <p:nvPr/>
          </p:nvSpPr>
          <p:spPr>
            <a:xfrm>
              <a:off x="1518403" y="5010533"/>
              <a:ext cx="839831" cy="364414"/>
            </a:xfrm>
            <a:custGeom>
              <a:avLst/>
              <a:gdLst>
                <a:gd name="connsiteX0" fmla="*/ 800035 w 839831"/>
                <a:gd name="connsiteY0" fmla="*/ 364414 h 364414"/>
                <a:gd name="connsiteX1" fmla="*/ 512235 w 839831"/>
                <a:gd name="connsiteY1" fmla="*/ 364414 h 364414"/>
                <a:gd name="connsiteX2" fmla="*/ 478890 w 839831"/>
                <a:gd name="connsiteY2" fmla="*/ 346204 h 364414"/>
                <a:gd name="connsiteX3" fmla="*/ 307053 w 839831"/>
                <a:gd name="connsiteY3" fmla="*/ 79443 h 364414"/>
                <a:gd name="connsiteX4" fmla="*/ 39697 w 839831"/>
                <a:gd name="connsiteY4" fmla="*/ 80187 h 364414"/>
                <a:gd name="connsiteX5" fmla="*/ 39697 w 839831"/>
                <a:gd name="connsiteY5" fmla="*/ 80187 h 364414"/>
                <a:gd name="connsiteX6" fmla="*/ 0 w 839831"/>
                <a:gd name="connsiteY6" fmla="*/ 40491 h 364414"/>
                <a:gd name="connsiteX7" fmla="*/ 39697 w 839831"/>
                <a:gd name="connsiteY7" fmla="*/ 794 h 364414"/>
                <a:gd name="connsiteX8" fmla="*/ 328737 w 839831"/>
                <a:gd name="connsiteY8" fmla="*/ 0 h 364414"/>
                <a:gd name="connsiteX9" fmla="*/ 328737 w 839831"/>
                <a:gd name="connsiteY9" fmla="*/ 0 h 364414"/>
                <a:gd name="connsiteX10" fmla="*/ 362132 w 839831"/>
                <a:gd name="connsiteY10" fmla="*/ 18161 h 364414"/>
                <a:gd name="connsiteX11" fmla="*/ 534018 w 839831"/>
                <a:gd name="connsiteY11" fmla="*/ 285021 h 364414"/>
                <a:gd name="connsiteX12" fmla="*/ 800134 w 839831"/>
                <a:gd name="connsiteY12" fmla="*/ 285021 h 364414"/>
                <a:gd name="connsiteX13" fmla="*/ 839831 w 839831"/>
                <a:gd name="connsiteY13" fmla="*/ 324718 h 364414"/>
                <a:gd name="connsiteX14" fmla="*/ 800134 w 839831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31" h="364414">
                  <a:moveTo>
                    <a:pt x="800035" y="364414"/>
                  </a:moveTo>
                  <a:lnTo>
                    <a:pt x="512235" y="364414"/>
                  </a:lnTo>
                  <a:cubicBezTo>
                    <a:pt x="498748" y="364404"/>
                    <a:pt x="486189" y="357542"/>
                    <a:pt x="478890" y="346204"/>
                  </a:cubicBezTo>
                  <a:lnTo>
                    <a:pt x="307053" y="79443"/>
                  </a:lnTo>
                  <a:lnTo>
                    <a:pt x="39697" y="80187"/>
                  </a:lnTo>
                  <a:lnTo>
                    <a:pt x="39697" y="80187"/>
                  </a:lnTo>
                  <a:cubicBezTo>
                    <a:pt x="17773" y="80187"/>
                    <a:pt x="0" y="62414"/>
                    <a:pt x="0" y="40491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328737" y="0"/>
                  </a:lnTo>
                  <a:lnTo>
                    <a:pt x="328737" y="0"/>
                  </a:lnTo>
                  <a:cubicBezTo>
                    <a:pt x="342232" y="-16"/>
                    <a:pt x="354811" y="6825"/>
                    <a:pt x="362132" y="18161"/>
                  </a:cubicBezTo>
                  <a:lnTo>
                    <a:pt x="534018" y="285021"/>
                  </a:lnTo>
                  <a:lnTo>
                    <a:pt x="800134" y="285021"/>
                  </a:lnTo>
                  <a:cubicBezTo>
                    <a:pt x="822057" y="285021"/>
                    <a:pt x="839831" y="302795"/>
                    <a:pt x="839831" y="324718"/>
                  </a:cubicBezTo>
                  <a:cubicBezTo>
                    <a:pt x="839831" y="346640"/>
                    <a:pt x="822057" y="364414"/>
                    <a:pt x="800134" y="364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5935444A-22AA-044D-B189-3222C973BEE2}"/>
                </a:ext>
              </a:extLst>
            </p:cNvPr>
            <p:cNvSpPr/>
            <p:nvPr/>
          </p:nvSpPr>
          <p:spPr>
            <a:xfrm>
              <a:off x="1518105" y="5008647"/>
              <a:ext cx="839880" cy="364414"/>
            </a:xfrm>
            <a:custGeom>
              <a:avLst/>
              <a:gdLst>
                <a:gd name="connsiteX0" fmla="*/ 327497 w 839880"/>
                <a:gd name="connsiteY0" fmla="*/ 364414 h 364414"/>
                <a:gd name="connsiteX1" fmla="*/ 39697 w 839880"/>
                <a:gd name="connsiteY1" fmla="*/ 364414 h 364414"/>
                <a:gd name="connsiteX2" fmla="*/ 0 w 839880"/>
                <a:gd name="connsiteY2" fmla="*/ 324718 h 364414"/>
                <a:gd name="connsiteX3" fmla="*/ 39697 w 839880"/>
                <a:gd name="connsiteY3" fmla="*/ 285021 h 364414"/>
                <a:gd name="connsiteX4" fmla="*/ 305862 w 839880"/>
                <a:gd name="connsiteY4" fmla="*/ 285021 h 364414"/>
                <a:gd name="connsiteX5" fmla="*/ 477699 w 839880"/>
                <a:gd name="connsiteY5" fmla="*/ 18161 h 364414"/>
                <a:gd name="connsiteX6" fmla="*/ 511094 w 839880"/>
                <a:gd name="connsiteY6" fmla="*/ 0 h 364414"/>
                <a:gd name="connsiteX7" fmla="*/ 511094 w 839880"/>
                <a:gd name="connsiteY7" fmla="*/ 0 h 364414"/>
                <a:gd name="connsiteX8" fmla="*/ 800184 w 839880"/>
                <a:gd name="connsiteY8" fmla="*/ 794 h 364414"/>
                <a:gd name="connsiteX9" fmla="*/ 839881 w 839880"/>
                <a:gd name="connsiteY9" fmla="*/ 40491 h 364414"/>
                <a:gd name="connsiteX10" fmla="*/ 800184 w 839880"/>
                <a:gd name="connsiteY10" fmla="*/ 80187 h 364414"/>
                <a:gd name="connsiteX11" fmla="*/ 800184 w 839880"/>
                <a:gd name="connsiteY11" fmla="*/ 80187 h 364414"/>
                <a:gd name="connsiteX12" fmla="*/ 532828 w 839880"/>
                <a:gd name="connsiteY12" fmla="*/ 79443 h 364414"/>
                <a:gd name="connsiteX13" fmla="*/ 360842 w 839880"/>
                <a:gd name="connsiteY13" fmla="*/ 346204 h 364414"/>
                <a:gd name="connsiteX14" fmla="*/ 327497 w 839880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80" h="364414">
                  <a:moveTo>
                    <a:pt x="327497" y="364414"/>
                  </a:moveTo>
                  <a:lnTo>
                    <a:pt x="39697" y="364414"/>
                  </a:lnTo>
                  <a:cubicBezTo>
                    <a:pt x="17773" y="364414"/>
                    <a:pt x="0" y="346640"/>
                    <a:pt x="0" y="324718"/>
                  </a:cubicBezTo>
                  <a:cubicBezTo>
                    <a:pt x="0" y="302795"/>
                    <a:pt x="17773" y="285021"/>
                    <a:pt x="39697" y="285021"/>
                  </a:cubicBezTo>
                  <a:lnTo>
                    <a:pt x="305862" y="285021"/>
                  </a:lnTo>
                  <a:lnTo>
                    <a:pt x="477699" y="18161"/>
                  </a:lnTo>
                  <a:cubicBezTo>
                    <a:pt x="485018" y="6825"/>
                    <a:pt x="497597" y="-16"/>
                    <a:pt x="511094" y="0"/>
                  </a:cubicBezTo>
                  <a:lnTo>
                    <a:pt x="511094" y="0"/>
                  </a:lnTo>
                  <a:lnTo>
                    <a:pt x="800184" y="794"/>
                  </a:lnTo>
                  <a:cubicBezTo>
                    <a:pt x="822107" y="794"/>
                    <a:pt x="839881" y="18567"/>
                    <a:pt x="839881" y="40491"/>
                  </a:cubicBezTo>
                  <a:cubicBezTo>
                    <a:pt x="839881" y="62414"/>
                    <a:pt x="822107" y="80187"/>
                    <a:pt x="800184" y="80187"/>
                  </a:cubicBezTo>
                  <a:lnTo>
                    <a:pt x="800184" y="80187"/>
                  </a:lnTo>
                  <a:lnTo>
                    <a:pt x="532828" y="79443"/>
                  </a:lnTo>
                  <a:lnTo>
                    <a:pt x="360842" y="346204"/>
                  </a:lnTo>
                  <a:cubicBezTo>
                    <a:pt x="353542" y="357542"/>
                    <a:pt x="340984" y="364404"/>
                    <a:pt x="327497" y="364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8E4796C5-EE96-ED45-B162-15274A6846D2}"/>
                </a:ext>
              </a:extLst>
            </p:cNvPr>
            <p:cNvSpPr/>
            <p:nvPr/>
          </p:nvSpPr>
          <p:spPr>
            <a:xfrm>
              <a:off x="2180612" y="5201274"/>
              <a:ext cx="178423" cy="272220"/>
            </a:xfrm>
            <a:custGeom>
              <a:avLst/>
              <a:gdLst>
                <a:gd name="connsiteX0" fmla="*/ 39726 w 178423"/>
                <a:gd name="connsiteY0" fmla="*/ 272220 h 272220"/>
                <a:gd name="connsiteX1" fmla="*/ 0 w 178423"/>
                <a:gd name="connsiteY1" fmla="*/ 232553 h 272220"/>
                <a:gd name="connsiteX2" fmla="*/ 11641 w 178423"/>
                <a:gd name="connsiteY2" fmla="*/ 204438 h 272220"/>
                <a:gd name="connsiteX3" fmla="*/ 82797 w 178423"/>
                <a:gd name="connsiteY3" fmla="*/ 133282 h 272220"/>
                <a:gd name="connsiteX4" fmla="*/ 16405 w 178423"/>
                <a:gd name="connsiteY4" fmla="*/ 67039 h 272220"/>
                <a:gd name="connsiteX5" fmla="*/ 17844 w 178423"/>
                <a:gd name="connsiteY5" fmla="*/ 10918 h 272220"/>
                <a:gd name="connsiteX6" fmla="*/ 72526 w 178423"/>
                <a:gd name="connsiteY6" fmla="*/ 10918 h 272220"/>
                <a:gd name="connsiteX7" fmla="*/ 166805 w 178423"/>
                <a:gd name="connsiteY7" fmla="*/ 105197 h 272220"/>
                <a:gd name="connsiteX8" fmla="*/ 166805 w 178423"/>
                <a:gd name="connsiteY8" fmla="*/ 161318 h 272220"/>
                <a:gd name="connsiteX9" fmla="*/ 67564 w 178423"/>
                <a:gd name="connsiteY9" fmla="*/ 260559 h 272220"/>
                <a:gd name="connsiteX10" fmla="*/ 39726 w 178423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423" h="272220">
                  <a:moveTo>
                    <a:pt x="39726" y="272220"/>
                  </a:moveTo>
                  <a:cubicBezTo>
                    <a:pt x="17804" y="272235"/>
                    <a:pt x="15" y="254481"/>
                    <a:pt x="0" y="232553"/>
                  </a:cubicBezTo>
                  <a:cubicBezTo>
                    <a:pt x="-10" y="222009"/>
                    <a:pt x="4178" y="211891"/>
                    <a:pt x="11641" y="204438"/>
                  </a:cubicBezTo>
                  <a:lnTo>
                    <a:pt x="82797" y="133282"/>
                  </a:lnTo>
                  <a:lnTo>
                    <a:pt x="16405" y="67039"/>
                  </a:lnTo>
                  <a:cubicBezTo>
                    <a:pt x="1305" y="51144"/>
                    <a:pt x="1950" y="26018"/>
                    <a:pt x="17844" y="10918"/>
                  </a:cubicBezTo>
                  <a:cubicBezTo>
                    <a:pt x="33162" y="-3639"/>
                    <a:pt x="57203" y="-3639"/>
                    <a:pt x="72526" y="10918"/>
                  </a:cubicBezTo>
                  <a:lnTo>
                    <a:pt x="166805" y="105197"/>
                  </a:lnTo>
                  <a:cubicBezTo>
                    <a:pt x="182297" y="120698"/>
                    <a:pt x="182297" y="145816"/>
                    <a:pt x="166805" y="161318"/>
                  </a:cubicBezTo>
                  <a:lnTo>
                    <a:pt x="67564" y="260559"/>
                  </a:lnTo>
                  <a:cubicBezTo>
                    <a:pt x="60200" y="267987"/>
                    <a:pt x="50186" y="272180"/>
                    <a:pt x="39726" y="2722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F013C17C-E9D6-E24A-B9D8-332DD315CFCD}"/>
                </a:ext>
              </a:extLst>
            </p:cNvPr>
            <p:cNvSpPr/>
            <p:nvPr/>
          </p:nvSpPr>
          <p:spPr>
            <a:xfrm>
              <a:off x="2183218" y="4912106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8" name="Picture Placeholder 77">
            <a:extLst>
              <a:ext uri="{FF2B5EF4-FFF2-40B4-BE49-F238E27FC236}">
                <a16:creationId xmlns:a16="http://schemas.microsoft.com/office/drawing/2014/main" id="{350D75C2-3B8B-4163-8668-C97D0E940E01}"/>
              </a:ext>
            </a:extLst>
          </p:cNvPr>
          <p:cNvGrpSpPr>
            <a:grpSpLocks noChangeAspect="1"/>
          </p:cNvGrpSpPr>
          <p:nvPr/>
        </p:nvGrpSpPr>
        <p:grpSpPr>
          <a:xfrm>
            <a:off x="2834317" y="4912106"/>
            <a:ext cx="846345" cy="561388"/>
            <a:chOff x="2834317" y="4912106"/>
            <a:chExt cx="846345" cy="561388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D1E70375-9A5D-5D49-AA65-DE2C934D23F2}"/>
                </a:ext>
              </a:extLst>
            </p:cNvPr>
            <p:cNvSpPr/>
            <p:nvPr/>
          </p:nvSpPr>
          <p:spPr>
            <a:xfrm>
              <a:off x="2837251" y="5010533"/>
              <a:ext cx="839533" cy="364414"/>
            </a:xfrm>
            <a:custGeom>
              <a:avLst/>
              <a:gdLst>
                <a:gd name="connsiteX0" fmla="*/ 799837 w 839533"/>
                <a:gd name="connsiteY0" fmla="*/ 364414 h 364414"/>
                <a:gd name="connsiteX1" fmla="*/ 512036 w 839533"/>
                <a:gd name="connsiteY1" fmla="*/ 364414 h 364414"/>
                <a:gd name="connsiteX2" fmla="*/ 478642 w 839533"/>
                <a:gd name="connsiteY2" fmla="*/ 346204 h 364414"/>
                <a:gd name="connsiteX3" fmla="*/ 307004 w 839533"/>
                <a:gd name="connsiteY3" fmla="*/ 79443 h 364414"/>
                <a:gd name="connsiteX4" fmla="*/ 39697 w 839533"/>
                <a:gd name="connsiteY4" fmla="*/ 80187 h 364414"/>
                <a:gd name="connsiteX5" fmla="*/ 39697 w 839533"/>
                <a:gd name="connsiteY5" fmla="*/ 80187 h 364414"/>
                <a:gd name="connsiteX6" fmla="*/ 0 w 839533"/>
                <a:gd name="connsiteY6" fmla="*/ 40490 h 364414"/>
                <a:gd name="connsiteX7" fmla="*/ 39697 w 839533"/>
                <a:gd name="connsiteY7" fmla="*/ 794 h 364414"/>
                <a:gd name="connsiteX8" fmla="*/ 328440 w 839533"/>
                <a:gd name="connsiteY8" fmla="*/ 0 h 364414"/>
                <a:gd name="connsiteX9" fmla="*/ 328440 w 839533"/>
                <a:gd name="connsiteY9" fmla="*/ 0 h 364414"/>
                <a:gd name="connsiteX10" fmla="*/ 361785 w 839533"/>
                <a:gd name="connsiteY10" fmla="*/ 18161 h 364414"/>
                <a:gd name="connsiteX11" fmla="*/ 533671 w 839533"/>
                <a:gd name="connsiteY11" fmla="*/ 285021 h 364414"/>
                <a:gd name="connsiteX12" fmla="*/ 799837 w 839533"/>
                <a:gd name="connsiteY12" fmla="*/ 285021 h 364414"/>
                <a:gd name="connsiteX13" fmla="*/ 839533 w 839533"/>
                <a:gd name="connsiteY13" fmla="*/ 324718 h 364414"/>
                <a:gd name="connsiteX14" fmla="*/ 799837 w 839533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533" h="364414">
                  <a:moveTo>
                    <a:pt x="799837" y="364414"/>
                  </a:moveTo>
                  <a:lnTo>
                    <a:pt x="512036" y="364414"/>
                  </a:lnTo>
                  <a:cubicBezTo>
                    <a:pt x="498530" y="364419"/>
                    <a:pt x="485951" y="357557"/>
                    <a:pt x="478642" y="346204"/>
                  </a:cubicBezTo>
                  <a:lnTo>
                    <a:pt x="307004" y="79443"/>
                  </a:lnTo>
                  <a:lnTo>
                    <a:pt x="39697" y="80187"/>
                  </a:lnTo>
                  <a:lnTo>
                    <a:pt x="39697" y="80187"/>
                  </a:lnTo>
                  <a:cubicBezTo>
                    <a:pt x="17773" y="80187"/>
                    <a:pt x="0" y="62414"/>
                    <a:pt x="0" y="40490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328440" y="0"/>
                  </a:lnTo>
                  <a:lnTo>
                    <a:pt x="328440" y="0"/>
                  </a:lnTo>
                  <a:cubicBezTo>
                    <a:pt x="341917" y="1"/>
                    <a:pt x="354473" y="6840"/>
                    <a:pt x="361785" y="18161"/>
                  </a:cubicBezTo>
                  <a:lnTo>
                    <a:pt x="533671" y="285021"/>
                  </a:lnTo>
                  <a:lnTo>
                    <a:pt x="799837" y="285021"/>
                  </a:lnTo>
                  <a:cubicBezTo>
                    <a:pt x="821759" y="285021"/>
                    <a:pt x="839533" y="302795"/>
                    <a:pt x="839533" y="324718"/>
                  </a:cubicBezTo>
                  <a:cubicBezTo>
                    <a:pt x="839533" y="346640"/>
                    <a:pt x="821759" y="364414"/>
                    <a:pt x="799837" y="364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448ACAA-BA57-4146-A9F2-01BCD6D0F4F0}"/>
                </a:ext>
              </a:extLst>
            </p:cNvPr>
            <p:cNvSpPr/>
            <p:nvPr/>
          </p:nvSpPr>
          <p:spPr>
            <a:xfrm>
              <a:off x="2836904" y="5008647"/>
              <a:ext cx="839831" cy="364414"/>
            </a:xfrm>
            <a:custGeom>
              <a:avLst/>
              <a:gdLst>
                <a:gd name="connsiteX0" fmla="*/ 327497 w 839831"/>
                <a:gd name="connsiteY0" fmla="*/ 364414 h 364414"/>
                <a:gd name="connsiteX1" fmla="*/ 39697 w 839831"/>
                <a:gd name="connsiteY1" fmla="*/ 364414 h 364414"/>
                <a:gd name="connsiteX2" fmla="*/ 0 w 839831"/>
                <a:gd name="connsiteY2" fmla="*/ 324718 h 364414"/>
                <a:gd name="connsiteX3" fmla="*/ 39697 w 839831"/>
                <a:gd name="connsiteY3" fmla="*/ 285021 h 364414"/>
                <a:gd name="connsiteX4" fmla="*/ 305862 w 839831"/>
                <a:gd name="connsiteY4" fmla="*/ 285021 h 364414"/>
                <a:gd name="connsiteX5" fmla="*/ 477649 w 839831"/>
                <a:gd name="connsiteY5" fmla="*/ 18161 h 364414"/>
                <a:gd name="connsiteX6" fmla="*/ 511044 w 839831"/>
                <a:gd name="connsiteY6" fmla="*/ 0 h 364414"/>
                <a:gd name="connsiteX7" fmla="*/ 511044 w 839831"/>
                <a:gd name="connsiteY7" fmla="*/ 0 h 364414"/>
                <a:gd name="connsiteX8" fmla="*/ 800135 w 839831"/>
                <a:gd name="connsiteY8" fmla="*/ 794 h 364414"/>
                <a:gd name="connsiteX9" fmla="*/ 839831 w 839831"/>
                <a:gd name="connsiteY9" fmla="*/ 40491 h 364414"/>
                <a:gd name="connsiteX10" fmla="*/ 800135 w 839831"/>
                <a:gd name="connsiteY10" fmla="*/ 80187 h 364414"/>
                <a:gd name="connsiteX11" fmla="*/ 800135 w 839831"/>
                <a:gd name="connsiteY11" fmla="*/ 80187 h 364414"/>
                <a:gd name="connsiteX12" fmla="*/ 532778 w 839831"/>
                <a:gd name="connsiteY12" fmla="*/ 79443 h 364414"/>
                <a:gd name="connsiteX13" fmla="*/ 360892 w 839831"/>
                <a:gd name="connsiteY13" fmla="*/ 346204 h 364414"/>
                <a:gd name="connsiteX14" fmla="*/ 327497 w 839831"/>
                <a:gd name="connsiteY14" fmla="*/ 364414 h 36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9831" h="364414">
                  <a:moveTo>
                    <a:pt x="327497" y="364414"/>
                  </a:moveTo>
                  <a:lnTo>
                    <a:pt x="39697" y="364414"/>
                  </a:lnTo>
                  <a:cubicBezTo>
                    <a:pt x="17773" y="364414"/>
                    <a:pt x="0" y="346640"/>
                    <a:pt x="0" y="324718"/>
                  </a:cubicBezTo>
                  <a:cubicBezTo>
                    <a:pt x="0" y="302795"/>
                    <a:pt x="17773" y="285021"/>
                    <a:pt x="39697" y="285021"/>
                  </a:cubicBezTo>
                  <a:lnTo>
                    <a:pt x="305862" y="285021"/>
                  </a:lnTo>
                  <a:lnTo>
                    <a:pt x="477649" y="18161"/>
                  </a:lnTo>
                  <a:cubicBezTo>
                    <a:pt x="484968" y="6825"/>
                    <a:pt x="497547" y="-16"/>
                    <a:pt x="511044" y="0"/>
                  </a:cubicBezTo>
                  <a:lnTo>
                    <a:pt x="511044" y="0"/>
                  </a:lnTo>
                  <a:lnTo>
                    <a:pt x="800135" y="794"/>
                  </a:lnTo>
                  <a:cubicBezTo>
                    <a:pt x="822057" y="794"/>
                    <a:pt x="839831" y="18567"/>
                    <a:pt x="839831" y="40491"/>
                  </a:cubicBezTo>
                  <a:cubicBezTo>
                    <a:pt x="839831" y="62414"/>
                    <a:pt x="822057" y="80187"/>
                    <a:pt x="800135" y="80187"/>
                  </a:cubicBezTo>
                  <a:lnTo>
                    <a:pt x="800135" y="80187"/>
                  </a:lnTo>
                  <a:lnTo>
                    <a:pt x="532778" y="79443"/>
                  </a:lnTo>
                  <a:lnTo>
                    <a:pt x="360892" y="346204"/>
                  </a:lnTo>
                  <a:cubicBezTo>
                    <a:pt x="353583" y="357557"/>
                    <a:pt x="341001" y="364419"/>
                    <a:pt x="327497" y="364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2E2B1E67-180D-424C-9679-EDB1A6694061}"/>
                </a:ext>
              </a:extLst>
            </p:cNvPr>
            <p:cNvSpPr/>
            <p:nvPr/>
          </p:nvSpPr>
          <p:spPr>
            <a:xfrm>
              <a:off x="2834317" y="5201274"/>
              <a:ext cx="178622" cy="272220"/>
            </a:xfrm>
            <a:custGeom>
              <a:avLst/>
              <a:gdLst>
                <a:gd name="connsiteX0" fmla="*/ 138944 w 178622"/>
                <a:gd name="connsiteY0" fmla="*/ 272220 h 272220"/>
                <a:gd name="connsiteX1" fmla="*/ 110859 w 178622"/>
                <a:gd name="connsiteY1" fmla="*/ 260559 h 272220"/>
                <a:gd name="connsiteX2" fmla="*/ 11618 w 178622"/>
                <a:gd name="connsiteY2" fmla="*/ 161318 h 272220"/>
                <a:gd name="connsiteX3" fmla="*/ 11618 w 178622"/>
                <a:gd name="connsiteY3" fmla="*/ 105197 h 272220"/>
                <a:gd name="connsiteX4" fmla="*/ 105897 w 178622"/>
                <a:gd name="connsiteY4" fmla="*/ 10918 h 272220"/>
                <a:gd name="connsiteX5" fmla="*/ 162018 w 178622"/>
                <a:gd name="connsiteY5" fmla="*/ 12355 h 272220"/>
                <a:gd name="connsiteX6" fmla="*/ 162018 w 178622"/>
                <a:gd name="connsiteY6" fmla="*/ 67039 h 272220"/>
                <a:gd name="connsiteX7" fmla="*/ 95824 w 178622"/>
                <a:gd name="connsiteY7" fmla="*/ 133282 h 272220"/>
                <a:gd name="connsiteX8" fmla="*/ 166980 w 178622"/>
                <a:gd name="connsiteY8" fmla="*/ 204438 h 272220"/>
                <a:gd name="connsiteX9" fmla="*/ 167011 w 178622"/>
                <a:gd name="connsiteY9" fmla="*/ 260579 h 272220"/>
                <a:gd name="connsiteX10" fmla="*/ 138944 w 178622"/>
                <a:gd name="connsiteY10" fmla="*/ 272220 h 27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22" h="272220">
                  <a:moveTo>
                    <a:pt x="138944" y="272220"/>
                  </a:moveTo>
                  <a:cubicBezTo>
                    <a:pt x="128406" y="272215"/>
                    <a:pt x="118302" y="268022"/>
                    <a:pt x="110859" y="260559"/>
                  </a:cubicBezTo>
                  <a:lnTo>
                    <a:pt x="11618" y="161318"/>
                  </a:lnTo>
                  <a:cubicBezTo>
                    <a:pt x="-3873" y="145816"/>
                    <a:pt x="-3873" y="120698"/>
                    <a:pt x="11618" y="105197"/>
                  </a:cubicBezTo>
                  <a:lnTo>
                    <a:pt x="105897" y="10918"/>
                  </a:lnTo>
                  <a:cubicBezTo>
                    <a:pt x="121792" y="-4183"/>
                    <a:pt x="146918" y="-3540"/>
                    <a:pt x="162018" y="12355"/>
                  </a:cubicBezTo>
                  <a:cubicBezTo>
                    <a:pt x="176575" y="27676"/>
                    <a:pt x="176575" y="51717"/>
                    <a:pt x="162018" y="67039"/>
                  </a:cubicBezTo>
                  <a:lnTo>
                    <a:pt x="95824" y="133282"/>
                  </a:lnTo>
                  <a:lnTo>
                    <a:pt x="166980" y="204438"/>
                  </a:lnTo>
                  <a:cubicBezTo>
                    <a:pt x="182491" y="219930"/>
                    <a:pt x="182505" y="245068"/>
                    <a:pt x="167011" y="260579"/>
                  </a:cubicBezTo>
                  <a:cubicBezTo>
                    <a:pt x="159570" y="268027"/>
                    <a:pt x="149474" y="272215"/>
                    <a:pt x="138944" y="2722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79DA165B-A231-1F45-96F1-D1DC963FAB38}"/>
                </a:ext>
              </a:extLst>
            </p:cNvPr>
            <p:cNvSpPr/>
            <p:nvPr/>
          </p:nvSpPr>
          <p:spPr>
            <a:xfrm>
              <a:off x="3502016" y="4912106"/>
              <a:ext cx="178646" cy="272893"/>
            </a:xfrm>
            <a:custGeom>
              <a:avLst/>
              <a:gdLst>
                <a:gd name="connsiteX0" fmla="*/ 44663 w 178646"/>
                <a:gd name="connsiteY0" fmla="*/ 272894 h 272893"/>
                <a:gd name="connsiteX1" fmla="*/ 4986 w 178646"/>
                <a:gd name="connsiteY1" fmla="*/ 233179 h 272893"/>
                <a:gd name="connsiteX2" fmla="*/ 16578 w 178646"/>
                <a:gd name="connsiteY2" fmla="*/ 205161 h 272893"/>
                <a:gd name="connsiteX3" fmla="*/ 82821 w 178646"/>
                <a:gd name="connsiteY3" fmla="*/ 138918 h 272893"/>
                <a:gd name="connsiteX4" fmla="*/ 11616 w 178646"/>
                <a:gd name="connsiteY4" fmla="*/ 67762 h 272893"/>
                <a:gd name="connsiteX5" fmla="*/ 11640 w 178646"/>
                <a:gd name="connsiteY5" fmla="*/ 11616 h 272893"/>
                <a:gd name="connsiteX6" fmla="*/ 67786 w 178646"/>
                <a:gd name="connsiteY6" fmla="*/ 11641 h 272893"/>
                <a:gd name="connsiteX7" fmla="*/ 167028 w 178646"/>
                <a:gd name="connsiteY7" fmla="*/ 110882 h 272893"/>
                <a:gd name="connsiteX8" fmla="*/ 167028 w 178646"/>
                <a:gd name="connsiteY8" fmla="*/ 167003 h 272893"/>
                <a:gd name="connsiteX9" fmla="*/ 72748 w 178646"/>
                <a:gd name="connsiteY9" fmla="*/ 261282 h 272893"/>
                <a:gd name="connsiteX10" fmla="*/ 44663 w 178646"/>
                <a:gd name="connsiteY10" fmla="*/ 272894 h 27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646" h="272893">
                  <a:moveTo>
                    <a:pt x="44663" y="272894"/>
                  </a:moveTo>
                  <a:cubicBezTo>
                    <a:pt x="22741" y="272884"/>
                    <a:pt x="4976" y="255102"/>
                    <a:pt x="4986" y="233179"/>
                  </a:cubicBezTo>
                  <a:cubicBezTo>
                    <a:pt x="4991" y="222673"/>
                    <a:pt x="9159" y="212598"/>
                    <a:pt x="16578" y="205161"/>
                  </a:cubicBezTo>
                  <a:lnTo>
                    <a:pt x="82821" y="138918"/>
                  </a:ln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7028" y="110882"/>
                  </a:lnTo>
                  <a:cubicBezTo>
                    <a:pt x="182519" y="126382"/>
                    <a:pt x="182519" y="151502"/>
                    <a:pt x="167028" y="167003"/>
                  </a:cubicBezTo>
                  <a:lnTo>
                    <a:pt x="72748" y="261282"/>
                  </a:lnTo>
                  <a:cubicBezTo>
                    <a:pt x="65295" y="268725"/>
                    <a:pt x="55193" y="272902"/>
                    <a:pt x="44663" y="2728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3" name="Picture Placeholder 79">
            <a:extLst>
              <a:ext uri="{FF2B5EF4-FFF2-40B4-BE49-F238E27FC236}">
                <a16:creationId xmlns:a16="http://schemas.microsoft.com/office/drawing/2014/main" id="{FE01EE46-200E-4D33-B60C-2630652C039E}"/>
              </a:ext>
            </a:extLst>
          </p:cNvPr>
          <p:cNvGrpSpPr>
            <a:grpSpLocks noChangeAspect="1"/>
          </p:cNvGrpSpPr>
          <p:nvPr/>
        </p:nvGrpSpPr>
        <p:grpSpPr>
          <a:xfrm>
            <a:off x="4256035" y="4780888"/>
            <a:ext cx="637928" cy="823802"/>
            <a:chOff x="4256035" y="4780888"/>
            <a:chExt cx="637928" cy="823802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94DBA78E-D763-3544-BEF2-2067C8442490}"/>
                </a:ext>
              </a:extLst>
            </p:cNvPr>
            <p:cNvSpPr/>
            <p:nvPr/>
          </p:nvSpPr>
          <p:spPr>
            <a:xfrm>
              <a:off x="4256035" y="4780888"/>
              <a:ext cx="637924" cy="172332"/>
            </a:xfrm>
            <a:custGeom>
              <a:avLst/>
              <a:gdLst>
                <a:gd name="connsiteX0" fmla="*/ 598228 w 637924"/>
                <a:gd name="connsiteY0" fmla="*/ 172333 h 172332"/>
                <a:gd name="connsiteX1" fmla="*/ 558531 w 637924"/>
                <a:gd name="connsiteY1" fmla="*/ 132636 h 172332"/>
                <a:gd name="connsiteX2" fmla="*/ 558531 w 637924"/>
                <a:gd name="connsiteY2" fmla="*/ 79393 h 172332"/>
                <a:gd name="connsiteX3" fmla="*/ 39697 w 637924"/>
                <a:gd name="connsiteY3" fmla="*/ 79393 h 172332"/>
                <a:gd name="connsiteX4" fmla="*/ 0 w 637924"/>
                <a:gd name="connsiteY4" fmla="*/ 39697 h 172332"/>
                <a:gd name="connsiteX5" fmla="*/ 39697 w 637924"/>
                <a:gd name="connsiteY5" fmla="*/ 0 h 172332"/>
                <a:gd name="connsiteX6" fmla="*/ 598228 w 637924"/>
                <a:gd name="connsiteY6" fmla="*/ 0 h 172332"/>
                <a:gd name="connsiteX7" fmla="*/ 637924 w 637924"/>
                <a:gd name="connsiteY7" fmla="*/ 39697 h 172332"/>
                <a:gd name="connsiteX8" fmla="*/ 637924 w 637924"/>
                <a:gd name="connsiteY8" fmla="*/ 132636 h 172332"/>
                <a:gd name="connsiteX9" fmla="*/ 598228 w 637924"/>
                <a:gd name="connsiteY9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924" h="172332">
                  <a:moveTo>
                    <a:pt x="598228" y="172333"/>
                  </a:moveTo>
                  <a:cubicBezTo>
                    <a:pt x="576305" y="172333"/>
                    <a:pt x="558531" y="154560"/>
                    <a:pt x="558531" y="132636"/>
                  </a:cubicBezTo>
                  <a:lnTo>
                    <a:pt x="558531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98228" y="0"/>
                  </a:lnTo>
                  <a:cubicBezTo>
                    <a:pt x="620150" y="0"/>
                    <a:pt x="637924" y="17773"/>
                    <a:pt x="637924" y="39697"/>
                  </a:cubicBezTo>
                  <a:lnTo>
                    <a:pt x="637924" y="132636"/>
                  </a:lnTo>
                  <a:cubicBezTo>
                    <a:pt x="637924" y="154560"/>
                    <a:pt x="620150" y="172333"/>
                    <a:pt x="598228" y="1723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F13874DF-4052-FA46-B7EA-95B88378037E}"/>
                </a:ext>
              </a:extLst>
            </p:cNvPr>
            <p:cNvSpPr/>
            <p:nvPr/>
          </p:nvSpPr>
          <p:spPr>
            <a:xfrm>
              <a:off x="4256035" y="5432358"/>
              <a:ext cx="637924" cy="172332"/>
            </a:xfrm>
            <a:custGeom>
              <a:avLst/>
              <a:gdLst>
                <a:gd name="connsiteX0" fmla="*/ 598228 w 637924"/>
                <a:gd name="connsiteY0" fmla="*/ 172333 h 172332"/>
                <a:gd name="connsiteX1" fmla="*/ 39697 w 637924"/>
                <a:gd name="connsiteY1" fmla="*/ 172333 h 172332"/>
                <a:gd name="connsiteX2" fmla="*/ 0 w 637924"/>
                <a:gd name="connsiteY2" fmla="*/ 132636 h 172332"/>
                <a:gd name="connsiteX3" fmla="*/ 39697 w 637924"/>
                <a:gd name="connsiteY3" fmla="*/ 92940 h 172332"/>
                <a:gd name="connsiteX4" fmla="*/ 558531 w 637924"/>
                <a:gd name="connsiteY4" fmla="*/ 92940 h 172332"/>
                <a:gd name="connsiteX5" fmla="*/ 558531 w 637924"/>
                <a:gd name="connsiteY5" fmla="*/ 39697 h 172332"/>
                <a:gd name="connsiteX6" fmla="*/ 598228 w 637924"/>
                <a:gd name="connsiteY6" fmla="*/ 0 h 172332"/>
                <a:gd name="connsiteX7" fmla="*/ 637924 w 637924"/>
                <a:gd name="connsiteY7" fmla="*/ 39697 h 172332"/>
                <a:gd name="connsiteX8" fmla="*/ 637924 w 637924"/>
                <a:gd name="connsiteY8" fmla="*/ 132636 h 172332"/>
                <a:gd name="connsiteX9" fmla="*/ 598228 w 637924"/>
                <a:gd name="connsiteY9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924" h="172332">
                  <a:moveTo>
                    <a:pt x="598228" y="172333"/>
                  </a:moveTo>
                  <a:lnTo>
                    <a:pt x="39697" y="172333"/>
                  </a:lnTo>
                  <a:cubicBezTo>
                    <a:pt x="17773" y="172333"/>
                    <a:pt x="0" y="154558"/>
                    <a:pt x="0" y="132636"/>
                  </a:cubicBezTo>
                  <a:cubicBezTo>
                    <a:pt x="0" y="110714"/>
                    <a:pt x="17773" y="92940"/>
                    <a:pt x="39697" y="92940"/>
                  </a:cubicBezTo>
                  <a:lnTo>
                    <a:pt x="558531" y="92940"/>
                  </a:lnTo>
                  <a:lnTo>
                    <a:pt x="558531" y="39697"/>
                  </a:lnTo>
                  <a:cubicBezTo>
                    <a:pt x="558531" y="17774"/>
                    <a:pt x="576305" y="0"/>
                    <a:pt x="598228" y="0"/>
                  </a:cubicBezTo>
                  <a:cubicBezTo>
                    <a:pt x="620150" y="0"/>
                    <a:pt x="637924" y="17774"/>
                    <a:pt x="637924" y="39697"/>
                  </a:cubicBezTo>
                  <a:lnTo>
                    <a:pt x="637924" y="132636"/>
                  </a:lnTo>
                  <a:cubicBezTo>
                    <a:pt x="637924" y="154558"/>
                    <a:pt x="620150" y="172333"/>
                    <a:pt x="598228" y="1723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1C147DF7-5680-674C-A742-98DD67156E0E}"/>
                </a:ext>
              </a:extLst>
            </p:cNvPr>
            <p:cNvSpPr/>
            <p:nvPr/>
          </p:nvSpPr>
          <p:spPr>
            <a:xfrm>
              <a:off x="4256035" y="4966718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3"/>
                    <a:pt x="172581" y="39697"/>
                  </a:cubicBezTo>
                  <a:cubicBezTo>
                    <a:pt x="172581" y="61620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CD27366E-7ECD-2E4D-A489-1545491196FF}"/>
                </a:ext>
              </a:extLst>
            </p:cNvPr>
            <p:cNvSpPr/>
            <p:nvPr/>
          </p:nvSpPr>
          <p:spPr>
            <a:xfrm>
              <a:off x="4256035" y="5153093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3"/>
                    <a:pt x="172581" y="39697"/>
                  </a:cubicBezTo>
                  <a:cubicBezTo>
                    <a:pt x="172581" y="61620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A392FB47-413B-7947-82CD-0893FB50B301}"/>
                </a:ext>
              </a:extLst>
            </p:cNvPr>
            <p:cNvSpPr/>
            <p:nvPr/>
          </p:nvSpPr>
          <p:spPr>
            <a:xfrm>
              <a:off x="4256035" y="5339171"/>
              <a:ext cx="172580" cy="79393"/>
            </a:xfrm>
            <a:custGeom>
              <a:avLst/>
              <a:gdLst>
                <a:gd name="connsiteX0" fmla="*/ 132884 w 172580"/>
                <a:gd name="connsiteY0" fmla="*/ 79393 h 79393"/>
                <a:gd name="connsiteX1" fmla="*/ 39697 w 172580"/>
                <a:gd name="connsiteY1" fmla="*/ 79393 h 79393"/>
                <a:gd name="connsiteX2" fmla="*/ 0 w 172580"/>
                <a:gd name="connsiteY2" fmla="*/ 39697 h 79393"/>
                <a:gd name="connsiteX3" fmla="*/ 39697 w 172580"/>
                <a:gd name="connsiteY3" fmla="*/ 0 h 79393"/>
                <a:gd name="connsiteX4" fmla="*/ 132884 w 172580"/>
                <a:gd name="connsiteY4" fmla="*/ 0 h 79393"/>
                <a:gd name="connsiteX5" fmla="*/ 172581 w 172580"/>
                <a:gd name="connsiteY5" fmla="*/ 39697 h 79393"/>
                <a:gd name="connsiteX6" fmla="*/ 132884 w 17258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0" h="79393">
                  <a:moveTo>
                    <a:pt x="1328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32884" y="0"/>
                  </a:lnTo>
                  <a:cubicBezTo>
                    <a:pt x="154808" y="0"/>
                    <a:pt x="172581" y="17774"/>
                    <a:pt x="172581" y="39697"/>
                  </a:cubicBezTo>
                  <a:cubicBezTo>
                    <a:pt x="172581" y="61619"/>
                    <a:pt x="154808" y="79393"/>
                    <a:pt x="1328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8F95994B-A89F-014D-9A10-F838A097D09B}"/>
                </a:ext>
              </a:extLst>
            </p:cNvPr>
            <p:cNvSpPr/>
            <p:nvPr/>
          </p:nvSpPr>
          <p:spPr>
            <a:xfrm>
              <a:off x="4535278" y="5153071"/>
              <a:ext cx="172336" cy="172354"/>
            </a:xfrm>
            <a:custGeom>
              <a:avLst/>
              <a:gdLst>
                <a:gd name="connsiteX0" fmla="*/ 132658 w 172336"/>
                <a:gd name="connsiteY0" fmla="*/ 172355 h 172354"/>
                <a:gd name="connsiteX1" fmla="*/ 104573 w 172336"/>
                <a:gd name="connsiteY1" fmla="*/ 160694 h 172354"/>
                <a:gd name="connsiteX2" fmla="*/ 11633 w 172336"/>
                <a:gd name="connsiteY2" fmla="*/ 67804 h 172354"/>
                <a:gd name="connsiteX3" fmla="*/ 11633 w 172336"/>
                <a:gd name="connsiteY3" fmla="*/ 11633 h 172354"/>
                <a:gd name="connsiteX4" fmla="*/ 67804 w 172336"/>
                <a:gd name="connsiteY4" fmla="*/ 11633 h 172354"/>
                <a:gd name="connsiteX5" fmla="*/ 160694 w 172336"/>
                <a:gd name="connsiteY5" fmla="*/ 104573 h 172354"/>
                <a:gd name="connsiteX6" fmla="*/ 160724 w 172336"/>
                <a:gd name="connsiteY6" fmla="*/ 160714 h 172354"/>
                <a:gd name="connsiteX7" fmla="*/ 132658 w 172336"/>
                <a:gd name="connsiteY7" fmla="*/ 172355 h 172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336" h="172354">
                  <a:moveTo>
                    <a:pt x="132658" y="172355"/>
                  </a:moveTo>
                  <a:cubicBezTo>
                    <a:pt x="122119" y="172350"/>
                    <a:pt x="112016" y="168157"/>
                    <a:pt x="104573" y="160694"/>
                  </a:cubicBezTo>
                  <a:lnTo>
                    <a:pt x="11633" y="67804"/>
                  </a:lnTo>
                  <a:cubicBezTo>
                    <a:pt x="-3878" y="52293"/>
                    <a:pt x="-3878" y="27144"/>
                    <a:pt x="11633" y="11633"/>
                  </a:cubicBezTo>
                  <a:cubicBezTo>
                    <a:pt x="27144" y="-3878"/>
                    <a:pt x="52293" y="-3878"/>
                    <a:pt x="67804" y="11633"/>
                  </a:cubicBezTo>
                  <a:lnTo>
                    <a:pt x="160694" y="104573"/>
                  </a:lnTo>
                  <a:cubicBezTo>
                    <a:pt x="176205" y="120064"/>
                    <a:pt x="176220" y="145202"/>
                    <a:pt x="160724" y="160714"/>
                  </a:cubicBezTo>
                  <a:cubicBezTo>
                    <a:pt x="153286" y="168162"/>
                    <a:pt x="143188" y="172350"/>
                    <a:pt x="132658" y="1723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48B92E51-CB6F-CD46-AAF2-8C6EEC8EC9F5}"/>
                </a:ext>
              </a:extLst>
            </p:cNvPr>
            <p:cNvSpPr/>
            <p:nvPr/>
          </p:nvSpPr>
          <p:spPr>
            <a:xfrm>
              <a:off x="4628209" y="5060174"/>
              <a:ext cx="265754" cy="265251"/>
            </a:xfrm>
            <a:custGeom>
              <a:avLst/>
              <a:gdLst>
                <a:gd name="connsiteX0" fmla="*/ 39728 w 265754"/>
                <a:gd name="connsiteY0" fmla="*/ 265252 h 265251"/>
                <a:gd name="connsiteX1" fmla="*/ 0 w 265754"/>
                <a:gd name="connsiteY1" fmla="*/ 225585 h 265251"/>
                <a:gd name="connsiteX2" fmla="*/ 11692 w 265754"/>
                <a:gd name="connsiteY2" fmla="*/ 197420 h 265251"/>
                <a:gd name="connsiteX3" fmla="*/ 198018 w 265754"/>
                <a:gd name="connsiteY3" fmla="*/ 11591 h 265251"/>
                <a:gd name="connsiteX4" fmla="*/ 254164 w 265754"/>
                <a:gd name="connsiteY4" fmla="*/ 11665 h 265251"/>
                <a:gd name="connsiteX5" fmla="*/ 254089 w 265754"/>
                <a:gd name="connsiteY5" fmla="*/ 67811 h 265251"/>
                <a:gd name="connsiteX6" fmla="*/ 67764 w 265754"/>
                <a:gd name="connsiteY6" fmla="*/ 253641 h 265251"/>
                <a:gd name="connsiteX7" fmla="*/ 39728 w 265754"/>
                <a:gd name="connsiteY7" fmla="*/ 265252 h 26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754" h="265251">
                  <a:moveTo>
                    <a:pt x="39728" y="265252"/>
                  </a:moveTo>
                  <a:cubicBezTo>
                    <a:pt x="17805" y="265267"/>
                    <a:pt x="17" y="247513"/>
                    <a:pt x="0" y="225585"/>
                  </a:cubicBezTo>
                  <a:cubicBezTo>
                    <a:pt x="-8" y="215016"/>
                    <a:pt x="4200" y="204878"/>
                    <a:pt x="11692" y="197420"/>
                  </a:cubicBezTo>
                  <a:lnTo>
                    <a:pt x="198018" y="11591"/>
                  </a:lnTo>
                  <a:cubicBezTo>
                    <a:pt x="213544" y="-3893"/>
                    <a:pt x="238682" y="-3859"/>
                    <a:pt x="254164" y="11665"/>
                  </a:cubicBezTo>
                  <a:cubicBezTo>
                    <a:pt x="269646" y="27190"/>
                    <a:pt x="269616" y="52328"/>
                    <a:pt x="254089" y="67811"/>
                  </a:cubicBezTo>
                  <a:lnTo>
                    <a:pt x="67764" y="253641"/>
                  </a:lnTo>
                  <a:cubicBezTo>
                    <a:pt x="60325" y="261069"/>
                    <a:pt x="50242" y="265247"/>
                    <a:pt x="39728" y="26525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1" name="Picture Placeholder 83">
            <a:extLst>
              <a:ext uri="{FF2B5EF4-FFF2-40B4-BE49-F238E27FC236}">
                <a16:creationId xmlns:a16="http://schemas.microsoft.com/office/drawing/2014/main" id="{84C9FE20-0899-4BFB-9C99-554005212722}"/>
              </a:ext>
            </a:extLst>
          </p:cNvPr>
          <p:cNvGrpSpPr>
            <a:grpSpLocks noChangeAspect="1"/>
          </p:cNvGrpSpPr>
          <p:nvPr/>
        </p:nvGrpSpPr>
        <p:grpSpPr>
          <a:xfrm>
            <a:off x="6793745" y="4770548"/>
            <a:ext cx="832705" cy="843223"/>
            <a:chOff x="6793745" y="4770548"/>
            <a:chExt cx="832705" cy="84322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CF19B14C-2FDD-944A-9977-630918EFEFE8}"/>
                </a:ext>
              </a:extLst>
            </p:cNvPr>
            <p:cNvSpPr/>
            <p:nvPr/>
          </p:nvSpPr>
          <p:spPr>
            <a:xfrm>
              <a:off x="7352092" y="4870448"/>
              <a:ext cx="130465" cy="275648"/>
            </a:xfrm>
            <a:custGeom>
              <a:avLst/>
              <a:gdLst>
                <a:gd name="connsiteX0" fmla="*/ 39731 w 130465"/>
                <a:gd name="connsiteY0" fmla="*/ 275649 h 275648"/>
                <a:gd name="connsiteX1" fmla="*/ 0 w 130465"/>
                <a:gd name="connsiteY1" fmla="*/ 235986 h 275648"/>
                <a:gd name="connsiteX2" fmla="*/ 16906 w 130465"/>
                <a:gd name="connsiteY2" fmla="*/ 203451 h 275648"/>
                <a:gd name="connsiteX3" fmla="*/ 33231 w 130465"/>
                <a:gd name="connsiteY3" fmla="*/ 188068 h 275648"/>
                <a:gd name="connsiteX4" fmla="*/ 50499 w 130465"/>
                <a:gd name="connsiteY4" fmla="*/ 127531 h 275648"/>
                <a:gd name="connsiteX5" fmla="*/ 16558 w 130465"/>
                <a:gd name="connsiteY5" fmla="*/ 71757 h 275648"/>
                <a:gd name="connsiteX6" fmla="*/ 7924 w 130465"/>
                <a:gd name="connsiteY6" fmla="*/ 16282 h 275648"/>
                <a:gd name="connsiteX7" fmla="*/ 63400 w 130465"/>
                <a:gd name="connsiteY7" fmla="*/ 7648 h 275648"/>
                <a:gd name="connsiteX8" fmla="*/ 129198 w 130465"/>
                <a:gd name="connsiteY8" fmla="*/ 117061 h 275648"/>
                <a:gd name="connsiteX9" fmla="*/ 62458 w 130465"/>
                <a:gd name="connsiteY9" fmla="*/ 268503 h 275648"/>
                <a:gd name="connsiteX10" fmla="*/ 39731 w 130465"/>
                <a:gd name="connsiteY10" fmla="*/ 275649 h 27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465" h="275648">
                  <a:moveTo>
                    <a:pt x="39731" y="275649"/>
                  </a:moveTo>
                  <a:cubicBezTo>
                    <a:pt x="17809" y="275668"/>
                    <a:pt x="20" y="257910"/>
                    <a:pt x="0" y="235986"/>
                  </a:cubicBezTo>
                  <a:cubicBezTo>
                    <a:pt x="-10" y="223033"/>
                    <a:pt x="6302" y="210888"/>
                    <a:pt x="16906" y="203451"/>
                  </a:cubicBezTo>
                  <a:cubicBezTo>
                    <a:pt x="23079" y="199157"/>
                    <a:pt x="28577" y="193973"/>
                    <a:pt x="33231" y="188068"/>
                  </a:cubicBezTo>
                  <a:cubicBezTo>
                    <a:pt x="47085" y="171131"/>
                    <a:pt x="53332" y="149228"/>
                    <a:pt x="50499" y="127531"/>
                  </a:cubicBezTo>
                  <a:cubicBezTo>
                    <a:pt x="47318" y="105071"/>
                    <a:pt x="35047" y="84904"/>
                    <a:pt x="16558" y="71757"/>
                  </a:cubicBezTo>
                  <a:cubicBezTo>
                    <a:pt x="-1146" y="58822"/>
                    <a:pt x="-5012" y="33985"/>
                    <a:pt x="7924" y="16282"/>
                  </a:cubicBezTo>
                  <a:cubicBezTo>
                    <a:pt x="20861" y="-1422"/>
                    <a:pt x="45696" y="-5288"/>
                    <a:pt x="63400" y="7648"/>
                  </a:cubicBezTo>
                  <a:cubicBezTo>
                    <a:pt x="99470" y="33498"/>
                    <a:pt x="123273" y="73083"/>
                    <a:pt x="129198" y="117061"/>
                  </a:cubicBezTo>
                  <a:cubicBezTo>
                    <a:pt x="136636" y="175995"/>
                    <a:pt x="110972" y="234228"/>
                    <a:pt x="62458" y="268503"/>
                  </a:cubicBezTo>
                  <a:cubicBezTo>
                    <a:pt x="55794" y="273156"/>
                    <a:pt x="47859" y="275650"/>
                    <a:pt x="39731" y="27564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D9DC15F-A3AF-2B4E-A630-C19AA9911F94}"/>
                </a:ext>
              </a:extLst>
            </p:cNvPr>
            <p:cNvSpPr/>
            <p:nvPr/>
          </p:nvSpPr>
          <p:spPr>
            <a:xfrm>
              <a:off x="7442025" y="4770548"/>
              <a:ext cx="184424" cy="474349"/>
            </a:xfrm>
            <a:custGeom>
              <a:avLst/>
              <a:gdLst>
                <a:gd name="connsiteX0" fmla="*/ 40108 w 184424"/>
                <a:gd name="connsiteY0" fmla="*/ 474343 h 474349"/>
                <a:gd name="connsiteX1" fmla="*/ 347 w 184424"/>
                <a:gd name="connsiteY1" fmla="*/ 434709 h 474349"/>
                <a:gd name="connsiteX2" fmla="*/ 17183 w 184424"/>
                <a:gd name="connsiteY2" fmla="*/ 402195 h 474349"/>
                <a:gd name="connsiteX3" fmla="*/ 61842 w 184424"/>
                <a:gd name="connsiteY3" fmla="*/ 359918 h 474349"/>
                <a:gd name="connsiteX4" fmla="*/ 102928 w 184424"/>
                <a:gd name="connsiteY4" fmla="*/ 209418 h 474349"/>
                <a:gd name="connsiteX5" fmla="*/ 18572 w 184424"/>
                <a:gd name="connsiteY5" fmla="*/ 73309 h 474349"/>
                <a:gd name="connsiteX6" fmla="*/ 6093 w 184424"/>
                <a:gd name="connsiteY6" fmla="*/ 18574 h 474349"/>
                <a:gd name="connsiteX7" fmla="*/ 60829 w 184424"/>
                <a:gd name="connsiteY7" fmla="*/ 6095 h 474349"/>
                <a:gd name="connsiteX8" fmla="*/ 64620 w 184424"/>
                <a:gd name="connsiteY8" fmla="*/ 8802 h 474349"/>
                <a:gd name="connsiteX9" fmla="*/ 181577 w 184424"/>
                <a:gd name="connsiteY9" fmla="*/ 198254 h 474349"/>
                <a:gd name="connsiteX10" fmla="*/ 124562 w 184424"/>
                <a:gd name="connsiteY10" fmla="*/ 409092 h 474349"/>
                <a:gd name="connsiteX11" fmla="*/ 63082 w 184424"/>
                <a:gd name="connsiteY11" fmla="*/ 467446 h 474349"/>
                <a:gd name="connsiteX12" fmla="*/ 40108 w 184424"/>
                <a:gd name="connsiteY12" fmla="*/ 474343 h 47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424" h="474349">
                  <a:moveTo>
                    <a:pt x="40108" y="474343"/>
                  </a:moveTo>
                  <a:cubicBezTo>
                    <a:pt x="18185" y="474378"/>
                    <a:pt x="381" y="456633"/>
                    <a:pt x="347" y="434709"/>
                  </a:cubicBezTo>
                  <a:cubicBezTo>
                    <a:pt x="327" y="421776"/>
                    <a:pt x="6609" y="409643"/>
                    <a:pt x="17183" y="402195"/>
                  </a:cubicBezTo>
                  <a:cubicBezTo>
                    <a:pt x="34099" y="390413"/>
                    <a:pt x="49154" y="376162"/>
                    <a:pt x="61842" y="359918"/>
                  </a:cubicBezTo>
                  <a:cubicBezTo>
                    <a:pt x="95703" y="317562"/>
                    <a:pt x="110569" y="263104"/>
                    <a:pt x="102928" y="209418"/>
                  </a:cubicBezTo>
                  <a:cubicBezTo>
                    <a:pt x="94770" y="154361"/>
                    <a:pt x="64248" y="105113"/>
                    <a:pt x="18572" y="73309"/>
                  </a:cubicBezTo>
                  <a:cubicBezTo>
                    <a:pt x="14" y="61640"/>
                    <a:pt x="-5573" y="37134"/>
                    <a:pt x="6093" y="18574"/>
                  </a:cubicBezTo>
                  <a:cubicBezTo>
                    <a:pt x="17764" y="13"/>
                    <a:pt x="42266" y="-5574"/>
                    <a:pt x="60829" y="6095"/>
                  </a:cubicBezTo>
                  <a:cubicBezTo>
                    <a:pt x="62144" y="6922"/>
                    <a:pt x="63410" y="7826"/>
                    <a:pt x="64620" y="8802"/>
                  </a:cubicBezTo>
                  <a:cubicBezTo>
                    <a:pt x="128075" y="53110"/>
                    <a:pt x="170402" y="121670"/>
                    <a:pt x="181577" y="198254"/>
                  </a:cubicBezTo>
                  <a:cubicBezTo>
                    <a:pt x="192468" y="273389"/>
                    <a:pt x="171836" y="349685"/>
                    <a:pt x="124562" y="409092"/>
                  </a:cubicBezTo>
                  <a:cubicBezTo>
                    <a:pt x="107081" y="431490"/>
                    <a:pt x="86359" y="451157"/>
                    <a:pt x="63082" y="467446"/>
                  </a:cubicBezTo>
                  <a:cubicBezTo>
                    <a:pt x="56329" y="472077"/>
                    <a:pt x="48295" y="474488"/>
                    <a:pt x="40108" y="4743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FC0D56C5-5650-0848-B2C2-5162E5BE7A6B}"/>
                </a:ext>
              </a:extLst>
            </p:cNvPr>
            <p:cNvSpPr/>
            <p:nvPr/>
          </p:nvSpPr>
          <p:spPr>
            <a:xfrm>
              <a:off x="6922554" y="4873822"/>
              <a:ext cx="130495" cy="275648"/>
            </a:xfrm>
            <a:custGeom>
              <a:avLst/>
              <a:gdLst>
                <a:gd name="connsiteX0" fmla="*/ 90762 w 130495"/>
                <a:gd name="connsiteY0" fmla="*/ 275450 h 275648"/>
                <a:gd name="connsiteX1" fmla="*/ 68036 w 130495"/>
                <a:gd name="connsiteY1" fmla="*/ 268255 h 275648"/>
                <a:gd name="connsiteX2" fmla="*/ 1296 w 130495"/>
                <a:gd name="connsiteY2" fmla="*/ 116813 h 275648"/>
                <a:gd name="connsiteX3" fmla="*/ 67093 w 130495"/>
                <a:gd name="connsiteY3" fmla="*/ 7648 h 275648"/>
                <a:gd name="connsiteX4" fmla="*/ 122569 w 130495"/>
                <a:gd name="connsiteY4" fmla="*/ 16282 h 275648"/>
                <a:gd name="connsiteX5" fmla="*/ 113935 w 130495"/>
                <a:gd name="connsiteY5" fmla="*/ 71757 h 275648"/>
                <a:gd name="connsiteX6" fmla="*/ 79994 w 130495"/>
                <a:gd name="connsiteY6" fmla="*/ 127531 h 275648"/>
                <a:gd name="connsiteX7" fmla="*/ 97163 w 130495"/>
                <a:gd name="connsiteY7" fmla="*/ 187969 h 275648"/>
                <a:gd name="connsiteX8" fmla="*/ 113588 w 130495"/>
                <a:gd name="connsiteY8" fmla="*/ 203451 h 275648"/>
                <a:gd name="connsiteX9" fmla="*/ 123297 w 130495"/>
                <a:gd name="connsiteY9" fmla="*/ 258744 h 275648"/>
                <a:gd name="connsiteX10" fmla="*/ 90762 w 130495"/>
                <a:gd name="connsiteY10" fmla="*/ 275649 h 27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495" h="275648">
                  <a:moveTo>
                    <a:pt x="90762" y="275450"/>
                  </a:moveTo>
                  <a:cubicBezTo>
                    <a:pt x="82625" y="275456"/>
                    <a:pt x="74686" y="272943"/>
                    <a:pt x="68036" y="268255"/>
                  </a:cubicBezTo>
                  <a:cubicBezTo>
                    <a:pt x="19449" y="234038"/>
                    <a:pt x="-6234" y="175760"/>
                    <a:pt x="1296" y="116813"/>
                  </a:cubicBezTo>
                  <a:cubicBezTo>
                    <a:pt x="7285" y="72926"/>
                    <a:pt x="31083" y="33441"/>
                    <a:pt x="67093" y="7648"/>
                  </a:cubicBezTo>
                  <a:cubicBezTo>
                    <a:pt x="84797" y="-5288"/>
                    <a:pt x="109634" y="-1422"/>
                    <a:pt x="122569" y="16282"/>
                  </a:cubicBezTo>
                  <a:cubicBezTo>
                    <a:pt x="135504" y="33985"/>
                    <a:pt x="131639" y="58822"/>
                    <a:pt x="113935" y="71757"/>
                  </a:cubicBezTo>
                  <a:cubicBezTo>
                    <a:pt x="95439" y="84896"/>
                    <a:pt x="83165" y="105066"/>
                    <a:pt x="79994" y="127531"/>
                  </a:cubicBezTo>
                  <a:cubicBezTo>
                    <a:pt x="77163" y="149181"/>
                    <a:pt x="83373" y="171041"/>
                    <a:pt x="97163" y="187969"/>
                  </a:cubicBezTo>
                  <a:cubicBezTo>
                    <a:pt x="101862" y="193896"/>
                    <a:pt x="107394" y="199110"/>
                    <a:pt x="113588" y="203451"/>
                  </a:cubicBezTo>
                  <a:cubicBezTo>
                    <a:pt x="131538" y="216039"/>
                    <a:pt x="135885" y="240794"/>
                    <a:pt x="123297" y="258744"/>
                  </a:cubicBezTo>
                  <a:cubicBezTo>
                    <a:pt x="115860" y="269350"/>
                    <a:pt x="103716" y="275660"/>
                    <a:pt x="90762" y="27564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8CD71ABA-E660-8D4E-B3D3-1E31A48A4D2E}"/>
                </a:ext>
              </a:extLst>
            </p:cNvPr>
            <p:cNvSpPr/>
            <p:nvPr/>
          </p:nvSpPr>
          <p:spPr>
            <a:xfrm>
              <a:off x="6793745" y="4773529"/>
              <a:ext cx="184402" cy="474686"/>
            </a:xfrm>
            <a:custGeom>
              <a:avLst/>
              <a:gdLst>
                <a:gd name="connsiteX0" fmla="*/ 144148 w 184402"/>
                <a:gd name="connsiteY0" fmla="*/ 474687 h 474686"/>
                <a:gd name="connsiteX1" fmla="*/ 121323 w 184402"/>
                <a:gd name="connsiteY1" fmla="*/ 467442 h 474686"/>
                <a:gd name="connsiteX2" fmla="*/ 59694 w 184402"/>
                <a:gd name="connsiteY2" fmla="*/ 408939 h 474686"/>
                <a:gd name="connsiteX3" fmla="*/ 2828 w 184402"/>
                <a:gd name="connsiteY3" fmla="*/ 198448 h 474686"/>
                <a:gd name="connsiteX4" fmla="*/ 119785 w 184402"/>
                <a:gd name="connsiteY4" fmla="*/ 8798 h 474686"/>
                <a:gd name="connsiteX5" fmla="*/ 175604 w 184402"/>
                <a:gd name="connsiteY5" fmla="*/ 14778 h 474686"/>
                <a:gd name="connsiteX6" fmla="*/ 169625 w 184402"/>
                <a:gd name="connsiteY6" fmla="*/ 70598 h 474686"/>
                <a:gd name="connsiteX7" fmla="*/ 165833 w 184402"/>
                <a:gd name="connsiteY7" fmla="*/ 73305 h 474686"/>
                <a:gd name="connsiteX8" fmla="*/ 81328 w 184402"/>
                <a:gd name="connsiteY8" fmla="*/ 209613 h 474686"/>
                <a:gd name="connsiteX9" fmla="*/ 122216 w 184402"/>
                <a:gd name="connsiteY9" fmla="*/ 360112 h 474686"/>
                <a:gd name="connsiteX10" fmla="*/ 166875 w 184402"/>
                <a:gd name="connsiteY10" fmla="*/ 402538 h 474686"/>
                <a:gd name="connsiteX11" fmla="*/ 176464 w 184402"/>
                <a:gd name="connsiteY11" fmla="*/ 457852 h 474686"/>
                <a:gd name="connsiteX12" fmla="*/ 143950 w 184402"/>
                <a:gd name="connsiteY12" fmla="*/ 474687 h 47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402" h="474686">
                  <a:moveTo>
                    <a:pt x="144148" y="474687"/>
                  </a:moveTo>
                  <a:cubicBezTo>
                    <a:pt x="135975" y="474679"/>
                    <a:pt x="128004" y="472149"/>
                    <a:pt x="121323" y="467442"/>
                  </a:cubicBezTo>
                  <a:cubicBezTo>
                    <a:pt x="97992" y="451105"/>
                    <a:pt x="77222" y="431389"/>
                    <a:pt x="59694" y="408939"/>
                  </a:cubicBezTo>
                  <a:cubicBezTo>
                    <a:pt x="12566" y="349597"/>
                    <a:pt x="-8006" y="273448"/>
                    <a:pt x="2828" y="198448"/>
                  </a:cubicBezTo>
                  <a:cubicBezTo>
                    <a:pt x="13952" y="121793"/>
                    <a:pt x="56282" y="53151"/>
                    <a:pt x="119785" y="8798"/>
                  </a:cubicBezTo>
                  <a:cubicBezTo>
                    <a:pt x="136850" y="-4965"/>
                    <a:pt x="161842" y="-2288"/>
                    <a:pt x="175604" y="14778"/>
                  </a:cubicBezTo>
                  <a:cubicBezTo>
                    <a:pt x="189368" y="31844"/>
                    <a:pt x="186690" y="56835"/>
                    <a:pt x="169625" y="70598"/>
                  </a:cubicBezTo>
                  <a:cubicBezTo>
                    <a:pt x="168415" y="71574"/>
                    <a:pt x="167149" y="72478"/>
                    <a:pt x="165833" y="73305"/>
                  </a:cubicBezTo>
                  <a:cubicBezTo>
                    <a:pt x="120062" y="105134"/>
                    <a:pt x="89481" y="154463"/>
                    <a:pt x="81328" y="209613"/>
                  </a:cubicBezTo>
                  <a:cubicBezTo>
                    <a:pt x="73626" y="263271"/>
                    <a:pt x="88421" y="317728"/>
                    <a:pt x="122216" y="360112"/>
                  </a:cubicBezTo>
                  <a:cubicBezTo>
                    <a:pt x="134922" y="376385"/>
                    <a:pt x="149972" y="390683"/>
                    <a:pt x="166875" y="402538"/>
                  </a:cubicBezTo>
                  <a:cubicBezTo>
                    <a:pt x="184797" y="415165"/>
                    <a:pt x="189091" y="439930"/>
                    <a:pt x="176464" y="457852"/>
                  </a:cubicBezTo>
                  <a:cubicBezTo>
                    <a:pt x="169016" y="468425"/>
                    <a:pt x="156883" y="474707"/>
                    <a:pt x="143950" y="47468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21CAE268-6470-E444-88FE-09FEDC9245B8}"/>
                </a:ext>
              </a:extLst>
            </p:cNvPr>
            <p:cNvSpPr/>
            <p:nvPr/>
          </p:nvSpPr>
          <p:spPr>
            <a:xfrm>
              <a:off x="7167835" y="4970340"/>
              <a:ext cx="79393" cy="643431"/>
            </a:xfrm>
            <a:custGeom>
              <a:avLst/>
              <a:gdLst>
                <a:gd name="connsiteX0" fmla="*/ 39697 w 79393"/>
                <a:gd name="connsiteY0" fmla="*/ 643431 h 643431"/>
                <a:gd name="connsiteX1" fmla="*/ 0 w 79393"/>
                <a:gd name="connsiteY1" fmla="*/ 603735 h 643431"/>
                <a:gd name="connsiteX2" fmla="*/ 0 w 79393"/>
                <a:gd name="connsiteY2" fmla="*/ 39697 h 643431"/>
                <a:gd name="connsiteX3" fmla="*/ 39697 w 79393"/>
                <a:gd name="connsiteY3" fmla="*/ 0 h 643431"/>
                <a:gd name="connsiteX4" fmla="*/ 79393 w 79393"/>
                <a:gd name="connsiteY4" fmla="*/ 39697 h 643431"/>
                <a:gd name="connsiteX5" fmla="*/ 79393 w 79393"/>
                <a:gd name="connsiteY5" fmla="*/ 603735 h 643431"/>
                <a:gd name="connsiteX6" fmla="*/ 39697 w 79393"/>
                <a:gd name="connsiteY6" fmla="*/ 643431 h 643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43431">
                  <a:moveTo>
                    <a:pt x="39697" y="643431"/>
                  </a:moveTo>
                  <a:cubicBezTo>
                    <a:pt x="17773" y="643431"/>
                    <a:pt x="0" y="625657"/>
                    <a:pt x="0" y="6037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603735"/>
                  </a:lnTo>
                  <a:cubicBezTo>
                    <a:pt x="79393" y="625657"/>
                    <a:pt x="61621" y="643431"/>
                    <a:pt x="39697" y="6434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2EF485FB-6759-0945-841C-EC1410B31558}"/>
                </a:ext>
              </a:extLst>
            </p:cNvPr>
            <p:cNvSpPr/>
            <p:nvPr/>
          </p:nvSpPr>
          <p:spPr>
            <a:xfrm>
              <a:off x="7140345" y="4919330"/>
              <a:ext cx="132586" cy="132586"/>
            </a:xfrm>
            <a:custGeom>
              <a:avLst/>
              <a:gdLst>
                <a:gd name="connsiteX0" fmla="*/ 132587 w 132586"/>
                <a:gd name="connsiteY0" fmla="*/ 66293 h 132586"/>
                <a:gd name="connsiteX1" fmla="*/ 66293 w 132586"/>
                <a:gd name="connsiteY1" fmla="*/ 132586 h 132586"/>
                <a:gd name="connsiteX2" fmla="*/ 0 w 132586"/>
                <a:gd name="connsiteY2" fmla="*/ 66293 h 132586"/>
                <a:gd name="connsiteX3" fmla="*/ 66293 w 132586"/>
                <a:gd name="connsiteY3" fmla="*/ 0 h 132586"/>
                <a:gd name="connsiteX4" fmla="*/ 132587 w 132586"/>
                <a:gd name="connsiteY4" fmla="*/ 66293 h 13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586" h="132586">
                  <a:moveTo>
                    <a:pt x="132587" y="66293"/>
                  </a:moveTo>
                  <a:cubicBezTo>
                    <a:pt x="132587" y="102906"/>
                    <a:pt x="102906" y="132586"/>
                    <a:pt x="66293" y="132586"/>
                  </a:cubicBezTo>
                  <a:cubicBezTo>
                    <a:pt x="29681" y="132586"/>
                    <a:pt x="0" y="102906"/>
                    <a:pt x="0" y="66293"/>
                  </a:cubicBezTo>
                  <a:cubicBezTo>
                    <a:pt x="0" y="29680"/>
                    <a:pt x="29681" y="0"/>
                    <a:pt x="66293" y="0"/>
                  </a:cubicBezTo>
                  <a:cubicBezTo>
                    <a:pt x="102906" y="0"/>
                    <a:pt x="132587" y="29680"/>
                    <a:pt x="132587" y="662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8" name="Picture Placeholder 85">
            <a:extLst>
              <a:ext uri="{FF2B5EF4-FFF2-40B4-BE49-F238E27FC236}">
                <a16:creationId xmlns:a16="http://schemas.microsoft.com/office/drawing/2014/main" id="{E26665CB-EEFB-4E5E-A196-5BD51BC7A07F}"/>
              </a:ext>
            </a:extLst>
          </p:cNvPr>
          <p:cNvGrpSpPr>
            <a:grpSpLocks noChangeAspect="1"/>
          </p:cNvGrpSpPr>
          <p:nvPr/>
        </p:nvGrpSpPr>
        <p:grpSpPr>
          <a:xfrm>
            <a:off x="8117356" y="4783419"/>
            <a:ext cx="822910" cy="822909"/>
            <a:chOff x="8117356" y="4783419"/>
            <a:chExt cx="822910" cy="822909"/>
          </a:xfrm>
        </p:grpSpPr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9D5BB3FC-82DD-3946-A0D6-FA5753A83C73}"/>
                </a:ext>
              </a:extLst>
            </p:cNvPr>
            <p:cNvSpPr/>
            <p:nvPr/>
          </p:nvSpPr>
          <p:spPr>
            <a:xfrm>
              <a:off x="8117356" y="4783419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743517 w 822910"/>
                <a:gd name="connsiteY9" fmla="*/ 411405 h 822909"/>
                <a:gd name="connsiteX10" fmla="*/ 411455 w 822910"/>
                <a:gd name="connsiteY10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517" y="411438"/>
                    <a:pt x="743517" y="411421"/>
                    <a:pt x="743517" y="411405"/>
                  </a:cubicBezTo>
                  <a:cubicBezTo>
                    <a:pt x="743269" y="228123"/>
                    <a:pt x="594739" y="79612"/>
                    <a:pt x="41145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1F983B65-E4F9-E34B-9C7C-523E1F978C8A}"/>
                </a:ext>
              </a:extLst>
            </p:cNvPr>
            <p:cNvSpPr/>
            <p:nvPr/>
          </p:nvSpPr>
          <p:spPr>
            <a:xfrm>
              <a:off x="8485343" y="4962053"/>
              <a:ext cx="79393" cy="317572"/>
            </a:xfrm>
            <a:custGeom>
              <a:avLst/>
              <a:gdLst>
                <a:gd name="connsiteX0" fmla="*/ 39697 w 79393"/>
                <a:gd name="connsiteY0" fmla="*/ 317572 h 317572"/>
                <a:gd name="connsiteX1" fmla="*/ 0 w 79393"/>
                <a:gd name="connsiteY1" fmla="*/ 277876 h 317572"/>
                <a:gd name="connsiteX2" fmla="*/ 0 w 79393"/>
                <a:gd name="connsiteY2" fmla="*/ 39697 h 317572"/>
                <a:gd name="connsiteX3" fmla="*/ 39697 w 79393"/>
                <a:gd name="connsiteY3" fmla="*/ 0 h 317572"/>
                <a:gd name="connsiteX4" fmla="*/ 79393 w 79393"/>
                <a:gd name="connsiteY4" fmla="*/ 39697 h 317572"/>
                <a:gd name="connsiteX5" fmla="*/ 79393 w 79393"/>
                <a:gd name="connsiteY5" fmla="*/ 277876 h 317572"/>
                <a:gd name="connsiteX6" fmla="*/ 39697 w 79393"/>
                <a:gd name="connsiteY6" fmla="*/ 317572 h 3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7572">
                  <a:moveTo>
                    <a:pt x="39697" y="317572"/>
                  </a:moveTo>
                  <a:cubicBezTo>
                    <a:pt x="17773" y="317572"/>
                    <a:pt x="0" y="299798"/>
                    <a:pt x="0" y="2778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7876"/>
                  </a:lnTo>
                  <a:cubicBezTo>
                    <a:pt x="79393" y="299798"/>
                    <a:pt x="61621" y="317572"/>
                    <a:pt x="39697" y="3175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3B79B8F6-AA46-2E44-9639-BC61C83F3910}"/>
                </a:ext>
              </a:extLst>
            </p:cNvPr>
            <p:cNvSpPr/>
            <p:nvPr/>
          </p:nvSpPr>
          <p:spPr>
            <a:xfrm>
              <a:off x="8485343" y="5339203"/>
              <a:ext cx="79542" cy="79361"/>
            </a:xfrm>
            <a:custGeom>
              <a:avLst/>
              <a:gdLst>
                <a:gd name="connsiteX0" fmla="*/ 39697 w 79542"/>
                <a:gd name="connsiteY0" fmla="*/ 79360 h 79361"/>
                <a:gd name="connsiteX1" fmla="*/ 31956 w 79542"/>
                <a:gd name="connsiteY1" fmla="*/ 78567 h 79361"/>
                <a:gd name="connsiteX2" fmla="*/ 24513 w 79542"/>
                <a:gd name="connsiteY2" fmla="*/ 76284 h 79361"/>
                <a:gd name="connsiteX3" fmla="*/ 17665 w 79542"/>
                <a:gd name="connsiteY3" fmla="*/ 72662 h 79361"/>
                <a:gd name="connsiteX4" fmla="*/ 11661 w 79542"/>
                <a:gd name="connsiteY4" fmla="*/ 67700 h 79361"/>
                <a:gd name="connsiteX5" fmla="*/ 0 w 79542"/>
                <a:gd name="connsiteY5" fmla="*/ 39664 h 79361"/>
                <a:gd name="connsiteX6" fmla="*/ 794 w 79542"/>
                <a:gd name="connsiteY6" fmla="*/ 31923 h 79361"/>
                <a:gd name="connsiteX7" fmla="*/ 3076 w 79542"/>
                <a:gd name="connsiteY7" fmla="*/ 24530 h 79361"/>
                <a:gd name="connsiteX8" fmla="*/ 6699 w 79542"/>
                <a:gd name="connsiteY8" fmla="*/ 17632 h 79361"/>
                <a:gd name="connsiteX9" fmla="*/ 11661 w 79542"/>
                <a:gd name="connsiteY9" fmla="*/ 11628 h 79361"/>
                <a:gd name="connsiteX10" fmla="*/ 17665 w 79542"/>
                <a:gd name="connsiteY10" fmla="*/ 6666 h 79361"/>
                <a:gd name="connsiteX11" fmla="*/ 24513 w 79542"/>
                <a:gd name="connsiteY11" fmla="*/ 3044 h 79361"/>
                <a:gd name="connsiteX12" fmla="*/ 76396 w 79542"/>
                <a:gd name="connsiteY12" fmla="*/ 24485 h 79361"/>
                <a:gd name="connsiteX13" fmla="*/ 76515 w 79542"/>
                <a:gd name="connsiteY13" fmla="*/ 24778 h 79361"/>
                <a:gd name="connsiteX14" fmla="*/ 78798 w 79542"/>
                <a:gd name="connsiteY14" fmla="*/ 32171 h 79361"/>
                <a:gd name="connsiteX15" fmla="*/ 78798 w 79542"/>
                <a:gd name="connsiteY15" fmla="*/ 47702 h 79361"/>
                <a:gd name="connsiteX16" fmla="*/ 76515 w 79542"/>
                <a:gd name="connsiteY16" fmla="*/ 55146 h 79361"/>
                <a:gd name="connsiteX17" fmla="*/ 72843 w 79542"/>
                <a:gd name="connsiteY17" fmla="*/ 61993 h 79361"/>
                <a:gd name="connsiteX18" fmla="*/ 67881 w 79542"/>
                <a:gd name="connsiteY18" fmla="*/ 67997 h 79361"/>
                <a:gd name="connsiteX19" fmla="*/ 39697 w 79542"/>
                <a:gd name="connsiteY19" fmla="*/ 79360 h 7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42" h="79361">
                  <a:moveTo>
                    <a:pt x="39697" y="79360"/>
                  </a:moveTo>
                  <a:cubicBezTo>
                    <a:pt x="37097" y="79341"/>
                    <a:pt x="34505" y="79078"/>
                    <a:pt x="31956" y="78567"/>
                  </a:cubicBezTo>
                  <a:cubicBezTo>
                    <a:pt x="29407" y="78050"/>
                    <a:pt x="26914" y="77281"/>
                    <a:pt x="24513" y="76284"/>
                  </a:cubicBezTo>
                  <a:cubicBezTo>
                    <a:pt x="22121" y="75297"/>
                    <a:pt x="19828" y="74081"/>
                    <a:pt x="17665" y="72662"/>
                  </a:cubicBezTo>
                  <a:cubicBezTo>
                    <a:pt x="15501" y="71213"/>
                    <a:pt x="13489" y="69550"/>
                    <a:pt x="11661" y="67700"/>
                  </a:cubicBezTo>
                  <a:cubicBezTo>
                    <a:pt x="4240" y="60252"/>
                    <a:pt x="51" y="50179"/>
                    <a:pt x="0" y="39664"/>
                  </a:cubicBezTo>
                  <a:cubicBezTo>
                    <a:pt x="18" y="37064"/>
                    <a:pt x="284" y="34474"/>
                    <a:pt x="794" y="31923"/>
                  </a:cubicBezTo>
                  <a:cubicBezTo>
                    <a:pt x="1306" y="29387"/>
                    <a:pt x="2070" y="26911"/>
                    <a:pt x="3076" y="24530"/>
                  </a:cubicBezTo>
                  <a:cubicBezTo>
                    <a:pt x="4055" y="22118"/>
                    <a:pt x="5268" y="19806"/>
                    <a:pt x="6699" y="17632"/>
                  </a:cubicBezTo>
                  <a:cubicBezTo>
                    <a:pt x="8158" y="15479"/>
                    <a:pt x="9819" y="13469"/>
                    <a:pt x="11661" y="11628"/>
                  </a:cubicBezTo>
                  <a:cubicBezTo>
                    <a:pt x="13502" y="9787"/>
                    <a:pt x="15512" y="8130"/>
                    <a:pt x="17665" y="6666"/>
                  </a:cubicBezTo>
                  <a:cubicBezTo>
                    <a:pt x="19840" y="5267"/>
                    <a:pt x="22131" y="4051"/>
                    <a:pt x="24513" y="3044"/>
                  </a:cubicBezTo>
                  <a:cubicBezTo>
                    <a:pt x="44761" y="-5362"/>
                    <a:pt x="67990" y="4240"/>
                    <a:pt x="76396" y="24485"/>
                  </a:cubicBezTo>
                  <a:cubicBezTo>
                    <a:pt x="76436" y="24584"/>
                    <a:pt x="76476" y="24678"/>
                    <a:pt x="76515" y="24778"/>
                  </a:cubicBezTo>
                  <a:cubicBezTo>
                    <a:pt x="77500" y="27169"/>
                    <a:pt x="78263" y="29641"/>
                    <a:pt x="78798" y="32171"/>
                  </a:cubicBezTo>
                  <a:cubicBezTo>
                    <a:pt x="79790" y="37302"/>
                    <a:pt x="79790" y="42572"/>
                    <a:pt x="78798" y="47702"/>
                  </a:cubicBezTo>
                  <a:cubicBezTo>
                    <a:pt x="78256" y="50248"/>
                    <a:pt x="77493" y="52734"/>
                    <a:pt x="76515" y="55146"/>
                  </a:cubicBezTo>
                  <a:cubicBezTo>
                    <a:pt x="75509" y="57537"/>
                    <a:pt x="74279" y="59830"/>
                    <a:pt x="72843" y="61993"/>
                  </a:cubicBezTo>
                  <a:cubicBezTo>
                    <a:pt x="71386" y="64147"/>
                    <a:pt x="69724" y="66161"/>
                    <a:pt x="67881" y="67997"/>
                  </a:cubicBezTo>
                  <a:cubicBezTo>
                    <a:pt x="60347" y="75346"/>
                    <a:pt x="50221" y="79430"/>
                    <a:pt x="39697" y="793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2" name="Picture Placeholder 87">
            <a:extLst>
              <a:ext uri="{FF2B5EF4-FFF2-40B4-BE49-F238E27FC236}">
                <a16:creationId xmlns:a16="http://schemas.microsoft.com/office/drawing/2014/main" id="{22D0894D-E272-4744-B302-84B1421F8019}"/>
              </a:ext>
            </a:extLst>
          </p:cNvPr>
          <p:cNvGrpSpPr>
            <a:grpSpLocks noChangeAspect="1"/>
          </p:cNvGrpSpPr>
          <p:nvPr/>
        </p:nvGrpSpPr>
        <p:grpSpPr>
          <a:xfrm>
            <a:off x="9423143" y="4815671"/>
            <a:ext cx="843854" cy="754236"/>
            <a:chOff x="9423143" y="4815671"/>
            <a:chExt cx="843854" cy="754236"/>
          </a:xfrm>
        </p:grpSpPr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AD0E6BD5-6E7A-024A-A279-AD57EF831037}"/>
                </a:ext>
              </a:extLst>
            </p:cNvPr>
            <p:cNvSpPr/>
            <p:nvPr/>
          </p:nvSpPr>
          <p:spPr>
            <a:xfrm>
              <a:off x="9423143" y="4815671"/>
              <a:ext cx="843854" cy="754236"/>
            </a:xfrm>
            <a:custGeom>
              <a:avLst/>
              <a:gdLst>
                <a:gd name="connsiteX0" fmla="*/ 803964 w 843854"/>
                <a:gd name="connsiteY0" fmla="*/ 754236 h 754236"/>
                <a:gd name="connsiteX1" fmla="*/ 803716 w 843854"/>
                <a:gd name="connsiteY1" fmla="*/ 754236 h 754236"/>
                <a:gd name="connsiteX2" fmla="*/ 39557 w 843854"/>
                <a:gd name="connsiteY2" fmla="*/ 749274 h 754236"/>
                <a:gd name="connsiteX3" fmla="*/ 0 w 843854"/>
                <a:gd name="connsiteY3" fmla="*/ 709438 h 754236"/>
                <a:gd name="connsiteX4" fmla="*/ 5319 w 843854"/>
                <a:gd name="connsiteY4" fmla="*/ 689729 h 754236"/>
                <a:gd name="connsiteX5" fmla="*/ 387398 w 843854"/>
                <a:gd name="connsiteY5" fmla="*/ 19850 h 754236"/>
                <a:gd name="connsiteX6" fmla="*/ 422133 w 843854"/>
                <a:gd name="connsiteY6" fmla="*/ 2 h 754236"/>
                <a:gd name="connsiteX7" fmla="*/ 422133 w 843854"/>
                <a:gd name="connsiteY7" fmla="*/ 2 h 754236"/>
                <a:gd name="connsiteX8" fmla="*/ 456619 w 843854"/>
                <a:gd name="connsiteY8" fmla="*/ 20148 h 754236"/>
                <a:gd name="connsiteX9" fmla="*/ 838699 w 843854"/>
                <a:gd name="connsiteY9" fmla="*/ 694989 h 754236"/>
                <a:gd name="connsiteX10" fmla="*/ 823704 w 843854"/>
                <a:gd name="connsiteY10" fmla="*/ 749090 h 754236"/>
                <a:gd name="connsiteX11" fmla="*/ 803964 w 843854"/>
                <a:gd name="connsiteY11" fmla="*/ 754236 h 754236"/>
                <a:gd name="connsiteX12" fmla="*/ 107885 w 843854"/>
                <a:gd name="connsiteY12" fmla="*/ 670327 h 754236"/>
                <a:gd name="connsiteX13" fmla="*/ 735637 w 843854"/>
                <a:gd name="connsiteY13" fmla="*/ 674396 h 754236"/>
                <a:gd name="connsiteX14" fmla="*/ 421736 w 843854"/>
                <a:gd name="connsiteY14" fmla="*/ 120034 h 75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3854" h="754236">
                  <a:moveTo>
                    <a:pt x="803964" y="754236"/>
                  </a:moveTo>
                  <a:lnTo>
                    <a:pt x="803716" y="754236"/>
                  </a:lnTo>
                  <a:lnTo>
                    <a:pt x="39557" y="749274"/>
                  </a:lnTo>
                  <a:cubicBezTo>
                    <a:pt x="17633" y="749195"/>
                    <a:pt x="-77" y="731361"/>
                    <a:pt x="0" y="709438"/>
                  </a:cubicBezTo>
                  <a:cubicBezTo>
                    <a:pt x="25" y="702516"/>
                    <a:pt x="1858" y="695723"/>
                    <a:pt x="5319" y="689729"/>
                  </a:cubicBezTo>
                  <a:lnTo>
                    <a:pt x="387398" y="19850"/>
                  </a:lnTo>
                  <a:cubicBezTo>
                    <a:pt x="394553" y="7457"/>
                    <a:pt x="407824" y="-126"/>
                    <a:pt x="422133" y="2"/>
                  </a:cubicBezTo>
                  <a:lnTo>
                    <a:pt x="422133" y="2"/>
                  </a:lnTo>
                  <a:cubicBezTo>
                    <a:pt x="436416" y="24"/>
                    <a:pt x="449585" y="7717"/>
                    <a:pt x="456619" y="20148"/>
                  </a:cubicBezTo>
                  <a:lnTo>
                    <a:pt x="838699" y="694989"/>
                  </a:lnTo>
                  <a:cubicBezTo>
                    <a:pt x="849496" y="714068"/>
                    <a:pt x="842783" y="738288"/>
                    <a:pt x="823704" y="749090"/>
                  </a:cubicBezTo>
                  <a:cubicBezTo>
                    <a:pt x="817685" y="752494"/>
                    <a:pt x="810882" y="754271"/>
                    <a:pt x="803964" y="754236"/>
                  </a:cubicBezTo>
                  <a:close/>
                  <a:moveTo>
                    <a:pt x="107885" y="670327"/>
                  </a:moveTo>
                  <a:lnTo>
                    <a:pt x="735637" y="674396"/>
                  </a:lnTo>
                  <a:lnTo>
                    <a:pt x="421736" y="12003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62BD2F7A-03F7-AE4F-B622-21F1E98FAB39}"/>
                </a:ext>
              </a:extLst>
            </p:cNvPr>
            <p:cNvSpPr/>
            <p:nvPr/>
          </p:nvSpPr>
          <p:spPr>
            <a:xfrm>
              <a:off x="9808408" y="5054298"/>
              <a:ext cx="79393" cy="267951"/>
            </a:xfrm>
            <a:custGeom>
              <a:avLst/>
              <a:gdLst>
                <a:gd name="connsiteX0" fmla="*/ 39697 w 79393"/>
                <a:gd name="connsiteY0" fmla="*/ 267952 h 267951"/>
                <a:gd name="connsiteX1" fmla="*/ 0 w 79393"/>
                <a:gd name="connsiteY1" fmla="*/ 228255 h 267951"/>
                <a:gd name="connsiteX2" fmla="*/ 0 w 79393"/>
                <a:gd name="connsiteY2" fmla="*/ 39697 h 267951"/>
                <a:gd name="connsiteX3" fmla="*/ 39697 w 79393"/>
                <a:gd name="connsiteY3" fmla="*/ 0 h 267951"/>
                <a:gd name="connsiteX4" fmla="*/ 79393 w 79393"/>
                <a:gd name="connsiteY4" fmla="*/ 39697 h 267951"/>
                <a:gd name="connsiteX5" fmla="*/ 79393 w 79393"/>
                <a:gd name="connsiteY5" fmla="*/ 228255 h 267951"/>
                <a:gd name="connsiteX6" fmla="*/ 39697 w 79393"/>
                <a:gd name="connsiteY6" fmla="*/ 267952 h 26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7951">
                  <a:moveTo>
                    <a:pt x="39697" y="267952"/>
                  </a:moveTo>
                  <a:cubicBezTo>
                    <a:pt x="17773" y="267952"/>
                    <a:pt x="0" y="250178"/>
                    <a:pt x="0" y="2282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255"/>
                  </a:lnTo>
                  <a:cubicBezTo>
                    <a:pt x="79393" y="250178"/>
                    <a:pt x="61621" y="267952"/>
                    <a:pt x="39697" y="26795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A089C441-7DA6-764F-8DE5-94EED817AD57}"/>
                </a:ext>
              </a:extLst>
            </p:cNvPr>
            <p:cNvSpPr/>
            <p:nvPr/>
          </p:nvSpPr>
          <p:spPr>
            <a:xfrm>
              <a:off x="9808358" y="5351986"/>
              <a:ext cx="79641" cy="79429"/>
            </a:xfrm>
            <a:custGeom>
              <a:avLst/>
              <a:gdLst>
                <a:gd name="connsiteX0" fmla="*/ 39697 w 79641"/>
                <a:gd name="connsiteY0" fmla="*/ 79429 h 79429"/>
                <a:gd name="connsiteX1" fmla="*/ 31956 w 79641"/>
                <a:gd name="connsiteY1" fmla="*/ 78685 h 79429"/>
                <a:gd name="connsiteX2" fmla="*/ 24562 w 79641"/>
                <a:gd name="connsiteY2" fmla="*/ 76402 h 79429"/>
                <a:gd name="connsiteX3" fmla="*/ 17665 w 79641"/>
                <a:gd name="connsiteY3" fmla="*/ 72730 h 79429"/>
                <a:gd name="connsiteX4" fmla="*/ 11661 w 79641"/>
                <a:gd name="connsiteY4" fmla="*/ 67768 h 79429"/>
                <a:gd name="connsiteX5" fmla="*/ 0 w 79641"/>
                <a:gd name="connsiteY5" fmla="*/ 39683 h 79429"/>
                <a:gd name="connsiteX6" fmla="*/ 794 w 79641"/>
                <a:gd name="connsiteY6" fmla="*/ 31942 h 79429"/>
                <a:gd name="connsiteX7" fmla="*/ 3076 w 79641"/>
                <a:gd name="connsiteY7" fmla="*/ 24499 h 79429"/>
                <a:gd name="connsiteX8" fmla="*/ 6699 w 79641"/>
                <a:gd name="connsiteY8" fmla="*/ 17651 h 79429"/>
                <a:gd name="connsiteX9" fmla="*/ 17665 w 79641"/>
                <a:gd name="connsiteY9" fmla="*/ 6685 h 79429"/>
                <a:gd name="connsiteX10" fmla="*/ 24562 w 79641"/>
                <a:gd name="connsiteY10" fmla="*/ 3063 h 79429"/>
                <a:gd name="connsiteX11" fmla="*/ 54881 w 79641"/>
                <a:gd name="connsiteY11" fmla="*/ 3063 h 79429"/>
                <a:gd name="connsiteX12" fmla="*/ 61778 w 79641"/>
                <a:gd name="connsiteY12" fmla="*/ 6685 h 79429"/>
                <a:gd name="connsiteX13" fmla="*/ 67782 w 79641"/>
                <a:gd name="connsiteY13" fmla="*/ 11647 h 79429"/>
                <a:gd name="connsiteX14" fmla="*/ 72744 w 79641"/>
                <a:gd name="connsiteY14" fmla="*/ 17651 h 79429"/>
                <a:gd name="connsiteX15" fmla="*/ 76366 w 79641"/>
                <a:gd name="connsiteY15" fmla="*/ 24499 h 79429"/>
                <a:gd name="connsiteX16" fmla="*/ 78847 w 79641"/>
                <a:gd name="connsiteY16" fmla="*/ 31843 h 79429"/>
                <a:gd name="connsiteX17" fmla="*/ 78847 w 79641"/>
                <a:gd name="connsiteY17" fmla="*/ 47374 h 79429"/>
                <a:gd name="connsiteX18" fmla="*/ 76565 w 79641"/>
                <a:gd name="connsiteY18" fmla="*/ 54768 h 79429"/>
                <a:gd name="connsiteX19" fmla="*/ 72942 w 79641"/>
                <a:gd name="connsiteY19" fmla="*/ 61615 h 79429"/>
                <a:gd name="connsiteX20" fmla="*/ 67980 w 79641"/>
                <a:gd name="connsiteY20" fmla="*/ 67669 h 79429"/>
                <a:gd name="connsiteX21" fmla="*/ 61976 w 79641"/>
                <a:gd name="connsiteY21" fmla="*/ 72631 h 79429"/>
                <a:gd name="connsiteX22" fmla="*/ 55079 w 79641"/>
                <a:gd name="connsiteY22" fmla="*/ 76303 h 79429"/>
                <a:gd name="connsiteX23" fmla="*/ 47686 w 79641"/>
                <a:gd name="connsiteY23" fmla="*/ 78586 h 79429"/>
                <a:gd name="connsiteX24" fmla="*/ 39697 w 79641"/>
                <a:gd name="connsiteY24" fmla="*/ 79429 h 7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641" h="79429">
                  <a:moveTo>
                    <a:pt x="39697" y="79429"/>
                  </a:moveTo>
                  <a:cubicBezTo>
                    <a:pt x="37098" y="79429"/>
                    <a:pt x="34507" y="79176"/>
                    <a:pt x="31956" y="78685"/>
                  </a:cubicBezTo>
                  <a:cubicBezTo>
                    <a:pt x="29427" y="78149"/>
                    <a:pt x="26952" y="77385"/>
                    <a:pt x="24562" y="76402"/>
                  </a:cubicBezTo>
                  <a:cubicBezTo>
                    <a:pt x="22148" y="75410"/>
                    <a:pt x="19838" y="74179"/>
                    <a:pt x="17665" y="72730"/>
                  </a:cubicBezTo>
                  <a:cubicBezTo>
                    <a:pt x="15500" y="71286"/>
                    <a:pt x="13488" y="69624"/>
                    <a:pt x="11661" y="67768"/>
                  </a:cubicBezTo>
                  <a:cubicBezTo>
                    <a:pt x="4228" y="60305"/>
                    <a:pt x="37" y="50212"/>
                    <a:pt x="0" y="39683"/>
                  </a:cubicBezTo>
                  <a:cubicBezTo>
                    <a:pt x="18" y="37083"/>
                    <a:pt x="284" y="34493"/>
                    <a:pt x="794" y="31942"/>
                  </a:cubicBezTo>
                  <a:cubicBezTo>
                    <a:pt x="1312" y="29392"/>
                    <a:pt x="2077" y="26901"/>
                    <a:pt x="3076" y="24499"/>
                  </a:cubicBezTo>
                  <a:cubicBezTo>
                    <a:pt x="4066" y="22107"/>
                    <a:pt x="5279" y="19815"/>
                    <a:pt x="6699" y="17651"/>
                  </a:cubicBezTo>
                  <a:cubicBezTo>
                    <a:pt x="9627" y="13334"/>
                    <a:pt x="13348" y="9613"/>
                    <a:pt x="17665" y="6685"/>
                  </a:cubicBezTo>
                  <a:cubicBezTo>
                    <a:pt x="19840" y="5256"/>
                    <a:pt x="22150" y="4040"/>
                    <a:pt x="24562" y="3063"/>
                  </a:cubicBezTo>
                  <a:cubicBezTo>
                    <a:pt x="34256" y="-1021"/>
                    <a:pt x="45187" y="-1021"/>
                    <a:pt x="54881" y="3063"/>
                  </a:cubicBezTo>
                  <a:cubicBezTo>
                    <a:pt x="57293" y="4040"/>
                    <a:pt x="59603" y="5256"/>
                    <a:pt x="61778" y="6685"/>
                  </a:cubicBezTo>
                  <a:cubicBezTo>
                    <a:pt x="63932" y="8144"/>
                    <a:pt x="65943" y="9806"/>
                    <a:pt x="67782" y="11647"/>
                  </a:cubicBezTo>
                  <a:cubicBezTo>
                    <a:pt x="69635" y="13473"/>
                    <a:pt x="71298" y="15488"/>
                    <a:pt x="72744" y="17651"/>
                  </a:cubicBezTo>
                  <a:cubicBezTo>
                    <a:pt x="74164" y="19815"/>
                    <a:pt x="75377" y="22107"/>
                    <a:pt x="76366" y="24499"/>
                  </a:cubicBezTo>
                  <a:cubicBezTo>
                    <a:pt x="77428" y="26861"/>
                    <a:pt x="78259" y="29322"/>
                    <a:pt x="78847" y="31843"/>
                  </a:cubicBezTo>
                  <a:cubicBezTo>
                    <a:pt x="79907" y="36964"/>
                    <a:pt x="79907" y="42253"/>
                    <a:pt x="78847" y="47374"/>
                  </a:cubicBezTo>
                  <a:cubicBezTo>
                    <a:pt x="78336" y="49910"/>
                    <a:pt x="77572" y="52386"/>
                    <a:pt x="76565" y="54768"/>
                  </a:cubicBezTo>
                  <a:cubicBezTo>
                    <a:pt x="75597" y="57169"/>
                    <a:pt x="74383" y="59462"/>
                    <a:pt x="72942" y="61615"/>
                  </a:cubicBezTo>
                  <a:cubicBezTo>
                    <a:pt x="71497" y="63794"/>
                    <a:pt x="69834" y="65823"/>
                    <a:pt x="67980" y="67669"/>
                  </a:cubicBezTo>
                  <a:cubicBezTo>
                    <a:pt x="66143" y="69510"/>
                    <a:pt x="64132" y="71172"/>
                    <a:pt x="61976" y="72631"/>
                  </a:cubicBezTo>
                  <a:cubicBezTo>
                    <a:pt x="59803" y="74080"/>
                    <a:pt x="57494" y="75311"/>
                    <a:pt x="55079" y="76303"/>
                  </a:cubicBezTo>
                  <a:cubicBezTo>
                    <a:pt x="52689" y="77285"/>
                    <a:pt x="50214" y="78050"/>
                    <a:pt x="47686" y="78586"/>
                  </a:cubicBezTo>
                  <a:cubicBezTo>
                    <a:pt x="45057" y="79126"/>
                    <a:pt x="42381" y="79409"/>
                    <a:pt x="39697" y="79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6" name="Picture Placeholder 7">
            <a:extLst>
              <a:ext uri="{FF2B5EF4-FFF2-40B4-BE49-F238E27FC236}">
                <a16:creationId xmlns:a16="http://schemas.microsoft.com/office/drawing/2014/main" id="{74049836-CC5D-064C-91CE-3A7E05E5F11D}"/>
              </a:ext>
            </a:extLst>
          </p:cNvPr>
          <p:cNvGrpSpPr>
            <a:grpSpLocks noChangeAspect="1"/>
          </p:cNvGrpSpPr>
          <p:nvPr/>
        </p:nvGrpSpPr>
        <p:grpSpPr>
          <a:xfrm>
            <a:off x="5482581" y="4846788"/>
            <a:ext cx="820097" cy="652161"/>
            <a:chOff x="5482581" y="4846788"/>
            <a:chExt cx="820097" cy="652161"/>
          </a:xfrm>
        </p:grpSpPr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C2B49472-8C98-1948-A2E6-4F0699132072}"/>
                </a:ext>
              </a:extLst>
            </p:cNvPr>
            <p:cNvSpPr/>
            <p:nvPr/>
          </p:nvSpPr>
          <p:spPr>
            <a:xfrm>
              <a:off x="5850824" y="5406655"/>
              <a:ext cx="92294" cy="92294"/>
            </a:xfrm>
            <a:custGeom>
              <a:avLst/>
              <a:gdLst>
                <a:gd name="connsiteX0" fmla="*/ 92295 w 92294"/>
                <a:gd name="connsiteY0" fmla="*/ 46147 h 92294"/>
                <a:gd name="connsiteX1" fmla="*/ 46147 w 92294"/>
                <a:gd name="connsiteY1" fmla="*/ 92294 h 92294"/>
                <a:gd name="connsiteX2" fmla="*/ 0 w 92294"/>
                <a:gd name="connsiteY2" fmla="*/ 46147 h 92294"/>
                <a:gd name="connsiteX3" fmla="*/ 46147 w 92294"/>
                <a:gd name="connsiteY3" fmla="*/ 0 h 92294"/>
                <a:gd name="connsiteX4" fmla="*/ 92295 w 92294"/>
                <a:gd name="connsiteY4" fmla="*/ 46147 h 9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94" h="92294">
                  <a:moveTo>
                    <a:pt x="92295" y="46147"/>
                  </a:moveTo>
                  <a:cubicBezTo>
                    <a:pt x="92295" y="71634"/>
                    <a:pt x="71634" y="92294"/>
                    <a:pt x="46147" y="92294"/>
                  </a:cubicBezTo>
                  <a:cubicBezTo>
                    <a:pt x="20661" y="92294"/>
                    <a:pt x="0" y="71634"/>
                    <a:pt x="0" y="46147"/>
                  </a:cubicBezTo>
                  <a:cubicBezTo>
                    <a:pt x="0" y="20661"/>
                    <a:pt x="20661" y="0"/>
                    <a:pt x="46147" y="0"/>
                  </a:cubicBezTo>
                  <a:cubicBezTo>
                    <a:pt x="71634" y="0"/>
                    <a:pt x="92295" y="20661"/>
                    <a:pt x="92295" y="461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5E9AC9D5-4549-7E42-9FF7-805AFD843CFD}"/>
                </a:ext>
              </a:extLst>
            </p:cNvPr>
            <p:cNvSpPr/>
            <p:nvPr/>
          </p:nvSpPr>
          <p:spPr>
            <a:xfrm>
              <a:off x="5594047" y="5036562"/>
              <a:ext cx="595496" cy="206840"/>
            </a:xfrm>
            <a:custGeom>
              <a:avLst/>
              <a:gdLst>
                <a:gd name="connsiteX0" fmla="*/ 555989 w 595496"/>
                <a:gd name="connsiteY0" fmla="*/ 206840 h 206840"/>
                <a:gd name="connsiteX1" fmla="*/ 523736 w 595496"/>
                <a:gd name="connsiteY1" fmla="*/ 190465 h 206840"/>
                <a:gd name="connsiteX2" fmla="*/ 470642 w 595496"/>
                <a:gd name="connsiteY2" fmla="*/ 136875 h 206840"/>
                <a:gd name="connsiteX3" fmla="*/ 71195 w 595496"/>
                <a:gd name="connsiteY3" fmla="*/ 190962 h 206840"/>
                <a:gd name="connsiteX4" fmla="*/ 15619 w 595496"/>
                <a:gd name="connsiteY4" fmla="*/ 198405 h 206840"/>
                <a:gd name="connsiteX5" fmla="*/ 8176 w 595496"/>
                <a:gd name="connsiteY5" fmla="*/ 142830 h 206840"/>
                <a:gd name="connsiteX6" fmla="*/ 518774 w 595496"/>
                <a:gd name="connsiteY6" fmla="*/ 74353 h 206840"/>
                <a:gd name="connsiteX7" fmla="*/ 587747 w 595496"/>
                <a:gd name="connsiteY7" fmla="*/ 144318 h 206840"/>
                <a:gd name="connsiteX8" fmla="*/ 579311 w 595496"/>
                <a:gd name="connsiteY8" fmla="*/ 199893 h 206840"/>
                <a:gd name="connsiteX9" fmla="*/ 555989 w 595496"/>
                <a:gd name="connsiteY9" fmla="*/ 206840 h 20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5496" h="206840">
                  <a:moveTo>
                    <a:pt x="555989" y="206840"/>
                  </a:moveTo>
                  <a:cubicBezTo>
                    <a:pt x="543584" y="206840"/>
                    <a:pt x="531675" y="201382"/>
                    <a:pt x="523736" y="190465"/>
                  </a:cubicBezTo>
                  <a:cubicBezTo>
                    <a:pt x="508850" y="170121"/>
                    <a:pt x="490986" y="152257"/>
                    <a:pt x="470642" y="136875"/>
                  </a:cubicBezTo>
                  <a:cubicBezTo>
                    <a:pt x="346094" y="42100"/>
                    <a:pt x="166963" y="65917"/>
                    <a:pt x="71195" y="190962"/>
                  </a:cubicBezTo>
                  <a:cubicBezTo>
                    <a:pt x="58293" y="208329"/>
                    <a:pt x="32987" y="211306"/>
                    <a:pt x="15619" y="198405"/>
                  </a:cubicBezTo>
                  <a:cubicBezTo>
                    <a:pt x="-1748" y="185007"/>
                    <a:pt x="-5221" y="160197"/>
                    <a:pt x="8176" y="142830"/>
                  </a:cubicBezTo>
                  <a:cubicBezTo>
                    <a:pt x="130243" y="-16453"/>
                    <a:pt x="359491" y="-47218"/>
                    <a:pt x="518774" y="74353"/>
                  </a:cubicBezTo>
                  <a:cubicBezTo>
                    <a:pt x="545073" y="94201"/>
                    <a:pt x="568395" y="118019"/>
                    <a:pt x="587747" y="144318"/>
                  </a:cubicBezTo>
                  <a:cubicBezTo>
                    <a:pt x="600648" y="162182"/>
                    <a:pt x="597175" y="186992"/>
                    <a:pt x="579311" y="199893"/>
                  </a:cubicBezTo>
                  <a:cubicBezTo>
                    <a:pt x="572364" y="204359"/>
                    <a:pt x="563929" y="206840"/>
                    <a:pt x="555989" y="2068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F654A878-A764-4A44-8B67-0843909EFC43}"/>
                </a:ext>
              </a:extLst>
            </p:cNvPr>
            <p:cNvSpPr/>
            <p:nvPr/>
          </p:nvSpPr>
          <p:spPr>
            <a:xfrm>
              <a:off x="5482581" y="4846788"/>
              <a:ext cx="820097" cy="266608"/>
            </a:xfrm>
            <a:custGeom>
              <a:avLst/>
              <a:gdLst>
                <a:gd name="connsiteX0" fmla="*/ 780591 w 820097"/>
                <a:gd name="connsiteY0" fmla="*/ 266609 h 266608"/>
                <a:gd name="connsiteX1" fmla="*/ 748834 w 820097"/>
                <a:gd name="connsiteY1" fmla="*/ 250730 h 266608"/>
                <a:gd name="connsiteX2" fmla="*/ 662493 w 820097"/>
                <a:gd name="connsiteY2" fmla="*/ 163894 h 266608"/>
                <a:gd name="connsiteX3" fmla="*/ 348890 w 820097"/>
                <a:gd name="connsiteY3" fmla="*/ 83508 h 266608"/>
                <a:gd name="connsiteX4" fmla="*/ 71510 w 820097"/>
                <a:gd name="connsiteY4" fmla="*/ 248249 h 266608"/>
                <a:gd name="connsiteX5" fmla="*/ 15935 w 820097"/>
                <a:gd name="connsiteY5" fmla="*/ 256188 h 266608"/>
                <a:gd name="connsiteX6" fmla="*/ 7996 w 820097"/>
                <a:gd name="connsiteY6" fmla="*/ 200613 h 266608"/>
                <a:gd name="connsiteX7" fmla="*/ 337478 w 820097"/>
                <a:gd name="connsiteY7" fmla="*/ 5108 h 266608"/>
                <a:gd name="connsiteX8" fmla="*/ 709633 w 820097"/>
                <a:gd name="connsiteY8" fmla="*/ 99883 h 266608"/>
                <a:gd name="connsiteX9" fmla="*/ 812348 w 820097"/>
                <a:gd name="connsiteY9" fmla="*/ 203094 h 266608"/>
                <a:gd name="connsiteX10" fmla="*/ 803913 w 820097"/>
                <a:gd name="connsiteY10" fmla="*/ 258669 h 266608"/>
                <a:gd name="connsiteX11" fmla="*/ 780591 w 820097"/>
                <a:gd name="connsiteY11" fmla="*/ 266609 h 266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0097" h="266608">
                  <a:moveTo>
                    <a:pt x="780591" y="266609"/>
                  </a:moveTo>
                  <a:cubicBezTo>
                    <a:pt x="768186" y="266609"/>
                    <a:pt x="756277" y="261150"/>
                    <a:pt x="748834" y="250730"/>
                  </a:cubicBezTo>
                  <a:cubicBezTo>
                    <a:pt x="724023" y="216988"/>
                    <a:pt x="694747" y="187712"/>
                    <a:pt x="662493" y="163894"/>
                  </a:cubicBezTo>
                  <a:cubicBezTo>
                    <a:pt x="571191" y="95913"/>
                    <a:pt x="460041" y="67630"/>
                    <a:pt x="348890" y="83508"/>
                  </a:cubicBezTo>
                  <a:cubicBezTo>
                    <a:pt x="237244" y="99387"/>
                    <a:pt x="138995" y="157939"/>
                    <a:pt x="71510" y="248249"/>
                  </a:cubicBezTo>
                  <a:cubicBezTo>
                    <a:pt x="58609" y="265616"/>
                    <a:pt x="33302" y="269586"/>
                    <a:pt x="15935" y="256188"/>
                  </a:cubicBezTo>
                  <a:cubicBezTo>
                    <a:pt x="-1432" y="243287"/>
                    <a:pt x="-5402" y="217980"/>
                    <a:pt x="7996" y="200613"/>
                  </a:cubicBezTo>
                  <a:cubicBezTo>
                    <a:pt x="87885" y="93432"/>
                    <a:pt x="204990" y="23963"/>
                    <a:pt x="337478" y="5108"/>
                  </a:cubicBezTo>
                  <a:cubicBezTo>
                    <a:pt x="469965" y="-13748"/>
                    <a:pt x="601956" y="19994"/>
                    <a:pt x="709633" y="99883"/>
                  </a:cubicBezTo>
                  <a:cubicBezTo>
                    <a:pt x="748337" y="128663"/>
                    <a:pt x="783072" y="163398"/>
                    <a:pt x="812348" y="203094"/>
                  </a:cubicBezTo>
                  <a:cubicBezTo>
                    <a:pt x="825249" y="220958"/>
                    <a:pt x="821776" y="245768"/>
                    <a:pt x="803913" y="258669"/>
                  </a:cubicBezTo>
                  <a:cubicBezTo>
                    <a:pt x="796966" y="264128"/>
                    <a:pt x="788530" y="266609"/>
                    <a:pt x="780591" y="26660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0D305CC1-4560-E340-8734-E467E701BF3B}"/>
                </a:ext>
              </a:extLst>
            </p:cNvPr>
            <p:cNvSpPr/>
            <p:nvPr/>
          </p:nvSpPr>
          <p:spPr>
            <a:xfrm>
              <a:off x="5733978" y="5223677"/>
              <a:ext cx="317123" cy="138319"/>
            </a:xfrm>
            <a:custGeom>
              <a:avLst/>
              <a:gdLst>
                <a:gd name="connsiteX0" fmla="*/ 277121 w 317123"/>
                <a:gd name="connsiteY0" fmla="*/ 138319 h 138319"/>
                <a:gd name="connsiteX1" fmla="*/ 244867 w 317123"/>
                <a:gd name="connsiteY1" fmla="*/ 121944 h 138319"/>
                <a:gd name="connsiteX2" fmla="*/ 225019 w 317123"/>
                <a:gd name="connsiteY2" fmla="*/ 101600 h 138319"/>
                <a:gd name="connsiteX3" fmla="*/ 71195 w 317123"/>
                <a:gd name="connsiteY3" fmla="*/ 121944 h 138319"/>
                <a:gd name="connsiteX4" fmla="*/ 15619 w 317123"/>
                <a:gd name="connsiteY4" fmla="*/ 129387 h 138319"/>
                <a:gd name="connsiteX5" fmla="*/ 8176 w 317123"/>
                <a:gd name="connsiteY5" fmla="*/ 73812 h 138319"/>
                <a:gd name="connsiteX6" fmla="*/ 273151 w 317123"/>
                <a:gd name="connsiteY6" fmla="*/ 38581 h 138319"/>
                <a:gd name="connsiteX7" fmla="*/ 309374 w 317123"/>
                <a:gd name="connsiteY7" fmla="*/ 74805 h 138319"/>
                <a:gd name="connsiteX8" fmla="*/ 300939 w 317123"/>
                <a:gd name="connsiteY8" fmla="*/ 130380 h 138319"/>
                <a:gd name="connsiteX9" fmla="*/ 277121 w 317123"/>
                <a:gd name="connsiteY9" fmla="*/ 138319 h 13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123" h="138319">
                  <a:moveTo>
                    <a:pt x="277121" y="138319"/>
                  </a:moveTo>
                  <a:cubicBezTo>
                    <a:pt x="264716" y="138319"/>
                    <a:pt x="252807" y="132861"/>
                    <a:pt x="244867" y="121944"/>
                  </a:cubicBezTo>
                  <a:cubicBezTo>
                    <a:pt x="239409" y="114501"/>
                    <a:pt x="232462" y="107554"/>
                    <a:pt x="225019" y="101600"/>
                  </a:cubicBezTo>
                  <a:cubicBezTo>
                    <a:pt x="176887" y="64880"/>
                    <a:pt x="107914" y="74308"/>
                    <a:pt x="71195" y="121944"/>
                  </a:cubicBezTo>
                  <a:cubicBezTo>
                    <a:pt x="57797" y="139311"/>
                    <a:pt x="32987" y="142785"/>
                    <a:pt x="15619" y="129387"/>
                  </a:cubicBezTo>
                  <a:cubicBezTo>
                    <a:pt x="-1748" y="115990"/>
                    <a:pt x="-5221" y="91179"/>
                    <a:pt x="8176" y="73812"/>
                  </a:cubicBezTo>
                  <a:cubicBezTo>
                    <a:pt x="71691" y="-8558"/>
                    <a:pt x="190285" y="-24437"/>
                    <a:pt x="273151" y="38581"/>
                  </a:cubicBezTo>
                  <a:cubicBezTo>
                    <a:pt x="287045" y="49002"/>
                    <a:pt x="298954" y="61407"/>
                    <a:pt x="309374" y="74805"/>
                  </a:cubicBezTo>
                  <a:cubicBezTo>
                    <a:pt x="322276" y="92668"/>
                    <a:pt x="318802" y="117478"/>
                    <a:pt x="300939" y="130380"/>
                  </a:cubicBezTo>
                  <a:cubicBezTo>
                    <a:pt x="293496" y="135838"/>
                    <a:pt x="285060" y="138319"/>
                    <a:pt x="277121" y="13831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20093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47">
            <a:extLst>
              <a:ext uri="{FF2B5EF4-FFF2-40B4-BE49-F238E27FC236}">
                <a16:creationId xmlns:a16="http://schemas.microsoft.com/office/drawing/2014/main" id="{05B110C5-6584-4E69-81DB-1A25F2AAFD69}"/>
              </a:ext>
            </a:extLst>
          </p:cNvPr>
          <p:cNvGrpSpPr>
            <a:grpSpLocks noChangeAspect="1"/>
          </p:cNvGrpSpPr>
          <p:nvPr/>
        </p:nvGrpSpPr>
        <p:grpSpPr>
          <a:xfrm>
            <a:off x="1505475" y="2534635"/>
            <a:ext cx="838590" cy="841765"/>
            <a:chOff x="1505475" y="2534635"/>
            <a:chExt cx="838590" cy="841765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2C4A7CE-8BA2-FF48-9DD6-14762B4997C7}"/>
                </a:ext>
              </a:extLst>
            </p:cNvPr>
            <p:cNvSpPr/>
            <p:nvPr/>
          </p:nvSpPr>
          <p:spPr>
            <a:xfrm>
              <a:off x="1505475" y="2534635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8894 w 838590"/>
                <a:gd name="connsiteY8" fmla="*/ 0 h 841765"/>
                <a:gd name="connsiteX9" fmla="*/ 838591 w 838590"/>
                <a:gd name="connsiteY9" fmla="*/ 39697 h 841765"/>
                <a:gd name="connsiteX10" fmla="*/ 838591 w 838590"/>
                <a:gd name="connsiteY10" fmla="*/ 605372 h 841765"/>
                <a:gd name="connsiteX11" fmla="*/ 798894 w 838590"/>
                <a:gd name="connsiteY11" fmla="*/ 645069 h 841765"/>
                <a:gd name="connsiteX12" fmla="*/ 434231 w 838590"/>
                <a:gd name="connsiteY12" fmla="*/ 645069 h 841765"/>
                <a:gd name="connsiteX13" fmla="*/ 256887 w 838590"/>
                <a:gd name="connsiteY13" fmla="*/ 829559 h 841765"/>
                <a:gd name="connsiteX14" fmla="*/ 228255 w 838590"/>
                <a:gd name="connsiteY14" fmla="*/ 841765 h 841765"/>
                <a:gd name="connsiteX15" fmla="*/ 79393 w 838590"/>
                <a:gd name="connsiteY15" fmla="*/ 565676 h 841765"/>
                <a:gd name="connsiteX16" fmla="*/ 233217 w 838590"/>
                <a:gd name="connsiteY16" fmla="*/ 565676 h 841765"/>
                <a:gd name="connsiteX17" fmla="*/ 272928 w 838590"/>
                <a:gd name="connsiteY17" fmla="*/ 605358 h 841765"/>
                <a:gd name="connsiteX18" fmla="*/ 272914 w 838590"/>
                <a:gd name="connsiteY18" fmla="*/ 606414 h 841765"/>
                <a:gd name="connsiteX19" fmla="*/ 270532 w 838590"/>
                <a:gd name="connsiteY19" fmla="*/ 700694 h 841765"/>
                <a:gd name="connsiteX20" fmla="*/ 388729 w 838590"/>
                <a:gd name="connsiteY20" fmla="*/ 577783 h 841765"/>
                <a:gd name="connsiteX21" fmla="*/ 417310 w 838590"/>
                <a:gd name="connsiteY21" fmla="*/ 565577 h 841765"/>
                <a:gd name="connsiteX22" fmla="*/ 759197 w 838590"/>
                <a:gd name="connsiteY22" fmla="*/ 565577 h 841765"/>
                <a:gd name="connsiteX23" fmla="*/ 759197 w 838590"/>
                <a:gd name="connsiteY23" fmla="*/ 79294 h 841765"/>
                <a:gd name="connsiteX24" fmla="*/ 79393 w 838590"/>
                <a:gd name="connsiteY24" fmla="*/ 79294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lnTo>
                    <a:pt x="434231" y="645069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  <a:moveTo>
                    <a:pt x="79393" y="565676"/>
                  </a:move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59197" y="565577"/>
                  </a:lnTo>
                  <a:lnTo>
                    <a:pt x="759197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D728A4B-53C8-8043-AC74-12E219E865AB}"/>
                </a:ext>
              </a:extLst>
            </p:cNvPr>
            <p:cNvSpPr/>
            <p:nvPr/>
          </p:nvSpPr>
          <p:spPr>
            <a:xfrm>
              <a:off x="1694877" y="2714857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741CC530-2EBD-D847-AB1D-2B76EFEC8C80}"/>
                </a:ext>
              </a:extLst>
            </p:cNvPr>
            <p:cNvSpPr/>
            <p:nvPr/>
          </p:nvSpPr>
          <p:spPr>
            <a:xfrm>
              <a:off x="1694877" y="2819061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F78EB84-88DD-BB4F-B6FA-E2DDF127F324}"/>
                </a:ext>
              </a:extLst>
            </p:cNvPr>
            <p:cNvSpPr/>
            <p:nvPr/>
          </p:nvSpPr>
          <p:spPr>
            <a:xfrm>
              <a:off x="1694877" y="2923264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cubicBezTo>
                    <a:pt x="456511" y="61620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" name="Picture Placeholder 49">
            <a:extLst>
              <a:ext uri="{FF2B5EF4-FFF2-40B4-BE49-F238E27FC236}">
                <a16:creationId xmlns:a16="http://schemas.microsoft.com/office/drawing/2014/main" id="{290FAC1F-A233-4F28-9E15-F1502E1AE9F5}"/>
              </a:ext>
            </a:extLst>
          </p:cNvPr>
          <p:cNvGrpSpPr>
            <a:grpSpLocks noChangeAspect="1"/>
          </p:cNvGrpSpPr>
          <p:nvPr/>
        </p:nvGrpSpPr>
        <p:grpSpPr>
          <a:xfrm>
            <a:off x="2822983" y="2534635"/>
            <a:ext cx="838590" cy="841765"/>
            <a:chOff x="2822983" y="2534635"/>
            <a:chExt cx="838590" cy="841765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CA15F79-6D53-2741-AE32-FE8410103850}"/>
                </a:ext>
              </a:extLst>
            </p:cNvPr>
            <p:cNvSpPr/>
            <p:nvPr/>
          </p:nvSpPr>
          <p:spPr>
            <a:xfrm>
              <a:off x="2822983" y="2534635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8894 w 838590"/>
                <a:gd name="connsiteY8" fmla="*/ 0 h 841765"/>
                <a:gd name="connsiteX9" fmla="*/ 838591 w 838590"/>
                <a:gd name="connsiteY9" fmla="*/ 39697 h 841765"/>
                <a:gd name="connsiteX10" fmla="*/ 838591 w 838590"/>
                <a:gd name="connsiteY10" fmla="*/ 605372 h 841765"/>
                <a:gd name="connsiteX11" fmla="*/ 798894 w 838590"/>
                <a:gd name="connsiteY11" fmla="*/ 645069 h 841765"/>
                <a:gd name="connsiteX12" fmla="*/ 434231 w 838590"/>
                <a:gd name="connsiteY12" fmla="*/ 645069 h 841765"/>
                <a:gd name="connsiteX13" fmla="*/ 256887 w 838590"/>
                <a:gd name="connsiteY13" fmla="*/ 829559 h 841765"/>
                <a:gd name="connsiteX14" fmla="*/ 228255 w 838590"/>
                <a:gd name="connsiteY14" fmla="*/ 841765 h 841765"/>
                <a:gd name="connsiteX15" fmla="*/ 79393 w 838590"/>
                <a:gd name="connsiteY15" fmla="*/ 565676 h 841765"/>
                <a:gd name="connsiteX16" fmla="*/ 233217 w 838590"/>
                <a:gd name="connsiteY16" fmla="*/ 565676 h 841765"/>
                <a:gd name="connsiteX17" fmla="*/ 272928 w 838590"/>
                <a:gd name="connsiteY17" fmla="*/ 605358 h 841765"/>
                <a:gd name="connsiteX18" fmla="*/ 272914 w 838590"/>
                <a:gd name="connsiteY18" fmla="*/ 606414 h 841765"/>
                <a:gd name="connsiteX19" fmla="*/ 270532 w 838590"/>
                <a:gd name="connsiteY19" fmla="*/ 700694 h 841765"/>
                <a:gd name="connsiteX20" fmla="*/ 388729 w 838590"/>
                <a:gd name="connsiteY20" fmla="*/ 577783 h 841765"/>
                <a:gd name="connsiteX21" fmla="*/ 417310 w 838590"/>
                <a:gd name="connsiteY21" fmla="*/ 565577 h 841765"/>
                <a:gd name="connsiteX22" fmla="*/ 759197 w 838590"/>
                <a:gd name="connsiteY22" fmla="*/ 565577 h 841765"/>
                <a:gd name="connsiteX23" fmla="*/ 759197 w 838590"/>
                <a:gd name="connsiteY23" fmla="*/ 79294 h 841765"/>
                <a:gd name="connsiteX24" fmla="*/ 79393 w 838590"/>
                <a:gd name="connsiteY24" fmla="*/ 79294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lnTo>
                    <a:pt x="434231" y="645069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  <a:moveTo>
                    <a:pt x="79393" y="565676"/>
                  </a:move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59197" y="565577"/>
                  </a:lnTo>
                  <a:lnTo>
                    <a:pt x="759197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525AE45-1680-074B-BAE6-9AC6157C4DC1}"/>
                </a:ext>
              </a:extLst>
            </p:cNvPr>
            <p:cNvSpPr/>
            <p:nvPr/>
          </p:nvSpPr>
          <p:spPr>
            <a:xfrm>
              <a:off x="2932793" y="2679279"/>
              <a:ext cx="161217" cy="302686"/>
            </a:xfrm>
            <a:custGeom>
              <a:avLst/>
              <a:gdLst>
                <a:gd name="connsiteX0" fmla="*/ 39697 w 161217"/>
                <a:gd name="connsiteY0" fmla="*/ 302686 h 302686"/>
                <a:gd name="connsiteX1" fmla="*/ 0 w 161217"/>
                <a:gd name="connsiteY1" fmla="*/ 262990 h 302686"/>
                <a:gd name="connsiteX2" fmla="*/ 0 w 161217"/>
                <a:gd name="connsiteY2" fmla="*/ 39697 h 302686"/>
                <a:gd name="connsiteX3" fmla="*/ 39697 w 161217"/>
                <a:gd name="connsiteY3" fmla="*/ 0 h 302686"/>
                <a:gd name="connsiteX4" fmla="*/ 121521 w 161217"/>
                <a:gd name="connsiteY4" fmla="*/ 0 h 302686"/>
                <a:gd name="connsiteX5" fmla="*/ 161218 w 161217"/>
                <a:gd name="connsiteY5" fmla="*/ 39697 h 302686"/>
                <a:gd name="connsiteX6" fmla="*/ 121521 w 161217"/>
                <a:gd name="connsiteY6" fmla="*/ 79393 h 302686"/>
                <a:gd name="connsiteX7" fmla="*/ 79393 w 161217"/>
                <a:gd name="connsiteY7" fmla="*/ 79393 h 302686"/>
                <a:gd name="connsiteX8" fmla="*/ 79393 w 161217"/>
                <a:gd name="connsiteY8" fmla="*/ 262990 h 302686"/>
                <a:gd name="connsiteX9" fmla="*/ 39697 w 161217"/>
                <a:gd name="connsiteY9" fmla="*/ 302686 h 3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217" h="302686">
                  <a:moveTo>
                    <a:pt x="39697" y="302686"/>
                  </a:moveTo>
                  <a:cubicBezTo>
                    <a:pt x="17773" y="302686"/>
                    <a:pt x="0" y="284914"/>
                    <a:pt x="0" y="26299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21521" y="0"/>
                  </a:lnTo>
                  <a:cubicBezTo>
                    <a:pt x="143445" y="0"/>
                    <a:pt x="161218" y="17773"/>
                    <a:pt x="161218" y="39697"/>
                  </a:cubicBezTo>
                  <a:cubicBezTo>
                    <a:pt x="161218" y="61620"/>
                    <a:pt x="143445" y="79393"/>
                    <a:pt x="121521" y="79393"/>
                  </a:cubicBezTo>
                  <a:lnTo>
                    <a:pt x="79393" y="79393"/>
                  </a:lnTo>
                  <a:lnTo>
                    <a:pt x="79393" y="262990"/>
                  </a:lnTo>
                  <a:cubicBezTo>
                    <a:pt x="79393" y="284914"/>
                    <a:pt x="61621" y="302686"/>
                    <a:pt x="39697" y="3026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0AFEBE41-E7E3-E844-903A-447051C94FDE}"/>
                </a:ext>
              </a:extLst>
            </p:cNvPr>
            <p:cNvSpPr/>
            <p:nvPr/>
          </p:nvSpPr>
          <p:spPr>
            <a:xfrm>
              <a:off x="2932793" y="2781002"/>
              <a:ext cx="161217" cy="79393"/>
            </a:xfrm>
            <a:custGeom>
              <a:avLst/>
              <a:gdLst>
                <a:gd name="connsiteX0" fmla="*/ 121521 w 161217"/>
                <a:gd name="connsiteY0" fmla="*/ 79393 h 79393"/>
                <a:gd name="connsiteX1" fmla="*/ 39697 w 161217"/>
                <a:gd name="connsiteY1" fmla="*/ 79393 h 79393"/>
                <a:gd name="connsiteX2" fmla="*/ 0 w 161217"/>
                <a:gd name="connsiteY2" fmla="*/ 39697 h 79393"/>
                <a:gd name="connsiteX3" fmla="*/ 39697 w 161217"/>
                <a:gd name="connsiteY3" fmla="*/ 0 h 79393"/>
                <a:gd name="connsiteX4" fmla="*/ 121521 w 161217"/>
                <a:gd name="connsiteY4" fmla="*/ 0 h 79393"/>
                <a:gd name="connsiteX5" fmla="*/ 161218 w 161217"/>
                <a:gd name="connsiteY5" fmla="*/ 39697 h 79393"/>
                <a:gd name="connsiteX6" fmla="*/ 121521 w 16121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217" h="79393">
                  <a:moveTo>
                    <a:pt x="12152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1521" y="0"/>
                  </a:lnTo>
                  <a:cubicBezTo>
                    <a:pt x="143445" y="0"/>
                    <a:pt x="161218" y="17773"/>
                    <a:pt x="161218" y="39697"/>
                  </a:cubicBezTo>
                  <a:cubicBezTo>
                    <a:pt x="161218" y="61620"/>
                    <a:pt x="143445" y="79393"/>
                    <a:pt x="12152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3D148E7-B608-FE4D-8097-56061499CCD5}"/>
                </a:ext>
              </a:extLst>
            </p:cNvPr>
            <p:cNvSpPr/>
            <p:nvPr/>
          </p:nvSpPr>
          <p:spPr>
            <a:xfrm>
              <a:off x="3336508" y="2680123"/>
              <a:ext cx="199872" cy="298617"/>
            </a:xfrm>
            <a:custGeom>
              <a:avLst/>
              <a:gdLst>
                <a:gd name="connsiteX0" fmla="*/ 99936 w 199872"/>
                <a:gd name="connsiteY0" fmla="*/ 298617 h 298617"/>
                <a:gd name="connsiteX1" fmla="*/ 0 w 199872"/>
                <a:gd name="connsiteY1" fmla="*/ 149358 h 298617"/>
                <a:gd name="connsiteX2" fmla="*/ 99936 w 199872"/>
                <a:gd name="connsiteY2" fmla="*/ 0 h 298617"/>
                <a:gd name="connsiteX3" fmla="*/ 199872 w 199872"/>
                <a:gd name="connsiteY3" fmla="*/ 149358 h 298617"/>
                <a:gd name="connsiteX4" fmla="*/ 99936 w 199872"/>
                <a:gd name="connsiteY4" fmla="*/ 298617 h 298617"/>
                <a:gd name="connsiteX5" fmla="*/ 99936 w 199872"/>
                <a:gd name="connsiteY5" fmla="*/ 80286 h 298617"/>
                <a:gd name="connsiteX6" fmla="*/ 79393 w 199872"/>
                <a:gd name="connsiteY6" fmla="*/ 149309 h 298617"/>
                <a:gd name="connsiteX7" fmla="*/ 99936 w 199872"/>
                <a:gd name="connsiteY7" fmla="*/ 218331 h 298617"/>
                <a:gd name="connsiteX8" fmla="*/ 120479 w 199872"/>
                <a:gd name="connsiteY8" fmla="*/ 149309 h 298617"/>
                <a:gd name="connsiteX9" fmla="*/ 99936 w 199872"/>
                <a:gd name="connsiteY9" fmla="*/ 80336 h 2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872" h="298617">
                  <a:moveTo>
                    <a:pt x="99936" y="298617"/>
                  </a:moveTo>
                  <a:cubicBezTo>
                    <a:pt x="42972" y="298617"/>
                    <a:pt x="0" y="234458"/>
                    <a:pt x="0" y="149358"/>
                  </a:cubicBezTo>
                  <a:cubicBezTo>
                    <a:pt x="0" y="64259"/>
                    <a:pt x="42972" y="0"/>
                    <a:pt x="99936" y="0"/>
                  </a:cubicBezTo>
                  <a:cubicBezTo>
                    <a:pt x="156901" y="0"/>
                    <a:pt x="199872" y="64507"/>
                    <a:pt x="199872" y="149358"/>
                  </a:cubicBezTo>
                  <a:cubicBezTo>
                    <a:pt x="199872" y="234210"/>
                    <a:pt x="156901" y="298617"/>
                    <a:pt x="99936" y="298617"/>
                  </a:cubicBezTo>
                  <a:close/>
                  <a:moveTo>
                    <a:pt x="99936" y="80286"/>
                  </a:moveTo>
                  <a:cubicBezTo>
                    <a:pt x="92791" y="86241"/>
                    <a:pt x="79393" y="110555"/>
                    <a:pt x="79393" y="149309"/>
                  </a:cubicBezTo>
                  <a:cubicBezTo>
                    <a:pt x="79393" y="188062"/>
                    <a:pt x="92791" y="212327"/>
                    <a:pt x="99936" y="218331"/>
                  </a:cubicBezTo>
                  <a:cubicBezTo>
                    <a:pt x="107082" y="212327"/>
                    <a:pt x="120479" y="188062"/>
                    <a:pt x="120479" y="149309"/>
                  </a:cubicBezTo>
                  <a:cubicBezTo>
                    <a:pt x="120479" y="110555"/>
                    <a:pt x="107082" y="86290"/>
                    <a:pt x="99936" y="803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87C294C-EEBB-D046-B30E-8B0551D832D4}"/>
                </a:ext>
              </a:extLst>
            </p:cNvPr>
            <p:cNvSpPr/>
            <p:nvPr/>
          </p:nvSpPr>
          <p:spPr>
            <a:xfrm>
              <a:off x="3441729" y="2868548"/>
              <a:ext cx="111162" cy="114261"/>
            </a:xfrm>
            <a:custGeom>
              <a:avLst/>
              <a:gdLst>
                <a:gd name="connsiteX0" fmla="*/ 71726 w 111162"/>
                <a:gd name="connsiteY0" fmla="*/ 114261 h 114261"/>
                <a:gd name="connsiteX1" fmla="*/ 42499 w 111162"/>
                <a:gd name="connsiteY1" fmla="*/ 101459 h 114261"/>
                <a:gd name="connsiteX2" fmla="*/ 11139 w 111162"/>
                <a:gd name="connsiteY2" fmla="*/ 67271 h 114261"/>
                <a:gd name="connsiteX3" fmla="*/ 12122 w 111162"/>
                <a:gd name="connsiteY3" fmla="*/ 11140 h 114261"/>
                <a:gd name="connsiteX4" fmla="*/ 68253 w 111162"/>
                <a:gd name="connsiteY4" fmla="*/ 12123 h 114261"/>
                <a:gd name="connsiteX5" fmla="*/ 69592 w 111162"/>
                <a:gd name="connsiteY5" fmla="*/ 13581 h 114261"/>
                <a:gd name="connsiteX6" fmla="*/ 100754 w 111162"/>
                <a:gd name="connsiteY6" fmla="*/ 47770 h 114261"/>
                <a:gd name="connsiteX7" fmla="*/ 98263 w 111162"/>
                <a:gd name="connsiteY7" fmla="*/ 103854 h 114261"/>
                <a:gd name="connsiteX8" fmla="*/ 71726 w 111162"/>
                <a:gd name="connsiteY8" fmla="*/ 114261 h 11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162" h="114261">
                  <a:moveTo>
                    <a:pt x="71726" y="114261"/>
                  </a:moveTo>
                  <a:cubicBezTo>
                    <a:pt x="60621" y="114269"/>
                    <a:pt x="50022" y="109626"/>
                    <a:pt x="42499" y="101459"/>
                  </a:cubicBezTo>
                  <a:lnTo>
                    <a:pt x="11139" y="67271"/>
                  </a:lnTo>
                  <a:cubicBezTo>
                    <a:pt x="-4089" y="51499"/>
                    <a:pt x="-3648" y="26368"/>
                    <a:pt x="12122" y="11140"/>
                  </a:cubicBezTo>
                  <a:cubicBezTo>
                    <a:pt x="27896" y="-4089"/>
                    <a:pt x="53024" y="-3649"/>
                    <a:pt x="68253" y="12123"/>
                  </a:cubicBezTo>
                  <a:cubicBezTo>
                    <a:pt x="68709" y="12598"/>
                    <a:pt x="69156" y="13084"/>
                    <a:pt x="69592" y="13581"/>
                  </a:cubicBezTo>
                  <a:lnTo>
                    <a:pt x="100754" y="47770"/>
                  </a:lnTo>
                  <a:cubicBezTo>
                    <a:pt x="115551" y="63945"/>
                    <a:pt x="114440" y="89055"/>
                    <a:pt x="98263" y="103854"/>
                  </a:cubicBezTo>
                  <a:cubicBezTo>
                    <a:pt x="91009" y="110489"/>
                    <a:pt x="81556" y="114197"/>
                    <a:pt x="71726" y="1142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B0AE6FCD-5852-0B40-A67E-67BF9B8BD9FE}"/>
                </a:ext>
              </a:extLst>
            </p:cNvPr>
            <p:cNvSpPr/>
            <p:nvPr/>
          </p:nvSpPr>
          <p:spPr>
            <a:xfrm>
              <a:off x="3079891" y="2679351"/>
              <a:ext cx="255651" cy="303486"/>
            </a:xfrm>
            <a:custGeom>
              <a:avLst/>
              <a:gdLst>
                <a:gd name="connsiteX0" fmla="*/ 216027 w 255651"/>
                <a:gd name="connsiteY0" fmla="*/ 303458 h 303486"/>
                <a:gd name="connsiteX1" fmla="*/ 178911 w 255651"/>
                <a:gd name="connsiteY1" fmla="*/ 277904 h 303486"/>
                <a:gd name="connsiteX2" fmla="*/ 129290 w 255651"/>
                <a:gd name="connsiteY2" fmla="*/ 148046 h 303486"/>
                <a:gd name="connsiteX3" fmla="*/ 76543 w 255651"/>
                <a:gd name="connsiteY3" fmla="*/ 278648 h 303486"/>
                <a:gd name="connsiteX4" fmla="*/ 24838 w 255651"/>
                <a:gd name="connsiteY4" fmla="*/ 300580 h 303486"/>
                <a:gd name="connsiteX5" fmla="*/ 2906 w 255651"/>
                <a:gd name="connsiteY5" fmla="*/ 248875 h 303486"/>
                <a:gd name="connsiteX6" fmla="*/ 93414 w 255651"/>
                <a:gd name="connsiteY6" fmla="*/ 24788 h 303486"/>
                <a:gd name="connsiteX7" fmla="*/ 145120 w 255651"/>
                <a:gd name="connsiteY7" fmla="*/ 2921 h 303486"/>
                <a:gd name="connsiteX8" fmla="*/ 167300 w 255651"/>
                <a:gd name="connsiteY8" fmla="*/ 25582 h 303486"/>
                <a:gd name="connsiteX9" fmla="*/ 253094 w 255651"/>
                <a:gd name="connsiteY9" fmla="*/ 249769 h 303486"/>
                <a:gd name="connsiteX10" fmla="*/ 229941 w 255651"/>
                <a:gd name="connsiteY10" fmla="*/ 300910 h 303486"/>
                <a:gd name="connsiteX11" fmla="*/ 216027 w 255651"/>
                <a:gd name="connsiteY11" fmla="*/ 303458 h 30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651" h="303486">
                  <a:moveTo>
                    <a:pt x="216027" y="303458"/>
                  </a:moveTo>
                  <a:cubicBezTo>
                    <a:pt x="199551" y="303468"/>
                    <a:pt x="184781" y="293299"/>
                    <a:pt x="178911" y="277904"/>
                  </a:cubicBezTo>
                  <a:lnTo>
                    <a:pt x="129290" y="148046"/>
                  </a:lnTo>
                  <a:lnTo>
                    <a:pt x="76543" y="278648"/>
                  </a:lnTo>
                  <a:cubicBezTo>
                    <a:pt x="68322" y="298982"/>
                    <a:pt x="45173" y="308802"/>
                    <a:pt x="24838" y="300580"/>
                  </a:cubicBezTo>
                  <a:cubicBezTo>
                    <a:pt x="4504" y="292359"/>
                    <a:pt x="-5316" y="269210"/>
                    <a:pt x="2906" y="248875"/>
                  </a:cubicBezTo>
                  <a:lnTo>
                    <a:pt x="93414" y="24788"/>
                  </a:lnTo>
                  <a:cubicBezTo>
                    <a:pt x="101654" y="4472"/>
                    <a:pt x="124803" y="-5319"/>
                    <a:pt x="145120" y="2921"/>
                  </a:cubicBezTo>
                  <a:cubicBezTo>
                    <a:pt x="155340" y="7065"/>
                    <a:pt x="163375" y="15275"/>
                    <a:pt x="167300" y="25582"/>
                  </a:cubicBezTo>
                  <a:lnTo>
                    <a:pt x="253094" y="249769"/>
                  </a:lnTo>
                  <a:cubicBezTo>
                    <a:pt x="260820" y="270285"/>
                    <a:pt x="250454" y="293182"/>
                    <a:pt x="229941" y="300910"/>
                  </a:cubicBezTo>
                  <a:cubicBezTo>
                    <a:pt x="225490" y="302585"/>
                    <a:pt x="220779" y="303448"/>
                    <a:pt x="216027" y="30345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E9D0DED-440B-2F40-83F0-54B7BA3570AE}"/>
                </a:ext>
              </a:extLst>
            </p:cNvPr>
            <p:cNvSpPr/>
            <p:nvPr/>
          </p:nvSpPr>
          <p:spPr>
            <a:xfrm>
              <a:off x="3117829" y="2860196"/>
              <a:ext cx="184341" cy="79393"/>
            </a:xfrm>
            <a:custGeom>
              <a:avLst/>
              <a:gdLst>
                <a:gd name="connsiteX0" fmla="*/ 144644 w 184341"/>
                <a:gd name="connsiteY0" fmla="*/ 79393 h 79393"/>
                <a:gd name="connsiteX1" fmla="*/ 39697 w 184341"/>
                <a:gd name="connsiteY1" fmla="*/ 79393 h 79393"/>
                <a:gd name="connsiteX2" fmla="*/ 0 w 184341"/>
                <a:gd name="connsiteY2" fmla="*/ 39697 h 79393"/>
                <a:gd name="connsiteX3" fmla="*/ 39697 w 184341"/>
                <a:gd name="connsiteY3" fmla="*/ 0 h 79393"/>
                <a:gd name="connsiteX4" fmla="*/ 144644 w 184341"/>
                <a:gd name="connsiteY4" fmla="*/ 0 h 79393"/>
                <a:gd name="connsiteX5" fmla="*/ 184341 w 184341"/>
                <a:gd name="connsiteY5" fmla="*/ 39697 h 79393"/>
                <a:gd name="connsiteX6" fmla="*/ 144644 w 1843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41" h="79393">
                  <a:moveTo>
                    <a:pt x="14464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4644" y="0"/>
                  </a:lnTo>
                  <a:cubicBezTo>
                    <a:pt x="166568" y="0"/>
                    <a:pt x="184341" y="17773"/>
                    <a:pt x="184341" y="39697"/>
                  </a:cubicBezTo>
                  <a:cubicBezTo>
                    <a:pt x="184341" y="61620"/>
                    <a:pt x="166568" y="79393"/>
                    <a:pt x="14464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" name="Picture Placeholder 51">
            <a:extLst>
              <a:ext uri="{FF2B5EF4-FFF2-40B4-BE49-F238E27FC236}">
                <a16:creationId xmlns:a16="http://schemas.microsoft.com/office/drawing/2014/main" id="{54FDBBF0-E92B-496C-B386-CFD5EA495EF3}"/>
              </a:ext>
            </a:extLst>
          </p:cNvPr>
          <p:cNvGrpSpPr>
            <a:grpSpLocks noChangeAspect="1"/>
          </p:cNvGrpSpPr>
          <p:nvPr/>
        </p:nvGrpSpPr>
        <p:grpSpPr>
          <a:xfrm>
            <a:off x="4142327" y="2561033"/>
            <a:ext cx="834921" cy="788968"/>
            <a:chOff x="4142327" y="2561033"/>
            <a:chExt cx="834921" cy="788968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10B0D76-E3C9-9548-B4FC-957DE7F9FD0C}"/>
                </a:ext>
              </a:extLst>
            </p:cNvPr>
            <p:cNvSpPr/>
            <p:nvPr/>
          </p:nvSpPr>
          <p:spPr>
            <a:xfrm>
              <a:off x="4329992" y="2561033"/>
              <a:ext cx="456510" cy="224384"/>
            </a:xfrm>
            <a:custGeom>
              <a:avLst/>
              <a:gdLst>
                <a:gd name="connsiteX0" fmla="*/ 416814 w 456510"/>
                <a:gd name="connsiteY0" fmla="*/ 224385 h 224384"/>
                <a:gd name="connsiteX1" fmla="*/ 377118 w 456510"/>
                <a:gd name="connsiteY1" fmla="*/ 184688 h 224384"/>
                <a:gd name="connsiteX2" fmla="*/ 377118 w 456510"/>
                <a:gd name="connsiteY2" fmla="*/ 79393 h 224384"/>
                <a:gd name="connsiteX3" fmla="*/ 79393 w 456510"/>
                <a:gd name="connsiteY3" fmla="*/ 79393 h 224384"/>
                <a:gd name="connsiteX4" fmla="*/ 79393 w 456510"/>
                <a:gd name="connsiteY4" fmla="*/ 183597 h 224384"/>
                <a:gd name="connsiteX5" fmla="*/ 39697 w 456510"/>
                <a:gd name="connsiteY5" fmla="*/ 223293 h 224384"/>
                <a:gd name="connsiteX6" fmla="*/ 0 w 456510"/>
                <a:gd name="connsiteY6" fmla="*/ 183597 h 224384"/>
                <a:gd name="connsiteX7" fmla="*/ 0 w 456510"/>
                <a:gd name="connsiteY7" fmla="*/ 39697 h 224384"/>
                <a:gd name="connsiteX8" fmla="*/ 39697 w 456510"/>
                <a:gd name="connsiteY8" fmla="*/ 0 h 224384"/>
                <a:gd name="connsiteX9" fmla="*/ 416814 w 456510"/>
                <a:gd name="connsiteY9" fmla="*/ 0 h 224384"/>
                <a:gd name="connsiteX10" fmla="*/ 456511 w 456510"/>
                <a:gd name="connsiteY10" fmla="*/ 39697 h 224384"/>
                <a:gd name="connsiteX11" fmla="*/ 456511 w 456510"/>
                <a:gd name="connsiteY11" fmla="*/ 184688 h 224384"/>
                <a:gd name="connsiteX12" fmla="*/ 416814 w 456510"/>
                <a:gd name="connsiteY12" fmla="*/ 224385 h 22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224384">
                  <a:moveTo>
                    <a:pt x="416814" y="224385"/>
                  </a:moveTo>
                  <a:cubicBezTo>
                    <a:pt x="394892" y="224385"/>
                    <a:pt x="377118" y="206612"/>
                    <a:pt x="377118" y="184688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lnTo>
                    <a:pt x="456511" y="184688"/>
                  </a:lnTo>
                  <a:cubicBezTo>
                    <a:pt x="456511" y="206612"/>
                    <a:pt x="438737" y="224385"/>
                    <a:pt x="416814" y="2243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177E61BC-2F63-D84D-A4AE-64428544F6C0}"/>
                </a:ext>
              </a:extLst>
            </p:cNvPr>
            <p:cNvSpPr/>
            <p:nvPr/>
          </p:nvSpPr>
          <p:spPr>
            <a:xfrm>
              <a:off x="4142327" y="2706025"/>
              <a:ext cx="832139" cy="643977"/>
            </a:xfrm>
            <a:custGeom>
              <a:avLst/>
              <a:gdLst>
                <a:gd name="connsiteX0" fmla="*/ 792443 w 832139"/>
                <a:gd name="connsiteY0" fmla="*/ 643977 h 643977"/>
                <a:gd name="connsiteX1" fmla="*/ 39697 w 832139"/>
                <a:gd name="connsiteY1" fmla="*/ 643977 h 643977"/>
                <a:gd name="connsiteX2" fmla="*/ 0 w 832139"/>
                <a:gd name="connsiteY2" fmla="*/ 604281 h 643977"/>
                <a:gd name="connsiteX3" fmla="*/ 0 w 832139"/>
                <a:gd name="connsiteY3" fmla="*/ 39697 h 643977"/>
                <a:gd name="connsiteX4" fmla="*/ 39697 w 832139"/>
                <a:gd name="connsiteY4" fmla="*/ 0 h 643977"/>
                <a:gd name="connsiteX5" fmla="*/ 792443 w 832139"/>
                <a:gd name="connsiteY5" fmla="*/ 0 h 643977"/>
                <a:gd name="connsiteX6" fmla="*/ 832140 w 832139"/>
                <a:gd name="connsiteY6" fmla="*/ 39697 h 643977"/>
                <a:gd name="connsiteX7" fmla="*/ 832140 w 832139"/>
                <a:gd name="connsiteY7" fmla="*/ 604281 h 643977"/>
                <a:gd name="connsiteX8" fmla="*/ 792443 w 832139"/>
                <a:gd name="connsiteY8" fmla="*/ 643977 h 643977"/>
                <a:gd name="connsiteX9" fmla="*/ 79393 w 832139"/>
                <a:gd name="connsiteY9" fmla="*/ 564584 h 643977"/>
                <a:gd name="connsiteX10" fmla="*/ 752747 w 832139"/>
                <a:gd name="connsiteY10" fmla="*/ 564584 h 643977"/>
                <a:gd name="connsiteX11" fmla="*/ 752747 w 832139"/>
                <a:gd name="connsiteY11" fmla="*/ 79393 h 643977"/>
                <a:gd name="connsiteX12" fmla="*/ 79393 w 832139"/>
                <a:gd name="connsiteY12" fmla="*/ 79393 h 64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139" h="643977">
                  <a:moveTo>
                    <a:pt x="792443" y="643977"/>
                  </a:moveTo>
                  <a:lnTo>
                    <a:pt x="39697" y="643977"/>
                  </a:lnTo>
                  <a:cubicBezTo>
                    <a:pt x="17773" y="643977"/>
                    <a:pt x="0" y="626203"/>
                    <a:pt x="0" y="604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2443" y="0"/>
                  </a:lnTo>
                  <a:cubicBezTo>
                    <a:pt x="814366" y="0"/>
                    <a:pt x="832140" y="17773"/>
                    <a:pt x="832140" y="39697"/>
                  </a:cubicBezTo>
                  <a:lnTo>
                    <a:pt x="832140" y="604281"/>
                  </a:lnTo>
                  <a:cubicBezTo>
                    <a:pt x="832140" y="626203"/>
                    <a:pt x="814366" y="643977"/>
                    <a:pt x="792443" y="643977"/>
                  </a:cubicBezTo>
                  <a:close/>
                  <a:moveTo>
                    <a:pt x="79393" y="564584"/>
                  </a:moveTo>
                  <a:lnTo>
                    <a:pt x="752747" y="564584"/>
                  </a:lnTo>
                  <a:lnTo>
                    <a:pt x="752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98FD5C27-7299-E745-851E-D09E7FC41F77}"/>
                </a:ext>
              </a:extLst>
            </p:cNvPr>
            <p:cNvSpPr/>
            <p:nvPr/>
          </p:nvSpPr>
          <p:spPr>
            <a:xfrm>
              <a:off x="4143873" y="2804157"/>
              <a:ext cx="833375" cy="362248"/>
            </a:xfrm>
            <a:custGeom>
              <a:avLst/>
              <a:gdLst>
                <a:gd name="connsiteX0" fmla="*/ 416807 w 833375"/>
                <a:gd name="connsiteY0" fmla="*/ 362248 h 362248"/>
                <a:gd name="connsiteX1" fmla="*/ 392989 w 833375"/>
                <a:gd name="connsiteY1" fmla="*/ 354309 h 362248"/>
                <a:gd name="connsiteX2" fmla="*/ 15871 w 833375"/>
                <a:gd name="connsiteY2" fmla="*/ 71471 h 362248"/>
                <a:gd name="connsiteX3" fmla="*/ 7957 w 833375"/>
                <a:gd name="connsiteY3" fmla="*/ 15871 h 362248"/>
                <a:gd name="connsiteX4" fmla="*/ 63557 w 833375"/>
                <a:gd name="connsiteY4" fmla="*/ 7956 h 362248"/>
                <a:gd name="connsiteX5" fmla="*/ 416807 w 833375"/>
                <a:gd name="connsiteY5" fmla="*/ 272931 h 362248"/>
                <a:gd name="connsiteX6" fmla="*/ 769858 w 833375"/>
                <a:gd name="connsiteY6" fmla="*/ 7956 h 362248"/>
                <a:gd name="connsiteX7" fmla="*/ 825433 w 833375"/>
                <a:gd name="connsiteY7" fmla="*/ 15896 h 362248"/>
                <a:gd name="connsiteX8" fmla="*/ 817494 w 833375"/>
                <a:gd name="connsiteY8" fmla="*/ 71471 h 362248"/>
                <a:gd name="connsiteX9" fmla="*/ 440625 w 833375"/>
                <a:gd name="connsiteY9" fmla="*/ 354309 h 362248"/>
                <a:gd name="connsiteX10" fmla="*/ 416807 w 833375"/>
                <a:gd name="connsiteY10" fmla="*/ 362248 h 36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375" h="362248">
                  <a:moveTo>
                    <a:pt x="416807" y="362248"/>
                  </a:moveTo>
                  <a:cubicBezTo>
                    <a:pt x="408217" y="362248"/>
                    <a:pt x="399860" y="359464"/>
                    <a:pt x="392989" y="354309"/>
                  </a:cubicBezTo>
                  <a:lnTo>
                    <a:pt x="15871" y="71471"/>
                  </a:lnTo>
                  <a:cubicBezTo>
                    <a:pt x="-1668" y="58303"/>
                    <a:pt x="-5211" y="33410"/>
                    <a:pt x="7957" y="15871"/>
                  </a:cubicBezTo>
                  <a:cubicBezTo>
                    <a:pt x="21125" y="-1668"/>
                    <a:pt x="46018" y="-5211"/>
                    <a:pt x="63557" y="7956"/>
                  </a:cubicBezTo>
                  <a:lnTo>
                    <a:pt x="416807" y="272931"/>
                  </a:lnTo>
                  <a:lnTo>
                    <a:pt x="769858" y="7956"/>
                  </a:lnTo>
                  <a:cubicBezTo>
                    <a:pt x="787399" y="-5198"/>
                    <a:pt x="812279" y="-1643"/>
                    <a:pt x="825433" y="15896"/>
                  </a:cubicBezTo>
                  <a:cubicBezTo>
                    <a:pt x="838588" y="33435"/>
                    <a:pt x="835035" y="58316"/>
                    <a:pt x="817494" y="71471"/>
                  </a:cubicBezTo>
                  <a:lnTo>
                    <a:pt x="440625" y="354309"/>
                  </a:lnTo>
                  <a:cubicBezTo>
                    <a:pt x="433753" y="359464"/>
                    <a:pt x="425396" y="362248"/>
                    <a:pt x="416807" y="36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" name="Picture Placeholder 53">
            <a:extLst>
              <a:ext uri="{FF2B5EF4-FFF2-40B4-BE49-F238E27FC236}">
                <a16:creationId xmlns:a16="http://schemas.microsoft.com/office/drawing/2014/main" id="{24F17F48-F857-4B54-AE24-9A9C9912F65C}"/>
              </a:ext>
            </a:extLst>
          </p:cNvPr>
          <p:cNvGrpSpPr>
            <a:grpSpLocks noChangeAspect="1"/>
          </p:cNvGrpSpPr>
          <p:nvPr/>
        </p:nvGrpSpPr>
        <p:grpSpPr>
          <a:xfrm>
            <a:off x="5460926" y="2561033"/>
            <a:ext cx="832859" cy="788968"/>
            <a:chOff x="5460926" y="2561033"/>
            <a:chExt cx="832859" cy="788968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26C0FB48-CC90-C74C-B183-D0070210EB15}"/>
                </a:ext>
              </a:extLst>
            </p:cNvPr>
            <p:cNvSpPr/>
            <p:nvPr/>
          </p:nvSpPr>
          <p:spPr>
            <a:xfrm>
              <a:off x="5648592" y="2561033"/>
              <a:ext cx="456510" cy="224384"/>
            </a:xfrm>
            <a:custGeom>
              <a:avLst/>
              <a:gdLst>
                <a:gd name="connsiteX0" fmla="*/ 416814 w 456510"/>
                <a:gd name="connsiteY0" fmla="*/ 224385 h 224384"/>
                <a:gd name="connsiteX1" fmla="*/ 377118 w 456510"/>
                <a:gd name="connsiteY1" fmla="*/ 184688 h 224384"/>
                <a:gd name="connsiteX2" fmla="*/ 377118 w 456510"/>
                <a:gd name="connsiteY2" fmla="*/ 79393 h 224384"/>
                <a:gd name="connsiteX3" fmla="*/ 79393 w 456510"/>
                <a:gd name="connsiteY3" fmla="*/ 79393 h 224384"/>
                <a:gd name="connsiteX4" fmla="*/ 79393 w 456510"/>
                <a:gd name="connsiteY4" fmla="*/ 183597 h 224384"/>
                <a:gd name="connsiteX5" fmla="*/ 39697 w 456510"/>
                <a:gd name="connsiteY5" fmla="*/ 223293 h 224384"/>
                <a:gd name="connsiteX6" fmla="*/ 0 w 456510"/>
                <a:gd name="connsiteY6" fmla="*/ 183597 h 224384"/>
                <a:gd name="connsiteX7" fmla="*/ 0 w 456510"/>
                <a:gd name="connsiteY7" fmla="*/ 39697 h 224384"/>
                <a:gd name="connsiteX8" fmla="*/ 39697 w 456510"/>
                <a:gd name="connsiteY8" fmla="*/ 0 h 224384"/>
                <a:gd name="connsiteX9" fmla="*/ 416814 w 456510"/>
                <a:gd name="connsiteY9" fmla="*/ 0 h 224384"/>
                <a:gd name="connsiteX10" fmla="*/ 456511 w 456510"/>
                <a:gd name="connsiteY10" fmla="*/ 39697 h 224384"/>
                <a:gd name="connsiteX11" fmla="*/ 456511 w 456510"/>
                <a:gd name="connsiteY11" fmla="*/ 184688 h 224384"/>
                <a:gd name="connsiteX12" fmla="*/ 416814 w 456510"/>
                <a:gd name="connsiteY12" fmla="*/ 224385 h 22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224384">
                  <a:moveTo>
                    <a:pt x="416814" y="224385"/>
                  </a:moveTo>
                  <a:cubicBezTo>
                    <a:pt x="394892" y="224385"/>
                    <a:pt x="377118" y="206612"/>
                    <a:pt x="377118" y="184688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183597"/>
                  </a:lnTo>
                  <a:cubicBezTo>
                    <a:pt x="79393" y="205520"/>
                    <a:pt x="61621" y="223293"/>
                    <a:pt x="39697" y="223293"/>
                  </a:cubicBezTo>
                  <a:cubicBezTo>
                    <a:pt x="17773" y="223293"/>
                    <a:pt x="0" y="205520"/>
                    <a:pt x="0" y="1835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3"/>
                    <a:pt x="456511" y="39697"/>
                  </a:cubicBezTo>
                  <a:lnTo>
                    <a:pt x="456511" y="184688"/>
                  </a:lnTo>
                  <a:cubicBezTo>
                    <a:pt x="456511" y="206612"/>
                    <a:pt x="438737" y="224385"/>
                    <a:pt x="416814" y="2243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A0697FA-A3D2-7946-99A4-5297308CA1C4}"/>
                </a:ext>
              </a:extLst>
            </p:cNvPr>
            <p:cNvSpPr/>
            <p:nvPr/>
          </p:nvSpPr>
          <p:spPr>
            <a:xfrm>
              <a:off x="5742871" y="2900488"/>
              <a:ext cx="268348" cy="176798"/>
            </a:xfrm>
            <a:custGeom>
              <a:avLst/>
              <a:gdLst>
                <a:gd name="connsiteX0" fmla="*/ 228255 w 268348"/>
                <a:gd name="connsiteY0" fmla="*/ 176600 h 176798"/>
                <a:gd name="connsiteX1" fmla="*/ 39697 w 268348"/>
                <a:gd name="connsiteY1" fmla="*/ 176600 h 176798"/>
                <a:gd name="connsiteX2" fmla="*/ 0 w 268348"/>
                <a:gd name="connsiteY2" fmla="*/ 136903 h 176798"/>
                <a:gd name="connsiteX3" fmla="*/ 0 w 268348"/>
                <a:gd name="connsiteY3" fmla="*/ 42624 h 176798"/>
                <a:gd name="connsiteX4" fmla="*/ 39697 w 268348"/>
                <a:gd name="connsiteY4" fmla="*/ 2928 h 176798"/>
                <a:gd name="connsiteX5" fmla="*/ 79393 w 268348"/>
                <a:gd name="connsiteY5" fmla="*/ 42624 h 176798"/>
                <a:gd name="connsiteX6" fmla="*/ 79393 w 268348"/>
                <a:gd name="connsiteY6" fmla="*/ 97207 h 176798"/>
                <a:gd name="connsiteX7" fmla="*/ 188559 w 268348"/>
                <a:gd name="connsiteY7" fmla="*/ 97207 h 176798"/>
                <a:gd name="connsiteX8" fmla="*/ 188559 w 268348"/>
                <a:gd name="connsiteY8" fmla="*/ 39697 h 176798"/>
                <a:gd name="connsiteX9" fmla="*/ 228255 w 268348"/>
                <a:gd name="connsiteY9" fmla="*/ 0 h 176798"/>
                <a:gd name="connsiteX10" fmla="*/ 228255 w 268348"/>
                <a:gd name="connsiteY10" fmla="*/ 0 h 176798"/>
                <a:gd name="connsiteX11" fmla="*/ 267952 w 268348"/>
                <a:gd name="connsiteY11" fmla="*/ 39697 h 176798"/>
                <a:gd name="connsiteX12" fmla="*/ 268349 w 268348"/>
                <a:gd name="connsiteY12" fmla="*/ 137102 h 176798"/>
                <a:gd name="connsiteX13" fmla="*/ 228652 w 268348"/>
                <a:gd name="connsiteY13" fmla="*/ 176798 h 17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8348" h="176798">
                  <a:moveTo>
                    <a:pt x="228255" y="176600"/>
                  </a:moveTo>
                  <a:lnTo>
                    <a:pt x="39697" y="176600"/>
                  </a:lnTo>
                  <a:cubicBezTo>
                    <a:pt x="17773" y="176600"/>
                    <a:pt x="0" y="158826"/>
                    <a:pt x="0" y="136903"/>
                  </a:cubicBezTo>
                  <a:lnTo>
                    <a:pt x="0" y="42624"/>
                  </a:lnTo>
                  <a:cubicBezTo>
                    <a:pt x="0" y="20700"/>
                    <a:pt x="17773" y="2928"/>
                    <a:pt x="39697" y="2928"/>
                  </a:cubicBezTo>
                  <a:cubicBezTo>
                    <a:pt x="61621" y="2928"/>
                    <a:pt x="79393" y="20700"/>
                    <a:pt x="79393" y="42624"/>
                  </a:cubicBezTo>
                  <a:lnTo>
                    <a:pt x="79393" y="97207"/>
                  </a:lnTo>
                  <a:lnTo>
                    <a:pt x="188559" y="97207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lnTo>
                    <a:pt x="268349" y="137102"/>
                  </a:lnTo>
                  <a:cubicBezTo>
                    <a:pt x="268349" y="159024"/>
                    <a:pt x="250575" y="176798"/>
                    <a:pt x="228652" y="17679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1749A3BF-733C-7C41-8C84-264EA9224DB2}"/>
                </a:ext>
              </a:extLst>
            </p:cNvPr>
            <p:cNvSpPr/>
            <p:nvPr/>
          </p:nvSpPr>
          <p:spPr>
            <a:xfrm>
              <a:off x="5462812" y="2888529"/>
              <a:ext cx="830974" cy="84355"/>
            </a:xfrm>
            <a:custGeom>
              <a:avLst/>
              <a:gdLst>
                <a:gd name="connsiteX0" fmla="*/ 39846 w 830974"/>
                <a:gd name="connsiteY0" fmla="*/ 84355 h 84355"/>
                <a:gd name="connsiteX1" fmla="*/ 0 w 830974"/>
                <a:gd name="connsiteY1" fmla="*/ 44808 h 84355"/>
                <a:gd name="connsiteX2" fmla="*/ 39548 w 830974"/>
                <a:gd name="connsiteY2" fmla="*/ 4962 h 84355"/>
                <a:gd name="connsiteX3" fmla="*/ 791153 w 830974"/>
                <a:gd name="connsiteY3" fmla="*/ 0 h 84355"/>
                <a:gd name="connsiteX4" fmla="*/ 791153 w 830974"/>
                <a:gd name="connsiteY4" fmla="*/ 0 h 84355"/>
                <a:gd name="connsiteX5" fmla="*/ 830974 w 830974"/>
                <a:gd name="connsiteY5" fmla="*/ 39573 h 84355"/>
                <a:gd name="connsiteX6" fmla="*/ 791402 w 830974"/>
                <a:gd name="connsiteY6" fmla="*/ 79393 h 84355"/>
                <a:gd name="connsiteX7" fmla="*/ 39846 w 830974"/>
                <a:gd name="connsiteY7" fmla="*/ 84355 h 8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0974" h="84355">
                  <a:moveTo>
                    <a:pt x="39846" y="84355"/>
                  </a:moveTo>
                  <a:cubicBezTo>
                    <a:pt x="17922" y="84438"/>
                    <a:pt x="83" y="66732"/>
                    <a:pt x="0" y="44808"/>
                  </a:cubicBezTo>
                  <a:cubicBezTo>
                    <a:pt x="-82" y="22884"/>
                    <a:pt x="17624" y="5045"/>
                    <a:pt x="39548" y="4962"/>
                  </a:cubicBezTo>
                  <a:lnTo>
                    <a:pt x="791153" y="0"/>
                  </a:lnTo>
                  <a:lnTo>
                    <a:pt x="791153" y="0"/>
                  </a:lnTo>
                  <a:cubicBezTo>
                    <a:pt x="813076" y="-68"/>
                    <a:pt x="830905" y="17649"/>
                    <a:pt x="830974" y="39573"/>
                  </a:cubicBezTo>
                  <a:cubicBezTo>
                    <a:pt x="831044" y="61497"/>
                    <a:pt x="813324" y="79325"/>
                    <a:pt x="791402" y="79393"/>
                  </a:cubicBezTo>
                  <a:lnTo>
                    <a:pt x="39846" y="8435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F7CDCCE-1E3A-224E-BD82-6A1C9A649078}"/>
                </a:ext>
              </a:extLst>
            </p:cNvPr>
            <p:cNvSpPr/>
            <p:nvPr/>
          </p:nvSpPr>
          <p:spPr>
            <a:xfrm>
              <a:off x="5460926" y="2706025"/>
              <a:ext cx="832139" cy="643977"/>
            </a:xfrm>
            <a:custGeom>
              <a:avLst/>
              <a:gdLst>
                <a:gd name="connsiteX0" fmla="*/ 792443 w 832139"/>
                <a:gd name="connsiteY0" fmla="*/ 643977 h 643977"/>
                <a:gd name="connsiteX1" fmla="*/ 39697 w 832139"/>
                <a:gd name="connsiteY1" fmla="*/ 643977 h 643977"/>
                <a:gd name="connsiteX2" fmla="*/ 0 w 832139"/>
                <a:gd name="connsiteY2" fmla="*/ 604281 h 643977"/>
                <a:gd name="connsiteX3" fmla="*/ 0 w 832139"/>
                <a:gd name="connsiteY3" fmla="*/ 39697 h 643977"/>
                <a:gd name="connsiteX4" fmla="*/ 39697 w 832139"/>
                <a:gd name="connsiteY4" fmla="*/ 0 h 643977"/>
                <a:gd name="connsiteX5" fmla="*/ 792443 w 832139"/>
                <a:gd name="connsiteY5" fmla="*/ 0 h 643977"/>
                <a:gd name="connsiteX6" fmla="*/ 832140 w 832139"/>
                <a:gd name="connsiteY6" fmla="*/ 39697 h 643977"/>
                <a:gd name="connsiteX7" fmla="*/ 832140 w 832139"/>
                <a:gd name="connsiteY7" fmla="*/ 604281 h 643977"/>
                <a:gd name="connsiteX8" fmla="*/ 792443 w 832139"/>
                <a:gd name="connsiteY8" fmla="*/ 643977 h 643977"/>
                <a:gd name="connsiteX9" fmla="*/ 79393 w 832139"/>
                <a:gd name="connsiteY9" fmla="*/ 564584 h 643977"/>
                <a:gd name="connsiteX10" fmla="*/ 752747 w 832139"/>
                <a:gd name="connsiteY10" fmla="*/ 564584 h 643977"/>
                <a:gd name="connsiteX11" fmla="*/ 752747 w 832139"/>
                <a:gd name="connsiteY11" fmla="*/ 79393 h 643977"/>
                <a:gd name="connsiteX12" fmla="*/ 79393 w 832139"/>
                <a:gd name="connsiteY12" fmla="*/ 79393 h 64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139" h="643977">
                  <a:moveTo>
                    <a:pt x="792443" y="643977"/>
                  </a:moveTo>
                  <a:lnTo>
                    <a:pt x="39697" y="643977"/>
                  </a:lnTo>
                  <a:cubicBezTo>
                    <a:pt x="17773" y="643977"/>
                    <a:pt x="0" y="626203"/>
                    <a:pt x="0" y="6042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2443" y="0"/>
                  </a:lnTo>
                  <a:cubicBezTo>
                    <a:pt x="814366" y="0"/>
                    <a:pt x="832140" y="17773"/>
                    <a:pt x="832140" y="39697"/>
                  </a:cubicBezTo>
                  <a:lnTo>
                    <a:pt x="832140" y="604281"/>
                  </a:lnTo>
                  <a:cubicBezTo>
                    <a:pt x="832140" y="626203"/>
                    <a:pt x="814366" y="643977"/>
                    <a:pt x="792443" y="643977"/>
                  </a:cubicBezTo>
                  <a:close/>
                  <a:moveTo>
                    <a:pt x="79393" y="564584"/>
                  </a:moveTo>
                  <a:lnTo>
                    <a:pt x="752747" y="564584"/>
                  </a:lnTo>
                  <a:lnTo>
                    <a:pt x="752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7" name="Picture Placeholder 55">
            <a:extLst>
              <a:ext uri="{FF2B5EF4-FFF2-40B4-BE49-F238E27FC236}">
                <a16:creationId xmlns:a16="http://schemas.microsoft.com/office/drawing/2014/main" id="{384AAA8A-1B42-48D2-91A8-2F8D36D0B75D}"/>
              </a:ext>
            </a:extLst>
          </p:cNvPr>
          <p:cNvGrpSpPr>
            <a:grpSpLocks noChangeAspect="1"/>
          </p:cNvGrpSpPr>
          <p:nvPr/>
        </p:nvGrpSpPr>
        <p:grpSpPr>
          <a:xfrm>
            <a:off x="6777988" y="2538704"/>
            <a:ext cx="833628" cy="833627"/>
            <a:chOff x="6777988" y="2538704"/>
            <a:chExt cx="833628" cy="833627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EF42B606-7D3D-D141-82AC-C074B5A52CDD}"/>
                </a:ext>
              </a:extLst>
            </p:cNvPr>
            <p:cNvSpPr/>
            <p:nvPr/>
          </p:nvSpPr>
          <p:spPr>
            <a:xfrm>
              <a:off x="7058345" y="2551506"/>
              <a:ext cx="275990" cy="325462"/>
            </a:xfrm>
            <a:custGeom>
              <a:avLst/>
              <a:gdLst>
                <a:gd name="connsiteX0" fmla="*/ 236096 w 275990"/>
                <a:gd name="connsiteY0" fmla="*/ 325462 h 325462"/>
                <a:gd name="connsiteX1" fmla="*/ 39697 w 275990"/>
                <a:gd name="connsiteY1" fmla="*/ 325462 h 325462"/>
                <a:gd name="connsiteX2" fmla="*/ 0 w 275990"/>
                <a:gd name="connsiteY2" fmla="*/ 285766 h 325462"/>
                <a:gd name="connsiteX3" fmla="*/ 0 w 275990"/>
                <a:gd name="connsiteY3" fmla="*/ 39697 h 325462"/>
                <a:gd name="connsiteX4" fmla="*/ 39697 w 275990"/>
                <a:gd name="connsiteY4" fmla="*/ 0 h 325462"/>
                <a:gd name="connsiteX5" fmla="*/ 79393 w 275990"/>
                <a:gd name="connsiteY5" fmla="*/ 39697 h 325462"/>
                <a:gd name="connsiteX6" fmla="*/ 79393 w 275990"/>
                <a:gd name="connsiteY6" fmla="*/ 246069 h 325462"/>
                <a:gd name="connsiteX7" fmla="*/ 236294 w 275990"/>
                <a:gd name="connsiteY7" fmla="*/ 246069 h 325462"/>
                <a:gd name="connsiteX8" fmla="*/ 275991 w 275990"/>
                <a:gd name="connsiteY8" fmla="*/ 285766 h 325462"/>
                <a:gd name="connsiteX9" fmla="*/ 236294 w 275990"/>
                <a:gd name="connsiteY9" fmla="*/ 325462 h 32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5990" h="325462">
                  <a:moveTo>
                    <a:pt x="236096" y="325462"/>
                  </a:moveTo>
                  <a:lnTo>
                    <a:pt x="39697" y="325462"/>
                  </a:lnTo>
                  <a:cubicBezTo>
                    <a:pt x="17773" y="325462"/>
                    <a:pt x="0" y="307689"/>
                    <a:pt x="0" y="285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46069"/>
                  </a:lnTo>
                  <a:lnTo>
                    <a:pt x="236294" y="246069"/>
                  </a:lnTo>
                  <a:cubicBezTo>
                    <a:pt x="258216" y="246069"/>
                    <a:pt x="275991" y="263842"/>
                    <a:pt x="275991" y="285766"/>
                  </a:cubicBezTo>
                  <a:cubicBezTo>
                    <a:pt x="275991" y="307689"/>
                    <a:pt x="258216" y="325462"/>
                    <a:pt x="236294" y="3254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C75A2210-E80A-A640-9CF5-0AA89DB7C4CB}"/>
                </a:ext>
              </a:extLst>
            </p:cNvPr>
            <p:cNvSpPr/>
            <p:nvPr/>
          </p:nvSpPr>
          <p:spPr>
            <a:xfrm>
              <a:off x="7012098" y="3060366"/>
              <a:ext cx="79393" cy="274997"/>
            </a:xfrm>
            <a:custGeom>
              <a:avLst/>
              <a:gdLst>
                <a:gd name="connsiteX0" fmla="*/ 39697 w 79393"/>
                <a:gd name="connsiteY0" fmla="*/ 274998 h 274997"/>
                <a:gd name="connsiteX1" fmla="*/ 0 w 79393"/>
                <a:gd name="connsiteY1" fmla="*/ 235301 h 274997"/>
                <a:gd name="connsiteX2" fmla="*/ 0 w 79393"/>
                <a:gd name="connsiteY2" fmla="*/ 39697 h 274997"/>
                <a:gd name="connsiteX3" fmla="*/ 39697 w 79393"/>
                <a:gd name="connsiteY3" fmla="*/ 0 h 274997"/>
                <a:gd name="connsiteX4" fmla="*/ 79393 w 79393"/>
                <a:gd name="connsiteY4" fmla="*/ 39697 h 274997"/>
                <a:gd name="connsiteX5" fmla="*/ 79393 w 79393"/>
                <a:gd name="connsiteY5" fmla="*/ 235301 h 274997"/>
                <a:gd name="connsiteX6" fmla="*/ 39697 w 79393"/>
                <a:gd name="connsiteY6" fmla="*/ 274998 h 27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4997">
                  <a:moveTo>
                    <a:pt x="39697" y="274998"/>
                  </a:moveTo>
                  <a:cubicBezTo>
                    <a:pt x="17773" y="274998"/>
                    <a:pt x="0" y="257224"/>
                    <a:pt x="0" y="23530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35301"/>
                  </a:lnTo>
                  <a:cubicBezTo>
                    <a:pt x="79393" y="257224"/>
                    <a:pt x="61621" y="274998"/>
                    <a:pt x="39697" y="27499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9B90782-B464-7B48-B654-189282E95735}"/>
                </a:ext>
              </a:extLst>
            </p:cNvPr>
            <p:cNvSpPr/>
            <p:nvPr/>
          </p:nvSpPr>
          <p:spPr>
            <a:xfrm>
              <a:off x="7253007" y="3155935"/>
              <a:ext cx="79393" cy="190146"/>
            </a:xfrm>
            <a:custGeom>
              <a:avLst/>
              <a:gdLst>
                <a:gd name="connsiteX0" fmla="*/ 39697 w 79393"/>
                <a:gd name="connsiteY0" fmla="*/ 190147 h 190146"/>
                <a:gd name="connsiteX1" fmla="*/ 0 w 79393"/>
                <a:gd name="connsiteY1" fmla="*/ 150450 h 190146"/>
                <a:gd name="connsiteX2" fmla="*/ 0 w 79393"/>
                <a:gd name="connsiteY2" fmla="*/ 39697 h 190146"/>
                <a:gd name="connsiteX3" fmla="*/ 39697 w 79393"/>
                <a:gd name="connsiteY3" fmla="*/ 0 h 190146"/>
                <a:gd name="connsiteX4" fmla="*/ 79393 w 79393"/>
                <a:gd name="connsiteY4" fmla="*/ 39697 h 190146"/>
                <a:gd name="connsiteX5" fmla="*/ 79393 w 79393"/>
                <a:gd name="connsiteY5" fmla="*/ 150450 h 190146"/>
                <a:gd name="connsiteX6" fmla="*/ 39697 w 79393"/>
                <a:gd name="connsiteY6" fmla="*/ 190147 h 19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0146">
                  <a:moveTo>
                    <a:pt x="39697" y="190147"/>
                  </a:moveTo>
                  <a:cubicBezTo>
                    <a:pt x="17774" y="190147"/>
                    <a:pt x="0" y="172372"/>
                    <a:pt x="0" y="150450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50450"/>
                  </a:lnTo>
                  <a:cubicBezTo>
                    <a:pt x="79393" y="172372"/>
                    <a:pt x="61619" y="190147"/>
                    <a:pt x="39697" y="19014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BE124CD9-CF85-4C41-B002-16BBBA0724C9}"/>
                </a:ext>
              </a:extLst>
            </p:cNvPr>
            <p:cNvSpPr/>
            <p:nvPr/>
          </p:nvSpPr>
          <p:spPr>
            <a:xfrm>
              <a:off x="7267050" y="2738377"/>
              <a:ext cx="216941" cy="216941"/>
            </a:xfrm>
            <a:custGeom>
              <a:avLst/>
              <a:gdLst>
                <a:gd name="connsiteX0" fmla="*/ 108521 w 216941"/>
                <a:gd name="connsiteY0" fmla="*/ 216942 h 216941"/>
                <a:gd name="connsiteX1" fmla="*/ 0 w 216941"/>
                <a:gd name="connsiteY1" fmla="*/ 108520 h 216941"/>
                <a:gd name="connsiteX2" fmla="*/ 108421 w 216941"/>
                <a:gd name="connsiteY2" fmla="*/ 0 h 216941"/>
                <a:gd name="connsiteX3" fmla="*/ 216942 w 216941"/>
                <a:gd name="connsiteY3" fmla="*/ 108421 h 216941"/>
                <a:gd name="connsiteX4" fmla="*/ 216942 w 216941"/>
                <a:gd name="connsiteY4" fmla="*/ 108520 h 216941"/>
                <a:gd name="connsiteX5" fmla="*/ 108521 w 216941"/>
                <a:gd name="connsiteY5" fmla="*/ 216942 h 216941"/>
                <a:gd name="connsiteX6" fmla="*/ 108521 w 216941"/>
                <a:gd name="connsiteY6" fmla="*/ 79443 h 216941"/>
                <a:gd name="connsiteX7" fmla="*/ 79393 w 216941"/>
                <a:gd name="connsiteY7" fmla="*/ 108471 h 216941"/>
                <a:gd name="connsiteX8" fmla="*/ 108421 w 216941"/>
                <a:gd name="connsiteY8" fmla="*/ 137598 h 216941"/>
                <a:gd name="connsiteX9" fmla="*/ 137549 w 216941"/>
                <a:gd name="connsiteY9" fmla="*/ 108570 h 216941"/>
                <a:gd name="connsiteX10" fmla="*/ 137549 w 216941"/>
                <a:gd name="connsiteY10" fmla="*/ 108520 h 216941"/>
                <a:gd name="connsiteX11" fmla="*/ 10852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521" y="216942"/>
                  </a:moveTo>
                  <a:cubicBezTo>
                    <a:pt x="48613" y="216969"/>
                    <a:pt x="30" y="168427"/>
                    <a:pt x="0" y="108520"/>
                  </a:cubicBezTo>
                  <a:cubicBezTo>
                    <a:pt x="-30" y="48614"/>
                    <a:pt x="48514" y="27"/>
                    <a:pt x="108421" y="0"/>
                  </a:cubicBezTo>
                  <a:cubicBezTo>
                    <a:pt x="168328" y="-27"/>
                    <a:pt x="216912" y="48515"/>
                    <a:pt x="216942" y="108421"/>
                  </a:cubicBezTo>
                  <a:cubicBezTo>
                    <a:pt x="216942" y="108454"/>
                    <a:pt x="216942" y="108487"/>
                    <a:pt x="216942" y="108520"/>
                  </a:cubicBezTo>
                  <a:cubicBezTo>
                    <a:pt x="216858" y="168366"/>
                    <a:pt x="168368" y="216860"/>
                    <a:pt x="108521" y="216942"/>
                  </a:cubicBezTo>
                  <a:close/>
                  <a:moveTo>
                    <a:pt x="108521" y="79443"/>
                  </a:moveTo>
                  <a:cubicBezTo>
                    <a:pt x="92463" y="79415"/>
                    <a:pt x="79423" y="92412"/>
                    <a:pt x="79393" y="108471"/>
                  </a:cubicBezTo>
                  <a:cubicBezTo>
                    <a:pt x="79363" y="124530"/>
                    <a:pt x="92364" y="137571"/>
                    <a:pt x="108421" y="137598"/>
                  </a:cubicBezTo>
                  <a:cubicBezTo>
                    <a:pt x="124479" y="137625"/>
                    <a:pt x="137519" y="124629"/>
                    <a:pt x="137549" y="108570"/>
                  </a:cubicBezTo>
                  <a:cubicBezTo>
                    <a:pt x="137549" y="108554"/>
                    <a:pt x="137549" y="108537"/>
                    <a:pt x="137549" y="108520"/>
                  </a:cubicBezTo>
                  <a:cubicBezTo>
                    <a:pt x="137524" y="92492"/>
                    <a:pt x="124548" y="79497"/>
                    <a:pt x="108521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A7D8FF40-B0ED-AE41-9D36-6119A6BA3DF2}"/>
                </a:ext>
              </a:extLst>
            </p:cNvPr>
            <p:cNvSpPr/>
            <p:nvPr/>
          </p:nvSpPr>
          <p:spPr>
            <a:xfrm>
              <a:off x="7184878" y="3013971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471 w 216941"/>
                <a:gd name="connsiteY10" fmla="*/ 79592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3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3"/>
                    <a:pt x="79393" y="108520"/>
                  </a:cubicBezTo>
                  <a:cubicBezTo>
                    <a:pt x="79393" y="124578"/>
                    <a:pt x="92414" y="137598"/>
                    <a:pt x="108471" y="137598"/>
                  </a:cubicBezTo>
                  <a:cubicBezTo>
                    <a:pt x="124528" y="137598"/>
                    <a:pt x="137549" y="124578"/>
                    <a:pt x="137549" y="108520"/>
                  </a:cubicBezTo>
                  <a:cubicBezTo>
                    <a:pt x="137549" y="108506"/>
                    <a:pt x="137549" y="108486"/>
                    <a:pt x="137549" y="108471"/>
                  </a:cubicBezTo>
                  <a:cubicBezTo>
                    <a:pt x="137464" y="92478"/>
                    <a:pt x="124464" y="79562"/>
                    <a:pt x="108471" y="795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E5AB35D-4B08-644B-A1CB-676F075CC3AE}"/>
                </a:ext>
              </a:extLst>
            </p:cNvPr>
            <p:cNvSpPr/>
            <p:nvPr/>
          </p:nvSpPr>
          <p:spPr>
            <a:xfrm>
              <a:off x="6943969" y="2913489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216942 w 216941"/>
                <a:gd name="connsiteY4" fmla="*/ 108520 h 216941"/>
                <a:gd name="connsiteX5" fmla="*/ 108471 w 216941"/>
                <a:gd name="connsiteY5" fmla="*/ 216942 h 216941"/>
                <a:gd name="connsiteX6" fmla="*/ 108471 w 216941"/>
                <a:gd name="connsiteY6" fmla="*/ 79443 h 216941"/>
                <a:gd name="connsiteX7" fmla="*/ 79393 w 216941"/>
                <a:gd name="connsiteY7" fmla="*/ 108520 h 216941"/>
                <a:gd name="connsiteX8" fmla="*/ 108471 w 216941"/>
                <a:gd name="connsiteY8" fmla="*/ 137598 h 216941"/>
                <a:gd name="connsiteX9" fmla="*/ 137549 w 216941"/>
                <a:gd name="connsiteY9" fmla="*/ 108520 h 216941"/>
                <a:gd name="connsiteX10" fmla="*/ 108670 w 216941"/>
                <a:gd name="connsiteY10" fmla="*/ 79245 h 216941"/>
                <a:gd name="connsiteX11" fmla="*/ 108471 w 216941"/>
                <a:gd name="connsiteY11" fmla="*/ 79244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942" y="108486"/>
                    <a:pt x="216942" y="108506"/>
                    <a:pt x="216942" y="108520"/>
                  </a:cubicBezTo>
                  <a:cubicBezTo>
                    <a:pt x="216887" y="168398"/>
                    <a:pt x="168347" y="216912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2" y="79443"/>
                    <a:pt x="79393" y="92461"/>
                    <a:pt x="79393" y="108520"/>
                  </a:cubicBezTo>
                  <a:cubicBezTo>
                    <a:pt x="79393" y="124578"/>
                    <a:pt x="92412" y="137598"/>
                    <a:pt x="108471" y="137598"/>
                  </a:cubicBezTo>
                  <a:cubicBezTo>
                    <a:pt x="124530" y="137598"/>
                    <a:pt x="137549" y="124578"/>
                    <a:pt x="137549" y="108520"/>
                  </a:cubicBezTo>
                  <a:cubicBezTo>
                    <a:pt x="137658" y="92462"/>
                    <a:pt x="124729" y="79354"/>
                    <a:pt x="108670" y="79245"/>
                  </a:cubicBezTo>
                  <a:cubicBezTo>
                    <a:pt x="108604" y="79244"/>
                    <a:pt x="108537" y="79244"/>
                    <a:pt x="108471" y="792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297E3B26-D00D-F941-B13D-897FF05C1D9F}"/>
                </a:ext>
              </a:extLst>
            </p:cNvPr>
            <p:cNvSpPr/>
            <p:nvPr/>
          </p:nvSpPr>
          <p:spPr>
            <a:xfrm>
              <a:off x="6777988" y="2538704"/>
              <a:ext cx="833628" cy="833627"/>
            </a:xfrm>
            <a:custGeom>
              <a:avLst/>
              <a:gdLst>
                <a:gd name="connsiteX0" fmla="*/ 416814 w 833628"/>
                <a:gd name="connsiteY0" fmla="*/ 833628 h 833627"/>
                <a:gd name="connsiteX1" fmla="*/ 0 w 833628"/>
                <a:gd name="connsiteY1" fmla="*/ 416814 h 833627"/>
                <a:gd name="connsiteX2" fmla="*/ 416814 w 833628"/>
                <a:gd name="connsiteY2" fmla="*/ 0 h 833627"/>
                <a:gd name="connsiteX3" fmla="*/ 833629 w 833628"/>
                <a:gd name="connsiteY3" fmla="*/ 416814 h 833627"/>
                <a:gd name="connsiteX4" fmla="*/ 416814 w 833628"/>
                <a:gd name="connsiteY4" fmla="*/ 833628 h 833627"/>
                <a:gd name="connsiteX5" fmla="*/ 416814 w 833628"/>
                <a:gd name="connsiteY5" fmla="*/ 79393 h 833627"/>
                <a:gd name="connsiteX6" fmla="*/ 79393 w 833628"/>
                <a:gd name="connsiteY6" fmla="*/ 416814 h 833627"/>
                <a:gd name="connsiteX7" fmla="*/ 416814 w 833628"/>
                <a:gd name="connsiteY7" fmla="*/ 754234 h 833627"/>
                <a:gd name="connsiteX8" fmla="*/ 754235 w 833628"/>
                <a:gd name="connsiteY8" fmla="*/ 416814 h 833627"/>
                <a:gd name="connsiteX9" fmla="*/ 416814 w 833628"/>
                <a:gd name="connsiteY9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3628" h="833627">
                  <a:moveTo>
                    <a:pt x="416814" y="833628"/>
                  </a:moveTo>
                  <a:cubicBezTo>
                    <a:pt x="186614" y="833628"/>
                    <a:pt x="0" y="647014"/>
                    <a:pt x="0" y="416814"/>
                  </a:cubicBezTo>
                  <a:cubicBezTo>
                    <a:pt x="0" y="186614"/>
                    <a:pt x="186614" y="0"/>
                    <a:pt x="416814" y="0"/>
                  </a:cubicBezTo>
                  <a:cubicBezTo>
                    <a:pt x="647015" y="0"/>
                    <a:pt x="833629" y="186614"/>
                    <a:pt x="833629" y="416814"/>
                  </a:cubicBezTo>
                  <a:cubicBezTo>
                    <a:pt x="833380" y="646910"/>
                    <a:pt x="646911" y="833379"/>
                    <a:pt x="416814" y="833628"/>
                  </a:cubicBezTo>
                  <a:close/>
                  <a:moveTo>
                    <a:pt x="416814" y="79393"/>
                  </a:moveTo>
                  <a:cubicBezTo>
                    <a:pt x="230462" y="79393"/>
                    <a:pt x="79393" y="230461"/>
                    <a:pt x="79393" y="416814"/>
                  </a:cubicBezTo>
                  <a:cubicBezTo>
                    <a:pt x="79393" y="603164"/>
                    <a:pt x="230462" y="754234"/>
                    <a:pt x="416814" y="754234"/>
                  </a:cubicBezTo>
                  <a:cubicBezTo>
                    <a:pt x="603165" y="754234"/>
                    <a:pt x="754235" y="603164"/>
                    <a:pt x="754235" y="416814"/>
                  </a:cubicBezTo>
                  <a:cubicBezTo>
                    <a:pt x="754042" y="230541"/>
                    <a:pt x="603086" y="79585"/>
                    <a:pt x="41681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5" name="Picture Placeholder 57">
            <a:extLst>
              <a:ext uri="{FF2B5EF4-FFF2-40B4-BE49-F238E27FC236}">
                <a16:creationId xmlns:a16="http://schemas.microsoft.com/office/drawing/2014/main" id="{C3D4CB82-7906-491C-94AC-B031261C0B92}"/>
              </a:ext>
            </a:extLst>
          </p:cNvPr>
          <p:cNvGrpSpPr>
            <a:grpSpLocks noChangeAspect="1"/>
          </p:cNvGrpSpPr>
          <p:nvPr/>
        </p:nvGrpSpPr>
        <p:grpSpPr>
          <a:xfrm>
            <a:off x="8095248" y="2538456"/>
            <a:ext cx="834124" cy="834123"/>
            <a:chOff x="8095248" y="2538456"/>
            <a:chExt cx="834124" cy="834123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9DEBE80E-A46D-8A4E-B53A-458BB28A0703}"/>
                </a:ext>
              </a:extLst>
            </p:cNvPr>
            <p:cNvSpPr/>
            <p:nvPr/>
          </p:nvSpPr>
          <p:spPr>
            <a:xfrm>
              <a:off x="8095248" y="2538456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DC9FEA5-B7E3-6641-9A8C-8F2817A92FBE}"/>
                </a:ext>
              </a:extLst>
            </p:cNvPr>
            <p:cNvSpPr/>
            <p:nvPr/>
          </p:nvSpPr>
          <p:spPr>
            <a:xfrm>
              <a:off x="8468941" y="2865109"/>
              <a:ext cx="79393" cy="316927"/>
            </a:xfrm>
            <a:custGeom>
              <a:avLst/>
              <a:gdLst>
                <a:gd name="connsiteX0" fmla="*/ 39697 w 79393"/>
                <a:gd name="connsiteY0" fmla="*/ 316927 h 316927"/>
                <a:gd name="connsiteX1" fmla="*/ 0 w 79393"/>
                <a:gd name="connsiteY1" fmla="*/ 277231 h 316927"/>
                <a:gd name="connsiteX2" fmla="*/ 0 w 79393"/>
                <a:gd name="connsiteY2" fmla="*/ 39697 h 316927"/>
                <a:gd name="connsiteX3" fmla="*/ 39697 w 79393"/>
                <a:gd name="connsiteY3" fmla="*/ 0 h 316927"/>
                <a:gd name="connsiteX4" fmla="*/ 79393 w 79393"/>
                <a:gd name="connsiteY4" fmla="*/ 39697 h 316927"/>
                <a:gd name="connsiteX5" fmla="*/ 79393 w 79393"/>
                <a:gd name="connsiteY5" fmla="*/ 277231 h 316927"/>
                <a:gd name="connsiteX6" fmla="*/ 39697 w 79393"/>
                <a:gd name="connsiteY6" fmla="*/ 316927 h 31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6927">
                  <a:moveTo>
                    <a:pt x="39697" y="316927"/>
                  </a:moveTo>
                  <a:cubicBezTo>
                    <a:pt x="17773" y="316927"/>
                    <a:pt x="0" y="299153"/>
                    <a:pt x="0" y="2772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77231"/>
                  </a:lnTo>
                  <a:cubicBezTo>
                    <a:pt x="79393" y="299153"/>
                    <a:pt x="61621" y="316927"/>
                    <a:pt x="39697" y="31692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622F734-5AEE-3743-BCE7-EC0814533289}"/>
                </a:ext>
              </a:extLst>
            </p:cNvPr>
            <p:cNvSpPr/>
            <p:nvPr/>
          </p:nvSpPr>
          <p:spPr>
            <a:xfrm>
              <a:off x="8468940" y="2724848"/>
              <a:ext cx="79444" cy="79326"/>
            </a:xfrm>
            <a:custGeom>
              <a:avLst/>
              <a:gdLst>
                <a:gd name="connsiteX0" fmla="*/ 39698 w 79444"/>
                <a:gd name="connsiteY0" fmla="*/ 79327 h 79326"/>
                <a:gd name="connsiteX1" fmla="*/ 31957 w 79444"/>
                <a:gd name="connsiteY1" fmla="*/ 78582 h 79326"/>
                <a:gd name="connsiteX2" fmla="*/ 17667 w 79444"/>
                <a:gd name="connsiteY2" fmla="*/ 72678 h 79326"/>
                <a:gd name="connsiteX3" fmla="*/ 11613 w 79444"/>
                <a:gd name="connsiteY3" fmla="*/ 67715 h 79326"/>
                <a:gd name="connsiteX4" fmla="*/ 6651 w 79444"/>
                <a:gd name="connsiteY4" fmla="*/ 61711 h 79326"/>
                <a:gd name="connsiteX5" fmla="*/ 2979 w 79444"/>
                <a:gd name="connsiteY5" fmla="*/ 54864 h 79326"/>
                <a:gd name="connsiteX6" fmla="*/ 746 w 79444"/>
                <a:gd name="connsiteY6" fmla="*/ 47421 h 79326"/>
                <a:gd name="connsiteX7" fmla="*/ 2 w 79444"/>
                <a:gd name="connsiteY7" fmla="*/ 39630 h 79326"/>
                <a:gd name="connsiteX8" fmla="*/ 11613 w 79444"/>
                <a:gd name="connsiteY8" fmla="*/ 11594 h 79326"/>
                <a:gd name="connsiteX9" fmla="*/ 17667 w 79444"/>
                <a:gd name="connsiteY9" fmla="*/ 6632 h 79326"/>
                <a:gd name="connsiteX10" fmla="*/ 24514 w 79444"/>
                <a:gd name="connsiteY10" fmla="*/ 3010 h 79326"/>
                <a:gd name="connsiteX11" fmla="*/ 31957 w 79444"/>
                <a:gd name="connsiteY11" fmla="*/ 728 h 79326"/>
                <a:gd name="connsiteX12" fmla="*/ 67784 w 79444"/>
                <a:gd name="connsiteY12" fmla="*/ 11594 h 79326"/>
                <a:gd name="connsiteX13" fmla="*/ 72746 w 79444"/>
                <a:gd name="connsiteY13" fmla="*/ 17599 h 79326"/>
                <a:gd name="connsiteX14" fmla="*/ 76418 w 79444"/>
                <a:gd name="connsiteY14" fmla="*/ 24496 h 79326"/>
                <a:gd name="connsiteX15" fmla="*/ 78651 w 79444"/>
                <a:gd name="connsiteY15" fmla="*/ 31889 h 79326"/>
                <a:gd name="connsiteX16" fmla="*/ 78651 w 79444"/>
                <a:gd name="connsiteY16" fmla="*/ 47421 h 79326"/>
                <a:gd name="connsiteX17" fmla="*/ 76418 w 79444"/>
                <a:gd name="connsiteY17" fmla="*/ 54864 h 79326"/>
                <a:gd name="connsiteX18" fmla="*/ 72746 w 79444"/>
                <a:gd name="connsiteY18" fmla="*/ 61711 h 79326"/>
                <a:gd name="connsiteX19" fmla="*/ 67784 w 79444"/>
                <a:gd name="connsiteY19" fmla="*/ 67715 h 79326"/>
                <a:gd name="connsiteX20" fmla="*/ 61730 w 79444"/>
                <a:gd name="connsiteY20" fmla="*/ 72678 h 79326"/>
                <a:gd name="connsiteX21" fmla="*/ 47439 w 79444"/>
                <a:gd name="connsiteY21" fmla="*/ 78582 h 79326"/>
                <a:gd name="connsiteX22" fmla="*/ 39698 w 79444"/>
                <a:gd name="connsiteY22" fmla="*/ 79327 h 79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4" h="79326">
                  <a:moveTo>
                    <a:pt x="39698" y="79327"/>
                  </a:moveTo>
                  <a:cubicBezTo>
                    <a:pt x="37100" y="79327"/>
                    <a:pt x="34508" y="79078"/>
                    <a:pt x="31957" y="78582"/>
                  </a:cubicBezTo>
                  <a:cubicBezTo>
                    <a:pt x="26863" y="77535"/>
                    <a:pt x="22014" y="75531"/>
                    <a:pt x="17667" y="72678"/>
                  </a:cubicBezTo>
                  <a:cubicBezTo>
                    <a:pt x="15487" y="71232"/>
                    <a:pt x="13459" y="69569"/>
                    <a:pt x="11613" y="67715"/>
                  </a:cubicBezTo>
                  <a:cubicBezTo>
                    <a:pt x="9770" y="65878"/>
                    <a:pt x="8108" y="63867"/>
                    <a:pt x="6651" y="61711"/>
                  </a:cubicBezTo>
                  <a:cubicBezTo>
                    <a:pt x="5215" y="59549"/>
                    <a:pt x="3986" y="57256"/>
                    <a:pt x="2979" y="54864"/>
                  </a:cubicBezTo>
                  <a:cubicBezTo>
                    <a:pt x="1995" y="52461"/>
                    <a:pt x="1247" y="49968"/>
                    <a:pt x="746" y="47421"/>
                  </a:cubicBezTo>
                  <a:cubicBezTo>
                    <a:pt x="226" y="44857"/>
                    <a:pt x="-23" y="42246"/>
                    <a:pt x="2" y="39630"/>
                  </a:cubicBezTo>
                  <a:cubicBezTo>
                    <a:pt x="7" y="29116"/>
                    <a:pt x="4183" y="19033"/>
                    <a:pt x="11613" y="11594"/>
                  </a:cubicBezTo>
                  <a:cubicBezTo>
                    <a:pt x="13472" y="9755"/>
                    <a:pt x="15498" y="8094"/>
                    <a:pt x="17667" y="6632"/>
                  </a:cubicBezTo>
                  <a:cubicBezTo>
                    <a:pt x="19836" y="5221"/>
                    <a:pt x="22127" y="4008"/>
                    <a:pt x="24514" y="3010"/>
                  </a:cubicBezTo>
                  <a:cubicBezTo>
                    <a:pt x="26913" y="2003"/>
                    <a:pt x="29406" y="1239"/>
                    <a:pt x="31957" y="728"/>
                  </a:cubicBezTo>
                  <a:cubicBezTo>
                    <a:pt x="44961" y="-1781"/>
                    <a:pt x="58365" y="2284"/>
                    <a:pt x="67784" y="11594"/>
                  </a:cubicBezTo>
                  <a:cubicBezTo>
                    <a:pt x="69627" y="13432"/>
                    <a:pt x="71288" y="15443"/>
                    <a:pt x="72746" y="17599"/>
                  </a:cubicBezTo>
                  <a:cubicBezTo>
                    <a:pt x="74194" y="19771"/>
                    <a:pt x="75423" y="22082"/>
                    <a:pt x="76418" y="24496"/>
                  </a:cubicBezTo>
                  <a:cubicBezTo>
                    <a:pt x="77408" y="26879"/>
                    <a:pt x="78156" y="29356"/>
                    <a:pt x="78651" y="31889"/>
                  </a:cubicBezTo>
                  <a:cubicBezTo>
                    <a:pt x="79709" y="37012"/>
                    <a:pt x="79709" y="42298"/>
                    <a:pt x="78651" y="47421"/>
                  </a:cubicBezTo>
                  <a:cubicBezTo>
                    <a:pt x="78149" y="49968"/>
                    <a:pt x="77402" y="52461"/>
                    <a:pt x="76418" y="54864"/>
                  </a:cubicBezTo>
                  <a:cubicBezTo>
                    <a:pt x="75411" y="57256"/>
                    <a:pt x="74182" y="59549"/>
                    <a:pt x="72746" y="61711"/>
                  </a:cubicBezTo>
                  <a:cubicBezTo>
                    <a:pt x="71288" y="63867"/>
                    <a:pt x="69627" y="65878"/>
                    <a:pt x="67784" y="67715"/>
                  </a:cubicBezTo>
                  <a:cubicBezTo>
                    <a:pt x="65938" y="69569"/>
                    <a:pt x="63910" y="71232"/>
                    <a:pt x="61730" y="72678"/>
                  </a:cubicBezTo>
                  <a:cubicBezTo>
                    <a:pt x="57383" y="75532"/>
                    <a:pt x="52533" y="77535"/>
                    <a:pt x="47439" y="78582"/>
                  </a:cubicBezTo>
                  <a:cubicBezTo>
                    <a:pt x="44889" y="79078"/>
                    <a:pt x="42296" y="79327"/>
                    <a:pt x="39698" y="7932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3" name="Picture Placeholder 59">
            <a:extLst>
              <a:ext uri="{FF2B5EF4-FFF2-40B4-BE49-F238E27FC236}">
                <a16:creationId xmlns:a16="http://schemas.microsoft.com/office/drawing/2014/main" id="{C211777B-0977-4798-9E13-9BAC615F8D72}"/>
              </a:ext>
            </a:extLst>
          </p:cNvPr>
          <p:cNvGrpSpPr>
            <a:grpSpLocks noChangeAspect="1"/>
          </p:cNvGrpSpPr>
          <p:nvPr/>
        </p:nvGrpSpPr>
        <p:grpSpPr>
          <a:xfrm>
            <a:off x="9408487" y="2630502"/>
            <a:ext cx="842659" cy="650030"/>
            <a:chOff x="9408487" y="2630502"/>
            <a:chExt cx="842659" cy="650030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B0B64959-9249-0140-A8D4-890D3682C124}"/>
                </a:ext>
              </a:extLst>
            </p:cNvPr>
            <p:cNvSpPr/>
            <p:nvPr/>
          </p:nvSpPr>
          <p:spPr>
            <a:xfrm>
              <a:off x="9506836" y="2814099"/>
              <a:ext cx="744311" cy="466434"/>
            </a:xfrm>
            <a:custGeom>
              <a:avLst/>
              <a:gdLst>
                <a:gd name="connsiteX0" fmla="*/ 511094 w 744311"/>
                <a:gd name="connsiteY0" fmla="*/ 466434 h 466434"/>
                <a:gd name="connsiteX1" fmla="*/ 233218 w 744311"/>
                <a:gd name="connsiteY1" fmla="*/ 466434 h 466434"/>
                <a:gd name="connsiteX2" fmla="*/ 0 w 744311"/>
                <a:gd name="connsiteY2" fmla="*/ 233217 h 466434"/>
                <a:gd name="connsiteX3" fmla="*/ 233218 w 744311"/>
                <a:gd name="connsiteY3" fmla="*/ 0 h 466434"/>
                <a:gd name="connsiteX4" fmla="*/ 511094 w 744311"/>
                <a:gd name="connsiteY4" fmla="*/ 0 h 466434"/>
                <a:gd name="connsiteX5" fmla="*/ 744311 w 744311"/>
                <a:gd name="connsiteY5" fmla="*/ 233217 h 466434"/>
                <a:gd name="connsiteX6" fmla="*/ 511094 w 744311"/>
                <a:gd name="connsiteY6" fmla="*/ 466434 h 466434"/>
                <a:gd name="connsiteX7" fmla="*/ 233218 w 744311"/>
                <a:gd name="connsiteY7" fmla="*/ 79393 h 466434"/>
                <a:gd name="connsiteX8" fmla="*/ 79393 w 744311"/>
                <a:gd name="connsiteY8" fmla="*/ 233217 h 466434"/>
                <a:gd name="connsiteX9" fmla="*/ 233218 w 744311"/>
                <a:gd name="connsiteY9" fmla="*/ 387041 h 466434"/>
                <a:gd name="connsiteX10" fmla="*/ 511094 w 744311"/>
                <a:gd name="connsiteY10" fmla="*/ 387041 h 466434"/>
                <a:gd name="connsiteX11" fmla="*/ 664918 w 744311"/>
                <a:gd name="connsiteY11" fmla="*/ 233217 h 466434"/>
                <a:gd name="connsiteX12" fmla="*/ 511094 w 744311"/>
                <a:gd name="connsiteY12" fmla="*/ 79393 h 46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4311" h="466434">
                  <a:moveTo>
                    <a:pt x="511094" y="466434"/>
                  </a:moveTo>
                  <a:lnTo>
                    <a:pt x="233218" y="466434"/>
                  </a:lnTo>
                  <a:cubicBezTo>
                    <a:pt x="104415" y="466434"/>
                    <a:pt x="0" y="362018"/>
                    <a:pt x="0" y="233217"/>
                  </a:cubicBezTo>
                  <a:cubicBezTo>
                    <a:pt x="0" y="104415"/>
                    <a:pt x="104415" y="0"/>
                    <a:pt x="233218" y="0"/>
                  </a:cubicBezTo>
                  <a:lnTo>
                    <a:pt x="511094" y="0"/>
                  </a:lnTo>
                  <a:cubicBezTo>
                    <a:pt x="639894" y="0"/>
                    <a:pt x="744311" y="104415"/>
                    <a:pt x="744311" y="233217"/>
                  </a:cubicBezTo>
                  <a:cubicBezTo>
                    <a:pt x="744311" y="362018"/>
                    <a:pt x="639894" y="466434"/>
                    <a:pt x="511094" y="466434"/>
                  </a:cubicBezTo>
                  <a:close/>
                  <a:moveTo>
                    <a:pt x="233218" y="79393"/>
                  </a:moveTo>
                  <a:cubicBezTo>
                    <a:pt x="148263" y="79393"/>
                    <a:pt x="79393" y="148263"/>
                    <a:pt x="79393" y="233217"/>
                  </a:cubicBezTo>
                  <a:cubicBezTo>
                    <a:pt x="79393" y="318173"/>
                    <a:pt x="148263" y="387041"/>
                    <a:pt x="233218" y="387041"/>
                  </a:cubicBezTo>
                  <a:lnTo>
                    <a:pt x="511094" y="387041"/>
                  </a:lnTo>
                  <a:cubicBezTo>
                    <a:pt x="596049" y="387041"/>
                    <a:pt x="664918" y="318173"/>
                    <a:pt x="664918" y="233217"/>
                  </a:cubicBezTo>
                  <a:cubicBezTo>
                    <a:pt x="664918" y="148263"/>
                    <a:pt x="596049" y="79393"/>
                    <a:pt x="51109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02821DD5-698F-1740-B502-902A14E81136}"/>
                </a:ext>
              </a:extLst>
            </p:cNvPr>
            <p:cNvSpPr/>
            <p:nvPr/>
          </p:nvSpPr>
          <p:spPr>
            <a:xfrm>
              <a:off x="9408487" y="2630502"/>
              <a:ext cx="744311" cy="466434"/>
            </a:xfrm>
            <a:custGeom>
              <a:avLst/>
              <a:gdLst>
                <a:gd name="connsiteX0" fmla="*/ 511094 w 744311"/>
                <a:gd name="connsiteY0" fmla="*/ 466434 h 466434"/>
                <a:gd name="connsiteX1" fmla="*/ 233218 w 744311"/>
                <a:gd name="connsiteY1" fmla="*/ 466434 h 466434"/>
                <a:gd name="connsiteX2" fmla="*/ 0 w 744311"/>
                <a:gd name="connsiteY2" fmla="*/ 233217 h 466434"/>
                <a:gd name="connsiteX3" fmla="*/ 233218 w 744311"/>
                <a:gd name="connsiteY3" fmla="*/ 0 h 466434"/>
                <a:gd name="connsiteX4" fmla="*/ 511094 w 744311"/>
                <a:gd name="connsiteY4" fmla="*/ 0 h 466434"/>
                <a:gd name="connsiteX5" fmla="*/ 744311 w 744311"/>
                <a:gd name="connsiteY5" fmla="*/ 233217 h 466434"/>
                <a:gd name="connsiteX6" fmla="*/ 511094 w 744311"/>
                <a:gd name="connsiteY6" fmla="*/ 466434 h 466434"/>
                <a:gd name="connsiteX7" fmla="*/ 233218 w 744311"/>
                <a:gd name="connsiteY7" fmla="*/ 79393 h 466434"/>
                <a:gd name="connsiteX8" fmla="*/ 79393 w 744311"/>
                <a:gd name="connsiteY8" fmla="*/ 233217 h 466434"/>
                <a:gd name="connsiteX9" fmla="*/ 233218 w 744311"/>
                <a:gd name="connsiteY9" fmla="*/ 387041 h 466434"/>
                <a:gd name="connsiteX10" fmla="*/ 511094 w 744311"/>
                <a:gd name="connsiteY10" fmla="*/ 387041 h 466434"/>
                <a:gd name="connsiteX11" fmla="*/ 664918 w 744311"/>
                <a:gd name="connsiteY11" fmla="*/ 233217 h 466434"/>
                <a:gd name="connsiteX12" fmla="*/ 511094 w 744311"/>
                <a:gd name="connsiteY12" fmla="*/ 79393 h 46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4311" h="466434">
                  <a:moveTo>
                    <a:pt x="511094" y="466434"/>
                  </a:moveTo>
                  <a:lnTo>
                    <a:pt x="233218" y="466434"/>
                  </a:lnTo>
                  <a:cubicBezTo>
                    <a:pt x="104415" y="466434"/>
                    <a:pt x="0" y="362020"/>
                    <a:pt x="0" y="233217"/>
                  </a:cubicBezTo>
                  <a:cubicBezTo>
                    <a:pt x="0" y="104415"/>
                    <a:pt x="104415" y="0"/>
                    <a:pt x="233218" y="0"/>
                  </a:cubicBezTo>
                  <a:lnTo>
                    <a:pt x="511094" y="0"/>
                  </a:lnTo>
                  <a:cubicBezTo>
                    <a:pt x="639894" y="0"/>
                    <a:pt x="744311" y="104415"/>
                    <a:pt x="744311" y="233217"/>
                  </a:cubicBezTo>
                  <a:cubicBezTo>
                    <a:pt x="744311" y="362020"/>
                    <a:pt x="639894" y="466434"/>
                    <a:pt x="511094" y="466434"/>
                  </a:cubicBezTo>
                  <a:close/>
                  <a:moveTo>
                    <a:pt x="233218" y="79393"/>
                  </a:moveTo>
                  <a:cubicBezTo>
                    <a:pt x="148263" y="79393"/>
                    <a:pt x="79393" y="148263"/>
                    <a:pt x="79393" y="233217"/>
                  </a:cubicBezTo>
                  <a:cubicBezTo>
                    <a:pt x="79393" y="318172"/>
                    <a:pt x="148263" y="387041"/>
                    <a:pt x="233218" y="387041"/>
                  </a:cubicBezTo>
                  <a:lnTo>
                    <a:pt x="511094" y="387041"/>
                  </a:lnTo>
                  <a:cubicBezTo>
                    <a:pt x="596049" y="387041"/>
                    <a:pt x="664918" y="318172"/>
                    <a:pt x="664918" y="233217"/>
                  </a:cubicBezTo>
                  <a:cubicBezTo>
                    <a:pt x="664918" y="148263"/>
                    <a:pt x="596049" y="79393"/>
                    <a:pt x="51109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9" name="Picture Placeholder 61">
            <a:extLst>
              <a:ext uri="{FF2B5EF4-FFF2-40B4-BE49-F238E27FC236}">
                <a16:creationId xmlns:a16="http://schemas.microsoft.com/office/drawing/2014/main" id="{EEB7E98B-DFA8-4E54-A69F-BEA30405DB7D}"/>
              </a:ext>
            </a:extLst>
          </p:cNvPr>
          <p:cNvGrpSpPr>
            <a:grpSpLocks noChangeAspect="1"/>
          </p:cNvGrpSpPr>
          <p:nvPr/>
        </p:nvGrpSpPr>
        <p:grpSpPr>
          <a:xfrm>
            <a:off x="1534106" y="3657240"/>
            <a:ext cx="781278" cy="834024"/>
            <a:chOff x="1534106" y="3657240"/>
            <a:chExt cx="781278" cy="834024"/>
          </a:xfrm>
        </p:grpSpPr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D2D1ADB-5566-E64B-AD0A-CFF8668977FC}"/>
                </a:ext>
              </a:extLst>
            </p:cNvPr>
            <p:cNvSpPr/>
            <p:nvPr/>
          </p:nvSpPr>
          <p:spPr>
            <a:xfrm>
              <a:off x="1885073" y="4119110"/>
              <a:ext cx="80286" cy="371361"/>
            </a:xfrm>
            <a:custGeom>
              <a:avLst/>
              <a:gdLst>
                <a:gd name="connsiteX0" fmla="*/ 40590 w 80286"/>
                <a:gd name="connsiteY0" fmla="*/ 371361 h 371361"/>
                <a:gd name="connsiteX1" fmla="*/ 893 w 80286"/>
                <a:gd name="connsiteY1" fmla="*/ 331665 h 371361"/>
                <a:gd name="connsiteX2" fmla="*/ 0 w 80286"/>
                <a:gd name="connsiteY2" fmla="*/ 39697 h 371361"/>
                <a:gd name="connsiteX3" fmla="*/ 39697 w 80286"/>
                <a:gd name="connsiteY3" fmla="*/ 0 h 371361"/>
                <a:gd name="connsiteX4" fmla="*/ 39697 w 80286"/>
                <a:gd name="connsiteY4" fmla="*/ 0 h 371361"/>
                <a:gd name="connsiteX5" fmla="*/ 79393 w 80286"/>
                <a:gd name="connsiteY5" fmla="*/ 39697 h 371361"/>
                <a:gd name="connsiteX6" fmla="*/ 80286 w 80286"/>
                <a:gd name="connsiteY6" fmla="*/ 331665 h 371361"/>
                <a:gd name="connsiteX7" fmla="*/ 40590 w 80286"/>
                <a:gd name="connsiteY7" fmla="*/ 371361 h 37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371361">
                  <a:moveTo>
                    <a:pt x="40590" y="371361"/>
                  </a:moveTo>
                  <a:cubicBezTo>
                    <a:pt x="18666" y="371361"/>
                    <a:pt x="893" y="353587"/>
                    <a:pt x="893" y="33166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80286" y="331665"/>
                  </a:lnTo>
                  <a:cubicBezTo>
                    <a:pt x="80286" y="353587"/>
                    <a:pt x="62514" y="371361"/>
                    <a:pt x="40590" y="3713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B92EB7AE-9ABF-D149-BA36-FC605B95FDB7}"/>
                </a:ext>
              </a:extLst>
            </p:cNvPr>
            <p:cNvSpPr/>
            <p:nvPr/>
          </p:nvSpPr>
          <p:spPr>
            <a:xfrm>
              <a:off x="2166567" y="4332479"/>
              <a:ext cx="80743" cy="158786"/>
            </a:xfrm>
            <a:custGeom>
              <a:avLst/>
              <a:gdLst>
                <a:gd name="connsiteX0" fmla="*/ 39751 w 80743"/>
                <a:gd name="connsiteY0" fmla="*/ 158786 h 158786"/>
                <a:gd name="connsiteX1" fmla="*/ 39057 w 80743"/>
                <a:gd name="connsiteY1" fmla="*/ 158786 h 158786"/>
                <a:gd name="connsiteX2" fmla="*/ 5 w 80743"/>
                <a:gd name="connsiteY2" fmla="*/ 118455 h 158786"/>
                <a:gd name="connsiteX3" fmla="*/ 5 w 80743"/>
                <a:gd name="connsiteY3" fmla="*/ 118445 h 158786"/>
                <a:gd name="connsiteX4" fmla="*/ 1345 w 80743"/>
                <a:gd name="connsiteY4" fmla="*/ 39051 h 158786"/>
                <a:gd name="connsiteX5" fmla="*/ 41042 w 80743"/>
                <a:gd name="connsiteY5" fmla="*/ 0 h 158786"/>
                <a:gd name="connsiteX6" fmla="*/ 41687 w 80743"/>
                <a:gd name="connsiteY6" fmla="*/ 0 h 158786"/>
                <a:gd name="connsiteX7" fmla="*/ 80738 w 80743"/>
                <a:gd name="connsiteY7" fmla="*/ 40332 h 158786"/>
                <a:gd name="connsiteX8" fmla="*/ 80738 w 80743"/>
                <a:gd name="connsiteY8" fmla="*/ 40342 h 158786"/>
                <a:gd name="connsiteX9" fmla="*/ 79398 w 80743"/>
                <a:gd name="connsiteY9" fmla="*/ 119735 h 158786"/>
                <a:gd name="connsiteX10" fmla="*/ 39751 w 80743"/>
                <a:gd name="connsiteY10" fmla="*/ 158786 h 158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0743" h="158786">
                  <a:moveTo>
                    <a:pt x="39751" y="158786"/>
                  </a:moveTo>
                  <a:lnTo>
                    <a:pt x="39057" y="158786"/>
                  </a:lnTo>
                  <a:cubicBezTo>
                    <a:pt x="17134" y="158434"/>
                    <a:pt x="-347" y="140377"/>
                    <a:pt x="5" y="118455"/>
                  </a:cubicBezTo>
                  <a:cubicBezTo>
                    <a:pt x="5" y="118450"/>
                    <a:pt x="5" y="118450"/>
                    <a:pt x="5" y="118445"/>
                  </a:cubicBezTo>
                  <a:lnTo>
                    <a:pt x="1345" y="39051"/>
                  </a:lnTo>
                  <a:cubicBezTo>
                    <a:pt x="1697" y="17382"/>
                    <a:pt x="19367" y="-5"/>
                    <a:pt x="41042" y="0"/>
                  </a:cubicBezTo>
                  <a:lnTo>
                    <a:pt x="41687" y="0"/>
                  </a:lnTo>
                  <a:cubicBezTo>
                    <a:pt x="63609" y="352"/>
                    <a:pt x="81091" y="18409"/>
                    <a:pt x="80738" y="40332"/>
                  </a:cubicBezTo>
                  <a:cubicBezTo>
                    <a:pt x="80738" y="40337"/>
                    <a:pt x="80738" y="40337"/>
                    <a:pt x="80738" y="40342"/>
                  </a:cubicBezTo>
                  <a:lnTo>
                    <a:pt x="79398" y="119735"/>
                  </a:lnTo>
                  <a:cubicBezTo>
                    <a:pt x="79046" y="141389"/>
                    <a:pt x="61406" y="158761"/>
                    <a:pt x="39751" y="15878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FB379DE-C013-BC44-9E8B-5ED5B4EEDC1A}"/>
                </a:ext>
              </a:extLst>
            </p:cNvPr>
            <p:cNvSpPr/>
            <p:nvPr/>
          </p:nvSpPr>
          <p:spPr>
            <a:xfrm>
              <a:off x="1602235" y="3657637"/>
              <a:ext cx="79393" cy="148862"/>
            </a:xfrm>
            <a:custGeom>
              <a:avLst/>
              <a:gdLst>
                <a:gd name="connsiteX0" fmla="*/ 39697 w 79393"/>
                <a:gd name="connsiteY0" fmla="*/ 148862 h 148862"/>
                <a:gd name="connsiteX1" fmla="*/ 0 w 79393"/>
                <a:gd name="connsiteY1" fmla="*/ 109166 h 148862"/>
                <a:gd name="connsiteX2" fmla="*/ 0 w 79393"/>
                <a:gd name="connsiteY2" fmla="*/ 39697 h 148862"/>
                <a:gd name="connsiteX3" fmla="*/ 39697 w 79393"/>
                <a:gd name="connsiteY3" fmla="*/ 0 h 148862"/>
                <a:gd name="connsiteX4" fmla="*/ 79393 w 79393"/>
                <a:gd name="connsiteY4" fmla="*/ 39697 h 148862"/>
                <a:gd name="connsiteX5" fmla="*/ 79393 w 79393"/>
                <a:gd name="connsiteY5" fmla="*/ 109166 h 148862"/>
                <a:gd name="connsiteX6" fmla="*/ 39697 w 79393"/>
                <a:gd name="connsiteY6" fmla="*/ 148862 h 14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8862">
                  <a:moveTo>
                    <a:pt x="39697" y="148862"/>
                  </a:moveTo>
                  <a:cubicBezTo>
                    <a:pt x="17773" y="148862"/>
                    <a:pt x="0" y="131089"/>
                    <a:pt x="0" y="1091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09166"/>
                  </a:lnTo>
                  <a:cubicBezTo>
                    <a:pt x="79393" y="131089"/>
                    <a:pt x="61621" y="148862"/>
                    <a:pt x="39697" y="1488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1E8E3809-44D8-0644-9077-4B12637537F4}"/>
                </a:ext>
              </a:extLst>
            </p:cNvPr>
            <p:cNvSpPr/>
            <p:nvPr/>
          </p:nvSpPr>
          <p:spPr>
            <a:xfrm>
              <a:off x="1602285" y="3866044"/>
              <a:ext cx="79393" cy="625220"/>
            </a:xfrm>
            <a:custGeom>
              <a:avLst/>
              <a:gdLst>
                <a:gd name="connsiteX0" fmla="*/ 39697 w 79393"/>
                <a:gd name="connsiteY0" fmla="*/ 625221 h 625220"/>
                <a:gd name="connsiteX1" fmla="*/ 0 w 79393"/>
                <a:gd name="connsiteY1" fmla="*/ 585524 h 625220"/>
                <a:gd name="connsiteX2" fmla="*/ 0 w 79393"/>
                <a:gd name="connsiteY2" fmla="*/ 39697 h 625220"/>
                <a:gd name="connsiteX3" fmla="*/ 39697 w 79393"/>
                <a:gd name="connsiteY3" fmla="*/ 0 h 625220"/>
                <a:gd name="connsiteX4" fmla="*/ 79393 w 79393"/>
                <a:gd name="connsiteY4" fmla="*/ 39697 h 625220"/>
                <a:gd name="connsiteX5" fmla="*/ 79393 w 79393"/>
                <a:gd name="connsiteY5" fmla="*/ 585524 h 625220"/>
                <a:gd name="connsiteX6" fmla="*/ 39697 w 79393"/>
                <a:gd name="connsiteY6" fmla="*/ 625221 h 62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5220">
                  <a:moveTo>
                    <a:pt x="39697" y="625221"/>
                  </a:moveTo>
                  <a:cubicBezTo>
                    <a:pt x="17773" y="625221"/>
                    <a:pt x="0" y="607447"/>
                    <a:pt x="0" y="5855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85524"/>
                  </a:lnTo>
                  <a:cubicBezTo>
                    <a:pt x="79393" y="607447"/>
                    <a:pt x="61621" y="625221"/>
                    <a:pt x="39697" y="6252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BB211BA-32AB-A344-B89A-2AA5481BDFB8}"/>
                </a:ext>
              </a:extLst>
            </p:cNvPr>
            <p:cNvSpPr/>
            <p:nvPr/>
          </p:nvSpPr>
          <p:spPr>
            <a:xfrm>
              <a:off x="1885470" y="3657389"/>
              <a:ext cx="80286" cy="371361"/>
            </a:xfrm>
            <a:custGeom>
              <a:avLst/>
              <a:gdLst>
                <a:gd name="connsiteX0" fmla="*/ 40590 w 80286"/>
                <a:gd name="connsiteY0" fmla="*/ 371361 h 371361"/>
                <a:gd name="connsiteX1" fmla="*/ 893 w 80286"/>
                <a:gd name="connsiteY1" fmla="*/ 331665 h 371361"/>
                <a:gd name="connsiteX2" fmla="*/ 0 w 80286"/>
                <a:gd name="connsiteY2" fmla="*/ 39697 h 371361"/>
                <a:gd name="connsiteX3" fmla="*/ 39697 w 80286"/>
                <a:gd name="connsiteY3" fmla="*/ 0 h 371361"/>
                <a:gd name="connsiteX4" fmla="*/ 39697 w 80286"/>
                <a:gd name="connsiteY4" fmla="*/ 0 h 371361"/>
                <a:gd name="connsiteX5" fmla="*/ 79393 w 80286"/>
                <a:gd name="connsiteY5" fmla="*/ 39697 h 371361"/>
                <a:gd name="connsiteX6" fmla="*/ 80286 w 80286"/>
                <a:gd name="connsiteY6" fmla="*/ 331665 h 371361"/>
                <a:gd name="connsiteX7" fmla="*/ 40590 w 80286"/>
                <a:gd name="connsiteY7" fmla="*/ 371361 h 37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371361">
                  <a:moveTo>
                    <a:pt x="40590" y="371361"/>
                  </a:moveTo>
                  <a:cubicBezTo>
                    <a:pt x="18666" y="371361"/>
                    <a:pt x="893" y="353589"/>
                    <a:pt x="893" y="33166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286" y="331665"/>
                  </a:lnTo>
                  <a:cubicBezTo>
                    <a:pt x="80286" y="353589"/>
                    <a:pt x="62514" y="371361"/>
                    <a:pt x="40590" y="3713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98324D77-2856-0C46-89E0-9AF0936B00DD}"/>
                </a:ext>
              </a:extLst>
            </p:cNvPr>
            <p:cNvSpPr/>
            <p:nvPr/>
          </p:nvSpPr>
          <p:spPr>
            <a:xfrm>
              <a:off x="2165431" y="3657240"/>
              <a:ext cx="82122" cy="615941"/>
            </a:xfrm>
            <a:custGeom>
              <a:avLst/>
              <a:gdLst>
                <a:gd name="connsiteX0" fmla="*/ 42178 w 82122"/>
                <a:gd name="connsiteY0" fmla="*/ 615693 h 615941"/>
                <a:gd name="connsiteX1" fmla="*/ 2481 w 82122"/>
                <a:gd name="connsiteY1" fmla="*/ 575997 h 615941"/>
                <a:gd name="connsiteX2" fmla="*/ 0 w 82122"/>
                <a:gd name="connsiteY2" fmla="*/ 39697 h 615941"/>
                <a:gd name="connsiteX3" fmla="*/ 39697 w 82122"/>
                <a:gd name="connsiteY3" fmla="*/ 0 h 615941"/>
                <a:gd name="connsiteX4" fmla="*/ 39697 w 82122"/>
                <a:gd name="connsiteY4" fmla="*/ 0 h 615941"/>
                <a:gd name="connsiteX5" fmla="*/ 79393 w 82122"/>
                <a:gd name="connsiteY5" fmla="*/ 39697 h 615941"/>
                <a:gd name="connsiteX6" fmla="*/ 82122 w 82122"/>
                <a:gd name="connsiteY6" fmla="*/ 576245 h 615941"/>
                <a:gd name="connsiteX7" fmla="*/ 42426 w 82122"/>
                <a:gd name="connsiteY7" fmla="*/ 615942 h 61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122" h="615941">
                  <a:moveTo>
                    <a:pt x="42178" y="615693"/>
                  </a:moveTo>
                  <a:cubicBezTo>
                    <a:pt x="20255" y="615693"/>
                    <a:pt x="2481" y="597919"/>
                    <a:pt x="2481" y="57599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82122" y="576245"/>
                  </a:lnTo>
                  <a:cubicBezTo>
                    <a:pt x="82122" y="598167"/>
                    <a:pt x="64348" y="615942"/>
                    <a:pt x="42426" y="6159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3C1CBDD4-FE7F-A842-BB83-9D903A55603E}"/>
                </a:ext>
              </a:extLst>
            </p:cNvPr>
            <p:cNvSpPr/>
            <p:nvPr/>
          </p:nvSpPr>
          <p:spPr>
            <a:xfrm>
              <a:off x="1534106" y="3727007"/>
              <a:ext cx="216941" cy="216941"/>
            </a:xfrm>
            <a:custGeom>
              <a:avLst/>
              <a:gdLst>
                <a:gd name="connsiteX0" fmla="*/ 108521 w 216941"/>
                <a:gd name="connsiteY0" fmla="*/ 216942 h 216941"/>
                <a:gd name="connsiteX1" fmla="*/ 0 w 216941"/>
                <a:gd name="connsiteY1" fmla="*/ 108520 h 216941"/>
                <a:gd name="connsiteX2" fmla="*/ 108421 w 216941"/>
                <a:gd name="connsiteY2" fmla="*/ 0 h 216941"/>
                <a:gd name="connsiteX3" fmla="*/ 216942 w 216941"/>
                <a:gd name="connsiteY3" fmla="*/ 108421 h 216941"/>
                <a:gd name="connsiteX4" fmla="*/ 216942 w 216941"/>
                <a:gd name="connsiteY4" fmla="*/ 108520 h 216941"/>
                <a:gd name="connsiteX5" fmla="*/ 108521 w 216941"/>
                <a:gd name="connsiteY5" fmla="*/ 216942 h 216941"/>
                <a:gd name="connsiteX6" fmla="*/ 108521 w 216941"/>
                <a:gd name="connsiteY6" fmla="*/ 79443 h 216941"/>
                <a:gd name="connsiteX7" fmla="*/ 79393 w 216941"/>
                <a:gd name="connsiteY7" fmla="*/ 108471 h 216941"/>
                <a:gd name="connsiteX8" fmla="*/ 108421 w 216941"/>
                <a:gd name="connsiteY8" fmla="*/ 137598 h 216941"/>
                <a:gd name="connsiteX9" fmla="*/ 137549 w 216941"/>
                <a:gd name="connsiteY9" fmla="*/ 108570 h 216941"/>
                <a:gd name="connsiteX10" fmla="*/ 137549 w 216941"/>
                <a:gd name="connsiteY10" fmla="*/ 108520 h 216941"/>
                <a:gd name="connsiteX11" fmla="*/ 10852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521" y="216942"/>
                  </a:moveTo>
                  <a:cubicBezTo>
                    <a:pt x="48614" y="216969"/>
                    <a:pt x="27" y="168427"/>
                    <a:pt x="0" y="108520"/>
                  </a:cubicBezTo>
                  <a:cubicBezTo>
                    <a:pt x="-27" y="48614"/>
                    <a:pt x="48515" y="27"/>
                    <a:pt x="108421" y="0"/>
                  </a:cubicBezTo>
                  <a:cubicBezTo>
                    <a:pt x="168328" y="-27"/>
                    <a:pt x="216915" y="48515"/>
                    <a:pt x="216942" y="108421"/>
                  </a:cubicBezTo>
                  <a:cubicBezTo>
                    <a:pt x="216942" y="108454"/>
                    <a:pt x="216942" y="108487"/>
                    <a:pt x="216942" y="108520"/>
                  </a:cubicBezTo>
                  <a:cubicBezTo>
                    <a:pt x="216860" y="168366"/>
                    <a:pt x="168366" y="216860"/>
                    <a:pt x="108521" y="216942"/>
                  </a:cubicBezTo>
                  <a:close/>
                  <a:moveTo>
                    <a:pt x="108521" y="79443"/>
                  </a:moveTo>
                  <a:cubicBezTo>
                    <a:pt x="92461" y="79415"/>
                    <a:pt x="79420" y="92412"/>
                    <a:pt x="79393" y="108471"/>
                  </a:cubicBezTo>
                  <a:cubicBezTo>
                    <a:pt x="79366" y="124530"/>
                    <a:pt x="92362" y="137571"/>
                    <a:pt x="108421" y="137598"/>
                  </a:cubicBezTo>
                  <a:cubicBezTo>
                    <a:pt x="124481" y="137625"/>
                    <a:pt x="137521" y="124629"/>
                    <a:pt x="137549" y="108570"/>
                  </a:cubicBezTo>
                  <a:cubicBezTo>
                    <a:pt x="137549" y="108554"/>
                    <a:pt x="137549" y="108537"/>
                    <a:pt x="137549" y="108520"/>
                  </a:cubicBezTo>
                  <a:cubicBezTo>
                    <a:pt x="137521" y="92492"/>
                    <a:pt x="124549" y="79497"/>
                    <a:pt x="108521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4A58D23A-8BD0-584F-B438-7CF22D8E12BF}"/>
                </a:ext>
              </a:extLst>
            </p:cNvPr>
            <p:cNvSpPr/>
            <p:nvPr/>
          </p:nvSpPr>
          <p:spPr>
            <a:xfrm>
              <a:off x="2098443" y="4194037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521 w 216941"/>
                <a:gd name="connsiteY10" fmla="*/ 79443 h 216941"/>
                <a:gd name="connsiteX11" fmla="*/ 108471 w 216941"/>
                <a:gd name="connsiteY11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3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3"/>
                    <a:pt x="79393" y="108520"/>
                  </a:cubicBezTo>
                  <a:cubicBezTo>
                    <a:pt x="79393" y="124578"/>
                    <a:pt x="92414" y="137598"/>
                    <a:pt x="108471" y="137598"/>
                  </a:cubicBezTo>
                  <a:cubicBezTo>
                    <a:pt x="124528" y="137598"/>
                    <a:pt x="137549" y="124578"/>
                    <a:pt x="137549" y="108520"/>
                  </a:cubicBezTo>
                  <a:cubicBezTo>
                    <a:pt x="137549" y="108506"/>
                    <a:pt x="137549" y="108486"/>
                    <a:pt x="137549" y="108471"/>
                  </a:cubicBezTo>
                  <a:cubicBezTo>
                    <a:pt x="137549" y="92438"/>
                    <a:pt x="124553" y="79443"/>
                    <a:pt x="108521" y="79443"/>
                  </a:cubicBezTo>
                  <a:cubicBezTo>
                    <a:pt x="108506" y="79443"/>
                    <a:pt x="108486" y="79443"/>
                    <a:pt x="108471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E11D7C4-EC0D-E848-8794-35D6377733E2}"/>
                </a:ext>
              </a:extLst>
            </p:cNvPr>
            <p:cNvSpPr/>
            <p:nvPr/>
          </p:nvSpPr>
          <p:spPr>
            <a:xfrm>
              <a:off x="1817837" y="3974317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216942 w 216941"/>
                <a:gd name="connsiteY4" fmla="*/ 108520 h 216941"/>
                <a:gd name="connsiteX5" fmla="*/ 108471 w 216941"/>
                <a:gd name="connsiteY5" fmla="*/ 216942 h 216941"/>
                <a:gd name="connsiteX6" fmla="*/ 108471 w 216941"/>
                <a:gd name="connsiteY6" fmla="*/ 79443 h 216941"/>
                <a:gd name="connsiteX7" fmla="*/ 79393 w 216941"/>
                <a:gd name="connsiteY7" fmla="*/ 108520 h 216941"/>
                <a:gd name="connsiteX8" fmla="*/ 108471 w 216941"/>
                <a:gd name="connsiteY8" fmla="*/ 137598 h 216941"/>
                <a:gd name="connsiteX9" fmla="*/ 137549 w 216941"/>
                <a:gd name="connsiteY9" fmla="*/ 108520 h 216941"/>
                <a:gd name="connsiteX10" fmla="*/ 108471 w 216941"/>
                <a:gd name="connsiteY10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8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942" y="108487"/>
                    <a:pt x="216942" y="108504"/>
                    <a:pt x="216942" y="108520"/>
                  </a:cubicBezTo>
                  <a:cubicBezTo>
                    <a:pt x="216887" y="168398"/>
                    <a:pt x="168347" y="216912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2" y="79443"/>
                    <a:pt x="79393" y="92461"/>
                    <a:pt x="79393" y="108520"/>
                  </a:cubicBezTo>
                  <a:cubicBezTo>
                    <a:pt x="79393" y="124580"/>
                    <a:pt x="92412" y="137598"/>
                    <a:pt x="108471" y="137598"/>
                  </a:cubicBezTo>
                  <a:cubicBezTo>
                    <a:pt x="124530" y="137598"/>
                    <a:pt x="137549" y="124580"/>
                    <a:pt x="137549" y="108520"/>
                  </a:cubicBezTo>
                  <a:cubicBezTo>
                    <a:pt x="137549" y="92461"/>
                    <a:pt x="124530" y="79443"/>
                    <a:pt x="108471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9" name="Picture Placeholder 63">
            <a:extLst>
              <a:ext uri="{FF2B5EF4-FFF2-40B4-BE49-F238E27FC236}">
                <a16:creationId xmlns:a16="http://schemas.microsoft.com/office/drawing/2014/main" id="{F8D5D1DA-4135-4D1D-AB0C-4FE0BDB48924}"/>
              </a:ext>
            </a:extLst>
          </p:cNvPr>
          <p:cNvGrpSpPr>
            <a:grpSpLocks noChangeAspect="1"/>
          </p:cNvGrpSpPr>
          <p:nvPr/>
        </p:nvGrpSpPr>
        <p:grpSpPr>
          <a:xfrm>
            <a:off x="2903145" y="3649167"/>
            <a:ext cx="678133" cy="850210"/>
            <a:chOff x="2903145" y="3649167"/>
            <a:chExt cx="678133" cy="850210"/>
          </a:xfrm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3251120-D2A6-A74C-BA1A-5F9134F1F5BC}"/>
                </a:ext>
              </a:extLst>
            </p:cNvPr>
            <p:cNvSpPr/>
            <p:nvPr/>
          </p:nvSpPr>
          <p:spPr>
            <a:xfrm>
              <a:off x="2903145" y="3649167"/>
              <a:ext cx="634400" cy="842097"/>
            </a:xfrm>
            <a:custGeom>
              <a:avLst/>
              <a:gdLst>
                <a:gd name="connsiteX0" fmla="*/ 174789 w 634400"/>
                <a:gd name="connsiteY0" fmla="*/ 842098 h 842097"/>
                <a:gd name="connsiteX1" fmla="*/ 151219 w 634400"/>
                <a:gd name="connsiteY1" fmla="*/ 834357 h 842097"/>
                <a:gd name="connsiteX2" fmla="*/ 16052 w 634400"/>
                <a:gd name="connsiteY2" fmla="*/ 733974 h 842097"/>
                <a:gd name="connsiteX3" fmla="*/ 7814 w 634400"/>
                <a:gd name="connsiteY3" fmla="*/ 678444 h 842097"/>
                <a:gd name="connsiteX4" fmla="*/ 8609 w 634400"/>
                <a:gd name="connsiteY4" fmla="*/ 677407 h 842097"/>
                <a:gd name="connsiteX5" fmla="*/ 143726 w 634400"/>
                <a:gd name="connsiteY5" fmla="*/ 507109 h 842097"/>
                <a:gd name="connsiteX6" fmla="*/ 197218 w 634400"/>
                <a:gd name="connsiteY6" fmla="*/ 499020 h 842097"/>
                <a:gd name="connsiteX7" fmla="*/ 236914 w 634400"/>
                <a:gd name="connsiteY7" fmla="*/ 526064 h 842097"/>
                <a:gd name="connsiteX8" fmla="*/ 385379 w 634400"/>
                <a:gd name="connsiteY8" fmla="*/ 290862 h 842097"/>
                <a:gd name="connsiteX9" fmla="*/ 336106 w 634400"/>
                <a:gd name="connsiteY9" fmla="*/ 269624 h 842097"/>
                <a:gd name="connsiteX10" fmla="*/ 315399 w 634400"/>
                <a:gd name="connsiteY10" fmla="*/ 217443 h 842097"/>
                <a:gd name="connsiteX11" fmla="*/ 316258 w 634400"/>
                <a:gd name="connsiteY11" fmla="*/ 215587 h 842097"/>
                <a:gd name="connsiteX12" fmla="*/ 412075 w 634400"/>
                <a:gd name="connsiteY12" fmla="*/ 22066 h 842097"/>
                <a:gd name="connsiteX13" fmla="*/ 460704 w 634400"/>
                <a:gd name="connsiteY13" fmla="*/ 2218 h 842097"/>
                <a:gd name="connsiteX14" fmla="*/ 608077 w 634400"/>
                <a:gd name="connsiteY14" fmla="*/ 53526 h 842097"/>
                <a:gd name="connsiteX15" fmla="*/ 632064 w 634400"/>
                <a:gd name="connsiteY15" fmla="*/ 104282 h 842097"/>
                <a:gd name="connsiteX16" fmla="*/ 581977 w 634400"/>
                <a:gd name="connsiteY16" fmla="*/ 128503 h 842097"/>
                <a:gd name="connsiteX17" fmla="*/ 467849 w 634400"/>
                <a:gd name="connsiteY17" fmla="*/ 88806 h 842097"/>
                <a:gd name="connsiteX18" fmla="*/ 405773 w 634400"/>
                <a:gd name="connsiteY18" fmla="*/ 213255 h 842097"/>
                <a:gd name="connsiteX19" fmla="*/ 452318 w 634400"/>
                <a:gd name="connsiteY19" fmla="*/ 233103 h 842097"/>
                <a:gd name="connsiteX20" fmla="*/ 475590 w 634400"/>
                <a:gd name="connsiteY20" fmla="*/ 278605 h 842097"/>
                <a:gd name="connsiteX21" fmla="*/ 279588 w 634400"/>
                <a:gd name="connsiteY21" fmla="*/ 604117 h 842097"/>
                <a:gd name="connsiteX22" fmla="*/ 224707 w 634400"/>
                <a:gd name="connsiteY22" fmla="*/ 614041 h 842097"/>
                <a:gd name="connsiteX23" fmla="*/ 182827 w 634400"/>
                <a:gd name="connsiteY23" fmla="*/ 585410 h 842097"/>
                <a:gd name="connsiteX24" fmla="*/ 96190 w 634400"/>
                <a:gd name="connsiteY24" fmla="*/ 694575 h 842097"/>
                <a:gd name="connsiteX25" fmla="*/ 198309 w 634400"/>
                <a:gd name="connsiteY25" fmla="*/ 770396 h 842097"/>
                <a:gd name="connsiteX26" fmla="*/ 206597 w 634400"/>
                <a:gd name="connsiteY26" fmla="*/ 825921 h 842097"/>
                <a:gd name="connsiteX27" fmla="*/ 174690 w 634400"/>
                <a:gd name="connsiteY27" fmla="*/ 841999 h 84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34400" h="842097">
                  <a:moveTo>
                    <a:pt x="174789" y="842098"/>
                  </a:moveTo>
                  <a:cubicBezTo>
                    <a:pt x="166307" y="842103"/>
                    <a:pt x="158047" y="839389"/>
                    <a:pt x="151219" y="834357"/>
                  </a:cubicBezTo>
                  <a:cubicBezTo>
                    <a:pt x="129088" y="817982"/>
                    <a:pt x="16052" y="733974"/>
                    <a:pt x="16052" y="733974"/>
                  </a:cubicBezTo>
                  <a:cubicBezTo>
                    <a:pt x="-1557" y="720914"/>
                    <a:pt x="-5246" y="696054"/>
                    <a:pt x="7814" y="678444"/>
                  </a:cubicBezTo>
                  <a:cubicBezTo>
                    <a:pt x="8073" y="678091"/>
                    <a:pt x="8339" y="677749"/>
                    <a:pt x="8609" y="677407"/>
                  </a:cubicBezTo>
                  <a:lnTo>
                    <a:pt x="143726" y="507109"/>
                  </a:lnTo>
                  <a:cubicBezTo>
                    <a:pt x="156675" y="490798"/>
                    <a:pt x="180026" y="487270"/>
                    <a:pt x="197218" y="499020"/>
                  </a:cubicBezTo>
                  <a:lnTo>
                    <a:pt x="236914" y="526064"/>
                  </a:lnTo>
                  <a:cubicBezTo>
                    <a:pt x="298394" y="436746"/>
                    <a:pt x="359378" y="341475"/>
                    <a:pt x="385379" y="290862"/>
                  </a:cubicBezTo>
                  <a:lnTo>
                    <a:pt x="336106" y="269624"/>
                  </a:lnTo>
                  <a:cubicBezTo>
                    <a:pt x="315978" y="260933"/>
                    <a:pt x="306708" y="237570"/>
                    <a:pt x="315399" y="217443"/>
                  </a:cubicBezTo>
                  <a:cubicBezTo>
                    <a:pt x="315669" y="216817"/>
                    <a:pt x="315955" y="216198"/>
                    <a:pt x="316258" y="215587"/>
                  </a:cubicBezTo>
                  <a:lnTo>
                    <a:pt x="412075" y="22066"/>
                  </a:lnTo>
                  <a:cubicBezTo>
                    <a:pt x="420967" y="4140"/>
                    <a:pt x="441808" y="-4368"/>
                    <a:pt x="460704" y="2218"/>
                  </a:cubicBezTo>
                  <a:lnTo>
                    <a:pt x="608077" y="53526"/>
                  </a:lnTo>
                  <a:cubicBezTo>
                    <a:pt x="628720" y="60918"/>
                    <a:pt x="639457" y="83642"/>
                    <a:pt x="632064" y="104282"/>
                  </a:cubicBezTo>
                  <a:cubicBezTo>
                    <a:pt x="624765" y="124663"/>
                    <a:pt x="602485" y="135438"/>
                    <a:pt x="581977" y="128503"/>
                  </a:cubicBezTo>
                  <a:lnTo>
                    <a:pt x="467849" y="88806"/>
                  </a:lnTo>
                  <a:lnTo>
                    <a:pt x="405773" y="213255"/>
                  </a:lnTo>
                  <a:lnTo>
                    <a:pt x="452318" y="233103"/>
                  </a:lnTo>
                  <a:cubicBezTo>
                    <a:pt x="470107" y="240596"/>
                    <a:pt x="479927" y="259797"/>
                    <a:pt x="475590" y="278605"/>
                  </a:cubicBezTo>
                  <a:cubicBezTo>
                    <a:pt x="461299" y="343112"/>
                    <a:pt x="309807" y="561046"/>
                    <a:pt x="279588" y="604117"/>
                  </a:cubicBezTo>
                  <a:cubicBezTo>
                    <a:pt x="267090" y="621881"/>
                    <a:pt x="242635" y="626307"/>
                    <a:pt x="224707" y="614041"/>
                  </a:cubicBezTo>
                  <a:lnTo>
                    <a:pt x="182827" y="585410"/>
                  </a:lnTo>
                  <a:lnTo>
                    <a:pt x="96190" y="694575"/>
                  </a:lnTo>
                  <a:lnTo>
                    <a:pt x="198309" y="770396"/>
                  </a:lnTo>
                  <a:cubicBezTo>
                    <a:pt x="215930" y="783441"/>
                    <a:pt x="219641" y="808301"/>
                    <a:pt x="206597" y="825921"/>
                  </a:cubicBezTo>
                  <a:cubicBezTo>
                    <a:pt x="199111" y="836034"/>
                    <a:pt x="187273" y="841999"/>
                    <a:pt x="174690" y="8419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78AA5D3-2AFD-414A-A6E2-B6E57A49EB2E}"/>
                </a:ext>
              </a:extLst>
            </p:cNvPr>
            <p:cNvSpPr/>
            <p:nvPr/>
          </p:nvSpPr>
          <p:spPr>
            <a:xfrm>
              <a:off x="3034997" y="3700460"/>
              <a:ext cx="546281" cy="798917"/>
            </a:xfrm>
            <a:custGeom>
              <a:avLst/>
              <a:gdLst>
                <a:gd name="connsiteX0" fmla="*/ 69186 w 546281"/>
                <a:gd name="connsiteY0" fmla="*/ 798893 h 798917"/>
                <a:gd name="connsiteX1" fmla="*/ 16241 w 546281"/>
                <a:gd name="connsiteY1" fmla="*/ 782667 h 798917"/>
                <a:gd name="connsiteX2" fmla="*/ 7706 w 546281"/>
                <a:gd name="connsiteY2" fmla="*/ 727092 h 798917"/>
                <a:gd name="connsiteX3" fmla="*/ 63281 w 546281"/>
                <a:gd name="connsiteY3" fmla="*/ 718557 h 798917"/>
                <a:gd name="connsiteX4" fmla="*/ 111364 w 546281"/>
                <a:gd name="connsiteY4" fmla="*/ 698262 h 798917"/>
                <a:gd name="connsiteX5" fmla="*/ 462827 w 546281"/>
                <a:gd name="connsiteY5" fmla="*/ 119189 h 798917"/>
                <a:gd name="connsiteX6" fmla="*/ 464713 w 546281"/>
                <a:gd name="connsiteY6" fmla="*/ 87084 h 798917"/>
                <a:gd name="connsiteX7" fmla="*/ 451564 w 546281"/>
                <a:gd name="connsiteY7" fmla="*/ 78004 h 798917"/>
                <a:gd name="connsiteX8" fmla="*/ 452457 w 546281"/>
                <a:gd name="connsiteY8" fmla="*/ 78004 h 798917"/>
                <a:gd name="connsiteX9" fmla="*/ 467343 w 546281"/>
                <a:gd name="connsiteY9" fmla="*/ 0 h 798917"/>
                <a:gd name="connsiteX10" fmla="*/ 532991 w 546281"/>
                <a:gd name="connsiteY10" fmla="*/ 46296 h 798917"/>
                <a:gd name="connsiteX11" fmla="*/ 538301 w 546281"/>
                <a:gd name="connsiteY11" fmla="*/ 143801 h 798917"/>
                <a:gd name="connsiteX12" fmla="*/ 169966 w 546281"/>
                <a:gd name="connsiteY12" fmla="*/ 751654 h 798917"/>
                <a:gd name="connsiteX13" fmla="*/ 69186 w 546281"/>
                <a:gd name="connsiteY13" fmla="*/ 798893 h 798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281" h="798917">
                  <a:moveTo>
                    <a:pt x="69186" y="798893"/>
                  </a:moveTo>
                  <a:cubicBezTo>
                    <a:pt x="50249" y="799340"/>
                    <a:pt x="31676" y="793648"/>
                    <a:pt x="16241" y="782667"/>
                  </a:cubicBezTo>
                  <a:cubicBezTo>
                    <a:pt x="-1463" y="769676"/>
                    <a:pt x="-5284" y="744797"/>
                    <a:pt x="7706" y="727092"/>
                  </a:cubicBezTo>
                  <a:cubicBezTo>
                    <a:pt x="20696" y="709387"/>
                    <a:pt x="45578" y="705567"/>
                    <a:pt x="63281" y="718557"/>
                  </a:cubicBezTo>
                  <a:cubicBezTo>
                    <a:pt x="68491" y="720939"/>
                    <a:pt x="92111" y="719401"/>
                    <a:pt x="111364" y="698262"/>
                  </a:cubicBezTo>
                  <a:cubicBezTo>
                    <a:pt x="217800" y="581703"/>
                    <a:pt x="446006" y="170546"/>
                    <a:pt x="462827" y="119189"/>
                  </a:cubicBezTo>
                  <a:cubicBezTo>
                    <a:pt x="467492" y="104997"/>
                    <a:pt x="468187" y="93287"/>
                    <a:pt x="464713" y="87084"/>
                  </a:cubicBezTo>
                  <a:cubicBezTo>
                    <a:pt x="461517" y="82621"/>
                    <a:pt x="456868" y="79411"/>
                    <a:pt x="451564" y="78004"/>
                  </a:cubicBezTo>
                  <a:lnTo>
                    <a:pt x="452457" y="78004"/>
                  </a:lnTo>
                  <a:lnTo>
                    <a:pt x="467343" y="0"/>
                  </a:lnTo>
                  <a:cubicBezTo>
                    <a:pt x="494595" y="5896"/>
                    <a:pt x="518289" y="22604"/>
                    <a:pt x="532991" y="46296"/>
                  </a:cubicBezTo>
                  <a:cubicBezTo>
                    <a:pt x="543908" y="64854"/>
                    <a:pt x="553733" y="96810"/>
                    <a:pt x="538301" y="143801"/>
                  </a:cubicBezTo>
                  <a:cubicBezTo>
                    <a:pt x="516467" y="210193"/>
                    <a:pt x="282754" y="628049"/>
                    <a:pt x="169966" y="751654"/>
                  </a:cubicBezTo>
                  <a:cubicBezTo>
                    <a:pt x="142228" y="782270"/>
                    <a:pt x="103970" y="798893"/>
                    <a:pt x="69186" y="7988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5" name="Picture Placeholder 65">
            <a:extLst>
              <a:ext uri="{FF2B5EF4-FFF2-40B4-BE49-F238E27FC236}">
                <a16:creationId xmlns:a16="http://schemas.microsoft.com/office/drawing/2014/main" id="{57F3BAA6-FA8E-4270-9DCF-4D7EEF2AC181}"/>
              </a:ext>
            </a:extLst>
          </p:cNvPr>
          <p:cNvGrpSpPr>
            <a:grpSpLocks noChangeAspect="1"/>
          </p:cNvGrpSpPr>
          <p:nvPr/>
        </p:nvGrpSpPr>
        <p:grpSpPr>
          <a:xfrm>
            <a:off x="4311682" y="3657042"/>
            <a:ext cx="496207" cy="834222"/>
            <a:chOff x="4311682" y="3657042"/>
            <a:chExt cx="496207" cy="834222"/>
          </a:xfrm>
        </p:grpSpPr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C501D1EC-DE77-244A-85B4-6A945580C297}"/>
                </a:ext>
              </a:extLst>
            </p:cNvPr>
            <p:cNvSpPr/>
            <p:nvPr/>
          </p:nvSpPr>
          <p:spPr>
            <a:xfrm>
              <a:off x="4429383" y="3657042"/>
              <a:ext cx="264379" cy="526276"/>
            </a:xfrm>
            <a:custGeom>
              <a:avLst/>
              <a:gdLst>
                <a:gd name="connsiteX0" fmla="*/ 132190 w 264379"/>
                <a:gd name="connsiteY0" fmla="*/ 526277 h 526276"/>
                <a:gd name="connsiteX1" fmla="*/ 0 w 264379"/>
                <a:gd name="connsiteY1" fmla="*/ 385404 h 526276"/>
                <a:gd name="connsiteX2" fmla="*/ 0 w 264379"/>
                <a:gd name="connsiteY2" fmla="*/ 140873 h 526276"/>
                <a:gd name="connsiteX3" fmla="*/ 132190 w 264379"/>
                <a:gd name="connsiteY3" fmla="*/ 0 h 526276"/>
                <a:gd name="connsiteX4" fmla="*/ 264379 w 264379"/>
                <a:gd name="connsiteY4" fmla="*/ 140873 h 526276"/>
                <a:gd name="connsiteX5" fmla="*/ 264379 w 264379"/>
                <a:gd name="connsiteY5" fmla="*/ 385404 h 526276"/>
                <a:gd name="connsiteX6" fmla="*/ 132190 w 264379"/>
                <a:gd name="connsiteY6" fmla="*/ 526277 h 526276"/>
                <a:gd name="connsiteX7" fmla="*/ 132190 w 264379"/>
                <a:gd name="connsiteY7" fmla="*/ 79393 h 526276"/>
                <a:gd name="connsiteX8" fmla="*/ 79393 w 264379"/>
                <a:gd name="connsiteY8" fmla="*/ 140873 h 526276"/>
                <a:gd name="connsiteX9" fmla="*/ 79393 w 264379"/>
                <a:gd name="connsiteY9" fmla="*/ 385404 h 526276"/>
                <a:gd name="connsiteX10" fmla="*/ 132190 w 264379"/>
                <a:gd name="connsiteY10" fmla="*/ 446884 h 526276"/>
                <a:gd name="connsiteX11" fmla="*/ 184986 w 264379"/>
                <a:gd name="connsiteY11" fmla="*/ 385404 h 526276"/>
                <a:gd name="connsiteX12" fmla="*/ 184986 w 264379"/>
                <a:gd name="connsiteY12" fmla="*/ 140873 h 526276"/>
                <a:gd name="connsiteX13" fmla="*/ 132190 w 264379"/>
                <a:gd name="connsiteY13" fmla="*/ 79393 h 52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379" h="526276">
                  <a:moveTo>
                    <a:pt x="132190" y="526277"/>
                  </a:moveTo>
                  <a:cubicBezTo>
                    <a:pt x="59297" y="526277"/>
                    <a:pt x="0" y="463110"/>
                    <a:pt x="0" y="385404"/>
                  </a:cubicBezTo>
                  <a:lnTo>
                    <a:pt x="0" y="140873"/>
                  </a:lnTo>
                  <a:cubicBezTo>
                    <a:pt x="0" y="63167"/>
                    <a:pt x="59545" y="0"/>
                    <a:pt x="132190" y="0"/>
                  </a:cubicBezTo>
                  <a:cubicBezTo>
                    <a:pt x="204834" y="0"/>
                    <a:pt x="264379" y="63167"/>
                    <a:pt x="264379" y="140873"/>
                  </a:cubicBezTo>
                  <a:lnTo>
                    <a:pt x="264379" y="385404"/>
                  </a:lnTo>
                  <a:cubicBezTo>
                    <a:pt x="264379" y="463110"/>
                    <a:pt x="205083" y="526277"/>
                    <a:pt x="132190" y="526277"/>
                  </a:cubicBezTo>
                  <a:close/>
                  <a:moveTo>
                    <a:pt x="132190" y="79393"/>
                  </a:moveTo>
                  <a:cubicBezTo>
                    <a:pt x="103112" y="79393"/>
                    <a:pt x="79393" y="106982"/>
                    <a:pt x="79393" y="140873"/>
                  </a:cubicBezTo>
                  <a:lnTo>
                    <a:pt x="79393" y="385404"/>
                  </a:lnTo>
                  <a:cubicBezTo>
                    <a:pt x="79393" y="419295"/>
                    <a:pt x="103112" y="446884"/>
                    <a:pt x="132190" y="446884"/>
                  </a:cubicBezTo>
                  <a:cubicBezTo>
                    <a:pt x="161267" y="446884"/>
                    <a:pt x="184986" y="419295"/>
                    <a:pt x="184986" y="385404"/>
                  </a:cubicBezTo>
                  <a:lnTo>
                    <a:pt x="184986" y="140873"/>
                  </a:lnTo>
                  <a:cubicBezTo>
                    <a:pt x="184986" y="106982"/>
                    <a:pt x="161317" y="79393"/>
                    <a:pt x="13219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D843C8D-B963-734D-8AB6-6677B555AA16}"/>
                </a:ext>
              </a:extLst>
            </p:cNvPr>
            <p:cNvSpPr/>
            <p:nvPr/>
          </p:nvSpPr>
          <p:spPr>
            <a:xfrm>
              <a:off x="4520089" y="4221477"/>
              <a:ext cx="79889" cy="269787"/>
            </a:xfrm>
            <a:custGeom>
              <a:avLst/>
              <a:gdLst>
                <a:gd name="connsiteX0" fmla="*/ 40193 w 79889"/>
                <a:gd name="connsiteY0" fmla="*/ 269788 h 269787"/>
                <a:gd name="connsiteX1" fmla="*/ 496 w 79889"/>
                <a:gd name="connsiteY1" fmla="*/ 230091 h 269787"/>
                <a:gd name="connsiteX2" fmla="*/ 0 w 79889"/>
                <a:gd name="connsiteY2" fmla="*/ 39697 h 269787"/>
                <a:gd name="connsiteX3" fmla="*/ 39697 w 79889"/>
                <a:gd name="connsiteY3" fmla="*/ 0 h 269787"/>
                <a:gd name="connsiteX4" fmla="*/ 39697 w 79889"/>
                <a:gd name="connsiteY4" fmla="*/ 0 h 269787"/>
                <a:gd name="connsiteX5" fmla="*/ 79393 w 79889"/>
                <a:gd name="connsiteY5" fmla="*/ 39697 h 269787"/>
                <a:gd name="connsiteX6" fmla="*/ 79889 w 79889"/>
                <a:gd name="connsiteY6" fmla="*/ 230091 h 269787"/>
                <a:gd name="connsiteX7" fmla="*/ 40193 w 79889"/>
                <a:gd name="connsiteY7" fmla="*/ 269788 h 269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69787">
                  <a:moveTo>
                    <a:pt x="40193" y="269788"/>
                  </a:moveTo>
                  <a:cubicBezTo>
                    <a:pt x="18269" y="269788"/>
                    <a:pt x="496" y="252014"/>
                    <a:pt x="496" y="230091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89" y="230091"/>
                  </a:lnTo>
                  <a:cubicBezTo>
                    <a:pt x="79889" y="252014"/>
                    <a:pt x="62117" y="269788"/>
                    <a:pt x="40193" y="2697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882381E-B96D-8E41-BD2F-749ED507E7CF}"/>
                </a:ext>
              </a:extLst>
            </p:cNvPr>
            <p:cNvSpPr/>
            <p:nvPr/>
          </p:nvSpPr>
          <p:spPr>
            <a:xfrm>
              <a:off x="4332027" y="4411872"/>
              <a:ext cx="456510" cy="79393"/>
            </a:xfrm>
            <a:custGeom>
              <a:avLst/>
              <a:gdLst>
                <a:gd name="connsiteX0" fmla="*/ 416814 w 456510"/>
                <a:gd name="connsiteY0" fmla="*/ 79393 h 79393"/>
                <a:gd name="connsiteX1" fmla="*/ 39697 w 456510"/>
                <a:gd name="connsiteY1" fmla="*/ 79393 h 79393"/>
                <a:gd name="connsiteX2" fmla="*/ 0 w 456510"/>
                <a:gd name="connsiteY2" fmla="*/ 39697 h 79393"/>
                <a:gd name="connsiteX3" fmla="*/ 39697 w 456510"/>
                <a:gd name="connsiteY3" fmla="*/ 0 h 79393"/>
                <a:gd name="connsiteX4" fmla="*/ 416814 w 456510"/>
                <a:gd name="connsiteY4" fmla="*/ 0 h 79393"/>
                <a:gd name="connsiteX5" fmla="*/ 456511 w 456510"/>
                <a:gd name="connsiteY5" fmla="*/ 39697 h 79393"/>
                <a:gd name="connsiteX6" fmla="*/ 416814 w 45651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510" h="79393">
                  <a:moveTo>
                    <a:pt x="41681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6814" y="0"/>
                  </a:lnTo>
                  <a:cubicBezTo>
                    <a:pt x="438737" y="0"/>
                    <a:pt x="456511" y="17774"/>
                    <a:pt x="456511" y="39697"/>
                  </a:cubicBezTo>
                  <a:cubicBezTo>
                    <a:pt x="456511" y="61619"/>
                    <a:pt x="438737" y="79393"/>
                    <a:pt x="41681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6FCD81A-2144-A049-955B-FCB9C3817F89}"/>
                </a:ext>
              </a:extLst>
            </p:cNvPr>
            <p:cNvSpPr/>
            <p:nvPr/>
          </p:nvSpPr>
          <p:spPr>
            <a:xfrm>
              <a:off x="4311682" y="3893038"/>
              <a:ext cx="496207" cy="406889"/>
            </a:xfrm>
            <a:custGeom>
              <a:avLst/>
              <a:gdLst>
                <a:gd name="connsiteX0" fmla="*/ 248104 w 496207"/>
                <a:gd name="connsiteY0" fmla="*/ 406890 h 406889"/>
                <a:gd name="connsiteX1" fmla="*/ 77210 w 496207"/>
                <a:gd name="connsiteY1" fmla="*/ 339951 h 406889"/>
                <a:gd name="connsiteX2" fmla="*/ 0 w 496207"/>
                <a:gd name="connsiteY2" fmla="*/ 173672 h 406889"/>
                <a:gd name="connsiteX3" fmla="*/ 0 w 496207"/>
                <a:gd name="connsiteY3" fmla="*/ 39697 h 406889"/>
                <a:gd name="connsiteX4" fmla="*/ 39697 w 496207"/>
                <a:gd name="connsiteY4" fmla="*/ 0 h 406889"/>
                <a:gd name="connsiteX5" fmla="*/ 79393 w 496207"/>
                <a:gd name="connsiteY5" fmla="*/ 39697 h 406889"/>
                <a:gd name="connsiteX6" fmla="*/ 79393 w 496207"/>
                <a:gd name="connsiteY6" fmla="*/ 173672 h 406889"/>
                <a:gd name="connsiteX7" fmla="*/ 248104 w 496207"/>
                <a:gd name="connsiteY7" fmla="*/ 327497 h 406889"/>
                <a:gd name="connsiteX8" fmla="*/ 416814 w 496207"/>
                <a:gd name="connsiteY8" fmla="*/ 173672 h 406889"/>
                <a:gd name="connsiteX9" fmla="*/ 416814 w 496207"/>
                <a:gd name="connsiteY9" fmla="*/ 39697 h 406889"/>
                <a:gd name="connsiteX10" fmla="*/ 456511 w 496207"/>
                <a:gd name="connsiteY10" fmla="*/ 0 h 406889"/>
                <a:gd name="connsiteX11" fmla="*/ 496207 w 496207"/>
                <a:gd name="connsiteY11" fmla="*/ 39697 h 406889"/>
                <a:gd name="connsiteX12" fmla="*/ 496207 w 496207"/>
                <a:gd name="connsiteY12" fmla="*/ 173672 h 406889"/>
                <a:gd name="connsiteX13" fmla="*/ 418998 w 496207"/>
                <a:gd name="connsiteY13" fmla="*/ 339951 h 406889"/>
                <a:gd name="connsiteX14" fmla="*/ 248104 w 496207"/>
                <a:gd name="connsiteY14" fmla="*/ 406890 h 40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207" h="406889">
                  <a:moveTo>
                    <a:pt x="248104" y="406890"/>
                  </a:moveTo>
                  <a:cubicBezTo>
                    <a:pt x="184869" y="406235"/>
                    <a:pt x="124068" y="382417"/>
                    <a:pt x="77210" y="339951"/>
                  </a:cubicBezTo>
                  <a:cubicBezTo>
                    <a:pt x="27291" y="295144"/>
                    <a:pt x="0" y="236095"/>
                    <a:pt x="0" y="1736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3672"/>
                  </a:lnTo>
                  <a:cubicBezTo>
                    <a:pt x="79393" y="254157"/>
                    <a:pt x="159828" y="327497"/>
                    <a:pt x="248104" y="327497"/>
                  </a:cubicBezTo>
                  <a:cubicBezTo>
                    <a:pt x="336379" y="327497"/>
                    <a:pt x="416814" y="254157"/>
                    <a:pt x="416814" y="173672"/>
                  </a:cubicBezTo>
                  <a:lnTo>
                    <a:pt x="416814" y="39697"/>
                  </a:lnTo>
                  <a:cubicBezTo>
                    <a:pt x="416814" y="17773"/>
                    <a:pt x="434588" y="0"/>
                    <a:pt x="456511" y="0"/>
                  </a:cubicBezTo>
                  <a:cubicBezTo>
                    <a:pt x="478433" y="0"/>
                    <a:pt x="496207" y="17773"/>
                    <a:pt x="496207" y="39697"/>
                  </a:cubicBezTo>
                  <a:lnTo>
                    <a:pt x="496207" y="173672"/>
                  </a:lnTo>
                  <a:cubicBezTo>
                    <a:pt x="496207" y="235897"/>
                    <a:pt x="468767" y="294945"/>
                    <a:pt x="418998" y="339951"/>
                  </a:cubicBezTo>
                  <a:cubicBezTo>
                    <a:pt x="372141" y="382417"/>
                    <a:pt x="311340" y="406235"/>
                    <a:pt x="248104" y="4068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3" name="Picture Placeholder 67">
            <a:extLst>
              <a:ext uri="{FF2B5EF4-FFF2-40B4-BE49-F238E27FC236}">
                <a16:creationId xmlns:a16="http://schemas.microsoft.com/office/drawing/2014/main" id="{411286EB-EF77-49BA-8EFF-D20B4ADD3003}"/>
              </a:ext>
            </a:extLst>
          </p:cNvPr>
          <p:cNvGrpSpPr>
            <a:grpSpLocks noChangeAspect="1"/>
          </p:cNvGrpSpPr>
          <p:nvPr/>
        </p:nvGrpSpPr>
        <p:grpSpPr>
          <a:xfrm>
            <a:off x="5456461" y="3702381"/>
            <a:ext cx="841667" cy="743481"/>
            <a:chOff x="5456461" y="3702381"/>
            <a:chExt cx="841667" cy="743481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E097ADB-6FA2-984D-89BF-8A2C601EA61F}"/>
                </a:ext>
              </a:extLst>
            </p:cNvPr>
            <p:cNvSpPr/>
            <p:nvPr/>
          </p:nvSpPr>
          <p:spPr>
            <a:xfrm>
              <a:off x="5456461" y="3702381"/>
              <a:ext cx="460083" cy="404323"/>
            </a:xfrm>
            <a:custGeom>
              <a:avLst/>
              <a:gdLst>
                <a:gd name="connsiteX0" fmla="*/ 95470 w 460083"/>
                <a:gd name="connsiteY0" fmla="*/ 404324 h 404323"/>
                <a:gd name="connsiteX1" fmla="*/ 67385 w 460083"/>
                <a:gd name="connsiteY1" fmla="*/ 392713 h 404323"/>
                <a:gd name="connsiteX2" fmla="*/ 67371 w 460083"/>
                <a:gd name="connsiteY2" fmla="*/ 67385 h 404323"/>
                <a:gd name="connsiteX3" fmla="*/ 392699 w 460083"/>
                <a:gd name="connsiteY3" fmla="*/ 67370 h 404323"/>
                <a:gd name="connsiteX4" fmla="*/ 460084 w 460083"/>
                <a:gd name="connsiteY4" fmla="*/ 230056 h 404323"/>
                <a:gd name="connsiteX5" fmla="*/ 420387 w 460083"/>
                <a:gd name="connsiteY5" fmla="*/ 269753 h 404323"/>
                <a:gd name="connsiteX6" fmla="*/ 380690 w 460083"/>
                <a:gd name="connsiteY6" fmla="*/ 230056 h 404323"/>
                <a:gd name="connsiteX7" fmla="*/ 230069 w 460083"/>
                <a:gd name="connsiteY7" fmla="*/ 79380 h 404323"/>
                <a:gd name="connsiteX8" fmla="*/ 79393 w 460083"/>
                <a:gd name="connsiteY8" fmla="*/ 230001 h 404323"/>
                <a:gd name="connsiteX9" fmla="*/ 123556 w 460083"/>
                <a:gd name="connsiteY9" fmla="*/ 336592 h 404323"/>
                <a:gd name="connsiteX10" fmla="*/ 123488 w 460083"/>
                <a:gd name="connsiteY10" fmla="*/ 392731 h 404323"/>
                <a:gd name="connsiteX11" fmla="*/ 95470 w 460083"/>
                <a:gd name="connsiteY11" fmla="*/ 404324 h 40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323">
                  <a:moveTo>
                    <a:pt x="95470" y="404324"/>
                  </a:moveTo>
                  <a:cubicBezTo>
                    <a:pt x="84939" y="404332"/>
                    <a:pt x="74836" y="400155"/>
                    <a:pt x="67385" y="392713"/>
                  </a:cubicBezTo>
                  <a:cubicBezTo>
                    <a:pt x="-22456" y="302880"/>
                    <a:pt x="-22462" y="157226"/>
                    <a:pt x="67371" y="67385"/>
                  </a:cubicBezTo>
                  <a:cubicBezTo>
                    <a:pt x="157203" y="-22456"/>
                    <a:pt x="302858" y="-22462"/>
                    <a:pt x="392699" y="67370"/>
                  </a:cubicBezTo>
                  <a:cubicBezTo>
                    <a:pt x="435848" y="110515"/>
                    <a:pt x="460087" y="169037"/>
                    <a:pt x="460084" y="230056"/>
                  </a:cubicBezTo>
                  <a:cubicBezTo>
                    <a:pt x="460084" y="251980"/>
                    <a:pt x="442311" y="269753"/>
                    <a:pt x="420387" y="269753"/>
                  </a:cubicBezTo>
                  <a:cubicBezTo>
                    <a:pt x="398463" y="269753"/>
                    <a:pt x="380690" y="251980"/>
                    <a:pt x="380690" y="230056"/>
                  </a:cubicBezTo>
                  <a:cubicBezTo>
                    <a:pt x="380706" y="146855"/>
                    <a:pt x="313270" y="79395"/>
                    <a:pt x="230069" y="79380"/>
                  </a:cubicBezTo>
                  <a:cubicBezTo>
                    <a:pt x="146868" y="79365"/>
                    <a:pt x="79409" y="146800"/>
                    <a:pt x="79393" y="230001"/>
                  </a:cubicBezTo>
                  <a:cubicBezTo>
                    <a:pt x="79386" y="269984"/>
                    <a:pt x="95273" y="308330"/>
                    <a:pt x="123556" y="336592"/>
                  </a:cubicBezTo>
                  <a:cubicBezTo>
                    <a:pt x="139039" y="352113"/>
                    <a:pt x="139009" y="377247"/>
                    <a:pt x="123488" y="392731"/>
                  </a:cubicBezTo>
                  <a:cubicBezTo>
                    <a:pt x="116050" y="400150"/>
                    <a:pt x="105975" y="404319"/>
                    <a:pt x="95470" y="40432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36F3C24-3795-4C48-B60E-BF7EFCCFA517}"/>
                </a:ext>
              </a:extLst>
            </p:cNvPr>
            <p:cNvSpPr/>
            <p:nvPr/>
          </p:nvSpPr>
          <p:spPr>
            <a:xfrm>
              <a:off x="5507931" y="4022593"/>
              <a:ext cx="408603" cy="420787"/>
            </a:xfrm>
            <a:custGeom>
              <a:avLst/>
              <a:gdLst>
                <a:gd name="connsiteX0" fmla="*/ 369066 w 408603"/>
                <a:gd name="connsiteY0" fmla="*/ 420788 h 420787"/>
                <a:gd name="connsiteX1" fmla="*/ 340484 w 408603"/>
                <a:gd name="connsiteY1" fmla="*/ 408631 h 420787"/>
                <a:gd name="connsiteX2" fmla="*/ 12838 w 408603"/>
                <a:gd name="connsiteY2" fmla="*/ 68928 h 420787"/>
                <a:gd name="connsiteX3" fmla="*/ 10466 w 408603"/>
                <a:gd name="connsiteY3" fmla="*/ 12838 h 420787"/>
                <a:gd name="connsiteX4" fmla="*/ 66555 w 408603"/>
                <a:gd name="connsiteY4" fmla="*/ 10466 h 420787"/>
                <a:gd name="connsiteX5" fmla="*/ 69952 w 408603"/>
                <a:gd name="connsiteY5" fmla="*/ 13997 h 420787"/>
                <a:gd name="connsiteX6" fmla="*/ 397449 w 408603"/>
                <a:gd name="connsiteY6" fmla="*/ 353502 h 420787"/>
                <a:gd name="connsiteX7" fmla="*/ 396496 w 408603"/>
                <a:gd name="connsiteY7" fmla="*/ 409633 h 420787"/>
                <a:gd name="connsiteX8" fmla="*/ 368917 w 408603"/>
                <a:gd name="connsiteY8" fmla="*/ 420788 h 42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8603" h="420787">
                  <a:moveTo>
                    <a:pt x="369066" y="420788"/>
                  </a:moveTo>
                  <a:cubicBezTo>
                    <a:pt x="358283" y="420788"/>
                    <a:pt x="347965" y="416396"/>
                    <a:pt x="340484" y="408631"/>
                  </a:cubicBezTo>
                  <a:lnTo>
                    <a:pt x="12838" y="68928"/>
                  </a:lnTo>
                  <a:cubicBezTo>
                    <a:pt x="-3305" y="54094"/>
                    <a:pt x="-4368" y="28982"/>
                    <a:pt x="10466" y="12838"/>
                  </a:cubicBezTo>
                  <a:cubicBezTo>
                    <a:pt x="25300" y="-3305"/>
                    <a:pt x="50412" y="-4368"/>
                    <a:pt x="66555" y="10466"/>
                  </a:cubicBezTo>
                  <a:cubicBezTo>
                    <a:pt x="67759" y="11572"/>
                    <a:pt x="68893" y="12751"/>
                    <a:pt x="69952" y="13997"/>
                  </a:cubicBezTo>
                  <a:lnTo>
                    <a:pt x="397449" y="353502"/>
                  </a:lnTo>
                  <a:cubicBezTo>
                    <a:pt x="412686" y="369267"/>
                    <a:pt x="412259" y="394395"/>
                    <a:pt x="396496" y="409633"/>
                  </a:cubicBezTo>
                  <a:cubicBezTo>
                    <a:pt x="389096" y="416788"/>
                    <a:pt x="379208" y="420783"/>
                    <a:pt x="368917" y="4207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C1977E1-1D47-1340-84B4-CD19289721E4}"/>
                </a:ext>
              </a:extLst>
            </p:cNvPr>
            <p:cNvSpPr/>
            <p:nvPr/>
          </p:nvSpPr>
          <p:spPr>
            <a:xfrm>
              <a:off x="5838044" y="3703038"/>
              <a:ext cx="460083" cy="376275"/>
            </a:xfrm>
            <a:custGeom>
              <a:avLst/>
              <a:gdLst>
                <a:gd name="connsiteX0" fmla="*/ 387836 w 460083"/>
                <a:gd name="connsiteY0" fmla="*/ 376276 h 376275"/>
                <a:gd name="connsiteX1" fmla="*/ 348129 w 460083"/>
                <a:gd name="connsiteY1" fmla="*/ 336590 h 376275"/>
                <a:gd name="connsiteX2" fmla="*/ 354937 w 460083"/>
                <a:gd name="connsiteY2" fmla="*/ 314349 h 376275"/>
                <a:gd name="connsiteX3" fmla="*/ 314278 w 460083"/>
                <a:gd name="connsiteY3" fmla="*/ 105215 h 376275"/>
                <a:gd name="connsiteX4" fmla="*/ 105146 w 460083"/>
                <a:gd name="connsiteY4" fmla="*/ 145872 h 376275"/>
                <a:gd name="connsiteX5" fmla="*/ 79393 w 460083"/>
                <a:gd name="connsiteY5" fmla="*/ 229994 h 376275"/>
                <a:gd name="connsiteX6" fmla="*/ 39697 w 460083"/>
                <a:gd name="connsiteY6" fmla="*/ 269690 h 376275"/>
                <a:gd name="connsiteX7" fmla="*/ 0 w 460083"/>
                <a:gd name="connsiteY7" fmla="*/ 229994 h 376275"/>
                <a:gd name="connsiteX8" fmla="*/ 230091 w 460083"/>
                <a:gd name="connsiteY8" fmla="*/ 0 h 376275"/>
                <a:gd name="connsiteX9" fmla="*/ 460084 w 460083"/>
                <a:gd name="connsiteY9" fmla="*/ 230089 h 376275"/>
                <a:gd name="connsiteX10" fmla="*/ 420734 w 460083"/>
                <a:gd name="connsiteY10" fmla="*/ 358710 h 376275"/>
                <a:gd name="connsiteX11" fmla="*/ 387836 w 460083"/>
                <a:gd name="connsiteY11" fmla="*/ 376276 h 3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376275">
                  <a:moveTo>
                    <a:pt x="387836" y="376276"/>
                  </a:moveTo>
                  <a:cubicBezTo>
                    <a:pt x="365913" y="376281"/>
                    <a:pt x="348134" y="358513"/>
                    <a:pt x="348129" y="336590"/>
                  </a:cubicBezTo>
                  <a:cubicBezTo>
                    <a:pt x="348129" y="328663"/>
                    <a:pt x="350496" y="320916"/>
                    <a:pt x="354937" y="314349"/>
                  </a:cubicBezTo>
                  <a:cubicBezTo>
                    <a:pt x="401462" y="245371"/>
                    <a:pt x="383256" y="151739"/>
                    <a:pt x="314278" y="105215"/>
                  </a:cubicBezTo>
                  <a:cubicBezTo>
                    <a:pt x="245300" y="58692"/>
                    <a:pt x="151671" y="76895"/>
                    <a:pt x="105146" y="145872"/>
                  </a:cubicBezTo>
                  <a:cubicBezTo>
                    <a:pt x="88383" y="170726"/>
                    <a:pt x="79417" y="200016"/>
                    <a:pt x="79393" y="229994"/>
                  </a:cubicBezTo>
                  <a:cubicBezTo>
                    <a:pt x="79393" y="251918"/>
                    <a:pt x="61621" y="269690"/>
                    <a:pt x="39697" y="269690"/>
                  </a:cubicBezTo>
                  <a:cubicBezTo>
                    <a:pt x="17773" y="269690"/>
                    <a:pt x="0" y="251918"/>
                    <a:pt x="0" y="229994"/>
                  </a:cubicBezTo>
                  <a:cubicBezTo>
                    <a:pt x="26" y="102946"/>
                    <a:pt x="103042" y="-26"/>
                    <a:pt x="230091" y="0"/>
                  </a:cubicBezTo>
                  <a:cubicBezTo>
                    <a:pt x="357140" y="26"/>
                    <a:pt x="460108" y="103041"/>
                    <a:pt x="460084" y="230089"/>
                  </a:cubicBezTo>
                  <a:cubicBezTo>
                    <a:pt x="460074" y="275926"/>
                    <a:pt x="446373" y="320714"/>
                    <a:pt x="420734" y="358710"/>
                  </a:cubicBezTo>
                  <a:cubicBezTo>
                    <a:pt x="413371" y="369673"/>
                    <a:pt x="401040" y="376257"/>
                    <a:pt x="387836" y="3762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7116197-5006-1F42-82BC-8FF95A2B0748}"/>
                </a:ext>
              </a:extLst>
            </p:cNvPr>
            <p:cNvSpPr/>
            <p:nvPr/>
          </p:nvSpPr>
          <p:spPr>
            <a:xfrm>
              <a:off x="5837250" y="3704862"/>
              <a:ext cx="460083" cy="404373"/>
            </a:xfrm>
            <a:custGeom>
              <a:avLst/>
              <a:gdLst>
                <a:gd name="connsiteX0" fmla="*/ 364613 w 460083"/>
                <a:gd name="connsiteY0" fmla="*/ 404373 h 404373"/>
                <a:gd name="connsiteX1" fmla="*/ 324887 w 460083"/>
                <a:gd name="connsiteY1" fmla="*/ 364708 h 404373"/>
                <a:gd name="connsiteX2" fmla="*/ 336528 w 460083"/>
                <a:gd name="connsiteY2" fmla="*/ 336592 h 404373"/>
                <a:gd name="connsiteX3" fmla="*/ 336607 w 460083"/>
                <a:gd name="connsiteY3" fmla="*/ 123543 h 404373"/>
                <a:gd name="connsiteX4" fmla="*/ 123556 w 460083"/>
                <a:gd name="connsiteY4" fmla="*/ 123466 h 404373"/>
                <a:gd name="connsiteX5" fmla="*/ 79393 w 460083"/>
                <a:gd name="connsiteY5" fmla="*/ 230106 h 404373"/>
                <a:gd name="connsiteX6" fmla="*/ 39697 w 460083"/>
                <a:gd name="connsiteY6" fmla="*/ 269802 h 404373"/>
                <a:gd name="connsiteX7" fmla="*/ 0 w 460083"/>
                <a:gd name="connsiteY7" fmla="*/ 230106 h 404373"/>
                <a:gd name="connsiteX8" fmla="*/ 229977 w 460083"/>
                <a:gd name="connsiteY8" fmla="*/ 0 h 404373"/>
                <a:gd name="connsiteX9" fmla="*/ 460084 w 460083"/>
                <a:gd name="connsiteY9" fmla="*/ 229977 h 404373"/>
                <a:gd name="connsiteX10" fmla="*/ 392649 w 460083"/>
                <a:gd name="connsiteY10" fmla="*/ 392762 h 404373"/>
                <a:gd name="connsiteX11" fmla="*/ 364613 w 460083"/>
                <a:gd name="connsiteY11" fmla="*/ 404373 h 404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373">
                  <a:moveTo>
                    <a:pt x="364613" y="404373"/>
                  </a:moveTo>
                  <a:cubicBezTo>
                    <a:pt x="342691" y="404391"/>
                    <a:pt x="324902" y="386632"/>
                    <a:pt x="324887" y="364708"/>
                  </a:cubicBezTo>
                  <a:cubicBezTo>
                    <a:pt x="324877" y="354161"/>
                    <a:pt x="329065" y="344045"/>
                    <a:pt x="336528" y="336592"/>
                  </a:cubicBezTo>
                  <a:cubicBezTo>
                    <a:pt x="395383" y="277781"/>
                    <a:pt x="395418" y="182396"/>
                    <a:pt x="336607" y="123543"/>
                  </a:cubicBezTo>
                  <a:cubicBezTo>
                    <a:pt x="277792" y="64690"/>
                    <a:pt x="182411" y="64655"/>
                    <a:pt x="123556" y="123466"/>
                  </a:cubicBezTo>
                  <a:cubicBezTo>
                    <a:pt x="95261" y="151740"/>
                    <a:pt x="79373" y="190106"/>
                    <a:pt x="79393" y="230106"/>
                  </a:cubicBezTo>
                  <a:cubicBezTo>
                    <a:pt x="79393" y="252029"/>
                    <a:pt x="61621" y="269802"/>
                    <a:pt x="39697" y="269802"/>
                  </a:cubicBezTo>
                  <a:cubicBezTo>
                    <a:pt x="17773" y="269802"/>
                    <a:pt x="0" y="252029"/>
                    <a:pt x="0" y="230106"/>
                  </a:cubicBezTo>
                  <a:cubicBezTo>
                    <a:pt x="-35" y="103057"/>
                    <a:pt x="102928" y="35"/>
                    <a:pt x="229977" y="0"/>
                  </a:cubicBezTo>
                  <a:cubicBezTo>
                    <a:pt x="357026" y="-36"/>
                    <a:pt x="460049" y="102929"/>
                    <a:pt x="460084" y="229977"/>
                  </a:cubicBezTo>
                  <a:cubicBezTo>
                    <a:pt x="460098" y="291038"/>
                    <a:pt x="435839" y="349601"/>
                    <a:pt x="392649" y="392762"/>
                  </a:cubicBezTo>
                  <a:cubicBezTo>
                    <a:pt x="385211" y="400193"/>
                    <a:pt x="375128" y="404368"/>
                    <a:pt x="364613" y="4043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15DE685-907E-E74A-A4F1-11F47C99050C}"/>
                </a:ext>
              </a:extLst>
            </p:cNvPr>
            <p:cNvSpPr/>
            <p:nvPr/>
          </p:nvSpPr>
          <p:spPr>
            <a:xfrm>
              <a:off x="5837110" y="4026978"/>
              <a:ext cx="406892" cy="418884"/>
            </a:xfrm>
            <a:custGeom>
              <a:avLst/>
              <a:gdLst>
                <a:gd name="connsiteX0" fmla="*/ 39688 w 406892"/>
                <a:gd name="connsiteY0" fmla="*/ 418884 h 418884"/>
                <a:gd name="connsiteX1" fmla="*/ 0 w 406892"/>
                <a:gd name="connsiteY1" fmla="*/ 379178 h 418884"/>
                <a:gd name="connsiteX2" fmla="*/ 11107 w 406892"/>
                <a:gd name="connsiteY2" fmla="*/ 351648 h 418884"/>
                <a:gd name="connsiteX3" fmla="*/ 338604 w 406892"/>
                <a:gd name="connsiteY3" fmla="*/ 12143 h 418884"/>
                <a:gd name="connsiteX4" fmla="*/ 394749 w 406892"/>
                <a:gd name="connsiteY4" fmla="*/ 11126 h 418884"/>
                <a:gd name="connsiteX5" fmla="*/ 395767 w 406892"/>
                <a:gd name="connsiteY5" fmla="*/ 67272 h 418884"/>
                <a:gd name="connsiteX6" fmla="*/ 68270 w 406892"/>
                <a:gd name="connsiteY6" fmla="*/ 406926 h 418884"/>
                <a:gd name="connsiteX7" fmla="*/ 39688 w 406892"/>
                <a:gd name="connsiteY7" fmla="*/ 418884 h 41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892" h="418884">
                  <a:moveTo>
                    <a:pt x="39688" y="418884"/>
                  </a:moveTo>
                  <a:cubicBezTo>
                    <a:pt x="17764" y="418879"/>
                    <a:pt x="-4" y="401105"/>
                    <a:pt x="0" y="379178"/>
                  </a:cubicBezTo>
                  <a:cubicBezTo>
                    <a:pt x="2" y="368911"/>
                    <a:pt x="3983" y="359042"/>
                    <a:pt x="11107" y="351648"/>
                  </a:cubicBezTo>
                  <a:lnTo>
                    <a:pt x="338604" y="12143"/>
                  </a:lnTo>
                  <a:cubicBezTo>
                    <a:pt x="353827" y="-3642"/>
                    <a:pt x="378965" y="-4097"/>
                    <a:pt x="394749" y="11126"/>
                  </a:cubicBezTo>
                  <a:cubicBezTo>
                    <a:pt x="410534" y="26349"/>
                    <a:pt x="410990" y="51487"/>
                    <a:pt x="395767" y="67272"/>
                  </a:cubicBezTo>
                  <a:lnTo>
                    <a:pt x="68270" y="406926"/>
                  </a:lnTo>
                  <a:cubicBezTo>
                    <a:pt x="60756" y="414617"/>
                    <a:pt x="50442" y="418934"/>
                    <a:pt x="39688" y="41888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3" name="Picture Placeholder 69">
            <a:extLst>
              <a:ext uri="{FF2B5EF4-FFF2-40B4-BE49-F238E27FC236}">
                <a16:creationId xmlns:a16="http://schemas.microsoft.com/office/drawing/2014/main" id="{C5F5476F-78ED-447F-9131-3D894C049F0A}"/>
              </a:ext>
            </a:extLst>
          </p:cNvPr>
          <p:cNvGrpSpPr>
            <a:grpSpLocks noChangeAspect="1"/>
          </p:cNvGrpSpPr>
          <p:nvPr/>
        </p:nvGrpSpPr>
        <p:grpSpPr>
          <a:xfrm>
            <a:off x="6780422" y="3657540"/>
            <a:ext cx="828488" cy="833426"/>
            <a:chOff x="6780422" y="3657540"/>
            <a:chExt cx="828488" cy="833426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F70CAEAA-2219-254D-A87F-CA8D7D56B56D}"/>
                </a:ext>
              </a:extLst>
            </p:cNvPr>
            <p:cNvSpPr/>
            <p:nvPr/>
          </p:nvSpPr>
          <p:spPr>
            <a:xfrm>
              <a:off x="6929331" y="3858365"/>
              <a:ext cx="309732" cy="276127"/>
            </a:xfrm>
            <a:custGeom>
              <a:avLst/>
              <a:gdLst>
                <a:gd name="connsiteX0" fmla="*/ 73389 w 309732"/>
                <a:gd name="connsiteY0" fmla="*/ 275978 h 276127"/>
                <a:gd name="connsiteX1" fmla="*/ 45353 w 309732"/>
                <a:gd name="connsiteY1" fmla="*/ 264367 h 276127"/>
                <a:gd name="connsiteX2" fmla="*/ 45365 w 309732"/>
                <a:gd name="connsiteY2" fmla="*/ 45353 h 276127"/>
                <a:gd name="connsiteX3" fmla="*/ 264379 w 309732"/>
                <a:gd name="connsiteY3" fmla="*/ 45365 h 276127"/>
                <a:gd name="connsiteX4" fmla="*/ 309733 w 309732"/>
                <a:gd name="connsiteY4" fmla="*/ 154805 h 276127"/>
                <a:gd name="connsiteX5" fmla="*/ 270036 w 309732"/>
                <a:gd name="connsiteY5" fmla="*/ 194501 h 276127"/>
                <a:gd name="connsiteX6" fmla="*/ 230339 w 309732"/>
                <a:gd name="connsiteY6" fmla="*/ 154805 h 276127"/>
                <a:gd name="connsiteX7" fmla="*/ 154669 w 309732"/>
                <a:gd name="connsiteY7" fmla="*/ 79529 h 276127"/>
                <a:gd name="connsiteX8" fmla="*/ 79394 w 309732"/>
                <a:gd name="connsiteY8" fmla="*/ 155200 h 276127"/>
                <a:gd name="connsiteX9" fmla="*/ 101474 w 309732"/>
                <a:gd name="connsiteY9" fmla="*/ 208345 h 276127"/>
                <a:gd name="connsiteX10" fmla="*/ 101506 w 309732"/>
                <a:gd name="connsiteY10" fmla="*/ 264485 h 276127"/>
                <a:gd name="connsiteX11" fmla="*/ 73389 w 309732"/>
                <a:gd name="connsiteY11" fmla="*/ 276127 h 27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732" h="276127">
                  <a:moveTo>
                    <a:pt x="73389" y="275978"/>
                  </a:moveTo>
                  <a:cubicBezTo>
                    <a:pt x="62875" y="275973"/>
                    <a:pt x="52792" y="271798"/>
                    <a:pt x="45353" y="264367"/>
                  </a:cubicBezTo>
                  <a:cubicBezTo>
                    <a:pt x="-15122" y="203885"/>
                    <a:pt x="-15117" y="105829"/>
                    <a:pt x="45365" y="45353"/>
                  </a:cubicBezTo>
                  <a:cubicBezTo>
                    <a:pt x="105847" y="-15122"/>
                    <a:pt x="203903" y="-15117"/>
                    <a:pt x="264379" y="45365"/>
                  </a:cubicBezTo>
                  <a:cubicBezTo>
                    <a:pt x="293403" y="74393"/>
                    <a:pt x="309716" y="113756"/>
                    <a:pt x="309733" y="154805"/>
                  </a:cubicBezTo>
                  <a:cubicBezTo>
                    <a:pt x="309733" y="176728"/>
                    <a:pt x="291960" y="194501"/>
                    <a:pt x="270036" y="194501"/>
                  </a:cubicBezTo>
                  <a:cubicBezTo>
                    <a:pt x="248112" y="194501"/>
                    <a:pt x="230339" y="176728"/>
                    <a:pt x="230339" y="154805"/>
                  </a:cubicBezTo>
                  <a:cubicBezTo>
                    <a:pt x="230230" y="113122"/>
                    <a:pt x="196351" y="79420"/>
                    <a:pt x="154669" y="79529"/>
                  </a:cubicBezTo>
                  <a:cubicBezTo>
                    <a:pt x="112986" y="79639"/>
                    <a:pt x="79284" y="113518"/>
                    <a:pt x="79394" y="155200"/>
                  </a:cubicBezTo>
                  <a:cubicBezTo>
                    <a:pt x="79446" y="175136"/>
                    <a:pt x="87384" y="194242"/>
                    <a:pt x="101474" y="208345"/>
                  </a:cubicBezTo>
                  <a:cubicBezTo>
                    <a:pt x="116985" y="223839"/>
                    <a:pt x="116999" y="248974"/>
                    <a:pt x="101506" y="264485"/>
                  </a:cubicBezTo>
                  <a:cubicBezTo>
                    <a:pt x="94052" y="271947"/>
                    <a:pt x="83936" y="276136"/>
                    <a:pt x="73389" y="27612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FCBDF6EB-60D2-FC46-926D-17B58282F2A6}"/>
                </a:ext>
              </a:extLst>
            </p:cNvPr>
            <p:cNvSpPr/>
            <p:nvPr/>
          </p:nvSpPr>
          <p:spPr>
            <a:xfrm>
              <a:off x="6961297" y="4053174"/>
              <a:ext cx="278006" cy="284912"/>
            </a:xfrm>
            <a:custGeom>
              <a:avLst/>
              <a:gdLst>
                <a:gd name="connsiteX0" fmla="*/ 238170 w 278006"/>
                <a:gd name="connsiteY0" fmla="*/ 284912 h 284912"/>
                <a:gd name="connsiteX1" fmla="*/ 209588 w 278006"/>
                <a:gd name="connsiteY1" fmla="*/ 272805 h 284912"/>
                <a:gd name="connsiteX2" fmla="*/ 11105 w 278006"/>
                <a:gd name="connsiteY2" fmla="*/ 67325 h 284912"/>
                <a:gd name="connsiteX3" fmla="*/ 12197 w 278006"/>
                <a:gd name="connsiteY3" fmla="*/ 11105 h 284912"/>
                <a:gd name="connsiteX4" fmla="*/ 68417 w 278006"/>
                <a:gd name="connsiteY4" fmla="*/ 12197 h 284912"/>
                <a:gd name="connsiteX5" fmla="*/ 266900 w 278006"/>
                <a:gd name="connsiteY5" fmla="*/ 217676 h 284912"/>
                <a:gd name="connsiteX6" fmla="*/ 265850 w 278006"/>
                <a:gd name="connsiteY6" fmla="*/ 273807 h 284912"/>
                <a:gd name="connsiteX7" fmla="*/ 238319 w 278006"/>
                <a:gd name="connsiteY7" fmla="*/ 284912 h 284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8006" h="284912">
                  <a:moveTo>
                    <a:pt x="238170" y="284912"/>
                  </a:moveTo>
                  <a:cubicBezTo>
                    <a:pt x="227394" y="284922"/>
                    <a:pt x="217077" y="280550"/>
                    <a:pt x="209588" y="272805"/>
                  </a:cubicBezTo>
                  <a:lnTo>
                    <a:pt x="11105" y="67325"/>
                  </a:lnTo>
                  <a:cubicBezTo>
                    <a:pt x="-4118" y="51499"/>
                    <a:pt x="-3629" y="26328"/>
                    <a:pt x="12197" y="11105"/>
                  </a:cubicBezTo>
                  <a:cubicBezTo>
                    <a:pt x="28023" y="-4118"/>
                    <a:pt x="53194" y="-3629"/>
                    <a:pt x="68417" y="12197"/>
                  </a:cubicBezTo>
                  <a:lnTo>
                    <a:pt x="266900" y="217676"/>
                  </a:lnTo>
                  <a:cubicBezTo>
                    <a:pt x="282110" y="233465"/>
                    <a:pt x="281639" y="258598"/>
                    <a:pt x="265850" y="273807"/>
                  </a:cubicBezTo>
                  <a:cubicBezTo>
                    <a:pt x="258454" y="280928"/>
                    <a:pt x="248587" y="284912"/>
                    <a:pt x="238319" y="28491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0134C06-5AB9-2242-A3B7-47A9F371D7A9}"/>
                </a:ext>
              </a:extLst>
            </p:cNvPr>
            <p:cNvSpPr/>
            <p:nvPr/>
          </p:nvSpPr>
          <p:spPr>
            <a:xfrm>
              <a:off x="7160266" y="3858618"/>
              <a:ext cx="309832" cy="259152"/>
            </a:xfrm>
            <a:custGeom>
              <a:avLst/>
              <a:gdLst>
                <a:gd name="connsiteX0" fmla="*/ 250386 w 309832"/>
                <a:gd name="connsiteY0" fmla="*/ 259152 h 259152"/>
                <a:gd name="connsiteX1" fmla="*/ 210680 w 309832"/>
                <a:gd name="connsiteY1" fmla="*/ 219466 h 259152"/>
                <a:gd name="connsiteX2" fmla="*/ 217488 w 309832"/>
                <a:gd name="connsiteY2" fmla="*/ 197225 h 259152"/>
                <a:gd name="connsiteX3" fmla="*/ 196994 w 309832"/>
                <a:gd name="connsiteY3" fmla="*/ 92476 h 259152"/>
                <a:gd name="connsiteX4" fmla="*/ 92245 w 309832"/>
                <a:gd name="connsiteY4" fmla="*/ 112970 h 259152"/>
                <a:gd name="connsiteX5" fmla="*/ 79393 w 309832"/>
                <a:gd name="connsiteY5" fmla="*/ 155048 h 259152"/>
                <a:gd name="connsiteX6" fmla="*/ 39697 w 309832"/>
                <a:gd name="connsiteY6" fmla="*/ 194744 h 259152"/>
                <a:gd name="connsiteX7" fmla="*/ 0 w 309832"/>
                <a:gd name="connsiteY7" fmla="*/ 155048 h 259152"/>
                <a:gd name="connsiteX8" fmla="*/ 154782 w 309832"/>
                <a:gd name="connsiteY8" fmla="*/ 0 h 259152"/>
                <a:gd name="connsiteX9" fmla="*/ 309832 w 309832"/>
                <a:gd name="connsiteY9" fmla="*/ 154784 h 259152"/>
                <a:gd name="connsiteX10" fmla="*/ 283285 w 309832"/>
                <a:gd name="connsiteY10" fmla="*/ 241636 h 259152"/>
                <a:gd name="connsiteX11" fmla="*/ 250386 w 309832"/>
                <a:gd name="connsiteY11" fmla="*/ 259152 h 259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832" h="259152">
                  <a:moveTo>
                    <a:pt x="250386" y="259152"/>
                  </a:moveTo>
                  <a:cubicBezTo>
                    <a:pt x="228464" y="259157"/>
                    <a:pt x="210685" y="241389"/>
                    <a:pt x="210680" y="219466"/>
                  </a:cubicBezTo>
                  <a:cubicBezTo>
                    <a:pt x="210680" y="211539"/>
                    <a:pt x="213047" y="203793"/>
                    <a:pt x="217488" y="197225"/>
                  </a:cubicBezTo>
                  <a:cubicBezTo>
                    <a:pt x="240755" y="162641"/>
                    <a:pt x="231580" y="115743"/>
                    <a:pt x="196994" y="92476"/>
                  </a:cubicBezTo>
                  <a:cubicBezTo>
                    <a:pt x="162409" y="69210"/>
                    <a:pt x="115512" y="78385"/>
                    <a:pt x="92245" y="112970"/>
                  </a:cubicBezTo>
                  <a:cubicBezTo>
                    <a:pt x="83877" y="125408"/>
                    <a:pt x="79403" y="140057"/>
                    <a:pt x="79393" y="155048"/>
                  </a:cubicBezTo>
                  <a:cubicBezTo>
                    <a:pt x="79393" y="176972"/>
                    <a:pt x="61621" y="194744"/>
                    <a:pt x="39697" y="194744"/>
                  </a:cubicBezTo>
                  <a:cubicBezTo>
                    <a:pt x="17773" y="194744"/>
                    <a:pt x="0" y="176972"/>
                    <a:pt x="0" y="155048"/>
                  </a:cubicBezTo>
                  <a:cubicBezTo>
                    <a:pt x="-73" y="69490"/>
                    <a:pt x="69226" y="73"/>
                    <a:pt x="154782" y="0"/>
                  </a:cubicBezTo>
                  <a:cubicBezTo>
                    <a:pt x="240343" y="-73"/>
                    <a:pt x="309758" y="69226"/>
                    <a:pt x="309832" y="154784"/>
                  </a:cubicBezTo>
                  <a:cubicBezTo>
                    <a:pt x="309857" y="185737"/>
                    <a:pt x="300612" y="215988"/>
                    <a:pt x="283285" y="241636"/>
                  </a:cubicBezTo>
                  <a:cubicBezTo>
                    <a:pt x="275911" y="252580"/>
                    <a:pt x="263580" y="259144"/>
                    <a:pt x="250386" y="25915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A9153B56-E9B5-E945-912F-1A4E069518E8}"/>
                </a:ext>
              </a:extLst>
            </p:cNvPr>
            <p:cNvSpPr/>
            <p:nvPr/>
          </p:nvSpPr>
          <p:spPr>
            <a:xfrm>
              <a:off x="7159621" y="3859684"/>
              <a:ext cx="309832" cy="276197"/>
            </a:xfrm>
            <a:custGeom>
              <a:avLst/>
              <a:gdLst>
                <a:gd name="connsiteX0" fmla="*/ 236493 w 309832"/>
                <a:gd name="connsiteY0" fmla="*/ 276197 h 276197"/>
                <a:gd name="connsiteX1" fmla="*/ 196766 w 309832"/>
                <a:gd name="connsiteY1" fmla="*/ 236532 h 276197"/>
                <a:gd name="connsiteX2" fmla="*/ 208407 w 309832"/>
                <a:gd name="connsiteY2" fmla="*/ 208415 h 276197"/>
                <a:gd name="connsiteX3" fmla="*/ 208060 w 309832"/>
                <a:gd name="connsiteY3" fmla="*/ 101681 h 276197"/>
                <a:gd name="connsiteX4" fmla="*/ 101326 w 309832"/>
                <a:gd name="connsiteY4" fmla="*/ 102029 h 276197"/>
                <a:gd name="connsiteX5" fmla="*/ 79393 w 309832"/>
                <a:gd name="connsiteY5" fmla="*/ 155023 h 276197"/>
                <a:gd name="connsiteX6" fmla="*/ 39697 w 309832"/>
                <a:gd name="connsiteY6" fmla="*/ 194720 h 276197"/>
                <a:gd name="connsiteX7" fmla="*/ 0 w 309832"/>
                <a:gd name="connsiteY7" fmla="*/ 155023 h 276197"/>
                <a:gd name="connsiteX8" fmla="*/ 154807 w 309832"/>
                <a:gd name="connsiteY8" fmla="*/ 0 h 276197"/>
                <a:gd name="connsiteX9" fmla="*/ 309832 w 309832"/>
                <a:gd name="connsiteY9" fmla="*/ 154808 h 276197"/>
                <a:gd name="connsiteX10" fmla="*/ 264379 w 309832"/>
                <a:gd name="connsiteY10" fmla="*/ 264536 h 276197"/>
                <a:gd name="connsiteX11" fmla="*/ 236493 w 309832"/>
                <a:gd name="connsiteY11" fmla="*/ 276197 h 27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832" h="276197">
                  <a:moveTo>
                    <a:pt x="236493" y="276197"/>
                  </a:moveTo>
                  <a:cubicBezTo>
                    <a:pt x="214570" y="276215"/>
                    <a:pt x="196781" y="258456"/>
                    <a:pt x="196766" y="236532"/>
                  </a:cubicBezTo>
                  <a:cubicBezTo>
                    <a:pt x="196756" y="225985"/>
                    <a:pt x="200944" y="215869"/>
                    <a:pt x="208407" y="208415"/>
                  </a:cubicBezTo>
                  <a:cubicBezTo>
                    <a:pt x="237788" y="178845"/>
                    <a:pt x="237629" y="131059"/>
                    <a:pt x="208060" y="101681"/>
                  </a:cubicBezTo>
                  <a:cubicBezTo>
                    <a:pt x="178491" y="72303"/>
                    <a:pt x="130701" y="72459"/>
                    <a:pt x="101326" y="102029"/>
                  </a:cubicBezTo>
                  <a:cubicBezTo>
                    <a:pt x="87326" y="116119"/>
                    <a:pt x="79445" y="135161"/>
                    <a:pt x="79393" y="155023"/>
                  </a:cubicBezTo>
                  <a:cubicBezTo>
                    <a:pt x="79393" y="176947"/>
                    <a:pt x="61621" y="194720"/>
                    <a:pt x="39697" y="194720"/>
                  </a:cubicBezTo>
                  <a:cubicBezTo>
                    <a:pt x="17773" y="194720"/>
                    <a:pt x="0" y="176947"/>
                    <a:pt x="0" y="155023"/>
                  </a:cubicBezTo>
                  <a:cubicBezTo>
                    <a:pt x="-60" y="69466"/>
                    <a:pt x="69251" y="60"/>
                    <a:pt x="154807" y="0"/>
                  </a:cubicBezTo>
                  <a:cubicBezTo>
                    <a:pt x="240368" y="-60"/>
                    <a:pt x="309772" y="69250"/>
                    <a:pt x="309832" y="154808"/>
                  </a:cubicBezTo>
                  <a:cubicBezTo>
                    <a:pt x="309862" y="195970"/>
                    <a:pt x="293507" y="235451"/>
                    <a:pt x="264379" y="264536"/>
                  </a:cubicBezTo>
                  <a:cubicBezTo>
                    <a:pt x="256986" y="271949"/>
                    <a:pt x="246962" y="276140"/>
                    <a:pt x="236493" y="2761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0518550F-E55C-5045-A5BA-7C9AAE9B02FB}"/>
                </a:ext>
              </a:extLst>
            </p:cNvPr>
            <p:cNvSpPr/>
            <p:nvPr/>
          </p:nvSpPr>
          <p:spPr>
            <a:xfrm>
              <a:off x="7159631" y="4055256"/>
              <a:ext cx="277381" cy="284368"/>
            </a:xfrm>
            <a:custGeom>
              <a:avLst/>
              <a:gdLst>
                <a:gd name="connsiteX0" fmla="*/ 39736 w 277381"/>
                <a:gd name="connsiteY0" fmla="*/ 284368 h 284368"/>
                <a:gd name="connsiteX1" fmla="*/ 0 w 277381"/>
                <a:gd name="connsiteY1" fmla="*/ 244711 h 284368"/>
                <a:gd name="connsiteX2" fmla="*/ 11154 w 277381"/>
                <a:gd name="connsiteY2" fmla="*/ 217083 h 284368"/>
                <a:gd name="connsiteX3" fmla="*/ 209637 w 277381"/>
                <a:gd name="connsiteY3" fmla="*/ 11603 h 284368"/>
                <a:gd name="connsiteX4" fmla="*/ 265778 w 277381"/>
                <a:gd name="connsiteY4" fmla="*/ 11650 h 284368"/>
                <a:gd name="connsiteX5" fmla="*/ 266751 w 277381"/>
                <a:gd name="connsiteY5" fmla="*/ 66732 h 284368"/>
                <a:gd name="connsiteX6" fmla="*/ 68268 w 277381"/>
                <a:gd name="connsiteY6" fmla="*/ 272261 h 284368"/>
                <a:gd name="connsiteX7" fmla="*/ 39736 w 277381"/>
                <a:gd name="connsiteY7" fmla="*/ 284368 h 284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381" h="284368">
                  <a:moveTo>
                    <a:pt x="39736" y="284368"/>
                  </a:moveTo>
                  <a:cubicBezTo>
                    <a:pt x="17812" y="284388"/>
                    <a:pt x="22" y="266634"/>
                    <a:pt x="0" y="244711"/>
                  </a:cubicBezTo>
                  <a:cubicBezTo>
                    <a:pt x="-10" y="234400"/>
                    <a:pt x="3990" y="224496"/>
                    <a:pt x="11154" y="217083"/>
                  </a:cubicBezTo>
                  <a:lnTo>
                    <a:pt x="209637" y="11603"/>
                  </a:lnTo>
                  <a:cubicBezTo>
                    <a:pt x="225154" y="-3886"/>
                    <a:pt x="250287" y="-3865"/>
                    <a:pt x="265778" y="11650"/>
                  </a:cubicBezTo>
                  <a:cubicBezTo>
                    <a:pt x="280863" y="26761"/>
                    <a:pt x="281295" y="51097"/>
                    <a:pt x="266751" y="66732"/>
                  </a:cubicBezTo>
                  <a:lnTo>
                    <a:pt x="68268" y="272261"/>
                  </a:lnTo>
                  <a:cubicBezTo>
                    <a:pt x="60791" y="279997"/>
                    <a:pt x="50494" y="284363"/>
                    <a:pt x="39736" y="2843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DD21D1C-0DD8-EB4A-9144-98B2B43F1599}"/>
                </a:ext>
              </a:extLst>
            </p:cNvPr>
            <p:cNvSpPr/>
            <p:nvPr/>
          </p:nvSpPr>
          <p:spPr>
            <a:xfrm>
              <a:off x="6780422" y="3657540"/>
              <a:ext cx="828488" cy="833426"/>
            </a:xfrm>
            <a:custGeom>
              <a:avLst/>
              <a:gdLst>
                <a:gd name="connsiteX0" fmla="*/ 39743 w 828488"/>
                <a:gd name="connsiteY0" fmla="*/ 833427 h 833426"/>
                <a:gd name="connsiteX1" fmla="*/ 0 w 828488"/>
                <a:gd name="connsiteY1" fmla="*/ 793775 h 833426"/>
                <a:gd name="connsiteX2" fmla="*/ 5009 w 828488"/>
                <a:gd name="connsiteY2" fmla="*/ 774428 h 833426"/>
                <a:gd name="connsiteX3" fmla="*/ 70707 w 828488"/>
                <a:gd name="connsiteY3" fmla="*/ 640452 h 833426"/>
                <a:gd name="connsiteX4" fmla="*/ 188035 w 828488"/>
                <a:gd name="connsiteY4" fmla="*/ 68298 h 833426"/>
                <a:gd name="connsiteX5" fmla="*/ 760192 w 828488"/>
                <a:gd name="connsiteY5" fmla="*/ 185625 h 833426"/>
                <a:gd name="connsiteX6" fmla="*/ 642864 w 828488"/>
                <a:gd name="connsiteY6" fmla="*/ 757780 h 833426"/>
                <a:gd name="connsiteX7" fmla="*/ 192575 w 828488"/>
                <a:gd name="connsiteY7" fmla="*/ 760733 h 833426"/>
                <a:gd name="connsiteX8" fmla="*/ 60138 w 828488"/>
                <a:gd name="connsiteY8" fmla="*/ 827820 h 833426"/>
                <a:gd name="connsiteX9" fmla="*/ 39743 w 828488"/>
                <a:gd name="connsiteY9" fmla="*/ 833427 h 833426"/>
                <a:gd name="connsiteX10" fmla="*/ 198530 w 828488"/>
                <a:gd name="connsiteY10" fmla="*/ 679603 h 833426"/>
                <a:gd name="connsiteX11" fmla="*/ 227211 w 828488"/>
                <a:gd name="connsiteY11" fmla="*/ 688237 h 833426"/>
                <a:gd name="connsiteX12" fmla="*/ 690470 w 828488"/>
                <a:gd name="connsiteY12" fmla="*/ 600835 h 833426"/>
                <a:gd name="connsiteX13" fmla="*/ 603063 w 828488"/>
                <a:gd name="connsiteY13" fmla="*/ 137576 h 833426"/>
                <a:gd name="connsiteX14" fmla="*/ 139807 w 828488"/>
                <a:gd name="connsiteY14" fmla="*/ 224979 h 833426"/>
                <a:gd name="connsiteX15" fmla="*/ 143947 w 828488"/>
                <a:gd name="connsiteY15" fmla="*/ 606760 h 833426"/>
                <a:gd name="connsiteX16" fmla="*/ 132385 w 828488"/>
                <a:gd name="connsiteY16" fmla="*/ 699253 h 833426"/>
                <a:gd name="connsiteX17" fmla="*/ 198530 w 828488"/>
                <a:gd name="connsiteY17" fmla="*/ 679801 h 83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8488" h="833426">
                  <a:moveTo>
                    <a:pt x="39743" y="833427"/>
                  </a:moveTo>
                  <a:cubicBezTo>
                    <a:pt x="17820" y="833452"/>
                    <a:pt x="26" y="815702"/>
                    <a:pt x="0" y="793775"/>
                  </a:cubicBezTo>
                  <a:cubicBezTo>
                    <a:pt x="-8" y="787007"/>
                    <a:pt x="1716" y="780343"/>
                    <a:pt x="5009" y="774428"/>
                  </a:cubicBezTo>
                  <a:cubicBezTo>
                    <a:pt x="32003" y="725948"/>
                    <a:pt x="62023" y="665709"/>
                    <a:pt x="70707" y="640452"/>
                  </a:cubicBezTo>
                  <a:cubicBezTo>
                    <a:pt x="-54890" y="450057"/>
                    <a:pt x="-2361" y="193895"/>
                    <a:pt x="188035" y="68298"/>
                  </a:cubicBezTo>
                  <a:cubicBezTo>
                    <a:pt x="378430" y="-57299"/>
                    <a:pt x="634592" y="-4770"/>
                    <a:pt x="760192" y="185625"/>
                  </a:cubicBezTo>
                  <a:cubicBezTo>
                    <a:pt x="885787" y="376021"/>
                    <a:pt x="833259" y="632185"/>
                    <a:pt x="642864" y="757780"/>
                  </a:cubicBezTo>
                  <a:cubicBezTo>
                    <a:pt x="506551" y="847698"/>
                    <a:pt x="330055" y="848859"/>
                    <a:pt x="192575" y="760733"/>
                  </a:cubicBezTo>
                  <a:cubicBezTo>
                    <a:pt x="168212" y="767779"/>
                    <a:pt x="107724" y="799238"/>
                    <a:pt x="60138" y="827820"/>
                  </a:cubicBezTo>
                  <a:cubicBezTo>
                    <a:pt x="53966" y="831487"/>
                    <a:pt x="46922" y="833422"/>
                    <a:pt x="39743" y="833427"/>
                  </a:cubicBezTo>
                  <a:close/>
                  <a:moveTo>
                    <a:pt x="198530" y="679603"/>
                  </a:moveTo>
                  <a:cubicBezTo>
                    <a:pt x="208759" y="679399"/>
                    <a:pt x="218792" y="682421"/>
                    <a:pt x="227211" y="688237"/>
                  </a:cubicBezTo>
                  <a:cubicBezTo>
                    <a:pt x="379271" y="792028"/>
                    <a:pt x="586678" y="752892"/>
                    <a:pt x="690470" y="600835"/>
                  </a:cubicBezTo>
                  <a:cubicBezTo>
                    <a:pt x="794257" y="448773"/>
                    <a:pt x="755126" y="241365"/>
                    <a:pt x="603063" y="137576"/>
                  </a:cubicBezTo>
                  <a:cubicBezTo>
                    <a:pt x="451004" y="33786"/>
                    <a:pt x="243596" y="72918"/>
                    <a:pt x="139807" y="224979"/>
                  </a:cubicBezTo>
                  <a:cubicBezTo>
                    <a:pt x="60955" y="340505"/>
                    <a:pt x="62608" y="492969"/>
                    <a:pt x="143947" y="606760"/>
                  </a:cubicBezTo>
                  <a:cubicBezTo>
                    <a:pt x="157593" y="625764"/>
                    <a:pt x="155806" y="647200"/>
                    <a:pt x="132385" y="699253"/>
                  </a:cubicBezTo>
                  <a:cubicBezTo>
                    <a:pt x="161711" y="686004"/>
                    <a:pt x="182453" y="679801"/>
                    <a:pt x="198530" y="6798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1" name="Picture Placeholder 71">
            <a:extLst>
              <a:ext uri="{FF2B5EF4-FFF2-40B4-BE49-F238E27FC236}">
                <a16:creationId xmlns:a16="http://schemas.microsoft.com/office/drawing/2014/main" id="{F5651898-7DD4-46A2-BB66-8420C434F5A5}"/>
              </a:ext>
            </a:extLst>
          </p:cNvPr>
          <p:cNvGrpSpPr>
            <a:grpSpLocks noChangeAspect="1"/>
          </p:cNvGrpSpPr>
          <p:nvPr/>
        </p:nvGrpSpPr>
        <p:grpSpPr>
          <a:xfrm>
            <a:off x="8199755" y="3698475"/>
            <a:ext cx="625252" cy="751406"/>
            <a:chOff x="8199755" y="3698475"/>
            <a:chExt cx="625252" cy="751406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3B8190C-91DE-284A-98B2-B2FC258A44B5}"/>
                </a:ext>
              </a:extLst>
            </p:cNvPr>
            <p:cNvSpPr/>
            <p:nvPr/>
          </p:nvSpPr>
          <p:spPr>
            <a:xfrm>
              <a:off x="8199755" y="3698475"/>
              <a:ext cx="625252" cy="751406"/>
            </a:xfrm>
            <a:custGeom>
              <a:avLst/>
              <a:gdLst>
                <a:gd name="connsiteX0" fmla="*/ 625165 w 625252"/>
                <a:gd name="connsiteY0" fmla="*/ 263635 h 751406"/>
                <a:gd name="connsiteX1" fmla="*/ 544532 w 625252"/>
                <a:gd name="connsiteY1" fmla="*/ 74381 h 751406"/>
                <a:gd name="connsiteX2" fmla="*/ 349770 w 625252"/>
                <a:gd name="connsiteY2" fmla="*/ 0 h 751406"/>
                <a:gd name="connsiteX3" fmla="*/ 135558 w 625252"/>
                <a:gd name="connsiteY3" fmla="*/ 77954 h 751406"/>
                <a:gd name="connsiteX4" fmla="*/ 57851 w 625252"/>
                <a:gd name="connsiteY4" fmla="*/ 290331 h 751406"/>
                <a:gd name="connsiteX5" fmla="*/ 2425 w 625252"/>
                <a:gd name="connsiteY5" fmla="*/ 450854 h 751406"/>
                <a:gd name="connsiteX6" fmla="*/ 22339 w 625252"/>
                <a:gd name="connsiteY6" fmla="*/ 496371 h 751406"/>
                <a:gd name="connsiteX7" fmla="*/ 35076 w 625252"/>
                <a:gd name="connsiteY7" fmla="*/ 498787 h 751406"/>
                <a:gd name="connsiteX8" fmla="*/ 83555 w 625252"/>
                <a:gd name="connsiteY8" fmla="*/ 498787 h 751406"/>
                <a:gd name="connsiteX9" fmla="*/ 101021 w 625252"/>
                <a:gd name="connsiteY9" fmla="*/ 612915 h 751406"/>
                <a:gd name="connsiteX10" fmla="*/ 153421 w 625252"/>
                <a:gd name="connsiteY10" fmla="*/ 657921 h 751406"/>
                <a:gd name="connsiteX11" fmla="*/ 225718 w 625252"/>
                <a:gd name="connsiteY11" fmla="*/ 657921 h 751406"/>
                <a:gd name="connsiteX12" fmla="*/ 226066 w 625252"/>
                <a:gd name="connsiteY12" fmla="*/ 739745 h 751406"/>
                <a:gd name="connsiteX13" fmla="*/ 237677 w 625252"/>
                <a:gd name="connsiteY13" fmla="*/ 751406 h 751406"/>
                <a:gd name="connsiteX14" fmla="*/ 483002 w 625252"/>
                <a:gd name="connsiteY14" fmla="*/ 751406 h 751406"/>
                <a:gd name="connsiteX15" fmla="*/ 494663 w 625252"/>
                <a:gd name="connsiteY15" fmla="*/ 740539 h 751406"/>
                <a:gd name="connsiteX16" fmla="*/ 501759 w 625252"/>
                <a:gd name="connsiteY16" fmla="*/ 638668 h 751406"/>
                <a:gd name="connsiteX17" fmla="*/ 549444 w 625252"/>
                <a:gd name="connsiteY17" fmla="*/ 518983 h 751406"/>
                <a:gd name="connsiteX18" fmla="*/ 618318 w 625252"/>
                <a:gd name="connsiteY18" fmla="*/ 352505 h 751406"/>
                <a:gd name="connsiteX19" fmla="*/ 625165 w 625252"/>
                <a:gd name="connsiteY19" fmla="*/ 263635 h 75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5252" h="751406">
                  <a:moveTo>
                    <a:pt x="625165" y="263635"/>
                  </a:moveTo>
                  <a:cubicBezTo>
                    <a:pt x="625811" y="192075"/>
                    <a:pt x="596589" y="123487"/>
                    <a:pt x="544532" y="74381"/>
                  </a:cubicBezTo>
                  <a:cubicBezTo>
                    <a:pt x="493670" y="26398"/>
                    <a:pt x="424201" y="0"/>
                    <a:pt x="349770" y="0"/>
                  </a:cubicBezTo>
                  <a:cubicBezTo>
                    <a:pt x="260453" y="0"/>
                    <a:pt x="186468" y="26994"/>
                    <a:pt x="135558" y="77954"/>
                  </a:cubicBezTo>
                  <a:cubicBezTo>
                    <a:pt x="84647" y="128915"/>
                    <a:pt x="58199" y="202006"/>
                    <a:pt x="57851" y="290331"/>
                  </a:cubicBezTo>
                  <a:lnTo>
                    <a:pt x="2425" y="450854"/>
                  </a:lnTo>
                  <a:cubicBezTo>
                    <a:pt x="-4645" y="468920"/>
                    <a:pt x="4270" y="489300"/>
                    <a:pt x="22339" y="496371"/>
                  </a:cubicBezTo>
                  <a:cubicBezTo>
                    <a:pt x="26398" y="497958"/>
                    <a:pt x="30717" y="498777"/>
                    <a:pt x="35076" y="498787"/>
                  </a:cubicBezTo>
                  <a:lnTo>
                    <a:pt x="83555" y="498787"/>
                  </a:lnTo>
                  <a:lnTo>
                    <a:pt x="101021" y="612915"/>
                  </a:lnTo>
                  <a:cubicBezTo>
                    <a:pt x="104890" y="638846"/>
                    <a:pt x="127202" y="658010"/>
                    <a:pt x="153421" y="657921"/>
                  </a:cubicBezTo>
                  <a:lnTo>
                    <a:pt x="225718" y="657921"/>
                  </a:lnTo>
                  <a:lnTo>
                    <a:pt x="226066" y="739745"/>
                  </a:lnTo>
                  <a:cubicBezTo>
                    <a:pt x="226066" y="746166"/>
                    <a:pt x="231256" y="751376"/>
                    <a:pt x="237677" y="751406"/>
                  </a:cubicBezTo>
                  <a:lnTo>
                    <a:pt x="483002" y="751406"/>
                  </a:lnTo>
                  <a:cubicBezTo>
                    <a:pt x="489125" y="751371"/>
                    <a:pt x="494196" y="746642"/>
                    <a:pt x="494663" y="740539"/>
                  </a:cubicBezTo>
                  <a:lnTo>
                    <a:pt x="501759" y="638668"/>
                  </a:lnTo>
                  <a:cubicBezTo>
                    <a:pt x="505004" y="594828"/>
                    <a:pt x="521652" y="553042"/>
                    <a:pt x="549444" y="518983"/>
                  </a:cubicBezTo>
                  <a:cubicBezTo>
                    <a:pt x="592366" y="465740"/>
                    <a:pt x="610577" y="399050"/>
                    <a:pt x="618318" y="352505"/>
                  </a:cubicBezTo>
                  <a:cubicBezTo>
                    <a:pt x="623449" y="323170"/>
                    <a:pt x="625741" y="293410"/>
                    <a:pt x="625165" y="263635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03" name="Picture Placeholder 71">
              <a:extLst>
                <a:ext uri="{FF2B5EF4-FFF2-40B4-BE49-F238E27FC236}">
                  <a16:creationId xmlns:a16="http://schemas.microsoft.com/office/drawing/2014/main" id="{F5651898-7DD4-46A2-BB66-8420C434F5A5}"/>
                </a:ext>
              </a:extLst>
            </p:cNvPr>
            <p:cNvGrpSpPr/>
            <p:nvPr/>
          </p:nvGrpSpPr>
          <p:grpSpPr>
            <a:xfrm>
              <a:off x="8348949" y="3783062"/>
              <a:ext cx="386194" cy="397782"/>
              <a:chOff x="8348949" y="3783062"/>
              <a:chExt cx="386194" cy="397782"/>
            </a:xfrm>
            <a:solidFill>
              <a:srgbClr val="EE7684"/>
            </a:solidFill>
          </p:grpSpPr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7BD07F8C-FC6B-3B4B-B763-ED522AD49167}"/>
                  </a:ext>
                </a:extLst>
              </p:cNvPr>
              <p:cNvSpPr/>
              <p:nvPr/>
            </p:nvSpPr>
            <p:spPr>
              <a:xfrm>
                <a:off x="8462168" y="3783062"/>
                <a:ext cx="98230" cy="147539"/>
              </a:xfrm>
              <a:custGeom>
                <a:avLst/>
                <a:gdLst>
                  <a:gd name="connsiteX0" fmla="*/ 58627 w 98230"/>
                  <a:gd name="connsiteY0" fmla="*/ 147539 h 147539"/>
                  <a:gd name="connsiteX1" fmla="*/ 20370 w 98230"/>
                  <a:gd name="connsiteY1" fmla="*/ 118461 h 147539"/>
                  <a:gd name="connsiteX2" fmla="*/ 1018 w 98230"/>
                  <a:gd name="connsiteY2" fmla="*/ 48596 h 147539"/>
                  <a:gd name="connsiteX3" fmla="*/ 30813 w 98230"/>
                  <a:gd name="connsiteY3" fmla="*/ 1015 h 147539"/>
                  <a:gd name="connsiteX4" fmla="*/ 77433 w 98230"/>
                  <a:gd name="connsiteY4" fmla="*/ 27358 h 147539"/>
                  <a:gd name="connsiteX5" fmla="*/ 96786 w 98230"/>
                  <a:gd name="connsiteY5" fmla="*/ 97224 h 147539"/>
                  <a:gd name="connsiteX6" fmla="*/ 69147 w 98230"/>
                  <a:gd name="connsiteY6" fmla="*/ 146051 h 147539"/>
                  <a:gd name="connsiteX7" fmla="*/ 58627 w 98230"/>
                  <a:gd name="connsiteY7" fmla="*/ 147539 h 147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230" h="147539">
                    <a:moveTo>
                      <a:pt x="58627" y="147539"/>
                    </a:moveTo>
                    <a:cubicBezTo>
                      <a:pt x="40790" y="147543"/>
                      <a:pt x="25141" y="135649"/>
                      <a:pt x="20370" y="118461"/>
                    </a:cubicBezTo>
                    <a:lnTo>
                      <a:pt x="1018" y="48596"/>
                    </a:lnTo>
                    <a:cubicBezTo>
                      <a:pt x="-3893" y="27229"/>
                      <a:pt x="9446" y="5927"/>
                      <a:pt x="30813" y="1015"/>
                    </a:cubicBezTo>
                    <a:cubicBezTo>
                      <a:pt x="50827" y="-3585"/>
                      <a:pt x="71047" y="7840"/>
                      <a:pt x="77433" y="27358"/>
                    </a:cubicBezTo>
                    <a:lnTo>
                      <a:pt x="96786" y="97224"/>
                    </a:lnTo>
                    <a:cubicBezTo>
                      <a:pt x="102623" y="118337"/>
                      <a:pt x="90254" y="140189"/>
                      <a:pt x="69147" y="146051"/>
                    </a:cubicBezTo>
                    <a:cubicBezTo>
                      <a:pt x="65724" y="147022"/>
                      <a:pt x="62185" y="147523"/>
                      <a:pt x="58627" y="14753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B70139A-49C2-654C-ADC4-141A5E2CAB27}"/>
                  </a:ext>
                </a:extLst>
              </p:cNvPr>
              <p:cNvSpPr/>
              <p:nvPr/>
            </p:nvSpPr>
            <p:spPr>
              <a:xfrm>
                <a:off x="8550187" y="3799507"/>
                <a:ext cx="117259" cy="141514"/>
              </a:xfrm>
              <a:custGeom>
                <a:avLst/>
                <a:gdLst>
                  <a:gd name="connsiteX0" fmla="*/ 39680 w 117259"/>
                  <a:gd name="connsiteY0" fmla="*/ 141514 h 141514"/>
                  <a:gd name="connsiteX1" fmla="*/ 0 w 117259"/>
                  <a:gd name="connsiteY1" fmla="*/ 101802 h 141514"/>
                  <a:gd name="connsiteX2" fmla="*/ 5789 w 117259"/>
                  <a:gd name="connsiteY2" fmla="*/ 81176 h 141514"/>
                  <a:gd name="connsiteX3" fmla="*/ 43600 w 117259"/>
                  <a:gd name="connsiteY3" fmla="*/ 19100 h 141514"/>
                  <a:gd name="connsiteX4" fmla="*/ 98158 w 117259"/>
                  <a:gd name="connsiteY4" fmla="*/ 5777 h 141514"/>
                  <a:gd name="connsiteX5" fmla="*/ 111481 w 117259"/>
                  <a:gd name="connsiteY5" fmla="*/ 60335 h 141514"/>
                  <a:gd name="connsiteX6" fmla="*/ 73770 w 117259"/>
                  <a:gd name="connsiteY6" fmla="*/ 122410 h 141514"/>
                  <a:gd name="connsiteX7" fmla="*/ 39680 w 117259"/>
                  <a:gd name="connsiteY7" fmla="*/ 141514 h 14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59" h="141514">
                    <a:moveTo>
                      <a:pt x="39680" y="141514"/>
                    </a:moveTo>
                    <a:cubicBezTo>
                      <a:pt x="17756" y="141506"/>
                      <a:pt x="-9" y="123725"/>
                      <a:pt x="0" y="101802"/>
                    </a:cubicBezTo>
                    <a:cubicBezTo>
                      <a:pt x="3" y="94526"/>
                      <a:pt x="2006" y="87391"/>
                      <a:pt x="5789" y="81176"/>
                    </a:cubicBezTo>
                    <a:lnTo>
                      <a:pt x="43600" y="19100"/>
                    </a:lnTo>
                    <a:cubicBezTo>
                      <a:pt x="54988" y="356"/>
                      <a:pt x="79412" y="-5609"/>
                      <a:pt x="98158" y="5777"/>
                    </a:cubicBezTo>
                    <a:cubicBezTo>
                      <a:pt x="116905" y="17164"/>
                      <a:pt x="122869" y="41590"/>
                      <a:pt x="111481" y="60335"/>
                    </a:cubicBezTo>
                    <a:lnTo>
                      <a:pt x="73770" y="122410"/>
                    </a:lnTo>
                    <a:cubicBezTo>
                      <a:pt x="66545" y="134318"/>
                      <a:pt x="53609" y="141568"/>
                      <a:pt x="39680" y="14151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A8EA63D1-2A52-C742-8C46-4889C19C425F}"/>
                  </a:ext>
                </a:extLst>
              </p:cNvPr>
              <p:cNvSpPr/>
              <p:nvPr/>
            </p:nvSpPr>
            <p:spPr>
              <a:xfrm>
                <a:off x="8602431" y="3907616"/>
                <a:ext cx="132711" cy="90234"/>
              </a:xfrm>
              <a:custGeom>
                <a:avLst/>
                <a:gdLst>
                  <a:gd name="connsiteX0" fmla="*/ 39637 w 132711"/>
                  <a:gd name="connsiteY0" fmla="*/ 90221 h 90234"/>
                  <a:gd name="connsiteX1" fmla="*/ 0 w 132711"/>
                  <a:gd name="connsiteY1" fmla="*/ 50466 h 90234"/>
                  <a:gd name="connsiteX2" fmla="*/ 31797 w 132711"/>
                  <a:gd name="connsiteY2" fmla="*/ 11622 h 90234"/>
                  <a:gd name="connsiteX3" fmla="*/ 85090 w 132711"/>
                  <a:gd name="connsiteY3" fmla="*/ 805 h 90234"/>
                  <a:gd name="connsiteX4" fmla="*/ 131907 w 132711"/>
                  <a:gd name="connsiteY4" fmla="*/ 31793 h 90234"/>
                  <a:gd name="connsiteX5" fmla="*/ 100919 w 132711"/>
                  <a:gd name="connsiteY5" fmla="*/ 78610 h 90234"/>
                  <a:gd name="connsiteX6" fmla="*/ 47576 w 132711"/>
                  <a:gd name="connsiteY6" fmla="*/ 89626 h 90234"/>
                  <a:gd name="connsiteX7" fmla="*/ 39637 w 132711"/>
                  <a:gd name="connsiteY7" fmla="*/ 90221 h 9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711" h="90234">
                    <a:moveTo>
                      <a:pt x="39637" y="90221"/>
                    </a:moveTo>
                    <a:cubicBezTo>
                      <a:pt x="17715" y="90188"/>
                      <a:pt x="-35" y="72389"/>
                      <a:pt x="0" y="50466"/>
                    </a:cubicBezTo>
                    <a:cubicBezTo>
                      <a:pt x="30" y="31609"/>
                      <a:pt x="13318" y="15374"/>
                      <a:pt x="31797" y="11622"/>
                    </a:cubicBezTo>
                    <a:lnTo>
                      <a:pt x="85090" y="805"/>
                    </a:lnTo>
                    <a:cubicBezTo>
                      <a:pt x="106575" y="-3566"/>
                      <a:pt x="127535" y="10308"/>
                      <a:pt x="131907" y="31793"/>
                    </a:cubicBezTo>
                    <a:cubicBezTo>
                      <a:pt x="136278" y="53278"/>
                      <a:pt x="122404" y="74239"/>
                      <a:pt x="100919" y="78610"/>
                    </a:cubicBezTo>
                    <a:lnTo>
                      <a:pt x="47576" y="89626"/>
                    </a:lnTo>
                    <a:cubicBezTo>
                      <a:pt x="44956" y="90090"/>
                      <a:pt x="42297" y="90289"/>
                      <a:pt x="39637" y="9022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68C41F1C-B49F-5C4A-B376-6F3DAE2A2900}"/>
                  </a:ext>
                </a:extLst>
              </p:cNvPr>
              <p:cNvSpPr/>
              <p:nvPr/>
            </p:nvSpPr>
            <p:spPr>
              <a:xfrm>
                <a:off x="8587689" y="3992066"/>
                <a:ext cx="133866" cy="112306"/>
              </a:xfrm>
              <a:custGeom>
                <a:avLst/>
                <a:gdLst>
                  <a:gd name="connsiteX0" fmla="*/ 94125 w 133866"/>
                  <a:gd name="connsiteY0" fmla="*/ 112257 h 112306"/>
                  <a:gd name="connsiteX1" fmla="*/ 73632 w 133866"/>
                  <a:gd name="connsiteY1" fmla="*/ 106551 h 112306"/>
                  <a:gd name="connsiteX2" fmla="*/ 18255 w 133866"/>
                  <a:gd name="connsiteY2" fmla="*/ 73106 h 112306"/>
                  <a:gd name="connsiteX3" fmla="*/ 6297 w 133866"/>
                  <a:gd name="connsiteY3" fmla="*/ 18255 h 112306"/>
                  <a:gd name="connsiteX4" fmla="*/ 59292 w 133866"/>
                  <a:gd name="connsiteY4" fmla="*/ 5175 h 112306"/>
                  <a:gd name="connsiteX5" fmla="*/ 114668 w 133866"/>
                  <a:gd name="connsiteY5" fmla="*/ 38620 h 112306"/>
                  <a:gd name="connsiteX6" fmla="*/ 128155 w 133866"/>
                  <a:gd name="connsiteY6" fmla="*/ 93116 h 112306"/>
                  <a:gd name="connsiteX7" fmla="*/ 94125 w 133866"/>
                  <a:gd name="connsiteY7" fmla="*/ 112307 h 11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866" h="112306">
                    <a:moveTo>
                      <a:pt x="94125" y="112257"/>
                    </a:moveTo>
                    <a:cubicBezTo>
                      <a:pt x="86901" y="112255"/>
                      <a:pt x="79815" y="110282"/>
                      <a:pt x="73632" y="106551"/>
                    </a:cubicBezTo>
                    <a:lnTo>
                      <a:pt x="18255" y="73106"/>
                    </a:lnTo>
                    <a:cubicBezTo>
                      <a:pt x="-194" y="61262"/>
                      <a:pt x="-5548" y="36704"/>
                      <a:pt x="6297" y="18255"/>
                    </a:cubicBezTo>
                    <a:cubicBezTo>
                      <a:pt x="17685" y="515"/>
                      <a:pt x="40957" y="-5228"/>
                      <a:pt x="59292" y="5175"/>
                    </a:cubicBezTo>
                    <a:lnTo>
                      <a:pt x="114668" y="38620"/>
                    </a:lnTo>
                    <a:cubicBezTo>
                      <a:pt x="133440" y="49945"/>
                      <a:pt x="139479" y="74343"/>
                      <a:pt x="128155" y="93116"/>
                    </a:cubicBezTo>
                    <a:cubicBezTo>
                      <a:pt x="120960" y="105037"/>
                      <a:pt x="108049" y="112319"/>
                      <a:pt x="94125" y="11230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8DF2CAD-324B-9C49-9D57-192F05151000}"/>
                  </a:ext>
                </a:extLst>
              </p:cNvPr>
              <p:cNvSpPr/>
              <p:nvPr/>
            </p:nvSpPr>
            <p:spPr>
              <a:xfrm>
                <a:off x="8521114" y="4048793"/>
                <a:ext cx="92206" cy="132051"/>
              </a:xfrm>
              <a:custGeom>
                <a:avLst/>
                <a:gdLst>
                  <a:gd name="connsiteX0" fmla="*/ 52428 w 92206"/>
                  <a:gd name="connsiteY0" fmla="*/ 132045 h 132051"/>
                  <a:gd name="connsiteX1" fmla="*/ 13922 w 92206"/>
                  <a:gd name="connsiteY1" fmla="*/ 101677 h 132051"/>
                  <a:gd name="connsiteX2" fmla="*/ 1269 w 92206"/>
                  <a:gd name="connsiteY2" fmla="*/ 49625 h 132051"/>
                  <a:gd name="connsiteX3" fmla="*/ 29787 w 92206"/>
                  <a:gd name="connsiteY3" fmla="*/ 1269 h 132051"/>
                  <a:gd name="connsiteX4" fmla="*/ 78141 w 92206"/>
                  <a:gd name="connsiteY4" fmla="*/ 29787 h 132051"/>
                  <a:gd name="connsiteX5" fmla="*/ 78429 w 92206"/>
                  <a:gd name="connsiteY5" fmla="*/ 30968 h 132051"/>
                  <a:gd name="connsiteX6" fmla="*/ 91082 w 92206"/>
                  <a:gd name="connsiteY6" fmla="*/ 83169 h 132051"/>
                  <a:gd name="connsiteX7" fmla="*/ 61846 w 92206"/>
                  <a:gd name="connsiteY7" fmla="*/ 131092 h 132051"/>
                  <a:gd name="connsiteX8" fmla="*/ 61806 w 92206"/>
                  <a:gd name="connsiteY8" fmla="*/ 131102 h 132051"/>
                  <a:gd name="connsiteX9" fmla="*/ 52428 w 92206"/>
                  <a:gd name="connsiteY9" fmla="*/ 132045 h 1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206" h="132051">
                    <a:moveTo>
                      <a:pt x="52428" y="132045"/>
                    </a:moveTo>
                    <a:cubicBezTo>
                      <a:pt x="34127" y="132010"/>
                      <a:pt x="18223" y="119466"/>
                      <a:pt x="13922" y="101677"/>
                    </a:cubicBezTo>
                    <a:lnTo>
                      <a:pt x="1269" y="49625"/>
                    </a:lnTo>
                    <a:cubicBezTo>
                      <a:pt x="-4209" y="28397"/>
                      <a:pt x="8559" y="6747"/>
                      <a:pt x="29787" y="1269"/>
                    </a:cubicBezTo>
                    <a:cubicBezTo>
                      <a:pt x="51016" y="-4209"/>
                      <a:pt x="72663" y="8559"/>
                      <a:pt x="78141" y="29787"/>
                    </a:cubicBezTo>
                    <a:cubicBezTo>
                      <a:pt x="78245" y="30179"/>
                      <a:pt x="78340" y="30573"/>
                      <a:pt x="78429" y="30968"/>
                    </a:cubicBezTo>
                    <a:lnTo>
                      <a:pt x="91082" y="83169"/>
                    </a:lnTo>
                    <a:cubicBezTo>
                      <a:pt x="96243" y="104476"/>
                      <a:pt x="83153" y="125932"/>
                      <a:pt x="61846" y="131092"/>
                    </a:cubicBezTo>
                    <a:cubicBezTo>
                      <a:pt x="61831" y="131097"/>
                      <a:pt x="61821" y="131097"/>
                      <a:pt x="61806" y="131102"/>
                    </a:cubicBezTo>
                    <a:cubicBezTo>
                      <a:pt x="58730" y="131782"/>
                      <a:pt x="55579" y="132100"/>
                      <a:pt x="52428" y="13204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B8290F2E-3093-A241-896A-93B8EE03B27E}"/>
                  </a:ext>
                </a:extLst>
              </p:cNvPr>
              <p:cNvSpPr/>
              <p:nvPr/>
            </p:nvSpPr>
            <p:spPr>
              <a:xfrm>
                <a:off x="8416731" y="4029187"/>
                <a:ext cx="111130" cy="133787"/>
              </a:xfrm>
              <a:custGeom>
                <a:avLst/>
                <a:gdLst>
                  <a:gd name="connsiteX0" fmla="*/ 39557 w 111130"/>
                  <a:gd name="connsiteY0" fmla="*/ 133787 h 133787"/>
                  <a:gd name="connsiteX1" fmla="*/ 0 w 111130"/>
                  <a:gd name="connsiteY1" fmla="*/ 93951 h 133787"/>
                  <a:gd name="connsiteX2" fmla="*/ 5319 w 111130"/>
                  <a:gd name="connsiteY2" fmla="*/ 74242 h 133787"/>
                  <a:gd name="connsiteX3" fmla="*/ 36877 w 111130"/>
                  <a:gd name="connsiteY3" fmla="*/ 20156 h 133787"/>
                  <a:gd name="connsiteX4" fmla="*/ 90975 w 111130"/>
                  <a:gd name="connsiteY4" fmla="*/ 5154 h 133787"/>
                  <a:gd name="connsiteX5" fmla="*/ 105978 w 111130"/>
                  <a:gd name="connsiteY5" fmla="*/ 59251 h 133787"/>
                  <a:gd name="connsiteX6" fmla="*/ 105453 w 111130"/>
                  <a:gd name="connsiteY6" fmla="*/ 60150 h 133787"/>
                  <a:gd name="connsiteX7" fmla="*/ 73894 w 111130"/>
                  <a:gd name="connsiteY7" fmla="*/ 114286 h 133787"/>
                  <a:gd name="connsiteX8" fmla="*/ 39557 w 111130"/>
                  <a:gd name="connsiteY8" fmla="*/ 133787 h 13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787">
                    <a:moveTo>
                      <a:pt x="39557" y="133787"/>
                    </a:moveTo>
                    <a:cubicBezTo>
                      <a:pt x="17633" y="133708"/>
                      <a:pt x="-77" y="115874"/>
                      <a:pt x="0" y="93951"/>
                    </a:cubicBezTo>
                    <a:cubicBezTo>
                      <a:pt x="25" y="87030"/>
                      <a:pt x="1858" y="80236"/>
                      <a:pt x="5319" y="74242"/>
                    </a:cubicBezTo>
                    <a:lnTo>
                      <a:pt x="36877" y="20156"/>
                    </a:lnTo>
                    <a:cubicBezTo>
                      <a:pt x="47673" y="1074"/>
                      <a:pt x="71894" y="-5642"/>
                      <a:pt x="90975" y="5154"/>
                    </a:cubicBezTo>
                    <a:cubicBezTo>
                      <a:pt x="110057" y="15949"/>
                      <a:pt x="116773" y="40169"/>
                      <a:pt x="105978" y="59251"/>
                    </a:cubicBezTo>
                    <a:cubicBezTo>
                      <a:pt x="105807" y="59553"/>
                      <a:pt x="105632" y="59853"/>
                      <a:pt x="105453" y="60150"/>
                    </a:cubicBezTo>
                    <a:lnTo>
                      <a:pt x="73894" y="114286"/>
                    </a:lnTo>
                    <a:cubicBezTo>
                      <a:pt x="66723" y="126424"/>
                      <a:pt x="53653" y="133847"/>
                      <a:pt x="39557" y="13378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0A6B98FD-9C11-2946-8B38-D04A867ECE57}"/>
                  </a:ext>
                </a:extLst>
              </p:cNvPr>
              <p:cNvSpPr/>
              <p:nvPr/>
            </p:nvSpPr>
            <p:spPr>
              <a:xfrm>
                <a:off x="8348949" y="3963744"/>
                <a:ext cx="138554" cy="95476"/>
              </a:xfrm>
              <a:custGeom>
                <a:avLst/>
                <a:gdLst>
                  <a:gd name="connsiteX0" fmla="*/ 39707 w 138554"/>
                  <a:gd name="connsiteY0" fmla="*/ 95474 h 95476"/>
                  <a:gd name="connsiteX1" fmla="*/ 0 w 138554"/>
                  <a:gd name="connsiteY1" fmla="*/ 55787 h 95476"/>
                  <a:gd name="connsiteX2" fmla="*/ 29286 w 138554"/>
                  <a:gd name="connsiteY2" fmla="*/ 17470 h 95476"/>
                  <a:gd name="connsiteX3" fmla="*/ 88384 w 138554"/>
                  <a:gd name="connsiteY3" fmla="*/ 1393 h 95476"/>
                  <a:gd name="connsiteX4" fmla="*/ 137162 w 138554"/>
                  <a:gd name="connsiteY4" fmla="*/ 29379 h 95476"/>
                  <a:gd name="connsiteX5" fmla="*/ 109176 w 138554"/>
                  <a:gd name="connsiteY5" fmla="*/ 78156 h 95476"/>
                  <a:gd name="connsiteX6" fmla="*/ 50127 w 138554"/>
                  <a:gd name="connsiteY6" fmla="*/ 94233 h 95476"/>
                  <a:gd name="connsiteX7" fmla="*/ 39707 w 138554"/>
                  <a:gd name="connsiteY7" fmla="*/ 95474 h 9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554" h="95476">
                    <a:moveTo>
                      <a:pt x="39707" y="95474"/>
                    </a:moveTo>
                    <a:cubicBezTo>
                      <a:pt x="17783" y="95479"/>
                      <a:pt x="5" y="77711"/>
                      <a:pt x="0" y="55787"/>
                    </a:cubicBezTo>
                    <a:cubicBezTo>
                      <a:pt x="-4" y="37869"/>
                      <a:pt x="11995" y="22169"/>
                      <a:pt x="29286" y="17470"/>
                    </a:cubicBezTo>
                    <a:lnTo>
                      <a:pt x="88384" y="1393"/>
                    </a:lnTo>
                    <a:cubicBezTo>
                      <a:pt x="109582" y="-4348"/>
                      <a:pt x="131421" y="8181"/>
                      <a:pt x="137162" y="29379"/>
                    </a:cubicBezTo>
                    <a:cubicBezTo>
                      <a:pt x="142903" y="50576"/>
                      <a:pt x="130373" y="72415"/>
                      <a:pt x="109176" y="78156"/>
                    </a:cubicBezTo>
                    <a:lnTo>
                      <a:pt x="50127" y="94233"/>
                    </a:lnTo>
                    <a:cubicBezTo>
                      <a:pt x="46723" y="95101"/>
                      <a:pt x="43219" y="95518"/>
                      <a:pt x="39707" y="9547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EBA554E7-8677-7044-90C0-28E3D5FE9470}"/>
                  </a:ext>
                </a:extLst>
              </p:cNvPr>
              <p:cNvSpPr/>
              <p:nvPr/>
            </p:nvSpPr>
            <p:spPr>
              <a:xfrm>
                <a:off x="8362484" y="3853494"/>
                <a:ext cx="136155" cy="116357"/>
              </a:xfrm>
              <a:custGeom>
                <a:avLst/>
                <a:gdLst>
                  <a:gd name="connsiteX0" fmla="*/ 96335 w 136155"/>
                  <a:gd name="connsiteY0" fmla="*/ 116357 h 116357"/>
                  <a:gd name="connsiteX1" fmla="*/ 74701 w 136155"/>
                  <a:gd name="connsiteY1" fmla="*/ 109906 h 116357"/>
                  <a:gd name="connsiteX2" fmla="*/ 18034 w 136155"/>
                  <a:gd name="connsiteY2" fmla="*/ 72989 h 116357"/>
                  <a:gd name="connsiteX3" fmla="*/ 6447 w 136155"/>
                  <a:gd name="connsiteY3" fmla="*/ 18034 h 116357"/>
                  <a:gd name="connsiteX4" fmla="*/ 61402 w 136155"/>
                  <a:gd name="connsiteY4" fmla="*/ 6447 h 116357"/>
                  <a:gd name="connsiteX5" fmla="*/ 118069 w 136155"/>
                  <a:gd name="connsiteY5" fmla="*/ 43365 h 116357"/>
                  <a:gd name="connsiteX6" fmla="*/ 129750 w 136155"/>
                  <a:gd name="connsiteY6" fmla="*/ 98276 h 116357"/>
                  <a:gd name="connsiteX7" fmla="*/ 96335 w 136155"/>
                  <a:gd name="connsiteY7" fmla="*/ 116357 h 116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55" h="116357">
                    <a:moveTo>
                      <a:pt x="96335" y="116357"/>
                    </a:moveTo>
                    <a:cubicBezTo>
                      <a:pt x="88651" y="116346"/>
                      <a:pt x="81136" y="114105"/>
                      <a:pt x="74701" y="109906"/>
                    </a:cubicBezTo>
                    <a:lnTo>
                      <a:pt x="18034" y="72989"/>
                    </a:lnTo>
                    <a:cubicBezTo>
                      <a:pt x="-341" y="61013"/>
                      <a:pt x="-5529" y="36409"/>
                      <a:pt x="6447" y="18034"/>
                    </a:cubicBezTo>
                    <a:cubicBezTo>
                      <a:pt x="18423" y="-341"/>
                      <a:pt x="43027" y="-5529"/>
                      <a:pt x="61402" y="6447"/>
                    </a:cubicBezTo>
                    <a:lnTo>
                      <a:pt x="118069" y="43365"/>
                    </a:lnTo>
                    <a:cubicBezTo>
                      <a:pt x="136458" y="55303"/>
                      <a:pt x="141687" y="79887"/>
                      <a:pt x="129750" y="98276"/>
                    </a:cubicBezTo>
                    <a:cubicBezTo>
                      <a:pt x="122406" y="109588"/>
                      <a:pt x="109822" y="116397"/>
                      <a:pt x="96335" y="11635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539F1A40-533A-4C4A-AA40-723FC4B22D93}"/>
                  </a:ext>
                </a:extLst>
              </p:cNvPr>
              <p:cNvSpPr/>
              <p:nvPr/>
            </p:nvSpPr>
            <p:spPr>
              <a:xfrm>
                <a:off x="8407227" y="3848627"/>
                <a:ext cx="270933" cy="270928"/>
              </a:xfrm>
              <a:custGeom>
                <a:avLst/>
                <a:gdLst>
                  <a:gd name="connsiteX0" fmla="*/ 135451 w 270933"/>
                  <a:gd name="connsiteY0" fmla="*/ 270929 h 270928"/>
                  <a:gd name="connsiteX1" fmla="*/ 0 w 270933"/>
                  <a:gd name="connsiteY1" fmla="*/ 135451 h 270928"/>
                  <a:gd name="connsiteX2" fmla="*/ 135478 w 270933"/>
                  <a:gd name="connsiteY2" fmla="*/ 0 h 270928"/>
                  <a:gd name="connsiteX3" fmla="*/ 267343 w 270933"/>
                  <a:gd name="connsiteY3" fmla="*/ 104501 h 270928"/>
                  <a:gd name="connsiteX4" fmla="*/ 267343 w 270933"/>
                  <a:gd name="connsiteY4" fmla="*/ 104501 h 270928"/>
                  <a:gd name="connsiteX5" fmla="*/ 166204 w 270933"/>
                  <a:gd name="connsiteY5" fmla="*/ 267369 h 270928"/>
                  <a:gd name="connsiteX6" fmla="*/ 135451 w 270933"/>
                  <a:gd name="connsiteY6" fmla="*/ 270929 h 270928"/>
                  <a:gd name="connsiteX7" fmla="*/ 135451 w 270933"/>
                  <a:gd name="connsiteY7" fmla="*/ 79393 h 270928"/>
                  <a:gd name="connsiteX8" fmla="*/ 122599 w 270933"/>
                  <a:gd name="connsiteY8" fmla="*/ 80882 h 270928"/>
                  <a:gd name="connsiteX9" fmla="*/ 80901 w 270933"/>
                  <a:gd name="connsiteY9" fmla="*/ 148247 h 270928"/>
                  <a:gd name="connsiteX10" fmla="*/ 148267 w 270933"/>
                  <a:gd name="connsiteY10" fmla="*/ 189946 h 270928"/>
                  <a:gd name="connsiteX11" fmla="*/ 189984 w 270933"/>
                  <a:gd name="connsiteY11" fmla="*/ 122662 h 270928"/>
                  <a:gd name="connsiteX12" fmla="*/ 189984 w 270933"/>
                  <a:gd name="connsiteY12" fmla="*/ 122662 h 270928"/>
                  <a:gd name="connsiteX13" fmla="*/ 135501 w 270933"/>
                  <a:gd name="connsiteY13" fmla="*/ 79393 h 27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0933" h="270928">
                    <a:moveTo>
                      <a:pt x="135451" y="270929"/>
                    </a:moveTo>
                    <a:cubicBezTo>
                      <a:pt x="60636" y="270922"/>
                      <a:pt x="-7" y="210266"/>
                      <a:pt x="0" y="135451"/>
                    </a:cubicBezTo>
                    <a:cubicBezTo>
                      <a:pt x="7" y="60636"/>
                      <a:pt x="60663" y="-7"/>
                      <a:pt x="135478" y="0"/>
                    </a:cubicBezTo>
                    <a:cubicBezTo>
                      <a:pt x="198360" y="6"/>
                      <a:pt x="252968" y="43284"/>
                      <a:pt x="267343" y="104501"/>
                    </a:cubicBezTo>
                    <a:lnTo>
                      <a:pt x="267343" y="104501"/>
                    </a:lnTo>
                    <a:cubicBezTo>
                      <a:pt x="284388" y="177405"/>
                      <a:pt x="239109" y="250323"/>
                      <a:pt x="166204" y="267369"/>
                    </a:cubicBezTo>
                    <a:cubicBezTo>
                      <a:pt x="156122" y="269726"/>
                      <a:pt x="145804" y="270921"/>
                      <a:pt x="135451" y="270929"/>
                    </a:cubicBezTo>
                    <a:close/>
                    <a:moveTo>
                      <a:pt x="135451" y="79393"/>
                    </a:moveTo>
                    <a:cubicBezTo>
                      <a:pt x="131125" y="79401"/>
                      <a:pt x="126813" y="79900"/>
                      <a:pt x="122599" y="80882"/>
                    </a:cubicBezTo>
                    <a:cubicBezTo>
                      <a:pt x="92482" y="87970"/>
                      <a:pt x="73813" y="118130"/>
                      <a:pt x="80901" y="148247"/>
                    </a:cubicBezTo>
                    <a:cubicBezTo>
                      <a:pt x="87989" y="178365"/>
                      <a:pt x="118149" y="197033"/>
                      <a:pt x="148267" y="189946"/>
                    </a:cubicBezTo>
                    <a:cubicBezTo>
                      <a:pt x="178353" y="182865"/>
                      <a:pt x="197021" y="152758"/>
                      <a:pt x="189984" y="122662"/>
                    </a:cubicBezTo>
                    <a:lnTo>
                      <a:pt x="189984" y="122662"/>
                    </a:lnTo>
                    <a:cubicBezTo>
                      <a:pt x="184035" y="97364"/>
                      <a:pt x="161490" y="79461"/>
                      <a:pt x="135501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13" name="Picture Placeholder 73">
            <a:extLst>
              <a:ext uri="{FF2B5EF4-FFF2-40B4-BE49-F238E27FC236}">
                <a16:creationId xmlns:a16="http://schemas.microsoft.com/office/drawing/2014/main" id="{2C65DEB3-4BD4-4EA2-A60A-84CDAC5EBC73}"/>
              </a:ext>
            </a:extLst>
          </p:cNvPr>
          <p:cNvGrpSpPr>
            <a:grpSpLocks noChangeAspect="1"/>
          </p:cNvGrpSpPr>
          <p:nvPr/>
        </p:nvGrpSpPr>
        <p:grpSpPr>
          <a:xfrm>
            <a:off x="9408984" y="3749818"/>
            <a:ext cx="841667" cy="743630"/>
            <a:chOff x="9408984" y="3749818"/>
            <a:chExt cx="841667" cy="743630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A46224FC-B30D-9D49-A891-8C9BA4CED341}"/>
                </a:ext>
              </a:extLst>
            </p:cNvPr>
            <p:cNvSpPr/>
            <p:nvPr/>
          </p:nvSpPr>
          <p:spPr>
            <a:xfrm>
              <a:off x="9408984" y="3749818"/>
              <a:ext cx="460083" cy="404522"/>
            </a:xfrm>
            <a:custGeom>
              <a:avLst/>
              <a:gdLst>
                <a:gd name="connsiteX0" fmla="*/ 95470 w 460083"/>
                <a:gd name="connsiteY0" fmla="*/ 404374 h 404522"/>
                <a:gd name="connsiteX1" fmla="*/ 67385 w 460083"/>
                <a:gd name="connsiteY1" fmla="*/ 392713 h 404522"/>
                <a:gd name="connsiteX2" fmla="*/ 67371 w 460083"/>
                <a:gd name="connsiteY2" fmla="*/ 67385 h 404522"/>
                <a:gd name="connsiteX3" fmla="*/ 392699 w 460083"/>
                <a:gd name="connsiteY3" fmla="*/ 67370 h 404522"/>
                <a:gd name="connsiteX4" fmla="*/ 460084 w 460083"/>
                <a:gd name="connsiteY4" fmla="*/ 230106 h 404522"/>
                <a:gd name="connsiteX5" fmla="*/ 420387 w 460083"/>
                <a:gd name="connsiteY5" fmla="*/ 269802 h 404522"/>
                <a:gd name="connsiteX6" fmla="*/ 380690 w 460083"/>
                <a:gd name="connsiteY6" fmla="*/ 230106 h 404522"/>
                <a:gd name="connsiteX7" fmla="*/ 229970 w 460083"/>
                <a:gd name="connsiteY7" fmla="*/ 79529 h 404522"/>
                <a:gd name="connsiteX8" fmla="*/ 79393 w 460083"/>
                <a:gd name="connsiteY8" fmla="*/ 230250 h 404522"/>
                <a:gd name="connsiteX9" fmla="*/ 123556 w 460083"/>
                <a:gd name="connsiteY9" fmla="*/ 336741 h 404522"/>
                <a:gd name="connsiteX10" fmla="*/ 123587 w 460083"/>
                <a:gd name="connsiteY10" fmla="*/ 392882 h 404522"/>
                <a:gd name="connsiteX11" fmla="*/ 95470 w 460083"/>
                <a:gd name="connsiteY11" fmla="*/ 404523 h 40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522">
                  <a:moveTo>
                    <a:pt x="95470" y="404374"/>
                  </a:moveTo>
                  <a:cubicBezTo>
                    <a:pt x="84932" y="404369"/>
                    <a:pt x="74828" y="400176"/>
                    <a:pt x="67385" y="392713"/>
                  </a:cubicBezTo>
                  <a:cubicBezTo>
                    <a:pt x="-22456" y="302880"/>
                    <a:pt x="-22462" y="157226"/>
                    <a:pt x="67371" y="67385"/>
                  </a:cubicBezTo>
                  <a:cubicBezTo>
                    <a:pt x="157203" y="-22456"/>
                    <a:pt x="302858" y="-22462"/>
                    <a:pt x="392699" y="67370"/>
                  </a:cubicBezTo>
                  <a:cubicBezTo>
                    <a:pt x="435860" y="110528"/>
                    <a:pt x="460100" y="169069"/>
                    <a:pt x="460084" y="230106"/>
                  </a:cubicBezTo>
                  <a:cubicBezTo>
                    <a:pt x="460084" y="252030"/>
                    <a:pt x="442311" y="269802"/>
                    <a:pt x="420387" y="269802"/>
                  </a:cubicBezTo>
                  <a:cubicBezTo>
                    <a:pt x="398463" y="269802"/>
                    <a:pt x="380690" y="252030"/>
                    <a:pt x="380690" y="230106"/>
                  </a:cubicBezTo>
                  <a:cubicBezTo>
                    <a:pt x="380651" y="146905"/>
                    <a:pt x="313171" y="79490"/>
                    <a:pt x="229970" y="79529"/>
                  </a:cubicBezTo>
                  <a:cubicBezTo>
                    <a:pt x="146769" y="79569"/>
                    <a:pt x="79353" y="147049"/>
                    <a:pt x="79393" y="230250"/>
                  </a:cubicBezTo>
                  <a:cubicBezTo>
                    <a:pt x="79412" y="270198"/>
                    <a:pt x="95298" y="308503"/>
                    <a:pt x="123556" y="336741"/>
                  </a:cubicBezTo>
                  <a:cubicBezTo>
                    <a:pt x="139067" y="352235"/>
                    <a:pt x="139081" y="377369"/>
                    <a:pt x="123587" y="392882"/>
                  </a:cubicBezTo>
                  <a:cubicBezTo>
                    <a:pt x="116133" y="400340"/>
                    <a:pt x="106017" y="404532"/>
                    <a:pt x="95470" y="4045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F7245F5-E604-6545-95A0-DF75FD172780}"/>
                </a:ext>
              </a:extLst>
            </p:cNvPr>
            <p:cNvSpPr/>
            <p:nvPr/>
          </p:nvSpPr>
          <p:spPr>
            <a:xfrm>
              <a:off x="9460156" y="4069726"/>
              <a:ext cx="408852" cy="421092"/>
            </a:xfrm>
            <a:custGeom>
              <a:avLst/>
              <a:gdLst>
                <a:gd name="connsiteX0" fmla="*/ 369363 w 408852"/>
                <a:gd name="connsiteY0" fmla="*/ 421092 h 421092"/>
                <a:gd name="connsiteX1" fmla="*/ 340782 w 408852"/>
                <a:gd name="connsiteY1" fmla="*/ 408836 h 421092"/>
                <a:gd name="connsiteX2" fmla="*/ 13285 w 408852"/>
                <a:gd name="connsiteY2" fmla="*/ 69331 h 421092"/>
                <a:gd name="connsiteX3" fmla="*/ 10063 w 408852"/>
                <a:gd name="connsiteY3" fmla="*/ 13284 h 421092"/>
                <a:gd name="connsiteX4" fmla="*/ 66109 w 408852"/>
                <a:gd name="connsiteY4" fmla="*/ 10062 h 421092"/>
                <a:gd name="connsiteX5" fmla="*/ 70249 w 408852"/>
                <a:gd name="connsiteY5" fmla="*/ 14352 h 421092"/>
                <a:gd name="connsiteX6" fmla="*/ 397746 w 408852"/>
                <a:gd name="connsiteY6" fmla="*/ 353856 h 421092"/>
                <a:gd name="connsiteX7" fmla="*/ 396696 w 408852"/>
                <a:gd name="connsiteY7" fmla="*/ 409987 h 421092"/>
                <a:gd name="connsiteX8" fmla="*/ 369214 w 408852"/>
                <a:gd name="connsiteY8" fmla="*/ 421092 h 421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8852" h="421092">
                  <a:moveTo>
                    <a:pt x="369363" y="421092"/>
                  </a:moveTo>
                  <a:cubicBezTo>
                    <a:pt x="358566" y="421063"/>
                    <a:pt x="348246" y="416636"/>
                    <a:pt x="340782" y="408836"/>
                  </a:cubicBezTo>
                  <a:lnTo>
                    <a:pt x="13285" y="69331"/>
                  </a:lnTo>
                  <a:cubicBezTo>
                    <a:pt x="-3082" y="54744"/>
                    <a:pt x="-4525" y="29651"/>
                    <a:pt x="10063" y="13284"/>
                  </a:cubicBezTo>
                  <a:cubicBezTo>
                    <a:pt x="24650" y="-3082"/>
                    <a:pt x="49743" y="-4525"/>
                    <a:pt x="66109" y="10062"/>
                  </a:cubicBezTo>
                  <a:cubicBezTo>
                    <a:pt x="67595" y="11386"/>
                    <a:pt x="68979" y="12820"/>
                    <a:pt x="70249" y="14352"/>
                  </a:cubicBezTo>
                  <a:lnTo>
                    <a:pt x="397746" y="353856"/>
                  </a:lnTo>
                  <a:cubicBezTo>
                    <a:pt x="412956" y="369646"/>
                    <a:pt x="412486" y="394779"/>
                    <a:pt x="396696" y="409987"/>
                  </a:cubicBezTo>
                  <a:cubicBezTo>
                    <a:pt x="389313" y="417098"/>
                    <a:pt x="379465" y="421077"/>
                    <a:pt x="369214" y="4210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20B385FD-9370-F24B-BE87-7E2338109192}"/>
                </a:ext>
              </a:extLst>
            </p:cNvPr>
            <p:cNvSpPr/>
            <p:nvPr/>
          </p:nvSpPr>
          <p:spPr>
            <a:xfrm>
              <a:off x="9790567" y="3750377"/>
              <a:ext cx="460083" cy="376374"/>
            </a:xfrm>
            <a:custGeom>
              <a:avLst/>
              <a:gdLst>
                <a:gd name="connsiteX0" fmla="*/ 387836 w 460083"/>
                <a:gd name="connsiteY0" fmla="*/ 376375 h 376374"/>
                <a:gd name="connsiteX1" fmla="*/ 348129 w 460083"/>
                <a:gd name="connsiteY1" fmla="*/ 336689 h 376374"/>
                <a:gd name="connsiteX2" fmla="*/ 354937 w 460083"/>
                <a:gd name="connsiteY2" fmla="*/ 314448 h 376374"/>
                <a:gd name="connsiteX3" fmla="*/ 314278 w 460083"/>
                <a:gd name="connsiteY3" fmla="*/ 105314 h 376374"/>
                <a:gd name="connsiteX4" fmla="*/ 105146 w 460083"/>
                <a:gd name="connsiteY4" fmla="*/ 145972 h 376374"/>
                <a:gd name="connsiteX5" fmla="*/ 79393 w 460083"/>
                <a:gd name="connsiteY5" fmla="*/ 230093 h 376374"/>
                <a:gd name="connsiteX6" fmla="*/ 39697 w 460083"/>
                <a:gd name="connsiteY6" fmla="*/ 269790 h 376374"/>
                <a:gd name="connsiteX7" fmla="*/ 0 w 460083"/>
                <a:gd name="connsiteY7" fmla="*/ 230093 h 376374"/>
                <a:gd name="connsiteX8" fmla="*/ 229992 w 460083"/>
                <a:gd name="connsiteY8" fmla="*/ 0 h 376374"/>
                <a:gd name="connsiteX9" fmla="*/ 460084 w 460083"/>
                <a:gd name="connsiteY9" fmla="*/ 229990 h 376374"/>
                <a:gd name="connsiteX10" fmla="*/ 420734 w 460083"/>
                <a:gd name="connsiteY10" fmla="*/ 358710 h 376374"/>
                <a:gd name="connsiteX11" fmla="*/ 387836 w 460083"/>
                <a:gd name="connsiteY11" fmla="*/ 376375 h 3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376374">
                  <a:moveTo>
                    <a:pt x="387836" y="376375"/>
                  </a:moveTo>
                  <a:cubicBezTo>
                    <a:pt x="365913" y="376380"/>
                    <a:pt x="348134" y="358612"/>
                    <a:pt x="348129" y="336689"/>
                  </a:cubicBezTo>
                  <a:cubicBezTo>
                    <a:pt x="348129" y="328762"/>
                    <a:pt x="350496" y="321016"/>
                    <a:pt x="354937" y="314448"/>
                  </a:cubicBezTo>
                  <a:cubicBezTo>
                    <a:pt x="401462" y="245471"/>
                    <a:pt x="383256" y="151838"/>
                    <a:pt x="314278" y="105314"/>
                  </a:cubicBezTo>
                  <a:cubicBezTo>
                    <a:pt x="245300" y="58791"/>
                    <a:pt x="151671" y="76994"/>
                    <a:pt x="105146" y="145972"/>
                  </a:cubicBezTo>
                  <a:cubicBezTo>
                    <a:pt x="88383" y="170825"/>
                    <a:pt x="79417" y="200115"/>
                    <a:pt x="79393" y="230093"/>
                  </a:cubicBezTo>
                  <a:cubicBezTo>
                    <a:pt x="79393" y="252017"/>
                    <a:pt x="61621" y="269790"/>
                    <a:pt x="39697" y="269790"/>
                  </a:cubicBezTo>
                  <a:cubicBezTo>
                    <a:pt x="17773" y="269790"/>
                    <a:pt x="0" y="252017"/>
                    <a:pt x="0" y="230093"/>
                  </a:cubicBezTo>
                  <a:cubicBezTo>
                    <a:pt x="-28" y="103045"/>
                    <a:pt x="102943" y="28"/>
                    <a:pt x="229992" y="0"/>
                  </a:cubicBezTo>
                  <a:cubicBezTo>
                    <a:pt x="357041" y="-28"/>
                    <a:pt x="460054" y="102942"/>
                    <a:pt x="460084" y="229990"/>
                  </a:cubicBezTo>
                  <a:cubicBezTo>
                    <a:pt x="460093" y="275860"/>
                    <a:pt x="446388" y="320686"/>
                    <a:pt x="420734" y="358710"/>
                  </a:cubicBezTo>
                  <a:cubicBezTo>
                    <a:pt x="413395" y="369710"/>
                    <a:pt x="401060" y="376334"/>
                    <a:pt x="387836" y="3763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55B3138-4B81-4D41-AFCB-3D454D459A4D}"/>
                </a:ext>
              </a:extLst>
            </p:cNvPr>
            <p:cNvSpPr/>
            <p:nvPr/>
          </p:nvSpPr>
          <p:spPr>
            <a:xfrm>
              <a:off x="9789773" y="3752250"/>
              <a:ext cx="460083" cy="404422"/>
            </a:xfrm>
            <a:custGeom>
              <a:avLst/>
              <a:gdLst>
                <a:gd name="connsiteX0" fmla="*/ 364613 w 460083"/>
                <a:gd name="connsiteY0" fmla="*/ 404423 h 404422"/>
                <a:gd name="connsiteX1" fmla="*/ 324937 w 460083"/>
                <a:gd name="connsiteY1" fmla="*/ 364708 h 404422"/>
                <a:gd name="connsiteX2" fmla="*/ 336528 w 460083"/>
                <a:gd name="connsiteY2" fmla="*/ 336691 h 404422"/>
                <a:gd name="connsiteX3" fmla="*/ 336607 w 460083"/>
                <a:gd name="connsiteY3" fmla="*/ 123642 h 404422"/>
                <a:gd name="connsiteX4" fmla="*/ 123556 w 460083"/>
                <a:gd name="connsiteY4" fmla="*/ 123565 h 404422"/>
                <a:gd name="connsiteX5" fmla="*/ 79393 w 460083"/>
                <a:gd name="connsiteY5" fmla="*/ 230106 h 404422"/>
                <a:gd name="connsiteX6" fmla="*/ 39697 w 460083"/>
                <a:gd name="connsiteY6" fmla="*/ 269802 h 404422"/>
                <a:gd name="connsiteX7" fmla="*/ 0 w 460083"/>
                <a:gd name="connsiteY7" fmla="*/ 230106 h 404422"/>
                <a:gd name="connsiteX8" fmla="*/ 229977 w 460083"/>
                <a:gd name="connsiteY8" fmla="*/ 0 h 404422"/>
                <a:gd name="connsiteX9" fmla="*/ 460084 w 460083"/>
                <a:gd name="connsiteY9" fmla="*/ 229977 h 404422"/>
                <a:gd name="connsiteX10" fmla="*/ 392649 w 460083"/>
                <a:gd name="connsiteY10" fmla="*/ 392762 h 404422"/>
                <a:gd name="connsiteX11" fmla="*/ 364613 w 460083"/>
                <a:gd name="connsiteY11" fmla="*/ 404423 h 40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0083" h="404422">
                  <a:moveTo>
                    <a:pt x="364613" y="404423"/>
                  </a:moveTo>
                  <a:cubicBezTo>
                    <a:pt x="342691" y="404413"/>
                    <a:pt x="324927" y="386634"/>
                    <a:pt x="324937" y="364708"/>
                  </a:cubicBezTo>
                  <a:cubicBezTo>
                    <a:pt x="324941" y="354203"/>
                    <a:pt x="329110" y="344128"/>
                    <a:pt x="336528" y="336691"/>
                  </a:cubicBezTo>
                  <a:cubicBezTo>
                    <a:pt x="395383" y="277880"/>
                    <a:pt x="395418" y="182495"/>
                    <a:pt x="336607" y="123642"/>
                  </a:cubicBezTo>
                  <a:cubicBezTo>
                    <a:pt x="277792" y="64789"/>
                    <a:pt x="182411" y="64754"/>
                    <a:pt x="123556" y="123565"/>
                  </a:cubicBezTo>
                  <a:cubicBezTo>
                    <a:pt x="95285" y="151815"/>
                    <a:pt x="79399" y="190140"/>
                    <a:pt x="79393" y="230106"/>
                  </a:cubicBezTo>
                  <a:cubicBezTo>
                    <a:pt x="79393" y="252029"/>
                    <a:pt x="61621" y="269802"/>
                    <a:pt x="39697" y="269802"/>
                  </a:cubicBezTo>
                  <a:cubicBezTo>
                    <a:pt x="17773" y="269802"/>
                    <a:pt x="0" y="252029"/>
                    <a:pt x="0" y="230106"/>
                  </a:cubicBezTo>
                  <a:cubicBezTo>
                    <a:pt x="-35" y="103057"/>
                    <a:pt x="102928" y="35"/>
                    <a:pt x="229977" y="0"/>
                  </a:cubicBezTo>
                  <a:cubicBezTo>
                    <a:pt x="357026" y="-36"/>
                    <a:pt x="460049" y="102929"/>
                    <a:pt x="460084" y="229977"/>
                  </a:cubicBezTo>
                  <a:cubicBezTo>
                    <a:pt x="460098" y="291038"/>
                    <a:pt x="435839" y="349601"/>
                    <a:pt x="392649" y="392762"/>
                  </a:cubicBezTo>
                  <a:cubicBezTo>
                    <a:pt x="385221" y="400210"/>
                    <a:pt x="375133" y="404403"/>
                    <a:pt x="364613" y="40442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E1BD9841-3892-F347-8BB8-8F373AC1EC5C}"/>
                </a:ext>
              </a:extLst>
            </p:cNvPr>
            <p:cNvSpPr/>
            <p:nvPr/>
          </p:nvSpPr>
          <p:spPr>
            <a:xfrm>
              <a:off x="9789585" y="4074515"/>
              <a:ext cx="406940" cy="418933"/>
            </a:xfrm>
            <a:custGeom>
              <a:avLst/>
              <a:gdLst>
                <a:gd name="connsiteX0" fmla="*/ 39736 w 406940"/>
                <a:gd name="connsiteY0" fmla="*/ 418934 h 418933"/>
                <a:gd name="connsiteX1" fmla="*/ 0 w 406940"/>
                <a:gd name="connsiteY1" fmla="*/ 379277 h 418933"/>
                <a:gd name="connsiteX2" fmla="*/ 11154 w 406940"/>
                <a:gd name="connsiteY2" fmla="*/ 351648 h 418933"/>
                <a:gd name="connsiteX3" fmla="*/ 338651 w 406940"/>
                <a:gd name="connsiteY3" fmla="*/ 12143 h 418933"/>
                <a:gd name="connsiteX4" fmla="*/ 394797 w 406940"/>
                <a:gd name="connsiteY4" fmla="*/ 11126 h 418933"/>
                <a:gd name="connsiteX5" fmla="*/ 395814 w 406940"/>
                <a:gd name="connsiteY5" fmla="*/ 67272 h 418933"/>
                <a:gd name="connsiteX6" fmla="*/ 68317 w 406940"/>
                <a:gd name="connsiteY6" fmla="*/ 406777 h 418933"/>
                <a:gd name="connsiteX7" fmla="*/ 39736 w 406940"/>
                <a:gd name="connsiteY7" fmla="*/ 418934 h 41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940" h="418933">
                  <a:moveTo>
                    <a:pt x="39736" y="418934"/>
                  </a:moveTo>
                  <a:cubicBezTo>
                    <a:pt x="17812" y="418954"/>
                    <a:pt x="22" y="401199"/>
                    <a:pt x="0" y="379277"/>
                  </a:cubicBezTo>
                  <a:cubicBezTo>
                    <a:pt x="-10" y="368966"/>
                    <a:pt x="3990" y="359061"/>
                    <a:pt x="11154" y="351648"/>
                  </a:cubicBezTo>
                  <a:lnTo>
                    <a:pt x="338651" y="12143"/>
                  </a:lnTo>
                  <a:cubicBezTo>
                    <a:pt x="353875" y="-3642"/>
                    <a:pt x="379013" y="-4097"/>
                    <a:pt x="394797" y="11126"/>
                  </a:cubicBezTo>
                  <a:cubicBezTo>
                    <a:pt x="410581" y="26349"/>
                    <a:pt x="411038" y="51487"/>
                    <a:pt x="395814" y="67272"/>
                  </a:cubicBezTo>
                  <a:lnTo>
                    <a:pt x="68317" y="406777"/>
                  </a:lnTo>
                  <a:cubicBezTo>
                    <a:pt x="60837" y="414542"/>
                    <a:pt x="50519" y="418934"/>
                    <a:pt x="39736" y="4189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45D347FC-E798-E940-BF18-D40702F90C25}"/>
                </a:ext>
              </a:extLst>
            </p:cNvPr>
            <p:cNvSpPr/>
            <p:nvPr/>
          </p:nvSpPr>
          <p:spPr>
            <a:xfrm>
              <a:off x="9931108" y="3752406"/>
              <a:ext cx="313669" cy="308598"/>
            </a:xfrm>
            <a:custGeom>
              <a:avLst/>
              <a:gdLst>
                <a:gd name="connsiteX0" fmla="*/ 39731 w 313669"/>
                <a:gd name="connsiteY0" fmla="*/ 308598 h 308598"/>
                <a:gd name="connsiteX1" fmla="*/ 0 w 313669"/>
                <a:gd name="connsiteY1" fmla="*/ 268936 h 308598"/>
                <a:gd name="connsiteX2" fmla="*/ 11944 w 313669"/>
                <a:gd name="connsiteY2" fmla="*/ 240518 h 308598"/>
                <a:gd name="connsiteX3" fmla="*/ 246203 w 313669"/>
                <a:gd name="connsiteY3" fmla="*/ 11320 h 308598"/>
                <a:gd name="connsiteX4" fmla="*/ 302349 w 313669"/>
                <a:gd name="connsiteY4" fmla="*/ 11941 h 308598"/>
                <a:gd name="connsiteX5" fmla="*/ 301729 w 313669"/>
                <a:gd name="connsiteY5" fmla="*/ 68087 h 308598"/>
                <a:gd name="connsiteX6" fmla="*/ 67469 w 313669"/>
                <a:gd name="connsiteY6" fmla="*/ 297285 h 308598"/>
                <a:gd name="connsiteX7" fmla="*/ 39731 w 313669"/>
                <a:gd name="connsiteY7" fmla="*/ 308598 h 30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669" h="308598">
                  <a:moveTo>
                    <a:pt x="39731" y="308598"/>
                  </a:moveTo>
                  <a:cubicBezTo>
                    <a:pt x="17809" y="308617"/>
                    <a:pt x="20" y="290860"/>
                    <a:pt x="0" y="268936"/>
                  </a:cubicBezTo>
                  <a:cubicBezTo>
                    <a:pt x="-10" y="258241"/>
                    <a:pt x="4297" y="247995"/>
                    <a:pt x="11944" y="240518"/>
                  </a:cubicBezTo>
                  <a:lnTo>
                    <a:pt x="246203" y="11320"/>
                  </a:lnTo>
                  <a:cubicBezTo>
                    <a:pt x="261878" y="-4012"/>
                    <a:pt x="287016" y="-3735"/>
                    <a:pt x="302349" y="11941"/>
                  </a:cubicBezTo>
                  <a:cubicBezTo>
                    <a:pt x="317682" y="27616"/>
                    <a:pt x="317404" y="52754"/>
                    <a:pt x="301729" y="68087"/>
                  </a:cubicBezTo>
                  <a:lnTo>
                    <a:pt x="67469" y="297285"/>
                  </a:lnTo>
                  <a:cubicBezTo>
                    <a:pt x="60056" y="304534"/>
                    <a:pt x="50102" y="308594"/>
                    <a:pt x="39731" y="30859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FC690D52-655D-3043-BEF0-11DE53BBF816}"/>
                </a:ext>
              </a:extLst>
            </p:cNvPr>
            <p:cNvSpPr/>
            <p:nvPr/>
          </p:nvSpPr>
          <p:spPr>
            <a:xfrm>
              <a:off x="9931540" y="3888622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898" y="94279"/>
                    <a:pt x="173673" y="112052"/>
                    <a:pt x="173673" y="133976"/>
                  </a:cubicBez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75">
            <a:extLst>
              <a:ext uri="{FF2B5EF4-FFF2-40B4-BE49-F238E27FC236}">
                <a16:creationId xmlns:a16="http://schemas.microsoft.com/office/drawing/2014/main" id="{B7A9CBAA-6CCF-4FD6-8029-9FF66C491F04}"/>
              </a:ext>
            </a:extLst>
          </p:cNvPr>
          <p:cNvGrpSpPr>
            <a:grpSpLocks noChangeAspect="1"/>
          </p:cNvGrpSpPr>
          <p:nvPr/>
        </p:nvGrpSpPr>
        <p:grpSpPr>
          <a:xfrm>
            <a:off x="1523147" y="4828827"/>
            <a:ext cx="833618" cy="727805"/>
            <a:chOff x="1523147" y="4828827"/>
            <a:chExt cx="833618" cy="727805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15D9C7A-DEAF-EE46-A781-21CC437457ED}"/>
                </a:ext>
              </a:extLst>
            </p:cNvPr>
            <p:cNvSpPr/>
            <p:nvPr/>
          </p:nvSpPr>
          <p:spPr>
            <a:xfrm>
              <a:off x="1820490" y="4828827"/>
              <a:ext cx="536275" cy="725772"/>
            </a:xfrm>
            <a:custGeom>
              <a:avLst/>
              <a:gdLst>
                <a:gd name="connsiteX0" fmla="*/ 340899 w 536275"/>
                <a:gd name="connsiteY0" fmla="*/ 725747 h 725772"/>
                <a:gd name="connsiteX1" fmla="*/ 206923 w 536275"/>
                <a:gd name="connsiteY1" fmla="*/ 691806 h 725772"/>
                <a:gd name="connsiteX2" fmla="*/ 5 w 536275"/>
                <a:gd name="connsiteY2" fmla="*/ 362374 h 725772"/>
                <a:gd name="connsiteX3" fmla="*/ 200919 w 536275"/>
                <a:gd name="connsiteY3" fmla="*/ 38401 h 725772"/>
                <a:gd name="connsiteX4" fmla="*/ 471153 w 536275"/>
                <a:gd name="connsiteY4" fmla="*/ 37706 h 725772"/>
                <a:gd name="connsiteX5" fmla="*/ 535660 w 536275"/>
                <a:gd name="connsiteY5" fmla="*/ 145085 h 725772"/>
                <a:gd name="connsiteX6" fmla="*/ 443217 w 536275"/>
                <a:gd name="connsiteY6" fmla="*/ 360637 h 725772"/>
                <a:gd name="connsiteX7" fmla="*/ 531492 w 536275"/>
                <a:gd name="connsiteY7" fmla="*/ 573262 h 725772"/>
                <a:gd name="connsiteX8" fmla="*/ 466489 w 536275"/>
                <a:gd name="connsiteY8" fmla="*/ 686149 h 725772"/>
                <a:gd name="connsiteX9" fmla="*/ 340899 w 536275"/>
                <a:gd name="connsiteY9" fmla="*/ 725747 h 725772"/>
                <a:gd name="connsiteX10" fmla="*/ 345861 w 536275"/>
                <a:gd name="connsiteY10" fmla="*/ 79834 h 725772"/>
                <a:gd name="connsiteX11" fmla="*/ 237688 w 536275"/>
                <a:gd name="connsiteY11" fmla="*/ 108713 h 725772"/>
                <a:gd name="connsiteX12" fmla="*/ 79298 w 536275"/>
                <a:gd name="connsiteY12" fmla="*/ 361779 h 725772"/>
                <a:gd name="connsiteX13" fmla="*/ 242303 w 536275"/>
                <a:gd name="connsiteY13" fmla="*/ 620650 h 725772"/>
                <a:gd name="connsiteX14" fmla="*/ 419300 w 536275"/>
                <a:gd name="connsiteY14" fmla="*/ 622089 h 725772"/>
                <a:gd name="connsiteX15" fmla="*/ 452298 w 536275"/>
                <a:gd name="connsiteY15" fmla="*/ 566911 h 725772"/>
                <a:gd name="connsiteX16" fmla="*/ 361492 w 536275"/>
                <a:gd name="connsiteY16" fmla="*/ 387929 h 725772"/>
                <a:gd name="connsiteX17" fmla="*/ 361492 w 536275"/>
                <a:gd name="connsiteY17" fmla="*/ 332205 h 725772"/>
                <a:gd name="connsiteX18" fmla="*/ 361492 w 536275"/>
                <a:gd name="connsiteY18" fmla="*/ 332205 h 725772"/>
                <a:gd name="connsiteX19" fmla="*/ 456367 w 536275"/>
                <a:gd name="connsiteY19" fmla="*/ 151834 h 725772"/>
                <a:gd name="connsiteX20" fmla="*/ 425403 w 536275"/>
                <a:gd name="connsiteY20" fmla="*/ 102610 h 725772"/>
                <a:gd name="connsiteX21" fmla="*/ 345960 w 536275"/>
                <a:gd name="connsiteY21" fmla="*/ 79834 h 72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6275" h="725772">
                  <a:moveTo>
                    <a:pt x="340899" y="725747"/>
                  </a:moveTo>
                  <a:cubicBezTo>
                    <a:pt x="294211" y="724997"/>
                    <a:pt x="248337" y="713376"/>
                    <a:pt x="206923" y="691806"/>
                  </a:cubicBezTo>
                  <a:cubicBezTo>
                    <a:pt x="81879" y="629433"/>
                    <a:pt x="699" y="499873"/>
                    <a:pt x="5" y="362374"/>
                  </a:cubicBezTo>
                  <a:cubicBezTo>
                    <a:pt x="-789" y="201554"/>
                    <a:pt x="103265" y="89460"/>
                    <a:pt x="200919" y="38401"/>
                  </a:cubicBezTo>
                  <a:cubicBezTo>
                    <a:pt x="298573" y="-12659"/>
                    <a:pt x="399005" y="-12709"/>
                    <a:pt x="471153" y="37706"/>
                  </a:cubicBezTo>
                  <a:cubicBezTo>
                    <a:pt x="509560" y="64551"/>
                    <a:pt x="531889" y="101667"/>
                    <a:pt x="535660" y="145085"/>
                  </a:cubicBezTo>
                  <a:cubicBezTo>
                    <a:pt x="543153" y="228895"/>
                    <a:pt x="480482" y="316574"/>
                    <a:pt x="443217" y="360637"/>
                  </a:cubicBezTo>
                  <a:cubicBezTo>
                    <a:pt x="479043" y="404006"/>
                    <a:pt x="538141" y="489354"/>
                    <a:pt x="531492" y="573262"/>
                  </a:cubicBezTo>
                  <a:cubicBezTo>
                    <a:pt x="527920" y="618367"/>
                    <a:pt x="505441" y="657369"/>
                    <a:pt x="466489" y="686149"/>
                  </a:cubicBezTo>
                  <a:cubicBezTo>
                    <a:pt x="429998" y="712557"/>
                    <a:pt x="385940" y="726451"/>
                    <a:pt x="340899" y="725747"/>
                  </a:cubicBezTo>
                  <a:close/>
                  <a:moveTo>
                    <a:pt x="345861" y="79834"/>
                  </a:moveTo>
                  <a:cubicBezTo>
                    <a:pt x="308010" y="80659"/>
                    <a:pt x="270914" y="90563"/>
                    <a:pt x="237688" y="108713"/>
                  </a:cubicBezTo>
                  <a:cubicBezTo>
                    <a:pt x="164249" y="147219"/>
                    <a:pt x="78902" y="236635"/>
                    <a:pt x="79298" y="361779"/>
                  </a:cubicBezTo>
                  <a:cubicBezTo>
                    <a:pt x="79993" y="492877"/>
                    <a:pt x="167524" y="583186"/>
                    <a:pt x="242303" y="620650"/>
                  </a:cubicBezTo>
                  <a:cubicBezTo>
                    <a:pt x="309043" y="654144"/>
                    <a:pt x="375237" y="654640"/>
                    <a:pt x="419300" y="622089"/>
                  </a:cubicBezTo>
                  <a:cubicBezTo>
                    <a:pt x="439992" y="606806"/>
                    <a:pt x="450511" y="589240"/>
                    <a:pt x="452298" y="566911"/>
                  </a:cubicBezTo>
                  <a:cubicBezTo>
                    <a:pt x="457557" y="501759"/>
                    <a:pt x="388535" y="415617"/>
                    <a:pt x="361492" y="387929"/>
                  </a:cubicBezTo>
                  <a:cubicBezTo>
                    <a:pt x="346263" y="372475"/>
                    <a:pt x="346263" y="347659"/>
                    <a:pt x="361492" y="332205"/>
                  </a:cubicBezTo>
                  <a:lnTo>
                    <a:pt x="361492" y="332205"/>
                  </a:lnTo>
                  <a:cubicBezTo>
                    <a:pt x="389825" y="303623"/>
                    <a:pt x="462073" y="215547"/>
                    <a:pt x="456367" y="151834"/>
                  </a:cubicBezTo>
                  <a:cubicBezTo>
                    <a:pt x="454531" y="131985"/>
                    <a:pt x="444706" y="116107"/>
                    <a:pt x="425403" y="102610"/>
                  </a:cubicBezTo>
                  <a:cubicBezTo>
                    <a:pt x="401883" y="87057"/>
                    <a:pt x="374150" y="79107"/>
                    <a:pt x="345960" y="798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F0C2E69A-F760-4E44-B005-4B466A04E6F9}"/>
                </a:ext>
              </a:extLst>
            </p:cNvPr>
            <p:cNvSpPr/>
            <p:nvPr/>
          </p:nvSpPr>
          <p:spPr>
            <a:xfrm>
              <a:off x="1523147" y="4830843"/>
              <a:ext cx="536325" cy="725789"/>
            </a:xfrm>
            <a:custGeom>
              <a:avLst/>
              <a:gdLst>
                <a:gd name="connsiteX0" fmla="*/ 195427 w 536325"/>
                <a:gd name="connsiteY0" fmla="*/ 725765 h 725789"/>
                <a:gd name="connsiteX1" fmla="*/ 69787 w 536325"/>
                <a:gd name="connsiteY1" fmla="*/ 686069 h 725789"/>
                <a:gd name="connsiteX2" fmla="*/ 4784 w 536325"/>
                <a:gd name="connsiteY2" fmla="*/ 573281 h 725789"/>
                <a:gd name="connsiteX3" fmla="*/ 93059 w 536325"/>
                <a:gd name="connsiteY3" fmla="*/ 360656 h 725789"/>
                <a:gd name="connsiteX4" fmla="*/ 616 w 536325"/>
                <a:gd name="connsiteY4" fmla="*/ 145054 h 725789"/>
                <a:gd name="connsiteX5" fmla="*/ 65122 w 536325"/>
                <a:gd name="connsiteY5" fmla="*/ 37725 h 725789"/>
                <a:gd name="connsiteX6" fmla="*/ 65122 w 536325"/>
                <a:gd name="connsiteY6" fmla="*/ 37725 h 725789"/>
                <a:gd name="connsiteX7" fmla="*/ 335407 w 536325"/>
                <a:gd name="connsiteY7" fmla="*/ 38419 h 725789"/>
                <a:gd name="connsiteX8" fmla="*/ 536321 w 536325"/>
                <a:gd name="connsiteY8" fmla="*/ 362343 h 725789"/>
                <a:gd name="connsiteX9" fmla="*/ 329502 w 536325"/>
                <a:gd name="connsiteY9" fmla="*/ 691824 h 725789"/>
                <a:gd name="connsiteX10" fmla="*/ 195427 w 536325"/>
                <a:gd name="connsiteY10" fmla="*/ 725765 h 725789"/>
                <a:gd name="connsiteX11" fmla="*/ 190464 w 536325"/>
                <a:gd name="connsiteY11" fmla="*/ 79803 h 725789"/>
                <a:gd name="connsiteX12" fmla="*/ 110724 w 536325"/>
                <a:gd name="connsiteY12" fmla="*/ 102777 h 725789"/>
                <a:gd name="connsiteX13" fmla="*/ 110724 w 536325"/>
                <a:gd name="connsiteY13" fmla="*/ 102777 h 725789"/>
                <a:gd name="connsiteX14" fmla="*/ 79661 w 536325"/>
                <a:gd name="connsiteY14" fmla="*/ 152051 h 725789"/>
                <a:gd name="connsiteX15" fmla="*/ 174536 w 536325"/>
                <a:gd name="connsiteY15" fmla="*/ 332422 h 725789"/>
                <a:gd name="connsiteX16" fmla="*/ 174536 w 536325"/>
                <a:gd name="connsiteY16" fmla="*/ 388195 h 725789"/>
                <a:gd name="connsiteX17" fmla="*/ 83780 w 536325"/>
                <a:gd name="connsiteY17" fmla="*/ 567078 h 725789"/>
                <a:gd name="connsiteX18" fmla="*/ 116778 w 536325"/>
                <a:gd name="connsiteY18" fmla="*/ 622306 h 725789"/>
                <a:gd name="connsiteX19" fmla="*/ 293775 w 536325"/>
                <a:gd name="connsiteY19" fmla="*/ 620867 h 725789"/>
                <a:gd name="connsiteX20" fmla="*/ 456779 w 536325"/>
                <a:gd name="connsiteY20" fmla="*/ 361946 h 725789"/>
                <a:gd name="connsiteX21" fmla="*/ 298390 w 536325"/>
                <a:gd name="connsiteY21" fmla="*/ 108881 h 725789"/>
                <a:gd name="connsiteX22" fmla="*/ 190365 w 536325"/>
                <a:gd name="connsiteY22" fmla="*/ 79803 h 725789"/>
                <a:gd name="connsiteX23" fmla="*/ 87898 w 536325"/>
                <a:gd name="connsiteY23" fmla="*/ 70276 h 725789"/>
                <a:gd name="connsiteX24" fmla="*/ 87898 w 536325"/>
                <a:gd name="connsiteY24" fmla="*/ 70276 h 72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36325" h="725789">
                  <a:moveTo>
                    <a:pt x="195427" y="725765"/>
                  </a:moveTo>
                  <a:cubicBezTo>
                    <a:pt x="150359" y="726450"/>
                    <a:pt x="106280" y="712521"/>
                    <a:pt x="69787" y="686069"/>
                  </a:cubicBezTo>
                  <a:cubicBezTo>
                    <a:pt x="30835" y="657189"/>
                    <a:pt x="8356" y="618336"/>
                    <a:pt x="4784" y="573281"/>
                  </a:cubicBezTo>
                  <a:cubicBezTo>
                    <a:pt x="-1866" y="489372"/>
                    <a:pt x="57084" y="404124"/>
                    <a:pt x="93059" y="360656"/>
                  </a:cubicBezTo>
                  <a:cubicBezTo>
                    <a:pt x="55794" y="316593"/>
                    <a:pt x="-6877" y="228913"/>
                    <a:pt x="616" y="145054"/>
                  </a:cubicBezTo>
                  <a:cubicBezTo>
                    <a:pt x="4436" y="101686"/>
                    <a:pt x="26766" y="64569"/>
                    <a:pt x="65122" y="37725"/>
                  </a:cubicBezTo>
                  <a:lnTo>
                    <a:pt x="65122" y="37725"/>
                  </a:lnTo>
                  <a:cubicBezTo>
                    <a:pt x="137321" y="-12690"/>
                    <a:pt x="238348" y="-12690"/>
                    <a:pt x="335407" y="38419"/>
                  </a:cubicBezTo>
                  <a:cubicBezTo>
                    <a:pt x="432465" y="89529"/>
                    <a:pt x="537115" y="201572"/>
                    <a:pt x="536321" y="362343"/>
                  </a:cubicBezTo>
                  <a:cubicBezTo>
                    <a:pt x="535626" y="499892"/>
                    <a:pt x="454447" y="629203"/>
                    <a:pt x="329502" y="691824"/>
                  </a:cubicBezTo>
                  <a:cubicBezTo>
                    <a:pt x="288048" y="713385"/>
                    <a:pt x="242146" y="725006"/>
                    <a:pt x="195427" y="725765"/>
                  </a:cubicBezTo>
                  <a:close/>
                  <a:moveTo>
                    <a:pt x="190464" y="79803"/>
                  </a:moveTo>
                  <a:cubicBezTo>
                    <a:pt x="162156" y="79095"/>
                    <a:pt x="134316" y="87116"/>
                    <a:pt x="110724" y="102777"/>
                  </a:cubicBezTo>
                  <a:lnTo>
                    <a:pt x="110724" y="102777"/>
                  </a:lnTo>
                  <a:cubicBezTo>
                    <a:pt x="91322" y="116324"/>
                    <a:pt x="81497" y="131954"/>
                    <a:pt x="79661" y="152051"/>
                  </a:cubicBezTo>
                  <a:cubicBezTo>
                    <a:pt x="73955" y="215565"/>
                    <a:pt x="146401" y="303840"/>
                    <a:pt x="174536" y="332422"/>
                  </a:cubicBezTo>
                  <a:cubicBezTo>
                    <a:pt x="189797" y="347882"/>
                    <a:pt x="189797" y="372736"/>
                    <a:pt x="174536" y="388195"/>
                  </a:cubicBezTo>
                  <a:cubicBezTo>
                    <a:pt x="147543" y="415834"/>
                    <a:pt x="78520" y="501926"/>
                    <a:pt x="83780" y="567078"/>
                  </a:cubicBezTo>
                  <a:cubicBezTo>
                    <a:pt x="85566" y="589457"/>
                    <a:pt x="96086" y="606775"/>
                    <a:pt x="116778" y="622306"/>
                  </a:cubicBezTo>
                  <a:cubicBezTo>
                    <a:pt x="160841" y="654857"/>
                    <a:pt x="227035" y="654311"/>
                    <a:pt x="293775" y="620867"/>
                  </a:cubicBezTo>
                  <a:cubicBezTo>
                    <a:pt x="368553" y="583354"/>
                    <a:pt x="456084" y="493094"/>
                    <a:pt x="456779" y="361946"/>
                  </a:cubicBezTo>
                  <a:cubicBezTo>
                    <a:pt x="457374" y="236654"/>
                    <a:pt x="371828" y="147237"/>
                    <a:pt x="298390" y="108881"/>
                  </a:cubicBezTo>
                  <a:cubicBezTo>
                    <a:pt x="265233" y="90670"/>
                    <a:pt x="228183" y="80698"/>
                    <a:pt x="190365" y="79803"/>
                  </a:cubicBezTo>
                  <a:close/>
                  <a:moveTo>
                    <a:pt x="87898" y="70276"/>
                  </a:moveTo>
                  <a:lnTo>
                    <a:pt x="87898" y="7027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4" name="Picture Placeholder 79">
            <a:extLst>
              <a:ext uri="{FF2B5EF4-FFF2-40B4-BE49-F238E27FC236}">
                <a16:creationId xmlns:a16="http://schemas.microsoft.com/office/drawing/2014/main" id="{B0E6627D-C1D8-484B-8B38-624C41C384AD}"/>
              </a:ext>
            </a:extLst>
          </p:cNvPr>
          <p:cNvGrpSpPr>
            <a:grpSpLocks noChangeAspect="1"/>
          </p:cNvGrpSpPr>
          <p:nvPr/>
        </p:nvGrpSpPr>
        <p:grpSpPr>
          <a:xfrm>
            <a:off x="2836059" y="4822669"/>
            <a:ext cx="842923" cy="719004"/>
            <a:chOff x="2836059" y="4822669"/>
            <a:chExt cx="842923" cy="719004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24B4CC5-3FA9-9544-ACFC-184BD4335DC7}"/>
                </a:ext>
              </a:extLst>
            </p:cNvPr>
            <p:cNvSpPr/>
            <p:nvPr/>
          </p:nvSpPr>
          <p:spPr>
            <a:xfrm>
              <a:off x="3222380" y="4822669"/>
              <a:ext cx="456602" cy="376174"/>
            </a:xfrm>
            <a:custGeom>
              <a:avLst/>
              <a:gdLst>
                <a:gd name="connsiteX0" fmla="*/ 384290 w 456602"/>
                <a:gd name="connsiteY0" fmla="*/ 376174 h 376174"/>
                <a:gd name="connsiteX1" fmla="*/ 344633 w 456602"/>
                <a:gd name="connsiteY1" fmla="*/ 336439 h 376174"/>
                <a:gd name="connsiteX2" fmla="*/ 351441 w 456602"/>
                <a:gd name="connsiteY2" fmla="*/ 314248 h 376174"/>
                <a:gd name="connsiteX3" fmla="*/ 310588 w 456602"/>
                <a:gd name="connsiteY3" fmla="*/ 105081 h 376174"/>
                <a:gd name="connsiteX4" fmla="*/ 226496 w 456602"/>
                <a:gd name="connsiteY4" fmla="*/ 79393 h 376174"/>
                <a:gd name="connsiteX5" fmla="*/ 98077 w 456602"/>
                <a:gd name="connsiteY5" fmla="*/ 152038 h 376174"/>
                <a:gd name="connsiteX6" fmla="*/ 93463 w 456602"/>
                <a:gd name="connsiteY6" fmla="*/ 156256 h 376174"/>
                <a:gd name="connsiteX7" fmla="*/ 67064 w 456602"/>
                <a:gd name="connsiteY7" fmla="*/ 182654 h 376174"/>
                <a:gd name="connsiteX8" fmla="*/ 10942 w 456602"/>
                <a:gd name="connsiteY8" fmla="*/ 181267 h 376174"/>
                <a:gd name="connsiteX9" fmla="*/ 10894 w 456602"/>
                <a:gd name="connsiteY9" fmla="*/ 126582 h 376174"/>
                <a:gd name="connsiteX10" fmla="*/ 39475 w 456602"/>
                <a:gd name="connsiteY10" fmla="*/ 98100 h 376174"/>
                <a:gd name="connsiteX11" fmla="*/ 44437 w 456602"/>
                <a:gd name="connsiteY11" fmla="*/ 93585 h 376174"/>
                <a:gd name="connsiteX12" fmla="*/ 226545 w 456602"/>
                <a:gd name="connsiteY12" fmla="*/ 0 h 376174"/>
                <a:gd name="connsiteX13" fmla="*/ 456602 w 456602"/>
                <a:gd name="connsiteY13" fmla="*/ 230027 h 376174"/>
                <a:gd name="connsiteX14" fmla="*/ 417288 w 456602"/>
                <a:gd name="connsiteY14" fmla="*/ 358658 h 376174"/>
                <a:gd name="connsiteX15" fmla="*/ 384290 w 456602"/>
                <a:gd name="connsiteY15" fmla="*/ 376174 h 37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6602" h="376174">
                  <a:moveTo>
                    <a:pt x="384290" y="376174"/>
                  </a:moveTo>
                  <a:cubicBezTo>
                    <a:pt x="362367" y="376153"/>
                    <a:pt x="344613" y="358362"/>
                    <a:pt x="344633" y="336439"/>
                  </a:cubicBezTo>
                  <a:cubicBezTo>
                    <a:pt x="344643" y="328529"/>
                    <a:pt x="347010" y="320801"/>
                    <a:pt x="351441" y="314248"/>
                  </a:cubicBezTo>
                  <a:cubicBezTo>
                    <a:pt x="397921" y="245207"/>
                    <a:pt x="379630" y="151559"/>
                    <a:pt x="310588" y="105081"/>
                  </a:cubicBezTo>
                  <a:cubicBezTo>
                    <a:pt x="285733" y="88350"/>
                    <a:pt x="256457" y="79406"/>
                    <a:pt x="226496" y="79393"/>
                  </a:cubicBezTo>
                  <a:cubicBezTo>
                    <a:pt x="177123" y="79393"/>
                    <a:pt x="138717" y="114673"/>
                    <a:pt x="98077" y="152038"/>
                  </a:cubicBezTo>
                  <a:lnTo>
                    <a:pt x="93463" y="156256"/>
                  </a:lnTo>
                  <a:lnTo>
                    <a:pt x="67064" y="182654"/>
                  </a:lnTo>
                  <a:cubicBezTo>
                    <a:pt x="51184" y="197769"/>
                    <a:pt x="26057" y="197147"/>
                    <a:pt x="10942" y="181267"/>
                  </a:cubicBezTo>
                  <a:cubicBezTo>
                    <a:pt x="-3629" y="165958"/>
                    <a:pt x="-3650" y="141917"/>
                    <a:pt x="10894" y="126582"/>
                  </a:cubicBezTo>
                  <a:cubicBezTo>
                    <a:pt x="37987" y="99440"/>
                    <a:pt x="38582" y="98894"/>
                    <a:pt x="39475" y="98100"/>
                  </a:cubicBezTo>
                  <a:lnTo>
                    <a:pt x="44437" y="93585"/>
                  </a:lnTo>
                  <a:cubicBezTo>
                    <a:pt x="92123" y="49720"/>
                    <a:pt x="146209" y="0"/>
                    <a:pt x="226545" y="0"/>
                  </a:cubicBezTo>
                  <a:cubicBezTo>
                    <a:pt x="353594" y="-8"/>
                    <a:pt x="456592" y="102978"/>
                    <a:pt x="456602" y="230027"/>
                  </a:cubicBezTo>
                  <a:cubicBezTo>
                    <a:pt x="456607" y="275863"/>
                    <a:pt x="442917" y="320655"/>
                    <a:pt x="417288" y="358658"/>
                  </a:cubicBezTo>
                  <a:cubicBezTo>
                    <a:pt x="409894" y="369631"/>
                    <a:pt x="397519" y="376200"/>
                    <a:pt x="384290" y="3761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6BC1A1C5-3E27-4943-BB8F-B2A0CF02AA71}"/>
                </a:ext>
              </a:extLst>
            </p:cNvPr>
            <p:cNvSpPr/>
            <p:nvPr/>
          </p:nvSpPr>
          <p:spPr>
            <a:xfrm>
              <a:off x="3170816" y="5294111"/>
              <a:ext cx="245141" cy="247563"/>
            </a:xfrm>
            <a:custGeom>
              <a:avLst/>
              <a:gdLst>
                <a:gd name="connsiteX0" fmla="*/ 85333 w 245141"/>
                <a:gd name="connsiteY0" fmla="*/ 247562 h 247563"/>
                <a:gd name="connsiteX1" fmla="*/ 28071 w 245141"/>
                <a:gd name="connsiteY1" fmla="*/ 224687 h 247563"/>
                <a:gd name="connsiteX2" fmla="*/ 15368 w 245141"/>
                <a:gd name="connsiteY2" fmla="*/ 109964 h 247563"/>
                <a:gd name="connsiteX3" fmla="*/ 112724 w 245141"/>
                <a:gd name="connsiteY3" fmla="*/ 11616 h 247563"/>
                <a:gd name="connsiteX4" fmla="*/ 168870 w 245141"/>
                <a:gd name="connsiteY4" fmla="*/ 11640 h 247563"/>
                <a:gd name="connsiteX5" fmla="*/ 168845 w 245141"/>
                <a:gd name="connsiteY5" fmla="*/ 67786 h 247563"/>
                <a:gd name="connsiteX6" fmla="*/ 79528 w 245141"/>
                <a:gd name="connsiteY6" fmla="*/ 157749 h 247563"/>
                <a:gd name="connsiteX7" fmla="*/ 82406 w 245141"/>
                <a:gd name="connsiteY7" fmla="*/ 166680 h 247563"/>
                <a:gd name="connsiteX8" fmla="*/ 91734 w 245141"/>
                <a:gd name="connsiteY8" fmla="*/ 166680 h 247563"/>
                <a:gd name="connsiteX9" fmla="*/ 177380 w 245141"/>
                <a:gd name="connsiteY9" fmla="*/ 81035 h 247563"/>
                <a:gd name="connsiteX10" fmla="*/ 233526 w 245141"/>
                <a:gd name="connsiteY10" fmla="*/ 81060 h 247563"/>
                <a:gd name="connsiteX11" fmla="*/ 233501 w 245141"/>
                <a:gd name="connsiteY11" fmla="*/ 137206 h 247563"/>
                <a:gd name="connsiteX12" fmla="*/ 144184 w 245141"/>
                <a:gd name="connsiteY12" fmla="*/ 226523 h 247563"/>
                <a:gd name="connsiteX13" fmla="*/ 85333 w 245141"/>
                <a:gd name="connsiteY13" fmla="*/ 247562 h 2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5141" h="247563">
                  <a:moveTo>
                    <a:pt x="85333" y="247562"/>
                  </a:moveTo>
                  <a:cubicBezTo>
                    <a:pt x="63998" y="247671"/>
                    <a:pt x="43459" y="239464"/>
                    <a:pt x="28071" y="224687"/>
                  </a:cubicBezTo>
                  <a:cubicBezTo>
                    <a:pt x="-12767" y="186479"/>
                    <a:pt x="-1701" y="129713"/>
                    <a:pt x="15368" y="109964"/>
                  </a:cubicBezTo>
                  <a:cubicBezTo>
                    <a:pt x="22166" y="102223"/>
                    <a:pt x="44148" y="80191"/>
                    <a:pt x="112724" y="11616"/>
                  </a:cubicBezTo>
                  <a:cubicBezTo>
                    <a:pt x="128235" y="-3881"/>
                    <a:pt x="153373" y="-3871"/>
                    <a:pt x="168870" y="11640"/>
                  </a:cubicBezTo>
                  <a:cubicBezTo>
                    <a:pt x="184367" y="27152"/>
                    <a:pt x="184357" y="52290"/>
                    <a:pt x="168845" y="67786"/>
                  </a:cubicBezTo>
                  <a:cubicBezTo>
                    <a:pt x="122003" y="114628"/>
                    <a:pt x="90891" y="145740"/>
                    <a:pt x="79528" y="157749"/>
                  </a:cubicBezTo>
                  <a:cubicBezTo>
                    <a:pt x="79048" y="161014"/>
                    <a:pt x="80112" y="164313"/>
                    <a:pt x="82406" y="166680"/>
                  </a:cubicBezTo>
                  <a:cubicBezTo>
                    <a:pt x="84936" y="169062"/>
                    <a:pt x="89154" y="167822"/>
                    <a:pt x="91734" y="166680"/>
                  </a:cubicBezTo>
                  <a:lnTo>
                    <a:pt x="177380" y="81035"/>
                  </a:lnTo>
                  <a:cubicBezTo>
                    <a:pt x="192891" y="65538"/>
                    <a:pt x="218029" y="65548"/>
                    <a:pt x="233526" y="81060"/>
                  </a:cubicBezTo>
                  <a:cubicBezTo>
                    <a:pt x="249022" y="96571"/>
                    <a:pt x="249012" y="121709"/>
                    <a:pt x="233501" y="137206"/>
                  </a:cubicBezTo>
                  <a:lnTo>
                    <a:pt x="144184" y="226523"/>
                  </a:lnTo>
                  <a:cubicBezTo>
                    <a:pt x="134607" y="236000"/>
                    <a:pt x="111533" y="247562"/>
                    <a:pt x="85333" y="2475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5384360B-D11A-3F4D-A8D1-F2FCF2D0F15F}"/>
                </a:ext>
              </a:extLst>
            </p:cNvPr>
            <p:cNvSpPr/>
            <p:nvPr/>
          </p:nvSpPr>
          <p:spPr>
            <a:xfrm>
              <a:off x="3103679" y="5226532"/>
              <a:ext cx="245856" cy="248302"/>
            </a:xfrm>
            <a:custGeom>
              <a:avLst/>
              <a:gdLst>
                <a:gd name="connsiteX0" fmla="*/ 85333 w 245856"/>
                <a:gd name="connsiteY0" fmla="*/ 248301 h 248302"/>
                <a:gd name="connsiteX1" fmla="*/ 28071 w 245856"/>
                <a:gd name="connsiteY1" fmla="*/ 225376 h 248302"/>
                <a:gd name="connsiteX2" fmla="*/ 15368 w 245856"/>
                <a:gd name="connsiteY2" fmla="*/ 110703 h 248302"/>
                <a:gd name="connsiteX3" fmla="*/ 112724 w 245856"/>
                <a:gd name="connsiteY3" fmla="*/ 12355 h 248302"/>
                <a:gd name="connsiteX4" fmla="*/ 168845 w 245856"/>
                <a:gd name="connsiteY4" fmla="*/ 10917 h 248302"/>
                <a:gd name="connsiteX5" fmla="*/ 170283 w 245856"/>
                <a:gd name="connsiteY5" fmla="*/ 67037 h 248302"/>
                <a:gd name="connsiteX6" fmla="*/ 168845 w 245856"/>
                <a:gd name="connsiteY6" fmla="*/ 68476 h 248302"/>
                <a:gd name="connsiteX7" fmla="*/ 79528 w 245856"/>
                <a:gd name="connsiteY7" fmla="*/ 158438 h 248302"/>
                <a:gd name="connsiteX8" fmla="*/ 82406 w 245856"/>
                <a:gd name="connsiteY8" fmla="*/ 167419 h 248302"/>
                <a:gd name="connsiteX9" fmla="*/ 91734 w 245856"/>
                <a:gd name="connsiteY9" fmla="*/ 167419 h 248302"/>
                <a:gd name="connsiteX10" fmla="*/ 177380 w 245856"/>
                <a:gd name="connsiteY10" fmla="*/ 81774 h 248302"/>
                <a:gd name="connsiteX11" fmla="*/ 233501 w 245856"/>
                <a:gd name="connsiteY11" fmla="*/ 80335 h 248302"/>
                <a:gd name="connsiteX12" fmla="*/ 234940 w 245856"/>
                <a:gd name="connsiteY12" fmla="*/ 136456 h 248302"/>
                <a:gd name="connsiteX13" fmla="*/ 233501 w 245856"/>
                <a:gd name="connsiteY13" fmla="*/ 137895 h 248302"/>
                <a:gd name="connsiteX14" fmla="*/ 144184 w 245856"/>
                <a:gd name="connsiteY14" fmla="*/ 227212 h 248302"/>
                <a:gd name="connsiteX15" fmla="*/ 85333 w 245856"/>
                <a:gd name="connsiteY15" fmla="*/ 248301 h 24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856" h="248302">
                  <a:moveTo>
                    <a:pt x="85333" y="248301"/>
                  </a:moveTo>
                  <a:cubicBezTo>
                    <a:pt x="63988" y="248410"/>
                    <a:pt x="43443" y="240188"/>
                    <a:pt x="28071" y="225376"/>
                  </a:cubicBezTo>
                  <a:cubicBezTo>
                    <a:pt x="-12767" y="187218"/>
                    <a:pt x="-1701" y="130402"/>
                    <a:pt x="15368" y="110703"/>
                  </a:cubicBezTo>
                  <a:cubicBezTo>
                    <a:pt x="22166" y="102962"/>
                    <a:pt x="44148" y="80931"/>
                    <a:pt x="112724" y="12355"/>
                  </a:cubicBezTo>
                  <a:cubicBezTo>
                    <a:pt x="127825" y="-3540"/>
                    <a:pt x="152951" y="-4183"/>
                    <a:pt x="168845" y="10917"/>
                  </a:cubicBezTo>
                  <a:cubicBezTo>
                    <a:pt x="184740" y="26018"/>
                    <a:pt x="185383" y="51143"/>
                    <a:pt x="170283" y="67037"/>
                  </a:cubicBezTo>
                  <a:cubicBezTo>
                    <a:pt x="169816" y="67528"/>
                    <a:pt x="169336" y="68009"/>
                    <a:pt x="168845" y="68476"/>
                  </a:cubicBezTo>
                  <a:cubicBezTo>
                    <a:pt x="122003" y="115367"/>
                    <a:pt x="90891" y="146430"/>
                    <a:pt x="79528" y="158438"/>
                  </a:cubicBezTo>
                  <a:cubicBezTo>
                    <a:pt x="79047" y="161718"/>
                    <a:pt x="80110" y="165033"/>
                    <a:pt x="82406" y="167419"/>
                  </a:cubicBezTo>
                  <a:cubicBezTo>
                    <a:pt x="84986" y="169752"/>
                    <a:pt x="89154" y="168561"/>
                    <a:pt x="91734" y="167419"/>
                  </a:cubicBezTo>
                  <a:lnTo>
                    <a:pt x="177380" y="81774"/>
                  </a:lnTo>
                  <a:cubicBezTo>
                    <a:pt x="192480" y="65881"/>
                    <a:pt x="217607" y="65236"/>
                    <a:pt x="233501" y="80335"/>
                  </a:cubicBezTo>
                  <a:cubicBezTo>
                    <a:pt x="249395" y="95440"/>
                    <a:pt x="250040" y="120563"/>
                    <a:pt x="234940" y="136456"/>
                  </a:cubicBezTo>
                  <a:cubicBezTo>
                    <a:pt x="234474" y="136947"/>
                    <a:pt x="233992" y="137429"/>
                    <a:pt x="233501" y="137895"/>
                  </a:cubicBezTo>
                  <a:lnTo>
                    <a:pt x="144184" y="227212"/>
                  </a:lnTo>
                  <a:cubicBezTo>
                    <a:pt x="134607" y="236690"/>
                    <a:pt x="111632" y="248301"/>
                    <a:pt x="85333" y="2483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1283B74F-BE23-8344-8381-4C3BE11794FD}"/>
                </a:ext>
              </a:extLst>
            </p:cNvPr>
            <p:cNvSpPr/>
            <p:nvPr/>
          </p:nvSpPr>
          <p:spPr>
            <a:xfrm>
              <a:off x="3039172" y="5157063"/>
              <a:ext cx="245706" cy="248302"/>
            </a:xfrm>
            <a:custGeom>
              <a:avLst/>
              <a:gdLst>
                <a:gd name="connsiteX0" fmla="*/ 85333 w 245706"/>
                <a:gd name="connsiteY0" fmla="*/ 248301 h 248302"/>
                <a:gd name="connsiteX1" fmla="*/ 28071 w 245706"/>
                <a:gd name="connsiteY1" fmla="*/ 225376 h 248302"/>
                <a:gd name="connsiteX2" fmla="*/ 15368 w 245706"/>
                <a:gd name="connsiteY2" fmla="*/ 110703 h 248302"/>
                <a:gd name="connsiteX3" fmla="*/ 112724 w 245706"/>
                <a:gd name="connsiteY3" fmla="*/ 12355 h 248302"/>
                <a:gd name="connsiteX4" fmla="*/ 168845 w 245706"/>
                <a:gd name="connsiteY4" fmla="*/ 10917 h 248302"/>
                <a:gd name="connsiteX5" fmla="*/ 170283 w 245706"/>
                <a:gd name="connsiteY5" fmla="*/ 67038 h 248302"/>
                <a:gd name="connsiteX6" fmla="*/ 168845 w 245706"/>
                <a:gd name="connsiteY6" fmla="*/ 68476 h 248302"/>
                <a:gd name="connsiteX7" fmla="*/ 79528 w 245706"/>
                <a:gd name="connsiteY7" fmla="*/ 158438 h 248302"/>
                <a:gd name="connsiteX8" fmla="*/ 82406 w 245706"/>
                <a:gd name="connsiteY8" fmla="*/ 167419 h 248302"/>
                <a:gd name="connsiteX9" fmla="*/ 91735 w 245706"/>
                <a:gd name="connsiteY9" fmla="*/ 167419 h 248302"/>
                <a:gd name="connsiteX10" fmla="*/ 177231 w 245706"/>
                <a:gd name="connsiteY10" fmla="*/ 81824 h 248302"/>
                <a:gd name="connsiteX11" fmla="*/ 233352 w 245706"/>
                <a:gd name="connsiteY11" fmla="*/ 80386 h 248302"/>
                <a:gd name="connsiteX12" fmla="*/ 234790 w 245706"/>
                <a:gd name="connsiteY12" fmla="*/ 136506 h 248302"/>
                <a:gd name="connsiteX13" fmla="*/ 233352 w 245706"/>
                <a:gd name="connsiteY13" fmla="*/ 137945 h 248302"/>
                <a:gd name="connsiteX14" fmla="*/ 144035 w 245706"/>
                <a:gd name="connsiteY14" fmla="*/ 227262 h 248302"/>
                <a:gd name="connsiteX15" fmla="*/ 85333 w 245706"/>
                <a:gd name="connsiteY15" fmla="*/ 248301 h 24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706" h="248302">
                  <a:moveTo>
                    <a:pt x="85333" y="248301"/>
                  </a:moveTo>
                  <a:cubicBezTo>
                    <a:pt x="63988" y="248410"/>
                    <a:pt x="43443" y="240188"/>
                    <a:pt x="28071" y="225376"/>
                  </a:cubicBezTo>
                  <a:cubicBezTo>
                    <a:pt x="-12767" y="187218"/>
                    <a:pt x="-1701" y="130402"/>
                    <a:pt x="15368" y="110703"/>
                  </a:cubicBezTo>
                  <a:cubicBezTo>
                    <a:pt x="22166" y="102962"/>
                    <a:pt x="44148" y="80931"/>
                    <a:pt x="112724" y="12355"/>
                  </a:cubicBezTo>
                  <a:cubicBezTo>
                    <a:pt x="127825" y="-3540"/>
                    <a:pt x="152951" y="-4183"/>
                    <a:pt x="168845" y="10917"/>
                  </a:cubicBezTo>
                  <a:cubicBezTo>
                    <a:pt x="184740" y="26018"/>
                    <a:pt x="185383" y="51144"/>
                    <a:pt x="170283" y="67038"/>
                  </a:cubicBezTo>
                  <a:cubicBezTo>
                    <a:pt x="169816" y="67530"/>
                    <a:pt x="169336" y="68009"/>
                    <a:pt x="168845" y="68476"/>
                  </a:cubicBezTo>
                  <a:cubicBezTo>
                    <a:pt x="122003" y="115367"/>
                    <a:pt x="90891" y="146430"/>
                    <a:pt x="79528" y="158438"/>
                  </a:cubicBezTo>
                  <a:cubicBezTo>
                    <a:pt x="79047" y="161718"/>
                    <a:pt x="80110" y="165033"/>
                    <a:pt x="82406" y="167419"/>
                  </a:cubicBezTo>
                  <a:cubicBezTo>
                    <a:pt x="84986" y="169752"/>
                    <a:pt x="89154" y="168561"/>
                    <a:pt x="91735" y="167419"/>
                  </a:cubicBezTo>
                  <a:lnTo>
                    <a:pt x="177231" y="81824"/>
                  </a:lnTo>
                  <a:cubicBezTo>
                    <a:pt x="192332" y="65929"/>
                    <a:pt x="217458" y="65286"/>
                    <a:pt x="233352" y="80386"/>
                  </a:cubicBezTo>
                  <a:cubicBezTo>
                    <a:pt x="249247" y="95487"/>
                    <a:pt x="249890" y="120612"/>
                    <a:pt x="234790" y="136506"/>
                  </a:cubicBezTo>
                  <a:cubicBezTo>
                    <a:pt x="234323" y="136997"/>
                    <a:pt x="233843" y="137478"/>
                    <a:pt x="233352" y="137945"/>
                  </a:cubicBezTo>
                  <a:lnTo>
                    <a:pt x="144035" y="227262"/>
                  </a:lnTo>
                  <a:cubicBezTo>
                    <a:pt x="134607" y="236690"/>
                    <a:pt x="111632" y="248301"/>
                    <a:pt x="85333" y="2483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F1F9278-E057-854C-B4AC-98A9568A6AFD}"/>
                </a:ext>
              </a:extLst>
            </p:cNvPr>
            <p:cNvSpPr/>
            <p:nvPr/>
          </p:nvSpPr>
          <p:spPr>
            <a:xfrm>
              <a:off x="3267568" y="5125677"/>
              <a:ext cx="373055" cy="385131"/>
            </a:xfrm>
            <a:custGeom>
              <a:avLst/>
              <a:gdLst>
                <a:gd name="connsiteX0" fmla="*/ 39641 w 373055"/>
                <a:gd name="connsiteY0" fmla="*/ 385131 h 385131"/>
                <a:gd name="connsiteX1" fmla="*/ 0 w 373055"/>
                <a:gd name="connsiteY1" fmla="*/ 345380 h 385131"/>
                <a:gd name="connsiteX2" fmla="*/ 11059 w 373055"/>
                <a:gd name="connsiteY2" fmla="*/ 317945 h 385131"/>
                <a:gd name="connsiteX3" fmla="*/ 303821 w 373055"/>
                <a:gd name="connsiteY3" fmla="*/ 13175 h 385131"/>
                <a:gd name="connsiteX4" fmla="*/ 359878 w 373055"/>
                <a:gd name="connsiteY4" fmla="*/ 10160 h 385131"/>
                <a:gd name="connsiteX5" fmla="*/ 362895 w 373055"/>
                <a:gd name="connsiteY5" fmla="*/ 66219 h 385131"/>
                <a:gd name="connsiteX6" fmla="*/ 361034 w 373055"/>
                <a:gd name="connsiteY6" fmla="*/ 68155 h 385131"/>
                <a:gd name="connsiteX7" fmla="*/ 68272 w 373055"/>
                <a:gd name="connsiteY7" fmla="*/ 372974 h 385131"/>
                <a:gd name="connsiteX8" fmla="*/ 39641 w 373055"/>
                <a:gd name="connsiteY8" fmla="*/ 385131 h 38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055" h="385131">
                  <a:moveTo>
                    <a:pt x="39641" y="385131"/>
                  </a:moveTo>
                  <a:cubicBezTo>
                    <a:pt x="17717" y="385102"/>
                    <a:pt x="-31" y="367303"/>
                    <a:pt x="0" y="345380"/>
                  </a:cubicBezTo>
                  <a:cubicBezTo>
                    <a:pt x="15" y="335149"/>
                    <a:pt x="3976" y="325324"/>
                    <a:pt x="11059" y="317945"/>
                  </a:cubicBezTo>
                  <a:lnTo>
                    <a:pt x="303821" y="13175"/>
                  </a:lnTo>
                  <a:cubicBezTo>
                    <a:pt x="318469" y="-3138"/>
                    <a:pt x="343568" y="-4487"/>
                    <a:pt x="359878" y="10160"/>
                  </a:cubicBezTo>
                  <a:cubicBezTo>
                    <a:pt x="376193" y="24808"/>
                    <a:pt x="377543" y="49907"/>
                    <a:pt x="362895" y="66219"/>
                  </a:cubicBezTo>
                  <a:cubicBezTo>
                    <a:pt x="362295" y="66885"/>
                    <a:pt x="361674" y="67530"/>
                    <a:pt x="361034" y="68155"/>
                  </a:cubicBezTo>
                  <a:lnTo>
                    <a:pt x="68272" y="372974"/>
                  </a:lnTo>
                  <a:cubicBezTo>
                    <a:pt x="60779" y="380755"/>
                    <a:pt x="50441" y="385141"/>
                    <a:pt x="39641" y="3851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29E9F584-8E63-614A-8BDC-DF0499EDD87F}"/>
                </a:ext>
              </a:extLst>
            </p:cNvPr>
            <p:cNvSpPr/>
            <p:nvPr/>
          </p:nvSpPr>
          <p:spPr>
            <a:xfrm>
              <a:off x="2836059" y="4823667"/>
              <a:ext cx="401114" cy="475409"/>
            </a:xfrm>
            <a:custGeom>
              <a:avLst/>
              <a:gdLst>
                <a:gd name="connsiteX0" fmla="*/ 172879 w 401114"/>
                <a:gd name="connsiteY0" fmla="*/ 475410 h 475409"/>
                <a:gd name="connsiteX1" fmla="*/ 145042 w 401114"/>
                <a:gd name="connsiteY1" fmla="*/ 464046 h 475409"/>
                <a:gd name="connsiteX2" fmla="*/ 72596 w 401114"/>
                <a:gd name="connsiteY2" fmla="*/ 392990 h 475409"/>
                <a:gd name="connsiteX3" fmla="*/ 1 w 401114"/>
                <a:gd name="connsiteY3" fmla="*/ 230085 h 475409"/>
                <a:gd name="connsiteX4" fmla="*/ 67435 w 401114"/>
                <a:gd name="connsiteY4" fmla="*/ 67875 h 475409"/>
                <a:gd name="connsiteX5" fmla="*/ 229497 w 401114"/>
                <a:gd name="connsiteY5" fmla="*/ 43 h 475409"/>
                <a:gd name="connsiteX6" fmla="*/ 389474 w 401114"/>
                <a:gd name="connsiteY6" fmla="*/ 60283 h 475409"/>
                <a:gd name="connsiteX7" fmla="*/ 389499 w 401114"/>
                <a:gd name="connsiteY7" fmla="*/ 116429 h 475409"/>
                <a:gd name="connsiteX8" fmla="*/ 333353 w 401114"/>
                <a:gd name="connsiteY8" fmla="*/ 116454 h 475409"/>
                <a:gd name="connsiteX9" fmla="*/ 230390 w 401114"/>
                <a:gd name="connsiteY9" fmla="*/ 79436 h 475409"/>
                <a:gd name="connsiteX10" fmla="*/ 79394 w 401114"/>
                <a:gd name="connsiteY10" fmla="*/ 230085 h 475409"/>
                <a:gd name="connsiteX11" fmla="*/ 128469 w 401114"/>
                <a:gd name="connsiteY11" fmla="*/ 336571 h 475409"/>
                <a:gd name="connsiteX12" fmla="*/ 200617 w 401114"/>
                <a:gd name="connsiteY12" fmla="*/ 407380 h 475409"/>
                <a:gd name="connsiteX13" fmla="*/ 201147 w 401114"/>
                <a:gd name="connsiteY13" fmla="*/ 463515 h 475409"/>
                <a:gd name="connsiteX14" fmla="*/ 172830 w 401114"/>
                <a:gd name="connsiteY14" fmla="*/ 475410 h 47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1114" h="475409">
                  <a:moveTo>
                    <a:pt x="172879" y="475410"/>
                  </a:moveTo>
                  <a:cubicBezTo>
                    <a:pt x="162470" y="475419"/>
                    <a:pt x="152472" y="471336"/>
                    <a:pt x="145042" y="464046"/>
                  </a:cubicBezTo>
                  <a:lnTo>
                    <a:pt x="72596" y="392990"/>
                  </a:lnTo>
                  <a:cubicBezTo>
                    <a:pt x="25704" y="346098"/>
                    <a:pt x="1" y="288340"/>
                    <a:pt x="1" y="230085"/>
                  </a:cubicBezTo>
                  <a:cubicBezTo>
                    <a:pt x="-161" y="169164"/>
                    <a:pt x="24133" y="110727"/>
                    <a:pt x="67435" y="67875"/>
                  </a:cubicBezTo>
                  <a:cubicBezTo>
                    <a:pt x="110549" y="25004"/>
                    <a:pt x="168699" y="665"/>
                    <a:pt x="229497" y="43"/>
                  </a:cubicBezTo>
                  <a:cubicBezTo>
                    <a:pt x="318268" y="-1048"/>
                    <a:pt x="347644" y="18453"/>
                    <a:pt x="389474" y="60283"/>
                  </a:cubicBezTo>
                  <a:cubicBezTo>
                    <a:pt x="404985" y="75780"/>
                    <a:pt x="404996" y="100918"/>
                    <a:pt x="389499" y="116429"/>
                  </a:cubicBezTo>
                  <a:cubicBezTo>
                    <a:pt x="374001" y="131940"/>
                    <a:pt x="348864" y="131951"/>
                    <a:pt x="333353" y="116454"/>
                  </a:cubicBezTo>
                  <a:cubicBezTo>
                    <a:pt x="305069" y="88120"/>
                    <a:pt x="295542" y="78841"/>
                    <a:pt x="230390" y="79436"/>
                  </a:cubicBezTo>
                  <a:cubicBezTo>
                    <a:pt x="146035" y="80578"/>
                    <a:pt x="79394" y="146722"/>
                    <a:pt x="79394" y="230085"/>
                  </a:cubicBezTo>
                  <a:cubicBezTo>
                    <a:pt x="79394" y="280053"/>
                    <a:pt x="110159" y="318261"/>
                    <a:pt x="128469" y="336571"/>
                  </a:cubicBezTo>
                  <a:lnTo>
                    <a:pt x="200617" y="407380"/>
                  </a:lnTo>
                  <a:cubicBezTo>
                    <a:pt x="216265" y="422735"/>
                    <a:pt x="216503" y="447870"/>
                    <a:pt x="201147" y="463515"/>
                  </a:cubicBezTo>
                  <a:cubicBezTo>
                    <a:pt x="193686" y="471117"/>
                    <a:pt x="183482" y="475405"/>
                    <a:pt x="172830" y="4754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37976354-40BE-EE42-B854-14B87CD57965}"/>
                </a:ext>
              </a:extLst>
            </p:cNvPr>
            <p:cNvSpPr/>
            <p:nvPr/>
          </p:nvSpPr>
          <p:spPr>
            <a:xfrm>
              <a:off x="2969703" y="5010322"/>
              <a:ext cx="258913" cy="325574"/>
            </a:xfrm>
            <a:custGeom>
              <a:avLst/>
              <a:gdLst>
                <a:gd name="connsiteX0" fmla="*/ 85333 w 258913"/>
                <a:gd name="connsiteY0" fmla="*/ 325573 h 325574"/>
                <a:gd name="connsiteX1" fmla="*/ 28071 w 258913"/>
                <a:gd name="connsiteY1" fmla="*/ 302648 h 325574"/>
                <a:gd name="connsiteX2" fmla="*/ 15368 w 258913"/>
                <a:gd name="connsiteY2" fmla="*/ 187975 h 325574"/>
                <a:gd name="connsiteX3" fmla="*/ 112724 w 258913"/>
                <a:gd name="connsiteY3" fmla="*/ 89627 h 325574"/>
                <a:gd name="connsiteX4" fmla="*/ 192613 w 258913"/>
                <a:gd name="connsiteY4" fmla="*/ 10234 h 325574"/>
                <a:gd name="connsiteX5" fmla="*/ 248680 w 258913"/>
                <a:gd name="connsiteY5" fmla="*/ 13094 h 325574"/>
                <a:gd name="connsiteX6" fmla="*/ 248586 w 258913"/>
                <a:gd name="connsiteY6" fmla="*/ 66404 h 325574"/>
                <a:gd name="connsiteX7" fmla="*/ 168796 w 258913"/>
                <a:gd name="connsiteY7" fmla="*/ 145797 h 325574"/>
                <a:gd name="connsiteX8" fmla="*/ 79478 w 258913"/>
                <a:gd name="connsiteY8" fmla="*/ 235660 h 325574"/>
                <a:gd name="connsiteX9" fmla="*/ 82356 w 258913"/>
                <a:gd name="connsiteY9" fmla="*/ 244642 h 325574"/>
                <a:gd name="connsiteX10" fmla="*/ 91685 w 258913"/>
                <a:gd name="connsiteY10" fmla="*/ 244642 h 325574"/>
                <a:gd name="connsiteX11" fmla="*/ 177231 w 258913"/>
                <a:gd name="connsiteY11" fmla="*/ 159096 h 325574"/>
                <a:gd name="connsiteX12" fmla="*/ 233352 w 258913"/>
                <a:gd name="connsiteY12" fmla="*/ 157658 h 325574"/>
                <a:gd name="connsiteX13" fmla="*/ 234790 w 258913"/>
                <a:gd name="connsiteY13" fmla="*/ 213779 h 325574"/>
                <a:gd name="connsiteX14" fmla="*/ 233352 w 258913"/>
                <a:gd name="connsiteY14" fmla="*/ 215217 h 325574"/>
                <a:gd name="connsiteX15" fmla="*/ 144035 w 258913"/>
                <a:gd name="connsiteY15" fmla="*/ 304534 h 325574"/>
                <a:gd name="connsiteX16" fmla="*/ 85333 w 258913"/>
                <a:gd name="connsiteY16" fmla="*/ 325573 h 32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913" h="325574">
                  <a:moveTo>
                    <a:pt x="85333" y="325573"/>
                  </a:moveTo>
                  <a:cubicBezTo>
                    <a:pt x="63988" y="325682"/>
                    <a:pt x="43443" y="317460"/>
                    <a:pt x="28071" y="302648"/>
                  </a:cubicBezTo>
                  <a:cubicBezTo>
                    <a:pt x="-12767" y="264490"/>
                    <a:pt x="-1701" y="207674"/>
                    <a:pt x="15368" y="187975"/>
                  </a:cubicBezTo>
                  <a:cubicBezTo>
                    <a:pt x="22166" y="180234"/>
                    <a:pt x="44148" y="158203"/>
                    <a:pt x="112724" y="89627"/>
                  </a:cubicBezTo>
                  <a:lnTo>
                    <a:pt x="192613" y="10234"/>
                  </a:lnTo>
                  <a:cubicBezTo>
                    <a:pt x="208886" y="-4459"/>
                    <a:pt x="233988" y="-3178"/>
                    <a:pt x="248680" y="13094"/>
                  </a:cubicBezTo>
                  <a:cubicBezTo>
                    <a:pt x="262360" y="28245"/>
                    <a:pt x="262320" y="51302"/>
                    <a:pt x="248586" y="66404"/>
                  </a:cubicBezTo>
                  <a:lnTo>
                    <a:pt x="168796" y="145797"/>
                  </a:lnTo>
                  <a:cubicBezTo>
                    <a:pt x="121954" y="192590"/>
                    <a:pt x="90891" y="223652"/>
                    <a:pt x="79478" y="235660"/>
                  </a:cubicBezTo>
                  <a:cubicBezTo>
                    <a:pt x="78998" y="238938"/>
                    <a:pt x="80060" y="242253"/>
                    <a:pt x="82356" y="244642"/>
                  </a:cubicBezTo>
                  <a:cubicBezTo>
                    <a:pt x="84936" y="246974"/>
                    <a:pt x="89105" y="245783"/>
                    <a:pt x="91685" y="244642"/>
                  </a:cubicBezTo>
                  <a:lnTo>
                    <a:pt x="177231" y="159096"/>
                  </a:lnTo>
                  <a:cubicBezTo>
                    <a:pt x="192332" y="143201"/>
                    <a:pt x="217458" y="142558"/>
                    <a:pt x="233352" y="157658"/>
                  </a:cubicBezTo>
                  <a:cubicBezTo>
                    <a:pt x="249247" y="172759"/>
                    <a:pt x="249890" y="197885"/>
                    <a:pt x="234790" y="213779"/>
                  </a:cubicBezTo>
                  <a:cubicBezTo>
                    <a:pt x="234323" y="214270"/>
                    <a:pt x="233843" y="214750"/>
                    <a:pt x="233352" y="215217"/>
                  </a:cubicBezTo>
                  <a:lnTo>
                    <a:pt x="144035" y="304534"/>
                  </a:lnTo>
                  <a:cubicBezTo>
                    <a:pt x="134607" y="313962"/>
                    <a:pt x="111632" y="325573"/>
                    <a:pt x="85333" y="3255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B13B1D6-135B-1447-8168-D8102F088E42}"/>
                </a:ext>
              </a:extLst>
            </p:cNvPr>
            <p:cNvSpPr/>
            <p:nvPr/>
          </p:nvSpPr>
          <p:spPr>
            <a:xfrm>
              <a:off x="3156991" y="4880177"/>
              <a:ext cx="223388" cy="279614"/>
            </a:xfrm>
            <a:custGeom>
              <a:avLst/>
              <a:gdLst>
                <a:gd name="connsiteX0" fmla="*/ 142675 w 223388"/>
                <a:gd name="connsiteY0" fmla="*/ 279615 h 279614"/>
                <a:gd name="connsiteX1" fmla="*/ 87447 w 223388"/>
                <a:gd name="connsiteY1" fmla="*/ 257136 h 279614"/>
                <a:gd name="connsiteX2" fmla="*/ 12669 w 223388"/>
                <a:gd name="connsiteY2" fmla="*/ 190248 h 279614"/>
                <a:gd name="connsiteX3" fmla="*/ 10659 w 223388"/>
                <a:gd name="connsiteY3" fmla="*/ 134052 h 279614"/>
                <a:gd name="connsiteX4" fmla="*/ 66855 w 223388"/>
                <a:gd name="connsiteY4" fmla="*/ 132043 h 279614"/>
                <a:gd name="connsiteX5" fmla="*/ 139301 w 223388"/>
                <a:gd name="connsiteY5" fmla="*/ 196847 h 279614"/>
                <a:gd name="connsiteX6" fmla="*/ 140790 w 223388"/>
                <a:gd name="connsiteY6" fmla="*/ 198088 h 279614"/>
                <a:gd name="connsiteX7" fmla="*/ 140442 w 223388"/>
                <a:gd name="connsiteY7" fmla="*/ 185137 h 279614"/>
                <a:gd name="connsiteX8" fmla="*/ 65515 w 223388"/>
                <a:gd name="connsiteY8" fmla="*/ 112840 h 279614"/>
                <a:gd name="connsiteX9" fmla="*/ 17432 w 223388"/>
                <a:gd name="connsiteY9" fmla="*/ 66990 h 279614"/>
                <a:gd name="connsiteX10" fmla="*/ 18971 w 223388"/>
                <a:gd name="connsiteY10" fmla="*/ 10869 h 279614"/>
                <a:gd name="connsiteX11" fmla="*/ 75092 w 223388"/>
                <a:gd name="connsiteY11" fmla="*/ 12407 h 279614"/>
                <a:gd name="connsiteX12" fmla="*/ 119750 w 223388"/>
                <a:gd name="connsiteY12" fmla="*/ 54833 h 279614"/>
                <a:gd name="connsiteX13" fmla="*/ 206041 w 223388"/>
                <a:gd name="connsiteY13" fmla="*/ 140478 h 279614"/>
                <a:gd name="connsiteX14" fmla="*/ 196117 w 223388"/>
                <a:gd name="connsiteY14" fmla="*/ 255052 h 279614"/>
                <a:gd name="connsiteX15" fmla="*/ 142675 w 223388"/>
                <a:gd name="connsiteY15" fmla="*/ 279615 h 27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3388" h="279614">
                  <a:moveTo>
                    <a:pt x="142675" y="279615"/>
                  </a:moveTo>
                  <a:cubicBezTo>
                    <a:pt x="116723" y="279615"/>
                    <a:pt x="95684" y="264183"/>
                    <a:pt x="87447" y="257136"/>
                  </a:cubicBezTo>
                  <a:cubicBezTo>
                    <a:pt x="52713" y="227364"/>
                    <a:pt x="14306" y="191736"/>
                    <a:pt x="12669" y="190248"/>
                  </a:cubicBezTo>
                  <a:cubicBezTo>
                    <a:pt x="-3404" y="175285"/>
                    <a:pt x="-4304" y="150126"/>
                    <a:pt x="10659" y="134052"/>
                  </a:cubicBezTo>
                  <a:cubicBezTo>
                    <a:pt x="25622" y="117979"/>
                    <a:pt x="50782" y="117080"/>
                    <a:pt x="66855" y="132043"/>
                  </a:cubicBezTo>
                  <a:cubicBezTo>
                    <a:pt x="67252" y="132390"/>
                    <a:pt x="105608" y="167968"/>
                    <a:pt x="139301" y="196847"/>
                  </a:cubicBezTo>
                  <a:lnTo>
                    <a:pt x="140790" y="198088"/>
                  </a:lnTo>
                  <a:cubicBezTo>
                    <a:pt x="144462" y="194366"/>
                    <a:pt x="145355" y="192679"/>
                    <a:pt x="140442" y="185137"/>
                  </a:cubicBezTo>
                  <a:cubicBezTo>
                    <a:pt x="132751" y="175560"/>
                    <a:pt x="90673" y="136459"/>
                    <a:pt x="65515" y="112840"/>
                  </a:cubicBezTo>
                  <a:cubicBezTo>
                    <a:pt x="40357" y="89220"/>
                    <a:pt x="24627" y="74532"/>
                    <a:pt x="17432" y="66990"/>
                  </a:cubicBezTo>
                  <a:cubicBezTo>
                    <a:pt x="2360" y="51068"/>
                    <a:pt x="3048" y="25942"/>
                    <a:pt x="18971" y="10869"/>
                  </a:cubicBezTo>
                  <a:cubicBezTo>
                    <a:pt x="34893" y="-4204"/>
                    <a:pt x="60019" y="-3515"/>
                    <a:pt x="75092" y="12407"/>
                  </a:cubicBezTo>
                  <a:cubicBezTo>
                    <a:pt x="80997" y="18610"/>
                    <a:pt x="100696" y="37218"/>
                    <a:pt x="119750" y="54833"/>
                  </a:cubicBezTo>
                  <a:cubicBezTo>
                    <a:pt x="178005" y="109416"/>
                    <a:pt x="198647" y="129264"/>
                    <a:pt x="206041" y="140478"/>
                  </a:cubicBezTo>
                  <a:cubicBezTo>
                    <a:pt x="232290" y="179778"/>
                    <a:pt x="228569" y="222601"/>
                    <a:pt x="196117" y="255052"/>
                  </a:cubicBezTo>
                  <a:cubicBezTo>
                    <a:pt x="177757" y="273462"/>
                    <a:pt x="159348" y="279615"/>
                    <a:pt x="142675" y="27961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3" name="Picture Placeholder 81">
            <a:extLst>
              <a:ext uri="{FF2B5EF4-FFF2-40B4-BE49-F238E27FC236}">
                <a16:creationId xmlns:a16="http://schemas.microsoft.com/office/drawing/2014/main" id="{347B18F1-3080-4D3A-AC6D-7F0F31639FB0}"/>
              </a:ext>
            </a:extLst>
          </p:cNvPr>
          <p:cNvGrpSpPr>
            <a:grpSpLocks noChangeAspect="1"/>
          </p:cNvGrpSpPr>
          <p:nvPr/>
        </p:nvGrpSpPr>
        <p:grpSpPr>
          <a:xfrm>
            <a:off x="4252859" y="4771411"/>
            <a:ext cx="644275" cy="842757"/>
            <a:chOff x="4252859" y="4771411"/>
            <a:chExt cx="644275" cy="842757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4AC6CA78-7BC8-EC4A-806B-38A48437FC3C}"/>
                </a:ext>
              </a:extLst>
            </p:cNvPr>
            <p:cNvSpPr/>
            <p:nvPr/>
          </p:nvSpPr>
          <p:spPr>
            <a:xfrm>
              <a:off x="4434421" y="4952328"/>
              <a:ext cx="277280" cy="277280"/>
            </a:xfrm>
            <a:custGeom>
              <a:avLst/>
              <a:gdLst>
                <a:gd name="connsiteX0" fmla="*/ 138640 w 277280"/>
                <a:gd name="connsiteY0" fmla="*/ 277280 h 277280"/>
                <a:gd name="connsiteX1" fmla="*/ 0 w 277280"/>
                <a:gd name="connsiteY1" fmla="*/ 138640 h 277280"/>
                <a:gd name="connsiteX2" fmla="*/ 138640 w 277280"/>
                <a:gd name="connsiteY2" fmla="*/ 0 h 277280"/>
                <a:gd name="connsiteX3" fmla="*/ 277281 w 277280"/>
                <a:gd name="connsiteY3" fmla="*/ 138640 h 277280"/>
                <a:gd name="connsiteX4" fmla="*/ 277281 w 277280"/>
                <a:gd name="connsiteY4" fmla="*/ 138739 h 277280"/>
                <a:gd name="connsiteX5" fmla="*/ 138640 w 277280"/>
                <a:gd name="connsiteY5" fmla="*/ 277280 h 277280"/>
                <a:gd name="connsiteX6" fmla="*/ 138640 w 277280"/>
                <a:gd name="connsiteY6" fmla="*/ 79393 h 277280"/>
                <a:gd name="connsiteX7" fmla="*/ 79393 w 277280"/>
                <a:gd name="connsiteY7" fmla="*/ 138640 h 277280"/>
                <a:gd name="connsiteX8" fmla="*/ 138640 w 277280"/>
                <a:gd name="connsiteY8" fmla="*/ 197887 h 277280"/>
                <a:gd name="connsiteX9" fmla="*/ 197888 w 277280"/>
                <a:gd name="connsiteY9" fmla="*/ 138739 h 277280"/>
                <a:gd name="connsiteX10" fmla="*/ 138839 w 277280"/>
                <a:gd name="connsiteY10" fmla="*/ 79195 h 277280"/>
                <a:gd name="connsiteX11" fmla="*/ 138640 w 277280"/>
                <a:gd name="connsiteY11" fmla="*/ 79195 h 27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7280" h="277280">
                  <a:moveTo>
                    <a:pt x="138640" y="277280"/>
                  </a:moveTo>
                  <a:cubicBezTo>
                    <a:pt x="62072" y="277280"/>
                    <a:pt x="0" y="215209"/>
                    <a:pt x="0" y="138640"/>
                  </a:cubicBezTo>
                  <a:cubicBezTo>
                    <a:pt x="0" y="62071"/>
                    <a:pt x="62072" y="0"/>
                    <a:pt x="138640" y="0"/>
                  </a:cubicBezTo>
                  <a:cubicBezTo>
                    <a:pt x="215210" y="0"/>
                    <a:pt x="277281" y="62071"/>
                    <a:pt x="277281" y="138640"/>
                  </a:cubicBezTo>
                  <a:cubicBezTo>
                    <a:pt x="277281" y="138673"/>
                    <a:pt x="277281" y="138706"/>
                    <a:pt x="277281" y="138739"/>
                  </a:cubicBezTo>
                  <a:cubicBezTo>
                    <a:pt x="277062" y="215201"/>
                    <a:pt x="215101" y="277117"/>
                    <a:pt x="138640" y="277280"/>
                  </a:cubicBezTo>
                  <a:close/>
                  <a:moveTo>
                    <a:pt x="138640" y="79393"/>
                  </a:moveTo>
                  <a:cubicBezTo>
                    <a:pt x="105919" y="79393"/>
                    <a:pt x="79393" y="105919"/>
                    <a:pt x="79393" y="138640"/>
                  </a:cubicBezTo>
                  <a:cubicBezTo>
                    <a:pt x="79393" y="171362"/>
                    <a:pt x="105919" y="197887"/>
                    <a:pt x="138640" y="197887"/>
                  </a:cubicBezTo>
                  <a:cubicBezTo>
                    <a:pt x="171323" y="197887"/>
                    <a:pt x="197833" y="171422"/>
                    <a:pt x="197888" y="138739"/>
                  </a:cubicBezTo>
                  <a:cubicBezTo>
                    <a:pt x="198024" y="105991"/>
                    <a:pt x="171588" y="79332"/>
                    <a:pt x="138839" y="79195"/>
                  </a:cubicBezTo>
                  <a:cubicBezTo>
                    <a:pt x="138773" y="79195"/>
                    <a:pt x="138707" y="79195"/>
                    <a:pt x="138640" y="791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38A45D23-58C4-E14B-9716-D5017C98EEF1}"/>
                </a:ext>
              </a:extLst>
            </p:cNvPr>
            <p:cNvSpPr/>
            <p:nvPr/>
          </p:nvSpPr>
          <p:spPr>
            <a:xfrm>
              <a:off x="4252859" y="4771411"/>
              <a:ext cx="644275" cy="842757"/>
            </a:xfrm>
            <a:custGeom>
              <a:avLst/>
              <a:gdLst>
                <a:gd name="connsiteX0" fmla="*/ 322138 w 644275"/>
                <a:gd name="connsiteY0" fmla="*/ 842758 h 842757"/>
                <a:gd name="connsiteX1" fmla="*/ 292365 w 644275"/>
                <a:gd name="connsiteY1" fmla="*/ 829062 h 842757"/>
                <a:gd name="connsiteX2" fmla="*/ 148465 w 644275"/>
                <a:gd name="connsiteY2" fmla="*/ 643878 h 842757"/>
                <a:gd name="connsiteX3" fmla="*/ 0 w 644275"/>
                <a:gd name="connsiteY3" fmla="*/ 322138 h 842757"/>
                <a:gd name="connsiteX4" fmla="*/ 322138 w 644275"/>
                <a:gd name="connsiteY4" fmla="*/ 0 h 842757"/>
                <a:gd name="connsiteX5" fmla="*/ 644276 w 644275"/>
                <a:gd name="connsiteY5" fmla="*/ 322138 h 842757"/>
                <a:gd name="connsiteX6" fmla="*/ 495860 w 644275"/>
                <a:gd name="connsiteY6" fmla="*/ 643878 h 842757"/>
                <a:gd name="connsiteX7" fmla="*/ 351960 w 644275"/>
                <a:gd name="connsiteY7" fmla="*/ 829062 h 842757"/>
                <a:gd name="connsiteX8" fmla="*/ 322138 w 644275"/>
                <a:gd name="connsiteY8" fmla="*/ 842758 h 842757"/>
                <a:gd name="connsiteX9" fmla="*/ 322138 w 644275"/>
                <a:gd name="connsiteY9" fmla="*/ 79393 h 842757"/>
                <a:gd name="connsiteX10" fmla="*/ 79393 w 644275"/>
                <a:gd name="connsiteY10" fmla="*/ 322138 h 842757"/>
                <a:gd name="connsiteX11" fmla="*/ 213071 w 644275"/>
                <a:gd name="connsiteY11" fmla="*/ 597731 h 842757"/>
                <a:gd name="connsiteX12" fmla="*/ 322237 w 644275"/>
                <a:gd name="connsiteY12" fmla="*/ 741184 h 842757"/>
                <a:gd name="connsiteX13" fmla="*/ 431403 w 644275"/>
                <a:gd name="connsiteY13" fmla="*/ 597731 h 842757"/>
                <a:gd name="connsiteX14" fmla="*/ 565081 w 644275"/>
                <a:gd name="connsiteY14" fmla="*/ 322138 h 842757"/>
                <a:gd name="connsiteX15" fmla="*/ 322138 w 644275"/>
                <a:gd name="connsiteY15" fmla="*/ 79393 h 84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842757">
                  <a:moveTo>
                    <a:pt x="322138" y="842758"/>
                  </a:moveTo>
                  <a:cubicBezTo>
                    <a:pt x="310705" y="842693"/>
                    <a:pt x="299854" y="837701"/>
                    <a:pt x="292365" y="829062"/>
                  </a:cubicBezTo>
                  <a:cubicBezTo>
                    <a:pt x="289438" y="825688"/>
                    <a:pt x="219572" y="745104"/>
                    <a:pt x="148465" y="643878"/>
                  </a:cubicBezTo>
                  <a:cubicBezTo>
                    <a:pt x="49968" y="503253"/>
                    <a:pt x="0" y="395130"/>
                    <a:pt x="0" y="322138"/>
                  </a:cubicBezTo>
                  <a:cubicBezTo>
                    <a:pt x="0" y="144226"/>
                    <a:pt x="144226" y="0"/>
                    <a:pt x="322138" y="0"/>
                  </a:cubicBezTo>
                  <a:cubicBezTo>
                    <a:pt x="500048" y="0"/>
                    <a:pt x="644276" y="144226"/>
                    <a:pt x="644276" y="322138"/>
                  </a:cubicBezTo>
                  <a:cubicBezTo>
                    <a:pt x="644276" y="395130"/>
                    <a:pt x="594308" y="503402"/>
                    <a:pt x="495860" y="643878"/>
                  </a:cubicBezTo>
                  <a:cubicBezTo>
                    <a:pt x="424902" y="745104"/>
                    <a:pt x="355036" y="825688"/>
                    <a:pt x="351960" y="829062"/>
                  </a:cubicBezTo>
                  <a:cubicBezTo>
                    <a:pt x="344460" y="837716"/>
                    <a:pt x="333588" y="842708"/>
                    <a:pt x="322138" y="842758"/>
                  </a:cubicBezTo>
                  <a:close/>
                  <a:moveTo>
                    <a:pt x="322138" y="79393"/>
                  </a:moveTo>
                  <a:cubicBezTo>
                    <a:pt x="188164" y="79611"/>
                    <a:pt x="79612" y="188164"/>
                    <a:pt x="79393" y="322138"/>
                  </a:cubicBezTo>
                  <a:cubicBezTo>
                    <a:pt x="79393" y="353795"/>
                    <a:pt x="96760" y="431750"/>
                    <a:pt x="213071" y="597731"/>
                  </a:cubicBezTo>
                  <a:cubicBezTo>
                    <a:pt x="253959" y="656184"/>
                    <a:pt x="295293" y="708385"/>
                    <a:pt x="322237" y="741184"/>
                  </a:cubicBezTo>
                  <a:cubicBezTo>
                    <a:pt x="349082" y="708385"/>
                    <a:pt x="390416" y="656184"/>
                    <a:pt x="431403" y="597731"/>
                  </a:cubicBezTo>
                  <a:cubicBezTo>
                    <a:pt x="547714" y="431750"/>
                    <a:pt x="565081" y="353795"/>
                    <a:pt x="565081" y="322138"/>
                  </a:cubicBezTo>
                  <a:cubicBezTo>
                    <a:pt x="564863" y="188087"/>
                    <a:pt x="456188" y="79502"/>
                    <a:pt x="32213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6" name="Picture Placeholder 83">
            <a:extLst>
              <a:ext uri="{FF2B5EF4-FFF2-40B4-BE49-F238E27FC236}">
                <a16:creationId xmlns:a16="http://schemas.microsoft.com/office/drawing/2014/main" id="{7D2E83FC-F469-48DE-8821-5984D0736E26}"/>
              </a:ext>
            </a:extLst>
          </p:cNvPr>
          <p:cNvGrpSpPr>
            <a:grpSpLocks noChangeAspect="1"/>
          </p:cNvGrpSpPr>
          <p:nvPr/>
        </p:nvGrpSpPr>
        <p:grpSpPr>
          <a:xfrm>
            <a:off x="5477626" y="4773481"/>
            <a:ext cx="832315" cy="838603"/>
            <a:chOff x="5477626" y="4773481"/>
            <a:chExt cx="832315" cy="838603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53623A45-548E-4541-9710-CF1304C648B5}"/>
                </a:ext>
              </a:extLst>
            </p:cNvPr>
            <p:cNvSpPr/>
            <p:nvPr/>
          </p:nvSpPr>
          <p:spPr>
            <a:xfrm>
              <a:off x="5477626" y="4875218"/>
              <a:ext cx="736868" cy="736866"/>
            </a:xfrm>
            <a:custGeom>
              <a:avLst/>
              <a:gdLst>
                <a:gd name="connsiteX0" fmla="*/ 367442 w 736868"/>
                <a:gd name="connsiteY0" fmla="*/ 736866 h 736866"/>
                <a:gd name="connsiteX1" fmla="*/ 1 w 736868"/>
                <a:gd name="connsiteY1" fmla="*/ 367442 h 736866"/>
                <a:gd name="connsiteX2" fmla="*/ 369426 w 736868"/>
                <a:gd name="connsiteY2" fmla="*/ 1 h 736866"/>
                <a:gd name="connsiteX3" fmla="*/ 736868 w 736868"/>
                <a:gd name="connsiteY3" fmla="*/ 368432 h 736866"/>
                <a:gd name="connsiteX4" fmla="*/ 367442 w 736868"/>
                <a:gd name="connsiteY4" fmla="*/ 736866 h 736866"/>
                <a:gd name="connsiteX5" fmla="*/ 367442 w 736868"/>
                <a:gd name="connsiteY5" fmla="*/ 79392 h 736866"/>
                <a:gd name="connsiteX6" fmla="*/ 79395 w 736868"/>
                <a:gd name="connsiteY6" fmla="*/ 369423 h 736866"/>
                <a:gd name="connsiteX7" fmla="*/ 369426 w 736868"/>
                <a:gd name="connsiteY7" fmla="*/ 657468 h 736866"/>
                <a:gd name="connsiteX8" fmla="*/ 657475 w 736868"/>
                <a:gd name="connsiteY8" fmla="*/ 368432 h 736866"/>
                <a:gd name="connsiteX9" fmla="*/ 367442 w 736868"/>
                <a:gd name="connsiteY9" fmla="*/ 79392 h 73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868" h="736866">
                  <a:moveTo>
                    <a:pt x="367442" y="736866"/>
                  </a:moveTo>
                  <a:cubicBezTo>
                    <a:pt x="163962" y="736320"/>
                    <a:pt x="-547" y="570920"/>
                    <a:pt x="1" y="367442"/>
                  </a:cubicBezTo>
                  <a:cubicBezTo>
                    <a:pt x="549" y="163962"/>
                    <a:pt x="165947" y="-546"/>
                    <a:pt x="369426" y="1"/>
                  </a:cubicBezTo>
                  <a:cubicBezTo>
                    <a:pt x="572519" y="549"/>
                    <a:pt x="736868" y="165340"/>
                    <a:pt x="736868" y="368432"/>
                  </a:cubicBezTo>
                  <a:cubicBezTo>
                    <a:pt x="736377" y="572096"/>
                    <a:pt x="571105" y="736921"/>
                    <a:pt x="367442" y="736866"/>
                  </a:cubicBezTo>
                  <a:close/>
                  <a:moveTo>
                    <a:pt x="367442" y="79392"/>
                  </a:moveTo>
                  <a:cubicBezTo>
                    <a:pt x="207810" y="79940"/>
                    <a:pt x="78847" y="209792"/>
                    <a:pt x="79395" y="369423"/>
                  </a:cubicBezTo>
                  <a:cubicBezTo>
                    <a:pt x="79943" y="529055"/>
                    <a:pt x="209795" y="658019"/>
                    <a:pt x="369426" y="657468"/>
                  </a:cubicBezTo>
                  <a:cubicBezTo>
                    <a:pt x="528669" y="656922"/>
                    <a:pt x="657475" y="527675"/>
                    <a:pt x="657475" y="368432"/>
                  </a:cubicBezTo>
                  <a:cubicBezTo>
                    <a:pt x="657038" y="208594"/>
                    <a:pt x="527280" y="79282"/>
                    <a:pt x="367442" y="793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828A9BA2-E873-5A49-93D4-8EC299DA5595}"/>
                </a:ext>
              </a:extLst>
            </p:cNvPr>
            <p:cNvSpPr/>
            <p:nvPr/>
          </p:nvSpPr>
          <p:spPr>
            <a:xfrm>
              <a:off x="6038901" y="4775369"/>
              <a:ext cx="271039" cy="266077"/>
            </a:xfrm>
            <a:custGeom>
              <a:avLst/>
              <a:gdLst>
                <a:gd name="connsiteX0" fmla="*/ 39682 w 271039"/>
                <a:gd name="connsiteY0" fmla="*/ 266077 h 266077"/>
                <a:gd name="connsiteX1" fmla="*/ 0 w 271039"/>
                <a:gd name="connsiteY1" fmla="*/ 226367 h 266077"/>
                <a:gd name="connsiteX2" fmla="*/ 11993 w 271039"/>
                <a:gd name="connsiteY2" fmla="*/ 197948 h 266077"/>
                <a:gd name="connsiteX3" fmla="*/ 203033 w 271039"/>
                <a:gd name="connsiteY3" fmla="*/ 11870 h 266077"/>
                <a:gd name="connsiteX4" fmla="*/ 259169 w 271039"/>
                <a:gd name="connsiteY4" fmla="*/ 11385 h 266077"/>
                <a:gd name="connsiteX5" fmla="*/ 259655 w 271039"/>
                <a:gd name="connsiteY5" fmla="*/ 67523 h 266077"/>
                <a:gd name="connsiteX6" fmla="*/ 258410 w 271039"/>
                <a:gd name="connsiteY6" fmla="*/ 68736 h 266077"/>
                <a:gd name="connsiteX7" fmla="*/ 67370 w 271039"/>
                <a:gd name="connsiteY7" fmla="*/ 254813 h 266077"/>
                <a:gd name="connsiteX8" fmla="*/ 39682 w 271039"/>
                <a:gd name="connsiteY8" fmla="*/ 266077 h 266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39" h="266077">
                  <a:moveTo>
                    <a:pt x="39682" y="266077"/>
                  </a:moveTo>
                  <a:cubicBezTo>
                    <a:pt x="17759" y="266070"/>
                    <a:pt x="-10" y="248291"/>
                    <a:pt x="0" y="226367"/>
                  </a:cubicBezTo>
                  <a:cubicBezTo>
                    <a:pt x="0" y="215665"/>
                    <a:pt x="4327" y="205417"/>
                    <a:pt x="11993" y="197948"/>
                  </a:cubicBezTo>
                  <a:lnTo>
                    <a:pt x="203033" y="11870"/>
                  </a:lnTo>
                  <a:cubicBezTo>
                    <a:pt x="218401" y="-3765"/>
                    <a:pt x="243534" y="-3983"/>
                    <a:pt x="259169" y="11385"/>
                  </a:cubicBezTo>
                  <a:cubicBezTo>
                    <a:pt x="274805" y="26753"/>
                    <a:pt x="275023" y="51887"/>
                    <a:pt x="259655" y="67523"/>
                  </a:cubicBezTo>
                  <a:cubicBezTo>
                    <a:pt x="259249" y="67936"/>
                    <a:pt x="258832" y="68340"/>
                    <a:pt x="258410" y="68736"/>
                  </a:cubicBezTo>
                  <a:lnTo>
                    <a:pt x="67370" y="254813"/>
                  </a:lnTo>
                  <a:cubicBezTo>
                    <a:pt x="59977" y="262059"/>
                    <a:pt x="50033" y="266106"/>
                    <a:pt x="39682" y="2660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5E600A3-9FC3-BA48-B358-4DE72B1D1887}"/>
                </a:ext>
              </a:extLst>
            </p:cNvPr>
            <p:cNvSpPr/>
            <p:nvPr/>
          </p:nvSpPr>
          <p:spPr>
            <a:xfrm>
              <a:off x="6133152" y="4773481"/>
              <a:ext cx="176181" cy="173686"/>
            </a:xfrm>
            <a:custGeom>
              <a:avLst/>
              <a:gdLst>
                <a:gd name="connsiteX0" fmla="*/ 133990 w 176181"/>
                <a:gd name="connsiteY0" fmla="*/ 173686 h 173686"/>
                <a:gd name="connsiteX1" fmla="*/ 132898 w 176181"/>
                <a:gd name="connsiteY1" fmla="*/ 173686 h 173686"/>
                <a:gd name="connsiteX2" fmla="*/ 94293 w 176181"/>
                <a:gd name="connsiteY2" fmla="*/ 132928 h 173686"/>
                <a:gd name="connsiteX3" fmla="*/ 94293 w 176181"/>
                <a:gd name="connsiteY3" fmla="*/ 132898 h 173686"/>
                <a:gd name="connsiteX4" fmla="*/ 95732 w 176181"/>
                <a:gd name="connsiteY4" fmla="*/ 80846 h 173686"/>
                <a:gd name="connsiteX5" fmla="*/ 38668 w 176181"/>
                <a:gd name="connsiteY5" fmla="*/ 79407 h 173686"/>
                <a:gd name="connsiteX6" fmla="*/ 14 w 176181"/>
                <a:gd name="connsiteY6" fmla="*/ 38668 h 173686"/>
                <a:gd name="connsiteX7" fmla="*/ 40753 w 176181"/>
                <a:gd name="connsiteY7" fmla="*/ 14 h 173686"/>
                <a:gd name="connsiteX8" fmla="*/ 137513 w 176181"/>
                <a:gd name="connsiteY8" fmla="*/ 2495 h 173686"/>
                <a:gd name="connsiteX9" fmla="*/ 176168 w 176181"/>
                <a:gd name="connsiteY9" fmla="*/ 43205 h 173686"/>
                <a:gd name="connsiteX10" fmla="*/ 176168 w 176181"/>
                <a:gd name="connsiteY10" fmla="*/ 43283 h 173686"/>
                <a:gd name="connsiteX11" fmla="*/ 173687 w 176181"/>
                <a:gd name="connsiteY11" fmla="*/ 135081 h 173686"/>
                <a:gd name="connsiteX12" fmla="*/ 133990 w 176181"/>
                <a:gd name="connsiteY12" fmla="*/ 173686 h 17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6181" h="173686">
                  <a:moveTo>
                    <a:pt x="133990" y="173686"/>
                  </a:moveTo>
                  <a:lnTo>
                    <a:pt x="132898" y="173686"/>
                  </a:lnTo>
                  <a:cubicBezTo>
                    <a:pt x="110981" y="173092"/>
                    <a:pt x="93698" y="154844"/>
                    <a:pt x="94293" y="132928"/>
                  </a:cubicBezTo>
                  <a:cubicBezTo>
                    <a:pt x="94293" y="132918"/>
                    <a:pt x="94293" y="132908"/>
                    <a:pt x="94293" y="132898"/>
                  </a:cubicBezTo>
                  <a:lnTo>
                    <a:pt x="95732" y="80846"/>
                  </a:lnTo>
                  <a:lnTo>
                    <a:pt x="38668" y="79407"/>
                  </a:lnTo>
                  <a:cubicBezTo>
                    <a:pt x="16746" y="78831"/>
                    <a:pt x="-562" y="60592"/>
                    <a:pt x="14" y="38668"/>
                  </a:cubicBezTo>
                  <a:cubicBezTo>
                    <a:pt x="590" y="16745"/>
                    <a:pt x="18830" y="-562"/>
                    <a:pt x="40753" y="14"/>
                  </a:cubicBezTo>
                  <a:lnTo>
                    <a:pt x="137513" y="2495"/>
                  </a:lnTo>
                  <a:cubicBezTo>
                    <a:pt x="159431" y="3062"/>
                    <a:pt x="176738" y="21288"/>
                    <a:pt x="176168" y="43205"/>
                  </a:cubicBezTo>
                  <a:cubicBezTo>
                    <a:pt x="176168" y="43231"/>
                    <a:pt x="176168" y="43257"/>
                    <a:pt x="176168" y="43283"/>
                  </a:cubicBezTo>
                  <a:lnTo>
                    <a:pt x="173687" y="135081"/>
                  </a:lnTo>
                  <a:cubicBezTo>
                    <a:pt x="173096" y="156578"/>
                    <a:pt x="155496" y="173694"/>
                    <a:pt x="133990" y="1736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0" name="Picture Placeholder 85">
            <a:extLst>
              <a:ext uri="{FF2B5EF4-FFF2-40B4-BE49-F238E27FC236}">
                <a16:creationId xmlns:a16="http://schemas.microsoft.com/office/drawing/2014/main" id="{2A5A92FE-F30E-4509-AD45-62239BAE1450}"/>
              </a:ext>
            </a:extLst>
          </p:cNvPr>
          <p:cNvGrpSpPr>
            <a:grpSpLocks noChangeAspect="1"/>
          </p:cNvGrpSpPr>
          <p:nvPr/>
        </p:nvGrpSpPr>
        <p:grpSpPr>
          <a:xfrm>
            <a:off x="6793110" y="4774736"/>
            <a:ext cx="833717" cy="836107"/>
            <a:chOff x="6793110" y="4774736"/>
            <a:chExt cx="833717" cy="836107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AB885058-072C-D24C-B158-EF1E8F419268}"/>
                </a:ext>
              </a:extLst>
            </p:cNvPr>
            <p:cNvSpPr/>
            <p:nvPr/>
          </p:nvSpPr>
          <p:spPr>
            <a:xfrm>
              <a:off x="6889959" y="4774736"/>
              <a:ext cx="736868" cy="736866"/>
            </a:xfrm>
            <a:custGeom>
              <a:avLst/>
              <a:gdLst>
                <a:gd name="connsiteX0" fmla="*/ 367491 w 736868"/>
                <a:gd name="connsiteY0" fmla="*/ 736866 h 736866"/>
                <a:gd name="connsiteX1" fmla="*/ 1 w 736868"/>
                <a:gd name="connsiteY1" fmla="*/ 367491 h 736866"/>
                <a:gd name="connsiteX2" fmla="*/ 369377 w 736868"/>
                <a:gd name="connsiteY2" fmla="*/ 1 h 736866"/>
                <a:gd name="connsiteX3" fmla="*/ 736868 w 736868"/>
                <a:gd name="connsiteY3" fmla="*/ 368432 h 736866"/>
                <a:gd name="connsiteX4" fmla="*/ 367491 w 736868"/>
                <a:gd name="connsiteY4" fmla="*/ 736866 h 736866"/>
                <a:gd name="connsiteX5" fmla="*/ 367491 w 736868"/>
                <a:gd name="connsiteY5" fmla="*/ 79392 h 736866"/>
                <a:gd name="connsiteX6" fmla="*/ 79395 w 736868"/>
                <a:gd name="connsiteY6" fmla="*/ 369374 h 736866"/>
                <a:gd name="connsiteX7" fmla="*/ 369377 w 736868"/>
                <a:gd name="connsiteY7" fmla="*/ 657468 h 736866"/>
                <a:gd name="connsiteX8" fmla="*/ 657475 w 736868"/>
                <a:gd name="connsiteY8" fmla="*/ 368432 h 736866"/>
                <a:gd name="connsiteX9" fmla="*/ 367491 w 736868"/>
                <a:gd name="connsiteY9" fmla="*/ 79392 h 73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868" h="736866">
                  <a:moveTo>
                    <a:pt x="367491" y="736866"/>
                  </a:moveTo>
                  <a:cubicBezTo>
                    <a:pt x="164012" y="736345"/>
                    <a:pt x="-519" y="570969"/>
                    <a:pt x="1" y="367491"/>
                  </a:cubicBezTo>
                  <a:cubicBezTo>
                    <a:pt x="522" y="164011"/>
                    <a:pt x="165897" y="-519"/>
                    <a:pt x="369377" y="1"/>
                  </a:cubicBezTo>
                  <a:cubicBezTo>
                    <a:pt x="572490" y="521"/>
                    <a:pt x="736868" y="165321"/>
                    <a:pt x="736868" y="368432"/>
                  </a:cubicBezTo>
                  <a:cubicBezTo>
                    <a:pt x="736347" y="572066"/>
                    <a:pt x="571125" y="736866"/>
                    <a:pt x="367491" y="736866"/>
                  </a:cubicBezTo>
                  <a:close/>
                  <a:moveTo>
                    <a:pt x="367491" y="79392"/>
                  </a:moveTo>
                  <a:cubicBezTo>
                    <a:pt x="207860" y="79912"/>
                    <a:pt x="78874" y="209742"/>
                    <a:pt x="79395" y="369374"/>
                  </a:cubicBezTo>
                  <a:cubicBezTo>
                    <a:pt x="79915" y="529005"/>
                    <a:pt x="209745" y="657989"/>
                    <a:pt x="369377" y="657468"/>
                  </a:cubicBezTo>
                  <a:cubicBezTo>
                    <a:pt x="528640" y="656952"/>
                    <a:pt x="657475" y="527695"/>
                    <a:pt x="657475" y="368432"/>
                  </a:cubicBezTo>
                  <a:cubicBezTo>
                    <a:pt x="657009" y="208625"/>
                    <a:pt x="527300" y="79336"/>
                    <a:pt x="367491" y="793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3FFF796C-F946-5B49-B15B-01A1B0D21748}"/>
                </a:ext>
              </a:extLst>
            </p:cNvPr>
            <p:cNvSpPr/>
            <p:nvPr/>
          </p:nvSpPr>
          <p:spPr>
            <a:xfrm>
              <a:off x="6793110" y="5345310"/>
              <a:ext cx="270583" cy="265534"/>
            </a:xfrm>
            <a:custGeom>
              <a:avLst/>
              <a:gdLst>
                <a:gd name="connsiteX0" fmla="*/ 39785 w 270583"/>
                <a:gd name="connsiteY0" fmla="*/ 265533 h 265534"/>
                <a:gd name="connsiteX1" fmla="*/ 0 w 270583"/>
                <a:gd name="connsiteY1" fmla="*/ 225926 h 265534"/>
                <a:gd name="connsiteX2" fmla="*/ 12097 w 270583"/>
                <a:gd name="connsiteY2" fmla="*/ 197305 h 265534"/>
                <a:gd name="connsiteX3" fmla="*/ 203137 w 270583"/>
                <a:gd name="connsiteY3" fmla="*/ 11227 h 265534"/>
                <a:gd name="connsiteX4" fmla="*/ 259357 w 270583"/>
                <a:gd name="connsiteY4" fmla="*/ 12071 h 265534"/>
                <a:gd name="connsiteX5" fmla="*/ 258514 w 270583"/>
                <a:gd name="connsiteY5" fmla="*/ 68291 h 265534"/>
                <a:gd name="connsiteX6" fmla="*/ 67474 w 270583"/>
                <a:gd name="connsiteY6" fmla="*/ 254369 h 265534"/>
                <a:gd name="connsiteX7" fmla="*/ 39785 w 270583"/>
                <a:gd name="connsiteY7" fmla="*/ 265533 h 265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583" h="265534">
                  <a:moveTo>
                    <a:pt x="39785" y="265533"/>
                  </a:moveTo>
                  <a:cubicBezTo>
                    <a:pt x="17861" y="265583"/>
                    <a:pt x="49" y="247849"/>
                    <a:pt x="0" y="225926"/>
                  </a:cubicBezTo>
                  <a:cubicBezTo>
                    <a:pt x="-24" y="215139"/>
                    <a:pt x="4343" y="204808"/>
                    <a:pt x="12097" y="197305"/>
                  </a:cubicBezTo>
                  <a:lnTo>
                    <a:pt x="203137" y="11227"/>
                  </a:lnTo>
                  <a:cubicBezTo>
                    <a:pt x="218894" y="-4066"/>
                    <a:pt x="244065" y="-3689"/>
                    <a:pt x="259357" y="12071"/>
                  </a:cubicBezTo>
                  <a:cubicBezTo>
                    <a:pt x="274649" y="27831"/>
                    <a:pt x="274271" y="52998"/>
                    <a:pt x="258514" y="68291"/>
                  </a:cubicBezTo>
                  <a:lnTo>
                    <a:pt x="67474" y="254369"/>
                  </a:lnTo>
                  <a:cubicBezTo>
                    <a:pt x="60066" y="261579"/>
                    <a:pt x="50122" y="265588"/>
                    <a:pt x="39785" y="2655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87AB26B-837A-4848-B797-BD436BCC951C}"/>
                </a:ext>
              </a:extLst>
            </p:cNvPr>
            <p:cNvSpPr/>
            <p:nvPr/>
          </p:nvSpPr>
          <p:spPr>
            <a:xfrm>
              <a:off x="6795658" y="5434668"/>
              <a:ext cx="173725" cy="173694"/>
            </a:xfrm>
            <a:custGeom>
              <a:avLst/>
              <a:gdLst>
                <a:gd name="connsiteX0" fmla="*/ 133998 w 173725"/>
                <a:gd name="connsiteY0" fmla="*/ 173695 h 173694"/>
                <a:gd name="connsiteX1" fmla="*/ 105913 w 173725"/>
                <a:gd name="connsiteY1" fmla="*/ 162084 h 173694"/>
                <a:gd name="connsiteX2" fmla="*/ 11633 w 173725"/>
                <a:gd name="connsiteY2" fmla="*/ 67804 h 173694"/>
                <a:gd name="connsiteX3" fmla="*/ 11633 w 173725"/>
                <a:gd name="connsiteY3" fmla="*/ 11634 h 173694"/>
                <a:gd name="connsiteX4" fmla="*/ 67804 w 173725"/>
                <a:gd name="connsiteY4" fmla="*/ 11634 h 173694"/>
                <a:gd name="connsiteX5" fmla="*/ 162083 w 173725"/>
                <a:gd name="connsiteY5" fmla="*/ 105913 h 173694"/>
                <a:gd name="connsiteX6" fmla="*/ 162115 w 173725"/>
                <a:gd name="connsiteY6" fmla="*/ 162054 h 173694"/>
                <a:gd name="connsiteX7" fmla="*/ 133998 w 173725"/>
                <a:gd name="connsiteY7" fmla="*/ 173695 h 17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25" h="173694">
                  <a:moveTo>
                    <a:pt x="133998" y="173695"/>
                  </a:moveTo>
                  <a:cubicBezTo>
                    <a:pt x="123467" y="173705"/>
                    <a:pt x="113364" y="169527"/>
                    <a:pt x="105913" y="162084"/>
                  </a:cubicBezTo>
                  <a:lnTo>
                    <a:pt x="11633" y="67804"/>
                  </a:lnTo>
                  <a:cubicBezTo>
                    <a:pt x="-3878" y="52293"/>
                    <a:pt x="-3878" y="27145"/>
                    <a:pt x="11633" y="11634"/>
                  </a:cubicBezTo>
                  <a:cubicBezTo>
                    <a:pt x="27144" y="-3878"/>
                    <a:pt x="52293" y="-3878"/>
                    <a:pt x="67804" y="11634"/>
                  </a:cubicBezTo>
                  <a:lnTo>
                    <a:pt x="162083" y="105913"/>
                  </a:lnTo>
                  <a:cubicBezTo>
                    <a:pt x="177594" y="121404"/>
                    <a:pt x="177609" y="146542"/>
                    <a:pt x="162115" y="162054"/>
                  </a:cubicBezTo>
                  <a:cubicBezTo>
                    <a:pt x="154661" y="169512"/>
                    <a:pt x="144545" y="173705"/>
                    <a:pt x="133998" y="1736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87">
            <a:extLst>
              <a:ext uri="{FF2B5EF4-FFF2-40B4-BE49-F238E27FC236}">
                <a16:creationId xmlns:a16="http://schemas.microsoft.com/office/drawing/2014/main" id="{444D8A3D-DA34-49AE-800D-51B615576531}"/>
              </a:ext>
            </a:extLst>
          </p:cNvPr>
          <p:cNvGrpSpPr>
            <a:grpSpLocks noChangeAspect="1"/>
          </p:cNvGrpSpPr>
          <p:nvPr/>
        </p:nvGrpSpPr>
        <p:grpSpPr>
          <a:xfrm>
            <a:off x="8108223" y="4772002"/>
            <a:ext cx="838596" cy="841868"/>
            <a:chOff x="8108223" y="4772002"/>
            <a:chExt cx="838596" cy="841868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425CD2FA-E012-A545-8D17-D63C0FF68185}"/>
                </a:ext>
              </a:extLst>
            </p:cNvPr>
            <p:cNvSpPr/>
            <p:nvPr/>
          </p:nvSpPr>
          <p:spPr>
            <a:xfrm>
              <a:off x="8108223" y="4772002"/>
              <a:ext cx="838596" cy="841868"/>
            </a:xfrm>
            <a:custGeom>
              <a:avLst/>
              <a:gdLst>
                <a:gd name="connsiteX0" fmla="*/ 478446 w 838596"/>
                <a:gd name="connsiteY0" fmla="*/ 841571 h 841868"/>
                <a:gd name="connsiteX1" fmla="*/ 354394 w 838596"/>
                <a:gd name="connsiteY1" fmla="*/ 841571 h 841868"/>
                <a:gd name="connsiteX2" fmla="*/ 314697 w 838596"/>
                <a:gd name="connsiteY2" fmla="*/ 803760 h 841868"/>
                <a:gd name="connsiteX3" fmla="*/ 311174 w 838596"/>
                <a:gd name="connsiteY3" fmla="*/ 729924 h 841868"/>
                <a:gd name="connsiteX4" fmla="*/ 267558 w 838596"/>
                <a:gd name="connsiteY4" fmla="*/ 713847 h 841868"/>
                <a:gd name="connsiteX5" fmla="*/ 207020 w 838596"/>
                <a:gd name="connsiteY5" fmla="*/ 778354 h 841868"/>
                <a:gd name="connsiteX6" fmla="*/ 150907 w 838596"/>
                <a:gd name="connsiteY6" fmla="*/ 780076 h 841868"/>
                <a:gd name="connsiteX7" fmla="*/ 149708 w 838596"/>
                <a:gd name="connsiteY7" fmla="*/ 778900 h 841868"/>
                <a:gd name="connsiteX8" fmla="*/ 61681 w 838596"/>
                <a:gd name="connsiteY8" fmla="*/ 688491 h 841868"/>
                <a:gd name="connsiteX9" fmla="*/ 62177 w 838596"/>
                <a:gd name="connsiteY9" fmla="*/ 632568 h 841868"/>
                <a:gd name="connsiteX10" fmla="*/ 128322 w 838596"/>
                <a:gd name="connsiteY10" fmla="*/ 567168 h 841868"/>
                <a:gd name="connsiteX11" fmla="*/ 111600 w 838596"/>
                <a:gd name="connsiteY11" fmla="*/ 522510 h 841868"/>
                <a:gd name="connsiteX12" fmla="*/ 40692 w 838596"/>
                <a:gd name="connsiteY12" fmla="*/ 524197 h 841868"/>
                <a:gd name="connsiteX13" fmla="*/ 12 w 838596"/>
                <a:gd name="connsiteY13" fmla="*/ 485508 h 841868"/>
                <a:gd name="connsiteX14" fmla="*/ 3 w 838596"/>
                <a:gd name="connsiteY14" fmla="*/ 484054 h 841868"/>
                <a:gd name="connsiteX15" fmla="*/ 1541 w 838596"/>
                <a:gd name="connsiteY15" fmla="*/ 358017 h 841868"/>
                <a:gd name="connsiteX16" fmla="*/ 41237 w 838596"/>
                <a:gd name="connsiteY16" fmla="*/ 318767 h 841868"/>
                <a:gd name="connsiteX17" fmla="*/ 112146 w 838596"/>
                <a:gd name="connsiteY17" fmla="*/ 318767 h 841868"/>
                <a:gd name="connsiteX18" fmla="*/ 128967 w 838596"/>
                <a:gd name="connsiteY18" fmla="*/ 271578 h 841868"/>
                <a:gd name="connsiteX19" fmla="*/ 62624 w 838596"/>
                <a:gd name="connsiteY19" fmla="*/ 209304 h 841868"/>
                <a:gd name="connsiteX20" fmla="*/ 60852 w 838596"/>
                <a:gd name="connsiteY20" fmla="*/ 153192 h 841868"/>
                <a:gd name="connsiteX21" fmla="*/ 62078 w 838596"/>
                <a:gd name="connsiteY21" fmla="*/ 151942 h 841868"/>
                <a:gd name="connsiteX22" fmla="*/ 152289 w 838596"/>
                <a:gd name="connsiteY22" fmla="*/ 63866 h 841868"/>
                <a:gd name="connsiteX23" fmla="*/ 208410 w 838596"/>
                <a:gd name="connsiteY23" fmla="*/ 64312 h 841868"/>
                <a:gd name="connsiteX24" fmla="*/ 268501 w 838596"/>
                <a:gd name="connsiteY24" fmla="*/ 124850 h 841868"/>
                <a:gd name="connsiteX25" fmla="*/ 314300 w 838596"/>
                <a:gd name="connsiteY25" fmla="*/ 109021 h 841868"/>
                <a:gd name="connsiteX26" fmla="*/ 312613 w 838596"/>
                <a:gd name="connsiteY26" fmla="*/ 40494 h 841868"/>
                <a:gd name="connsiteX27" fmla="*/ 351504 w 838596"/>
                <a:gd name="connsiteY27" fmla="*/ 8 h 841868"/>
                <a:gd name="connsiteX28" fmla="*/ 352856 w 838596"/>
                <a:gd name="connsiteY28" fmla="*/ 4 h 841868"/>
                <a:gd name="connsiteX29" fmla="*/ 478942 w 838596"/>
                <a:gd name="connsiteY29" fmla="*/ 1492 h 841868"/>
                <a:gd name="connsiteX30" fmla="*/ 518142 w 838596"/>
                <a:gd name="connsiteY30" fmla="*/ 41189 h 841868"/>
                <a:gd name="connsiteX31" fmla="*/ 518142 w 838596"/>
                <a:gd name="connsiteY31" fmla="*/ 109864 h 841868"/>
                <a:gd name="connsiteX32" fmla="*/ 563297 w 838596"/>
                <a:gd name="connsiteY32" fmla="*/ 128224 h 841868"/>
                <a:gd name="connsiteX33" fmla="*/ 621354 w 838596"/>
                <a:gd name="connsiteY33" fmla="*/ 69125 h 841868"/>
                <a:gd name="connsiteX34" fmla="*/ 649687 w 838596"/>
                <a:gd name="connsiteY34" fmla="*/ 57217 h 841868"/>
                <a:gd name="connsiteX35" fmla="*/ 649687 w 838596"/>
                <a:gd name="connsiteY35" fmla="*/ 57217 h 841868"/>
                <a:gd name="connsiteX36" fmla="*/ 678021 w 838596"/>
                <a:gd name="connsiteY36" fmla="*/ 69175 h 841868"/>
                <a:gd name="connsiteX37" fmla="*/ 766147 w 838596"/>
                <a:gd name="connsiteY37" fmla="*/ 159386 h 841868"/>
                <a:gd name="connsiteX38" fmla="*/ 765750 w 838596"/>
                <a:gd name="connsiteY38" fmla="*/ 215308 h 841868"/>
                <a:gd name="connsiteX39" fmla="*/ 705659 w 838596"/>
                <a:gd name="connsiteY39" fmla="*/ 274853 h 841868"/>
                <a:gd name="connsiteX40" fmla="*/ 724664 w 838596"/>
                <a:gd name="connsiteY40" fmla="*/ 320057 h 841868"/>
                <a:gd name="connsiteX41" fmla="*/ 798053 w 838596"/>
                <a:gd name="connsiteY41" fmla="*/ 318618 h 841868"/>
                <a:gd name="connsiteX42" fmla="*/ 838588 w 838596"/>
                <a:gd name="connsiteY42" fmla="*/ 357460 h 841868"/>
                <a:gd name="connsiteX43" fmla="*/ 838593 w 838596"/>
                <a:gd name="connsiteY43" fmla="*/ 358761 h 841868"/>
                <a:gd name="connsiteX44" fmla="*/ 837055 w 838596"/>
                <a:gd name="connsiteY44" fmla="*/ 484848 h 841868"/>
                <a:gd name="connsiteX45" fmla="*/ 797358 w 838596"/>
                <a:gd name="connsiteY45" fmla="*/ 524048 h 841868"/>
                <a:gd name="connsiteX46" fmla="*/ 797358 w 838596"/>
                <a:gd name="connsiteY46" fmla="*/ 524048 h 841868"/>
                <a:gd name="connsiteX47" fmla="*/ 732256 w 838596"/>
                <a:gd name="connsiteY47" fmla="*/ 524048 h 841868"/>
                <a:gd name="connsiteX48" fmla="*/ 714790 w 838596"/>
                <a:gd name="connsiteY48" fmla="*/ 573669 h 841868"/>
                <a:gd name="connsiteX49" fmla="*/ 770811 w 838596"/>
                <a:gd name="connsiteY49" fmla="*/ 628251 h 841868"/>
                <a:gd name="connsiteX50" fmla="*/ 771491 w 838596"/>
                <a:gd name="connsiteY50" fmla="*/ 684387 h 841868"/>
                <a:gd name="connsiteX51" fmla="*/ 770811 w 838596"/>
                <a:gd name="connsiteY51" fmla="*/ 685067 h 841868"/>
                <a:gd name="connsiteX52" fmla="*/ 680601 w 838596"/>
                <a:gd name="connsiteY52" fmla="*/ 773144 h 841868"/>
                <a:gd name="connsiteX53" fmla="*/ 624877 w 838596"/>
                <a:gd name="connsiteY53" fmla="*/ 773144 h 841868"/>
                <a:gd name="connsiteX54" fmla="*/ 562355 w 838596"/>
                <a:gd name="connsiteY54" fmla="*/ 711068 h 841868"/>
                <a:gd name="connsiteX55" fmla="*/ 517696 w 838596"/>
                <a:gd name="connsiteY55" fmla="*/ 725955 h 841868"/>
                <a:gd name="connsiteX56" fmla="*/ 518391 w 838596"/>
                <a:gd name="connsiteY56" fmla="*/ 801775 h 841868"/>
                <a:gd name="connsiteX57" fmla="*/ 479093 w 838596"/>
                <a:gd name="connsiteY57" fmla="*/ 841868 h 841868"/>
                <a:gd name="connsiteX58" fmla="*/ 478694 w 838596"/>
                <a:gd name="connsiteY58" fmla="*/ 841868 h 841868"/>
                <a:gd name="connsiteX59" fmla="*/ 392007 w 838596"/>
                <a:gd name="connsiteY59" fmla="*/ 762178 h 841868"/>
                <a:gd name="connsiteX60" fmla="*/ 438154 w 838596"/>
                <a:gd name="connsiteY60" fmla="*/ 762178 h 841868"/>
                <a:gd name="connsiteX61" fmla="*/ 437558 w 838596"/>
                <a:gd name="connsiteY61" fmla="*/ 695636 h 841868"/>
                <a:gd name="connsiteX62" fmla="*/ 467827 w 838596"/>
                <a:gd name="connsiteY62" fmla="*/ 656684 h 841868"/>
                <a:gd name="connsiteX63" fmla="*/ 551835 w 838596"/>
                <a:gd name="connsiteY63" fmla="*/ 629045 h 841868"/>
                <a:gd name="connsiteX64" fmla="*/ 598975 w 838596"/>
                <a:gd name="connsiteY64" fmla="*/ 635645 h 841868"/>
                <a:gd name="connsiteX65" fmla="*/ 652863 w 838596"/>
                <a:gd name="connsiteY65" fmla="*/ 689186 h 841868"/>
                <a:gd name="connsiteX66" fmla="*/ 685960 w 838596"/>
                <a:gd name="connsiteY66" fmla="*/ 656833 h 841868"/>
                <a:gd name="connsiteX67" fmla="*/ 636984 w 838596"/>
                <a:gd name="connsiteY67" fmla="*/ 609098 h 841868"/>
                <a:gd name="connsiteX68" fmla="*/ 632022 w 838596"/>
                <a:gd name="connsiteY68" fmla="*/ 558385 h 841868"/>
                <a:gd name="connsiteX69" fmla="*/ 656832 w 838596"/>
                <a:gd name="connsiteY69" fmla="*/ 484302 h 841868"/>
                <a:gd name="connsiteX70" fmla="*/ 696529 w 838596"/>
                <a:gd name="connsiteY70" fmla="*/ 444605 h 841868"/>
                <a:gd name="connsiteX71" fmla="*/ 696529 w 838596"/>
                <a:gd name="connsiteY71" fmla="*/ 444605 h 841868"/>
                <a:gd name="connsiteX72" fmla="*/ 757811 w 838596"/>
                <a:gd name="connsiteY72" fmla="*/ 444605 h 841868"/>
                <a:gd name="connsiteX73" fmla="*/ 758357 w 838596"/>
                <a:gd name="connsiteY73" fmla="*/ 398805 h 841868"/>
                <a:gd name="connsiteX74" fmla="*/ 697125 w 838596"/>
                <a:gd name="connsiteY74" fmla="*/ 399996 h 841868"/>
                <a:gd name="connsiteX75" fmla="*/ 658520 w 838596"/>
                <a:gd name="connsiteY75" fmla="*/ 372258 h 841868"/>
                <a:gd name="connsiteX76" fmla="*/ 622991 w 838596"/>
                <a:gd name="connsiteY76" fmla="*/ 289640 h 841868"/>
                <a:gd name="connsiteX77" fmla="*/ 627953 w 838596"/>
                <a:gd name="connsiteY77" fmla="*/ 239622 h 841868"/>
                <a:gd name="connsiteX78" fmla="*/ 681296 w 838596"/>
                <a:gd name="connsiteY78" fmla="*/ 186627 h 841868"/>
                <a:gd name="connsiteX79" fmla="*/ 649042 w 838596"/>
                <a:gd name="connsiteY79" fmla="*/ 153580 h 841868"/>
                <a:gd name="connsiteX80" fmla="*/ 598081 w 838596"/>
                <a:gd name="connsiteY80" fmla="*/ 206128 h 841868"/>
                <a:gd name="connsiteX81" fmla="*/ 547468 w 838596"/>
                <a:gd name="connsiteY81" fmla="*/ 211090 h 841868"/>
                <a:gd name="connsiteX82" fmla="*/ 473037 w 838596"/>
                <a:gd name="connsiteY82" fmla="*/ 181318 h 841868"/>
                <a:gd name="connsiteX83" fmla="*/ 438303 w 838596"/>
                <a:gd name="connsiteY83" fmla="*/ 141969 h 841868"/>
                <a:gd name="connsiteX84" fmla="*/ 438303 w 838596"/>
                <a:gd name="connsiteY84" fmla="*/ 80439 h 841868"/>
                <a:gd name="connsiteX85" fmla="*/ 392453 w 838596"/>
                <a:gd name="connsiteY85" fmla="*/ 79893 h 841868"/>
                <a:gd name="connsiteX86" fmla="*/ 393644 w 838596"/>
                <a:gd name="connsiteY86" fmla="*/ 141125 h 841868"/>
                <a:gd name="connsiteX87" fmla="*/ 358910 w 838596"/>
                <a:gd name="connsiteY87" fmla="*/ 181318 h 841868"/>
                <a:gd name="connsiteX88" fmla="*/ 281352 w 838596"/>
                <a:gd name="connsiteY88" fmla="*/ 207468 h 841868"/>
                <a:gd name="connsiteX89" fmla="*/ 232426 w 838596"/>
                <a:gd name="connsiteY89" fmla="*/ 201613 h 841868"/>
                <a:gd name="connsiteX90" fmla="*/ 179580 w 838596"/>
                <a:gd name="connsiteY90" fmla="*/ 148171 h 841868"/>
                <a:gd name="connsiteX91" fmla="*/ 147227 w 838596"/>
                <a:gd name="connsiteY91" fmla="*/ 179780 h 841868"/>
                <a:gd name="connsiteX92" fmla="*/ 202902 w 838596"/>
                <a:gd name="connsiteY92" fmla="*/ 232030 h 841868"/>
                <a:gd name="connsiteX93" fmla="*/ 212479 w 838596"/>
                <a:gd name="connsiteY93" fmla="*/ 275994 h 841868"/>
                <a:gd name="connsiteX94" fmla="*/ 180821 w 838596"/>
                <a:gd name="connsiteY94" fmla="*/ 367197 h 841868"/>
                <a:gd name="connsiteX95" fmla="*/ 142116 w 838596"/>
                <a:gd name="connsiteY95" fmla="*/ 398111 h 841868"/>
                <a:gd name="connsiteX96" fmla="*/ 80488 w 838596"/>
                <a:gd name="connsiteY96" fmla="*/ 398111 h 841868"/>
                <a:gd name="connsiteX97" fmla="*/ 79942 w 838596"/>
                <a:gd name="connsiteY97" fmla="*/ 443811 h 841868"/>
                <a:gd name="connsiteX98" fmla="*/ 141025 w 838596"/>
                <a:gd name="connsiteY98" fmla="*/ 442323 h 841868"/>
                <a:gd name="connsiteX99" fmla="*/ 180721 w 838596"/>
                <a:gd name="connsiteY99" fmla="*/ 473336 h 841868"/>
                <a:gd name="connsiteX100" fmla="*/ 211387 w 838596"/>
                <a:gd name="connsiteY100" fmla="*/ 555557 h 841868"/>
                <a:gd name="connsiteX101" fmla="*/ 204688 w 838596"/>
                <a:gd name="connsiteY101" fmla="*/ 603143 h 841868"/>
                <a:gd name="connsiteX102" fmla="*/ 146037 w 838596"/>
                <a:gd name="connsiteY102" fmla="*/ 661448 h 841868"/>
                <a:gd name="connsiteX103" fmla="*/ 177645 w 838596"/>
                <a:gd name="connsiteY103" fmla="*/ 693800 h 841868"/>
                <a:gd name="connsiteX104" fmla="*/ 230739 w 838596"/>
                <a:gd name="connsiteY104" fmla="*/ 637382 h 841868"/>
                <a:gd name="connsiteX105" fmla="*/ 280856 w 838596"/>
                <a:gd name="connsiteY105" fmla="*/ 631030 h 841868"/>
                <a:gd name="connsiteX106" fmla="*/ 355684 w 838596"/>
                <a:gd name="connsiteY106" fmla="*/ 658669 h 841868"/>
                <a:gd name="connsiteX107" fmla="*/ 389079 w 838596"/>
                <a:gd name="connsiteY107" fmla="*/ 695984 h 84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838596" h="841868">
                  <a:moveTo>
                    <a:pt x="478446" y="841571"/>
                  </a:moveTo>
                  <a:lnTo>
                    <a:pt x="354394" y="841571"/>
                  </a:lnTo>
                  <a:cubicBezTo>
                    <a:pt x="333186" y="841596"/>
                    <a:pt x="315705" y="824943"/>
                    <a:pt x="314697" y="803760"/>
                  </a:cubicBezTo>
                  <a:lnTo>
                    <a:pt x="311174" y="729924"/>
                  </a:lnTo>
                  <a:cubicBezTo>
                    <a:pt x="296202" y="725826"/>
                    <a:pt x="281609" y="720447"/>
                    <a:pt x="267558" y="713847"/>
                  </a:cubicBezTo>
                  <a:lnTo>
                    <a:pt x="207020" y="778354"/>
                  </a:lnTo>
                  <a:cubicBezTo>
                    <a:pt x="192001" y="794327"/>
                    <a:pt x="166878" y="795096"/>
                    <a:pt x="150907" y="780076"/>
                  </a:cubicBezTo>
                  <a:cubicBezTo>
                    <a:pt x="150499" y="779694"/>
                    <a:pt x="150100" y="779302"/>
                    <a:pt x="149708" y="778900"/>
                  </a:cubicBezTo>
                  <a:lnTo>
                    <a:pt x="61681" y="688491"/>
                  </a:lnTo>
                  <a:cubicBezTo>
                    <a:pt x="46459" y="672875"/>
                    <a:pt x="46681" y="647911"/>
                    <a:pt x="62177" y="632568"/>
                  </a:cubicBezTo>
                  <a:lnTo>
                    <a:pt x="128322" y="567168"/>
                  </a:lnTo>
                  <a:cubicBezTo>
                    <a:pt x="121841" y="552639"/>
                    <a:pt x="116257" y="537723"/>
                    <a:pt x="111600" y="522510"/>
                  </a:cubicBezTo>
                  <a:lnTo>
                    <a:pt x="40692" y="524197"/>
                  </a:lnTo>
                  <a:cubicBezTo>
                    <a:pt x="18775" y="524748"/>
                    <a:pt x="562" y="507425"/>
                    <a:pt x="12" y="485508"/>
                  </a:cubicBezTo>
                  <a:cubicBezTo>
                    <a:pt x="0" y="485021"/>
                    <a:pt x="-3" y="484540"/>
                    <a:pt x="3" y="484054"/>
                  </a:cubicBezTo>
                  <a:lnTo>
                    <a:pt x="1541" y="358017"/>
                  </a:lnTo>
                  <a:cubicBezTo>
                    <a:pt x="1786" y="336268"/>
                    <a:pt x="19487" y="318766"/>
                    <a:pt x="41237" y="318767"/>
                  </a:cubicBezTo>
                  <a:lnTo>
                    <a:pt x="112146" y="318767"/>
                  </a:lnTo>
                  <a:cubicBezTo>
                    <a:pt x="117505" y="302293"/>
                    <a:pt x="123757" y="285124"/>
                    <a:pt x="128967" y="271578"/>
                  </a:cubicBezTo>
                  <a:lnTo>
                    <a:pt x="62624" y="209304"/>
                  </a:lnTo>
                  <a:cubicBezTo>
                    <a:pt x="46640" y="194299"/>
                    <a:pt x="45846" y="169177"/>
                    <a:pt x="60852" y="153192"/>
                  </a:cubicBezTo>
                  <a:cubicBezTo>
                    <a:pt x="61251" y="152767"/>
                    <a:pt x="61660" y="152350"/>
                    <a:pt x="62078" y="151942"/>
                  </a:cubicBezTo>
                  <a:lnTo>
                    <a:pt x="152289" y="63866"/>
                  </a:lnTo>
                  <a:cubicBezTo>
                    <a:pt x="167912" y="48498"/>
                    <a:pt x="193033" y="48698"/>
                    <a:pt x="208410" y="64312"/>
                  </a:cubicBezTo>
                  <a:lnTo>
                    <a:pt x="268501" y="124850"/>
                  </a:lnTo>
                  <a:cubicBezTo>
                    <a:pt x="283250" y="118181"/>
                    <a:pt x="298581" y="112882"/>
                    <a:pt x="314300" y="109021"/>
                  </a:cubicBezTo>
                  <a:lnTo>
                    <a:pt x="312613" y="40494"/>
                  </a:lnTo>
                  <a:cubicBezTo>
                    <a:pt x="312173" y="18575"/>
                    <a:pt x="329585" y="449"/>
                    <a:pt x="351504" y="8"/>
                  </a:cubicBezTo>
                  <a:cubicBezTo>
                    <a:pt x="351955" y="-1"/>
                    <a:pt x="352405" y="-2"/>
                    <a:pt x="352856" y="4"/>
                  </a:cubicBezTo>
                  <a:lnTo>
                    <a:pt x="478942" y="1492"/>
                  </a:lnTo>
                  <a:cubicBezTo>
                    <a:pt x="500671" y="1764"/>
                    <a:pt x="518142" y="19458"/>
                    <a:pt x="518142" y="41189"/>
                  </a:cubicBezTo>
                  <a:lnTo>
                    <a:pt x="518142" y="109864"/>
                  </a:lnTo>
                  <a:cubicBezTo>
                    <a:pt x="533748" y="114517"/>
                    <a:pt x="548873" y="120665"/>
                    <a:pt x="563297" y="128224"/>
                  </a:cubicBezTo>
                  <a:lnTo>
                    <a:pt x="621354" y="69125"/>
                  </a:lnTo>
                  <a:cubicBezTo>
                    <a:pt x="628817" y="61512"/>
                    <a:pt x="639029" y="57220"/>
                    <a:pt x="649687" y="57217"/>
                  </a:cubicBezTo>
                  <a:lnTo>
                    <a:pt x="649687" y="57217"/>
                  </a:lnTo>
                  <a:cubicBezTo>
                    <a:pt x="660346" y="57267"/>
                    <a:pt x="670548" y="61572"/>
                    <a:pt x="678021" y="69175"/>
                  </a:cubicBezTo>
                  <a:lnTo>
                    <a:pt x="766147" y="159386"/>
                  </a:lnTo>
                  <a:cubicBezTo>
                    <a:pt x="781395" y="174972"/>
                    <a:pt x="781217" y="199940"/>
                    <a:pt x="765750" y="215308"/>
                  </a:cubicBezTo>
                  <a:lnTo>
                    <a:pt x="705659" y="274853"/>
                  </a:lnTo>
                  <a:cubicBezTo>
                    <a:pt x="713152" y="290384"/>
                    <a:pt x="719702" y="306709"/>
                    <a:pt x="724664" y="320057"/>
                  </a:cubicBezTo>
                  <a:lnTo>
                    <a:pt x="798053" y="318618"/>
                  </a:lnTo>
                  <a:cubicBezTo>
                    <a:pt x="819971" y="318151"/>
                    <a:pt x="838122" y="335541"/>
                    <a:pt x="838588" y="357460"/>
                  </a:cubicBezTo>
                  <a:cubicBezTo>
                    <a:pt x="838598" y="357894"/>
                    <a:pt x="838598" y="358328"/>
                    <a:pt x="838593" y="358761"/>
                  </a:cubicBezTo>
                  <a:lnTo>
                    <a:pt x="837055" y="484848"/>
                  </a:lnTo>
                  <a:cubicBezTo>
                    <a:pt x="836782" y="506577"/>
                    <a:pt x="819092" y="524048"/>
                    <a:pt x="797358" y="524048"/>
                  </a:cubicBezTo>
                  <a:lnTo>
                    <a:pt x="797358" y="524048"/>
                  </a:lnTo>
                  <a:lnTo>
                    <a:pt x="732256" y="524048"/>
                  </a:lnTo>
                  <a:cubicBezTo>
                    <a:pt x="728475" y="541237"/>
                    <a:pt x="722610" y="557904"/>
                    <a:pt x="714790" y="573669"/>
                  </a:cubicBezTo>
                  <a:lnTo>
                    <a:pt x="770811" y="628251"/>
                  </a:lnTo>
                  <a:cubicBezTo>
                    <a:pt x="786501" y="643564"/>
                    <a:pt x="786804" y="668697"/>
                    <a:pt x="771491" y="684387"/>
                  </a:cubicBezTo>
                  <a:cubicBezTo>
                    <a:pt x="771268" y="684616"/>
                    <a:pt x="771040" y="684844"/>
                    <a:pt x="770811" y="685067"/>
                  </a:cubicBezTo>
                  <a:lnTo>
                    <a:pt x="680601" y="773144"/>
                  </a:lnTo>
                  <a:cubicBezTo>
                    <a:pt x="665149" y="788372"/>
                    <a:pt x="640329" y="788372"/>
                    <a:pt x="624877" y="773144"/>
                  </a:cubicBezTo>
                  <a:lnTo>
                    <a:pt x="562355" y="711068"/>
                  </a:lnTo>
                  <a:cubicBezTo>
                    <a:pt x="547468" y="716725"/>
                    <a:pt x="531093" y="721786"/>
                    <a:pt x="517696" y="725955"/>
                  </a:cubicBezTo>
                  <a:lnTo>
                    <a:pt x="518391" y="801775"/>
                  </a:lnTo>
                  <a:cubicBezTo>
                    <a:pt x="518609" y="823697"/>
                    <a:pt x="501013" y="841645"/>
                    <a:pt x="479093" y="841868"/>
                  </a:cubicBezTo>
                  <a:cubicBezTo>
                    <a:pt x="478960" y="841868"/>
                    <a:pt x="478827" y="841868"/>
                    <a:pt x="478694" y="841868"/>
                  </a:cubicBezTo>
                  <a:close/>
                  <a:moveTo>
                    <a:pt x="392007" y="762178"/>
                  </a:moveTo>
                  <a:lnTo>
                    <a:pt x="438154" y="762178"/>
                  </a:lnTo>
                  <a:lnTo>
                    <a:pt x="437558" y="695636"/>
                  </a:lnTo>
                  <a:cubicBezTo>
                    <a:pt x="437377" y="677197"/>
                    <a:pt x="449915" y="661061"/>
                    <a:pt x="467827" y="656684"/>
                  </a:cubicBezTo>
                  <a:cubicBezTo>
                    <a:pt x="491347" y="650928"/>
                    <a:pt x="534964" y="638324"/>
                    <a:pt x="551835" y="629045"/>
                  </a:cubicBezTo>
                  <a:cubicBezTo>
                    <a:pt x="567272" y="620535"/>
                    <a:pt x="586470" y="623225"/>
                    <a:pt x="598975" y="635645"/>
                  </a:cubicBezTo>
                  <a:lnTo>
                    <a:pt x="652863" y="689186"/>
                  </a:lnTo>
                  <a:lnTo>
                    <a:pt x="685960" y="656833"/>
                  </a:lnTo>
                  <a:lnTo>
                    <a:pt x="636984" y="609098"/>
                  </a:lnTo>
                  <a:cubicBezTo>
                    <a:pt x="623269" y="595626"/>
                    <a:pt x="621175" y="574259"/>
                    <a:pt x="632022" y="558385"/>
                  </a:cubicBezTo>
                  <a:cubicBezTo>
                    <a:pt x="647469" y="536706"/>
                    <a:pt x="656108" y="510913"/>
                    <a:pt x="656832" y="484302"/>
                  </a:cubicBezTo>
                  <a:cubicBezTo>
                    <a:pt x="656832" y="462378"/>
                    <a:pt x="674607" y="444605"/>
                    <a:pt x="696529" y="444605"/>
                  </a:cubicBezTo>
                  <a:lnTo>
                    <a:pt x="696529" y="444605"/>
                  </a:lnTo>
                  <a:lnTo>
                    <a:pt x="757811" y="444605"/>
                  </a:lnTo>
                  <a:lnTo>
                    <a:pt x="758357" y="398805"/>
                  </a:lnTo>
                  <a:lnTo>
                    <a:pt x="697125" y="399996"/>
                  </a:lnTo>
                  <a:cubicBezTo>
                    <a:pt x="679529" y="400329"/>
                    <a:pt x="663819" y="389039"/>
                    <a:pt x="658520" y="372258"/>
                  </a:cubicBezTo>
                  <a:cubicBezTo>
                    <a:pt x="653558" y="356826"/>
                    <a:pt x="637679" y="311920"/>
                    <a:pt x="622991" y="289640"/>
                  </a:cubicBezTo>
                  <a:cubicBezTo>
                    <a:pt x="612536" y="273910"/>
                    <a:pt x="614610" y="252991"/>
                    <a:pt x="627953" y="239622"/>
                  </a:cubicBezTo>
                  <a:lnTo>
                    <a:pt x="681296" y="186627"/>
                  </a:lnTo>
                  <a:lnTo>
                    <a:pt x="649042" y="153580"/>
                  </a:lnTo>
                  <a:lnTo>
                    <a:pt x="598081" y="206128"/>
                  </a:lnTo>
                  <a:cubicBezTo>
                    <a:pt x="584624" y="219791"/>
                    <a:pt x="563322" y="221879"/>
                    <a:pt x="547468" y="211090"/>
                  </a:cubicBezTo>
                  <a:cubicBezTo>
                    <a:pt x="525347" y="195448"/>
                    <a:pt x="499842" y="185248"/>
                    <a:pt x="473037" y="181318"/>
                  </a:cubicBezTo>
                  <a:cubicBezTo>
                    <a:pt x="453202" y="178819"/>
                    <a:pt x="438321" y="161960"/>
                    <a:pt x="438303" y="141969"/>
                  </a:cubicBezTo>
                  <a:lnTo>
                    <a:pt x="438303" y="80439"/>
                  </a:lnTo>
                  <a:lnTo>
                    <a:pt x="392453" y="79893"/>
                  </a:lnTo>
                  <a:lnTo>
                    <a:pt x="393644" y="141125"/>
                  </a:lnTo>
                  <a:cubicBezTo>
                    <a:pt x="394057" y="161437"/>
                    <a:pt x="379067" y="178783"/>
                    <a:pt x="358910" y="181318"/>
                  </a:cubicBezTo>
                  <a:cubicBezTo>
                    <a:pt x="331469" y="184320"/>
                    <a:pt x="305008" y="193242"/>
                    <a:pt x="281352" y="207468"/>
                  </a:cubicBezTo>
                  <a:cubicBezTo>
                    <a:pt x="265659" y="217099"/>
                    <a:pt x="245403" y="214675"/>
                    <a:pt x="232426" y="201613"/>
                  </a:cubicBezTo>
                  <a:lnTo>
                    <a:pt x="179580" y="148171"/>
                  </a:lnTo>
                  <a:lnTo>
                    <a:pt x="147227" y="179780"/>
                  </a:lnTo>
                  <a:lnTo>
                    <a:pt x="202902" y="232030"/>
                  </a:lnTo>
                  <a:cubicBezTo>
                    <a:pt x="214893" y="243286"/>
                    <a:pt x="218702" y="260771"/>
                    <a:pt x="212479" y="275994"/>
                  </a:cubicBezTo>
                  <a:cubicBezTo>
                    <a:pt x="205631" y="292865"/>
                    <a:pt x="186527" y="342089"/>
                    <a:pt x="180821" y="367197"/>
                  </a:cubicBezTo>
                  <a:cubicBezTo>
                    <a:pt x="176719" y="385274"/>
                    <a:pt x="160653" y="398107"/>
                    <a:pt x="142116" y="398111"/>
                  </a:cubicBezTo>
                  <a:lnTo>
                    <a:pt x="80488" y="398111"/>
                  </a:lnTo>
                  <a:lnTo>
                    <a:pt x="79942" y="443811"/>
                  </a:lnTo>
                  <a:lnTo>
                    <a:pt x="141025" y="442323"/>
                  </a:lnTo>
                  <a:cubicBezTo>
                    <a:pt x="159962" y="441865"/>
                    <a:pt x="176584" y="454851"/>
                    <a:pt x="180721" y="473336"/>
                  </a:cubicBezTo>
                  <a:cubicBezTo>
                    <a:pt x="186922" y="502081"/>
                    <a:pt x="197251" y="529774"/>
                    <a:pt x="211387" y="555557"/>
                  </a:cubicBezTo>
                  <a:cubicBezTo>
                    <a:pt x="220099" y="571123"/>
                    <a:pt x="217359" y="590589"/>
                    <a:pt x="204688" y="603143"/>
                  </a:cubicBezTo>
                  <a:lnTo>
                    <a:pt x="146037" y="661448"/>
                  </a:lnTo>
                  <a:lnTo>
                    <a:pt x="177645" y="693800"/>
                  </a:lnTo>
                  <a:lnTo>
                    <a:pt x="230739" y="637382"/>
                  </a:lnTo>
                  <a:cubicBezTo>
                    <a:pt x="243769" y="623537"/>
                    <a:pt x="264785" y="620873"/>
                    <a:pt x="280856" y="631030"/>
                  </a:cubicBezTo>
                  <a:cubicBezTo>
                    <a:pt x="303660" y="645237"/>
                    <a:pt x="329122" y="654640"/>
                    <a:pt x="355684" y="658669"/>
                  </a:cubicBezTo>
                  <a:cubicBezTo>
                    <a:pt x="374246" y="661631"/>
                    <a:pt x="388186" y="677207"/>
                    <a:pt x="389079" y="6959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A18720-4A21-2B43-B72D-D138F1B25BBB}"/>
                </a:ext>
              </a:extLst>
            </p:cNvPr>
            <p:cNvSpPr/>
            <p:nvPr/>
          </p:nvSpPr>
          <p:spPr>
            <a:xfrm>
              <a:off x="8350127" y="5015644"/>
              <a:ext cx="354788" cy="354787"/>
            </a:xfrm>
            <a:custGeom>
              <a:avLst/>
              <a:gdLst>
                <a:gd name="connsiteX0" fmla="*/ 177394 w 354788"/>
                <a:gd name="connsiteY0" fmla="*/ 354788 h 354787"/>
                <a:gd name="connsiteX1" fmla="*/ 0 w 354788"/>
                <a:gd name="connsiteY1" fmla="*/ 177394 h 354787"/>
                <a:gd name="connsiteX2" fmla="*/ 177394 w 354788"/>
                <a:gd name="connsiteY2" fmla="*/ 0 h 354787"/>
                <a:gd name="connsiteX3" fmla="*/ 354788 w 354788"/>
                <a:gd name="connsiteY3" fmla="*/ 177394 h 354787"/>
                <a:gd name="connsiteX4" fmla="*/ 177394 w 354788"/>
                <a:gd name="connsiteY4" fmla="*/ 354788 h 354787"/>
                <a:gd name="connsiteX5" fmla="*/ 177394 w 354788"/>
                <a:gd name="connsiteY5" fmla="*/ 79393 h 354787"/>
                <a:gd name="connsiteX6" fmla="*/ 79393 w 354788"/>
                <a:gd name="connsiteY6" fmla="*/ 177394 h 354787"/>
                <a:gd name="connsiteX7" fmla="*/ 177394 w 354788"/>
                <a:gd name="connsiteY7" fmla="*/ 275395 h 354787"/>
                <a:gd name="connsiteX8" fmla="*/ 275395 w 354788"/>
                <a:gd name="connsiteY8" fmla="*/ 177394 h 354787"/>
                <a:gd name="connsiteX9" fmla="*/ 177394 w 354788"/>
                <a:gd name="connsiteY9" fmla="*/ 79393 h 35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4788" h="354787">
                  <a:moveTo>
                    <a:pt x="177394" y="354788"/>
                  </a:moveTo>
                  <a:cubicBezTo>
                    <a:pt x="79422" y="354788"/>
                    <a:pt x="0" y="275365"/>
                    <a:pt x="0" y="177394"/>
                  </a:cubicBezTo>
                  <a:cubicBezTo>
                    <a:pt x="0" y="79422"/>
                    <a:pt x="79422" y="0"/>
                    <a:pt x="177394" y="0"/>
                  </a:cubicBezTo>
                  <a:cubicBezTo>
                    <a:pt x="275365" y="0"/>
                    <a:pt x="354788" y="79422"/>
                    <a:pt x="354788" y="177394"/>
                  </a:cubicBezTo>
                  <a:cubicBezTo>
                    <a:pt x="354679" y="275320"/>
                    <a:pt x="275321" y="354679"/>
                    <a:pt x="177394" y="354788"/>
                  </a:cubicBezTo>
                  <a:close/>
                  <a:moveTo>
                    <a:pt x="177394" y="79393"/>
                  </a:moveTo>
                  <a:cubicBezTo>
                    <a:pt x="123270" y="79393"/>
                    <a:pt x="79393" y="123270"/>
                    <a:pt x="79393" y="177394"/>
                  </a:cubicBezTo>
                  <a:cubicBezTo>
                    <a:pt x="79393" y="231518"/>
                    <a:pt x="123270" y="275395"/>
                    <a:pt x="177394" y="275395"/>
                  </a:cubicBezTo>
                  <a:cubicBezTo>
                    <a:pt x="231518" y="275395"/>
                    <a:pt x="275395" y="231518"/>
                    <a:pt x="275395" y="177394"/>
                  </a:cubicBezTo>
                  <a:cubicBezTo>
                    <a:pt x="275341" y="123292"/>
                    <a:pt x="231496" y="79448"/>
                    <a:pt x="17739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7" name="Picture Placeholder 89">
            <a:extLst>
              <a:ext uri="{FF2B5EF4-FFF2-40B4-BE49-F238E27FC236}">
                <a16:creationId xmlns:a16="http://schemas.microsoft.com/office/drawing/2014/main" id="{BC326D8B-1FD2-4A0F-8066-D11414D7EA7B}"/>
              </a:ext>
            </a:extLst>
          </p:cNvPr>
          <p:cNvGrpSpPr>
            <a:grpSpLocks noChangeAspect="1"/>
          </p:cNvGrpSpPr>
          <p:nvPr/>
        </p:nvGrpSpPr>
        <p:grpSpPr>
          <a:xfrm>
            <a:off x="9430097" y="4772002"/>
            <a:ext cx="790163" cy="841570"/>
            <a:chOff x="9430097" y="4772002"/>
            <a:chExt cx="790163" cy="841570"/>
          </a:xfrm>
        </p:grpSpPr>
        <p:grpSp>
          <p:nvGrpSpPr>
            <p:cNvPr id="148" name="Picture Placeholder 89">
              <a:extLst>
                <a:ext uri="{FF2B5EF4-FFF2-40B4-BE49-F238E27FC236}">
                  <a16:creationId xmlns:a16="http://schemas.microsoft.com/office/drawing/2014/main" id="{BC326D8B-1FD2-4A0F-8066-D11414D7EA7B}"/>
                </a:ext>
              </a:extLst>
            </p:cNvPr>
            <p:cNvGrpSpPr/>
            <p:nvPr/>
          </p:nvGrpSpPr>
          <p:grpSpPr>
            <a:xfrm>
              <a:off x="9430097" y="4772002"/>
              <a:ext cx="483755" cy="841570"/>
              <a:chOff x="9430097" y="4772002"/>
              <a:chExt cx="483755" cy="841570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C494E7AD-8F88-AC44-807E-C56CA49E3934}"/>
                  </a:ext>
                </a:extLst>
              </p:cNvPr>
              <p:cNvSpPr/>
              <p:nvPr/>
            </p:nvSpPr>
            <p:spPr>
              <a:xfrm>
                <a:off x="9430097" y="4772002"/>
                <a:ext cx="483755" cy="841570"/>
              </a:xfrm>
              <a:custGeom>
                <a:avLst/>
                <a:gdLst>
                  <a:gd name="connsiteX0" fmla="*/ 444059 w 483755"/>
                  <a:gd name="connsiteY0" fmla="*/ 841571 h 841570"/>
                  <a:gd name="connsiteX1" fmla="*/ 349333 w 483755"/>
                  <a:gd name="connsiteY1" fmla="*/ 841571 h 841570"/>
                  <a:gd name="connsiteX2" fmla="*/ 309636 w 483755"/>
                  <a:gd name="connsiteY2" fmla="*/ 801874 h 841570"/>
                  <a:gd name="connsiteX3" fmla="*/ 309636 w 483755"/>
                  <a:gd name="connsiteY3" fmla="*/ 729527 h 841570"/>
                  <a:gd name="connsiteX4" fmla="*/ 267508 w 483755"/>
                  <a:gd name="connsiteY4" fmla="*/ 713847 h 841570"/>
                  <a:gd name="connsiteX5" fmla="*/ 207020 w 483755"/>
                  <a:gd name="connsiteY5" fmla="*/ 778354 h 841570"/>
                  <a:gd name="connsiteX6" fmla="*/ 150907 w 483755"/>
                  <a:gd name="connsiteY6" fmla="*/ 780076 h 841570"/>
                  <a:gd name="connsiteX7" fmla="*/ 149708 w 483755"/>
                  <a:gd name="connsiteY7" fmla="*/ 778900 h 841570"/>
                  <a:gd name="connsiteX8" fmla="*/ 61632 w 483755"/>
                  <a:gd name="connsiteY8" fmla="*/ 688491 h 841570"/>
                  <a:gd name="connsiteX9" fmla="*/ 62128 w 483755"/>
                  <a:gd name="connsiteY9" fmla="*/ 632568 h 841570"/>
                  <a:gd name="connsiteX10" fmla="*/ 128272 w 483755"/>
                  <a:gd name="connsiteY10" fmla="*/ 567168 h 841570"/>
                  <a:gd name="connsiteX11" fmla="*/ 111550 w 483755"/>
                  <a:gd name="connsiteY11" fmla="*/ 522510 h 841570"/>
                  <a:gd name="connsiteX12" fmla="*/ 40642 w 483755"/>
                  <a:gd name="connsiteY12" fmla="*/ 524197 h 841570"/>
                  <a:gd name="connsiteX13" fmla="*/ 11 w 483755"/>
                  <a:gd name="connsiteY13" fmla="*/ 485458 h 841570"/>
                  <a:gd name="connsiteX14" fmla="*/ 3 w 483755"/>
                  <a:gd name="connsiteY14" fmla="*/ 484054 h 841570"/>
                  <a:gd name="connsiteX15" fmla="*/ 1491 w 483755"/>
                  <a:gd name="connsiteY15" fmla="*/ 358017 h 841570"/>
                  <a:gd name="connsiteX16" fmla="*/ 41188 w 483755"/>
                  <a:gd name="connsiteY16" fmla="*/ 318767 h 841570"/>
                  <a:gd name="connsiteX17" fmla="*/ 112096 w 483755"/>
                  <a:gd name="connsiteY17" fmla="*/ 318767 h 841570"/>
                  <a:gd name="connsiteX18" fmla="*/ 128868 w 483755"/>
                  <a:gd name="connsiteY18" fmla="*/ 271578 h 841570"/>
                  <a:gd name="connsiteX19" fmla="*/ 62574 w 483755"/>
                  <a:gd name="connsiteY19" fmla="*/ 209304 h 841570"/>
                  <a:gd name="connsiteX20" fmla="*/ 50219 w 483755"/>
                  <a:gd name="connsiteY20" fmla="*/ 180722 h 841570"/>
                  <a:gd name="connsiteX21" fmla="*/ 62177 w 483755"/>
                  <a:gd name="connsiteY21" fmla="*/ 151942 h 841570"/>
                  <a:gd name="connsiteX22" fmla="*/ 152189 w 483755"/>
                  <a:gd name="connsiteY22" fmla="*/ 63866 h 841570"/>
                  <a:gd name="connsiteX23" fmla="*/ 208112 w 483755"/>
                  <a:gd name="connsiteY23" fmla="*/ 64312 h 841570"/>
                  <a:gd name="connsiteX24" fmla="*/ 268203 w 483755"/>
                  <a:gd name="connsiteY24" fmla="*/ 124850 h 841570"/>
                  <a:gd name="connsiteX25" fmla="*/ 313953 w 483755"/>
                  <a:gd name="connsiteY25" fmla="*/ 109021 h 841570"/>
                  <a:gd name="connsiteX26" fmla="*/ 312663 w 483755"/>
                  <a:gd name="connsiteY26" fmla="*/ 40494 h 841570"/>
                  <a:gd name="connsiteX27" fmla="*/ 351554 w 483755"/>
                  <a:gd name="connsiteY27" fmla="*/ 8 h 841570"/>
                  <a:gd name="connsiteX28" fmla="*/ 352905 w 483755"/>
                  <a:gd name="connsiteY28" fmla="*/ 4 h 841570"/>
                  <a:gd name="connsiteX29" fmla="*/ 439692 w 483755"/>
                  <a:gd name="connsiteY29" fmla="*/ 847 h 841570"/>
                  <a:gd name="connsiteX30" fmla="*/ 479041 w 483755"/>
                  <a:gd name="connsiteY30" fmla="*/ 40544 h 841570"/>
                  <a:gd name="connsiteX31" fmla="*/ 479041 w 483755"/>
                  <a:gd name="connsiteY31" fmla="*/ 280907 h 841570"/>
                  <a:gd name="connsiteX32" fmla="*/ 439345 w 483755"/>
                  <a:gd name="connsiteY32" fmla="*/ 320603 h 841570"/>
                  <a:gd name="connsiteX33" fmla="*/ 439345 w 483755"/>
                  <a:gd name="connsiteY33" fmla="*/ 320603 h 841570"/>
                  <a:gd name="connsiteX34" fmla="*/ 399648 w 483755"/>
                  <a:gd name="connsiteY34" fmla="*/ 280907 h 841570"/>
                  <a:gd name="connsiteX35" fmla="*/ 399648 w 483755"/>
                  <a:gd name="connsiteY35" fmla="*/ 79844 h 841570"/>
                  <a:gd name="connsiteX36" fmla="*/ 392602 w 483755"/>
                  <a:gd name="connsiteY36" fmla="*/ 79844 h 841570"/>
                  <a:gd name="connsiteX37" fmla="*/ 393793 w 483755"/>
                  <a:gd name="connsiteY37" fmla="*/ 141175 h 841570"/>
                  <a:gd name="connsiteX38" fmla="*/ 359058 w 483755"/>
                  <a:gd name="connsiteY38" fmla="*/ 181367 h 841570"/>
                  <a:gd name="connsiteX39" fmla="*/ 281501 w 483755"/>
                  <a:gd name="connsiteY39" fmla="*/ 207518 h 841570"/>
                  <a:gd name="connsiteX40" fmla="*/ 232575 w 483755"/>
                  <a:gd name="connsiteY40" fmla="*/ 201662 h 841570"/>
                  <a:gd name="connsiteX41" fmla="*/ 179531 w 483755"/>
                  <a:gd name="connsiteY41" fmla="*/ 148171 h 841570"/>
                  <a:gd name="connsiteX42" fmla="*/ 147128 w 483755"/>
                  <a:gd name="connsiteY42" fmla="*/ 179780 h 841570"/>
                  <a:gd name="connsiteX43" fmla="*/ 202852 w 483755"/>
                  <a:gd name="connsiteY43" fmla="*/ 232030 h 841570"/>
                  <a:gd name="connsiteX44" fmla="*/ 212429 w 483755"/>
                  <a:gd name="connsiteY44" fmla="*/ 275994 h 841570"/>
                  <a:gd name="connsiteX45" fmla="*/ 180771 w 483755"/>
                  <a:gd name="connsiteY45" fmla="*/ 367197 h 841570"/>
                  <a:gd name="connsiteX46" fmla="*/ 142067 w 483755"/>
                  <a:gd name="connsiteY46" fmla="*/ 398111 h 841570"/>
                  <a:gd name="connsiteX47" fmla="*/ 80438 w 483755"/>
                  <a:gd name="connsiteY47" fmla="*/ 398111 h 841570"/>
                  <a:gd name="connsiteX48" fmla="*/ 79991 w 483755"/>
                  <a:gd name="connsiteY48" fmla="*/ 443861 h 841570"/>
                  <a:gd name="connsiteX49" fmla="*/ 141025 w 483755"/>
                  <a:gd name="connsiteY49" fmla="*/ 442372 h 841570"/>
                  <a:gd name="connsiteX50" fmla="*/ 180721 w 483755"/>
                  <a:gd name="connsiteY50" fmla="*/ 473385 h 841570"/>
                  <a:gd name="connsiteX51" fmla="*/ 211387 w 483755"/>
                  <a:gd name="connsiteY51" fmla="*/ 555607 h 841570"/>
                  <a:gd name="connsiteX52" fmla="*/ 204688 w 483755"/>
                  <a:gd name="connsiteY52" fmla="*/ 603193 h 841570"/>
                  <a:gd name="connsiteX53" fmla="*/ 145987 w 483755"/>
                  <a:gd name="connsiteY53" fmla="*/ 661448 h 841570"/>
                  <a:gd name="connsiteX54" fmla="*/ 177595 w 483755"/>
                  <a:gd name="connsiteY54" fmla="*/ 693800 h 841570"/>
                  <a:gd name="connsiteX55" fmla="*/ 230689 w 483755"/>
                  <a:gd name="connsiteY55" fmla="*/ 637382 h 841570"/>
                  <a:gd name="connsiteX56" fmla="*/ 280806 w 483755"/>
                  <a:gd name="connsiteY56" fmla="*/ 631030 h 841570"/>
                  <a:gd name="connsiteX57" fmla="*/ 355585 w 483755"/>
                  <a:gd name="connsiteY57" fmla="*/ 658669 h 841570"/>
                  <a:gd name="connsiteX58" fmla="*/ 389029 w 483755"/>
                  <a:gd name="connsiteY58" fmla="*/ 697869 h 841570"/>
                  <a:gd name="connsiteX59" fmla="*/ 389029 w 483755"/>
                  <a:gd name="connsiteY59" fmla="*/ 762376 h 841570"/>
                  <a:gd name="connsiteX60" fmla="*/ 404362 w 483755"/>
                  <a:gd name="connsiteY60" fmla="*/ 762376 h 841570"/>
                  <a:gd name="connsiteX61" fmla="*/ 404362 w 483755"/>
                  <a:gd name="connsiteY61" fmla="*/ 558931 h 841570"/>
                  <a:gd name="connsiteX62" fmla="*/ 444059 w 483755"/>
                  <a:gd name="connsiteY62" fmla="*/ 519235 h 841570"/>
                  <a:gd name="connsiteX63" fmla="*/ 444059 w 483755"/>
                  <a:gd name="connsiteY63" fmla="*/ 519235 h 841570"/>
                  <a:gd name="connsiteX64" fmla="*/ 483755 w 483755"/>
                  <a:gd name="connsiteY64" fmla="*/ 558931 h 841570"/>
                  <a:gd name="connsiteX65" fmla="*/ 483755 w 483755"/>
                  <a:gd name="connsiteY65" fmla="*/ 802073 h 841570"/>
                  <a:gd name="connsiteX66" fmla="*/ 444059 w 483755"/>
                  <a:gd name="connsiteY66" fmla="*/ 841571 h 84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83755" h="841570">
                    <a:moveTo>
                      <a:pt x="444059" y="841571"/>
                    </a:moveTo>
                    <a:lnTo>
                      <a:pt x="349333" y="841571"/>
                    </a:lnTo>
                    <a:cubicBezTo>
                      <a:pt x="327409" y="841571"/>
                      <a:pt x="309636" y="823797"/>
                      <a:pt x="309636" y="801874"/>
                    </a:cubicBezTo>
                    <a:lnTo>
                      <a:pt x="309636" y="729527"/>
                    </a:lnTo>
                    <a:cubicBezTo>
                      <a:pt x="295186" y="725468"/>
                      <a:pt x="281096" y="720223"/>
                      <a:pt x="267508" y="713847"/>
                    </a:cubicBezTo>
                    <a:lnTo>
                      <a:pt x="207020" y="778354"/>
                    </a:lnTo>
                    <a:cubicBezTo>
                      <a:pt x="192001" y="794327"/>
                      <a:pt x="166878" y="795096"/>
                      <a:pt x="150907" y="780076"/>
                    </a:cubicBezTo>
                    <a:cubicBezTo>
                      <a:pt x="150499" y="779694"/>
                      <a:pt x="150100" y="779302"/>
                      <a:pt x="149708" y="778900"/>
                    </a:cubicBezTo>
                    <a:lnTo>
                      <a:pt x="61632" y="688491"/>
                    </a:lnTo>
                    <a:cubicBezTo>
                      <a:pt x="46409" y="672875"/>
                      <a:pt x="46631" y="647911"/>
                      <a:pt x="62128" y="632568"/>
                    </a:cubicBezTo>
                    <a:lnTo>
                      <a:pt x="128272" y="567168"/>
                    </a:lnTo>
                    <a:cubicBezTo>
                      <a:pt x="121770" y="552644"/>
                      <a:pt x="116185" y="537733"/>
                      <a:pt x="111550" y="522510"/>
                    </a:cubicBezTo>
                    <a:lnTo>
                      <a:pt x="40642" y="524197"/>
                    </a:lnTo>
                    <a:cubicBezTo>
                      <a:pt x="18724" y="524718"/>
                      <a:pt x="533" y="507375"/>
                      <a:pt x="11" y="485458"/>
                    </a:cubicBezTo>
                    <a:cubicBezTo>
                      <a:pt x="0" y="484992"/>
                      <a:pt x="-3" y="484520"/>
                      <a:pt x="3" y="484054"/>
                    </a:cubicBezTo>
                    <a:lnTo>
                      <a:pt x="1491" y="358017"/>
                    </a:lnTo>
                    <a:cubicBezTo>
                      <a:pt x="1736" y="336268"/>
                      <a:pt x="19437" y="318766"/>
                      <a:pt x="41188" y="318767"/>
                    </a:cubicBezTo>
                    <a:lnTo>
                      <a:pt x="112096" y="318767"/>
                    </a:lnTo>
                    <a:cubicBezTo>
                      <a:pt x="117405" y="302293"/>
                      <a:pt x="123707" y="285124"/>
                      <a:pt x="128868" y="271578"/>
                    </a:cubicBezTo>
                    <a:lnTo>
                      <a:pt x="62574" y="209304"/>
                    </a:lnTo>
                    <a:cubicBezTo>
                      <a:pt x="54735" y="201857"/>
                      <a:pt x="50273" y="191535"/>
                      <a:pt x="50219" y="180722"/>
                    </a:cubicBezTo>
                    <a:cubicBezTo>
                      <a:pt x="50068" y="169891"/>
                      <a:pt x="54395" y="159478"/>
                      <a:pt x="62177" y="151942"/>
                    </a:cubicBezTo>
                    <a:lnTo>
                      <a:pt x="152189" y="63866"/>
                    </a:lnTo>
                    <a:cubicBezTo>
                      <a:pt x="167789" y="48630"/>
                      <a:pt x="192757" y="48830"/>
                      <a:pt x="208112" y="64312"/>
                    </a:cubicBezTo>
                    <a:lnTo>
                      <a:pt x="268203" y="124850"/>
                    </a:lnTo>
                    <a:cubicBezTo>
                      <a:pt x="282938" y="118188"/>
                      <a:pt x="298252" y="112890"/>
                      <a:pt x="313953" y="109021"/>
                    </a:cubicBezTo>
                    <a:lnTo>
                      <a:pt x="312663" y="40494"/>
                    </a:lnTo>
                    <a:cubicBezTo>
                      <a:pt x="312222" y="18575"/>
                      <a:pt x="329634" y="449"/>
                      <a:pt x="351554" y="8"/>
                    </a:cubicBezTo>
                    <a:cubicBezTo>
                      <a:pt x="352004" y="-1"/>
                      <a:pt x="352455" y="-2"/>
                      <a:pt x="352905" y="4"/>
                    </a:cubicBezTo>
                    <a:lnTo>
                      <a:pt x="439692" y="847"/>
                    </a:lnTo>
                    <a:cubicBezTo>
                      <a:pt x="461480" y="1038"/>
                      <a:pt x="479041" y="18755"/>
                      <a:pt x="479041" y="40544"/>
                    </a:cubicBezTo>
                    <a:lnTo>
                      <a:pt x="479041" y="280907"/>
                    </a:lnTo>
                    <a:cubicBezTo>
                      <a:pt x="479041" y="302830"/>
                      <a:pt x="461269" y="320603"/>
                      <a:pt x="439345" y="320603"/>
                    </a:cubicBezTo>
                    <a:lnTo>
                      <a:pt x="439345" y="320603"/>
                    </a:lnTo>
                    <a:cubicBezTo>
                      <a:pt x="417421" y="320603"/>
                      <a:pt x="399648" y="302830"/>
                      <a:pt x="399648" y="280907"/>
                    </a:cubicBezTo>
                    <a:lnTo>
                      <a:pt x="399648" y="79844"/>
                    </a:lnTo>
                    <a:lnTo>
                      <a:pt x="392602" y="79844"/>
                    </a:lnTo>
                    <a:lnTo>
                      <a:pt x="393793" y="141175"/>
                    </a:lnTo>
                    <a:cubicBezTo>
                      <a:pt x="394206" y="161487"/>
                      <a:pt x="379216" y="178832"/>
                      <a:pt x="359058" y="181367"/>
                    </a:cubicBezTo>
                    <a:cubicBezTo>
                      <a:pt x="331616" y="184360"/>
                      <a:pt x="305153" y="193283"/>
                      <a:pt x="281501" y="207518"/>
                    </a:cubicBezTo>
                    <a:cubicBezTo>
                      <a:pt x="265808" y="217149"/>
                      <a:pt x="245552" y="214725"/>
                      <a:pt x="232575" y="201662"/>
                    </a:cubicBezTo>
                    <a:lnTo>
                      <a:pt x="179531" y="148171"/>
                    </a:lnTo>
                    <a:lnTo>
                      <a:pt x="147128" y="179780"/>
                    </a:lnTo>
                    <a:lnTo>
                      <a:pt x="202852" y="232030"/>
                    </a:lnTo>
                    <a:cubicBezTo>
                      <a:pt x="214844" y="243286"/>
                      <a:pt x="218652" y="260771"/>
                      <a:pt x="212429" y="275994"/>
                    </a:cubicBezTo>
                    <a:cubicBezTo>
                      <a:pt x="205532" y="292865"/>
                      <a:pt x="186477" y="342089"/>
                      <a:pt x="180771" y="367197"/>
                    </a:cubicBezTo>
                    <a:cubicBezTo>
                      <a:pt x="176670" y="385274"/>
                      <a:pt x="160604" y="398107"/>
                      <a:pt x="142067" y="398111"/>
                    </a:cubicBezTo>
                    <a:lnTo>
                      <a:pt x="80438" y="398111"/>
                    </a:lnTo>
                    <a:lnTo>
                      <a:pt x="79991" y="443861"/>
                    </a:lnTo>
                    <a:lnTo>
                      <a:pt x="141025" y="442372"/>
                    </a:lnTo>
                    <a:cubicBezTo>
                      <a:pt x="159962" y="441915"/>
                      <a:pt x="176584" y="454901"/>
                      <a:pt x="180721" y="473385"/>
                    </a:cubicBezTo>
                    <a:cubicBezTo>
                      <a:pt x="186900" y="502135"/>
                      <a:pt x="197230" y="529834"/>
                      <a:pt x="211387" y="555607"/>
                    </a:cubicBezTo>
                    <a:cubicBezTo>
                      <a:pt x="220099" y="571173"/>
                      <a:pt x="217359" y="590639"/>
                      <a:pt x="204688" y="603193"/>
                    </a:cubicBezTo>
                    <a:lnTo>
                      <a:pt x="145987" y="661448"/>
                    </a:lnTo>
                    <a:lnTo>
                      <a:pt x="177595" y="693800"/>
                    </a:lnTo>
                    <a:lnTo>
                      <a:pt x="230689" y="637382"/>
                    </a:lnTo>
                    <a:cubicBezTo>
                      <a:pt x="243719" y="623537"/>
                      <a:pt x="264735" y="620873"/>
                      <a:pt x="280806" y="631030"/>
                    </a:cubicBezTo>
                    <a:cubicBezTo>
                      <a:pt x="303596" y="645227"/>
                      <a:pt x="329040" y="654630"/>
                      <a:pt x="355585" y="658669"/>
                    </a:cubicBezTo>
                    <a:cubicBezTo>
                      <a:pt x="374851" y="661740"/>
                      <a:pt x="389029" y="678358"/>
                      <a:pt x="389029" y="697869"/>
                    </a:cubicBezTo>
                    <a:lnTo>
                      <a:pt x="389029" y="762376"/>
                    </a:lnTo>
                    <a:lnTo>
                      <a:pt x="404362" y="762376"/>
                    </a:lnTo>
                    <a:lnTo>
                      <a:pt x="404362" y="558931"/>
                    </a:lnTo>
                    <a:cubicBezTo>
                      <a:pt x="404362" y="537009"/>
                      <a:pt x="422135" y="519235"/>
                      <a:pt x="444059" y="519235"/>
                    </a:cubicBezTo>
                    <a:lnTo>
                      <a:pt x="444059" y="519235"/>
                    </a:lnTo>
                    <a:cubicBezTo>
                      <a:pt x="465983" y="519235"/>
                      <a:pt x="483755" y="537009"/>
                      <a:pt x="483755" y="558931"/>
                    </a:cubicBezTo>
                    <a:lnTo>
                      <a:pt x="483755" y="802073"/>
                    </a:lnTo>
                    <a:cubicBezTo>
                      <a:pt x="483646" y="823921"/>
                      <a:pt x="465905" y="841571"/>
                      <a:pt x="444059" y="8415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F88E27F9-E0DB-A34B-819D-EF3583FC3C29}"/>
                  </a:ext>
                </a:extLst>
              </p:cNvPr>
              <p:cNvSpPr/>
              <p:nvPr/>
            </p:nvSpPr>
            <p:spPr>
              <a:xfrm>
                <a:off x="9691799" y="5015644"/>
                <a:ext cx="222052" cy="354787"/>
              </a:xfrm>
              <a:custGeom>
                <a:avLst/>
                <a:gdLst>
                  <a:gd name="connsiteX0" fmla="*/ 182356 w 222052"/>
                  <a:gd name="connsiteY0" fmla="*/ 354788 h 354787"/>
                  <a:gd name="connsiteX1" fmla="*/ 0 w 222052"/>
                  <a:gd name="connsiteY1" fmla="*/ 177394 h 354787"/>
                  <a:gd name="connsiteX2" fmla="*/ 177394 w 222052"/>
                  <a:gd name="connsiteY2" fmla="*/ 0 h 354787"/>
                  <a:gd name="connsiteX3" fmla="*/ 217091 w 222052"/>
                  <a:gd name="connsiteY3" fmla="*/ 39697 h 354787"/>
                  <a:gd name="connsiteX4" fmla="*/ 177394 w 222052"/>
                  <a:gd name="connsiteY4" fmla="*/ 79393 h 354787"/>
                  <a:gd name="connsiteX5" fmla="*/ 79393 w 222052"/>
                  <a:gd name="connsiteY5" fmla="*/ 177394 h 354787"/>
                  <a:gd name="connsiteX6" fmla="*/ 182356 w 222052"/>
                  <a:gd name="connsiteY6" fmla="*/ 275395 h 354787"/>
                  <a:gd name="connsiteX7" fmla="*/ 222053 w 222052"/>
                  <a:gd name="connsiteY7" fmla="*/ 315091 h 354787"/>
                  <a:gd name="connsiteX8" fmla="*/ 182356 w 222052"/>
                  <a:gd name="connsiteY8" fmla="*/ 354788 h 35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052" h="354787">
                    <a:moveTo>
                      <a:pt x="182356" y="354788"/>
                    </a:moveTo>
                    <a:cubicBezTo>
                      <a:pt x="83512" y="354788"/>
                      <a:pt x="0" y="273559"/>
                      <a:pt x="0" y="177394"/>
                    </a:cubicBezTo>
                    <a:cubicBezTo>
                      <a:pt x="109" y="79468"/>
                      <a:pt x="79468" y="109"/>
                      <a:pt x="177394" y="0"/>
                    </a:cubicBezTo>
                    <a:cubicBezTo>
                      <a:pt x="199318" y="0"/>
                      <a:pt x="217091" y="17773"/>
                      <a:pt x="217091" y="39697"/>
                    </a:cubicBezTo>
                    <a:cubicBezTo>
                      <a:pt x="217091" y="61620"/>
                      <a:pt x="199318" y="79393"/>
                      <a:pt x="177394" y="79393"/>
                    </a:cubicBezTo>
                    <a:cubicBezTo>
                      <a:pt x="123292" y="79448"/>
                      <a:pt x="79448" y="123292"/>
                      <a:pt x="79393" y="177394"/>
                    </a:cubicBezTo>
                    <a:cubicBezTo>
                      <a:pt x="79393" y="230488"/>
                      <a:pt x="126533" y="275395"/>
                      <a:pt x="182356" y="275395"/>
                    </a:cubicBezTo>
                    <a:cubicBezTo>
                      <a:pt x="204280" y="275395"/>
                      <a:pt x="222053" y="293169"/>
                      <a:pt x="222053" y="315091"/>
                    </a:cubicBezTo>
                    <a:cubicBezTo>
                      <a:pt x="222053" y="337014"/>
                      <a:pt x="204280" y="354788"/>
                      <a:pt x="182356" y="35478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962D58BE-CB9B-1948-B42B-57F18906ABE5}"/>
                </a:ext>
              </a:extLst>
            </p:cNvPr>
            <p:cNvSpPr/>
            <p:nvPr/>
          </p:nvSpPr>
          <p:spPr>
            <a:xfrm>
              <a:off x="9987440" y="48609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49A759B-CCD4-CF4A-BBE1-DD5B8C4CAF5B}"/>
                </a:ext>
              </a:extLst>
            </p:cNvPr>
            <p:cNvSpPr/>
            <p:nvPr/>
          </p:nvSpPr>
          <p:spPr>
            <a:xfrm>
              <a:off x="9987440" y="5426652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590BB36F-94F2-CD41-A219-3A7703B13D90}"/>
                </a:ext>
              </a:extLst>
            </p:cNvPr>
            <p:cNvSpPr/>
            <p:nvPr/>
          </p:nvSpPr>
          <p:spPr>
            <a:xfrm>
              <a:off x="10131340" y="5332372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6"/>
                    <a:pt x="19905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DD8014CB-3796-854B-80F2-213228A06CFA}"/>
                </a:ext>
              </a:extLst>
            </p:cNvPr>
            <p:cNvSpPr/>
            <p:nvPr/>
          </p:nvSpPr>
          <p:spPr>
            <a:xfrm>
              <a:off x="9987440" y="5049535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DE8CB5A7-A5C1-704D-B2D2-C7F41931E3C3}"/>
                </a:ext>
              </a:extLst>
            </p:cNvPr>
            <p:cNvSpPr/>
            <p:nvPr/>
          </p:nvSpPr>
          <p:spPr>
            <a:xfrm>
              <a:off x="9987440" y="52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35DE22B-7775-0040-B7BF-EA93DD0FE613}"/>
                </a:ext>
              </a:extLst>
            </p:cNvPr>
            <p:cNvSpPr/>
            <p:nvPr/>
          </p:nvSpPr>
          <p:spPr>
            <a:xfrm>
              <a:off x="10126378" y="51487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CC9EE9B2-1F1A-BD44-80CE-AD614F9603A5}"/>
                </a:ext>
              </a:extLst>
            </p:cNvPr>
            <p:cNvSpPr/>
            <p:nvPr/>
          </p:nvSpPr>
          <p:spPr>
            <a:xfrm>
              <a:off x="10121416" y="4955255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8" name="Picture Placeholder 93">
            <a:extLst>
              <a:ext uri="{FF2B5EF4-FFF2-40B4-BE49-F238E27FC236}">
                <a16:creationId xmlns:a16="http://schemas.microsoft.com/office/drawing/2014/main" id="{2B38CD84-8328-4BA7-849E-8EE9038147E6}"/>
              </a:ext>
            </a:extLst>
          </p:cNvPr>
          <p:cNvGrpSpPr>
            <a:grpSpLocks noChangeAspect="1"/>
          </p:cNvGrpSpPr>
          <p:nvPr/>
        </p:nvGrpSpPr>
        <p:grpSpPr>
          <a:xfrm>
            <a:off x="1498104" y="1425427"/>
            <a:ext cx="822910" cy="822909"/>
            <a:chOff x="1498104" y="1425427"/>
            <a:chExt cx="822910" cy="822909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F5EDE40B-D5CE-4244-85B5-3DD95A8A1EE3}"/>
                </a:ext>
              </a:extLst>
            </p:cNvPr>
            <p:cNvSpPr/>
            <p:nvPr/>
          </p:nvSpPr>
          <p:spPr>
            <a:xfrm>
              <a:off x="1498104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8790AD5F-AD36-5D43-B1D7-2BD7967E160B}"/>
                </a:ext>
              </a:extLst>
            </p:cNvPr>
            <p:cNvSpPr/>
            <p:nvPr/>
          </p:nvSpPr>
          <p:spPr>
            <a:xfrm>
              <a:off x="1771957" y="1604735"/>
              <a:ext cx="173355" cy="267327"/>
            </a:xfrm>
            <a:custGeom>
              <a:avLst/>
              <a:gdLst>
                <a:gd name="connsiteX0" fmla="*/ 39700 w 173355"/>
                <a:gd name="connsiteY0" fmla="*/ 267327 h 267327"/>
                <a:gd name="connsiteX1" fmla="*/ 0 w 173355"/>
                <a:gd name="connsiteY1" fmla="*/ 227634 h 267327"/>
                <a:gd name="connsiteX2" fmla="*/ 4221 w 173355"/>
                <a:gd name="connsiteY2" fmla="*/ 209817 h 267327"/>
                <a:gd name="connsiteX3" fmla="*/ 98501 w 173355"/>
                <a:gd name="connsiteY3" fmla="*/ 21259 h 267327"/>
                <a:gd name="connsiteX4" fmla="*/ 152098 w 173355"/>
                <a:gd name="connsiteY4" fmla="*/ 4554 h 267327"/>
                <a:gd name="connsiteX5" fmla="*/ 169508 w 173355"/>
                <a:gd name="connsiteY5" fmla="*/ 56737 h 267327"/>
                <a:gd name="connsiteX6" fmla="*/ 75229 w 173355"/>
                <a:gd name="connsiteY6" fmla="*/ 245296 h 267327"/>
                <a:gd name="connsiteX7" fmla="*/ 39700 w 173355"/>
                <a:gd name="connsiteY7" fmla="*/ 267327 h 26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55" h="267327">
                  <a:moveTo>
                    <a:pt x="39700" y="267327"/>
                  </a:moveTo>
                  <a:cubicBezTo>
                    <a:pt x="17776" y="267329"/>
                    <a:pt x="2" y="249558"/>
                    <a:pt x="0" y="227634"/>
                  </a:cubicBezTo>
                  <a:cubicBezTo>
                    <a:pt x="-1" y="221448"/>
                    <a:pt x="1445" y="215346"/>
                    <a:pt x="4221" y="209817"/>
                  </a:cubicBezTo>
                  <a:lnTo>
                    <a:pt x="98501" y="21259"/>
                  </a:lnTo>
                  <a:cubicBezTo>
                    <a:pt x="108688" y="1845"/>
                    <a:pt x="132684" y="-5633"/>
                    <a:pt x="152098" y="4554"/>
                  </a:cubicBezTo>
                  <a:cubicBezTo>
                    <a:pt x="170966" y="14456"/>
                    <a:pt x="178651" y="37489"/>
                    <a:pt x="169508" y="56737"/>
                  </a:cubicBezTo>
                  <a:lnTo>
                    <a:pt x="75229" y="245296"/>
                  </a:lnTo>
                  <a:cubicBezTo>
                    <a:pt x="68525" y="258786"/>
                    <a:pt x="54764" y="267320"/>
                    <a:pt x="39700" y="26732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AB45BBA-AE7E-AE42-B316-480C5DC79C05}"/>
                </a:ext>
              </a:extLst>
            </p:cNvPr>
            <p:cNvSpPr/>
            <p:nvPr/>
          </p:nvSpPr>
          <p:spPr>
            <a:xfrm>
              <a:off x="1771961" y="1792620"/>
              <a:ext cx="272928" cy="268001"/>
            </a:xfrm>
            <a:custGeom>
              <a:avLst/>
              <a:gdLst>
                <a:gd name="connsiteX0" fmla="*/ 133976 w 272928"/>
                <a:gd name="connsiteY0" fmla="*/ 268001 h 268001"/>
                <a:gd name="connsiteX1" fmla="*/ 115517 w 272928"/>
                <a:gd name="connsiteY1" fmla="*/ 263387 h 268001"/>
                <a:gd name="connsiteX2" fmla="*/ 98845 w 272928"/>
                <a:gd name="connsiteY2" fmla="*/ 209796 h 268001"/>
                <a:gd name="connsiteX3" fmla="*/ 167470 w 272928"/>
                <a:gd name="connsiteY3" fmla="*/ 79393 h 268001"/>
                <a:gd name="connsiteX4" fmla="*/ 39697 w 272928"/>
                <a:gd name="connsiteY4" fmla="*/ 79393 h 268001"/>
                <a:gd name="connsiteX5" fmla="*/ 0 w 272928"/>
                <a:gd name="connsiteY5" fmla="*/ 39697 h 268001"/>
                <a:gd name="connsiteX6" fmla="*/ 39697 w 272928"/>
                <a:gd name="connsiteY6" fmla="*/ 0 h 268001"/>
                <a:gd name="connsiteX7" fmla="*/ 233217 w 272928"/>
                <a:gd name="connsiteY7" fmla="*/ 0 h 268001"/>
                <a:gd name="connsiteX8" fmla="*/ 272929 w 272928"/>
                <a:gd name="connsiteY8" fmla="*/ 39683 h 268001"/>
                <a:gd name="connsiteX9" fmla="*/ 268349 w 272928"/>
                <a:gd name="connsiteY9" fmla="*/ 58205 h 268001"/>
                <a:gd name="connsiteX10" fmla="*/ 169107 w 272928"/>
                <a:gd name="connsiteY10" fmla="*/ 246764 h 268001"/>
                <a:gd name="connsiteX11" fmla="*/ 133976 w 272928"/>
                <a:gd name="connsiteY11" fmla="*/ 268001 h 26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28" h="268001">
                  <a:moveTo>
                    <a:pt x="133976" y="268001"/>
                  </a:moveTo>
                  <a:cubicBezTo>
                    <a:pt x="127538" y="267996"/>
                    <a:pt x="121199" y="266413"/>
                    <a:pt x="115517" y="263387"/>
                  </a:cubicBezTo>
                  <a:cubicBezTo>
                    <a:pt x="96119" y="253190"/>
                    <a:pt x="88656" y="229198"/>
                    <a:pt x="98845" y="209796"/>
                  </a:cubicBezTo>
                  <a:lnTo>
                    <a:pt x="167470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3217" y="0"/>
                  </a:lnTo>
                  <a:cubicBezTo>
                    <a:pt x="255140" y="-7"/>
                    <a:pt x="272919" y="17759"/>
                    <a:pt x="272929" y="39683"/>
                  </a:cubicBezTo>
                  <a:cubicBezTo>
                    <a:pt x="272929" y="46137"/>
                    <a:pt x="271356" y="52495"/>
                    <a:pt x="268349" y="58205"/>
                  </a:cubicBezTo>
                  <a:lnTo>
                    <a:pt x="169107" y="246764"/>
                  </a:lnTo>
                  <a:cubicBezTo>
                    <a:pt x="162250" y="259819"/>
                    <a:pt x="148722" y="267996"/>
                    <a:pt x="133976" y="2680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35">
            <a:extLst>
              <a:ext uri="{FF2B5EF4-FFF2-40B4-BE49-F238E27FC236}">
                <a16:creationId xmlns:a16="http://schemas.microsoft.com/office/drawing/2014/main" id="{E5A7F859-2731-4167-9ED5-3724A5E62C2A}"/>
              </a:ext>
            </a:extLst>
          </p:cNvPr>
          <p:cNvGrpSpPr>
            <a:grpSpLocks noChangeAspect="1"/>
          </p:cNvGrpSpPr>
          <p:nvPr/>
        </p:nvGrpSpPr>
        <p:grpSpPr>
          <a:xfrm>
            <a:off x="2815612" y="1425427"/>
            <a:ext cx="822910" cy="822909"/>
            <a:chOff x="2815612" y="1425427"/>
            <a:chExt cx="822910" cy="822909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D695EEA5-A40D-874B-86D5-58CEF07BB237}"/>
                </a:ext>
              </a:extLst>
            </p:cNvPr>
            <p:cNvSpPr/>
            <p:nvPr/>
          </p:nvSpPr>
          <p:spPr>
            <a:xfrm>
              <a:off x="2815612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DDE8A52A-AB01-0B47-938B-6E1EE48F85A9}"/>
                </a:ext>
              </a:extLst>
            </p:cNvPr>
            <p:cNvSpPr/>
            <p:nvPr/>
          </p:nvSpPr>
          <p:spPr>
            <a:xfrm>
              <a:off x="3001932" y="1609025"/>
              <a:ext cx="403945" cy="451546"/>
            </a:xfrm>
            <a:custGeom>
              <a:avLst/>
              <a:gdLst>
                <a:gd name="connsiteX0" fmla="*/ 225036 w 403945"/>
                <a:gd name="connsiteY0" fmla="*/ 451547 h 451546"/>
                <a:gd name="connsiteX1" fmla="*/ 1 w 403945"/>
                <a:gd name="connsiteY1" fmla="*/ 225035 h 451546"/>
                <a:gd name="connsiteX2" fmla="*/ 226513 w 403945"/>
                <a:gd name="connsiteY2" fmla="*/ 1 h 451546"/>
                <a:gd name="connsiteX3" fmla="*/ 394292 w 403945"/>
                <a:gd name="connsiteY3" fmla="*/ 75521 h 451546"/>
                <a:gd name="connsiteX4" fmla="*/ 390193 w 403945"/>
                <a:gd name="connsiteY4" fmla="*/ 131511 h 451546"/>
                <a:gd name="connsiteX5" fmla="*/ 335194 w 403945"/>
                <a:gd name="connsiteY5" fmla="*/ 128516 h 451546"/>
                <a:gd name="connsiteX6" fmla="*/ 128533 w 403945"/>
                <a:gd name="connsiteY6" fmla="*/ 116419 h 451546"/>
                <a:gd name="connsiteX7" fmla="*/ 116436 w 403945"/>
                <a:gd name="connsiteY7" fmla="*/ 323079 h 451546"/>
                <a:gd name="connsiteX8" fmla="*/ 323096 w 403945"/>
                <a:gd name="connsiteY8" fmla="*/ 335177 h 451546"/>
                <a:gd name="connsiteX9" fmla="*/ 335194 w 403945"/>
                <a:gd name="connsiteY9" fmla="*/ 323079 h 451546"/>
                <a:gd name="connsiteX10" fmla="*/ 391300 w 403945"/>
                <a:gd name="connsiteY10" fmla="*/ 321074 h 451546"/>
                <a:gd name="connsiteX11" fmla="*/ 394292 w 403945"/>
                <a:gd name="connsiteY11" fmla="*/ 376074 h 451546"/>
                <a:gd name="connsiteX12" fmla="*/ 225036 w 403945"/>
                <a:gd name="connsiteY12" fmla="*/ 451547 h 45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3945" h="451546">
                  <a:moveTo>
                    <a:pt x="225036" y="451547"/>
                  </a:moveTo>
                  <a:cubicBezTo>
                    <a:pt x="100345" y="451140"/>
                    <a:pt x="-407" y="349725"/>
                    <a:pt x="1" y="225035"/>
                  </a:cubicBezTo>
                  <a:cubicBezTo>
                    <a:pt x="410" y="100344"/>
                    <a:pt x="101822" y="-407"/>
                    <a:pt x="226513" y="1"/>
                  </a:cubicBezTo>
                  <a:cubicBezTo>
                    <a:pt x="290624" y="211"/>
                    <a:pt x="351623" y="27668"/>
                    <a:pt x="394292" y="75521"/>
                  </a:cubicBezTo>
                  <a:cubicBezTo>
                    <a:pt x="408623" y="92115"/>
                    <a:pt x="406787" y="117182"/>
                    <a:pt x="390193" y="131511"/>
                  </a:cubicBezTo>
                  <a:cubicBezTo>
                    <a:pt x="374037" y="145462"/>
                    <a:pt x="349738" y="144139"/>
                    <a:pt x="335194" y="128516"/>
                  </a:cubicBezTo>
                  <a:cubicBezTo>
                    <a:pt x="281467" y="68108"/>
                    <a:pt x="188942" y="62692"/>
                    <a:pt x="128533" y="116419"/>
                  </a:cubicBezTo>
                  <a:cubicBezTo>
                    <a:pt x="68125" y="170146"/>
                    <a:pt x="62709" y="262671"/>
                    <a:pt x="116436" y="323079"/>
                  </a:cubicBezTo>
                  <a:cubicBezTo>
                    <a:pt x="170163" y="383487"/>
                    <a:pt x="262688" y="388906"/>
                    <a:pt x="323096" y="335177"/>
                  </a:cubicBezTo>
                  <a:cubicBezTo>
                    <a:pt x="327364" y="331386"/>
                    <a:pt x="331403" y="327341"/>
                    <a:pt x="335194" y="323079"/>
                  </a:cubicBezTo>
                  <a:cubicBezTo>
                    <a:pt x="350135" y="307032"/>
                    <a:pt x="375253" y="306139"/>
                    <a:pt x="391300" y="321074"/>
                  </a:cubicBezTo>
                  <a:cubicBezTo>
                    <a:pt x="406921" y="335623"/>
                    <a:pt x="408245" y="359917"/>
                    <a:pt x="394292" y="376074"/>
                  </a:cubicBezTo>
                  <a:cubicBezTo>
                    <a:pt x="351142" y="424112"/>
                    <a:pt x="289607" y="451547"/>
                    <a:pt x="225036" y="45154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1AD9EBA-60B0-3140-AF35-BF6362CD472A}"/>
                </a:ext>
              </a:extLst>
            </p:cNvPr>
            <p:cNvSpPr/>
            <p:nvPr/>
          </p:nvSpPr>
          <p:spPr>
            <a:xfrm>
              <a:off x="2949687" y="1738037"/>
              <a:ext cx="268845" cy="80236"/>
            </a:xfrm>
            <a:custGeom>
              <a:avLst/>
              <a:gdLst>
                <a:gd name="connsiteX0" fmla="*/ 39697 w 268845"/>
                <a:gd name="connsiteY0" fmla="*/ 80237 h 80236"/>
                <a:gd name="connsiteX1" fmla="*/ 0 w 268845"/>
                <a:gd name="connsiteY1" fmla="*/ 40540 h 80236"/>
                <a:gd name="connsiteX2" fmla="*/ 39697 w 268845"/>
                <a:gd name="connsiteY2" fmla="*/ 844 h 80236"/>
                <a:gd name="connsiteX3" fmla="*/ 229149 w 268845"/>
                <a:gd name="connsiteY3" fmla="*/ 0 h 80236"/>
                <a:gd name="connsiteX4" fmla="*/ 229149 w 268845"/>
                <a:gd name="connsiteY4" fmla="*/ 0 h 80236"/>
                <a:gd name="connsiteX5" fmla="*/ 268845 w 268845"/>
                <a:gd name="connsiteY5" fmla="*/ 39697 h 80236"/>
                <a:gd name="connsiteX6" fmla="*/ 229149 w 268845"/>
                <a:gd name="connsiteY6" fmla="*/ 79393 h 80236"/>
                <a:gd name="connsiteX7" fmla="*/ 39697 w 268845"/>
                <a:gd name="connsiteY7" fmla="*/ 80237 h 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845" h="80236">
                  <a:moveTo>
                    <a:pt x="39697" y="80237"/>
                  </a:moveTo>
                  <a:cubicBezTo>
                    <a:pt x="17773" y="80237"/>
                    <a:pt x="0" y="62464"/>
                    <a:pt x="0" y="40540"/>
                  </a:cubicBezTo>
                  <a:cubicBezTo>
                    <a:pt x="0" y="18616"/>
                    <a:pt x="17773" y="844"/>
                    <a:pt x="39697" y="844"/>
                  </a:cubicBezTo>
                  <a:lnTo>
                    <a:pt x="229149" y="0"/>
                  </a:lnTo>
                  <a:lnTo>
                    <a:pt x="229149" y="0"/>
                  </a:lnTo>
                  <a:cubicBezTo>
                    <a:pt x="251073" y="0"/>
                    <a:pt x="268845" y="17773"/>
                    <a:pt x="268845" y="39697"/>
                  </a:cubicBezTo>
                  <a:cubicBezTo>
                    <a:pt x="268845" y="61620"/>
                    <a:pt x="251073" y="79393"/>
                    <a:pt x="229149" y="79393"/>
                  </a:cubicBezTo>
                  <a:lnTo>
                    <a:pt x="39697" y="8023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E0BE91E4-F175-1B4C-80B4-FDFDD1174510}"/>
                </a:ext>
              </a:extLst>
            </p:cNvPr>
            <p:cNvSpPr/>
            <p:nvPr/>
          </p:nvSpPr>
          <p:spPr>
            <a:xfrm>
              <a:off x="2949637" y="1851668"/>
              <a:ext cx="268969" cy="80187"/>
            </a:xfrm>
            <a:custGeom>
              <a:avLst/>
              <a:gdLst>
                <a:gd name="connsiteX0" fmla="*/ 39697 w 268969"/>
                <a:gd name="connsiteY0" fmla="*/ 80187 h 80187"/>
                <a:gd name="connsiteX1" fmla="*/ 0 w 268969"/>
                <a:gd name="connsiteY1" fmla="*/ 40491 h 80187"/>
                <a:gd name="connsiteX2" fmla="*/ 39697 w 268969"/>
                <a:gd name="connsiteY2" fmla="*/ 794 h 80187"/>
                <a:gd name="connsiteX3" fmla="*/ 229099 w 268969"/>
                <a:gd name="connsiteY3" fmla="*/ 0 h 80187"/>
                <a:gd name="connsiteX4" fmla="*/ 268969 w 268969"/>
                <a:gd name="connsiteY4" fmla="*/ 39523 h 80187"/>
                <a:gd name="connsiteX5" fmla="*/ 229446 w 268969"/>
                <a:gd name="connsiteY5" fmla="*/ 79393 h 80187"/>
                <a:gd name="connsiteX6" fmla="*/ 40044 w 268969"/>
                <a:gd name="connsiteY6" fmla="*/ 80187 h 8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969" h="80187">
                  <a:moveTo>
                    <a:pt x="39697" y="80187"/>
                  </a:moveTo>
                  <a:cubicBezTo>
                    <a:pt x="17773" y="80187"/>
                    <a:pt x="0" y="62413"/>
                    <a:pt x="0" y="40491"/>
                  </a:cubicBezTo>
                  <a:cubicBezTo>
                    <a:pt x="0" y="18567"/>
                    <a:pt x="17773" y="794"/>
                    <a:pt x="39697" y="794"/>
                  </a:cubicBezTo>
                  <a:lnTo>
                    <a:pt x="229099" y="0"/>
                  </a:lnTo>
                  <a:cubicBezTo>
                    <a:pt x="251023" y="-95"/>
                    <a:pt x="268874" y="17599"/>
                    <a:pt x="268969" y="39523"/>
                  </a:cubicBezTo>
                  <a:cubicBezTo>
                    <a:pt x="269065" y="61446"/>
                    <a:pt x="251370" y="79299"/>
                    <a:pt x="229446" y="79393"/>
                  </a:cubicBezTo>
                  <a:lnTo>
                    <a:pt x="40044" y="8018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7" name="Picture Placeholder 37">
            <a:extLst>
              <a:ext uri="{FF2B5EF4-FFF2-40B4-BE49-F238E27FC236}">
                <a16:creationId xmlns:a16="http://schemas.microsoft.com/office/drawing/2014/main" id="{D620C936-38B8-4272-B9F8-409C26E8EDA0}"/>
              </a:ext>
            </a:extLst>
          </p:cNvPr>
          <p:cNvGrpSpPr>
            <a:grpSpLocks noChangeAspect="1"/>
          </p:cNvGrpSpPr>
          <p:nvPr/>
        </p:nvGrpSpPr>
        <p:grpSpPr>
          <a:xfrm>
            <a:off x="4133120" y="1425427"/>
            <a:ext cx="822910" cy="822909"/>
            <a:chOff x="4133120" y="1425427"/>
            <a:chExt cx="822910" cy="822909"/>
          </a:xfrm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43283180-F374-0D43-A179-F893A1987882}"/>
                </a:ext>
              </a:extLst>
            </p:cNvPr>
            <p:cNvSpPr/>
            <p:nvPr/>
          </p:nvSpPr>
          <p:spPr>
            <a:xfrm>
              <a:off x="4133120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3E00080D-6781-304B-B84D-7A3B49E934CF}"/>
                </a:ext>
              </a:extLst>
            </p:cNvPr>
            <p:cNvSpPr/>
            <p:nvPr/>
          </p:nvSpPr>
          <p:spPr>
            <a:xfrm>
              <a:off x="4501802" y="1558658"/>
              <a:ext cx="80633" cy="551533"/>
            </a:xfrm>
            <a:custGeom>
              <a:avLst/>
              <a:gdLst>
                <a:gd name="connsiteX0" fmla="*/ 40937 w 80633"/>
                <a:gd name="connsiteY0" fmla="*/ 551534 h 551533"/>
                <a:gd name="connsiteX1" fmla="*/ 1241 w 80633"/>
                <a:gd name="connsiteY1" fmla="*/ 511837 h 551533"/>
                <a:gd name="connsiteX2" fmla="*/ 0 w 80633"/>
                <a:gd name="connsiteY2" fmla="*/ 39697 h 551533"/>
                <a:gd name="connsiteX3" fmla="*/ 39697 w 80633"/>
                <a:gd name="connsiteY3" fmla="*/ 0 h 551533"/>
                <a:gd name="connsiteX4" fmla="*/ 39697 w 80633"/>
                <a:gd name="connsiteY4" fmla="*/ 0 h 551533"/>
                <a:gd name="connsiteX5" fmla="*/ 79393 w 80633"/>
                <a:gd name="connsiteY5" fmla="*/ 39697 h 551533"/>
                <a:gd name="connsiteX6" fmla="*/ 80634 w 80633"/>
                <a:gd name="connsiteY6" fmla="*/ 511837 h 551533"/>
                <a:gd name="connsiteX7" fmla="*/ 40937 w 80633"/>
                <a:gd name="connsiteY7" fmla="*/ 551534 h 551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633" h="551533">
                  <a:moveTo>
                    <a:pt x="40937" y="551534"/>
                  </a:moveTo>
                  <a:cubicBezTo>
                    <a:pt x="19013" y="551534"/>
                    <a:pt x="1241" y="533760"/>
                    <a:pt x="1241" y="51183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634" y="511837"/>
                  </a:lnTo>
                  <a:cubicBezTo>
                    <a:pt x="80634" y="533760"/>
                    <a:pt x="62861" y="551534"/>
                    <a:pt x="40937" y="5515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29EA0D92-E7E1-834E-821A-048447F8BEA7}"/>
                </a:ext>
              </a:extLst>
            </p:cNvPr>
            <p:cNvSpPr/>
            <p:nvPr/>
          </p:nvSpPr>
          <p:spPr>
            <a:xfrm>
              <a:off x="4362318" y="1792620"/>
              <a:ext cx="362231" cy="270432"/>
            </a:xfrm>
            <a:custGeom>
              <a:avLst/>
              <a:gdLst>
                <a:gd name="connsiteX0" fmla="*/ 181116 w 362231"/>
                <a:gd name="connsiteY0" fmla="*/ 270433 h 270432"/>
                <a:gd name="connsiteX1" fmla="*/ 0 w 362231"/>
                <a:gd name="connsiteY1" fmla="*/ 135216 h 270432"/>
                <a:gd name="connsiteX2" fmla="*/ 39697 w 362231"/>
                <a:gd name="connsiteY2" fmla="*/ 95520 h 270432"/>
                <a:gd name="connsiteX3" fmla="*/ 79393 w 362231"/>
                <a:gd name="connsiteY3" fmla="*/ 135216 h 270432"/>
                <a:gd name="connsiteX4" fmla="*/ 181116 w 362231"/>
                <a:gd name="connsiteY4" fmla="*/ 191040 h 270432"/>
                <a:gd name="connsiteX5" fmla="*/ 282838 w 362231"/>
                <a:gd name="connsiteY5" fmla="*/ 135216 h 270432"/>
                <a:gd name="connsiteX6" fmla="*/ 181116 w 362231"/>
                <a:gd name="connsiteY6" fmla="*/ 79393 h 270432"/>
                <a:gd name="connsiteX7" fmla="*/ 141419 w 362231"/>
                <a:gd name="connsiteY7" fmla="*/ 39697 h 270432"/>
                <a:gd name="connsiteX8" fmla="*/ 181116 w 362231"/>
                <a:gd name="connsiteY8" fmla="*/ 0 h 270432"/>
                <a:gd name="connsiteX9" fmla="*/ 362231 w 362231"/>
                <a:gd name="connsiteY9" fmla="*/ 135216 h 270432"/>
                <a:gd name="connsiteX10" fmla="*/ 181116 w 362231"/>
                <a:gd name="connsiteY10" fmla="*/ 270433 h 270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231" h="270432">
                  <a:moveTo>
                    <a:pt x="181116" y="270433"/>
                  </a:moveTo>
                  <a:cubicBezTo>
                    <a:pt x="79542" y="270433"/>
                    <a:pt x="0" y="210888"/>
                    <a:pt x="0" y="135216"/>
                  </a:cubicBezTo>
                  <a:cubicBezTo>
                    <a:pt x="0" y="113294"/>
                    <a:pt x="17773" y="95520"/>
                    <a:pt x="39697" y="95520"/>
                  </a:cubicBezTo>
                  <a:cubicBezTo>
                    <a:pt x="61621" y="95520"/>
                    <a:pt x="79393" y="113294"/>
                    <a:pt x="79393" y="135216"/>
                  </a:cubicBezTo>
                  <a:cubicBezTo>
                    <a:pt x="79393" y="161565"/>
                    <a:pt x="122911" y="191040"/>
                    <a:pt x="181116" y="191040"/>
                  </a:cubicBezTo>
                  <a:cubicBezTo>
                    <a:pt x="239321" y="191040"/>
                    <a:pt x="282838" y="161565"/>
                    <a:pt x="282838" y="135216"/>
                  </a:cubicBezTo>
                  <a:cubicBezTo>
                    <a:pt x="282838" y="108868"/>
                    <a:pt x="239321" y="79393"/>
                    <a:pt x="181116" y="79393"/>
                  </a:cubicBezTo>
                  <a:cubicBezTo>
                    <a:pt x="159192" y="79393"/>
                    <a:pt x="141419" y="61620"/>
                    <a:pt x="141419" y="39697"/>
                  </a:cubicBezTo>
                  <a:cubicBezTo>
                    <a:pt x="141419" y="17773"/>
                    <a:pt x="159192" y="0"/>
                    <a:pt x="181116" y="0"/>
                  </a:cubicBezTo>
                  <a:cubicBezTo>
                    <a:pt x="282689" y="0"/>
                    <a:pt x="362231" y="59545"/>
                    <a:pt x="362231" y="135216"/>
                  </a:cubicBezTo>
                  <a:cubicBezTo>
                    <a:pt x="362231" y="210888"/>
                    <a:pt x="282689" y="270433"/>
                    <a:pt x="181116" y="270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FB289BF5-F518-A843-8AF5-E3248B15864C}"/>
                </a:ext>
              </a:extLst>
            </p:cNvPr>
            <p:cNvSpPr/>
            <p:nvPr/>
          </p:nvSpPr>
          <p:spPr>
            <a:xfrm>
              <a:off x="4362318" y="1601580"/>
              <a:ext cx="362231" cy="270432"/>
            </a:xfrm>
            <a:custGeom>
              <a:avLst/>
              <a:gdLst>
                <a:gd name="connsiteX0" fmla="*/ 181116 w 362231"/>
                <a:gd name="connsiteY0" fmla="*/ 270433 h 270432"/>
                <a:gd name="connsiteX1" fmla="*/ 0 w 362231"/>
                <a:gd name="connsiteY1" fmla="*/ 135216 h 270432"/>
                <a:gd name="connsiteX2" fmla="*/ 181116 w 362231"/>
                <a:gd name="connsiteY2" fmla="*/ 0 h 270432"/>
                <a:gd name="connsiteX3" fmla="*/ 362231 w 362231"/>
                <a:gd name="connsiteY3" fmla="*/ 135216 h 270432"/>
                <a:gd name="connsiteX4" fmla="*/ 322535 w 362231"/>
                <a:gd name="connsiteY4" fmla="*/ 174913 h 270432"/>
                <a:gd name="connsiteX5" fmla="*/ 282838 w 362231"/>
                <a:gd name="connsiteY5" fmla="*/ 135216 h 270432"/>
                <a:gd name="connsiteX6" fmla="*/ 181116 w 362231"/>
                <a:gd name="connsiteY6" fmla="*/ 79393 h 270432"/>
                <a:gd name="connsiteX7" fmla="*/ 79393 w 362231"/>
                <a:gd name="connsiteY7" fmla="*/ 135216 h 270432"/>
                <a:gd name="connsiteX8" fmla="*/ 181116 w 362231"/>
                <a:gd name="connsiteY8" fmla="*/ 191040 h 270432"/>
                <a:gd name="connsiteX9" fmla="*/ 220812 w 362231"/>
                <a:gd name="connsiteY9" fmla="*/ 230736 h 270432"/>
                <a:gd name="connsiteX10" fmla="*/ 181116 w 362231"/>
                <a:gd name="connsiteY10" fmla="*/ 270433 h 270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231" h="270432">
                  <a:moveTo>
                    <a:pt x="181116" y="270433"/>
                  </a:moveTo>
                  <a:cubicBezTo>
                    <a:pt x="79542" y="270433"/>
                    <a:pt x="0" y="210888"/>
                    <a:pt x="0" y="135216"/>
                  </a:cubicBezTo>
                  <a:cubicBezTo>
                    <a:pt x="0" y="59545"/>
                    <a:pt x="79393" y="0"/>
                    <a:pt x="181116" y="0"/>
                  </a:cubicBezTo>
                  <a:cubicBezTo>
                    <a:pt x="282838" y="0"/>
                    <a:pt x="362231" y="59545"/>
                    <a:pt x="362231" y="135216"/>
                  </a:cubicBezTo>
                  <a:cubicBezTo>
                    <a:pt x="362231" y="157140"/>
                    <a:pt x="344457" y="174913"/>
                    <a:pt x="322535" y="174913"/>
                  </a:cubicBezTo>
                  <a:cubicBezTo>
                    <a:pt x="300612" y="174913"/>
                    <a:pt x="282838" y="157140"/>
                    <a:pt x="282838" y="135216"/>
                  </a:cubicBezTo>
                  <a:cubicBezTo>
                    <a:pt x="282838" y="108868"/>
                    <a:pt x="239321" y="79393"/>
                    <a:pt x="181116" y="79393"/>
                  </a:cubicBezTo>
                  <a:cubicBezTo>
                    <a:pt x="122911" y="79393"/>
                    <a:pt x="79393" y="108769"/>
                    <a:pt x="79393" y="135216"/>
                  </a:cubicBezTo>
                  <a:cubicBezTo>
                    <a:pt x="79393" y="161664"/>
                    <a:pt x="122911" y="191040"/>
                    <a:pt x="181116" y="191040"/>
                  </a:cubicBezTo>
                  <a:cubicBezTo>
                    <a:pt x="203040" y="191040"/>
                    <a:pt x="220812" y="208812"/>
                    <a:pt x="220812" y="230736"/>
                  </a:cubicBezTo>
                  <a:cubicBezTo>
                    <a:pt x="220812" y="252660"/>
                    <a:pt x="203040" y="270433"/>
                    <a:pt x="181116" y="270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2" name="Picture Placeholder 39">
            <a:extLst>
              <a:ext uri="{FF2B5EF4-FFF2-40B4-BE49-F238E27FC236}">
                <a16:creationId xmlns:a16="http://schemas.microsoft.com/office/drawing/2014/main" id="{E441FCFE-182B-4442-9EF8-CC6B68D6EABD}"/>
              </a:ext>
            </a:extLst>
          </p:cNvPr>
          <p:cNvGrpSpPr>
            <a:grpSpLocks noChangeAspect="1"/>
          </p:cNvGrpSpPr>
          <p:nvPr/>
        </p:nvGrpSpPr>
        <p:grpSpPr>
          <a:xfrm>
            <a:off x="5446627" y="1421438"/>
            <a:ext cx="830910" cy="830917"/>
            <a:chOff x="5446627" y="1421438"/>
            <a:chExt cx="830910" cy="830917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076ED8D0-CDFC-704D-B9ED-093EC55882A5}"/>
                </a:ext>
              </a:extLst>
            </p:cNvPr>
            <p:cNvSpPr/>
            <p:nvPr/>
          </p:nvSpPr>
          <p:spPr>
            <a:xfrm>
              <a:off x="5446627" y="1421438"/>
              <a:ext cx="737079" cy="830917"/>
            </a:xfrm>
            <a:custGeom>
              <a:avLst/>
              <a:gdLst>
                <a:gd name="connsiteX0" fmla="*/ 697401 w 737079"/>
                <a:gd name="connsiteY0" fmla="*/ 830918 h 830917"/>
                <a:gd name="connsiteX1" fmla="*/ 675370 w 737079"/>
                <a:gd name="connsiteY1" fmla="*/ 824219 h 830917"/>
                <a:gd name="connsiteX2" fmla="*/ 415456 w 737079"/>
                <a:gd name="connsiteY2" fmla="*/ 650795 h 830917"/>
                <a:gd name="connsiteX3" fmla="*/ 155543 w 737079"/>
                <a:gd name="connsiteY3" fmla="*/ 824219 h 830917"/>
                <a:gd name="connsiteX4" fmla="*/ 100549 w 737079"/>
                <a:gd name="connsiteY4" fmla="*/ 812935 h 830917"/>
                <a:gd name="connsiteX5" fmla="*/ 95998 w 737079"/>
                <a:gd name="connsiteY5" fmla="*/ 778618 h 830917"/>
                <a:gd name="connsiteX6" fmla="*/ 182536 w 737079"/>
                <a:gd name="connsiteY6" fmla="*/ 519995 h 830917"/>
                <a:gd name="connsiteX7" fmla="*/ 11692 w 737079"/>
                <a:gd name="connsiteY7" fmla="*/ 349746 h 830917"/>
                <a:gd name="connsiteX8" fmla="*/ 11562 w 737079"/>
                <a:gd name="connsiteY8" fmla="*/ 293607 h 830917"/>
                <a:gd name="connsiteX9" fmla="*/ 39678 w 737079"/>
                <a:gd name="connsiteY9" fmla="*/ 281915 h 830917"/>
                <a:gd name="connsiteX10" fmla="*/ 292992 w 737079"/>
                <a:gd name="connsiteY10" fmla="*/ 281915 h 830917"/>
                <a:gd name="connsiteX11" fmla="*/ 377794 w 737079"/>
                <a:gd name="connsiteY11" fmla="*/ 27162 h 830917"/>
                <a:gd name="connsiteX12" fmla="*/ 428001 w 737079"/>
                <a:gd name="connsiteY12" fmla="*/ 2045 h 830917"/>
                <a:gd name="connsiteX13" fmla="*/ 453118 w 737079"/>
                <a:gd name="connsiteY13" fmla="*/ 27162 h 830917"/>
                <a:gd name="connsiteX14" fmla="*/ 546951 w 737079"/>
                <a:gd name="connsiteY14" fmla="*/ 309107 h 830917"/>
                <a:gd name="connsiteX15" fmla="*/ 521793 w 737079"/>
                <a:gd name="connsiteY15" fmla="*/ 359323 h 830917"/>
                <a:gd name="connsiteX16" fmla="*/ 471577 w 737079"/>
                <a:gd name="connsiteY16" fmla="*/ 334165 h 830917"/>
                <a:gd name="connsiteX17" fmla="*/ 415456 w 737079"/>
                <a:gd name="connsiteY17" fmla="*/ 165455 h 830917"/>
                <a:gd name="connsiteX18" fmla="*/ 359335 w 737079"/>
                <a:gd name="connsiteY18" fmla="*/ 334165 h 830917"/>
                <a:gd name="connsiteX19" fmla="*/ 321623 w 737079"/>
                <a:gd name="connsiteY19" fmla="*/ 361308 h 830917"/>
                <a:gd name="connsiteX20" fmla="*/ 135744 w 737079"/>
                <a:gd name="connsiteY20" fmla="*/ 361308 h 830917"/>
                <a:gd name="connsiteX21" fmla="*/ 255876 w 737079"/>
                <a:gd name="connsiteY21" fmla="*/ 481142 h 830917"/>
                <a:gd name="connsiteX22" fmla="*/ 265502 w 737079"/>
                <a:gd name="connsiteY22" fmla="*/ 521831 h 830917"/>
                <a:gd name="connsiteX23" fmla="*/ 207942 w 737079"/>
                <a:gd name="connsiteY23" fmla="*/ 693816 h 830917"/>
                <a:gd name="connsiteX24" fmla="*/ 393425 w 737079"/>
                <a:gd name="connsiteY24" fmla="*/ 570062 h 830917"/>
                <a:gd name="connsiteX25" fmla="*/ 437488 w 737079"/>
                <a:gd name="connsiteY25" fmla="*/ 570062 h 830917"/>
                <a:gd name="connsiteX26" fmla="*/ 622970 w 737079"/>
                <a:gd name="connsiteY26" fmla="*/ 693816 h 830917"/>
                <a:gd name="connsiteX27" fmla="*/ 565410 w 737079"/>
                <a:gd name="connsiteY27" fmla="*/ 521831 h 830917"/>
                <a:gd name="connsiteX28" fmla="*/ 590493 w 737079"/>
                <a:gd name="connsiteY28" fmla="*/ 471590 h 830917"/>
                <a:gd name="connsiteX29" fmla="*/ 640734 w 737079"/>
                <a:gd name="connsiteY29" fmla="*/ 496673 h 830917"/>
                <a:gd name="connsiteX30" fmla="*/ 735014 w 737079"/>
                <a:gd name="connsiteY30" fmla="*/ 778618 h 830917"/>
                <a:gd name="connsiteX31" fmla="*/ 709975 w 737079"/>
                <a:gd name="connsiteY31" fmla="*/ 828864 h 830917"/>
                <a:gd name="connsiteX32" fmla="*/ 697352 w 737079"/>
                <a:gd name="connsiteY32" fmla="*/ 830918 h 83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37079" h="830917">
                  <a:moveTo>
                    <a:pt x="697401" y="830918"/>
                  </a:moveTo>
                  <a:cubicBezTo>
                    <a:pt x="689556" y="830913"/>
                    <a:pt x="681890" y="828581"/>
                    <a:pt x="675370" y="824219"/>
                  </a:cubicBezTo>
                  <a:lnTo>
                    <a:pt x="415456" y="650795"/>
                  </a:lnTo>
                  <a:lnTo>
                    <a:pt x="155543" y="824219"/>
                  </a:lnTo>
                  <a:cubicBezTo>
                    <a:pt x="137241" y="836292"/>
                    <a:pt x="112619" y="831241"/>
                    <a:pt x="100549" y="812935"/>
                  </a:cubicBezTo>
                  <a:cubicBezTo>
                    <a:pt x="93861" y="802798"/>
                    <a:pt x="92184" y="790150"/>
                    <a:pt x="95998" y="778618"/>
                  </a:cubicBezTo>
                  <a:lnTo>
                    <a:pt x="182536" y="519995"/>
                  </a:lnTo>
                  <a:lnTo>
                    <a:pt x="11692" y="349746"/>
                  </a:lnTo>
                  <a:cubicBezTo>
                    <a:pt x="-3846" y="334280"/>
                    <a:pt x="-3905" y="309146"/>
                    <a:pt x="11562" y="293607"/>
                  </a:cubicBezTo>
                  <a:cubicBezTo>
                    <a:pt x="19007" y="286127"/>
                    <a:pt x="29124" y="281920"/>
                    <a:pt x="39678" y="281915"/>
                  </a:cubicBezTo>
                  <a:lnTo>
                    <a:pt x="292992" y="281915"/>
                  </a:lnTo>
                  <a:lnTo>
                    <a:pt x="377794" y="27162"/>
                  </a:lnTo>
                  <a:cubicBezTo>
                    <a:pt x="384723" y="6362"/>
                    <a:pt x="407201" y="-4883"/>
                    <a:pt x="428001" y="2045"/>
                  </a:cubicBezTo>
                  <a:cubicBezTo>
                    <a:pt x="439862" y="5996"/>
                    <a:pt x="449168" y="15302"/>
                    <a:pt x="453118" y="27162"/>
                  </a:cubicBezTo>
                  <a:lnTo>
                    <a:pt x="546951" y="309107"/>
                  </a:lnTo>
                  <a:cubicBezTo>
                    <a:pt x="553873" y="329921"/>
                    <a:pt x="542609" y="352403"/>
                    <a:pt x="521793" y="359323"/>
                  </a:cubicBezTo>
                  <a:cubicBezTo>
                    <a:pt x="500978" y="366243"/>
                    <a:pt x="478499" y="354979"/>
                    <a:pt x="471577" y="334165"/>
                  </a:cubicBezTo>
                  <a:lnTo>
                    <a:pt x="415456" y="165455"/>
                  </a:lnTo>
                  <a:lnTo>
                    <a:pt x="359335" y="334165"/>
                  </a:lnTo>
                  <a:cubicBezTo>
                    <a:pt x="353926" y="350393"/>
                    <a:pt x="338729" y="361331"/>
                    <a:pt x="321623" y="361308"/>
                  </a:cubicBezTo>
                  <a:lnTo>
                    <a:pt x="135744" y="361308"/>
                  </a:lnTo>
                  <a:lnTo>
                    <a:pt x="255876" y="481142"/>
                  </a:lnTo>
                  <a:cubicBezTo>
                    <a:pt x="266546" y="491780"/>
                    <a:pt x="270275" y="507540"/>
                    <a:pt x="265502" y="521831"/>
                  </a:cubicBezTo>
                  <a:lnTo>
                    <a:pt x="207942" y="693816"/>
                  </a:lnTo>
                  <a:lnTo>
                    <a:pt x="393425" y="570062"/>
                  </a:lnTo>
                  <a:cubicBezTo>
                    <a:pt x="406764" y="561160"/>
                    <a:pt x="424148" y="561160"/>
                    <a:pt x="437488" y="570062"/>
                  </a:cubicBezTo>
                  <a:lnTo>
                    <a:pt x="622970" y="693816"/>
                  </a:lnTo>
                  <a:lnTo>
                    <a:pt x="565410" y="521831"/>
                  </a:lnTo>
                  <a:cubicBezTo>
                    <a:pt x="558463" y="501030"/>
                    <a:pt x="569692" y="478537"/>
                    <a:pt x="590493" y="471590"/>
                  </a:cubicBezTo>
                  <a:cubicBezTo>
                    <a:pt x="611294" y="464643"/>
                    <a:pt x="633788" y="475873"/>
                    <a:pt x="640734" y="496673"/>
                  </a:cubicBezTo>
                  <a:lnTo>
                    <a:pt x="735014" y="778618"/>
                  </a:lnTo>
                  <a:cubicBezTo>
                    <a:pt x="741976" y="799409"/>
                    <a:pt x="730766" y="821902"/>
                    <a:pt x="709975" y="828864"/>
                  </a:cubicBezTo>
                  <a:cubicBezTo>
                    <a:pt x="705906" y="830228"/>
                    <a:pt x="701644" y="830918"/>
                    <a:pt x="697352" y="8309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2001297F-4E5E-654A-A3E4-85C83436361A}"/>
                </a:ext>
              </a:extLst>
            </p:cNvPr>
            <p:cNvSpPr/>
            <p:nvPr/>
          </p:nvSpPr>
          <p:spPr>
            <a:xfrm>
              <a:off x="5916219" y="1703352"/>
              <a:ext cx="361318" cy="267058"/>
            </a:xfrm>
            <a:custGeom>
              <a:avLst/>
              <a:gdLst>
                <a:gd name="connsiteX0" fmla="*/ 133480 w 361318"/>
                <a:gd name="connsiteY0" fmla="*/ 267059 h 267058"/>
                <a:gd name="connsiteX1" fmla="*/ 93753 w 361318"/>
                <a:gd name="connsiteY1" fmla="*/ 227392 h 267058"/>
                <a:gd name="connsiteX2" fmla="*/ 105444 w 361318"/>
                <a:gd name="connsiteY2" fmla="*/ 199227 h 267058"/>
                <a:gd name="connsiteX3" fmla="*/ 225576 w 361318"/>
                <a:gd name="connsiteY3" fmla="*/ 79393 h 267058"/>
                <a:gd name="connsiteX4" fmla="*/ 39697 w 361318"/>
                <a:gd name="connsiteY4" fmla="*/ 79393 h 267058"/>
                <a:gd name="connsiteX5" fmla="*/ 0 w 361318"/>
                <a:gd name="connsiteY5" fmla="*/ 39697 h 267058"/>
                <a:gd name="connsiteX6" fmla="*/ 39697 w 361318"/>
                <a:gd name="connsiteY6" fmla="*/ 0 h 267058"/>
                <a:gd name="connsiteX7" fmla="*/ 321642 w 361318"/>
                <a:gd name="connsiteY7" fmla="*/ 0 h 267058"/>
                <a:gd name="connsiteX8" fmla="*/ 361318 w 361318"/>
                <a:gd name="connsiteY8" fmla="*/ 39715 h 267058"/>
                <a:gd name="connsiteX9" fmla="*/ 349628 w 361318"/>
                <a:gd name="connsiteY9" fmla="*/ 67831 h 267058"/>
                <a:gd name="connsiteX10" fmla="*/ 161714 w 361318"/>
                <a:gd name="connsiteY10" fmla="*/ 255447 h 267058"/>
                <a:gd name="connsiteX11" fmla="*/ 133480 w 361318"/>
                <a:gd name="connsiteY11" fmla="*/ 267059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1318" h="267058">
                  <a:moveTo>
                    <a:pt x="133480" y="267059"/>
                  </a:moveTo>
                  <a:cubicBezTo>
                    <a:pt x="111557" y="267073"/>
                    <a:pt x="93768" y="249319"/>
                    <a:pt x="93753" y="227392"/>
                  </a:cubicBezTo>
                  <a:cubicBezTo>
                    <a:pt x="93744" y="216823"/>
                    <a:pt x="97951" y="206685"/>
                    <a:pt x="105444" y="199227"/>
                  </a:cubicBezTo>
                  <a:lnTo>
                    <a:pt x="225576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321642" y="0"/>
                  </a:lnTo>
                  <a:cubicBezTo>
                    <a:pt x="343564" y="10"/>
                    <a:pt x="361328" y="17791"/>
                    <a:pt x="361318" y="39715"/>
                  </a:cubicBezTo>
                  <a:cubicBezTo>
                    <a:pt x="361313" y="50269"/>
                    <a:pt x="357106" y="60386"/>
                    <a:pt x="349628" y="67831"/>
                  </a:cubicBezTo>
                  <a:lnTo>
                    <a:pt x="161714" y="255447"/>
                  </a:lnTo>
                  <a:cubicBezTo>
                    <a:pt x="154226" y="262925"/>
                    <a:pt x="144064" y="267108"/>
                    <a:pt x="133480" y="2670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5" name="Picture Placeholder 41">
            <a:extLst>
              <a:ext uri="{FF2B5EF4-FFF2-40B4-BE49-F238E27FC236}">
                <a16:creationId xmlns:a16="http://schemas.microsoft.com/office/drawing/2014/main" id="{E5CDB58C-3A49-4B45-BA2A-5F1DF4BED453}"/>
              </a:ext>
            </a:extLst>
          </p:cNvPr>
          <p:cNvGrpSpPr>
            <a:grpSpLocks noChangeAspect="1"/>
          </p:cNvGrpSpPr>
          <p:nvPr/>
        </p:nvGrpSpPr>
        <p:grpSpPr>
          <a:xfrm>
            <a:off x="6768136" y="1425427"/>
            <a:ext cx="822910" cy="822909"/>
            <a:chOff x="6768136" y="1425427"/>
            <a:chExt cx="822910" cy="822909"/>
          </a:xfrm>
        </p:grpSpPr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792A026A-BAF7-3249-A028-81CC08190EC8}"/>
                </a:ext>
              </a:extLst>
            </p:cNvPr>
            <p:cNvSpPr/>
            <p:nvPr/>
          </p:nvSpPr>
          <p:spPr>
            <a:xfrm>
              <a:off x="6768136" y="1425427"/>
              <a:ext cx="822910" cy="822909"/>
            </a:xfrm>
            <a:custGeom>
              <a:avLst/>
              <a:gdLst>
                <a:gd name="connsiteX0" fmla="*/ 411455 w 822910"/>
                <a:gd name="connsiteY0" fmla="*/ 822909 h 822909"/>
                <a:gd name="connsiteX1" fmla="*/ 0 w 822910"/>
                <a:gd name="connsiteY1" fmla="*/ 411455 h 822909"/>
                <a:gd name="connsiteX2" fmla="*/ 411455 w 822910"/>
                <a:gd name="connsiteY2" fmla="*/ 0 h 822909"/>
                <a:gd name="connsiteX3" fmla="*/ 822910 w 822910"/>
                <a:gd name="connsiteY3" fmla="*/ 411455 h 822909"/>
                <a:gd name="connsiteX4" fmla="*/ 411455 w 822910"/>
                <a:gd name="connsiteY4" fmla="*/ 822909 h 822909"/>
                <a:gd name="connsiteX5" fmla="*/ 411455 w 822910"/>
                <a:gd name="connsiteY5" fmla="*/ 79393 h 822909"/>
                <a:gd name="connsiteX6" fmla="*/ 79393 w 822910"/>
                <a:gd name="connsiteY6" fmla="*/ 411455 h 822909"/>
                <a:gd name="connsiteX7" fmla="*/ 411455 w 822910"/>
                <a:gd name="connsiteY7" fmla="*/ 743516 h 822909"/>
                <a:gd name="connsiteX8" fmla="*/ 743517 w 822910"/>
                <a:gd name="connsiteY8" fmla="*/ 411455 h 822909"/>
                <a:gd name="connsiteX9" fmla="*/ 411455 w 822910"/>
                <a:gd name="connsiteY9" fmla="*/ 79393 h 82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10" h="822909">
                  <a:moveTo>
                    <a:pt x="411455" y="822909"/>
                  </a:moveTo>
                  <a:cubicBezTo>
                    <a:pt x="184215" y="822909"/>
                    <a:pt x="0" y="638693"/>
                    <a:pt x="0" y="411455"/>
                  </a:cubicBezTo>
                  <a:cubicBezTo>
                    <a:pt x="0" y="184214"/>
                    <a:pt x="184215" y="0"/>
                    <a:pt x="411455" y="0"/>
                  </a:cubicBezTo>
                  <a:cubicBezTo>
                    <a:pt x="638693" y="0"/>
                    <a:pt x="822910" y="184214"/>
                    <a:pt x="822910" y="411455"/>
                  </a:cubicBezTo>
                  <a:cubicBezTo>
                    <a:pt x="822692" y="638603"/>
                    <a:pt x="638604" y="822691"/>
                    <a:pt x="411455" y="822909"/>
                  </a:cubicBezTo>
                  <a:close/>
                  <a:moveTo>
                    <a:pt x="411455" y="79393"/>
                  </a:moveTo>
                  <a:cubicBezTo>
                    <a:pt x="228062" y="79393"/>
                    <a:pt x="79393" y="228062"/>
                    <a:pt x="79393" y="411455"/>
                  </a:cubicBezTo>
                  <a:cubicBezTo>
                    <a:pt x="79393" y="594848"/>
                    <a:pt x="228062" y="743516"/>
                    <a:pt x="411455" y="743516"/>
                  </a:cubicBezTo>
                  <a:cubicBezTo>
                    <a:pt x="594849" y="743516"/>
                    <a:pt x="743517" y="594848"/>
                    <a:pt x="743517" y="411455"/>
                  </a:cubicBezTo>
                  <a:cubicBezTo>
                    <a:pt x="743299" y="228153"/>
                    <a:pt x="594759" y="79612"/>
                    <a:pt x="41145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BBCA5FF3-29CD-4F42-9291-9077A00CB99B}"/>
                </a:ext>
              </a:extLst>
            </p:cNvPr>
            <p:cNvSpPr/>
            <p:nvPr/>
          </p:nvSpPr>
          <p:spPr>
            <a:xfrm>
              <a:off x="6918058" y="1554421"/>
              <a:ext cx="470101" cy="526197"/>
            </a:xfrm>
            <a:custGeom>
              <a:avLst/>
              <a:gdLst>
                <a:gd name="connsiteX0" fmla="*/ 430442 w 470101"/>
                <a:gd name="connsiteY0" fmla="*/ 525999 h 526197"/>
                <a:gd name="connsiteX1" fmla="*/ 408410 w 470101"/>
                <a:gd name="connsiteY1" fmla="*/ 519350 h 526197"/>
                <a:gd name="connsiteX2" fmla="*/ 262872 w 470101"/>
                <a:gd name="connsiteY2" fmla="*/ 422242 h 526197"/>
                <a:gd name="connsiteX3" fmla="*/ 117384 w 470101"/>
                <a:gd name="connsiteY3" fmla="*/ 519350 h 526197"/>
                <a:gd name="connsiteX4" fmla="*/ 62390 w 470101"/>
                <a:gd name="connsiteY4" fmla="*/ 508066 h 526197"/>
                <a:gd name="connsiteX5" fmla="*/ 57839 w 470101"/>
                <a:gd name="connsiteY5" fmla="*/ 473748 h 526197"/>
                <a:gd name="connsiteX6" fmla="*/ 105922 w 470101"/>
                <a:gd name="connsiteY6" fmla="*/ 329600 h 526197"/>
                <a:gd name="connsiteX7" fmla="*/ 11643 w 470101"/>
                <a:gd name="connsiteY7" fmla="*/ 235321 h 526197"/>
                <a:gd name="connsiteX8" fmla="*/ 11611 w 470101"/>
                <a:gd name="connsiteY8" fmla="*/ 179182 h 526197"/>
                <a:gd name="connsiteX9" fmla="*/ 39678 w 470101"/>
                <a:gd name="connsiteY9" fmla="*/ 167539 h 526197"/>
                <a:gd name="connsiteX10" fmla="*/ 178616 w 470101"/>
                <a:gd name="connsiteY10" fmla="*/ 167539 h 526197"/>
                <a:gd name="connsiteX11" fmla="*/ 225309 w 470101"/>
                <a:gd name="connsiteY11" fmla="*/ 27162 h 526197"/>
                <a:gd name="connsiteX12" fmla="*/ 275517 w 470101"/>
                <a:gd name="connsiteY12" fmla="*/ 2045 h 526197"/>
                <a:gd name="connsiteX13" fmla="*/ 300634 w 470101"/>
                <a:gd name="connsiteY13" fmla="*/ 27162 h 526197"/>
                <a:gd name="connsiteX14" fmla="*/ 356308 w 470101"/>
                <a:gd name="connsiteY14" fmla="*/ 194731 h 526197"/>
                <a:gd name="connsiteX15" fmla="*/ 331974 w 470101"/>
                <a:gd name="connsiteY15" fmla="*/ 245324 h 526197"/>
                <a:gd name="connsiteX16" fmla="*/ 281383 w 470101"/>
                <a:gd name="connsiteY16" fmla="*/ 220991 h 526197"/>
                <a:gd name="connsiteX17" fmla="*/ 280984 w 470101"/>
                <a:gd name="connsiteY17" fmla="*/ 219790 h 526197"/>
                <a:gd name="connsiteX18" fmla="*/ 262872 w 470101"/>
                <a:gd name="connsiteY18" fmla="*/ 165207 h 526197"/>
                <a:gd name="connsiteX19" fmla="*/ 244810 w 470101"/>
                <a:gd name="connsiteY19" fmla="*/ 219790 h 526197"/>
                <a:gd name="connsiteX20" fmla="*/ 207148 w 470101"/>
                <a:gd name="connsiteY20" fmla="*/ 246982 h 526197"/>
                <a:gd name="connsiteX21" fmla="*/ 135595 w 470101"/>
                <a:gd name="connsiteY21" fmla="*/ 246982 h 526197"/>
                <a:gd name="connsiteX22" fmla="*/ 179658 w 470101"/>
                <a:gd name="connsiteY22" fmla="*/ 290648 h 526197"/>
                <a:gd name="connsiteX23" fmla="*/ 189285 w 470101"/>
                <a:gd name="connsiteY23" fmla="*/ 331387 h 526197"/>
                <a:gd name="connsiteX24" fmla="*/ 169734 w 470101"/>
                <a:gd name="connsiteY24" fmla="*/ 389145 h 526197"/>
                <a:gd name="connsiteX25" fmla="*/ 240841 w 470101"/>
                <a:gd name="connsiteY25" fmla="*/ 341509 h 526197"/>
                <a:gd name="connsiteX26" fmla="*/ 284904 w 470101"/>
                <a:gd name="connsiteY26" fmla="*/ 341509 h 526197"/>
                <a:gd name="connsiteX27" fmla="*/ 356010 w 470101"/>
                <a:gd name="connsiteY27" fmla="*/ 389145 h 526197"/>
                <a:gd name="connsiteX28" fmla="*/ 336708 w 470101"/>
                <a:gd name="connsiteY28" fmla="*/ 331585 h 526197"/>
                <a:gd name="connsiteX29" fmla="*/ 361766 w 470101"/>
                <a:gd name="connsiteY29" fmla="*/ 281319 h 526197"/>
                <a:gd name="connsiteX30" fmla="*/ 412032 w 470101"/>
                <a:gd name="connsiteY30" fmla="*/ 306378 h 526197"/>
                <a:gd name="connsiteX31" fmla="*/ 468054 w 470101"/>
                <a:gd name="connsiteY31" fmla="*/ 473947 h 526197"/>
                <a:gd name="connsiteX32" fmla="*/ 442951 w 470101"/>
                <a:gd name="connsiteY32" fmla="*/ 524158 h 526197"/>
                <a:gd name="connsiteX33" fmla="*/ 430442 w 470101"/>
                <a:gd name="connsiteY33" fmla="*/ 526197 h 52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0101" h="526197">
                  <a:moveTo>
                    <a:pt x="430442" y="525999"/>
                  </a:moveTo>
                  <a:cubicBezTo>
                    <a:pt x="422602" y="526009"/>
                    <a:pt x="414935" y="523692"/>
                    <a:pt x="408410" y="519350"/>
                  </a:cubicBezTo>
                  <a:lnTo>
                    <a:pt x="262872" y="422242"/>
                  </a:lnTo>
                  <a:lnTo>
                    <a:pt x="117384" y="519350"/>
                  </a:lnTo>
                  <a:cubicBezTo>
                    <a:pt x="99083" y="531423"/>
                    <a:pt x="74461" y="526371"/>
                    <a:pt x="62390" y="508066"/>
                  </a:cubicBezTo>
                  <a:cubicBezTo>
                    <a:pt x="55702" y="497929"/>
                    <a:pt x="54026" y="485280"/>
                    <a:pt x="57839" y="473748"/>
                  </a:cubicBezTo>
                  <a:lnTo>
                    <a:pt x="105922" y="329600"/>
                  </a:lnTo>
                  <a:lnTo>
                    <a:pt x="11643" y="235321"/>
                  </a:lnTo>
                  <a:cubicBezTo>
                    <a:pt x="-3868" y="219827"/>
                    <a:pt x="-3883" y="194693"/>
                    <a:pt x="11611" y="179182"/>
                  </a:cubicBezTo>
                  <a:cubicBezTo>
                    <a:pt x="19052" y="171732"/>
                    <a:pt x="29149" y="167544"/>
                    <a:pt x="39678" y="167539"/>
                  </a:cubicBezTo>
                  <a:lnTo>
                    <a:pt x="178616" y="167539"/>
                  </a:lnTo>
                  <a:lnTo>
                    <a:pt x="225309" y="27162"/>
                  </a:lnTo>
                  <a:cubicBezTo>
                    <a:pt x="232238" y="6362"/>
                    <a:pt x="254717" y="-4883"/>
                    <a:pt x="275517" y="2045"/>
                  </a:cubicBezTo>
                  <a:cubicBezTo>
                    <a:pt x="287377" y="5996"/>
                    <a:pt x="296683" y="15302"/>
                    <a:pt x="300634" y="27162"/>
                  </a:cubicBezTo>
                  <a:lnTo>
                    <a:pt x="356308" y="194731"/>
                  </a:lnTo>
                  <a:cubicBezTo>
                    <a:pt x="363558" y="215421"/>
                    <a:pt x="352666" y="238072"/>
                    <a:pt x="331974" y="245324"/>
                  </a:cubicBezTo>
                  <a:cubicBezTo>
                    <a:pt x="311286" y="252575"/>
                    <a:pt x="288635" y="241681"/>
                    <a:pt x="281383" y="220991"/>
                  </a:cubicBezTo>
                  <a:cubicBezTo>
                    <a:pt x="281244" y="220593"/>
                    <a:pt x="281111" y="220192"/>
                    <a:pt x="280984" y="219790"/>
                  </a:cubicBezTo>
                  <a:lnTo>
                    <a:pt x="262872" y="165207"/>
                  </a:lnTo>
                  <a:lnTo>
                    <a:pt x="244810" y="219790"/>
                  </a:lnTo>
                  <a:cubicBezTo>
                    <a:pt x="239424" y="236020"/>
                    <a:pt x="224249" y="246976"/>
                    <a:pt x="207148" y="246982"/>
                  </a:cubicBezTo>
                  <a:lnTo>
                    <a:pt x="135595" y="246982"/>
                  </a:lnTo>
                  <a:lnTo>
                    <a:pt x="179658" y="290648"/>
                  </a:lnTo>
                  <a:cubicBezTo>
                    <a:pt x="190348" y="301295"/>
                    <a:pt x="194078" y="317081"/>
                    <a:pt x="189285" y="331387"/>
                  </a:cubicBezTo>
                  <a:lnTo>
                    <a:pt x="169734" y="389145"/>
                  </a:lnTo>
                  <a:lnTo>
                    <a:pt x="240841" y="341509"/>
                  </a:lnTo>
                  <a:cubicBezTo>
                    <a:pt x="254180" y="332609"/>
                    <a:pt x="271564" y="332609"/>
                    <a:pt x="284904" y="341509"/>
                  </a:cubicBezTo>
                  <a:lnTo>
                    <a:pt x="356010" y="389145"/>
                  </a:lnTo>
                  <a:lnTo>
                    <a:pt x="336708" y="331585"/>
                  </a:lnTo>
                  <a:cubicBezTo>
                    <a:pt x="329746" y="310785"/>
                    <a:pt x="340966" y="288280"/>
                    <a:pt x="361766" y="281319"/>
                  </a:cubicBezTo>
                  <a:cubicBezTo>
                    <a:pt x="382568" y="274359"/>
                    <a:pt x="405071" y="285578"/>
                    <a:pt x="412032" y="306378"/>
                  </a:cubicBezTo>
                  <a:lnTo>
                    <a:pt x="468054" y="473947"/>
                  </a:lnTo>
                  <a:cubicBezTo>
                    <a:pt x="474986" y="494748"/>
                    <a:pt x="463747" y="517226"/>
                    <a:pt x="442951" y="524158"/>
                  </a:cubicBezTo>
                  <a:cubicBezTo>
                    <a:pt x="438917" y="525503"/>
                    <a:pt x="434694" y="526193"/>
                    <a:pt x="430442" y="52619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53ED1181-74C2-444A-95E1-2FF2412514BC}"/>
                </a:ext>
              </a:extLst>
            </p:cNvPr>
            <p:cNvSpPr/>
            <p:nvPr/>
          </p:nvSpPr>
          <p:spPr>
            <a:xfrm>
              <a:off x="7196958" y="1722010"/>
              <a:ext cx="246892" cy="190890"/>
            </a:xfrm>
            <a:custGeom>
              <a:avLst/>
              <a:gdLst>
                <a:gd name="connsiteX0" fmla="*/ 95470 w 246892"/>
                <a:gd name="connsiteY0" fmla="*/ 190891 h 190890"/>
                <a:gd name="connsiteX1" fmla="*/ 55744 w 246892"/>
                <a:gd name="connsiteY1" fmla="*/ 151226 h 190890"/>
                <a:gd name="connsiteX2" fmla="*/ 67435 w 246892"/>
                <a:gd name="connsiteY2" fmla="*/ 123059 h 190890"/>
                <a:gd name="connsiteX3" fmla="*/ 111250 w 246892"/>
                <a:gd name="connsiteY3" fmla="*/ 79393 h 190890"/>
                <a:gd name="connsiteX4" fmla="*/ 39697 w 246892"/>
                <a:gd name="connsiteY4" fmla="*/ 79393 h 190890"/>
                <a:gd name="connsiteX5" fmla="*/ 0 w 246892"/>
                <a:gd name="connsiteY5" fmla="*/ 39697 h 190890"/>
                <a:gd name="connsiteX6" fmla="*/ 39697 w 246892"/>
                <a:gd name="connsiteY6" fmla="*/ 0 h 190890"/>
                <a:gd name="connsiteX7" fmla="*/ 207216 w 246892"/>
                <a:gd name="connsiteY7" fmla="*/ 0 h 190890"/>
                <a:gd name="connsiteX8" fmla="*/ 246893 w 246892"/>
                <a:gd name="connsiteY8" fmla="*/ 39715 h 190890"/>
                <a:gd name="connsiteX9" fmla="*/ 235302 w 246892"/>
                <a:gd name="connsiteY9" fmla="*/ 67732 h 190890"/>
                <a:gd name="connsiteX10" fmla="*/ 123506 w 246892"/>
                <a:gd name="connsiteY10" fmla="*/ 179230 h 190890"/>
                <a:gd name="connsiteX11" fmla="*/ 95470 w 246892"/>
                <a:gd name="connsiteY11" fmla="*/ 190891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6892" h="190890">
                  <a:moveTo>
                    <a:pt x="95470" y="190891"/>
                  </a:moveTo>
                  <a:cubicBezTo>
                    <a:pt x="73548" y="190906"/>
                    <a:pt x="55759" y="173149"/>
                    <a:pt x="55744" y="151226"/>
                  </a:cubicBezTo>
                  <a:cubicBezTo>
                    <a:pt x="55734" y="140654"/>
                    <a:pt x="59942" y="130517"/>
                    <a:pt x="67435" y="123059"/>
                  </a:cubicBezTo>
                  <a:lnTo>
                    <a:pt x="111250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07216" y="0"/>
                  </a:lnTo>
                  <a:cubicBezTo>
                    <a:pt x="229139" y="10"/>
                    <a:pt x="246903" y="17791"/>
                    <a:pt x="246893" y="39715"/>
                  </a:cubicBezTo>
                  <a:cubicBezTo>
                    <a:pt x="246888" y="50220"/>
                    <a:pt x="242720" y="60295"/>
                    <a:pt x="235302" y="67732"/>
                  </a:cubicBezTo>
                  <a:lnTo>
                    <a:pt x="123506" y="179230"/>
                  </a:lnTo>
                  <a:cubicBezTo>
                    <a:pt x="116078" y="186678"/>
                    <a:pt x="105990" y="190871"/>
                    <a:pt x="95470" y="1908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9" name="Picture Placeholder 43">
            <a:extLst>
              <a:ext uri="{FF2B5EF4-FFF2-40B4-BE49-F238E27FC236}">
                <a16:creationId xmlns:a16="http://schemas.microsoft.com/office/drawing/2014/main" id="{342985D9-ADBC-4485-A7A3-DB1094794125}"/>
              </a:ext>
            </a:extLst>
          </p:cNvPr>
          <p:cNvGrpSpPr>
            <a:grpSpLocks noChangeAspect="1"/>
          </p:cNvGrpSpPr>
          <p:nvPr/>
        </p:nvGrpSpPr>
        <p:grpSpPr>
          <a:xfrm>
            <a:off x="8078498" y="1467505"/>
            <a:ext cx="837201" cy="738752"/>
            <a:chOff x="8078498" y="1467505"/>
            <a:chExt cx="837201" cy="73875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70005BD2-3259-A142-8C8C-1DB6A2AAF712}"/>
                </a:ext>
              </a:extLst>
            </p:cNvPr>
            <p:cNvSpPr/>
            <p:nvPr/>
          </p:nvSpPr>
          <p:spPr>
            <a:xfrm>
              <a:off x="8363321" y="1467505"/>
              <a:ext cx="552378" cy="452888"/>
            </a:xfrm>
            <a:custGeom>
              <a:avLst/>
              <a:gdLst>
                <a:gd name="connsiteX0" fmla="*/ 416070 w 552378"/>
                <a:gd name="connsiteY0" fmla="*/ 452888 h 452888"/>
                <a:gd name="connsiteX1" fmla="*/ 388481 w 552378"/>
                <a:gd name="connsiteY1" fmla="*/ 441773 h 452888"/>
                <a:gd name="connsiteX2" fmla="*/ 302885 w 552378"/>
                <a:gd name="connsiteY2" fmla="*/ 359155 h 452888"/>
                <a:gd name="connsiteX3" fmla="*/ 227858 w 552378"/>
                <a:gd name="connsiteY3" fmla="*/ 359155 h 452888"/>
                <a:gd name="connsiteX4" fmla="*/ 188162 w 552378"/>
                <a:gd name="connsiteY4" fmla="*/ 319458 h 452888"/>
                <a:gd name="connsiteX5" fmla="*/ 227858 w 552378"/>
                <a:gd name="connsiteY5" fmla="*/ 279761 h 452888"/>
                <a:gd name="connsiteX6" fmla="*/ 318913 w 552378"/>
                <a:gd name="connsiteY6" fmla="*/ 279761 h 452888"/>
                <a:gd name="connsiteX7" fmla="*/ 346452 w 552378"/>
                <a:gd name="connsiteY7" fmla="*/ 290876 h 452888"/>
                <a:gd name="connsiteX8" fmla="*/ 376224 w 552378"/>
                <a:gd name="connsiteY8" fmla="*/ 319756 h 452888"/>
                <a:gd name="connsiteX9" fmla="*/ 376224 w 552378"/>
                <a:gd name="connsiteY9" fmla="*/ 319458 h 452888"/>
                <a:gd name="connsiteX10" fmla="*/ 415921 w 552378"/>
                <a:gd name="connsiteY10" fmla="*/ 279761 h 452888"/>
                <a:gd name="connsiteX11" fmla="*/ 472836 w 552378"/>
                <a:gd name="connsiteY11" fmla="*/ 279761 h 452888"/>
                <a:gd name="connsiteX12" fmla="*/ 472836 w 552378"/>
                <a:gd name="connsiteY12" fmla="*/ 79393 h 452888"/>
                <a:gd name="connsiteX13" fmla="*/ 79393 w 552378"/>
                <a:gd name="connsiteY13" fmla="*/ 79393 h 452888"/>
                <a:gd name="connsiteX14" fmla="*/ 79393 w 552378"/>
                <a:gd name="connsiteY14" fmla="*/ 319458 h 452888"/>
                <a:gd name="connsiteX15" fmla="*/ 39697 w 552378"/>
                <a:gd name="connsiteY15" fmla="*/ 359155 h 452888"/>
                <a:gd name="connsiteX16" fmla="*/ 0 w 552378"/>
                <a:gd name="connsiteY16" fmla="*/ 319458 h 452888"/>
                <a:gd name="connsiteX17" fmla="*/ 0 w 552378"/>
                <a:gd name="connsiteY17" fmla="*/ 39697 h 452888"/>
                <a:gd name="connsiteX18" fmla="*/ 39697 w 552378"/>
                <a:gd name="connsiteY18" fmla="*/ 0 h 452888"/>
                <a:gd name="connsiteX19" fmla="*/ 512682 w 552378"/>
                <a:gd name="connsiteY19" fmla="*/ 0 h 452888"/>
                <a:gd name="connsiteX20" fmla="*/ 552378 w 552378"/>
                <a:gd name="connsiteY20" fmla="*/ 39697 h 452888"/>
                <a:gd name="connsiteX21" fmla="*/ 552378 w 552378"/>
                <a:gd name="connsiteY21" fmla="*/ 319458 h 452888"/>
                <a:gd name="connsiteX22" fmla="*/ 512682 w 552378"/>
                <a:gd name="connsiteY22" fmla="*/ 359155 h 452888"/>
                <a:gd name="connsiteX23" fmla="*/ 455767 w 552378"/>
                <a:gd name="connsiteY23" fmla="*/ 359155 h 452888"/>
                <a:gd name="connsiteX24" fmla="*/ 455767 w 552378"/>
                <a:gd name="connsiteY24" fmla="*/ 413191 h 452888"/>
                <a:gd name="connsiteX25" fmla="*/ 416070 w 552378"/>
                <a:gd name="connsiteY25" fmla="*/ 452888 h 45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52378" h="452888">
                  <a:moveTo>
                    <a:pt x="416070" y="452888"/>
                  </a:moveTo>
                  <a:cubicBezTo>
                    <a:pt x="405779" y="452898"/>
                    <a:pt x="395889" y="448913"/>
                    <a:pt x="388481" y="441773"/>
                  </a:cubicBezTo>
                  <a:lnTo>
                    <a:pt x="302885" y="359155"/>
                  </a:lnTo>
                  <a:lnTo>
                    <a:pt x="227858" y="359155"/>
                  </a:lnTo>
                  <a:cubicBezTo>
                    <a:pt x="205936" y="359155"/>
                    <a:pt x="188162" y="341382"/>
                    <a:pt x="188162" y="319458"/>
                  </a:cubicBezTo>
                  <a:cubicBezTo>
                    <a:pt x="188162" y="297534"/>
                    <a:pt x="205936" y="279761"/>
                    <a:pt x="227858" y="279761"/>
                  </a:cubicBezTo>
                  <a:lnTo>
                    <a:pt x="318913" y="279761"/>
                  </a:lnTo>
                  <a:cubicBezTo>
                    <a:pt x="329184" y="279764"/>
                    <a:pt x="339054" y="283748"/>
                    <a:pt x="346452" y="290876"/>
                  </a:cubicBezTo>
                  <a:lnTo>
                    <a:pt x="376224" y="319756"/>
                  </a:lnTo>
                  <a:lnTo>
                    <a:pt x="376224" y="319458"/>
                  </a:lnTo>
                  <a:cubicBezTo>
                    <a:pt x="376224" y="297534"/>
                    <a:pt x="393999" y="279761"/>
                    <a:pt x="415921" y="279761"/>
                  </a:cubicBezTo>
                  <a:lnTo>
                    <a:pt x="472836" y="279761"/>
                  </a:lnTo>
                  <a:lnTo>
                    <a:pt x="472836" y="79393"/>
                  </a:lnTo>
                  <a:lnTo>
                    <a:pt x="79393" y="79393"/>
                  </a:lnTo>
                  <a:lnTo>
                    <a:pt x="79393" y="319458"/>
                  </a:lnTo>
                  <a:cubicBezTo>
                    <a:pt x="79393" y="341382"/>
                    <a:pt x="61621" y="359155"/>
                    <a:pt x="39697" y="359155"/>
                  </a:cubicBezTo>
                  <a:cubicBezTo>
                    <a:pt x="17773" y="359155"/>
                    <a:pt x="0" y="341382"/>
                    <a:pt x="0" y="31945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12682" y="0"/>
                  </a:lnTo>
                  <a:cubicBezTo>
                    <a:pt x="534604" y="0"/>
                    <a:pt x="552378" y="17773"/>
                    <a:pt x="552378" y="39697"/>
                  </a:cubicBezTo>
                  <a:lnTo>
                    <a:pt x="552378" y="319458"/>
                  </a:lnTo>
                  <a:cubicBezTo>
                    <a:pt x="552378" y="341382"/>
                    <a:pt x="534604" y="359155"/>
                    <a:pt x="512682" y="359155"/>
                  </a:cubicBezTo>
                  <a:lnTo>
                    <a:pt x="455767" y="359155"/>
                  </a:lnTo>
                  <a:lnTo>
                    <a:pt x="455767" y="413191"/>
                  </a:lnTo>
                  <a:cubicBezTo>
                    <a:pt x="455767" y="435114"/>
                    <a:pt x="437992" y="452888"/>
                    <a:pt x="416070" y="4528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4A9FE5DA-4D41-D34B-88CD-C95D8A5A9326}"/>
                </a:ext>
              </a:extLst>
            </p:cNvPr>
            <p:cNvSpPr/>
            <p:nvPr/>
          </p:nvSpPr>
          <p:spPr>
            <a:xfrm>
              <a:off x="8078498" y="1747267"/>
              <a:ext cx="552378" cy="458991"/>
            </a:xfrm>
            <a:custGeom>
              <a:avLst/>
              <a:gdLst>
                <a:gd name="connsiteX0" fmla="*/ 136308 w 552378"/>
                <a:gd name="connsiteY0" fmla="*/ 458991 h 458991"/>
                <a:gd name="connsiteX1" fmla="*/ 96612 w 552378"/>
                <a:gd name="connsiteY1" fmla="*/ 419295 h 458991"/>
                <a:gd name="connsiteX2" fmla="*/ 96612 w 552378"/>
                <a:gd name="connsiteY2" fmla="*/ 364216 h 458991"/>
                <a:gd name="connsiteX3" fmla="*/ 39697 w 552378"/>
                <a:gd name="connsiteY3" fmla="*/ 364216 h 458991"/>
                <a:gd name="connsiteX4" fmla="*/ 0 w 552378"/>
                <a:gd name="connsiteY4" fmla="*/ 324519 h 458991"/>
                <a:gd name="connsiteX5" fmla="*/ 0 w 552378"/>
                <a:gd name="connsiteY5" fmla="*/ 39697 h 458991"/>
                <a:gd name="connsiteX6" fmla="*/ 39697 w 552378"/>
                <a:gd name="connsiteY6" fmla="*/ 0 h 458991"/>
                <a:gd name="connsiteX7" fmla="*/ 512682 w 552378"/>
                <a:gd name="connsiteY7" fmla="*/ 0 h 458991"/>
                <a:gd name="connsiteX8" fmla="*/ 552378 w 552378"/>
                <a:gd name="connsiteY8" fmla="*/ 39697 h 458991"/>
                <a:gd name="connsiteX9" fmla="*/ 552378 w 552378"/>
                <a:gd name="connsiteY9" fmla="*/ 324519 h 458991"/>
                <a:gd name="connsiteX10" fmla="*/ 512682 w 552378"/>
                <a:gd name="connsiteY10" fmla="*/ 364216 h 458991"/>
                <a:gd name="connsiteX11" fmla="*/ 249692 w 552378"/>
                <a:gd name="connsiteY11" fmla="*/ 364216 h 458991"/>
                <a:gd name="connsiteX12" fmla="*/ 164046 w 552378"/>
                <a:gd name="connsiteY12" fmla="*/ 447678 h 458991"/>
                <a:gd name="connsiteX13" fmla="*/ 136308 w 552378"/>
                <a:gd name="connsiteY13" fmla="*/ 458991 h 458991"/>
                <a:gd name="connsiteX14" fmla="*/ 79393 w 552378"/>
                <a:gd name="connsiteY14" fmla="*/ 284823 h 458991"/>
                <a:gd name="connsiteX15" fmla="*/ 136308 w 552378"/>
                <a:gd name="connsiteY15" fmla="*/ 284823 h 458991"/>
                <a:gd name="connsiteX16" fmla="*/ 176005 w 552378"/>
                <a:gd name="connsiteY16" fmla="*/ 324519 h 458991"/>
                <a:gd name="connsiteX17" fmla="*/ 176005 w 552378"/>
                <a:gd name="connsiteY17" fmla="*/ 325313 h 458991"/>
                <a:gd name="connsiteX18" fmla="*/ 205777 w 552378"/>
                <a:gd name="connsiteY18" fmla="*/ 296285 h 458991"/>
                <a:gd name="connsiteX19" fmla="*/ 233466 w 552378"/>
                <a:gd name="connsiteY19" fmla="*/ 285021 h 458991"/>
                <a:gd name="connsiteX20" fmla="*/ 472985 w 552378"/>
                <a:gd name="connsiteY20" fmla="*/ 285021 h 458991"/>
                <a:gd name="connsiteX21" fmla="*/ 472985 w 552378"/>
                <a:gd name="connsiteY21" fmla="*/ 79393 h 458991"/>
                <a:gd name="connsiteX22" fmla="*/ 79393 w 552378"/>
                <a:gd name="connsiteY22" fmla="*/ 79393 h 45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52378" h="458991">
                  <a:moveTo>
                    <a:pt x="136308" y="458991"/>
                  </a:moveTo>
                  <a:cubicBezTo>
                    <a:pt x="114384" y="458991"/>
                    <a:pt x="96612" y="441217"/>
                    <a:pt x="96612" y="419295"/>
                  </a:cubicBezTo>
                  <a:lnTo>
                    <a:pt x="96612" y="364216"/>
                  </a:lnTo>
                  <a:lnTo>
                    <a:pt x="39697" y="364216"/>
                  </a:lnTo>
                  <a:cubicBezTo>
                    <a:pt x="17773" y="364216"/>
                    <a:pt x="0" y="346442"/>
                    <a:pt x="0" y="32451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12682" y="0"/>
                  </a:lnTo>
                  <a:cubicBezTo>
                    <a:pt x="534604" y="0"/>
                    <a:pt x="552378" y="17773"/>
                    <a:pt x="552378" y="39697"/>
                  </a:cubicBezTo>
                  <a:lnTo>
                    <a:pt x="552378" y="324519"/>
                  </a:lnTo>
                  <a:cubicBezTo>
                    <a:pt x="552378" y="346442"/>
                    <a:pt x="534604" y="364216"/>
                    <a:pt x="512682" y="364216"/>
                  </a:cubicBezTo>
                  <a:lnTo>
                    <a:pt x="249692" y="364216"/>
                  </a:lnTo>
                  <a:lnTo>
                    <a:pt x="164046" y="447678"/>
                  </a:lnTo>
                  <a:cubicBezTo>
                    <a:pt x="156632" y="454927"/>
                    <a:pt x="146677" y="458986"/>
                    <a:pt x="136308" y="458991"/>
                  </a:cubicBezTo>
                  <a:close/>
                  <a:moveTo>
                    <a:pt x="79393" y="284823"/>
                  </a:moveTo>
                  <a:lnTo>
                    <a:pt x="136308" y="284823"/>
                  </a:lnTo>
                  <a:cubicBezTo>
                    <a:pt x="158232" y="284823"/>
                    <a:pt x="176005" y="302597"/>
                    <a:pt x="176005" y="324519"/>
                  </a:cubicBezTo>
                  <a:lnTo>
                    <a:pt x="176005" y="325313"/>
                  </a:lnTo>
                  <a:lnTo>
                    <a:pt x="205777" y="296285"/>
                  </a:lnTo>
                  <a:cubicBezTo>
                    <a:pt x="213187" y="289065"/>
                    <a:pt x="223121" y="285026"/>
                    <a:pt x="233466" y="285021"/>
                  </a:cubicBezTo>
                  <a:lnTo>
                    <a:pt x="472985" y="285021"/>
                  </a:lnTo>
                  <a:lnTo>
                    <a:pt x="47298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2" name="Picture Placeholder 45">
            <a:extLst>
              <a:ext uri="{FF2B5EF4-FFF2-40B4-BE49-F238E27FC236}">
                <a16:creationId xmlns:a16="http://schemas.microsoft.com/office/drawing/2014/main" id="{C2E817EC-E530-4F9B-AC50-8EF1798C17AB}"/>
              </a:ext>
            </a:extLst>
          </p:cNvPr>
          <p:cNvGrpSpPr>
            <a:grpSpLocks noChangeAspect="1"/>
          </p:cNvGrpSpPr>
          <p:nvPr/>
        </p:nvGrpSpPr>
        <p:grpSpPr>
          <a:xfrm>
            <a:off x="9395311" y="1415999"/>
            <a:ext cx="838590" cy="841765"/>
            <a:chOff x="9395311" y="1415999"/>
            <a:chExt cx="838590" cy="841765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4485D10-2372-AF4D-8F95-CE92FF115AFD}"/>
                </a:ext>
              </a:extLst>
            </p:cNvPr>
            <p:cNvSpPr/>
            <p:nvPr/>
          </p:nvSpPr>
          <p:spPr>
            <a:xfrm>
              <a:off x="9395311" y="1415999"/>
              <a:ext cx="838590" cy="645068"/>
            </a:xfrm>
            <a:custGeom>
              <a:avLst/>
              <a:gdLst>
                <a:gd name="connsiteX0" fmla="*/ 798894 w 838590"/>
                <a:gd name="connsiteY0" fmla="*/ 645069 h 645068"/>
                <a:gd name="connsiteX1" fmla="*/ 759197 w 838590"/>
                <a:gd name="connsiteY1" fmla="*/ 605372 h 645068"/>
                <a:gd name="connsiteX2" fmla="*/ 759197 w 838590"/>
                <a:gd name="connsiteY2" fmla="*/ 79393 h 645068"/>
                <a:gd name="connsiteX3" fmla="*/ 39697 w 838590"/>
                <a:gd name="connsiteY3" fmla="*/ 79393 h 645068"/>
                <a:gd name="connsiteX4" fmla="*/ 0 w 838590"/>
                <a:gd name="connsiteY4" fmla="*/ 39697 h 645068"/>
                <a:gd name="connsiteX5" fmla="*/ 39697 w 838590"/>
                <a:gd name="connsiteY5" fmla="*/ 0 h 645068"/>
                <a:gd name="connsiteX6" fmla="*/ 798894 w 838590"/>
                <a:gd name="connsiteY6" fmla="*/ 0 h 645068"/>
                <a:gd name="connsiteX7" fmla="*/ 838591 w 838590"/>
                <a:gd name="connsiteY7" fmla="*/ 39697 h 645068"/>
                <a:gd name="connsiteX8" fmla="*/ 838591 w 838590"/>
                <a:gd name="connsiteY8" fmla="*/ 605372 h 645068"/>
                <a:gd name="connsiteX9" fmla="*/ 798894 w 838590"/>
                <a:gd name="connsiteY9" fmla="*/ 645069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590" h="645068">
                  <a:moveTo>
                    <a:pt x="798894" y="645069"/>
                  </a:moveTo>
                  <a:cubicBezTo>
                    <a:pt x="776972" y="645069"/>
                    <a:pt x="759197" y="627295"/>
                    <a:pt x="759197" y="605372"/>
                  </a:cubicBezTo>
                  <a:lnTo>
                    <a:pt x="759197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605372"/>
                  </a:lnTo>
                  <a:cubicBezTo>
                    <a:pt x="838591" y="627295"/>
                    <a:pt x="820816" y="645069"/>
                    <a:pt x="798894" y="6450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E3BC1B6E-6EC4-5240-A6BE-B6A4510798B7}"/>
                </a:ext>
              </a:extLst>
            </p:cNvPr>
            <p:cNvSpPr/>
            <p:nvPr/>
          </p:nvSpPr>
          <p:spPr>
            <a:xfrm>
              <a:off x="9395311" y="1415999"/>
              <a:ext cx="838590" cy="841765"/>
            </a:xfrm>
            <a:custGeom>
              <a:avLst/>
              <a:gdLst>
                <a:gd name="connsiteX0" fmla="*/ 228255 w 838590"/>
                <a:gd name="connsiteY0" fmla="*/ 841765 h 841765"/>
                <a:gd name="connsiteX1" fmla="*/ 188545 w 838590"/>
                <a:gd name="connsiteY1" fmla="*/ 802084 h 841765"/>
                <a:gd name="connsiteX2" fmla="*/ 188559 w 838590"/>
                <a:gd name="connsiteY2" fmla="*/ 801027 h 841765"/>
                <a:gd name="connsiteX3" fmla="*/ 192528 w 838590"/>
                <a:gd name="connsiteY3" fmla="*/ 645069 h 841765"/>
                <a:gd name="connsiteX4" fmla="*/ 39697 w 838590"/>
                <a:gd name="connsiteY4" fmla="*/ 645069 h 841765"/>
                <a:gd name="connsiteX5" fmla="*/ 0 w 838590"/>
                <a:gd name="connsiteY5" fmla="*/ 605372 h 841765"/>
                <a:gd name="connsiteX6" fmla="*/ 0 w 838590"/>
                <a:gd name="connsiteY6" fmla="*/ 39697 h 841765"/>
                <a:gd name="connsiteX7" fmla="*/ 39697 w 838590"/>
                <a:gd name="connsiteY7" fmla="*/ 0 h 841765"/>
                <a:gd name="connsiteX8" fmla="*/ 79393 w 838590"/>
                <a:gd name="connsiteY8" fmla="*/ 39697 h 841765"/>
                <a:gd name="connsiteX9" fmla="*/ 79393 w 838590"/>
                <a:gd name="connsiteY9" fmla="*/ 565676 h 841765"/>
                <a:gd name="connsiteX10" fmla="*/ 233217 w 838590"/>
                <a:gd name="connsiteY10" fmla="*/ 565676 h 841765"/>
                <a:gd name="connsiteX11" fmla="*/ 272928 w 838590"/>
                <a:gd name="connsiteY11" fmla="*/ 605358 h 841765"/>
                <a:gd name="connsiteX12" fmla="*/ 272914 w 838590"/>
                <a:gd name="connsiteY12" fmla="*/ 606414 h 841765"/>
                <a:gd name="connsiteX13" fmla="*/ 270532 w 838590"/>
                <a:gd name="connsiteY13" fmla="*/ 700694 h 841765"/>
                <a:gd name="connsiteX14" fmla="*/ 388729 w 838590"/>
                <a:gd name="connsiteY14" fmla="*/ 577783 h 841765"/>
                <a:gd name="connsiteX15" fmla="*/ 417310 w 838590"/>
                <a:gd name="connsiteY15" fmla="*/ 565577 h 841765"/>
                <a:gd name="connsiteX16" fmla="*/ 798894 w 838590"/>
                <a:gd name="connsiteY16" fmla="*/ 565577 h 841765"/>
                <a:gd name="connsiteX17" fmla="*/ 838591 w 838590"/>
                <a:gd name="connsiteY17" fmla="*/ 605273 h 841765"/>
                <a:gd name="connsiteX18" fmla="*/ 798894 w 838590"/>
                <a:gd name="connsiteY18" fmla="*/ 644970 h 841765"/>
                <a:gd name="connsiteX19" fmla="*/ 434231 w 838590"/>
                <a:gd name="connsiteY19" fmla="*/ 644970 h 841765"/>
                <a:gd name="connsiteX20" fmla="*/ 256887 w 838590"/>
                <a:gd name="connsiteY20" fmla="*/ 829559 h 841765"/>
                <a:gd name="connsiteX21" fmla="*/ 228255 w 838590"/>
                <a:gd name="connsiteY21" fmla="*/ 841765 h 8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38590" h="841765">
                  <a:moveTo>
                    <a:pt x="228255" y="841765"/>
                  </a:moveTo>
                  <a:cubicBezTo>
                    <a:pt x="206331" y="841775"/>
                    <a:pt x="188553" y="824006"/>
                    <a:pt x="188545" y="802084"/>
                  </a:cubicBezTo>
                  <a:cubicBezTo>
                    <a:pt x="188545" y="801731"/>
                    <a:pt x="188549" y="801379"/>
                    <a:pt x="188559" y="801027"/>
                  </a:cubicBezTo>
                  <a:lnTo>
                    <a:pt x="192528" y="645069"/>
                  </a:lnTo>
                  <a:lnTo>
                    <a:pt x="39697" y="645069"/>
                  </a:ln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65676"/>
                  </a:lnTo>
                  <a:lnTo>
                    <a:pt x="233217" y="565676"/>
                  </a:lnTo>
                  <a:cubicBezTo>
                    <a:pt x="255141" y="565666"/>
                    <a:pt x="272920" y="583435"/>
                    <a:pt x="272928" y="605358"/>
                  </a:cubicBezTo>
                  <a:cubicBezTo>
                    <a:pt x="272928" y="605710"/>
                    <a:pt x="272924" y="606062"/>
                    <a:pt x="272914" y="606414"/>
                  </a:cubicBezTo>
                  <a:lnTo>
                    <a:pt x="270532" y="700694"/>
                  </a:lnTo>
                  <a:lnTo>
                    <a:pt x="388729" y="577783"/>
                  </a:lnTo>
                  <a:cubicBezTo>
                    <a:pt x="396201" y="569998"/>
                    <a:pt x="406520" y="565592"/>
                    <a:pt x="417310" y="565577"/>
                  </a:cubicBezTo>
                  <a:lnTo>
                    <a:pt x="798894" y="565577"/>
                  </a:lnTo>
                  <a:cubicBezTo>
                    <a:pt x="820816" y="565577"/>
                    <a:pt x="838591" y="583351"/>
                    <a:pt x="838591" y="605273"/>
                  </a:cubicBezTo>
                  <a:cubicBezTo>
                    <a:pt x="838591" y="627196"/>
                    <a:pt x="820816" y="644970"/>
                    <a:pt x="798894" y="644970"/>
                  </a:cubicBezTo>
                  <a:lnTo>
                    <a:pt x="434231" y="644970"/>
                  </a:lnTo>
                  <a:lnTo>
                    <a:pt x="256887" y="829559"/>
                  </a:lnTo>
                  <a:cubicBezTo>
                    <a:pt x="249402" y="837354"/>
                    <a:pt x="239063" y="841765"/>
                    <a:pt x="228255" y="8417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931990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D6F04937-2B77-4845-AF2C-83BEED451854}"/>
              </a:ext>
            </a:extLst>
          </p:cNvPr>
          <p:cNvGrpSpPr>
            <a:grpSpLocks noChangeAspect="1"/>
          </p:cNvGrpSpPr>
          <p:nvPr/>
        </p:nvGrpSpPr>
        <p:grpSpPr>
          <a:xfrm>
            <a:off x="1490261" y="1416094"/>
            <a:ext cx="838596" cy="841868"/>
            <a:chOff x="1490261" y="1416094"/>
            <a:chExt cx="838596" cy="841868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436D4F3B-3BCB-B34C-932B-96A5C73AD8C7}"/>
                </a:ext>
              </a:extLst>
            </p:cNvPr>
            <p:cNvSpPr/>
            <p:nvPr/>
          </p:nvSpPr>
          <p:spPr>
            <a:xfrm>
              <a:off x="1490261" y="1416094"/>
              <a:ext cx="838596" cy="841868"/>
            </a:xfrm>
            <a:custGeom>
              <a:avLst/>
              <a:gdLst>
                <a:gd name="connsiteX0" fmla="*/ 478446 w 838596"/>
                <a:gd name="connsiteY0" fmla="*/ 841571 h 841868"/>
                <a:gd name="connsiteX1" fmla="*/ 354394 w 838596"/>
                <a:gd name="connsiteY1" fmla="*/ 841571 h 841868"/>
                <a:gd name="connsiteX2" fmla="*/ 314697 w 838596"/>
                <a:gd name="connsiteY2" fmla="*/ 803760 h 841868"/>
                <a:gd name="connsiteX3" fmla="*/ 311174 w 838596"/>
                <a:gd name="connsiteY3" fmla="*/ 729924 h 841868"/>
                <a:gd name="connsiteX4" fmla="*/ 267558 w 838596"/>
                <a:gd name="connsiteY4" fmla="*/ 713847 h 841868"/>
                <a:gd name="connsiteX5" fmla="*/ 207020 w 838596"/>
                <a:gd name="connsiteY5" fmla="*/ 778354 h 841868"/>
                <a:gd name="connsiteX6" fmla="*/ 150907 w 838596"/>
                <a:gd name="connsiteY6" fmla="*/ 780076 h 841868"/>
                <a:gd name="connsiteX7" fmla="*/ 149708 w 838596"/>
                <a:gd name="connsiteY7" fmla="*/ 778900 h 841868"/>
                <a:gd name="connsiteX8" fmla="*/ 61681 w 838596"/>
                <a:gd name="connsiteY8" fmla="*/ 688491 h 841868"/>
                <a:gd name="connsiteX9" fmla="*/ 62177 w 838596"/>
                <a:gd name="connsiteY9" fmla="*/ 632568 h 841868"/>
                <a:gd name="connsiteX10" fmla="*/ 128322 w 838596"/>
                <a:gd name="connsiteY10" fmla="*/ 567168 h 841868"/>
                <a:gd name="connsiteX11" fmla="*/ 111600 w 838596"/>
                <a:gd name="connsiteY11" fmla="*/ 522510 h 841868"/>
                <a:gd name="connsiteX12" fmla="*/ 40692 w 838596"/>
                <a:gd name="connsiteY12" fmla="*/ 524197 h 841868"/>
                <a:gd name="connsiteX13" fmla="*/ 12 w 838596"/>
                <a:gd name="connsiteY13" fmla="*/ 485508 h 841868"/>
                <a:gd name="connsiteX14" fmla="*/ 3 w 838596"/>
                <a:gd name="connsiteY14" fmla="*/ 484054 h 841868"/>
                <a:gd name="connsiteX15" fmla="*/ 1541 w 838596"/>
                <a:gd name="connsiteY15" fmla="*/ 358017 h 841868"/>
                <a:gd name="connsiteX16" fmla="*/ 41237 w 838596"/>
                <a:gd name="connsiteY16" fmla="*/ 318767 h 841868"/>
                <a:gd name="connsiteX17" fmla="*/ 112146 w 838596"/>
                <a:gd name="connsiteY17" fmla="*/ 318767 h 841868"/>
                <a:gd name="connsiteX18" fmla="*/ 128967 w 838596"/>
                <a:gd name="connsiteY18" fmla="*/ 271578 h 841868"/>
                <a:gd name="connsiteX19" fmla="*/ 62624 w 838596"/>
                <a:gd name="connsiteY19" fmla="*/ 209304 h 841868"/>
                <a:gd name="connsiteX20" fmla="*/ 60852 w 838596"/>
                <a:gd name="connsiteY20" fmla="*/ 153192 h 841868"/>
                <a:gd name="connsiteX21" fmla="*/ 62078 w 838596"/>
                <a:gd name="connsiteY21" fmla="*/ 151942 h 841868"/>
                <a:gd name="connsiteX22" fmla="*/ 152289 w 838596"/>
                <a:gd name="connsiteY22" fmla="*/ 63866 h 841868"/>
                <a:gd name="connsiteX23" fmla="*/ 208410 w 838596"/>
                <a:gd name="connsiteY23" fmla="*/ 64312 h 841868"/>
                <a:gd name="connsiteX24" fmla="*/ 268501 w 838596"/>
                <a:gd name="connsiteY24" fmla="*/ 124850 h 841868"/>
                <a:gd name="connsiteX25" fmla="*/ 314300 w 838596"/>
                <a:gd name="connsiteY25" fmla="*/ 109021 h 841868"/>
                <a:gd name="connsiteX26" fmla="*/ 312613 w 838596"/>
                <a:gd name="connsiteY26" fmla="*/ 40494 h 841868"/>
                <a:gd name="connsiteX27" fmla="*/ 351504 w 838596"/>
                <a:gd name="connsiteY27" fmla="*/ 8 h 841868"/>
                <a:gd name="connsiteX28" fmla="*/ 352856 w 838596"/>
                <a:gd name="connsiteY28" fmla="*/ 4 h 841868"/>
                <a:gd name="connsiteX29" fmla="*/ 478942 w 838596"/>
                <a:gd name="connsiteY29" fmla="*/ 1492 h 841868"/>
                <a:gd name="connsiteX30" fmla="*/ 518142 w 838596"/>
                <a:gd name="connsiteY30" fmla="*/ 41189 h 841868"/>
                <a:gd name="connsiteX31" fmla="*/ 518142 w 838596"/>
                <a:gd name="connsiteY31" fmla="*/ 109864 h 841868"/>
                <a:gd name="connsiteX32" fmla="*/ 563297 w 838596"/>
                <a:gd name="connsiteY32" fmla="*/ 128224 h 841868"/>
                <a:gd name="connsiteX33" fmla="*/ 621354 w 838596"/>
                <a:gd name="connsiteY33" fmla="*/ 69125 h 841868"/>
                <a:gd name="connsiteX34" fmla="*/ 649687 w 838596"/>
                <a:gd name="connsiteY34" fmla="*/ 57217 h 841868"/>
                <a:gd name="connsiteX35" fmla="*/ 649687 w 838596"/>
                <a:gd name="connsiteY35" fmla="*/ 57217 h 841868"/>
                <a:gd name="connsiteX36" fmla="*/ 678021 w 838596"/>
                <a:gd name="connsiteY36" fmla="*/ 69175 h 841868"/>
                <a:gd name="connsiteX37" fmla="*/ 766147 w 838596"/>
                <a:gd name="connsiteY37" fmla="*/ 159386 h 841868"/>
                <a:gd name="connsiteX38" fmla="*/ 765750 w 838596"/>
                <a:gd name="connsiteY38" fmla="*/ 215308 h 841868"/>
                <a:gd name="connsiteX39" fmla="*/ 705659 w 838596"/>
                <a:gd name="connsiteY39" fmla="*/ 274853 h 841868"/>
                <a:gd name="connsiteX40" fmla="*/ 724664 w 838596"/>
                <a:gd name="connsiteY40" fmla="*/ 320057 h 841868"/>
                <a:gd name="connsiteX41" fmla="*/ 798053 w 838596"/>
                <a:gd name="connsiteY41" fmla="*/ 318618 h 841868"/>
                <a:gd name="connsiteX42" fmla="*/ 838588 w 838596"/>
                <a:gd name="connsiteY42" fmla="*/ 357460 h 841868"/>
                <a:gd name="connsiteX43" fmla="*/ 838593 w 838596"/>
                <a:gd name="connsiteY43" fmla="*/ 358761 h 841868"/>
                <a:gd name="connsiteX44" fmla="*/ 837055 w 838596"/>
                <a:gd name="connsiteY44" fmla="*/ 484848 h 841868"/>
                <a:gd name="connsiteX45" fmla="*/ 797358 w 838596"/>
                <a:gd name="connsiteY45" fmla="*/ 524048 h 841868"/>
                <a:gd name="connsiteX46" fmla="*/ 797358 w 838596"/>
                <a:gd name="connsiteY46" fmla="*/ 524048 h 841868"/>
                <a:gd name="connsiteX47" fmla="*/ 732256 w 838596"/>
                <a:gd name="connsiteY47" fmla="*/ 524048 h 841868"/>
                <a:gd name="connsiteX48" fmla="*/ 714790 w 838596"/>
                <a:gd name="connsiteY48" fmla="*/ 573669 h 841868"/>
                <a:gd name="connsiteX49" fmla="*/ 770811 w 838596"/>
                <a:gd name="connsiteY49" fmla="*/ 628251 h 841868"/>
                <a:gd name="connsiteX50" fmla="*/ 771491 w 838596"/>
                <a:gd name="connsiteY50" fmla="*/ 684387 h 841868"/>
                <a:gd name="connsiteX51" fmla="*/ 770811 w 838596"/>
                <a:gd name="connsiteY51" fmla="*/ 685067 h 841868"/>
                <a:gd name="connsiteX52" fmla="*/ 680601 w 838596"/>
                <a:gd name="connsiteY52" fmla="*/ 773144 h 841868"/>
                <a:gd name="connsiteX53" fmla="*/ 624877 w 838596"/>
                <a:gd name="connsiteY53" fmla="*/ 773144 h 841868"/>
                <a:gd name="connsiteX54" fmla="*/ 562355 w 838596"/>
                <a:gd name="connsiteY54" fmla="*/ 711068 h 841868"/>
                <a:gd name="connsiteX55" fmla="*/ 517696 w 838596"/>
                <a:gd name="connsiteY55" fmla="*/ 725955 h 841868"/>
                <a:gd name="connsiteX56" fmla="*/ 518391 w 838596"/>
                <a:gd name="connsiteY56" fmla="*/ 801775 h 841868"/>
                <a:gd name="connsiteX57" fmla="*/ 479093 w 838596"/>
                <a:gd name="connsiteY57" fmla="*/ 841868 h 841868"/>
                <a:gd name="connsiteX58" fmla="*/ 478694 w 838596"/>
                <a:gd name="connsiteY58" fmla="*/ 841868 h 841868"/>
                <a:gd name="connsiteX59" fmla="*/ 392007 w 838596"/>
                <a:gd name="connsiteY59" fmla="*/ 762178 h 841868"/>
                <a:gd name="connsiteX60" fmla="*/ 438154 w 838596"/>
                <a:gd name="connsiteY60" fmla="*/ 762178 h 841868"/>
                <a:gd name="connsiteX61" fmla="*/ 437558 w 838596"/>
                <a:gd name="connsiteY61" fmla="*/ 695636 h 841868"/>
                <a:gd name="connsiteX62" fmla="*/ 467827 w 838596"/>
                <a:gd name="connsiteY62" fmla="*/ 656684 h 841868"/>
                <a:gd name="connsiteX63" fmla="*/ 551835 w 838596"/>
                <a:gd name="connsiteY63" fmla="*/ 629045 h 841868"/>
                <a:gd name="connsiteX64" fmla="*/ 598975 w 838596"/>
                <a:gd name="connsiteY64" fmla="*/ 635645 h 841868"/>
                <a:gd name="connsiteX65" fmla="*/ 652863 w 838596"/>
                <a:gd name="connsiteY65" fmla="*/ 689186 h 841868"/>
                <a:gd name="connsiteX66" fmla="*/ 685960 w 838596"/>
                <a:gd name="connsiteY66" fmla="*/ 656833 h 841868"/>
                <a:gd name="connsiteX67" fmla="*/ 636984 w 838596"/>
                <a:gd name="connsiteY67" fmla="*/ 609098 h 841868"/>
                <a:gd name="connsiteX68" fmla="*/ 632022 w 838596"/>
                <a:gd name="connsiteY68" fmla="*/ 558385 h 841868"/>
                <a:gd name="connsiteX69" fmla="*/ 656832 w 838596"/>
                <a:gd name="connsiteY69" fmla="*/ 484302 h 841868"/>
                <a:gd name="connsiteX70" fmla="*/ 696529 w 838596"/>
                <a:gd name="connsiteY70" fmla="*/ 444605 h 841868"/>
                <a:gd name="connsiteX71" fmla="*/ 696529 w 838596"/>
                <a:gd name="connsiteY71" fmla="*/ 444605 h 841868"/>
                <a:gd name="connsiteX72" fmla="*/ 757811 w 838596"/>
                <a:gd name="connsiteY72" fmla="*/ 444605 h 841868"/>
                <a:gd name="connsiteX73" fmla="*/ 758357 w 838596"/>
                <a:gd name="connsiteY73" fmla="*/ 398805 h 841868"/>
                <a:gd name="connsiteX74" fmla="*/ 697125 w 838596"/>
                <a:gd name="connsiteY74" fmla="*/ 399996 h 841868"/>
                <a:gd name="connsiteX75" fmla="*/ 658520 w 838596"/>
                <a:gd name="connsiteY75" fmla="*/ 372258 h 841868"/>
                <a:gd name="connsiteX76" fmla="*/ 622991 w 838596"/>
                <a:gd name="connsiteY76" fmla="*/ 289640 h 841868"/>
                <a:gd name="connsiteX77" fmla="*/ 627953 w 838596"/>
                <a:gd name="connsiteY77" fmla="*/ 239622 h 841868"/>
                <a:gd name="connsiteX78" fmla="*/ 681296 w 838596"/>
                <a:gd name="connsiteY78" fmla="*/ 186627 h 841868"/>
                <a:gd name="connsiteX79" fmla="*/ 649042 w 838596"/>
                <a:gd name="connsiteY79" fmla="*/ 153580 h 841868"/>
                <a:gd name="connsiteX80" fmla="*/ 598081 w 838596"/>
                <a:gd name="connsiteY80" fmla="*/ 206128 h 841868"/>
                <a:gd name="connsiteX81" fmla="*/ 547468 w 838596"/>
                <a:gd name="connsiteY81" fmla="*/ 211090 h 841868"/>
                <a:gd name="connsiteX82" fmla="*/ 473037 w 838596"/>
                <a:gd name="connsiteY82" fmla="*/ 181318 h 841868"/>
                <a:gd name="connsiteX83" fmla="*/ 438303 w 838596"/>
                <a:gd name="connsiteY83" fmla="*/ 141969 h 841868"/>
                <a:gd name="connsiteX84" fmla="*/ 438303 w 838596"/>
                <a:gd name="connsiteY84" fmla="*/ 80439 h 841868"/>
                <a:gd name="connsiteX85" fmla="*/ 392453 w 838596"/>
                <a:gd name="connsiteY85" fmla="*/ 79893 h 841868"/>
                <a:gd name="connsiteX86" fmla="*/ 393644 w 838596"/>
                <a:gd name="connsiteY86" fmla="*/ 141125 h 841868"/>
                <a:gd name="connsiteX87" fmla="*/ 358910 w 838596"/>
                <a:gd name="connsiteY87" fmla="*/ 181318 h 841868"/>
                <a:gd name="connsiteX88" fmla="*/ 281352 w 838596"/>
                <a:gd name="connsiteY88" fmla="*/ 207468 h 841868"/>
                <a:gd name="connsiteX89" fmla="*/ 232426 w 838596"/>
                <a:gd name="connsiteY89" fmla="*/ 201613 h 841868"/>
                <a:gd name="connsiteX90" fmla="*/ 179580 w 838596"/>
                <a:gd name="connsiteY90" fmla="*/ 148171 h 841868"/>
                <a:gd name="connsiteX91" fmla="*/ 147227 w 838596"/>
                <a:gd name="connsiteY91" fmla="*/ 179780 h 841868"/>
                <a:gd name="connsiteX92" fmla="*/ 202902 w 838596"/>
                <a:gd name="connsiteY92" fmla="*/ 232030 h 841868"/>
                <a:gd name="connsiteX93" fmla="*/ 212479 w 838596"/>
                <a:gd name="connsiteY93" fmla="*/ 275994 h 841868"/>
                <a:gd name="connsiteX94" fmla="*/ 180821 w 838596"/>
                <a:gd name="connsiteY94" fmla="*/ 367197 h 841868"/>
                <a:gd name="connsiteX95" fmla="*/ 142116 w 838596"/>
                <a:gd name="connsiteY95" fmla="*/ 398111 h 841868"/>
                <a:gd name="connsiteX96" fmla="*/ 80488 w 838596"/>
                <a:gd name="connsiteY96" fmla="*/ 398111 h 841868"/>
                <a:gd name="connsiteX97" fmla="*/ 79942 w 838596"/>
                <a:gd name="connsiteY97" fmla="*/ 443811 h 841868"/>
                <a:gd name="connsiteX98" fmla="*/ 141025 w 838596"/>
                <a:gd name="connsiteY98" fmla="*/ 442323 h 841868"/>
                <a:gd name="connsiteX99" fmla="*/ 180721 w 838596"/>
                <a:gd name="connsiteY99" fmla="*/ 473336 h 841868"/>
                <a:gd name="connsiteX100" fmla="*/ 211387 w 838596"/>
                <a:gd name="connsiteY100" fmla="*/ 555557 h 841868"/>
                <a:gd name="connsiteX101" fmla="*/ 204688 w 838596"/>
                <a:gd name="connsiteY101" fmla="*/ 603143 h 841868"/>
                <a:gd name="connsiteX102" fmla="*/ 146037 w 838596"/>
                <a:gd name="connsiteY102" fmla="*/ 661448 h 841868"/>
                <a:gd name="connsiteX103" fmla="*/ 177645 w 838596"/>
                <a:gd name="connsiteY103" fmla="*/ 693800 h 841868"/>
                <a:gd name="connsiteX104" fmla="*/ 230739 w 838596"/>
                <a:gd name="connsiteY104" fmla="*/ 637382 h 841868"/>
                <a:gd name="connsiteX105" fmla="*/ 280856 w 838596"/>
                <a:gd name="connsiteY105" fmla="*/ 631030 h 841868"/>
                <a:gd name="connsiteX106" fmla="*/ 355684 w 838596"/>
                <a:gd name="connsiteY106" fmla="*/ 658669 h 841868"/>
                <a:gd name="connsiteX107" fmla="*/ 389079 w 838596"/>
                <a:gd name="connsiteY107" fmla="*/ 695984 h 84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838596" h="841868">
                  <a:moveTo>
                    <a:pt x="478446" y="841571"/>
                  </a:moveTo>
                  <a:lnTo>
                    <a:pt x="354394" y="841571"/>
                  </a:lnTo>
                  <a:cubicBezTo>
                    <a:pt x="333186" y="841596"/>
                    <a:pt x="315705" y="824943"/>
                    <a:pt x="314697" y="803760"/>
                  </a:cubicBezTo>
                  <a:lnTo>
                    <a:pt x="311174" y="729924"/>
                  </a:lnTo>
                  <a:cubicBezTo>
                    <a:pt x="296202" y="725826"/>
                    <a:pt x="281609" y="720447"/>
                    <a:pt x="267558" y="713847"/>
                  </a:cubicBezTo>
                  <a:lnTo>
                    <a:pt x="207020" y="778354"/>
                  </a:lnTo>
                  <a:cubicBezTo>
                    <a:pt x="192001" y="794327"/>
                    <a:pt x="166878" y="795096"/>
                    <a:pt x="150907" y="780076"/>
                  </a:cubicBezTo>
                  <a:cubicBezTo>
                    <a:pt x="150499" y="779694"/>
                    <a:pt x="150100" y="779302"/>
                    <a:pt x="149708" y="778900"/>
                  </a:cubicBezTo>
                  <a:lnTo>
                    <a:pt x="61681" y="688491"/>
                  </a:lnTo>
                  <a:cubicBezTo>
                    <a:pt x="46459" y="672875"/>
                    <a:pt x="46681" y="647911"/>
                    <a:pt x="62177" y="632568"/>
                  </a:cubicBezTo>
                  <a:lnTo>
                    <a:pt x="128322" y="567168"/>
                  </a:lnTo>
                  <a:cubicBezTo>
                    <a:pt x="121841" y="552639"/>
                    <a:pt x="116257" y="537723"/>
                    <a:pt x="111600" y="522510"/>
                  </a:cubicBezTo>
                  <a:lnTo>
                    <a:pt x="40692" y="524197"/>
                  </a:lnTo>
                  <a:cubicBezTo>
                    <a:pt x="18775" y="524748"/>
                    <a:pt x="562" y="507425"/>
                    <a:pt x="12" y="485508"/>
                  </a:cubicBezTo>
                  <a:cubicBezTo>
                    <a:pt x="0" y="485021"/>
                    <a:pt x="-3" y="484540"/>
                    <a:pt x="3" y="484054"/>
                  </a:cubicBezTo>
                  <a:lnTo>
                    <a:pt x="1541" y="358017"/>
                  </a:lnTo>
                  <a:cubicBezTo>
                    <a:pt x="1786" y="336268"/>
                    <a:pt x="19487" y="318766"/>
                    <a:pt x="41237" y="318767"/>
                  </a:cubicBezTo>
                  <a:lnTo>
                    <a:pt x="112146" y="318767"/>
                  </a:lnTo>
                  <a:cubicBezTo>
                    <a:pt x="117505" y="302293"/>
                    <a:pt x="123757" y="285124"/>
                    <a:pt x="128967" y="271578"/>
                  </a:cubicBezTo>
                  <a:lnTo>
                    <a:pt x="62624" y="209304"/>
                  </a:lnTo>
                  <a:cubicBezTo>
                    <a:pt x="46640" y="194299"/>
                    <a:pt x="45846" y="169177"/>
                    <a:pt x="60852" y="153192"/>
                  </a:cubicBezTo>
                  <a:cubicBezTo>
                    <a:pt x="61251" y="152767"/>
                    <a:pt x="61660" y="152350"/>
                    <a:pt x="62078" y="151942"/>
                  </a:cubicBezTo>
                  <a:lnTo>
                    <a:pt x="152289" y="63866"/>
                  </a:lnTo>
                  <a:cubicBezTo>
                    <a:pt x="167912" y="48498"/>
                    <a:pt x="193033" y="48698"/>
                    <a:pt x="208410" y="64312"/>
                  </a:cubicBezTo>
                  <a:lnTo>
                    <a:pt x="268501" y="124850"/>
                  </a:lnTo>
                  <a:cubicBezTo>
                    <a:pt x="283250" y="118181"/>
                    <a:pt x="298581" y="112882"/>
                    <a:pt x="314300" y="109021"/>
                  </a:cubicBezTo>
                  <a:lnTo>
                    <a:pt x="312613" y="40494"/>
                  </a:lnTo>
                  <a:cubicBezTo>
                    <a:pt x="312173" y="18575"/>
                    <a:pt x="329585" y="449"/>
                    <a:pt x="351504" y="8"/>
                  </a:cubicBezTo>
                  <a:cubicBezTo>
                    <a:pt x="351955" y="-1"/>
                    <a:pt x="352405" y="-2"/>
                    <a:pt x="352856" y="4"/>
                  </a:cubicBezTo>
                  <a:lnTo>
                    <a:pt x="478942" y="1492"/>
                  </a:lnTo>
                  <a:cubicBezTo>
                    <a:pt x="500671" y="1764"/>
                    <a:pt x="518142" y="19458"/>
                    <a:pt x="518142" y="41189"/>
                  </a:cubicBezTo>
                  <a:lnTo>
                    <a:pt x="518142" y="109864"/>
                  </a:lnTo>
                  <a:cubicBezTo>
                    <a:pt x="533748" y="114517"/>
                    <a:pt x="548873" y="120665"/>
                    <a:pt x="563297" y="128224"/>
                  </a:cubicBezTo>
                  <a:lnTo>
                    <a:pt x="621354" y="69125"/>
                  </a:lnTo>
                  <a:cubicBezTo>
                    <a:pt x="628817" y="61512"/>
                    <a:pt x="639029" y="57220"/>
                    <a:pt x="649687" y="57217"/>
                  </a:cubicBezTo>
                  <a:lnTo>
                    <a:pt x="649687" y="57217"/>
                  </a:lnTo>
                  <a:cubicBezTo>
                    <a:pt x="660346" y="57267"/>
                    <a:pt x="670548" y="61572"/>
                    <a:pt x="678021" y="69175"/>
                  </a:cubicBezTo>
                  <a:lnTo>
                    <a:pt x="766147" y="159386"/>
                  </a:lnTo>
                  <a:cubicBezTo>
                    <a:pt x="781395" y="174972"/>
                    <a:pt x="781217" y="199940"/>
                    <a:pt x="765750" y="215308"/>
                  </a:cubicBezTo>
                  <a:lnTo>
                    <a:pt x="705659" y="274853"/>
                  </a:lnTo>
                  <a:cubicBezTo>
                    <a:pt x="713152" y="290384"/>
                    <a:pt x="719702" y="306709"/>
                    <a:pt x="724664" y="320057"/>
                  </a:cubicBezTo>
                  <a:lnTo>
                    <a:pt x="798053" y="318618"/>
                  </a:lnTo>
                  <a:cubicBezTo>
                    <a:pt x="819971" y="318151"/>
                    <a:pt x="838122" y="335541"/>
                    <a:pt x="838588" y="357460"/>
                  </a:cubicBezTo>
                  <a:cubicBezTo>
                    <a:pt x="838598" y="357894"/>
                    <a:pt x="838598" y="358328"/>
                    <a:pt x="838593" y="358761"/>
                  </a:cubicBezTo>
                  <a:lnTo>
                    <a:pt x="837055" y="484848"/>
                  </a:lnTo>
                  <a:cubicBezTo>
                    <a:pt x="836782" y="506577"/>
                    <a:pt x="819092" y="524048"/>
                    <a:pt x="797358" y="524048"/>
                  </a:cubicBezTo>
                  <a:lnTo>
                    <a:pt x="797358" y="524048"/>
                  </a:lnTo>
                  <a:lnTo>
                    <a:pt x="732256" y="524048"/>
                  </a:lnTo>
                  <a:cubicBezTo>
                    <a:pt x="728475" y="541237"/>
                    <a:pt x="722610" y="557904"/>
                    <a:pt x="714790" y="573669"/>
                  </a:cubicBezTo>
                  <a:lnTo>
                    <a:pt x="770811" y="628251"/>
                  </a:lnTo>
                  <a:cubicBezTo>
                    <a:pt x="786501" y="643564"/>
                    <a:pt x="786804" y="668697"/>
                    <a:pt x="771491" y="684387"/>
                  </a:cubicBezTo>
                  <a:cubicBezTo>
                    <a:pt x="771268" y="684616"/>
                    <a:pt x="771040" y="684844"/>
                    <a:pt x="770811" y="685067"/>
                  </a:cubicBezTo>
                  <a:lnTo>
                    <a:pt x="680601" y="773144"/>
                  </a:lnTo>
                  <a:cubicBezTo>
                    <a:pt x="665149" y="788372"/>
                    <a:pt x="640329" y="788372"/>
                    <a:pt x="624877" y="773144"/>
                  </a:cubicBezTo>
                  <a:lnTo>
                    <a:pt x="562355" y="711068"/>
                  </a:lnTo>
                  <a:cubicBezTo>
                    <a:pt x="547468" y="716725"/>
                    <a:pt x="531093" y="721786"/>
                    <a:pt x="517696" y="725955"/>
                  </a:cubicBezTo>
                  <a:lnTo>
                    <a:pt x="518391" y="801775"/>
                  </a:lnTo>
                  <a:cubicBezTo>
                    <a:pt x="518609" y="823697"/>
                    <a:pt x="501013" y="841645"/>
                    <a:pt x="479093" y="841868"/>
                  </a:cubicBezTo>
                  <a:cubicBezTo>
                    <a:pt x="478960" y="841868"/>
                    <a:pt x="478827" y="841868"/>
                    <a:pt x="478694" y="841868"/>
                  </a:cubicBezTo>
                  <a:close/>
                  <a:moveTo>
                    <a:pt x="392007" y="762178"/>
                  </a:moveTo>
                  <a:lnTo>
                    <a:pt x="438154" y="762178"/>
                  </a:lnTo>
                  <a:lnTo>
                    <a:pt x="437558" y="695636"/>
                  </a:lnTo>
                  <a:cubicBezTo>
                    <a:pt x="437377" y="677197"/>
                    <a:pt x="449915" y="661061"/>
                    <a:pt x="467827" y="656684"/>
                  </a:cubicBezTo>
                  <a:cubicBezTo>
                    <a:pt x="491347" y="650928"/>
                    <a:pt x="534964" y="638324"/>
                    <a:pt x="551835" y="629045"/>
                  </a:cubicBezTo>
                  <a:cubicBezTo>
                    <a:pt x="567272" y="620535"/>
                    <a:pt x="586470" y="623225"/>
                    <a:pt x="598975" y="635645"/>
                  </a:cubicBezTo>
                  <a:lnTo>
                    <a:pt x="652863" y="689186"/>
                  </a:lnTo>
                  <a:lnTo>
                    <a:pt x="685960" y="656833"/>
                  </a:lnTo>
                  <a:lnTo>
                    <a:pt x="636984" y="609098"/>
                  </a:lnTo>
                  <a:cubicBezTo>
                    <a:pt x="623269" y="595626"/>
                    <a:pt x="621175" y="574259"/>
                    <a:pt x="632022" y="558385"/>
                  </a:cubicBezTo>
                  <a:cubicBezTo>
                    <a:pt x="647469" y="536706"/>
                    <a:pt x="656108" y="510913"/>
                    <a:pt x="656832" y="484302"/>
                  </a:cubicBezTo>
                  <a:cubicBezTo>
                    <a:pt x="656832" y="462378"/>
                    <a:pt x="674607" y="444605"/>
                    <a:pt x="696529" y="444605"/>
                  </a:cubicBezTo>
                  <a:lnTo>
                    <a:pt x="696529" y="444605"/>
                  </a:lnTo>
                  <a:lnTo>
                    <a:pt x="757811" y="444605"/>
                  </a:lnTo>
                  <a:lnTo>
                    <a:pt x="758357" y="398805"/>
                  </a:lnTo>
                  <a:lnTo>
                    <a:pt x="697125" y="399996"/>
                  </a:lnTo>
                  <a:cubicBezTo>
                    <a:pt x="679529" y="400329"/>
                    <a:pt x="663819" y="389039"/>
                    <a:pt x="658520" y="372258"/>
                  </a:cubicBezTo>
                  <a:cubicBezTo>
                    <a:pt x="653558" y="356826"/>
                    <a:pt x="637679" y="311920"/>
                    <a:pt x="622991" y="289640"/>
                  </a:cubicBezTo>
                  <a:cubicBezTo>
                    <a:pt x="612536" y="273910"/>
                    <a:pt x="614610" y="252991"/>
                    <a:pt x="627953" y="239622"/>
                  </a:cubicBezTo>
                  <a:lnTo>
                    <a:pt x="681296" y="186627"/>
                  </a:lnTo>
                  <a:lnTo>
                    <a:pt x="649042" y="153580"/>
                  </a:lnTo>
                  <a:lnTo>
                    <a:pt x="598081" y="206128"/>
                  </a:lnTo>
                  <a:cubicBezTo>
                    <a:pt x="584624" y="219791"/>
                    <a:pt x="563322" y="221879"/>
                    <a:pt x="547468" y="211090"/>
                  </a:cubicBezTo>
                  <a:cubicBezTo>
                    <a:pt x="525347" y="195448"/>
                    <a:pt x="499842" y="185248"/>
                    <a:pt x="473037" y="181318"/>
                  </a:cubicBezTo>
                  <a:cubicBezTo>
                    <a:pt x="453202" y="178819"/>
                    <a:pt x="438321" y="161960"/>
                    <a:pt x="438303" y="141969"/>
                  </a:cubicBezTo>
                  <a:lnTo>
                    <a:pt x="438303" y="80439"/>
                  </a:lnTo>
                  <a:lnTo>
                    <a:pt x="392453" y="79893"/>
                  </a:lnTo>
                  <a:lnTo>
                    <a:pt x="393644" y="141125"/>
                  </a:lnTo>
                  <a:cubicBezTo>
                    <a:pt x="394057" y="161437"/>
                    <a:pt x="379067" y="178783"/>
                    <a:pt x="358910" y="181318"/>
                  </a:cubicBezTo>
                  <a:cubicBezTo>
                    <a:pt x="331469" y="184320"/>
                    <a:pt x="305008" y="193242"/>
                    <a:pt x="281352" y="207468"/>
                  </a:cubicBezTo>
                  <a:cubicBezTo>
                    <a:pt x="265659" y="217099"/>
                    <a:pt x="245403" y="214675"/>
                    <a:pt x="232426" y="201613"/>
                  </a:cubicBezTo>
                  <a:lnTo>
                    <a:pt x="179580" y="148171"/>
                  </a:lnTo>
                  <a:lnTo>
                    <a:pt x="147227" y="179780"/>
                  </a:lnTo>
                  <a:lnTo>
                    <a:pt x="202902" y="232030"/>
                  </a:lnTo>
                  <a:cubicBezTo>
                    <a:pt x="214893" y="243286"/>
                    <a:pt x="218702" y="260771"/>
                    <a:pt x="212479" y="275994"/>
                  </a:cubicBezTo>
                  <a:cubicBezTo>
                    <a:pt x="205631" y="292865"/>
                    <a:pt x="186527" y="342089"/>
                    <a:pt x="180821" y="367197"/>
                  </a:cubicBezTo>
                  <a:cubicBezTo>
                    <a:pt x="176719" y="385274"/>
                    <a:pt x="160653" y="398107"/>
                    <a:pt x="142116" y="398111"/>
                  </a:cubicBezTo>
                  <a:lnTo>
                    <a:pt x="80488" y="398111"/>
                  </a:lnTo>
                  <a:lnTo>
                    <a:pt x="79942" y="443811"/>
                  </a:lnTo>
                  <a:lnTo>
                    <a:pt x="141025" y="442323"/>
                  </a:lnTo>
                  <a:cubicBezTo>
                    <a:pt x="159962" y="441865"/>
                    <a:pt x="176584" y="454851"/>
                    <a:pt x="180721" y="473336"/>
                  </a:cubicBezTo>
                  <a:cubicBezTo>
                    <a:pt x="186922" y="502081"/>
                    <a:pt x="197251" y="529774"/>
                    <a:pt x="211387" y="555557"/>
                  </a:cubicBezTo>
                  <a:cubicBezTo>
                    <a:pt x="220099" y="571123"/>
                    <a:pt x="217359" y="590589"/>
                    <a:pt x="204688" y="603143"/>
                  </a:cubicBezTo>
                  <a:lnTo>
                    <a:pt x="146037" y="661448"/>
                  </a:lnTo>
                  <a:lnTo>
                    <a:pt x="177645" y="693800"/>
                  </a:lnTo>
                  <a:lnTo>
                    <a:pt x="230739" y="637382"/>
                  </a:lnTo>
                  <a:cubicBezTo>
                    <a:pt x="243769" y="623537"/>
                    <a:pt x="264785" y="620873"/>
                    <a:pt x="280856" y="631030"/>
                  </a:cubicBezTo>
                  <a:cubicBezTo>
                    <a:pt x="303660" y="645237"/>
                    <a:pt x="329122" y="654640"/>
                    <a:pt x="355684" y="658669"/>
                  </a:cubicBezTo>
                  <a:cubicBezTo>
                    <a:pt x="374246" y="661631"/>
                    <a:pt x="388186" y="677207"/>
                    <a:pt x="389079" y="6959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C2AAF7F6-EB55-7246-B9FA-39865DB22DA5}"/>
                </a:ext>
              </a:extLst>
            </p:cNvPr>
            <p:cNvSpPr/>
            <p:nvPr/>
          </p:nvSpPr>
          <p:spPr>
            <a:xfrm>
              <a:off x="1732165" y="1659736"/>
              <a:ext cx="354788" cy="354788"/>
            </a:xfrm>
            <a:custGeom>
              <a:avLst/>
              <a:gdLst>
                <a:gd name="connsiteX0" fmla="*/ 177394 w 354788"/>
                <a:gd name="connsiteY0" fmla="*/ 354788 h 354788"/>
                <a:gd name="connsiteX1" fmla="*/ 0 w 354788"/>
                <a:gd name="connsiteY1" fmla="*/ 177394 h 354788"/>
                <a:gd name="connsiteX2" fmla="*/ 177394 w 354788"/>
                <a:gd name="connsiteY2" fmla="*/ 0 h 354788"/>
                <a:gd name="connsiteX3" fmla="*/ 354788 w 354788"/>
                <a:gd name="connsiteY3" fmla="*/ 177394 h 354788"/>
                <a:gd name="connsiteX4" fmla="*/ 315092 w 354788"/>
                <a:gd name="connsiteY4" fmla="*/ 217091 h 354788"/>
                <a:gd name="connsiteX5" fmla="*/ 275395 w 354788"/>
                <a:gd name="connsiteY5" fmla="*/ 177394 h 354788"/>
                <a:gd name="connsiteX6" fmla="*/ 177394 w 354788"/>
                <a:gd name="connsiteY6" fmla="*/ 79393 h 354788"/>
                <a:gd name="connsiteX7" fmla="*/ 79393 w 354788"/>
                <a:gd name="connsiteY7" fmla="*/ 177394 h 354788"/>
                <a:gd name="connsiteX8" fmla="*/ 177394 w 354788"/>
                <a:gd name="connsiteY8" fmla="*/ 275395 h 354788"/>
                <a:gd name="connsiteX9" fmla="*/ 224087 w 354788"/>
                <a:gd name="connsiteY9" fmla="*/ 263585 h 354788"/>
                <a:gd name="connsiteX10" fmla="*/ 277951 w 354788"/>
                <a:gd name="connsiteY10" fmla="*/ 279588 h 354788"/>
                <a:gd name="connsiteX11" fmla="*/ 261948 w 354788"/>
                <a:gd name="connsiteY11" fmla="*/ 333451 h 354788"/>
                <a:gd name="connsiteX12" fmla="*/ 177394 w 354788"/>
                <a:gd name="connsiteY12" fmla="*/ 354788 h 35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788" h="354788">
                  <a:moveTo>
                    <a:pt x="177394" y="354788"/>
                  </a:moveTo>
                  <a:cubicBezTo>
                    <a:pt x="79422" y="354788"/>
                    <a:pt x="0" y="275365"/>
                    <a:pt x="0" y="177394"/>
                  </a:cubicBezTo>
                  <a:cubicBezTo>
                    <a:pt x="0" y="79422"/>
                    <a:pt x="79422" y="0"/>
                    <a:pt x="177394" y="0"/>
                  </a:cubicBezTo>
                  <a:cubicBezTo>
                    <a:pt x="275365" y="0"/>
                    <a:pt x="354788" y="79422"/>
                    <a:pt x="354788" y="177394"/>
                  </a:cubicBezTo>
                  <a:cubicBezTo>
                    <a:pt x="354788" y="199318"/>
                    <a:pt x="337014" y="217091"/>
                    <a:pt x="315092" y="217091"/>
                  </a:cubicBezTo>
                  <a:cubicBezTo>
                    <a:pt x="293169" y="217091"/>
                    <a:pt x="275395" y="199318"/>
                    <a:pt x="275395" y="177394"/>
                  </a:cubicBezTo>
                  <a:cubicBezTo>
                    <a:pt x="275395" y="123270"/>
                    <a:pt x="231518" y="79393"/>
                    <a:pt x="177394" y="79393"/>
                  </a:cubicBezTo>
                  <a:cubicBezTo>
                    <a:pt x="123270" y="79393"/>
                    <a:pt x="79393" y="123270"/>
                    <a:pt x="79393" y="177394"/>
                  </a:cubicBezTo>
                  <a:cubicBezTo>
                    <a:pt x="79393" y="231518"/>
                    <a:pt x="123270" y="275395"/>
                    <a:pt x="177394" y="275395"/>
                  </a:cubicBezTo>
                  <a:cubicBezTo>
                    <a:pt x="193705" y="275459"/>
                    <a:pt x="209768" y="271395"/>
                    <a:pt x="224087" y="263585"/>
                  </a:cubicBezTo>
                  <a:cubicBezTo>
                    <a:pt x="243380" y="253130"/>
                    <a:pt x="267496" y="260295"/>
                    <a:pt x="277951" y="279588"/>
                  </a:cubicBezTo>
                  <a:cubicBezTo>
                    <a:pt x="288406" y="298880"/>
                    <a:pt x="281240" y="322996"/>
                    <a:pt x="261948" y="333451"/>
                  </a:cubicBezTo>
                  <a:cubicBezTo>
                    <a:pt x="235979" y="347494"/>
                    <a:pt x="206916" y="354828"/>
                    <a:pt x="177394" y="3547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A15B2935-3FBF-9C44-98D8-9F4BD2F1A6EE}"/>
                </a:ext>
              </a:extLst>
            </p:cNvPr>
            <p:cNvSpPr/>
            <p:nvPr/>
          </p:nvSpPr>
          <p:spPr>
            <a:xfrm>
              <a:off x="1950191" y="1796492"/>
              <a:ext cx="182157" cy="127771"/>
            </a:xfrm>
            <a:custGeom>
              <a:avLst/>
              <a:gdLst>
                <a:gd name="connsiteX0" fmla="*/ 88679 w 182157"/>
                <a:gd name="connsiteY0" fmla="*/ 127772 h 127771"/>
                <a:gd name="connsiteX1" fmla="*/ 60792 w 182157"/>
                <a:gd name="connsiteY1" fmla="*/ 116309 h 127771"/>
                <a:gd name="connsiteX2" fmla="*/ 12511 w 182157"/>
                <a:gd name="connsiteY2" fmla="*/ 68624 h 127771"/>
                <a:gd name="connsiteX3" fmla="*/ 10769 w 182157"/>
                <a:gd name="connsiteY3" fmla="*/ 12511 h 127771"/>
                <a:gd name="connsiteX4" fmla="*/ 66881 w 182157"/>
                <a:gd name="connsiteY4" fmla="*/ 10770 h 127771"/>
                <a:gd name="connsiteX5" fmla="*/ 68285 w 182157"/>
                <a:gd name="connsiteY5" fmla="*/ 12156 h 127771"/>
                <a:gd name="connsiteX6" fmla="*/ 91309 w 182157"/>
                <a:gd name="connsiteY6" fmla="*/ 34882 h 127771"/>
                <a:gd name="connsiteX7" fmla="*/ 118055 w 182157"/>
                <a:gd name="connsiteY7" fmla="*/ 13098 h 127771"/>
                <a:gd name="connsiteX8" fmla="*/ 173769 w 182157"/>
                <a:gd name="connsiteY8" fmla="*/ 20002 h 127771"/>
                <a:gd name="connsiteX9" fmla="*/ 168023 w 182157"/>
                <a:gd name="connsiteY9" fmla="*/ 74777 h 127771"/>
                <a:gd name="connsiteX10" fmla="*/ 113440 w 182157"/>
                <a:gd name="connsiteY10" fmla="*/ 118790 h 127771"/>
                <a:gd name="connsiteX11" fmla="*/ 88679 w 182157"/>
                <a:gd name="connsiteY11" fmla="*/ 127772 h 127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157" h="127771">
                  <a:moveTo>
                    <a:pt x="88679" y="127772"/>
                  </a:moveTo>
                  <a:cubicBezTo>
                    <a:pt x="78239" y="127767"/>
                    <a:pt x="68221" y="123648"/>
                    <a:pt x="60792" y="116309"/>
                  </a:cubicBezTo>
                  <a:lnTo>
                    <a:pt x="12511" y="68624"/>
                  </a:lnTo>
                  <a:cubicBezTo>
                    <a:pt x="-3464" y="53610"/>
                    <a:pt x="-4244" y="28488"/>
                    <a:pt x="10769" y="12511"/>
                  </a:cubicBezTo>
                  <a:cubicBezTo>
                    <a:pt x="25785" y="-3465"/>
                    <a:pt x="50908" y="-4245"/>
                    <a:pt x="66881" y="10770"/>
                  </a:cubicBezTo>
                  <a:cubicBezTo>
                    <a:pt x="67362" y="11220"/>
                    <a:pt x="67829" y="11682"/>
                    <a:pt x="68285" y="12156"/>
                  </a:cubicBezTo>
                  <a:lnTo>
                    <a:pt x="91309" y="34882"/>
                  </a:lnTo>
                  <a:lnTo>
                    <a:pt x="118055" y="13098"/>
                  </a:lnTo>
                  <a:cubicBezTo>
                    <a:pt x="135348" y="-380"/>
                    <a:pt x="160292" y="2711"/>
                    <a:pt x="173769" y="20002"/>
                  </a:cubicBezTo>
                  <a:cubicBezTo>
                    <a:pt x="186889" y="36835"/>
                    <a:pt x="184353" y="61032"/>
                    <a:pt x="168023" y="74777"/>
                  </a:cubicBezTo>
                  <a:lnTo>
                    <a:pt x="113440" y="118790"/>
                  </a:lnTo>
                  <a:cubicBezTo>
                    <a:pt x="106448" y="124517"/>
                    <a:pt x="97715" y="127682"/>
                    <a:pt x="88679" y="1277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35">
            <a:extLst>
              <a:ext uri="{FF2B5EF4-FFF2-40B4-BE49-F238E27FC236}">
                <a16:creationId xmlns:a16="http://schemas.microsoft.com/office/drawing/2014/main" id="{9A2F9AE2-A3C0-445F-BAF3-40B8ADF4CAE6}"/>
              </a:ext>
            </a:extLst>
          </p:cNvPr>
          <p:cNvGrpSpPr>
            <a:grpSpLocks noChangeAspect="1"/>
          </p:cNvGrpSpPr>
          <p:nvPr/>
        </p:nvGrpSpPr>
        <p:grpSpPr>
          <a:xfrm>
            <a:off x="2838675" y="1415634"/>
            <a:ext cx="776994" cy="842477"/>
            <a:chOff x="2838675" y="1415634"/>
            <a:chExt cx="776994" cy="842477"/>
          </a:xfrm>
        </p:grpSpPr>
        <p:grpSp>
          <p:nvGrpSpPr>
            <p:cNvPr id="10" name="Picture Placeholder 35">
              <a:extLst>
                <a:ext uri="{FF2B5EF4-FFF2-40B4-BE49-F238E27FC236}">
                  <a16:creationId xmlns:a16="http://schemas.microsoft.com/office/drawing/2014/main" id="{9A2F9AE2-A3C0-445F-BAF3-40B8ADF4CAE6}"/>
                </a:ext>
              </a:extLst>
            </p:cNvPr>
            <p:cNvGrpSpPr/>
            <p:nvPr/>
          </p:nvGrpSpPr>
          <p:grpSpPr>
            <a:xfrm>
              <a:off x="3141156" y="1593118"/>
              <a:ext cx="474514" cy="480255"/>
              <a:chOff x="3141156" y="1593118"/>
              <a:chExt cx="474514" cy="480255"/>
            </a:xfrm>
            <a:solidFill>
              <a:srgbClr val="FFFFFF"/>
            </a:solidFill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728DEDF6-4881-3E4C-B9C9-557B4A5EA1CB}"/>
                  </a:ext>
                </a:extLst>
              </p:cNvPr>
              <p:cNvSpPr/>
              <p:nvPr/>
            </p:nvSpPr>
            <p:spPr>
              <a:xfrm>
                <a:off x="3228231" y="1621699"/>
                <a:ext cx="129782" cy="153900"/>
              </a:xfrm>
              <a:custGeom>
                <a:avLst/>
                <a:gdLst>
                  <a:gd name="connsiteX0" fmla="*/ 90138 w 129782"/>
                  <a:gd name="connsiteY0" fmla="*/ 153901 h 153900"/>
                  <a:gd name="connsiteX1" fmla="*/ 57240 w 129782"/>
                  <a:gd name="connsiteY1" fmla="*/ 136484 h 153900"/>
                  <a:gd name="connsiteX2" fmla="*/ 6875 w 129782"/>
                  <a:gd name="connsiteY2" fmla="*/ 62053 h 153900"/>
                  <a:gd name="connsiteX3" fmla="*/ 17394 w 129782"/>
                  <a:gd name="connsiteY3" fmla="*/ 6875 h 153900"/>
                  <a:gd name="connsiteX4" fmla="*/ 72573 w 129782"/>
                  <a:gd name="connsiteY4" fmla="*/ 17394 h 153900"/>
                  <a:gd name="connsiteX5" fmla="*/ 122938 w 129782"/>
                  <a:gd name="connsiteY5" fmla="*/ 91577 h 153900"/>
                  <a:gd name="connsiteX6" fmla="*/ 112368 w 129782"/>
                  <a:gd name="connsiteY6" fmla="*/ 146706 h 153900"/>
                  <a:gd name="connsiteX7" fmla="*/ 90138 w 129782"/>
                  <a:gd name="connsiteY7" fmla="*/ 153901 h 15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782" h="153900">
                    <a:moveTo>
                      <a:pt x="90138" y="153901"/>
                    </a:moveTo>
                    <a:cubicBezTo>
                      <a:pt x="76959" y="153915"/>
                      <a:pt x="64633" y="147390"/>
                      <a:pt x="57240" y="136484"/>
                    </a:cubicBezTo>
                    <a:lnTo>
                      <a:pt x="6875" y="62053"/>
                    </a:lnTo>
                    <a:cubicBezTo>
                      <a:pt x="-5458" y="43911"/>
                      <a:pt x="-748" y="19207"/>
                      <a:pt x="17394" y="6875"/>
                    </a:cubicBezTo>
                    <a:cubicBezTo>
                      <a:pt x="35536" y="-5458"/>
                      <a:pt x="60240" y="-748"/>
                      <a:pt x="72573" y="17394"/>
                    </a:cubicBezTo>
                    <a:lnTo>
                      <a:pt x="122938" y="91577"/>
                    </a:lnTo>
                    <a:cubicBezTo>
                      <a:pt x="135239" y="109719"/>
                      <a:pt x="130510" y="134399"/>
                      <a:pt x="112368" y="146706"/>
                    </a:cubicBezTo>
                    <a:cubicBezTo>
                      <a:pt x="105858" y="151305"/>
                      <a:pt x="98107" y="153815"/>
                      <a:pt x="90138" y="153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DC8BFF5F-D98D-5F4D-82FC-C2ABA20B8DFE}"/>
                  </a:ext>
                </a:extLst>
              </p:cNvPr>
              <p:cNvSpPr/>
              <p:nvPr/>
            </p:nvSpPr>
            <p:spPr>
              <a:xfrm>
                <a:off x="3363690" y="1593118"/>
                <a:ext cx="99300" cy="167298"/>
              </a:xfrm>
              <a:custGeom>
                <a:avLst/>
                <a:gdLst>
                  <a:gd name="connsiteX0" fmla="*/ 39778 w 99300"/>
                  <a:gd name="connsiteY0" fmla="*/ 167298 h 167298"/>
                  <a:gd name="connsiteX1" fmla="*/ 31045 w 99300"/>
                  <a:gd name="connsiteY1" fmla="*/ 166355 h 167298"/>
                  <a:gd name="connsiteX2" fmla="*/ 965 w 99300"/>
                  <a:gd name="connsiteY2" fmla="*/ 118953 h 167298"/>
                  <a:gd name="connsiteX3" fmla="*/ 975 w 99300"/>
                  <a:gd name="connsiteY3" fmla="*/ 118918 h 167298"/>
                  <a:gd name="connsiteX4" fmla="*/ 20823 w 99300"/>
                  <a:gd name="connsiteY4" fmla="*/ 31040 h 167298"/>
                  <a:gd name="connsiteX5" fmla="*/ 68261 w 99300"/>
                  <a:gd name="connsiteY5" fmla="*/ 970 h 167298"/>
                  <a:gd name="connsiteX6" fmla="*/ 98331 w 99300"/>
                  <a:gd name="connsiteY6" fmla="*/ 48407 h 167298"/>
                  <a:gd name="connsiteX7" fmla="*/ 78482 w 99300"/>
                  <a:gd name="connsiteY7" fmla="*/ 136285 h 167298"/>
                  <a:gd name="connsiteX8" fmla="*/ 39778 w 99300"/>
                  <a:gd name="connsiteY8" fmla="*/ 167298 h 16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00" h="167298">
                    <a:moveTo>
                      <a:pt x="39778" y="167298"/>
                    </a:moveTo>
                    <a:cubicBezTo>
                      <a:pt x="36841" y="167301"/>
                      <a:pt x="33913" y="166985"/>
                      <a:pt x="31045" y="166355"/>
                    </a:cubicBezTo>
                    <a:cubicBezTo>
                      <a:pt x="9649" y="161571"/>
                      <a:pt x="-3819" y="140349"/>
                      <a:pt x="965" y="118953"/>
                    </a:cubicBezTo>
                    <a:cubicBezTo>
                      <a:pt x="970" y="118942"/>
                      <a:pt x="970" y="118930"/>
                      <a:pt x="975" y="118918"/>
                    </a:cubicBezTo>
                    <a:lnTo>
                      <a:pt x="20823" y="31040"/>
                    </a:lnTo>
                    <a:cubicBezTo>
                      <a:pt x="25621" y="9637"/>
                      <a:pt x="46859" y="-3826"/>
                      <a:pt x="68261" y="970"/>
                    </a:cubicBezTo>
                    <a:cubicBezTo>
                      <a:pt x="89662" y="5765"/>
                      <a:pt x="103129" y="27004"/>
                      <a:pt x="98331" y="48407"/>
                    </a:cubicBezTo>
                    <a:lnTo>
                      <a:pt x="78482" y="136285"/>
                    </a:lnTo>
                    <a:cubicBezTo>
                      <a:pt x="74423" y="154402"/>
                      <a:pt x="58346" y="167284"/>
                      <a:pt x="39778" y="1672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ED6F2C85-C6F6-3D4D-A134-F7EFC300C0AB}"/>
                  </a:ext>
                </a:extLst>
              </p:cNvPr>
              <p:cNvSpPr/>
              <p:nvPr/>
            </p:nvSpPr>
            <p:spPr>
              <a:xfrm>
                <a:off x="3447453" y="1694009"/>
                <a:ext cx="136036" cy="112355"/>
              </a:xfrm>
              <a:custGeom>
                <a:avLst/>
                <a:gdLst>
                  <a:gd name="connsiteX0" fmla="*/ 39627 w 136036"/>
                  <a:gd name="connsiteY0" fmla="*/ 112356 h 112355"/>
                  <a:gd name="connsiteX1" fmla="*/ 0 w 136036"/>
                  <a:gd name="connsiteY1" fmla="*/ 72589 h 112355"/>
                  <a:gd name="connsiteX2" fmla="*/ 19779 w 136036"/>
                  <a:gd name="connsiteY2" fmla="*/ 38322 h 112355"/>
                  <a:gd name="connsiteX3" fmla="*/ 77934 w 136036"/>
                  <a:gd name="connsiteY3" fmla="*/ 4530 h 112355"/>
                  <a:gd name="connsiteX4" fmla="*/ 131510 w 136036"/>
                  <a:gd name="connsiteY4" fmla="*/ 21305 h 112355"/>
                  <a:gd name="connsiteX5" fmla="*/ 117631 w 136036"/>
                  <a:gd name="connsiteY5" fmla="*/ 73205 h 112355"/>
                  <a:gd name="connsiteX6" fmla="*/ 59475 w 136036"/>
                  <a:gd name="connsiteY6" fmla="*/ 106997 h 112355"/>
                  <a:gd name="connsiteX7" fmla="*/ 39627 w 136036"/>
                  <a:gd name="connsiteY7" fmla="*/ 112356 h 112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036" h="112355">
                    <a:moveTo>
                      <a:pt x="39627" y="112356"/>
                    </a:moveTo>
                    <a:cubicBezTo>
                      <a:pt x="17705" y="112317"/>
                      <a:pt x="-40" y="94513"/>
                      <a:pt x="0" y="72589"/>
                    </a:cubicBezTo>
                    <a:cubicBezTo>
                      <a:pt x="25" y="58461"/>
                      <a:pt x="7557" y="45411"/>
                      <a:pt x="19779" y="38322"/>
                    </a:cubicBezTo>
                    <a:lnTo>
                      <a:pt x="77934" y="4530"/>
                    </a:lnTo>
                    <a:cubicBezTo>
                      <a:pt x="97361" y="-5632"/>
                      <a:pt x="121348" y="1878"/>
                      <a:pt x="131510" y="21305"/>
                    </a:cubicBezTo>
                    <a:cubicBezTo>
                      <a:pt x="141072" y="39583"/>
                      <a:pt x="135038" y="62139"/>
                      <a:pt x="117631" y="73205"/>
                    </a:cubicBezTo>
                    <a:lnTo>
                      <a:pt x="59475" y="106997"/>
                    </a:lnTo>
                    <a:cubicBezTo>
                      <a:pt x="53447" y="110495"/>
                      <a:pt x="46599" y="112344"/>
                      <a:pt x="39627" y="1123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928D030C-DF04-7C44-82AA-AFD6A8D7AE7A}"/>
                  </a:ext>
                </a:extLst>
              </p:cNvPr>
              <p:cNvSpPr/>
              <p:nvPr/>
            </p:nvSpPr>
            <p:spPr>
              <a:xfrm>
                <a:off x="3457904" y="1818574"/>
                <a:ext cx="157765" cy="96808"/>
              </a:xfrm>
              <a:custGeom>
                <a:avLst/>
                <a:gdLst>
                  <a:gd name="connsiteX0" fmla="*/ 117897 w 157765"/>
                  <a:gd name="connsiteY0" fmla="*/ 96808 h 96808"/>
                  <a:gd name="connsiteX1" fmla="*/ 109313 w 157765"/>
                  <a:gd name="connsiteY1" fmla="*/ 95865 h 96808"/>
                  <a:gd name="connsiteX2" fmla="*/ 31210 w 157765"/>
                  <a:gd name="connsiteY2" fmla="*/ 78597 h 96808"/>
                  <a:gd name="connsiteX3" fmla="*/ 941 w 157765"/>
                  <a:gd name="connsiteY3" fmla="*/ 31209 h 96808"/>
                  <a:gd name="connsiteX4" fmla="*/ 48329 w 157765"/>
                  <a:gd name="connsiteY4" fmla="*/ 941 h 96808"/>
                  <a:gd name="connsiteX5" fmla="*/ 126432 w 157765"/>
                  <a:gd name="connsiteY5" fmla="*/ 18308 h 96808"/>
                  <a:gd name="connsiteX6" fmla="*/ 156864 w 157765"/>
                  <a:gd name="connsiteY6" fmla="*/ 65483 h 96808"/>
                  <a:gd name="connsiteX7" fmla="*/ 117897 w 157765"/>
                  <a:gd name="connsiteY7" fmla="*/ 96808 h 96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765" h="96808">
                    <a:moveTo>
                      <a:pt x="117897" y="96808"/>
                    </a:moveTo>
                    <a:cubicBezTo>
                      <a:pt x="115009" y="96788"/>
                      <a:pt x="112136" y="96470"/>
                      <a:pt x="109313" y="95865"/>
                    </a:cubicBezTo>
                    <a:lnTo>
                      <a:pt x="31210" y="78597"/>
                    </a:lnTo>
                    <a:cubicBezTo>
                      <a:pt x="9764" y="73870"/>
                      <a:pt x="-3788" y="52653"/>
                      <a:pt x="941" y="31209"/>
                    </a:cubicBezTo>
                    <a:cubicBezTo>
                      <a:pt x="5670" y="9765"/>
                      <a:pt x="26883" y="-3787"/>
                      <a:pt x="48329" y="941"/>
                    </a:cubicBezTo>
                    <a:lnTo>
                      <a:pt x="126432" y="18308"/>
                    </a:lnTo>
                    <a:cubicBezTo>
                      <a:pt x="147863" y="22932"/>
                      <a:pt x="161489" y="44053"/>
                      <a:pt x="156864" y="65483"/>
                    </a:cubicBezTo>
                    <a:cubicBezTo>
                      <a:pt x="152910" y="83822"/>
                      <a:pt x="136654" y="96887"/>
                      <a:pt x="117897" y="968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2D29B284-5EB0-7244-9745-9BD14A8970B6}"/>
                  </a:ext>
                </a:extLst>
              </p:cNvPr>
              <p:cNvSpPr/>
              <p:nvPr/>
            </p:nvSpPr>
            <p:spPr>
              <a:xfrm>
                <a:off x="3404167" y="1912383"/>
                <a:ext cx="115095" cy="135683"/>
              </a:xfrm>
              <a:custGeom>
                <a:avLst/>
                <a:gdLst>
                  <a:gd name="connsiteX0" fmla="*/ 75171 w 115095"/>
                  <a:gd name="connsiteY0" fmla="*/ 135684 h 135683"/>
                  <a:gd name="connsiteX1" fmla="*/ 41578 w 115095"/>
                  <a:gd name="connsiteY1" fmla="*/ 117175 h 135683"/>
                  <a:gd name="connsiteX2" fmla="*/ 6099 w 115095"/>
                  <a:gd name="connsiteY2" fmla="*/ 60955 h 135683"/>
                  <a:gd name="connsiteX3" fmla="*/ 18629 w 115095"/>
                  <a:gd name="connsiteY3" fmla="*/ 6099 h 135683"/>
                  <a:gd name="connsiteX4" fmla="*/ 73484 w 115095"/>
                  <a:gd name="connsiteY4" fmla="*/ 18629 h 135683"/>
                  <a:gd name="connsiteX5" fmla="*/ 108963 w 115095"/>
                  <a:gd name="connsiteY5" fmla="*/ 74799 h 135683"/>
                  <a:gd name="connsiteX6" fmla="*/ 96583 w 115095"/>
                  <a:gd name="connsiteY6" fmla="*/ 129556 h 135683"/>
                  <a:gd name="connsiteX7" fmla="*/ 75420 w 115095"/>
                  <a:gd name="connsiteY7" fmla="*/ 135684 h 135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095" h="135683">
                    <a:moveTo>
                      <a:pt x="75171" y="135684"/>
                    </a:moveTo>
                    <a:cubicBezTo>
                      <a:pt x="61541" y="135694"/>
                      <a:pt x="48853" y="128702"/>
                      <a:pt x="41578" y="117175"/>
                    </a:cubicBezTo>
                    <a:lnTo>
                      <a:pt x="6099" y="60955"/>
                    </a:lnTo>
                    <a:cubicBezTo>
                      <a:pt x="-5586" y="42347"/>
                      <a:pt x="21" y="17785"/>
                      <a:pt x="18629" y="6099"/>
                    </a:cubicBezTo>
                    <a:cubicBezTo>
                      <a:pt x="37236" y="-5586"/>
                      <a:pt x="61799" y="21"/>
                      <a:pt x="73484" y="18629"/>
                    </a:cubicBezTo>
                    <a:lnTo>
                      <a:pt x="108963" y="74799"/>
                    </a:lnTo>
                    <a:cubicBezTo>
                      <a:pt x="120664" y="93338"/>
                      <a:pt x="115121" y="117855"/>
                      <a:pt x="96583" y="129556"/>
                    </a:cubicBezTo>
                    <a:cubicBezTo>
                      <a:pt x="90246" y="133555"/>
                      <a:pt x="82912" y="135679"/>
                      <a:pt x="75420" y="1356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5BC3BEAE-61ED-AB48-A6B3-7AF1A09B8B6E}"/>
                  </a:ext>
                </a:extLst>
              </p:cNvPr>
              <p:cNvSpPr/>
              <p:nvPr/>
            </p:nvSpPr>
            <p:spPr>
              <a:xfrm>
                <a:off x="3295028" y="1918958"/>
                <a:ext cx="94782" cy="154415"/>
              </a:xfrm>
              <a:custGeom>
                <a:avLst/>
                <a:gdLst>
                  <a:gd name="connsiteX0" fmla="*/ 39765 w 94782"/>
                  <a:gd name="connsiteY0" fmla="*/ 154416 h 154415"/>
                  <a:gd name="connsiteX1" fmla="*/ 31727 w 94782"/>
                  <a:gd name="connsiteY1" fmla="*/ 153572 h 154415"/>
                  <a:gd name="connsiteX2" fmla="*/ 813 w 94782"/>
                  <a:gd name="connsiteY2" fmla="*/ 106730 h 154415"/>
                  <a:gd name="connsiteX3" fmla="*/ 16394 w 94782"/>
                  <a:gd name="connsiteY3" fmla="*/ 30810 h 154415"/>
                  <a:gd name="connsiteX4" fmla="*/ 63975 w 94782"/>
                  <a:gd name="connsiteY4" fmla="*/ 1018 h 154415"/>
                  <a:gd name="connsiteX5" fmla="*/ 94150 w 94782"/>
                  <a:gd name="connsiteY5" fmla="*/ 46739 h 154415"/>
                  <a:gd name="connsiteX6" fmla="*/ 78420 w 94782"/>
                  <a:gd name="connsiteY6" fmla="*/ 122658 h 154415"/>
                  <a:gd name="connsiteX7" fmla="*/ 39765 w 94782"/>
                  <a:gd name="connsiteY7" fmla="*/ 154416 h 15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782" h="154415">
                    <a:moveTo>
                      <a:pt x="39765" y="154416"/>
                    </a:moveTo>
                    <a:cubicBezTo>
                      <a:pt x="37066" y="154401"/>
                      <a:pt x="34371" y="154118"/>
                      <a:pt x="31727" y="153572"/>
                    </a:cubicBezTo>
                    <a:cubicBezTo>
                      <a:pt x="10261" y="149166"/>
                      <a:pt x="-3579" y="128201"/>
                      <a:pt x="813" y="106730"/>
                    </a:cubicBezTo>
                    <a:lnTo>
                      <a:pt x="16394" y="30810"/>
                    </a:lnTo>
                    <a:cubicBezTo>
                      <a:pt x="21306" y="9444"/>
                      <a:pt x="42608" y="-3894"/>
                      <a:pt x="63975" y="1018"/>
                    </a:cubicBezTo>
                    <a:cubicBezTo>
                      <a:pt x="84622" y="5767"/>
                      <a:pt x="97901" y="25888"/>
                      <a:pt x="94150" y="46739"/>
                    </a:cubicBezTo>
                    <a:lnTo>
                      <a:pt x="78420" y="122658"/>
                    </a:lnTo>
                    <a:cubicBezTo>
                      <a:pt x="74663" y="141053"/>
                      <a:pt x="58537" y="154301"/>
                      <a:pt x="39765" y="154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5D79DD94-5A4F-3642-AF19-2B98BD69F946}"/>
                  </a:ext>
                </a:extLst>
              </p:cNvPr>
              <p:cNvSpPr/>
              <p:nvPr/>
            </p:nvSpPr>
            <p:spPr>
              <a:xfrm>
                <a:off x="3174976" y="1856998"/>
                <a:ext cx="142231" cy="121600"/>
              </a:xfrm>
              <a:custGeom>
                <a:avLst/>
                <a:gdLst>
                  <a:gd name="connsiteX0" fmla="*/ 39686 w 142231"/>
                  <a:gd name="connsiteY0" fmla="*/ 121600 h 121600"/>
                  <a:gd name="connsiteX1" fmla="*/ 0 w 142231"/>
                  <a:gd name="connsiteY1" fmla="*/ 81894 h 121600"/>
                  <a:gd name="connsiteX2" fmla="*/ 17555 w 142231"/>
                  <a:gd name="connsiteY2" fmla="*/ 48956 h 121600"/>
                  <a:gd name="connsiteX3" fmla="*/ 80425 w 142231"/>
                  <a:gd name="connsiteY3" fmla="*/ 6729 h 121600"/>
                  <a:gd name="connsiteX4" fmla="*/ 135504 w 142231"/>
                  <a:gd name="connsiteY4" fmla="*/ 17595 h 121600"/>
                  <a:gd name="connsiteX5" fmla="*/ 124637 w 142231"/>
                  <a:gd name="connsiteY5" fmla="*/ 72674 h 121600"/>
                  <a:gd name="connsiteX6" fmla="*/ 61519 w 142231"/>
                  <a:gd name="connsiteY6" fmla="*/ 114852 h 121600"/>
                  <a:gd name="connsiteX7" fmla="*/ 39686 w 142231"/>
                  <a:gd name="connsiteY7" fmla="*/ 121600 h 12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231" h="121600">
                    <a:moveTo>
                      <a:pt x="39686" y="121600"/>
                    </a:moveTo>
                    <a:cubicBezTo>
                      <a:pt x="17762" y="121595"/>
                      <a:pt x="-6" y="103816"/>
                      <a:pt x="0" y="81894"/>
                    </a:cubicBezTo>
                    <a:cubicBezTo>
                      <a:pt x="3" y="68675"/>
                      <a:pt x="6585" y="56329"/>
                      <a:pt x="17555" y="48956"/>
                    </a:cubicBezTo>
                    <a:lnTo>
                      <a:pt x="80425" y="6729"/>
                    </a:lnTo>
                    <a:cubicBezTo>
                      <a:pt x="98635" y="-5480"/>
                      <a:pt x="123297" y="-615"/>
                      <a:pt x="135504" y="17595"/>
                    </a:cubicBezTo>
                    <a:cubicBezTo>
                      <a:pt x="147711" y="35806"/>
                      <a:pt x="142848" y="60468"/>
                      <a:pt x="124637" y="72674"/>
                    </a:cubicBezTo>
                    <a:lnTo>
                      <a:pt x="61519" y="114852"/>
                    </a:lnTo>
                    <a:cubicBezTo>
                      <a:pt x="55072" y="119219"/>
                      <a:pt x="47472" y="121566"/>
                      <a:pt x="39686" y="1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45E5E9F-3404-494E-A694-1BC99EF54516}"/>
                  </a:ext>
                </a:extLst>
              </p:cNvPr>
              <p:cNvSpPr/>
              <p:nvPr/>
            </p:nvSpPr>
            <p:spPr>
              <a:xfrm>
                <a:off x="3141156" y="1745996"/>
                <a:ext cx="159934" cy="100115"/>
              </a:xfrm>
              <a:custGeom>
                <a:avLst/>
                <a:gdLst>
                  <a:gd name="connsiteX0" fmla="*/ 120149 w 159934"/>
                  <a:gd name="connsiteY0" fmla="*/ 100115 h 100115"/>
                  <a:gd name="connsiteX1" fmla="*/ 110225 w 159934"/>
                  <a:gd name="connsiteY1" fmla="*/ 98825 h 100115"/>
                  <a:gd name="connsiteX2" fmla="*/ 29194 w 159934"/>
                  <a:gd name="connsiteY2" fmla="*/ 77984 h 100115"/>
                  <a:gd name="connsiteX3" fmla="*/ 1427 w 159934"/>
                  <a:gd name="connsiteY3" fmla="*/ 29193 h 100115"/>
                  <a:gd name="connsiteX4" fmla="*/ 49043 w 159934"/>
                  <a:gd name="connsiteY4" fmla="*/ 1122 h 100115"/>
                  <a:gd name="connsiteX5" fmla="*/ 130073 w 159934"/>
                  <a:gd name="connsiteY5" fmla="*/ 21962 h 100115"/>
                  <a:gd name="connsiteX6" fmla="*/ 158685 w 159934"/>
                  <a:gd name="connsiteY6" fmla="*/ 70265 h 100115"/>
                  <a:gd name="connsiteX7" fmla="*/ 120149 w 159934"/>
                  <a:gd name="connsiteY7" fmla="*/ 100115 h 10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934" h="100115">
                    <a:moveTo>
                      <a:pt x="120149" y="100115"/>
                    </a:moveTo>
                    <a:cubicBezTo>
                      <a:pt x="116799" y="100123"/>
                      <a:pt x="113462" y="99689"/>
                      <a:pt x="110225" y="98825"/>
                    </a:cubicBezTo>
                    <a:lnTo>
                      <a:pt x="29194" y="77984"/>
                    </a:lnTo>
                    <a:cubicBezTo>
                      <a:pt x="8053" y="72179"/>
                      <a:pt x="-4378" y="50334"/>
                      <a:pt x="1427" y="29193"/>
                    </a:cubicBezTo>
                    <a:cubicBezTo>
                      <a:pt x="7108" y="8508"/>
                      <a:pt x="28194" y="-3923"/>
                      <a:pt x="49043" y="1122"/>
                    </a:cubicBezTo>
                    <a:lnTo>
                      <a:pt x="130073" y="21962"/>
                    </a:lnTo>
                    <a:cubicBezTo>
                      <a:pt x="151311" y="27400"/>
                      <a:pt x="164123" y="49026"/>
                      <a:pt x="158685" y="70265"/>
                    </a:cubicBezTo>
                    <a:cubicBezTo>
                      <a:pt x="154179" y="87858"/>
                      <a:pt x="138310" y="100151"/>
                      <a:pt x="120149" y="100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045EAFFF-813E-FF4B-8F4D-1593C22ABCAB}"/>
                  </a:ext>
                </a:extLst>
              </p:cNvPr>
              <p:cNvSpPr/>
              <p:nvPr/>
            </p:nvSpPr>
            <p:spPr>
              <a:xfrm>
                <a:off x="3223566" y="1679747"/>
                <a:ext cx="314865" cy="314829"/>
              </a:xfrm>
              <a:custGeom>
                <a:avLst/>
                <a:gdLst>
                  <a:gd name="connsiteX0" fmla="*/ 157623 w 314865"/>
                  <a:gd name="connsiteY0" fmla="*/ 314829 h 314829"/>
                  <a:gd name="connsiteX1" fmla="*/ 121449 w 314865"/>
                  <a:gd name="connsiteY1" fmla="*/ 310661 h 314829"/>
                  <a:gd name="connsiteX2" fmla="*/ 4204 w 314865"/>
                  <a:gd name="connsiteY2" fmla="*/ 121449 h 314829"/>
                  <a:gd name="connsiteX3" fmla="*/ 193414 w 314865"/>
                  <a:gd name="connsiteY3" fmla="*/ 4204 h 314829"/>
                  <a:gd name="connsiteX4" fmla="*/ 310663 w 314865"/>
                  <a:gd name="connsiteY4" fmla="*/ 193415 h 314829"/>
                  <a:gd name="connsiteX5" fmla="*/ 157623 w 314865"/>
                  <a:gd name="connsiteY5" fmla="*/ 314829 h 314829"/>
                  <a:gd name="connsiteX6" fmla="*/ 157176 w 314865"/>
                  <a:gd name="connsiteY6" fmla="*/ 77940 h 314829"/>
                  <a:gd name="connsiteX7" fmla="*/ 115743 w 314865"/>
                  <a:gd name="connsiteY7" fmla="*/ 89849 h 314829"/>
                  <a:gd name="connsiteX8" fmla="*/ 90734 w 314865"/>
                  <a:gd name="connsiteY8" fmla="*/ 198299 h 314829"/>
                  <a:gd name="connsiteX9" fmla="*/ 199185 w 314865"/>
                  <a:gd name="connsiteY9" fmla="*/ 223309 h 314829"/>
                  <a:gd name="connsiteX10" fmla="*/ 224194 w 314865"/>
                  <a:gd name="connsiteY10" fmla="*/ 114857 h 314829"/>
                  <a:gd name="connsiteX11" fmla="*/ 175288 w 314865"/>
                  <a:gd name="connsiteY11" fmla="*/ 79925 h 314829"/>
                  <a:gd name="connsiteX12" fmla="*/ 157176 w 314865"/>
                  <a:gd name="connsiteY12" fmla="*/ 77940 h 31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4865" h="314829">
                    <a:moveTo>
                      <a:pt x="157623" y="314829"/>
                    </a:moveTo>
                    <a:cubicBezTo>
                      <a:pt x="145446" y="314819"/>
                      <a:pt x="133309" y="313420"/>
                      <a:pt x="121449" y="310661"/>
                    </a:cubicBezTo>
                    <a:cubicBezTo>
                      <a:pt x="36824" y="290788"/>
                      <a:pt x="-15669" y="206075"/>
                      <a:pt x="4204" y="121449"/>
                    </a:cubicBezTo>
                    <a:cubicBezTo>
                      <a:pt x="24076" y="36824"/>
                      <a:pt x="108791" y="-15669"/>
                      <a:pt x="193414" y="4204"/>
                    </a:cubicBezTo>
                    <a:cubicBezTo>
                      <a:pt x="278043" y="24077"/>
                      <a:pt x="330531" y="108790"/>
                      <a:pt x="310663" y="193415"/>
                    </a:cubicBezTo>
                    <a:cubicBezTo>
                      <a:pt x="293976" y="264479"/>
                      <a:pt x="230620" y="314740"/>
                      <a:pt x="157623" y="314829"/>
                    </a:cubicBezTo>
                    <a:close/>
                    <a:moveTo>
                      <a:pt x="157176" y="77940"/>
                    </a:moveTo>
                    <a:cubicBezTo>
                      <a:pt x="142518" y="77931"/>
                      <a:pt x="128158" y="82058"/>
                      <a:pt x="115743" y="89849"/>
                    </a:cubicBezTo>
                    <a:cubicBezTo>
                      <a:pt x="78890" y="112891"/>
                      <a:pt x="67695" y="161446"/>
                      <a:pt x="90734" y="198299"/>
                    </a:cubicBezTo>
                    <a:cubicBezTo>
                      <a:pt x="113778" y="235153"/>
                      <a:pt x="162332" y="246348"/>
                      <a:pt x="199185" y="223309"/>
                    </a:cubicBezTo>
                    <a:cubicBezTo>
                      <a:pt x="236039" y="200266"/>
                      <a:pt x="247233" y="151711"/>
                      <a:pt x="224194" y="114857"/>
                    </a:cubicBezTo>
                    <a:cubicBezTo>
                      <a:pt x="213154" y="97202"/>
                      <a:pt x="195568" y="84641"/>
                      <a:pt x="175288" y="79925"/>
                    </a:cubicBezTo>
                    <a:cubicBezTo>
                      <a:pt x="169353" y="78544"/>
                      <a:pt x="163270" y="77878"/>
                      <a:pt x="157176" y="779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20" name="Picture Placeholder 35">
              <a:extLst>
                <a:ext uri="{FF2B5EF4-FFF2-40B4-BE49-F238E27FC236}">
                  <a16:creationId xmlns:a16="http://schemas.microsoft.com/office/drawing/2014/main" id="{9A2F9AE2-A3C0-445F-BAF3-40B8ADF4CAE6}"/>
                </a:ext>
              </a:extLst>
            </p:cNvPr>
            <p:cNvGrpSpPr/>
            <p:nvPr/>
          </p:nvGrpSpPr>
          <p:grpSpPr>
            <a:xfrm>
              <a:off x="2838675" y="1415634"/>
              <a:ext cx="385730" cy="399712"/>
              <a:chOff x="2838675" y="1415634"/>
              <a:chExt cx="385730" cy="399712"/>
            </a:xfrm>
            <a:solidFill>
              <a:srgbClr val="EE7684"/>
            </a:solidFill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11C81C2A-24AC-1D47-AE9C-FAACA2A44F00}"/>
                  </a:ext>
                </a:extLst>
              </p:cNvPr>
              <p:cNvSpPr/>
              <p:nvPr/>
            </p:nvSpPr>
            <p:spPr>
              <a:xfrm>
                <a:off x="2951406" y="1415634"/>
                <a:ext cx="98830" cy="149276"/>
              </a:xfrm>
              <a:custGeom>
                <a:avLst/>
                <a:gdLst>
                  <a:gd name="connsiteX0" fmla="*/ 59066 w 98830"/>
                  <a:gd name="connsiteY0" fmla="*/ 149276 h 149276"/>
                  <a:gd name="connsiteX1" fmla="*/ 20858 w 98830"/>
                  <a:gd name="connsiteY1" fmla="*/ 120199 h 149276"/>
                  <a:gd name="connsiteX2" fmla="*/ 1456 w 98830"/>
                  <a:gd name="connsiteY2" fmla="*/ 50333 h 149276"/>
                  <a:gd name="connsiteX3" fmla="*/ 29095 w 98830"/>
                  <a:gd name="connsiteY3" fmla="*/ 1456 h 149276"/>
                  <a:gd name="connsiteX4" fmla="*/ 77972 w 98830"/>
                  <a:gd name="connsiteY4" fmla="*/ 29095 h 149276"/>
                  <a:gd name="connsiteX5" fmla="*/ 97373 w 98830"/>
                  <a:gd name="connsiteY5" fmla="*/ 98961 h 149276"/>
                  <a:gd name="connsiteX6" fmla="*/ 69742 w 98830"/>
                  <a:gd name="connsiteY6" fmla="*/ 147830 h 149276"/>
                  <a:gd name="connsiteX7" fmla="*/ 59066 w 98830"/>
                  <a:gd name="connsiteY7" fmla="*/ 149276 h 14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830" h="149276">
                    <a:moveTo>
                      <a:pt x="59066" y="149276"/>
                    </a:moveTo>
                    <a:cubicBezTo>
                      <a:pt x="41247" y="149258"/>
                      <a:pt x="25625" y="137368"/>
                      <a:pt x="20858" y="120199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7373" y="98961"/>
                    </a:lnTo>
                    <a:cubicBezTo>
                      <a:pt x="103238" y="120086"/>
                      <a:pt x="90867" y="141965"/>
                      <a:pt x="69742" y="147830"/>
                    </a:cubicBezTo>
                    <a:cubicBezTo>
                      <a:pt x="66266" y="148795"/>
                      <a:pt x="62674" y="149281"/>
                      <a:pt x="59066" y="14927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88D54D36-3FE1-AD4B-AB96-690A1759862F}"/>
                  </a:ext>
                </a:extLst>
              </p:cNvPr>
              <p:cNvSpPr/>
              <p:nvPr/>
            </p:nvSpPr>
            <p:spPr>
              <a:xfrm>
                <a:off x="3040192" y="1432665"/>
                <a:ext cx="117573" cy="142666"/>
              </a:xfrm>
              <a:custGeom>
                <a:avLst/>
                <a:gdLst>
                  <a:gd name="connsiteX0" fmla="*/ 39402 w 117573"/>
                  <a:gd name="connsiteY0" fmla="*/ 142666 h 142666"/>
                  <a:gd name="connsiteX1" fmla="*/ 1 w 117573"/>
                  <a:gd name="connsiteY1" fmla="*/ 102676 h 142666"/>
                  <a:gd name="connsiteX2" fmla="*/ 5760 w 117573"/>
                  <a:gd name="connsiteY2" fmla="*/ 82377 h 142666"/>
                  <a:gd name="connsiteX3" fmla="*/ 43322 w 117573"/>
                  <a:gd name="connsiteY3" fmla="*/ 20152 h 142666"/>
                  <a:gd name="connsiteX4" fmla="*/ 97422 w 117573"/>
                  <a:gd name="connsiteY4" fmla="*/ 5156 h 142666"/>
                  <a:gd name="connsiteX5" fmla="*/ 112418 w 117573"/>
                  <a:gd name="connsiteY5" fmla="*/ 59255 h 142666"/>
                  <a:gd name="connsiteX6" fmla="*/ 111154 w 117573"/>
                  <a:gd name="connsiteY6" fmla="*/ 61337 h 142666"/>
                  <a:gd name="connsiteX7" fmla="*/ 73343 w 117573"/>
                  <a:gd name="connsiteY7" fmla="*/ 123859 h 142666"/>
                  <a:gd name="connsiteX8" fmla="*/ 39402 w 117573"/>
                  <a:gd name="connsiteY8" fmla="*/ 142666 h 14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573" h="142666">
                    <a:moveTo>
                      <a:pt x="39402" y="142666"/>
                    </a:moveTo>
                    <a:cubicBezTo>
                      <a:pt x="17479" y="142503"/>
                      <a:pt x="-161" y="124599"/>
                      <a:pt x="1" y="102676"/>
                    </a:cubicBezTo>
                    <a:cubicBezTo>
                      <a:pt x="54" y="95514"/>
                      <a:pt x="2044" y="88500"/>
                      <a:pt x="5760" y="82377"/>
                    </a:cubicBezTo>
                    <a:lnTo>
                      <a:pt x="43322" y="20152"/>
                    </a:lnTo>
                    <a:cubicBezTo>
                      <a:pt x="54120" y="1072"/>
                      <a:pt x="78341" y="-5642"/>
                      <a:pt x="97422" y="5156"/>
                    </a:cubicBezTo>
                    <a:cubicBezTo>
                      <a:pt x="116502" y="15953"/>
                      <a:pt x="123216" y="40175"/>
                      <a:pt x="112418" y="59255"/>
                    </a:cubicBezTo>
                    <a:cubicBezTo>
                      <a:pt x="112018" y="59962"/>
                      <a:pt x="111597" y="60656"/>
                      <a:pt x="111154" y="61337"/>
                    </a:cubicBezTo>
                    <a:lnTo>
                      <a:pt x="73343" y="123859"/>
                    </a:lnTo>
                    <a:cubicBezTo>
                      <a:pt x="66073" y="135607"/>
                      <a:pt x="53218" y="142730"/>
                      <a:pt x="39402" y="14266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B99C688B-9E64-B542-B2A6-195725F020EF}"/>
                  </a:ext>
                </a:extLst>
              </p:cNvPr>
              <p:cNvSpPr/>
              <p:nvPr/>
            </p:nvSpPr>
            <p:spPr>
              <a:xfrm>
                <a:off x="3092108" y="1542057"/>
                <a:ext cx="132297" cy="90139"/>
              </a:xfrm>
              <a:custGeom>
                <a:avLst/>
                <a:gdLst>
                  <a:gd name="connsiteX0" fmla="*/ 39638 w 132297"/>
                  <a:gd name="connsiteY0" fmla="*/ 90140 h 90139"/>
                  <a:gd name="connsiteX1" fmla="*/ 0 w 132297"/>
                  <a:gd name="connsiteY1" fmla="*/ 50384 h 90139"/>
                  <a:gd name="connsiteX2" fmla="*/ 31798 w 132297"/>
                  <a:gd name="connsiteY2" fmla="*/ 11540 h 90139"/>
                  <a:gd name="connsiteX3" fmla="*/ 85090 w 132297"/>
                  <a:gd name="connsiteY3" fmla="*/ 723 h 90139"/>
                  <a:gd name="connsiteX4" fmla="*/ 131575 w 132297"/>
                  <a:gd name="connsiteY4" fmla="*/ 32200 h 90139"/>
                  <a:gd name="connsiteX5" fmla="*/ 100870 w 132297"/>
                  <a:gd name="connsiteY5" fmla="*/ 78528 h 90139"/>
                  <a:gd name="connsiteX6" fmla="*/ 47577 w 132297"/>
                  <a:gd name="connsiteY6" fmla="*/ 89346 h 90139"/>
                  <a:gd name="connsiteX7" fmla="*/ 39638 w 132297"/>
                  <a:gd name="connsiteY7" fmla="*/ 90140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97" h="90139">
                    <a:moveTo>
                      <a:pt x="39638" y="90140"/>
                    </a:moveTo>
                    <a:cubicBezTo>
                      <a:pt x="17714" y="90107"/>
                      <a:pt x="-32" y="72307"/>
                      <a:pt x="0" y="50384"/>
                    </a:cubicBezTo>
                    <a:cubicBezTo>
                      <a:pt x="28" y="31527"/>
                      <a:pt x="13318" y="15293"/>
                      <a:pt x="31798" y="11540"/>
                    </a:cubicBezTo>
                    <a:lnTo>
                      <a:pt x="85090" y="723"/>
                    </a:lnTo>
                    <a:cubicBezTo>
                      <a:pt x="106619" y="-3421"/>
                      <a:pt x="127431" y="10671"/>
                      <a:pt x="131575" y="32200"/>
                    </a:cubicBezTo>
                    <a:cubicBezTo>
                      <a:pt x="135661" y="53427"/>
                      <a:pt x="122012" y="74022"/>
                      <a:pt x="100870" y="78528"/>
                    </a:cubicBezTo>
                    <a:lnTo>
                      <a:pt x="47577" y="89346"/>
                    </a:lnTo>
                    <a:cubicBezTo>
                      <a:pt x="44964" y="89876"/>
                      <a:pt x="42304" y="90142"/>
                      <a:pt x="39638" y="9014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38CF594C-E37C-FC44-8AFC-3ED7581324AD}"/>
                  </a:ext>
                </a:extLst>
              </p:cNvPr>
              <p:cNvSpPr/>
              <p:nvPr/>
            </p:nvSpPr>
            <p:spPr>
              <a:xfrm>
                <a:off x="3075459" y="1625252"/>
                <a:ext cx="135723" cy="113380"/>
              </a:xfrm>
              <a:custGeom>
                <a:avLst/>
                <a:gdLst>
                  <a:gd name="connsiteX0" fmla="*/ 96033 w 135723"/>
                  <a:gd name="connsiteY0" fmla="*/ 113380 h 113380"/>
                  <a:gd name="connsiteX1" fmla="*/ 75589 w 135723"/>
                  <a:gd name="connsiteY1" fmla="*/ 107674 h 113380"/>
                  <a:gd name="connsiteX2" fmla="*/ 20113 w 135723"/>
                  <a:gd name="connsiteY2" fmla="*/ 74230 h 113380"/>
                  <a:gd name="connsiteX3" fmla="*/ 5177 w 135723"/>
                  <a:gd name="connsiteY3" fmla="*/ 20114 h 113380"/>
                  <a:gd name="connsiteX4" fmla="*/ 59293 w 135723"/>
                  <a:gd name="connsiteY4" fmla="*/ 5177 h 113380"/>
                  <a:gd name="connsiteX5" fmla="*/ 61150 w 135723"/>
                  <a:gd name="connsiteY5" fmla="*/ 6299 h 113380"/>
                  <a:gd name="connsiteX6" fmla="*/ 116526 w 135723"/>
                  <a:gd name="connsiteY6" fmla="*/ 39694 h 113380"/>
                  <a:gd name="connsiteX7" fmla="*/ 130011 w 135723"/>
                  <a:gd name="connsiteY7" fmla="*/ 94189 h 113380"/>
                  <a:gd name="connsiteX8" fmla="*/ 96033 w 135723"/>
                  <a:gd name="connsiteY8" fmla="*/ 113380 h 11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723" h="113380">
                    <a:moveTo>
                      <a:pt x="96033" y="113380"/>
                    </a:moveTo>
                    <a:cubicBezTo>
                      <a:pt x="88827" y="113369"/>
                      <a:pt x="81760" y="111396"/>
                      <a:pt x="75589" y="107674"/>
                    </a:cubicBezTo>
                    <a:lnTo>
                      <a:pt x="20113" y="74230"/>
                    </a:lnTo>
                    <a:cubicBezTo>
                      <a:pt x="1045" y="63410"/>
                      <a:pt x="-5642" y="39181"/>
                      <a:pt x="5177" y="20114"/>
                    </a:cubicBezTo>
                    <a:cubicBezTo>
                      <a:pt x="15997" y="1045"/>
                      <a:pt x="40225" y="-5642"/>
                      <a:pt x="59293" y="5177"/>
                    </a:cubicBezTo>
                    <a:cubicBezTo>
                      <a:pt x="59922" y="5534"/>
                      <a:pt x="60541" y="5908"/>
                      <a:pt x="61150" y="6299"/>
                    </a:cubicBezTo>
                    <a:lnTo>
                      <a:pt x="116526" y="39694"/>
                    </a:lnTo>
                    <a:cubicBezTo>
                      <a:pt x="135299" y="51018"/>
                      <a:pt x="141336" y="75417"/>
                      <a:pt x="130011" y="94189"/>
                    </a:cubicBezTo>
                    <a:cubicBezTo>
                      <a:pt x="122828" y="106096"/>
                      <a:pt x="109938" y="113376"/>
                      <a:pt x="96033" y="11338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A1CD3276-9FFC-4542-BE69-2A92B46116A5}"/>
                  </a:ext>
                </a:extLst>
              </p:cNvPr>
              <p:cNvSpPr/>
              <p:nvPr/>
            </p:nvSpPr>
            <p:spPr>
              <a:xfrm>
                <a:off x="3011128" y="1684285"/>
                <a:ext cx="91859" cy="131061"/>
              </a:xfrm>
              <a:custGeom>
                <a:avLst/>
                <a:gdLst>
                  <a:gd name="connsiteX0" fmla="*/ 52141 w 91859"/>
                  <a:gd name="connsiteY0" fmla="*/ 131061 h 131061"/>
                  <a:gd name="connsiteX1" fmla="*/ 13586 w 91859"/>
                  <a:gd name="connsiteY1" fmla="*/ 100495 h 131061"/>
                  <a:gd name="connsiteX2" fmla="*/ 982 w 91859"/>
                  <a:gd name="connsiteY2" fmla="*/ 48443 h 131061"/>
                  <a:gd name="connsiteX3" fmla="*/ 30967 w 91859"/>
                  <a:gd name="connsiteY3" fmla="*/ 982 h 131061"/>
                  <a:gd name="connsiteX4" fmla="*/ 78143 w 91859"/>
                  <a:gd name="connsiteY4" fmla="*/ 29785 h 131061"/>
                  <a:gd name="connsiteX5" fmla="*/ 90746 w 91859"/>
                  <a:gd name="connsiteY5" fmla="*/ 82036 h 131061"/>
                  <a:gd name="connsiteX6" fmla="*/ 61470 w 91859"/>
                  <a:gd name="connsiteY6" fmla="*/ 129920 h 131061"/>
                  <a:gd name="connsiteX7" fmla="*/ 52141 w 91859"/>
                  <a:gd name="connsiteY7" fmla="*/ 131061 h 131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1859" h="131061">
                    <a:moveTo>
                      <a:pt x="52141" y="131061"/>
                    </a:moveTo>
                    <a:cubicBezTo>
                      <a:pt x="33763" y="131025"/>
                      <a:pt x="17813" y="118380"/>
                      <a:pt x="13586" y="100495"/>
                    </a:cubicBezTo>
                    <a:lnTo>
                      <a:pt x="982" y="48443"/>
                    </a:lnTo>
                    <a:cubicBezTo>
                      <a:pt x="-3844" y="27057"/>
                      <a:pt x="9581" y="5808"/>
                      <a:pt x="30967" y="982"/>
                    </a:cubicBezTo>
                    <a:cubicBezTo>
                      <a:pt x="51892" y="-3740"/>
                      <a:pt x="72783" y="9015"/>
                      <a:pt x="78143" y="29785"/>
                    </a:cubicBezTo>
                    <a:lnTo>
                      <a:pt x="90746" y="82036"/>
                    </a:lnTo>
                    <a:cubicBezTo>
                      <a:pt x="95879" y="103342"/>
                      <a:pt x="82774" y="124776"/>
                      <a:pt x="61470" y="129920"/>
                    </a:cubicBezTo>
                    <a:cubicBezTo>
                      <a:pt x="58420" y="130687"/>
                      <a:pt x="55286" y="131070"/>
                      <a:pt x="52141" y="13106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2DA73063-EB94-B343-9E2B-D58C1A5EC359}"/>
                  </a:ext>
                </a:extLst>
              </p:cNvPr>
              <p:cNvSpPr/>
              <p:nvPr/>
            </p:nvSpPr>
            <p:spPr>
              <a:xfrm>
                <a:off x="2906409" y="1663447"/>
                <a:ext cx="111130" cy="133836"/>
              </a:xfrm>
              <a:custGeom>
                <a:avLst/>
                <a:gdLst>
                  <a:gd name="connsiteX0" fmla="*/ 39557 w 111130"/>
                  <a:gd name="connsiteY0" fmla="*/ 133837 h 133836"/>
                  <a:gd name="connsiteX1" fmla="*/ 0 w 111130"/>
                  <a:gd name="connsiteY1" fmla="*/ 94001 h 133836"/>
                  <a:gd name="connsiteX2" fmla="*/ 5319 w 111130"/>
                  <a:gd name="connsiteY2" fmla="*/ 74292 h 133836"/>
                  <a:gd name="connsiteX3" fmla="*/ 36877 w 111130"/>
                  <a:gd name="connsiteY3" fmla="*/ 20156 h 133836"/>
                  <a:gd name="connsiteX4" fmla="*/ 90975 w 111130"/>
                  <a:gd name="connsiteY4" fmla="*/ 5154 h 133836"/>
                  <a:gd name="connsiteX5" fmla="*/ 105978 w 111130"/>
                  <a:gd name="connsiteY5" fmla="*/ 59251 h 133836"/>
                  <a:gd name="connsiteX6" fmla="*/ 105453 w 111130"/>
                  <a:gd name="connsiteY6" fmla="*/ 60150 h 133836"/>
                  <a:gd name="connsiteX7" fmla="*/ 73894 w 111130"/>
                  <a:gd name="connsiteY7" fmla="*/ 114137 h 133836"/>
                  <a:gd name="connsiteX8" fmla="*/ 39557 w 111130"/>
                  <a:gd name="connsiteY8" fmla="*/ 133837 h 13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836">
                    <a:moveTo>
                      <a:pt x="39557" y="133837"/>
                    </a:moveTo>
                    <a:cubicBezTo>
                      <a:pt x="17633" y="133759"/>
                      <a:pt x="-77" y="115924"/>
                      <a:pt x="0" y="94001"/>
                    </a:cubicBezTo>
                    <a:cubicBezTo>
                      <a:pt x="25" y="87080"/>
                      <a:pt x="1858" y="80286"/>
                      <a:pt x="5319" y="74292"/>
                    </a:cubicBezTo>
                    <a:lnTo>
                      <a:pt x="36877" y="20156"/>
                    </a:lnTo>
                    <a:cubicBezTo>
                      <a:pt x="47673" y="1074"/>
                      <a:pt x="71894" y="-5642"/>
                      <a:pt x="90975" y="5154"/>
                    </a:cubicBezTo>
                    <a:cubicBezTo>
                      <a:pt x="110057" y="15949"/>
                      <a:pt x="116773" y="40169"/>
                      <a:pt x="105978" y="59251"/>
                    </a:cubicBezTo>
                    <a:cubicBezTo>
                      <a:pt x="105807" y="59553"/>
                      <a:pt x="105632" y="59853"/>
                      <a:pt x="105453" y="60150"/>
                    </a:cubicBezTo>
                    <a:lnTo>
                      <a:pt x="73894" y="114137"/>
                    </a:lnTo>
                    <a:cubicBezTo>
                      <a:pt x="66773" y="126350"/>
                      <a:pt x="53694" y="133853"/>
                      <a:pt x="39557" y="13383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6526374A-9FB7-BB40-94FB-B835F8E18123}"/>
                  </a:ext>
                </a:extLst>
              </p:cNvPr>
              <p:cNvSpPr/>
              <p:nvPr/>
            </p:nvSpPr>
            <p:spPr>
              <a:xfrm>
                <a:off x="2838675" y="1598094"/>
                <a:ext cx="138315" cy="95433"/>
              </a:xfrm>
              <a:custGeom>
                <a:avLst/>
                <a:gdLst>
                  <a:gd name="connsiteX0" fmla="*/ 39657 w 138315"/>
                  <a:gd name="connsiteY0" fmla="*/ 95433 h 95433"/>
                  <a:gd name="connsiteX1" fmla="*/ 0 w 138315"/>
                  <a:gd name="connsiteY1" fmla="*/ 55697 h 95433"/>
                  <a:gd name="connsiteX2" fmla="*/ 29286 w 138315"/>
                  <a:gd name="connsiteY2" fmla="*/ 17429 h 95433"/>
                  <a:gd name="connsiteX3" fmla="*/ 88186 w 138315"/>
                  <a:gd name="connsiteY3" fmla="*/ 1402 h 95433"/>
                  <a:gd name="connsiteX4" fmla="*/ 136914 w 138315"/>
                  <a:gd name="connsiteY4" fmla="*/ 29289 h 95433"/>
                  <a:gd name="connsiteX5" fmla="*/ 109027 w 138315"/>
                  <a:gd name="connsiteY5" fmla="*/ 78016 h 95433"/>
                  <a:gd name="connsiteX6" fmla="*/ 50077 w 138315"/>
                  <a:gd name="connsiteY6" fmla="*/ 94044 h 95433"/>
                  <a:gd name="connsiteX7" fmla="*/ 39657 w 138315"/>
                  <a:gd name="connsiteY7" fmla="*/ 95433 h 9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315" h="95433">
                    <a:moveTo>
                      <a:pt x="39657" y="95433"/>
                    </a:moveTo>
                    <a:cubicBezTo>
                      <a:pt x="17733" y="95411"/>
                      <a:pt x="-22" y="77621"/>
                      <a:pt x="0" y="55697"/>
                    </a:cubicBezTo>
                    <a:cubicBezTo>
                      <a:pt x="18" y="37797"/>
                      <a:pt x="12013" y="22124"/>
                      <a:pt x="29286" y="17429"/>
                    </a:cubicBezTo>
                    <a:lnTo>
                      <a:pt x="88186" y="1402"/>
                    </a:lnTo>
                    <a:cubicBezTo>
                      <a:pt x="109342" y="-4353"/>
                      <a:pt x="131159" y="8132"/>
                      <a:pt x="136914" y="29289"/>
                    </a:cubicBezTo>
                    <a:cubicBezTo>
                      <a:pt x="142669" y="50445"/>
                      <a:pt x="130183" y="72261"/>
                      <a:pt x="109027" y="78016"/>
                    </a:cubicBezTo>
                    <a:lnTo>
                      <a:pt x="50077" y="94044"/>
                    </a:lnTo>
                    <a:cubicBezTo>
                      <a:pt x="46681" y="94967"/>
                      <a:pt x="43177" y="95434"/>
                      <a:pt x="39657" y="9543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B892AF43-5839-2B4C-985F-EAB658864481}"/>
                  </a:ext>
                </a:extLst>
              </p:cNvPr>
              <p:cNvSpPr/>
              <p:nvPr/>
            </p:nvSpPr>
            <p:spPr>
              <a:xfrm>
                <a:off x="2852654" y="1488156"/>
                <a:ext cx="135585" cy="116004"/>
              </a:xfrm>
              <a:custGeom>
                <a:avLst/>
                <a:gdLst>
                  <a:gd name="connsiteX0" fmla="*/ 95842 w 135585"/>
                  <a:gd name="connsiteY0" fmla="*/ 116005 h 116004"/>
                  <a:gd name="connsiteX1" fmla="*/ 74208 w 135585"/>
                  <a:gd name="connsiteY1" fmla="*/ 109604 h 116004"/>
                  <a:gd name="connsiteX2" fmla="*/ 17541 w 135585"/>
                  <a:gd name="connsiteY2" fmla="*/ 72636 h 116004"/>
                  <a:gd name="connsiteX3" fmla="*/ 6765 w 135585"/>
                  <a:gd name="connsiteY3" fmla="*/ 17541 h 116004"/>
                  <a:gd name="connsiteX4" fmla="*/ 60909 w 135585"/>
                  <a:gd name="connsiteY4" fmla="*/ 6145 h 116004"/>
                  <a:gd name="connsiteX5" fmla="*/ 117576 w 135585"/>
                  <a:gd name="connsiteY5" fmla="*/ 43062 h 116004"/>
                  <a:gd name="connsiteX6" fmla="*/ 129130 w 135585"/>
                  <a:gd name="connsiteY6" fmla="*/ 98000 h 116004"/>
                  <a:gd name="connsiteX7" fmla="*/ 95842 w 135585"/>
                  <a:gd name="connsiteY7" fmla="*/ 116005 h 11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585" h="116004">
                    <a:moveTo>
                      <a:pt x="95842" y="116005"/>
                    </a:moveTo>
                    <a:cubicBezTo>
                      <a:pt x="88163" y="116008"/>
                      <a:pt x="80648" y="113785"/>
                      <a:pt x="74208" y="109604"/>
                    </a:cubicBezTo>
                    <a:lnTo>
                      <a:pt x="17541" y="72636"/>
                    </a:lnTo>
                    <a:cubicBezTo>
                      <a:pt x="-649" y="60398"/>
                      <a:pt x="-5473" y="35730"/>
                      <a:pt x="6765" y="17541"/>
                    </a:cubicBezTo>
                    <a:cubicBezTo>
                      <a:pt x="18757" y="-282"/>
                      <a:pt x="42750" y="-5332"/>
                      <a:pt x="60909" y="6145"/>
                    </a:cubicBezTo>
                    <a:lnTo>
                      <a:pt x="117576" y="43062"/>
                    </a:lnTo>
                    <a:cubicBezTo>
                      <a:pt x="135937" y="55042"/>
                      <a:pt x="141110" y="79639"/>
                      <a:pt x="129130" y="98000"/>
                    </a:cubicBezTo>
                    <a:cubicBezTo>
                      <a:pt x="121793" y="109245"/>
                      <a:pt x="109269" y="116019"/>
                      <a:pt x="95842" y="11600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EE912C10-2C69-C64C-A1F9-794804769920}"/>
                  </a:ext>
                </a:extLst>
              </p:cNvPr>
              <p:cNvSpPr/>
              <p:nvPr/>
            </p:nvSpPr>
            <p:spPr>
              <a:xfrm>
                <a:off x="2897219" y="1483334"/>
                <a:ext cx="270532" cy="270531"/>
              </a:xfrm>
              <a:custGeom>
                <a:avLst/>
                <a:gdLst>
                  <a:gd name="connsiteX0" fmla="*/ 135186 w 270532"/>
                  <a:gd name="connsiteY0" fmla="*/ 270532 h 270531"/>
                  <a:gd name="connsiteX1" fmla="*/ 0 w 270532"/>
                  <a:gd name="connsiteY1" fmla="*/ 135186 h 270531"/>
                  <a:gd name="connsiteX2" fmla="*/ 135346 w 270532"/>
                  <a:gd name="connsiteY2" fmla="*/ 0 h 270531"/>
                  <a:gd name="connsiteX3" fmla="*/ 270532 w 270532"/>
                  <a:gd name="connsiteY3" fmla="*/ 135346 h 270531"/>
                  <a:gd name="connsiteX4" fmla="*/ 166149 w 270532"/>
                  <a:gd name="connsiteY4" fmla="*/ 266959 h 270531"/>
                  <a:gd name="connsiteX5" fmla="*/ 135186 w 270532"/>
                  <a:gd name="connsiteY5" fmla="*/ 270532 h 270531"/>
                  <a:gd name="connsiteX6" fmla="*/ 135186 w 270532"/>
                  <a:gd name="connsiteY6" fmla="*/ 79046 h 270531"/>
                  <a:gd name="connsiteX7" fmla="*/ 122284 w 270532"/>
                  <a:gd name="connsiteY7" fmla="*/ 80534 h 270531"/>
                  <a:gd name="connsiteX8" fmla="*/ 80536 w 270532"/>
                  <a:gd name="connsiteY8" fmla="*/ 147952 h 270531"/>
                  <a:gd name="connsiteX9" fmla="*/ 147954 w 270532"/>
                  <a:gd name="connsiteY9" fmla="*/ 189700 h 270531"/>
                  <a:gd name="connsiteX10" fmla="*/ 189702 w 270532"/>
                  <a:gd name="connsiteY10" fmla="*/ 122283 h 270531"/>
                  <a:gd name="connsiteX11" fmla="*/ 135186 w 270532"/>
                  <a:gd name="connsiteY11" fmla="*/ 79046 h 270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0532" h="270531">
                    <a:moveTo>
                      <a:pt x="135186" y="270532"/>
                    </a:moveTo>
                    <a:cubicBezTo>
                      <a:pt x="60480" y="270488"/>
                      <a:pt x="-45" y="209891"/>
                      <a:pt x="0" y="135186"/>
                    </a:cubicBezTo>
                    <a:cubicBezTo>
                      <a:pt x="44" y="60481"/>
                      <a:pt x="60641" y="-44"/>
                      <a:pt x="135346" y="0"/>
                    </a:cubicBezTo>
                    <a:cubicBezTo>
                      <a:pt x="210052" y="44"/>
                      <a:pt x="270576" y="60641"/>
                      <a:pt x="270532" y="135346"/>
                    </a:cubicBezTo>
                    <a:cubicBezTo>
                      <a:pt x="270495" y="198124"/>
                      <a:pt x="227269" y="252626"/>
                      <a:pt x="166149" y="266959"/>
                    </a:cubicBezTo>
                    <a:cubicBezTo>
                      <a:pt x="156000" y="269336"/>
                      <a:pt x="145610" y="270535"/>
                      <a:pt x="135186" y="270532"/>
                    </a:cubicBezTo>
                    <a:close/>
                    <a:moveTo>
                      <a:pt x="135186" y="79046"/>
                    </a:moveTo>
                    <a:cubicBezTo>
                      <a:pt x="130842" y="79048"/>
                      <a:pt x="126514" y="79547"/>
                      <a:pt x="122284" y="80534"/>
                    </a:cubicBezTo>
                    <a:cubicBezTo>
                      <a:pt x="92139" y="87623"/>
                      <a:pt x="73448" y="117806"/>
                      <a:pt x="80536" y="147952"/>
                    </a:cubicBezTo>
                    <a:cubicBezTo>
                      <a:pt x="87625" y="178097"/>
                      <a:pt x="117808" y="196788"/>
                      <a:pt x="147954" y="189700"/>
                    </a:cubicBezTo>
                    <a:cubicBezTo>
                      <a:pt x="178099" y="182612"/>
                      <a:pt x="196790" y="152428"/>
                      <a:pt x="189702" y="122283"/>
                    </a:cubicBezTo>
                    <a:cubicBezTo>
                      <a:pt x="183751" y="96975"/>
                      <a:pt x="161184" y="79077"/>
                      <a:pt x="135186" y="7904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30" name="Picture Placeholder 35">
              <a:extLst>
                <a:ext uri="{FF2B5EF4-FFF2-40B4-BE49-F238E27FC236}">
                  <a16:creationId xmlns:a16="http://schemas.microsoft.com/office/drawing/2014/main" id="{9A2F9AE2-A3C0-445F-BAF3-40B8ADF4CAE6}"/>
                </a:ext>
              </a:extLst>
            </p:cNvPr>
            <p:cNvGrpSpPr/>
            <p:nvPr/>
          </p:nvGrpSpPr>
          <p:grpSpPr>
            <a:xfrm>
              <a:off x="2849046" y="1858436"/>
              <a:ext cx="385729" cy="399676"/>
              <a:chOff x="2849046" y="1858436"/>
              <a:chExt cx="385729" cy="399676"/>
            </a:xfrm>
            <a:solidFill>
              <a:srgbClr val="EE7684"/>
            </a:solidFill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CE8ED17-AF4C-FB4D-AF76-9A3FB751135E}"/>
                  </a:ext>
                </a:extLst>
              </p:cNvPr>
              <p:cNvSpPr/>
              <p:nvPr/>
            </p:nvSpPr>
            <p:spPr>
              <a:xfrm>
                <a:off x="2961764" y="1858436"/>
                <a:ext cx="98843" cy="149240"/>
              </a:xfrm>
              <a:custGeom>
                <a:avLst/>
                <a:gdLst>
                  <a:gd name="connsiteX0" fmla="*/ 59079 w 98843"/>
                  <a:gd name="connsiteY0" fmla="*/ 149240 h 149240"/>
                  <a:gd name="connsiteX1" fmla="*/ 20871 w 98843"/>
                  <a:gd name="connsiteY1" fmla="*/ 120162 h 149240"/>
                  <a:gd name="connsiteX2" fmla="*/ 1470 w 98843"/>
                  <a:gd name="connsiteY2" fmla="*/ 50396 h 149240"/>
                  <a:gd name="connsiteX3" fmla="*/ 29059 w 98843"/>
                  <a:gd name="connsiteY3" fmla="*/ 1470 h 149240"/>
                  <a:gd name="connsiteX4" fmla="*/ 77985 w 98843"/>
                  <a:gd name="connsiteY4" fmla="*/ 29059 h 149240"/>
                  <a:gd name="connsiteX5" fmla="*/ 97387 w 98843"/>
                  <a:gd name="connsiteY5" fmla="*/ 98925 h 149240"/>
                  <a:gd name="connsiteX6" fmla="*/ 69755 w 98843"/>
                  <a:gd name="connsiteY6" fmla="*/ 147791 h 149240"/>
                  <a:gd name="connsiteX7" fmla="*/ 59079 w 98843"/>
                  <a:gd name="connsiteY7" fmla="*/ 149240 h 14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843" h="149240">
                    <a:moveTo>
                      <a:pt x="59079" y="149240"/>
                    </a:moveTo>
                    <a:cubicBezTo>
                      <a:pt x="41261" y="149220"/>
                      <a:pt x="25638" y="137331"/>
                      <a:pt x="20871" y="120162"/>
                    </a:cubicBezTo>
                    <a:lnTo>
                      <a:pt x="1470" y="50396"/>
                    </a:lnTo>
                    <a:cubicBezTo>
                      <a:pt x="-4422" y="29267"/>
                      <a:pt x="7930" y="7362"/>
                      <a:pt x="29059" y="1470"/>
                    </a:cubicBezTo>
                    <a:cubicBezTo>
                      <a:pt x="50188" y="-4422"/>
                      <a:pt x="72093" y="7930"/>
                      <a:pt x="77985" y="29059"/>
                    </a:cubicBezTo>
                    <a:lnTo>
                      <a:pt x="97387" y="98925"/>
                    </a:lnTo>
                    <a:cubicBezTo>
                      <a:pt x="103251" y="120048"/>
                      <a:pt x="90880" y="141931"/>
                      <a:pt x="69755" y="147791"/>
                    </a:cubicBezTo>
                    <a:cubicBezTo>
                      <a:pt x="66279" y="148759"/>
                      <a:pt x="62687" y="149245"/>
                      <a:pt x="59079" y="14924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046E41EF-2126-6C41-9531-0032BA373F75}"/>
                  </a:ext>
                </a:extLst>
              </p:cNvPr>
              <p:cNvSpPr/>
              <p:nvPr/>
            </p:nvSpPr>
            <p:spPr>
              <a:xfrm>
                <a:off x="3050176" y="1875430"/>
                <a:ext cx="117761" cy="142566"/>
              </a:xfrm>
              <a:custGeom>
                <a:avLst/>
                <a:gdLst>
                  <a:gd name="connsiteX0" fmla="*/ 39788 w 117761"/>
                  <a:gd name="connsiteY0" fmla="*/ 142567 h 142566"/>
                  <a:gd name="connsiteX1" fmla="*/ 0 w 117761"/>
                  <a:gd name="connsiteY1" fmla="*/ 102964 h 142566"/>
                  <a:gd name="connsiteX2" fmla="*/ 5699 w 117761"/>
                  <a:gd name="connsiteY2" fmla="*/ 82377 h 142566"/>
                  <a:gd name="connsiteX3" fmla="*/ 43510 w 117761"/>
                  <a:gd name="connsiteY3" fmla="*/ 20152 h 142566"/>
                  <a:gd name="connsiteX4" fmla="*/ 97610 w 117761"/>
                  <a:gd name="connsiteY4" fmla="*/ 5155 h 142566"/>
                  <a:gd name="connsiteX5" fmla="*/ 112606 w 117761"/>
                  <a:gd name="connsiteY5" fmla="*/ 59253 h 142566"/>
                  <a:gd name="connsiteX6" fmla="*/ 111342 w 117761"/>
                  <a:gd name="connsiteY6" fmla="*/ 61337 h 142566"/>
                  <a:gd name="connsiteX7" fmla="*/ 73531 w 117761"/>
                  <a:gd name="connsiteY7" fmla="*/ 123562 h 142566"/>
                  <a:gd name="connsiteX8" fmla="*/ 39788 w 117761"/>
                  <a:gd name="connsiteY8" fmla="*/ 142567 h 14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761" h="142566">
                    <a:moveTo>
                      <a:pt x="39788" y="142567"/>
                    </a:moveTo>
                    <a:cubicBezTo>
                      <a:pt x="17865" y="142616"/>
                      <a:pt x="51" y="124887"/>
                      <a:pt x="0" y="102964"/>
                    </a:cubicBezTo>
                    <a:cubicBezTo>
                      <a:pt x="-17" y="95710"/>
                      <a:pt x="1954" y="88589"/>
                      <a:pt x="5699" y="82377"/>
                    </a:cubicBezTo>
                    <a:lnTo>
                      <a:pt x="43510" y="20152"/>
                    </a:lnTo>
                    <a:cubicBezTo>
                      <a:pt x="54308" y="1072"/>
                      <a:pt x="78529" y="-5642"/>
                      <a:pt x="97610" y="5155"/>
                    </a:cubicBezTo>
                    <a:cubicBezTo>
                      <a:pt x="116690" y="15953"/>
                      <a:pt x="123404" y="40174"/>
                      <a:pt x="112606" y="59253"/>
                    </a:cubicBezTo>
                    <a:cubicBezTo>
                      <a:pt x="112206" y="59963"/>
                      <a:pt x="111784" y="60658"/>
                      <a:pt x="111342" y="61337"/>
                    </a:cubicBezTo>
                    <a:lnTo>
                      <a:pt x="73531" y="123562"/>
                    </a:lnTo>
                    <a:cubicBezTo>
                      <a:pt x="66346" y="135327"/>
                      <a:pt x="53573" y="142522"/>
                      <a:pt x="39788" y="14256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B24B0F37-9093-2943-B65E-B50A7F15BB33}"/>
                  </a:ext>
                </a:extLst>
              </p:cNvPr>
              <p:cNvSpPr/>
              <p:nvPr/>
            </p:nvSpPr>
            <p:spPr>
              <a:xfrm>
                <a:off x="3102228" y="1984822"/>
                <a:ext cx="132547" cy="90139"/>
              </a:xfrm>
              <a:custGeom>
                <a:avLst/>
                <a:gdLst>
                  <a:gd name="connsiteX0" fmla="*/ 39888 w 132547"/>
                  <a:gd name="connsiteY0" fmla="*/ 90139 h 90139"/>
                  <a:gd name="connsiteX1" fmla="*/ 0 w 132547"/>
                  <a:gd name="connsiteY1" fmla="*/ 50636 h 90139"/>
                  <a:gd name="connsiteX2" fmla="*/ 32048 w 132547"/>
                  <a:gd name="connsiteY2" fmla="*/ 11490 h 90139"/>
                  <a:gd name="connsiteX3" fmla="*/ 85341 w 132547"/>
                  <a:gd name="connsiteY3" fmla="*/ 723 h 90139"/>
                  <a:gd name="connsiteX4" fmla="*/ 131825 w 132547"/>
                  <a:gd name="connsiteY4" fmla="*/ 32202 h 90139"/>
                  <a:gd name="connsiteX5" fmla="*/ 101120 w 132547"/>
                  <a:gd name="connsiteY5" fmla="*/ 78528 h 90139"/>
                  <a:gd name="connsiteX6" fmla="*/ 47927 w 132547"/>
                  <a:gd name="connsiteY6" fmla="*/ 89345 h 90139"/>
                  <a:gd name="connsiteX7" fmla="*/ 39888 w 132547"/>
                  <a:gd name="connsiteY7" fmla="*/ 90139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47" h="90139">
                    <a:moveTo>
                      <a:pt x="39888" y="90139"/>
                    </a:moveTo>
                    <a:cubicBezTo>
                      <a:pt x="17965" y="90243"/>
                      <a:pt x="106" y="72559"/>
                      <a:pt x="0" y="50636"/>
                    </a:cubicBezTo>
                    <a:cubicBezTo>
                      <a:pt x="-91" y="31587"/>
                      <a:pt x="13358" y="15162"/>
                      <a:pt x="32048" y="11490"/>
                    </a:cubicBezTo>
                    <a:lnTo>
                      <a:pt x="85341" y="723"/>
                    </a:lnTo>
                    <a:cubicBezTo>
                      <a:pt x="106869" y="-3421"/>
                      <a:pt x="127681" y="10672"/>
                      <a:pt x="131825" y="32202"/>
                    </a:cubicBezTo>
                    <a:cubicBezTo>
                      <a:pt x="135912" y="53425"/>
                      <a:pt x="122262" y="74022"/>
                      <a:pt x="101120" y="78528"/>
                    </a:cubicBezTo>
                    <a:lnTo>
                      <a:pt x="47927" y="89345"/>
                    </a:lnTo>
                    <a:cubicBezTo>
                      <a:pt x="45278" y="89861"/>
                      <a:pt x="42586" y="90129"/>
                      <a:pt x="39888" y="9013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1EBAF964-BA8A-B846-8A7B-C8A4BCDFF3D9}"/>
                  </a:ext>
                </a:extLst>
              </p:cNvPr>
              <p:cNvSpPr/>
              <p:nvPr/>
            </p:nvSpPr>
            <p:spPr>
              <a:xfrm>
                <a:off x="3086851" y="2068349"/>
                <a:ext cx="134800" cy="113048"/>
              </a:xfrm>
              <a:custGeom>
                <a:avLst/>
                <a:gdLst>
                  <a:gd name="connsiteX0" fmla="*/ 95061 w 134800"/>
                  <a:gd name="connsiteY0" fmla="*/ 113049 h 113048"/>
                  <a:gd name="connsiteX1" fmla="*/ 74567 w 134800"/>
                  <a:gd name="connsiteY1" fmla="*/ 107342 h 113048"/>
                  <a:gd name="connsiteX2" fmla="*/ 19191 w 134800"/>
                  <a:gd name="connsiteY2" fmla="*/ 73700 h 113048"/>
                  <a:gd name="connsiteX3" fmla="*/ 5719 w 134800"/>
                  <a:gd name="connsiteY3" fmla="*/ 19191 h 113048"/>
                  <a:gd name="connsiteX4" fmla="*/ 60227 w 134800"/>
                  <a:gd name="connsiteY4" fmla="*/ 5719 h 113048"/>
                  <a:gd name="connsiteX5" fmla="*/ 115604 w 134800"/>
                  <a:gd name="connsiteY5" fmla="*/ 39163 h 113048"/>
                  <a:gd name="connsiteX6" fmla="*/ 129088 w 134800"/>
                  <a:gd name="connsiteY6" fmla="*/ 93657 h 113048"/>
                  <a:gd name="connsiteX7" fmla="*/ 95061 w 134800"/>
                  <a:gd name="connsiteY7" fmla="*/ 112850 h 113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800" h="113048">
                    <a:moveTo>
                      <a:pt x="95061" y="113049"/>
                    </a:moveTo>
                    <a:cubicBezTo>
                      <a:pt x="87838" y="113049"/>
                      <a:pt x="80752" y="111074"/>
                      <a:pt x="74567" y="107342"/>
                    </a:cubicBezTo>
                    <a:lnTo>
                      <a:pt x="19191" y="73700"/>
                    </a:lnTo>
                    <a:cubicBezTo>
                      <a:pt x="419" y="62366"/>
                      <a:pt x="-5613" y="37963"/>
                      <a:pt x="5719" y="19191"/>
                    </a:cubicBezTo>
                    <a:cubicBezTo>
                      <a:pt x="17051" y="420"/>
                      <a:pt x="41455" y="-5614"/>
                      <a:pt x="60227" y="5719"/>
                    </a:cubicBezTo>
                    <a:lnTo>
                      <a:pt x="115604" y="39163"/>
                    </a:lnTo>
                    <a:cubicBezTo>
                      <a:pt x="134376" y="50487"/>
                      <a:pt x="140413" y="74885"/>
                      <a:pt x="129088" y="93657"/>
                    </a:cubicBezTo>
                    <a:cubicBezTo>
                      <a:pt x="121896" y="105581"/>
                      <a:pt x="108984" y="112865"/>
                      <a:pt x="95061" y="11285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F7EAB5E-FFA3-4A47-AA5D-538985A69231}"/>
                  </a:ext>
                </a:extLst>
              </p:cNvPr>
              <p:cNvSpPr/>
              <p:nvPr/>
            </p:nvSpPr>
            <p:spPr>
              <a:xfrm>
                <a:off x="3021088" y="2125403"/>
                <a:ext cx="92271" cy="132709"/>
              </a:xfrm>
              <a:custGeom>
                <a:avLst/>
                <a:gdLst>
                  <a:gd name="connsiteX0" fmla="*/ 52551 w 92271"/>
                  <a:gd name="connsiteY0" fmla="*/ 132709 h 132709"/>
                  <a:gd name="connsiteX1" fmla="*/ 13996 w 92271"/>
                  <a:gd name="connsiteY1" fmla="*/ 102291 h 132709"/>
                  <a:gd name="connsiteX2" fmla="*/ 1392 w 92271"/>
                  <a:gd name="connsiteY2" fmla="*/ 50090 h 132709"/>
                  <a:gd name="connsiteX3" fmla="*/ 29322 w 92271"/>
                  <a:gd name="connsiteY3" fmla="*/ 1393 h 132709"/>
                  <a:gd name="connsiteX4" fmla="*/ 78021 w 92271"/>
                  <a:gd name="connsiteY4" fmla="*/ 29324 h 132709"/>
                  <a:gd name="connsiteX5" fmla="*/ 78552 w 92271"/>
                  <a:gd name="connsiteY5" fmla="*/ 31532 h 132709"/>
                  <a:gd name="connsiteX6" fmla="*/ 91156 w 92271"/>
                  <a:gd name="connsiteY6" fmla="*/ 83783 h 132709"/>
                  <a:gd name="connsiteX7" fmla="*/ 61930 w 92271"/>
                  <a:gd name="connsiteY7" fmla="*/ 131667 h 132709"/>
                  <a:gd name="connsiteX8" fmla="*/ 52551 w 92271"/>
                  <a:gd name="connsiteY8" fmla="*/ 132709 h 13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271" h="132709">
                    <a:moveTo>
                      <a:pt x="52551" y="132709"/>
                    </a:moveTo>
                    <a:cubicBezTo>
                      <a:pt x="34217" y="132689"/>
                      <a:pt x="18282" y="120115"/>
                      <a:pt x="13996" y="102291"/>
                    </a:cubicBezTo>
                    <a:lnTo>
                      <a:pt x="1392" y="50090"/>
                    </a:lnTo>
                    <a:cubicBezTo>
                      <a:pt x="-4343" y="28932"/>
                      <a:pt x="8162" y="7129"/>
                      <a:pt x="29322" y="1393"/>
                    </a:cubicBezTo>
                    <a:cubicBezTo>
                      <a:pt x="50483" y="-4343"/>
                      <a:pt x="72286" y="8161"/>
                      <a:pt x="78021" y="29324"/>
                    </a:cubicBezTo>
                    <a:cubicBezTo>
                      <a:pt x="78219" y="30054"/>
                      <a:pt x="78396" y="30793"/>
                      <a:pt x="78552" y="31532"/>
                    </a:cubicBezTo>
                    <a:lnTo>
                      <a:pt x="91156" y="83783"/>
                    </a:lnTo>
                    <a:cubicBezTo>
                      <a:pt x="96291" y="105075"/>
                      <a:pt x="83213" y="126501"/>
                      <a:pt x="61930" y="131667"/>
                    </a:cubicBezTo>
                    <a:cubicBezTo>
                      <a:pt x="58854" y="132371"/>
                      <a:pt x="55707" y="132724"/>
                      <a:pt x="52551" y="13270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F0E46A1E-9C49-AD42-9643-B2EEEDAFAB82}"/>
                  </a:ext>
                </a:extLst>
              </p:cNvPr>
              <p:cNvSpPr/>
              <p:nvPr/>
            </p:nvSpPr>
            <p:spPr>
              <a:xfrm>
                <a:off x="2916779" y="2106644"/>
                <a:ext cx="110911" cy="133405"/>
              </a:xfrm>
              <a:custGeom>
                <a:avLst/>
                <a:gdLst>
                  <a:gd name="connsiteX0" fmla="*/ 39557 w 110911"/>
                  <a:gd name="connsiteY0" fmla="*/ 133405 h 133405"/>
                  <a:gd name="connsiteX1" fmla="*/ 0 w 110911"/>
                  <a:gd name="connsiteY1" fmla="*/ 93570 h 133405"/>
                  <a:gd name="connsiteX2" fmla="*/ 5319 w 110911"/>
                  <a:gd name="connsiteY2" fmla="*/ 73861 h 133405"/>
                  <a:gd name="connsiteX3" fmla="*/ 36877 w 110911"/>
                  <a:gd name="connsiteY3" fmla="*/ 19724 h 133405"/>
                  <a:gd name="connsiteX4" fmla="*/ 91187 w 110911"/>
                  <a:gd name="connsiteY4" fmla="*/ 5409 h 133405"/>
                  <a:gd name="connsiteX5" fmla="*/ 105503 w 110911"/>
                  <a:gd name="connsiteY5" fmla="*/ 59719 h 133405"/>
                  <a:gd name="connsiteX6" fmla="*/ 73894 w 110911"/>
                  <a:gd name="connsiteY6" fmla="*/ 113855 h 133405"/>
                  <a:gd name="connsiteX7" fmla="*/ 39557 w 110911"/>
                  <a:gd name="connsiteY7" fmla="*/ 133405 h 13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911" h="133405">
                    <a:moveTo>
                      <a:pt x="39557" y="133405"/>
                    </a:moveTo>
                    <a:cubicBezTo>
                      <a:pt x="17633" y="133326"/>
                      <a:pt x="-77" y="115492"/>
                      <a:pt x="0" y="93570"/>
                    </a:cubicBezTo>
                    <a:cubicBezTo>
                      <a:pt x="25" y="86648"/>
                      <a:pt x="1858" y="79855"/>
                      <a:pt x="5319" y="73861"/>
                    </a:cubicBezTo>
                    <a:lnTo>
                      <a:pt x="36877" y="19724"/>
                    </a:lnTo>
                    <a:cubicBezTo>
                      <a:pt x="47921" y="774"/>
                      <a:pt x="72237" y="-5637"/>
                      <a:pt x="91187" y="5409"/>
                    </a:cubicBezTo>
                    <a:cubicBezTo>
                      <a:pt x="110138" y="16454"/>
                      <a:pt x="116547" y="40769"/>
                      <a:pt x="105503" y="59719"/>
                    </a:cubicBezTo>
                    <a:lnTo>
                      <a:pt x="73894" y="113855"/>
                    </a:lnTo>
                    <a:cubicBezTo>
                      <a:pt x="66735" y="126012"/>
                      <a:pt x="53664" y="133455"/>
                      <a:pt x="39557" y="13340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4B9BA8FF-D6D1-B14E-8EA6-7DD3CC023093}"/>
                  </a:ext>
                </a:extLst>
              </p:cNvPr>
              <p:cNvSpPr/>
              <p:nvPr/>
            </p:nvSpPr>
            <p:spPr>
              <a:xfrm>
                <a:off x="2849046" y="2041009"/>
                <a:ext cx="137948" cy="95283"/>
              </a:xfrm>
              <a:custGeom>
                <a:avLst/>
                <a:gdLst>
                  <a:gd name="connsiteX0" fmla="*/ 39657 w 137948"/>
                  <a:gd name="connsiteY0" fmla="*/ 95284 h 95283"/>
                  <a:gd name="connsiteX1" fmla="*/ 0 w 137948"/>
                  <a:gd name="connsiteY1" fmla="*/ 55548 h 95283"/>
                  <a:gd name="connsiteX2" fmla="*/ 29286 w 137948"/>
                  <a:gd name="connsiteY2" fmla="*/ 17280 h 95283"/>
                  <a:gd name="connsiteX3" fmla="*/ 88384 w 137948"/>
                  <a:gd name="connsiteY3" fmla="*/ 1253 h 95283"/>
                  <a:gd name="connsiteX4" fmla="*/ 136696 w 137948"/>
                  <a:gd name="connsiteY4" fmla="*/ 29849 h 95283"/>
                  <a:gd name="connsiteX5" fmla="*/ 109176 w 137948"/>
                  <a:gd name="connsiteY5" fmla="*/ 77867 h 95283"/>
                  <a:gd name="connsiteX6" fmla="*/ 50077 w 137948"/>
                  <a:gd name="connsiteY6" fmla="*/ 93894 h 95283"/>
                  <a:gd name="connsiteX7" fmla="*/ 39657 w 137948"/>
                  <a:gd name="connsiteY7" fmla="*/ 95284 h 95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7948" h="95283">
                    <a:moveTo>
                      <a:pt x="39657" y="95284"/>
                    </a:moveTo>
                    <a:cubicBezTo>
                      <a:pt x="17733" y="95264"/>
                      <a:pt x="-22" y="77470"/>
                      <a:pt x="0" y="55548"/>
                    </a:cubicBezTo>
                    <a:cubicBezTo>
                      <a:pt x="18" y="37649"/>
                      <a:pt x="12013" y="21974"/>
                      <a:pt x="29286" y="17280"/>
                    </a:cubicBezTo>
                    <a:lnTo>
                      <a:pt x="88384" y="1253"/>
                    </a:lnTo>
                    <a:cubicBezTo>
                      <a:pt x="109622" y="-4191"/>
                      <a:pt x="131251" y="8611"/>
                      <a:pt x="136696" y="29849"/>
                    </a:cubicBezTo>
                    <a:cubicBezTo>
                      <a:pt x="142033" y="50665"/>
                      <a:pt x="129835" y="71947"/>
                      <a:pt x="109176" y="77867"/>
                    </a:cubicBezTo>
                    <a:lnTo>
                      <a:pt x="50077" y="93894"/>
                    </a:lnTo>
                    <a:cubicBezTo>
                      <a:pt x="46681" y="94817"/>
                      <a:pt x="43177" y="95284"/>
                      <a:pt x="39657" y="9528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3CB3E7D8-4050-7646-9C4C-0ABCCF151895}"/>
                  </a:ext>
                </a:extLst>
              </p:cNvPr>
              <p:cNvSpPr/>
              <p:nvPr/>
            </p:nvSpPr>
            <p:spPr>
              <a:xfrm>
                <a:off x="2861581" y="1929963"/>
                <a:ext cx="137028" cy="116963"/>
              </a:xfrm>
              <a:custGeom>
                <a:avLst/>
                <a:gdLst>
                  <a:gd name="connsiteX0" fmla="*/ 97335 w 137028"/>
                  <a:gd name="connsiteY0" fmla="*/ 116963 h 116963"/>
                  <a:gd name="connsiteX1" fmla="*/ 75700 w 137028"/>
                  <a:gd name="connsiteY1" fmla="*/ 110512 h 116963"/>
                  <a:gd name="connsiteX2" fmla="*/ 19034 w 137028"/>
                  <a:gd name="connsiteY2" fmla="*/ 73595 h 116963"/>
                  <a:gd name="connsiteX3" fmla="*/ 5811 w 137028"/>
                  <a:gd name="connsiteY3" fmla="*/ 19037 h 116963"/>
                  <a:gd name="connsiteX4" fmla="*/ 60371 w 137028"/>
                  <a:gd name="connsiteY4" fmla="*/ 5813 h 116963"/>
                  <a:gd name="connsiteX5" fmla="*/ 62352 w 137028"/>
                  <a:gd name="connsiteY5" fmla="*/ 7103 h 116963"/>
                  <a:gd name="connsiteX6" fmla="*/ 119019 w 137028"/>
                  <a:gd name="connsiteY6" fmla="*/ 44021 h 116963"/>
                  <a:gd name="connsiteX7" fmla="*/ 130574 w 137028"/>
                  <a:gd name="connsiteY7" fmla="*/ 98956 h 116963"/>
                  <a:gd name="connsiteX8" fmla="*/ 97335 w 137028"/>
                  <a:gd name="connsiteY8" fmla="*/ 116963 h 116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28" h="116963">
                    <a:moveTo>
                      <a:pt x="97335" y="116963"/>
                    </a:moveTo>
                    <a:cubicBezTo>
                      <a:pt x="89648" y="116973"/>
                      <a:pt x="82127" y="114730"/>
                      <a:pt x="75700" y="110512"/>
                    </a:cubicBezTo>
                    <a:lnTo>
                      <a:pt x="19034" y="73595"/>
                    </a:lnTo>
                    <a:cubicBezTo>
                      <a:pt x="316" y="62182"/>
                      <a:pt x="-5604" y="37754"/>
                      <a:pt x="5811" y="19037"/>
                    </a:cubicBezTo>
                    <a:cubicBezTo>
                      <a:pt x="17226" y="315"/>
                      <a:pt x="41654" y="-5605"/>
                      <a:pt x="60371" y="5813"/>
                    </a:cubicBezTo>
                    <a:cubicBezTo>
                      <a:pt x="61044" y="6225"/>
                      <a:pt x="61705" y="6651"/>
                      <a:pt x="62352" y="7103"/>
                    </a:cubicBezTo>
                    <a:lnTo>
                      <a:pt x="119019" y="44021"/>
                    </a:lnTo>
                    <a:cubicBezTo>
                      <a:pt x="137380" y="55999"/>
                      <a:pt x="142553" y="80596"/>
                      <a:pt x="130574" y="98956"/>
                    </a:cubicBezTo>
                    <a:cubicBezTo>
                      <a:pt x="123246" y="110190"/>
                      <a:pt x="110745" y="116958"/>
                      <a:pt x="97335" y="11696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7D75BB51-AB44-4B4E-BC17-A3A086490FBC}"/>
                  </a:ext>
                </a:extLst>
              </p:cNvPr>
              <p:cNvSpPr/>
              <p:nvPr/>
            </p:nvSpPr>
            <p:spPr>
              <a:xfrm>
                <a:off x="2906936" y="1925306"/>
                <a:ext cx="271326" cy="271325"/>
              </a:xfrm>
              <a:custGeom>
                <a:avLst/>
                <a:gdLst>
                  <a:gd name="connsiteX0" fmla="*/ 135592 w 271326"/>
                  <a:gd name="connsiteY0" fmla="*/ 271326 h 271325"/>
                  <a:gd name="connsiteX1" fmla="*/ 0 w 271326"/>
                  <a:gd name="connsiteY1" fmla="*/ 135593 h 271325"/>
                  <a:gd name="connsiteX2" fmla="*/ 135734 w 271326"/>
                  <a:gd name="connsiteY2" fmla="*/ 0 h 271325"/>
                  <a:gd name="connsiteX3" fmla="*/ 271326 w 271326"/>
                  <a:gd name="connsiteY3" fmla="*/ 135732 h 271325"/>
                  <a:gd name="connsiteX4" fmla="*/ 166803 w 271326"/>
                  <a:gd name="connsiteY4" fmla="*/ 267704 h 271325"/>
                  <a:gd name="connsiteX5" fmla="*/ 135592 w 271326"/>
                  <a:gd name="connsiteY5" fmla="*/ 271326 h 271325"/>
                  <a:gd name="connsiteX6" fmla="*/ 135592 w 271326"/>
                  <a:gd name="connsiteY6" fmla="*/ 79790 h 271325"/>
                  <a:gd name="connsiteX7" fmla="*/ 122790 w 271326"/>
                  <a:gd name="connsiteY7" fmla="*/ 81279 h 271325"/>
                  <a:gd name="connsiteX8" fmla="*/ 81085 w 271326"/>
                  <a:gd name="connsiteY8" fmla="*/ 148639 h 271325"/>
                  <a:gd name="connsiteX9" fmla="*/ 148447 w 271326"/>
                  <a:gd name="connsiteY9" fmla="*/ 190345 h 271325"/>
                  <a:gd name="connsiteX10" fmla="*/ 190151 w 271326"/>
                  <a:gd name="connsiteY10" fmla="*/ 122985 h 271325"/>
                  <a:gd name="connsiteX11" fmla="*/ 135592 w 271326"/>
                  <a:gd name="connsiteY11" fmla="*/ 79790 h 27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1326" h="271325">
                    <a:moveTo>
                      <a:pt x="135592" y="271326"/>
                    </a:moveTo>
                    <a:cubicBezTo>
                      <a:pt x="60667" y="271286"/>
                      <a:pt x="-40" y="210516"/>
                      <a:pt x="0" y="135593"/>
                    </a:cubicBezTo>
                    <a:cubicBezTo>
                      <a:pt x="39" y="60666"/>
                      <a:pt x="60810" y="-40"/>
                      <a:pt x="135734" y="0"/>
                    </a:cubicBezTo>
                    <a:cubicBezTo>
                      <a:pt x="210659" y="40"/>
                      <a:pt x="271365" y="60810"/>
                      <a:pt x="271326" y="135732"/>
                    </a:cubicBezTo>
                    <a:cubicBezTo>
                      <a:pt x="271293" y="198637"/>
                      <a:pt x="228026" y="253264"/>
                      <a:pt x="166803" y="267704"/>
                    </a:cubicBezTo>
                    <a:cubicBezTo>
                      <a:pt x="156573" y="270105"/>
                      <a:pt x="146100" y="271321"/>
                      <a:pt x="135592" y="271326"/>
                    </a:cubicBezTo>
                    <a:close/>
                    <a:moveTo>
                      <a:pt x="135592" y="79790"/>
                    </a:moveTo>
                    <a:cubicBezTo>
                      <a:pt x="131282" y="79800"/>
                      <a:pt x="126986" y="80296"/>
                      <a:pt x="122790" y="81279"/>
                    </a:cubicBezTo>
                    <a:cubicBezTo>
                      <a:pt x="92672" y="88365"/>
                      <a:pt x="74000" y="118524"/>
                      <a:pt x="81085" y="148639"/>
                    </a:cubicBezTo>
                    <a:cubicBezTo>
                      <a:pt x="88170" y="178759"/>
                      <a:pt x="118329" y="197431"/>
                      <a:pt x="148447" y="190345"/>
                    </a:cubicBezTo>
                    <a:cubicBezTo>
                      <a:pt x="178565" y="183259"/>
                      <a:pt x="197237" y="153100"/>
                      <a:pt x="190151" y="122985"/>
                    </a:cubicBezTo>
                    <a:cubicBezTo>
                      <a:pt x="184196" y="97668"/>
                      <a:pt x="161599" y="79780"/>
                      <a:pt x="135592" y="7979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47" name="Picture Placeholder 37">
            <a:extLst>
              <a:ext uri="{FF2B5EF4-FFF2-40B4-BE49-F238E27FC236}">
                <a16:creationId xmlns:a16="http://schemas.microsoft.com/office/drawing/2014/main" id="{8F2FA124-9F25-4588-9C61-0FFA5B32CF13}"/>
              </a:ext>
            </a:extLst>
          </p:cNvPr>
          <p:cNvGrpSpPr>
            <a:grpSpLocks noChangeAspect="1"/>
          </p:cNvGrpSpPr>
          <p:nvPr/>
        </p:nvGrpSpPr>
        <p:grpSpPr>
          <a:xfrm>
            <a:off x="4169393" y="1444481"/>
            <a:ext cx="750166" cy="784999"/>
            <a:chOff x="4169393" y="1444481"/>
            <a:chExt cx="750166" cy="784999"/>
          </a:xfrm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B730A91-F7E6-CD43-B48E-268EED4AC523}"/>
                </a:ext>
              </a:extLst>
            </p:cNvPr>
            <p:cNvSpPr/>
            <p:nvPr/>
          </p:nvSpPr>
          <p:spPr>
            <a:xfrm>
              <a:off x="4258330" y="1898064"/>
              <a:ext cx="574819" cy="331416"/>
            </a:xfrm>
            <a:custGeom>
              <a:avLst/>
              <a:gdLst>
                <a:gd name="connsiteX0" fmla="*/ 287336 w 574819"/>
                <a:gd name="connsiteY0" fmla="*/ 331417 h 331416"/>
                <a:gd name="connsiteX1" fmla="*/ 32 w 574819"/>
                <a:gd name="connsiteY1" fmla="*/ 41284 h 331416"/>
                <a:gd name="connsiteX2" fmla="*/ 38109 w 574819"/>
                <a:gd name="connsiteY2" fmla="*/ 32 h 331416"/>
                <a:gd name="connsiteX3" fmla="*/ 39729 w 574819"/>
                <a:gd name="connsiteY3" fmla="*/ 0 h 331416"/>
                <a:gd name="connsiteX4" fmla="*/ 535093 w 574819"/>
                <a:gd name="connsiteY4" fmla="*/ 0 h 331416"/>
                <a:gd name="connsiteX5" fmla="*/ 574819 w 574819"/>
                <a:gd name="connsiteY5" fmla="*/ 39667 h 331416"/>
                <a:gd name="connsiteX6" fmla="*/ 574789 w 574819"/>
                <a:gd name="connsiteY6" fmla="*/ 41284 h 331416"/>
                <a:gd name="connsiteX7" fmla="*/ 287336 w 574819"/>
                <a:gd name="connsiteY7" fmla="*/ 331417 h 331416"/>
                <a:gd name="connsiteX8" fmla="*/ 83891 w 574819"/>
                <a:gd name="connsiteY8" fmla="*/ 79393 h 331416"/>
                <a:gd name="connsiteX9" fmla="*/ 287336 w 574819"/>
                <a:gd name="connsiteY9" fmla="*/ 252023 h 331416"/>
                <a:gd name="connsiteX10" fmla="*/ 490782 w 574819"/>
                <a:gd name="connsiteY10" fmla="*/ 79393 h 33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4819" h="331416">
                  <a:moveTo>
                    <a:pt x="287336" y="331417"/>
                  </a:moveTo>
                  <a:cubicBezTo>
                    <a:pt x="124829" y="331417"/>
                    <a:pt x="6682" y="212327"/>
                    <a:pt x="32" y="41284"/>
                  </a:cubicBezTo>
                  <a:cubicBezTo>
                    <a:pt x="-844" y="19377"/>
                    <a:pt x="16203" y="908"/>
                    <a:pt x="38109" y="32"/>
                  </a:cubicBezTo>
                  <a:cubicBezTo>
                    <a:pt x="38649" y="10"/>
                    <a:pt x="39189" y="0"/>
                    <a:pt x="39729" y="0"/>
                  </a:cubicBezTo>
                  <a:lnTo>
                    <a:pt x="535093" y="0"/>
                  </a:lnTo>
                  <a:cubicBezTo>
                    <a:pt x="557015" y="-17"/>
                    <a:pt x="574804" y="17739"/>
                    <a:pt x="574819" y="39667"/>
                  </a:cubicBezTo>
                  <a:cubicBezTo>
                    <a:pt x="574819" y="40203"/>
                    <a:pt x="574809" y="40744"/>
                    <a:pt x="574789" y="41284"/>
                  </a:cubicBezTo>
                  <a:cubicBezTo>
                    <a:pt x="568041" y="212128"/>
                    <a:pt x="449894" y="331417"/>
                    <a:pt x="287336" y="331417"/>
                  </a:cubicBezTo>
                  <a:close/>
                  <a:moveTo>
                    <a:pt x="83891" y="79393"/>
                  </a:moveTo>
                  <a:cubicBezTo>
                    <a:pt x="103442" y="184242"/>
                    <a:pt x="181247" y="252023"/>
                    <a:pt x="287336" y="252023"/>
                  </a:cubicBezTo>
                  <a:cubicBezTo>
                    <a:pt x="393426" y="252023"/>
                    <a:pt x="471281" y="184242"/>
                    <a:pt x="49078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E90C449-B3B5-1F47-8A8C-BC94BBB92FB7}"/>
                </a:ext>
              </a:extLst>
            </p:cNvPr>
            <p:cNvSpPr/>
            <p:nvPr/>
          </p:nvSpPr>
          <p:spPr>
            <a:xfrm>
              <a:off x="4169393" y="1444481"/>
              <a:ext cx="750166" cy="530693"/>
            </a:xfrm>
            <a:custGeom>
              <a:avLst/>
              <a:gdLst>
                <a:gd name="connsiteX0" fmla="*/ 39697 w 750166"/>
                <a:gd name="connsiteY0" fmla="*/ 530495 h 530693"/>
                <a:gd name="connsiteX1" fmla="*/ 0 w 750166"/>
                <a:gd name="connsiteY1" fmla="*/ 490798 h 530693"/>
                <a:gd name="connsiteX2" fmla="*/ 0 w 750166"/>
                <a:gd name="connsiteY2" fmla="*/ 474622 h 530693"/>
                <a:gd name="connsiteX3" fmla="*/ 62473 w 750166"/>
                <a:gd name="connsiteY3" fmla="*/ 333253 h 530693"/>
                <a:gd name="connsiteX4" fmla="*/ 245623 w 750166"/>
                <a:gd name="connsiteY4" fmla="*/ 71950 h 530693"/>
                <a:gd name="connsiteX5" fmla="*/ 276288 w 750166"/>
                <a:gd name="connsiteY5" fmla="*/ 59545 h 530693"/>
                <a:gd name="connsiteX6" fmla="*/ 276288 w 750166"/>
                <a:gd name="connsiteY6" fmla="*/ 39697 h 530693"/>
                <a:gd name="connsiteX7" fmla="*/ 315985 w 750166"/>
                <a:gd name="connsiteY7" fmla="*/ 0 h 530693"/>
                <a:gd name="connsiteX8" fmla="*/ 434380 w 750166"/>
                <a:gd name="connsiteY8" fmla="*/ 0 h 530693"/>
                <a:gd name="connsiteX9" fmla="*/ 474077 w 750166"/>
                <a:gd name="connsiteY9" fmla="*/ 39697 h 530693"/>
                <a:gd name="connsiteX10" fmla="*/ 474077 w 750166"/>
                <a:gd name="connsiteY10" fmla="*/ 60736 h 530693"/>
                <a:gd name="connsiteX11" fmla="*/ 500773 w 750166"/>
                <a:gd name="connsiteY11" fmla="*/ 70362 h 530693"/>
                <a:gd name="connsiteX12" fmla="*/ 501963 w 750166"/>
                <a:gd name="connsiteY12" fmla="*/ 70858 h 530693"/>
                <a:gd name="connsiteX13" fmla="*/ 502857 w 750166"/>
                <a:gd name="connsiteY13" fmla="*/ 71255 h 530693"/>
                <a:gd name="connsiteX14" fmla="*/ 504097 w 750166"/>
                <a:gd name="connsiteY14" fmla="*/ 71801 h 530693"/>
                <a:gd name="connsiteX15" fmla="*/ 687694 w 750166"/>
                <a:gd name="connsiteY15" fmla="*/ 338661 h 530693"/>
                <a:gd name="connsiteX16" fmla="*/ 750166 w 750166"/>
                <a:gd name="connsiteY16" fmla="*/ 484744 h 530693"/>
                <a:gd name="connsiteX17" fmla="*/ 750166 w 750166"/>
                <a:gd name="connsiteY17" fmla="*/ 490997 h 530693"/>
                <a:gd name="connsiteX18" fmla="*/ 710470 w 750166"/>
                <a:gd name="connsiteY18" fmla="*/ 530693 h 530693"/>
                <a:gd name="connsiteX19" fmla="*/ 710668 w 750166"/>
                <a:gd name="connsiteY19" fmla="*/ 490798 h 530693"/>
                <a:gd name="connsiteX20" fmla="*/ 710668 w 750166"/>
                <a:gd name="connsiteY20" fmla="*/ 490798 h 530693"/>
                <a:gd name="connsiteX21" fmla="*/ 355681 w 750166"/>
                <a:gd name="connsiteY21" fmla="*/ 79195 h 530693"/>
                <a:gd name="connsiteX22" fmla="*/ 355681 w 750166"/>
                <a:gd name="connsiteY22" fmla="*/ 90012 h 530693"/>
                <a:gd name="connsiteX23" fmla="*/ 324073 w 750166"/>
                <a:gd name="connsiteY23" fmla="*/ 128915 h 530693"/>
                <a:gd name="connsiteX24" fmla="*/ 281697 w 750166"/>
                <a:gd name="connsiteY24" fmla="*/ 142659 h 530693"/>
                <a:gd name="connsiteX25" fmla="*/ 280754 w 750166"/>
                <a:gd name="connsiteY25" fmla="*/ 143156 h 530693"/>
                <a:gd name="connsiteX26" fmla="*/ 141320 w 750166"/>
                <a:gd name="connsiteY26" fmla="*/ 351563 h 530693"/>
                <a:gd name="connsiteX27" fmla="*/ 141320 w 750166"/>
                <a:gd name="connsiteY27" fmla="*/ 355185 h 530693"/>
                <a:gd name="connsiteX28" fmla="*/ 119636 w 750166"/>
                <a:gd name="connsiteY28" fmla="*/ 391110 h 530693"/>
                <a:gd name="connsiteX29" fmla="*/ 81428 w 750166"/>
                <a:gd name="connsiteY29" fmla="*/ 451102 h 530693"/>
                <a:gd name="connsiteX30" fmla="*/ 667449 w 750166"/>
                <a:gd name="connsiteY30" fmla="*/ 451102 h 530693"/>
                <a:gd name="connsiteX31" fmla="*/ 630977 w 750166"/>
                <a:gd name="connsiteY31" fmla="*/ 396072 h 530693"/>
                <a:gd name="connsiteX32" fmla="*/ 609045 w 750166"/>
                <a:gd name="connsiteY32" fmla="*/ 360147 h 530693"/>
                <a:gd name="connsiteX33" fmla="*/ 609045 w 750166"/>
                <a:gd name="connsiteY33" fmla="*/ 356574 h 530693"/>
                <a:gd name="connsiteX34" fmla="*/ 470107 w 750166"/>
                <a:gd name="connsiteY34" fmla="*/ 143702 h 530693"/>
                <a:gd name="connsiteX35" fmla="*/ 425796 w 750166"/>
                <a:gd name="connsiteY35" fmla="*/ 130056 h 530693"/>
                <a:gd name="connsiteX36" fmla="*/ 394535 w 750166"/>
                <a:gd name="connsiteY36" fmla="*/ 91252 h 530693"/>
                <a:gd name="connsiteX37" fmla="*/ 394535 w 750166"/>
                <a:gd name="connsiteY37" fmla="*/ 79195 h 530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50166" h="530693">
                  <a:moveTo>
                    <a:pt x="39697" y="530495"/>
                  </a:moveTo>
                  <a:cubicBezTo>
                    <a:pt x="17773" y="530495"/>
                    <a:pt x="0" y="512721"/>
                    <a:pt x="0" y="490798"/>
                  </a:cubicBezTo>
                  <a:lnTo>
                    <a:pt x="0" y="474622"/>
                  </a:lnTo>
                  <a:cubicBezTo>
                    <a:pt x="0" y="413241"/>
                    <a:pt x="22478" y="363124"/>
                    <a:pt x="62473" y="333253"/>
                  </a:cubicBezTo>
                  <a:cubicBezTo>
                    <a:pt x="69568" y="224633"/>
                    <a:pt x="139831" y="123506"/>
                    <a:pt x="245623" y="71950"/>
                  </a:cubicBezTo>
                  <a:cubicBezTo>
                    <a:pt x="255501" y="67012"/>
                    <a:pt x="265755" y="62863"/>
                    <a:pt x="276288" y="59545"/>
                  </a:cubicBezTo>
                  <a:lnTo>
                    <a:pt x="276288" y="39697"/>
                  </a:lnTo>
                  <a:cubicBezTo>
                    <a:pt x="276288" y="17773"/>
                    <a:pt x="294061" y="0"/>
                    <a:pt x="315985" y="0"/>
                  </a:cubicBezTo>
                  <a:lnTo>
                    <a:pt x="434380" y="0"/>
                  </a:lnTo>
                  <a:cubicBezTo>
                    <a:pt x="456302" y="0"/>
                    <a:pt x="474077" y="17773"/>
                    <a:pt x="474077" y="39697"/>
                  </a:cubicBezTo>
                  <a:lnTo>
                    <a:pt x="474077" y="60736"/>
                  </a:lnTo>
                  <a:cubicBezTo>
                    <a:pt x="483058" y="63564"/>
                    <a:pt x="491990" y="66789"/>
                    <a:pt x="500773" y="70362"/>
                  </a:cubicBezTo>
                  <a:lnTo>
                    <a:pt x="501963" y="70858"/>
                  </a:lnTo>
                  <a:lnTo>
                    <a:pt x="502857" y="71255"/>
                  </a:lnTo>
                  <a:lnTo>
                    <a:pt x="504097" y="71801"/>
                  </a:lnTo>
                  <a:cubicBezTo>
                    <a:pt x="608747" y="122563"/>
                    <a:pt x="680797" y="228156"/>
                    <a:pt x="687694" y="338661"/>
                  </a:cubicBezTo>
                  <a:cubicBezTo>
                    <a:pt x="727390" y="369029"/>
                    <a:pt x="750166" y="421776"/>
                    <a:pt x="750166" y="484744"/>
                  </a:cubicBezTo>
                  <a:lnTo>
                    <a:pt x="750166" y="490997"/>
                  </a:lnTo>
                  <a:cubicBezTo>
                    <a:pt x="750166" y="512919"/>
                    <a:pt x="732392" y="530693"/>
                    <a:pt x="710470" y="530693"/>
                  </a:cubicBezTo>
                  <a:close/>
                  <a:moveTo>
                    <a:pt x="710668" y="490798"/>
                  </a:moveTo>
                  <a:lnTo>
                    <a:pt x="710668" y="490798"/>
                  </a:lnTo>
                  <a:close/>
                  <a:moveTo>
                    <a:pt x="355681" y="79195"/>
                  </a:moveTo>
                  <a:lnTo>
                    <a:pt x="355681" y="90012"/>
                  </a:lnTo>
                  <a:cubicBezTo>
                    <a:pt x="355700" y="108833"/>
                    <a:pt x="342499" y="125080"/>
                    <a:pt x="324073" y="128915"/>
                  </a:cubicBezTo>
                  <a:cubicBezTo>
                    <a:pt x="309421" y="131677"/>
                    <a:pt x="295181" y="136296"/>
                    <a:pt x="281697" y="142659"/>
                  </a:cubicBezTo>
                  <a:lnTo>
                    <a:pt x="280754" y="143156"/>
                  </a:lnTo>
                  <a:cubicBezTo>
                    <a:pt x="196052" y="184291"/>
                    <a:pt x="141320" y="266017"/>
                    <a:pt x="141320" y="351563"/>
                  </a:cubicBezTo>
                  <a:lnTo>
                    <a:pt x="141320" y="355185"/>
                  </a:lnTo>
                  <a:cubicBezTo>
                    <a:pt x="141529" y="370314"/>
                    <a:pt x="133120" y="384246"/>
                    <a:pt x="119636" y="391110"/>
                  </a:cubicBezTo>
                  <a:cubicBezTo>
                    <a:pt x="94825" y="403615"/>
                    <a:pt x="84901" y="429020"/>
                    <a:pt x="81428" y="451102"/>
                  </a:cubicBezTo>
                  <a:lnTo>
                    <a:pt x="667449" y="451102"/>
                  </a:lnTo>
                  <a:cubicBezTo>
                    <a:pt x="661593" y="424902"/>
                    <a:pt x="648692" y="404905"/>
                    <a:pt x="630977" y="396072"/>
                  </a:cubicBezTo>
                  <a:cubicBezTo>
                    <a:pt x="617396" y="389278"/>
                    <a:pt x="608881" y="375331"/>
                    <a:pt x="609045" y="360147"/>
                  </a:cubicBezTo>
                  <a:cubicBezTo>
                    <a:pt x="609045" y="358906"/>
                    <a:pt x="609045" y="357716"/>
                    <a:pt x="609045" y="356574"/>
                  </a:cubicBezTo>
                  <a:cubicBezTo>
                    <a:pt x="609045" y="269738"/>
                    <a:pt x="553271" y="184291"/>
                    <a:pt x="470107" y="143702"/>
                  </a:cubicBezTo>
                  <a:cubicBezTo>
                    <a:pt x="455747" y="137911"/>
                    <a:pt x="440925" y="133346"/>
                    <a:pt x="425796" y="130056"/>
                  </a:cubicBezTo>
                  <a:cubicBezTo>
                    <a:pt x="407544" y="126087"/>
                    <a:pt x="394528" y="109931"/>
                    <a:pt x="394535" y="91252"/>
                  </a:cubicBezTo>
                  <a:lnTo>
                    <a:pt x="394535" y="7919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7A72250-33D9-7544-B327-76370A3FBF7E}"/>
                </a:ext>
              </a:extLst>
            </p:cNvPr>
            <p:cNvSpPr/>
            <p:nvPr/>
          </p:nvSpPr>
          <p:spPr>
            <a:xfrm>
              <a:off x="4447815" y="1477132"/>
              <a:ext cx="79393" cy="184340"/>
            </a:xfrm>
            <a:custGeom>
              <a:avLst/>
              <a:gdLst>
                <a:gd name="connsiteX0" fmla="*/ 39697 w 79393"/>
                <a:gd name="connsiteY0" fmla="*/ 184341 h 184340"/>
                <a:gd name="connsiteX1" fmla="*/ 0 w 79393"/>
                <a:gd name="connsiteY1" fmla="*/ 144644 h 184340"/>
                <a:gd name="connsiteX2" fmla="*/ 0 w 79393"/>
                <a:gd name="connsiteY2" fmla="*/ 39697 h 184340"/>
                <a:gd name="connsiteX3" fmla="*/ 39697 w 79393"/>
                <a:gd name="connsiteY3" fmla="*/ 0 h 184340"/>
                <a:gd name="connsiteX4" fmla="*/ 79393 w 79393"/>
                <a:gd name="connsiteY4" fmla="*/ 39697 h 184340"/>
                <a:gd name="connsiteX5" fmla="*/ 79393 w 79393"/>
                <a:gd name="connsiteY5" fmla="*/ 144644 h 184340"/>
                <a:gd name="connsiteX6" fmla="*/ 39697 w 79393"/>
                <a:gd name="connsiteY6" fmla="*/ 184341 h 18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4340">
                  <a:moveTo>
                    <a:pt x="39697" y="184341"/>
                  </a:moveTo>
                  <a:cubicBezTo>
                    <a:pt x="17773" y="184341"/>
                    <a:pt x="0" y="166568"/>
                    <a:pt x="0" y="1446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4644"/>
                  </a:lnTo>
                  <a:cubicBezTo>
                    <a:pt x="79393" y="166568"/>
                    <a:pt x="61621" y="184341"/>
                    <a:pt x="39697" y="18434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1274DFD-C4EA-C24B-8BC5-14F74FC98C61}"/>
                </a:ext>
              </a:extLst>
            </p:cNvPr>
            <p:cNvSpPr/>
            <p:nvPr/>
          </p:nvSpPr>
          <p:spPr>
            <a:xfrm>
              <a:off x="4560503" y="1461551"/>
              <a:ext cx="79393" cy="199177"/>
            </a:xfrm>
            <a:custGeom>
              <a:avLst/>
              <a:gdLst>
                <a:gd name="connsiteX0" fmla="*/ 39697 w 79393"/>
                <a:gd name="connsiteY0" fmla="*/ 199177 h 199177"/>
                <a:gd name="connsiteX1" fmla="*/ 0 w 79393"/>
                <a:gd name="connsiteY1" fmla="*/ 159481 h 199177"/>
                <a:gd name="connsiteX2" fmla="*/ 0 w 79393"/>
                <a:gd name="connsiteY2" fmla="*/ 39697 h 199177"/>
                <a:gd name="connsiteX3" fmla="*/ 39697 w 79393"/>
                <a:gd name="connsiteY3" fmla="*/ 0 h 199177"/>
                <a:gd name="connsiteX4" fmla="*/ 79393 w 79393"/>
                <a:gd name="connsiteY4" fmla="*/ 39697 h 199177"/>
                <a:gd name="connsiteX5" fmla="*/ 79393 w 79393"/>
                <a:gd name="connsiteY5" fmla="*/ 159481 h 199177"/>
                <a:gd name="connsiteX6" fmla="*/ 39697 w 79393"/>
                <a:gd name="connsiteY6" fmla="*/ 199177 h 19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177">
                  <a:moveTo>
                    <a:pt x="39697" y="199177"/>
                  </a:moveTo>
                  <a:cubicBezTo>
                    <a:pt x="17773" y="199177"/>
                    <a:pt x="0" y="181405"/>
                    <a:pt x="0" y="15948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9481"/>
                  </a:lnTo>
                  <a:cubicBezTo>
                    <a:pt x="79393" y="181405"/>
                    <a:pt x="61619" y="199177"/>
                    <a:pt x="39697" y="1991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7" name="Picture Placeholder 39">
            <a:extLst>
              <a:ext uri="{FF2B5EF4-FFF2-40B4-BE49-F238E27FC236}">
                <a16:creationId xmlns:a16="http://schemas.microsoft.com/office/drawing/2014/main" id="{C2E89CF0-013E-42CC-9167-877650E4598F}"/>
              </a:ext>
            </a:extLst>
          </p:cNvPr>
          <p:cNvGrpSpPr>
            <a:grpSpLocks noChangeAspect="1"/>
          </p:cNvGrpSpPr>
          <p:nvPr/>
        </p:nvGrpSpPr>
        <p:grpSpPr>
          <a:xfrm>
            <a:off x="5522925" y="1417984"/>
            <a:ext cx="678315" cy="837795"/>
            <a:chOff x="5522925" y="1417984"/>
            <a:chExt cx="678315" cy="837795"/>
          </a:xfrm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048F250-DF89-4A4B-8636-B51B408929C8}"/>
                </a:ext>
              </a:extLst>
            </p:cNvPr>
            <p:cNvSpPr/>
            <p:nvPr/>
          </p:nvSpPr>
          <p:spPr>
            <a:xfrm>
              <a:off x="5527143" y="1417984"/>
              <a:ext cx="674097" cy="448769"/>
            </a:xfrm>
            <a:custGeom>
              <a:avLst/>
              <a:gdLst>
                <a:gd name="connsiteX0" fmla="*/ 39697 w 674097"/>
                <a:gd name="connsiteY0" fmla="*/ 448769 h 448769"/>
                <a:gd name="connsiteX1" fmla="*/ 0 w 674097"/>
                <a:gd name="connsiteY1" fmla="*/ 409073 h 448769"/>
                <a:gd name="connsiteX2" fmla="*/ 0 w 674097"/>
                <a:gd name="connsiteY2" fmla="*/ 394683 h 448769"/>
                <a:gd name="connsiteX3" fmla="*/ 55526 w 674097"/>
                <a:gd name="connsiteY3" fmla="*/ 267009 h 448769"/>
                <a:gd name="connsiteX4" fmla="*/ 220068 w 674097"/>
                <a:gd name="connsiteY4" fmla="*/ 64457 h 448769"/>
                <a:gd name="connsiteX5" fmla="*/ 244878 w 674097"/>
                <a:gd name="connsiteY5" fmla="*/ 54235 h 448769"/>
                <a:gd name="connsiteX6" fmla="*/ 244878 w 674097"/>
                <a:gd name="connsiteY6" fmla="*/ 39697 h 448769"/>
                <a:gd name="connsiteX7" fmla="*/ 284575 w 674097"/>
                <a:gd name="connsiteY7" fmla="*/ 0 h 448769"/>
                <a:gd name="connsiteX8" fmla="*/ 389424 w 674097"/>
                <a:gd name="connsiteY8" fmla="*/ 0 h 448769"/>
                <a:gd name="connsiteX9" fmla="*/ 429120 w 674097"/>
                <a:gd name="connsiteY9" fmla="*/ 39697 h 448769"/>
                <a:gd name="connsiteX10" fmla="*/ 429120 w 674097"/>
                <a:gd name="connsiteY10" fmla="*/ 55079 h 448769"/>
                <a:gd name="connsiteX11" fmla="*/ 450011 w 674097"/>
                <a:gd name="connsiteY11" fmla="*/ 62721 h 448769"/>
                <a:gd name="connsiteX12" fmla="*/ 451152 w 674097"/>
                <a:gd name="connsiteY12" fmla="*/ 63217 h 448769"/>
                <a:gd name="connsiteX13" fmla="*/ 451946 w 674097"/>
                <a:gd name="connsiteY13" fmla="*/ 63564 h 448769"/>
                <a:gd name="connsiteX14" fmla="*/ 453236 w 674097"/>
                <a:gd name="connsiteY14" fmla="*/ 64160 h 448769"/>
                <a:gd name="connsiteX15" fmla="*/ 618523 w 674097"/>
                <a:gd name="connsiteY15" fmla="*/ 271624 h 448769"/>
                <a:gd name="connsiteX16" fmla="*/ 674098 w 674097"/>
                <a:gd name="connsiteY16" fmla="*/ 403515 h 448769"/>
                <a:gd name="connsiteX17" fmla="*/ 674098 w 674097"/>
                <a:gd name="connsiteY17" fmla="*/ 409023 h 448769"/>
                <a:gd name="connsiteX18" fmla="*/ 634401 w 674097"/>
                <a:gd name="connsiteY18" fmla="*/ 448720 h 448769"/>
                <a:gd name="connsiteX19" fmla="*/ 634550 w 674097"/>
                <a:gd name="connsiteY19" fmla="*/ 409073 h 448769"/>
                <a:gd name="connsiteX20" fmla="*/ 634550 w 674097"/>
                <a:gd name="connsiteY20" fmla="*/ 409073 h 448769"/>
                <a:gd name="connsiteX21" fmla="*/ 324172 w 674097"/>
                <a:gd name="connsiteY21" fmla="*/ 79393 h 448769"/>
                <a:gd name="connsiteX22" fmla="*/ 324172 w 674097"/>
                <a:gd name="connsiteY22" fmla="*/ 84355 h 448769"/>
                <a:gd name="connsiteX23" fmla="*/ 292762 w 674097"/>
                <a:gd name="connsiteY23" fmla="*/ 123655 h 448769"/>
                <a:gd name="connsiteX24" fmla="*/ 256341 w 674097"/>
                <a:gd name="connsiteY24" fmla="*/ 135415 h 448769"/>
                <a:gd name="connsiteX25" fmla="*/ 255398 w 674097"/>
                <a:gd name="connsiteY25" fmla="*/ 135911 h 448769"/>
                <a:gd name="connsiteX26" fmla="*/ 133976 w 674097"/>
                <a:gd name="connsiteY26" fmla="*/ 285418 h 448769"/>
                <a:gd name="connsiteX27" fmla="*/ 133976 w 674097"/>
                <a:gd name="connsiteY27" fmla="*/ 288544 h 448769"/>
                <a:gd name="connsiteX28" fmla="*/ 112044 w 674097"/>
                <a:gd name="connsiteY28" fmla="*/ 324668 h 448769"/>
                <a:gd name="connsiteX29" fmla="*/ 81527 w 674097"/>
                <a:gd name="connsiteY29" fmla="*/ 369327 h 448769"/>
                <a:gd name="connsiteX30" fmla="*/ 590189 w 674097"/>
                <a:gd name="connsiteY30" fmla="*/ 369327 h 448769"/>
                <a:gd name="connsiteX31" fmla="*/ 561756 w 674097"/>
                <a:gd name="connsiteY31" fmla="*/ 329084 h 448769"/>
                <a:gd name="connsiteX32" fmla="*/ 539824 w 674097"/>
                <a:gd name="connsiteY32" fmla="*/ 292961 h 448769"/>
                <a:gd name="connsiteX33" fmla="*/ 539824 w 674097"/>
                <a:gd name="connsiteY33" fmla="*/ 289834 h 448769"/>
                <a:gd name="connsiteX34" fmla="*/ 419444 w 674097"/>
                <a:gd name="connsiteY34" fmla="*/ 136010 h 448769"/>
                <a:gd name="connsiteX35" fmla="*/ 381038 w 674097"/>
                <a:gd name="connsiteY35" fmla="*/ 124151 h 448769"/>
                <a:gd name="connsiteX36" fmla="*/ 349727 w 674097"/>
                <a:gd name="connsiteY36" fmla="*/ 85397 h 448769"/>
                <a:gd name="connsiteX37" fmla="*/ 349727 w 674097"/>
                <a:gd name="connsiteY37" fmla="*/ 79393 h 448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097" h="448769">
                  <a:moveTo>
                    <a:pt x="39697" y="448769"/>
                  </a:moveTo>
                  <a:cubicBezTo>
                    <a:pt x="17773" y="448769"/>
                    <a:pt x="0" y="430997"/>
                    <a:pt x="0" y="409073"/>
                  </a:cubicBezTo>
                  <a:lnTo>
                    <a:pt x="0" y="394683"/>
                  </a:lnTo>
                  <a:cubicBezTo>
                    <a:pt x="0" y="339654"/>
                    <a:pt x="19848" y="294449"/>
                    <a:pt x="55526" y="267009"/>
                  </a:cubicBezTo>
                  <a:cubicBezTo>
                    <a:pt x="64110" y="153427"/>
                    <a:pt x="152485" y="97306"/>
                    <a:pt x="220068" y="64457"/>
                  </a:cubicBezTo>
                  <a:cubicBezTo>
                    <a:pt x="228093" y="60482"/>
                    <a:pt x="236382" y="57067"/>
                    <a:pt x="244878" y="54235"/>
                  </a:cubicBezTo>
                  <a:lnTo>
                    <a:pt x="244878" y="39697"/>
                  </a:lnTo>
                  <a:cubicBezTo>
                    <a:pt x="244878" y="17773"/>
                    <a:pt x="262651" y="0"/>
                    <a:pt x="284575" y="0"/>
                  </a:cubicBezTo>
                  <a:lnTo>
                    <a:pt x="389424" y="0"/>
                  </a:lnTo>
                  <a:cubicBezTo>
                    <a:pt x="411346" y="0"/>
                    <a:pt x="429120" y="17773"/>
                    <a:pt x="429120" y="39697"/>
                  </a:cubicBezTo>
                  <a:lnTo>
                    <a:pt x="429120" y="55079"/>
                  </a:lnTo>
                  <a:cubicBezTo>
                    <a:pt x="436166" y="57362"/>
                    <a:pt x="443113" y="60041"/>
                    <a:pt x="450011" y="62721"/>
                  </a:cubicBezTo>
                  <a:lnTo>
                    <a:pt x="451152" y="63217"/>
                  </a:lnTo>
                  <a:lnTo>
                    <a:pt x="451946" y="63564"/>
                  </a:lnTo>
                  <a:lnTo>
                    <a:pt x="453236" y="64160"/>
                  </a:lnTo>
                  <a:cubicBezTo>
                    <a:pt x="556348" y="114128"/>
                    <a:pt x="612022" y="183894"/>
                    <a:pt x="618523" y="271624"/>
                  </a:cubicBezTo>
                  <a:cubicBezTo>
                    <a:pt x="653704" y="299610"/>
                    <a:pt x="674098" y="347047"/>
                    <a:pt x="674098" y="403515"/>
                  </a:cubicBezTo>
                  <a:lnTo>
                    <a:pt x="674098" y="409023"/>
                  </a:lnTo>
                  <a:cubicBezTo>
                    <a:pt x="674098" y="430947"/>
                    <a:pt x="656324" y="448720"/>
                    <a:pt x="634401" y="448720"/>
                  </a:cubicBezTo>
                  <a:close/>
                  <a:moveTo>
                    <a:pt x="634550" y="409073"/>
                  </a:moveTo>
                  <a:lnTo>
                    <a:pt x="634550" y="409073"/>
                  </a:lnTo>
                  <a:close/>
                  <a:moveTo>
                    <a:pt x="324172" y="79393"/>
                  </a:moveTo>
                  <a:lnTo>
                    <a:pt x="324172" y="84355"/>
                  </a:lnTo>
                  <a:cubicBezTo>
                    <a:pt x="324400" y="103264"/>
                    <a:pt x="311257" y="119708"/>
                    <a:pt x="292762" y="123655"/>
                  </a:cubicBezTo>
                  <a:cubicBezTo>
                    <a:pt x="280178" y="126037"/>
                    <a:pt x="267942" y="129988"/>
                    <a:pt x="256341" y="135415"/>
                  </a:cubicBezTo>
                  <a:lnTo>
                    <a:pt x="255398" y="135911"/>
                  </a:lnTo>
                  <a:cubicBezTo>
                    <a:pt x="170298" y="176898"/>
                    <a:pt x="133976" y="221656"/>
                    <a:pt x="133976" y="285418"/>
                  </a:cubicBezTo>
                  <a:lnTo>
                    <a:pt x="133976" y="288544"/>
                  </a:lnTo>
                  <a:cubicBezTo>
                    <a:pt x="134215" y="303800"/>
                    <a:pt x="125689" y="317842"/>
                    <a:pt x="112044" y="324668"/>
                  </a:cubicBezTo>
                  <a:cubicBezTo>
                    <a:pt x="93436" y="333947"/>
                    <a:pt x="85100" y="352208"/>
                    <a:pt x="81527" y="369327"/>
                  </a:cubicBezTo>
                  <a:lnTo>
                    <a:pt x="590189" y="369327"/>
                  </a:lnTo>
                  <a:cubicBezTo>
                    <a:pt x="584781" y="350223"/>
                    <a:pt x="574757" y="335585"/>
                    <a:pt x="561756" y="329084"/>
                  </a:cubicBezTo>
                  <a:cubicBezTo>
                    <a:pt x="548111" y="322259"/>
                    <a:pt x="539586" y="308216"/>
                    <a:pt x="539824" y="292961"/>
                  </a:cubicBezTo>
                  <a:lnTo>
                    <a:pt x="539824" y="289834"/>
                  </a:lnTo>
                  <a:cubicBezTo>
                    <a:pt x="539824" y="224881"/>
                    <a:pt x="501566" y="176005"/>
                    <a:pt x="419444" y="136010"/>
                  </a:cubicBezTo>
                  <a:cubicBezTo>
                    <a:pt x="406989" y="131010"/>
                    <a:pt x="394144" y="127043"/>
                    <a:pt x="381038" y="124151"/>
                  </a:cubicBezTo>
                  <a:cubicBezTo>
                    <a:pt x="362785" y="120206"/>
                    <a:pt x="349749" y="104072"/>
                    <a:pt x="349727" y="85397"/>
                  </a:cubicBezTo>
                  <a:lnTo>
                    <a:pt x="349727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2DD0AC2-7B97-F14C-8922-796F2507240F}"/>
                </a:ext>
              </a:extLst>
            </p:cNvPr>
            <p:cNvSpPr/>
            <p:nvPr/>
          </p:nvSpPr>
          <p:spPr>
            <a:xfrm>
              <a:off x="5773560" y="1467207"/>
              <a:ext cx="79393" cy="152385"/>
            </a:xfrm>
            <a:custGeom>
              <a:avLst/>
              <a:gdLst>
                <a:gd name="connsiteX0" fmla="*/ 39697 w 79393"/>
                <a:gd name="connsiteY0" fmla="*/ 152385 h 152385"/>
                <a:gd name="connsiteX1" fmla="*/ 0 w 79393"/>
                <a:gd name="connsiteY1" fmla="*/ 112689 h 152385"/>
                <a:gd name="connsiteX2" fmla="*/ 0 w 79393"/>
                <a:gd name="connsiteY2" fmla="*/ 39697 h 152385"/>
                <a:gd name="connsiteX3" fmla="*/ 39697 w 79393"/>
                <a:gd name="connsiteY3" fmla="*/ 0 h 152385"/>
                <a:gd name="connsiteX4" fmla="*/ 79393 w 79393"/>
                <a:gd name="connsiteY4" fmla="*/ 39697 h 152385"/>
                <a:gd name="connsiteX5" fmla="*/ 79393 w 79393"/>
                <a:gd name="connsiteY5" fmla="*/ 112689 h 152385"/>
                <a:gd name="connsiteX6" fmla="*/ 39697 w 79393"/>
                <a:gd name="connsiteY6" fmla="*/ 152385 h 1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2385">
                  <a:moveTo>
                    <a:pt x="39697" y="152385"/>
                  </a:moveTo>
                  <a:cubicBezTo>
                    <a:pt x="17773" y="152385"/>
                    <a:pt x="0" y="134612"/>
                    <a:pt x="0" y="11268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12689"/>
                  </a:lnTo>
                  <a:cubicBezTo>
                    <a:pt x="79393" y="134612"/>
                    <a:pt x="61621" y="152385"/>
                    <a:pt x="39697" y="1523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DCE6B94-E4AC-8E46-929E-9BB583E41712}"/>
                </a:ext>
              </a:extLst>
            </p:cNvPr>
            <p:cNvSpPr/>
            <p:nvPr/>
          </p:nvSpPr>
          <p:spPr>
            <a:xfrm>
              <a:off x="5873744" y="1463089"/>
              <a:ext cx="79393" cy="155759"/>
            </a:xfrm>
            <a:custGeom>
              <a:avLst/>
              <a:gdLst>
                <a:gd name="connsiteX0" fmla="*/ 39697 w 79393"/>
                <a:gd name="connsiteY0" fmla="*/ 155759 h 155759"/>
                <a:gd name="connsiteX1" fmla="*/ 0 w 79393"/>
                <a:gd name="connsiteY1" fmla="*/ 116063 h 155759"/>
                <a:gd name="connsiteX2" fmla="*/ 0 w 79393"/>
                <a:gd name="connsiteY2" fmla="*/ 39697 h 155759"/>
                <a:gd name="connsiteX3" fmla="*/ 39697 w 79393"/>
                <a:gd name="connsiteY3" fmla="*/ 0 h 155759"/>
                <a:gd name="connsiteX4" fmla="*/ 79393 w 79393"/>
                <a:gd name="connsiteY4" fmla="*/ 39697 h 155759"/>
                <a:gd name="connsiteX5" fmla="*/ 79393 w 79393"/>
                <a:gd name="connsiteY5" fmla="*/ 116063 h 155759"/>
                <a:gd name="connsiteX6" fmla="*/ 39697 w 79393"/>
                <a:gd name="connsiteY6" fmla="*/ 155759 h 15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5759">
                  <a:moveTo>
                    <a:pt x="39697" y="155759"/>
                  </a:moveTo>
                  <a:cubicBezTo>
                    <a:pt x="17773" y="155759"/>
                    <a:pt x="0" y="137987"/>
                    <a:pt x="0" y="11606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16063"/>
                  </a:lnTo>
                  <a:cubicBezTo>
                    <a:pt x="79393" y="137987"/>
                    <a:pt x="61619" y="155759"/>
                    <a:pt x="39697" y="15575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64" name="Picture Placeholder 39">
              <a:extLst>
                <a:ext uri="{FF2B5EF4-FFF2-40B4-BE49-F238E27FC236}">
                  <a16:creationId xmlns:a16="http://schemas.microsoft.com/office/drawing/2014/main" id="{C2E89CF0-013E-42CC-9167-877650E4598F}"/>
                </a:ext>
              </a:extLst>
            </p:cNvPr>
            <p:cNvGrpSpPr/>
            <p:nvPr/>
          </p:nvGrpSpPr>
          <p:grpSpPr>
            <a:xfrm>
              <a:off x="5522925" y="1880597"/>
              <a:ext cx="668788" cy="375182"/>
              <a:chOff x="5522925" y="1880597"/>
              <a:chExt cx="668788" cy="375182"/>
            </a:xfrm>
            <a:solidFill>
              <a:srgbClr val="EE7684"/>
            </a:solidFill>
          </p:grpSpPr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94E90F1-8351-6F47-8207-94F405E36147}"/>
                  </a:ext>
                </a:extLst>
              </p:cNvPr>
              <p:cNvSpPr/>
              <p:nvPr/>
            </p:nvSpPr>
            <p:spPr>
              <a:xfrm>
                <a:off x="6023003" y="1880597"/>
                <a:ext cx="168710" cy="79393"/>
              </a:xfrm>
              <a:custGeom>
                <a:avLst/>
                <a:gdLst>
                  <a:gd name="connsiteX0" fmla="*/ 39697 w 168710"/>
                  <a:gd name="connsiteY0" fmla="*/ 79393 h 79393"/>
                  <a:gd name="connsiteX1" fmla="*/ 0 w 168710"/>
                  <a:gd name="connsiteY1" fmla="*/ 39697 h 79393"/>
                  <a:gd name="connsiteX2" fmla="*/ 39697 w 168710"/>
                  <a:gd name="connsiteY2" fmla="*/ 0 h 79393"/>
                  <a:gd name="connsiteX3" fmla="*/ 129014 w 168710"/>
                  <a:gd name="connsiteY3" fmla="*/ 0 h 79393"/>
                  <a:gd name="connsiteX4" fmla="*/ 129014 w 168710"/>
                  <a:gd name="connsiteY4" fmla="*/ 0 h 79393"/>
                  <a:gd name="connsiteX5" fmla="*/ 168710 w 168710"/>
                  <a:gd name="connsiteY5" fmla="*/ 39697 h 79393"/>
                  <a:gd name="connsiteX6" fmla="*/ 129014 w 168710"/>
                  <a:gd name="connsiteY6" fmla="*/ 79393 h 79393"/>
                  <a:gd name="connsiteX7" fmla="*/ 39697 w 168710"/>
                  <a:gd name="connsiteY7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710" h="79393">
                    <a:moveTo>
                      <a:pt x="39697" y="79393"/>
                    </a:moveTo>
                    <a:cubicBezTo>
                      <a:pt x="17774" y="79393"/>
                      <a:pt x="0" y="61619"/>
                      <a:pt x="0" y="39697"/>
                    </a:cubicBezTo>
                    <a:cubicBezTo>
                      <a:pt x="0" y="17773"/>
                      <a:pt x="17774" y="0"/>
                      <a:pt x="39697" y="0"/>
                    </a:cubicBezTo>
                    <a:lnTo>
                      <a:pt x="129014" y="0"/>
                    </a:lnTo>
                    <a:lnTo>
                      <a:pt x="129014" y="0"/>
                    </a:lnTo>
                    <a:cubicBezTo>
                      <a:pt x="150936" y="0"/>
                      <a:pt x="168710" y="17773"/>
                      <a:pt x="168710" y="39697"/>
                    </a:cubicBezTo>
                    <a:cubicBezTo>
                      <a:pt x="168710" y="61619"/>
                      <a:pt x="150936" y="79393"/>
                      <a:pt x="129014" y="79393"/>
                    </a:cubicBezTo>
                    <a:lnTo>
                      <a:pt x="39697" y="79393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FF92927F-14ED-D840-B127-14604E8C9DF9}"/>
                  </a:ext>
                </a:extLst>
              </p:cNvPr>
              <p:cNvSpPr/>
              <p:nvPr/>
            </p:nvSpPr>
            <p:spPr>
              <a:xfrm>
                <a:off x="5968911" y="2052807"/>
                <a:ext cx="128435" cy="123976"/>
              </a:xfrm>
              <a:custGeom>
                <a:avLst/>
                <a:gdLst>
                  <a:gd name="connsiteX0" fmla="*/ 88579 w 128435"/>
                  <a:gd name="connsiteY0" fmla="*/ 123976 h 123976"/>
                  <a:gd name="connsiteX1" fmla="*/ 61883 w 128435"/>
                  <a:gd name="connsiteY1" fmla="*/ 113655 h 123976"/>
                  <a:gd name="connsiteX2" fmla="*/ 13353 w 128435"/>
                  <a:gd name="connsiteY2" fmla="*/ 69393 h 123976"/>
                  <a:gd name="connsiteX3" fmla="*/ 10004 w 128435"/>
                  <a:gd name="connsiteY3" fmla="*/ 13351 h 123976"/>
                  <a:gd name="connsiteX4" fmla="*/ 66041 w 128435"/>
                  <a:gd name="connsiteY4" fmla="*/ 10002 h 123976"/>
                  <a:gd name="connsiteX5" fmla="*/ 66745 w 128435"/>
                  <a:gd name="connsiteY5" fmla="*/ 10642 h 123976"/>
                  <a:gd name="connsiteX6" fmla="*/ 115274 w 128435"/>
                  <a:gd name="connsiteY6" fmla="*/ 54755 h 123976"/>
                  <a:gd name="connsiteX7" fmla="*/ 118262 w 128435"/>
                  <a:gd name="connsiteY7" fmla="*/ 110816 h 123976"/>
                  <a:gd name="connsiteX8" fmla="*/ 88579 w 128435"/>
                  <a:gd name="connsiteY8" fmla="*/ 123976 h 1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8435" h="123976">
                    <a:moveTo>
                      <a:pt x="88579" y="123976"/>
                    </a:moveTo>
                    <a:cubicBezTo>
                      <a:pt x="78704" y="123976"/>
                      <a:pt x="69187" y="120294"/>
                      <a:pt x="61883" y="113655"/>
                    </a:cubicBezTo>
                    <a:lnTo>
                      <a:pt x="13353" y="69393"/>
                    </a:lnTo>
                    <a:cubicBezTo>
                      <a:pt x="-3046" y="54844"/>
                      <a:pt x="-4550" y="29756"/>
                      <a:pt x="10004" y="13351"/>
                    </a:cubicBezTo>
                    <a:cubicBezTo>
                      <a:pt x="24553" y="-3048"/>
                      <a:pt x="49641" y="-4547"/>
                      <a:pt x="66041" y="10002"/>
                    </a:cubicBezTo>
                    <a:cubicBezTo>
                      <a:pt x="66279" y="10210"/>
                      <a:pt x="66512" y="10424"/>
                      <a:pt x="66745" y="10642"/>
                    </a:cubicBezTo>
                    <a:lnTo>
                      <a:pt x="115274" y="54755"/>
                    </a:lnTo>
                    <a:cubicBezTo>
                      <a:pt x="131580" y="69408"/>
                      <a:pt x="132920" y="94511"/>
                      <a:pt x="118262" y="110816"/>
                    </a:cubicBezTo>
                    <a:cubicBezTo>
                      <a:pt x="110699" y="119232"/>
                      <a:pt x="99897" y="124021"/>
                      <a:pt x="88579" y="12397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D5E4093-853A-CF49-ADA8-7EE5D2A8035D}"/>
                  </a:ext>
                </a:extLst>
              </p:cNvPr>
              <p:cNvSpPr/>
              <p:nvPr/>
            </p:nvSpPr>
            <p:spPr>
              <a:xfrm>
                <a:off x="5818550" y="2096283"/>
                <a:ext cx="81607" cy="159496"/>
              </a:xfrm>
              <a:custGeom>
                <a:avLst/>
                <a:gdLst>
                  <a:gd name="connsiteX0" fmla="*/ 41895 w 81607"/>
                  <a:gd name="connsiteY0" fmla="*/ 159496 h 159496"/>
                  <a:gd name="connsiteX1" fmla="*/ 2199 w 81607"/>
                  <a:gd name="connsiteY1" fmla="*/ 120891 h 159496"/>
                  <a:gd name="connsiteX2" fmla="*/ 15 w 81607"/>
                  <a:gd name="connsiteY2" fmla="*/ 40804 h 159496"/>
                  <a:gd name="connsiteX3" fmla="*/ 38620 w 81607"/>
                  <a:gd name="connsiteY3" fmla="*/ 15 h 159496"/>
                  <a:gd name="connsiteX4" fmla="*/ 79408 w 81607"/>
                  <a:gd name="connsiteY4" fmla="*/ 38620 h 159496"/>
                  <a:gd name="connsiteX5" fmla="*/ 81592 w 81607"/>
                  <a:gd name="connsiteY5" fmla="*/ 118609 h 159496"/>
                  <a:gd name="connsiteX6" fmla="*/ 43036 w 81607"/>
                  <a:gd name="connsiteY6" fmla="*/ 159397 h 159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07" h="159496">
                    <a:moveTo>
                      <a:pt x="41895" y="159496"/>
                    </a:moveTo>
                    <a:cubicBezTo>
                      <a:pt x="20391" y="159506"/>
                      <a:pt x="2790" y="142387"/>
                      <a:pt x="2199" y="120891"/>
                    </a:cubicBezTo>
                    <a:lnTo>
                      <a:pt x="15" y="40804"/>
                    </a:lnTo>
                    <a:cubicBezTo>
                      <a:pt x="-588" y="18881"/>
                      <a:pt x="16696" y="621"/>
                      <a:pt x="38620" y="15"/>
                    </a:cubicBezTo>
                    <a:cubicBezTo>
                      <a:pt x="60544" y="-590"/>
                      <a:pt x="78806" y="16698"/>
                      <a:pt x="79408" y="38620"/>
                    </a:cubicBezTo>
                    <a:lnTo>
                      <a:pt x="81592" y="118609"/>
                    </a:lnTo>
                    <a:cubicBezTo>
                      <a:pt x="82203" y="140516"/>
                      <a:pt x="64945" y="158777"/>
                      <a:pt x="43036" y="15939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EF0DB66C-501A-9B41-90ED-BABD4482A50F}"/>
                  </a:ext>
                </a:extLst>
              </p:cNvPr>
              <p:cNvSpPr/>
              <p:nvPr/>
            </p:nvSpPr>
            <p:spPr>
              <a:xfrm>
                <a:off x="5604718" y="2023327"/>
                <a:ext cx="151776" cy="151273"/>
              </a:xfrm>
              <a:custGeom>
                <a:avLst/>
                <a:gdLst>
                  <a:gd name="connsiteX0" fmla="*/ 39679 w 151776"/>
                  <a:gd name="connsiteY0" fmla="*/ 151273 h 151273"/>
                  <a:gd name="connsiteX1" fmla="*/ 0 w 151776"/>
                  <a:gd name="connsiteY1" fmla="*/ 111557 h 151273"/>
                  <a:gd name="connsiteX2" fmla="*/ 11742 w 151776"/>
                  <a:gd name="connsiteY2" fmla="*/ 83392 h 151273"/>
                  <a:gd name="connsiteX3" fmla="*/ 84089 w 151776"/>
                  <a:gd name="connsiteY3" fmla="*/ 11541 h 151273"/>
                  <a:gd name="connsiteX4" fmla="*/ 140235 w 151776"/>
                  <a:gd name="connsiteY4" fmla="*/ 11715 h 151273"/>
                  <a:gd name="connsiteX5" fmla="*/ 140062 w 151776"/>
                  <a:gd name="connsiteY5" fmla="*/ 67861 h 151273"/>
                  <a:gd name="connsiteX6" fmla="*/ 67665 w 151776"/>
                  <a:gd name="connsiteY6" fmla="*/ 139761 h 151273"/>
                  <a:gd name="connsiteX7" fmla="*/ 39679 w 151776"/>
                  <a:gd name="connsiteY7" fmla="*/ 151273 h 15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776" h="151273">
                    <a:moveTo>
                      <a:pt x="39679" y="151273"/>
                    </a:moveTo>
                    <a:cubicBezTo>
                      <a:pt x="17755" y="151263"/>
                      <a:pt x="-10" y="133484"/>
                      <a:pt x="0" y="111557"/>
                    </a:cubicBezTo>
                    <a:cubicBezTo>
                      <a:pt x="5" y="100983"/>
                      <a:pt x="4232" y="90840"/>
                      <a:pt x="11742" y="83392"/>
                    </a:cubicBezTo>
                    <a:lnTo>
                      <a:pt x="84089" y="11541"/>
                    </a:lnTo>
                    <a:cubicBezTo>
                      <a:pt x="99641" y="-3915"/>
                      <a:pt x="124779" y="-3836"/>
                      <a:pt x="140235" y="11715"/>
                    </a:cubicBezTo>
                    <a:cubicBezTo>
                      <a:pt x="155692" y="27266"/>
                      <a:pt x="155614" y="52404"/>
                      <a:pt x="140062" y="67861"/>
                    </a:cubicBezTo>
                    <a:lnTo>
                      <a:pt x="67665" y="139761"/>
                    </a:lnTo>
                    <a:cubicBezTo>
                      <a:pt x="60222" y="147145"/>
                      <a:pt x="50162" y="151283"/>
                      <a:pt x="39679" y="15127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3DABDAA9-3497-E04E-A1F0-06139DB5DB8B}"/>
                  </a:ext>
                </a:extLst>
              </p:cNvPr>
              <p:cNvSpPr/>
              <p:nvPr/>
            </p:nvSpPr>
            <p:spPr>
              <a:xfrm>
                <a:off x="5522925" y="1881689"/>
                <a:ext cx="174565" cy="79790"/>
              </a:xfrm>
              <a:custGeom>
                <a:avLst/>
                <a:gdLst>
                  <a:gd name="connsiteX0" fmla="*/ 39697 w 174565"/>
                  <a:gd name="connsiteY0" fmla="*/ 79790 h 79790"/>
                  <a:gd name="connsiteX1" fmla="*/ 0 w 174565"/>
                  <a:gd name="connsiteY1" fmla="*/ 40094 h 79790"/>
                  <a:gd name="connsiteX2" fmla="*/ 39697 w 174565"/>
                  <a:gd name="connsiteY2" fmla="*/ 397 h 79790"/>
                  <a:gd name="connsiteX3" fmla="*/ 134869 w 174565"/>
                  <a:gd name="connsiteY3" fmla="*/ 0 h 79790"/>
                  <a:gd name="connsiteX4" fmla="*/ 134869 w 174565"/>
                  <a:gd name="connsiteY4" fmla="*/ 0 h 79790"/>
                  <a:gd name="connsiteX5" fmla="*/ 174566 w 174565"/>
                  <a:gd name="connsiteY5" fmla="*/ 39697 h 79790"/>
                  <a:gd name="connsiteX6" fmla="*/ 134869 w 174565"/>
                  <a:gd name="connsiteY6" fmla="*/ 79393 h 79790"/>
                  <a:gd name="connsiteX7" fmla="*/ 39697 w 174565"/>
                  <a:gd name="connsiteY7" fmla="*/ 79790 h 7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565" h="79790">
                    <a:moveTo>
                      <a:pt x="39697" y="79790"/>
                    </a:moveTo>
                    <a:cubicBezTo>
                      <a:pt x="17773" y="79790"/>
                      <a:pt x="0" y="62016"/>
                      <a:pt x="0" y="40094"/>
                    </a:cubicBezTo>
                    <a:cubicBezTo>
                      <a:pt x="0" y="18171"/>
                      <a:pt x="17773" y="397"/>
                      <a:pt x="39697" y="397"/>
                    </a:cubicBezTo>
                    <a:lnTo>
                      <a:pt x="134869" y="0"/>
                    </a:lnTo>
                    <a:lnTo>
                      <a:pt x="134869" y="0"/>
                    </a:lnTo>
                    <a:cubicBezTo>
                      <a:pt x="156793" y="0"/>
                      <a:pt x="174566" y="17774"/>
                      <a:pt x="174566" y="39697"/>
                    </a:cubicBezTo>
                    <a:cubicBezTo>
                      <a:pt x="174566" y="61619"/>
                      <a:pt x="156793" y="79393"/>
                      <a:pt x="134869" y="79393"/>
                    </a:cubicBezTo>
                    <a:lnTo>
                      <a:pt x="39697" y="79790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9AE2B5D6-0910-3641-8364-EBA0D2B90D75}"/>
                  </a:ext>
                </a:extLst>
              </p:cNvPr>
              <p:cNvSpPr/>
              <p:nvPr/>
            </p:nvSpPr>
            <p:spPr>
              <a:xfrm>
                <a:off x="5626374" y="1880600"/>
                <a:ext cx="475559" cy="284026"/>
              </a:xfrm>
              <a:custGeom>
                <a:avLst/>
                <a:gdLst>
                  <a:gd name="connsiteX0" fmla="*/ 237694 w 475559"/>
                  <a:gd name="connsiteY0" fmla="*/ 284026 h 284026"/>
                  <a:gd name="connsiteX1" fmla="*/ 235362 w 475559"/>
                  <a:gd name="connsiteY1" fmla="*/ 284026 h 284026"/>
                  <a:gd name="connsiteX2" fmla="*/ 11 w 475559"/>
                  <a:gd name="connsiteY2" fmla="*/ 44011 h 284026"/>
                  <a:gd name="connsiteX3" fmla="*/ 39707 w 475559"/>
                  <a:gd name="connsiteY3" fmla="*/ 4711 h 284026"/>
                  <a:gd name="connsiteX4" fmla="*/ 40055 w 475559"/>
                  <a:gd name="connsiteY4" fmla="*/ 4711 h 284026"/>
                  <a:gd name="connsiteX5" fmla="*/ 79404 w 475559"/>
                  <a:gd name="connsiteY5" fmla="*/ 44750 h 284026"/>
                  <a:gd name="connsiteX6" fmla="*/ 79404 w 475559"/>
                  <a:gd name="connsiteY6" fmla="*/ 44755 h 284026"/>
                  <a:gd name="connsiteX7" fmla="*/ 237509 w 475559"/>
                  <a:gd name="connsiteY7" fmla="*/ 203328 h 284026"/>
                  <a:gd name="connsiteX8" fmla="*/ 396084 w 475559"/>
                  <a:gd name="connsiteY8" fmla="*/ 45227 h 284026"/>
                  <a:gd name="connsiteX9" fmla="*/ 396034 w 475559"/>
                  <a:gd name="connsiteY9" fmla="*/ 41034 h 284026"/>
                  <a:gd name="connsiteX10" fmla="*/ 434416 w 475559"/>
                  <a:gd name="connsiteY10" fmla="*/ 22 h 284026"/>
                  <a:gd name="connsiteX11" fmla="*/ 475427 w 475559"/>
                  <a:gd name="connsiteY11" fmla="*/ 38404 h 284026"/>
                  <a:gd name="connsiteX12" fmla="*/ 245614 w 475559"/>
                  <a:gd name="connsiteY12" fmla="*/ 283897 h 284026"/>
                  <a:gd name="connsiteX13" fmla="*/ 237843 w 475559"/>
                  <a:gd name="connsiteY13" fmla="*/ 284026 h 284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75559" h="284026">
                    <a:moveTo>
                      <a:pt x="237694" y="284026"/>
                    </a:moveTo>
                    <a:lnTo>
                      <a:pt x="235362" y="284026"/>
                    </a:lnTo>
                    <a:cubicBezTo>
                      <a:pt x="104114" y="282691"/>
                      <a:pt x="-1229" y="175258"/>
                      <a:pt x="11" y="44011"/>
                    </a:cubicBezTo>
                    <a:cubicBezTo>
                      <a:pt x="229" y="22242"/>
                      <a:pt x="17938" y="4710"/>
                      <a:pt x="39707" y="4711"/>
                    </a:cubicBezTo>
                    <a:lnTo>
                      <a:pt x="40055" y="4711"/>
                    </a:lnTo>
                    <a:cubicBezTo>
                      <a:pt x="61978" y="4902"/>
                      <a:pt x="79595" y="22828"/>
                      <a:pt x="79404" y="44750"/>
                    </a:cubicBezTo>
                    <a:cubicBezTo>
                      <a:pt x="79404" y="44755"/>
                      <a:pt x="79404" y="44755"/>
                      <a:pt x="79404" y="44755"/>
                    </a:cubicBezTo>
                    <a:cubicBezTo>
                      <a:pt x="79274" y="132202"/>
                      <a:pt x="150060" y="203199"/>
                      <a:pt x="237509" y="203328"/>
                    </a:cubicBezTo>
                    <a:cubicBezTo>
                      <a:pt x="324957" y="203462"/>
                      <a:pt x="395955" y="132673"/>
                      <a:pt x="396084" y="45227"/>
                    </a:cubicBezTo>
                    <a:cubicBezTo>
                      <a:pt x="396084" y="43827"/>
                      <a:pt x="396069" y="42433"/>
                      <a:pt x="396034" y="41034"/>
                    </a:cubicBezTo>
                    <a:cubicBezTo>
                      <a:pt x="395310" y="19111"/>
                      <a:pt x="412493" y="748"/>
                      <a:pt x="434416" y="22"/>
                    </a:cubicBezTo>
                    <a:cubicBezTo>
                      <a:pt x="456338" y="-704"/>
                      <a:pt x="474703" y="16480"/>
                      <a:pt x="475427" y="38404"/>
                    </a:cubicBezTo>
                    <a:cubicBezTo>
                      <a:pt x="479759" y="169656"/>
                      <a:pt x="376865" y="279565"/>
                      <a:pt x="245614" y="283897"/>
                    </a:cubicBezTo>
                    <a:cubicBezTo>
                      <a:pt x="243024" y="283982"/>
                      <a:pt x="240434" y="284026"/>
                      <a:pt x="237843" y="28402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77" name="Picture Placeholder 41">
            <a:extLst>
              <a:ext uri="{FF2B5EF4-FFF2-40B4-BE49-F238E27FC236}">
                <a16:creationId xmlns:a16="http://schemas.microsoft.com/office/drawing/2014/main" id="{A2DAF239-490C-4F1A-87A4-F06276A4C8E8}"/>
              </a:ext>
            </a:extLst>
          </p:cNvPr>
          <p:cNvGrpSpPr>
            <a:grpSpLocks noChangeAspect="1"/>
          </p:cNvGrpSpPr>
          <p:nvPr/>
        </p:nvGrpSpPr>
        <p:grpSpPr>
          <a:xfrm>
            <a:off x="6835918" y="1428335"/>
            <a:ext cx="687296" cy="817172"/>
            <a:chOff x="6835918" y="1428335"/>
            <a:chExt cx="687296" cy="817172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EFC49AB-10F5-2046-85AF-EE2C2EF2CC28}"/>
                </a:ext>
              </a:extLst>
            </p:cNvPr>
            <p:cNvSpPr/>
            <p:nvPr/>
          </p:nvSpPr>
          <p:spPr>
            <a:xfrm>
              <a:off x="6835918" y="1428335"/>
              <a:ext cx="687296" cy="817172"/>
            </a:xfrm>
            <a:custGeom>
              <a:avLst/>
              <a:gdLst>
                <a:gd name="connsiteX0" fmla="*/ 343971 w 687296"/>
                <a:gd name="connsiteY0" fmla="*/ 817173 h 817172"/>
                <a:gd name="connsiteX1" fmla="*/ 145786 w 687296"/>
                <a:gd name="connsiteY1" fmla="*/ 717584 h 817172"/>
                <a:gd name="connsiteX2" fmla="*/ 248 w 687296"/>
                <a:gd name="connsiteY2" fmla="*/ 476477 h 817172"/>
                <a:gd name="connsiteX3" fmla="*/ 0 w 687296"/>
                <a:gd name="connsiteY3" fmla="*/ 129132 h 817172"/>
                <a:gd name="connsiteX4" fmla="*/ 39250 w 687296"/>
                <a:gd name="connsiteY4" fmla="*/ 89436 h 817172"/>
                <a:gd name="connsiteX5" fmla="*/ 322088 w 687296"/>
                <a:gd name="connsiteY5" fmla="*/ 6222 h 817172"/>
                <a:gd name="connsiteX6" fmla="*/ 364762 w 687296"/>
                <a:gd name="connsiteY6" fmla="*/ 6222 h 817172"/>
                <a:gd name="connsiteX7" fmla="*/ 647600 w 687296"/>
                <a:gd name="connsiteY7" fmla="*/ 89237 h 817172"/>
                <a:gd name="connsiteX8" fmla="*/ 687297 w 687296"/>
                <a:gd name="connsiteY8" fmla="*/ 128934 h 817172"/>
                <a:gd name="connsiteX9" fmla="*/ 687297 w 687296"/>
                <a:gd name="connsiteY9" fmla="*/ 476279 h 817172"/>
                <a:gd name="connsiteX10" fmla="*/ 542007 w 687296"/>
                <a:gd name="connsiteY10" fmla="*/ 717584 h 817172"/>
                <a:gd name="connsiteX11" fmla="*/ 343971 w 687296"/>
                <a:gd name="connsiteY11" fmla="*/ 817173 h 817172"/>
                <a:gd name="connsiteX12" fmla="*/ 79443 w 687296"/>
                <a:gd name="connsiteY12" fmla="*/ 167142 h 817172"/>
                <a:gd name="connsiteX13" fmla="*/ 79443 w 687296"/>
                <a:gd name="connsiteY13" fmla="*/ 476477 h 817172"/>
                <a:gd name="connsiteX14" fmla="*/ 195307 w 687296"/>
                <a:gd name="connsiteY14" fmla="*/ 655707 h 817172"/>
                <a:gd name="connsiteX15" fmla="*/ 343723 w 687296"/>
                <a:gd name="connsiteY15" fmla="*/ 737829 h 817172"/>
                <a:gd name="connsiteX16" fmla="*/ 492039 w 687296"/>
                <a:gd name="connsiteY16" fmla="*/ 655558 h 817172"/>
                <a:gd name="connsiteX17" fmla="*/ 607755 w 687296"/>
                <a:gd name="connsiteY17" fmla="*/ 476130 h 817172"/>
                <a:gd name="connsiteX18" fmla="*/ 607755 w 687296"/>
                <a:gd name="connsiteY18" fmla="*/ 167191 h 817172"/>
                <a:gd name="connsiteX19" fmla="*/ 343624 w 687296"/>
                <a:gd name="connsiteY19" fmla="*/ 86062 h 817172"/>
                <a:gd name="connsiteX20" fmla="*/ 79443 w 687296"/>
                <a:gd name="connsiteY20" fmla="*/ 167092 h 81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7296" h="817172">
                  <a:moveTo>
                    <a:pt x="343971" y="817173"/>
                  </a:moveTo>
                  <a:cubicBezTo>
                    <a:pt x="301694" y="817173"/>
                    <a:pt x="216545" y="774350"/>
                    <a:pt x="145786" y="717584"/>
                  </a:cubicBezTo>
                  <a:cubicBezTo>
                    <a:pt x="91451" y="674017"/>
                    <a:pt x="298" y="584700"/>
                    <a:pt x="248" y="476477"/>
                  </a:cubicBezTo>
                  <a:lnTo>
                    <a:pt x="0" y="129132"/>
                  </a:lnTo>
                  <a:cubicBezTo>
                    <a:pt x="-1" y="107382"/>
                    <a:pt x="17501" y="89680"/>
                    <a:pt x="39250" y="89436"/>
                  </a:cubicBezTo>
                  <a:cubicBezTo>
                    <a:pt x="139416" y="88425"/>
                    <a:pt x="237334" y="59616"/>
                    <a:pt x="322088" y="6222"/>
                  </a:cubicBezTo>
                  <a:cubicBezTo>
                    <a:pt x="335103" y="-2074"/>
                    <a:pt x="351747" y="-2074"/>
                    <a:pt x="364762" y="6222"/>
                  </a:cubicBezTo>
                  <a:cubicBezTo>
                    <a:pt x="449167" y="60365"/>
                    <a:pt x="547322" y="89175"/>
                    <a:pt x="647600" y="89237"/>
                  </a:cubicBezTo>
                  <a:cubicBezTo>
                    <a:pt x="669523" y="89237"/>
                    <a:pt x="687297" y="107010"/>
                    <a:pt x="687297" y="128934"/>
                  </a:cubicBezTo>
                  <a:lnTo>
                    <a:pt x="687297" y="476279"/>
                  </a:lnTo>
                  <a:cubicBezTo>
                    <a:pt x="687297" y="584402"/>
                    <a:pt x="596293" y="673868"/>
                    <a:pt x="542007" y="717584"/>
                  </a:cubicBezTo>
                  <a:cubicBezTo>
                    <a:pt x="471347" y="774251"/>
                    <a:pt x="386198" y="817173"/>
                    <a:pt x="343971" y="817173"/>
                  </a:cubicBezTo>
                  <a:close/>
                  <a:moveTo>
                    <a:pt x="79443" y="167142"/>
                  </a:moveTo>
                  <a:lnTo>
                    <a:pt x="79443" y="476477"/>
                  </a:lnTo>
                  <a:cubicBezTo>
                    <a:pt x="79443" y="554282"/>
                    <a:pt x="160474" y="627771"/>
                    <a:pt x="195307" y="655707"/>
                  </a:cubicBezTo>
                  <a:cubicBezTo>
                    <a:pt x="264280" y="711133"/>
                    <a:pt x="328986" y="736738"/>
                    <a:pt x="343723" y="737829"/>
                  </a:cubicBezTo>
                  <a:cubicBezTo>
                    <a:pt x="358609" y="736688"/>
                    <a:pt x="423116" y="711034"/>
                    <a:pt x="492039" y="655558"/>
                  </a:cubicBezTo>
                  <a:cubicBezTo>
                    <a:pt x="526774" y="627523"/>
                    <a:pt x="607804" y="553985"/>
                    <a:pt x="607755" y="476130"/>
                  </a:cubicBezTo>
                  <a:lnTo>
                    <a:pt x="607755" y="167191"/>
                  </a:lnTo>
                  <a:cubicBezTo>
                    <a:pt x="514597" y="161068"/>
                    <a:pt x="424153" y="133289"/>
                    <a:pt x="343624" y="86062"/>
                  </a:cubicBezTo>
                  <a:cubicBezTo>
                    <a:pt x="262752" y="132537"/>
                    <a:pt x="172464" y="160230"/>
                    <a:pt x="79443" y="1670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81" name="Picture Placeholder 41">
              <a:extLst>
                <a:ext uri="{FF2B5EF4-FFF2-40B4-BE49-F238E27FC236}">
                  <a16:creationId xmlns:a16="http://schemas.microsoft.com/office/drawing/2014/main" id="{A2DAF239-490C-4F1A-87A4-F06276A4C8E8}"/>
                </a:ext>
              </a:extLst>
            </p:cNvPr>
            <p:cNvGrpSpPr/>
            <p:nvPr/>
          </p:nvGrpSpPr>
          <p:grpSpPr>
            <a:xfrm>
              <a:off x="6937616" y="1588183"/>
              <a:ext cx="481922" cy="481072"/>
              <a:chOff x="6937616" y="1588183"/>
              <a:chExt cx="481922" cy="481072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A2D4F720-7777-164D-A69D-7A94952B541F}"/>
                  </a:ext>
                </a:extLst>
              </p:cNvPr>
              <p:cNvSpPr/>
              <p:nvPr/>
            </p:nvSpPr>
            <p:spPr>
              <a:xfrm>
                <a:off x="7002812" y="1843233"/>
                <a:ext cx="357875" cy="226022"/>
              </a:xfrm>
              <a:custGeom>
                <a:avLst/>
                <a:gdLst>
                  <a:gd name="connsiteX0" fmla="*/ 178665 w 357875"/>
                  <a:gd name="connsiteY0" fmla="*/ 226022 h 226022"/>
                  <a:gd name="connsiteX1" fmla="*/ 30 w 357875"/>
                  <a:gd name="connsiteY1" fmla="*/ 41235 h 226022"/>
                  <a:gd name="connsiteX2" fmla="*/ 38159 w 357875"/>
                  <a:gd name="connsiteY2" fmla="*/ 30 h 226022"/>
                  <a:gd name="connsiteX3" fmla="*/ 39727 w 357875"/>
                  <a:gd name="connsiteY3" fmla="*/ 0 h 226022"/>
                  <a:gd name="connsiteX4" fmla="*/ 318149 w 357875"/>
                  <a:gd name="connsiteY4" fmla="*/ 0 h 226022"/>
                  <a:gd name="connsiteX5" fmla="*/ 357875 w 357875"/>
                  <a:gd name="connsiteY5" fmla="*/ 39667 h 226022"/>
                  <a:gd name="connsiteX6" fmla="*/ 357846 w 357875"/>
                  <a:gd name="connsiteY6" fmla="*/ 41235 h 226022"/>
                  <a:gd name="connsiteX7" fmla="*/ 178665 w 357875"/>
                  <a:gd name="connsiteY7" fmla="*/ 226022 h 226022"/>
                  <a:gd name="connsiteX8" fmla="*/ 86867 w 357875"/>
                  <a:gd name="connsiteY8" fmla="*/ 79393 h 226022"/>
                  <a:gd name="connsiteX9" fmla="*/ 178665 w 357875"/>
                  <a:gd name="connsiteY9" fmla="*/ 146629 h 226022"/>
                  <a:gd name="connsiteX10" fmla="*/ 270513 w 357875"/>
                  <a:gd name="connsiteY10" fmla="*/ 79393 h 22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7875" h="226022">
                    <a:moveTo>
                      <a:pt x="178665" y="226022"/>
                    </a:moveTo>
                    <a:cubicBezTo>
                      <a:pt x="79424" y="226022"/>
                      <a:pt x="3950" y="148316"/>
                      <a:pt x="30" y="41235"/>
                    </a:cubicBezTo>
                    <a:cubicBezTo>
                      <a:pt x="-819" y="19327"/>
                      <a:pt x="16251" y="879"/>
                      <a:pt x="38159" y="30"/>
                    </a:cubicBezTo>
                    <a:cubicBezTo>
                      <a:pt x="38681" y="9"/>
                      <a:pt x="39204" y="0"/>
                      <a:pt x="39727" y="0"/>
                    </a:cubicBezTo>
                    <a:lnTo>
                      <a:pt x="318149" y="0"/>
                    </a:lnTo>
                    <a:cubicBezTo>
                      <a:pt x="340071" y="-16"/>
                      <a:pt x="357860" y="17743"/>
                      <a:pt x="357875" y="39667"/>
                    </a:cubicBezTo>
                    <a:cubicBezTo>
                      <a:pt x="357875" y="40190"/>
                      <a:pt x="357865" y="40712"/>
                      <a:pt x="357846" y="41235"/>
                    </a:cubicBezTo>
                    <a:cubicBezTo>
                      <a:pt x="353380" y="148316"/>
                      <a:pt x="278155" y="226022"/>
                      <a:pt x="178665" y="226022"/>
                    </a:cubicBezTo>
                    <a:close/>
                    <a:moveTo>
                      <a:pt x="86867" y="79393"/>
                    </a:moveTo>
                    <a:cubicBezTo>
                      <a:pt x="101753" y="120429"/>
                      <a:pt x="135644" y="146629"/>
                      <a:pt x="178665" y="146629"/>
                    </a:cubicBezTo>
                    <a:cubicBezTo>
                      <a:pt x="221686" y="146629"/>
                      <a:pt x="255825" y="120429"/>
                      <a:pt x="270513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D8DD0249-3951-1644-A0B6-B4E05152797D}"/>
                  </a:ext>
                </a:extLst>
              </p:cNvPr>
              <p:cNvSpPr/>
              <p:nvPr/>
            </p:nvSpPr>
            <p:spPr>
              <a:xfrm>
                <a:off x="6937616" y="1588183"/>
                <a:ext cx="481922" cy="333252"/>
              </a:xfrm>
              <a:custGeom>
                <a:avLst/>
                <a:gdLst>
                  <a:gd name="connsiteX0" fmla="*/ 39820 w 481922"/>
                  <a:gd name="connsiteY0" fmla="*/ 333054 h 333252"/>
                  <a:gd name="connsiteX1" fmla="*/ 0 w 481922"/>
                  <a:gd name="connsiteY1" fmla="*/ 293481 h 333252"/>
                  <a:gd name="connsiteX2" fmla="*/ 123 w 481922"/>
                  <a:gd name="connsiteY2" fmla="*/ 290231 h 333252"/>
                  <a:gd name="connsiteX3" fmla="*/ 52027 w 481922"/>
                  <a:gd name="connsiteY3" fmla="*/ 191635 h 333252"/>
                  <a:gd name="connsiteX4" fmla="*/ 160349 w 481922"/>
                  <a:gd name="connsiteY4" fmla="*/ 48182 h 333252"/>
                  <a:gd name="connsiteX5" fmla="*/ 160349 w 481922"/>
                  <a:gd name="connsiteY5" fmla="*/ 39697 h 333252"/>
                  <a:gd name="connsiteX6" fmla="*/ 200045 w 481922"/>
                  <a:gd name="connsiteY6" fmla="*/ 0 h 333252"/>
                  <a:gd name="connsiteX7" fmla="*/ 291397 w 481922"/>
                  <a:gd name="connsiteY7" fmla="*/ 0 h 333252"/>
                  <a:gd name="connsiteX8" fmla="*/ 331094 w 481922"/>
                  <a:gd name="connsiteY8" fmla="*/ 39697 h 333252"/>
                  <a:gd name="connsiteX9" fmla="*/ 331094 w 481922"/>
                  <a:gd name="connsiteY9" fmla="*/ 52350 h 333252"/>
                  <a:gd name="connsiteX10" fmla="*/ 435297 w 481922"/>
                  <a:gd name="connsiteY10" fmla="*/ 191288 h 333252"/>
                  <a:gd name="connsiteX11" fmla="*/ 481544 w 481922"/>
                  <a:gd name="connsiteY11" fmla="*/ 296930 h 333252"/>
                  <a:gd name="connsiteX12" fmla="*/ 441847 w 481922"/>
                  <a:gd name="connsiteY12" fmla="*/ 333253 h 333252"/>
                  <a:gd name="connsiteX13" fmla="*/ 239742 w 481922"/>
                  <a:gd name="connsiteY13" fmla="*/ 79393 h 333252"/>
                  <a:gd name="connsiteX14" fmla="*/ 202973 w 481922"/>
                  <a:gd name="connsiteY14" fmla="*/ 117601 h 333252"/>
                  <a:gd name="connsiteX15" fmla="*/ 156677 w 481922"/>
                  <a:gd name="connsiteY15" fmla="*/ 151442 h 333252"/>
                  <a:gd name="connsiteX16" fmla="*/ 129187 w 481922"/>
                  <a:gd name="connsiteY16" fmla="*/ 214957 h 333252"/>
                  <a:gd name="connsiteX17" fmla="*/ 129187 w 481922"/>
                  <a:gd name="connsiteY17" fmla="*/ 216445 h 333252"/>
                  <a:gd name="connsiteX18" fmla="*/ 105518 w 481922"/>
                  <a:gd name="connsiteY18" fmla="*/ 253661 h 333252"/>
                  <a:gd name="connsiteX19" fmla="*/ 385478 w 481922"/>
                  <a:gd name="connsiteY19" fmla="*/ 253661 h 333252"/>
                  <a:gd name="connsiteX20" fmla="*/ 381905 w 481922"/>
                  <a:gd name="connsiteY20" fmla="*/ 251924 h 333252"/>
                  <a:gd name="connsiteX21" fmla="*/ 357095 w 481922"/>
                  <a:gd name="connsiteY21" fmla="*/ 214461 h 333252"/>
                  <a:gd name="connsiteX22" fmla="*/ 357095 w 481922"/>
                  <a:gd name="connsiteY22" fmla="*/ 212823 h 333252"/>
                  <a:gd name="connsiteX23" fmla="*/ 288916 w 481922"/>
                  <a:gd name="connsiteY23" fmla="*/ 123159 h 333252"/>
                  <a:gd name="connsiteX24" fmla="*/ 251452 w 481922"/>
                  <a:gd name="connsiteY24" fmla="*/ 83462 h 333252"/>
                  <a:gd name="connsiteX25" fmla="*/ 251452 w 481922"/>
                  <a:gd name="connsiteY25" fmla="*/ 79343 h 33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81922" h="333252">
                    <a:moveTo>
                      <a:pt x="39820" y="333054"/>
                    </a:moveTo>
                    <a:cubicBezTo>
                      <a:pt x="17896" y="333124"/>
                      <a:pt x="68" y="315404"/>
                      <a:pt x="0" y="293481"/>
                    </a:cubicBezTo>
                    <a:cubicBezTo>
                      <a:pt x="-3" y="292396"/>
                      <a:pt x="38" y="291313"/>
                      <a:pt x="123" y="290231"/>
                    </a:cubicBezTo>
                    <a:cubicBezTo>
                      <a:pt x="2406" y="262692"/>
                      <a:pt x="16200" y="216445"/>
                      <a:pt x="52027" y="191635"/>
                    </a:cubicBezTo>
                    <a:cubicBezTo>
                      <a:pt x="62348" y="135713"/>
                      <a:pt x="107205" y="72545"/>
                      <a:pt x="160349" y="48182"/>
                    </a:cubicBezTo>
                    <a:lnTo>
                      <a:pt x="160349" y="39697"/>
                    </a:lnTo>
                    <a:cubicBezTo>
                      <a:pt x="160349" y="17773"/>
                      <a:pt x="178121" y="0"/>
                      <a:pt x="200045" y="0"/>
                    </a:cubicBezTo>
                    <a:lnTo>
                      <a:pt x="291397" y="0"/>
                    </a:lnTo>
                    <a:cubicBezTo>
                      <a:pt x="313319" y="0"/>
                      <a:pt x="331094" y="17773"/>
                      <a:pt x="331094" y="39697"/>
                    </a:cubicBezTo>
                    <a:lnTo>
                      <a:pt x="331094" y="52350"/>
                    </a:lnTo>
                    <a:cubicBezTo>
                      <a:pt x="385676" y="74282"/>
                      <a:pt x="426465" y="134323"/>
                      <a:pt x="435297" y="191288"/>
                    </a:cubicBezTo>
                    <a:cubicBezTo>
                      <a:pt x="475837" y="220316"/>
                      <a:pt x="483925" y="269291"/>
                      <a:pt x="481544" y="296930"/>
                    </a:cubicBezTo>
                    <a:cubicBezTo>
                      <a:pt x="479787" y="317528"/>
                      <a:pt x="462519" y="333327"/>
                      <a:pt x="441847" y="333253"/>
                    </a:cubicBezTo>
                    <a:close/>
                    <a:moveTo>
                      <a:pt x="239742" y="79393"/>
                    </a:moveTo>
                    <a:cubicBezTo>
                      <a:pt x="239036" y="99648"/>
                      <a:pt x="223186" y="116119"/>
                      <a:pt x="202973" y="117601"/>
                    </a:cubicBezTo>
                    <a:cubicBezTo>
                      <a:pt x="193049" y="118345"/>
                      <a:pt x="174342" y="129212"/>
                      <a:pt x="156677" y="151442"/>
                    </a:cubicBezTo>
                    <a:cubicBezTo>
                      <a:pt x="139955" y="172432"/>
                      <a:pt x="129187" y="197341"/>
                      <a:pt x="129187" y="214957"/>
                    </a:cubicBezTo>
                    <a:lnTo>
                      <a:pt x="129187" y="216445"/>
                    </a:lnTo>
                    <a:cubicBezTo>
                      <a:pt x="129548" y="232495"/>
                      <a:pt x="120207" y="247183"/>
                      <a:pt x="105518" y="253661"/>
                    </a:cubicBezTo>
                    <a:lnTo>
                      <a:pt x="385478" y="253661"/>
                    </a:lnTo>
                    <a:cubicBezTo>
                      <a:pt x="384327" y="253003"/>
                      <a:pt x="383136" y="252423"/>
                      <a:pt x="381905" y="251924"/>
                    </a:cubicBezTo>
                    <a:cubicBezTo>
                      <a:pt x="366682" y="245769"/>
                      <a:pt x="356822" y="230878"/>
                      <a:pt x="357095" y="214461"/>
                    </a:cubicBezTo>
                    <a:lnTo>
                      <a:pt x="357095" y="212823"/>
                    </a:lnTo>
                    <a:cubicBezTo>
                      <a:pt x="357095" y="173524"/>
                      <a:pt x="320127" y="124945"/>
                      <a:pt x="288916" y="123159"/>
                    </a:cubicBezTo>
                    <a:cubicBezTo>
                      <a:pt x="267869" y="121973"/>
                      <a:pt x="251419" y="104542"/>
                      <a:pt x="251452" y="83462"/>
                    </a:cubicBezTo>
                    <a:lnTo>
                      <a:pt x="251452" y="7934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4B2A637-ED65-1A4E-8F40-CC4A07F632E3}"/>
                </a:ext>
              </a:extLst>
            </p:cNvPr>
            <p:cNvSpPr/>
            <p:nvPr/>
          </p:nvSpPr>
          <p:spPr>
            <a:xfrm>
              <a:off x="7101389" y="1621032"/>
              <a:ext cx="79393" cy="129509"/>
            </a:xfrm>
            <a:custGeom>
              <a:avLst/>
              <a:gdLst>
                <a:gd name="connsiteX0" fmla="*/ 39697 w 79393"/>
                <a:gd name="connsiteY0" fmla="*/ 129510 h 129509"/>
                <a:gd name="connsiteX1" fmla="*/ 0 w 79393"/>
                <a:gd name="connsiteY1" fmla="*/ 89813 h 129509"/>
                <a:gd name="connsiteX2" fmla="*/ 0 w 79393"/>
                <a:gd name="connsiteY2" fmla="*/ 39697 h 129509"/>
                <a:gd name="connsiteX3" fmla="*/ 39697 w 79393"/>
                <a:gd name="connsiteY3" fmla="*/ 0 h 129509"/>
                <a:gd name="connsiteX4" fmla="*/ 79393 w 79393"/>
                <a:gd name="connsiteY4" fmla="*/ 39697 h 129509"/>
                <a:gd name="connsiteX5" fmla="*/ 79393 w 79393"/>
                <a:gd name="connsiteY5" fmla="*/ 89813 h 129509"/>
                <a:gd name="connsiteX6" fmla="*/ 39697 w 79393"/>
                <a:gd name="connsiteY6" fmla="*/ 129510 h 12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509">
                  <a:moveTo>
                    <a:pt x="39697" y="129510"/>
                  </a:moveTo>
                  <a:cubicBezTo>
                    <a:pt x="17773" y="129510"/>
                    <a:pt x="0" y="111737"/>
                    <a:pt x="0" y="898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9813"/>
                  </a:lnTo>
                  <a:cubicBezTo>
                    <a:pt x="79393" y="111737"/>
                    <a:pt x="61621" y="129510"/>
                    <a:pt x="39697" y="1295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5E5B9A5-94A9-9545-A47A-FBE4D9FC1E38}"/>
                </a:ext>
              </a:extLst>
            </p:cNvPr>
            <p:cNvSpPr/>
            <p:nvPr/>
          </p:nvSpPr>
          <p:spPr>
            <a:xfrm>
              <a:off x="7185744" y="1621032"/>
              <a:ext cx="79393" cy="129509"/>
            </a:xfrm>
            <a:custGeom>
              <a:avLst/>
              <a:gdLst>
                <a:gd name="connsiteX0" fmla="*/ 39697 w 79393"/>
                <a:gd name="connsiteY0" fmla="*/ 129510 h 129509"/>
                <a:gd name="connsiteX1" fmla="*/ 0 w 79393"/>
                <a:gd name="connsiteY1" fmla="*/ 89813 h 129509"/>
                <a:gd name="connsiteX2" fmla="*/ 0 w 79393"/>
                <a:gd name="connsiteY2" fmla="*/ 39697 h 129509"/>
                <a:gd name="connsiteX3" fmla="*/ 39697 w 79393"/>
                <a:gd name="connsiteY3" fmla="*/ 0 h 129509"/>
                <a:gd name="connsiteX4" fmla="*/ 79393 w 79393"/>
                <a:gd name="connsiteY4" fmla="*/ 39697 h 129509"/>
                <a:gd name="connsiteX5" fmla="*/ 79393 w 79393"/>
                <a:gd name="connsiteY5" fmla="*/ 89813 h 129509"/>
                <a:gd name="connsiteX6" fmla="*/ 39697 w 79393"/>
                <a:gd name="connsiteY6" fmla="*/ 129510 h 12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509">
                  <a:moveTo>
                    <a:pt x="39697" y="129510"/>
                  </a:moveTo>
                  <a:cubicBezTo>
                    <a:pt x="17773" y="129510"/>
                    <a:pt x="0" y="111737"/>
                    <a:pt x="0" y="898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89813"/>
                  </a:lnTo>
                  <a:cubicBezTo>
                    <a:pt x="79393" y="111737"/>
                    <a:pt x="61619" y="129510"/>
                    <a:pt x="39697" y="1295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1" name="Picture Placeholder 43">
            <a:extLst>
              <a:ext uri="{FF2B5EF4-FFF2-40B4-BE49-F238E27FC236}">
                <a16:creationId xmlns:a16="http://schemas.microsoft.com/office/drawing/2014/main" id="{CCDA8F74-19DA-4141-9A27-2D735A1722A5}"/>
              </a:ext>
            </a:extLst>
          </p:cNvPr>
          <p:cNvGrpSpPr>
            <a:grpSpLocks noChangeAspect="1"/>
          </p:cNvGrpSpPr>
          <p:nvPr/>
        </p:nvGrpSpPr>
        <p:grpSpPr>
          <a:xfrm>
            <a:off x="8081227" y="1477132"/>
            <a:ext cx="832338" cy="719499"/>
            <a:chOff x="8081227" y="1477132"/>
            <a:chExt cx="832338" cy="719499"/>
          </a:xfrm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607D3B37-8953-BC43-B08E-9E41A09E58B5}"/>
                </a:ext>
              </a:extLst>
            </p:cNvPr>
            <p:cNvSpPr/>
            <p:nvPr/>
          </p:nvSpPr>
          <p:spPr>
            <a:xfrm>
              <a:off x="8453582" y="1493060"/>
              <a:ext cx="79393" cy="207017"/>
            </a:xfrm>
            <a:custGeom>
              <a:avLst/>
              <a:gdLst>
                <a:gd name="connsiteX0" fmla="*/ 39697 w 79393"/>
                <a:gd name="connsiteY0" fmla="*/ 207018 h 207017"/>
                <a:gd name="connsiteX1" fmla="*/ 0 w 79393"/>
                <a:gd name="connsiteY1" fmla="*/ 167321 h 207017"/>
                <a:gd name="connsiteX2" fmla="*/ 0 w 79393"/>
                <a:gd name="connsiteY2" fmla="*/ 39697 h 207017"/>
                <a:gd name="connsiteX3" fmla="*/ 39697 w 79393"/>
                <a:gd name="connsiteY3" fmla="*/ 0 h 207017"/>
                <a:gd name="connsiteX4" fmla="*/ 79393 w 79393"/>
                <a:gd name="connsiteY4" fmla="*/ 39697 h 207017"/>
                <a:gd name="connsiteX5" fmla="*/ 79393 w 79393"/>
                <a:gd name="connsiteY5" fmla="*/ 167321 h 207017"/>
                <a:gd name="connsiteX6" fmla="*/ 39697 w 79393"/>
                <a:gd name="connsiteY6" fmla="*/ 207018 h 20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7017">
                  <a:moveTo>
                    <a:pt x="39697" y="207018"/>
                  </a:moveTo>
                  <a:cubicBezTo>
                    <a:pt x="17773" y="207018"/>
                    <a:pt x="0" y="189245"/>
                    <a:pt x="0" y="1673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7321"/>
                  </a:lnTo>
                  <a:cubicBezTo>
                    <a:pt x="79393" y="189245"/>
                    <a:pt x="61621" y="207018"/>
                    <a:pt x="39697" y="2070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B0F1934C-18E6-CE42-BE2F-2874760358D6}"/>
                </a:ext>
              </a:extLst>
            </p:cNvPr>
            <p:cNvSpPr/>
            <p:nvPr/>
          </p:nvSpPr>
          <p:spPr>
            <a:xfrm>
              <a:off x="8381898" y="1621032"/>
              <a:ext cx="223255" cy="178634"/>
            </a:xfrm>
            <a:custGeom>
              <a:avLst/>
              <a:gdLst>
                <a:gd name="connsiteX0" fmla="*/ 163730 w 223255"/>
                <a:gd name="connsiteY0" fmla="*/ 178634 h 178634"/>
                <a:gd name="connsiteX1" fmla="*/ 155890 w 223255"/>
                <a:gd name="connsiteY1" fmla="*/ 177890 h 178634"/>
                <a:gd name="connsiteX2" fmla="*/ 124728 w 223255"/>
                <a:gd name="connsiteY2" fmla="*/ 131197 h 178634"/>
                <a:gd name="connsiteX3" fmla="*/ 135099 w 223255"/>
                <a:gd name="connsiteY3" fmla="*/ 79393 h 178634"/>
                <a:gd name="connsiteX4" fmla="*/ 90093 w 223255"/>
                <a:gd name="connsiteY4" fmla="*/ 79393 h 178634"/>
                <a:gd name="connsiteX5" fmla="*/ 101952 w 223255"/>
                <a:gd name="connsiteY5" fmla="*/ 128369 h 178634"/>
                <a:gd name="connsiteX6" fmla="*/ 73434 w 223255"/>
                <a:gd name="connsiteY6" fmla="*/ 176725 h 178634"/>
                <a:gd name="connsiteX7" fmla="*/ 25077 w 223255"/>
                <a:gd name="connsiteY7" fmla="*/ 148207 h 178634"/>
                <a:gd name="connsiteX8" fmla="*/ 24792 w 223255"/>
                <a:gd name="connsiteY8" fmla="*/ 147026 h 178634"/>
                <a:gd name="connsiteX9" fmla="*/ 1073 w 223255"/>
                <a:gd name="connsiteY9" fmla="*/ 48827 h 178634"/>
                <a:gd name="connsiteX10" fmla="*/ 30575 w 223255"/>
                <a:gd name="connsiteY10" fmla="*/ 1064 h 178634"/>
                <a:gd name="connsiteX11" fmla="*/ 39678 w 223255"/>
                <a:gd name="connsiteY11" fmla="*/ 0 h 178634"/>
                <a:gd name="connsiteX12" fmla="*/ 183578 w 223255"/>
                <a:gd name="connsiteY12" fmla="*/ 0 h 178634"/>
                <a:gd name="connsiteX13" fmla="*/ 223255 w 223255"/>
                <a:gd name="connsiteY13" fmla="*/ 39718 h 178634"/>
                <a:gd name="connsiteX14" fmla="*/ 222481 w 223255"/>
                <a:gd name="connsiteY14" fmla="*/ 47487 h 178634"/>
                <a:gd name="connsiteX15" fmla="*/ 202633 w 223255"/>
                <a:gd name="connsiteY15" fmla="*/ 146728 h 178634"/>
                <a:gd name="connsiteX16" fmla="*/ 163730 w 223255"/>
                <a:gd name="connsiteY16" fmla="*/ 17863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255" h="178634">
                  <a:moveTo>
                    <a:pt x="163730" y="178634"/>
                  </a:moveTo>
                  <a:cubicBezTo>
                    <a:pt x="161099" y="178631"/>
                    <a:pt x="158475" y="178381"/>
                    <a:pt x="155890" y="177890"/>
                  </a:cubicBezTo>
                  <a:cubicBezTo>
                    <a:pt x="134392" y="173600"/>
                    <a:pt x="120440" y="152696"/>
                    <a:pt x="124728" y="131197"/>
                  </a:cubicBezTo>
                  <a:lnTo>
                    <a:pt x="135099" y="79393"/>
                  </a:lnTo>
                  <a:lnTo>
                    <a:pt x="90093" y="79393"/>
                  </a:lnTo>
                  <a:lnTo>
                    <a:pt x="101952" y="128369"/>
                  </a:lnTo>
                  <a:cubicBezTo>
                    <a:pt x="107430" y="149597"/>
                    <a:pt x="94662" y="171247"/>
                    <a:pt x="73434" y="176725"/>
                  </a:cubicBezTo>
                  <a:cubicBezTo>
                    <a:pt x="52205" y="182203"/>
                    <a:pt x="30555" y="169435"/>
                    <a:pt x="25077" y="148207"/>
                  </a:cubicBezTo>
                  <a:cubicBezTo>
                    <a:pt x="24976" y="147815"/>
                    <a:pt x="24881" y="147421"/>
                    <a:pt x="24792" y="147026"/>
                  </a:cubicBezTo>
                  <a:lnTo>
                    <a:pt x="1073" y="48827"/>
                  </a:lnTo>
                  <a:cubicBezTo>
                    <a:pt x="-3969" y="27491"/>
                    <a:pt x="9239" y="6107"/>
                    <a:pt x="30575" y="1064"/>
                  </a:cubicBezTo>
                  <a:cubicBezTo>
                    <a:pt x="33558" y="359"/>
                    <a:pt x="36613" y="2"/>
                    <a:pt x="39678" y="0"/>
                  </a:cubicBezTo>
                  <a:lnTo>
                    <a:pt x="183578" y="0"/>
                  </a:lnTo>
                  <a:cubicBezTo>
                    <a:pt x="205501" y="12"/>
                    <a:pt x="223265" y="17795"/>
                    <a:pt x="223255" y="39718"/>
                  </a:cubicBezTo>
                  <a:cubicBezTo>
                    <a:pt x="223250" y="42327"/>
                    <a:pt x="222992" y="44929"/>
                    <a:pt x="222481" y="47487"/>
                  </a:cubicBezTo>
                  <a:lnTo>
                    <a:pt x="202633" y="146728"/>
                  </a:lnTo>
                  <a:cubicBezTo>
                    <a:pt x="198921" y="165273"/>
                    <a:pt x="182641" y="178624"/>
                    <a:pt x="163730" y="17863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E3FF81AB-10CD-9E4A-B84F-40AE23AC866A}"/>
                </a:ext>
              </a:extLst>
            </p:cNvPr>
            <p:cNvSpPr/>
            <p:nvPr/>
          </p:nvSpPr>
          <p:spPr>
            <a:xfrm>
              <a:off x="8402274" y="1850478"/>
              <a:ext cx="190245" cy="171687"/>
            </a:xfrm>
            <a:custGeom>
              <a:avLst/>
              <a:gdLst>
                <a:gd name="connsiteX0" fmla="*/ 150549 w 190245"/>
                <a:gd name="connsiteY0" fmla="*/ 171688 h 171687"/>
                <a:gd name="connsiteX1" fmla="*/ 110853 w 190245"/>
                <a:gd name="connsiteY1" fmla="*/ 131991 h 171687"/>
                <a:gd name="connsiteX2" fmla="*/ 110853 w 190245"/>
                <a:gd name="connsiteY2" fmla="*/ 79393 h 171687"/>
                <a:gd name="connsiteX3" fmla="*/ 79393 w 190245"/>
                <a:gd name="connsiteY3" fmla="*/ 79393 h 171687"/>
                <a:gd name="connsiteX4" fmla="*/ 79393 w 190245"/>
                <a:gd name="connsiteY4" fmla="*/ 131991 h 171687"/>
                <a:gd name="connsiteX5" fmla="*/ 39697 w 190245"/>
                <a:gd name="connsiteY5" fmla="*/ 171688 h 171687"/>
                <a:gd name="connsiteX6" fmla="*/ 0 w 190245"/>
                <a:gd name="connsiteY6" fmla="*/ 131991 h 171687"/>
                <a:gd name="connsiteX7" fmla="*/ 0 w 190245"/>
                <a:gd name="connsiteY7" fmla="*/ 39697 h 171687"/>
                <a:gd name="connsiteX8" fmla="*/ 39697 w 190245"/>
                <a:gd name="connsiteY8" fmla="*/ 0 h 171687"/>
                <a:gd name="connsiteX9" fmla="*/ 150549 w 190245"/>
                <a:gd name="connsiteY9" fmla="*/ 0 h 171687"/>
                <a:gd name="connsiteX10" fmla="*/ 190246 w 190245"/>
                <a:gd name="connsiteY10" fmla="*/ 39697 h 171687"/>
                <a:gd name="connsiteX11" fmla="*/ 190246 w 190245"/>
                <a:gd name="connsiteY11" fmla="*/ 131991 h 171687"/>
                <a:gd name="connsiteX12" fmla="*/ 150549 w 190245"/>
                <a:gd name="connsiteY12" fmla="*/ 171688 h 17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687">
                  <a:moveTo>
                    <a:pt x="150549" y="171688"/>
                  </a:moveTo>
                  <a:cubicBezTo>
                    <a:pt x="128625" y="171688"/>
                    <a:pt x="110853" y="153913"/>
                    <a:pt x="110853" y="13199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1991"/>
                  </a:lnTo>
                  <a:cubicBezTo>
                    <a:pt x="79393" y="153913"/>
                    <a:pt x="61621" y="171688"/>
                    <a:pt x="39697" y="171688"/>
                  </a:cubicBezTo>
                  <a:cubicBezTo>
                    <a:pt x="17773" y="171688"/>
                    <a:pt x="0" y="153913"/>
                    <a:pt x="0" y="13199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0549" y="0"/>
                  </a:lnTo>
                  <a:cubicBezTo>
                    <a:pt x="172472" y="0"/>
                    <a:pt x="190246" y="17773"/>
                    <a:pt x="190246" y="39697"/>
                  </a:cubicBezTo>
                  <a:lnTo>
                    <a:pt x="190246" y="131991"/>
                  </a:lnTo>
                  <a:cubicBezTo>
                    <a:pt x="190246" y="153913"/>
                    <a:pt x="172472" y="171688"/>
                    <a:pt x="150549" y="1716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BC45A22-C31F-DB43-8A3C-092167B68098}"/>
                </a:ext>
              </a:extLst>
            </p:cNvPr>
            <p:cNvSpPr/>
            <p:nvPr/>
          </p:nvSpPr>
          <p:spPr>
            <a:xfrm>
              <a:off x="8173175" y="1851222"/>
              <a:ext cx="190245" cy="171737"/>
            </a:xfrm>
            <a:custGeom>
              <a:avLst/>
              <a:gdLst>
                <a:gd name="connsiteX0" fmla="*/ 150549 w 190245"/>
                <a:gd name="connsiteY0" fmla="*/ 171737 h 171737"/>
                <a:gd name="connsiteX1" fmla="*/ 110853 w 190245"/>
                <a:gd name="connsiteY1" fmla="*/ 132041 h 171737"/>
                <a:gd name="connsiteX2" fmla="*/ 110853 w 190245"/>
                <a:gd name="connsiteY2" fmla="*/ 79393 h 171737"/>
                <a:gd name="connsiteX3" fmla="*/ 79393 w 190245"/>
                <a:gd name="connsiteY3" fmla="*/ 79393 h 171737"/>
                <a:gd name="connsiteX4" fmla="*/ 79393 w 190245"/>
                <a:gd name="connsiteY4" fmla="*/ 132041 h 171737"/>
                <a:gd name="connsiteX5" fmla="*/ 39697 w 190245"/>
                <a:gd name="connsiteY5" fmla="*/ 171737 h 171737"/>
                <a:gd name="connsiteX6" fmla="*/ 0 w 190245"/>
                <a:gd name="connsiteY6" fmla="*/ 132041 h 171737"/>
                <a:gd name="connsiteX7" fmla="*/ 0 w 190245"/>
                <a:gd name="connsiteY7" fmla="*/ 39697 h 171737"/>
                <a:gd name="connsiteX8" fmla="*/ 39697 w 190245"/>
                <a:gd name="connsiteY8" fmla="*/ 0 h 171737"/>
                <a:gd name="connsiteX9" fmla="*/ 150549 w 190245"/>
                <a:gd name="connsiteY9" fmla="*/ 0 h 171737"/>
                <a:gd name="connsiteX10" fmla="*/ 190246 w 190245"/>
                <a:gd name="connsiteY10" fmla="*/ 39697 h 171737"/>
                <a:gd name="connsiteX11" fmla="*/ 190246 w 190245"/>
                <a:gd name="connsiteY11" fmla="*/ 132041 h 171737"/>
                <a:gd name="connsiteX12" fmla="*/ 150549 w 190245"/>
                <a:gd name="connsiteY12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737">
                  <a:moveTo>
                    <a:pt x="150549" y="171737"/>
                  </a:moveTo>
                  <a:cubicBezTo>
                    <a:pt x="128625" y="171737"/>
                    <a:pt x="110853" y="153963"/>
                    <a:pt x="110853" y="13204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2041"/>
                  </a:lnTo>
                  <a:cubicBezTo>
                    <a:pt x="79393" y="153963"/>
                    <a:pt x="61621" y="171737"/>
                    <a:pt x="39697" y="171737"/>
                  </a:cubicBezTo>
                  <a:cubicBezTo>
                    <a:pt x="17773" y="171737"/>
                    <a:pt x="0" y="153963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0549" y="0"/>
                  </a:lnTo>
                  <a:cubicBezTo>
                    <a:pt x="172473" y="0"/>
                    <a:pt x="190246" y="17773"/>
                    <a:pt x="190246" y="39697"/>
                  </a:cubicBezTo>
                  <a:lnTo>
                    <a:pt x="190246" y="132041"/>
                  </a:lnTo>
                  <a:cubicBezTo>
                    <a:pt x="190246" y="153963"/>
                    <a:pt x="172473" y="171737"/>
                    <a:pt x="150549" y="1717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A004C309-FE46-DA48-8CA8-203ED6536F69}"/>
                </a:ext>
              </a:extLst>
            </p:cNvPr>
            <p:cNvSpPr/>
            <p:nvPr/>
          </p:nvSpPr>
          <p:spPr>
            <a:xfrm>
              <a:off x="8625766" y="1848046"/>
              <a:ext cx="190245" cy="171737"/>
            </a:xfrm>
            <a:custGeom>
              <a:avLst/>
              <a:gdLst>
                <a:gd name="connsiteX0" fmla="*/ 150549 w 190245"/>
                <a:gd name="connsiteY0" fmla="*/ 171737 h 171737"/>
                <a:gd name="connsiteX1" fmla="*/ 110853 w 190245"/>
                <a:gd name="connsiteY1" fmla="*/ 132041 h 171737"/>
                <a:gd name="connsiteX2" fmla="*/ 110853 w 190245"/>
                <a:gd name="connsiteY2" fmla="*/ 79393 h 171737"/>
                <a:gd name="connsiteX3" fmla="*/ 79393 w 190245"/>
                <a:gd name="connsiteY3" fmla="*/ 79393 h 171737"/>
                <a:gd name="connsiteX4" fmla="*/ 79393 w 190245"/>
                <a:gd name="connsiteY4" fmla="*/ 132041 h 171737"/>
                <a:gd name="connsiteX5" fmla="*/ 39697 w 190245"/>
                <a:gd name="connsiteY5" fmla="*/ 171737 h 171737"/>
                <a:gd name="connsiteX6" fmla="*/ 0 w 190245"/>
                <a:gd name="connsiteY6" fmla="*/ 132041 h 171737"/>
                <a:gd name="connsiteX7" fmla="*/ 0 w 190245"/>
                <a:gd name="connsiteY7" fmla="*/ 39697 h 171737"/>
                <a:gd name="connsiteX8" fmla="*/ 39697 w 190245"/>
                <a:gd name="connsiteY8" fmla="*/ 0 h 171737"/>
                <a:gd name="connsiteX9" fmla="*/ 150549 w 190245"/>
                <a:gd name="connsiteY9" fmla="*/ 0 h 171737"/>
                <a:gd name="connsiteX10" fmla="*/ 190246 w 190245"/>
                <a:gd name="connsiteY10" fmla="*/ 39697 h 171737"/>
                <a:gd name="connsiteX11" fmla="*/ 190246 w 190245"/>
                <a:gd name="connsiteY11" fmla="*/ 132041 h 171737"/>
                <a:gd name="connsiteX12" fmla="*/ 150549 w 190245"/>
                <a:gd name="connsiteY12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245" h="171737">
                  <a:moveTo>
                    <a:pt x="150549" y="171737"/>
                  </a:moveTo>
                  <a:cubicBezTo>
                    <a:pt x="128627" y="171737"/>
                    <a:pt x="110853" y="153963"/>
                    <a:pt x="110853" y="132041"/>
                  </a:cubicBezTo>
                  <a:lnTo>
                    <a:pt x="110853" y="79393"/>
                  </a:lnTo>
                  <a:lnTo>
                    <a:pt x="79393" y="79393"/>
                  </a:lnTo>
                  <a:lnTo>
                    <a:pt x="79393" y="132041"/>
                  </a:lnTo>
                  <a:cubicBezTo>
                    <a:pt x="79393" y="153963"/>
                    <a:pt x="61619" y="171737"/>
                    <a:pt x="39697" y="171737"/>
                  </a:cubicBezTo>
                  <a:cubicBezTo>
                    <a:pt x="17774" y="171737"/>
                    <a:pt x="0" y="153963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150549" y="0"/>
                  </a:lnTo>
                  <a:cubicBezTo>
                    <a:pt x="172472" y="0"/>
                    <a:pt x="190246" y="17773"/>
                    <a:pt x="190246" y="39697"/>
                  </a:cubicBezTo>
                  <a:lnTo>
                    <a:pt x="190246" y="132041"/>
                  </a:lnTo>
                  <a:cubicBezTo>
                    <a:pt x="190246" y="153963"/>
                    <a:pt x="172472" y="171737"/>
                    <a:pt x="150549" y="1717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59E9CB50-C810-3D4D-BA72-0C10D28BB62D}"/>
                </a:ext>
              </a:extLst>
            </p:cNvPr>
            <p:cNvSpPr/>
            <p:nvPr/>
          </p:nvSpPr>
          <p:spPr>
            <a:xfrm>
              <a:off x="8170743" y="1477132"/>
              <a:ext cx="645069" cy="559622"/>
            </a:xfrm>
            <a:custGeom>
              <a:avLst/>
              <a:gdLst>
                <a:gd name="connsiteX0" fmla="*/ 605373 w 645069"/>
                <a:gd name="connsiteY0" fmla="*/ 559622 h 559622"/>
                <a:gd name="connsiteX1" fmla="*/ 565676 w 645069"/>
                <a:gd name="connsiteY1" fmla="*/ 519926 h 559622"/>
                <a:gd name="connsiteX2" fmla="*/ 565676 w 645069"/>
                <a:gd name="connsiteY2" fmla="*/ 79393 h 559622"/>
                <a:gd name="connsiteX3" fmla="*/ 79393 w 645069"/>
                <a:gd name="connsiteY3" fmla="*/ 79393 h 559622"/>
                <a:gd name="connsiteX4" fmla="*/ 79393 w 645069"/>
                <a:gd name="connsiteY4" fmla="*/ 519231 h 559622"/>
                <a:gd name="connsiteX5" fmla="*/ 39697 w 645069"/>
                <a:gd name="connsiteY5" fmla="*/ 558927 h 559622"/>
                <a:gd name="connsiteX6" fmla="*/ 0 w 645069"/>
                <a:gd name="connsiteY6" fmla="*/ 519231 h 559622"/>
                <a:gd name="connsiteX7" fmla="*/ 0 w 645069"/>
                <a:gd name="connsiteY7" fmla="*/ 39697 h 559622"/>
                <a:gd name="connsiteX8" fmla="*/ 39697 w 645069"/>
                <a:gd name="connsiteY8" fmla="*/ 0 h 559622"/>
                <a:gd name="connsiteX9" fmla="*/ 605373 w 645069"/>
                <a:gd name="connsiteY9" fmla="*/ 0 h 559622"/>
                <a:gd name="connsiteX10" fmla="*/ 645070 w 645069"/>
                <a:gd name="connsiteY10" fmla="*/ 39697 h 559622"/>
                <a:gd name="connsiteX11" fmla="*/ 645070 w 645069"/>
                <a:gd name="connsiteY11" fmla="*/ 519926 h 559622"/>
                <a:gd name="connsiteX12" fmla="*/ 605373 w 645069"/>
                <a:gd name="connsiteY12" fmla="*/ 559622 h 559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559622">
                  <a:moveTo>
                    <a:pt x="605373" y="559622"/>
                  </a:moveTo>
                  <a:cubicBezTo>
                    <a:pt x="583451" y="559622"/>
                    <a:pt x="565676" y="541848"/>
                    <a:pt x="565676" y="519926"/>
                  </a:cubicBezTo>
                  <a:lnTo>
                    <a:pt x="565676" y="79393"/>
                  </a:lnTo>
                  <a:lnTo>
                    <a:pt x="79393" y="79393"/>
                  </a:lnTo>
                  <a:lnTo>
                    <a:pt x="79393" y="519231"/>
                  </a:lnTo>
                  <a:cubicBezTo>
                    <a:pt x="79393" y="541153"/>
                    <a:pt x="61621" y="558927"/>
                    <a:pt x="39697" y="558927"/>
                  </a:cubicBezTo>
                  <a:cubicBezTo>
                    <a:pt x="17773" y="558927"/>
                    <a:pt x="0" y="541153"/>
                    <a:pt x="0" y="5192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519926"/>
                  </a:lnTo>
                  <a:cubicBezTo>
                    <a:pt x="645070" y="541848"/>
                    <a:pt x="627296" y="559622"/>
                    <a:pt x="605373" y="5596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66003465-8DD2-3646-8EFF-73A12F209F71}"/>
                </a:ext>
              </a:extLst>
            </p:cNvPr>
            <p:cNvSpPr/>
            <p:nvPr/>
          </p:nvSpPr>
          <p:spPr>
            <a:xfrm>
              <a:off x="8081227" y="1969915"/>
              <a:ext cx="449515" cy="226716"/>
            </a:xfrm>
            <a:custGeom>
              <a:avLst/>
              <a:gdLst>
                <a:gd name="connsiteX0" fmla="*/ 116956 w 449515"/>
                <a:gd name="connsiteY0" fmla="*/ 226717 h 226716"/>
                <a:gd name="connsiteX1" fmla="*/ 110605 w 449515"/>
                <a:gd name="connsiteY1" fmla="*/ 226171 h 226716"/>
                <a:gd name="connsiteX2" fmla="*/ 0 w 449515"/>
                <a:gd name="connsiteY2" fmla="*/ 111746 h 226716"/>
                <a:gd name="connsiteX3" fmla="*/ 31311 w 449515"/>
                <a:gd name="connsiteY3" fmla="*/ 36769 h 226716"/>
                <a:gd name="connsiteX4" fmla="*/ 109712 w 449515"/>
                <a:gd name="connsiteY4" fmla="*/ 1241 h 226716"/>
                <a:gd name="connsiteX5" fmla="*/ 324073 w 449515"/>
                <a:gd name="connsiteY5" fmla="*/ 0 h 226716"/>
                <a:gd name="connsiteX6" fmla="*/ 324768 w 449515"/>
                <a:gd name="connsiteY6" fmla="*/ 0 h 226716"/>
                <a:gd name="connsiteX7" fmla="*/ 410066 w 449515"/>
                <a:gd name="connsiteY7" fmla="*/ 1092 h 226716"/>
                <a:gd name="connsiteX8" fmla="*/ 449514 w 449515"/>
                <a:gd name="connsiteY8" fmla="*/ 41036 h 226716"/>
                <a:gd name="connsiteX9" fmla="*/ 409570 w 449515"/>
                <a:gd name="connsiteY9" fmla="*/ 80485 h 226716"/>
                <a:gd name="connsiteX10" fmla="*/ 409074 w 449515"/>
                <a:gd name="connsiteY10" fmla="*/ 80485 h 226716"/>
                <a:gd name="connsiteX11" fmla="*/ 324073 w 449515"/>
                <a:gd name="connsiteY11" fmla="*/ 79393 h 226716"/>
                <a:gd name="connsiteX12" fmla="*/ 109960 w 449515"/>
                <a:gd name="connsiteY12" fmla="*/ 80634 h 226716"/>
                <a:gd name="connsiteX13" fmla="*/ 79393 w 449515"/>
                <a:gd name="connsiteY13" fmla="*/ 111895 h 226716"/>
                <a:gd name="connsiteX14" fmla="*/ 120479 w 449515"/>
                <a:gd name="connsiteY14" fmla="*/ 147274 h 226716"/>
                <a:gd name="connsiteX15" fmla="*/ 273063 w 449515"/>
                <a:gd name="connsiteY15" fmla="*/ 146183 h 226716"/>
                <a:gd name="connsiteX16" fmla="*/ 273659 w 449515"/>
                <a:gd name="connsiteY16" fmla="*/ 146183 h 226716"/>
                <a:gd name="connsiteX17" fmla="*/ 408428 w 449515"/>
                <a:gd name="connsiteY17" fmla="*/ 147324 h 226716"/>
                <a:gd name="connsiteX18" fmla="*/ 448125 w 449515"/>
                <a:gd name="connsiteY18" fmla="*/ 187020 h 226716"/>
                <a:gd name="connsiteX19" fmla="*/ 408428 w 449515"/>
                <a:gd name="connsiteY19" fmla="*/ 226717 h 226716"/>
                <a:gd name="connsiteX20" fmla="*/ 407932 w 449515"/>
                <a:gd name="connsiteY20" fmla="*/ 226717 h 226716"/>
                <a:gd name="connsiteX21" fmla="*/ 273361 w 449515"/>
                <a:gd name="connsiteY21" fmla="*/ 225675 h 226716"/>
                <a:gd name="connsiteX22" fmla="*/ 117254 w 449515"/>
                <a:gd name="connsiteY22" fmla="*/ 226717 h 226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9515" h="226716">
                  <a:moveTo>
                    <a:pt x="116956" y="226717"/>
                  </a:moveTo>
                  <a:cubicBezTo>
                    <a:pt x="114828" y="226712"/>
                    <a:pt x="112703" y="226528"/>
                    <a:pt x="110605" y="226171"/>
                  </a:cubicBezTo>
                  <a:cubicBezTo>
                    <a:pt x="49472" y="216247"/>
                    <a:pt x="-99" y="164890"/>
                    <a:pt x="0" y="111746"/>
                  </a:cubicBezTo>
                  <a:cubicBezTo>
                    <a:pt x="703" y="83720"/>
                    <a:pt x="11873" y="56970"/>
                    <a:pt x="31311" y="36769"/>
                  </a:cubicBezTo>
                  <a:cubicBezTo>
                    <a:pt x="51358" y="14529"/>
                    <a:pt x="79771" y="1652"/>
                    <a:pt x="109712" y="1241"/>
                  </a:cubicBezTo>
                  <a:lnTo>
                    <a:pt x="324073" y="0"/>
                  </a:lnTo>
                  <a:lnTo>
                    <a:pt x="324768" y="0"/>
                  </a:lnTo>
                  <a:lnTo>
                    <a:pt x="410066" y="1092"/>
                  </a:lnTo>
                  <a:cubicBezTo>
                    <a:pt x="431990" y="1231"/>
                    <a:pt x="449651" y="19114"/>
                    <a:pt x="449514" y="41036"/>
                  </a:cubicBezTo>
                  <a:cubicBezTo>
                    <a:pt x="449378" y="62959"/>
                    <a:pt x="431494" y="80624"/>
                    <a:pt x="409570" y="80485"/>
                  </a:cubicBezTo>
                  <a:lnTo>
                    <a:pt x="409074" y="80485"/>
                  </a:lnTo>
                  <a:lnTo>
                    <a:pt x="324073" y="79393"/>
                  </a:lnTo>
                  <a:lnTo>
                    <a:pt x="109960" y="80634"/>
                  </a:lnTo>
                  <a:cubicBezTo>
                    <a:pt x="93386" y="80634"/>
                    <a:pt x="79393" y="99886"/>
                    <a:pt x="79393" y="111895"/>
                  </a:cubicBezTo>
                  <a:cubicBezTo>
                    <a:pt x="79393" y="122762"/>
                    <a:pt x="96810" y="142163"/>
                    <a:pt x="120479" y="147274"/>
                  </a:cubicBezTo>
                  <a:lnTo>
                    <a:pt x="273063" y="146183"/>
                  </a:lnTo>
                  <a:lnTo>
                    <a:pt x="273659" y="146183"/>
                  </a:lnTo>
                  <a:lnTo>
                    <a:pt x="408428" y="147324"/>
                  </a:lnTo>
                  <a:cubicBezTo>
                    <a:pt x="430352" y="147324"/>
                    <a:pt x="448125" y="165098"/>
                    <a:pt x="448125" y="187020"/>
                  </a:cubicBezTo>
                  <a:cubicBezTo>
                    <a:pt x="448125" y="208943"/>
                    <a:pt x="430352" y="226717"/>
                    <a:pt x="408428" y="226717"/>
                  </a:cubicBezTo>
                  <a:lnTo>
                    <a:pt x="407932" y="226717"/>
                  </a:lnTo>
                  <a:lnTo>
                    <a:pt x="273361" y="225675"/>
                  </a:lnTo>
                  <a:lnTo>
                    <a:pt x="117254" y="226717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7A035B3E-1A9E-8C4A-8065-F17A5C268EB1}"/>
                </a:ext>
              </a:extLst>
            </p:cNvPr>
            <p:cNvSpPr/>
            <p:nvPr/>
          </p:nvSpPr>
          <p:spPr>
            <a:xfrm>
              <a:off x="8449959" y="1969961"/>
              <a:ext cx="463606" cy="226670"/>
            </a:xfrm>
            <a:custGeom>
              <a:avLst/>
              <a:gdLst>
                <a:gd name="connsiteX0" fmla="*/ 39697 w 463606"/>
                <a:gd name="connsiteY0" fmla="*/ 226671 h 226670"/>
                <a:gd name="connsiteX1" fmla="*/ 0 w 463606"/>
                <a:gd name="connsiteY1" fmla="*/ 186974 h 226670"/>
                <a:gd name="connsiteX2" fmla="*/ 39697 w 463606"/>
                <a:gd name="connsiteY2" fmla="*/ 147278 h 226670"/>
                <a:gd name="connsiteX3" fmla="*/ 353399 w 463606"/>
                <a:gd name="connsiteY3" fmla="*/ 146087 h 226670"/>
                <a:gd name="connsiteX4" fmla="*/ 383916 w 463606"/>
                <a:gd name="connsiteY4" fmla="*/ 114826 h 226670"/>
                <a:gd name="connsiteX5" fmla="*/ 342780 w 463606"/>
                <a:gd name="connsiteY5" fmla="*/ 79397 h 226670"/>
                <a:gd name="connsiteX6" fmla="*/ 41235 w 463606"/>
                <a:gd name="connsiteY6" fmla="*/ 80538 h 226670"/>
                <a:gd name="connsiteX7" fmla="*/ 41235 w 463606"/>
                <a:gd name="connsiteY7" fmla="*/ 80538 h 226670"/>
                <a:gd name="connsiteX8" fmla="*/ 1538 w 463606"/>
                <a:gd name="connsiteY8" fmla="*/ 40841 h 226670"/>
                <a:gd name="connsiteX9" fmla="*/ 41235 w 463606"/>
                <a:gd name="connsiteY9" fmla="*/ 1145 h 226670"/>
                <a:gd name="connsiteX10" fmla="*/ 346502 w 463606"/>
                <a:gd name="connsiteY10" fmla="*/ 3 h 226670"/>
                <a:gd name="connsiteX11" fmla="*/ 353002 w 463606"/>
                <a:gd name="connsiteY11" fmla="*/ 500 h 226670"/>
                <a:gd name="connsiteX12" fmla="*/ 463607 w 463606"/>
                <a:gd name="connsiteY12" fmla="*/ 114975 h 226670"/>
                <a:gd name="connsiteX13" fmla="*/ 432395 w 463606"/>
                <a:gd name="connsiteY13" fmla="*/ 189902 h 226670"/>
                <a:gd name="connsiteX14" fmla="*/ 353994 w 463606"/>
                <a:gd name="connsiteY14" fmla="*/ 225480 h 226670"/>
                <a:gd name="connsiteX15" fmla="*/ 39697 w 463606"/>
                <a:gd name="connsiteY15" fmla="*/ 226671 h 22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3606" h="226670">
                  <a:moveTo>
                    <a:pt x="39697" y="226671"/>
                  </a:moveTo>
                  <a:cubicBezTo>
                    <a:pt x="17773" y="226671"/>
                    <a:pt x="0" y="208897"/>
                    <a:pt x="0" y="186974"/>
                  </a:cubicBezTo>
                  <a:cubicBezTo>
                    <a:pt x="0" y="165052"/>
                    <a:pt x="17773" y="147278"/>
                    <a:pt x="39697" y="147278"/>
                  </a:cubicBezTo>
                  <a:lnTo>
                    <a:pt x="353399" y="146087"/>
                  </a:lnTo>
                  <a:cubicBezTo>
                    <a:pt x="369923" y="146087"/>
                    <a:pt x="383916" y="126834"/>
                    <a:pt x="383916" y="114826"/>
                  </a:cubicBezTo>
                  <a:cubicBezTo>
                    <a:pt x="383916" y="103909"/>
                    <a:pt x="366449" y="84507"/>
                    <a:pt x="342780" y="79397"/>
                  </a:cubicBezTo>
                  <a:lnTo>
                    <a:pt x="41235" y="80538"/>
                  </a:lnTo>
                  <a:lnTo>
                    <a:pt x="41235" y="80538"/>
                  </a:lnTo>
                  <a:cubicBezTo>
                    <a:pt x="19311" y="80538"/>
                    <a:pt x="1538" y="62764"/>
                    <a:pt x="1538" y="40841"/>
                  </a:cubicBezTo>
                  <a:cubicBezTo>
                    <a:pt x="1538" y="18919"/>
                    <a:pt x="19311" y="1145"/>
                    <a:pt x="41235" y="1145"/>
                  </a:cubicBezTo>
                  <a:lnTo>
                    <a:pt x="346502" y="3"/>
                  </a:lnTo>
                  <a:cubicBezTo>
                    <a:pt x="348680" y="-26"/>
                    <a:pt x="350853" y="137"/>
                    <a:pt x="353002" y="500"/>
                  </a:cubicBezTo>
                  <a:cubicBezTo>
                    <a:pt x="414135" y="10424"/>
                    <a:pt x="463706" y="61831"/>
                    <a:pt x="463607" y="114975"/>
                  </a:cubicBezTo>
                  <a:cubicBezTo>
                    <a:pt x="462917" y="142971"/>
                    <a:pt x="451787" y="169696"/>
                    <a:pt x="432395" y="189902"/>
                  </a:cubicBezTo>
                  <a:cubicBezTo>
                    <a:pt x="412339" y="212137"/>
                    <a:pt x="383936" y="225028"/>
                    <a:pt x="353994" y="225480"/>
                  </a:cubicBezTo>
                  <a:lnTo>
                    <a:pt x="39697" y="22667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5ECD791-EB79-E04D-B8E3-2432844E11EB}"/>
                </a:ext>
              </a:extLst>
            </p:cNvPr>
            <p:cNvSpPr/>
            <p:nvPr/>
          </p:nvSpPr>
          <p:spPr>
            <a:xfrm>
              <a:off x="8262790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9FA4218C-741E-AC4C-9921-1C9296F44EBA}"/>
                </a:ext>
              </a:extLst>
            </p:cNvPr>
            <p:cNvSpPr/>
            <p:nvPr/>
          </p:nvSpPr>
          <p:spPr>
            <a:xfrm>
              <a:off x="8456311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E86E7C31-A6C8-8F40-ACBF-2444A91ADDEA}"/>
                </a:ext>
              </a:extLst>
            </p:cNvPr>
            <p:cNvSpPr/>
            <p:nvPr/>
          </p:nvSpPr>
          <p:spPr>
            <a:xfrm>
              <a:off x="8639907" y="203809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45">
            <a:extLst>
              <a:ext uri="{FF2B5EF4-FFF2-40B4-BE49-F238E27FC236}">
                <a16:creationId xmlns:a16="http://schemas.microsoft.com/office/drawing/2014/main" id="{CC5B6053-8A79-4E24-B767-6DF87DD701E4}"/>
              </a:ext>
            </a:extLst>
          </p:cNvPr>
          <p:cNvGrpSpPr>
            <a:grpSpLocks noChangeAspect="1"/>
          </p:cNvGrpSpPr>
          <p:nvPr/>
        </p:nvGrpSpPr>
        <p:grpSpPr>
          <a:xfrm>
            <a:off x="9492071" y="1419919"/>
            <a:ext cx="645069" cy="833776"/>
            <a:chOff x="9492071" y="1419919"/>
            <a:chExt cx="645069" cy="833776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A152B6A1-C43D-1C4D-BC3A-3851D974263E}"/>
                </a:ext>
              </a:extLst>
            </p:cNvPr>
            <p:cNvSpPr/>
            <p:nvPr/>
          </p:nvSpPr>
          <p:spPr>
            <a:xfrm>
              <a:off x="9586351" y="1419919"/>
              <a:ext cx="456510" cy="451548"/>
            </a:xfrm>
            <a:custGeom>
              <a:avLst/>
              <a:gdLst>
                <a:gd name="connsiteX0" fmla="*/ 416814 w 456510"/>
                <a:gd name="connsiteY0" fmla="*/ 451548 h 451548"/>
                <a:gd name="connsiteX1" fmla="*/ 377118 w 456510"/>
                <a:gd name="connsiteY1" fmla="*/ 411852 h 451548"/>
                <a:gd name="connsiteX2" fmla="*/ 377118 w 456510"/>
                <a:gd name="connsiteY2" fmla="*/ 243141 h 451548"/>
                <a:gd name="connsiteX3" fmla="*/ 228255 w 456510"/>
                <a:gd name="connsiteY3" fmla="*/ 79393 h 451548"/>
                <a:gd name="connsiteX4" fmla="*/ 79393 w 456510"/>
                <a:gd name="connsiteY4" fmla="*/ 243141 h 451548"/>
                <a:gd name="connsiteX5" fmla="*/ 79393 w 456510"/>
                <a:gd name="connsiteY5" fmla="*/ 411852 h 451548"/>
                <a:gd name="connsiteX6" fmla="*/ 39697 w 456510"/>
                <a:gd name="connsiteY6" fmla="*/ 451548 h 451548"/>
                <a:gd name="connsiteX7" fmla="*/ 0 w 456510"/>
                <a:gd name="connsiteY7" fmla="*/ 411852 h 451548"/>
                <a:gd name="connsiteX8" fmla="*/ 0 w 456510"/>
                <a:gd name="connsiteY8" fmla="*/ 243141 h 451548"/>
                <a:gd name="connsiteX9" fmla="*/ 228255 w 456510"/>
                <a:gd name="connsiteY9" fmla="*/ 0 h 451548"/>
                <a:gd name="connsiteX10" fmla="*/ 456511 w 456510"/>
                <a:gd name="connsiteY10" fmla="*/ 243141 h 451548"/>
                <a:gd name="connsiteX11" fmla="*/ 456511 w 456510"/>
                <a:gd name="connsiteY11" fmla="*/ 411852 h 451548"/>
                <a:gd name="connsiteX12" fmla="*/ 416814 w 456510"/>
                <a:gd name="connsiteY12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510" h="451548">
                  <a:moveTo>
                    <a:pt x="416814" y="451548"/>
                  </a:moveTo>
                  <a:cubicBezTo>
                    <a:pt x="394892" y="451548"/>
                    <a:pt x="377118" y="433776"/>
                    <a:pt x="377118" y="411852"/>
                  </a:cubicBezTo>
                  <a:lnTo>
                    <a:pt x="377118" y="243141"/>
                  </a:lnTo>
                  <a:cubicBezTo>
                    <a:pt x="377118" y="152881"/>
                    <a:pt x="310328" y="79393"/>
                    <a:pt x="228255" y="79393"/>
                  </a:cubicBezTo>
                  <a:cubicBezTo>
                    <a:pt x="146183" y="79393"/>
                    <a:pt x="79393" y="152782"/>
                    <a:pt x="79393" y="243141"/>
                  </a:cubicBezTo>
                  <a:lnTo>
                    <a:pt x="79393" y="411852"/>
                  </a:lnTo>
                  <a:cubicBezTo>
                    <a:pt x="79393" y="433776"/>
                    <a:pt x="61621" y="451548"/>
                    <a:pt x="39697" y="451548"/>
                  </a:cubicBezTo>
                  <a:cubicBezTo>
                    <a:pt x="17773" y="451548"/>
                    <a:pt x="0" y="433776"/>
                    <a:pt x="0" y="411852"/>
                  </a:cubicBezTo>
                  <a:lnTo>
                    <a:pt x="0" y="243141"/>
                  </a:lnTo>
                  <a:cubicBezTo>
                    <a:pt x="0" y="109166"/>
                    <a:pt x="102417" y="0"/>
                    <a:pt x="228255" y="0"/>
                  </a:cubicBezTo>
                  <a:cubicBezTo>
                    <a:pt x="354094" y="0"/>
                    <a:pt x="456511" y="109166"/>
                    <a:pt x="456511" y="243141"/>
                  </a:cubicBezTo>
                  <a:lnTo>
                    <a:pt x="456511" y="411852"/>
                  </a:lnTo>
                  <a:cubicBezTo>
                    <a:pt x="456511" y="433776"/>
                    <a:pt x="438737" y="451548"/>
                    <a:pt x="416814" y="4515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51C2F67-E871-054C-B221-BC182EDCDF34}"/>
                </a:ext>
              </a:extLst>
            </p:cNvPr>
            <p:cNvSpPr/>
            <p:nvPr/>
          </p:nvSpPr>
          <p:spPr>
            <a:xfrm>
              <a:off x="9492071" y="1792223"/>
              <a:ext cx="645069" cy="461472"/>
            </a:xfrm>
            <a:custGeom>
              <a:avLst/>
              <a:gdLst>
                <a:gd name="connsiteX0" fmla="*/ 605373 w 645069"/>
                <a:gd name="connsiteY0" fmla="*/ 461472 h 461472"/>
                <a:gd name="connsiteX1" fmla="*/ 39697 w 645069"/>
                <a:gd name="connsiteY1" fmla="*/ 461472 h 461472"/>
                <a:gd name="connsiteX2" fmla="*/ 0 w 645069"/>
                <a:gd name="connsiteY2" fmla="*/ 421776 h 461472"/>
                <a:gd name="connsiteX3" fmla="*/ 0 w 645069"/>
                <a:gd name="connsiteY3" fmla="*/ 39697 h 461472"/>
                <a:gd name="connsiteX4" fmla="*/ 39697 w 645069"/>
                <a:gd name="connsiteY4" fmla="*/ 0 h 461472"/>
                <a:gd name="connsiteX5" fmla="*/ 605373 w 645069"/>
                <a:gd name="connsiteY5" fmla="*/ 0 h 461472"/>
                <a:gd name="connsiteX6" fmla="*/ 645070 w 645069"/>
                <a:gd name="connsiteY6" fmla="*/ 39697 h 461472"/>
                <a:gd name="connsiteX7" fmla="*/ 645070 w 645069"/>
                <a:gd name="connsiteY7" fmla="*/ 421776 h 461472"/>
                <a:gd name="connsiteX8" fmla="*/ 605373 w 645069"/>
                <a:gd name="connsiteY8" fmla="*/ 461472 h 461472"/>
                <a:gd name="connsiteX9" fmla="*/ 79393 w 645069"/>
                <a:gd name="connsiteY9" fmla="*/ 382079 h 461472"/>
                <a:gd name="connsiteX10" fmla="*/ 565676 w 645069"/>
                <a:gd name="connsiteY10" fmla="*/ 382079 h 461472"/>
                <a:gd name="connsiteX11" fmla="*/ 565676 w 645069"/>
                <a:gd name="connsiteY11" fmla="*/ 79393 h 461472"/>
                <a:gd name="connsiteX12" fmla="*/ 79393 w 645069"/>
                <a:gd name="connsiteY12" fmla="*/ 79393 h 46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461472">
                  <a:moveTo>
                    <a:pt x="605373" y="461472"/>
                  </a:moveTo>
                  <a:lnTo>
                    <a:pt x="39697" y="461472"/>
                  </a:lnTo>
                  <a:cubicBezTo>
                    <a:pt x="17773" y="461472"/>
                    <a:pt x="0" y="443698"/>
                    <a:pt x="0" y="4217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421776"/>
                  </a:lnTo>
                  <a:cubicBezTo>
                    <a:pt x="645070" y="443698"/>
                    <a:pt x="627296" y="461472"/>
                    <a:pt x="605373" y="461472"/>
                  </a:cubicBezTo>
                  <a:close/>
                  <a:moveTo>
                    <a:pt x="79393" y="382079"/>
                  </a:moveTo>
                  <a:lnTo>
                    <a:pt x="565676" y="382079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2760864-DC5A-8F48-96B9-BD3AAF61817A}"/>
                </a:ext>
              </a:extLst>
            </p:cNvPr>
            <p:cNvSpPr/>
            <p:nvPr/>
          </p:nvSpPr>
          <p:spPr>
            <a:xfrm>
              <a:off x="9773419" y="1908435"/>
              <a:ext cx="80240" cy="166725"/>
            </a:xfrm>
            <a:custGeom>
              <a:avLst/>
              <a:gdLst>
                <a:gd name="connsiteX0" fmla="*/ 40542 w 80240"/>
                <a:gd name="connsiteY0" fmla="*/ 166626 h 166725"/>
                <a:gd name="connsiteX1" fmla="*/ 846 w 80240"/>
                <a:gd name="connsiteY1" fmla="*/ 127327 h 166725"/>
                <a:gd name="connsiteX2" fmla="*/ 2 w 80240"/>
                <a:gd name="connsiteY2" fmla="*/ 40094 h 166725"/>
                <a:gd name="connsiteX3" fmla="*/ 39298 w 80240"/>
                <a:gd name="connsiteY3" fmla="*/ 0 h 166725"/>
                <a:gd name="connsiteX4" fmla="*/ 39302 w 80240"/>
                <a:gd name="connsiteY4" fmla="*/ 0 h 166725"/>
                <a:gd name="connsiteX5" fmla="*/ 39699 w 80240"/>
                <a:gd name="connsiteY5" fmla="*/ 0 h 166725"/>
                <a:gd name="connsiteX6" fmla="*/ 79395 w 80240"/>
                <a:gd name="connsiteY6" fmla="*/ 39349 h 166725"/>
                <a:gd name="connsiteX7" fmla="*/ 80239 w 80240"/>
                <a:gd name="connsiteY7" fmla="*/ 126632 h 166725"/>
                <a:gd name="connsiteX8" fmla="*/ 40943 w 80240"/>
                <a:gd name="connsiteY8" fmla="*/ 166726 h 166725"/>
                <a:gd name="connsiteX9" fmla="*/ 40890 w 80240"/>
                <a:gd name="connsiteY9" fmla="*/ 166726 h 1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240" h="166725">
                  <a:moveTo>
                    <a:pt x="40542" y="166626"/>
                  </a:moveTo>
                  <a:cubicBezTo>
                    <a:pt x="18773" y="166626"/>
                    <a:pt x="1063" y="149095"/>
                    <a:pt x="846" y="127327"/>
                  </a:cubicBezTo>
                  <a:lnTo>
                    <a:pt x="2" y="40094"/>
                  </a:lnTo>
                  <a:cubicBezTo>
                    <a:pt x="-218" y="18171"/>
                    <a:pt x="17375" y="218"/>
                    <a:pt x="39298" y="0"/>
                  </a:cubicBezTo>
                  <a:cubicBezTo>
                    <a:pt x="39299" y="0"/>
                    <a:pt x="39300" y="0"/>
                    <a:pt x="39302" y="0"/>
                  </a:cubicBezTo>
                  <a:lnTo>
                    <a:pt x="39699" y="0"/>
                  </a:lnTo>
                  <a:cubicBezTo>
                    <a:pt x="61488" y="0"/>
                    <a:pt x="79205" y="17561"/>
                    <a:pt x="79395" y="39349"/>
                  </a:cubicBezTo>
                  <a:lnTo>
                    <a:pt x="80239" y="126632"/>
                  </a:lnTo>
                  <a:cubicBezTo>
                    <a:pt x="80459" y="148554"/>
                    <a:pt x="62866" y="166507"/>
                    <a:pt x="40943" y="166726"/>
                  </a:cubicBezTo>
                  <a:cubicBezTo>
                    <a:pt x="40925" y="166726"/>
                    <a:pt x="40907" y="166726"/>
                    <a:pt x="40890" y="1667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47">
            <a:extLst>
              <a:ext uri="{FF2B5EF4-FFF2-40B4-BE49-F238E27FC236}">
                <a16:creationId xmlns:a16="http://schemas.microsoft.com/office/drawing/2014/main" id="{6A4426FB-81A5-4746-9DB7-DE82F8779A07}"/>
              </a:ext>
            </a:extLst>
          </p:cNvPr>
          <p:cNvGrpSpPr>
            <a:grpSpLocks noChangeAspect="1"/>
          </p:cNvGrpSpPr>
          <p:nvPr/>
        </p:nvGrpSpPr>
        <p:grpSpPr>
          <a:xfrm>
            <a:off x="1602235" y="2538555"/>
            <a:ext cx="645069" cy="833776"/>
            <a:chOff x="1602235" y="2538555"/>
            <a:chExt cx="645069" cy="833776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0C1AE1B4-4FD9-8A4A-9D88-56F6DA31EC8E}"/>
                </a:ext>
              </a:extLst>
            </p:cNvPr>
            <p:cNvSpPr/>
            <p:nvPr/>
          </p:nvSpPr>
          <p:spPr>
            <a:xfrm>
              <a:off x="1696515" y="2538555"/>
              <a:ext cx="456510" cy="451548"/>
            </a:xfrm>
            <a:custGeom>
              <a:avLst/>
              <a:gdLst>
                <a:gd name="connsiteX0" fmla="*/ 39697 w 456510"/>
                <a:gd name="connsiteY0" fmla="*/ 451548 h 451548"/>
                <a:gd name="connsiteX1" fmla="*/ 0 w 456510"/>
                <a:gd name="connsiteY1" fmla="*/ 411852 h 451548"/>
                <a:gd name="connsiteX2" fmla="*/ 0 w 456510"/>
                <a:gd name="connsiteY2" fmla="*/ 243141 h 451548"/>
                <a:gd name="connsiteX3" fmla="*/ 228255 w 456510"/>
                <a:gd name="connsiteY3" fmla="*/ 0 h 451548"/>
                <a:gd name="connsiteX4" fmla="*/ 453385 w 456510"/>
                <a:gd name="connsiteY4" fmla="*/ 202651 h 451548"/>
                <a:gd name="connsiteX5" fmla="*/ 456511 w 456510"/>
                <a:gd name="connsiteY5" fmla="*/ 218182 h 451548"/>
                <a:gd name="connsiteX6" fmla="*/ 456511 w 456510"/>
                <a:gd name="connsiteY6" fmla="*/ 242992 h 451548"/>
                <a:gd name="connsiteX7" fmla="*/ 416814 w 456510"/>
                <a:gd name="connsiteY7" fmla="*/ 282689 h 451548"/>
                <a:gd name="connsiteX8" fmla="*/ 377118 w 456510"/>
                <a:gd name="connsiteY8" fmla="*/ 242992 h 451548"/>
                <a:gd name="connsiteX9" fmla="*/ 228255 w 456510"/>
                <a:gd name="connsiteY9" fmla="*/ 79244 h 451548"/>
                <a:gd name="connsiteX10" fmla="*/ 79393 w 456510"/>
                <a:gd name="connsiteY10" fmla="*/ 242992 h 451548"/>
                <a:gd name="connsiteX11" fmla="*/ 79393 w 456510"/>
                <a:gd name="connsiteY11" fmla="*/ 411703 h 451548"/>
                <a:gd name="connsiteX12" fmla="*/ 39846 w 456510"/>
                <a:gd name="connsiteY12" fmla="*/ 451548 h 451548"/>
                <a:gd name="connsiteX13" fmla="*/ 39697 w 456510"/>
                <a:gd name="connsiteY13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510" h="451548">
                  <a:moveTo>
                    <a:pt x="39697" y="451548"/>
                  </a:moveTo>
                  <a:cubicBezTo>
                    <a:pt x="17773" y="451548"/>
                    <a:pt x="0" y="433776"/>
                    <a:pt x="0" y="411852"/>
                  </a:cubicBezTo>
                  <a:lnTo>
                    <a:pt x="0" y="243141"/>
                  </a:lnTo>
                  <a:cubicBezTo>
                    <a:pt x="0" y="109166"/>
                    <a:pt x="102417" y="0"/>
                    <a:pt x="228255" y="0"/>
                  </a:cubicBezTo>
                  <a:cubicBezTo>
                    <a:pt x="341192" y="0"/>
                    <a:pt x="435224" y="87779"/>
                    <a:pt x="453385" y="202651"/>
                  </a:cubicBezTo>
                  <a:cubicBezTo>
                    <a:pt x="455444" y="207570"/>
                    <a:pt x="456506" y="212849"/>
                    <a:pt x="456511" y="218182"/>
                  </a:cubicBezTo>
                  <a:lnTo>
                    <a:pt x="456511" y="242992"/>
                  </a:lnTo>
                  <a:cubicBezTo>
                    <a:pt x="456511" y="264916"/>
                    <a:pt x="438737" y="282689"/>
                    <a:pt x="416814" y="282689"/>
                  </a:cubicBezTo>
                  <a:cubicBezTo>
                    <a:pt x="394892" y="282689"/>
                    <a:pt x="377118" y="264916"/>
                    <a:pt x="377118" y="242992"/>
                  </a:cubicBezTo>
                  <a:cubicBezTo>
                    <a:pt x="377118" y="152732"/>
                    <a:pt x="310328" y="79244"/>
                    <a:pt x="228255" y="79244"/>
                  </a:cubicBezTo>
                  <a:cubicBezTo>
                    <a:pt x="146183" y="79244"/>
                    <a:pt x="79393" y="152633"/>
                    <a:pt x="79393" y="242992"/>
                  </a:cubicBezTo>
                  <a:lnTo>
                    <a:pt x="79393" y="411703"/>
                  </a:lnTo>
                  <a:cubicBezTo>
                    <a:pt x="79476" y="433626"/>
                    <a:pt x="61769" y="451466"/>
                    <a:pt x="39846" y="451548"/>
                  </a:cubicBezTo>
                  <a:cubicBezTo>
                    <a:pt x="39796" y="451548"/>
                    <a:pt x="39746" y="451548"/>
                    <a:pt x="39697" y="4515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9E8A607F-D6DB-3146-A304-801D483B47C6}"/>
                </a:ext>
              </a:extLst>
            </p:cNvPr>
            <p:cNvSpPr/>
            <p:nvPr/>
          </p:nvSpPr>
          <p:spPr>
            <a:xfrm>
              <a:off x="1602235" y="2910859"/>
              <a:ext cx="645069" cy="461472"/>
            </a:xfrm>
            <a:custGeom>
              <a:avLst/>
              <a:gdLst>
                <a:gd name="connsiteX0" fmla="*/ 605373 w 645069"/>
                <a:gd name="connsiteY0" fmla="*/ 461472 h 461472"/>
                <a:gd name="connsiteX1" fmla="*/ 39697 w 645069"/>
                <a:gd name="connsiteY1" fmla="*/ 461472 h 461472"/>
                <a:gd name="connsiteX2" fmla="*/ 0 w 645069"/>
                <a:gd name="connsiteY2" fmla="*/ 421776 h 461472"/>
                <a:gd name="connsiteX3" fmla="*/ 0 w 645069"/>
                <a:gd name="connsiteY3" fmla="*/ 39697 h 461472"/>
                <a:gd name="connsiteX4" fmla="*/ 39697 w 645069"/>
                <a:gd name="connsiteY4" fmla="*/ 0 h 461472"/>
                <a:gd name="connsiteX5" fmla="*/ 605373 w 645069"/>
                <a:gd name="connsiteY5" fmla="*/ 0 h 461472"/>
                <a:gd name="connsiteX6" fmla="*/ 645070 w 645069"/>
                <a:gd name="connsiteY6" fmla="*/ 39697 h 461472"/>
                <a:gd name="connsiteX7" fmla="*/ 645070 w 645069"/>
                <a:gd name="connsiteY7" fmla="*/ 421776 h 461472"/>
                <a:gd name="connsiteX8" fmla="*/ 605373 w 645069"/>
                <a:gd name="connsiteY8" fmla="*/ 461472 h 461472"/>
                <a:gd name="connsiteX9" fmla="*/ 79393 w 645069"/>
                <a:gd name="connsiteY9" fmla="*/ 382079 h 461472"/>
                <a:gd name="connsiteX10" fmla="*/ 565676 w 645069"/>
                <a:gd name="connsiteY10" fmla="*/ 382079 h 461472"/>
                <a:gd name="connsiteX11" fmla="*/ 565676 w 645069"/>
                <a:gd name="connsiteY11" fmla="*/ 79393 h 461472"/>
                <a:gd name="connsiteX12" fmla="*/ 79393 w 645069"/>
                <a:gd name="connsiteY12" fmla="*/ 79393 h 46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069" h="461472">
                  <a:moveTo>
                    <a:pt x="605373" y="461472"/>
                  </a:moveTo>
                  <a:lnTo>
                    <a:pt x="39697" y="461472"/>
                  </a:lnTo>
                  <a:cubicBezTo>
                    <a:pt x="17773" y="461472"/>
                    <a:pt x="0" y="443698"/>
                    <a:pt x="0" y="4217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5373" y="0"/>
                  </a:lnTo>
                  <a:cubicBezTo>
                    <a:pt x="627296" y="0"/>
                    <a:pt x="645070" y="17773"/>
                    <a:pt x="645070" y="39697"/>
                  </a:cubicBezTo>
                  <a:lnTo>
                    <a:pt x="645070" y="421776"/>
                  </a:lnTo>
                  <a:cubicBezTo>
                    <a:pt x="645070" y="443698"/>
                    <a:pt x="627296" y="461472"/>
                    <a:pt x="605373" y="461472"/>
                  </a:cubicBezTo>
                  <a:close/>
                  <a:moveTo>
                    <a:pt x="79393" y="382079"/>
                  </a:moveTo>
                  <a:lnTo>
                    <a:pt x="565676" y="382079"/>
                  </a:lnTo>
                  <a:lnTo>
                    <a:pt x="5656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B233747A-1562-654D-B8C5-905424CB26AB}"/>
                </a:ext>
              </a:extLst>
            </p:cNvPr>
            <p:cNvSpPr/>
            <p:nvPr/>
          </p:nvSpPr>
          <p:spPr>
            <a:xfrm>
              <a:off x="1883583" y="3032033"/>
              <a:ext cx="80240" cy="166725"/>
            </a:xfrm>
            <a:custGeom>
              <a:avLst/>
              <a:gdLst>
                <a:gd name="connsiteX0" fmla="*/ 40542 w 80240"/>
                <a:gd name="connsiteY0" fmla="*/ 166626 h 166725"/>
                <a:gd name="connsiteX1" fmla="*/ 846 w 80240"/>
                <a:gd name="connsiteY1" fmla="*/ 127327 h 166725"/>
                <a:gd name="connsiteX2" fmla="*/ 2 w 80240"/>
                <a:gd name="connsiteY2" fmla="*/ 40094 h 166725"/>
                <a:gd name="connsiteX3" fmla="*/ 39298 w 80240"/>
                <a:gd name="connsiteY3" fmla="*/ 0 h 166725"/>
                <a:gd name="connsiteX4" fmla="*/ 39302 w 80240"/>
                <a:gd name="connsiteY4" fmla="*/ 0 h 166725"/>
                <a:gd name="connsiteX5" fmla="*/ 39699 w 80240"/>
                <a:gd name="connsiteY5" fmla="*/ 0 h 166725"/>
                <a:gd name="connsiteX6" fmla="*/ 79395 w 80240"/>
                <a:gd name="connsiteY6" fmla="*/ 39349 h 166725"/>
                <a:gd name="connsiteX7" fmla="*/ 80239 w 80240"/>
                <a:gd name="connsiteY7" fmla="*/ 126632 h 166725"/>
                <a:gd name="connsiteX8" fmla="*/ 40943 w 80240"/>
                <a:gd name="connsiteY8" fmla="*/ 166726 h 166725"/>
                <a:gd name="connsiteX9" fmla="*/ 40890 w 80240"/>
                <a:gd name="connsiteY9" fmla="*/ 166726 h 1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240" h="166725">
                  <a:moveTo>
                    <a:pt x="40542" y="166626"/>
                  </a:moveTo>
                  <a:cubicBezTo>
                    <a:pt x="18773" y="166626"/>
                    <a:pt x="1063" y="149095"/>
                    <a:pt x="846" y="127327"/>
                  </a:cubicBezTo>
                  <a:lnTo>
                    <a:pt x="2" y="40094"/>
                  </a:lnTo>
                  <a:cubicBezTo>
                    <a:pt x="-218" y="18171"/>
                    <a:pt x="17375" y="218"/>
                    <a:pt x="39298" y="0"/>
                  </a:cubicBezTo>
                  <a:cubicBezTo>
                    <a:pt x="39299" y="0"/>
                    <a:pt x="39300" y="0"/>
                    <a:pt x="39302" y="0"/>
                  </a:cubicBezTo>
                  <a:lnTo>
                    <a:pt x="39699" y="0"/>
                  </a:lnTo>
                  <a:cubicBezTo>
                    <a:pt x="61488" y="0"/>
                    <a:pt x="79205" y="17561"/>
                    <a:pt x="79395" y="39349"/>
                  </a:cubicBezTo>
                  <a:lnTo>
                    <a:pt x="80239" y="126632"/>
                  </a:lnTo>
                  <a:cubicBezTo>
                    <a:pt x="80459" y="148554"/>
                    <a:pt x="62866" y="166507"/>
                    <a:pt x="40943" y="166726"/>
                  </a:cubicBezTo>
                  <a:cubicBezTo>
                    <a:pt x="40925" y="166726"/>
                    <a:pt x="40907" y="166726"/>
                    <a:pt x="40890" y="1667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49">
            <a:extLst>
              <a:ext uri="{FF2B5EF4-FFF2-40B4-BE49-F238E27FC236}">
                <a16:creationId xmlns:a16="http://schemas.microsoft.com/office/drawing/2014/main" id="{7285ECD1-7D95-4956-BA07-E20011017F74}"/>
              </a:ext>
            </a:extLst>
          </p:cNvPr>
          <p:cNvGrpSpPr>
            <a:grpSpLocks noChangeAspect="1"/>
          </p:cNvGrpSpPr>
          <p:nvPr/>
        </p:nvGrpSpPr>
        <p:grpSpPr>
          <a:xfrm>
            <a:off x="2828391" y="2537562"/>
            <a:ext cx="827773" cy="835910"/>
            <a:chOff x="2828391" y="2537562"/>
            <a:chExt cx="827773" cy="835910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9857C99A-23F0-D14B-8809-4369E1B19C0C}"/>
                </a:ext>
              </a:extLst>
            </p:cNvPr>
            <p:cNvSpPr/>
            <p:nvPr/>
          </p:nvSpPr>
          <p:spPr>
            <a:xfrm>
              <a:off x="3011889" y="2537562"/>
              <a:ext cx="644275" cy="649485"/>
            </a:xfrm>
            <a:custGeom>
              <a:avLst/>
              <a:gdLst>
                <a:gd name="connsiteX0" fmla="*/ 604579 w 644275"/>
                <a:gd name="connsiteY0" fmla="*/ 649485 h 649485"/>
                <a:gd name="connsiteX1" fmla="*/ 425349 w 644275"/>
                <a:gd name="connsiteY1" fmla="*/ 649485 h 649485"/>
                <a:gd name="connsiteX2" fmla="*/ 385652 w 644275"/>
                <a:gd name="connsiteY2" fmla="*/ 609789 h 649485"/>
                <a:gd name="connsiteX3" fmla="*/ 425349 w 644275"/>
                <a:gd name="connsiteY3" fmla="*/ 570092 h 649485"/>
                <a:gd name="connsiteX4" fmla="*/ 564734 w 644275"/>
                <a:gd name="connsiteY4" fmla="*/ 570092 h 649485"/>
                <a:gd name="connsiteX5" fmla="*/ 563096 w 644275"/>
                <a:gd name="connsiteY5" fmla="*/ 79393 h 649485"/>
                <a:gd name="connsiteX6" fmla="*/ 79393 w 644275"/>
                <a:gd name="connsiteY6" fmla="*/ 79393 h 649485"/>
                <a:gd name="connsiteX7" fmla="*/ 79393 w 644275"/>
                <a:gd name="connsiteY7" fmla="*/ 226121 h 649485"/>
                <a:gd name="connsiteX8" fmla="*/ 39697 w 644275"/>
                <a:gd name="connsiteY8" fmla="*/ 265818 h 649485"/>
                <a:gd name="connsiteX9" fmla="*/ 0 w 644275"/>
                <a:gd name="connsiteY9" fmla="*/ 226121 h 649485"/>
                <a:gd name="connsiteX10" fmla="*/ 0 w 644275"/>
                <a:gd name="connsiteY10" fmla="*/ 39697 h 649485"/>
                <a:gd name="connsiteX11" fmla="*/ 39697 w 644275"/>
                <a:gd name="connsiteY11" fmla="*/ 0 h 649485"/>
                <a:gd name="connsiteX12" fmla="*/ 602644 w 644275"/>
                <a:gd name="connsiteY12" fmla="*/ 0 h 649485"/>
                <a:gd name="connsiteX13" fmla="*/ 642341 w 644275"/>
                <a:gd name="connsiteY13" fmla="*/ 39697 h 649485"/>
                <a:gd name="connsiteX14" fmla="*/ 644276 w 644275"/>
                <a:gd name="connsiteY14" fmla="*/ 609739 h 649485"/>
                <a:gd name="connsiteX15" fmla="*/ 604579 w 644275"/>
                <a:gd name="connsiteY15" fmla="*/ 649436 h 64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649485">
                  <a:moveTo>
                    <a:pt x="604579" y="649485"/>
                  </a:moveTo>
                  <a:lnTo>
                    <a:pt x="425349" y="649485"/>
                  </a:lnTo>
                  <a:cubicBezTo>
                    <a:pt x="403427" y="649485"/>
                    <a:pt x="385652" y="631711"/>
                    <a:pt x="385652" y="609789"/>
                  </a:cubicBezTo>
                  <a:cubicBezTo>
                    <a:pt x="385652" y="587866"/>
                    <a:pt x="403427" y="570092"/>
                    <a:pt x="425349" y="570092"/>
                  </a:cubicBezTo>
                  <a:lnTo>
                    <a:pt x="564734" y="570092"/>
                  </a:lnTo>
                  <a:lnTo>
                    <a:pt x="563096" y="79393"/>
                  </a:lnTo>
                  <a:lnTo>
                    <a:pt x="79393" y="79393"/>
                  </a:lnTo>
                  <a:lnTo>
                    <a:pt x="79393" y="226121"/>
                  </a:lnTo>
                  <a:cubicBezTo>
                    <a:pt x="79393" y="248045"/>
                    <a:pt x="61621" y="265818"/>
                    <a:pt x="39697" y="265818"/>
                  </a:cubicBezTo>
                  <a:cubicBezTo>
                    <a:pt x="17773" y="265818"/>
                    <a:pt x="0" y="248045"/>
                    <a:pt x="0" y="2261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2644" y="0"/>
                  </a:lnTo>
                  <a:cubicBezTo>
                    <a:pt x="624566" y="0"/>
                    <a:pt x="642341" y="17773"/>
                    <a:pt x="642341" y="39697"/>
                  </a:cubicBezTo>
                  <a:lnTo>
                    <a:pt x="644276" y="609739"/>
                  </a:lnTo>
                  <a:cubicBezTo>
                    <a:pt x="644276" y="631661"/>
                    <a:pt x="626502" y="649436"/>
                    <a:pt x="604579" y="6494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872918A-26E6-EF49-AF07-FA3E4197E498}"/>
                </a:ext>
              </a:extLst>
            </p:cNvPr>
            <p:cNvSpPr/>
            <p:nvPr/>
          </p:nvSpPr>
          <p:spPr>
            <a:xfrm>
              <a:off x="3152018" y="2681802"/>
              <a:ext cx="79591" cy="79203"/>
            </a:xfrm>
            <a:custGeom>
              <a:avLst/>
              <a:gdLst>
                <a:gd name="connsiteX0" fmla="*/ 39746 w 79591"/>
                <a:gd name="connsiteY0" fmla="*/ 79203 h 79203"/>
                <a:gd name="connsiteX1" fmla="*/ 32006 w 79591"/>
                <a:gd name="connsiteY1" fmla="*/ 78459 h 79203"/>
                <a:gd name="connsiteX2" fmla="*/ 24563 w 79591"/>
                <a:gd name="connsiteY2" fmla="*/ 76176 h 79203"/>
                <a:gd name="connsiteX3" fmla="*/ 17715 w 79591"/>
                <a:gd name="connsiteY3" fmla="*/ 72752 h 79203"/>
                <a:gd name="connsiteX4" fmla="*/ 11661 w 79591"/>
                <a:gd name="connsiteY4" fmla="*/ 67790 h 79203"/>
                <a:gd name="connsiteX5" fmla="*/ 6699 w 79591"/>
                <a:gd name="connsiteY5" fmla="*/ 61736 h 79203"/>
                <a:gd name="connsiteX6" fmla="*/ 3027 w 79591"/>
                <a:gd name="connsiteY6" fmla="*/ 54889 h 79203"/>
                <a:gd name="connsiteX7" fmla="*/ 794 w 79591"/>
                <a:gd name="connsiteY7" fmla="*/ 47495 h 79203"/>
                <a:gd name="connsiteX8" fmla="*/ 0 w 79591"/>
                <a:gd name="connsiteY8" fmla="*/ 39705 h 79203"/>
                <a:gd name="connsiteX9" fmla="*/ 794 w 79591"/>
                <a:gd name="connsiteY9" fmla="*/ 31964 h 79203"/>
                <a:gd name="connsiteX10" fmla="*/ 3027 w 79591"/>
                <a:gd name="connsiteY10" fmla="*/ 24521 h 79203"/>
                <a:gd name="connsiteX11" fmla="*/ 6699 w 79591"/>
                <a:gd name="connsiteY11" fmla="*/ 17673 h 79203"/>
                <a:gd name="connsiteX12" fmla="*/ 17665 w 79591"/>
                <a:gd name="connsiteY12" fmla="*/ 6707 h 79203"/>
                <a:gd name="connsiteX13" fmla="*/ 31956 w 79591"/>
                <a:gd name="connsiteY13" fmla="*/ 802 h 79203"/>
                <a:gd name="connsiteX14" fmla="*/ 67931 w 79591"/>
                <a:gd name="connsiteY14" fmla="*/ 11471 h 79203"/>
                <a:gd name="connsiteX15" fmla="*/ 72893 w 79591"/>
                <a:gd name="connsiteY15" fmla="*/ 17475 h 79203"/>
                <a:gd name="connsiteX16" fmla="*/ 76565 w 79591"/>
                <a:gd name="connsiteY16" fmla="*/ 24322 h 79203"/>
                <a:gd name="connsiteX17" fmla="*/ 78848 w 79591"/>
                <a:gd name="connsiteY17" fmla="*/ 31765 h 79203"/>
                <a:gd name="connsiteX18" fmla="*/ 79592 w 79591"/>
                <a:gd name="connsiteY18" fmla="*/ 39506 h 79203"/>
                <a:gd name="connsiteX19" fmla="*/ 78848 w 79591"/>
                <a:gd name="connsiteY19" fmla="*/ 47297 h 79203"/>
                <a:gd name="connsiteX20" fmla="*/ 76565 w 79591"/>
                <a:gd name="connsiteY20" fmla="*/ 54690 h 79203"/>
                <a:gd name="connsiteX21" fmla="*/ 72893 w 79591"/>
                <a:gd name="connsiteY21" fmla="*/ 61538 h 79203"/>
                <a:gd name="connsiteX22" fmla="*/ 67931 w 79591"/>
                <a:gd name="connsiteY22" fmla="*/ 67790 h 79203"/>
                <a:gd name="connsiteX23" fmla="*/ 39746 w 79591"/>
                <a:gd name="connsiteY23" fmla="*/ 79203 h 7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591" h="79203">
                  <a:moveTo>
                    <a:pt x="39746" y="79203"/>
                  </a:moveTo>
                  <a:cubicBezTo>
                    <a:pt x="37148" y="79203"/>
                    <a:pt x="34556" y="78954"/>
                    <a:pt x="32006" y="78459"/>
                  </a:cubicBezTo>
                  <a:cubicBezTo>
                    <a:pt x="29461" y="77924"/>
                    <a:pt x="26970" y="77160"/>
                    <a:pt x="24563" y="76176"/>
                  </a:cubicBezTo>
                  <a:cubicBezTo>
                    <a:pt x="22175" y="75258"/>
                    <a:pt x="19882" y="74111"/>
                    <a:pt x="17715" y="72752"/>
                  </a:cubicBezTo>
                  <a:cubicBezTo>
                    <a:pt x="15534" y="71308"/>
                    <a:pt x="13506" y="69645"/>
                    <a:pt x="11661" y="67790"/>
                  </a:cubicBezTo>
                  <a:cubicBezTo>
                    <a:pt x="9820" y="65933"/>
                    <a:pt x="8159" y="63906"/>
                    <a:pt x="6699" y="61736"/>
                  </a:cubicBezTo>
                  <a:cubicBezTo>
                    <a:pt x="5254" y="59579"/>
                    <a:pt x="4024" y="57286"/>
                    <a:pt x="3027" y="54889"/>
                  </a:cubicBezTo>
                  <a:cubicBezTo>
                    <a:pt x="2037" y="52505"/>
                    <a:pt x="1288" y="50028"/>
                    <a:pt x="794" y="47495"/>
                  </a:cubicBezTo>
                  <a:cubicBezTo>
                    <a:pt x="260" y="44933"/>
                    <a:pt x="-6" y="42322"/>
                    <a:pt x="0" y="39705"/>
                  </a:cubicBezTo>
                  <a:cubicBezTo>
                    <a:pt x="-9" y="37104"/>
                    <a:pt x="258" y="34509"/>
                    <a:pt x="794" y="31964"/>
                  </a:cubicBezTo>
                  <a:cubicBezTo>
                    <a:pt x="1295" y="29416"/>
                    <a:pt x="2043" y="26923"/>
                    <a:pt x="3027" y="24521"/>
                  </a:cubicBezTo>
                  <a:cubicBezTo>
                    <a:pt x="4033" y="22128"/>
                    <a:pt x="5263" y="19836"/>
                    <a:pt x="6699" y="17673"/>
                  </a:cubicBezTo>
                  <a:cubicBezTo>
                    <a:pt x="9591" y="13326"/>
                    <a:pt x="13318" y="9599"/>
                    <a:pt x="17665" y="6707"/>
                  </a:cubicBezTo>
                  <a:cubicBezTo>
                    <a:pt x="22012" y="3853"/>
                    <a:pt x="26862" y="1849"/>
                    <a:pt x="31956" y="802"/>
                  </a:cubicBezTo>
                  <a:cubicBezTo>
                    <a:pt x="44975" y="-1846"/>
                    <a:pt x="58460" y="2153"/>
                    <a:pt x="67931" y="11471"/>
                  </a:cubicBezTo>
                  <a:cubicBezTo>
                    <a:pt x="69797" y="13287"/>
                    <a:pt x="71461" y="15300"/>
                    <a:pt x="72893" y="17475"/>
                  </a:cubicBezTo>
                  <a:cubicBezTo>
                    <a:pt x="74329" y="19637"/>
                    <a:pt x="75559" y="21930"/>
                    <a:pt x="76565" y="24322"/>
                  </a:cubicBezTo>
                  <a:cubicBezTo>
                    <a:pt x="77543" y="26732"/>
                    <a:pt x="78306" y="29222"/>
                    <a:pt x="78848" y="31765"/>
                  </a:cubicBezTo>
                  <a:cubicBezTo>
                    <a:pt x="79343" y="34316"/>
                    <a:pt x="79592" y="36908"/>
                    <a:pt x="79592" y="39506"/>
                  </a:cubicBezTo>
                  <a:cubicBezTo>
                    <a:pt x="79590" y="42121"/>
                    <a:pt x="79341" y="44729"/>
                    <a:pt x="78848" y="47297"/>
                  </a:cubicBezTo>
                  <a:cubicBezTo>
                    <a:pt x="78313" y="49825"/>
                    <a:pt x="77549" y="52300"/>
                    <a:pt x="76565" y="54690"/>
                  </a:cubicBezTo>
                  <a:cubicBezTo>
                    <a:pt x="75568" y="57087"/>
                    <a:pt x="74338" y="59381"/>
                    <a:pt x="72893" y="61538"/>
                  </a:cubicBezTo>
                  <a:cubicBezTo>
                    <a:pt x="71460" y="63788"/>
                    <a:pt x="69797" y="65883"/>
                    <a:pt x="67931" y="67790"/>
                  </a:cubicBezTo>
                  <a:cubicBezTo>
                    <a:pt x="60408" y="75161"/>
                    <a:pt x="50278" y="79263"/>
                    <a:pt x="39746" y="7920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1B12484-0974-2B43-B424-8A3520A3970C}"/>
                </a:ext>
              </a:extLst>
            </p:cNvPr>
            <p:cNvSpPr/>
            <p:nvPr/>
          </p:nvSpPr>
          <p:spPr>
            <a:xfrm>
              <a:off x="3434907" y="2681597"/>
              <a:ext cx="79440" cy="79427"/>
            </a:xfrm>
            <a:custGeom>
              <a:avLst/>
              <a:gdLst>
                <a:gd name="connsiteX0" fmla="*/ 39695 w 79440"/>
                <a:gd name="connsiteY0" fmla="*/ 79408 h 79427"/>
                <a:gd name="connsiteX1" fmla="*/ 31954 w 79440"/>
                <a:gd name="connsiteY1" fmla="*/ 78663 h 79427"/>
                <a:gd name="connsiteX2" fmla="*/ 24511 w 79440"/>
                <a:gd name="connsiteY2" fmla="*/ 76381 h 79427"/>
                <a:gd name="connsiteX3" fmla="*/ 17664 w 79440"/>
                <a:gd name="connsiteY3" fmla="*/ 72709 h 79427"/>
                <a:gd name="connsiteX4" fmla="*/ 11660 w 79440"/>
                <a:gd name="connsiteY4" fmla="*/ 67747 h 79427"/>
                <a:gd name="connsiteX5" fmla="*/ 6698 w 79440"/>
                <a:gd name="connsiteY5" fmla="*/ 61693 h 79427"/>
                <a:gd name="connsiteX6" fmla="*/ 3075 w 79440"/>
                <a:gd name="connsiteY6" fmla="*/ 54845 h 79427"/>
                <a:gd name="connsiteX7" fmla="*/ 793 w 79440"/>
                <a:gd name="connsiteY7" fmla="*/ 47402 h 79427"/>
                <a:gd name="connsiteX8" fmla="*/ 793 w 79440"/>
                <a:gd name="connsiteY8" fmla="*/ 31921 h 79427"/>
                <a:gd name="connsiteX9" fmla="*/ 3075 w 79440"/>
                <a:gd name="connsiteY9" fmla="*/ 24477 h 79427"/>
                <a:gd name="connsiteX10" fmla="*/ 6698 w 79440"/>
                <a:gd name="connsiteY10" fmla="*/ 17630 h 79427"/>
                <a:gd name="connsiteX11" fmla="*/ 17664 w 79440"/>
                <a:gd name="connsiteY11" fmla="*/ 6664 h 79427"/>
                <a:gd name="connsiteX12" fmla="*/ 24511 w 79440"/>
                <a:gd name="connsiteY12" fmla="*/ 2992 h 79427"/>
                <a:gd name="connsiteX13" fmla="*/ 47486 w 79440"/>
                <a:gd name="connsiteY13" fmla="*/ 759 h 79427"/>
                <a:gd name="connsiteX14" fmla="*/ 54879 w 79440"/>
                <a:gd name="connsiteY14" fmla="*/ 2992 h 79427"/>
                <a:gd name="connsiteX15" fmla="*/ 61727 w 79440"/>
                <a:gd name="connsiteY15" fmla="*/ 6664 h 79427"/>
                <a:gd name="connsiteX16" fmla="*/ 67781 w 79440"/>
                <a:gd name="connsiteY16" fmla="*/ 11626 h 79427"/>
                <a:gd name="connsiteX17" fmla="*/ 72743 w 79440"/>
                <a:gd name="connsiteY17" fmla="*/ 17679 h 79427"/>
                <a:gd name="connsiteX18" fmla="*/ 76415 w 79440"/>
                <a:gd name="connsiteY18" fmla="*/ 24527 h 79427"/>
                <a:gd name="connsiteX19" fmla="*/ 78648 w 79440"/>
                <a:gd name="connsiteY19" fmla="*/ 31970 h 79427"/>
                <a:gd name="connsiteX20" fmla="*/ 78648 w 79440"/>
                <a:gd name="connsiteY20" fmla="*/ 47452 h 79427"/>
                <a:gd name="connsiteX21" fmla="*/ 76415 w 79440"/>
                <a:gd name="connsiteY21" fmla="*/ 54895 h 79427"/>
                <a:gd name="connsiteX22" fmla="*/ 72743 w 79440"/>
                <a:gd name="connsiteY22" fmla="*/ 61743 h 79427"/>
                <a:gd name="connsiteX23" fmla="*/ 61727 w 79440"/>
                <a:gd name="connsiteY23" fmla="*/ 72957 h 79427"/>
                <a:gd name="connsiteX24" fmla="*/ 54879 w 79440"/>
                <a:gd name="connsiteY24" fmla="*/ 76629 h 79427"/>
                <a:gd name="connsiteX25" fmla="*/ 47486 w 79440"/>
                <a:gd name="connsiteY25" fmla="*/ 78911 h 79427"/>
                <a:gd name="connsiteX26" fmla="*/ 39695 w 79440"/>
                <a:gd name="connsiteY26" fmla="*/ 79408 h 79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40" h="79427">
                  <a:moveTo>
                    <a:pt x="39695" y="79408"/>
                  </a:moveTo>
                  <a:cubicBezTo>
                    <a:pt x="37095" y="79408"/>
                    <a:pt x="34505" y="79159"/>
                    <a:pt x="31954" y="78663"/>
                  </a:cubicBezTo>
                  <a:cubicBezTo>
                    <a:pt x="29409" y="78129"/>
                    <a:pt x="26918" y="77365"/>
                    <a:pt x="24511" y="76381"/>
                  </a:cubicBezTo>
                  <a:cubicBezTo>
                    <a:pt x="22115" y="75384"/>
                    <a:pt x="19822" y="74154"/>
                    <a:pt x="17664" y="72709"/>
                  </a:cubicBezTo>
                  <a:cubicBezTo>
                    <a:pt x="15490" y="71277"/>
                    <a:pt x="13476" y="69613"/>
                    <a:pt x="11660" y="67747"/>
                  </a:cubicBezTo>
                  <a:cubicBezTo>
                    <a:pt x="9804" y="65901"/>
                    <a:pt x="8142" y="63873"/>
                    <a:pt x="6698" y="61693"/>
                  </a:cubicBezTo>
                  <a:cubicBezTo>
                    <a:pt x="5269" y="59535"/>
                    <a:pt x="4053" y="57241"/>
                    <a:pt x="3075" y="54845"/>
                  </a:cubicBezTo>
                  <a:cubicBezTo>
                    <a:pt x="2048" y="52455"/>
                    <a:pt x="1279" y="49959"/>
                    <a:pt x="793" y="47402"/>
                  </a:cubicBezTo>
                  <a:cubicBezTo>
                    <a:pt x="-264" y="42296"/>
                    <a:pt x="-264" y="37027"/>
                    <a:pt x="793" y="31921"/>
                  </a:cubicBezTo>
                  <a:cubicBezTo>
                    <a:pt x="1279" y="29364"/>
                    <a:pt x="2048" y="26868"/>
                    <a:pt x="3075" y="24477"/>
                  </a:cubicBezTo>
                  <a:cubicBezTo>
                    <a:pt x="4053" y="22081"/>
                    <a:pt x="5269" y="19787"/>
                    <a:pt x="6698" y="17630"/>
                  </a:cubicBezTo>
                  <a:cubicBezTo>
                    <a:pt x="9590" y="13283"/>
                    <a:pt x="13317" y="9556"/>
                    <a:pt x="17664" y="6664"/>
                  </a:cubicBezTo>
                  <a:cubicBezTo>
                    <a:pt x="19822" y="5219"/>
                    <a:pt x="22115" y="3989"/>
                    <a:pt x="24511" y="2992"/>
                  </a:cubicBezTo>
                  <a:cubicBezTo>
                    <a:pt x="31786" y="14"/>
                    <a:pt x="39775" y="-762"/>
                    <a:pt x="47486" y="759"/>
                  </a:cubicBezTo>
                  <a:cubicBezTo>
                    <a:pt x="50021" y="1253"/>
                    <a:pt x="52497" y="2001"/>
                    <a:pt x="54879" y="2992"/>
                  </a:cubicBezTo>
                  <a:cubicBezTo>
                    <a:pt x="57276" y="3989"/>
                    <a:pt x="59568" y="5219"/>
                    <a:pt x="61727" y="6664"/>
                  </a:cubicBezTo>
                  <a:cubicBezTo>
                    <a:pt x="63895" y="8123"/>
                    <a:pt x="65925" y="9785"/>
                    <a:pt x="67781" y="11626"/>
                  </a:cubicBezTo>
                  <a:cubicBezTo>
                    <a:pt x="69637" y="13470"/>
                    <a:pt x="71299" y="15499"/>
                    <a:pt x="72743" y="17679"/>
                  </a:cubicBezTo>
                  <a:cubicBezTo>
                    <a:pt x="74187" y="19836"/>
                    <a:pt x="75417" y="22130"/>
                    <a:pt x="76415" y="24527"/>
                  </a:cubicBezTo>
                  <a:cubicBezTo>
                    <a:pt x="77407" y="26927"/>
                    <a:pt x="78151" y="29421"/>
                    <a:pt x="78648" y="31970"/>
                  </a:cubicBezTo>
                  <a:cubicBezTo>
                    <a:pt x="79705" y="37077"/>
                    <a:pt x="79705" y="42345"/>
                    <a:pt x="78648" y="47452"/>
                  </a:cubicBezTo>
                  <a:cubicBezTo>
                    <a:pt x="78151" y="50001"/>
                    <a:pt x="77407" y="52494"/>
                    <a:pt x="76415" y="54895"/>
                  </a:cubicBezTo>
                  <a:cubicBezTo>
                    <a:pt x="75417" y="57292"/>
                    <a:pt x="74187" y="59586"/>
                    <a:pt x="72743" y="61743"/>
                  </a:cubicBezTo>
                  <a:cubicBezTo>
                    <a:pt x="69899" y="66214"/>
                    <a:pt x="66148" y="70035"/>
                    <a:pt x="61727" y="72957"/>
                  </a:cubicBezTo>
                  <a:cubicBezTo>
                    <a:pt x="59568" y="74402"/>
                    <a:pt x="57276" y="75632"/>
                    <a:pt x="54879" y="76629"/>
                  </a:cubicBezTo>
                  <a:cubicBezTo>
                    <a:pt x="52488" y="77613"/>
                    <a:pt x="50016" y="78377"/>
                    <a:pt x="47486" y="78911"/>
                  </a:cubicBezTo>
                  <a:cubicBezTo>
                    <a:pt x="44911" y="79322"/>
                    <a:pt x="42300" y="79487"/>
                    <a:pt x="39695" y="7940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0282828D-CFDE-3946-9B68-0BEAD9454428}"/>
                </a:ext>
              </a:extLst>
            </p:cNvPr>
            <p:cNvSpPr/>
            <p:nvPr/>
          </p:nvSpPr>
          <p:spPr>
            <a:xfrm>
              <a:off x="3429895" y="2959450"/>
              <a:ext cx="79440" cy="79430"/>
            </a:xfrm>
            <a:custGeom>
              <a:avLst/>
              <a:gdLst>
                <a:gd name="connsiteX0" fmla="*/ 39745 w 79440"/>
                <a:gd name="connsiteY0" fmla="*/ 79431 h 79430"/>
                <a:gd name="connsiteX1" fmla="*/ 32004 w 79440"/>
                <a:gd name="connsiteY1" fmla="*/ 78637 h 79430"/>
                <a:gd name="connsiteX2" fmla="*/ 24561 w 79440"/>
                <a:gd name="connsiteY2" fmla="*/ 76404 h 79430"/>
                <a:gd name="connsiteX3" fmla="*/ 17713 w 79440"/>
                <a:gd name="connsiteY3" fmla="*/ 72732 h 79430"/>
                <a:gd name="connsiteX4" fmla="*/ 11660 w 79440"/>
                <a:gd name="connsiteY4" fmla="*/ 67770 h 79430"/>
                <a:gd name="connsiteX5" fmla="*/ 6698 w 79440"/>
                <a:gd name="connsiteY5" fmla="*/ 61716 h 79430"/>
                <a:gd name="connsiteX6" fmla="*/ 3026 w 79440"/>
                <a:gd name="connsiteY6" fmla="*/ 54868 h 79430"/>
                <a:gd name="connsiteX7" fmla="*/ 793 w 79440"/>
                <a:gd name="connsiteY7" fmla="*/ 47425 h 79430"/>
                <a:gd name="connsiteX8" fmla="*/ 793 w 79440"/>
                <a:gd name="connsiteY8" fmla="*/ 31944 h 79430"/>
                <a:gd name="connsiteX9" fmla="*/ 3026 w 79440"/>
                <a:gd name="connsiteY9" fmla="*/ 24501 h 79430"/>
                <a:gd name="connsiteX10" fmla="*/ 6698 w 79440"/>
                <a:gd name="connsiteY10" fmla="*/ 17653 h 79430"/>
                <a:gd name="connsiteX11" fmla="*/ 17664 w 79440"/>
                <a:gd name="connsiteY11" fmla="*/ 6687 h 79430"/>
                <a:gd name="connsiteX12" fmla="*/ 24511 w 79440"/>
                <a:gd name="connsiteY12" fmla="*/ 3015 h 79430"/>
                <a:gd name="connsiteX13" fmla="*/ 31955 w 79440"/>
                <a:gd name="connsiteY13" fmla="*/ 782 h 79430"/>
                <a:gd name="connsiteX14" fmla="*/ 47486 w 79440"/>
                <a:gd name="connsiteY14" fmla="*/ 782 h 79430"/>
                <a:gd name="connsiteX15" fmla="*/ 54879 w 79440"/>
                <a:gd name="connsiteY15" fmla="*/ 3015 h 79430"/>
                <a:gd name="connsiteX16" fmla="*/ 61727 w 79440"/>
                <a:gd name="connsiteY16" fmla="*/ 6687 h 79430"/>
                <a:gd name="connsiteX17" fmla="*/ 67781 w 79440"/>
                <a:gd name="connsiteY17" fmla="*/ 11649 h 79430"/>
                <a:gd name="connsiteX18" fmla="*/ 72743 w 79440"/>
                <a:gd name="connsiteY18" fmla="*/ 17703 h 79430"/>
                <a:gd name="connsiteX19" fmla="*/ 76415 w 79440"/>
                <a:gd name="connsiteY19" fmla="*/ 24550 h 79430"/>
                <a:gd name="connsiteX20" fmla="*/ 78648 w 79440"/>
                <a:gd name="connsiteY20" fmla="*/ 31993 h 79430"/>
                <a:gd name="connsiteX21" fmla="*/ 78648 w 79440"/>
                <a:gd name="connsiteY21" fmla="*/ 47475 h 79430"/>
                <a:gd name="connsiteX22" fmla="*/ 76415 w 79440"/>
                <a:gd name="connsiteY22" fmla="*/ 54918 h 79430"/>
                <a:gd name="connsiteX23" fmla="*/ 72743 w 79440"/>
                <a:gd name="connsiteY23" fmla="*/ 61766 h 79430"/>
                <a:gd name="connsiteX24" fmla="*/ 61777 w 79440"/>
                <a:gd name="connsiteY24" fmla="*/ 72732 h 79430"/>
                <a:gd name="connsiteX25" fmla="*/ 54929 w 79440"/>
                <a:gd name="connsiteY25" fmla="*/ 76404 h 79430"/>
                <a:gd name="connsiteX26" fmla="*/ 47535 w 79440"/>
                <a:gd name="connsiteY26" fmla="*/ 78637 h 79430"/>
                <a:gd name="connsiteX27" fmla="*/ 39745 w 79440"/>
                <a:gd name="connsiteY27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40" h="79430">
                  <a:moveTo>
                    <a:pt x="39745" y="79431"/>
                  </a:moveTo>
                  <a:cubicBezTo>
                    <a:pt x="37145" y="79436"/>
                    <a:pt x="34550" y="79173"/>
                    <a:pt x="32004" y="78637"/>
                  </a:cubicBezTo>
                  <a:cubicBezTo>
                    <a:pt x="29459" y="78136"/>
                    <a:pt x="26963" y="77386"/>
                    <a:pt x="24561" y="76404"/>
                  </a:cubicBezTo>
                  <a:cubicBezTo>
                    <a:pt x="22164" y="75406"/>
                    <a:pt x="19872" y="74176"/>
                    <a:pt x="17713" y="72732"/>
                  </a:cubicBezTo>
                  <a:cubicBezTo>
                    <a:pt x="15530" y="71288"/>
                    <a:pt x="13505" y="69626"/>
                    <a:pt x="11660" y="67770"/>
                  </a:cubicBezTo>
                  <a:cubicBezTo>
                    <a:pt x="9819" y="65914"/>
                    <a:pt x="8156" y="63885"/>
                    <a:pt x="6698" y="61716"/>
                  </a:cubicBezTo>
                  <a:cubicBezTo>
                    <a:pt x="5254" y="59558"/>
                    <a:pt x="4023" y="57266"/>
                    <a:pt x="3026" y="54868"/>
                  </a:cubicBezTo>
                  <a:cubicBezTo>
                    <a:pt x="2028" y="52470"/>
                    <a:pt x="1279" y="49976"/>
                    <a:pt x="793" y="47425"/>
                  </a:cubicBezTo>
                  <a:cubicBezTo>
                    <a:pt x="-264" y="42319"/>
                    <a:pt x="-264" y="37050"/>
                    <a:pt x="793" y="31944"/>
                  </a:cubicBezTo>
                  <a:cubicBezTo>
                    <a:pt x="1289" y="29395"/>
                    <a:pt x="2033" y="26901"/>
                    <a:pt x="3026" y="24501"/>
                  </a:cubicBezTo>
                  <a:cubicBezTo>
                    <a:pt x="4023" y="22103"/>
                    <a:pt x="5254" y="19810"/>
                    <a:pt x="6698" y="17653"/>
                  </a:cubicBezTo>
                  <a:cubicBezTo>
                    <a:pt x="9551" y="13276"/>
                    <a:pt x="13287" y="9542"/>
                    <a:pt x="17664" y="6687"/>
                  </a:cubicBezTo>
                  <a:cubicBezTo>
                    <a:pt x="19822" y="5242"/>
                    <a:pt x="22115" y="4012"/>
                    <a:pt x="24511" y="3015"/>
                  </a:cubicBezTo>
                  <a:cubicBezTo>
                    <a:pt x="26913" y="2031"/>
                    <a:pt x="29409" y="1283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21" y="1276"/>
                    <a:pt x="52497" y="2024"/>
                    <a:pt x="54879" y="3015"/>
                  </a:cubicBezTo>
                  <a:cubicBezTo>
                    <a:pt x="57276" y="4012"/>
                    <a:pt x="59568" y="5242"/>
                    <a:pt x="61727" y="6687"/>
                  </a:cubicBezTo>
                  <a:cubicBezTo>
                    <a:pt x="63895" y="8147"/>
                    <a:pt x="65925" y="9808"/>
                    <a:pt x="67781" y="11649"/>
                  </a:cubicBezTo>
                  <a:cubicBezTo>
                    <a:pt x="69636" y="13493"/>
                    <a:pt x="71299" y="15522"/>
                    <a:pt x="72743" y="17703"/>
                  </a:cubicBezTo>
                  <a:cubicBezTo>
                    <a:pt x="74187" y="19860"/>
                    <a:pt x="75417" y="22153"/>
                    <a:pt x="76415" y="24550"/>
                  </a:cubicBezTo>
                  <a:cubicBezTo>
                    <a:pt x="77407" y="26951"/>
                    <a:pt x="78151" y="29444"/>
                    <a:pt x="78648" y="31993"/>
                  </a:cubicBezTo>
                  <a:cubicBezTo>
                    <a:pt x="79705" y="37100"/>
                    <a:pt x="79705" y="42369"/>
                    <a:pt x="78648" y="47475"/>
                  </a:cubicBezTo>
                  <a:cubicBezTo>
                    <a:pt x="78161" y="50026"/>
                    <a:pt x="77412" y="52520"/>
                    <a:pt x="76415" y="54918"/>
                  </a:cubicBezTo>
                  <a:cubicBezTo>
                    <a:pt x="75417" y="57315"/>
                    <a:pt x="74187" y="59607"/>
                    <a:pt x="72743" y="61766"/>
                  </a:cubicBezTo>
                  <a:cubicBezTo>
                    <a:pt x="69890" y="66142"/>
                    <a:pt x="66153" y="69879"/>
                    <a:pt x="61777" y="72732"/>
                  </a:cubicBezTo>
                  <a:cubicBezTo>
                    <a:pt x="59618" y="74176"/>
                    <a:pt x="57326" y="75406"/>
                    <a:pt x="54929" y="76404"/>
                  </a:cubicBezTo>
                  <a:cubicBezTo>
                    <a:pt x="52547" y="77396"/>
                    <a:pt x="50071" y="78141"/>
                    <a:pt x="47535" y="78637"/>
                  </a:cubicBezTo>
                  <a:cubicBezTo>
                    <a:pt x="44975" y="79173"/>
                    <a:pt x="42360" y="79436"/>
                    <a:pt x="39745" y="794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E2222A6-4D9C-F546-AD74-5652A76F43CB}"/>
                </a:ext>
              </a:extLst>
            </p:cNvPr>
            <p:cNvSpPr/>
            <p:nvPr/>
          </p:nvSpPr>
          <p:spPr>
            <a:xfrm>
              <a:off x="2828391" y="2723987"/>
              <a:ext cx="644275" cy="649485"/>
            </a:xfrm>
            <a:custGeom>
              <a:avLst/>
              <a:gdLst>
                <a:gd name="connsiteX0" fmla="*/ 604579 w 644275"/>
                <a:gd name="connsiteY0" fmla="*/ 649485 h 649485"/>
                <a:gd name="connsiteX1" fmla="*/ 39697 w 644275"/>
                <a:gd name="connsiteY1" fmla="*/ 649485 h 649485"/>
                <a:gd name="connsiteX2" fmla="*/ 0 w 644275"/>
                <a:gd name="connsiteY2" fmla="*/ 609789 h 649485"/>
                <a:gd name="connsiteX3" fmla="*/ 0 w 644275"/>
                <a:gd name="connsiteY3" fmla="*/ 39697 h 649485"/>
                <a:gd name="connsiteX4" fmla="*/ 39697 w 644275"/>
                <a:gd name="connsiteY4" fmla="*/ 0 h 649485"/>
                <a:gd name="connsiteX5" fmla="*/ 602644 w 644275"/>
                <a:gd name="connsiteY5" fmla="*/ 0 h 649485"/>
                <a:gd name="connsiteX6" fmla="*/ 642341 w 644275"/>
                <a:gd name="connsiteY6" fmla="*/ 39697 h 649485"/>
                <a:gd name="connsiteX7" fmla="*/ 644276 w 644275"/>
                <a:gd name="connsiteY7" fmla="*/ 609789 h 649485"/>
                <a:gd name="connsiteX8" fmla="*/ 604579 w 644275"/>
                <a:gd name="connsiteY8" fmla="*/ 649485 h 649485"/>
                <a:gd name="connsiteX9" fmla="*/ 79393 w 644275"/>
                <a:gd name="connsiteY9" fmla="*/ 570092 h 649485"/>
                <a:gd name="connsiteX10" fmla="*/ 564783 w 644275"/>
                <a:gd name="connsiteY10" fmla="*/ 570092 h 649485"/>
                <a:gd name="connsiteX11" fmla="*/ 563096 w 644275"/>
                <a:gd name="connsiteY11" fmla="*/ 79393 h 649485"/>
                <a:gd name="connsiteX12" fmla="*/ 79393 w 644275"/>
                <a:gd name="connsiteY12" fmla="*/ 79393 h 64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275" h="649485">
                  <a:moveTo>
                    <a:pt x="604579" y="649485"/>
                  </a:moveTo>
                  <a:lnTo>
                    <a:pt x="39697" y="649485"/>
                  </a:lnTo>
                  <a:cubicBezTo>
                    <a:pt x="17773" y="649485"/>
                    <a:pt x="0" y="631711"/>
                    <a:pt x="0" y="60978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02644" y="0"/>
                  </a:lnTo>
                  <a:cubicBezTo>
                    <a:pt x="624566" y="0"/>
                    <a:pt x="642341" y="17773"/>
                    <a:pt x="642341" y="39697"/>
                  </a:cubicBezTo>
                  <a:lnTo>
                    <a:pt x="644276" y="609789"/>
                  </a:lnTo>
                  <a:cubicBezTo>
                    <a:pt x="644276" y="631711"/>
                    <a:pt x="626502" y="649485"/>
                    <a:pt x="604579" y="649485"/>
                  </a:cubicBezTo>
                  <a:close/>
                  <a:moveTo>
                    <a:pt x="79393" y="570092"/>
                  </a:moveTo>
                  <a:lnTo>
                    <a:pt x="564783" y="570092"/>
                  </a:lnTo>
                  <a:lnTo>
                    <a:pt x="56309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28A99491-812A-A342-95E0-6D0A895C6D16}"/>
                </a:ext>
              </a:extLst>
            </p:cNvPr>
            <p:cNvSpPr/>
            <p:nvPr/>
          </p:nvSpPr>
          <p:spPr>
            <a:xfrm>
              <a:off x="2962714" y="2866522"/>
              <a:ext cx="79393" cy="79368"/>
            </a:xfrm>
            <a:custGeom>
              <a:avLst/>
              <a:gdLst>
                <a:gd name="connsiteX0" fmla="*/ 39697 w 79393"/>
                <a:gd name="connsiteY0" fmla="*/ 79369 h 79368"/>
                <a:gd name="connsiteX1" fmla="*/ 31956 w 79393"/>
                <a:gd name="connsiteY1" fmla="*/ 78624 h 79368"/>
                <a:gd name="connsiteX2" fmla="*/ 24513 w 79393"/>
                <a:gd name="connsiteY2" fmla="*/ 76590 h 79368"/>
                <a:gd name="connsiteX3" fmla="*/ 17665 w 79393"/>
                <a:gd name="connsiteY3" fmla="*/ 72918 h 79368"/>
                <a:gd name="connsiteX4" fmla="*/ 6699 w 79393"/>
                <a:gd name="connsiteY4" fmla="*/ 61704 h 79368"/>
                <a:gd name="connsiteX5" fmla="*/ 3027 w 79393"/>
                <a:gd name="connsiteY5" fmla="*/ 54856 h 79368"/>
                <a:gd name="connsiteX6" fmla="*/ 794 w 79393"/>
                <a:gd name="connsiteY6" fmla="*/ 47463 h 79368"/>
                <a:gd name="connsiteX7" fmla="*/ 794 w 79393"/>
                <a:gd name="connsiteY7" fmla="*/ 31931 h 79368"/>
                <a:gd name="connsiteX8" fmla="*/ 3027 w 79393"/>
                <a:gd name="connsiteY8" fmla="*/ 24488 h 79368"/>
                <a:gd name="connsiteX9" fmla="*/ 6699 w 79393"/>
                <a:gd name="connsiteY9" fmla="*/ 17641 h 79368"/>
                <a:gd name="connsiteX10" fmla="*/ 11661 w 79393"/>
                <a:gd name="connsiteY10" fmla="*/ 11637 h 79368"/>
                <a:gd name="connsiteX11" fmla="*/ 17715 w 79393"/>
                <a:gd name="connsiteY11" fmla="*/ 6674 h 79368"/>
                <a:gd name="connsiteX12" fmla="*/ 32006 w 79393"/>
                <a:gd name="connsiteY12" fmla="*/ 770 h 79368"/>
                <a:gd name="connsiteX13" fmla="*/ 54930 w 79393"/>
                <a:gd name="connsiteY13" fmla="*/ 3052 h 79368"/>
                <a:gd name="connsiteX14" fmla="*/ 61778 w 79393"/>
                <a:gd name="connsiteY14" fmla="*/ 6674 h 79368"/>
                <a:gd name="connsiteX15" fmla="*/ 67832 w 79393"/>
                <a:gd name="connsiteY15" fmla="*/ 11637 h 79368"/>
                <a:gd name="connsiteX16" fmla="*/ 72794 w 79393"/>
                <a:gd name="connsiteY16" fmla="*/ 17641 h 79368"/>
                <a:gd name="connsiteX17" fmla="*/ 76466 w 79393"/>
                <a:gd name="connsiteY17" fmla="*/ 24488 h 79368"/>
                <a:gd name="connsiteX18" fmla="*/ 78600 w 79393"/>
                <a:gd name="connsiteY18" fmla="*/ 31931 h 79368"/>
                <a:gd name="connsiteX19" fmla="*/ 78600 w 79393"/>
                <a:gd name="connsiteY19" fmla="*/ 47463 h 79368"/>
                <a:gd name="connsiteX20" fmla="*/ 76367 w 79393"/>
                <a:gd name="connsiteY20" fmla="*/ 54856 h 79368"/>
                <a:gd name="connsiteX21" fmla="*/ 72695 w 79393"/>
                <a:gd name="connsiteY21" fmla="*/ 61704 h 79368"/>
                <a:gd name="connsiteX22" fmla="*/ 61728 w 79393"/>
                <a:gd name="connsiteY22" fmla="*/ 72670 h 79368"/>
                <a:gd name="connsiteX23" fmla="*/ 54881 w 79393"/>
                <a:gd name="connsiteY23" fmla="*/ 76342 h 79368"/>
                <a:gd name="connsiteX24" fmla="*/ 47438 w 79393"/>
                <a:gd name="connsiteY24" fmla="*/ 78624 h 79368"/>
                <a:gd name="connsiteX25" fmla="*/ 39697 w 79393"/>
                <a:gd name="connsiteY25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393" h="79368">
                  <a:moveTo>
                    <a:pt x="39697" y="79369"/>
                  </a:moveTo>
                  <a:cubicBezTo>
                    <a:pt x="37099" y="79369"/>
                    <a:pt x="34507" y="79120"/>
                    <a:pt x="31956" y="78624"/>
                  </a:cubicBezTo>
                  <a:cubicBezTo>
                    <a:pt x="29419" y="78170"/>
                    <a:pt x="26928" y="77490"/>
                    <a:pt x="24513" y="76590"/>
                  </a:cubicBezTo>
                  <a:cubicBezTo>
                    <a:pt x="22116" y="75593"/>
                    <a:pt x="19822" y="74363"/>
                    <a:pt x="17665" y="72918"/>
                  </a:cubicBezTo>
                  <a:cubicBezTo>
                    <a:pt x="13263" y="69991"/>
                    <a:pt x="9527" y="66170"/>
                    <a:pt x="6699" y="61704"/>
                  </a:cubicBezTo>
                  <a:cubicBezTo>
                    <a:pt x="5243" y="59554"/>
                    <a:pt x="4013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-265" y="42340"/>
                    <a:pt x="-265" y="37054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8156" y="15485"/>
                    <a:pt x="9818" y="13474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2" y="1817"/>
                    <a:pt x="32006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21" y="5244"/>
                    <a:pt x="61778" y="6674"/>
                  </a:cubicBezTo>
                  <a:cubicBezTo>
                    <a:pt x="63958" y="8120"/>
                    <a:pt x="65986" y="9783"/>
                    <a:pt x="67832" y="11637"/>
                  </a:cubicBezTo>
                  <a:cubicBezTo>
                    <a:pt x="69675" y="13474"/>
                    <a:pt x="71337" y="15485"/>
                    <a:pt x="72794" y="17641"/>
                  </a:cubicBezTo>
                  <a:cubicBezTo>
                    <a:pt x="74230" y="19803"/>
                    <a:pt x="75460" y="22096"/>
                    <a:pt x="76466" y="24488"/>
                  </a:cubicBezTo>
                  <a:cubicBezTo>
                    <a:pt x="77416" y="26894"/>
                    <a:pt x="78131" y="29387"/>
                    <a:pt x="78600" y="31931"/>
                  </a:cubicBezTo>
                  <a:cubicBezTo>
                    <a:pt x="79658" y="37054"/>
                    <a:pt x="79658" y="42340"/>
                    <a:pt x="78600" y="47463"/>
                  </a:cubicBezTo>
                  <a:cubicBezTo>
                    <a:pt x="78105" y="49996"/>
                    <a:pt x="77357" y="52473"/>
                    <a:pt x="76367" y="54856"/>
                  </a:cubicBezTo>
                  <a:cubicBezTo>
                    <a:pt x="75381" y="57259"/>
                    <a:pt x="74151" y="59554"/>
                    <a:pt x="72695" y="61704"/>
                  </a:cubicBezTo>
                  <a:cubicBezTo>
                    <a:pt x="69839" y="66080"/>
                    <a:pt x="66105" y="69815"/>
                    <a:pt x="61728" y="72670"/>
                  </a:cubicBezTo>
                  <a:cubicBezTo>
                    <a:pt x="59571" y="74115"/>
                    <a:pt x="57278" y="75345"/>
                    <a:pt x="54881" y="76342"/>
                  </a:cubicBezTo>
                  <a:cubicBezTo>
                    <a:pt x="52474" y="77326"/>
                    <a:pt x="49983" y="78090"/>
                    <a:pt x="47438" y="78624"/>
                  </a:cubicBezTo>
                  <a:cubicBezTo>
                    <a:pt x="44887" y="79120"/>
                    <a:pt x="42295" y="79369"/>
                    <a:pt x="39697" y="79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093A0C0B-A101-4B41-97F8-3CEB55001F49}"/>
                </a:ext>
              </a:extLst>
            </p:cNvPr>
            <p:cNvSpPr/>
            <p:nvPr/>
          </p:nvSpPr>
          <p:spPr>
            <a:xfrm>
              <a:off x="2962665" y="3005460"/>
              <a:ext cx="79443" cy="79368"/>
            </a:xfrm>
            <a:custGeom>
              <a:avLst/>
              <a:gdLst>
                <a:gd name="connsiteX0" fmla="*/ 39746 w 79443"/>
                <a:gd name="connsiteY0" fmla="*/ 79369 h 79368"/>
                <a:gd name="connsiteX1" fmla="*/ 32005 w 79443"/>
                <a:gd name="connsiteY1" fmla="*/ 78624 h 79368"/>
                <a:gd name="connsiteX2" fmla="*/ 17715 w 79443"/>
                <a:gd name="connsiteY2" fmla="*/ 72720 h 79368"/>
                <a:gd name="connsiteX3" fmla="*/ 11661 w 79443"/>
                <a:gd name="connsiteY3" fmla="*/ 67758 h 79368"/>
                <a:gd name="connsiteX4" fmla="*/ 6699 w 79443"/>
                <a:gd name="connsiteY4" fmla="*/ 61704 h 79368"/>
                <a:gd name="connsiteX5" fmla="*/ 3027 w 79443"/>
                <a:gd name="connsiteY5" fmla="*/ 54856 h 79368"/>
                <a:gd name="connsiteX6" fmla="*/ 794 w 79443"/>
                <a:gd name="connsiteY6" fmla="*/ 47463 h 79368"/>
                <a:gd name="connsiteX7" fmla="*/ 0 w 79443"/>
                <a:gd name="connsiteY7" fmla="*/ 39672 h 79368"/>
                <a:gd name="connsiteX8" fmla="*/ 794 w 79443"/>
                <a:gd name="connsiteY8" fmla="*/ 31931 h 79368"/>
                <a:gd name="connsiteX9" fmla="*/ 3027 w 79443"/>
                <a:gd name="connsiteY9" fmla="*/ 24488 h 79368"/>
                <a:gd name="connsiteX10" fmla="*/ 6699 w 79443"/>
                <a:gd name="connsiteY10" fmla="*/ 17641 h 79368"/>
                <a:gd name="connsiteX11" fmla="*/ 11661 w 79443"/>
                <a:gd name="connsiteY11" fmla="*/ 11637 h 79368"/>
                <a:gd name="connsiteX12" fmla="*/ 17715 w 79443"/>
                <a:gd name="connsiteY12" fmla="*/ 6674 h 79368"/>
                <a:gd name="connsiteX13" fmla="*/ 32005 w 79443"/>
                <a:gd name="connsiteY13" fmla="*/ 770 h 79368"/>
                <a:gd name="connsiteX14" fmla="*/ 54930 w 79443"/>
                <a:gd name="connsiteY14" fmla="*/ 3052 h 79368"/>
                <a:gd name="connsiteX15" fmla="*/ 61778 w 79443"/>
                <a:gd name="connsiteY15" fmla="*/ 6674 h 79368"/>
                <a:gd name="connsiteX16" fmla="*/ 67832 w 79443"/>
                <a:gd name="connsiteY16" fmla="*/ 11637 h 79368"/>
                <a:gd name="connsiteX17" fmla="*/ 72794 w 79443"/>
                <a:gd name="connsiteY17" fmla="*/ 17641 h 79368"/>
                <a:gd name="connsiteX18" fmla="*/ 76466 w 79443"/>
                <a:gd name="connsiteY18" fmla="*/ 24488 h 79368"/>
                <a:gd name="connsiteX19" fmla="*/ 78649 w 79443"/>
                <a:gd name="connsiteY19" fmla="*/ 31931 h 79368"/>
                <a:gd name="connsiteX20" fmla="*/ 79443 w 79443"/>
                <a:gd name="connsiteY20" fmla="*/ 39672 h 79368"/>
                <a:gd name="connsiteX21" fmla="*/ 78649 w 79443"/>
                <a:gd name="connsiteY21" fmla="*/ 47463 h 79368"/>
                <a:gd name="connsiteX22" fmla="*/ 76416 w 79443"/>
                <a:gd name="connsiteY22" fmla="*/ 54856 h 79368"/>
                <a:gd name="connsiteX23" fmla="*/ 72744 w 79443"/>
                <a:gd name="connsiteY23" fmla="*/ 61704 h 79368"/>
                <a:gd name="connsiteX24" fmla="*/ 67782 w 79443"/>
                <a:gd name="connsiteY24" fmla="*/ 67758 h 79368"/>
                <a:gd name="connsiteX25" fmla="*/ 61728 w 79443"/>
                <a:gd name="connsiteY25" fmla="*/ 72720 h 79368"/>
                <a:gd name="connsiteX26" fmla="*/ 47438 w 79443"/>
                <a:gd name="connsiteY26" fmla="*/ 78624 h 79368"/>
                <a:gd name="connsiteX27" fmla="*/ 39746 w 79443"/>
                <a:gd name="connsiteY27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443" h="79368">
                  <a:moveTo>
                    <a:pt x="39746" y="79369"/>
                  </a:moveTo>
                  <a:cubicBezTo>
                    <a:pt x="37148" y="79369"/>
                    <a:pt x="34556" y="79121"/>
                    <a:pt x="32005" y="78624"/>
                  </a:cubicBezTo>
                  <a:cubicBezTo>
                    <a:pt x="26911" y="77577"/>
                    <a:pt x="22062" y="75573"/>
                    <a:pt x="17715" y="72720"/>
                  </a:cubicBezTo>
                  <a:cubicBezTo>
                    <a:pt x="15546" y="71256"/>
                    <a:pt x="13520" y="69598"/>
                    <a:pt x="11661" y="67758"/>
                  </a:cubicBezTo>
                  <a:cubicBezTo>
                    <a:pt x="9806" y="65912"/>
                    <a:pt x="8143" y="63887"/>
                    <a:pt x="6699" y="61704"/>
                  </a:cubicBezTo>
                  <a:cubicBezTo>
                    <a:pt x="5243" y="59555"/>
                    <a:pt x="4012" y="57258"/>
                    <a:pt x="3027" y="54856"/>
                  </a:cubicBezTo>
                  <a:cubicBezTo>
                    <a:pt x="2037" y="52474"/>
                    <a:pt x="1288" y="49998"/>
                    <a:pt x="794" y="47463"/>
                  </a:cubicBezTo>
                  <a:cubicBezTo>
                    <a:pt x="260" y="44902"/>
                    <a:pt x="-6" y="42287"/>
                    <a:pt x="0" y="39672"/>
                  </a:cubicBezTo>
                  <a:cubicBezTo>
                    <a:pt x="-6" y="37072"/>
                    <a:pt x="260" y="34477"/>
                    <a:pt x="794" y="31931"/>
                  </a:cubicBezTo>
                  <a:cubicBezTo>
                    <a:pt x="1295" y="29386"/>
                    <a:pt x="2043" y="26890"/>
                    <a:pt x="3027" y="24488"/>
                  </a:cubicBezTo>
                  <a:cubicBezTo>
                    <a:pt x="4033" y="22097"/>
                    <a:pt x="5263" y="19804"/>
                    <a:pt x="6699" y="17641"/>
                  </a:cubicBezTo>
                  <a:cubicBezTo>
                    <a:pt x="8156" y="15487"/>
                    <a:pt x="9818" y="13472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6" y="4031"/>
                    <a:pt x="59620" y="5244"/>
                    <a:pt x="61778" y="6674"/>
                  </a:cubicBezTo>
                  <a:cubicBezTo>
                    <a:pt x="63958" y="8120"/>
                    <a:pt x="65986" y="9783"/>
                    <a:pt x="67832" y="11637"/>
                  </a:cubicBezTo>
                  <a:cubicBezTo>
                    <a:pt x="69675" y="13472"/>
                    <a:pt x="71336" y="15487"/>
                    <a:pt x="72794" y="17641"/>
                  </a:cubicBezTo>
                  <a:cubicBezTo>
                    <a:pt x="74230" y="19804"/>
                    <a:pt x="75459" y="22097"/>
                    <a:pt x="76466" y="24488"/>
                  </a:cubicBezTo>
                  <a:cubicBezTo>
                    <a:pt x="77433" y="26895"/>
                    <a:pt x="78164" y="29386"/>
                    <a:pt x="78649" y="31931"/>
                  </a:cubicBezTo>
                  <a:cubicBezTo>
                    <a:pt x="79183" y="34477"/>
                    <a:pt x="79449" y="37072"/>
                    <a:pt x="79443" y="39672"/>
                  </a:cubicBezTo>
                  <a:cubicBezTo>
                    <a:pt x="79449" y="42287"/>
                    <a:pt x="79183" y="44902"/>
                    <a:pt x="78649" y="47463"/>
                  </a:cubicBezTo>
                  <a:cubicBezTo>
                    <a:pt x="78155" y="49998"/>
                    <a:pt x="77406" y="52474"/>
                    <a:pt x="76416" y="54856"/>
                  </a:cubicBezTo>
                  <a:cubicBezTo>
                    <a:pt x="75431" y="57258"/>
                    <a:pt x="74200" y="59555"/>
                    <a:pt x="72744" y="61704"/>
                  </a:cubicBezTo>
                  <a:cubicBezTo>
                    <a:pt x="71300" y="63887"/>
                    <a:pt x="69637" y="65912"/>
                    <a:pt x="67782" y="67758"/>
                  </a:cubicBezTo>
                  <a:cubicBezTo>
                    <a:pt x="65923" y="69598"/>
                    <a:pt x="63897" y="71256"/>
                    <a:pt x="61728" y="72720"/>
                  </a:cubicBezTo>
                  <a:cubicBezTo>
                    <a:pt x="57381" y="75573"/>
                    <a:pt x="52532" y="77577"/>
                    <a:pt x="47438" y="78624"/>
                  </a:cubicBezTo>
                  <a:cubicBezTo>
                    <a:pt x="44903" y="79116"/>
                    <a:pt x="42328" y="79364"/>
                    <a:pt x="39746" y="79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9F5BC308-C8D2-834C-A01E-48465D060825}"/>
                </a:ext>
              </a:extLst>
            </p:cNvPr>
            <p:cNvSpPr/>
            <p:nvPr/>
          </p:nvSpPr>
          <p:spPr>
            <a:xfrm>
              <a:off x="2962665" y="3149399"/>
              <a:ext cx="79443" cy="79330"/>
            </a:xfrm>
            <a:custGeom>
              <a:avLst/>
              <a:gdLst>
                <a:gd name="connsiteX0" fmla="*/ 39746 w 79443"/>
                <a:gd name="connsiteY0" fmla="*/ 79330 h 79330"/>
                <a:gd name="connsiteX1" fmla="*/ 32006 w 79443"/>
                <a:gd name="connsiteY1" fmla="*/ 78586 h 79330"/>
                <a:gd name="connsiteX2" fmla="*/ 17715 w 79443"/>
                <a:gd name="connsiteY2" fmla="*/ 72681 h 79330"/>
                <a:gd name="connsiteX3" fmla="*/ 11661 w 79443"/>
                <a:gd name="connsiteY3" fmla="*/ 67719 h 79330"/>
                <a:gd name="connsiteX4" fmla="*/ 6699 w 79443"/>
                <a:gd name="connsiteY4" fmla="*/ 61665 h 79330"/>
                <a:gd name="connsiteX5" fmla="*/ 3027 w 79443"/>
                <a:gd name="connsiteY5" fmla="*/ 54817 h 79330"/>
                <a:gd name="connsiteX6" fmla="*/ 794 w 79443"/>
                <a:gd name="connsiteY6" fmla="*/ 47424 h 79330"/>
                <a:gd name="connsiteX7" fmla="*/ 794 w 79443"/>
                <a:gd name="connsiteY7" fmla="*/ 31893 h 79330"/>
                <a:gd name="connsiteX8" fmla="*/ 3027 w 79443"/>
                <a:gd name="connsiteY8" fmla="*/ 24450 h 79330"/>
                <a:gd name="connsiteX9" fmla="*/ 6699 w 79443"/>
                <a:gd name="connsiteY9" fmla="*/ 17602 h 79330"/>
                <a:gd name="connsiteX10" fmla="*/ 11661 w 79443"/>
                <a:gd name="connsiteY10" fmla="*/ 11598 h 79330"/>
                <a:gd name="connsiteX11" fmla="*/ 17715 w 79443"/>
                <a:gd name="connsiteY11" fmla="*/ 6636 h 79330"/>
                <a:gd name="connsiteX12" fmla="*/ 32006 w 79443"/>
                <a:gd name="connsiteY12" fmla="*/ 731 h 79330"/>
                <a:gd name="connsiteX13" fmla="*/ 67832 w 79443"/>
                <a:gd name="connsiteY13" fmla="*/ 11598 h 79330"/>
                <a:gd name="connsiteX14" fmla="*/ 72794 w 79443"/>
                <a:gd name="connsiteY14" fmla="*/ 17602 h 79330"/>
                <a:gd name="connsiteX15" fmla="*/ 76466 w 79443"/>
                <a:gd name="connsiteY15" fmla="*/ 24450 h 79330"/>
                <a:gd name="connsiteX16" fmla="*/ 78649 w 79443"/>
                <a:gd name="connsiteY16" fmla="*/ 31893 h 79330"/>
                <a:gd name="connsiteX17" fmla="*/ 78649 w 79443"/>
                <a:gd name="connsiteY17" fmla="*/ 47424 h 79330"/>
                <a:gd name="connsiteX18" fmla="*/ 76416 w 79443"/>
                <a:gd name="connsiteY18" fmla="*/ 54817 h 79330"/>
                <a:gd name="connsiteX19" fmla="*/ 72744 w 79443"/>
                <a:gd name="connsiteY19" fmla="*/ 61665 h 79330"/>
                <a:gd name="connsiteX20" fmla="*/ 67782 w 79443"/>
                <a:gd name="connsiteY20" fmla="*/ 67719 h 79330"/>
                <a:gd name="connsiteX21" fmla="*/ 39746 w 79443"/>
                <a:gd name="connsiteY21" fmla="*/ 79330 h 7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330">
                  <a:moveTo>
                    <a:pt x="39746" y="79330"/>
                  </a:moveTo>
                  <a:cubicBezTo>
                    <a:pt x="37148" y="79330"/>
                    <a:pt x="34556" y="79082"/>
                    <a:pt x="32006" y="78586"/>
                  </a:cubicBezTo>
                  <a:cubicBezTo>
                    <a:pt x="26912" y="77539"/>
                    <a:pt x="22062" y="75534"/>
                    <a:pt x="17715" y="72681"/>
                  </a:cubicBezTo>
                  <a:cubicBezTo>
                    <a:pt x="15546" y="71217"/>
                    <a:pt x="13520" y="69560"/>
                    <a:pt x="11661" y="67719"/>
                  </a:cubicBezTo>
                  <a:cubicBezTo>
                    <a:pt x="9806" y="65873"/>
                    <a:pt x="8144" y="63848"/>
                    <a:pt x="6699" y="61665"/>
                  </a:cubicBezTo>
                  <a:cubicBezTo>
                    <a:pt x="5243" y="59517"/>
                    <a:pt x="4013" y="57219"/>
                    <a:pt x="3027" y="54817"/>
                  </a:cubicBezTo>
                  <a:cubicBezTo>
                    <a:pt x="2037" y="52436"/>
                    <a:pt x="1288" y="49960"/>
                    <a:pt x="794" y="47424"/>
                  </a:cubicBezTo>
                  <a:cubicBezTo>
                    <a:pt x="-265" y="42303"/>
                    <a:pt x="-265" y="37014"/>
                    <a:pt x="794" y="31893"/>
                  </a:cubicBezTo>
                  <a:cubicBezTo>
                    <a:pt x="1295" y="29347"/>
                    <a:pt x="2043" y="26851"/>
                    <a:pt x="3027" y="24450"/>
                  </a:cubicBezTo>
                  <a:cubicBezTo>
                    <a:pt x="4033" y="22058"/>
                    <a:pt x="5263" y="19765"/>
                    <a:pt x="6699" y="17602"/>
                  </a:cubicBezTo>
                  <a:cubicBezTo>
                    <a:pt x="8156" y="15443"/>
                    <a:pt x="9818" y="13434"/>
                    <a:pt x="11661" y="11598"/>
                  </a:cubicBezTo>
                  <a:cubicBezTo>
                    <a:pt x="13507" y="9742"/>
                    <a:pt x="15535" y="8080"/>
                    <a:pt x="17715" y="6636"/>
                  </a:cubicBezTo>
                  <a:cubicBezTo>
                    <a:pt x="22062" y="3783"/>
                    <a:pt x="26912" y="1778"/>
                    <a:pt x="32006" y="731"/>
                  </a:cubicBezTo>
                  <a:cubicBezTo>
                    <a:pt x="45010" y="-1785"/>
                    <a:pt x="58418" y="2279"/>
                    <a:pt x="67832" y="11598"/>
                  </a:cubicBezTo>
                  <a:cubicBezTo>
                    <a:pt x="69675" y="13434"/>
                    <a:pt x="71337" y="15443"/>
                    <a:pt x="72794" y="17602"/>
                  </a:cubicBezTo>
                  <a:cubicBezTo>
                    <a:pt x="74230" y="19765"/>
                    <a:pt x="75460" y="22058"/>
                    <a:pt x="76466" y="24450"/>
                  </a:cubicBezTo>
                  <a:cubicBezTo>
                    <a:pt x="77433" y="26856"/>
                    <a:pt x="78164" y="29347"/>
                    <a:pt x="78649" y="31893"/>
                  </a:cubicBezTo>
                  <a:cubicBezTo>
                    <a:pt x="79708" y="37014"/>
                    <a:pt x="79708" y="42303"/>
                    <a:pt x="78649" y="47424"/>
                  </a:cubicBezTo>
                  <a:cubicBezTo>
                    <a:pt x="78155" y="49960"/>
                    <a:pt x="77407" y="52436"/>
                    <a:pt x="76416" y="54817"/>
                  </a:cubicBezTo>
                  <a:cubicBezTo>
                    <a:pt x="75431" y="57219"/>
                    <a:pt x="74201" y="59517"/>
                    <a:pt x="72744" y="61665"/>
                  </a:cubicBezTo>
                  <a:cubicBezTo>
                    <a:pt x="71300" y="63848"/>
                    <a:pt x="69638" y="65873"/>
                    <a:pt x="67782" y="67719"/>
                  </a:cubicBezTo>
                  <a:cubicBezTo>
                    <a:pt x="60328" y="75127"/>
                    <a:pt x="50255" y="79300"/>
                    <a:pt x="39746" y="793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41651EAD-FD16-0D48-AD7D-4F1FBF6A6F68}"/>
                </a:ext>
              </a:extLst>
            </p:cNvPr>
            <p:cNvSpPr/>
            <p:nvPr/>
          </p:nvSpPr>
          <p:spPr>
            <a:xfrm>
              <a:off x="3247984" y="2864041"/>
              <a:ext cx="79442" cy="79368"/>
            </a:xfrm>
            <a:custGeom>
              <a:avLst/>
              <a:gdLst>
                <a:gd name="connsiteX0" fmla="*/ 39746 w 79442"/>
                <a:gd name="connsiteY0" fmla="*/ 79369 h 79368"/>
                <a:gd name="connsiteX1" fmla="*/ 11661 w 79442"/>
                <a:gd name="connsiteY1" fmla="*/ 67758 h 79368"/>
                <a:gd name="connsiteX2" fmla="*/ 6699 w 79442"/>
                <a:gd name="connsiteY2" fmla="*/ 61704 h 79368"/>
                <a:gd name="connsiteX3" fmla="*/ 3027 w 79442"/>
                <a:gd name="connsiteY3" fmla="*/ 54856 h 79368"/>
                <a:gd name="connsiteX4" fmla="*/ 794 w 79442"/>
                <a:gd name="connsiteY4" fmla="*/ 47463 h 79368"/>
                <a:gd name="connsiteX5" fmla="*/ 0 w 79442"/>
                <a:gd name="connsiteY5" fmla="*/ 39672 h 79368"/>
                <a:gd name="connsiteX6" fmla="*/ 794 w 79442"/>
                <a:gd name="connsiteY6" fmla="*/ 31931 h 79368"/>
                <a:gd name="connsiteX7" fmla="*/ 3027 w 79442"/>
                <a:gd name="connsiteY7" fmla="*/ 24488 h 79368"/>
                <a:gd name="connsiteX8" fmla="*/ 6699 w 79442"/>
                <a:gd name="connsiteY8" fmla="*/ 17641 h 79368"/>
                <a:gd name="connsiteX9" fmla="*/ 11661 w 79442"/>
                <a:gd name="connsiteY9" fmla="*/ 11637 h 79368"/>
                <a:gd name="connsiteX10" fmla="*/ 17715 w 79442"/>
                <a:gd name="connsiteY10" fmla="*/ 6674 h 79368"/>
                <a:gd name="connsiteX11" fmla="*/ 32005 w 79442"/>
                <a:gd name="connsiteY11" fmla="*/ 770 h 79368"/>
                <a:gd name="connsiteX12" fmla="*/ 54930 w 79442"/>
                <a:gd name="connsiteY12" fmla="*/ 3052 h 79368"/>
                <a:gd name="connsiteX13" fmla="*/ 61778 w 79442"/>
                <a:gd name="connsiteY13" fmla="*/ 6674 h 79368"/>
                <a:gd name="connsiteX14" fmla="*/ 67832 w 79442"/>
                <a:gd name="connsiteY14" fmla="*/ 11637 h 79368"/>
                <a:gd name="connsiteX15" fmla="*/ 79443 w 79442"/>
                <a:gd name="connsiteY15" fmla="*/ 39672 h 79368"/>
                <a:gd name="connsiteX16" fmla="*/ 78649 w 79442"/>
                <a:gd name="connsiteY16" fmla="*/ 47463 h 79368"/>
                <a:gd name="connsiteX17" fmla="*/ 76416 w 79442"/>
                <a:gd name="connsiteY17" fmla="*/ 54856 h 79368"/>
                <a:gd name="connsiteX18" fmla="*/ 72744 w 79442"/>
                <a:gd name="connsiteY18" fmla="*/ 61704 h 79368"/>
                <a:gd name="connsiteX19" fmla="*/ 67782 w 79442"/>
                <a:gd name="connsiteY19" fmla="*/ 67758 h 79368"/>
                <a:gd name="connsiteX20" fmla="*/ 61728 w 79442"/>
                <a:gd name="connsiteY20" fmla="*/ 72720 h 79368"/>
                <a:gd name="connsiteX21" fmla="*/ 47438 w 79442"/>
                <a:gd name="connsiteY21" fmla="*/ 78624 h 79368"/>
                <a:gd name="connsiteX22" fmla="*/ 39746 w 79442"/>
                <a:gd name="connsiteY22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2" h="79368">
                  <a:moveTo>
                    <a:pt x="39746" y="79369"/>
                  </a:moveTo>
                  <a:cubicBezTo>
                    <a:pt x="29222" y="79339"/>
                    <a:pt x="19133" y="75168"/>
                    <a:pt x="11661" y="67758"/>
                  </a:cubicBezTo>
                  <a:cubicBezTo>
                    <a:pt x="9806" y="65913"/>
                    <a:pt x="8143" y="63885"/>
                    <a:pt x="6699" y="61704"/>
                  </a:cubicBezTo>
                  <a:cubicBezTo>
                    <a:pt x="5243" y="59554"/>
                    <a:pt x="4012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260" y="44900"/>
                    <a:pt x="-6" y="42290"/>
                    <a:pt x="0" y="39672"/>
                  </a:cubicBezTo>
                  <a:cubicBezTo>
                    <a:pt x="-6" y="37071"/>
                    <a:pt x="260" y="34477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8156" y="15485"/>
                    <a:pt x="9818" y="13474"/>
                    <a:pt x="11661" y="11637"/>
                  </a:cubicBezTo>
                  <a:cubicBezTo>
                    <a:pt x="13507" y="9783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19" y="5244"/>
                    <a:pt x="61778" y="6674"/>
                  </a:cubicBezTo>
                  <a:cubicBezTo>
                    <a:pt x="63956" y="8120"/>
                    <a:pt x="65986" y="9783"/>
                    <a:pt x="67832" y="11637"/>
                  </a:cubicBezTo>
                  <a:cubicBezTo>
                    <a:pt x="75260" y="19075"/>
                    <a:pt x="79438" y="29158"/>
                    <a:pt x="79443" y="39672"/>
                  </a:cubicBezTo>
                  <a:cubicBezTo>
                    <a:pt x="79448" y="42290"/>
                    <a:pt x="79185" y="44900"/>
                    <a:pt x="78649" y="47463"/>
                  </a:cubicBezTo>
                  <a:cubicBezTo>
                    <a:pt x="78153" y="49996"/>
                    <a:pt x="77408" y="52473"/>
                    <a:pt x="76416" y="54856"/>
                  </a:cubicBezTo>
                  <a:cubicBezTo>
                    <a:pt x="75429" y="57259"/>
                    <a:pt x="74198" y="59554"/>
                    <a:pt x="72744" y="61704"/>
                  </a:cubicBezTo>
                  <a:cubicBezTo>
                    <a:pt x="71300" y="63885"/>
                    <a:pt x="69638" y="65913"/>
                    <a:pt x="67782" y="67758"/>
                  </a:cubicBezTo>
                  <a:cubicBezTo>
                    <a:pt x="65921" y="69597"/>
                    <a:pt x="63897" y="71258"/>
                    <a:pt x="61728" y="72720"/>
                  </a:cubicBezTo>
                  <a:cubicBezTo>
                    <a:pt x="57382" y="75574"/>
                    <a:pt x="52532" y="77577"/>
                    <a:pt x="47438" y="78624"/>
                  </a:cubicBezTo>
                  <a:cubicBezTo>
                    <a:pt x="44903" y="79117"/>
                    <a:pt x="42328" y="79366"/>
                    <a:pt x="39746" y="79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4A95DC64-5299-AA41-AB80-F86E5E7D9A97}"/>
                </a:ext>
              </a:extLst>
            </p:cNvPr>
            <p:cNvSpPr/>
            <p:nvPr/>
          </p:nvSpPr>
          <p:spPr>
            <a:xfrm>
              <a:off x="3247984" y="3007941"/>
              <a:ext cx="79442" cy="79368"/>
            </a:xfrm>
            <a:custGeom>
              <a:avLst/>
              <a:gdLst>
                <a:gd name="connsiteX0" fmla="*/ 39746 w 79442"/>
                <a:gd name="connsiteY0" fmla="*/ 79369 h 79368"/>
                <a:gd name="connsiteX1" fmla="*/ 11661 w 79442"/>
                <a:gd name="connsiteY1" fmla="*/ 67758 h 79368"/>
                <a:gd name="connsiteX2" fmla="*/ 6699 w 79442"/>
                <a:gd name="connsiteY2" fmla="*/ 61704 h 79368"/>
                <a:gd name="connsiteX3" fmla="*/ 3027 w 79442"/>
                <a:gd name="connsiteY3" fmla="*/ 54856 h 79368"/>
                <a:gd name="connsiteX4" fmla="*/ 794 w 79442"/>
                <a:gd name="connsiteY4" fmla="*/ 47463 h 79368"/>
                <a:gd name="connsiteX5" fmla="*/ 0 w 79442"/>
                <a:gd name="connsiteY5" fmla="*/ 39672 h 79368"/>
                <a:gd name="connsiteX6" fmla="*/ 11661 w 79442"/>
                <a:gd name="connsiteY6" fmla="*/ 11637 h 79368"/>
                <a:gd name="connsiteX7" fmla="*/ 17715 w 79442"/>
                <a:gd name="connsiteY7" fmla="*/ 6674 h 79368"/>
                <a:gd name="connsiteX8" fmla="*/ 32005 w 79442"/>
                <a:gd name="connsiteY8" fmla="*/ 770 h 79368"/>
                <a:gd name="connsiteX9" fmla="*/ 54930 w 79442"/>
                <a:gd name="connsiteY9" fmla="*/ 3052 h 79368"/>
                <a:gd name="connsiteX10" fmla="*/ 61778 w 79442"/>
                <a:gd name="connsiteY10" fmla="*/ 6674 h 79368"/>
                <a:gd name="connsiteX11" fmla="*/ 67832 w 79442"/>
                <a:gd name="connsiteY11" fmla="*/ 11637 h 79368"/>
                <a:gd name="connsiteX12" fmla="*/ 79443 w 79442"/>
                <a:gd name="connsiteY12" fmla="*/ 39672 h 79368"/>
                <a:gd name="connsiteX13" fmla="*/ 78649 w 79442"/>
                <a:gd name="connsiteY13" fmla="*/ 47463 h 79368"/>
                <a:gd name="connsiteX14" fmla="*/ 76416 w 79442"/>
                <a:gd name="connsiteY14" fmla="*/ 54856 h 79368"/>
                <a:gd name="connsiteX15" fmla="*/ 72744 w 79442"/>
                <a:gd name="connsiteY15" fmla="*/ 61704 h 79368"/>
                <a:gd name="connsiteX16" fmla="*/ 67782 w 79442"/>
                <a:gd name="connsiteY16" fmla="*/ 67758 h 79368"/>
                <a:gd name="connsiteX17" fmla="*/ 61728 w 79442"/>
                <a:gd name="connsiteY17" fmla="*/ 72720 h 79368"/>
                <a:gd name="connsiteX18" fmla="*/ 47438 w 79442"/>
                <a:gd name="connsiteY18" fmla="*/ 78624 h 79368"/>
                <a:gd name="connsiteX19" fmla="*/ 39746 w 79442"/>
                <a:gd name="connsiteY19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2" h="79368">
                  <a:moveTo>
                    <a:pt x="39746" y="79369"/>
                  </a:moveTo>
                  <a:cubicBezTo>
                    <a:pt x="29222" y="79339"/>
                    <a:pt x="19133" y="75166"/>
                    <a:pt x="11661" y="67758"/>
                  </a:cubicBezTo>
                  <a:cubicBezTo>
                    <a:pt x="9806" y="65912"/>
                    <a:pt x="8143" y="63887"/>
                    <a:pt x="6699" y="61704"/>
                  </a:cubicBezTo>
                  <a:cubicBezTo>
                    <a:pt x="5243" y="59555"/>
                    <a:pt x="4012" y="57258"/>
                    <a:pt x="3027" y="54856"/>
                  </a:cubicBezTo>
                  <a:cubicBezTo>
                    <a:pt x="2037" y="52474"/>
                    <a:pt x="1288" y="49998"/>
                    <a:pt x="794" y="47463"/>
                  </a:cubicBezTo>
                  <a:cubicBezTo>
                    <a:pt x="260" y="44902"/>
                    <a:pt x="-6" y="42287"/>
                    <a:pt x="0" y="39672"/>
                  </a:cubicBezTo>
                  <a:cubicBezTo>
                    <a:pt x="18" y="29153"/>
                    <a:pt x="4212" y="19065"/>
                    <a:pt x="11661" y="11637"/>
                  </a:cubicBezTo>
                  <a:cubicBezTo>
                    <a:pt x="13507" y="9781"/>
                    <a:pt x="15535" y="8120"/>
                    <a:pt x="17715" y="6674"/>
                  </a:cubicBezTo>
                  <a:cubicBezTo>
                    <a:pt x="22062" y="3821"/>
                    <a:pt x="26911" y="1817"/>
                    <a:pt x="32005" y="770"/>
                  </a:cubicBezTo>
                  <a:cubicBezTo>
                    <a:pt x="39704" y="-777"/>
                    <a:pt x="47688" y="18"/>
                    <a:pt x="54930" y="3052"/>
                  </a:cubicBezTo>
                  <a:cubicBezTo>
                    <a:pt x="57327" y="4031"/>
                    <a:pt x="59619" y="5244"/>
                    <a:pt x="61778" y="6674"/>
                  </a:cubicBezTo>
                  <a:cubicBezTo>
                    <a:pt x="63956" y="8120"/>
                    <a:pt x="65986" y="9781"/>
                    <a:pt x="67832" y="11637"/>
                  </a:cubicBezTo>
                  <a:cubicBezTo>
                    <a:pt x="75260" y="19075"/>
                    <a:pt x="79438" y="29158"/>
                    <a:pt x="79443" y="39672"/>
                  </a:cubicBezTo>
                  <a:cubicBezTo>
                    <a:pt x="79448" y="42287"/>
                    <a:pt x="79185" y="44902"/>
                    <a:pt x="78649" y="47463"/>
                  </a:cubicBezTo>
                  <a:cubicBezTo>
                    <a:pt x="78153" y="49998"/>
                    <a:pt x="77408" y="52474"/>
                    <a:pt x="76416" y="54856"/>
                  </a:cubicBezTo>
                  <a:cubicBezTo>
                    <a:pt x="75429" y="57258"/>
                    <a:pt x="74198" y="59555"/>
                    <a:pt x="72744" y="61704"/>
                  </a:cubicBezTo>
                  <a:cubicBezTo>
                    <a:pt x="71300" y="63887"/>
                    <a:pt x="69638" y="65912"/>
                    <a:pt x="67782" y="67758"/>
                  </a:cubicBezTo>
                  <a:cubicBezTo>
                    <a:pt x="65921" y="69598"/>
                    <a:pt x="63897" y="71256"/>
                    <a:pt x="61728" y="72720"/>
                  </a:cubicBezTo>
                  <a:cubicBezTo>
                    <a:pt x="57382" y="75573"/>
                    <a:pt x="52532" y="77577"/>
                    <a:pt x="47438" y="78624"/>
                  </a:cubicBezTo>
                  <a:cubicBezTo>
                    <a:pt x="44903" y="79116"/>
                    <a:pt x="42328" y="79364"/>
                    <a:pt x="39746" y="79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B5CEB7B-046A-5746-B585-4C5AE0853760}"/>
                </a:ext>
              </a:extLst>
            </p:cNvPr>
            <p:cNvSpPr/>
            <p:nvPr/>
          </p:nvSpPr>
          <p:spPr>
            <a:xfrm>
              <a:off x="3252946" y="3151842"/>
              <a:ext cx="79491" cy="79368"/>
            </a:xfrm>
            <a:custGeom>
              <a:avLst/>
              <a:gdLst>
                <a:gd name="connsiteX0" fmla="*/ 39746 w 79491"/>
                <a:gd name="connsiteY0" fmla="*/ 79368 h 79368"/>
                <a:gd name="connsiteX1" fmla="*/ 32006 w 79491"/>
                <a:gd name="connsiteY1" fmla="*/ 78624 h 79368"/>
                <a:gd name="connsiteX2" fmla="*/ 17715 w 79491"/>
                <a:gd name="connsiteY2" fmla="*/ 72719 h 79368"/>
                <a:gd name="connsiteX3" fmla="*/ 11661 w 79491"/>
                <a:gd name="connsiteY3" fmla="*/ 67757 h 79368"/>
                <a:gd name="connsiteX4" fmla="*/ 6699 w 79491"/>
                <a:gd name="connsiteY4" fmla="*/ 61703 h 79368"/>
                <a:gd name="connsiteX5" fmla="*/ 3027 w 79491"/>
                <a:gd name="connsiteY5" fmla="*/ 54856 h 79368"/>
                <a:gd name="connsiteX6" fmla="*/ 794 w 79491"/>
                <a:gd name="connsiteY6" fmla="*/ 47462 h 79368"/>
                <a:gd name="connsiteX7" fmla="*/ 794 w 79491"/>
                <a:gd name="connsiteY7" fmla="*/ 31931 h 79368"/>
                <a:gd name="connsiteX8" fmla="*/ 3027 w 79491"/>
                <a:gd name="connsiteY8" fmla="*/ 24488 h 79368"/>
                <a:gd name="connsiteX9" fmla="*/ 6699 w 79491"/>
                <a:gd name="connsiteY9" fmla="*/ 17640 h 79368"/>
                <a:gd name="connsiteX10" fmla="*/ 11661 w 79491"/>
                <a:gd name="connsiteY10" fmla="*/ 11636 h 79368"/>
                <a:gd name="connsiteX11" fmla="*/ 17715 w 79491"/>
                <a:gd name="connsiteY11" fmla="*/ 6674 h 79368"/>
                <a:gd name="connsiteX12" fmla="*/ 24562 w 79491"/>
                <a:gd name="connsiteY12" fmla="*/ 3052 h 79368"/>
                <a:gd name="connsiteX13" fmla="*/ 54930 w 79491"/>
                <a:gd name="connsiteY13" fmla="*/ 3052 h 79368"/>
                <a:gd name="connsiteX14" fmla="*/ 61778 w 79491"/>
                <a:gd name="connsiteY14" fmla="*/ 6674 h 79368"/>
                <a:gd name="connsiteX15" fmla="*/ 67832 w 79491"/>
                <a:gd name="connsiteY15" fmla="*/ 11636 h 79368"/>
                <a:gd name="connsiteX16" fmla="*/ 72794 w 79491"/>
                <a:gd name="connsiteY16" fmla="*/ 17640 h 79368"/>
                <a:gd name="connsiteX17" fmla="*/ 76466 w 79491"/>
                <a:gd name="connsiteY17" fmla="*/ 24488 h 79368"/>
                <a:gd name="connsiteX18" fmla="*/ 78699 w 79491"/>
                <a:gd name="connsiteY18" fmla="*/ 31931 h 79368"/>
                <a:gd name="connsiteX19" fmla="*/ 78699 w 79491"/>
                <a:gd name="connsiteY19" fmla="*/ 47462 h 79368"/>
                <a:gd name="connsiteX20" fmla="*/ 76466 w 79491"/>
                <a:gd name="connsiteY20" fmla="*/ 54856 h 79368"/>
                <a:gd name="connsiteX21" fmla="*/ 72794 w 79491"/>
                <a:gd name="connsiteY21" fmla="*/ 61703 h 79368"/>
                <a:gd name="connsiteX22" fmla="*/ 67832 w 79491"/>
                <a:gd name="connsiteY22" fmla="*/ 67757 h 79368"/>
                <a:gd name="connsiteX23" fmla="*/ 61778 w 79491"/>
                <a:gd name="connsiteY23" fmla="*/ 72719 h 79368"/>
                <a:gd name="connsiteX24" fmla="*/ 47487 w 79491"/>
                <a:gd name="connsiteY24" fmla="*/ 78624 h 79368"/>
                <a:gd name="connsiteX25" fmla="*/ 39746 w 79491"/>
                <a:gd name="connsiteY25" fmla="*/ 79368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91" h="79368">
                  <a:moveTo>
                    <a:pt x="39746" y="79368"/>
                  </a:moveTo>
                  <a:cubicBezTo>
                    <a:pt x="37148" y="79368"/>
                    <a:pt x="34556" y="79120"/>
                    <a:pt x="32006" y="78624"/>
                  </a:cubicBezTo>
                  <a:cubicBezTo>
                    <a:pt x="26912" y="77577"/>
                    <a:pt x="22063" y="75572"/>
                    <a:pt x="17715" y="72719"/>
                  </a:cubicBezTo>
                  <a:cubicBezTo>
                    <a:pt x="15546" y="71255"/>
                    <a:pt x="13520" y="69598"/>
                    <a:pt x="11661" y="67757"/>
                  </a:cubicBezTo>
                  <a:cubicBezTo>
                    <a:pt x="9806" y="65911"/>
                    <a:pt x="8143" y="63887"/>
                    <a:pt x="6699" y="61703"/>
                  </a:cubicBezTo>
                  <a:cubicBezTo>
                    <a:pt x="5243" y="59555"/>
                    <a:pt x="4013" y="57257"/>
                    <a:pt x="3027" y="54856"/>
                  </a:cubicBezTo>
                  <a:cubicBezTo>
                    <a:pt x="2037" y="52474"/>
                    <a:pt x="1288" y="49998"/>
                    <a:pt x="794" y="47462"/>
                  </a:cubicBezTo>
                  <a:cubicBezTo>
                    <a:pt x="-265" y="42341"/>
                    <a:pt x="-265" y="37052"/>
                    <a:pt x="794" y="31931"/>
                  </a:cubicBezTo>
                  <a:cubicBezTo>
                    <a:pt x="1295" y="29385"/>
                    <a:pt x="2043" y="26889"/>
                    <a:pt x="3027" y="24488"/>
                  </a:cubicBezTo>
                  <a:cubicBezTo>
                    <a:pt x="4034" y="22096"/>
                    <a:pt x="5263" y="19804"/>
                    <a:pt x="6699" y="17640"/>
                  </a:cubicBezTo>
                  <a:cubicBezTo>
                    <a:pt x="8144" y="15477"/>
                    <a:pt x="9807" y="13462"/>
                    <a:pt x="11661" y="11636"/>
                  </a:cubicBezTo>
                  <a:cubicBezTo>
                    <a:pt x="13507" y="9780"/>
                    <a:pt x="15535" y="8118"/>
                    <a:pt x="17715" y="6674"/>
                  </a:cubicBezTo>
                  <a:cubicBezTo>
                    <a:pt x="19884" y="5265"/>
                    <a:pt x="22175" y="4049"/>
                    <a:pt x="24562" y="3052"/>
                  </a:cubicBezTo>
                  <a:cubicBezTo>
                    <a:pt x="34276" y="-1017"/>
                    <a:pt x="45217" y="-1017"/>
                    <a:pt x="54930" y="3052"/>
                  </a:cubicBezTo>
                  <a:cubicBezTo>
                    <a:pt x="57317" y="4049"/>
                    <a:pt x="59610" y="5265"/>
                    <a:pt x="61778" y="6674"/>
                  </a:cubicBezTo>
                  <a:cubicBezTo>
                    <a:pt x="63956" y="8118"/>
                    <a:pt x="65986" y="9780"/>
                    <a:pt x="67832" y="11636"/>
                  </a:cubicBezTo>
                  <a:cubicBezTo>
                    <a:pt x="69688" y="13462"/>
                    <a:pt x="71350" y="15477"/>
                    <a:pt x="72794" y="17640"/>
                  </a:cubicBezTo>
                  <a:cubicBezTo>
                    <a:pt x="74228" y="19804"/>
                    <a:pt x="75459" y="22096"/>
                    <a:pt x="76466" y="24488"/>
                  </a:cubicBezTo>
                  <a:cubicBezTo>
                    <a:pt x="77448" y="26889"/>
                    <a:pt x="78198" y="29385"/>
                    <a:pt x="78699" y="31931"/>
                  </a:cubicBezTo>
                  <a:cubicBezTo>
                    <a:pt x="79756" y="37052"/>
                    <a:pt x="79756" y="42341"/>
                    <a:pt x="78699" y="47462"/>
                  </a:cubicBezTo>
                  <a:cubicBezTo>
                    <a:pt x="78203" y="49998"/>
                    <a:pt x="77458" y="52474"/>
                    <a:pt x="76466" y="54856"/>
                  </a:cubicBezTo>
                  <a:cubicBezTo>
                    <a:pt x="75478" y="57257"/>
                    <a:pt x="74248" y="59555"/>
                    <a:pt x="72794" y="61703"/>
                  </a:cubicBezTo>
                  <a:cubicBezTo>
                    <a:pt x="71350" y="63887"/>
                    <a:pt x="69688" y="65911"/>
                    <a:pt x="67832" y="67757"/>
                  </a:cubicBezTo>
                  <a:cubicBezTo>
                    <a:pt x="65971" y="69598"/>
                    <a:pt x="63947" y="71255"/>
                    <a:pt x="61778" y="72719"/>
                  </a:cubicBezTo>
                  <a:cubicBezTo>
                    <a:pt x="57431" y="75572"/>
                    <a:pt x="52583" y="77577"/>
                    <a:pt x="47487" y="78624"/>
                  </a:cubicBezTo>
                  <a:cubicBezTo>
                    <a:pt x="44937" y="79120"/>
                    <a:pt x="42345" y="79368"/>
                    <a:pt x="39746" y="793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1">
            <a:extLst>
              <a:ext uri="{FF2B5EF4-FFF2-40B4-BE49-F238E27FC236}">
                <a16:creationId xmlns:a16="http://schemas.microsoft.com/office/drawing/2014/main" id="{C74CA8D7-D043-4EA5-940B-4CAED625FA88}"/>
              </a:ext>
            </a:extLst>
          </p:cNvPr>
          <p:cNvGrpSpPr>
            <a:grpSpLocks noChangeAspect="1"/>
          </p:cNvGrpSpPr>
          <p:nvPr/>
        </p:nvGrpSpPr>
        <p:grpSpPr>
          <a:xfrm>
            <a:off x="4146204" y="2634819"/>
            <a:ext cx="828708" cy="641347"/>
            <a:chOff x="4146204" y="2634819"/>
            <a:chExt cx="828708" cy="641347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C0669D94-C93B-B24A-8BF9-2F57EBA5CBDD}"/>
                </a:ext>
              </a:extLst>
            </p:cNvPr>
            <p:cNvSpPr/>
            <p:nvPr/>
          </p:nvSpPr>
          <p:spPr>
            <a:xfrm>
              <a:off x="4146204" y="2867193"/>
              <a:ext cx="549263" cy="406641"/>
            </a:xfrm>
            <a:custGeom>
              <a:avLst/>
              <a:gdLst>
                <a:gd name="connsiteX0" fmla="*/ 509598 w 549263"/>
                <a:gd name="connsiteY0" fmla="*/ 406642 h 406641"/>
                <a:gd name="connsiteX1" fmla="*/ 477196 w 549263"/>
                <a:gd name="connsiteY1" fmla="*/ 389969 h 406641"/>
                <a:gd name="connsiteX2" fmla="*/ 275984 w 549263"/>
                <a:gd name="connsiteY2" fmla="*/ 107429 h 406641"/>
                <a:gd name="connsiteX3" fmla="*/ 70256 w 549263"/>
                <a:gd name="connsiteY3" fmla="*/ 390267 h 406641"/>
                <a:gd name="connsiteX4" fmla="*/ 14359 w 549263"/>
                <a:gd name="connsiteY4" fmla="*/ 395487 h 406641"/>
                <a:gd name="connsiteX5" fmla="*/ 6047 w 549263"/>
                <a:gd name="connsiteY5" fmla="*/ 343871 h 406641"/>
                <a:gd name="connsiteX6" fmla="*/ 244226 w 549263"/>
                <a:gd name="connsiteY6" fmla="*/ 16375 h 406641"/>
                <a:gd name="connsiteX7" fmla="*/ 276331 w 549263"/>
                <a:gd name="connsiteY7" fmla="*/ 0 h 406641"/>
                <a:gd name="connsiteX8" fmla="*/ 276331 w 549263"/>
                <a:gd name="connsiteY8" fmla="*/ 0 h 406641"/>
                <a:gd name="connsiteX9" fmla="*/ 308684 w 549263"/>
                <a:gd name="connsiteY9" fmla="*/ 16375 h 406641"/>
                <a:gd name="connsiteX10" fmla="*/ 541901 w 549263"/>
                <a:gd name="connsiteY10" fmla="*/ 343871 h 406641"/>
                <a:gd name="connsiteX11" fmla="*/ 532587 w 549263"/>
                <a:gd name="connsiteY11" fmla="*/ 399233 h 406641"/>
                <a:gd name="connsiteX12" fmla="*/ 509598 w 549263"/>
                <a:gd name="connsiteY12" fmla="*/ 406592 h 40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263" h="406641">
                  <a:moveTo>
                    <a:pt x="509598" y="406642"/>
                  </a:moveTo>
                  <a:cubicBezTo>
                    <a:pt x="496731" y="406662"/>
                    <a:pt x="484659" y="400449"/>
                    <a:pt x="477196" y="389969"/>
                  </a:cubicBezTo>
                  <a:lnTo>
                    <a:pt x="275984" y="107429"/>
                  </a:lnTo>
                  <a:lnTo>
                    <a:pt x="70256" y="390267"/>
                  </a:lnTo>
                  <a:cubicBezTo>
                    <a:pt x="56261" y="407143"/>
                    <a:pt x="31236" y="409480"/>
                    <a:pt x="14359" y="395487"/>
                  </a:cubicBezTo>
                  <a:cubicBezTo>
                    <a:pt x="-948" y="382789"/>
                    <a:pt x="-4502" y="360728"/>
                    <a:pt x="6047" y="343871"/>
                  </a:cubicBezTo>
                  <a:lnTo>
                    <a:pt x="244226" y="16375"/>
                  </a:lnTo>
                  <a:cubicBezTo>
                    <a:pt x="251691" y="6094"/>
                    <a:pt x="263625" y="6"/>
                    <a:pt x="276331" y="0"/>
                  </a:cubicBezTo>
                  <a:lnTo>
                    <a:pt x="276331" y="0"/>
                  </a:lnTo>
                  <a:cubicBezTo>
                    <a:pt x="289112" y="-25"/>
                    <a:pt x="301135" y="6061"/>
                    <a:pt x="308684" y="16375"/>
                  </a:cubicBezTo>
                  <a:lnTo>
                    <a:pt x="541901" y="343871"/>
                  </a:lnTo>
                  <a:cubicBezTo>
                    <a:pt x="554619" y="361730"/>
                    <a:pt x="550446" y="386515"/>
                    <a:pt x="532587" y="399233"/>
                  </a:cubicBezTo>
                  <a:cubicBezTo>
                    <a:pt x="525874" y="404012"/>
                    <a:pt x="517840" y="406587"/>
                    <a:pt x="509598" y="4065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21823AF-AEB4-5940-9C25-28A046BD6EE2}"/>
                </a:ext>
              </a:extLst>
            </p:cNvPr>
            <p:cNvSpPr/>
            <p:nvPr/>
          </p:nvSpPr>
          <p:spPr>
            <a:xfrm>
              <a:off x="4616420" y="3010875"/>
              <a:ext cx="356882" cy="262958"/>
            </a:xfrm>
            <a:custGeom>
              <a:avLst/>
              <a:gdLst>
                <a:gd name="connsiteX0" fmla="*/ 317258 w 356882"/>
                <a:gd name="connsiteY0" fmla="*/ 262959 h 262958"/>
                <a:gd name="connsiteX1" fmla="*/ 285551 w 356882"/>
                <a:gd name="connsiteY1" fmla="*/ 247229 h 262958"/>
                <a:gd name="connsiteX2" fmla="*/ 178271 w 356882"/>
                <a:gd name="connsiteY2" fmla="*/ 105463 h 262958"/>
                <a:gd name="connsiteX3" fmla="*/ 70991 w 356882"/>
                <a:gd name="connsiteY3" fmla="*/ 247229 h 262958"/>
                <a:gd name="connsiteX4" fmla="*/ 15271 w 356882"/>
                <a:gd name="connsiteY4" fmla="*/ 254097 h 262958"/>
                <a:gd name="connsiteX5" fmla="*/ 7674 w 356882"/>
                <a:gd name="connsiteY5" fmla="*/ 199345 h 262958"/>
                <a:gd name="connsiteX6" fmla="*/ 146613 w 356882"/>
                <a:gd name="connsiteY6" fmla="*/ 15749 h 262958"/>
                <a:gd name="connsiteX7" fmla="*/ 202223 w 356882"/>
                <a:gd name="connsiteY7" fmla="*/ 8043 h 262958"/>
                <a:gd name="connsiteX8" fmla="*/ 209929 w 356882"/>
                <a:gd name="connsiteY8" fmla="*/ 15749 h 262958"/>
                <a:gd name="connsiteX9" fmla="*/ 348867 w 356882"/>
                <a:gd name="connsiteY9" fmla="*/ 199345 h 262958"/>
                <a:gd name="connsiteX10" fmla="*/ 341101 w 356882"/>
                <a:gd name="connsiteY10" fmla="*/ 254945 h 262958"/>
                <a:gd name="connsiteX11" fmla="*/ 317258 w 356882"/>
                <a:gd name="connsiteY11" fmla="*/ 262959 h 26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882" h="262958">
                  <a:moveTo>
                    <a:pt x="317258" y="262959"/>
                  </a:moveTo>
                  <a:cubicBezTo>
                    <a:pt x="304808" y="262979"/>
                    <a:pt x="293068" y="257153"/>
                    <a:pt x="285551" y="247229"/>
                  </a:cubicBezTo>
                  <a:lnTo>
                    <a:pt x="178271" y="105463"/>
                  </a:lnTo>
                  <a:lnTo>
                    <a:pt x="70991" y="247229"/>
                  </a:lnTo>
                  <a:cubicBezTo>
                    <a:pt x="57499" y="264512"/>
                    <a:pt x="32554" y="267584"/>
                    <a:pt x="15271" y="254097"/>
                  </a:cubicBezTo>
                  <a:cubicBezTo>
                    <a:pt x="-1637" y="240898"/>
                    <a:pt x="-5002" y="216648"/>
                    <a:pt x="7674" y="199345"/>
                  </a:cubicBezTo>
                  <a:lnTo>
                    <a:pt x="146613" y="15749"/>
                  </a:lnTo>
                  <a:cubicBezTo>
                    <a:pt x="159841" y="-1736"/>
                    <a:pt x="184736" y="-5187"/>
                    <a:pt x="202223" y="8043"/>
                  </a:cubicBezTo>
                  <a:cubicBezTo>
                    <a:pt x="205130" y="10241"/>
                    <a:pt x="207725" y="12836"/>
                    <a:pt x="209929" y="15749"/>
                  </a:cubicBezTo>
                  <a:lnTo>
                    <a:pt x="348867" y="199345"/>
                  </a:lnTo>
                  <a:cubicBezTo>
                    <a:pt x="362076" y="216842"/>
                    <a:pt x="358597" y="241736"/>
                    <a:pt x="341101" y="254945"/>
                  </a:cubicBezTo>
                  <a:cubicBezTo>
                    <a:pt x="334234" y="260131"/>
                    <a:pt x="325863" y="262944"/>
                    <a:pt x="317258" y="2629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8014E67E-8307-1F42-ADD9-D57A8B39A1E4}"/>
                </a:ext>
              </a:extLst>
            </p:cNvPr>
            <p:cNvSpPr/>
            <p:nvPr/>
          </p:nvSpPr>
          <p:spPr>
            <a:xfrm>
              <a:off x="4146247" y="2634819"/>
              <a:ext cx="828666" cy="641347"/>
            </a:xfrm>
            <a:custGeom>
              <a:avLst/>
              <a:gdLst>
                <a:gd name="connsiteX0" fmla="*/ 788970 w 828666"/>
                <a:gd name="connsiteY0" fmla="*/ 641347 h 641347"/>
                <a:gd name="connsiteX1" fmla="*/ 39697 w 828666"/>
                <a:gd name="connsiteY1" fmla="*/ 641347 h 641347"/>
                <a:gd name="connsiteX2" fmla="*/ 0 w 828666"/>
                <a:gd name="connsiteY2" fmla="*/ 601651 h 641347"/>
                <a:gd name="connsiteX3" fmla="*/ 0 w 828666"/>
                <a:gd name="connsiteY3" fmla="*/ 39697 h 641347"/>
                <a:gd name="connsiteX4" fmla="*/ 39697 w 828666"/>
                <a:gd name="connsiteY4" fmla="*/ 0 h 641347"/>
                <a:gd name="connsiteX5" fmla="*/ 788970 w 828666"/>
                <a:gd name="connsiteY5" fmla="*/ 0 h 641347"/>
                <a:gd name="connsiteX6" fmla="*/ 828666 w 828666"/>
                <a:gd name="connsiteY6" fmla="*/ 39697 h 641347"/>
                <a:gd name="connsiteX7" fmla="*/ 828666 w 828666"/>
                <a:gd name="connsiteY7" fmla="*/ 601651 h 641347"/>
                <a:gd name="connsiteX8" fmla="*/ 788970 w 828666"/>
                <a:gd name="connsiteY8" fmla="*/ 641347 h 641347"/>
                <a:gd name="connsiteX9" fmla="*/ 79393 w 828666"/>
                <a:gd name="connsiteY9" fmla="*/ 561954 h 641347"/>
                <a:gd name="connsiteX10" fmla="*/ 749273 w 828666"/>
                <a:gd name="connsiteY10" fmla="*/ 561954 h 641347"/>
                <a:gd name="connsiteX11" fmla="*/ 749273 w 828666"/>
                <a:gd name="connsiteY11" fmla="*/ 79393 h 641347"/>
                <a:gd name="connsiteX12" fmla="*/ 79393 w 828666"/>
                <a:gd name="connsiteY12" fmla="*/ 79393 h 64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8666" h="641347">
                  <a:moveTo>
                    <a:pt x="788970" y="641347"/>
                  </a:moveTo>
                  <a:lnTo>
                    <a:pt x="39697" y="641347"/>
                  </a:lnTo>
                  <a:cubicBezTo>
                    <a:pt x="17773" y="641347"/>
                    <a:pt x="0" y="623573"/>
                    <a:pt x="0" y="6016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8970" y="0"/>
                  </a:lnTo>
                  <a:cubicBezTo>
                    <a:pt x="810892" y="0"/>
                    <a:pt x="828666" y="17773"/>
                    <a:pt x="828666" y="39697"/>
                  </a:cubicBezTo>
                  <a:lnTo>
                    <a:pt x="828666" y="601651"/>
                  </a:lnTo>
                  <a:cubicBezTo>
                    <a:pt x="828666" y="623573"/>
                    <a:pt x="810892" y="641347"/>
                    <a:pt x="788970" y="641347"/>
                  </a:cubicBezTo>
                  <a:close/>
                  <a:moveTo>
                    <a:pt x="79393" y="561954"/>
                  </a:moveTo>
                  <a:lnTo>
                    <a:pt x="749273" y="561954"/>
                  </a:lnTo>
                  <a:lnTo>
                    <a:pt x="7492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B6AC5443-8C85-2141-A5F2-13D42DFB0ED9}"/>
                </a:ext>
              </a:extLst>
            </p:cNvPr>
            <p:cNvSpPr/>
            <p:nvPr/>
          </p:nvSpPr>
          <p:spPr>
            <a:xfrm>
              <a:off x="4550557" y="2748351"/>
              <a:ext cx="216941" cy="216941"/>
            </a:xfrm>
            <a:custGeom>
              <a:avLst/>
              <a:gdLst>
                <a:gd name="connsiteX0" fmla="*/ 108471 w 216941"/>
                <a:gd name="connsiteY0" fmla="*/ 216942 h 216941"/>
                <a:gd name="connsiteX1" fmla="*/ 0 w 216941"/>
                <a:gd name="connsiteY1" fmla="*/ 108471 h 216941"/>
                <a:gd name="connsiteX2" fmla="*/ 108471 w 216941"/>
                <a:gd name="connsiteY2" fmla="*/ 0 h 216941"/>
                <a:gd name="connsiteX3" fmla="*/ 216942 w 216941"/>
                <a:gd name="connsiteY3" fmla="*/ 108471 h 216941"/>
                <a:gd name="connsiteX4" fmla="*/ 108471 w 216941"/>
                <a:gd name="connsiteY4" fmla="*/ 216942 h 216941"/>
                <a:gd name="connsiteX5" fmla="*/ 108471 w 216941"/>
                <a:gd name="connsiteY5" fmla="*/ 79443 h 216941"/>
                <a:gd name="connsiteX6" fmla="*/ 79393 w 216941"/>
                <a:gd name="connsiteY6" fmla="*/ 108520 h 216941"/>
                <a:gd name="connsiteX7" fmla="*/ 108471 w 216941"/>
                <a:gd name="connsiteY7" fmla="*/ 137598 h 216941"/>
                <a:gd name="connsiteX8" fmla="*/ 137549 w 216941"/>
                <a:gd name="connsiteY8" fmla="*/ 108520 h 216941"/>
                <a:gd name="connsiteX9" fmla="*/ 137549 w 216941"/>
                <a:gd name="connsiteY9" fmla="*/ 108471 h 216941"/>
                <a:gd name="connsiteX10" fmla="*/ 108471 w 216941"/>
                <a:gd name="connsiteY10" fmla="*/ 79443 h 2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41" h="216941">
                  <a:moveTo>
                    <a:pt x="108471" y="216942"/>
                  </a:moveTo>
                  <a:cubicBezTo>
                    <a:pt x="48564" y="216942"/>
                    <a:pt x="0" y="168377"/>
                    <a:pt x="0" y="108471"/>
                  </a:cubicBezTo>
                  <a:cubicBezTo>
                    <a:pt x="0" y="48564"/>
                    <a:pt x="48564" y="0"/>
                    <a:pt x="108471" y="0"/>
                  </a:cubicBezTo>
                  <a:cubicBezTo>
                    <a:pt x="168378" y="0"/>
                    <a:pt x="216942" y="48564"/>
                    <a:pt x="216942" y="108471"/>
                  </a:cubicBezTo>
                  <a:cubicBezTo>
                    <a:pt x="216887" y="168355"/>
                    <a:pt x="168353" y="216887"/>
                    <a:pt x="108471" y="216942"/>
                  </a:cubicBezTo>
                  <a:close/>
                  <a:moveTo>
                    <a:pt x="108471" y="79443"/>
                  </a:moveTo>
                  <a:cubicBezTo>
                    <a:pt x="92414" y="79443"/>
                    <a:pt x="79393" y="92461"/>
                    <a:pt x="79393" y="108520"/>
                  </a:cubicBezTo>
                  <a:cubicBezTo>
                    <a:pt x="79393" y="124580"/>
                    <a:pt x="92414" y="137598"/>
                    <a:pt x="108471" y="137598"/>
                  </a:cubicBezTo>
                  <a:cubicBezTo>
                    <a:pt x="124528" y="137598"/>
                    <a:pt x="137549" y="124580"/>
                    <a:pt x="137549" y="108520"/>
                  </a:cubicBezTo>
                  <a:cubicBezTo>
                    <a:pt x="137549" y="108504"/>
                    <a:pt x="137549" y="108487"/>
                    <a:pt x="137549" y="108471"/>
                  </a:cubicBezTo>
                  <a:cubicBezTo>
                    <a:pt x="137519" y="92431"/>
                    <a:pt x="124508" y="79443"/>
                    <a:pt x="108471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8" name="Picture Placeholder 53">
            <a:extLst>
              <a:ext uri="{FF2B5EF4-FFF2-40B4-BE49-F238E27FC236}">
                <a16:creationId xmlns:a16="http://schemas.microsoft.com/office/drawing/2014/main" id="{836D3BD2-EB90-4542-A907-112A17A1B1F3}"/>
              </a:ext>
            </a:extLst>
          </p:cNvPr>
          <p:cNvGrpSpPr>
            <a:grpSpLocks noChangeAspect="1"/>
          </p:cNvGrpSpPr>
          <p:nvPr/>
        </p:nvGrpSpPr>
        <p:grpSpPr>
          <a:xfrm>
            <a:off x="5462415" y="2558153"/>
            <a:ext cx="829945" cy="794734"/>
            <a:chOff x="5462415" y="2558153"/>
            <a:chExt cx="829945" cy="794734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75C8E85E-FE7D-354C-92D3-F6F97F69DBA7}"/>
                </a:ext>
              </a:extLst>
            </p:cNvPr>
            <p:cNvSpPr/>
            <p:nvPr/>
          </p:nvSpPr>
          <p:spPr>
            <a:xfrm>
              <a:off x="5462415" y="2558153"/>
              <a:ext cx="829945" cy="794734"/>
            </a:xfrm>
            <a:custGeom>
              <a:avLst/>
              <a:gdLst>
                <a:gd name="connsiteX0" fmla="*/ 467527 w 829945"/>
                <a:gd name="connsiteY0" fmla="*/ 794727 h 794734"/>
                <a:gd name="connsiteX1" fmla="*/ 441029 w 829945"/>
                <a:gd name="connsiteY1" fmla="*/ 784803 h 794734"/>
                <a:gd name="connsiteX2" fmla="*/ 14291 w 829945"/>
                <a:gd name="connsiteY2" fmla="*/ 402724 h 794734"/>
                <a:gd name="connsiteX3" fmla="*/ 1092 w 829945"/>
                <a:gd name="connsiteY3" fmla="*/ 373298 h 794734"/>
                <a:gd name="connsiteX4" fmla="*/ 0 w 829945"/>
                <a:gd name="connsiteY4" fmla="*/ 39798 h 794734"/>
                <a:gd name="connsiteX5" fmla="*/ 11611 w 829945"/>
                <a:gd name="connsiteY5" fmla="*/ 11613 h 794734"/>
                <a:gd name="connsiteX6" fmla="*/ 39796 w 829945"/>
                <a:gd name="connsiteY6" fmla="*/ 2 h 794734"/>
                <a:gd name="connsiteX7" fmla="*/ 373346 w 829945"/>
                <a:gd name="connsiteY7" fmla="*/ 796 h 794734"/>
                <a:gd name="connsiteX8" fmla="*/ 398157 w 829945"/>
                <a:gd name="connsiteY8" fmla="*/ 9480 h 794734"/>
                <a:gd name="connsiteX9" fmla="*/ 814971 w 829945"/>
                <a:gd name="connsiteY9" fmla="*/ 341938 h 794734"/>
                <a:gd name="connsiteX10" fmla="*/ 821303 w 829945"/>
                <a:gd name="connsiteY10" fmla="*/ 397719 h 794734"/>
                <a:gd name="connsiteX11" fmla="*/ 820578 w 829945"/>
                <a:gd name="connsiteY11" fmla="*/ 398605 h 794734"/>
                <a:gd name="connsiteX12" fmla="*/ 498043 w 829945"/>
                <a:gd name="connsiteY12" fmla="*/ 780684 h 794734"/>
                <a:gd name="connsiteX13" fmla="*/ 470454 w 829945"/>
                <a:gd name="connsiteY13" fmla="*/ 794628 h 794734"/>
                <a:gd name="connsiteX14" fmla="*/ 467527 w 829945"/>
                <a:gd name="connsiteY14" fmla="*/ 794727 h 794734"/>
                <a:gd name="connsiteX15" fmla="*/ 80386 w 829945"/>
                <a:gd name="connsiteY15" fmla="*/ 355187 h 794734"/>
                <a:gd name="connsiteX16" fmla="*/ 463557 w 829945"/>
                <a:gd name="connsiteY16" fmla="*/ 698215 h 794734"/>
                <a:gd name="connsiteX17" fmla="*/ 733395 w 829945"/>
                <a:gd name="connsiteY17" fmla="*/ 378558 h 794734"/>
                <a:gd name="connsiteX18" fmla="*/ 359304 w 829945"/>
                <a:gd name="connsiteY18" fmla="*/ 80189 h 794734"/>
                <a:gd name="connsiteX19" fmla="*/ 79542 w 829945"/>
                <a:gd name="connsiteY19" fmla="*/ 79494 h 79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9945" h="794734">
                  <a:moveTo>
                    <a:pt x="467527" y="794727"/>
                  </a:moveTo>
                  <a:cubicBezTo>
                    <a:pt x="457775" y="794786"/>
                    <a:pt x="448343" y="791254"/>
                    <a:pt x="441029" y="784803"/>
                  </a:cubicBezTo>
                  <a:lnTo>
                    <a:pt x="14291" y="402724"/>
                  </a:lnTo>
                  <a:cubicBezTo>
                    <a:pt x="5926" y="395225"/>
                    <a:pt x="1129" y="384533"/>
                    <a:pt x="1092" y="373298"/>
                  </a:cubicBezTo>
                  <a:lnTo>
                    <a:pt x="0" y="39798"/>
                  </a:lnTo>
                  <a:cubicBezTo>
                    <a:pt x="-7" y="29238"/>
                    <a:pt x="4167" y="19104"/>
                    <a:pt x="11611" y="11613"/>
                  </a:cubicBezTo>
                  <a:cubicBezTo>
                    <a:pt x="19045" y="4085"/>
                    <a:pt x="29216" y="-105"/>
                    <a:pt x="39796" y="2"/>
                  </a:cubicBezTo>
                  <a:lnTo>
                    <a:pt x="373346" y="796"/>
                  </a:lnTo>
                  <a:cubicBezTo>
                    <a:pt x="382363" y="789"/>
                    <a:pt x="391113" y="3851"/>
                    <a:pt x="398157" y="9480"/>
                  </a:cubicBezTo>
                  <a:lnTo>
                    <a:pt x="814971" y="341938"/>
                  </a:lnTo>
                  <a:cubicBezTo>
                    <a:pt x="832125" y="355593"/>
                    <a:pt x="834958" y="380567"/>
                    <a:pt x="821303" y="397719"/>
                  </a:cubicBezTo>
                  <a:cubicBezTo>
                    <a:pt x="821065" y="398018"/>
                    <a:pt x="820826" y="398313"/>
                    <a:pt x="820578" y="398605"/>
                  </a:cubicBezTo>
                  <a:lnTo>
                    <a:pt x="498043" y="780684"/>
                  </a:lnTo>
                  <a:cubicBezTo>
                    <a:pt x="491106" y="788867"/>
                    <a:pt x="481157" y="793898"/>
                    <a:pt x="470454" y="794628"/>
                  </a:cubicBezTo>
                  <a:cubicBezTo>
                    <a:pt x="469481" y="794717"/>
                    <a:pt x="468504" y="794752"/>
                    <a:pt x="467527" y="794727"/>
                  </a:cubicBezTo>
                  <a:close/>
                  <a:moveTo>
                    <a:pt x="80386" y="355187"/>
                  </a:moveTo>
                  <a:lnTo>
                    <a:pt x="463557" y="698215"/>
                  </a:lnTo>
                  <a:lnTo>
                    <a:pt x="733395" y="378558"/>
                  </a:lnTo>
                  <a:lnTo>
                    <a:pt x="359304" y="80189"/>
                  </a:lnTo>
                  <a:lnTo>
                    <a:pt x="79542" y="7949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7BE34F8E-B058-B34E-9513-C019673DE871}"/>
                </a:ext>
              </a:extLst>
            </p:cNvPr>
            <p:cNvSpPr/>
            <p:nvPr/>
          </p:nvSpPr>
          <p:spPr>
            <a:xfrm>
              <a:off x="5607407" y="2699971"/>
              <a:ext cx="267952" cy="267951"/>
            </a:xfrm>
            <a:custGeom>
              <a:avLst/>
              <a:gdLst>
                <a:gd name="connsiteX0" fmla="*/ 133976 w 267952"/>
                <a:gd name="connsiteY0" fmla="*/ 267952 h 267951"/>
                <a:gd name="connsiteX1" fmla="*/ 0 w 267952"/>
                <a:gd name="connsiteY1" fmla="*/ 133976 h 267951"/>
                <a:gd name="connsiteX2" fmla="*/ 133976 w 267952"/>
                <a:gd name="connsiteY2" fmla="*/ 0 h 267951"/>
                <a:gd name="connsiteX3" fmla="*/ 267952 w 267952"/>
                <a:gd name="connsiteY3" fmla="*/ 133976 h 267951"/>
                <a:gd name="connsiteX4" fmla="*/ 133976 w 267952"/>
                <a:gd name="connsiteY4" fmla="*/ 267952 h 267951"/>
                <a:gd name="connsiteX5" fmla="*/ 133976 w 267952"/>
                <a:gd name="connsiteY5" fmla="*/ 79393 h 267951"/>
                <a:gd name="connsiteX6" fmla="*/ 79393 w 267952"/>
                <a:gd name="connsiteY6" fmla="*/ 133976 h 267951"/>
                <a:gd name="connsiteX7" fmla="*/ 133976 w 267952"/>
                <a:gd name="connsiteY7" fmla="*/ 188559 h 267951"/>
                <a:gd name="connsiteX8" fmla="*/ 188559 w 267952"/>
                <a:gd name="connsiteY8" fmla="*/ 133976 h 267951"/>
                <a:gd name="connsiteX9" fmla="*/ 133976 w 267952"/>
                <a:gd name="connsiteY9" fmla="*/ 79393 h 26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7952" h="267951">
                  <a:moveTo>
                    <a:pt x="133976" y="267952"/>
                  </a:moveTo>
                  <a:cubicBezTo>
                    <a:pt x="59983" y="267952"/>
                    <a:pt x="0" y="207969"/>
                    <a:pt x="0" y="133976"/>
                  </a:cubicBezTo>
                  <a:cubicBezTo>
                    <a:pt x="0" y="59983"/>
                    <a:pt x="59983" y="0"/>
                    <a:pt x="133976" y="0"/>
                  </a:cubicBezTo>
                  <a:cubicBezTo>
                    <a:pt x="207969" y="0"/>
                    <a:pt x="267952" y="59983"/>
                    <a:pt x="267952" y="133976"/>
                  </a:cubicBezTo>
                  <a:cubicBezTo>
                    <a:pt x="267952" y="207969"/>
                    <a:pt x="207969" y="267952"/>
                    <a:pt x="133976" y="267952"/>
                  </a:cubicBezTo>
                  <a:close/>
                  <a:moveTo>
                    <a:pt x="133976" y="79393"/>
                  </a:moveTo>
                  <a:cubicBezTo>
                    <a:pt x="103831" y="79393"/>
                    <a:pt x="79393" y="103831"/>
                    <a:pt x="79393" y="133976"/>
                  </a:cubicBezTo>
                  <a:cubicBezTo>
                    <a:pt x="79393" y="164121"/>
                    <a:pt x="103831" y="188559"/>
                    <a:pt x="133976" y="188559"/>
                  </a:cubicBezTo>
                  <a:cubicBezTo>
                    <a:pt x="164121" y="188559"/>
                    <a:pt x="188559" y="164121"/>
                    <a:pt x="188559" y="133976"/>
                  </a:cubicBezTo>
                  <a:cubicBezTo>
                    <a:pt x="188559" y="103831"/>
                    <a:pt x="164121" y="79393"/>
                    <a:pt x="13397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55">
            <a:extLst>
              <a:ext uri="{FF2B5EF4-FFF2-40B4-BE49-F238E27FC236}">
                <a16:creationId xmlns:a16="http://schemas.microsoft.com/office/drawing/2014/main" id="{6665D3FC-9FE8-4AA7-AF50-40C5BE842F06}"/>
              </a:ext>
            </a:extLst>
          </p:cNvPr>
          <p:cNvGrpSpPr>
            <a:grpSpLocks noChangeAspect="1"/>
          </p:cNvGrpSpPr>
          <p:nvPr/>
        </p:nvGrpSpPr>
        <p:grpSpPr>
          <a:xfrm>
            <a:off x="6769546" y="2652830"/>
            <a:ext cx="850774" cy="605374"/>
            <a:chOff x="6769546" y="2652830"/>
            <a:chExt cx="850774" cy="605374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79A437F-9E02-D147-8CAF-0CB17C22A000}"/>
                </a:ext>
              </a:extLst>
            </p:cNvPr>
            <p:cNvSpPr/>
            <p:nvPr/>
          </p:nvSpPr>
          <p:spPr>
            <a:xfrm>
              <a:off x="6769546" y="2653526"/>
              <a:ext cx="704670" cy="604677"/>
            </a:xfrm>
            <a:custGeom>
              <a:avLst/>
              <a:gdLst>
                <a:gd name="connsiteX0" fmla="*/ 664974 w 704670"/>
                <a:gd name="connsiteY0" fmla="*/ 604678 h 604677"/>
                <a:gd name="connsiteX1" fmla="*/ 239476 w 704670"/>
                <a:gd name="connsiteY1" fmla="*/ 604678 h 604677"/>
                <a:gd name="connsiteX2" fmla="*/ 65506 w 704670"/>
                <a:gd name="connsiteY2" fmla="*/ 530991 h 604677"/>
                <a:gd name="connsiteX3" fmla="*/ 105 w 704670"/>
                <a:gd name="connsiteY3" fmla="*/ 364017 h 604677"/>
                <a:gd name="connsiteX4" fmla="*/ 71559 w 704670"/>
                <a:gd name="connsiteY4" fmla="*/ 218678 h 604677"/>
                <a:gd name="connsiteX5" fmla="*/ 187374 w 704670"/>
                <a:gd name="connsiteY5" fmla="*/ 163748 h 604677"/>
                <a:gd name="connsiteX6" fmla="*/ 428283 w 704670"/>
                <a:gd name="connsiteY6" fmla="*/ 0 h 604677"/>
                <a:gd name="connsiteX7" fmla="*/ 467979 w 704670"/>
                <a:gd name="connsiteY7" fmla="*/ 39697 h 604677"/>
                <a:gd name="connsiteX8" fmla="*/ 428283 w 704670"/>
                <a:gd name="connsiteY8" fmla="*/ 79393 h 604677"/>
                <a:gd name="connsiteX9" fmla="*/ 252030 w 704670"/>
                <a:gd name="connsiteY9" fmla="*/ 215999 h 604677"/>
                <a:gd name="connsiteX10" fmla="*/ 212681 w 704670"/>
                <a:gd name="connsiteY10" fmla="*/ 242248 h 604677"/>
                <a:gd name="connsiteX11" fmla="*/ 125348 w 704670"/>
                <a:gd name="connsiteY11" fmla="*/ 276983 h 604677"/>
                <a:gd name="connsiteX12" fmla="*/ 79449 w 704670"/>
                <a:gd name="connsiteY12" fmla="*/ 366300 h 604677"/>
                <a:gd name="connsiteX13" fmla="*/ 122371 w 704670"/>
                <a:gd name="connsiteY13" fmla="*/ 475465 h 604677"/>
                <a:gd name="connsiteX14" fmla="*/ 239476 w 704670"/>
                <a:gd name="connsiteY14" fmla="*/ 525086 h 604677"/>
                <a:gd name="connsiteX15" fmla="*/ 664974 w 704670"/>
                <a:gd name="connsiteY15" fmla="*/ 525086 h 604677"/>
                <a:gd name="connsiteX16" fmla="*/ 704670 w 704670"/>
                <a:gd name="connsiteY16" fmla="*/ 564783 h 604677"/>
                <a:gd name="connsiteX17" fmla="*/ 664974 w 704670"/>
                <a:gd name="connsiteY17" fmla="*/ 604479 h 60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04670" h="604677">
                  <a:moveTo>
                    <a:pt x="664974" y="604678"/>
                  </a:moveTo>
                  <a:lnTo>
                    <a:pt x="239476" y="604678"/>
                  </a:lnTo>
                  <a:cubicBezTo>
                    <a:pt x="173937" y="604504"/>
                    <a:pt x="111231" y="577942"/>
                    <a:pt x="65506" y="530991"/>
                  </a:cubicBezTo>
                  <a:cubicBezTo>
                    <a:pt x="21840" y="486585"/>
                    <a:pt x="-1786" y="426267"/>
                    <a:pt x="105" y="364017"/>
                  </a:cubicBezTo>
                  <a:cubicBezTo>
                    <a:pt x="1693" y="312710"/>
                    <a:pt x="28439" y="258375"/>
                    <a:pt x="71559" y="218678"/>
                  </a:cubicBezTo>
                  <a:cubicBezTo>
                    <a:pt x="103335" y="188510"/>
                    <a:pt x="143907" y="169268"/>
                    <a:pt x="187374" y="163748"/>
                  </a:cubicBezTo>
                  <a:cubicBezTo>
                    <a:pt x="245976" y="29127"/>
                    <a:pt x="349535" y="0"/>
                    <a:pt x="428283" y="0"/>
                  </a:cubicBezTo>
                  <a:cubicBezTo>
                    <a:pt x="450207" y="0"/>
                    <a:pt x="467979" y="17773"/>
                    <a:pt x="467979" y="39697"/>
                  </a:cubicBezTo>
                  <a:cubicBezTo>
                    <a:pt x="467979" y="61620"/>
                    <a:pt x="450207" y="79393"/>
                    <a:pt x="428283" y="79393"/>
                  </a:cubicBezTo>
                  <a:cubicBezTo>
                    <a:pt x="342737" y="79393"/>
                    <a:pt x="285077" y="124052"/>
                    <a:pt x="252030" y="215999"/>
                  </a:cubicBezTo>
                  <a:cubicBezTo>
                    <a:pt x="246128" y="232461"/>
                    <a:pt x="230147" y="243122"/>
                    <a:pt x="212681" y="242248"/>
                  </a:cubicBezTo>
                  <a:cubicBezTo>
                    <a:pt x="182412" y="240760"/>
                    <a:pt x="151449" y="253115"/>
                    <a:pt x="125348" y="276983"/>
                  </a:cubicBezTo>
                  <a:cubicBezTo>
                    <a:pt x="97958" y="302190"/>
                    <a:pt x="80392" y="336528"/>
                    <a:pt x="79449" y="366300"/>
                  </a:cubicBezTo>
                  <a:cubicBezTo>
                    <a:pt x="78259" y="407019"/>
                    <a:pt x="93766" y="446457"/>
                    <a:pt x="122371" y="475465"/>
                  </a:cubicBezTo>
                  <a:cubicBezTo>
                    <a:pt x="153142" y="507084"/>
                    <a:pt x="195355" y="524972"/>
                    <a:pt x="239476" y="525086"/>
                  </a:cubicBezTo>
                  <a:lnTo>
                    <a:pt x="664974" y="525086"/>
                  </a:lnTo>
                  <a:cubicBezTo>
                    <a:pt x="686896" y="525086"/>
                    <a:pt x="704670" y="542860"/>
                    <a:pt x="704670" y="564783"/>
                  </a:cubicBezTo>
                  <a:cubicBezTo>
                    <a:pt x="704670" y="586705"/>
                    <a:pt x="686896" y="604479"/>
                    <a:pt x="664974" y="6044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DF8BFF91-CCF6-C742-AC23-07570169EE00}"/>
                </a:ext>
              </a:extLst>
            </p:cNvPr>
            <p:cNvSpPr/>
            <p:nvPr/>
          </p:nvSpPr>
          <p:spPr>
            <a:xfrm>
              <a:off x="7157586" y="2652830"/>
              <a:ext cx="462734" cy="604778"/>
            </a:xfrm>
            <a:custGeom>
              <a:avLst/>
              <a:gdLst>
                <a:gd name="connsiteX0" fmla="*/ 276437 w 462734"/>
                <a:gd name="connsiteY0" fmla="*/ 604779 h 604778"/>
                <a:gd name="connsiteX1" fmla="*/ 236741 w 462734"/>
                <a:gd name="connsiteY1" fmla="*/ 565082 h 604778"/>
                <a:gd name="connsiteX2" fmla="*/ 276437 w 462734"/>
                <a:gd name="connsiteY2" fmla="*/ 525386 h 604778"/>
                <a:gd name="connsiteX3" fmla="*/ 385007 w 462734"/>
                <a:gd name="connsiteY3" fmla="*/ 420587 h 604778"/>
                <a:gd name="connsiteX4" fmla="*/ 280208 w 462734"/>
                <a:gd name="connsiteY4" fmla="*/ 312017 h 604778"/>
                <a:gd name="connsiteX5" fmla="*/ 241951 w 462734"/>
                <a:gd name="connsiteY5" fmla="*/ 273858 h 604778"/>
                <a:gd name="connsiteX6" fmla="*/ 39697 w 462734"/>
                <a:gd name="connsiteY6" fmla="*/ 79395 h 604778"/>
                <a:gd name="connsiteX7" fmla="*/ 0 w 462734"/>
                <a:gd name="connsiteY7" fmla="*/ 39698 h 604778"/>
                <a:gd name="connsiteX8" fmla="*/ 39697 w 462734"/>
                <a:gd name="connsiteY8" fmla="*/ 2 h 604778"/>
                <a:gd name="connsiteX9" fmla="*/ 318019 w 462734"/>
                <a:gd name="connsiteY9" fmla="*/ 237288 h 604778"/>
                <a:gd name="connsiteX10" fmla="*/ 458029 w 462734"/>
                <a:gd name="connsiteY10" fmla="*/ 460105 h 604778"/>
                <a:gd name="connsiteX11" fmla="*/ 276437 w 462734"/>
                <a:gd name="connsiteY11" fmla="*/ 604779 h 604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734" h="604778">
                  <a:moveTo>
                    <a:pt x="276437" y="604779"/>
                  </a:moveTo>
                  <a:cubicBezTo>
                    <a:pt x="254515" y="604779"/>
                    <a:pt x="236741" y="587004"/>
                    <a:pt x="236741" y="565082"/>
                  </a:cubicBezTo>
                  <a:cubicBezTo>
                    <a:pt x="236741" y="543160"/>
                    <a:pt x="254515" y="525386"/>
                    <a:pt x="276437" y="525386"/>
                  </a:cubicBezTo>
                  <a:cubicBezTo>
                    <a:pt x="335357" y="526428"/>
                    <a:pt x="383965" y="479506"/>
                    <a:pt x="385007" y="420587"/>
                  </a:cubicBezTo>
                  <a:cubicBezTo>
                    <a:pt x="386049" y="361667"/>
                    <a:pt x="339128" y="313058"/>
                    <a:pt x="280208" y="312017"/>
                  </a:cubicBezTo>
                  <a:cubicBezTo>
                    <a:pt x="259432" y="311278"/>
                    <a:pt x="242745" y="294633"/>
                    <a:pt x="241951" y="273858"/>
                  </a:cubicBezTo>
                  <a:cubicBezTo>
                    <a:pt x="238041" y="165085"/>
                    <a:pt x="148540" y="79030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78332" y="-469"/>
                    <a:pt x="296553" y="100323"/>
                    <a:pt x="318019" y="237288"/>
                  </a:cubicBezTo>
                  <a:cubicBezTo>
                    <a:pt x="418214" y="260153"/>
                    <a:pt x="480894" y="359911"/>
                    <a:pt x="458029" y="460105"/>
                  </a:cubicBezTo>
                  <a:cubicBezTo>
                    <a:pt x="438702" y="544807"/>
                    <a:pt x="363323" y="604863"/>
                    <a:pt x="276437" y="6047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4" name="Picture Placeholder 57">
            <a:extLst>
              <a:ext uri="{FF2B5EF4-FFF2-40B4-BE49-F238E27FC236}">
                <a16:creationId xmlns:a16="http://schemas.microsoft.com/office/drawing/2014/main" id="{6E480551-826A-41DA-BA18-AC3AAE9EC7D9}"/>
              </a:ext>
            </a:extLst>
          </p:cNvPr>
          <p:cNvGrpSpPr>
            <a:grpSpLocks noChangeAspect="1"/>
          </p:cNvGrpSpPr>
          <p:nvPr/>
        </p:nvGrpSpPr>
        <p:grpSpPr>
          <a:xfrm>
            <a:off x="8087054" y="2652830"/>
            <a:ext cx="850774" cy="605374"/>
            <a:chOff x="8087054" y="2652830"/>
            <a:chExt cx="850774" cy="605374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9C3C581-4633-BE43-983D-34E8D2A47D6A}"/>
                </a:ext>
              </a:extLst>
            </p:cNvPr>
            <p:cNvSpPr/>
            <p:nvPr/>
          </p:nvSpPr>
          <p:spPr>
            <a:xfrm>
              <a:off x="8087054" y="2653526"/>
              <a:ext cx="704670" cy="604677"/>
            </a:xfrm>
            <a:custGeom>
              <a:avLst/>
              <a:gdLst>
                <a:gd name="connsiteX0" fmla="*/ 664974 w 704670"/>
                <a:gd name="connsiteY0" fmla="*/ 604678 h 604677"/>
                <a:gd name="connsiteX1" fmla="*/ 239476 w 704670"/>
                <a:gd name="connsiteY1" fmla="*/ 604678 h 604677"/>
                <a:gd name="connsiteX2" fmla="*/ 65506 w 704670"/>
                <a:gd name="connsiteY2" fmla="*/ 530991 h 604677"/>
                <a:gd name="connsiteX3" fmla="*/ 105 w 704670"/>
                <a:gd name="connsiteY3" fmla="*/ 364017 h 604677"/>
                <a:gd name="connsiteX4" fmla="*/ 71559 w 704670"/>
                <a:gd name="connsiteY4" fmla="*/ 218678 h 604677"/>
                <a:gd name="connsiteX5" fmla="*/ 187374 w 704670"/>
                <a:gd name="connsiteY5" fmla="*/ 163748 h 604677"/>
                <a:gd name="connsiteX6" fmla="*/ 428283 w 704670"/>
                <a:gd name="connsiteY6" fmla="*/ 0 h 604677"/>
                <a:gd name="connsiteX7" fmla="*/ 467979 w 704670"/>
                <a:gd name="connsiteY7" fmla="*/ 39697 h 604677"/>
                <a:gd name="connsiteX8" fmla="*/ 428283 w 704670"/>
                <a:gd name="connsiteY8" fmla="*/ 79393 h 604677"/>
                <a:gd name="connsiteX9" fmla="*/ 252030 w 704670"/>
                <a:gd name="connsiteY9" fmla="*/ 215999 h 604677"/>
                <a:gd name="connsiteX10" fmla="*/ 212681 w 704670"/>
                <a:gd name="connsiteY10" fmla="*/ 242248 h 604677"/>
                <a:gd name="connsiteX11" fmla="*/ 125348 w 704670"/>
                <a:gd name="connsiteY11" fmla="*/ 276983 h 604677"/>
                <a:gd name="connsiteX12" fmla="*/ 79449 w 704670"/>
                <a:gd name="connsiteY12" fmla="*/ 366300 h 604677"/>
                <a:gd name="connsiteX13" fmla="*/ 122371 w 704670"/>
                <a:gd name="connsiteY13" fmla="*/ 475465 h 604677"/>
                <a:gd name="connsiteX14" fmla="*/ 239476 w 704670"/>
                <a:gd name="connsiteY14" fmla="*/ 525086 h 604677"/>
                <a:gd name="connsiteX15" fmla="*/ 664974 w 704670"/>
                <a:gd name="connsiteY15" fmla="*/ 525086 h 604677"/>
                <a:gd name="connsiteX16" fmla="*/ 704670 w 704670"/>
                <a:gd name="connsiteY16" fmla="*/ 564783 h 604677"/>
                <a:gd name="connsiteX17" fmla="*/ 664974 w 704670"/>
                <a:gd name="connsiteY17" fmla="*/ 604479 h 60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04670" h="604677">
                  <a:moveTo>
                    <a:pt x="664974" y="604678"/>
                  </a:moveTo>
                  <a:lnTo>
                    <a:pt x="239476" y="604678"/>
                  </a:lnTo>
                  <a:cubicBezTo>
                    <a:pt x="173937" y="604504"/>
                    <a:pt x="111231" y="577942"/>
                    <a:pt x="65506" y="530991"/>
                  </a:cubicBezTo>
                  <a:cubicBezTo>
                    <a:pt x="21840" y="486585"/>
                    <a:pt x="-1786" y="426267"/>
                    <a:pt x="105" y="364017"/>
                  </a:cubicBezTo>
                  <a:cubicBezTo>
                    <a:pt x="1693" y="312710"/>
                    <a:pt x="28439" y="258375"/>
                    <a:pt x="71559" y="218678"/>
                  </a:cubicBezTo>
                  <a:cubicBezTo>
                    <a:pt x="103335" y="188510"/>
                    <a:pt x="143907" y="169268"/>
                    <a:pt x="187374" y="163748"/>
                  </a:cubicBezTo>
                  <a:cubicBezTo>
                    <a:pt x="245976" y="29127"/>
                    <a:pt x="349535" y="0"/>
                    <a:pt x="428283" y="0"/>
                  </a:cubicBezTo>
                  <a:cubicBezTo>
                    <a:pt x="450207" y="0"/>
                    <a:pt x="467979" y="17773"/>
                    <a:pt x="467979" y="39697"/>
                  </a:cubicBezTo>
                  <a:cubicBezTo>
                    <a:pt x="467979" y="61620"/>
                    <a:pt x="450207" y="79393"/>
                    <a:pt x="428283" y="79393"/>
                  </a:cubicBezTo>
                  <a:cubicBezTo>
                    <a:pt x="342737" y="79393"/>
                    <a:pt x="285077" y="124052"/>
                    <a:pt x="252030" y="215999"/>
                  </a:cubicBezTo>
                  <a:cubicBezTo>
                    <a:pt x="246128" y="232461"/>
                    <a:pt x="230147" y="243122"/>
                    <a:pt x="212681" y="242248"/>
                  </a:cubicBezTo>
                  <a:cubicBezTo>
                    <a:pt x="182412" y="240760"/>
                    <a:pt x="151449" y="253115"/>
                    <a:pt x="125348" y="276983"/>
                  </a:cubicBezTo>
                  <a:cubicBezTo>
                    <a:pt x="97958" y="302190"/>
                    <a:pt x="80392" y="336528"/>
                    <a:pt x="79449" y="366300"/>
                  </a:cubicBezTo>
                  <a:cubicBezTo>
                    <a:pt x="78259" y="407019"/>
                    <a:pt x="93766" y="446457"/>
                    <a:pt x="122371" y="475465"/>
                  </a:cubicBezTo>
                  <a:cubicBezTo>
                    <a:pt x="153142" y="507084"/>
                    <a:pt x="195355" y="524972"/>
                    <a:pt x="239476" y="525086"/>
                  </a:cubicBezTo>
                  <a:lnTo>
                    <a:pt x="664974" y="525086"/>
                  </a:lnTo>
                  <a:cubicBezTo>
                    <a:pt x="686896" y="525086"/>
                    <a:pt x="704670" y="542860"/>
                    <a:pt x="704670" y="564783"/>
                  </a:cubicBezTo>
                  <a:cubicBezTo>
                    <a:pt x="704670" y="586705"/>
                    <a:pt x="686896" y="604479"/>
                    <a:pt x="664974" y="6044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DEED6574-0E8F-F046-8368-8E30032086AF}"/>
                </a:ext>
              </a:extLst>
            </p:cNvPr>
            <p:cNvSpPr/>
            <p:nvPr/>
          </p:nvSpPr>
          <p:spPr>
            <a:xfrm>
              <a:off x="8475094" y="2652830"/>
              <a:ext cx="462734" cy="604778"/>
            </a:xfrm>
            <a:custGeom>
              <a:avLst/>
              <a:gdLst>
                <a:gd name="connsiteX0" fmla="*/ 276437 w 462734"/>
                <a:gd name="connsiteY0" fmla="*/ 604779 h 604778"/>
                <a:gd name="connsiteX1" fmla="*/ 236741 w 462734"/>
                <a:gd name="connsiteY1" fmla="*/ 565082 h 604778"/>
                <a:gd name="connsiteX2" fmla="*/ 276437 w 462734"/>
                <a:gd name="connsiteY2" fmla="*/ 525386 h 604778"/>
                <a:gd name="connsiteX3" fmla="*/ 385007 w 462734"/>
                <a:gd name="connsiteY3" fmla="*/ 420587 h 604778"/>
                <a:gd name="connsiteX4" fmla="*/ 280208 w 462734"/>
                <a:gd name="connsiteY4" fmla="*/ 312017 h 604778"/>
                <a:gd name="connsiteX5" fmla="*/ 241951 w 462734"/>
                <a:gd name="connsiteY5" fmla="*/ 273858 h 604778"/>
                <a:gd name="connsiteX6" fmla="*/ 39697 w 462734"/>
                <a:gd name="connsiteY6" fmla="*/ 79395 h 604778"/>
                <a:gd name="connsiteX7" fmla="*/ 0 w 462734"/>
                <a:gd name="connsiteY7" fmla="*/ 39698 h 604778"/>
                <a:gd name="connsiteX8" fmla="*/ 39697 w 462734"/>
                <a:gd name="connsiteY8" fmla="*/ 2 h 604778"/>
                <a:gd name="connsiteX9" fmla="*/ 318019 w 462734"/>
                <a:gd name="connsiteY9" fmla="*/ 237288 h 604778"/>
                <a:gd name="connsiteX10" fmla="*/ 458029 w 462734"/>
                <a:gd name="connsiteY10" fmla="*/ 460105 h 604778"/>
                <a:gd name="connsiteX11" fmla="*/ 276437 w 462734"/>
                <a:gd name="connsiteY11" fmla="*/ 604779 h 604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734" h="604778">
                  <a:moveTo>
                    <a:pt x="276437" y="604779"/>
                  </a:moveTo>
                  <a:cubicBezTo>
                    <a:pt x="254515" y="604779"/>
                    <a:pt x="236741" y="587004"/>
                    <a:pt x="236741" y="565082"/>
                  </a:cubicBezTo>
                  <a:cubicBezTo>
                    <a:pt x="236741" y="543160"/>
                    <a:pt x="254515" y="525386"/>
                    <a:pt x="276437" y="525386"/>
                  </a:cubicBezTo>
                  <a:cubicBezTo>
                    <a:pt x="335357" y="526428"/>
                    <a:pt x="383965" y="479506"/>
                    <a:pt x="385007" y="420587"/>
                  </a:cubicBezTo>
                  <a:cubicBezTo>
                    <a:pt x="386049" y="361667"/>
                    <a:pt x="339128" y="313058"/>
                    <a:pt x="280208" y="312017"/>
                  </a:cubicBezTo>
                  <a:cubicBezTo>
                    <a:pt x="259432" y="311278"/>
                    <a:pt x="242745" y="294633"/>
                    <a:pt x="241951" y="273858"/>
                  </a:cubicBezTo>
                  <a:cubicBezTo>
                    <a:pt x="238041" y="165085"/>
                    <a:pt x="148540" y="79030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78332" y="-469"/>
                    <a:pt x="296553" y="100323"/>
                    <a:pt x="318019" y="237288"/>
                  </a:cubicBezTo>
                  <a:cubicBezTo>
                    <a:pt x="418214" y="260153"/>
                    <a:pt x="480894" y="359911"/>
                    <a:pt x="458029" y="460105"/>
                  </a:cubicBezTo>
                  <a:cubicBezTo>
                    <a:pt x="438702" y="544807"/>
                    <a:pt x="363323" y="604863"/>
                    <a:pt x="276437" y="6047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072512B8-4070-4243-9F06-44580B61D178}"/>
                </a:ext>
              </a:extLst>
            </p:cNvPr>
            <p:cNvSpPr/>
            <p:nvPr/>
          </p:nvSpPr>
          <p:spPr>
            <a:xfrm>
              <a:off x="8471671" y="2801693"/>
              <a:ext cx="79393" cy="277875"/>
            </a:xfrm>
            <a:custGeom>
              <a:avLst/>
              <a:gdLst>
                <a:gd name="connsiteX0" fmla="*/ 39697 w 79393"/>
                <a:gd name="connsiteY0" fmla="*/ 277876 h 277875"/>
                <a:gd name="connsiteX1" fmla="*/ 0 w 79393"/>
                <a:gd name="connsiteY1" fmla="*/ 238179 h 277875"/>
                <a:gd name="connsiteX2" fmla="*/ 0 w 79393"/>
                <a:gd name="connsiteY2" fmla="*/ 39697 h 277875"/>
                <a:gd name="connsiteX3" fmla="*/ 39697 w 79393"/>
                <a:gd name="connsiteY3" fmla="*/ 0 h 277875"/>
                <a:gd name="connsiteX4" fmla="*/ 79393 w 79393"/>
                <a:gd name="connsiteY4" fmla="*/ 39697 h 277875"/>
                <a:gd name="connsiteX5" fmla="*/ 79393 w 79393"/>
                <a:gd name="connsiteY5" fmla="*/ 238179 h 277875"/>
                <a:gd name="connsiteX6" fmla="*/ 39697 w 79393"/>
                <a:gd name="connsiteY6" fmla="*/ 277876 h 2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7875">
                  <a:moveTo>
                    <a:pt x="39697" y="277876"/>
                  </a:moveTo>
                  <a:cubicBezTo>
                    <a:pt x="17773" y="277876"/>
                    <a:pt x="0" y="260102"/>
                    <a:pt x="0" y="2381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38179"/>
                  </a:lnTo>
                  <a:cubicBezTo>
                    <a:pt x="79393" y="260102"/>
                    <a:pt x="61621" y="277876"/>
                    <a:pt x="39697" y="2778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D17D0191-086B-534F-8C7B-F90110A25747}"/>
                </a:ext>
              </a:extLst>
            </p:cNvPr>
            <p:cNvSpPr/>
            <p:nvPr/>
          </p:nvSpPr>
          <p:spPr>
            <a:xfrm>
              <a:off x="8380932" y="2940599"/>
              <a:ext cx="264541" cy="173705"/>
            </a:xfrm>
            <a:custGeom>
              <a:avLst/>
              <a:gdLst>
                <a:gd name="connsiteX0" fmla="*/ 130435 w 264541"/>
                <a:gd name="connsiteY0" fmla="*/ 173705 h 173705"/>
                <a:gd name="connsiteX1" fmla="*/ 130435 w 264541"/>
                <a:gd name="connsiteY1" fmla="*/ 173705 h 173705"/>
                <a:gd name="connsiteX2" fmla="*/ 102300 w 264541"/>
                <a:gd name="connsiteY2" fmla="*/ 161796 h 173705"/>
                <a:gd name="connsiteX3" fmla="*/ 11345 w 264541"/>
                <a:gd name="connsiteY3" fmla="*/ 69253 h 173705"/>
                <a:gd name="connsiteX4" fmla="*/ 11916 w 264541"/>
                <a:gd name="connsiteY4" fmla="*/ 13108 h 173705"/>
                <a:gd name="connsiteX5" fmla="*/ 68061 w 264541"/>
                <a:gd name="connsiteY5" fmla="*/ 13678 h 173705"/>
                <a:gd name="connsiteX6" fmla="*/ 130732 w 264541"/>
                <a:gd name="connsiteY6" fmla="*/ 77590 h 173705"/>
                <a:gd name="connsiteX7" fmla="*/ 196629 w 264541"/>
                <a:gd name="connsiteY7" fmla="*/ 11693 h 173705"/>
                <a:gd name="connsiteX8" fmla="*/ 252849 w 264541"/>
                <a:gd name="connsiteY8" fmla="*/ 11594 h 173705"/>
                <a:gd name="connsiteX9" fmla="*/ 252948 w 264541"/>
                <a:gd name="connsiteY9" fmla="*/ 67814 h 173705"/>
                <a:gd name="connsiteX10" fmla="*/ 158669 w 264541"/>
                <a:gd name="connsiteY10" fmla="*/ 162094 h 173705"/>
                <a:gd name="connsiteX11" fmla="*/ 130435 w 264541"/>
                <a:gd name="connsiteY11" fmla="*/ 173705 h 17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4541" h="173705">
                  <a:moveTo>
                    <a:pt x="130435" y="173705"/>
                  </a:moveTo>
                  <a:lnTo>
                    <a:pt x="130435" y="173705"/>
                  </a:lnTo>
                  <a:cubicBezTo>
                    <a:pt x="119843" y="173645"/>
                    <a:pt x="109714" y="169358"/>
                    <a:pt x="102300" y="161796"/>
                  </a:cubicBezTo>
                  <a:lnTo>
                    <a:pt x="11345" y="69253"/>
                  </a:lnTo>
                  <a:cubicBezTo>
                    <a:pt x="-4002" y="53592"/>
                    <a:pt x="-3746" y="28454"/>
                    <a:pt x="11916" y="13108"/>
                  </a:cubicBezTo>
                  <a:cubicBezTo>
                    <a:pt x="27577" y="-2239"/>
                    <a:pt x="52715" y="-1984"/>
                    <a:pt x="68061" y="13678"/>
                  </a:cubicBezTo>
                  <a:lnTo>
                    <a:pt x="130732" y="77590"/>
                  </a:lnTo>
                  <a:lnTo>
                    <a:pt x="196629" y="11693"/>
                  </a:lnTo>
                  <a:cubicBezTo>
                    <a:pt x="212125" y="-3859"/>
                    <a:pt x="237298" y="-3903"/>
                    <a:pt x="252849" y="11594"/>
                  </a:cubicBezTo>
                  <a:cubicBezTo>
                    <a:pt x="268400" y="27092"/>
                    <a:pt x="268445" y="52262"/>
                    <a:pt x="252948" y="67814"/>
                  </a:cubicBezTo>
                  <a:lnTo>
                    <a:pt x="158669" y="162094"/>
                  </a:lnTo>
                  <a:cubicBezTo>
                    <a:pt x="151182" y="169571"/>
                    <a:pt x="141018" y="173754"/>
                    <a:pt x="130435" y="17370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59">
            <a:extLst>
              <a:ext uri="{FF2B5EF4-FFF2-40B4-BE49-F238E27FC236}">
                <a16:creationId xmlns:a16="http://schemas.microsoft.com/office/drawing/2014/main" id="{1CBFE68F-8C12-4B40-982C-B505CD212600}"/>
              </a:ext>
            </a:extLst>
          </p:cNvPr>
          <p:cNvGrpSpPr>
            <a:grpSpLocks noChangeAspect="1"/>
          </p:cNvGrpSpPr>
          <p:nvPr/>
        </p:nvGrpSpPr>
        <p:grpSpPr>
          <a:xfrm>
            <a:off x="9412358" y="2583610"/>
            <a:ext cx="834918" cy="743814"/>
            <a:chOff x="9412358" y="2583610"/>
            <a:chExt cx="834918" cy="74381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C4050859-0BA1-EA44-8246-D788CDA28E83}"/>
                </a:ext>
              </a:extLst>
            </p:cNvPr>
            <p:cNvSpPr/>
            <p:nvPr/>
          </p:nvSpPr>
          <p:spPr>
            <a:xfrm>
              <a:off x="9412358" y="2583610"/>
              <a:ext cx="834918" cy="743814"/>
            </a:xfrm>
            <a:custGeom>
              <a:avLst/>
              <a:gdLst>
                <a:gd name="connsiteX0" fmla="*/ 795222 w 834918"/>
                <a:gd name="connsiteY0" fmla="*/ 743814 h 743814"/>
                <a:gd name="connsiteX1" fmla="*/ 39697 w 834918"/>
                <a:gd name="connsiteY1" fmla="*/ 743814 h 743814"/>
                <a:gd name="connsiteX2" fmla="*/ 0 w 834918"/>
                <a:gd name="connsiteY2" fmla="*/ 704118 h 743814"/>
                <a:gd name="connsiteX3" fmla="*/ 0 w 834918"/>
                <a:gd name="connsiteY3" fmla="*/ 39697 h 743814"/>
                <a:gd name="connsiteX4" fmla="*/ 39697 w 834918"/>
                <a:gd name="connsiteY4" fmla="*/ 0 h 743814"/>
                <a:gd name="connsiteX5" fmla="*/ 795222 w 834918"/>
                <a:gd name="connsiteY5" fmla="*/ 0 h 743814"/>
                <a:gd name="connsiteX6" fmla="*/ 834919 w 834918"/>
                <a:gd name="connsiteY6" fmla="*/ 39697 h 743814"/>
                <a:gd name="connsiteX7" fmla="*/ 834919 w 834918"/>
                <a:gd name="connsiteY7" fmla="*/ 704118 h 743814"/>
                <a:gd name="connsiteX8" fmla="*/ 795222 w 834918"/>
                <a:gd name="connsiteY8" fmla="*/ 743814 h 743814"/>
                <a:gd name="connsiteX9" fmla="*/ 79393 w 834918"/>
                <a:gd name="connsiteY9" fmla="*/ 664421 h 743814"/>
                <a:gd name="connsiteX10" fmla="*/ 755525 w 834918"/>
                <a:gd name="connsiteY10" fmla="*/ 664421 h 743814"/>
                <a:gd name="connsiteX11" fmla="*/ 755525 w 834918"/>
                <a:gd name="connsiteY11" fmla="*/ 79393 h 743814"/>
                <a:gd name="connsiteX12" fmla="*/ 79393 w 834918"/>
                <a:gd name="connsiteY12" fmla="*/ 79393 h 74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743814">
                  <a:moveTo>
                    <a:pt x="795222" y="743814"/>
                  </a:moveTo>
                  <a:lnTo>
                    <a:pt x="39697" y="743814"/>
                  </a:lnTo>
                  <a:cubicBezTo>
                    <a:pt x="17773" y="743814"/>
                    <a:pt x="0" y="726040"/>
                    <a:pt x="0" y="70411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704118"/>
                  </a:lnTo>
                  <a:cubicBezTo>
                    <a:pt x="834919" y="726040"/>
                    <a:pt x="817145" y="743814"/>
                    <a:pt x="795222" y="743814"/>
                  </a:cubicBezTo>
                  <a:close/>
                  <a:moveTo>
                    <a:pt x="79393" y="664421"/>
                  </a:moveTo>
                  <a:lnTo>
                    <a:pt x="755525" y="664421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A63DECD6-9729-C049-B9F8-5FB73CC9604E}"/>
                </a:ext>
              </a:extLst>
            </p:cNvPr>
            <p:cNvSpPr/>
            <p:nvPr/>
          </p:nvSpPr>
          <p:spPr>
            <a:xfrm>
              <a:off x="9419801" y="2720067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48F80D0B-06C1-CC4B-B309-44395FF8B3B4}"/>
                </a:ext>
              </a:extLst>
            </p:cNvPr>
            <p:cNvSpPr/>
            <p:nvPr/>
          </p:nvSpPr>
          <p:spPr>
            <a:xfrm>
              <a:off x="9556459" y="2902740"/>
              <a:ext cx="173862" cy="198513"/>
            </a:xfrm>
            <a:custGeom>
              <a:avLst/>
              <a:gdLst>
                <a:gd name="connsiteX0" fmla="*/ 134072 w 173862"/>
                <a:gd name="connsiteY0" fmla="*/ 198514 h 198513"/>
                <a:gd name="connsiteX1" fmla="*/ 113529 w 173862"/>
                <a:gd name="connsiteY1" fmla="*/ 192758 h 198513"/>
                <a:gd name="connsiteX2" fmla="*/ 19250 w 173862"/>
                <a:gd name="connsiteY2" fmla="*/ 135694 h 198513"/>
                <a:gd name="connsiteX3" fmla="*/ 5680 w 173862"/>
                <a:gd name="connsiteY3" fmla="*/ 81219 h 198513"/>
                <a:gd name="connsiteX4" fmla="*/ 17811 w 173862"/>
                <a:gd name="connsiteY4" fmla="*/ 68557 h 198513"/>
                <a:gd name="connsiteX5" fmla="*/ 112090 w 173862"/>
                <a:gd name="connsiteY5" fmla="*/ 6531 h 198513"/>
                <a:gd name="connsiteX6" fmla="*/ 167070 w 173862"/>
                <a:gd name="connsiteY6" fmla="*/ 17894 h 198513"/>
                <a:gd name="connsiteX7" fmla="*/ 155707 w 173862"/>
                <a:gd name="connsiteY7" fmla="*/ 72874 h 198513"/>
                <a:gd name="connsiteX8" fmla="*/ 113976 w 173862"/>
                <a:gd name="connsiteY8" fmla="*/ 100314 h 198513"/>
                <a:gd name="connsiteX9" fmla="*/ 154665 w 173862"/>
                <a:gd name="connsiteY9" fmla="*/ 124728 h 198513"/>
                <a:gd name="connsiteX10" fmla="*/ 168150 w 173862"/>
                <a:gd name="connsiteY10" fmla="*/ 179221 h 198513"/>
                <a:gd name="connsiteX11" fmla="*/ 134072 w 173862"/>
                <a:gd name="connsiteY11" fmla="*/ 198414 h 19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862" h="198513">
                  <a:moveTo>
                    <a:pt x="134072" y="198514"/>
                  </a:moveTo>
                  <a:cubicBezTo>
                    <a:pt x="126828" y="198504"/>
                    <a:pt x="119724" y="196514"/>
                    <a:pt x="113529" y="192758"/>
                  </a:cubicBezTo>
                  <a:lnTo>
                    <a:pt x="19250" y="135694"/>
                  </a:lnTo>
                  <a:cubicBezTo>
                    <a:pt x="460" y="124400"/>
                    <a:pt x="-5615" y="100009"/>
                    <a:pt x="5680" y="81219"/>
                  </a:cubicBezTo>
                  <a:cubicBezTo>
                    <a:pt x="8729" y="76147"/>
                    <a:pt x="12874" y="71821"/>
                    <a:pt x="17811" y="68557"/>
                  </a:cubicBezTo>
                  <a:lnTo>
                    <a:pt x="112090" y="6531"/>
                  </a:lnTo>
                  <a:cubicBezTo>
                    <a:pt x="130410" y="-5513"/>
                    <a:pt x="155026" y="-426"/>
                    <a:pt x="167070" y="17894"/>
                  </a:cubicBezTo>
                  <a:cubicBezTo>
                    <a:pt x="179115" y="36214"/>
                    <a:pt x="174027" y="60830"/>
                    <a:pt x="155707" y="72874"/>
                  </a:cubicBezTo>
                  <a:lnTo>
                    <a:pt x="113976" y="100314"/>
                  </a:lnTo>
                  <a:lnTo>
                    <a:pt x="154665" y="124728"/>
                  </a:lnTo>
                  <a:cubicBezTo>
                    <a:pt x="173438" y="136051"/>
                    <a:pt x="179475" y="160450"/>
                    <a:pt x="168150" y="179221"/>
                  </a:cubicBezTo>
                  <a:cubicBezTo>
                    <a:pt x="160949" y="191160"/>
                    <a:pt x="148013" y="198444"/>
                    <a:pt x="134072" y="198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413C0BA4-04C4-614F-B2EC-4EF42C13B3D0}"/>
                </a:ext>
              </a:extLst>
            </p:cNvPr>
            <p:cNvSpPr/>
            <p:nvPr/>
          </p:nvSpPr>
          <p:spPr>
            <a:xfrm>
              <a:off x="9923978" y="2899054"/>
              <a:ext cx="173725" cy="203439"/>
            </a:xfrm>
            <a:custGeom>
              <a:avLst/>
              <a:gdLst>
                <a:gd name="connsiteX0" fmla="*/ 39766 w 173725"/>
                <a:gd name="connsiteY0" fmla="*/ 203440 h 203439"/>
                <a:gd name="connsiteX1" fmla="*/ 29 w 173725"/>
                <a:gd name="connsiteY1" fmla="*/ 163783 h 203439"/>
                <a:gd name="connsiteX2" fmla="*/ 17883 w 173725"/>
                <a:gd name="connsiteY2" fmla="*/ 130597 h 203439"/>
                <a:gd name="connsiteX3" fmla="*/ 61797 w 173725"/>
                <a:gd name="connsiteY3" fmla="*/ 101717 h 203439"/>
                <a:gd name="connsiteX4" fmla="*/ 17883 w 173725"/>
                <a:gd name="connsiteY4" fmla="*/ 72888 h 203439"/>
                <a:gd name="connsiteX5" fmla="*/ 6545 w 173725"/>
                <a:gd name="connsiteY5" fmla="*/ 17883 h 203439"/>
                <a:gd name="connsiteX6" fmla="*/ 61549 w 173725"/>
                <a:gd name="connsiteY6" fmla="*/ 6545 h 203439"/>
                <a:gd name="connsiteX7" fmla="*/ 155829 w 173725"/>
                <a:gd name="connsiteY7" fmla="*/ 68571 h 203439"/>
                <a:gd name="connsiteX8" fmla="*/ 167197 w 173725"/>
                <a:gd name="connsiteY8" fmla="*/ 123545 h 203439"/>
                <a:gd name="connsiteX9" fmla="*/ 155829 w 173725"/>
                <a:gd name="connsiteY9" fmla="*/ 134914 h 203439"/>
                <a:gd name="connsiteX10" fmla="*/ 61549 w 173725"/>
                <a:gd name="connsiteY10" fmla="*/ 196939 h 203439"/>
                <a:gd name="connsiteX11" fmla="*/ 39766 w 173725"/>
                <a:gd name="connsiteY11" fmla="*/ 203440 h 20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725" h="203439">
                  <a:moveTo>
                    <a:pt x="39766" y="203440"/>
                  </a:moveTo>
                  <a:cubicBezTo>
                    <a:pt x="17843" y="203460"/>
                    <a:pt x="49" y="185705"/>
                    <a:pt x="29" y="163783"/>
                  </a:cubicBezTo>
                  <a:cubicBezTo>
                    <a:pt x="15" y="150420"/>
                    <a:pt x="6728" y="137950"/>
                    <a:pt x="17883" y="130597"/>
                  </a:cubicBezTo>
                  <a:lnTo>
                    <a:pt x="61797" y="101717"/>
                  </a:lnTo>
                  <a:lnTo>
                    <a:pt x="17883" y="72888"/>
                  </a:lnTo>
                  <a:cubicBezTo>
                    <a:pt x="-437" y="60829"/>
                    <a:pt x="-5513" y="36203"/>
                    <a:pt x="6545" y="17883"/>
                  </a:cubicBezTo>
                  <a:cubicBezTo>
                    <a:pt x="18603" y="-437"/>
                    <a:pt x="43229" y="-5513"/>
                    <a:pt x="61549" y="6545"/>
                  </a:cubicBezTo>
                  <a:lnTo>
                    <a:pt x="155829" y="68571"/>
                  </a:lnTo>
                  <a:cubicBezTo>
                    <a:pt x="174149" y="80614"/>
                    <a:pt x="179240" y="105228"/>
                    <a:pt x="167197" y="123545"/>
                  </a:cubicBezTo>
                  <a:cubicBezTo>
                    <a:pt x="164220" y="128071"/>
                    <a:pt x="160354" y="131941"/>
                    <a:pt x="155829" y="134914"/>
                  </a:cubicBezTo>
                  <a:lnTo>
                    <a:pt x="61549" y="196939"/>
                  </a:lnTo>
                  <a:cubicBezTo>
                    <a:pt x="55079" y="201182"/>
                    <a:pt x="47507" y="203445"/>
                    <a:pt x="39766" y="2034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6F99E80D-7488-5748-A20E-CC6F2E1B4B36}"/>
                </a:ext>
              </a:extLst>
            </p:cNvPr>
            <p:cNvSpPr/>
            <p:nvPr/>
          </p:nvSpPr>
          <p:spPr>
            <a:xfrm>
              <a:off x="9734824" y="2867102"/>
              <a:ext cx="183257" cy="267348"/>
            </a:xfrm>
            <a:custGeom>
              <a:avLst/>
              <a:gdLst>
                <a:gd name="connsiteX0" fmla="*/ 39716 w 183257"/>
                <a:gd name="connsiteY0" fmla="*/ 267348 h 267348"/>
                <a:gd name="connsiteX1" fmla="*/ 0 w 183257"/>
                <a:gd name="connsiteY1" fmla="*/ 227671 h 267348"/>
                <a:gd name="connsiteX2" fmla="*/ 4981 w 183257"/>
                <a:gd name="connsiteY2" fmla="*/ 208399 h 267348"/>
                <a:gd name="connsiteX3" fmla="*/ 109185 w 183257"/>
                <a:gd name="connsiteY3" fmla="*/ 19840 h 267348"/>
                <a:gd name="connsiteX4" fmla="*/ 163416 w 183257"/>
                <a:gd name="connsiteY4" fmla="*/ 5334 h 267348"/>
                <a:gd name="connsiteX5" fmla="*/ 178654 w 183257"/>
                <a:gd name="connsiteY5" fmla="*/ 58247 h 267348"/>
                <a:gd name="connsiteX6" fmla="*/ 74450 w 183257"/>
                <a:gd name="connsiteY6" fmla="*/ 246805 h 267348"/>
                <a:gd name="connsiteX7" fmla="*/ 39716 w 183257"/>
                <a:gd name="connsiteY7" fmla="*/ 267348 h 26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257" h="267348">
                  <a:moveTo>
                    <a:pt x="39716" y="267348"/>
                  </a:moveTo>
                  <a:cubicBezTo>
                    <a:pt x="17792" y="267358"/>
                    <a:pt x="11" y="249594"/>
                    <a:pt x="0" y="227671"/>
                  </a:cubicBezTo>
                  <a:cubicBezTo>
                    <a:pt x="-3" y="220928"/>
                    <a:pt x="1711" y="214294"/>
                    <a:pt x="4981" y="208399"/>
                  </a:cubicBezTo>
                  <a:lnTo>
                    <a:pt x="109185" y="19840"/>
                  </a:lnTo>
                  <a:cubicBezTo>
                    <a:pt x="120155" y="858"/>
                    <a:pt x="144436" y="-5637"/>
                    <a:pt x="163416" y="5334"/>
                  </a:cubicBezTo>
                  <a:cubicBezTo>
                    <a:pt x="181889" y="16010"/>
                    <a:pt x="188623" y="39381"/>
                    <a:pt x="178654" y="58247"/>
                  </a:cubicBezTo>
                  <a:lnTo>
                    <a:pt x="74450" y="246805"/>
                  </a:lnTo>
                  <a:cubicBezTo>
                    <a:pt x="67476" y="259468"/>
                    <a:pt x="54171" y="267333"/>
                    <a:pt x="39716" y="2673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5" name="Picture Placeholder 61">
            <a:extLst>
              <a:ext uri="{FF2B5EF4-FFF2-40B4-BE49-F238E27FC236}">
                <a16:creationId xmlns:a16="http://schemas.microsoft.com/office/drawing/2014/main" id="{590CFF6E-D3E5-4F67-AE67-99AD131B7C83}"/>
              </a:ext>
            </a:extLst>
          </p:cNvPr>
          <p:cNvGrpSpPr>
            <a:grpSpLocks noChangeAspect="1"/>
          </p:cNvGrpSpPr>
          <p:nvPr/>
        </p:nvGrpSpPr>
        <p:grpSpPr>
          <a:xfrm>
            <a:off x="1532121" y="3652626"/>
            <a:ext cx="785297" cy="843055"/>
            <a:chOff x="1532121" y="3652626"/>
            <a:chExt cx="785297" cy="843055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382C7084-5FB9-F045-98DA-37EF2A3309E7}"/>
                </a:ext>
              </a:extLst>
            </p:cNvPr>
            <p:cNvSpPr/>
            <p:nvPr/>
          </p:nvSpPr>
          <p:spPr>
            <a:xfrm>
              <a:off x="1532121" y="3652626"/>
              <a:ext cx="785297" cy="843055"/>
            </a:xfrm>
            <a:custGeom>
              <a:avLst/>
              <a:gdLst>
                <a:gd name="connsiteX0" fmla="*/ 745601 w 785297"/>
                <a:gd name="connsiteY0" fmla="*/ 843055 h 843055"/>
                <a:gd name="connsiteX1" fmla="*/ 39697 w 785297"/>
                <a:gd name="connsiteY1" fmla="*/ 843055 h 843055"/>
                <a:gd name="connsiteX2" fmla="*/ 0 w 785297"/>
                <a:gd name="connsiteY2" fmla="*/ 803359 h 843055"/>
                <a:gd name="connsiteX3" fmla="*/ 0 w 785297"/>
                <a:gd name="connsiteY3" fmla="*/ 39697 h 843055"/>
                <a:gd name="connsiteX4" fmla="*/ 39697 w 785297"/>
                <a:gd name="connsiteY4" fmla="*/ 0 h 843055"/>
                <a:gd name="connsiteX5" fmla="*/ 745601 w 785297"/>
                <a:gd name="connsiteY5" fmla="*/ 0 h 843055"/>
                <a:gd name="connsiteX6" fmla="*/ 785298 w 785297"/>
                <a:gd name="connsiteY6" fmla="*/ 39697 h 843055"/>
                <a:gd name="connsiteX7" fmla="*/ 785298 w 785297"/>
                <a:gd name="connsiteY7" fmla="*/ 803359 h 843055"/>
                <a:gd name="connsiteX8" fmla="*/ 745601 w 785297"/>
                <a:gd name="connsiteY8" fmla="*/ 843055 h 843055"/>
                <a:gd name="connsiteX9" fmla="*/ 79393 w 785297"/>
                <a:gd name="connsiteY9" fmla="*/ 763662 h 843055"/>
                <a:gd name="connsiteX10" fmla="*/ 705905 w 785297"/>
                <a:gd name="connsiteY10" fmla="*/ 763662 h 843055"/>
                <a:gd name="connsiteX11" fmla="*/ 705905 w 785297"/>
                <a:gd name="connsiteY11" fmla="*/ 79393 h 843055"/>
                <a:gd name="connsiteX12" fmla="*/ 79393 w 785297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5297" h="843055">
                  <a:moveTo>
                    <a:pt x="745601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45601" y="0"/>
                  </a:lnTo>
                  <a:cubicBezTo>
                    <a:pt x="767524" y="0"/>
                    <a:pt x="785298" y="17773"/>
                    <a:pt x="785298" y="39697"/>
                  </a:cubicBezTo>
                  <a:lnTo>
                    <a:pt x="785298" y="803359"/>
                  </a:lnTo>
                  <a:cubicBezTo>
                    <a:pt x="785298" y="825281"/>
                    <a:pt x="767524" y="843055"/>
                    <a:pt x="745601" y="843055"/>
                  </a:cubicBezTo>
                  <a:close/>
                  <a:moveTo>
                    <a:pt x="79393" y="763662"/>
                  </a:moveTo>
                  <a:lnTo>
                    <a:pt x="705905" y="763662"/>
                  </a:lnTo>
                  <a:lnTo>
                    <a:pt x="70590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3B10122B-8FD1-3C45-BD9F-430B35A90ED9}"/>
                </a:ext>
              </a:extLst>
            </p:cNvPr>
            <p:cNvSpPr/>
            <p:nvPr/>
          </p:nvSpPr>
          <p:spPr>
            <a:xfrm>
              <a:off x="1539564" y="3853590"/>
              <a:ext cx="764159" cy="79393"/>
            </a:xfrm>
            <a:custGeom>
              <a:avLst/>
              <a:gdLst>
                <a:gd name="connsiteX0" fmla="*/ 724463 w 764159"/>
                <a:gd name="connsiteY0" fmla="*/ 79393 h 79393"/>
                <a:gd name="connsiteX1" fmla="*/ 39697 w 764159"/>
                <a:gd name="connsiteY1" fmla="*/ 79393 h 79393"/>
                <a:gd name="connsiteX2" fmla="*/ 0 w 764159"/>
                <a:gd name="connsiteY2" fmla="*/ 39697 h 79393"/>
                <a:gd name="connsiteX3" fmla="*/ 39697 w 764159"/>
                <a:gd name="connsiteY3" fmla="*/ 0 h 79393"/>
                <a:gd name="connsiteX4" fmla="*/ 724463 w 764159"/>
                <a:gd name="connsiteY4" fmla="*/ 0 h 79393"/>
                <a:gd name="connsiteX5" fmla="*/ 764159 w 764159"/>
                <a:gd name="connsiteY5" fmla="*/ 39697 h 79393"/>
                <a:gd name="connsiteX6" fmla="*/ 724463 w 7641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159" h="79393">
                  <a:moveTo>
                    <a:pt x="7244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24463" y="0"/>
                  </a:lnTo>
                  <a:cubicBezTo>
                    <a:pt x="746385" y="0"/>
                    <a:pt x="764159" y="17773"/>
                    <a:pt x="764159" y="39697"/>
                  </a:cubicBezTo>
                  <a:cubicBezTo>
                    <a:pt x="764159" y="61620"/>
                    <a:pt x="746385" y="79393"/>
                    <a:pt x="72446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367A909-66A0-5D43-A162-ACFFB044593E}"/>
                </a:ext>
              </a:extLst>
            </p:cNvPr>
            <p:cNvSpPr/>
            <p:nvPr/>
          </p:nvSpPr>
          <p:spPr>
            <a:xfrm>
              <a:off x="1669620" y="3748493"/>
              <a:ext cx="175458" cy="79393"/>
            </a:xfrm>
            <a:custGeom>
              <a:avLst/>
              <a:gdLst>
                <a:gd name="connsiteX0" fmla="*/ 135762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3133C925-2150-8D4F-99C4-424706878B70}"/>
                </a:ext>
              </a:extLst>
            </p:cNvPr>
            <p:cNvSpPr/>
            <p:nvPr/>
          </p:nvSpPr>
          <p:spPr>
            <a:xfrm>
              <a:off x="2001682" y="3749386"/>
              <a:ext cx="175409" cy="79393"/>
            </a:xfrm>
            <a:custGeom>
              <a:avLst/>
              <a:gdLst>
                <a:gd name="connsiteX0" fmla="*/ 13566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66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E0B264CC-182C-1E4B-8490-45F6A6F8A5C7}"/>
                </a:ext>
              </a:extLst>
            </p:cNvPr>
            <p:cNvSpPr/>
            <p:nvPr/>
          </p:nvSpPr>
          <p:spPr>
            <a:xfrm>
              <a:off x="1807913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14F17C5-F6F5-1D49-92DE-15B6AE676C18}"/>
                </a:ext>
              </a:extLst>
            </p:cNvPr>
            <p:cNvSpPr/>
            <p:nvPr/>
          </p:nvSpPr>
          <p:spPr>
            <a:xfrm>
              <a:off x="1668975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33357F81-B7D4-B348-8258-9E196DB2DB24}"/>
                </a:ext>
              </a:extLst>
            </p:cNvPr>
            <p:cNvSpPr/>
            <p:nvPr/>
          </p:nvSpPr>
          <p:spPr>
            <a:xfrm>
              <a:off x="1951813" y="398394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0DBC2590-8F0D-1C42-84C3-290321743C31}"/>
                </a:ext>
              </a:extLst>
            </p:cNvPr>
            <p:cNvSpPr/>
            <p:nvPr/>
          </p:nvSpPr>
          <p:spPr>
            <a:xfrm>
              <a:off x="2090603" y="3983298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8D6533F-8256-1947-AD63-C0E2E9A10B84}"/>
                </a:ext>
              </a:extLst>
            </p:cNvPr>
            <p:cNvSpPr/>
            <p:nvPr/>
          </p:nvSpPr>
          <p:spPr>
            <a:xfrm>
              <a:off x="1812875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EA3D1827-5BC9-E948-9D75-15994D86DAF6}"/>
                </a:ext>
              </a:extLst>
            </p:cNvPr>
            <p:cNvSpPr/>
            <p:nvPr/>
          </p:nvSpPr>
          <p:spPr>
            <a:xfrm>
              <a:off x="1673937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178E02B1-AFDC-7144-B2FC-78B17E86C2AD}"/>
                </a:ext>
              </a:extLst>
            </p:cNvPr>
            <p:cNvSpPr/>
            <p:nvPr/>
          </p:nvSpPr>
          <p:spPr>
            <a:xfrm>
              <a:off x="1956775" y="41228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16B9C06B-FC10-2343-A7FD-5F5EBA66F352}"/>
                </a:ext>
              </a:extLst>
            </p:cNvPr>
            <p:cNvSpPr/>
            <p:nvPr/>
          </p:nvSpPr>
          <p:spPr>
            <a:xfrm>
              <a:off x="2095565" y="412223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3608A125-C767-D44D-9A90-4299A90FBBF1}"/>
                </a:ext>
              </a:extLst>
            </p:cNvPr>
            <p:cNvSpPr/>
            <p:nvPr/>
          </p:nvSpPr>
          <p:spPr>
            <a:xfrm>
              <a:off x="1817837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FD069B28-7459-BA42-A8FA-0C1A9CF0AB74}"/>
                </a:ext>
              </a:extLst>
            </p:cNvPr>
            <p:cNvSpPr/>
            <p:nvPr/>
          </p:nvSpPr>
          <p:spPr>
            <a:xfrm>
              <a:off x="1678899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5C76A5E2-05BA-A244-B00F-ACF2ECEAC6A3}"/>
                </a:ext>
              </a:extLst>
            </p:cNvPr>
            <p:cNvSpPr/>
            <p:nvPr/>
          </p:nvSpPr>
          <p:spPr>
            <a:xfrm>
              <a:off x="1961737" y="426678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70089E5-B29F-E945-84D4-8C21F38FB8D8}"/>
                </a:ext>
              </a:extLst>
            </p:cNvPr>
            <p:cNvSpPr/>
            <p:nvPr/>
          </p:nvSpPr>
          <p:spPr>
            <a:xfrm>
              <a:off x="2100527" y="426613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5" y="88920"/>
                    <a:pt x="0" y="69015"/>
                    <a:pt x="0" y="44460"/>
                  </a:cubicBezTo>
                  <a:cubicBezTo>
                    <a:pt x="0" y="19905"/>
                    <a:pt x="19905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65">
            <a:extLst>
              <a:ext uri="{FF2B5EF4-FFF2-40B4-BE49-F238E27FC236}">
                <a16:creationId xmlns:a16="http://schemas.microsoft.com/office/drawing/2014/main" id="{FC7BAF3A-3054-471F-90EF-3FF7C52E2EF9}"/>
              </a:ext>
            </a:extLst>
          </p:cNvPr>
          <p:cNvGrpSpPr>
            <a:grpSpLocks noChangeAspect="1"/>
          </p:cNvGrpSpPr>
          <p:nvPr/>
        </p:nvGrpSpPr>
        <p:grpSpPr>
          <a:xfrm>
            <a:off x="2828788" y="3661657"/>
            <a:ext cx="826979" cy="824993"/>
            <a:chOff x="2828788" y="3661657"/>
            <a:chExt cx="826979" cy="824993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F61EF841-D929-C540-8C80-1C6FC93DB0A3}"/>
                </a:ext>
              </a:extLst>
            </p:cNvPr>
            <p:cNvSpPr/>
            <p:nvPr/>
          </p:nvSpPr>
          <p:spPr>
            <a:xfrm>
              <a:off x="3366697" y="4196816"/>
              <a:ext cx="165815" cy="165831"/>
            </a:xfrm>
            <a:custGeom>
              <a:avLst/>
              <a:gdLst>
                <a:gd name="connsiteX0" fmla="*/ 39627 w 165815"/>
                <a:gd name="connsiteY0" fmla="*/ 165832 h 165831"/>
                <a:gd name="connsiteX1" fmla="*/ 0 w 165815"/>
                <a:gd name="connsiteY1" fmla="*/ 126066 h 165831"/>
                <a:gd name="connsiteX2" fmla="*/ 11542 w 165815"/>
                <a:gd name="connsiteY2" fmla="*/ 98149 h 165831"/>
                <a:gd name="connsiteX3" fmla="*/ 98775 w 165815"/>
                <a:gd name="connsiteY3" fmla="*/ 10916 h 165831"/>
                <a:gd name="connsiteX4" fmla="*/ 154896 w 165815"/>
                <a:gd name="connsiteY4" fmla="*/ 12355 h 165831"/>
                <a:gd name="connsiteX5" fmla="*/ 154896 w 165815"/>
                <a:gd name="connsiteY5" fmla="*/ 67037 h 165831"/>
                <a:gd name="connsiteX6" fmla="*/ 67663 w 165815"/>
                <a:gd name="connsiteY6" fmla="*/ 154221 h 165831"/>
                <a:gd name="connsiteX7" fmla="*/ 39627 w 165815"/>
                <a:gd name="connsiteY7" fmla="*/ 165832 h 1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5" h="165831">
                  <a:moveTo>
                    <a:pt x="39627" y="165832"/>
                  </a:moveTo>
                  <a:cubicBezTo>
                    <a:pt x="17705" y="165792"/>
                    <a:pt x="-40" y="147993"/>
                    <a:pt x="0" y="126066"/>
                  </a:cubicBezTo>
                  <a:cubicBezTo>
                    <a:pt x="15" y="115606"/>
                    <a:pt x="4163" y="105572"/>
                    <a:pt x="11542" y="98149"/>
                  </a:cubicBezTo>
                  <a:lnTo>
                    <a:pt x="98775" y="10916"/>
                  </a:lnTo>
                  <a:cubicBezTo>
                    <a:pt x="114669" y="-4184"/>
                    <a:pt x="139797" y="-3538"/>
                    <a:pt x="154896" y="12355"/>
                  </a:cubicBezTo>
                  <a:cubicBezTo>
                    <a:pt x="169455" y="27673"/>
                    <a:pt x="169455" y="51714"/>
                    <a:pt x="154896" y="67037"/>
                  </a:cubicBezTo>
                  <a:lnTo>
                    <a:pt x="67663" y="154221"/>
                  </a:lnTo>
                  <a:cubicBezTo>
                    <a:pt x="60225" y="161649"/>
                    <a:pt x="50142" y="165827"/>
                    <a:pt x="39627" y="1658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248C5694-278D-0049-B8BC-DA6462396011}"/>
                </a:ext>
              </a:extLst>
            </p:cNvPr>
            <p:cNvSpPr/>
            <p:nvPr/>
          </p:nvSpPr>
          <p:spPr>
            <a:xfrm>
              <a:off x="3369204" y="4196042"/>
              <a:ext cx="166362" cy="166655"/>
            </a:xfrm>
            <a:custGeom>
              <a:avLst/>
              <a:gdLst>
                <a:gd name="connsiteX0" fmla="*/ 126686 w 166362"/>
                <a:gd name="connsiteY0" fmla="*/ 166606 h 166655"/>
                <a:gd name="connsiteX1" fmla="*/ 98849 w 166362"/>
                <a:gd name="connsiteY1" fmla="*/ 154995 h 166655"/>
                <a:gd name="connsiteX2" fmla="*/ 11616 w 166362"/>
                <a:gd name="connsiteY2" fmla="*/ 67761 h 166655"/>
                <a:gd name="connsiteX3" fmla="*/ 11640 w 166362"/>
                <a:gd name="connsiteY3" fmla="*/ 11616 h 166655"/>
                <a:gd name="connsiteX4" fmla="*/ 67786 w 166362"/>
                <a:gd name="connsiteY4" fmla="*/ 11640 h 166655"/>
                <a:gd name="connsiteX5" fmla="*/ 154771 w 166362"/>
                <a:gd name="connsiteY5" fmla="*/ 98923 h 166655"/>
                <a:gd name="connsiteX6" fmla="*/ 154702 w 166362"/>
                <a:gd name="connsiteY6" fmla="*/ 155064 h 166655"/>
                <a:gd name="connsiteX7" fmla="*/ 126686 w 166362"/>
                <a:gd name="connsiteY7" fmla="*/ 166655 h 16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362" h="166655">
                  <a:moveTo>
                    <a:pt x="126686" y="166606"/>
                  </a:moveTo>
                  <a:cubicBezTo>
                    <a:pt x="116241" y="166546"/>
                    <a:pt x="106237" y="162378"/>
                    <a:pt x="98849" y="154995"/>
                  </a:cubicBezTo>
                  <a:lnTo>
                    <a:pt x="11616" y="67761"/>
                  </a:lnTo>
                  <a:cubicBezTo>
                    <a:pt x="-3881" y="52250"/>
                    <a:pt x="-3871" y="27112"/>
                    <a:pt x="11640" y="11616"/>
                  </a:cubicBezTo>
                  <a:cubicBezTo>
                    <a:pt x="27152" y="-3881"/>
                    <a:pt x="52290" y="-3871"/>
                    <a:pt x="67786" y="11640"/>
                  </a:cubicBezTo>
                  <a:lnTo>
                    <a:pt x="154771" y="98923"/>
                  </a:lnTo>
                  <a:cubicBezTo>
                    <a:pt x="170253" y="114445"/>
                    <a:pt x="170223" y="139577"/>
                    <a:pt x="154702" y="155064"/>
                  </a:cubicBezTo>
                  <a:cubicBezTo>
                    <a:pt x="147264" y="162482"/>
                    <a:pt x="137191" y="166650"/>
                    <a:pt x="126686" y="1666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C6F55703-3B90-F243-B76A-7A53DBE2C6EC}"/>
                </a:ext>
              </a:extLst>
            </p:cNvPr>
            <p:cNvSpPr/>
            <p:nvPr/>
          </p:nvSpPr>
          <p:spPr>
            <a:xfrm>
              <a:off x="3101504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F617F372-89B3-4948-BFDD-98ECC1395F4D}"/>
                </a:ext>
              </a:extLst>
            </p:cNvPr>
            <p:cNvSpPr/>
            <p:nvPr/>
          </p:nvSpPr>
          <p:spPr>
            <a:xfrm>
              <a:off x="2962566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B60AC1FB-434B-274F-ACF9-2B36575D0E08}"/>
                </a:ext>
              </a:extLst>
            </p:cNvPr>
            <p:cNvSpPr/>
            <p:nvPr/>
          </p:nvSpPr>
          <p:spPr>
            <a:xfrm>
              <a:off x="3245404" y="3980271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AABA7BA3-5DC6-3747-A5EB-CEE9D0620BFC}"/>
                </a:ext>
              </a:extLst>
            </p:cNvPr>
            <p:cNvSpPr/>
            <p:nvPr/>
          </p:nvSpPr>
          <p:spPr>
            <a:xfrm>
              <a:off x="3384243" y="3979576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A6392BD-2C7F-784D-BD7A-0A8BBFF3D736}"/>
                </a:ext>
              </a:extLst>
            </p:cNvPr>
            <p:cNvSpPr/>
            <p:nvPr/>
          </p:nvSpPr>
          <p:spPr>
            <a:xfrm>
              <a:off x="3104432" y="4124767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6"/>
                    <a:pt x="19906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5E49E80D-7E7A-F64A-BB8B-9475F537D6C4}"/>
                </a:ext>
              </a:extLst>
            </p:cNvPr>
            <p:cNvSpPr/>
            <p:nvPr/>
          </p:nvSpPr>
          <p:spPr>
            <a:xfrm>
              <a:off x="2965493" y="4124767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6"/>
                    <a:pt x="19906" y="0"/>
                    <a:pt x="44460" y="0"/>
                  </a:cubicBezTo>
                  <a:cubicBezTo>
                    <a:pt x="69015" y="0"/>
                    <a:pt x="88920" y="19906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951CCECF-5333-2342-9CD4-0B152ACDCFEA}"/>
                </a:ext>
              </a:extLst>
            </p:cNvPr>
            <p:cNvSpPr/>
            <p:nvPr/>
          </p:nvSpPr>
          <p:spPr>
            <a:xfrm>
              <a:off x="3104332" y="42683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39F3FD69-E415-B148-817C-B8D47284F035}"/>
                </a:ext>
              </a:extLst>
            </p:cNvPr>
            <p:cNvSpPr/>
            <p:nvPr/>
          </p:nvSpPr>
          <p:spPr>
            <a:xfrm>
              <a:off x="2965394" y="42683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E696B959-8CC7-CC48-8670-67868E603E9A}"/>
                </a:ext>
              </a:extLst>
            </p:cNvPr>
            <p:cNvSpPr/>
            <p:nvPr/>
          </p:nvSpPr>
          <p:spPr>
            <a:xfrm>
              <a:off x="3244809" y="4073905"/>
              <a:ext cx="410958" cy="410958"/>
            </a:xfrm>
            <a:custGeom>
              <a:avLst/>
              <a:gdLst>
                <a:gd name="connsiteX0" fmla="*/ 205479 w 410958"/>
                <a:gd name="connsiteY0" fmla="*/ 410959 h 410958"/>
                <a:gd name="connsiteX1" fmla="*/ 0 w 410958"/>
                <a:gd name="connsiteY1" fmla="*/ 205479 h 410958"/>
                <a:gd name="connsiteX2" fmla="*/ 205479 w 410958"/>
                <a:gd name="connsiteY2" fmla="*/ 0 h 410958"/>
                <a:gd name="connsiteX3" fmla="*/ 410959 w 410958"/>
                <a:gd name="connsiteY3" fmla="*/ 205479 h 410958"/>
                <a:gd name="connsiteX4" fmla="*/ 205479 w 410958"/>
                <a:gd name="connsiteY4" fmla="*/ 410959 h 410958"/>
                <a:gd name="connsiteX5" fmla="*/ 205479 w 410958"/>
                <a:gd name="connsiteY5" fmla="*/ 79393 h 410958"/>
                <a:gd name="connsiteX6" fmla="*/ 79393 w 410958"/>
                <a:gd name="connsiteY6" fmla="*/ 205479 h 410958"/>
                <a:gd name="connsiteX7" fmla="*/ 205479 w 410958"/>
                <a:gd name="connsiteY7" fmla="*/ 331565 h 410958"/>
                <a:gd name="connsiteX8" fmla="*/ 331566 w 410958"/>
                <a:gd name="connsiteY8" fmla="*/ 205479 h 410958"/>
                <a:gd name="connsiteX9" fmla="*/ 205479 w 410958"/>
                <a:gd name="connsiteY9" fmla="*/ 79393 h 41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0958" h="410958">
                  <a:moveTo>
                    <a:pt x="205479" y="410959"/>
                  </a:moveTo>
                  <a:cubicBezTo>
                    <a:pt x="91997" y="410959"/>
                    <a:pt x="0" y="318962"/>
                    <a:pt x="0" y="205479"/>
                  </a:cubicBezTo>
                  <a:cubicBezTo>
                    <a:pt x="0" y="91997"/>
                    <a:pt x="91997" y="0"/>
                    <a:pt x="205479" y="0"/>
                  </a:cubicBezTo>
                  <a:cubicBezTo>
                    <a:pt x="318962" y="0"/>
                    <a:pt x="410959" y="91997"/>
                    <a:pt x="410959" y="205479"/>
                  </a:cubicBezTo>
                  <a:cubicBezTo>
                    <a:pt x="410820" y="318907"/>
                    <a:pt x="318908" y="410820"/>
                    <a:pt x="205479" y="410959"/>
                  </a:cubicBezTo>
                  <a:close/>
                  <a:moveTo>
                    <a:pt x="205479" y="79393"/>
                  </a:moveTo>
                  <a:cubicBezTo>
                    <a:pt x="135842" y="79393"/>
                    <a:pt x="79393" y="135842"/>
                    <a:pt x="79393" y="205479"/>
                  </a:cubicBezTo>
                  <a:cubicBezTo>
                    <a:pt x="79393" y="275117"/>
                    <a:pt x="135842" y="331565"/>
                    <a:pt x="205479" y="331565"/>
                  </a:cubicBezTo>
                  <a:cubicBezTo>
                    <a:pt x="275117" y="331565"/>
                    <a:pt x="331566" y="275117"/>
                    <a:pt x="331566" y="205479"/>
                  </a:cubicBezTo>
                  <a:cubicBezTo>
                    <a:pt x="331481" y="135876"/>
                    <a:pt x="275083" y="79477"/>
                    <a:pt x="20547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E3E40754-CB59-DF44-A64F-52C6A391699E}"/>
                </a:ext>
              </a:extLst>
            </p:cNvPr>
            <p:cNvSpPr/>
            <p:nvPr/>
          </p:nvSpPr>
          <p:spPr>
            <a:xfrm>
              <a:off x="2828788" y="3661657"/>
              <a:ext cx="790309" cy="824993"/>
            </a:xfrm>
            <a:custGeom>
              <a:avLst/>
              <a:gdLst>
                <a:gd name="connsiteX0" fmla="*/ 627256 w 790309"/>
                <a:gd name="connsiteY0" fmla="*/ 824994 h 824993"/>
                <a:gd name="connsiteX1" fmla="*/ 39697 w 790309"/>
                <a:gd name="connsiteY1" fmla="*/ 824994 h 824993"/>
                <a:gd name="connsiteX2" fmla="*/ 0 w 790309"/>
                <a:gd name="connsiteY2" fmla="*/ 785297 h 824993"/>
                <a:gd name="connsiteX3" fmla="*/ 0 w 790309"/>
                <a:gd name="connsiteY3" fmla="*/ 39697 h 824993"/>
                <a:gd name="connsiteX4" fmla="*/ 39697 w 790309"/>
                <a:gd name="connsiteY4" fmla="*/ 0 h 824993"/>
                <a:gd name="connsiteX5" fmla="*/ 750613 w 790309"/>
                <a:gd name="connsiteY5" fmla="*/ 0 h 824993"/>
                <a:gd name="connsiteX6" fmla="*/ 790310 w 790309"/>
                <a:gd name="connsiteY6" fmla="*/ 39697 h 824993"/>
                <a:gd name="connsiteX7" fmla="*/ 790310 w 790309"/>
                <a:gd name="connsiteY7" fmla="*/ 517246 h 824993"/>
                <a:gd name="connsiteX8" fmla="*/ 750613 w 790309"/>
                <a:gd name="connsiteY8" fmla="*/ 556943 h 824993"/>
                <a:gd name="connsiteX9" fmla="*/ 710916 w 790309"/>
                <a:gd name="connsiteY9" fmla="*/ 517246 h 824993"/>
                <a:gd name="connsiteX10" fmla="*/ 710916 w 790309"/>
                <a:gd name="connsiteY10" fmla="*/ 79393 h 824993"/>
                <a:gd name="connsiteX11" fmla="*/ 79393 w 790309"/>
                <a:gd name="connsiteY11" fmla="*/ 79393 h 824993"/>
                <a:gd name="connsiteX12" fmla="*/ 79393 w 790309"/>
                <a:gd name="connsiteY12" fmla="*/ 745600 h 824993"/>
                <a:gd name="connsiteX13" fmla="*/ 627256 w 790309"/>
                <a:gd name="connsiteY13" fmla="*/ 745600 h 824993"/>
                <a:gd name="connsiteX14" fmla="*/ 666952 w 790309"/>
                <a:gd name="connsiteY14" fmla="*/ 785297 h 824993"/>
                <a:gd name="connsiteX15" fmla="*/ 627256 w 790309"/>
                <a:gd name="connsiteY15" fmla="*/ 824994 h 824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0309" h="824993">
                  <a:moveTo>
                    <a:pt x="627256" y="824994"/>
                  </a:moveTo>
                  <a:lnTo>
                    <a:pt x="39697" y="824994"/>
                  </a:lnTo>
                  <a:cubicBezTo>
                    <a:pt x="17773" y="824994"/>
                    <a:pt x="0" y="807219"/>
                    <a:pt x="0" y="7852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50613" y="0"/>
                  </a:lnTo>
                  <a:cubicBezTo>
                    <a:pt x="772535" y="0"/>
                    <a:pt x="790310" y="17773"/>
                    <a:pt x="790310" y="39697"/>
                  </a:cubicBezTo>
                  <a:lnTo>
                    <a:pt x="790310" y="517246"/>
                  </a:lnTo>
                  <a:cubicBezTo>
                    <a:pt x="790310" y="539168"/>
                    <a:pt x="772535" y="556943"/>
                    <a:pt x="750613" y="556943"/>
                  </a:cubicBezTo>
                  <a:cubicBezTo>
                    <a:pt x="728691" y="556943"/>
                    <a:pt x="710916" y="539168"/>
                    <a:pt x="710916" y="517246"/>
                  </a:cubicBezTo>
                  <a:lnTo>
                    <a:pt x="710916" y="79393"/>
                  </a:lnTo>
                  <a:lnTo>
                    <a:pt x="79393" y="79393"/>
                  </a:lnTo>
                  <a:lnTo>
                    <a:pt x="79393" y="745600"/>
                  </a:lnTo>
                  <a:lnTo>
                    <a:pt x="627256" y="745600"/>
                  </a:lnTo>
                  <a:cubicBezTo>
                    <a:pt x="649178" y="745600"/>
                    <a:pt x="666952" y="763375"/>
                    <a:pt x="666952" y="785297"/>
                  </a:cubicBezTo>
                  <a:cubicBezTo>
                    <a:pt x="666952" y="807219"/>
                    <a:pt x="649178" y="824994"/>
                    <a:pt x="627256" y="8249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F2BE2A3F-7968-E344-A565-7EAAE1CBC347}"/>
                </a:ext>
              </a:extLst>
            </p:cNvPr>
            <p:cNvSpPr/>
            <p:nvPr/>
          </p:nvSpPr>
          <p:spPr>
            <a:xfrm>
              <a:off x="2836231" y="3857857"/>
              <a:ext cx="764159" cy="79393"/>
            </a:xfrm>
            <a:custGeom>
              <a:avLst/>
              <a:gdLst>
                <a:gd name="connsiteX0" fmla="*/ 724463 w 764159"/>
                <a:gd name="connsiteY0" fmla="*/ 79393 h 79393"/>
                <a:gd name="connsiteX1" fmla="*/ 39697 w 764159"/>
                <a:gd name="connsiteY1" fmla="*/ 79393 h 79393"/>
                <a:gd name="connsiteX2" fmla="*/ 0 w 764159"/>
                <a:gd name="connsiteY2" fmla="*/ 39697 h 79393"/>
                <a:gd name="connsiteX3" fmla="*/ 39697 w 764159"/>
                <a:gd name="connsiteY3" fmla="*/ 0 h 79393"/>
                <a:gd name="connsiteX4" fmla="*/ 724463 w 764159"/>
                <a:gd name="connsiteY4" fmla="*/ 0 h 79393"/>
                <a:gd name="connsiteX5" fmla="*/ 764159 w 764159"/>
                <a:gd name="connsiteY5" fmla="*/ 39697 h 79393"/>
                <a:gd name="connsiteX6" fmla="*/ 724463 w 7641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159" h="79393">
                  <a:moveTo>
                    <a:pt x="72446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24463" y="0"/>
                  </a:lnTo>
                  <a:cubicBezTo>
                    <a:pt x="746385" y="0"/>
                    <a:pt x="764159" y="17773"/>
                    <a:pt x="764159" y="39697"/>
                  </a:cubicBezTo>
                  <a:cubicBezTo>
                    <a:pt x="764159" y="61620"/>
                    <a:pt x="746385" y="79393"/>
                    <a:pt x="72446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0ACAF58A-65BD-0542-B26A-BC2E02788905}"/>
                </a:ext>
              </a:extLst>
            </p:cNvPr>
            <p:cNvSpPr/>
            <p:nvPr/>
          </p:nvSpPr>
          <p:spPr>
            <a:xfrm>
              <a:off x="2966337" y="3760154"/>
              <a:ext cx="175458" cy="79393"/>
            </a:xfrm>
            <a:custGeom>
              <a:avLst/>
              <a:gdLst>
                <a:gd name="connsiteX0" fmla="*/ 135713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1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7436719B-5F6A-2D4E-AFBC-5CD080EBCE7C}"/>
                </a:ext>
              </a:extLst>
            </p:cNvPr>
            <p:cNvSpPr/>
            <p:nvPr/>
          </p:nvSpPr>
          <p:spPr>
            <a:xfrm>
              <a:off x="3298300" y="3761047"/>
              <a:ext cx="175409" cy="79393"/>
            </a:xfrm>
            <a:custGeom>
              <a:avLst/>
              <a:gdLst>
                <a:gd name="connsiteX0" fmla="*/ 13571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71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8" name="Picture Placeholder 67">
            <a:extLst>
              <a:ext uri="{FF2B5EF4-FFF2-40B4-BE49-F238E27FC236}">
                <a16:creationId xmlns:a16="http://schemas.microsoft.com/office/drawing/2014/main" id="{2BCDB3AA-B7C0-466F-A705-3FE2614F9DCE}"/>
              </a:ext>
            </a:extLst>
          </p:cNvPr>
          <p:cNvGrpSpPr>
            <a:grpSpLocks noChangeAspect="1"/>
          </p:cNvGrpSpPr>
          <p:nvPr/>
        </p:nvGrpSpPr>
        <p:grpSpPr>
          <a:xfrm>
            <a:off x="4142327" y="3652626"/>
            <a:ext cx="834918" cy="843055"/>
            <a:chOff x="4142327" y="3652626"/>
            <a:chExt cx="834918" cy="843055"/>
          </a:xfrm>
        </p:grpSpPr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40061970-554B-BB47-9784-8A6770F7759C}"/>
                </a:ext>
              </a:extLst>
            </p:cNvPr>
            <p:cNvSpPr/>
            <p:nvPr/>
          </p:nvSpPr>
          <p:spPr>
            <a:xfrm>
              <a:off x="4142327" y="3652626"/>
              <a:ext cx="834918" cy="843055"/>
            </a:xfrm>
            <a:custGeom>
              <a:avLst/>
              <a:gdLst>
                <a:gd name="connsiteX0" fmla="*/ 795222 w 834918"/>
                <a:gd name="connsiteY0" fmla="*/ 843055 h 843055"/>
                <a:gd name="connsiteX1" fmla="*/ 39697 w 834918"/>
                <a:gd name="connsiteY1" fmla="*/ 843055 h 843055"/>
                <a:gd name="connsiteX2" fmla="*/ 0 w 834918"/>
                <a:gd name="connsiteY2" fmla="*/ 803359 h 843055"/>
                <a:gd name="connsiteX3" fmla="*/ 0 w 834918"/>
                <a:gd name="connsiteY3" fmla="*/ 39697 h 843055"/>
                <a:gd name="connsiteX4" fmla="*/ 39697 w 834918"/>
                <a:gd name="connsiteY4" fmla="*/ 0 h 843055"/>
                <a:gd name="connsiteX5" fmla="*/ 795222 w 834918"/>
                <a:gd name="connsiteY5" fmla="*/ 0 h 843055"/>
                <a:gd name="connsiteX6" fmla="*/ 834919 w 834918"/>
                <a:gd name="connsiteY6" fmla="*/ 39697 h 843055"/>
                <a:gd name="connsiteX7" fmla="*/ 834919 w 834918"/>
                <a:gd name="connsiteY7" fmla="*/ 803359 h 843055"/>
                <a:gd name="connsiteX8" fmla="*/ 795222 w 834918"/>
                <a:gd name="connsiteY8" fmla="*/ 843055 h 843055"/>
                <a:gd name="connsiteX9" fmla="*/ 79393 w 834918"/>
                <a:gd name="connsiteY9" fmla="*/ 763662 h 843055"/>
                <a:gd name="connsiteX10" fmla="*/ 755525 w 834918"/>
                <a:gd name="connsiteY10" fmla="*/ 763662 h 843055"/>
                <a:gd name="connsiteX11" fmla="*/ 755525 w 834918"/>
                <a:gd name="connsiteY11" fmla="*/ 79393 h 843055"/>
                <a:gd name="connsiteX12" fmla="*/ 79393 w 834918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843055">
                  <a:moveTo>
                    <a:pt x="795222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803359"/>
                  </a:lnTo>
                  <a:cubicBezTo>
                    <a:pt x="834919" y="825281"/>
                    <a:pt x="817145" y="843055"/>
                    <a:pt x="795222" y="843055"/>
                  </a:cubicBezTo>
                  <a:close/>
                  <a:moveTo>
                    <a:pt x="79393" y="763662"/>
                  </a:moveTo>
                  <a:lnTo>
                    <a:pt x="755525" y="763662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B30BE57C-DAE8-E248-A2CA-954504AC5DC4}"/>
                </a:ext>
              </a:extLst>
            </p:cNvPr>
            <p:cNvSpPr/>
            <p:nvPr/>
          </p:nvSpPr>
          <p:spPr>
            <a:xfrm>
              <a:off x="4149770" y="3853590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2F1FD487-DCB1-1D4E-ABEF-27812CE4B7FA}"/>
                </a:ext>
              </a:extLst>
            </p:cNvPr>
            <p:cNvSpPr/>
            <p:nvPr/>
          </p:nvSpPr>
          <p:spPr>
            <a:xfrm>
              <a:off x="4279826" y="3748493"/>
              <a:ext cx="175458" cy="79393"/>
            </a:xfrm>
            <a:custGeom>
              <a:avLst/>
              <a:gdLst>
                <a:gd name="connsiteX0" fmla="*/ 135762 w 175458"/>
                <a:gd name="connsiteY0" fmla="*/ 79393 h 79393"/>
                <a:gd name="connsiteX1" fmla="*/ 39697 w 175458"/>
                <a:gd name="connsiteY1" fmla="*/ 79393 h 79393"/>
                <a:gd name="connsiteX2" fmla="*/ 0 w 175458"/>
                <a:gd name="connsiteY2" fmla="*/ 39697 h 79393"/>
                <a:gd name="connsiteX3" fmla="*/ 39697 w 175458"/>
                <a:gd name="connsiteY3" fmla="*/ 0 h 79393"/>
                <a:gd name="connsiteX4" fmla="*/ 135762 w 175458"/>
                <a:gd name="connsiteY4" fmla="*/ 0 h 79393"/>
                <a:gd name="connsiteX5" fmla="*/ 175459 w 175458"/>
                <a:gd name="connsiteY5" fmla="*/ 39697 h 79393"/>
                <a:gd name="connsiteX6" fmla="*/ 135762 w 175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8" h="79393">
                  <a:moveTo>
                    <a:pt x="1357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5762" y="0"/>
                  </a:lnTo>
                  <a:cubicBezTo>
                    <a:pt x="157686" y="0"/>
                    <a:pt x="175459" y="17773"/>
                    <a:pt x="175459" y="39697"/>
                  </a:cubicBezTo>
                  <a:cubicBezTo>
                    <a:pt x="175459" y="61620"/>
                    <a:pt x="157686" y="79393"/>
                    <a:pt x="13576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F9A9683D-FA27-9848-B7FC-40022DCEDC79}"/>
                </a:ext>
              </a:extLst>
            </p:cNvPr>
            <p:cNvSpPr/>
            <p:nvPr/>
          </p:nvSpPr>
          <p:spPr>
            <a:xfrm>
              <a:off x="4656546" y="3749386"/>
              <a:ext cx="175409" cy="79393"/>
            </a:xfrm>
            <a:custGeom>
              <a:avLst/>
              <a:gdLst>
                <a:gd name="connsiteX0" fmla="*/ 135663 w 175409"/>
                <a:gd name="connsiteY0" fmla="*/ 79393 h 79393"/>
                <a:gd name="connsiteX1" fmla="*/ 39697 w 175409"/>
                <a:gd name="connsiteY1" fmla="*/ 79393 h 79393"/>
                <a:gd name="connsiteX2" fmla="*/ 0 w 175409"/>
                <a:gd name="connsiteY2" fmla="*/ 39697 h 79393"/>
                <a:gd name="connsiteX3" fmla="*/ 39697 w 175409"/>
                <a:gd name="connsiteY3" fmla="*/ 0 h 79393"/>
                <a:gd name="connsiteX4" fmla="*/ 135713 w 175409"/>
                <a:gd name="connsiteY4" fmla="*/ 0 h 79393"/>
                <a:gd name="connsiteX5" fmla="*/ 175409 w 175409"/>
                <a:gd name="connsiteY5" fmla="*/ 39697 h 79393"/>
                <a:gd name="connsiteX6" fmla="*/ 135713 w 175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09" h="79393">
                  <a:moveTo>
                    <a:pt x="13566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5713" y="0"/>
                  </a:lnTo>
                  <a:cubicBezTo>
                    <a:pt x="157635" y="0"/>
                    <a:pt x="175409" y="17773"/>
                    <a:pt x="175409" y="39697"/>
                  </a:cubicBezTo>
                  <a:cubicBezTo>
                    <a:pt x="175409" y="61620"/>
                    <a:pt x="157635" y="79393"/>
                    <a:pt x="13571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24B4205C-162A-544A-B264-C90E91563E97}"/>
                </a:ext>
              </a:extLst>
            </p:cNvPr>
            <p:cNvSpPr/>
            <p:nvPr/>
          </p:nvSpPr>
          <p:spPr>
            <a:xfrm>
              <a:off x="4421791" y="4034457"/>
              <a:ext cx="277846" cy="312610"/>
            </a:xfrm>
            <a:custGeom>
              <a:avLst/>
              <a:gdLst>
                <a:gd name="connsiteX0" fmla="*/ 89268 w 277846"/>
                <a:gd name="connsiteY0" fmla="*/ 312610 h 312610"/>
                <a:gd name="connsiteX1" fmla="*/ 49601 w 277846"/>
                <a:gd name="connsiteY1" fmla="*/ 272884 h 312610"/>
                <a:gd name="connsiteX2" fmla="*/ 55823 w 277846"/>
                <a:gd name="connsiteY2" fmla="*/ 251577 h 312610"/>
                <a:gd name="connsiteX3" fmla="*/ 165733 w 277846"/>
                <a:gd name="connsiteY3" fmla="*/ 79393 h 312610"/>
                <a:gd name="connsiteX4" fmla="*/ 39697 w 277846"/>
                <a:gd name="connsiteY4" fmla="*/ 79393 h 312610"/>
                <a:gd name="connsiteX5" fmla="*/ 0 w 277846"/>
                <a:gd name="connsiteY5" fmla="*/ 39697 h 312610"/>
                <a:gd name="connsiteX6" fmla="*/ 39697 w 277846"/>
                <a:gd name="connsiteY6" fmla="*/ 0 h 312610"/>
                <a:gd name="connsiteX7" fmla="*/ 238180 w 277846"/>
                <a:gd name="connsiteY7" fmla="*/ 0 h 312610"/>
                <a:gd name="connsiteX8" fmla="*/ 277846 w 277846"/>
                <a:gd name="connsiteY8" fmla="*/ 39727 h 312610"/>
                <a:gd name="connsiteX9" fmla="*/ 271624 w 277846"/>
                <a:gd name="connsiteY9" fmla="*/ 61033 h 312610"/>
                <a:gd name="connsiteX10" fmla="*/ 122762 w 277846"/>
                <a:gd name="connsiteY10" fmla="*/ 294251 h 312610"/>
                <a:gd name="connsiteX11" fmla="*/ 89268 w 277846"/>
                <a:gd name="connsiteY11" fmla="*/ 312610 h 31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7846" h="312610">
                  <a:moveTo>
                    <a:pt x="89268" y="312610"/>
                  </a:moveTo>
                  <a:cubicBezTo>
                    <a:pt x="67344" y="312595"/>
                    <a:pt x="49585" y="294806"/>
                    <a:pt x="49601" y="272884"/>
                  </a:cubicBezTo>
                  <a:cubicBezTo>
                    <a:pt x="49607" y="265332"/>
                    <a:pt x="51765" y="257943"/>
                    <a:pt x="55823" y="251577"/>
                  </a:cubicBezTo>
                  <a:lnTo>
                    <a:pt x="165733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8180" y="0"/>
                  </a:lnTo>
                  <a:cubicBezTo>
                    <a:pt x="260102" y="17"/>
                    <a:pt x="277861" y="17803"/>
                    <a:pt x="277846" y="39727"/>
                  </a:cubicBezTo>
                  <a:cubicBezTo>
                    <a:pt x="277841" y="47276"/>
                    <a:pt x="275683" y="54667"/>
                    <a:pt x="271624" y="61033"/>
                  </a:cubicBezTo>
                  <a:lnTo>
                    <a:pt x="122762" y="294251"/>
                  </a:lnTo>
                  <a:cubicBezTo>
                    <a:pt x="115468" y="305693"/>
                    <a:pt x="102837" y="312615"/>
                    <a:pt x="89268" y="3126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4" name="Picture Placeholder 69">
            <a:extLst>
              <a:ext uri="{FF2B5EF4-FFF2-40B4-BE49-F238E27FC236}">
                <a16:creationId xmlns:a16="http://schemas.microsoft.com/office/drawing/2014/main" id="{9C15EDE6-3657-4FC4-8FD6-CBDF4C6F49F0}"/>
              </a:ext>
            </a:extLst>
          </p:cNvPr>
          <p:cNvGrpSpPr>
            <a:grpSpLocks noChangeAspect="1"/>
          </p:cNvGrpSpPr>
          <p:nvPr/>
        </p:nvGrpSpPr>
        <p:grpSpPr>
          <a:xfrm>
            <a:off x="5459835" y="3652626"/>
            <a:ext cx="834918" cy="843055"/>
            <a:chOff x="5459835" y="3652626"/>
            <a:chExt cx="834918" cy="843055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81E0876-5FF7-0741-AE77-45FAA74CA26C}"/>
                </a:ext>
              </a:extLst>
            </p:cNvPr>
            <p:cNvSpPr/>
            <p:nvPr/>
          </p:nvSpPr>
          <p:spPr>
            <a:xfrm>
              <a:off x="5459835" y="3652626"/>
              <a:ext cx="834918" cy="843055"/>
            </a:xfrm>
            <a:custGeom>
              <a:avLst/>
              <a:gdLst>
                <a:gd name="connsiteX0" fmla="*/ 795222 w 834918"/>
                <a:gd name="connsiteY0" fmla="*/ 843055 h 843055"/>
                <a:gd name="connsiteX1" fmla="*/ 39697 w 834918"/>
                <a:gd name="connsiteY1" fmla="*/ 843055 h 843055"/>
                <a:gd name="connsiteX2" fmla="*/ 0 w 834918"/>
                <a:gd name="connsiteY2" fmla="*/ 803359 h 843055"/>
                <a:gd name="connsiteX3" fmla="*/ 0 w 834918"/>
                <a:gd name="connsiteY3" fmla="*/ 39697 h 843055"/>
                <a:gd name="connsiteX4" fmla="*/ 39697 w 834918"/>
                <a:gd name="connsiteY4" fmla="*/ 0 h 843055"/>
                <a:gd name="connsiteX5" fmla="*/ 795222 w 834918"/>
                <a:gd name="connsiteY5" fmla="*/ 0 h 843055"/>
                <a:gd name="connsiteX6" fmla="*/ 834919 w 834918"/>
                <a:gd name="connsiteY6" fmla="*/ 39697 h 843055"/>
                <a:gd name="connsiteX7" fmla="*/ 834919 w 834918"/>
                <a:gd name="connsiteY7" fmla="*/ 803359 h 843055"/>
                <a:gd name="connsiteX8" fmla="*/ 795222 w 834918"/>
                <a:gd name="connsiteY8" fmla="*/ 843055 h 843055"/>
                <a:gd name="connsiteX9" fmla="*/ 79393 w 834918"/>
                <a:gd name="connsiteY9" fmla="*/ 763662 h 843055"/>
                <a:gd name="connsiteX10" fmla="*/ 755525 w 834918"/>
                <a:gd name="connsiteY10" fmla="*/ 763662 h 843055"/>
                <a:gd name="connsiteX11" fmla="*/ 755525 w 834918"/>
                <a:gd name="connsiteY11" fmla="*/ 79393 h 843055"/>
                <a:gd name="connsiteX12" fmla="*/ 79393 w 834918"/>
                <a:gd name="connsiteY12" fmla="*/ 79393 h 8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843055">
                  <a:moveTo>
                    <a:pt x="795222" y="843055"/>
                  </a:moveTo>
                  <a:lnTo>
                    <a:pt x="39697" y="843055"/>
                  </a:lnTo>
                  <a:cubicBezTo>
                    <a:pt x="17773" y="843055"/>
                    <a:pt x="0" y="825281"/>
                    <a:pt x="0" y="8033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803359"/>
                  </a:lnTo>
                  <a:cubicBezTo>
                    <a:pt x="834919" y="825281"/>
                    <a:pt x="817145" y="843055"/>
                    <a:pt x="795222" y="843055"/>
                  </a:cubicBezTo>
                  <a:close/>
                  <a:moveTo>
                    <a:pt x="79393" y="763662"/>
                  </a:moveTo>
                  <a:lnTo>
                    <a:pt x="755525" y="763662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B6AF2771-2842-7B40-B802-5375F5331C48}"/>
                </a:ext>
              </a:extLst>
            </p:cNvPr>
            <p:cNvSpPr/>
            <p:nvPr/>
          </p:nvSpPr>
          <p:spPr>
            <a:xfrm>
              <a:off x="5467278" y="3853590"/>
              <a:ext cx="798893" cy="79393"/>
            </a:xfrm>
            <a:custGeom>
              <a:avLst/>
              <a:gdLst>
                <a:gd name="connsiteX0" fmla="*/ 759197 w 798893"/>
                <a:gd name="connsiteY0" fmla="*/ 79393 h 79393"/>
                <a:gd name="connsiteX1" fmla="*/ 39697 w 798893"/>
                <a:gd name="connsiteY1" fmla="*/ 79393 h 79393"/>
                <a:gd name="connsiteX2" fmla="*/ 0 w 798893"/>
                <a:gd name="connsiteY2" fmla="*/ 39697 h 79393"/>
                <a:gd name="connsiteX3" fmla="*/ 39697 w 798893"/>
                <a:gd name="connsiteY3" fmla="*/ 0 h 79393"/>
                <a:gd name="connsiteX4" fmla="*/ 759197 w 798893"/>
                <a:gd name="connsiteY4" fmla="*/ 0 h 79393"/>
                <a:gd name="connsiteX5" fmla="*/ 798894 w 798893"/>
                <a:gd name="connsiteY5" fmla="*/ 39697 h 79393"/>
                <a:gd name="connsiteX6" fmla="*/ 759197 w 7988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893" h="79393">
                  <a:moveTo>
                    <a:pt x="75919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59197" y="0"/>
                  </a:lnTo>
                  <a:cubicBezTo>
                    <a:pt x="781120" y="0"/>
                    <a:pt x="798894" y="17773"/>
                    <a:pt x="798894" y="39697"/>
                  </a:cubicBezTo>
                  <a:cubicBezTo>
                    <a:pt x="798894" y="61620"/>
                    <a:pt x="781120" y="79393"/>
                    <a:pt x="75919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5FD11473-40CA-0D48-8144-01BB5E4B4287}"/>
                </a:ext>
              </a:extLst>
            </p:cNvPr>
            <p:cNvSpPr/>
            <p:nvPr/>
          </p:nvSpPr>
          <p:spPr>
            <a:xfrm>
              <a:off x="5604330" y="3964641"/>
              <a:ext cx="248103" cy="188558"/>
            </a:xfrm>
            <a:custGeom>
              <a:avLst/>
              <a:gdLst>
                <a:gd name="connsiteX0" fmla="*/ 208407 w 248103"/>
                <a:gd name="connsiteY0" fmla="*/ 188559 h 188558"/>
                <a:gd name="connsiteX1" fmla="*/ 39697 w 248103"/>
                <a:gd name="connsiteY1" fmla="*/ 188559 h 188558"/>
                <a:gd name="connsiteX2" fmla="*/ 0 w 248103"/>
                <a:gd name="connsiteY2" fmla="*/ 148862 h 188558"/>
                <a:gd name="connsiteX3" fmla="*/ 0 w 248103"/>
                <a:gd name="connsiteY3" fmla="*/ 39697 h 188558"/>
                <a:gd name="connsiteX4" fmla="*/ 39697 w 248103"/>
                <a:gd name="connsiteY4" fmla="*/ 0 h 188558"/>
                <a:gd name="connsiteX5" fmla="*/ 208407 w 248103"/>
                <a:gd name="connsiteY5" fmla="*/ 0 h 188558"/>
                <a:gd name="connsiteX6" fmla="*/ 248104 w 248103"/>
                <a:gd name="connsiteY6" fmla="*/ 39697 h 188558"/>
                <a:gd name="connsiteX7" fmla="*/ 248104 w 248103"/>
                <a:gd name="connsiteY7" fmla="*/ 148862 h 188558"/>
                <a:gd name="connsiteX8" fmla="*/ 208407 w 248103"/>
                <a:gd name="connsiteY8" fmla="*/ 188559 h 188558"/>
                <a:gd name="connsiteX9" fmla="*/ 79393 w 248103"/>
                <a:gd name="connsiteY9" fmla="*/ 109166 h 188558"/>
                <a:gd name="connsiteX10" fmla="*/ 168711 w 248103"/>
                <a:gd name="connsiteY10" fmla="*/ 109166 h 188558"/>
                <a:gd name="connsiteX11" fmla="*/ 168711 w 248103"/>
                <a:gd name="connsiteY11" fmla="*/ 79393 h 188558"/>
                <a:gd name="connsiteX12" fmla="*/ 79393 w 248103"/>
                <a:gd name="connsiteY12" fmla="*/ 79393 h 18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88558">
                  <a:moveTo>
                    <a:pt x="208407" y="188559"/>
                  </a:moveTo>
                  <a:lnTo>
                    <a:pt x="39697" y="188559"/>
                  </a:lnTo>
                  <a:cubicBezTo>
                    <a:pt x="17773" y="188559"/>
                    <a:pt x="0" y="170786"/>
                    <a:pt x="0" y="14886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3"/>
                    <a:pt x="248104" y="39697"/>
                  </a:cubicBezTo>
                  <a:lnTo>
                    <a:pt x="248104" y="148862"/>
                  </a:lnTo>
                  <a:cubicBezTo>
                    <a:pt x="248104" y="170786"/>
                    <a:pt x="230331" y="188559"/>
                    <a:pt x="208407" y="188559"/>
                  </a:cubicBezTo>
                  <a:close/>
                  <a:moveTo>
                    <a:pt x="79393" y="109166"/>
                  </a:moveTo>
                  <a:lnTo>
                    <a:pt x="168711" y="109166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3F8F95DC-372A-6C45-B985-4D7DA119FBED}"/>
                </a:ext>
              </a:extLst>
            </p:cNvPr>
            <p:cNvSpPr/>
            <p:nvPr/>
          </p:nvSpPr>
          <p:spPr>
            <a:xfrm>
              <a:off x="5601899" y="4197808"/>
              <a:ext cx="248103" cy="188558"/>
            </a:xfrm>
            <a:custGeom>
              <a:avLst/>
              <a:gdLst>
                <a:gd name="connsiteX0" fmla="*/ 208407 w 248103"/>
                <a:gd name="connsiteY0" fmla="*/ 188559 h 188558"/>
                <a:gd name="connsiteX1" fmla="*/ 39697 w 248103"/>
                <a:gd name="connsiteY1" fmla="*/ 188559 h 188558"/>
                <a:gd name="connsiteX2" fmla="*/ 0 w 248103"/>
                <a:gd name="connsiteY2" fmla="*/ 148862 h 188558"/>
                <a:gd name="connsiteX3" fmla="*/ 0 w 248103"/>
                <a:gd name="connsiteY3" fmla="*/ 39697 h 188558"/>
                <a:gd name="connsiteX4" fmla="*/ 39697 w 248103"/>
                <a:gd name="connsiteY4" fmla="*/ 0 h 188558"/>
                <a:gd name="connsiteX5" fmla="*/ 208407 w 248103"/>
                <a:gd name="connsiteY5" fmla="*/ 0 h 188558"/>
                <a:gd name="connsiteX6" fmla="*/ 248104 w 248103"/>
                <a:gd name="connsiteY6" fmla="*/ 39697 h 188558"/>
                <a:gd name="connsiteX7" fmla="*/ 248104 w 248103"/>
                <a:gd name="connsiteY7" fmla="*/ 148862 h 188558"/>
                <a:gd name="connsiteX8" fmla="*/ 208407 w 248103"/>
                <a:gd name="connsiteY8" fmla="*/ 188559 h 188558"/>
                <a:gd name="connsiteX9" fmla="*/ 79393 w 248103"/>
                <a:gd name="connsiteY9" fmla="*/ 109166 h 188558"/>
                <a:gd name="connsiteX10" fmla="*/ 168711 w 248103"/>
                <a:gd name="connsiteY10" fmla="*/ 109166 h 188558"/>
                <a:gd name="connsiteX11" fmla="*/ 168711 w 248103"/>
                <a:gd name="connsiteY11" fmla="*/ 79393 h 188558"/>
                <a:gd name="connsiteX12" fmla="*/ 79393 w 248103"/>
                <a:gd name="connsiteY12" fmla="*/ 79393 h 18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88558">
                  <a:moveTo>
                    <a:pt x="208407" y="188559"/>
                  </a:moveTo>
                  <a:lnTo>
                    <a:pt x="39697" y="188559"/>
                  </a:lnTo>
                  <a:cubicBezTo>
                    <a:pt x="17773" y="188559"/>
                    <a:pt x="0" y="170784"/>
                    <a:pt x="0" y="148862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4"/>
                    <a:pt x="248104" y="39697"/>
                  </a:cubicBezTo>
                  <a:lnTo>
                    <a:pt x="248104" y="148862"/>
                  </a:lnTo>
                  <a:cubicBezTo>
                    <a:pt x="248104" y="170784"/>
                    <a:pt x="230331" y="188559"/>
                    <a:pt x="208407" y="188559"/>
                  </a:cubicBezTo>
                  <a:close/>
                  <a:moveTo>
                    <a:pt x="79393" y="109166"/>
                  </a:moveTo>
                  <a:lnTo>
                    <a:pt x="168711" y="109166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C7AE6A11-B63C-6146-AE6F-F265E40D6B83}"/>
                </a:ext>
              </a:extLst>
            </p:cNvPr>
            <p:cNvSpPr/>
            <p:nvPr/>
          </p:nvSpPr>
          <p:spPr>
            <a:xfrm>
              <a:off x="5891486" y="401942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8CEC4F04-088C-F84A-8C20-A3CE1BB687B6}"/>
                </a:ext>
              </a:extLst>
            </p:cNvPr>
            <p:cNvSpPr/>
            <p:nvPr/>
          </p:nvSpPr>
          <p:spPr>
            <a:xfrm>
              <a:off x="5891486" y="4267525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1" name="Picture Placeholder 71">
            <a:extLst>
              <a:ext uri="{FF2B5EF4-FFF2-40B4-BE49-F238E27FC236}">
                <a16:creationId xmlns:a16="http://schemas.microsoft.com/office/drawing/2014/main" id="{060CB08C-94F4-4249-9701-25D38BFC6D9D}"/>
              </a:ext>
            </a:extLst>
          </p:cNvPr>
          <p:cNvGrpSpPr>
            <a:grpSpLocks noChangeAspect="1"/>
          </p:cNvGrpSpPr>
          <p:nvPr/>
        </p:nvGrpSpPr>
        <p:grpSpPr>
          <a:xfrm>
            <a:off x="6778682" y="3658034"/>
            <a:ext cx="832239" cy="832238"/>
            <a:chOff x="6778682" y="3658034"/>
            <a:chExt cx="832239" cy="832238"/>
          </a:xfrm>
        </p:grpSpPr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88895589-B13C-2F4F-857C-75236FC5C4B4}"/>
                </a:ext>
              </a:extLst>
            </p:cNvPr>
            <p:cNvSpPr/>
            <p:nvPr/>
          </p:nvSpPr>
          <p:spPr>
            <a:xfrm>
              <a:off x="6778682" y="3658034"/>
              <a:ext cx="832239" cy="832238"/>
            </a:xfrm>
            <a:custGeom>
              <a:avLst/>
              <a:gdLst>
                <a:gd name="connsiteX0" fmla="*/ 416120 w 832239"/>
                <a:gd name="connsiteY0" fmla="*/ 832238 h 832238"/>
                <a:gd name="connsiteX1" fmla="*/ 0 w 832239"/>
                <a:gd name="connsiteY1" fmla="*/ 416119 h 832238"/>
                <a:gd name="connsiteX2" fmla="*/ 416120 w 832239"/>
                <a:gd name="connsiteY2" fmla="*/ 0 h 832238"/>
                <a:gd name="connsiteX3" fmla="*/ 832239 w 832239"/>
                <a:gd name="connsiteY3" fmla="*/ 416119 h 832238"/>
                <a:gd name="connsiteX4" fmla="*/ 416120 w 832239"/>
                <a:gd name="connsiteY4" fmla="*/ 832238 h 832238"/>
                <a:gd name="connsiteX5" fmla="*/ 416120 w 832239"/>
                <a:gd name="connsiteY5" fmla="*/ 79393 h 832238"/>
                <a:gd name="connsiteX6" fmla="*/ 79393 w 832239"/>
                <a:gd name="connsiteY6" fmla="*/ 416119 h 832238"/>
                <a:gd name="connsiteX7" fmla="*/ 416120 w 832239"/>
                <a:gd name="connsiteY7" fmla="*/ 752845 h 832238"/>
                <a:gd name="connsiteX8" fmla="*/ 752846 w 832239"/>
                <a:gd name="connsiteY8" fmla="*/ 416119 h 832238"/>
                <a:gd name="connsiteX9" fmla="*/ 416120 w 832239"/>
                <a:gd name="connsiteY9" fmla="*/ 79393 h 83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2239" h="832238">
                  <a:moveTo>
                    <a:pt x="416120" y="832238"/>
                  </a:moveTo>
                  <a:cubicBezTo>
                    <a:pt x="186303" y="832238"/>
                    <a:pt x="0" y="645937"/>
                    <a:pt x="0" y="416119"/>
                  </a:cubicBezTo>
                  <a:cubicBezTo>
                    <a:pt x="0" y="186303"/>
                    <a:pt x="186303" y="0"/>
                    <a:pt x="416120" y="0"/>
                  </a:cubicBezTo>
                  <a:cubicBezTo>
                    <a:pt x="645938" y="0"/>
                    <a:pt x="832239" y="186303"/>
                    <a:pt x="832239" y="416119"/>
                  </a:cubicBezTo>
                  <a:cubicBezTo>
                    <a:pt x="831857" y="645779"/>
                    <a:pt x="645779" y="831856"/>
                    <a:pt x="416120" y="832238"/>
                  </a:cubicBezTo>
                  <a:close/>
                  <a:moveTo>
                    <a:pt x="416120" y="79393"/>
                  </a:moveTo>
                  <a:cubicBezTo>
                    <a:pt x="230151" y="79393"/>
                    <a:pt x="79393" y="230151"/>
                    <a:pt x="79393" y="416119"/>
                  </a:cubicBezTo>
                  <a:cubicBezTo>
                    <a:pt x="79393" y="602087"/>
                    <a:pt x="230151" y="752845"/>
                    <a:pt x="416120" y="752845"/>
                  </a:cubicBezTo>
                  <a:cubicBezTo>
                    <a:pt x="602088" y="752845"/>
                    <a:pt x="752846" y="602087"/>
                    <a:pt x="752846" y="416119"/>
                  </a:cubicBezTo>
                  <a:cubicBezTo>
                    <a:pt x="752652" y="230230"/>
                    <a:pt x="602009" y="79585"/>
                    <a:pt x="41612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A28B4071-AA2B-7942-A436-E5069E771248}"/>
                </a:ext>
              </a:extLst>
            </p:cNvPr>
            <p:cNvSpPr/>
            <p:nvPr/>
          </p:nvSpPr>
          <p:spPr>
            <a:xfrm>
              <a:off x="7057749" y="3843359"/>
              <a:ext cx="401748" cy="448331"/>
            </a:xfrm>
            <a:custGeom>
              <a:avLst/>
              <a:gdLst>
                <a:gd name="connsiteX0" fmla="*/ 39697 w 401748"/>
                <a:gd name="connsiteY0" fmla="*/ 448332 h 448331"/>
                <a:gd name="connsiteX1" fmla="*/ 0 w 401748"/>
                <a:gd name="connsiteY1" fmla="*/ 408635 h 448331"/>
                <a:gd name="connsiteX2" fmla="*/ 0 w 401748"/>
                <a:gd name="connsiteY2" fmla="*/ 39755 h 448331"/>
                <a:gd name="connsiteX3" fmla="*/ 39638 w 401748"/>
                <a:gd name="connsiteY3" fmla="*/ 0 h 448331"/>
                <a:gd name="connsiteX4" fmla="*/ 59545 w 401748"/>
                <a:gd name="connsiteY4" fmla="*/ 5318 h 448331"/>
                <a:gd name="connsiteX5" fmla="*/ 382080 w 401748"/>
                <a:gd name="connsiteY5" fmla="*/ 189709 h 448331"/>
                <a:gd name="connsiteX6" fmla="*/ 396316 w 401748"/>
                <a:gd name="connsiteY6" fmla="*/ 244014 h 448331"/>
                <a:gd name="connsiteX7" fmla="*/ 342681 w 401748"/>
                <a:gd name="connsiteY7" fmla="*/ 258632 h 448331"/>
                <a:gd name="connsiteX8" fmla="*/ 79691 w 401748"/>
                <a:gd name="connsiteY8" fmla="*/ 108182 h 448331"/>
                <a:gd name="connsiteX9" fmla="*/ 79691 w 401748"/>
                <a:gd name="connsiteY9" fmla="*/ 408586 h 448331"/>
                <a:gd name="connsiteX10" fmla="*/ 40045 w 401748"/>
                <a:gd name="connsiteY10" fmla="*/ 448332 h 448331"/>
                <a:gd name="connsiteX11" fmla="*/ 39697 w 401748"/>
                <a:gd name="connsiteY11" fmla="*/ 448332 h 44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1748" h="448331">
                  <a:moveTo>
                    <a:pt x="39697" y="448332"/>
                  </a:moveTo>
                  <a:cubicBezTo>
                    <a:pt x="17773" y="448332"/>
                    <a:pt x="0" y="430558"/>
                    <a:pt x="0" y="408635"/>
                  </a:cubicBezTo>
                  <a:lnTo>
                    <a:pt x="0" y="39755"/>
                  </a:lnTo>
                  <a:cubicBezTo>
                    <a:pt x="-32" y="17831"/>
                    <a:pt x="17714" y="32"/>
                    <a:pt x="39638" y="0"/>
                  </a:cubicBezTo>
                  <a:cubicBezTo>
                    <a:pt x="46626" y="-10"/>
                    <a:pt x="53493" y="1825"/>
                    <a:pt x="59545" y="5318"/>
                  </a:cubicBezTo>
                  <a:lnTo>
                    <a:pt x="382080" y="189709"/>
                  </a:lnTo>
                  <a:cubicBezTo>
                    <a:pt x="401005" y="200774"/>
                    <a:pt x="407381" y="225087"/>
                    <a:pt x="396316" y="244014"/>
                  </a:cubicBezTo>
                  <a:cubicBezTo>
                    <a:pt x="385399" y="262680"/>
                    <a:pt x="361557" y="269179"/>
                    <a:pt x="342681" y="258632"/>
                  </a:cubicBezTo>
                  <a:lnTo>
                    <a:pt x="79691" y="108182"/>
                  </a:lnTo>
                  <a:lnTo>
                    <a:pt x="79691" y="408586"/>
                  </a:lnTo>
                  <a:cubicBezTo>
                    <a:pt x="79719" y="430508"/>
                    <a:pt x="61969" y="448307"/>
                    <a:pt x="40045" y="448332"/>
                  </a:cubicBezTo>
                  <a:cubicBezTo>
                    <a:pt x="39929" y="448332"/>
                    <a:pt x="39813" y="448332"/>
                    <a:pt x="39697" y="44833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4F0F895C-DF6C-E543-A9C4-FB8E6ECE54D7}"/>
                </a:ext>
              </a:extLst>
            </p:cNvPr>
            <p:cNvSpPr/>
            <p:nvPr/>
          </p:nvSpPr>
          <p:spPr>
            <a:xfrm>
              <a:off x="7057648" y="4028067"/>
              <a:ext cx="401552" cy="263623"/>
            </a:xfrm>
            <a:custGeom>
              <a:avLst/>
              <a:gdLst>
                <a:gd name="connsiteX0" fmla="*/ 39798 w 401552"/>
                <a:gd name="connsiteY0" fmla="*/ 263624 h 263623"/>
                <a:gd name="connsiteX1" fmla="*/ 0 w 401552"/>
                <a:gd name="connsiteY1" fmla="*/ 224031 h 263623"/>
                <a:gd name="connsiteX2" fmla="*/ 19950 w 401552"/>
                <a:gd name="connsiteY2" fmla="*/ 189490 h 263623"/>
                <a:gd name="connsiteX3" fmla="*/ 342485 w 401552"/>
                <a:gd name="connsiteY3" fmla="*/ 5050 h 263623"/>
                <a:gd name="connsiteX4" fmla="*/ 396502 w 401552"/>
                <a:gd name="connsiteY4" fmla="*/ 20340 h 263623"/>
                <a:gd name="connsiteX5" fmla="*/ 381884 w 401552"/>
                <a:gd name="connsiteY5" fmla="*/ 73973 h 263623"/>
                <a:gd name="connsiteX6" fmla="*/ 59349 w 401552"/>
                <a:gd name="connsiteY6" fmla="*/ 258413 h 263623"/>
                <a:gd name="connsiteX7" fmla="*/ 39798 w 401552"/>
                <a:gd name="connsiteY7" fmla="*/ 263624 h 26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552" h="263623">
                  <a:moveTo>
                    <a:pt x="39798" y="263624"/>
                  </a:moveTo>
                  <a:cubicBezTo>
                    <a:pt x="17875" y="263678"/>
                    <a:pt x="56" y="245954"/>
                    <a:pt x="0" y="224031"/>
                  </a:cubicBezTo>
                  <a:cubicBezTo>
                    <a:pt x="-37" y="209770"/>
                    <a:pt x="7579" y="196586"/>
                    <a:pt x="19950" y="189490"/>
                  </a:cubicBezTo>
                  <a:lnTo>
                    <a:pt x="342485" y="5050"/>
                  </a:lnTo>
                  <a:cubicBezTo>
                    <a:pt x="361624" y="-5644"/>
                    <a:pt x="385809" y="1202"/>
                    <a:pt x="396502" y="20340"/>
                  </a:cubicBezTo>
                  <a:cubicBezTo>
                    <a:pt x="407051" y="39216"/>
                    <a:pt x="400551" y="63060"/>
                    <a:pt x="381884" y="73973"/>
                  </a:cubicBezTo>
                  <a:lnTo>
                    <a:pt x="59349" y="258413"/>
                  </a:lnTo>
                  <a:cubicBezTo>
                    <a:pt x="53392" y="261807"/>
                    <a:pt x="46656" y="263604"/>
                    <a:pt x="39798" y="2636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5" name="Picture Placeholder 73">
            <a:extLst>
              <a:ext uri="{FF2B5EF4-FFF2-40B4-BE49-F238E27FC236}">
                <a16:creationId xmlns:a16="http://schemas.microsoft.com/office/drawing/2014/main" id="{17476C99-175B-4897-9D5B-CD125E68FAB0}"/>
              </a:ext>
            </a:extLst>
          </p:cNvPr>
          <p:cNvGrpSpPr>
            <a:grpSpLocks noChangeAspect="1"/>
          </p:cNvGrpSpPr>
          <p:nvPr/>
        </p:nvGrpSpPr>
        <p:grpSpPr>
          <a:xfrm>
            <a:off x="8139460" y="3655971"/>
            <a:ext cx="745650" cy="834649"/>
            <a:chOff x="8139460" y="3655971"/>
            <a:chExt cx="745650" cy="834649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FCB7616A-95D8-6D4C-97F7-102AFCFE10F5}"/>
                </a:ext>
              </a:extLst>
            </p:cNvPr>
            <p:cNvSpPr/>
            <p:nvPr/>
          </p:nvSpPr>
          <p:spPr>
            <a:xfrm>
              <a:off x="8139460" y="4219195"/>
              <a:ext cx="271425" cy="271425"/>
            </a:xfrm>
            <a:custGeom>
              <a:avLst/>
              <a:gdLst>
                <a:gd name="connsiteX0" fmla="*/ 135713 w 271425"/>
                <a:gd name="connsiteY0" fmla="*/ 271425 h 271425"/>
                <a:gd name="connsiteX1" fmla="*/ 0 w 271425"/>
                <a:gd name="connsiteY1" fmla="*/ 135713 h 271425"/>
                <a:gd name="connsiteX2" fmla="*/ 135713 w 271425"/>
                <a:gd name="connsiteY2" fmla="*/ 0 h 271425"/>
                <a:gd name="connsiteX3" fmla="*/ 271425 w 271425"/>
                <a:gd name="connsiteY3" fmla="*/ 135713 h 271425"/>
                <a:gd name="connsiteX4" fmla="*/ 135713 w 271425"/>
                <a:gd name="connsiteY4" fmla="*/ 271425 h 271425"/>
                <a:gd name="connsiteX5" fmla="*/ 135713 w 271425"/>
                <a:gd name="connsiteY5" fmla="*/ 79443 h 271425"/>
                <a:gd name="connsiteX6" fmla="*/ 79393 w 271425"/>
                <a:gd name="connsiteY6" fmla="*/ 135762 h 271425"/>
                <a:gd name="connsiteX7" fmla="*/ 135713 w 271425"/>
                <a:gd name="connsiteY7" fmla="*/ 192082 h 271425"/>
                <a:gd name="connsiteX8" fmla="*/ 192032 w 271425"/>
                <a:gd name="connsiteY8" fmla="*/ 135762 h 271425"/>
                <a:gd name="connsiteX9" fmla="*/ 192032 w 271425"/>
                <a:gd name="connsiteY9" fmla="*/ 135713 h 271425"/>
                <a:gd name="connsiteX10" fmla="*/ 135713 w 271425"/>
                <a:gd name="connsiteY10" fmla="*/ 79443 h 27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1425" h="271425">
                  <a:moveTo>
                    <a:pt x="135713" y="271425"/>
                  </a:moveTo>
                  <a:cubicBezTo>
                    <a:pt x="60761" y="271425"/>
                    <a:pt x="0" y="210665"/>
                    <a:pt x="0" y="135713"/>
                  </a:cubicBezTo>
                  <a:cubicBezTo>
                    <a:pt x="0" y="60761"/>
                    <a:pt x="60761" y="0"/>
                    <a:pt x="135713" y="0"/>
                  </a:cubicBezTo>
                  <a:cubicBezTo>
                    <a:pt x="210665" y="0"/>
                    <a:pt x="271425" y="60761"/>
                    <a:pt x="271425" y="135713"/>
                  </a:cubicBezTo>
                  <a:cubicBezTo>
                    <a:pt x="271344" y="210630"/>
                    <a:pt x="210631" y="271341"/>
                    <a:pt x="135713" y="271425"/>
                  </a:cubicBezTo>
                  <a:close/>
                  <a:moveTo>
                    <a:pt x="135713" y="79443"/>
                  </a:moveTo>
                  <a:cubicBezTo>
                    <a:pt x="104608" y="79443"/>
                    <a:pt x="79393" y="104660"/>
                    <a:pt x="79393" y="135762"/>
                  </a:cubicBezTo>
                  <a:cubicBezTo>
                    <a:pt x="79393" y="166864"/>
                    <a:pt x="104608" y="192082"/>
                    <a:pt x="135713" y="192082"/>
                  </a:cubicBezTo>
                  <a:cubicBezTo>
                    <a:pt x="166817" y="192082"/>
                    <a:pt x="192032" y="166864"/>
                    <a:pt x="192032" y="135762"/>
                  </a:cubicBezTo>
                  <a:cubicBezTo>
                    <a:pt x="192032" y="135747"/>
                    <a:pt x="192032" y="135727"/>
                    <a:pt x="192032" y="135713"/>
                  </a:cubicBezTo>
                  <a:cubicBezTo>
                    <a:pt x="191978" y="104640"/>
                    <a:pt x="166786" y="79467"/>
                    <a:pt x="135713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4FDB6133-E4BE-664D-800F-279B90B0B6C7}"/>
                </a:ext>
              </a:extLst>
            </p:cNvPr>
            <p:cNvSpPr/>
            <p:nvPr/>
          </p:nvSpPr>
          <p:spPr>
            <a:xfrm>
              <a:off x="8341370" y="3792483"/>
              <a:ext cx="540984" cy="253089"/>
            </a:xfrm>
            <a:custGeom>
              <a:avLst/>
              <a:gdLst>
                <a:gd name="connsiteX0" fmla="*/ 39743 w 540984"/>
                <a:gd name="connsiteY0" fmla="*/ 253089 h 253089"/>
                <a:gd name="connsiteX1" fmla="*/ 0 w 540984"/>
                <a:gd name="connsiteY1" fmla="*/ 213439 h 253089"/>
                <a:gd name="connsiteX2" fmla="*/ 25750 w 540984"/>
                <a:gd name="connsiteY2" fmla="*/ 176227 h 253089"/>
                <a:gd name="connsiteX3" fmla="*/ 487223 w 540984"/>
                <a:gd name="connsiteY3" fmla="*/ 2554 h 253089"/>
                <a:gd name="connsiteX4" fmla="*/ 538431 w 540984"/>
                <a:gd name="connsiteY4" fmla="*/ 25777 h 253089"/>
                <a:gd name="connsiteX5" fmla="*/ 515209 w 540984"/>
                <a:gd name="connsiteY5" fmla="*/ 76985 h 253089"/>
                <a:gd name="connsiteX6" fmla="*/ 53736 w 540984"/>
                <a:gd name="connsiteY6" fmla="*/ 250658 h 253089"/>
                <a:gd name="connsiteX7" fmla="*/ 39743 w 540984"/>
                <a:gd name="connsiteY7" fmla="*/ 253089 h 25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984" h="253089">
                  <a:moveTo>
                    <a:pt x="39743" y="253089"/>
                  </a:moveTo>
                  <a:cubicBezTo>
                    <a:pt x="17819" y="253115"/>
                    <a:pt x="25" y="235363"/>
                    <a:pt x="0" y="213439"/>
                  </a:cubicBezTo>
                  <a:cubicBezTo>
                    <a:pt x="-19" y="196878"/>
                    <a:pt x="10244" y="182045"/>
                    <a:pt x="25750" y="176227"/>
                  </a:cubicBezTo>
                  <a:lnTo>
                    <a:pt x="487223" y="2554"/>
                  </a:lnTo>
                  <a:cubicBezTo>
                    <a:pt x="507776" y="-5174"/>
                    <a:pt x="530705" y="5224"/>
                    <a:pt x="538431" y="25777"/>
                  </a:cubicBezTo>
                  <a:cubicBezTo>
                    <a:pt x="546157" y="46330"/>
                    <a:pt x="535762" y="69258"/>
                    <a:pt x="515209" y="76985"/>
                  </a:cubicBezTo>
                  <a:lnTo>
                    <a:pt x="53736" y="250658"/>
                  </a:lnTo>
                  <a:cubicBezTo>
                    <a:pt x="49250" y="252282"/>
                    <a:pt x="44514" y="253106"/>
                    <a:pt x="39743" y="2530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9E7308A9-87E9-7942-8B2B-0994FBB8A5BA}"/>
                </a:ext>
              </a:extLst>
            </p:cNvPr>
            <p:cNvSpPr/>
            <p:nvPr/>
          </p:nvSpPr>
          <p:spPr>
            <a:xfrm>
              <a:off x="8330003" y="3655971"/>
              <a:ext cx="554859" cy="712135"/>
            </a:xfrm>
            <a:custGeom>
              <a:avLst/>
              <a:gdLst>
                <a:gd name="connsiteX0" fmla="*/ 39697 w 554859"/>
                <a:gd name="connsiteY0" fmla="*/ 712136 h 712135"/>
                <a:gd name="connsiteX1" fmla="*/ 0 w 554859"/>
                <a:gd name="connsiteY1" fmla="*/ 672439 h 712135"/>
                <a:gd name="connsiteX2" fmla="*/ 0 w 554859"/>
                <a:gd name="connsiteY2" fmla="*/ 229724 h 712135"/>
                <a:gd name="connsiteX3" fmla="*/ 24810 w 554859"/>
                <a:gd name="connsiteY3" fmla="*/ 192855 h 712135"/>
                <a:gd name="connsiteX4" fmla="*/ 500276 w 554859"/>
                <a:gd name="connsiteY4" fmla="*/ 2907 h 712135"/>
                <a:gd name="connsiteX5" fmla="*/ 551961 w 554859"/>
                <a:gd name="connsiteY5" fmla="*/ 24821 h 712135"/>
                <a:gd name="connsiteX6" fmla="*/ 554859 w 554859"/>
                <a:gd name="connsiteY6" fmla="*/ 39776 h 712135"/>
                <a:gd name="connsiteX7" fmla="*/ 554859 w 554859"/>
                <a:gd name="connsiteY7" fmla="*/ 514000 h 712135"/>
                <a:gd name="connsiteX8" fmla="*/ 515163 w 554859"/>
                <a:gd name="connsiteY8" fmla="*/ 553697 h 712135"/>
                <a:gd name="connsiteX9" fmla="*/ 475466 w 554859"/>
                <a:gd name="connsiteY9" fmla="*/ 514000 h 712135"/>
                <a:gd name="connsiteX10" fmla="*/ 475466 w 554859"/>
                <a:gd name="connsiteY10" fmla="*/ 98378 h 712135"/>
                <a:gd name="connsiteX11" fmla="*/ 79393 w 554859"/>
                <a:gd name="connsiteY11" fmla="*/ 256618 h 712135"/>
                <a:gd name="connsiteX12" fmla="*/ 79393 w 554859"/>
                <a:gd name="connsiteY12" fmla="*/ 672439 h 712135"/>
                <a:gd name="connsiteX13" fmla="*/ 39697 w 554859"/>
                <a:gd name="connsiteY13" fmla="*/ 712136 h 71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4859" h="712135">
                  <a:moveTo>
                    <a:pt x="39697" y="712136"/>
                  </a:moveTo>
                  <a:cubicBezTo>
                    <a:pt x="17773" y="712136"/>
                    <a:pt x="0" y="694362"/>
                    <a:pt x="0" y="672439"/>
                  </a:cubicBezTo>
                  <a:lnTo>
                    <a:pt x="0" y="229724"/>
                  </a:lnTo>
                  <a:cubicBezTo>
                    <a:pt x="-28" y="213523"/>
                    <a:pt x="9792" y="198930"/>
                    <a:pt x="24810" y="192855"/>
                  </a:cubicBezTo>
                  <a:lnTo>
                    <a:pt x="500276" y="2907"/>
                  </a:lnTo>
                  <a:cubicBezTo>
                    <a:pt x="520601" y="-5314"/>
                    <a:pt x="543739" y="4497"/>
                    <a:pt x="551961" y="24821"/>
                  </a:cubicBezTo>
                  <a:cubicBezTo>
                    <a:pt x="553887" y="29572"/>
                    <a:pt x="554869" y="34650"/>
                    <a:pt x="554859" y="39776"/>
                  </a:cubicBezTo>
                  <a:lnTo>
                    <a:pt x="554859" y="514000"/>
                  </a:lnTo>
                  <a:cubicBezTo>
                    <a:pt x="554859" y="535923"/>
                    <a:pt x="537085" y="553697"/>
                    <a:pt x="515163" y="553697"/>
                  </a:cubicBezTo>
                  <a:cubicBezTo>
                    <a:pt x="493240" y="553697"/>
                    <a:pt x="475466" y="535923"/>
                    <a:pt x="475466" y="514000"/>
                  </a:cubicBezTo>
                  <a:lnTo>
                    <a:pt x="475466" y="98378"/>
                  </a:lnTo>
                  <a:lnTo>
                    <a:pt x="79393" y="256618"/>
                  </a:lnTo>
                  <a:lnTo>
                    <a:pt x="79393" y="672439"/>
                  </a:lnTo>
                  <a:cubicBezTo>
                    <a:pt x="79393" y="694362"/>
                    <a:pt x="61621" y="712136"/>
                    <a:pt x="39697" y="71213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84157028-33EE-4643-9D7E-195A45FE2284}"/>
                </a:ext>
              </a:extLst>
            </p:cNvPr>
            <p:cNvSpPr/>
            <p:nvPr/>
          </p:nvSpPr>
          <p:spPr>
            <a:xfrm>
              <a:off x="8613685" y="4033465"/>
              <a:ext cx="271425" cy="271425"/>
            </a:xfrm>
            <a:custGeom>
              <a:avLst/>
              <a:gdLst>
                <a:gd name="connsiteX0" fmla="*/ 135762 w 271425"/>
                <a:gd name="connsiteY0" fmla="*/ 271425 h 271425"/>
                <a:gd name="connsiteX1" fmla="*/ 0 w 271425"/>
                <a:gd name="connsiteY1" fmla="*/ 135762 h 271425"/>
                <a:gd name="connsiteX2" fmla="*/ 135663 w 271425"/>
                <a:gd name="connsiteY2" fmla="*/ 0 h 271425"/>
                <a:gd name="connsiteX3" fmla="*/ 271426 w 271425"/>
                <a:gd name="connsiteY3" fmla="*/ 135663 h 271425"/>
                <a:gd name="connsiteX4" fmla="*/ 271426 w 271425"/>
                <a:gd name="connsiteY4" fmla="*/ 135713 h 271425"/>
                <a:gd name="connsiteX5" fmla="*/ 135762 w 271425"/>
                <a:gd name="connsiteY5" fmla="*/ 271425 h 271425"/>
                <a:gd name="connsiteX6" fmla="*/ 135762 w 271425"/>
                <a:gd name="connsiteY6" fmla="*/ 79443 h 271425"/>
                <a:gd name="connsiteX7" fmla="*/ 79393 w 271425"/>
                <a:gd name="connsiteY7" fmla="*/ 135713 h 271425"/>
                <a:gd name="connsiteX8" fmla="*/ 135663 w 271425"/>
                <a:gd name="connsiteY8" fmla="*/ 192082 h 271425"/>
                <a:gd name="connsiteX9" fmla="*/ 192032 w 271425"/>
                <a:gd name="connsiteY9" fmla="*/ 135812 h 271425"/>
                <a:gd name="connsiteX10" fmla="*/ 192032 w 271425"/>
                <a:gd name="connsiteY10" fmla="*/ 135713 h 271425"/>
                <a:gd name="connsiteX11" fmla="*/ 135762 w 271425"/>
                <a:gd name="connsiteY11" fmla="*/ 79443 h 27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1425" h="271425">
                  <a:moveTo>
                    <a:pt x="135762" y="271425"/>
                  </a:moveTo>
                  <a:cubicBezTo>
                    <a:pt x="60810" y="271455"/>
                    <a:pt x="30" y="210714"/>
                    <a:pt x="0" y="135762"/>
                  </a:cubicBezTo>
                  <a:cubicBezTo>
                    <a:pt x="-30" y="60810"/>
                    <a:pt x="60711" y="27"/>
                    <a:pt x="135663" y="0"/>
                  </a:cubicBezTo>
                  <a:cubicBezTo>
                    <a:pt x="210615" y="-27"/>
                    <a:pt x="271396" y="60711"/>
                    <a:pt x="271426" y="135663"/>
                  </a:cubicBezTo>
                  <a:cubicBezTo>
                    <a:pt x="271426" y="135678"/>
                    <a:pt x="271426" y="135698"/>
                    <a:pt x="271426" y="135713"/>
                  </a:cubicBezTo>
                  <a:cubicBezTo>
                    <a:pt x="271341" y="210610"/>
                    <a:pt x="210660" y="271316"/>
                    <a:pt x="135762" y="271425"/>
                  </a:cubicBezTo>
                  <a:close/>
                  <a:moveTo>
                    <a:pt x="135762" y="79443"/>
                  </a:moveTo>
                  <a:cubicBezTo>
                    <a:pt x="104660" y="79415"/>
                    <a:pt x="79423" y="104610"/>
                    <a:pt x="79393" y="135713"/>
                  </a:cubicBezTo>
                  <a:cubicBezTo>
                    <a:pt x="79363" y="166815"/>
                    <a:pt x="104561" y="192052"/>
                    <a:pt x="135663" y="192082"/>
                  </a:cubicBezTo>
                  <a:cubicBezTo>
                    <a:pt x="166765" y="192111"/>
                    <a:pt x="192002" y="166914"/>
                    <a:pt x="192032" y="135812"/>
                  </a:cubicBezTo>
                  <a:cubicBezTo>
                    <a:pt x="192032" y="135777"/>
                    <a:pt x="192032" y="135747"/>
                    <a:pt x="192032" y="135713"/>
                  </a:cubicBezTo>
                  <a:cubicBezTo>
                    <a:pt x="191978" y="104660"/>
                    <a:pt x="166815" y="79497"/>
                    <a:pt x="135762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0" name="Picture Placeholder 75">
            <a:extLst>
              <a:ext uri="{FF2B5EF4-FFF2-40B4-BE49-F238E27FC236}">
                <a16:creationId xmlns:a16="http://schemas.microsoft.com/office/drawing/2014/main" id="{607320ED-9832-4EEB-91F9-7E6E97657A4A}"/>
              </a:ext>
            </a:extLst>
          </p:cNvPr>
          <p:cNvGrpSpPr>
            <a:grpSpLocks noChangeAspect="1"/>
          </p:cNvGrpSpPr>
          <p:nvPr/>
        </p:nvGrpSpPr>
        <p:grpSpPr>
          <a:xfrm>
            <a:off x="9507282" y="3660173"/>
            <a:ext cx="645069" cy="827965"/>
            <a:chOff x="9507282" y="3660173"/>
            <a:chExt cx="645069" cy="827965"/>
          </a:xfrm>
        </p:grpSpPr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FADBAAD5-D8F2-D248-9507-7C3D886BB146}"/>
                </a:ext>
              </a:extLst>
            </p:cNvPr>
            <p:cNvSpPr/>
            <p:nvPr/>
          </p:nvSpPr>
          <p:spPr>
            <a:xfrm>
              <a:off x="9513449" y="3660173"/>
              <a:ext cx="638903" cy="545127"/>
            </a:xfrm>
            <a:custGeom>
              <a:avLst/>
              <a:gdLst>
                <a:gd name="connsiteX0" fmla="*/ 599207 w 638903"/>
                <a:gd name="connsiteY0" fmla="*/ 545128 h 545127"/>
                <a:gd name="connsiteX1" fmla="*/ 559510 w 638903"/>
                <a:gd name="connsiteY1" fmla="*/ 505431 h 545127"/>
                <a:gd name="connsiteX2" fmla="*/ 559510 w 638903"/>
                <a:gd name="connsiteY2" fmla="*/ 169053 h 545127"/>
                <a:gd name="connsiteX3" fmla="*/ 557376 w 638903"/>
                <a:gd name="connsiteY3" fmla="*/ 169053 h 545127"/>
                <a:gd name="connsiteX4" fmla="*/ 553903 w 638903"/>
                <a:gd name="connsiteY4" fmla="*/ 169053 h 545127"/>
                <a:gd name="connsiteX5" fmla="*/ 396506 w 638903"/>
                <a:gd name="connsiteY5" fmla="*/ 120871 h 545127"/>
                <a:gd name="connsiteX6" fmla="*/ 266103 w 638903"/>
                <a:gd name="connsiteY6" fmla="*/ 79735 h 545127"/>
                <a:gd name="connsiteX7" fmla="*/ 64245 w 638903"/>
                <a:gd name="connsiteY7" fmla="*/ 158434 h 545127"/>
                <a:gd name="connsiteX8" fmla="*/ 8501 w 638903"/>
                <a:gd name="connsiteY8" fmla="*/ 151786 h 545127"/>
                <a:gd name="connsiteX9" fmla="*/ 12689 w 638903"/>
                <a:gd name="connsiteY9" fmla="*/ 98145 h 545127"/>
                <a:gd name="connsiteX10" fmla="*/ 271065 w 638903"/>
                <a:gd name="connsiteY10" fmla="*/ 491 h 545127"/>
                <a:gd name="connsiteX11" fmla="*/ 430893 w 638903"/>
                <a:gd name="connsiteY11" fmla="*/ 49268 h 545127"/>
                <a:gd name="connsiteX12" fmla="*/ 557178 w 638903"/>
                <a:gd name="connsiteY12" fmla="*/ 89660 h 545127"/>
                <a:gd name="connsiteX13" fmla="*/ 598214 w 638903"/>
                <a:gd name="connsiteY13" fmla="*/ 88667 h 545127"/>
                <a:gd name="connsiteX14" fmla="*/ 638888 w 638903"/>
                <a:gd name="connsiteY14" fmla="*/ 127359 h 545127"/>
                <a:gd name="connsiteX15" fmla="*/ 638903 w 638903"/>
                <a:gd name="connsiteY15" fmla="*/ 128364 h 545127"/>
                <a:gd name="connsiteX16" fmla="*/ 638903 w 638903"/>
                <a:gd name="connsiteY16" fmla="*/ 505481 h 545127"/>
                <a:gd name="connsiteX17" fmla="*/ 599207 w 638903"/>
                <a:gd name="connsiteY17" fmla="*/ 545128 h 54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8903" h="545127">
                  <a:moveTo>
                    <a:pt x="599207" y="545128"/>
                  </a:moveTo>
                  <a:cubicBezTo>
                    <a:pt x="577284" y="545128"/>
                    <a:pt x="559510" y="527354"/>
                    <a:pt x="559510" y="505431"/>
                  </a:cubicBezTo>
                  <a:lnTo>
                    <a:pt x="559510" y="169053"/>
                  </a:lnTo>
                  <a:lnTo>
                    <a:pt x="557376" y="169053"/>
                  </a:lnTo>
                  <a:cubicBezTo>
                    <a:pt x="556235" y="169053"/>
                    <a:pt x="555044" y="169053"/>
                    <a:pt x="553903" y="169053"/>
                  </a:cubicBezTo>
                  <a:cubicBezTo>
                    <a:pt x="488255" y="164984"/>
                    <a:pt x="441611" y="142555"/>
                    <a:pt x="396506" y="120871"/>
                  </a:cubicBezTo>
                  <a:cubicBezTo>
                    <a:pt x="355966" y="101420"/>
                    <a:pt x="317659" y="83010"/>
                    <a:pt x="266103" y="79735"/>
                  </a:cubicBezTo>
                  <a:cubicBezTo>
                    <a:pt x="165869" y="73434"/>
                    <a:pt x="65238" y="157689"/>
                    <a:pt x="64245" y="158434"/>
                  </a:cubicBezTo>
                  <a:cubicBezTo>
                    <a:pt x="47016" y="171991"/>
                    <a:pt x="22058" y="169015"/>
                    <a:pt x="8501" y="151786"/>
                  </a:cubicBezTo>
                  <a:cubicBezTo>
                    <a:pt x="-4281" y="135542"/>
                    <a:pt x="-2459" y="112208"/>
                    <a:pt x="12689" y="98145"/>
                  </a:cubicBezTo>
                  <a:cubicBezTo>
                    <a:pt x="17652" y="93828"/>
                    <a:pt x="138428" y="-7895"/>
                    <a:pt x="271065" y="491"/>
                  </a:cubicBezTo>
                  <a:cubicBezTo>
                    <a:pt x="338102" y="4610"/>
                    <a:pt x="387425" y="28378"/>
                    <a:pt x="430893" y="49268"/>
                  </a:cubicBezTo>
                  <a:cubicBezTo>
                    <a:pt x="470590" y="68273"/>
                    <a:pt x="507855" y="86236"/>
                    <a:pt x="557178" y="89660"/>
                  </a:cubicBezTo>
                  <a:lnTo>
                    <a:pt x="598214" y="88667"/>
                  </a:lnTo>
                  <a:cubicBezTo>
                    <a:pt x="620132" y="88119"/>
                    <a:pt x="638342" y="105442"/>
                    <a:pt x="638888" y="127359"/>
                  </a:cubicBezTo>
                  <a:cubicBezTo>
                    <a:pt x="638898" y="127694"/>
                    <a:pt x="638903" y="128029"/>
                    <a:pt x="638903" y="128364"/>
                  </a:cubicBezTo>
                  <a:lnTo>
                    <a:pt x="638903" y="505481"/>
                  </a:lnTo>
                  <a:cubicBezTo>
                    <a:pt x="638873" y="527383"/>
                    <a:pt x="621109" y="545128"/>
                    <a:pt x="599207" y="5451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1F54F1DA-41EB-F94B-8E29-A1221EEAB84A}"/>
                </a:ext>
              </a:extLst>
            </p:cNvPr>
            <p:cNvSpPr/>
            <p:nvPr/>
          </p:nvSpPr>
          <p:spPr>
            <a:xfrm>
              <a:off x="9508536" y="4040375"/>
              <a:ext cx="640156" cy="169143"/>
            </a:xfrm>
            <a:custGeom>
              <a:avLst/>
              <a:gdLst>
                <a:gd name="connsiteX0" fmla="*/ 557624 w 640156"/>
                <a:gd name="connsiteY0" fmla="*/ 169094 h 169143"/>
                <a:gd name="connsiteX1" fmla="*/ 555143 w 640156"/>
                <a:gd name="connsiteY1" fmla="*/ 169094 h 169143"/>
                <a:gd name="connsiteX2" fmla="*/ 399781 w 640156"/>
                <a:gd name="connsiteY2" fmla="*/ 120664 h 169143"/>
                <a:gd name="connsiteX3" fmla="*/ 272305 w 640156"/>
                <a:gd name="connsiteY3" fmla="*/ 79776 h 169143"/>
                <a:gd name="connsiteX4" fmla="*/ 64841 w 640156"/>
                <a:gd name="connsiteY4" fmla="*/ 159169 h 169143"/>
                <a:gd name="connsiteX5" fmla="*/ 8968 w 640156"/>
                <a:gd name="connsiteY5" fmla="*/ 153562 h 169143"/>
                <a:gd name="connsiteX6" fmla="*/ 14575 w 640156"/>
                <a:gd name="connsiteY6" fmla="*/ 97689 h 169143"/>
                <a:gd name="connsiteX7" fmla="*/ 277267 w 640156"/>
                <a:gd name="connsiteY7" fmla="*/ 483 h 169143"/>
                <a:gd name="connsiteX8" fmla="*/ 435011 w 640156"/>
                <a:gd name="connsiteY8" fmla="*/ 49458 h 169143"/>
                <a:gd name="connsiteX9" fmla="*/ 558418 w 640156"/>
                <a:gd name="connsiteY9" fmla="*/ 89701 h 169143"/>
                <a:gd name="connsiteX10" fmla="*/ 599455 w 640156"/>
                <a:gd name="connsiteY10" fmla="*/ 88658 h 169143"/>
                <a:gd name="connsiteX11" fmla="*/ 640144 w 640156"/>
                <a:gd name="connsiteY11" fmla="*/ 127363 h 169143"/>
                <a:gd name="connsiteX12" fmla="*/ 601439 w 640156"/>
                <a:gd name="connsiteY12" fmla="*/ 168052 h 169143"/>
                <a:gd name="connsiteX13" fmla="*/ 558617 w 640156"/>
                <a:gd name="connsiteY13" fmla="*/ 169143 h 16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0156" h="169143">
                  <a:moveTo>
                    <a:pt x="557624" y="169094"/>
                  </a:moveTo>
                  <a:lnTo>
                    <a:pt x="555143" y="169094"/>
                  </a:lnTo>
                  <a:cubicBezTo>
                    <a:pt x="489247" y="164975"/>
                    <a:pt x="441710" y="141455"/>
                    <a:pt x="399781" y="120664"/>
                  </a:cubicBezTo>
                  <a:cubicBezTo>
                    <a:pt x="360630" y="101312"/>
                    <a:pt x="323662" y="83002"/>
                    <a:pt x="272305" y="79776"/>
                  </a:cubicBezTo>
                  <a:cubicBezTo>
                    <a:pt x="171575" y="73425"/>
                    <a:pt x="65883" y="158276"/>
                    <a:pt x="64841" y="159169"/>
                  </a:cubicBezTo>
                  <a:cubicBezTo>
                    <a:pt x="47863" y="173048"/>
                    <a:pt x="22848" y="170538"/>
                    <a:pt x="8968" y="153562"/>
                  </a:cubicBezTo>
                  <a:cubicBezTo>
                    <a:pt x="-4913" y="136587"/>
                    <a:pt x="-2402" y="111568"/>
                    <a:pt x="14575" y="97689"/>
                  </a:cubicBezTo>
                  <a:cubicBezTo>
                    <a:pt x="19835" y="93323"/>
                    <a:pt x="145127" y="-7804"/>
                    <a:pt x="277267" y="483"/>
                  </a:cubicBezTo>
                  <a:cubicBezTo>
                    <a:pt x="344553" y="4700"/>
                    <a:pt x="392586" y="28469"/>
                    <a:pt x="435011" y="49458"/>
                  </a:cubicBezTo>
                  <a:cubicBezTo>
                    <a:pt x="474708" y="69306"/>
                    <a:pt x="509443" y="86277"/>
                    <a:pt x="558418" y="89701"/>
                  </a:cubicBezTo>
                  <a:lnTo>
                    <a:pt x="599455" y="88658"/>
                  </a:lnTo>
                  <a:cubicBezTo>
                    <a:pt x="621377" y="88110"/>
                    <a:pt x="639598" y="105440"/>
                    <a:pt x="640144" y="127363"/>
                  </a:cubicBezTo>
                  <a:cubicBezTo>
                    <a:pt x="640689" y="149285"/>
                    <a:pt x="623362" y="167506"/>
                    <a:pt x="601439" y="168052"/>
                  </a:cubicBezTo>
                  <a:lnTo>
                    <a:pt x="558617" y="16914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B5BC80EF-23E6-F74C-A31A-760660324348}"/>
                </a:ext>
              </a:extLst>
            </p:cNvPr>
            <p:cNvSpPr/>
            <p:nvPr/>
          </p:nvSpPr>
          <p:spPr>
            <a:xfrm>
              <a:off x="9507282" y="3749882"/>
              <a:ext cx="81229" cy="738256"/>
            </a:xfrm>
            <a:custGeom>
              <a:avLst/>
              <a:gdLst>
                <a:gd name="connsiteX0" fmla="*/ 39697 w 81229"/>
                <a:gd name="connsiteY0" fmla="*/ 738257 h 738256"/>
                <a:gd name="connsiteX1" fmla="*/ 39697 w 81229"/>
                <a:gd name="connsiteY1" fmla="*/ 738257 h 738256"/>
                <a:gd name="connsiteX2" fmla="*/ 0 w 81229"/>
                <a:gd name="connsiteY2" fmla="*/ 698560 h 738256"/>
                <a:gd name="connsiteX3" fmla="*/ 1836 w 81229"/>
                <a:gd name="connsiteY3" fmla="*/ 39697 h 738256"/>
                <a:gd name="connsiteX4" fmla="*/ 41533 w 81229"/>
                <a:gd name="connsiteY4" fmla="*/ 0 h 738256"/>
                <a:gd name="connsiteX5" fmla="*/ 41533 w 81229"/>
                <a:gd name="connsiteY5" fmla="*/ 0 h 738256"/>
                <a:gd name="connsiteX6" fmla="*/ 81229 w 81229"/>
                <a:gd name="connsiteY6" fmla="*/ 39697 h 738256"/>
                <a:gd name="connsiteX7" fmla="*/ 79393 w 81229"/>
                <a:gd name="connsiteY7" fmla="*/ 698907 h 738256"/>
                <a:gd name="connsiteX8" fmla="*/ 39697 w 81229"/>
                <a:gd name="connsiteY8" fmla="*/ 738257 h 73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229" h="738256">
                  <a:moveTo>
                    <a:pt x="39697" y="738257"/>
                  </a:moveTo>
                  <a:lnTo>
                    <a:pt x="39697" y="738257"/>
                  </a:lnTo>
                  <a:cubicBezTo>
                    <a:pt x="17773" y="738257"/>
                    <a:pt x="0" y="720483"/>
                    <a:pt x="0" y="698560"/>
                  </a:cubicBezTo>
                  <a:lnTo>
                    <a:pt x="1836" y="39697"/>
                  </a:lnTo>
                  <a:cubicBezTo>
                    <a:pt x="1836" y="17773"/>
                    <a:pt x="19609" y="0"/>
                    <a:pt x="41533" y="0"/>
                  </a:cubicBezTo>
                  <a:lnTo>
                    <a:pt x="41533" y="0"/>
                  </a:lnTo>
                  <a:cubicBezTo>
                    <a:pt x="63456" y="0"/>
                    <a:pt x="81229" y="17773"/>
                    <a:pt x="81229" y="39697"/>
                  </a:cubicBezTo>
                  <a:lnTo>
                    <a:pt x="79393" y="698907"/>
                  </a:lnTo>
                  <a:cubicBezTo>
                    <a:pt x="79203" y="720696"/>
                    <a:pt x="61486" y="738257"/>
                    <a:pt x="39697" y="73825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4" name="Picture Placeholder 77">
            <a:extLst>
              <a:ext uri="{FF2B5EF4-FFF2-40B4-BE49-F238E27FC236}">
                <a16:creationId xmlns:a16="http://schemas.microsoft.com/office/drawing/2014/main" id="{497F44A9-6E12-44EA-92F8-F9531FFBA713}"/>
              </a:ext>
            </a:extLst>
          </p:cNvPr>
          <p:cNvGrpSpPr>
            <a:grpSpLocks noChangeAspect="1"/>
          </p:cNvGrpSpPr>
          <p:nvPr/>
        </p:nvGrpSpPr>
        <p:grpSpPr>
          <a:xfrm>
            <a:off x="1505800" y="4758609"/>
            <a:ext cx="868363" cy="868362"/>
            <a:chOff x="1505800" y="4758609"/>
            <a:chExt cx="868363" cy="868362"/>
          </a:xfrm>
        </p:grpSpPr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BEFB841C-DF08-554C-8AB8-11DAB494DEB7}"/>
                </a:ext>
              </a:extLst>
            </p:cNvPr>
            <p:cNvSpPr/>
            <p:nvPr/>
          </p:nvSpPr>
          <p:spPr>
            <a:xfrm>
              <a:off x="1628363" y="4830310"/>
              <a:ext cx="352307" cy="379846"/>
            </a:xfrm>
            <a:custGeom>
              <a:avLst/>
              <a:gdLst>
                <a:gd name="connsiteX0" fmla="*/ 312611 w 352307"/>
                <a:gd name="connsiteY0" fmla="*/ 379846 h 379846"/>
                <a:gd name="connsiteX1" fmla="*/ 39697 w 352307"/>
                <a:gd name="connsiteY1" fmla="*/ 379846 h 379846"/>
                <a:gd name="connsiteX2" fmla="*/ 0 w 352307"/>
                <a:gd name="connsiteY2" fmla="*/ 340150 h 379846"/>
                <a:gd name="connsiteX3" fmla="*/ 0 w 352307"/>
                <a:gd name="connsiteY3" fmla="*/ 39697 h 379846"/>
                <a:gd name="connsiteX4" fmla="*/ 39697 w 352307"/>
                <a:gd name="connsiteY4" fmla="*/ 0 h 379846"/>
                <a:gd name="connsiteX5" fmla="*/ 312611 w 352307"/>
                <a:gd name="connsiteY5" fmla="*/ 0 h 379846"/>
                <a:gd name="connsiteX6" fmla="*/ 352307 w 352307"/>
                <a:gd name="connsiteY6" fmla="*/ 39697 h 379846"/>
                <a:gd name="connsiteX7" fmla="*/ 352307 w 352307"/>
                <a:gd name="connsiteY7" fmla="*/ 340150 h 379846"/>
                <a:gd name="connsiteX8" fmla="*/ 312611 w 352307"/>
                <a:gd name="connsiteY8" fmla="*/ 379846 h 379846"/>
                <a:gd name="connsiteX9" fmla="*/ 79393 w 352307"/>
                <a:gd name="connsiteY9" fmla="*/ 300453 h 379846"/>
                <a:gd name="connsiteX10" fmla="*/ 272914 w 352307"/>
                <a:gd name="connsiteY10" fmla="*/ 300453 h 379846"/>
                <a:gd name="connsiteX11" fmla="*/ 272914 w 352307"/>
                <a:gd name="connsiteY11" fmla="*/ 79393 h 379846"/>
                <a:gd name="connsiteX12" fmla="*/ 79393 w 352307"/>
                <a:gd name="connsiteY12" fmla="*/ 79393 h 3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379846">
                  <a:moveTo>
                    <a:pt x="312611" y="379846"/>
                  </a:moveTo>
                  <a:lnTo>
                    <a:pt x="39697" y="379846"/>
                  </a:lnTo>
                  <a:cubicBezTo>
                    <a:pt x="17773" y="379846"/>
                    <a:pt x="0" y="362074"/>
                    <a:pt x="0" y="340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5" y="0"/>
                    <a:pt x="352307" y="17773"/>
                    <a:pt x="352307" y="39697"/>
                  </a:cubicBezTo>
                  <a:lnTo>
                    <a:pt x="352307" y="340150"/>
                  </a:lnTo>
                  <a:cubicBezTo>
                    <a:pt x="352307" y="362074"/>
                    <a:pt x="334535" y="379846"/>
                    <a:pt x="312611" y="379846"/>
                  </a:cubicBezTo>
                  <a:close/>
                  <a:moveTo>
                    <a:pt x="79393" y="300453"/>
                  </a:moveTo>
                  <a:lnTo>
                    <a:pt x="272914" y="300453"/>
                  </a:lnTo>
                  <a:lnTo>
                    <a:pt x="27291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69F689DB-6A78-BE4B-95AF-29CB72867CB6}"/>
                </a:ext>
              </a:extLst>
            </p:cNvPr>
            <p:cNvSpPr/>
            <p:nvPr/>
          </p:nvSpPr>
          <p:spPr>
            <a:xfrm>
              <a:off x="1903212" y="4923399"/>
              <a:ext cx="352307" cy="379895"/>
            </a:xfrm>
            <a:custGeom>
              <a:avLst/>
              <a:gdLst>
                <a:gd name="connsiteX0" fmla="*/ 312611 w 352307"/>
                <a:gd name="connsiteY0" fmla="*/ 379896 h 379895"/>
                <a:gd name="connsiteX1" fmla="*/ 39697 w 352307"/>
                <a:gd name="connsiteY1" fmla="*/ 379896 h 379895"/>
                <a:gd name="connsiteX2" fmla="*/ 0 w 352307"/>
                <a:gd name="connsiteY2" fmla="*/ 340199 h 379895"/>
                <a:gd name="connsiteX3" fmla="*/ 0 w 352307"/>
                <a:gd name="connsiteY3" fmla="*/ 39697 h 379895"/>
                <a:gd name="connsiteX4" fmla="*/ 39697 w 352307"/>
                <a:gd name="connsiteY4" fmla="*/ 0 h 379895"/>
                <a:gd name="connsiteX5" fmla="*/ 312611 w 352307"/>
                <a:gd name="connsiteY5" fmla="*/ 0 h 379895"/>
                <a:gd name="connsiteX6" fmla="*/ 352307 w 352307"/>
                <a:gd name="connsiteY6" fmla="*/ 39697 h 379895"/>
                <a:gd name="connsiteX7" fmla="*/ 352307 w 352307"/>
                <a:gd name="connsiteY7" fmla="*/ 340199 h 379895"/>
                <a:gd name="connsiteX8" fmla="*/ 312611 w 352307"/>
                <a:gd name="connsiteY8" fmla="*/ 379896 h 379895"/>
                <a:gd name="connsiteX9" fmla="*/ 79393 w 352307"/>
                <a:gd name="connsiteY9" fmla="*/ 300503 h 379895"/>
                <a:gd name="connsiteX10" fmla="*/ 272914 w 352307"/>
                <a:gd name="connsiteY10" fmla="*/ 300503 h 379895"/>
                <a:gd name="connsiteX11" fmla="*/ 272914 w 352307"/>
                <a:gd name="connsiteY11" fmla="*/ 79393 h 379895"/>
                <a:gd name="connsiteX12" fmla="*/ 79393 w 352307"/>
                <a:gd name="connsiteY12" fmla="*/ 79393 h 37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379895">
                  <a:moveTo>
                    <a:pt x="312611" y="379896"/>
                  </a:moveTo>
                  <a:lnTo>
                    <a:pt x="39697" y="379896"/>
                  </a:lnTo>
                  <a:cubicBezTo>
                    <a:pt x="17773" y="379896"/>
                    <a:pt x="0" y="362122"/>
                    <a:pt x="0" y="34019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3" y="0"/>
                    <a:pt x="352307" y="17773"/>
                    <a:pt x="352307" y="39697"/>
                  </a:cubicBezTo>
                  <a:lnTo>
                    <a:pt x="352307" y="340199"/>
                  </a:lnTo>
                  <a:cubicBezTo>
                    <a:pt x="352307" y="362122"/>
                    <a:pt x="334533" y="379896"/>
                    <a:pt x="312611" y="379896"/>
                  </a:cubicBezTo>
                  <a:close/>
                  <a:moveTo>
                    <a:pt x="79393" y="300503"/>
                  </a:moveTo>
                  <a:lnTo>
                    <a:pt x="272914" y="300503"/>
                  </a:lnTo>
                  <a:lnTo>
                    <a:pt x="27291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6B30A42A-4409-D04B-8FC5-3A81CE01DFEC}"/>
                </a:ext>
              </a:extLst>
            </p:cNvPr>
            <p:cNvSpPr/>
            <p:nvPr/>
          </p:nvSpPr>
          <p:spPr>
            <a:xfrm>
              <a:off x="1624443" y="4823661"/>
              <a:ext cx="81229" cy="738256"/>
            </a:xfrm>
            <a:custGeom>
              <a:avLst/>
              <a:gdLst>
                <a:gd name="connsiteX0" fmla="*/ 39697 w 81229"/>
                <a:gd name="connsiteY0" fmla="*/ 738257 h 738256"/>
                <a:gd name="connsiteX1" fmla="*/ 39697 w 81229"/>
                <a:gd name="connsiteY1" fmla="*/ 738257 h 738256"/>
                <a:gd name="connsiteX2" fmla="*/ 0 w 81229"/>
                <a:gd name="connsiteY2" fmla="*/ 698560 h 738256"/>
                <a:gd name="connsiteX3" fmla="*/ 1836 w 81229"/>
                <a:gd name="connsiteY3" fmla="*/ 39697 h 738256"/>
                <a:gd name="connsiteX4" fmla="*/ 41533 w 81229"/>
                <a:gd name="connsiteY4" fmla="*/ 0 h 738256"/>
                <a:gd name="connsiteX5" fmla="*/ 41533 w 81229"/>
                <a:gd name="connsiteY5" fmla="*/ 0 h 738256"/>
                <a:gd name="connsiteX6" fmla="*/ 81229 w 81229"/>
                <a:gd name="connsiteY6" fmla="*/ 39697 h 738256"/>
                <a:gd name="connsiteX7" fmla="*/ 79393 w 81229"/>
                <a:gd name="connsiteY7" fmla="*/ 698560 h 738256"/>
                <a:gd name="connsiteX8" fmla="*/ 39697 w 81229"/>
                <a:gd name="connsiteY8" fmla="*/ 738257 h 73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229" h="738256">
                  <a:moveTo>
                    <a:pt x="39697" y="738257"/>
                  </a:moveTo>
                  <a:lnTo>
                    <a:pt x="39697" y="738257"/>
                  </a:lnTo>
                  <a:cubicBezTo>
                    <a:pt x="17773" y="738257"/>
                    <a:pt x="0" y="720482"/>
                    <a:pt x="0" y="698560"/>
                  </a:cubicBezTo>
                  <a:lnTo>
                    <a:pt x="1836" y="39697"/>
                  </a:lnTo>
                  <a:cubicBezTo>
                    <a:pt x="1836" y="17773"/>
                    <a:pt x="19609" y="0"/>
                    <a:pt x="41533" y="0"/>
                  </a:cubicBezTo>
                  <a:lnTo>
                    <a:pt x="41533" y="0"/>
                  </a:lnTo>
                  <a:cubicBezTo>
                    <a:pt x="63456" y="0"/>
                    <a:pt x="81229" y="17773"/>
                    <a:pt x="81229" y="39697"/>
                  </a:cubicBezTo>
                  <a:lnTo>
                    <a:pt x="79393" y="698560"/>
                  </a:lnTo>
                  <a:cubicBezTo>
                    <a:pt x="79393" y="720482"/>
                    <a:pt x="61621" y="738257"/>
                    <a:pt x="39697" y="73825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8" name="Picture Placeholder 79">
            <a:extLst>
              <a:ext uri="{FF2B5EF4-FFF2-40B4-BE49-F238E27FC236}">
                <a16:creationId xmlns:a16="http://schemas.microsoft.com/office/drawing/2014/main" id="{FA9D6DF9-7BBD-4D64-B048-6070DA5403E2}"/>
              </a:ext>
            </a:extLst>
          </p:cNvPr>
          <p:cNvGrpSpPr>
            <a:grpSpLocks noChangeAspect="1"/>
          </p:cNvGrpSpPr>
          <p:nvPr/>
        </p:nvGrpSpPr>
        <p:grpSpPr>
          <a:xfrm>
            <a:off x="2909449" y="4772304"/>
            <a:ext cx="696079" cy="840971"/>
            <a:chOff x="2909449" y="4772304"/>
            <a:chExt cx="696079" cy="840971"/>
          </a:xfrm>
        </p:grpSpPr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5BCB2497-8619-9049-A887-40FB6F033BB9}"/>
                </a:ext>
              </a:extLst>
            </p:cNvPr>
            <p:cNvSpPr/>
            <p:nvPr/>
          </p:nvSpPr>
          <p:spPr>
            <a:xfrm>
              <a:off x="2909449" y="4772304"/>
              <a:ext cx="554412" cy="840971"/>
            </a:xfrm>
            <a:custGeom>
              <a:avLst/>
              <a:gdLst>
                <a:gd name="connsiteX0" fmla="*/ 514666 w 554412"/>
                <a:gd name="connsiteY0" fmla="*/ 840971 h 840971"/>
                <a:gd name="connsiteX1" fmla="*/ 39697 w 554412"/>
                <a:gd name="connsiteY1" fmla="*/ 840971 h 840971"/>
                <a:gd name="connsiteX2" fmla="*/ 0 w 554412"/>
                <a:gd name="connsiteY2" fmla="*/ 801275 h 840971"/>
                <a:gd name="connsiteX3" fmla="*/ 0 w 554412"/>
                <a:gd name="connsiteY3" fmla="*/ 39697 h 840971"/>
                <a:gd name="connsiteX4" fmla="*/ 39697 w 554412"/>
                <a:gd name="connsiteY4" fmla="*/ 0 h 840971"/>
                <a:gd name="connsiteX5" fmla="*/ 39697 w 554412"/>
                <a:gd name="connsiteY5" fmla="*/ 0 h 840971"/>
                <a:gd name="connsiteX6" fmla="*/ 514716 w 554412"/>
                <a:gd name="connsiteY6" fmla="*/ 794 h 840971"/>
                <a:gd name="connsiteX7" fmla="*/ 554413 w 554412"/>
                <a:gd name="connsiteY7" fmla="*/ 40490 h 840971"/>
                <a:gd name="connsiteX8" fmla="*/ 554413 w 554412"/>
                <a:gd name="connsiteY8" fmla="*/ 142908 h 840971"/>
                <a:gd name="connsiteX9" fmla="*/ 514716 w 554412"/>
                <a:gd name="connsiteY9" fmla="*/ 182604 h 840971"/>
                <a:gd name="connsiteX10" fmla="*/ 475019 w 554412"/>
                <a:gd name="connsiteY10" fmla="*/ 142908 h 840971"/>
                <a:gd name="connsiteX11" fmla="*/ 475019 w 554412"/>
                <a:gd name="connsiteY11" fmla="*/ 80137 h 840971"/>
                <a:gd name="connsiteX12" fmla="*/ 79443 w 554412"/>
                <a:gd name="connsiteY12" fmla="*/ 79443 h 840971"/>
                <a:gd name="connsiteX13" fmla="*/ 79443 w 554412"/>
                <a:gd name="connsiteY13" fmla="*/ 761578 h 840971"/>
                <a:gd name="connsiteX14" fmla="*/ 475019 w 554412"/>
                <a:gd name="connsiteY14" fmla="*/ 761578 h 840971"/>
                <a:gd name="connsiteX15" fmla="*/ 475019 w 554412"/>
                <a:gd name="connsiteY15" fmla="*/ 426242 h 840971"/>
                <a:gd name="connsiteX16" fmla="*/ 514716 w 554412"/>
                <a:gd name="connsiteY16" fmla="*/ 386545 h 840971"/>
                <a:gd name="connsiteX17" fmla="*/ 554413 w 554412"/>
                <a:gd name="connsiteY17" fmla="*/ 426242 h 840971"/>
                <a:gd name="connsiteX18" fmla="*/ 554413 w 554412"/>
                <a:gd name="connsiteY18" fmla="*/ 801275 h 840971"/>
                <a:gd name="connsiteX19" fmla="*/ 514716 w 554412"/>
                <a:gd name="connsiteY19" fmla="*/ 840971 h 840971"/>
                <a:gd name="connsiteX20" fmla="*/ 514666 w 554412"/>
                <a:gd name="connsiteY20" fmla="*/ 840971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4412" h="840971">
                  <a:moveTo>
                    <a:pt x="514666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794"/>
                  </a:lnTo>
                  <a:cubicBezTo>
                    <a:pt x="536638" y="794"/>
                    <a:pt x="554413" y="18567"/>
                    <a:pt x="554413" y="40490"/>
                  </a:cubicBezTo>
                  <a:lnTo>
                    <a:pt x="554413" y="142908"/>
                  </a:lnTo>
                  <a:cubicBezTo>
                    <a:pt x="554413" y="164831"/>
                    <a:pt x="536638" y="182604"/>
                    <a:pt x="514716" y="182604"/>
                  </a:cubicBezTo>
                  <a:cubicBezTo>
                    <a:pt x="492794" y="182604"/>
                    <a:pt x="475019" y="164831"/>
                    <a:pt x="475019" y="142908"/>
                  </a:cubicBezTo>
                  <a:lnTo>
                    <a:pt x="475019" y="80137"/>
                  </a:lnTo>
                  <a:lnTo>
                    <a:pt x="79443" y="79443"/>
                  </a:lnTo>
                  <a:lnTo>
                    <a:pt x="79443" y="761578"/>
                  </a:lnTo>
                  <a:lnTo>
                    <a:pt x="475019" y="761578"/>
                  </a:lnTo>
                  <a:lnTo>
                    <a:pt x="475019" y="426242"/>
                  </a:lnTo>
                  <a:cubicBezTo>
                    <a:pt x="475019" y="404318"/>
                    <a:pt x="492794" y="386545"/>
                    <a:pt x="514716" y="386545"/>
                  </a:cubicBezTo>
                  <a:cubicBezTo>
                    <a:pt x="536638" y="386545"/>
                    <a:pt x="554413" y="404318"/>
                    <a:pt x="554413" y="426242"/>
                  </a:cubicBezTo>
                  <a:lnTo>
                    <a:pt x="554413" y="801275"/>
                  </a:lnTo>
                  <a:cubicBezTo>
                    <a:pt x="554413" y="823197"/>
                    <a:pt x="536638" y="840971"/>
                    <a:pt x="514716" y="840971"/>
                  </a:cubicBezTo>
                  <a:cubicBezTo>
                    <a:pt x="514701" y="840971"/>
                    <a:pt x="514681" y="840971"/>
                    <a:pt x="514666" y="8409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3EC0EAC0-5F90-4D45-A528-C2623364680B}"/>
                </a:ext>
              </a:extLst>
            </p:cNvPr>
            <p:cNvSpPr/>
            <p:nvPr/>
          </p:nvSpPr>
          <p:spPr>
            <a:xfrm>
              <a:off x="3142319" y="5438809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8977532B-6268-0F41-9B0A-4A9E1C4E47AA}"/>
                </a:ext>
              </a:extLst>
            </p:cNvPr>
            <p:cNvSpPr/>
            <p:nvPr/>
          </p:nvSpPr>
          <p:spPr>
            <a:xfrm>
              <a:off x="3100241" y="4875515"/>
              <a:ext cx="505288" cy="457006"/>
            </a:xfrm>
            <a:custGeom>
              <a:avLst/>
              <a:gdLst>
                <a:gd name="connsiteX0" fmla="*/ 135862 w 505288"/>
                <a:gd name="connsiteY0" fmla="*/ 457007 h 457006"/>
                <a:gd name="connsiteX1" fmla="*/ 96165 w 505288"/>
                <a:gd name="connsiteY1" fmla="*/ 417310 h 457006"/>
                <a:gd name="connsiteX2" fmla="*/ 96165 w 505288"/>
                <a:gd name="connsiteY2" fmla="*/ 362727 h 457006"/>
                <a:gd name="connsiteX3" fmla="*/ 39697 w 505288"/>
                <a:gd name="connsiteY3" fmla="*/ 362727 h 457006"/>
                <a:gd name="connsiteX4" fmla="*/ 0 w 505288"/>
                <a:gd name="connsiteY4" fmla="*/ 323031 h 457006"/>
                <a:gd name="connsiteX5" fmla="*/ 0 w 505288"/>
                <a:gd name="connsiteY5" fmla="*/ 39697 h 457006"/>
                <a:gd name="connsiteX6" fmla="*/ 39697 w 505288"/>
                <a:gd name="connsiteY6" fmla="*/ 0 h 457006"/>
                <a:gd name="connsiteX7" fmla="*/ 465591 w 505288"/>
                <a:gd name="connsiteY7" fmla="*/ 0 h 457006"/>
                <a:gd name="connsiteX8" fmla="*/ 505288 w 505288"/>
                <a:gd name="connsiteY8" fmla="*/ 39697 h 457006"/>
                <a:gd name="connsiteX9" fmla="*/ 505288 w 505288"/>
                <a:gd name="connsiteY9" fmla="*/ 323031 h 457006"/>
                <a:gd name="connsiteX10" fmla="*/ 465591 w 505288"/>
                <a:gd name="connsiteY10" fmla="*/ 362727 h 457006"/>
                <a:gd name="connsiteX11" fmla="*/ 248650 w 505288"/>
                <a:gd name="connsiteY11" fmla="*/ 362727 h 457006"/>
                <a:gd name="connsiteX12" fmla="*/ 163550 w 505288"/>
                <a:gd name="connsiteY12" fmla="*/ 445693 h 457006"/>
                <a:gd name="connsiteX13" fmla="*/ 135862 w 505288"/>
                <a:gd name="connsiteY13" fmla="*/ 457007 h 457006"/>
                <a:gd name="connsiteX14" fmla="*/ 79393 w 505288"/>
                <a:gd name="connsiteY14" fmla="*/ 283334 h 457006"/>
                <a:gd name="connsiteX15" fmla="*/ 135862 w 505288"/>
                <a:gd name="connsiteY15" fmla="*/ 283334 h 457006"/>
                <a:gd name="connsiteX16" fmla="*/ 175558 w 505288"/>
                <a:gd name="connsiteY16" fmla="*/ 323031 h 457006"/>
                <a:gd name="connsiteX17" fmla="*/ 175558 w 505288"/>
                <a:gd name="connsiteY17" fmla="*/ 323031 h 457006"/>
                <a:gd name="connsiteX18" fmla="*/ 204785 w 505288"/>
                <a:gd name="connsiteY18" fmla="*/ 294499 h 457006"/>
                <a:gd name="connsiteX19" fmla="*/ 232523 w 505288"/>
                <a:gd name="connsiteY19" fmla="*/ 283235 h 457006"/>
                <a:gd name="connsiteX20" fmla="*/ 426044 w 505288"/>
                <a:gd name="connsiteY20" fmla="*/ 283235 h 457006"/>
                <a:gd name="connsiteX21" fmla="*/ 426044 w 505288"/>
                <a:gd name="connsiteY21" fmla="*/ 79393 h 457006"/>
                <a:gd name="connsiteX22" fmla="*/ 79393 w 505288"/>
                <a:gd name="connsiteY22" fmla="*/ 79393 h 45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5288" h="457006">
                  <a:moveTo>
                    <a:pt x="135862" y="457007"/>
                  </a:moveTo>
                  <a:cubicBezTo>
                    <a:pt x="113938" y="457007"/>
                    <a:pt x="96165" y="439232"/>
                    <a:pt x="96165" y="417310"/>
                  </a:cubicBezTo>
                  <a:lnTo>
                    <a:pt x="96165" y="362727"/>
                  </a:lnTo>
                  <a:lnTo>
                    <a:pt x="39697" y="362727"/>
                  </a:lnTo>
                  <a:cubicBezTo>
                    <a:pt x="17773" y="362727"/>
                    <a:pt x="0" y="344955"/>
                    <a:pt x="0" y="3230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5591" y="0"/>
                  </a:lnTo>
                  <a:cubicBezTo>
                    <a:pt x="487514" y="0"/>
                    <a:pt x="505288" y="17773"/>
                    <a:pt x="505288" y="39697"/>
                  </a:cubicBezTo>
                  <a:lnTo>
                    <a:pt x="505288" y="323031"/>
                  </a:lnTo>
                  <a:cubicBezTo>
                    <a:pt x="505288" y="344955"/>
                    <a:pt x="487514" y="362727"/>
                    <a:pt x="465591" y="362727"/>
                  </a:cubicBezTo>
                  <a:lnTo>
                    <a:pt x="248650" y="362727"/>
                  </a:lnTo>
                  <a:lnTo>
                    <a:pt x="163550" y="445693"/>
                  </a:lnTo>
                  <a:cubicBezTo>
                    <a:pt x="156149" y="452928"/>
                    <a:pt x="146213" y="456992"/>
                    <a:pt x="135862" y="457007"/>
                  </a:cubicBezTo>
                  <a:close/>
                  <a:moveTo>
                    <a:pt x="79393" y="283334"/>
                  </a:moveTo>
                  <a:lnTo>
                    <a:pt x="135862" y="283334"/>
                  </a:lnTo>
                  <a:cubicBezTo>
                    <a:pt x="157786" y="283334"/>
                    <a:pt x="175558" y="301107"/>
                    <a:pt x="175558" y="323031"/>
                  </a:cubicBezTo>
                  <a:lnTo>
                    <a:pt x="175558" y="323031"/>
                  </a:lnTo>
                  <a:lnTo>
                    <a:pt x="204785" y="294499"/>
                  </a:lnTo>
                  <a:cubicBezTo>
                    <a:pt x="212207" y="287268"/>
                    <a:pt x="222162" y="283225"/>
                    <a:pt x="232523" y="283235"/>
                  </a:cubicBezTo>
                  <a:lnTo>
                    <a:pt x="426044" y="283235"/>
                  </a:lnTo>
                  <a:lnTo>
                    <a:pt x="42604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2" name="Picture Placeholder 81">
            <a:extLst>
              <a:ext uri="{FF2B5EF4-FFF2-40B4-BE49-F238E27FC236}">
                <a16:creationId xmlns:a16="http://schemas.microsoft.com/office/drawing/2014/main" id="{7384FDAD-9628-4222-927B-C9DE685DD7B1}"/>
              </a:ext>
            </a:extLst>
          </p:cNvPr>
          <p:cNvGrpSpPr>
            <a:grpSpLocks noChangeAspect="1"/>
          </p:cNvGrpSpPr>
          <p:nvPr/>
        </p:nvGrpSpPr>
        <p:grpSpPr>
          <a:xfrm>
            <a:off x="4297816" y="4772304"/>
            <a:ext cx="554412" cy="840971"/>
            <a:chOff x="4297816" y="4772304"/>
            <a:chExt cx="554412" cy="840971"/>
          </a:xfrm>
        </p:grpSpPr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BE7D62C9-B88E-D941-8B0F-C75AD7BD3523}"/>
                </a:ext>
              </a:extLst>
            </p:cNvPr>
            <p:cNvSpPr/>
            <p:nvPr/>
          </p:nvSpPr>
          <p:spPr>
            <a:xfrm>
              <a:off x="4297816" y="4772304"/>
              <a:ext cx="554412" cy="840971"/>
            </a:xfrm>
            <a:custGeom>
              <a:avLst/>
              <a:gdLst>
                <a:gd name="connsiteX0" fmla="*/ 514666 w 554412"/>
                <a:gd name="connsiteY0" fmla="*/ 840971 h 840971"/>
                <a:gd name="connsiteX1" fmla="*/ 39697 w 554412"/>
                <a:gd name="connsiteY1" fmla="*/ 840971 h 840971"/>
                <a:gd name="connsiteX2" fmla="*/ 0 w 554412"/>
                <a:gd name="connsiteY2" fmla="*/ 801275 h 840971"/>
                <a:gd name="connsiteX3" fmla="*/ 0 w 554412"/>
                <a:gd name="connsiteY3" fmla="*/ 39697 h 840971"/>
                <a:gd name="connsiteX4" fmla="*/ 39697 w 554412"/>
                <a:gd name="connsiteY4" fmla="*/ 0 h 840971"/>
                <a:gd name="connsiteX5" fmla="*/ 39697 w 554412"/>
                <a:gd name="connsiteY5" fmla="*/ 0 h 840971"/>
                <a:gd name="connsiteX6" fmla="*/ 514716 w 554412"/>
                <a:gd name="connsiteY6" fmla="*/ 794 h 840971"/>
                <a:gd name="connsiteX7" fmla="*/ 554413 w 554412"/>
                <a:gd name="connsiteY7" fmla="*/ 40490 h 840971"/>
                <a:gd name="connsiteX8" fmla="*/ 554413 w 554412"/>
                <a:gd name="connsiteY8" fmla="*/ 801275 h 840971"/>
                <a:gd name="connsiteX9" fmla="*/ 514716 w 554412"/>
                <a:gd name="connsiteY9" fmla="*/ 840971 h 840971"/>
                <a:gd name="connsiteX10" fmla="*/ 514666 w 554412"/>
                <a:gd name="connsiteY10" fmla="*/ 840971 h 840971"/>
                <a:gd name="connsiteX11" fmla="*/ 79393 w 554412"/>
                <a:gd name="connsiteY11" fmla="*/ 761578 h 840971"/>
                <a:gd name="connsiteX12" fmla="*/ 474970 w 554412"/>
                <a:gd name="connsiteY12" fmla="*/ 761578 h 840971"/>
                <a:gd name="connsiteX13" fmla="*/ 474970 w 554412"/>
                <a:gd name="connsiteY13" fmla="*/ 80137 h 840971"/>
                <a:gd name="connsiteX14" fmla="*/ 79393 w 554412"/>
                <a:gd name="connsiteY14" fmla="*/ 79443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4412" h="840971">
                  <a:moveTo>
                    <a:pt x="514666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794"/>
                  </a:lnTo>
                  <a:cubicBezTo>
                    <a:pt x="536638" y="794"/>
                    <a:pt x="554413" y="18567"/>
                    <a:pt x="554413" y="40490"/>
                  </a:cubicBezTo>
                  <a:lnTo>
                    <a:pt x="554413" y="801275"/>
                  </a:lnTo>
                  <a:cubicBezTo>
                    <a:pt x="554413" y="823197"/>
                    <a:pt x="536638" y="840971"/>
                    <a:pt x="514716" y="840971"/>
                  </a:cubicBezTo>
                  <a:cubicBezTo>
                    <a:pt x="514701" y="840971"/>
                    <a:pt x="514681" y="840971"/>
                    <a:pt x="514666" y="840971"/>
                  </a:cubicBezTo>
                  <a:close/>
                  <a:moveTo>
                    <a:pt x="79393" y="761578"/>
                  </a:moveTo>
                  <a:lnTo>
                    <a:pt x="474970" y="761578"/>
                  </a:lnTo>
                  <a:lnTo>
                    <a:pt x="474970" y="80137"/>
                  </a:lnTo>
                  <a:lnTo>
                    <a:pt x="79393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D98DC4D5-0ABD-5C4F-AFDC-62EB70D7497A}"/>
                </a:ext>
              </a:extLst>
            </p:cNvPr>
            <p:cNvSpPr/>
            <p:nvPr/>
          </p:nvSpPr>
          <p:spPr>
            <a:xfrm>
              <a:off x="4530686" y="5438809"/>
              <a:ext cx="81030" cy="79393"/>
            </a:xfrm>
            <a:custGeom>
              <a:avLst/>
              <a:gdLst>
                <a:gd name="connsiteX0" fmla="*/ 41334 w 81030"/>
                <a:gd name="connsiteY0" fmla="*/ 79393 h 79393"/>
                <a:gd name="connsiteX1" fmla="*/ 39697 w 81030"/>
                <a:gd name="connsiteY1" fmla="*/ 79393 h 79393"/>
                <a:gd name="connsiteX2" fmla="*/ 0 w 81030"/>
                <a:gd name="connsiteY2" fmla="*/ 39697 h 79393"/>
                <a:gd name="connsiteX3" fmla="*/ 39697 w 81030"/>
                <a:gd name="connsiteY3" fmla="*/ 0 h 79393"/>
                <a:gd name="connsiteX4" fmla="*/ 41334 w 81030"/>
                <a:gd name="connsiteY4" fmla="*/ 0 h 79393"/>
                <a:gd name="connsiteX5" fmla="*/ 81031 w 81030"/>
                <a:gd name="connsiteY5" fmla="*/ 39697 h 79393"/>
                <a:gd name="connsiteX6" fmla="*/ 41334 w 8103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030" h="79393">
                  <a:moveTo>
                    <a:pt x="4133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334" y="0"/>
                  </a:lnTo>
                  <a:cubicBezTo>
                    <a:pt x="63258" y="0"/>
                    <a:pt x="81031" y="17774"/>
                    <a:pt x="81031" y="39697"/>
                  </a:cubicBezTo>
                  <a:cubicBezTo>
                    <a:pt x="81031" y="61619"/>
                    <a:pt x="63258" y="79393"/>
                    <a:pt x="4133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8FA9AFF3-F65D-BC46-80D1-B3FE8E822AD8}"/>
                </a:ext>
              </a:extLst>
            </p:cNvPr>
            <p:cNvSpPr/>
            <p:nvPr/>
          </p:nvSpPr>
          <p:spPr>
            <a:xfrm>
              <a:off x="4505776" y="4872736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20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6" name="Picture Placeholder 83">
            <a:extLst>
              <a:ext uri="{FF2B5EF4-FFF2-40B4-BE49-F238E27FC236}">
                <a16:creationId xmlns:a16="http://schemas.microsoft.com/office/drawing/2014/main" id="{55C4C7A0-B206-4C3C-AB49-6EEB8A1580CB}"/>
              </a:ext>
            </a:extLst>
          </p:cNvPr>
          <p:cNvGrpSpPr>
            <a:grpSpLocks noChangeAspect="1"/>
          </p:cNvGrpSpPr>
          <p:nvPr/>
        </p:nvGrpSpPr>
        <p:grpSpPr>
          <a:xfrm>
            <a:off x="5484325" y="4772304"/>
            <a:ext cx="816360" cy="840971"/>
            <a:chOff x="5484325" y="4772304"/>
            <a:chExt cx="816360" cy="840971"/>
          </a:xfrm>
        </p:grpSpPr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35C9855F-1149-904A-B9AB-45BF9960B180}"/>
                </a:ext>
              </a:extLst>
            </p:cNvPr>
            <p:cNvSpPr/>
            <p:nvPr/>
          </p:nvSpPr>
          <p:spPr>
            <a:xfrm>
              <a:off x="6157653" y="4933510"/>
              <a:ext cx="143031" cy="420249"/>
            </a:xfrm>
            <a:custGeom>
              <a:avLst/>
              <a:gdLst>
                <a:gd name="connsiteX0" fmla="*/ 39622 w 143031"/>
                <a:gd name="connsiteY0" fmla="*/ 420249 h 420249"/>
                <a:gd name="connsiteX1" fmla="*/ 0 w 143031"/>
                <a:gd name="connsiteY1" fmla="*/ 380478 h 420249"/>
                <a:gd name="connsiteX2" fmla="*/ 9403 w 143031"/>
                <a:gd name="connsiteY2" fmla="*/ 354899 h 420249"/>
                <a:gd name="connsiteX3" fmla="*/ 10842 w 143031"/>
                <a:gd name="connsiteY3" fmla="*/ 64816 h 420249"/>
                <a:gd name="connsiteX4" fmla="*/ 16464 w 143031"/>
                <a:gd name="connsiteY4" fmla="*/ 8959 h 420249"/>
                <a:gd name="connsiteX5" fmla="*/ 71925 w 143031"/>
                <a:gd name="connsiteY5" fmla="*/ 14104 h 420249"/>
                <a:gd name="connsiteX6" fmla="*/ 143032 w 143031"/>
                <a:gd name="connsiteY6" fmla="*/ 208964 h 420249"/>
                <a:gd name="connsiteX7" fmla="*/ 69792 w 143031"/>
                <a:gd name="connsiteY7" fmla="*/ 406206 h 420249"/>
                <a:gd name="connsiteX8" fmla="*/ 39622 w 143031"/>
                <a:gd name="connsiteY8" fmla="*/ 420249 h 42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031" h="420249">
                  <a:moveTo>
                    <a:pt x="39622" y="420249"/>
                  </a:moveTo>
                  <a:cubicBezTo>
                    <a:pt x="17700" y="420209"/>
                    <a:pt x="-40" y="402400"/>
                    <a:pt x="0" y="380478"/>
                  </a:cubicBezTo>
                  <a:cubicBezTo>
                    <a:pt x="20" y="371110"/>
                    <a:pt x="3349" y="362049"/>
                    <a:pt x="9403" y="354899"/>
                  </a:cubicBezTo>
                  <a:cubicBezTo>
                    <a:pt x="81180" y="271725"/>
                    <a:pt x="81790" y="148698"/>
                    <a:pt x="10842" y="64816"/>
                  </a:cubicBezTo>
                  <a:cubicBezTo>
                    <a:pt x="-3032" y="47839"/>
                    <a:pt x="-516" y="22831"/>
                    <a:pt x="16464" y="8959"/>
                  </a:cubicBezTo>
                  <a:cubicBezTo>
                    <a:pt x="33251" y="-4762"/>
                    <a:pt x="57947" y="-2471"/>
                    <a:pt x="71925" y="14104"/>
                  </a:cubicBezTo>
                  <a:cubicBezTo>
                    <a:pt x="117899" y="68620"/>
                    <a:pt x="143086" y="137651"/>
                    <a:pt x="143032" y="208964"/>
                  </a:cubicBezTo>
                  <a:cubicBezTo>
                    <a:pt x="142719" y="281306"/>
                    <a:pt x="116768" y="351192"/>
                    <a:pt x="69792" y="406206"/>
                  </a:cubicBezTo>
                  <a:cubicBezTo>
                    <a:pt x="62279" y="415079"/>
                    <a:pt x="51248" y="420214"/>
                    <a:pt x="39622" y="42024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E0A361C2-5849-9E43-9719-C4FA0D810117}"/>
                </a:ext>
              </a:extLst>
            </p:cNvPr>
            <p:cNvSpPr/>
            <p:nvPr/>
          </p:nvSpPr>
          <p:spPr>
            <a:xfrm>
              <a:off x="6052854" y="4965493"/>
              <a:ext cx="131421" cy="358445"/>
            </a:xfrm>
            <a:custGeom>
              <a:avLst/>
              <a:gdLst>
                <a:gd name="connsiteX0" fmla="*/ 39672 w 131421"/>
                <a:gd name="connsiteY0" fmla="*/ 358444 h 358445"/>
                <a:gd name="connsiteX1" fmla="*/ 0 w 131421"/>
                <a:gd name="connsiteY1" fmla="*/ 318723 h 358445"/>
                <a:gd name="connsiteX2" fmla="*/ 9403 w 131421"/>
                <a:gd name="connsiteY2" fmla="*/ 293094 h 358445"/>
                <a:gd name="connsiteX3" fmla="*/ 10842 w 131421"/>
                <a:gd name="connsiteY3" fmla="*/ 66029 h 358445"/>
                <a:gd name="connsiteX4" fmla="*/ 14216 w 131421"/>
                <a:gd name="connsiteY4" fmla="*/ 9991 h 358445"/>
                <a:gd name="connsiteX5" fmla="*/ 70253 w 131421"/>
                <a:gd name="connsiteY5" fmla="*/ 13365 h 358445"/>
                <a:gd name="connsiteX6" fmla="*/ 71876 w 131421"/>
                <a:gd name="connsiteY6" fmla="*/ 15317 h 358445"/>
                <a:gd name="connsiteX7" fmla="*/ 131421 w 131421"/>
                <a:gd name="connsiteY7" fmla="*/ 179065 h 358445"/>
                <a:gd name="connsiteX8" fmla="*/ 70139 w 131421"/>
                <a:gd name="connsiteY8" fmla="*/ 344600 h 358445"/>
                <a:gd name="connsiteX9" fmla="*/ 39672 w 131421"/>
                <a:gd name="connsiteY9" fmla="*/ 358444 h 35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421" h="358445">
                  <a:moveTo>
                    <a:pt x="39672" y="358444"/>
                  </a:moveTo>
                  <a:cubicBezTo>
                    <a:pt x="17749" y="358429"/>
                    <a:pt x="-15" y="340645"/>
                    <a:pt x="0" y="318723"/>
                  </a:cubicBezTo>
                  <a:cubicBezTo>
                    <a:pt x="5" y="309334"/>
                    <a:pt x="3339" y="300254"/>
                    <a:pt x="9403" y="293094"/>
                  </a:cubicBezTo>
                  <a:cubicBezTo>
                    <a:pt x="65708" y="228077"/>
                    <a:pt x="66318" y="131754"/>
                    <a:pt x="10842" y="66029"/>
                  </a:cubicBezTo>
                  <a:cubicBezTo>
                    <a:pt x="-3702" y="49623"/>
                    <a:pt x="-2188" y="24535"/>
                    <a:pt x="14216" y="9991"/>
                  </a:cubicBezTo>
                  <a:cubicBezTo>
                    <a:pt x="30621" y="-4552"/>
                    <a:pt x="55709" y="-3041"/>
                    <a:pt x="70253" y="13365"/>
                  </a:cubicBezTo>
                  <a:cubicBezTo>
                    <a:pt x="70814" y="13998"/>
                    <a:pt x="71355" y="14649"/>
                    <a:pt x="71876" y="15317"/>
                  </a:cubicBezTo>
                  <a:cubicBezTo>
                    <a:pt x="110481" y="61131"/>
                    <a:pt x="131579" y="119155"/>
                    <a:pt x="131421" y="179065"/>
                  </a:cubicBezTo>
                  <a:cubicBezTo>
                    <a:pt x="131182" y="239749"/>
                    <a:pt x="109473" y="298388"/>
                    <a:pt x="70139" y="344600"/>
                  </a:cubicBezTo>
                  <a:cubicBezTo>
                    <a:pt x="62522" y="353477"/>
                    <a:pt x="51372" y="358543"/>
                    <a:pt x="39672" y="3584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45F4CB8D-8734-5D4D-89F5-0931FAD9EFAE}"/>
                </a:ext>
              </a:extLst>
            </p:cNvPr>
            <p:cNvSpPr/>
            <p:nvPr/>
          </p:nvSpPr>
          <p:spPr>
            <a:xfrm>
              <a:off x="5484325" y="4772304"/>
              <a:ext cx="554561" cy="840971"/>
            </a:xfrm>
            <a:custGeom>
              <a:avLst/>
              <a:gdLst>
                <a:gd name="connsiteX0" fmla="*/ 514865 w 554561"/>
                <a:gd name="connsiteY0" fmla="*/ 840971 h 840971"/>
                <a:gd name="connsiteX1" fmla="*/ 39697 w 554561"/>
                <a:gd name="connsiteY1" fmla="*/ 840971 h 840971"/>
                <a:gd name="connsiteX2" fmla="*/ 0 w 554561"/>
                <a:gd name="connsiteY2" fmla="*/ 801275 h 840971"/>
                <a:gd name="connsiteX3" fmla="*/ 0 w 554561"/>
                <a:gd name="connsiteY3" fmla="*/ 39697 h 840971"/>
                <a:gd name="connsiteX4" fmla="*/ 39697 w 554561"/>
                <a:gd name="connsiteY4" fmla="*/ 0 h 840971"/>
                <a:gd name="connsiteX5" fmla="*/ 39697 w 554561"/>
                <a:gd name="connsiteY5" fmla="*/ 0 h 840971"/>
                <a:gd name="connsiteX6" fmla="*/ 514865 w 554561"/>
                <a:gd name="connsiteY6" fmla="*/ 794 h 840971"/>
                <a:gd name="connsiteX7" fmla="*/ 554561 w 554561"/>
                <a:gd name="connsiteY7" fmla="*/ 40490 h 840971"/>
                <a:gd name="connsiteX8" fmla="*/ 554561 w 554561"/>
                <a:gd name="connsiteY8" fmla="*/ 801275 h 840971"/>
                <a:gd name="connsiteX9" fmla="*/ 514865 w 554561"/>
                <a:gd name="connsiteY9" fmla="*/ 840971 h 840971"/>
                <a:gd name="connsiteX10" fmla="*/ 79542 w 554561"/>
                <a:gd name="connsiteY10" fmla="*/ 761578 h 840971"/>
                <a:gd name="connsiteX11" fmla="*/ 475168 w 554561"/>
                <a:gd name="connsiteY11" fmla="*/ 761578 h 840971"/>
                <a:gd name="connsiteX12" fmla="*/ 475168 w 554561"/>
                <a:gd name="connsiteY12" fmla="*/ 80137 h 840971"/>
                <a:gd name="connsiteX13" fmla="*/ 79542 w 554561"/>
                <a:gd name="connsiteY13" fmla="*/ 79443 h 8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4561" h="840971">
                  <a:moveTo>
                    <a:pt x="514865" y="840971"/>
                  </a:moveTo>
                  <a:lnTo>
                    <a:pt x="39697" y="840971"/>
                  </a:lnTo>
                  <a:cubicBezTo>
                    <a:pt x="17773" y="840971"/>
                    <a:pt x="0" y="823197"/>
                    <a:pt x="0" y="801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865" y="794"/>
                  </a:lnTo>
                  <a:cubicBezTo>
                    <a:pt x="536787" y="794"/>
                    <a:pt x="554561" y="18567"/>
                    <a:pt x="554561" y="40490"/>
                  </a:cubicBezTo>
                  <a:lnTo>
                    <a:pt x="554561" y="801275"/>
                  </a:lnTo>
                  <a:cubicBezTo>
                    <a:pt x="554561" y="823197"/>
                    <a:pt x="536787" y="840971"/>
                    <a:pt x="514865" y="840971"/>
                  </a:cubicBezTo>
                  <a:close/>
                  <a:moveTo>
                    <a:pt x="79542" y="761578"/>
                  </a:moveTo>
                  <a:lnTo>
                    <a:pt x="475168" y="761578"/>
                  </a:lnTo>
                  <a:lnTo>
                    <a:pt x="475168" y="80137"/>
                  </a:lnTo>
                  <a:lnTo>
                    <a:pt x="79542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62DF3536-B098-C04B-B9C0-4BD66D5C19B8}"/>
                </a:ext>
              </a:extLst>
            </p:cNvPr>
            <p:cNvSpPr/>
            <p:nvPr/>
          </p:nvSpPr>
          <p:spPr>
            <a:xfrm>
              <a:off x="5717245" y="5438809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97AC16A-4529-C844-9F4B-221516A812EA}"/>
                </a:ext>
              </a:extLst>
            </p:cNvPr>
            <p:cNvSpPr/>
            <p:nvPr/>
          </p:nvSpPr>
          <p:spPr>
            <a:xfrm>
              <a:off x="5692335" y="4872736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20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2" name="Picture Placeholder 85">
            <a:extLst>
              <a:ext uri="{FF2B5EF4-FFF2-40B4-BE49-F238E27FC236}">
                <a16:creationId xmlns:a16="http://schemas.microsoft.com/office/drawing/2014/main" id="{E07F4BCC-294B-4ACB-A5FB-F2CFA73F74A4}"/>
              </a:ext>
            </a:extLst>
          </p:cNvPr>
          <p:cNvGrpSpPr>
            <a:grpSpLocks noChangeAspect="1"/>
          </p:cNvGrpSpPr>
          <p:nvPr/>
        </p:nvGrpSpPr>
        <p:grpSpPr>
          <a:xfrm>
            <a:off x="6798161" y="4826192"/>
            <a:ext cx="823704" cy="733195"/>
            <a:chOff x="6798161" y="4826192"/>
            <a:chExt cx="823704" cy="733195"/>
          </a:xfrm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A49835DA-88D9-3649-AACC-921D86A49D0D}"/>
                </a:ext>
              </a:extLst>
            </p:cNvPr>
            <p:cNvSpPr/>
            <p:nvPr/>
          </p:nvSpPr>
          <p:spPr>
            <a:xfrm>
              <a:off x="6893730" y="4826192"/>
              <a:ext cx="637626" cy="547117"/>
            </a:xfrm>
            <a:custGeom>
              <a:avLst/>
              <a:gdLst>
                <a:gd name="connsiteX0" fmla="*/ 597930 w 637626"/>
                <a:gd name="connsiteY0" fmla="*/ 547118 h 547117"/>
                <a:gd name="connsiteX1" fmla="*/ 39697 w 637626"/>
                <a:gd name="connsiteY1" fmla="*/ 547118 h 547117"/>
                <a:gd name="connsiteX2" fmla="*/ 0 w 637626"/>
                <a:gd name="connsiteY2" fmla="*/ 507421 h 547117"/>
                <a:gd name="connsiteX3" fmla="*/ 0 w 637626"/>
                <a:gd name="connsiteY3" fmla="*/ 39697 h 547117"/>
                <a:gd name="connsiteX4" fmla="*/ 39697 w 637626"/>
                <a:gd name="connsiteY4" fmla="*/ 0 h 547117"/>
                <a:gd name="connsiteX5" fmla="*/ 597930 w 637626"/>
                <a:gd name="connsiteY5" fmla="*/ 0 h 547117"/>
                <a:gd name="connsiteX6" fmla="*/ 637627 w 637626"/>
                <a:gd name="connsiteY6" fmla="*/ 39697 h 547117"/>
                <a:gd name="connsiteX7" fmla="*/ 637627 w 637626"/>
                <a:gd name="connsiteY7" fmla="*/ 507421 h 547117"/>
                <a:gd name="connsiteX8" fmla="*/ 597930 w 637626"/>
                <a:gd name="connsiteY8" fmla="*/ 547118 h 547117"/>
                <a:gd name="connsiteX9" fmla="*/ 79393 w 637626"/>
                <a:gd name="connsiteY9" fmla="*/ 467725 h 547117"/>
                <a:gd name="connsiteX10" fmla="*/ 558233 w 637626"/>
                <a:gd name="connsiteY10" fmla="*/ 467725 h 547117"/>
                <a:gd name="connsiteX11" fmla="*/ 558233 w 637626"/>
                <a:gd name="connsiteY11" fmla="*/ 79393 h 547117"/>
                <a:gd name="connsiteX12" fmla="*/ 79393 w 637626"/>
                <a:gd name="connsiteY12" fmla="*/ 79393 h 54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7626" h="547117">
                  <a:moveTo>
                    <a:pt x="597930" y="547118"/>
                  </a:moveTo>
                  <a:lnTo>
                    <a:pt x="39697" y="547118"/>
                  </a:lnTo>
                  <a:cubicBezTo>
                    <a:pt x="17773" y="547118"/>
                    <a:pt x="0" y="529344"/>
                    <a:pt x="0" y="5074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7930" y="0"/>
                  </a:lnTo>
                  <a:cubicBezTo>
                    <a:pt x="619852" y="0"/>
                    <a:pt x="637627" y="17773"/>
                    <a:pt x="637627" y="39697"/>
                  </a:cubicBezTo>
                  <a:lnTo>
                    <a:pt x="637627" y="507421"/>
                  </a:lnTo>
                  <a:cubicBezTo>
                    <a:pt x="637627" y="529344"/>
                    <a:pt x="619852" y="547118"/>
                    <a:pt x="597930" y="547118"/>
                  </a:cubicBezTo>
                  <a:close/>
                  <a:moveTo>
                    <a:pt x="79393" y="467725"/>
                  </a:moveTo>
                  <a:lnTo>
                    <a:pt x="558233" y="467725"/>
                  </a:lnTo>
                  <a:lnTo>
                    <a:pt x="55823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555110A5-F928-2745-BBFB-CE5F5B52F608}"/>
                </a:ext>
              </a:extLst>
            </p:cNvPr>
            <p:cNvSpPr/>
            <p:nvPr/>
          </p:nvSpPr>
          <p:spPr>
            <a:xfrm>
              <a:off x="6798161" y="5479994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5" name="Picture Placeholder 87">
            <a:extLst>
              <a:ext uri="{FF2B5EF4-FFF2-40B4-BE49-F238E27FC236}">
                <a16:creationId xmlns:a16="http://schemas.microsoft.com/office/drawing/2014/main" id="{5826BBFF-E5F0-4CD3-872D-F2C578C30F25}"/>
              </a:ext>
            </a:extLst>
          </p:cNvPr>
          <p:cNvGrpSpPr>
            <a:grpSpLocks noChangeAspect="1"/>
          </p:cNvGrpSpPr>
          <p:nvPr/>
        </p:nvGrpSpPr>
        <p:grpSpPr>
          <a:xfrm>
            <a:off x="8178945" y="4775231"/>
            <a:ext cx="692191" cy="835116"/>
            <a:chOff x="8178945" y="4775231"/>
            <a:chExt cx="692191" cy="835116"/>
          </a:xfrm>
        </p:grpSpPr>
        <p:grpSp>
          <p:nvGrpSpPr>
            <p:cNvPr id="226" name="Picture Placeholder 87">
              <a:extLst>
                <a:ext uri="{FF2B5EF4-FFF2-40B4-BE49-F238E27FC236}">
                  <a16:creationId xmlns:a16="http://schemas.microsoft.com/office/drawing/2014/main" id="{5826BBFF-E5F0-4CD3-872D-F2C578C30F25}"/>
                </a:ext>
              </a:extLst>
            </p:cNvPr>
            <p:cNvGrpSpPr/>
            <p:nvPr/>
          </p:nvGrpSpPr>
          <p:grpSpPr>
            <a:xfrm>
              <a:off x="8182657" y="4775231"/>
              <a:ext cx="684766" cy="835116"/>
              <a:chOff x="8182657" y="4775231"/>
              <a:chExt cx="684766" cy="835116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0A5193E-73C0-F140-B9BA-45D99E49EDEB}"/>
                  </a:ext>
                </a:extLst>
              </p:cNvPr>
              <p:cNvSpPr/>
              <p:nvPr/>
            </p:nvSpPr>
            <p:spPr>
              <a:xfrm>
                <a:off x="8182657" y="4775231"/>
                <a:ext cx="684766" cy="835116"/>
              </a:xfrm>
              <a:custGeom>
                <a:avLst/>
                <a:gdLst>
                  <a:gd name="connsiteX0" fmla="*/ 645070 w 684766"/>
                  <a:gd name="connsiteY0" fmla="*/ 835116 h 835116"/>
                  <a:gd name="connsiteX1" fmla="*/ 39697 w 684766"/>
                  <a:gd name="connsiteY1" fmla="*/ 835116 h 835116"/>
                  <a:gd name="connsiteX2" fmla="*/ 0 w 684766"/>
                  <a:gd name="connsiteY2" fmla="*/ 795420 h 835116"/>
                  <a:gd name="connsiteX3" fmla="*/ 0 w 684766"/>
                  <a:gd name="connsiteY3" fmla="*/ 39697 h 835116"/>
                  <a:gd name="connsiteX4" fmla="*/ 39697 w 684766"/>
                  <a:gd name="connsiteY4" fmla="*/ 0 h 835116"/>
                  <a:gd name="connsiteX5" fmla="*/ 39697 w 684766"/>
                  <a:gd name="connsiteY5" fmla="*/ 0 h 835116"/>
                  <a:gd name="connsiteX6" fmla="*/ 645070 w 684766"/>
                  <a:gd name="connsiteY6" fmla="*/ 794 h 835116"/>
                  <a:gd name="connsiteX7" fmla="*/ 684766 w 684766"/>
                  <a:gd name="connsiteY7" fmla="*/ 40490 h 835116"/>
                  <a:gd name="connsiteX8" fmla="*/ 684766 w 684766"/>
                  <a:gd name="connsiteY8" fmla="*/ 795420 h 835116"/>
                  <a:gd name="connsiteX9" fmla="*/ 645070 w 684766"/>
                  <a:gd name="connsiteY9" fmla="*/ 835116 h 835116"/>
                  <a:gd name="connsiteX10" fmla="*/ 79393 w 684766"/>
                  <a:gd name="connsiteY10" fmla="*/ 755723 h 835116"/>
                  <a:gd name="connsiteX11" fmla="*/ 605373 w 684766"/>
                  <a:gd name="connsiteY11" fmla="*/ 755723 h 835116"/>
                  <a:gd name="connsiteX12" fmla="*/ 605373 w 684766"/>
                  <a:gd name="connsiteY12" fmla="*/ 80137 h 835116"/>
                  <a:gd name="connsiteX13" fmla="*/ 79393 w 684766"/>
                  <a:gd name="connsiteY13" fmla="*/ 79443 h 83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4766" h="835116">
                    <a:moveTo>
                      <a:pt x="645070" y="835116"/>
                    </a:moveTo>
                    <a:lnTo>
                      <a:pt x="39697" y="835116"/>
                    </a:lnTo>
                    <a:cubicBezTo>
                      <a:pt x="17773" y="835116"/>
                      <a:pt x="0" y="817342"/>
                      <a:pt x="0" y="795420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lnTo>
                      <a:pt x="645070" y="794"/>
                    </a:lnTo>
                    <a:cubicBezTo>
                      <a:pt x="666992" y="794"/>
                      <a:pt x="684766" y="18567"/>
                      <a:pt x="684766" y="40490"/>
                    </a:cubicBezTo>
                    <a:lnTo>
                      <a:pt x="684766" y="795420"/>
                    </a:lnTo>
                    <a:cubicBezTo>
                      <a:pt x="684766" y="817342"/>
                      <a:pt x="666992" y="835116"/>
                      <a:pt x="645070" y="835116"/>
                    </a:cubicBezTo>
                    <a:close/>
                    <a:moveTo>
                      <a:pt x="79393" y="755723"/>
                    </a:moveTo>
                    <a:lnTo>
                      <a:pt x="605373" y="755723"/>
                    </a:lnTo>
                    <a:lnTo>
                      <a:pt x="605373" y="80137"/>
                    </a:lnTo>
                    <a:lnTo>
                      <a:pt x="79393" y="7944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49498EFC-9251-7844-91EE-0914972F2C8E}"/>
                  </a:ext>
                </a:extLst>
              </p:cNvPr>
              <p:cNvSpPr/>
              <p:nvPr/>
            </p:nvSpPr>
            <p:spPr>
              <a:xfrm>
                <a:off x="8502562" y="5431564"/>
                <a:ext cx="80832" cy="79393"/>
              </a:xfrm>
              <a:custGeom>
                <a:avLst/>
                <a:gdLst>
                  <a:gd name="connsiteX0" fmla="*/ 41136 w 80832"/>
                  <a:gd name="connsiteY0" fmla="*/ 79393 h 79393"/>
                  <a:gd name="connsiteX1" fmla="*/ 39697 w 80832"/>
                  <a:gd name="connsiteY1" fmla="*/ 79393 h 79393"/>
                  <a:gd name="connsiteX2" fmla="*/ 0 w 80832"/>
                  <a:gd name="connsiteY2" fmla="*/ 39697 h 79393"/>
                  <a:gd name="connsiteX3" fmla="*/ 39697 w 80832"/>
                  <a:gd name="connsiteY3" fmla="*/ 0 h 79393"/>
                  <a:gd name="connsiteX4" fmla="*/ 41136 w 80832"/>
                  <a:gd name="connsiteY4" fmla="*/ 0 h 79393"/>
                  <a:gd name="connsiteX5" fmla="*/ 80832 w 80832"/>
                  <a:gd name="connsiteY5" fmla="*/ 39697 h 79393"/>
                  <a:gd name="connsiteX6" fmla="*/ 41136 w 8083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832" h="79393">
                    <a:moveTo>
                      <a:pt x="41136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41136" y="0"/>
                    </a:lnTo>
                    <a:cubicBezTo>
                      <a:pt x="63060" y="0"/>
                      <a:pt x="80832" y="17774"/>
                      <a:pt x="80832" y="39697"/>
                    </a:cubicBezTo>
                    <a:cubicBezTo>
                      <a:pt x="80832" y="61619"/>
                      <a:pt x="63060" y="79393"/>
                      <a:pt x="41136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F40BDA61-EE4E-FB49-BD01-31C68080754A}"/>
                  </a:ext>
                </a:extLst>
              </p:cNvPr>
              <p:cNvSpPr/>
              <p:nvPr/>
            </p:nvSpPr>
            <p:spPr>
              <a:xfrm>
                <a:off x="8499485" y="4889756"/>
                <a:ext cx="130601" cy="79393"/>
              </a:xfrm>
              <a:custGeom>
                <a:avLst/>
                <a:gdLst>
                  <a:gd name="connsiteX0" fmla="*/ 90905 w 130601"/>
                  <a:gd name="connsiteY0" fmla="*/ 79393 h 79393"/>
                  <a:gd name="connsiteX1" fmla="*/ 39697 w 130601"/>
                  <a:gd name="connsiteY1" fmla="*/ 79393 h 79393"/>
                  <a:gd name="connsiteX2" fmla="*/ 0 w 130601"/>
                  <a:gd name="connsiteY2" fmla="*/ 39697 h 79393"/>
                  <a:gd name="connsiteX3" fmla="*/ 39697 w 130601"/>
                  <a:gd name="connsiteY3" fmla="*/ 0 h 79393"/>
                  <a:gd name="connsiteX4" fmla="*/ 90905 w 130601"/>
                  <a:gd name="connsiteY4" fmla="*/ 0 h 79393"/>
                  <a:gd name="connsiteX5" fmla="*/ 130602 w 130601"/>
                  <a:gd name="connsiteY5" fmla="*/ 39697 h 79393"/>
                  <a:gd name="connsiteX6" fmla="*/ 90905 w 13060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601" h="79393">
                    <a:moveTo>
                      <a:pt x="9090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90905" y="0"/>
                    </a:lnTo>
                    <a:cubicBezTo>
                      <a:pt x="112828" y="0"/>
                      <a:pt x="130602" y="17773"/>
                      <a:pt x="130602" y="39697"/>
                    </a:cubicBezTo>
                    <a:cubicBezTo>
                      <a:pt x="130602" y="61620"/>
                      <a:pt x="112828" y="79393"/>
                      <a:pt x="9090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CBF7431E-E89F-6941-8FE7-636D157648C2}"/>
                  </a:ext>
                </a:extLst>
              </p:cNvPr>
              <p:cNvSpPr/>
              <p:nvPr/>
            </p:nvSpPr>
            <p:spPr>
              <a:xfrm>
                <a:off x="8396026" y="4890600"/>
                <a:ext cx="80832" cy="79393"/>
              </a:xfrm>
              <a:custGeom>
                <a:avLst/>
                <a:gdLst>
                  <a:gd name="connsiteX0" fmla="*/ 41185 w 80832"/>
                  <a:gd name="connsiteY0" fmla="*/ 79393 h 79393"/>
                  <a:gd name="connsiteX1" fmla="*/ 39697 w 80832"/>
                  <a:gd name="connsiteY1" fmla="*/ 79393 h 79393"/>
                  <a:gd name="connsiteX2" fmla="*/ 0 w 80832"/>
                  <a:gd name="connsiteY2" fmla="*/ 39697 h 79393"/>
                  <a:gd name="connsiteX3" fmla="*/ 39697 w 80832"/>
                  <a:gd name="connsiteY3" fmla="*/ 0 h 79393"/>
                  <a:gd name="connsiteX4" fmla="*/ 41136 w 80832"/>
                  <a:gd name="connsiteY4" fmla="*/ 0 h 79393"/>
                  <a:gd name="connsiteX5" fmla="*/ 80832 w 80832"/>
                  <a:gd name="connsiteY5" fmla="*/ 39697 h 79393"/>
                  <a:gd name="connsiteX6" fmla="*/ 41136 w 8083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832" h="79393">
                    <a:moveTo>
                      <a:pt x="4118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41136" y="0"/>
                    </a:lnTo>
                    <a:cubicBezTo>
                      <a:pt x="63060" y="0"/>
                      <a:pt x="80832" y="17773"/>
                      <a:pt x="80832" y="39697"/>
                    </a:cubicBezTo>
                    <a:cubicBezTo>
                      <a:pt x="80832" y="61620"/>
                      <a:pt x="63060" y="79393"/>
                      <a:pt x="41136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1F7841DC-A50C-9B4A-B3FE-8EFC351BC12F}"/>
                </a:ext>
              </a:extLst>
            </p:cNvPr>
            <p:cNvSpPr/>
            <p:nvPr/>
          </p:nvSpPr>
          <p:spPr>
            <a:xfrm>
              <a:off x="8178945" y="5320585"/>
              <a:ext cx="692191" cy="79398"/>
            </a:xfrm>
            <a:custGeom>
              <a:avLst/>
              <a:gdLst>
                <a:gd name="connsiteX0" fmla="*/ 648782 w 692191"/>
                <a:gd name="connsiteY0" fmla="*/ 79222 h 79398"/>
                <a:gd name="connsiteX1" fmla="*/ 43408 w 692191"/>
                <a:gd name="connsiteY1" fmla="*/ 79222 h 79398"/>
                <a:gd name="connsiteX2" fmla="*/ 176 w 692191"/>
                <a:gd name="connsiteY2" fmla="*/ 43411 h 79398"/>
                <a:gd name="connsiteX3" fmla="*/ 35990 w 692191"/>
                <a:gd name="connsiteY3" fmla="*/ 176 h 79398"/>
                <a:gd name="connsiteX4" fmla="*/ 43408 w 692191"/>
                <a:gd name="connsiteY4" fmla="*/ 176 h 79398"/>
                <a:gd name="connsiteX5" fmla="*/ 648782 w 692191"/>
                <a:gd name="connsiteY5" fmla="*/ 176 h 79398"/>
                <a:gd name="connsiteX6" fmla="*/ 692016 w 692191"/>
                <a:gd name="connsiteY6" fmla="*/ 35988 h 79398"/>
                <a:gd name="connsiteX7" fmla="*/ 656200 w 692191"/>
                <a:gd name="connsiteY7" fmla="*/ 79222 h 79398"/>
                <a:gd name="connsiteX8" fmla="*/ 648782 w 692191"/>
                <a:gd name="connsiteY8" fmla="*/ 79222 h 7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191" h="79398">
                  <a:moveTo>
                    <a:pt x="648782" y="79222"/>
                  </a:moveTo>
                  <a:lnTo>
                    <a:pt x="43408" y="79222"/>
                  </a:lnTo>
                  <a:cubicBezTo>
                    <a:pt x="21581" y="81272"/>
                    <a:pt x="2225" y="65234"/>
                    <a:pt x="176" y="43411"/>
                  </a:cubicBezTo>
                  <a:cubicBezTo>
                    <a:pt x="-1872" y="21583"/>
                    <a:pt x="14162" y="2226"/>
                    <a:pt x="35990" y="176"/>
                  </a:cubicBezTo>
                  <a:cubicBezTo>
                    <a:pt x="38457" y="-57"/>
                    <a:pt x="40941" y="-57"/>
                    <a:pt x="43408" y="176"/>
                  </a:cubicBezTo>
                  <a:lnTo>
                    <a:pt x="648782" y="176"/>
                  </a:lnTo>
                  <a:cubicBezTo>
                    <a:pt x="670610" y="-1873"/>
                    <a:pt x="689967" y="14165"/>
                    <a:pt x="692016" y="35988"/>
                  </a:cubicBezTo>
                  <a:cubicBezTo>
                    <a:pt x="694060" y="57816"/>
                    <a:pt x="678028" y="77173"/>
                    <a:pt x="656200" y="79222"/>
                  </a:cubicBezTo>
                  <a:cubicBezTo>
                    <a:pt x="653734" y="79455"/>
                    <a:pt x="651248" y="79455"/>
                    <a:pt x="648782" y="7922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32" name="Picture Placeholder 89">
            <a:extLst>
              <a:ext uri="{FF2B5EF4-FFF2-40B4-BE49-F238E27FC236}">
                <a16:creationId xmlns:a16="http://schemas.microsoft.com/office/drawing/2014/main" id="{F76DD447-6F0D-40B5-8BEE-88C1B9FB577A}"/>
              </a:ext>
            </a:extLst>
          </p:cNvPr>
          <p:cNvGrpSpPr>
            <a:grpSpLocks noChangeAspect="1"/>
          </p:cNvGrpSpPr>
          <p:nvPr/>
        </p:nvGrpSpPr>
        <p:grpSpPr>
          <a:xfrm>
            <a:off x="9427569" y="4820188"/>
            <a:ext cx="834918" cy="745203"/>
            <a:chOff x="9427569" y="4820188"/>
            <a:chExt cx="834918" cy="745203"/>
          </a:xfrm>
        </p:grpSpPr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FD0B5626-C35D-764D-9E65-32048643E7D7}"/>
                </a:ext>
              </a:extLst>
            </p:cNvPr>
            <p:cNvSpPr/>
            <p:nvPr/>
          </p:nvSpPr>
          <p:spPr>
            <a:xfrm>
              <a:off x="9427569" y="4820188"/>
              <a:ext cx="834918" cy="555205"/>
            </a:xfrm>
            <a:custGeom>
              <a:avLst/>
              <a:gdLst>
                <a:gd name="connsiteX0" fmla="*/ 795222 w 834918"/>
                <a:gd name="connsiteY0" fmla="*/ 555206 h 555205"/>
                <a:gd name="connsiteX1" fmla="*/ 39697 w 834918"/>
                <a:gd name="connsiteY1" fmla="*/ 555206 h 555205"/>
                <a:gd name="connsiteX2" fmla="*/ 0 w 834918"/>
                <a:gd name="connsiteY2" fmla="*/ 515509 h 555205"/>
                <a:gd name="connsiteX3" fmla="*/ 0 w 834918"/>
                <a:gd name="connsiteY3" fmla="*/ 39697 h 555205"/>
                <a:gd name="connsiteX4" fmla="*/ 39697 w 834918"/>
                <a:gd name="connsiteY4" fmla="*/ 0 h 555205"/>
                <a:gd name="connsiteX5" fmla="*/ 795222 w 834918"/>
                <a:gd name="connsiteY5" fmla="*/ 0 h 555205"/>
                <a:gd name="connsiteX6" fmla="*/ 834919 w 834918"/>
                <a:gd name="connsiteY6" fmla="*/ 39697 h 555205"/>
                <a:gd name="connsiteX7" fmla="*/ 834919 w 834918"/>
                <a:gd name="connsiteY7" fmla="*/ 515509 h 555205"/>
                <a:gd name="connsiteX8" fmla="*/ 795222 w 834918"/>
                <a:gd name="connsiteY8" fmla="*/ 555206 h 555205"/>
                <a:gd name="connsiteX9" fmla="*/ 79393 w 834918"/>
                <a:gd name="connsiteY9" fmla="*/ 475813 h 555205"/>
                <a:gd name="connsiteX10" fmla="*/ 755525 w 834918"/>
                <a:gd name="connsiteY10" fmla="*/ 475813 h 555205"/>
                <a:gd name="connsiteX11" fmla="*/ 755525 w 834918"/>
                <a:gd name="connsiteY11" fmla="*/ 79393 h 555205"/>
                <a:gd name="connsiteX12" fmla="*/ 79393 w 834918"/>
                <a:gd name="connsiteY12" fmla="*/ 79393 h 55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555205">
                  <a:moveTo>
                    <a:pt x="795222" y="555206"/>
                  </a:moveTo>
                  <a:lnTo>
                    <a:pt x="39697" y="555206"/>
                  </a:lnTo>
                  <a:cubicBezTo>
                    <a:pt x="17773" y="555206"/>
                    <a:pt x="0" y="537432"/>
                    <a:pt x="0" y="51550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515509"/>
                  </a:lnTo>
                  <a:cubicBezTo>
                    <a:pt x="834919" y="537432"/>
                    <a:pt x="817145" y="555206"/>
                    <a:pt x="795222" y="555206"/>
                  </a:cubicBezTo>
                  <a:close/>
                  <a:moveTo>
                    <a:pt x="79393" y="475813"/>
                  </a:moveTo>
                  <a:lnTo>
                    <a:pt x="755525" y="475813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8C66A9B9-6028-2B43-B027-51E9CE6CF27F}"/>
                </a:ext>
              </a:extLst>
            </p:cNvPr>
            <p:cNvSpPr/>
            <p:nvPr/>
          </p:nvSpPr>
          <p:spPr>
            <a:xfrm>
              <a:off x="9613994" y="5485998"/>
              <a:ext cx="460083" cy="79393"/>
            </a:xfrm>
            <a:custGeom>
              <a:avLst/>
              <a:gdLst>
                <a:gd name="connsiteX0" fmla="*/ 420387 w 460083"/>
                <a:gd name="connsiteY0" fmla="*/ 79393 h 79393"/>
                <a:gd name="connsiteX1" fmla="*/ 39697 w 460083"/>
                <a:gd name="connsiteY1" fmla="*/ 79393 h 79393"/>
                <a:gd name="connsiteX2" fmla="*/ 0 w 460083"/>
                <a:gd name="connsiteY2" fmla="*/ 39697 h 79393"/>
                <a:gd name="connsiteX3" fmla="*/ 39697 w 460083"/>
                <a:gd name="connsiteY3" fmla="*/ 0 h 79393"/>
                <a:gd name="connsiteX4" fmla="*/ 420387 w 460083"/>
                <a:gd name="connsiteY4" fmla="*/ 0 h 79393"/>
                <a:gd name="connsiteX5" fmla="*/ 460084 w 460083"/>
                <a:gd name="connsiteY5" fmla="*/ 39697 h 79393"/>
                <a:gd name="connsiteX6" fmla="*/ 420387 w 4600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083" h="79393">
                  <a:moveTo>
                    <a:pt x="42038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0387" y="0"/>
                  </a:lnTo>
                  <a:cubicBezTo>
                    <a:pt x="442309" y="0"/>
                    <a:pt x="460084" y="17774"/>
                    <a:pt x="460084" y="39697"/>
                  </a:cubicBezTo>
                  <a:cubicBezTo>
                    <a:pt x="460084" y="61619"/>
                    <a:pt x="442309" y="79393"/>
                    <a:pt x="42038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066028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AC7A1484-9608-4931-9379-D4137D8F133F}"/>
              </a:ext>
            </a:extLst>
          </p:cNvPr>
          <p:cNvGrpSpPr>
            <a:grpSpLocks noChangeAspect="1"/>
          </p:cNvGrpSpPr>
          <p:nvPr/>
        </p:nvGrpSpPr>
        <p:grpSpPr>
          <a:xfrm>
            <a:off x="1681304" y="1417587"/>
            <a:ext cx="456510" cy="838589"/>
            <a:chOff x="1681304" y="1417587"/>
            <a:chExt cx="456510" cy="838589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E60342C-EFA3-C443-B536-2CCDE46F7E86}"/>
                </a:ext>
              </a:extLst>
            </p:cNvPr>
            <p:cNvSpPr/>
            <p:nvPr/>
          </p:nvSpPr>
          <p:spPr>
            <a:xfrm>
              <a:off x="1869862" y="1417587"/>
              <a:ext cx="267952" cy="272913"/>
            </a:xfrm>
            <a:custGeom>
              <a:avLst/>
              <a:gdLst>
                <a:gd name="connsiteX0" fmla="*/ 39697 w 267952"/>
                <a:gd name="connsiteY0" fmla="*/ 272914 h 272913"/>
                <a:gd name="connsiteX1" fmla="*/ 0 w 267952"/>
                <a:gd name="connsiteY1" fmla="*/ 233217 h 272913"/>
                <a:gd name="connsiteX2" fmla="*/ 0 w 267952"/>
                <a:gd name="connsiteY2" fmla="*/ 136457 h 272913"/>
                <a:gd name="connsiteX3" fmla="*/ 39697 w 267952"/>
                <a:gd name="connsiteY3" fmla="*/ 96760 h 272913"/>
                <a:gd name="connsiteX4" fmla="*/ 188559 w 267952"/>
                <a:gd name="connsiteY4" fmla="*/ 96760 h 272913"/>
                <a:gd name="connsiteX5" fmla="*/ 188559 w 267952"/>
                <a:gd name="connsiteY5" fmla="*/ 39697 h 272913"/>
                <a:gd name="connsiteX6" fmla="*/ 228255 w 267952"/>
                <a:gd name="connsiteY6" fmla="*/ 0 h 272913"/>
                <a:gd name="connsiteX7" fmla="*/ 267952 w 267952"/>
                <a:gd name="connsiteY7" fmla="*/ 39697 h 272913"/>
                <a:gd name="connsiteX8" fmla="*/ 267952 w 267952"/>
                <a:gd name="connsiteY8" fmla="*/ 136457 h 272913"/>
                <a:gd name="connsiteX9" fmla="*/ 228255 w 267952"/>
                <a:gd name="connsiteY9" fmla="*/ 176153 h 272913"/>
                <a:gd name="connsiteX10" fmla="*/ 79393 w 267952"/>
                <a:gd name="connsiteY10" fmla="*/ 176153 h 272913"/>
                <a:gd name="connsiteX11" fmla="*/ 79393 w 267952"/>
                <a:gd name="connsiteY11" fmla="*/ 233217 h 272913"/>
                <a:gd name="connsiteX12" fmla="*/ 39697 w 267952"/>
                <a:gd name="connsiteY12" fmla="*/ 272914 h 27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272913">
                  <a:moveTo>
                    <a:pt x="39697" y="272914"/>
                  </a:moveTo>
                  <a:cubicBezTo>
                    <a:pt x="17773" y="272914"/>
                    <a:pt x="0" y="255141"/>
                    <a:pt x="0" y="233217"/>
                  </a:cubicBezTo>
                  <a:lnTo>
                    <a:pt x="0" y="136457"/>
                  </a:lnTo>
                  <a:cubicBezTo>
                    <a:pt x="0" y="114533"/>
                    <a:pt x="17773" y="96760"/>
                    <a:pt x="39697" y="96760"/>
                  </a:cubicBezTo>
                  <a:lnTo>
                    <a:pt x="188559" y="96760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cubicBezTo>
                    <a:pt x="250178" y="0"/>
                    <a:pt x="267952" y="17773"/>
                    <a:pt x="267952" y="39697"/>
                  </a:cubicBezTo>
                  <a:lnTo>
                    <a:pt x="267952" y="136457"/>
                  </a:lnTo>
                  <a:cubicBezTo>
                    <a:pt x="267952" y="158381"/>
                    <a:pt x="250178" y="176153"/>
                    <a:pt x="228255" y="176153"/>
                  </a:cubicBezTo>
                  <a:lnTo>
                    <a:pt x="79393" y="176153"/>
                  </a:lnTo>
                  <a:lnTo>
                    <a:pt x="79393" y="233217"/>
                  </a:lnTo>
                  <a:cubicBezTo>
                    <a:pt x="79393" y="255141"/>
                    <a:pt x="61621" y="272914"/>
                    <a:pt x="39697" y="2729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9C39379-8E50-CE42-B6A9-AE26EFC78A45}"/>
                </a:ext>
              </a:extLst>
            </p:cNvPr>
            <p:cNvSpPr/>
            <p:nvPr/>
          </p:nvSpPr>
          <p:spPr>
            <a:xfrm>
              <a:off x="1681304" y="1611107"/>
              <a:ext cx="456510" cy="645068"/>
            </a:xfrm>
            <a:custGeom>
              <a:avLst/>
              <a:gdLst>
                <a:gd name="connsiteX0" fmla="*/ 354143 w 456510"/>
                <a:gd name="connsiteY0" fmla="*/ 645069 h 645068"/>
                <a:gd name="connsiteX1" fmla="*/ 102368 w 456510"/>
                <a:gd name="connsiteY1" fmla="*/ 645069 h 645068"/>
                <a:gd name="connsiteX2" fmla="*/ 0 w 456510"/>
                <a:gd name="connsiteY2" fmla="*/ 542801 h 645068"/>
                <a:gd name="connsiteX3" fmla="*/ 0 w 456510"/>
                <a:gd name="connsiteY3" fmla="*/ 102417 h 645068"/>
                <a:gd name="connsiteX4" fmla="*/ 102368 w 456510"/>
                <a:gd name="connsiteY4" fmla="*/ 0 h 645068"/>
                <a:gd name="connsiteX5" fmla="*/ 354143 w 456510"/>
                <a:gd name="connsiteY5" fmla="*/ 0 h 645068"/>
                <a:gd name="connsiteX6" fmla="*/ 456511 w 456510"/>
                <a:gd name="connsiteY6" fmla="*/ 102417 h 645068"/>
                <a:gd name="connsiteX7" fmla="*/ 456511 w 456510"/>
                <a:gd name="connsiteY7" fmla="*/ 542801 h 645068"/>
                <a:gd name="connsiteX8" fmla="*/ 354143 w 456510"/>
                <a:gd name="connsiteY8" fmla="*/ 645069 h 645068"/>
                <a:gd name="connsiteX9" fmla="*/ 102368 w 456510"/>
                <a:gd name="connsiteY9" fmla="*/ 79393 h 645068"/>
                <a:gd name="connsiteX10" fmla="*/ 79393 w 456510"/>
                <a:gd name="connsiteY10" fmla="*/ 102367 h 645068"/>
                <a:gd name="connsiteX11" fmla="*/ 79393 w 456510"/>
                <a:gd name="connsiteY11" fmla="*/ 542751 h 645068"/>
                <a:gd name="connsiteX12" fmla="*/ 102368 w 456510"/>
                <a:gd name="connsiteY12" fmla="*/ 565676 h 645068"/>
                <a:gd name="connsiteX13" fmla="*/ 354143 w 456510"/>
                <a:gd name="connsiteY13" fmla="*/ 565676 h 645068"/>
                <a:gd name="connsiteX14" fmla="*/ 377118 w 456510"/>
                <a:gd name="connsiteY14" fmla="*/ 542751 h 645068"/>
                <a:gd name="connsiteX15" fmla="*/ 377118 w 456510"/>
                <a:gd name="connsiteY15" fmla="*/ 102417 h 645068"/>
                <a:gd name="connsiteX16" fmla="*/ 354143 w 456510"/>
                <a:gd name="connsiteY16" fmla="*/ 79393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6510" h="645068">
                  <a:moveTo>
                    <a:pt x="354143" y="645069"/>
                  </a:moveTo>
                  <a:lnTo>
                    <a:pt x="102368" y="645069"/>
                  </a:lnTo>
                  <a:cubicBezTo>
                    <a:pt x="45893" y="645014"/>
                    <a:pt x="109" y="599274"/>
                    <a:pt x="0" y="542801"/>
                  </a:cubicBezTo>
                  <a:lnTo>
                    <a:pt x="0" y="102417"/>
                  </a:lnTo>
                  <a:cubicBezTo>
                    <a:pt x="27" y="45884"/>
                    <a:pt x="45835" y="55"/>
                    <a:pt x="102368" y="0"/>
                  </a:cubicBezTo>
                  <a:lnTo>
                    <a:pt x="354143" y="0"/>
                  </a:lnTo>
                  <a:cubicBezTo>
                    <a:pt x="410676" y="55"/>
                    <a:pt x="456481" y="45884"/>
                    <a:pt x="456511" y="102417"/>
                  </a:cubicBezTo>
                  <a:lnTo>
                    <a:pt x="456511" y="542801"/>
                  </a:lnTo>
                  <a:cubicBezTo>
                    <a:pt x="456402" y="599274"/>
                    <a:pt x="410617" y="645014"/>
                    <a:pt x="354143" y="645069"/>
                  </a:cubicBezTo>
                  <a:close/>
                  <a:moveTo>
                    <a:pt x="102368" y="79393"/>
                  </a:moveTo>
                  <a:cubicBezTo>
                    <a:pt x="89690" y="79420"/>
                    <a:pt x="79420" y="89690"/>
                    <a:pt x="79393" y="102367"/>
                  </a:cubicBezTo>
                  <a:lnTo>
                    <a:pt x="79393" y="542751"/>
                  </a:lnTo>
                  <a:cubicBezTo>
                    <a:pt x="79420" y="555419"/>
                    <a:pt x="89698" y="565676"/>
                    <a:pt x="102368" y="565676"/>
                  </a:cubicBezTo>
                  <a:lnTo>
                    <a:pt x="354143" y="565676"/>
                  </a:lnTo>
                  <a:cubicBezTo>
                    <a:pt x="366811" y="565676"/>
                    <a:pt x="377088" y="555419"/>
                    <a:pt x="377118" y="542751"/>
                  </a:cubicBezTo>
                  <a:lnTo>
                    <a:pt x="377118" y="102417"/>
                  </a:lnTo>
                  <a:cubicBezTo>
                    <a:pt x="377118" y="89721"/>
                    <a:pt x="366841" y="79420"/>
                    <a:pt x="3541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698B5D84-CC64-8F4E-9CA9-BF5C58FC5309}"/>
                </a:ext>
              </a:extLst>
            </p:cNvPr>
            <p:cNvSpPr/>
            <p:nvPr/>
          </p:nvSpPr>
          <p:spPr>
            <a:xfrm>
              <a:off x="1869862" y="1742553"/>
              <a:ext cx="79740" cy="176203"/>
            </a:xfrm>
            <a:custGeom>
              <a:avLst/>
              <a:gdLst>
                <a:gd name="connsiteX0" fmla="*/ 39697 w 79740"/>
                <a:gd name="connsiteY0" fmla="*/ 176203 h 176203"/>
                <a:gd name="connsiteX1" fmla="*/ 39697 w 79740"/>
                <a:gd name="connsiteY1" fmla="*/ 176203 h 176203"/>
                <a:gd name="connsiteX2" fmla="*/ 0 w 79740"/>
                <a:gd name="connsiteY2" fmla="*/ 136507 h 176203"/>
                <a:gd name="connsiteX3" fmla="*/ 347 w 79740"/>
                <a:gd name="connsiteY3" fmla="*/ 39697 h 176203"/>
                <a:gd name="connsiteX4" fmla="*/ 40044 w 79740"/>
                <a:gd name="connsiteY4" fmla="*/ 0 h 176203"/>
                <a:gd name="connsiteX5" fmla="*/ 40044 w 79740"/>
                <a:gd name="connsiteY5" fmla="*/ 0 h 176203"/>
                <a:gd name="connsiteX6" fmla="*/ 79741 w 79740"/>
                <a:gd name="connsiteY6" fmla="*/ 39697 h 176203"/>
                <a:gd name="connsiteX7" fmla="*/ 79393 w 79740"/>
                <a:gd name="connsiteY7" fmla="*/ 136507 h 176203"/>
                <a:gd name="connsiteX8" fmla="*/ 39697 w 79740"/>
                <a:gd name="connsiteY8" fmla="*/ 176203 h 1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6203">
                  <a:moveTo>
                    <a:pt x="39697" y="176203"/>
                  </a:moveTo>
                  <a:lnTo>
                    <a:pt x="39697" y="176203"/>
                  </a:lnTo>
                  <a:cubicBezTo>
                    <a:pt x="17773" y="176203"/>
                    <a:pt x="0" y="158429"/>
                    <a:pt x="0" y="136507"/>
                  </a:cubicBezTo>
                  <a:lnTo>
                    <a:pt x="347" y="39697"/>
                  </a:lnTo>
                  <a:cubicBezTo>
                    <a:pt x="347" y="17773"/>
                    <a:pt x="18120" y="0"/>
                    <a:pt x="40044" y="0"/>
                  </a:cubicBezTo>
                  <a:lnTo>
                    <a:pt x="40044" y="0"/>
                  </a:lnTo>
                  <a:cubicBezTo>
                    <a:pt x="61968" y="0"/>
                    <a:pt x="79741" y="17773"/>
                    <a:pt x="79741" y="39697"/>
                  </a:cubicBezTo>
                  <a:lnTo>
                    <a:pt x="79393" y="136507"/>
                  </a:lnTo>
                  <a:cubicBezTo>
                    <a:pt x="79393" y="158429"/>
                    <a:pt x="61621" y="176203"/>
                    <a:pt x="39697" y="17620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" name="Picture Placeholder 35">
            <a:extLst>
              <a:ext uri="{FF2B5EF4-FFF2-40B4-BE49-F238E27FC236}">
                <a16:creationId xmlns:a16="http://schemas.microsoft.com/office/drawing/2014/main" id="{1ECE4EAE-6F71-4166-8431-275187384379}"/>
              </a:ext>
            </a:extLst>
          </p:cNvPr>
          <p:cNvGrpSpPr>
            <a:grpSpLocks noChangeAspect="1"/>
          </p:cNvGrpSpPr>
          <p:nvPr/>
        </p:nvGrpSpPr>
        <p:grpSpPr>
          <a:xfrm>
            <a:off x="2807772" y="1442397"/>
            <a:ext cx="838590" cy="788968"/>
            <a:chOff x="2807772" y="1442397"/>
            <a:chExt cx="838590" cy="788968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0AB704E-34BF-1344-99BB-BB15A97363FA}"/>
                </a:ext>
              </a:extLst>
            </p:cNvPr>
            <p:cNvSpPr/>
            <p:nvPr/>
          </p:nvSpPr>
          <p:spPr>
            <a:xfrm>
              <a:off x="3189851" y="1442397"/>
              <a:ext cx="267952" cy="362231"/>
            </a:xfrm>
            <a:custGeom>
              <a:avLst/>
              <a:gdLst>
                <a:gd name="connsiteX0" fmla="*/ 39697 w 267952"/>
                <a:gd name="connsiteY0" fmla="*/ 362231 h 362231"/>
                <a:gd name="connsiteX1" fmla="*/ 0 w 267952"/>
                <a:gd name="connsiteY1" fmla="*/ 322534 h 362231"/>
                <a:gd name="connsiteX2" fmla="*/ 0 w 267952"/>
                <a:gd name="connsiteY2" fmla="*/ 136606 h 362231"/>
                <a:gd name="connsiteX3" fmla="*/ 39697 w 267952"/>
                <a:gd name="connsiteY3" fmla="*/ 96909 h 362231"/>
                <a:gd name="connsiteX4" fmla="*/ 188559 w 267952"/>
                <a:gd name="connsiteY4" fmla="*/ 96909 h 362231"/>
                <a:gd name="connsiteX5" fmla="*/ 188559 w 267952"/>
                <a:gd name="connsiteY5" fmla="*/ 39697 h 362231"/>
                <a:gd name="connsiteX6" fmla="*/ 228255 w 267952"/>
                <a:gd name="connsiteY6" fmla="*/ 0 h 362231"/>
                <a:gd name="connsiteX7" fmla="*/ 267952 w 267952"/>
                <a:gd name="connsiteY7" fmla="*/ 39697 h 362231"/>
                <a:gd name="connsiteX8" fmla="*/ 267952 w 267952"/>
                <a:gd name="connsiteY8" fmla="*/ 136606 h 362231"/>
                <a:gd name="connsiteX9" fmla="*/ 228255 w 267952"/>
                <a:gd name="connsiteY9" fmla="*/ 176302 h 362231"/>
                <a:gd name="connsiteX10" fmla="*/ 79393 w 267952"/>
                <a:gd name="connsiteY10" fmla="*/ 176302 h 362231"/>
                <a:gd name="connsiteX11" fmla="*/ 79393 w 267952"/>
                <a:gd name="connsiteY11" fmla="*/ 322534 h 362231"/>
                <a:gd name="connsiteX12" fmla="*/ 39697 w 267952"/>
                <a:gd name="connsiteY12" fmla="*/ 362231 h 362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952" h="362231">
                  <a:moveTo>
                    <a:pt x="39697" y="362231"/>
                  </a:moveTo>
                  <a:cubicBezTo>
                    <a:pt x="17773" y="362231"/>
                    <a:pt x="0" y="344458"/>
                    <a:pt x="0" y="322534"/>
                  </a:cubicBezTo>
                  <a:lnTo>
                    <a:pt x="0" y="136606"/>
                  </a:lnTo>
                  <a:cubicBezTo>
                    <a:pt x="0" y="114682"/>
                    <a:pt x="17773" y="96909"/>
                    <a:pt x="39697" y="96909"/>
                  </a:cubicBezTo>
                  <a:lnTo>
                    <a:pt x="188559" y="96909"/>
                  </a:lnTo>
                  <a:lnTo>
                    <a:pt x="188559" y="39697"/>
                  </a:lnTo>
                  <a:cubicBezTo>
                    <a:pt x="188559" y="17773"/>
                    <a:pt x="206333" y="0"/>
                    <a:pt x="228255" y="0"/>
                  </a:cubicBezTo>
                  <a:cubicBezTo>
                    <a:pt x="250178" y="0"/>
                    <a:pt x="267952" y="17773"/>
                    <a:pt x="267952" y="39697"/>
                  </a:cubicBezTo>
                  <a:lnTo>
                    <a:pt x="267952" y="136606"/>
                  </a:lnTo>
                  <a:cubicBezTo>
                    <a:pt x="267952" y="158530"/>
                    <a:pt x="250178" y="176302"/>
                    <a:pt x="228255" y="176302"/>
                  </a:cubicBezTo>
                  <a:lnTo>
                    <a:pt x="79393" y="176302"/>
                  </a:lnTo>
                  <a:lnTo>
                    <a:pt x="79393" y="322534"/>
                  </a:lnTo>
                  <a:cubicBezTo>
                    <a:pt x="79393" y="344458"/>
                    <a:pt x="61621" y="362231"/>
                    <a:pt x="39697" y="3622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90D8B410-67C7-6248-B6C3-583B80339345}"/>
                </a:ext>
              </a:extLst>
            </p:cNvPr>
            <p:cNvSpPr/>
            <p:nvPr/>
          </p:nvSpPr>
          <p:spPr>
            <a:xfrm>
              <a:off x="2807772" y="1730197"/>
              <a:ext cx="838590" cy="501168"/>
            </a:xfrm>
            <a:custGeom>
              <a:avLst/>
              <a:gdLst>
                <a:gd name="connsiteX0" fmla="*/ 798894 w 838590"/>
                <a:gd name="connsiteY0" fmla="*/ 501169 h 501168"/>
                <a:gd name="connsiteX1" fmla="*/ 39697 w 838590"/>
                <a:gd name="connsiteY1" fmla="*/ 501169 h 501168"/>
                <a:gd name="connsiteX2" fmla="*/ 0 w 838590"/>
                <a:gd name="connsiteY2" fmla="*/ 461472 h 501168"/>
                <a:gd name="connsiteX3" fmla="*/ 0 w 838590"/>
                <a:gd name="connsiteY3" fmla="*/ 39697 h 501168"/>
                <a:gd name="connsiteX4" fmla="*/ 39697 w 838590"/>
                <a:gd name="connsiteY4" fmla="*/ 0 h 501168"/>
                <a:gd name="connsiteX5" fmla="*/ 798894 w 838590"/>
                <a:gd name="connsiteY5" fmla="*/ 0 h 501168"/>
                <a:gd name="connsiteX6" fmla="*/ 838591 w 838590"/>
                <a:gd name="connsiteY6" fmla="*/ 39697 h 501168"/>
                <a:gd name="connsiteX7" fmla="*/ 838591 w 838590"/>
                <a:gd name="connsiteY7" fmla="*/ 461472 h 501168"/>
                <a:gd name="connsiteX8" fmla="*/ 798894 w 838590"/>
                <a:gd name="connsiteY8" fmla="*/ 501169 h 501168"/>
                <a:gd name="connsiteX9" fmla="*/ 79393 w 838590"/>
                <a:gd name="connsiteY9" fmla="*/ 421776 h 501168"/>
                <a:gd name="connsiteX10" fmla="*/ 759197 w 838590"/>
                <a:gd name="connsiteY10" fmla="*/ 421776 h 501168"/>
                <a:gd name="connsiteX11" fmla="*/ 759197 w 838590"/>
                <a:gd name="connsiteY11" fmla="*/ 79393 h 501168"/>
                <a:gd name="connsiteX12" fmla="*/ 79393 w 838590"/>
                <a:gd name="connsiteY12" fmla="*/ 79393 h 50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8590" h="501168">
                  <a:moveTo>
                    <a:pt x="798894" y="501169"/>
                  </a:moveTo>
                  <a:lnTo>
                    <a:pt x="39697" y="501169"/>
                  </a:lnTo>
                  <a:cubicBezTo>
                    <a:pt x="17773" y="501169"/>
                    <a:pt x="0" y="483395"/>
                    <a:pt x="0" y="4614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8894" y="0"/>
                  </a:lnTo>
                  <a:cubicBezTo>
                    <a:pt x="820816" y="0"/>
                    <a:pt x="838591" y="17773"/>
                    <a:pt x="838591" y="39697"/>
                  </a:cubicBezTo>
                  <a:lnTo>
                    <a:pt x="838591" y="461472"/>
                  </a:lnTo>
                  <a:cubicBezTo>
                    <a:pt x="838591" y="483395"/>
                    <a:pt x="820816" y="501169"/>
                    <a:pt x="798894" y="501169"/>
                  </a:cubicBezTo>
                  <a:close/>
                  <a:moveTo>
                    <a:pt x="79393" y="421776"/>
                  </a:moveTo>
                  <a:lnTo>
                    <a:pt x="759197" y="421776"/>
                  </a:lnTo>
                  <a:lnTo>
                    <a:pt x="75919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681270F-A386-4348-A7A0-3A1D3C1A71E0}"/>
                </a:ext>
              </a:extLst>
            </p:cNvPr>
            <p:cNvSpPr/>
            <p:nvPr/>
          </p:nvSpPr>
          <p:spPr>
            <a:xfrm>
              <a:off x="2948149" y="2048861"/>
              <a:ext cx="554313" cy="79740"/>
            </a:xfrm>
            <a:custGeom>
              <a:avLst/>
              <a:gdLst>
                <a:gd name="connsiteX0" fmla="*/ 514617 w 554313"/>
                <a:gd name="connsiteY0" fmla="*/ 79740 h 79740"/>
                <a:gd name="connsiteX1" fmla="*/ 514617 w 554313"/>
                <a:gd name="connsiteY1" fmla="*/ 79740 h 79740"/>
                <a:gd name="connsiteX2" fmla="*/ 39697 w 554313"/>
                <a:gd name="connsiteY2" fmla="*/ 79393 h 79740"/>
                <a:gd name="connsiteX3" fmla="*/ 0 w 554313"/>
                <a:gd name="connsiteY3" fmla="*/ 39697 h 79740"/>
                <a:gd name="connsiteX4" fmla="*/ 39697 w 554313"/>
                <a:gd name="connsiteY4" fmla="*/ 0 h 79740"/>
                <a:gd name="connsiteX5" fmla="*/ 39697 w 554313"/>
                <a:gd name="connsiteY5" fmla="*/ 0 h 79740"/>
                <a:gd name="connsiteX6" fmla="*/ 514617 w 554313"/>
                <a:gd name="connsiteY6" fmla="*/ 347 h 79740"/>
                <a:gd name="connsiteX7" fmla="*/ 554313 w 554313"/>
                <a:gd name="connsiteY7" fmla="*/ 40044 h 79740"/>
                <a:gd name="connsiteX8" fmla="*/ 514617 w 554313"/>
                <a:gd name="connsiteY8" fmla="*/ 79740 h 7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313" h="79740">
                  <a:moveTo>
                    <a:pt x="514617" y="79740"/>
                  </a:moveTo>
                  <a:lnTo>
                    <a:pt x="514617" y="79740"/>
                  </a:ln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617" y="347"/>
                  </a:lnTo>
                  <a:cubicBezTo>
                    <a:pt x="536539" y="347"/>
                    <a:pt x="554313" y="18121"/>
                    <a:pt x="554313" y="40044"/>
                  </a:cubicBezTo>
                  <a:cubicBezTo>
                    <a:pt x="554313" y="61966"/>
                    <a:pt x="536539" y="79740"/>
                    <a:pt x="514617" y="797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B5B2946-3E9D-364A-A709-9D7547CC9577}"/>
                </a:ext>
              </a:extLst>
            </p:cNvPr>
            <p:cNvSpPr/>
            <p:nvPr/>
          </p:nvSpPr>
          <p:spPr>
            <a:xfrm>
              <a:off x="2960802" y="1942772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4"/>
                    <a:pt x="153824" y="39697"/>
                  </a:cubicBezTo>
                  <a:cubicBezTo>
                    <a:pt x="153824" y="61619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0108D9E-2719-A04D-BFB2-6D8D45AC43B8}"/>
                </a:ext>
              </a:extLst>
            </p:cNvPr>
            <p:cNvSpPr/>
            <p:nvPr/>
          </p:nvSpPr>
          <p:spPr>
            <a:xfrm>
              <a:off x="2960901" y="183504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43EE18C-C213-FF44-94F1-DA7A13DCA1FC}"/>
                </a:ext>
              </a:extLst>
            </p:cNvPr>
            <p:cNvSpPr/>
            <p:nvPr/>
          </p:nvSpPr>
          <p:spPr>
            <a:xfrm>
              <a:off x="3149411" y="194356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4"/>
                    <a:pt x="153824" y="39697"/>
                  </a:cubicBezTo>
                  <a:cubicBezTo>
                    <a:pt x="153824" y="61619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9F9E713-5F74-F943-B94E-E2410991E8C3}"/>
                </a:ext>
              </a:extLst>
            </p:cNvPr>
            <p:cNvSpPr/>
            <p:nvPr/>
          </p:nvSpPr>
          <p:spPr>
            <a:xfrm>
              <a:off x="3149510" y="1835790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734A2AE4-CF0C-2644-9A53-C80906D429D4}"/>
                </a:ext>
              </a:extLst>
            </p:cNvPr>
            <p:cNvSpPr/>
            <p:nvPr/>
          </p:nvSpPr>
          <p:spPr>
            <a:xfrm>
              <a:off x="3342931" y="1943566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4"/>
                    <a:pt x="153824" y="39697"/>
                  </a:cubicBezTo>
                  <a:cubicBezTo>
                    <a:pt x="153824" y="61619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2CE7C9F8-61B6-5E4F-A6AA-DB43F96EAB23}"/>
                </a:ext>
              </a:extLst>
            </p:cNvPr>
            <p:cNvSpPr/>
            <p:nvPr/>
          </p:nvSpPr>
          <p:spPr>
            <a:xfrm>
              <a:off x="3343031" y="1835790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3"/>
                    <a:pt x="153824" y="39697"/>
                  </a:cubicBezTo>
                  <a:cubicBezTo>
                    <a:pt x="153824" y="61620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" name="Picture Placeholder 37">
            <a:extLst>
              <a:ext uri="{FF2B5EF4-FFF2-40B4-BE49-F238E27FC236}">
                <a16:creationId xmlns:a16="http://schemas.microsoft.com/office/drawing/2014/main" id="{8EFAD0B2-F110-4462-AEBF-3DEE1D9FE7D5}"/>
              </a:ext>
            </a:extLst>
          </p:cNvPr>
          <p:cNvGrpSpPr>
            <a:grpSpLocks noChangeAspect="1"/>
          </p:cNvGrpSpPr>
          <p:nvPr/>
        </p:nvGrpSpPr>
        <p:grpSpPr>
          <a:xfrm>
            <a:off x="4127612" y="1451428"/>
            <a:ext cx="833876" cy="770906"/>
            <a:chOff x="4127612" y="1451428"/>
            <a:chExt cx="833876" cy="770906"/>
          </a:xfrm>
        </p:grpSpPr>
        <p:grpSp>
          <p:nvGrpSpPr>
            <p:cNvPr id="20" name="Picture Placeholder 37">
              <a:extLst>
                <a:ext uri="{FF2B5EF4-FFF2-40B4-BE49-F238E27FC236}">
                  <a16:creationId xmlns:a16="http://schemas.microsoft.com/office/drawing/2014/main" id="{8EFAD0B2-F110-4462-AEBF-3DEE1D9FE7D5}"/>
                </a:ext>
              </a:extLst>
            </p:cNvPr>
            <p:cNvGrpSpPr/>
            <p:nvPr/>
          </p:nvGrpSpPr>
          <p:grpSpPr>
            <a:xfrm>
              <a:off x="4127612" y="1451428"/>
              <a:ext cx="739646" cy="682631"/>
              <a:chOff x="4127612" y="1451428"/>
              <a:chExt cx="739646" cy="682631"/>
            </a:xfrm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0364C269-342D-C14F-A1CE-55ECAD8F746D}"/>
                  </a:ext>
                </a:extLst>
              </p:cNvPr>
              <p:cNvSpPr/>
              <p:nvPr/>
            </p:nvSpPr>
            <p:spPr>
              <a:xfrm>
                <a:off x="4221891" y="1451428"/>
                <a:ext cx="645367" cy="553617"/>
              </a:xfrm>
              <a:custGeom>
                <a:avLst/>
                <a:gdLst>
                  <a:gd name="connsiteX0" fmla="*/ 433785 w 645367"/>
                  <a:gd name="connsiteY0" fmla="*/ 553618 h 553617"/>
                  <a:gd name="connsiteX1" fmla="*/ 39697 w 645367"/>
                  <a:gd name="connsiteY1" fmla="*/ 553618 h 553617"/>
                  <a:gd name="connsiteX2" fmla="*/ 0 w 645367"/>
                  <a:gd name="connsiteY2" fmla="*/ 513921 h 553617"/>
                  <a:gd name="connsiteX3" fmla="*/ 0 w 645367"/>
                  <a:gd name="connsiteY3" fmla="*/ 39697 h 553617"/>
                  <a:gd name="connsiteX4" fmla="*/ 39697 w 645367"/>
                  <a:gd name="connsiteY4" fmla="*/ 0 h 553617"/>
                  <a:gd name="connsiteX5" fmla="*/ 605671 w 645367"/>
                  <a:gd name="connsiteY5" fmla="*/ 0 h 553617"/>
                  <a:gd name="connsiteX6" fmla="*/ 645367 w 645367"/>
                  <a:gd name="connsiteY6" fmla="*/ 39697 h 553617"/>
                  <a:gd name="connsiteX7" fmla="*/ 645367 w 645367"/>
                  <a:gd name="connsiteY7" fmla="*/ 264726 h 553617"/>
                  <a:gd name="connsiteX8" fmla="*/ 605671 w 645367"/>
                  <a:gd name="connsiteY8" fmla="*/ 304423 h 553617"/>
                  <a:gd name="connsiteX9" fmla="*/ 565974 w 645367"/>
                  <a:gd name="connsiteY9" fmla="*/ 264726 h 553617"/>
                  <a:gd name="connsiteX10" fmla="*/ 565974 w 645367"/>
                  <a:gd name="connsiteY10" fmla="*/ 79393 h 553617"/>
                  <a:gd name="connsiteX11" fmla="*/ 79393 w 645367"/>
                  <a:gd name="connsiteY11" fmla="*/ 79393 h 553617"/>
                  <a:gd name="connsiteX12" fmla="*/ 79393 w 645367"/>
                  <a:gd name="connsiteY12" fmla="*/ 474225 h 553617"/>
                  <a:gd name="connsiteX13" fmla="*/ 433785 w 645367"/>
                  <a:gd name="connsiteY13" fmla="*/ 474225 h 553617"/>
                  <a:gd name="connsiteX14" fmla="*/ 473481 w 645367"/>
                  <a:gd name="connsiteY14" fmla="*/ 513921 h 553617"/>
                  <a:gd name="connsiteX15" fmla="*/ 433785 w 645367"/>
                  <a:gd name="connsiteY15" fmla="*/ 553618 h 553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5367" h="553617">
                    <a:moveTo>
                      <a:pt x="433785" y="553618"/>
                    </a:moveTo>
                    <a:lnTo>
                      <a:pt x="39697" y="553618"/>
                    </a:lnTo>
                    <a:cubicBezTo>
                      <a:pt x="17773" y="553618"/>
                      <a:pt x="0" y="535844"/>
                      <a:pt x="0" y="5139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605671" y="0"/>
                    </a:lnTo>
                    <a:cubicBezTo>
                      <a:pt x="627593" y="0"/>
                      <a:pt x="645367" y="17773"/>
                      <a:pt x="645367" y="39697"/>
                    </a:cubicBezTo>
                    <a:lnTo>
                      <a:pt x="645367" y="264726"/>
                    </a:lnTo>
                    <a:cubicBezTo>
                      <a:pt x="645367" y="286650"/>
                      <a:pt x="627593" y="304423"/>
                      <a:pt x="605671" y="304423"/>
                    </a:cubicBezTo>
                    <a:cubicBezTo>
                      <a:pt x="583748" y="304423"/>
                      <a:pt x="565974" y="286650"/>
                      <a:pt x="565974" y="264726"/>
                    </a:cubicBezTo>
                    <a:lnTo>
                      <a:pt x="565974" y="79393"/>
                    </a:lnTo>
                    <a:lnTo>
                      <a:pt x="79393" y="79393"/>
                    </a:lnTo>
                    <a:lnTo>
                      <a:pt x="79393" y="474225"/>
                    </a:lnTo>
                    <a:lnTo>
                      <a:pt x="433785" y="474225"/>
                    </a:lnTo>
                    <a:cubicBezTo>
                      <a:pt x="455707" y="474225"/>
                      <a:pt x="473481" y="491999"/>
                      <a:pt x="473481" y="513921"/>
                    </a:cubicBezTo>
                    <a:cubicBezTo>
                      <a:pt x="473481" y="535844"/>
                      <a:pt x="455707" y="553618"/>
                      <a:pt x="433785" y="553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1DE89542-A215-9142-948A-49DD3B6942B8}"/>
                  </a:ext>
                </a:extLst>
              </p:cNvPr>
              <p:cNvSpPr/>
              <p:nvPr/>
            </p:nvSpPr>
            <p:spPr>
              <a:xfrm>
                <a:off x="4127612" y="2054667"/>
                <a:ext cx="565676" cy="79393"/>
              </a:xfrm>
              <a:custGeom>
                <a:avLst/>
                <a:gdLst>
                  <a:gd name="connsiteX0" fmla="*/ 525980 w 565676"/>
                  <a:gd name="connsiteY0" fmla="*/ 79393 h 79393"/>
                  <a:gd name="connsiteX1" fmla="*/ 39697 w 565676"/>
                  <a:gd name="connsiteY1" fmla="*/ 79393 h 79393"/>
                  <a:gd name="connsiteX2" fmla="*/ 0 w 565676"/>
                  <a:gd name="connsiteY2" fmla="*/ 39697 h 79393"/>
                  <a:gd name="connsiteX3" fmla="*/ 39697 w 565676"/>
                  <a:gd name="connsiteY3" fmla="*/ 0 h 79393"/>
                  <a:gd name="connsiteX4" fmla="*/ 525980 w 565676"/>
                  <a:gd name="connsiteY4" fmla="*/ 0 h 79393"/>
                  <a:gd name="connsiteX5" fmla="*/ 565677 w 565676"/>
                  <a:gd name="connsiteY5" fmla="*/ 39697 h 79393"/>
                  <a:gd name="connsiteX6" fmla="*/ 525980 w 565676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76" h="79393">
                    <a:moveTo>
                      <a:pt x="525980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525980" y="0"/>
                    </a:lnTo>
                    <a:cubicBezTo>
                      <a:pt x="547902" y="0"/>
                      <a:pt x="565677" y="17774"/>
                      <a:pt x="565677" y="39697"/>
                    </a:cubicBezTo>
                    <a:cubicBezTo>
                      <a:pt x="565677" y="61619"/>
                      <a:pt x="547902" y="79393"/>
                      <a:pt x="525980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9384457-7F1C-7A48-A71C-BDB55F52F583}"/>
                </a:ext>
              </a:extLst>
            </p:cNvPr>
            <p:cNvSpPr/>
            <p:nvPr/>
          </p:nvSpPr>
          <p:spPr>
            <a:xfrm>
              <a:off x="4615979" y="1716204"/>
              <a:ext cx="345509" cy="506130"/>
            </a:xfrm>
            <a:custGeom>
              <a:avLst/>
              <a:gdLst>
                <a:gd name="connsiteX0" fmla="*/ 305862 w 345509"/>
                <a:gd name="connsiteY0" fmla="*/ 506131 h 506130"/>
                <a:gd name="connsiteX1" fmla="*/ 39697 w 345509"/>
                <a:gd name="connsiteY1" fmla="*/ 506131 h 506130"/>
                <a:gd name="connsiteX2" fmla="*/ 0 w 345509"/>
                <a:gd name="connsiteY2" fmla="*/ 466434 h 506130"/>
                <a:gd name="connsiteX3" fmla="*/ 0 w 345509"/>
                <a:gd name="connsiteY3" fmla="*/ 39697 h 506130"/>
                <a:gd name="connsiteX4" fmla="*/ 39697 w 345509"/>
                <a:gd name="connsiteY4" fmla="*/ 0 h 506130"/>
                <a:gd name="connsiteX5" fmla="*/ 39697 w 345509"/>
                <a:gd name="connsiteY5" fmla="*/ 0 h 506130"/>
                <a:gd name="connsiteX6" fmla="*/ 305813 w 345509"/>
                <a:gd name="connsiteY6" fmla="*/ 496 h 506130"/>
                <a:gd name="connsiteX7" fmla="*/ 345509 w 345509"/>
                <a:gd name="connsiteY7" fmla="*/ 40193 h 506130"/>
                <a:gd name="connsiteX8" fmla="*/ 345509 w 345509"/>
                <a:gd name="connsiteY8" fmla="*/ 466484 h 506130"/>
                <a:gd name="connsiteX9" fmla="*/ 305862 w 345509"/>
                <a:gd name="connsiteY9" fmla="*/ 506131 h 506130"/>
                <a:gd name="connsiteX10" fmla="*/ 79393 w 345509"/>
                <a:gd name="connsiteY10" fmla="*/ 426738 h 506130"/>
                <a:gd name="connsiteX11" fmla="*/ 266166 w 345509"/>
                <a:gd name="connsiteY11" fmla="*/ 426738 h 506130"/>
                <a:gd name="connsiteX12" fmla="*/ 266166 w 345509"/>
                <a:gd name="connsiteY12" fmla="*/ 79740 h 506130"/>
                <a:gd name="connsiteX13" fmla="*/ 79393 w 345509"/>
                <a:gd name="connsiteY13" fmla="*/ 79443 h 50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5509" h="506130">
                  <a:moveTo>
                    <a:pt x="305862" y="506131"/>
                  </a:moveTo>
                  <a:lnTo>
                    <a:pt x="39697" y="506131"/>
                  </a:lnTo>
                  <a:cubicBezTo>
                    <a:pt x="17774" y="506131"/>
                    <a:pt x="0" y="488357"/>
                    <a:pt x="0" y="46643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lnTo>
                    <a:pt x="305813" y="496"/>
                  </a:lnTo>
                  <a:cubicBezTo>
                    <a:pt x="327735" y="496"/>
                    <a:pt x="345509" y="18269"/>
                    <a:pt x="345509" y="40193"/>
                  </a:cubicBezTo>
                  <a:lnTo>
                    <a:pt x="345509" y="466484"/>
                  </a:lnTo>
                  <a:cubicBezTo>
                    <a:pt x="345480" y="488367"/>
                    <a:pt x="327745" y="506101"/>
                    <a:pt x="305862" y="506131"/>
                  </a:cubicBezTo>
                  <a:close/>
                  <a:moveTo>
                    <a:pt x="79393" y="426738"/>
                  </a:moveTo>
                  <a:lnTo>
                    <a:pt x="266166" y="426738"/>
                  </a:lnTo>
                  <a:lnTo>
                    <a:pt x="266166" y="79740"/>
                  </a:lnTo>
                  <a:lnTo>
                    <a:pt x="79393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189D9BDC-CC7C-244E-A920-A074E025BCD0}"/>
                </a:ext>
              </a:extLst>
            </p:cNvPr>
            <p:cNvSpPr/>
            <p:nvPr/>
          </p:nvSpPr>
          <p:spPr>
            <a:xfrm>
              <a:off x="4746482" y="2049208"/>
              <a:ext cx="80286" cy="79393"/>
            </a:xfrm>
            <a:custGeom>
              <a:avLst/>
              <a:gdLst>
                <a:gd name="connsiteX0" fmla="*/ 40590 w 80286"/>
                <a:gd name="connsiteY0" fmla="*/ 79393 h 79393"/>
                <a:gd name="connsiteX1" fmla="*/ 39697 w 80286"/>
                <a:gd name="connsiteY1" fmla="*/ 79393 h 79393"/>
                <a:gd name="connsiteX2" fmla="*/ 0 w 80286"/>
                <a:gd name="connsiteY2" fmla="*/ 39697 h 79393"/>
                <a:gd name="connsiteX3" fmla="*/ 39697 w 80286"/>
                <a:gd name="connsiteY3" fmla="*/ 0 h 79393"/>
                <a:gd name="connsiteX4" fmla="*/ 40590 w 80286"/>
                <a:gd name="connsiteY4" fmla="*/ 0 h 79393"/>
                <a:gd name="connsiteX5" fmla="*/ 80286 w 80286"/>
                <a:gd name="connsiteY5" fmla="*/ 39697 h 79393"/>
                <a:gd name="connsiteX6" fmla="*/ 40590 w 8028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6" h="79393">
                  <a:moveTo>
                    <a:pt x="40590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40590" y="0"/>
                  </a:lnTo>
                  <a:cubicBezTo>
                    <a:pt x="62512" y="0"/>
                    <a:pt x="80286" y="17774"/>
                    <a:pt x="80286" y="39697"/>
                  </a:cubicBezTo>
                  <a:cubicBezTo>
                    <a:pt x="80286" y="61619"/>
                    <a:pt x="62512" y="79393"/>
                    <a:pt x="4059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39">
            <a:extLst>
              <a:ext uri="{FF2B5EF4-FFF2-40B4-BE49-F238E27FC236}">
                <a16:creationId xmlns:a16="http://schemas.microsoft.com/office/drawing/2014/main" id="{86D46375-04FD-4C91-929F-5D86BD40D369}"/>
              </a:ext>
            </a:extLst>
          </p:cNvPr>
          <p:cNvGrpSpPr>
            <a:grpSpLocks noChangeAspect="1"/>
          </p:cNvGrpSpPr>
          <p:nvPr/>
        </p:nvGrpSpPr>
        <p:grpSpPr>
          <a:xfrm>
            <a:off x="5444624" y="1464280"/>
            <a:ext cx="834918" cy="745203"/>
            <a:chOff x="5444624" y="1464280"/>
            <a:chExt cx="834918" cy="74520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A4E0770-CB03-3941-BC23-B48B83A077B7}"/>
                </a:ext>
              </a:extLst>
            </p:cNvPr>
            <p:cNvSpPr/>
            <p:nvPr/>
          </p:nvSpPr>
          <p:spPr>
            <a:xfrm>
              <a:off x="5444624" y="1464280"/>
              <a:ext cx="834918" cy="589940"/>
            </a:xfrm>
            <a:custGeom>
              <a:avLst/>
              <a:gdLst>
                <a:gd name="connsiteX0" fmla="*/ 795222 w 834918"/>
                <a:gd name="connsiteY0" fmla="*/ 589940 h 589940"/>
                <a:gd name="connsiteX1" fmla="*/ 39697 w 834918"/>
                <a:gd name="connsiteY1" fmla="*/ 589940 h 589940"/>
                <a:gd name="connsiteX2" fmla="*/ 0 w 834918"/>
                <a:gd name="connsiteY2" fmla="*/ 550244 h 589940"/>
                <a:gd name="connsiteX3" fmla="*/ 0 w 834918"/>
                <a:gd name="connsiteY3" fmla="*/ 39697 h 589940"/>
                <a:gd name="connsiteX4" fmla="*/ 39697 w 834918"/>
                <a:gd name="connsiteY4" fmla="*/ 0 h 589940"/>
                <a:gd name="connsiteX5" fmla="*/ 795222 w 834918"/>
                <a:gd name="connsiteY5" fmla="*/ 0 h 589940"/>
                <a:gd name="connsiteX6" fmla="*/ 834919 w 834918"/>
                <a:gd name="connsiteY6" fmla="*/ 39697 h 589940"/>
                <a:gd name="connsiteX7" fmla="*/ 834919 w 834918"/>
                <a:gd name="connsiteY7" fmla="*/ 550244 h 589940"/>
                <a:gd name="connsiteX8" fmla="*/ 795222 w 834918"/>
                <a:gd name="connsiteY8" fmla="*/ 589940 h 589940"/>
                <a:gd name="connsiteX9" fmla="*/ 79393 w 834918"/>
                <a:gd name="connsiteY9" fmla="*/ 510547 h 589940"/>
                <a:gd name="connsiteX10" fmla="*/ 755525 w 834918"/>
                <a:gd name="connsiteY10" fmla="*/ 510547 h 589940"/>
                <a:gd name="connsiteX11" fmla="*/ 755525 w 834918"/>
                <a:gd name="connsiteY11" fmla="*/ 79393 h 589940"/>
                <a:gd name="connsiteX12" fmla="*/ 79393 w 834918"/>
                <a:gd name="connsiteY12" fmla="*/ 79393 h 58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589940">
                  <a:moveTo>
                    <a:pt x="795222" y="589940"/>
                  </a:moveTo>
                  <a:lnTo>
                    <a:pt x="39697" y="589940"/>
                  </a:lnTo>
                  <a:cubicBezTo>
                    <a:pt x="17773" y="589940"/>
                    <a:pt x="0" y="572166"/>
                    <a:pt x="0" y="5502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550244"/>
                  </a:lnTo>
                  <a:cubicBezTo>
                    <a:pt x="834919" y="572166"/>
                    <a:pt x="817145" y="589940"/>
                    <a:pt x="795222" y="589940"/>
                  </a:cubicBezTo>
                  <a:close/>
                  <a:moveTo>
                    <a:pt x="79393" y="510547"/>
                  </a:moveTo>
                  <a:lnTo>
                    <a:pt x="755525" y="510547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562F2810-1E97-0D41-9FAE-8DFB0D38B6A3}"/>
                </a:ext>
              </a:extLst>
            </p:cNvPr>
            <p:cNvSpPr/>
            <p:nvPr/>
          </p:nvSpPr>
          <p:spPr>
            <a:xfrm>
              <a:off x="5631049" y="2130090"/>
              <a:ext cx="460083" cy="79393"/>
            </a:xfrm>
            <a:custGeom>
              <a:avLst/>
              <a:gdLst>
                <a:gd name="connsiteX0" fmla="*/ 420387 w 460083"/>
                <a:gd name="connsiteY0" fmla="*/ 79393 h 79393"/>
                <a:gd name="connsiteX1" fmla="*/ 39697 w 460083"/>
                <a:gd name="connsiteY1" fmla="*/ 79393 h 79393"/>
                <a:gd name="connsiteX2" fmla="*/ 0 w 460083"/>
                <a:gd name="connsiteY2" fmla="*/ 39697 h 79393"/>
                <a:gd name="connsiteX3" fmla="*/ 39697 w 460083"/>
                <a:gd name="connsiteY3" fmla="*/ 0 h 79393"/>
                <a:gd name="connsiteX4" fmla="*/ 420387 w 460083"/>
                <a:gd name="connsiteY4" fmla="*/ 0 h 79393"/>
                <a:gd name="connsiteX5" fmla="*/ 460084 w 460083"/>
                <a:gd name="connsiteY5" fmla="*/ 39697 h 79393"/>
                <a:gd name="connsiteX6" fmla="*/ 420387 w 4600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083" h="79393">
                  <a:moveTo>
                    <a:pt x="42038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0387" y="0"/>
                  </a:lnTo>
                  <a:cubicBezTo>
                    <a:pt x="442309" y="0"/>
                    <a:pt x="460084" y="17774"/>
                    <a:pt x="460084" y="39697"/>
                  </a:cubicBezTo>
                  <a:cubicBezTo>
                    <a:pt x="460084" y="61619"/>
                    <a:pt x="442309" y="79393"/>
                    <a:pt x="42038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28" name="Picture Placeholder 39">
              <a:extLst>
                <a:ext uri="{FF2B5EF4-FFF2-40B4-BE49-F238E27FC236}">
                  <a16:creationId xmlns:a16="http://schemas.microsoft.com/office/drawing/2014/main" id="{86D46375-04FD-4C91-929F-5D86BD40D369}"/>
                </a:ext>
              </a:extLst>
            </p:cNvPr>
            <p:cNvGrpSpPr/>
            <p:nvPr/>
          </p:nvGrpSpPr>
          <p:grpSpPr>
            <a:xfrm>
              <a:off x="5676184" y="1575976"/>
              <a:ext cx="368999" cy="370517"/>
              <a:chOff x="5676184" y="1575976"/>
              <a:chExt cx="368999" cy="370517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5DCE0F07-CEAB-5842-95F9-16825C29EDB4}"/>
                  </a:ext>
                </a:extLst>
              </p:cNvPr>
              <p:cNvSpPr/>
              <p:nvPr/>
            </p:nvSpPr>
            <p:spPr>
              <a:xfrm>
                <a:off x="5676184" y="1577514"/>
                <a:ext cx="368999" cy="368979"/>
              </a:xfrm>
              <a:custGeom>
                <a:avLst/>
                <a:gdLst>
                  <a:gd name="connsiteX0" fmla="*/ 184658 w 368999"/>
                  <a:gd name="connsiteY0" fmla="*/ 368979 h 368979"/>
                  <a:gd name="connsiteX1" fmla="*/ 175875 w 368999"/>
                  <a:gd name="connsiteY1" fmla="*/ 368979 h 368979"/>
                  <a:gd name="connsiteX2" fmla="*/ 218 w 368999"/>
                  <a:gd name="connsiteY2" fmla="*/ 193372 h 368979"/>
                  <a:gd name="connsiteX3" fmla="*/ 175612 w 368999"/>
                  <a:gd name="connsiteY3" fmla="*/ 214 h 368979"/>
                  <a:gd name="connsiteX4" fmla="*/ 184509 w 368999"/>
                  <a:gd name="connsiteY4" fmla="*/ 0 h 368979"/>
                  <a:gd name="connsiteX5" fmla="*/ 224206 w 368999"/>
                  <a:gd name="connsiteY5" fmla="*/ 39697 h 368979"/>
                  <a:gd name="connsiteX6" fmla="*/ 184509 w 368999"/>
                  <a:gd name="connsiteY6" fmla="*/ 79393 h 368979"/>
                  <a:gd name="connsiteX7" fmla="*/ 79437 w 368999"/>
                  <a:gd name="connsiteY7" fmla="*/ 184316 h 368979"/>
                  <a:gd name="connsiteX8" fmla="*/ 79561 w 368999"/>
                  <a:gd name="connsiteY8" fmla="*/ 189501 h 368979"/>
                  <a:gd name="connsiteX9" fmla="*/ 189554 w 368999"/>
                  <a:gd name="connsiteY9" fmla="*/ 289463 h 368979"/>
                  <a:gd name="connsiteX10" fmla="*/ 257104 w 368999"/>
                  <a:gd name="connsiteY10" fmla="*/ 260509 h 368979"/>
                  <a:gd name="connsiteX11" fmla="*/ 289606 w 368999"/>
                  <a:gd name="connsiteY11" fmla="*/ 184490 h 368979"/>
                  <a:gd name="connsiteX12" fmla="*/ 329303 w 368999"/>
                  <a:gd name="connsiteY12" fmla="*/ 144793 h 368979"/>
                  <a:gd name="connsiteX13" fmla="*/ 368999 w 368999"/>
                  <a:gd name="connsiteY13" fmla="*/ 184490 h 368979"/>
                  <a:gd name="connsiteX14" fmla="*/ 184658 w 368999"/>
                  <a:gd name="connsiteY14" fmla="*/ 368979 h 368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8999" h="368979">
                    <a:moveTo>
                      <a:pt x="184658" y="368979"/>
                    </a:moveTo>
                    <a:cubicBezTo>
                      <a:pt x="181731" y="368979"/>
                      <a:pt x="178803" y="368979"/>
                      <a:pt x="175875" y="368979"/>
                    </a:cubicBezTo>
                    <a:cubicBezTo>
                      <a:pt x="81027" y="363983"/>
                      <a:pt x="5239" y="288218"/>
                      <a:pt x="218" y="193372"/>
                    </a:cubicBezTo>
                    <a:cubicBezTo>
                      <a:pt x="-4688" y="91599"/>
                      <a:pt x="73839" y="5119"/>
                      <a:pt x="175612" y="214"/>
                    </a:cubicBezTo>
                    <a:cubicBezTo>
                      <a:pt x="178576" y="71"/>
                      <a:pt x="181542" y="0"/>
                      <a:pt x="184509" y="0"/>
                    </a:cubicBezTo>
                    <a:cubicBezTo>
                      <a:pt x="206433" y="0"/>
                      <a:pt x="224206" y="17773"/>
                      <a:pt x="224206" y="39697"/>
                    </a:cubicBezTo>
                    <a:cubicBezTo>
                      <a:pt x="224206" y="61620"/>
                      <a:pt x="206433" y="79393"/>
                      <a:pt x="184509" y="79393"/>
                    </a:cubicBezTo>
                    <a:cubicBezTo>
                      <a:pt x="126521" y="79352"/>
                      <a:pt x="79479" y="126327"/>
                      <a:pt x="79437" y="184316"/>
                    </a:cubicBezTo>
                    <a:cubicBezTo>
                      <a:pt x="79436" y="186045"/>
                      <a:pt x="79477" y="187774"/>
                      <a:pt x="79561" y="189501"/>
                    </a:cubicBezTo>
                    <a:cubicBezTo>
                      <a:pt x="82332" y="247479"/>
                      <a:pt x="131577" y="292233"/>
                      <a:pt x="189554" y="289463"/>
                    </a:cubicBezTo>
                    <a:cubicBezTo>
                      <a:pt x="214822" y="288256"/>
                      <a:pt x="238806" y="277975"/>
                      <a:pt x="257104" y="260509"/>
                    </a:cubicBezTo>
                    <a:cubicBezTo>
                      <a:pt x="277955" y="240735"/>
                      <a:pt x="289720" y="213227"/>
                      <a:pt x="289606" y="184490"/>
                    </a:cubicBezTo>
                    <a:cubicBezTo>
                      <a:pt x="289606" y="162566"/>
                      <a:pt x="307380" y="144793"/>
                      <a:pt x="329303" y="144793"/>
                    </a:cubicBezTo>
                    <a:cubicBezTo>
                      <a:pt x="351225" y="144793"/>
                      <a:pt x="368999" y="162566"/>
                      <a:pt x="368999" y="184490"/>
                    </a:cubicBezTo>
                    <a:cubicBezTo>
                      <a:pt x="369029" y="286334"/>
                      <a:pt x="286505" y="368925"/>
                      <a:pt x="184658" y="3689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572B6B3F-7189-CB4B-8E6E-61F4D68B6AE3}"/>
                  </a:ext>
                </a:extLst>
              </p:cNvPr>
              <p:cNvSpPr/>
              <p:nvPr/>
            </p:nvSpPr>
            <p:spPr>
              <a:xfrm>
                <a:off x="5820302" y="1575976"/>
                <a:ext cx="223739" cy="223690"/>
              </a:xfrm>
              <a:custGeom>
                <a:avLst/>
                <a:gdLst>
                  <a:gd name="connsiteX0" fmla="*/ 184043 w 223739"/>
                  <a:gd name="connsiteY0" fmla="*/ 223690 h 223690"/>
                  <a:gd name="connsiteX1" fmla="*/ 39697 w 223739"/>
                  <a:gd name="connsiteY1" fmla="*/ 223690 h 223690"/>
                  <a:gd name="connsiteX2" fmla="*/ 0 w 223739"/>
                  <a:gd name="connsiteY2" fmla="*/ 183994 h 223690"/>
                  <a:gd name="connsiteX3" fmla="*/ 0 w 223739"/>
                  <a:gd name="connsiteY3" fmla="*/ 39697 h 223690"/>
                  <a:gd name="connsiteX4" fmla="*/ 39697 w 223739"/>
                  <a:gd name="connsiteY4" fmla="*/ 0 h 223690"/>
                  <a:gd name="connsiteX5" fmla="*/ 223740 w 223739"/>
                  <a:gd name="connsiteY5" fmla="*/ 183994 h 223690"/>
                  <a:gd name="connsiteX6" fmla="*/ 184043 w 223739"/>
                  <a:gd name="connsiteY6" fmla="*/ 223690 h 223690"/>
                  <a:gd name="connsiteX7" fmla="*/ 79393 w 223739"/>
                  <a:gd name="connsiteY7" fmla="*/ 144297 h 223690"/>
                  <a:gd name="connsiteX8" fmla="*/ 136507 w 223739"/>
                  <a:gd name="connsiteY8" fmla="*/ 144297 h 223690"/>
                  <a:gd name="connsiteX9" fmla="*/ 79393 w 223739"/>
                  <a:gd name="connsiteY9" fmla="*/ 87233 h 22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3739" h="223690">
                    <a:moveTo>
                      <a:pt x="184043" y="223690"/>
                    </a:moveTo>
                    <a:lnTo>
                      <a:pt x="39697" y="223690"/>
                    </a:lnTo>
                    <a:cubicBezTo>
                      <a:pt x="17773" y="223690"/>
                      <a:pt x="0" y="205917"/>
                      <a:pt x="0" y="18399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141275" y="109"/>
                      <a:pt x="223601" y="82414"/>
                      <a:pt x="223740" y="183994"/>
                    </a:cubicBezTo>
                    <a:cubicBezTo>
                      <a:pt x="223740" y="205917"/>
                      <a:pt x="205966" y="223690"/>
                      <a:pt x="184043" y="223690"/>
                    </a:cubicBezTo>
                    <a:close/>
                    <a:moveTo>
                      <a:pt x="79393" y="144297"/>
                    </a:moveTo>
                    <a:lnTo>
                      <a:pt x="136507" y="144297"/>
                    </a:lnTo>
                    <a:cubicBezTo>
                      <a:pt x="125823" y="118433"/>
                      <a:pt x="105265" y="97896"/>
                      <a:pt x="79393" y="8723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31" name="Picture Placeholder 41">
            <a:extLst>
              <a:ext uri="{FF2B5EF4-FFF2-40B4-BE49-F238E27FC236}">
                <a16:creationId xmlns:a16="http://schemas.microsoft.com/office/drawing/2014/main" id="{907269A4-C5B3-4AD9-817E-3238A0B4467E}"/>
              </a:ext>
            </a:extLst>
          </p:cNvPr>
          <p:cNvGrpSpPr>
            <a:grpSpLocks noChangeAspect="1"/>
          </p:cNvGrpSpPr>
          <p:nvPr/>
        </p:nvGrpSpPr>
        <p:grpSpPr>
          <a:xfrm>
            <a:off x="6857453" y="1415531"/>
            <a:ext cx="644275" cy="842729"/>
            <a:chOff x="6857453" y="1415531"/>
            <a:chExt cx="644275" cy="842729"/>
          </a:xfrm>
        </p:grpSpPr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A29DB27-E967-0B4B-8A53-A4ADBA90CE91}"/>
                </a:ext>
              </a:extLst>
            </p:cNvPr>
            <p:cNvSpPr/>
            <p:nvPr/>
          </p:nvSpPr>
          <p:spPr>
            <a:xfrm>
              <a:off x="6857453" y="1415531"/>
              <a:ext cx="644275" cy="842729"/>
            </a:xfrm>
            <a:custGeom>
              <a:avLst/>
              <a:gdLst>
                <a:gd name="connsiteX0" fmla="*/ 322138 w 644275"/>
                <a:gd name="connsiteY0" fmla="*/ 842730 h 842729"/>
                <a:gd name="connsiteX1" fmla="*/ 0 w 644275"/>
                <a:gd name="connsiteY1" fmla="*/ 520592 h 842729"/>
                <a:gd name="connsiteX2" fmla="*/ 148416 w 644275"/>
                <a:gd name="connsiteY2" fmla="*/ 198852 h 842729"/>
                <a:gd name="connsiteX3" fmla="*/ 292167 w 644275"/>
                <a:gd name="connsiteY3" fmla="*/ 13667 h 842729"/>
                <a:gd name="connsiteX4" fmla="*/ 348168 w 644275"/>
                <a:gd name="connsiteY4" fmla="*/ 9726 h 842729"/>
                <a:gd name="connsiteX5" fmla="*/ 352109 w 644275"/>
                <a:gd name="connsiteY5" fmla="*/ 13667 h 842729"/>
                <a:gd name="connsiteX6" fmla="*/ 496009 w 644275"/>
                <a:gd name="connsiteY6" fmla="*/ 198852 h 842729"/>
                <a:gd name="connsiteX7" fmla="*/ 644276 w 644275"/>
                <a:gd name="connsiteY7" fmla="*/ 520592 h 842729"/>
                <a:gd name="connsiteX8" fmla="*/ 322138 w 644275"/>
                <a:gd name="connsiteY8" fmla="*/ 842730 h 842729"/>
                <a:gd name="connsiteX9" fmla="*/ 322138 w 644275"/>
                <a:gd name="connsiteY9" fmla="*/ 101545 h 842729"/>
                <a:gd name="connsiteX10" fmla="*/ 212972 w 644275"/>
                <a:gd name="connsiteY10" fmla="*/ 244999 h 842729"/>
                <a:gd name="connsiteX11" fmla="*/ 79393 w 644275"/>
                <a:gd name="connsiteY11" fmla="*/ 520592 h 842729"/>
                <a:gd name="connsiteX12" fmla="*/ 322138 w 644275"/>
                <a:gd name="connsiteY12" fmla="*/ 763336 h 842729"/>
                <a:gd name="connsiteX13" fmla="*/ 564883 w 644275"/>
                <a:gd name="connsiteY13" fmla="*/ 520592 h 842729"/>
                <a:gd name="connsiteX14" fmla="*/ 431204 w 644275"/>
                <a:gd name="connsiteY14" fmla="*/ 244999 h 842729"/>
                <a:gd name="connsiteX15" fmla="*/ 322138 w 644275"/>
                <a:gd name="connsiteY15" fmla="*/ 101545 h 842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275" h="842729">
                  <a:moveTo>
                    <a:pt x="322138" y="842730"/>
                  </a:moveTo>
                  <a:cubicBezTo>
                    <a:pt x="144316" y="842511"/>
                    <a:pt x="219" y="698413"/>
                    <a:pt x="0" y="520592"/>
                  </a:cubicBezTo>
                  <a:cubicBezTo>
                    <a:pt x="0" y="447600"/>
                    <a:pt x="49968" y="339328"/>
                    <a:pt x="148416" y="198852"/>
                  </a:cubicBezTo>
                  <a:cubicBezTo>
                    <a:pt x="219373" y="97625"/>
                    <a:pt x="289239" y="16942"/>
                    <a:pt x="292167" y="13667"/>
                  </a:cubicBezTo>
                  <a:cubicBezTo>
                    <a:pt x="306543" y="-2885"/>
                    <a:pt x="331615" y="-4650"/>
                    <a:pt x="348168" y="9726"/>
                  </a:cubicBezTo>
                  <a:cubicBezTo>
                    <a:pt x="349572" y="10946"/>
                    <a:pt x="350889" y="12263"/>
                    <a:pt x="352109" y="13667"/>
                  </a:cubicBezTo>
                  <a:cubicBezTo>
                    <a:pt x="355036" y="17041"/>
                    <a:pt x="424902" y="97625"/>
                    <a:pt x="496009" y="198852"/>
                  </a:cubicBezTo>
                  <a:cubicBezTo>
                    <a:pt x="594308" y="339477"/>
                    <a:pt x="644276" y="447600"/>
                    <a:pt x="644276" y="520592"/>
                  </a:cubicBezTo>
                  <a:cubicBezTo>
                    <a:pt x="644057" y="698413"/>
                    <a:pt x="499959" y="842511"/>
                    <a:pt x="322138" y="842730"/>
                  </a:cubicBezTo>
                  <a:close/>
                  <a:moveTo>
                    <a:pt x="322138" y="101545"/>
                  </a:moveTo>
                  <a:cubicBezTo>
                    <a:pt x="295293" y="134345"/>
                    <a:pt x="253959" y="186546"/>
                    <a:pt x="212972" y="244999"/>
                  </a:cubicBezTo>
                  <a:cubicBezTo>
                    <a:pt x="96760" y="410980"/>
                    <a:pt x="79393" y="488934"/>
                    <a:pt x="79393" y="520592"/>
                  </a:cubicBezTo>
                  <a:cubicBezTo>
                    <a:pt x="79393" y="654657"/>
                    <a:pt x="188074" y="763336"/>
                    <a:pt x="322138" y="763336"/>
                  </a:cubicBezTo>
                  <a:cubicBezTo>
                    <a:pt x="456203" y="763336"/>
                    <a:pt x="564883" y="654657"/>
                    <a:pt x="564883" y="520592"/>
                  </a:cubicBezTo>
                  <a:cubicBezTo>
                    <a:pt x="564883" y="488934"/>
                    <a:pt x="547515" y="410980"/>
                    <a:pt x="431204" y="244999"/>
                  </a:cubicBezTo>
                  <a:cubicBezTo>
                    <a:pt x="390317" y="186546"/>
                    <a:pt x="348983" y="134345"/>
                    <a:pt x="322138" y="1015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903A2B67-FAF8-DC4F-A214-F21A06301C0B}"/>
                </a:ext>
              </a:extLst>
            </p:cNvPr>
            <p:cNvSpPr/>
            <p:nvPr/>
          </p:nvSpPr>
          <p:spPr>
            <a:xfrm>
              <a:off x="7083941" y="1702355"/>
              <a:ext cx="215897" cy="359755"/>
            </a:xfrm>
            <a:custGeom>
              <a:avLst/>
              <a:gdLst>
                <a:gd name="connsiteX0" fmla="*/ 84337 w 215897"/>
                <a:gd name="connsiteY0" fmla="*/ 359755 h 359755"/>
                <a:gd name="connsiteX1" fmla="*/ 44677 w 215897"/>
                <a:gd name="connsiteY1" fmla="*/ 320024 h 359755"/>
                <a:gd name="connsiteX2" fmla="*/ 51091 w 215897"/>
                <a:gd name="connsiteY2" fmla="*/ 298424 h 359755"/>
                <a:gd name="connsiteX3" fmla="*/ 103937 w 215897"/>
                <a:gd name="connsiteY3" fmla="*/ 217046 h 359755"/>
                <a:gd name="connsiteX4" fmla="*/ 38983 w 215897"/>
                <a:gd name="connsiteY4" fmla="*/ 215855 h 359755"/>
                <a:gd name="connsiteX5" fmla="*/ 7 w 215897"/>
                <a:gd name="connsiteY5" fmla="*/ 175452 h 359755"/>
                <a:gd name="connsiteX6" fmla="*/ 6779 w 215897"/>
                <a:gd name="connsiteY6" fmla="*/ 153978 h 359755"/>
                <a:gd name="connsiteX7" fmla="*/ 98578 w 215897"/>
                <a:gd name="connsiteY7" fmla="*/ 17521 h 359755"/>
                <a:gd name="connsiteX8" fmla="*/ 153682 w 215897"/>
                <a:gd name="connsiteY8" fmla="*/ 6779 h 359755"/>
                <a:gd name="connsiteX9" fmla="*/ 164424 w 215897"/>
                <a:gd name="connsiteY9" fmla="*/ 61882 h 359755"/>
                <a:gd name="connsiteX10" fmla="*/ 113365 w 215897"/>
                <a:gd name="connsiteY10" fmla="*/ 137802 h 359755"/>
                <a:gd name="connsiteX11" fmla="*/ 176879 w 215897"/>
                <a:gd name="connsiteY11" fmla="*/ 138943 h 359755"/>
                <a:gd name="connsiteX12" fmla="*/ 215891 w 215897"/>
                <a:gd name="connsiteY12" fmla="*/ 179313 h 359755"/>
                <a:gd name="connsiteX13" fmla="*/ 209480 w 215897"/>
                <a:gd name="connsiteY13" fmla="*/ 200274 h 359755"/>
                <a:gd name="connsiteX14" fmla="*/ 117682 w 215897"/>
                <a:gd name="connsiteY14" fmla="*/ 341693 h 359755"/>
                <a:gd name="connsiteX15" fmla="*/ 84337 w 215897"/>
                <a:gd name="connsiteY15" fmla="*/ 359755 h 35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5897" h="359755">
                  <a:moveTo>
                    <a:pt x="84337" y="359755"/>
                  </a:moveTo>
                  <a:cubicBezTo>
                    <a:pt x="62413" y="359735"/>
                    <a:pt x="44657" y="341946"/>
                    <a:pt x="44677" y="320024"/>
                  </a:cubicBezTo>
                  <a:cubicBezTo>
                    <a:pt x="44684" y="312353"/>
                    <a:pt x="46912" y="304855"/>
                    <a:pt x="51091" y="298424"/>
                  </a:cubicBezTo>
                  <a:lnTo>
                    <a:pt x="103937" y="217046"/>
                  </a:lnTo>
                  <a:lnTo>
                    <a:pt x="38983" y="215855"/>
                  </a:lnTo>
                  <a:cubicBezTo>
                    <a:pt x="17063" y="215463"/>
                    <a:pt x="-387" y="197372"/>
                    <a:pt x="7" y="175452"/>
                  </a:cubicBezTo>
                  <a:cubicBezTo>
                    <a:pt x="144" y="167790"/>
                    <a:pt x="2497" y="160332"/>
                    <a:pt x="6779" y="153978"/>
                  </a:cubicBezTo>
                  <a:lnTo>
                    <a:pt x="98578" y="17521"/>
                  </a:lnTo>
                  <a:cubicBezTo>
                    <a:pt x="110828" y="-662"/>
                    <a:pt x="135498" y="-5471"/>
                    <a:pt x="153682" y="6779"/>
                  </a:cubicBezTo>
                  <a:cubicBezTo>
                    <a:pt x="171863" y="19028"/>
                    <a:pt x="176676" y="43699"/>
                    <a:pt x="164424" y="61882"/>
                  </a:cubicBezTo>
                  <a:lnTo>
                    <a:pt x="113365" y="137802"/>
                  </a:lnTo>
                  <a:lnTo>
                    <a:pt x="176879" y="138943"/>
                  </a:lnTo>
                  <a:cubicBezTo>
                    <a:pt x="198802" y="139318"/>
                    <a:pt x="216268" y="157392"/>
                    <a:pt x="215891" y="179313"/>
                  </a:cubicBezTo>
                  <a:cubicBezTo>
                    <a:pt x="215762" y="186763"/>
                    <a:pt x="213544" y="194027"/>
                    <a:pt x="209480" y="200274"/>
                  </a:cubicBezTo>
                  <a:lnTo>
                    <a:pt x="117682" y="341693"/>
                  </a:lnTo>
                  <a:cubicBezTo>
                    <a:pt x="110347" y="352977"/>
                    <a:pt x="97795" y="359775"/>
                    <a:pt x="84337" y="3597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5" name="Picture Placeholder 43">
            <a:extLst>
              <a:ext uri="{FF2B5EF4-FFF2-40B4-BE49-F238E27FC236}">
                <a16:creationId xmlns:a16="http://schemas.microsoft.com/office/drawing/2014/main" id="{6AC1D578-A430-48CC-827F-F9D849E0B041}"/>
              </a:ext>
            </a:extLst>
          </p:cNvPr>
          <p:cNvGrpSpPr>
            <a:grpSpLocks noChangeAspect="1"/>
          </p:cNvGrpSpPr>
          <p:nvPr/>
        </p:nvGrpSpPr>
        <p:grpSpPr>
          <a:xfrm>
            <a:off x="8130005" y="1423740"/>
            <a:ext cx="734188" cy="826283"/>
            <a:chOff x="8130005" y="1423740"/>
            <a:chExt cx="734188" cy="826283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719F8AE-95D9-9340-8538-46850342F668}"/>
                </a:ext>
              </a:extLst>
            </p:cNvPr>
            <p:cNvSpPr/>
            <p:nvPr/>
          </p:nvSpPr>
          <p:spPr>
            <a:xfrm>
              <a:off x="8130302" y="1702031"/>
              <a:ext cx="733004" cy="172959"/>
            </a:xfrm>
            <a:custGeom>
              <a:avLst/>
              <a:gdLst>
                <a:gd name="connsiteX0" fmla="*/ 366499 w 733004"/>
                <a:gd name="connsiteY0" fmla="*/ 172960 h 172959"/>
                <a:gd name="connsiteX1" fmla="*/ 0 w 733004"/>
                <a:gd name="connsiteY1" fmla="*/ 41614 h 172959"/>
                <a:gd name="connsiteX2" fmla="*/ 39697 w 733004"/>
                <a:gd name="connsiteY2" fmla="*/ 1917 h 172959"/>
                <a:gd name="connsiteX3" fmla="*/ 79393 w 733004"/>
                <a:gd name="connsiteY3" fmla="*/ 41614 h 172959"/>
                <a:gd name="connsiteX4" fmla="*/ 366499 w 733004"/>
                <a:gd name="connsiteY4" fmla="*/ 93566 h 172959"/>
                <a:gd name="connsiteX5" fmla="*/ 653604 w 733004"/>
                <a:gd name="connsiteY5" fmla="*/ 38984 h 172959"/>
                <a:gd name="connsiteX6" fmla="*/ 694021 w 733004"/>
                <a:gd name="connsiteY6" fmla="*/ 7 h 172959"/>
                <a:gd name="connsiteX7" fmla="*/ 732998 w 733004"/>
                <a:gd name="connsiteY7" fmla="*/ 40423 h 172959"/>
                <a:gd name="connsiteX8" fmla="*/ 619317 w 733004"/>
                <a:gd name="connsiteY8" fmla="*/ 144180 h 172959"/>
                <a:gd name="connsiteX9" fmla="*/ 366499 w 733004"/>
                <a:gd name="connsiteY9" fmla="*/ 172960 h 17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004" h="172959">
                  <a:moveTo>
                    <a:pt x="366499" y="172960"/>
                  </a:moveTo>
                  <a:cubicBezTo>
                    <a:pt x="119884" y="172960"/>
                    <a:pt x="0" y="129988"/>
                    <a:pt x="0" y="41614"/>
                  </a:cubicBezTo>
                  <a:cubicBezTo>
                    <a:pt x="0" y="19690"/>
                    <a:pt x="17773" y="1917"/>
                    <a:pt x="39697" y="1917"/>
                  </a:cubicBezTo>
                  <a:cubicBezTo>
                    <a:pt x="61621" y="1917"/>
                    <a:pt x="79393" y="19690"/>
                    <a:pt x="79393" y="41614"/>
                  </a:cubicBezTo>
                  <a:cubicBezTo>
                    <a:pt x="79393" y="50148"/>
                    <a:pt x="129312" y="93566"/>
                    <a:pt x="366499" y="93566"/>
                  </a:cubicBezTo>
                  <a:cubicBezTo>
                    <a:pt x="578032" y="93566"/>
                    <a:pt x="646459" y="50744"/>
                    <a:pt x="653604" y="38984"/>
                  </a:cubicBezTo>
                  <a:cubicBezTo>
                    <a:pt x="654001" y="17060"/>
                    <a:pt x="672098" y="-391"/>
                    <a:pt x="694021" y="7"/>
                  </a:cubicBezTo>
                  <a:cubicBezTo>
                    <a:pt x="715943" y="404"/>
                    <a:pt x="733395" y="18499"/>
                    <a:pt x="732998" y="40423"/>
                  </a:cubicBezTo>
                  <a:cubicBezTo>
                    <a:pt x="732998" y="72130"/>
                    <a:pt x="713149" y="115797"/>
                    <a:pt x="619317" y="144180"/>
                  </a:cubicBezTo>
                  <a:cubicBezTo>
                    <a:pt x="556646" y="162936"/>
                    <a:pt x="469263" y="172960"/>
                    <a:pt x="366499" y="1729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D7439B2-0496-F144-8D08-A49A44A5FD01}"/>
                </a:ext>
              </a:extLst>
            </p:cNvPr>
            <p:cNvSpPr/>
            <p:nvPr/>
          </p:nvSpPr>
          <p:spPr>
            <a:xfrm>
              <a:off x="8130292" y="1890263"/>
              <a:ext cx="733011" cy="173285"/>
            </a:xfrm>
            <a:custGeom>
              <a:avLst/>
              <a:gdLst>
                <a:gd name="connsiteX0" fmla="*/ 371471 w 733011"/>
                <a:gd name="connsiteY0" fmla="*/ 173286 h 173285"/>
                <a:gd name="connsiteX1" fmla="*/ 116421 w 733011"/>
                <a:gd name="connsiteY1" fmla="*/ 144406 h 173285"/>
                <a:gd name="connsiteX2" fmla="*/ 10 w 733011"/>
                <a:gd name="connsiteY2" fmla="*/ 40600 h 173285"/>
                <a:gd name="connsiteX3" fmla="*/ 38814 w 733011"/>
                <a:gd name="connsiteY3" fmla="*/ 10 h 173285"/>
                <a:gd name="connsiteX4" fmla="*/ 79403 w 733011"/>
                <a:gd name="connsiteY4" fmla="*/ 38814 h 173285"/>
                <a:gd name="connsiteX5" fmla="*/ 371471 w 733011"/>
                <a:gd name="connsiteY5" fmla="*/ 93893 h 173285"/>
                <a:gd name="connsiteX6" fmla="*/ 584493 w 733011"/>
                <a:gd name="connsiteY6" fmla="*/ 72456 h 173285"/>
                <a:gd name="connsiteX7" fmla="*/ 653615 w 733011"/>
                <a:gd name="connsiteY7" fmla="*/ 39558 h 173285"/>
                <a:gd name="connsiteX8" fmla="*/ 693832 w 733011"/>
                <a:gd name="connsiteY8" fmla="*/ 382 h 173285"/>
                <a:gd name="connsiteX9" fmla="*/ 733008 w 733011"/>
                <a:gd name="connsiteY9" fmla="*/ 40600 h 173285"/>
                <a:gd name="connsiteX10" fmla="*/ 371471 w 733011"/>
                <a:gd name="connsiteY10" fmla="*/ 173286 h 17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011" h="173285">
                  <a:moveTo>
                    <a:pt x="371471" y="173286"/>
                  </a:moveTo>
                  <a:cubicBezTo>
                    <a:pt x="268508" y="173286"/>
                    <a:pt x="180332" y="163362"/>
                    <a:pt x="116421" y="144406"/>
                  </a:cubicBezTo>
                  <a:cubicBezTo>
                    <a:pt x="20206" y="116023"/>
                    <a:pt x="10" y="72308"/>
                    <a:pt x="10" y="40600"/>
                  </a:cubicBezTo>
                  <a:cubicBezTo>
                    <a:pt x="-483" y="18678"/>
                    <a:pt x="16890" y="503"/>
                    <a:pt x="38814" y="10"/>
                  </a:cubicBezTo>
                  <a:cubicBezTo>
                    <a:pt x="60738" y="-483"/>
                    <a:pt x="78910" y="16891"/>
                    <a:pt x="79403" y="38814"/>
                  </a:cubicBezTo>
                  <a:cubicBezTo>
                    <a:pt x="90122" y="56627"/>
                    <a:pt x="176114" y="93893"/>
                    <a:pt x="371471" y="93893"/>
                  </a:cubicBezTo>
                  <a:cubicBezTo>
                    <a:pt x="457613" y="93893"/>
                    <a:pt x="531250" y="86449"/>
                    <a:pt x="584493" y="72456"/>
                  </a:cubicBezTo>
                  <a:cubicBezTo>
                    <a:pt x="633568" y="59505"/>
                    <a:pt x="650836" y="44520"/>
                    <a:pt x="653615" y="39558"/>
                  </a:cubicBezTo>
                  <a:cubicBezTo>
                    <a:pt x="653903" y="17635"/>
                    <a:pt x="671910" y="95"/>
                    <a:pt x="693832" y="382"/>
                  </a:cubicBezTo>
                  <a:cubicBezTo>
                    <a:pt x="715755" y="670"/>
                    <a:pt x="733296" y="18678"/>
                    <a:pt x="733008" y="40600"/>
                  </a:cubicBezTo>
                  <a:cubicBezTo>
                    <a:pt x="733008" y="124906"/>
                    <a:pt x="601215" y="173286"/>
                    <a:pt x="371471" y="1732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C8BA5EEC-F180-3140-BA84-736255D06534}"/>
                </a:ext>
              </a:extLst>
            </p:cNvPr>
            <p:cNvSpPr/>
            <p:nvPr/>
          </p:nvSpPr>
          <p:spPr>
            <a:xfrm>
              <a:off x="8130005" y="1516828"/>
              <a:ext cx="734188" cy="733195"/>
            </a:xfrm>
            <a:custGeom>
              <a:avLst/>
              <a:gdLst>
                <a:gd name="connsiteX0" fmla="*/ 372652 w 734188"/>
                <a:gd name="connsiteY0" fmla="*/ 733195 h 733195"/>
                <a:gd name="connsiteX1" fmla="*/ 117601 w 734188"/>
                <a:gd name="connsiteY1" fmla="*/ 704316 h 733195"/>
                <a:gd name="connsiteX2" fmla="*/ 1191 w 734188"/>
                <a:gd name="connsiteY2" fmla="*/ 600410 h 733195"/>
                <a:gd name="connsiteX3" fmla="*/ 0 w 734188"/>
                <a:gd name="connsiteY3" fmla="*/ 39697 h 733195"/>
                <a:gd name="connsiteX4" fmla="*/ 39697 w 734188"/>
                <a:gd name="connsiteY4" fmla="*/ 0 h 733195"/>
                <a:gd name="connsiteX5" fmla="*/ 39697 w 734188"/>
                <a:gd name="connsiteY5" fmla="*/ 0 h 733195"/>
                <a:gd name="connsiteX6" fmla="*/ 79393 w 734188"/>
                <a:gd name="connsiteY6" fmla="*/ 39697 h 733195"/>
                <a:gd name="connsiteX7" fmla="*/ 80584 w 734188"/>
                <a:gd name="connsiteY7" fmla="*/ 598971 h 733195"/>
                <a:gd name="connsiteX8" fmla="*/ 372652 w 734188"/>
                <a:gd name="connsiteY8" fmla="*/ 654001 h 733195"/>
                <a:gd name="connsiteX9" fmla="*/ 585674 w 734188"/>
                <a:gd name="connsiteY9" fmla="*/ 632565 h 733195"/>
                <a:gd name="connsiteX10" fmla="*/ 654795 w 734188"/>
                <a:gd name="connsiteY10" fmla="*/ 599716 h 733195"/>
                <a:gd name="connsiteX11" fmla="*/ 653604 w 734188"/>
                <a:gd name="connsiteY11" fmla="*/ 39697 h 733195"/>
                <a:gd name="connsiteX12" fmla="*/ 693301 w 734188"/>
                <a:gd name="connsiteY12" fmla="*/ 0 h 733195"/>
                <a:gd name="connsiteX13" fmla="*/ 693301 w 734188"/>
                <a:gd name="connsiteY13" fmla="*/ 0 h 733195"/>
                <a:gd name="connsiteX14" fmla="*/ 732998 w 734188"/>
                <a:gd name="connsiteY14" fmla="*/ 39697 h 733195"/>
                <a:gd name="connsiteX15" fmla="*/ 734189 w 734188"/>
                <a:gd name="connsiteY15" fmla="*/ 600410 h 733195"/>
                <a:gd name="connsiteX16" fmla="*/ 372652 w 734188"/>
                <a:gd name="connsiteY16" fmla="*/ 733195 h 733195"/>
                <a:gd name="connsiteX17" fmla="*/ 80584 w 734188"/>
                <a:gd name="connsiteY17" fmla="*/ 600410 h 733195"/>
                <a:gd name="connsiteX18" fmla="*/ 80584 w 734188"/>
                <a:gd name="connsiteY18" fmla="*/ 600410 h 7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4188" h="733195">
                  <a:moveTo>
                    <a:pt x="372652" y="733195"/>
                  </a:moveTo>
                  <a:cubicBezTo>
                    <a:pt x="269689" y="733195"/>
                    <a:pt x="181463" y="723271"/>
                    <a:pt x="117601" y="704316"/>
                  </a:cubicBezTo>
                  <a:cubicBezTo>
                    <a:pt x="21387" y="675933"/>
                    <a:pt x="1191" y="632217"/>
                    <a:pt x="1191" y="600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584" y="598971"/>
                  </a:lnTo>
                  <a:cubicBezTo>
                    <a:pt x="91501" y="616835"/>
                    <a:pt x="177543" y="654001"/>
                    <a:pt x="372652" y="654001"/>
                  </a:cubicBezTo>
                  <a:cubicBezTo>
                    <a:pt x="458793" y="654001"/>
                    <a:pt x="532431" y="646558"/>
                    <a:pt x="585674" y="632565"/>
                  </a:cubicBezTo>
                  <a:cubicBezTo>
                    <a:pt x="634649" y="619663"/>
                    <a:pt x="651967" y="604678"/>
                    <a:pt x="654795" y="599716"/>
                  </a:cubicBezTo>
                  <a:lnTo>
                    <a:pt x="653604" y="39697"/>
                  </a:lnTo>
                  <a:cubicBezTo>
                    <a:pt x="653604" y="17773"/>
                    <a:pt x="671379" y="0"/>
                    <a:pt x="693301" y="0"/>
                  </a:cubicBezTo>
                  <a:lnTo>
                    <a:pt x="693301" y="0"/>
                  </a:lnTo>
                  <a:cubicBezTo>
                    <a:pt x="715224" y="0"/>
                    <a:pt x="732998" y="17773"/>
                    <a:pt x="732998" y="39697"/>
                  </a:cubicBezTo>
                  <a:lnTo>
                    <a:pt x="734189" y="600410"/>
                  </a:lnTo>
                  <a:cubicBezTo>
                    <a:pt x="734189" y="684765"/>
                    <a:pt x="602396" y="733195"/>
                    <a:pt x="372652" y="733195"/>
                  </a:cubicBezTo>
                  <a:close/>
                  <a:moveTo>
                    <a:pt x="80584" y="600410"/>
                  </a:moveTo>
                  <a:lnTo>
                    <a:pt x="80584" y="60041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B65ECCD-42CB-824F-BD84-22AF3684CB2C}"/>
                </a:ext>
              </a:extLst>
            </p:cNvPr>
            <p:cNvSpPr/>
            <p:nvPr/>
          </p:nvSpPr>
          <p:spPr>
            <a:xfrm>
              <a:off x="8130005" y="1423740"/>
              <a:ext cx="733245" cy="265321"/>
            </a:xfrm>
            <a:custGeom>
              <a:avLst/>
              <a:gdLst>
                <a:gd name="connsiteX0" fmla="*/ 366499 w 733245"/>
                <a:gd name="connsiteY0" fmla="*/ 265322 h 265321"/>
                <a:gd name="connsiteX1" fmla="*/ 113681 w 733245"/>
                <a:gd name="connsiteY1" fmla="*/ 236393 h 265321"/>
                <a:gd name="connsiteX2" fmla="*/ 0 w 733245"/>
                <a:gd name="connsiteY2" fmla="*/ 132785 h 265321"/>
                <a:gd name="connsiteX3" fmla="*/ 113681 w 733245"/>
                <a:gd name="connsiteY3" fmla="*/ 29078 h 265321"/>
                <a:gd name="connsiteX4" fmla="*/ 366499 w 733245"/>
                <a:gd name="connsiteY4" fmla="*/ 0 h 265321"/>
                <a:gd name="connsiteX5" fmla="*/ 619565 w 733245"/>
                <a:gd name="connsiteY5" fmla="*/ 28929 h 265321"/>
                <a:gd name="connsiteX6" fmla="*/ 733246 w 733245"/>
                <a:gd name="connsiteY6" fmla="*/ 132636 h 265321"/>
                <a:gd name="connsiteX7" fmla="*/ 619565 w 733245"/>
                <a:gd name="connsiteY7" fmla="*/ 236393 h 265321"/>
                <a:gd name="connsiteX8" fmla="*/ 366499 w 733245"/>
                <a:gd name="connsiteY8" fmla="*/ 265322 h 265321"/>
                <a:gd name="connsiteX9" fmla="*/ 80435 w 733245"/>
                <a:gd name="connsiteY9" fmla="*/ 132785 h 265321"/>
                <a:gd name="connsiteX10" fmla="*/ 366499 w 733245"/>
                <a:gd name="connsiteY10" fmla="*/ 185929 h 265321"/>
                <a:gd name="connsiteX11" fmla="*/ 652414 w 733245"/>
                <a:gd name="connsiteY11" fmla="*/ 132785 h 265321"/>
                <a:gd name="connsiteX12" fmla="*/ 366350 w 733245"/>
                <a:gd name="connsiteY12" fmla="*/ 79542 h 265321"/>
                <a:gd name="connsiteX13" fmla="*/ 80435 w 733245"/>
                <a:gd name="connsiteY13" fmla="*/ 132785 h 265321"/>
                <a:gd name="connsiteX14" fmla="*/ 653952 w 733245"/>
                <a:gd name="connsiteY14" fmla="*/ 134869 h 265321"/>
                <a:gd name="connsiteX15" fmla="*/ 653952 w 733245"/>
                <a:gd name="connsiteY15" fmla="*/ 134869 h 26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3245" h="265321">
                  <a:moveTo>
                    <a:pt x="366499" y="265322"/>
                  </a:moveTo>
                  <a:cubicBezTo>
                    <a:pt x="263734" y="265322"/>
                    <a:pt x="176352" y="255398"/>
                    <a:pt x="113681" y="236393"/>
                  </a:cubicBezTo>
                  <a:cubicBezTo>
                    <a:pt x="19749" y="208010"/>
                    <a:pt x="0" y="164344"/>
                    <a:pt x="0" y="132785"/>
                  </a:cubicBezTo>
                  <a:cubicBezTo>
                    <a:pt x="0" y="101226"/>
                    <a:pt x="19848" y="57461"/>
                    <a:pt x="113681" y="29078"/>
                  </a:cubicBezTo>
                  <a:cubicBezTo>
                    <a:pt x="176352" y="10023"/>
                    <a:pt x="263734" y="0"/>
                    <a:pt x="366499" y="0"/>
                  </a:cubicBezTo>
                  <a:cubicBezTo>
                    <a:pt x="469263" y="0"/>
                    <a:pt x="556646" y="9924"/>
                    <a:pt x="619565" y="28929"/>
                  </a:cubicBezTo>
                  <a:cubicBezTo>
                    <a:pt x="713497" y="57312"/>
                    <a:pt x="733246" y="100978"/>
                    <a:pt x="733246" y="132636"/>
                  </a:cubicBezTo>
                  <a:cubicBezTo>
                    <a:pt x="733246" y="164294"/>
                    <a:pt x="713397" y="208010"/>
                    <a:pt x="619565" y="236393"/>
                  </a:cubicBezTo>
                  <a:cubicBezTo>
                    <a:pt x="556646" y="255298"/>
                    <a:pt x="469214" y="265322"/>
                    <a:pt x="366499" y="265322"/>
                  </a:cubicBezTo>
                  <a:close/>
                  <a:moveTo>
                    <a:pt x="80435" y="132785"/>
                  </a:moveTo>
                  <a:cubicBezTo>
                    <a:pt x="91699" y="146232"/>
                    <a:pt x="162806" y="185929"/>
                    <a:pt x="366499" y="185929"/>
                  </a:cubicBezTo>
                  <a:cubicBezTo>
                    <a:pt x="570192" y="185929"/>
                    <a:pt x="641199" y="146232"/>
                    <a:pt x="652414" y="132785"/>
                  </a:cubicBezTo>
                  <a:cubicBezTo>
                    <a:pt x="641050" y="119239"/>
                    <a:pt x="570043" y="79542"/>
                    <a:pt x="366350" y="79542"/>
                  </a:cubicBezTo>
                  <a:cubicBezTo>
                    <a:pt x="162657" y="79542"/>
                    <a:pt x="91699" y="119090"/>
                    <a:pt x="80435" y="132785"/>
                  </a:cubicBezTo>
                  <a:close/>
                  <a:moveTo>
                    <a:pt x="653952" y="134869"/>
                  </a:moveTo>
                  <a:lnTo>
                    <a:pt x="653952" y="13486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5" name="Picture Placeholder 45">
            <a:extLst>
              <a:ext uri="{FF2B5EF4-FFF2-40B4-BE49-F238E27FC236}">
                <a16:creationId xmlns:a16="http://schemas.microsoft.com/office/drawing/2014/main" id="{7D4F2AD4-2B1A-4C80-8F0E-83FF13EF39CC}"/>
              </a:ext>
            </a:extLst>
          </p:cNvPr>
          <p:cNvGrpSpPr>
            <a:grpSpLocks noChangeAspect="1"/>
          </p:cNvGrpSpPr>
          <p:nvPr/>
        </p:nvGrpSpPr>
        <p:grpSpPr>
          <a:xfrm>
            <a:off x="9380425" y="1402701"/>
            <a:ext cx="868363" cy="868362"/>
            <a:chOff x="9380425" y="1402701"/>
            <a:chExt cx="868363" cy="868362"/>
          </a:xfrm>
        </p:grpSpPr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B134000F-A6DD-9245-A085-8532321AB622}"/>
                </a:ext>
              </a:extLst>
            </p:cNvPr>
            <p:cNvSpPr/>
            <p:nvPr/>
          </p:nvSpPr>
          <p:spPr>
            <a:xfrm>
              <a:off x="9397591" y="1903267"/>
              <a:ext cx="833549" cy="350329"/>
            </a:xfrm>
            <a:custGeom>
              <a:avLst/>
              <a:gdLst>
                <a:gd name="connsiteX0" fmla="*/ 416816 w 833549"/>
                <a:gd name="connsiteY0" fmla="*/ 350329 h 350329"/>
                <a:gd name="connsiteX1" fmla="*/ 398854 w 833549"/>
                <a:gd name="connsiteY1" fmla="*/ 346062 h 350329"/>
                <a:gd name="connsiteX2" fmla="*/ 21736 w 833549"/>
                <a:gd name="connsiteY2" fmla="*/ 155171 h 350329"/>
                <a:gd name="connsiteX3" fmla="*/ 4308 w 833549"/>
                <a:gd name="connsiteY3" fmla="*/ 101804 h 350329"/>
                <a:gd name="connsiteX4" fmla="*/ 21190 w 833549"/>
                <a:gd name="connsiteY4" fmla="*/ 84660 h 350329"/>
                <a:gd name="connsiteX5" fmla="*/ 162857 w 833549"/>
                <a:gd name="connsiteY5" fmla="*/ 10229 h 350329"/>
                <a:gd name="connsiteX6" fmla="*/ 216057 w 833549"/>
                <a:gd name="connsiteY6" fmla="*/ 28157 h 350329"/>
                <a:gd name="connsiteX7" fmla="*/ 199775 w 833549"/>
                <a:gd name="connsiteY7" fmla="*/ 80492 h 350329"/>
                <a:gd name="connsiteX8" fmla="*/ 126237 w 833549"/>
                <a:gd name="connsiteY8" fmla="*/ 119196 h 350329"/>
                <a:gd name="connsiteX9" fmla="*/ 416667 w 833549"/>
                <a:gd name="connsiteY9" fmla="*/ 266073 h 350329"/>
                <a:gd name="connsiteX10" fmla="*/ 706651 w 833549"/>
                <a:gd name="connsiteY10" fmla="*/ 117211 h 350329"/>
                <a:gd name="connsiteX11" fmla="*/ 624827 w 833549"/>
                <a:gd name="connsiteY11" fmla="*/ 75629 h 350329"/>
                <a:gd name="connsiteX12" fmla="*/ 605792 w 833549"/>
                <a:gd name="connsiteY12" fmla="*/ 22813 h 350329"/>
                <a:gd name="connsiteX13" fmla="*/ 658608 w 833549"/>
                <a:gd name="connsiteY13" fmla="*/ 3783 h 350329"/>
                <a:gd name="connsiteX14" fmla="*/ 660752 w 833549"/>
                <a:gd name="connsiteY14" fmla="*/ 4870 h 350329"/>
                <a:gd name="connsiteX15" fmla="*/ 811897 w 833549"/>
                <a:gd name="connsiteY15" fmla="*/ 81683 h 350329"/>
                <a:gd name="connsiteX16" fmla="*/ 829199 w 833549"/>
                <a:gd name="connsiteY16" fmla="*/ 135089 h 350329"/>
                <a:gd name="connsiteX17" fmla="*/ 811897 w 833549"/>
                <a:gd name="connsiteY17" fmla="*/ 152392 h 350329"/>
                <a:gd name="connsiteX18" fmla="*/ 434779 w 833549"/>
                <a:gd name="connsiteY18" fmla="*/ 345913 h 350329"/>
                <a:gd name="connsiteX19" fmla="*/ 416816 w 833549"/>
                <a:gd name="connsiteY19" fmla="*/ 350329 h 35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3549" h="350329">
                  <a:moveTo>
                    <a:pt x="416816" y="350329"/>
                  </a:moveTo>
                  <a:cubicBezTo>
                    <a:pt x="410579" y="350319"/>
                    <a:pt x="404429" y="348860"/>
                    <a:pt x="398854" y="346062"/>
                  </a:cubicBezTo>
                  <a:lnTo>
                    <a:pt x="21736" y="155171"/>
                  </a:lnTo>
                  <a:cubicBezTo>
                    <a:pt x="2187" y="145247"/>
                    <a:pt x="-5616" y="121354"/>
                    <a:pt x="4308" y="101804"/>
                  </a:cubicBezTo>
                  <a:cubicBezTo>
                    <a:pt x="8026" y="94480"/>
                    <a:pt x="13925" y="88491"/>
                    <a:pt x="21190" y="84660"/>
                  </a:cubicBezTo>
                  <a:lnTo>
                    <a:pt x="162857" y="10229"/>
                  </a:lnTo>
                  <a:cubicBezTo>
                    <a:pt x="182499" y="488"/>
                    <a:pt x="206317" y="8517"/>
                    <a:pt x="216057" y="28157"/>
                  </a:cubicBezTo>
                  <a:cubicBezTo>
                    <a:pt x="225475" y="47152"/>
                    <a:pt x="218306" y="70196"/>
                    <a:pt x="199775" y="80492"/>
                  </a:cubicBezTo>
                  <a:lnTo>
                    <a:pt x="126237" y="119196"/>
                  </a:lnTo>
                  <a:lnTo>
                    <a:pt x="416667" y="266073"/>
                  </a:lnTo>
                  <a:lnTo>
                    <a:pt x="706651" y="117211"/>
                  </a:lnTo>
                  <a:lnTo>
                    <a:pt x="624827" y="75629"/>
                  </a:lnTo>
                  <a:cubicBezTo>
                    <a:pt x="604988" y="66300"/>
                    <a:pt x="596463" y="42656"/>
                    <a:pt x="605792" y="22813"/>
                  </a:cubicBezTo>
                  <a:cubicBezTo>
                    <a:pt x="615121" y="2974"/>
                    <a:pt x="638770" y="-5547"/>
                    <a:pt x="658608" y="3783"/>
                  </a:cubicBezTo>
                  <a:cubicBezTo>
                    <a:pt x="659333" y="4121"/>
                    <a:pt x="660047" y="4488"/>
                    <a:pt x="660752" y="4870"/>
                  </a:cubicBezTo>
                  <a:lnTo>
                    <a:pt x="811897" y="81683"/>
                  </a:lnTo>
                  <a:cubicBezTo>
                    <a:pt x="831422" y="91652"/>
                    <a:pt x="839168" y="115564"/>
                    <a:pt x="829199" y="135089"/>
                  </a:cubicBezTo>
                  <a:cubicBezTo>
                    <a:pt x="825398" y="142533"/>
                    <a:pt x="819345" y="148591"/>
                    <a:pt x="811897" y="152392"/>
                  </a:cubicBezTo>
                  <a:lnTo>
                    <a:pt x="434779" y="345913"/>
                  </a:lnTo>
                  <a:cubicBezTo>
                    <a:pt x="429223" y="348781"/>
                    <a:pt x="423068" y="350294"/>
                    <a:pt x="416816" y="35032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7299D346-D31B-F242-8376-82563E018403}"/>
                </a:ext>
              </a:extLst>
            </p:cNvPr>
            <p:cNvSpPr/>
            <p:nvPr/>
          </p:nvSpPr>
          <p:spPr>
            <a:xfrm>
              <a:off x="9398717" y="1720236"/>
              <a:ext cx="833790" cy="346687"/>
            </a:xfrm>
            <a:custGeom>
              <a:avLst/>
              <a:gdLst>
                <a:gd name="connsiteX0" fmla="*/ 416831 w 833790"/>
                <a:gd name="connsiteY0" fmla="*/ 346687 h 346687"/>
                <a:gd name="connsiteX1" fmla="*/ 398869 w 833790"/>
                <a:gd name="connsiteY1" fmla="*/ 342420 h 346687"/>
                <a:gd name="connsiteX2" fmla="*/ 21751 w 833790"/>
                <a:gd name="connsiteY2" fmla="*/ 151578 h 346687"/>
                <a:gd name="connsiteX3" fmla="*/ 4301 w 833790"/>
                <a:gd name="connsiteY3" fmla="*/ 98220 h 346687"/>
                <a:gd name="connsiteX4" fmla="*/ 21751 w 833790"/>
                <a:gd name="connsiteY4" fmla="*/ 80770 h 346687"/>
                <a:gd name="connsiteX5" fmla="*/ 162227 w 833790"/>
                <a:gd name="connsiteY5" fmla="*/ 9316 h 346687"/>
                <a:gd name="connsiteX6" fmla="*/ 215619 w 833790"/>
                <a:gd name="connsiteY6" fmla="*/ 26683 h 346687"/>
                <a:gd name="connsiteX7" fmla="*/ 198252 w 833790"/>
                <a:gd name="connsiteY7" fmla="*/ 80075 h 346687"/>
                <a:gd name="connsiteX8" fmla="*/ 127443 w 833790"/>
                <a:gd name="connsiteY8" fmla="*/ 116050 h 346687"/>
                <a:gd name="connsiteX9" fmla="*/ 416683 w 833790"/>
                <a:gd name="connsiteY9" fmla="*/ 262481 h 346687"/>
                <a:gd name="connsiteX10" fmla="*/ 704979 w 833790"/>
                <a:gd name="connsiteY10" fmla="*/ 114512 h 346687"/>
                <a:gd name="connsiteX11" fmla="*/ 624345 w 833790"/>
                <a:gd name="connsiteY11" fmla="*/ 75460 h 346687"/>
                <a:gd name="connsiteX12" fmla="*/ 605986 w 833790"/>
                <a:gd name="connsiteY12" fmla="*/ 22366 h 346687"/>
                <a:gd name="connsiteX13" fmla="*/ 659080 w 833790"/>
                <a:gd name="connsiteY13" fmla="*/ 4007 h 346687"/>
                <a:gd name="connsiteX14" fmla="*/ 811316 w 833790"/>
                <a:gd name="connsiteY14" fmla="*/ 77743 h 346687"/>
                <a:gd name="connsiteX15" fmla="*/ 829850 w 833790"/>
                <a:gd name="connsiteY15" fmla="*/ 130735 h 346687"/>
                <a:gd name="connsiteX16" fmla="*/ 812061 w 833790"/>
                <a:gd name="connsiteY16" fmla="*/ 148899 h 346687"/>
                <a:gd name="connsiteX17" fmla="*/ 434943 w 833790"/>
                <a:gd name="connsiteY17" fmla="*/ 342420 h 346687"/>
                <a:gd name="connsiteX18" fmla="*/ 416831 w 833790"/>
                <a:gd name="connsiteY18" fmla="*/ 346687 h 34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3790" h="346687">
                  <a:moveTo>
                    <a:pt x="416831" y="346687"/>
                  </a:moveTo>
                  <a:cubicBezTo>
                    <a:pt x="410592" y="346697"/>
                    <a:pt x="404438" y="345233"/>
                    <a:pt x="398869" y="342420"/>
                  </a:cubicBezTo>
                  <a:lnTo>
                    <a:pt x="21751" y="151578"/>
                  </a:lnTo>
                  <a:cubicBezTo>
                    <a:pt x="2198" y="141663"/>
                    <a:pt x="-5615" y="117773"/>
                    <a:pt x="4301" y="98220"/>
                  </a:cubicBezTo>
                  <a:cubicBezTo>
                    <a:pt x="8116" y="90697"/>
                    <a:pt x="14228" y="84585"/>
                    <a:pt x="21751" y="80770"/>
                  </a:cubicBezTo>
                  <a:lnTo>
                    <a:pt x="162227" y="9316"/>
                  </a:lnTo>
                  <a:cubicBezTo>
                    <a:pt x="181767" y="-632"/>
                    <a:pt x="205671" y="7144"/>
                    <a:pt x="215619" y="26683"/>
                  </a:cubicBezTo>
                  <a:cubicBezTo>
                    <a:pt x="225567" y="46223"/>
                    <a:pt x="217792" y="70127"/>
                    <a:pt x="198252" y="80075"/>
                  </a:cubicBezTo>
                  <a:lnTo>
                    <a:pt x="127443" y="116050"/>
                  </a:lnTo>
                  <a:lnTo>
                    <a:pt x="416683" y="262481"/>
                  </a:lnTo>
                  <a:lnTo>
                    <a:pt x="704979" y="114512"/>
                  </a:lnTo>
                  <a:lnTo>
                    <a:pt x="624345" y="75460"/>
                  </a:lnTo>
                  <a:cubicBezTo>
                    <a:pt x="604616" y="65869"/>
                    <a:pt x="596394" y="42097"/>
                    <a:pt x="605986" y="22366"/>
                  </a:cubicBezTo>
                  <a:cubicBezTo>
                    <a:pt x="615577" y="2635"/>
                    <a:pt x="639351" y="-5585"/>
                    <a:pt x="659080" y="4007"/>
                  </a:cubicBezTo>
                  <a:lnTo>
                    <a:pt x="811316" y="77743"/>
                  </a:lnTo>
                  <a:cubicBezTo>
                    <a:pt x="831065" y="87259"/>
                    <a:pt x="839362" y="110984"/>
                    <a:pt x="829850" y="130735"/>
                  </a:cubicBezTo>
                  <a:cubicBezTo>
                    <a:pt x="826069" y="138576"/>
                    <a:pt x="819821" y="144958"/>
                    <a:pt x="812061" y="148899"/>
                  </a:cubicBezTo>
                  <a:lnTo>
                    <a:pt x="434943" y="342420"/>
                  </a:lnTo>
                  <a:cubicBezTo>
                    <a:pt x="429329" y="345258"/>
                    <a:pt x="423121" y="346722"/>
                    <a:pt x="416831" y="34668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0B6B9CC-98EC-D341-8178-C5C3BAF3E254}"/>
                </a:ext>
              </a:extLst>
            </p:cNvPr>
            <p:cNvSpPr/>
            <p:nvPr/>
          </p:nvSpPr>
          <p:spPr>
            <a:xfrm>
              <a:off x="9396881" y="1420200"/>
              <a:ext cx="833639" cy="461439"/>
            </a:xfrm>
            <a:custGeom>
              <a:avLst/>
              <a:gdLst>
                <a:gd name="connsiteX0" fmla="*/ 416782 w 833639"/>
                <a:gd name="connsiteY0" fmla="*/ 461439 h 461439"/>
                <a:gd name="connsiteX1" fmla="*/ 398869 w 833639"/>
                <a:gd name="connsiteY1" fmla="*/ 457172 h 461439"/>
                <a:gd name="connsiteX2" fmla="*/ 21751 w 833639"/>
                <a:gd name="connsiteY2" fmla="*/ 266281 h 461439"/>
                <a:gd name="connsiteX3" fmla="*/ 4301 w 833639"/>
                <a:gd name="connsiteY3" fmla="*/ 212922 h 461439"/>
                <a:gd name="connsiteX4" fmla="*/ 21751 w 833639"/>
                <a:gd name="connsiteY4" fmla="*/ 195472 h 461439"/>
                <a:gd name="connsiteX5" fmla="*/ 398869 w 833639"/>
                <a:gd name="connsiteY5" fmla="*/ 4234 h 461439"/>
                <a:gd name="connsiteX6" fmla="*/ 434546 w 833639"/>
                <a:gd name="connsiteY6" fmla="*/ 4234 h 461439"/>
                <a:gd name="connsiteX7" fmla="*/ 811664 w 833639"/>
                <a:gd name="connsiteY7" fmla="*/ 192793 h 461439"/>
                <a:gd name="connsiteX8" fmla="*/ 829453 w 833639"/>
                <a:gd name="connsiteY8" fmla="*/ 246038 h 461439"/>
                <a:gd name="connsiteX9" fmla="*/ 812210 w 833639"/>
                <a:gd name="connsiteY9" fmla="*/ 263552 h 461439"/>
                <a:gd name="connsiteX10" fmla="*/ 435092 w 833639"/>
                <a:gd name="connsiteY10" fmla="*/ 457072 h 461439"/>
                <a:gd name="connsiteX11" fmla="*/ 416782 w 833639"/>
                <a:gd name="connsiteY11" fmla="*/ 461439 h 461439"/>
                <a:gd name="connsiteX12" fmla="*/ 127443 w 833639"/>
                <a:gd name="connsiteY12" fmla="*/ 230852 h 461439"/>
                <a:gd name="connsiteX13" fmla="*/ 416683 w 833639"/>
                <a:gd name="connsiteY13" fmla="*/ 377183 h 461439"/>
                <a:gd name="connsiteX14" fmla="*/ 706071 w 833639"/>
                <a:gd name="connsiteY14" fmla="*/ 228668 h 461439"/>
                <a:gd name="connsiteX15" fmla="*/ 416931 w 833639"/>
                <a:gd name="connsiteY15" fmla="*/ 84123 h 46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3639" h="461439">
                  <a:moveTo>
                    <a:pt x="416782" y="461439"/>
                  </a:moveTo>
                  <a:cubicBezTo>
                    <a:pt x="410561" y="461424"/>
                    <a:pt x="404428" y="459963"/>
                    <a:pt x="398869" y="457172"/>
                  </a:cubicBezTo>
                  <a:lnTo>
                    <a:pt x="21751" y="266281"/>
                  </a:lnTo>
                  <a:cubicBezTo>
                    <a:pt x="2198" y="256365"/>
                    <a:pt x="-5615" y="232476"/>
                    <a:pt x="4301" y="212922"/>
                  </a:cubicBezTo>
                  <a:cubicBezTo>
                    <a:pt x="8116" y="205399"/>
                    <a:pt x="14228" y="199287"/>
                    <a:pt x="21751" y="195472"/>
                  </a:cubicBezTo>
                  <a:lnTo>
                    <a:pt x="398869" y="4234"/>
                  </a:lnTo>
                  <a:cubicBezTo>
                    <a:pt x="410091" y="-1411"/>
                    <a:pt x="423323" y="-1411"/>
                    <a:pt x="434546" y="4234"/>
                  </a:cubicBezTo>
                  <a:lnTo>
                    <a:pt x="811664" y="192793"/>
                  </a:lnTo>
                  <a:cubicBezTo>
                    <a:pt x="831279" y="202583"/>
                    <a:pt x="839243" y="226422"/>
                    <a:pt x="829453" y="246038"/>
                  </a:cubicBezTo>
                  <a:cubicBezTo>
                    <a:pt x="825701" y="253554"/>
                    <a:pt x="819668" y="259685"/>
                    <a:pt x="812210" y="263552"/>
                  </a:cubicBezTo>
                  <a:lnTo>
                    <a:pt x="435092" y="457072"/>
                  </a:lnTo>
                  <a:cubicBezTo>
                    <a:pt x="429427" y="459975"/>
                    <a:pt x="423147" y="461472"/>
                    <a:pt x="416782" y="461439"/>
                  </a:cubicBezTo>
                  <a:close/>
                  <a:moveTo>
                    <a:pt x="127443" y="230852"/>
                  </a:moveTo>
                  <a:lnTo>
                    <a:pt x="416683" y="377183"/>
                  </a:lnTo>
                  <a:lnTo>
                    <a:pt x="706071" y="228668"/>
                  </a:lnTo>
                  <a:lnTo>
                    <a:pt x="416931" y="8412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3" name="Picture Placeholder 47">
            <a:extLst>
              <a:ext uri="{FF2B5EF4-FFF2-40B4-BE49-F238E27FC236}">
                <a16:creationId xmlns:a16="http://schemas.microsoft.com/office/drawing/2014/main" id="{E8F140B8-82B1-4C40-9AD5-1CF233FFC732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27" y="2632983"/>
            <a:ext cx="812467" cy="645068"/>
            <a:chOff x="1518327" y="2632983"/>
            <a:chExt cx="812467" cy="645068"/>
          </a:xfrm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8DA873A-5805-4142-AD29-575211D1114F}"/>
                </a:ext>
              </a:extLst>
            </p:cNvPr>
            <p:cNvSpPr/>
            <p:nvPr/>
          </p:nvSpPr>
          <p:spPr>
            <a:xfrm>
              <a:off x="1518327" y="2740970"/>
              <a:ext cx="810681" cy="425435"/>
            </a:xfrm>
            <a:custGeom>
              <a:avLst/>
              <a:gdLst>
                <a:gd name="connsiteX0" fmla="*/ 124299 w 810681"/>
                <a:gd name="connsiteY0" fmla="*/ 425435 h 425435"/>
                <a:gd name="connsiteX1" fmla="*/ 5210 w 810681"/>
                <a:gd name="connsiteY1" fmla="*/ 371647 h 425435"/>
                <a:gd name="connsiteX2" fmla="*/ 92939 w 810681"/>
                <a:gd name="connsiteY2" fmla="*/ 219708 h 425435"/>
                <a:gd name="connsiteX3" fmla="*/ 148415 w 810681"/>
                <a:gd name="connsiteY3" fmla="*/ 228739 h 425435"/>
                <a:gd name="connsiteX4" fmla="*/ 139384 w 810681"/>
                <a:gd name="connsiteY4" fmla="*/ 284215 h 425435"/>
                <a:gd name="connsiteX5" fmla="*/ 80683 w 810681"/>
                <a:gd name="connsiteY5" fmla="*/ 340981 h 425435"/>
                <a:gd name="connsiteX6" fmla="*/ 189848 w 810681"/>
                <a:gd name="connsiteY6" fmla="*/ 340435 h 425435"/>
                <a:gd name="connsiteX7" fmla="*/ 428326 w 810681"/>
                <a:gd name="connsiteY7" fmla="*/ 272405 h 425435"/>
                <a:gd name="connsiteX8" fmla="*/ 649287 w 810681"/>
                <a:gd name="connsiteY8" fmla="*/ 159766 h 425435"/>
                <a:gd name="connsiteX9" fmla="*/ 729524 w 810681"/>
                <a:gd name="connsiteY9" fmla="*/ 85683 h 425435"/>
                <a:gd name="connsiteX10" fmla="*/ 642588 w 810681"/>
                <a:gd name="connsiteY10" fmla="*/ 82953 h 425435"/>
                <a:gd name="connsiteX11" fmla="*/ 597929 w 810681"/>
                <a:gd name="connsiteY11" fmla="*/ 48666 h 425435"/>
                <a:gd name="connsiteX12" fmla="*/ 632217 w 810681"/>
                <a:gd name="connsiteY12" fmla="*/ 4007 h 425435"/>
                <a:gd name="connsiteX13" fmla="*/ 805890 w 810681"/>
                <a:gd name="connsiteY13" fmla="*/ 56754 h 425435"/>
                <a:gd name="connsiteX14" fmla="*/ 712404 w 810681"/>
                <a:gd name="connsiteY14" fmla="*/ 212315 h 425435"/>
                <a:gd name="connsiteX15" fmla="*/ 457652 w 810681"/>
                <a:gd name="connsiteY15" fmla="*/ 346291 h 425435"/>
                <a:gd name="connsiteX16" fmla="*/ 180073 w 810681"/>
                <a:gd name="connsiteY16" fmla="*/ 421912 h 425435"/>
                <a:gd name="connsiteX17" fmla="*/ 124299 w 810681"/>
                <a:gd name="connsiteY17" fmla="*/ 425435 h 4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0681" h="425435">
                  <a:moveTo>
                    <a:pt x="124299" y="425435"/>
                  </a:moveTo>
                  <a:cubicBezTo>
                    <a:pt x="59247" y="425435"/>
                    <a:pt x="19252" y="407423"/>
                    <a:pt x="5210" y="371647"/>
                  </a:cubicBezTo>
                  <a:cubicBezTo>
                    <a:pt x="-21983" y="302575"/>
                    <a:pt x="64755" y="240201"/>
                    <a:pt x="92939" y="219708"/>
                  </a:cubicBezTo>
                  <a:cubicBezTo>
                    <a:pt x="110752" y="206883"/>
                    <a:pt x="135590" y="210926"/>
                    <a:pt x="148415" y="228739"/>
                  </a:cubicBezTo>
                  <a:cubicBezTo>
                    <a:pt x="161241" y="246552"/>
                    <a:pt x="157197" y="271390"/>
                    <a:pt x="139384" y="284215"/>
                  </a:cubicBezTo>
                  <a:cubicBezTo>
                    <a:pt x="96164" y="315377"/>
                    <a:pt x="84057" y="333836"/>
                    <a:pt x="80683" y="340981"/>
                  </a:cubicBezTo>
                  <a:cubicBezTo>
                    <a:pt x="92195" y="345397"/>
                    <a:pt x="124399" y="350409"/>
                    <a:pt x="189848" y="340435"/>
                  </a:cubicBezTo>
                  <a:cubicBezTo>
                    <a:pt x="258871" y="329916"/>
                    <a:pt x="343673" y="305701"/>
                    <a:pt x="428326" y="272405"/>
                  </a:cubicBezTo>
                  <a:cubicBezTo>
                    <a:pt x="512979" y="239110"/>
                    <a:pt x="591578" y="199066"/>
                    <a:pt x="649287" y="159766"/>
                  </a:cubicBezTo>
                  <a:cubicBezTo>
                    <a:pt x="704217" y="122352"/>
                    <a:pt x="724264" y="96649"/>
                    <a:pt x="729524" y="85683"/>
                  </a:cubicBezTo>
                  <a:cubicBezTo>
                    <a:pt x="722031" y="82209"/>
                    <a:pt x="699255" y="75461"/>
                    <a:pt x="642588" y="82953"/>
                  </a:cubicBezTo>
                  <a:cubicBezTo>
                    <a:pt x="620790" y="85817"/>
                    <a:pt x="600793" y="70466"/>
                    <a:pt x="597929" y="48666"/>
                  </a:cubicBezTo>
                  <a:cubicBezTo>
                    <a:pt x="595066" y="26865"/>
                    <a:pt x="610419" y="6871"/>
                    <a:pt x="632217" y="4007"/>
                  </a:cubicBezTo>
                  <a:cubicBezTo>
                    <a:pt x="728531" y="-8746"/>
                    <a:pt x="786935" y="8969"/>
                    <a:pt x="805890" y="56754"/>
                  </a:cubicBezTo>
                  <a:cubicBezTo>
                    <a:pt x="823605" y="101760"/>
                    <a:pt x="792145" y="154110"/>
                    <a:pt x="712404" y="212315"/>
                  </a:cubicBezTo>
                  <a:cubicBezTo>
                    <a:pt x="648195" y="259206"/>
                    <a:pt x="557737" y="306594"/>
                    <a:pt x="457652" y="346291"/>
                  </a:cubicBezTo>
                  <a:cubicBezTo>
                    <a:pt x="357567" y="385987"/>
                    <a:pt x="259169" y="412484"/>
                    <a:pt x="180073" y="421912"/>
                  </a:cubicBezTo>
                  <a:cubicBezTo>
                    <a:pt x="161570" y="424210"/>
                    <a:pt x="142944" y="425386"/>
                    <a:pt x="124299" y="42543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EBFA6740-6D08-694C-AFB8-4705F7666048}"/>
                </a:ext>
              </a:extLst>
            </p:cNvPr>
            <p:cNvSpPr/>
            <p:nvPr/>
          </p:nvSpPr>
          <p:spPr>
            <a:xfrm>
              <a:off x="1601392" y="2632983"/>
              <a:ext cx="645069" cy="645068"/>
            </a:xfrm>
            <a:custGeom>
              <a:avLst/>
              <a:gdLst>
                <a:gd name="connsiteX0" fmla="*/ 322535 w 645069"/>
                <a:gd name="connsiteY0" fmla="*/ 645069 h 645068"/>
                <a:gd name="connsiteX1" fmla="*/ 0 w 645069"/>
                <a:gd name="connsiteY1" fmla="*/ 322534 h 645068"/>
                <a:gd name="connsiteX2" fmla="*/ 322535 w 645069"/>
                <a:gd name="connsiteY2" fmla="*/ 0 h 645068"/>
                <a:gd name="connsiteX3" fmla="*/ 645070 w 645069"/>
                <a:gd name="connsiteY3" fmla="*/ 322534 h 645068"/>
                <a:gd name="connsiteX4" fmla="*/ 322535 w 645069"/>
                <a:gd name="connsiteY4" fmla="*/ 645069 h 645068"/>
                <a:gd name="connsiteX5" fmla="*/ 322535 w 645069"/>
                <a:gd name="connsiteY5" fmla="*/ 79393 h 645068"/>
                <a:gd name="connsiteX6" fmla="*/ 79393 w 645069"/>
                <a:gd name="connsiteY6" fmla="*/ 322534 h 645068"/>
                <a:gd name="connsiteX7" fmla="*/ 322535 w 645069"/>
                <a:gd name="connsiteY7" fmla="*/ 565676 h 645068"/>
                <a:gd name="connsiteX8" fmla="*/ 565677 w 645069"/>
                <a:gd name="connsiteY8" fmla="*/ 322534 h 645068"/>
                <a:gd name="connsiteX9" fmla="*/ 322535 w 645069"/>
                <a:gd name="connsiteY9" fmla="*/ 79393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5069" h="645068">
                  <a:moveTo>
                    <a:pt x="322535" y="645069"/>
                  </a:moveTo>
                  <a:cubicBezTo>
                    <a:pt x="144404" y="645069"/>
                    <a:pt x="0" y="500668"/>
                    <a:pt x="0" y="322534"/>
                  </a:cubicBezTo>
                  <a:cubicBezTo>
                    <a:pt x="0" y="144404"/>
                    <a:pt x="144404" y="0"/>
                    <a:pt x="322535" y="0"/>
                  </a:cubicBezTo>
                  <a:cubicBezTo>
                    <a:pt x="500668" y="0"/>
                    <a:pt x="645070" y="144404"/>
                    <a:pt x="645070" y="322534"/>
                  </a:cubicBezTo>
                  <a:cubicBezTo>
                    <a:pt x="644876" y="500588"/>
                    <a:pt x="500589" y="644875"/>
                    <a:pt x="322535" y="645069"/>
                  </a:cubicBezTo>
                  <a:close/>
                  <a:moveTo>
                    <a:pt x="322535" y="79393"/>
                  </a:moveTo>
                  <a:cubicBezTo>
                    <a:pt x="188251" y="79393"/>
                    <a:pt x="79393" y="188251"/>
                    <a:pt x="79393" y="322534"/>
                  </a:cubicBezTo>
                  <a:cubicBezTo>
                    <a:pt x="79393" y="456818"/>
                    <a:pt x="188251" y="565676"/>
                    <a:pt x="322535" y="565676"/>
                  </a:cubicBezTo>
                  <a:cubicBezTo>
                    <a:pt x="456818" y="565676"/>
                    <a:pt x="565677" y="456818"/>
                    <a:pt x="565677" y="322534"/>
                  </a:cubicBezTo>
                  <a:cubicBezTo>
                    <a:pt x="565538" y="188308"/>
                    <a:pt x="456764" y="79530"/>
                    <a:pt x="32253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A9E6A4E-F596-1246-B742-8D7DFFA21A85}"/>
                </a:ext>
              </a:extLst>
            </p:cNvPr>
            <p:cNvSpPr/>
            <p:nvPr/>
          </p:nvSpPr>
          <p:spPr>
            <a:xfrm>
              <a:off x="1523143" y="2770491"/>
              <a:ext cx="807651" cy="393929"/>
            </a:xfrm>
            <a:custGeom>
              <a:avLst/>
              <a:gdLst>
                <a:gd name="connsiteX0" fmla="*/ 121716 w 807651"/>
                <a:gd name="connsiteY0" fmla="*/ 393930 h 393929"/>
                <a:gd name="connsiteX1" fmla="*/ 2627 w 807651"/>
                <a:gd name="connsiteY1" fmla="*/ 340141 h 393929"/>
                <a:gd name="connsiteX2" fmla="*/ 25535 w 807651"/>
                <a:gd name="connsiteY2" fmla="*/ 288888 h 393929"/>
                <a:gd name="connsiteX3" fmla="*/ 75123 w 807651"/>
                <a:gd name="connsiteY3" fmla="*/ 308036 h 393929"/>
                <a:gd name="connsiteX4" fmla="*/ 187117 w 807651"/>
                <a:gd name="connsiteY4" fmla="*/ 308880 h 393929"/>
                <a:gd name="connsiteX5" fmla="*/ 425594 w 807651"/>
                <a:gd name="connsiteY5" fmla="*/ 240800 h 393929"/>
                <a:gd name="connsiteX6" fmla="*/ 646505 w 807651"/>
                <a:gd name="connsiteY6" fmla="*/ 127963 h 393929"/>
                <a:gd name="connsiteX7" fmla="*/ 727883 w 807651"/>
                <a:gd name="connsiteY7" fmla="*/ 51100 h 393929"/>
                <a:gd name="connsiteX8" fmla="*/ 754515 w 807651"/>
                <a:gd name="connsiteY8" fmla="*/ 1679 h 393929"/>
                <a:gd name="connsiteX9" fmla="*/ 802860 w 807651"/>
                <a:gd name="connsiteY9" fmla="*/ 25198 h 393929"/>
                <a:gd name="connsiteX10" fmla="*/ 709375 w 807651"/>
                <a:gd name="connsiteY10" fmla="*/ 180809 h 393929"/>
                <a:gd name="connsiteX11" fmla="*/ 454622 w 807651"/>
                <a:gd name="connsiteY11" fmla="*/ 314487 h 393929"/>
                <a:gd name="connsiteX12" fmla="*/ 177044 w 807651"/>
                <a:gd name="connsiteY12" fmla="*/ 390159 h 393929"/>
                <a:gd name="connsiteX13" fmla="*/ 121716 w 807651"/>
                <a:gd name="connsiteY13" fmla="*/ 393930 h 393929"/>
                <a:gd name="connsiteX14" fmla="*/ 728975 w 807651"/>
                <a:gd name="connsiteY14" fmla="*/ 54475 h 393929"/>
                <a:gd name="connsiteX15" fmla="*/ 728975 w 807651"/>
                <a:gd name="connsiteY15" fmla="*/ 54475 h 393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7651" h="393929">
                  <a:moveTo>
                    <a:pt x="121716" y="393930"/>
                  </a:moveTo>
                  <a:cubicBezTo>
                    <a:pt x="56664" y="393930"/>
                    <a:pt x="16719" y="375917"/>
                    <a:pt x="2627" y="340141"/>
                  </a:cubicBezTo>
                  <a:cubicBezTo>
                    <a:pt x="-5200" y="319663"/>
                    <a:pt x="5056" y="296713"/>
                    <a:pt x="25535" y="288888"/>
                  </a:cubicBezTo>
                  <a:cubicBezTo>
                    <a:pt x="44529" y="281628"/>
                    <a:pt x="65937" y="289895"/>
                    <a:pt x="75123" y="308036"/>
                  </a:cubicBezTo>
                  <a:cubicBezTo>
                    <a:pt x="83062" y="312552"/>
                    <a:pt x="114819" y="319896"/>
                    <a:pt x="187117" y="308880"/>
                  </a:cubicBezTo>
                  <a:cubicBezTo>
                    <a:pt x="256089" y="298311"/>
                    <a:pt x="340941" y="274145"/>
                    <a:pt x="425594" y="240800"/>
                  </a:cubicBezTo>
                  <a:cubicBezTo>
                    <a:pt x="510247" y="207455"/>
                    <a:pt x="588797" y="167659"/>
                    <a:pt x="646505" y="127963"/>
                  </a:cubicBezTo>
                  <a:cubicBezTo>
                    <a:pt x="706944" y="86827"/>
                    <a:pt x="725204" y="59834"/>
                    <a:pt x="727883" y="51100"/>
                  </a:cubicBezTo>
                  <a:cubicBezTo>
                    <a:pt x="721592" y="30099"/>
                    <a:pt x="733510" y="7973"/>
                    <a:pt x="754515" y="1679"/>
                  </a:cubicBezTo>
                  <a:cubicBezTo>
                    <a:pt x="774294" y="-4249"/>
                    <a:pt x="795313" y="5977"/>
                    <a:pt x="802860" y="25198"/>
                  </a:cubicBezTo>
                  <a:cubicBezTo>
                    <a:pt x="820575" y="70254"/>
                    <a:pt x="789115" y="122604"/>
                    <a:pt x="709375" y="180809"/>
                  </a:cubicBezTo>
                  <a:cubicBezTo>
                    <a:pt x="645166" y="227651"/>
                    <a:pt x="554707" y="275088"/>
                    <a:pt x="454622" y="314487"/>
                  </a:cubicBezTo>
                  <a:cubicBezTo>
                    <a:pt x="354537" y="353886"/>
                    <a:pt x="256139" y="380731"/>
                    <a:pt x="177044" y="390159"/>
                  </a:cubicBezTo>
                  <a:cubicBezTo>
                    <a:pt x="158691" y="392496"/>
                    <a:pt x="140217" y="393756"/>
                    <a:pt x="121716" y="393930"/>
                  </a:cubicBezTo>
                  <a:close/>
                  <a:moveTo>
                    <a:pt x="728975" y="54475"/>
                  </a:moveTo>
                  <a:lnTo>
                    <a:pt x="728975" y="5447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1" name="Picture Placeholder 49">
            <a:extLst>
              <a:ext uri="{FF2B5EF4-FFF2-40B4-BE49-F238E27FC236}">
                <a16:creationId xmlns:a16="http://schemas.microsoft.com/office/drawing/2014/main" id="{6641934A-479E-43D2-9452-601BFBB038D4}"/>
              </a:ext>
            </a:extLst>
          </p:cNvPr>
          <p:cNvGrpSpPr>
            <a:grpSpLocks noChangeAspect="1"/>
          </p:cNvGrpSpPr>
          <p:nvPr/>
        </p:nvGrpSpPr>
        <p:grpSpPr>
          <a:xfrm>
            <a:off x="2825712" y="2586538"/>
            <a:ext cx="833132" cy="737908"/>
            <a:chOff x="2825712" y="2586538"/>
            <a:chExt cx="833132" cy="737908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E8D540F-AF25-0A44-9FA0-66BA09C0AE71}"/>
                </a:ext>
              </a:extLst>
            </p:cNvPr>
            <p:cNvSpPr/>
            <p:nvPr/>
          </p:nvSpPr>
          <p:spPr>
            <a:xfrm>
              <a:off x="3111726" y="2586538"/>
              <a:ext cx="256539" cy="256538"/>
            </a:xfrm>
            <a:custGeom>
              <a:avLst/>
              <a:gdLst>
                <a:gd name="connsiteX0" fmla="*/ 128071 w 256539"/>
                <a:gd name="connsiteY0" fmla="*/ 256539 h 256538"/>
                <a:gd name="connsiteX1" fmla="*/ 0 w 256539"/>
                <a:gd name="connsiteY1" fmla="*/ 128071 h 256538"/>
                <a:gd name="connsiteX2" fmla="*/ 128468 w 256539"/>
                <a:gd name="connsiteY2" fmla="*/ 0 h 256538"/>
                <a:gd name="connsiteX3" fmla="*/ 256539 w 256539"/>
                <a:gd name="connsiteY3" fmla="*/ 128319 h 256538"/>
                <a:gd name="connsiteX4" fmla="*/ 128071 w 256539"/>
                <a:gd name="connsiteY4" fmla="*/ 256539 h 256538"/>
                <a:gd name="connsiteX5" fmla="*/ 128071 w 256539"/>
                <a:gd name="connsiteY5" fmla="*/ 79442 h 256538"/>
                <a:gd name="connsiteX6" fmla="*/ 79394 w 256539"/>
                <a:gd name="connsiteY6" fmla="*/ 128517 h 256538"/>
                <a:gd name="connsiteX7" fmla="*/ 128468 w 256539"/>
                <a:gd name="connsiteY7" fmla="*/ 177194 h 256538"/>
                <a:gd name="connsiteX8" fmla="*/ 177146 w 256539"/>
                <a:gd name="connsiteY8" fmla="*/ 128319 h 256538"/>
                <a:gd name="connsiteX9" fmla="*/ 128171 w 256539"/>
                <a:gd name="connsiteY9" fmla="*/ 79442 h 256538"/>
                <a:gd name="connsiteX10" fmla="*/ 128071 w 256539"/>
                <a:gd name="connsiteY10" fmla="*/ 79442 h 25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39" h="256538">
                  <a:moveTo>
                    <a:pt x="128071" y="256539"/>
                  </a:moveTo>
                  <a:cubicBezTo>
                    <a:pt x="57230" y="256429"/>
                    <a:pt x="-109" y="198912"/>
                    <a:pt x="0" y="128071"/>
                  </a:cubicBezTo>
                  <a:cubicBezTo>
                    <a:pt x="110" y="57230"/>
                    <a:pt x="57627" y="-110"/>
                    <a:pt x="128468" y="0"/>
                  </a:cubicBezTo>
                  <a:cubicBezTo>
                    <a:pt x="199252" y="109"/>
                    <a:pt x="256569" y="57536"/>
                    <a:pt x="256539" y="128319"/>
                  </a:cubicBezTo>
                  <a:cubicBezTo>
                    <a:pt x="256455" y="199195"/>
                    <a:pt x="198950" y="256594"/>
                    <a:pt x="128071" y="256539"/>
                  </a:cubicBezTo>
                  <a:close/>
                  <a:moveTo>
                    <a:pt x="128071" y="79442"/>
                  </a:moveTo>
                  <a:cubicBezTo>
                    <a:pt x="101078" y="79552"/>
                    <a:pt x="79284" y="101524"/>
                    <a:pt x="79394" y="128517"/>
                  </a:cubicBezTo>
                  <a:cubicBezTo>
                    <a:pt x="79503" y="155510"/>
                    <a:pt x="101475" y="177304"/>
                    <a:pt x="128468" y="177194"/>
                  </a:cubicBezTo>
                  <a:cubicBezTo>
                    <a:pt x="155384" y="177085"/>
                    <a:pt x="177146" y="155235"/>
                    <a:pt x="177146" y="128319"/>
                  </a:cubicBezTo>
                  <a:cubicBezTo>
                    <a:pt x="177119" y="101298"/>
                    <a:pt x="155192" y="79415"/>
                    <a:pt x="128171" y="79442"/>
                  </a:cubicBezTo>
                  <a:cubicBezTo>
                    <a:pt x="128138" y="79442"/>
                    <a:pt x="128105" y="79442"/>
                    <a:pt x="128071" y="794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0DAAA85-2C6A-774C-A393-6F38ED71D650}"/>
                </a:ext>
              </a:extLst>
            </p:cNvPr>
            <p:cNvSpPr/>
            <p:nvPr/>
          </p:nvSpPr>
          <p:spPr>
            <a:xfrm>
              <a:off x="3024145" y="2820698"/>
              <a:ext cx="431700" cy="315091"/>
            </a:xfrm>
            <a:custGeom>
              <a:avLst/>
              <a:gdLst>
                <a:gd name="connsiteX0" fmla="*/ 392004 w 431700"/>
                <a:gd name="connsiteY0" fmla="*/ 315091 h 315091"/>
                <a:gd name="connsiteX1" fmla="*/ 352307 w 431700"/>
                <a:gd name="connsiteY1" fmla="*/ 275395 h 315091"/>
                <a:gd name="connsiteX2" fmla="*/ 352307 w 431700"/>
                <a:gd name="connsiteY2" fmla="*/ 215850 h 315091"/>
                <a:gd name="connsiteX3" fmla="*/ 215850 w 431700"/>
                <a:gd name="connsiteY3" fmla="*/ 79393 h 315091"/>
                <a:gd name="connsiteX4" fmla="*/ 79393 w 431700"/>
                <a:gd name="connsiteY4" fmla="*/ 215850 h 315091"/>
                <a:gd name="connsiteX5" fmla="*/ 79393 w 431700"/>
                <a:gd name="connsiteY5" fmla="*/ 275395 h 315091"/>
                <a:gd name="connsiteX6" fmla="*/ 39697 w 431700"/>
                <a:gd name="connsiteY6" fmla="*/ 315091 h 315091"/>
                <a:gd name="connsiteX7" fmla="*/ 0 w 431700"/>
                <a:gd name="connsiteY7" fmla="*/ 275395 h 315091"/>
                <a:gd name="connsiteX8" fmla="*/ 0 w 431700"/>
                <a:gd name="connsiteY8" fmla="*/ 215850 h 315091"/>
                <a:gd name="connsiteX9" fmla="*/ 215850 w 431700"/>
                <a:gd name="connsiteY9" fmla="*/ 0 h 315091"/>
                <a:gd name="connsiteX10" fmla="*/ 431700 w 431700"/>
                <a:gd name="connsiteY10" fmla="*/ 215850 h 315091"/>
                <a:gd name="connsiteX11" fmla="*/ 431700 w 431700"/>
                <a:gd name="connsiteY11" fmla="*/ 275395 h 315091"/>
                <a:gd name="connsiteX12" fmla="*/ 392004 w 431700"/>
                <a:gd name="connsiteY12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700" h="315091">
                  <a:moveTo>
                    <a:pt x="392004" y="315091"/>
                  </a:moveTo>
                  <a:cubicBezTo>
                    <a:pt x="370081" y="315091"/>
                    <a:pt x="352307" y="297317"/>
                    <a:pt x="352307" y="275395"/>
                  </a:cubicBezTo>
                  <a:lnTo>
                    <a:pt x="352307" y="215850"/>
                  </a:lnTo>
                  <a:cubicBezTo>
                    <a:pt x="352307" y="140487"/>
                    <a:pt x="291214" y="79393"/>
                    <a:pt x="215850" y="79393"/>
                  </a:cubicBezTo>
                  <a:cubicBezTo>
                    <a:pt x="140487" y="79393"/>
                    <a:pt x="79393" y="140487"/>
                    <a:pt x="79393" y="215850"/>
                  </a:cubicBezTo>
                  <a:lnTo>
                    <a:pt x="79393" y="275395"/>
                  </a:lnTo>
                  <a:cubicBezTo>
                    <a:pt x="79393" y="297317"/>
                    <a:pt x="61621" y="315091"/>
                    <a:pt x="39697" y="315091"/>
                  </a:cubicBezTo>
                  <a:cubicBezTo>
                    <a:pt x="17773" y="315091"/>
                    <a:pt x="0" y="297317"/>
                    <a:pt x="0" y="275395"/>
                  </a:cubicBezTo>
                  <a:lnTo>
                    <a:pt x="0" y="215850"/>
                  </a:lnTo>
                  <a:cubicBezTo>
                    <a:pt x="0" y="96639"/>
                    <a:pt x="96639" y="0"/>
                    <a:pt x="215850" y="0"/>
                  </a:cubicBezTo>
                  <a:cubicBezTo>
                    <a:pt x="335059" y="0"/>
                    <a:pt x="431700" y="96639"/>
                    <a:pt x="431700" y="215850"/>
                  </a:cubicBezTo>
                  <a:lnTo>
                    <a:pt x="431700" y="275395"/>
                  </a:lnTo>
                  <a:cubicBezTo>
                    <a:pt x="431700" y="297317"/>
                    <a:pt x="413926" y="315091"/>
                    <a:pt x="392004" y="3150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E42BBEB-5535-1C42-9FDF-C9D419BF0350}"/>
                </a:ext>
              </a:extLst>
            </p:cNvPr>
            <p:cNvSpPr/>
            <p:nvPr/>
          </p:nvSpPr>
          <p:spPr>
            <a:xfrm>
              <a:off x="2891013" y="2857318"/>
              <a:ext cx="221606" cy="221606"/>
            </a:xfrm>
            <a:custGeom>
              <a:avLst/>
              <a:gdLst>
                <a:gd name="connsiteX0" fmla="*/ 110853 w 221606"/>
                <a:gd name="connsiteY0" fmla="*/ 221606 h 221606"/>
                <a:gd name="connsiteX1" fmla="*/ 0 w 221606"/>
                <a:gd name="connsiteY1" fmla="*/ 110853 h 221606"/>
                <a:gd name="connsiteX2" fmla="*/ 110754 w 221606"/>
                <a:gd name="connsiteY2" fmla="*/ 0 h 221606"/>
                <a:gd name="connsiteX3" fmla="*/ 221606 w 221606"/>
                <a:gd name="connsiteY3" fmla="*/ 110753 h 221606"/>
                <a:gd name="connsiteX4" fmla="*/ 221606 w 221606"/>
                <a:gd name="connsiteY4" fmla="*/ 110853 h 221606"/>
                <a:gd name="connsiteX5" fmla="*/ 110853 w 221606"/>
                <a:gd name="connsiteY5" fmla="*/ 221606 h 221606"/>
                <a:gd name="connsiteX6" fmla="*/ 110853 w 221606"/>
                <a:gd name="connsiteY6" fmla="*/ 79443 h 221606"/>
                <a:gd name="connsiteX7" fmla="*/ 79393 w 221606"/>
                <a:gd name="connsiteY7" fmla="*/ 110803 h 221606"/>
                <a:gd name="connsiteX8" fmla="*/ 110754 w 221606"/>
                <a:gd name="connsiteY8" fmla="*/ 142263 h 221606"/>
                <a:gd name="connsiteX9" fmla="*/ 142213 w 221606"/>
                <a:gd name="connsiteY9" fmla="*/ 110902 h 221606"/>
                <a:gd name="connsiteX10" fmla="*/ 142213 w 221606"/>
                <a:gd name="connsiteY10" fmla="*/ 110853 h 221606"/>
                <a:gd name="connsiteX11" fmla="*/ 110853 w 221606"/>
                <a:gd name="connsiteY11" fmla="*/ 79443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0853" y="221606"/>
                  </a:moveTo>
                  <a:cubicBezTo>
                    <a:pt x="49658" y="221636"/>
                    <a:pt x="27" y="172050"/>
                    <a:pt x="0" y="110853"/>
                  </a:cubicBezTo>
                  <a:cubicBezTo>
                    <a:pt x="-27" y="49658"/>
                    <a:pt x="49559" y="27"/>
                    <a:pt x="110754" y="0"/>
                  </a:cubicBezTo>
                  <a:cubicBezTo>
                    <a:pt x="171948" y="-27"/>
                    <a:pt x="221579" y="49559"/>
                    <a:pt x="221606" y="110753"/>
                  </a:cubicBezTo>
                  <a:cubicBezTo>
                    <a:pt x="221606" y="110787"/>
                    <a:pt x="221606" y="110819"/>
                    <a:pt x="221606" y="110853"/>
                  </a:cubicBezTo>
                  <a:cubicBezTo>
                    <a:pt x="221552" y="171995"/>
                    <a:pt x="171997" y="221551"/>
                    <a:pt x="110853" y="221606"/>
                  </a:cubicBezTo>
                  <a:close/>
                  <a:moveTo>
                    <a:pt x="110853" y="79443"/>
                  </a:moveTo>
                  <a:cubicBezTo>
                    <a:pt x="93505" y="79415"/>
                    <a:pt x="79420" y="93456"/>
                    <a:pt x="79393" y="110803"/>
                  </a:cubicBezTo>
                  <a:cubicBezTo>
                    <a:pt x="79366" y="128150"/>
                    <a:pt x="93406" y="142235"/>
                    <a:pt x="110754" y="142263"/>
                  </a:cubicBezTo>
                  <a:cubicBezTo>
                    <a:pt x="128101" y="142290"/>
                    <a:pt x="142186" y="128249"/>
                    <a:pt x="142213" y="110902"/>
                  </a:cubicBezTo>
                  <a:cubicBezTo>
                    <a:pt x="142213" y="110886"/>
                    <a:pt x="142213" y="110869"/>
                    <a:pt x="142213" y="110853"/>
                  </a:cubicBezTo>
                  <a:cubicBezTo>
                    <a:pt x="142186" y="93536"/>
                    <a:pt x="128169" y="79497"/>
                    <a:pt x="110853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FB01E32-3DCB-B64F-B711-6DF71E71C4A3}"/>
                </a:ext>
              </a:extLst>
            </p:cNvPr>
            <p:cNvSpPr/>
            <p:nvPr/>
          </p:nvSpPr>
          <p:spPr>
            <a:xfrm>
              <a:off x="2825712" y="3055751"/>
              <a:ext cx="362231" cy="268696"/>
            </a:xfrm>
            <a:custGeom>
              <a:avLst/>
              <a:gdLst>
                <a:gd name="connsiteX0" fmla="*/ 322535 w 362231"/>
                <a:gd name="connsiteY0" fmla="*/ 268696 h 268696"/>
                <a:gd name="connsiteX1" fmla="*/ 282838 w 362231"/>
                <a:gd name="connsiteY1" fmla="*/ 229000 h 268696"/>
                <a:gd name="connsiteX2" fmla="*/ 282838 w 362231"/>
                <a:gd name="connsiteY2" fmla="*/ 181116 h 268696"/>
                <a:gd name="connsiteX3" fmla="*/ 181116 w 362231"/>
                <a:gd name="connsiteY3" fmla="*/ 79393 h 268696"/>
                <a:gd name="connsiteX4" fmla="*/ 79393 w 362231"/>
                <a:gd name="connsiteY4" fmla="*/ 181116 h 268696"/>
                <a:gd name="connsiteX5" fmla="*/ 79393 w 362231"/>
                <a:gd name="connsiteY5" fmla="*/ 229000 h 268696"/>
                <a:gd name="connsiteX6" fmla="*/ 39697 w 362231"/>
                <a:gd name="connsiteY6" fmla="*/ 268696 h 268696"/>
                <a:gd name="connsiteX7" fmla="*/ 0 w 362231"/>
                <a:gd name="connsiteY7" fmla="*/ 229000 h 268696"/>
                <a:gd name="connsiteX8" fmla="*/ 0 w 362231"/>
                <a:gd name="connsiteY8" fmla="*/ 181116 h 268696"/>
                <a:gd name="connsiteX9" fmla="*/ 181116 w 362231"/>
                <a:gd name="connsiteY9" fmla="*/ 0 h 268696"/>
                <a:gd name="connsiteX10" fmla="*/ 362231 w 362231"/>
                <a:gd name="connsiteY10" fmla="*/ 181116 h 268696"/>
                <a:gd name="connsiteX11" fmla="*/ 362231 w 362231"/>
                <a:gd name="connsiteY11" fmla="*/ 229000 h 268696"/>
                <a:gd name="connsiteX12" fmla="*/ 322535 w 362231"/>
                <a:gd name="connsiteY12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696">
                  <a:moveTo>
                    <a:pt x="322535" y="268696"/>
                  </a:moveTo>
                  <a:cubicBezTo>
                    <a:pt x="300611" y="268696"/>
                    <a:pt x="282838" y="250922"/>
                    <a:pt x="282838" y="229000"/>
                  </a:cubicBezTo>
                  <a:lnTo>
                    <a:pt x="282838" y="181116"/>
                  </a:lnTo>
                  <a:cubicBezTo>
                    <a:pt x="282838" y="124935"/>
                    <a:pt x="237295" y="79393"/>
                    <a:pt x="181116" y="79393"/>
                  </a:cubicBezTo>
                  <a:cubicBezTo>
                    <a:pt x="124936" y="79393"/>
                    <a:pt x="79393" y="124935"/>
                    <a:pt x="79393" y="181116"/>
                  </a:cubicBezTo>
                  <a:lnTo>
                    <a:pt x="79393" y="229000"/>
                  </a:lnTo>
                  <a:cubicBezTo>
                    <a:pt x="79393" y="250922"/>
                    <a:pt x="61621" y="268696"/>
                    <a:pt x="39697" y="268696"/>
                  </a:cubicBezTo>
                  <a:cubicBezTo>
                    <a:pt x="17773" y="268696"/>
                    <a:pt x="0" y="250922"/>
                    <a:pt x="0" y="229000"/>
                  </a:cubicBezTo>
                  <a:lnTo>
                    <a:pt x="0" y="181116"/>
                  </a:lnTo>
                  <a:cubicBezTo>
                    <a:pt x="0" y="81090"/>
                    <a:pt x="81088" y="0"/>
                    <a:pt x="181116" y="0"/>
                  </a:cubicBezTo>
                  <a:cubicBezTo>
                    <a:pt x="281143" y="0"/>
                    <a:pt x="362231" y="81090"/>
                    <a:pt x="362231" y="181116"/>
                  </a:cubicBezTo>
                  <a:lnTo>
                    <a:pt x="362231" y="229000"/>
                  </a:lnTo>
                  <a:cubicBezTo>
                    <a:pt x="362231" y="250922"/>
                    <a:pt x="344459" y="268696"/>
                    <a:pt x="322535" y="26869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2DB76DA0-B8C2-7142-AB0C-950C84C3AB66}"/>
                </a:ext>
              </a:extLst>
            </p:cNvPr>
            <p:cNvSpPr/>
            <p:nvPr/>
          </p:nvSpPr>
          <p:spPr>
            <a:xfrm>
              <a:off x="3366925" y="2857219"/>
              <a:ext cx="221606" cy="221606"/>
            </a:xfrm>
            <a:custGeom>
              <a:avLst/>
              <a:gdLst>
                <a:gd name="connsiteX0" fmla="*/ 111052 w 221606"/>
                <a:gd name="connsiteY0" fmla="*/ 221606 h 221606"/>
                <a:gd name="connsiteX1" fmla="*/ 0 w 221606"/>
                <a:gd name="connsiteY1" fmla="*/ 111051 h 221606"/>
                <a:gd name="connsiteX2" fmla="*/ 110555 w 221606"/>
                <a:gd name="connsiteY2" fmla="*/ 0 h 221606"/>
                <a:gd name="connsiteX3" fmla="*/ 221607 w 221606"/>
                <a:gd name="connsiteY3" fmla="*/ 110555 h 221606"/>
                <a:gd name="connsiteX4" fmla="*/ 221607 w 221606"/>
                <a:gd name="connsiteY4" fmla="*/ 110704 h 221606"/>
                <a:gd name="connsiteX5" fmla="*/ 111052 w 221606"/>
                <a:gd name="connsiteY5" fmla="*/ 221606 h 221606"/>
                <a:gd name="connsiteX6" fmla="*/ 111052 w 221606"/>
                <a:gd name="connsiteY6" fmla="*/ 79442 h 221606"/>
                <a:gd name="connsiteX7" fmla="*/ 79393 w 221606"/>
                <a:gd name="connsiteY7" fmla="*/ 110604 h 221606"/>
                <a:gd name="connsiteX8" fmla="*/ 110555 w 221606"/>
                <a:gd name="connsiteY8" fmla="*/ 142260 h 221606"/>
                <a:gd name="connsiteX9" fmla="*/ 142213 w 221606"/>
                <a:gd name="connsiteY9" fmla="*/ 111099 h 221606"/>
                <a:gd name="connsiteX10" fmla="*/ 142213 w 221606"/>
                <a:gd name="connsiteY10" fmla="*/ 110704 h 221606"/>
                <a:gd name="connsiteX11" fmla="*/ 111052 w 221606"/>
                <a:gd name="connsiteY11" fmla="*/ 79442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1052" y="221606"/>
                  </a:moveTo>
                  <a:cubicBezTo>
                    <a:pt x="49859" y="221745"/>
                    <a:pt x="139" y="172248"/>
                    <a:pt x="0" y="111051"/>
                  </a:cubicBezTo>
                  <a:cubicBezTo>
                    <a:pt x="-139" y="49857"/>
                    <a:pt x="49363" y="137"/>
                    <a:pt x="110555" y="0"/>
                  </a:cubicBezTo>
                  <a:cubicBezTo>
                    <a:pt x="171753" y="-137"/>
                    <a:pt x="221468" y="49360"/>
                    <a:pt x="221607" y="110555"/>
                  </a:cubicBezTo>
                  <a:cubicBezTo>
                    <a:pt x="221607" y="110604"/>
                    <a:pt x="221607" y="110654"/>
                    <a:pt x="221607" y="110704"/>
                  </a:cubicBezTo>
                  <a:cubicBezTo>
                    <a:pt x="221607" y="171816"/>
                    <a:pt x="172164" y="221412"/>
                    <a:pt x="111052" y="221606"/>
                  </a:cubicBezTo>
                  <a:close/>
                  <a:moveTo>
                    <a:pt x="111052" y="79442"/>
                  </a:moveTo>
                  <a:cubicBezTo>
                    <a:pt x="93704" y="79306"/>
                    <a:pt x="79532" y="93257"/>
                    <a:pt x="79393" y="110604"/>
                  </a:cubicBezTo>
                  <a:cubicBezTo>
                    <a:pt x="79260" y="127950"/>
                    <a:pt x="93208" y="142123"/>
                    <a:pt x="110555" y="142260"/>
                  </a:cubicBezTo>
                  <a:cubicBezTo>
                    <a:pt x="127903" y="142397"/>
                    <a:pt x="142074" y="128446"/>
                    <a:pt x="142213" y="111099"/>
                  </a:cubicBezTo>
                  <a:cubicBezTo>
                    <a:pt x="142213" y="110967"/>
                    <a:pt x="142213" y="110836"/>
                    <a:pt x="142213" y="110704"/>
                  </a:cubicBezTo>
                  <a:cubicBezTo>
                    <a:pt x="142134" y="93511"/>
                    <a:pt x="128245" y="79578"/>
                    <a:pt x="111052" y="794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45CC244F-8F77-5543-95FA-410C1F3B1A21}"/>
                </a:ext>
              </a:extLst>
            </p:cNvPr>
            <p:cNvSpPr/>
            <p:nvPr/>
          </p:nvSpPr>
          <p:spPr>
            <a:xfrm>
              <a:off x="3296613" y="3055602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2" y="268746"/>
                    <a:pt x="282838" y="250972"/>
                    <a:pt x="282838" y="229049"/>
                  </a:cubicBezTo>
                  <a:lnTo>
                    <a:pt x="282838" y="181116"/>
                  </a:lnTo>
                  <a:cubicBezTo>
                    <a:pt x="282838" y="124935"/>
                    <a:pt x="237296" y="79393"/>
                    <a:pt x="181116" y="79393"/>
                  </a:cubicBezTo>
                  <a:cubicBezTo>
                    <a:pt x="124935" y="79393"/>
                    <a:pt x="79393" y="124935"/>
                    <a:pt x="79393" y="181116"/>
                  </a:cubicBezTo>
                  <a:lnTo>
                    <a:pt x="79393" y="229049"/>
                  </a:lnTo>
                  <a:cubicBezTo>
                    <a:pt x="79393" y="250972"/>
                    <a:pt x="61619" y="268746"/>
                    <a:pt x="39697" y="268746"/>
                  </a:cubicBezTo>
                  <a:cubicBezTo>
                    <a:pt x="17774" y="268746"/>
                    <a:pt x="0" y="250972"/>
                    <a:pt x="0" y="229049"/>
                  </a:cubicBezTo>
                  <a:lnTo>
                    <a:pt x="0" y="181116"/>
                  </a:lnTo>
                  <a:cubicBezTo>
                    <a:pt x="0" y="81090"/>
                    <a:pt x="81090" y="0"/>
                    <a:pt x="181116" y="0"/>
                  </a:cubicBezTo>
                  <a:cubicBezTo>
                    <a:pt x="281141" y="0"/>
                    <a:pt x="362231" y="81090"/>
                    <a:pt x="362231" y="181116"/>
                  </a:cubicBezTo>
                  <a:lnTo>
                    <a:pt x="362231" y="229049"/>
                  </a:lnTo>
                  <a:cubicBezTo>
                    <a:pt x="362231" y="250972"/>
                    <a:pt x="344457" y="268746"/>
                    <a:pt x="322535" y="2687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3" name="Picture Placeholder 51">
            <a:extLst>
              <a:ext uri="{FF2B5EF4-FFF2-40B4-BE49-F238E27FC236}">
                <a16:creationId xmlns:a16="http://schemas.microsoft.com/office/drawing/2014/main" id="{5E23CF87-D398-497B-B4FD-EB36C75B1219}"/>
              </a:ext>
            </a:extLst>
          </p:cNvPr>
          <p:cNvGrpSpPr>
            <a:grpSpLocks noChangeAspect="1"/>
          </p:cNvGrpSpPr>
          <p:nvPr/>
        </p:nvGrpSpPr>
        <p:grpSpPr>
          <a:xfrm>
            <a:off x="4143220" y="2544658"/>
            <a:ext cx="833132" cy="821668"/>
            <a:chOff x="4143220" y="2544658"/>
            <a:chExt cx="833132" cy="821668"/>
          </a:xfrm>
        </p:grpSpPr>
        <p:grpSp>
          <p:nvGrpSpPr>
            <p:cNvPr id="75" name="Picture Placeholder 51">
              <a:extLst>
                <a:ext uri="{FF2B5EF4-FFF2-40B4-BE49-F238E27FC236}">
                  <a16:creationId xmlns:a16="http://schemas.microsoft.com/office/drawing/2014/main" id="{5E23CF87-D398-497B-B4FD-EB36C75B1219}"/>
                </a:ext>
              </a:extLst>
            </p:cNvPr>
            <p:cNvGrpSpPr/>
            <p:nvPr/>
          </p:nvGrpSpPr>
          <p:grpSpPr>
            <a:xfrm>
              <a:off x="4143220" y="2544658"/>
              <a:ext cx="833132" cy="821668"/>
              <a:chOff x="4143220" y="2544658"/>
              <a:chExt cx="833132" cy="821668"/>
            </a:xfrm>
            <a:solidFill>
              <a:srgbClr val="FFFFFF"/>
            </a:solidFill>
          </p:grpSpPr>
          <p:grpSp>
            <p:nvGrpSpPr>
              <p:cNvPr id="77" name="Picture Placeholder 51">
                <a:extLst>
                  <a:ext uri="{FF2B5EF4-FFF2-40B4-BE49-F238E27FC236}">
                    <a16:creationId xmlns:a16="http://schemas.microsoft.com/office/drawing/2014/main" id="{5E23CF87-D398-497B-B4FD-EB36C75B1219}"/>
                  </a:ext>
                </a:extLst>
              </p:cNvPr>
              <p:cNvGrpSpPr/>
              <p:nvPr/>
            </p:nvGrpSpPr>
            <p:grpSpPr>
              <a:xfrm>
                <a:off x="4144014" y="2544658"/>
                <a:ext cx="267058" cy="336626"/>
                <a:chOff x="4144014" y="2544658"/>
                <a:chExt cx="267058" cy="336626"/>
              </a:xfrm>
              <a:solidFill>
                <a:srgbClr val="FFFFFF"/>
              </a:solidFill>
            </p:grpSpPr>
            <p:sp>
              <p:nvSpPr>
                <p:cNvPr id="79" name="Freeform 78">
                  <a:extLst>
                    <a:ext uri="{FF2B5EF4-FFF2-40B4-BE49-F238E27FC236}">
                      <a16:creationId xmlns:a16="http://schemas.microsoft.com/office/drawing/2014/main" id="{000D9C30-FCB2-C34D-9758-01A720B0E16C}"/>
                    </a:ext>
                  </a:extLst>
                </p:cNvPr>
                <p:cNvSpPr/>
                <p:nvPr/>
              </p:nvSpPr>
              <p:spPr>
                <a:xfrm>
                  <a:off x="4180684" y="2544658"/>
                  <a:ext cx="190444" cy="190444"/>
                </a:xfrm>
                <a:custGeom>
                  <a:avLst/>
                  <a:gdLst>
                    <a:gd name="connsiteX0" fmla="*/ 95272 w 190444"/>
                    <a:gd name="connsiteY0" fmla="*/ 190444 h 190444"/>
                    <a:gd name="connsiteX1" fmla="*/ 0 w 190444"/>
                    <a:gd name="connsiteY1" fmla="*/ 95272 h 190444"/>
                    <a:gd name="connsiteX2" fmla="*/ 95173 w 190444"/>
                    <a:gd name="connsiteY2" fmla="*/ 0 h 190444"/>
                    <a:gd name="connsiteX3" fmla="*/ 190444 w 190444"/>
                    <a:gd name="connsiteY3" fmla="*/ 95172 h 190444"/>
                    <a:gd name="connsiteX4" fmla="*/ 190444 w 190444"/>
                    <a:gd name="connsiteY4" fmla="*/ 95272 h 190444"/>
                    <a:gd name="connsiteX5" fmla="*/ 95272 w 190444"/>
                    <a:gd name="connsiteY5" fmla="*/ 190444 h 190444"/>
                    <a:gd name="connsiteX6" fmla="*/ 95272 w 190444"/>
                    <a:gd name="connsiteY6" fmla="*/ 79443 h 190444"/>
                    <a:gd name="connsiteX7" fmla="*/ 79393 w 190444"/>
                    <a:gd name="connsiteY7" fmla="*/ 95222 h 190444"/>
                    <a:gd name="connsiteX8" fmla="*/ 95173 w 190444"/>
                    <a:gd name="connsiteY8" fmla="*/ 111101 h 190444"/>
                    <a:gd name="connsiteX9" fmla="*/ 111051 w 190444"/>
                    <a:gd name="connsiteY9" fmla="*/ 95321 h 190444"/>
                    <a:gd name="connsiteX10" fmla="*/ 111051 w 190444"/>
                    <a:gd name="connsiteY10" fmla="*/ 95272 h 190444"/>
                    <a:gd name="connsiteX11" fmla="*/ 95272 w 190444"/>
                    <a:gd name="connsiteY11" fmla="*/ 79443 h 190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0444" h="190444">
                      <a:moveTo>
                        <a:pt x="95272" y="190444"/>
                      </a:moveTo>
                      <a:cubicBezTo>
                        <a:pt x="42682" y="190471"/>
                        <a:pt x="27" y="147861"/>
                        <a:pt x="0" y="95272"/>
                      </a:cubicBezTo>
                      <a:cubicBezTo>
                        <a:pt x="-27" y="42682"/>
                        <a:pt x="42583" y="27"/>
                        <a:pt x="95173" y="0"/>
                      </a:cubicBezTo>
                      <a:cubicBezTo>
                        <a:pt x="147762" y="-27"/>
                        <a:pt x="190417" y="42583"/>
                        <a:pt x="190444" y="95172"/>
                      </a:cubicBezTo>
                      <a:cubicBezTo>
                        <a:pt x="190444" y="95206"/>
                        <a:pt x="190444" y="95238"/>
                        <a:pt x="190444" y="95272"/>
                      </a:cubicBezTo>
                      <a:cubicBezTo>
                        <a:pt x="190390" y="147812"/>
                        <a:pt x="147812" y="190390"/>
                        <a:pt x="95272" y="190444"/>
                      </a:cubicBezTo>
                      <a:close/>
                      <a:moveTo>
                        <a:pt x="95272" y="79443"/>
                      </a:moveTo>
                      <a:cubicBezTo>
                        <a:pt x="86530" y="79415"/>
                        <a:pt x="79420" y="86480"/>
                        <a:pt x="79393" y="95222"/>
                      </a:cubicBezTo>
                      <a:cubicBezTo>
                        <a:pt x="79366" y="103964"/>
                        <a:pt x="86430" y="111073"/>
                        <a:pt x="95173" y="111101"/>
                      </a:cubicBezTo>
                      <a:cubicBezTo>
                        <a:pt x="103915" y="111128"/>
                        <a:pt x="111024" y="104063"/>
                        <a:pt x="111051" y="95321"/>
                      </a:cubicBezTo>
                      <a:cubicBezTo>
                        <a:pt x="111051" y="95305"/>
                        <a:pt x="111051" y="95288"/>
                        <a:pt x="111051" y="95272"/>
                      </a:cubicBezTo>
                      <a:cubicBezTo>
                        <a:pt x="111051" y="86549"/>
                        <a:pt x="103995" y="79470"/>
                        <a:pt x="95272" y="794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81" name="Freeform 80">
                  <a:extLst>
                    <a:ext uri="{FF2B5EF4-FFF2-40B4-BE49-F238E27FC236}">
                      <a16:creationId xmlns:a16="http://schemas.microsoft.com/office/drawing/2014/main" id="{C47D0D4E-AFA0-084C-9B7B-77F6A2585D6C}"/>
                    </a:ext>
                  </a:extLst>
                </p:cNvPr>
                <p:cNvSpPr/>
                <p:nvPr/>
              </p:nvSpPr>
              <p:spPr>
                <a:xfrm>
                  <a:off x="4144014" y="2676302"/>
                  <a:ext cx="267058" cy="204983"/>
                </a:xfrm>
                <a:custGeom>
                  <a:avLst/>
                  <a:gdLst>
                    <a:gd name="connsiteX0" fmla="*/ 227362 w 267058"/>
                    <a:gd name="connsiteY0" fmla="*/ 204983 h 204983"/>
                    <a:gd name="connsiteX1" fmla="*/ 187666 w 267058"/>
                    <a:gd name="connsiteY1" fmla="*/ 165287 h 204983"/>
                    <a:gd name="connsiteX2" fmla="*/ 187666 w 267058"/>
                    <a:gd name="connsiteY2" fmla="*/ 133529 h 204983"/>
                    <a:gd name="connsiteX3" fmla="*/ 133529 w 267058"/>
                    <a:gd name="connsiteY3" fmla="*/ 79393 h 204983"/>
                    <a:gd name="connsiteX4" fmla="*/ 79393 w 267058"/>
                    <a:gd name="connsiteY4" fmla="*/ 133529 h 204983"/>
                    <a:gd name="connsiteX5" fmla="*/ 79393 w 267058"/>
                    <a:gd name="connsiteY5" fmla="*/ 165287 h 204983"/>
                    <a:gd name="connsiteX6" fmla="*/ 39697 w 267058"/>
                    <a:gd name="connsiteY6" fmla="*/ 204983 h 204983"/>
                    <a:gd name="connsiteX7" fmla="*/ 0 w 267058"/>
                    <a:gd name="connsiteY7" fmla="*/ 165287 h 204983"/>
                    <a:gd name="connsiteX8" fmla="*/ 0 w 267058"/>
                    <a:gd name="connsiteY8" fmla="*/ 133529 h 204983"/>
                    <a:gd name="connsiteX9" fmla="*/ 133529 w 267058"/>
                    <a:gd name="connsiteY9" fmla="*/ 0 h 204983"/>
                    <a:gd name="connsiteX10" fmla="*/ 267059 w 267058"/>
                    <a:gd name="connsiteY10" fmla="*/ 133529 h 204983"/>
                    <a:gd name="connsiteX11" fmla="*/ 267059 w 267058"/>
                    <a:gd name="connsiteY11" fmla="*/ 165287 h 204983"/>
                    <a:gd name="connsiteX12" fmla="*/ 227362 w 267058"/>
                    <a:gd name="connsiteY12" fmla="*/ 204983 h 204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58" h="204983">
                      <a:moveTo>
                        <a:pt x="227362" y="204983"/>
                      </a:moveTo>
                      <a:cubicBezTo>
                        <a:pt x="205438" y="204983"/>
                        <a:pt x="187666" y="187210"/>
                        <a:pt x="187666" y="165287"/>
                      </a:cubicBezTo>
                      <a:lnTo>
                        <a:pt x="187666" y="133529"/>
                      </a:lnTo>
                      <a:cubicBezTo>
                        <a:pt x="187666" y="103631"/>
                        <a:pt x="163428" y="79393"/>
                        <a:pt x="133529" y="79393"/>
                      </a:cubicBezTo>
                      <a:cubicBezTo>
                        <a:pt x="103631" y="79393"/>
                        <a:pt x="79393" y="103631"/>
                        <a:pt x="79393" y="133529"/>
                      </a:cubicBezTo>
                      <a:lnTo>
                        <a:pt x="79393" y="165287"/>
                      </a:lnTo>
                      <a:cubicBezTo>
                        <a:pt x="79393" y="187210"/>
                        <a:pt x="61621" y="204983"/>
                        <a:pt x="39697" y="204983"/>
                      </a:cubicBezTo>
                      <a:cubicBezTo>
                        <a:pt x="17773" y="204983"/>
                        <a:pt x="0" y="187210"/>
                        <a:pt x="0" y="165287"/>
                      </a:cubicBezTo>
                      <a:lnTo>
                        <a:pt x="0" y="133529"/>
                      </a:lnTo>
                      <a:cubicBezTo>
                        <a:pt x="0" y="59783"/>
                        <a:pt x="59783" y="0"/>
                        <a:pt x="133529" y="0"/>
                      </a:cubicBezTo>
                      <a:cubicBezTo>
                        <a:pt x="207276" y="0"/>
                        <a:pt x="267059" y="59783"/>
                        <a:pt x="267059" y="133529"/>
                      </a:cubicBezTo>
                      <a:lnTo>
                        <a:pt x="267059" y="165287"/>
                      </a:lnTo>
                      <a:cubicBezTo>
                        <a:pt x="267059" y="187210"/>
                        <a:pt x="249286" y="204983"/>
                        <a:pt x="227362" y="2049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grpSp>
            <p:nvGrpSpPr>
              <p:cNvPr id="83" name="Picture Placeholder 51">
                <a:extLst>
                  <a:ext uri="{FF2B5EF4-FFF2-40B4-BE49-F238E27FC236}">
                    <a16:creationId xmlns:a16="http://schemas.microsoft.com/office/drawing/2014/main" id="{5E23CF87-D398-497B-B4FD-EB36C75B1219}"/>
                  </a:ext>
                </a:extLst>
              </p:cNvPr>
              <p:cNvGrpSpPr/>
              <p:nvPr/>
            </p:nvGrpSpPr>
            <p:grpSpPr>
              <a:xfrm>
                <a:off x="4143220" y="3028460"/>
                <a:ext cx="267058" cy="336428"/>
                <a:chOff x="4143220" y="3028460"/>
                <a:chExt cx="267058" cy="336428"/>
              </a:xfrm>
              <a:solidFill>
                <a:srgbClr val="FFFFFF"/>
              </a:solidFill>
            </p:grpSpPr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9F32730F-9876-C24B-9280-5DA7D23B72FD}"/>
                    </a:ext>
                  </a:extLst>
                </p:cNvPr>
                <p:cNvSpPr/>
                <p:nvPr/>
              </p:nvSpPr>
              <p:spPr>
                <a:xfrm>
                  <a:off x="4179890" y="3028460"/>
                  <a:ext cx="190444" cy="190444"/>
                </a:xfrm>
                <a:custGeom>
                  <a:avLst/>
                  <a:gdLst>
                    <a:gd name="connsiteX0" fmla="*/ 95272 w 190444"/>
                    <a:gd name="connsiteY0" fmla="*/ 190444 h 190444"/>
                    <a:gd name="connsiteX1" fmla="*/ 0 w 190444"/>
                    <a:gd name="connsiteY1" fmla="*/ 95272 h 190444"/>
                    <a:gd name="connsiteX2" fmla="*/ 95173 w 190444"/>
                    <a:gd name="connsiteY2" fmla="*/ 0 h 190444"/>
                    <a:gd name="connsiteX3" fmla="*/ 190444 w 190444"/>
                    <a:gd name="connsiteY3" fmla="*/ 95172 h 190444"/>
                    <a:gd name="connsiteX4" fmla="*/ 190444 w 190444"/>
                    <a:gd name="connsiteY4" fmla="*/ 95222 h 190444"/>
                    <a:gd name="connsiteX5" fmla="*/ 95272 w 190444"/>
                    <a:gd name="connsiteY5" fmla="*/ 190444 h 190444"/>
                    <a:gd name="connsiteX6" fmla="*/ 95272 w 190444"/>
                    <a:gd name="connsiteY6" fmla="*/ 79443 h 190444"/>
                    <a:gd name="connsiteX7" fmla="*/ 79393 w 190444"/>
                    <a:gd name="connsiteY7" fmla="*/ 95222 h 190444"/>
                    <a:gd name="connsiteX8" fmla="*/ 95173 w 190444"/>
                    <a:gd name="connsiteY8" fmla="*/ 111101 h 190444"/>
                    <a:gd name="connsiteX9" fmla="*/ 111051 w 190444"/>
                    <a:gd name="connsiteY9" fmla="*/ 95321 h 190444"/>
                    <a:gd name="connsiteX10" fmla="*/ 111051 w 190444"/>
                    <a:gd name="connsiteY10" fmla="*/ 95222 h 190444"/>
                    <a:gd name="connsiteX11" fmla="*/ 95272 w 190444"/>
                    <a:gd name="connsiteY11" fmla="*/ 79443 h 190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0444" h="190444">
                      <a:moveTo>
                        <a:pt x="95272" y="190444"/>
                      </a:moveTo>
                      <a:cubicBezTo>
                        <a:pt x="42682" y="190474"/>
                        <a:pt x="27" y="147860"/>
                        <a:pt x="0" y="95272"/>
                      </a:cubicBezTo>
                      <a:cubicBezTo>
                        <a:pt x="-27" y="42684"/>
                        <a:pt x="42583" y="30"/>
                        <a:pt x="95173" y="0"/>
                      </a:cubicBezTo>
                      <a:cubicBezTo>
                        <a:pt x="147762" y="-30"/>
                        <a:pt x="190417" y="42584"/>
                        <a:pt x="190444" y="95172"/>
                      </a:cubicBezTo>
                      <a:cubicBezTo>
                        <a:pt x="190444" y="95187"/>
                        <a:pt x="190444" y="95207"/>
                        <a:pt x="190444" y="95222"/>
                      </a:cubicBezTo>
                      <a:cubicBezTo>
                        <a:pt x="190417" y="147780"/>
                        <a:pt x="147831" y="190390"/>
                        <a:pt x="95272" y="190444"/>
                      </a:cubicBezTo>
                      <a:close/>
                      <a:moveTo>
                        <a:pt x="95272" y="79443"/>
                      </a:moveTo>
                      <a:cubicBezTo>
                        <a:pt x="86530" y="79413"/>
                        <a:pt x="79420" y="86479"/>
                        <a:pt x="79393" y="95222"/>
                      </a:cubicBezTo>
                      <a:cubicBezTo>
                        <a:pt x="79366" y="103965"/>
                        <a:pt x="86431" y="111071"/>
                        <a:pt x="95173" y="111101"/>
                      </a:cubicBezTo>
                      <a:cubicBezTo>
                        <a:pt x="103915" y="111126"/>
                        <a:pt x="111024" y="104065"/>
                        <a:pt x="111051" y="95321"/>
                      </a:cubicBezTo>
                      <a:cubicBezTo>
                        <a:pt x="111051" y="95287"/>
                        <a:pt x="111051" y="95257"/>
                        <a:pt x="111051" y="95222"/>
                      </a:cubicBezTo>
                      <a:cubicBezTo>
                        <a:pt x="111051" y="86509"/>
                        <a:pt x="103987" y="79443"/>
                        <a:pt x="95272" y="794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87" name="Freeform 86">
                  <a:extLst>
                    <a:ext uri="{FF2B5EF4-FFF2-40B4-BE49-F238E27FC236}">
                      <a16:creationId xmlns:a16="http://schemas.microsoft.com/office/drawing/2014/main" id="{4C2D92A9-95FA-104E-B9AE-A3EFB7A1EF9F}"/>
                    </a:ext>
                  </a:extLst>
                </p:cNvPr>
                <p:cNvSpPr/>
                <p:nvPr/>
              </p:nvSpPr>
              <p:spPr>
                <a:xfrm>
                  <a:off x="4143220" y="3159855"/>
                  <a:ext cx="267058" cy="205032"/>
                </a:xfrm>
                <a:custGeom>
                  <a:avLst/>
                  <a:gdLst>
                    <a:gd name="connsiteX0" fmla="*/ 227362 w 267058"/>
                    <a:gd name="connsiteY0" fmla="*/ 205033 h 205032"/>
                    <a:gd name="connsiteX1" fmla="*/ 187666 w 267058"/>
                    <a:gd name="connsiteY1" fmla="*/ 165336 h 205032"/>
                    <a:gd name="connsiteX2" fmla="*/ 187666 w 267058"/>
                    <a:gd name="connsiteY2" fmla="*/ 133529 h 205032"/>
                    <a:gd name="connsiteX3" fmla="*/ 133529 w 267058"/>
                    <a:gd name="connsiteY3" fmla="*/ 79393 h 205032"/>
                    <a:gd name="connsiteX4" fmla="*/ 79393 w 267058"/>
                    <a:gd name="connsiteY4" fmla="*/ 133529 h 205032"/>
                    <a:gd name="connsiteX5" fmla="*/ 79393 w 267058"/>
                    <a:gd name="connsiteY5" fmla="*/ 165336 h 205032"/>
                    <a:gd name="connsiteX6" fmla="*/ 39697 w 267058"/>
                    <a:gd name="connsiteY6" fmla="*/ 205033 h 205032"/>
                    <a:gd name="connsiteX7" fmla="*/ 0 w 267058"/>
                    <a:gd name="connsiteY7" fmla="*/ 165336 h 205032"/>
                    <a:gd name="connsiteX8" fmla="*/ 0 w 267058"/>
                    <a:gd name="connsiteY8" fmla="*/ 133529 h 205032"/>
                    <a:gd name="connsiteX9" fmla="*/ 133529 w 267058"/>
                    <a:gd name="connsiteY9" fmla="*/ 0 h 205032"/>
                    <a:gd name="connsiteX10" fmla="*/ 267059 w 267058"/>
                    <a:gd name="connsiteY10" fmla="*/ 133529 h 205032"/>
                    <a:gd name="connsiteX11" fmla="*/ 267059 w 267058"/>
                    <a:gd name="connsiteY11" fmla="*/ 165336 h 205032"/>
                    <a:gd name="connsiteX12" fmla="*/ 227362 w 267058"/>
                    <a:gd name="connsiteY12" fmla="*/ 205033 h 205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58" h="205032">
                      <a:moveTo>
                        <a:pt x="227362" y="205033"/>
                      </a:moveTo>
                      <a:cubicBezTo>
                        <a:pt x="205438" y="205033"/>
                        <a:pt x="187666" y="187259"/>
                        <a:pt x="187666" y="165336"/>
                      </a:cubicBezTo>
                      <a:lnTo>
                        <a:pt x="187666" y="133529"/>
                      </a:lnTo>
                      <a:cubicBezTo>
                        <a:pt x="187666" y="103633"/>
                        <a:pt x="163428" y="79393"/>
                        <a:pt x="133529" y="79393"/>
                      </a:cubicBezTo>
                      <a:cubicBezTo>
                        <a:pt x="103631" y="79393"/>
                        <a:pt x="79393" y="103633"/>
                        <a:pt x="79393" y="133529"/>
                      </a:cubicBezTo>
                      <a:lnTo>
                        <a:pt x="79393" y="165336"/>
                      </a:lnTo>
                      <a:cubicBezTo>
                        <a:pt x="79393" y="187259"/>
                        <a:pt x="61621" y="205033"/>
                        <a:pt x="39697" y="205033"/>
                      </a:cubicBezTo>
                      <a:cubicBezTo>
                        <a:pt x="17773" y="205033"/>
                        <a:pt x="0" y="187259"/>
                        <a:pt x="0" y="165336"/>
                      </a:cubicBezTo>
                      <a:lnTo>
                        <a:pt x="0" y="133529"/>
                      </a:lnTo>
                      <a:cubicBezTo>
                        <a:pt x="0" y="59783"/>
                        <a:pt x="59783" y="0"/>
                        <a:pt x="133529" y="0"/>
                      </a:cubicBezTo>
                      <a:cubicBezTo>
                        <a:pt x="207276" y="0"/>
                        <a:pt x="267059" y="59783"/>
                        <a:pt x="267059" y="133529"/>
                      </a:cubicBezTo>
                      <a:lnTo>
                        <a:pt x="267059" y="165336"/>
                      </a:lnTo>
                      <a:cubicBezTo>
                        <a:pt x="267059" y="187259"/>
                        <a:pt x="249286" y="205033"/>
                        <a:pt x="227362" y="2050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grpSp>
            <p:nvGrpSpPr>
              <p:cNvPr id="89" name="Picture Placeholder 51">
                <a:extLst>
                  <a:ext uri="{FF2B5EF4-FFF2-40B4-BE49-F238E27FC236}">
                    <a16:creationId xmlns:a16="http://schemas.microsoft.com/office/drawing/2014/main" id="{5E23CF87-D398-497B-B4FD-EB36C75B1219}"/>
                  </a:ext>
                </a:extLst>
              </p:cNvPr>
              <p:cNvGrpSpPr/>
              <p:nvPr/>
            </p:nvGrpSpPr>
            <p:grpSpPr>
              <a:xfrm>
                <a:off x="4708499" y="2545899"/>
                <a:ext cx="267852" cy="820428"/>
                <a:chOff x="4708499" y="2545899"/>
                <a:chExt cx="267852" cy="820428"/>
              </a:xfrm>
              <a:solidFill>
                <a:srgbClr val="FFFFFF"/>
              </a:solidFill>
            </p:grpSpPr>
            <p:grpSp>
              <p:nvGrpSpPr>
                <p:cNvPr id="91" name="Picture Placeholder 51">
                  <a:extLst>
                    <a:ext uri="{FF2B5EF4-FFF2-40B4-BE49-F238E27FC236}">
                      <a16:creationId xmlns:a16="http://schemas.microsoft.com/office/drawing/2014/main" id="{5E23CF87-D398-497B-B4FD-EB36C75B1219}"/>
                    </a:ext>
                  </a:extLst>
                </p:cNvPr>
                <p:cNvGrpSpPr/>
                <p:nvPr/>
              </p:nvGrpSpPr>
              <p:grpSpPr>
                <a:xfrm>
                  <a:off x="4709293" y="2545899"/>
                  <a:ext cx="267058" cy="336626"/>
                  <a:chOff x="4709293" y="2545899"/>
                  <a:chExt cx="267058" cy="336626"/>
                </a:xfrm>
                <a:solidFill>
                  <a:srgbClr val="FFFFFF"/>
                </a:solidFill>
              </p:grpSpPr>
              <p:sp>
                <p:nvSpPr>
                  <p:cNvPr id="92" name="Freeform 91">
                    <a:extLst>
                      <a:ext uri="{FF2B5EF4-FFF2-40B4-BE49-F238E27FC236}">
                        <a16:creationId xmlns:a16="http://schemas.microsoft.com/office/drawing/2014/main" id="{C42B98DC-1DAE-FD41-9791-68B7BE276DE1}"/>
                      </a:ext>
                    </a:extLst>
                  </p:cNvPr>
                  <p:cNvSpPr/>
                  <p:nvPr/>
                </p:nvSpPr>
                <p:spPr>
                  <a:xfrm>
                    <a:off x="4745963" y="2545899"/>
                    <a:ext cx="190444" cy="190444"/>
                  </a:xfrm>
                  <a:custGeom>
                    <a:avLst/>
                    <a:gdLst>
                      <a:gd name="connsiteX0" fmla="*/ 95272 w 190444"/>
                      <a:gd name="connsiteY0" fmla="*/ 190444 h 190444"/>
                      <a:gd name="connsiteX1" fmla="*/ 0 w 190444"/>
                      <a:gd name="connsiteY1" fmla="*/ 95272 h 190444"/>
                      <a:gd name="connsiteX2" fmla="*/ 95173 w 190444"/>
                      <a:gd name="connsiteY2" fmla="*/ 0 h 190444"/>
                      <a:gd name="connsiteX3" fmla="*/ 190444 w 190444"/>
                      <a:gd name="connsiteY3" fmla="*/ 95172 h 190444"/>
                      <a:gd name="connsiteX4" fmla="*/ 190444 w 190444"/>
                      <a:gd name="connsiteY4" fmla="*/ 95272 h 190444"/>
                      <a:gd name="connsiteX5" fmla="*/ 95272 w 190444"/>
                      <a:gd name="connsiteY5" fmla="*/ 190444 h 190444"/>
                      <a:gd name="connsiteX6" fmla="*/ 95272 w 190444"/>
                      <a:gd name="connsiteY6" fmla="*/ 79443 h 190444"/>
                      <a:gd name="connsiteX7" fmla="*/ 79393 w 190444"/>
                      <a:gd name="connsiteY7" fmla="*/ 95222 h 190444"/>
                      <a:gd name="connsiteX8" fmla="*/ 95173 w 190444"/>
                      <a:gd name="connsiteY8" fmla="*/ 111101 h 190444"/>
                      <a:gd name="connsiteX9" fmla="*/ 111051 w 190444"/>
                      <a:gd name="connsiteY9" fmla="*/ 95321 h 190444"/>
                      <a:gd name="connsiteX10" fmla="*/ 111051 w 190444"/>
                      <a:gd name="connsiteY10" fmla="*/ 95272 h 190444"/>
                      <a:gd name="connsiteX11" fmla="*/ 95272 w 190444"/>
                      <a:gd name="connsiteY11" fmla="*/ 79641 h 190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0444" h="190444">
                        <a:moveTo>
                          <a:pt x="95272" y="190444"/>
                        </a:moveTo>
                        <a:cubicBezTo>
                          <a:pt x="42684" y="190471"/>
                          <a:pt x="30" y="147861"/>
                          <a:pt x="0" y="95272"/>
                        </a:cubicBezTo>
                        <a:cubicBezTo>
                          <a:pt x="-30" y="42682"/>
                          <a:pt x="42585" y="27"/>
                          <a:pt x="95173" y="0"/>
                        </a:cubicBezTo>
                        <a:cubicBezTo>
                          <a:pt x="147761" y="-27"/>
                          <a:pt x="190415" y="42583"/>
                          <a:pt x="190444" y="95172"/>
                        </a:cubicBezTo>
                        <a:cubicBezTo>
                          <a:pt x="190444" y="95206"/>
                          <a:pt x="190444" y="95238"/>
                          <a:pt x="190444" y="95272"/>
                        </a:cubicBezTo>
                        <a:cubicBezTo>
                          <a:pt x="190360" y="147800"/>
                          <a:pt x="147800" y="190362"/>
                          <a:pt x="95272" y="190444"/>
                        </a:cubicBezTo>
                        <a:close/>
                        <a:moveTo>
                          <a:pt x="95272" y="79443"/>
                        </a:moveTo>
                        <a:cubicBezTo>
                          <a:pt x="86529" y="79415"/>
                          <a:pt x="79423" y="86480"/>
                          <a:pt x="79393" y="95222"/>
                        </a:cubicBezTo>
                        <a:cubicBezTo>
                          <a:pt x="79363" y="103964"/>
                          <a:pt x="86429" y="111073"/>
                          <a:pt x="95173" y="111101"/>
                        </a:cubicBezTo>
                        <a:cubicBezTo>
                          <a:pt x="103916" y="111128"/>
                          <a:pt x="111021" y="104063"/>
                          <a:pt x="111051" y="95321"/>
                        </a:cubicBezTo>
                        <a:cubicBezTo>
                          <a:pt x="111051" y="95305"/>
                          <a:pt x="111051" y="95288"/>
                          <a:pt x="111051" y="95272"/>
                        </a:cubicBezTo>
                        <a:cubicBezTo>
                          <a:pt x="110942" y="86626"/>
                          <a:pt x="103916" y="79667"/>
                          <a:pt x="95272" y="796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  <p:sp>
                <p:nvSpPr>
                  <p:cNvPr id="93" name="Freeform 92">
                    <a:extLst>
                      <a:ext uri="{FF2B5EF4-FFF2-40B4-BE49-F238E27FC236}">
                        <a16:creationId xmlns:a16="http://schemas.microsoft.com/office/drawing/2014/main" id="{4B74626F-0AE9-A744-A1BD-37E37FD26E2E}"/>
                      </a:ext>
                    </a:extLst>
                  </p:cNvPr>
                  <p:cNvSpPr/>
                  <p:nvPr/>
                </p:nvSpPr>
                <p:spPr>
                  <a:xfrm>
                    <a:off x="4709293" y="2677542"/>
                    <a:ext cx="267058" cy="204983"/>
                  </a:xfrm>
                  <a:custGeom>
                    <a:avLst/>
                    <a:gdLst>
                      <a:gd name="connsiteX0" fmla="*/ 227362 w 267058"/>
                      <a:gd name="connsiteY0" fmla="*/ 204983 h 204983"/>
                      <a:gd name="connsiteX1" fmla="*/ 187666 w 267058"/>
                      <a:gd name="connsiteY1" fmla="*/ 165287 h 204983"/>
                      <a:gd name="connsiteX2" fmla="*/ 187666 w 267058"/>
                      <a:gd name="connsiteY2" fmla="*/ 133529 h 204983"/>
                      <a:gd name="connsiteX3" fmla="*/ 133529 w 267058"/>
                      <a:gd name="connsiteY3" fmla="*/ 79393 h 204983"/>
                      <a:gd name="connsiteX4" fmla="*/ 79393 w 267058"/>
                      <a:gd name="connsiteY4" fmla="*/ 133529 h 204983"/>
                      <a:gd name="connsiteX5" fmla="*/ 79393 w 267058"/>
                      <a:gd name="connsiteY5" fmla="*/ 165287 h 204983"/>
                      <a:gd name="connsiteX6" fmla="*/ 39697 w 267058"/>
                      <a:gd name="connsiteY6" fmla="*/ 204983 h 204983"/>
                      <a:gd name="connsiteX7" fmla="*/ 0 w 267058"/>
                      <a:gd name="connsiteY7" fmla="*/ 165287 h 204983"/>
                      <a:gd name="connsiteX8" fmla="*/ 0 w 267058"/>
                      <a:gd name="connsiteY8" fmla="*/ 133529 h 204983"/>
                      <a:gd name="connsiteX9" fmla="*/ 133529 w 267058"/>
                      <a:gd name="connsiteY9" fmla="*/ 0 h 204983"/>
                      <a:gd name="connsiteX10" fmla="*/ 267059 w 267058"/>
                      <a:gd name="connsiteY10" fmla="*/ 133529 h 204983"/>
                      <a:gd name="connsiteX11" fmla="*/ 267059 w 267058"/>
                      <a:gd name="connsiteY11" fmla="*/ 165287 h 204983"/>
                      <a:gd name="connsiteX12" fmla="*/ 227362 w 267058"/>
                      <a:gd name="connsiteY12" fmla="*/ 204983 h 204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7058" h="204983">
                        <a:moveTo>
                          <a:pt x="227362" y="204983"/>
                        </a:moveTo>
                        <a:cubicBezTo>
                          <a:pt x="205440" y="204983"/>
                          <a:pt x="187666" y="187210"/>
                          <a:pt x="187666" y="165287"/>
                        </a:cubicBezTo>
                        <a:lnTo>
                          <a:pt x="187666" y="133529"/>
                        </a:lnTo>
                        <a:cubicBezTo>
                          <a:pt x="187666" y="103631"/>
                          <a:pt x="163426" y="79393"/>
                          <a:pt x="133529" y="79393"/>
                        </a:cubicBezTo>
                        <a:cubicBezTo>
                          <a:pt x="103633" y="79393"/>
                          <a:pt x="79393" y="103631"/>
                          <a:pt x="79393" y="133529"/>
                        </a:cubicBezTo>
                        <a:lnTo>
                          <a:pt x="79393" y="165287"/>
                        </a:lnTo>
                        <a:cubicBezTo>
                          <a:pt x="79393" y="187210"/>
                          <a:pt x="61619" y="204983"/>
                          <a:pt x="39697" y="204983"/>
                        </a:cubicBezTo>
                        <a:cubicBezTo>
                          <a:pt x="17774" y="204983"/>
                          <a:pt x="0" y="187210"/>
                          <a:pt x="0" y="165287"/>
                        </a:cubicBezTo>
                        <a:lnTo>
                          <a:pt x="0" y="133529"/>
                        </a:lnTo>
                        <a:cubicBezTo>
                          <a:pt x="0" y="59783"/>
                          <a:pt x="59783" y="0"/>
                          <a:pt x="133529" y="0"/>
                        </a:cubicBezTo>
                        <a:cubicBezTo>
                          <a:pt x="207276" y="0"/>
                          <a:pt x="267059" y="59783"/>
                          <a:pt x="267059" y="133529"/>
                        </a:cubicBezTo>
                        <a:lnTo>
                          <a:pt x="267059" y="165287"/>
                        </a:lnTo>
                        <a:cubicBezTo>
                          <a:pt x="267059" y="187210"/>
                          <a:pt x="249285" y="204983"/>
                          <a:pt x="227362" y="2049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</p:grpSp>
            <p:grpSp>
              <p:nvGrpSpPr>
                <p:cNvPr id="94" name="Picture Placeholder 51">
                  <a:extLst>
                    <a:ext uri="{FF2B5EF4-FFF2-40B4-BE49-F238E27FC236}">
                      <a16:creationId xmlns:a16="http://schemas.microsoft.com/office/drawing/2014/main" id="{5E23CF87-D398-497B-B4FD-EB36C75B1219}"/>
                    </a:ext>
                  </a:extLst>
                </p:cNvPr>
                <p:cNvGrpSpPr/>
                <p:nvPr/>
              </p:nvGrpSpPr>
              <p:grpSpPr>
                <a:xfrm>
                  <a:off x="4708499" y="3029700"/>
                  <a:ext cx="267058" cy="336626"/>
                  <a:chOff x="4708499" y="3029700"/>
                  <a:chExt cx="267058" cy="336626"/>
                </a:xfrm>
                <a:solidFill>
                  <a:srgbClr val="FFFFFF"/>
                </a:solidFill>
              </p:grpSpPr>
              <p:sp>
                <p:nvSpPr>
                  <p:cNvPr id="95" name="Freeform 94">
                    <a:extLst>
                      <a:ext uri="{FF2B5EF4-FFF2-40B4-BE49-F238E27FC236}">
                        <a16:creationId xmlns:a16="http://schemas.microsoft.com/office/drawing/2014/main" id="{59FD7A30-1B61-684C-AA90-E7CC561D8DFD}"/>
                      </a:ext>
                    </a:extLst>
                  </p:cNvPr>
                  <p:cNvSpPr/>
                  <p:nvPr/>
                </p:nvSpPr>
                <p:spPr>
                  <a:xfrm>
                    <a:off x="4745219" y="3029700"/>
                    <a:ext cx="190444" cy="190444"/>
                  </a:xfrm>
                  <a:custGeom>
                    <a:avLst/>
                    <a:gdLst>
                      <a:gd name="connsiteX0" fmla="*/ 95222 w 190444"/>
                      <a:gd name="connsiteY0" fmla="*/ 190444 h 190444"/>
                      <a:gd name="connsiteX1" fmla="*/ 0 w 190444"/>
                      <a:gd name="connsiteY1" fmla="*/ 95222 h 190444"/>
                      <a:gd name="connsiteX2" fmla="*/ 95222 w 190444"/>
                      <a:gd name="connsiteY2" fmla="*/ 0 h 190444"/>
                      <a:gd name="connsiteX3" fmla="*/ 190444 w 190444"/>
                      <a:gd name="connsiteY3" fmla="*/ 95222 h 190444"/>
                      <a:gd name="connsiteX4" fmla="*/ 95222 w 190444"/>
                      <a:gd name="connsiteY4" fmla="*/ 190444 h 190444"/>
                      <a:gd name="connsiteX5" fmla="*/ 95222 w 190444"/>
                      <a:gd name="connsiteY5" fmla="*/ 79443 h 190444"/>
                      <a:gd name="connsiteX6" fmla="*/ 79393 w 190444"/>
                      <a:gd name="connsiteY6" fmla="*/ 95272 h 190444"/>
                      <a:gd name="connsiteX7" fmla="*/ 95222 w 190444"/>
                      <a:gd name="connsiteY7" fmla="*/ 111101 h 190444"/>
                      <a:gd name="connsiteX8" fmla="*/ 111051 w 190444"/>
                      <a:gd name="connsiteY8" fmla="*/ 95272 h 190444"/>
                      <a:gd name="connsiteX9" fmla="*/ 111051 w 190444"/>
                      <a:gd name="connsiteY9" fmla="*/ 95222 h 190444"/>
                      <a:gd name="connsiteX10" fmla="*/ 95222 w 190444"/>
                      <a:gd name="connsiteY10" fmla="*/ 79443 h 190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444" h="190444">
                        <a:moveTo>
                          <a:pt x="95222" y="190444"/>
                        </a:moveTo>
                        <a:cubicBezTo>
                          <a:pt x="42634" y="190444"/>
                          <a:pt x="0" y="147810"/>
                          <a:pt x="0" y="95222"/>
                        </a:cubicBezTo>
                        <a:cubicBezTo>
                          <a:pt x="0" y="42634"/>
                          <a:pt x="42634" y="0"/>
                          <a:pt x="95222" y="0"/>
                        </a:cubicBezTo>
                        <a:cubicBezTo>
                          <a:pt x="147810" y="0"/>
                          <a:pt x="190444" y="42634"/>
                          <a:pt x="190444" y="95222"/>
                        </a:cubicBezTo>
                        <a:cubicBezTo>
                          <a:pt x="190415" y="147800"/>
                          <a:pt x="147800" y="190414"/>
                          <a:pt x="95222" y="190444"/>
                        </a:cubicBezTo>
                        <a:close/>
                        <a:moveTo>
                          <a:pt x="95222" y="79443"/>
                        </a:moveTo>
                        <a:cubicBezTo>
                          <a:pt x="86479" y="79443"/>
                          <a:pt x="79393" y="86529"/>
                          <a:pt x="79393" y="95272"/>
                        </a:cubicBezTo>
                        <a:cubicBezTo>
                          <a:pt x="79393" y="104015"/>
                          <a:pt x="86479" y="111101"/>
                          <a:pt x="95222" y="111101"/>
                        </a:cubicBezTo>
                        <a:cubicBezTo>
                          <a:pt x="103965" y="111101"/>
                          <a:pt x="111051" y="104015"/>
                          <a:pt x="111051" y="95272"/>
                        </a:cubicBezTo>
                        <a:cubicBezTo>
                          <a:pt x="111051" y="95257"/>
                          <a:pt x="111051" y="95237"/>
                          <a:pt x="111051" y="95222"/>
                        </a:cubicBezTo>
                        <a:cubicBezTo>
                          <a:pt x="111021" y="86499"/>
                          <a:pt x="103945" y="79443"/>
                          <a:pt x="95222" y="794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  <p:sp>
                <p:nvSpPr>
                  <p:cNvPr id="96" name="Freeform 95">
                    <a:extLst>
                      <a:ext uri="{FF2B5EF4-FFF2-40B4-BE49-F238E27FC236}">
                        <a16:creationId xmlns:a16="http://schemas.microsoft.com/office/drawing/2014/main" id="{17771674-AB3B-6245-96FF-82E11AF76433}"/>
                      </a:ext>
                    </a:extLst>
                  </p:cNvPr>
                  <p:cNvSpPr/>
                  <p:nvPr/>
                </p:nvSpPr>
                <p:spPr>
                  <a:xfrm>
                    <a:off x="4708499" y="3161294"/>
                    <a:ext cx="267058" cy="205032"/>
                  </a:xfrm>
                  <a:custGeom>
                    <a:avLst/>
                    <a:gdLst>
                      <a:gd name="connsiteX0" fmla="*/ 227362 w 267058"/>
                      <a:gd name="connsiteY0" fmla="*/ 205033 h 205032"/>
                      <a:gd name="connsiteX1" fmla="*/ 187666 w 267058"/>
                      <a:gd name="connsiteY1" fmla="*/ 165336 h 205032"/>
                      <a:gd name="connsiteX2" fmla="*/ 187666 w 267058"/>
                      <a:gd name="connsiteY2" fmla="*/ 133529 h 205032"/>
                      <a:gd name="connsiteX3" fmla="*/ 133529 w 267058"/>
                      <a:gd name="connsiteY3" fmla="*/ 79393 h 205032"/>
                      <a:gd name="connsiteX4" fmla="*/ 79393 w 267058"/>
                      <a:gd name="connsiteY4" fmla="*/ 133529 h 205032"/>
                      <a:gd name="connsiteX5" fmla="*/ 79393 w 267058"/>
                      <a:gd name="connsiteY5" fmla="*/ 165336 h 205032"/>
                      <a:gd name="connsiteX6" fmla="*/ 39697 w 267058"/>
                      <a:gd name="connsiteY6" fmla="*/ 205033 h 205032"/>
                      <a:gd name="connsiteX7" fmla="*/ 0 w 267058"/>
                      <a:gd name="connsiteY7" fmla="*/ 165336 h 205032"/>
                      <a:gd name="connsiteX8" fmla="*/ 0 w 267058"/>
                      <a:gd name="connsiteY8" fmla="*/ 133529 h 205032"/>
                      <a:gd name="connsiteX9" fmla="*/ 133529 w 267058"/>
                      <a:gd name="connsiteY9" fmla="*/ 0 h 205032"/>
                      <a:gd name="connsiteX10" fmla="*/ 267059 w 267058"/>
                      <a:gd name="connsiteY10" fmla="*/ 133529 h 205032"/>
                      <a:gd name="connsiteX11" fmla="*/ 267059 w 267058"/>
                      <a:gd name="connsiteY11" fmla="*/ 165336 h 205032"/>
                      <a:gd name="connsiteX12" fmla="*/ 227362 w 267058"/>
                      <a:gd name="connsiteY12" fmla="*/ 205033 h 20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7058" h="205032">
                        <a:moveTo>
                          <a:pt x="227362" y="205033"/>
                        </a:moveTo>
                        <a:cubicBezTo>
                          <a:pt x="205440" y="205033"/>
                          <a:pt x="187666" y="187259"/>
                          <a:pt x="187666" y="165336"/>
                        </a:cubicBezTo>
                        <a:lnTo>
                          <a:pt x="187666" y="133529"/>
                        </a:lnTo>
                        <a:cubicBezTo>
                          <a:pt x="187666" y="103633"/>
                          <a:pt x="163426" y="79393"/>
                          <a:pt x="133529" y="79393"/>
                        </a:cubicBezTo>
                        <a:cubicBezTo>
                          <a:pt x="103633" y="79393"/>
                          <a:pt x="79393" y="103633"/>
                          <a:pt x="79393" y="133529"/>
                        </a:cubicBezTo>
                        <a:lnTo>
                          <a:pt x="79393" y="165336"/>
                        </a:lnTo>
                        <a:cubicBezTo>
                          <a:pt x="79393" y="187259"/>
                          <a:pt x="61619" y="205033"/>
                          <a:pt x="39697" y="205033"/>
                        </a:cubicBezTo>
                        <a:cubicBezTo>
                          <a:pt x="17774" y="205033"/>
                          <a:pt x="0" y="187259"/>
                          <a:pt x="0" y="165336"/>
                        </a:cubicBezTo>
                        <a:lnTo>
                          <a:pt x="0" y="133529"/>
                        </a:lnTo>
                        <a:cubicBezTo>
                          <a:pt x="0" y="59783"/>
                          <a:pt x="59783" y="0"/>
                          <a:pt x="133529" y="0"/>
                        </a:cubicBezTo>
                        <a:cubicBezTo>
                          <a:pt x="207276" y="0"/>
                          <a:pt x="267059" y="59783"/>
                          <a:pt x="267059" y="133529"/>
                        </a:cubicBezTo>
                        <a:lnTo>
                          <a:pt x="267059" y="165336"/>
                        </a:lnTo>
                        <a:cubicBezTo>
                          <a:pt x="267059" y="187259"/>
                          <a:pt x="249285" y="205033"/>
                          <a:pt x="227362" y="2050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95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BE"/>
                  </a:p>
                </p:txBody>
              </p:sp>
            </p:grpSp>
          </p:grpSp>
        </p:grp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99CA151-E221-A344-9BF5-8810E06DC102}"/>
                </a:ext>
              </a:extLst>
            </p:cNvPr>
            <p:cNvSpPr/>
            <p:nvPr/>
          </p:nvSpPr>
          <p:spPr>
            <a:xfrm>
              <a:off x="4234770" y="2858757"/>
              <a:ext cx="79393" cy="150896"/>
            </a:xfrm>
            <a:custGeom>
              <a:avLst/>
              <a:gdLst>
                <a:gd name="connsiteX0" fmla="*/ 39697 w 79393"/>
                <a:gd name="connsiteY0" fmla="*/ 150897 h 150896"/>
                <a:gd name="connsiteX1" fmla="*/ 0 w 79393"/>
                <a:gd name="connsiteY1" fmla="*/ 111200 h 150896"/>
                <a:gd name="connsiteX2" fmla="*/ 0 w 79393"/>
                <a:gd name="connsiteY2" fmla="*/ 39697 h 150896"/>
                <a:gd name="connsiteX3" fmla="*/ 39697 w 79393"/>
                <a:gd name="connsiteY3" fmla="*/ 0 h 150896"/>
                <a:gd name="connsiteX4" fmla="*/ 79393 w 79393"/>
                <a:gd name="connsiteY4" fmla="*/ 39697 h 150896"/>
                <a:gd name="connsiteX5" fmla="*/ 79393 w 79393"/>
                <a:gd name="connsiteY5" fmla="*/ 111200 h 150896"/>
                <a:gd name="connsiteX6" fmla="*/ 39697 w 79393"/>
                <a:gd name="connsiteY6" fmla="*/ 150897 h 15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0896">
                  <a:moveTo>
                    <a:pt x="39697" y="150897"/>
                  </a:moveTo>
                  <a:cubicBezTo>
                    <a:pt x="17773" y="150897"/>
                    <a:pt x="0" y="133124"/>
                    <a:pt x="0" y="1112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11200"/>
                  </a:lnTo>
                  <a:cubicBezTo>
                    <a:pt x="79393" y="133124"/>
                    <a:pt x="61621" y="150897"/>
                    <a:pt x="39697" y="1508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3F69EE9-6CD2-494D-9487-E5CE4C697474}"/>
                </a:ext>
              </a:extLst>
            </p:cNvPr>
            <p:cNvSpPr/>
            <p:nvPr/>
          </p:nvSpPr>
          <p:spPr>
            <a:xfrm>
              <a:off x="4802878" y="2858211"/>
              <a:ext cx="79393" cy="151442"/>
            </a:xfrm>
            <a:custGeom>
              <a:avLst/>
              <a:gdLst>
                <a:gd name="connsiteX0" fmla="*/ 39697 w 79393"/>
                <a:gd name="connsiteY0" fmla="*/ 151442 h 151442"/>
                <a:gd name="connsiteX1" fmla="*/ 0 w 79393"/>
                <a:gd name="connsiteY1" fmla="*/ 111746 h 151442"/>
                <a:gd name="connsiteX2" fmla="*/ 0 w 79393"/>
                <a:gd name="connsiteY2" fmla="*/ 39697 h 151442"/>
                <a:gd name="connsiteX3" fmla="*/ 39697 w 79393"/>
                <a:gd name="connsiteY3" fmla="*/ 0 h 151442"/>
                <a:gd name="connsiteX4" fmla="*/ 79393 w 79393"/>
                <a:gd name="connsiteY4" fmla="*/ 39697 h 151442"/>
                <a:gd name="connsiteX5" fmla="*/ 79393 w 79393"/>
                <a:gd name="connsiteY5" fmla="*/ 111746 h 151442"/>
                <a:gd name="connsiteX6" fmla="*/ 39697 w 79393"/>
                <a:gd name="connsiteY6" fmla="*/ 151442 h 15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1442">
                  <a:moveTo>
                    <a:pt x="39697" y="151442"/>
                  </a:moveTo>
                  <a:cubicBezTo>
                    <a:pt x="17774" y="151442"/>
                    <a:pt x="0" y="133670"/>
                    <a:pt x="0" y="11174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11746"/>
                  </a:lnTo>
                  <a:cubicBezTo>
                    <a:pt x="79393" y="133670"/>
                    <a:pt x="61619" y="151442"/>
                    <a:pt x="39697" y="15144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7F8E80C7-C9F9-934A-ACF6-2C52D8C4068F}"/>
                </a:ext>
              </a:extLst>
            </p:cNvPr>
            <p:cNvSpPr/>
            <p:nvPr/>
          </p:nvSpPr>
          <p:spPr>
            <a:xfrm>
              <a:off x="4423329" y="2627773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E83A920-80B8-3C40-8342-482935437CE7}"/>
                </a:ext>
              </a:extLst>
            </p:cNvPr>
            <p:cNvSpPr/>
            <p:nvPr/>
          </p:nvSpPr>
          <p:spPr>
            <a:xfrm>
              <a:off x="4421394" y="3194937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1" name="Picture Placeholder 53">
            <a:extLst>
              <a:ext uri="{FF2B5EF4-FFF2-40B4-BE49-F238E27FC236}">
                <a16:creationId xmlns:a16="http://schemas.microsoft.com/office/drawing/2014/main" id="{B0BCEAE5-F545-48BE-927B-68757A00766A}"/>
              </a:ext>
            </a:extLst>
          </p:cNvPr>
          <p:cNvGrpSpPr>
            <a:grpSpLocks noChangeAspect="1"/>
          </p:cNvGrpSpPr>
          <p:nvPr/>
        </p:nvGrpSpPr>
        <p:grpSpPr>
          <a:xfrm>
            <a:off x="5495790" y="2533742"/>
            <a:ext cx="763037" cy="843551"/>
            <a:chOff x="5495790" y="2533742"/>
            <a:chExt cx="763037" cy="843551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7212980-64AB-3142-8FE1-E903F681CDD4}"/>
                </a:ext>
              </a:extLst>
            </p:cNvPr>
            <p:cNvSpPr/>
            <p:nvPr/>
          </p:nvSpPr>
          <p:spPr>
            <a:xfrm>
              <a:off x="5567264" y="2533742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5 w 203048"/>
                <a:gd name="connsiteY2" fmla="*/ 0 h 203047"/>
                <a:gd name="connsiteX3" fmla="*/ 203048 w 203048"/>
                <a:gd name="connsiteY3" fmla="*/ 101524 h 203047"/>
                <a:gd name="connsiteX4" fmla="*/ 203048 w 203048"/>
                <a:gd name="connsiteY4" fmla="*/ 101722 h 203047"/>
                <a:gd name="connsiteX5" fmla="*/ 101524 w 203048"/>
                <a:gd name="connsiteY5" fmla="*/ 203048 h 203047"/>
                <a:gd name="connsiteX6" fmla="*/ 101524 w 203048"/>
                <a:gd name="connsiteY6" fmla="*/ 79393 h 203047"/>
                <a:gd name="connsiteX7" fmla="*/ 79394 w 203048"/>
                <a:gd name="connsiteY7" fmla="*/ 101525 h 203047"/>
                <a:gd name="connsiteX8" fmla="*/ 101526 w 203048"/>
                <a:gd name="connsiteY8" fmla="*/ 123655 h 203047"/>
                <a:gd name="connsiteX9" fmla="*/ 123655 w 203048"/>
                <a:gd name="connsiteY9" fmla="*/ 101722 h 203047"/>
                <a:gd name="connsiteX10" fmla="*/ 101724 w 203048"/>
                <a:gd name="connsiteY10" fmla="*/ 79394 h 203047"/>
                <a:gd name="connsiteX11" fmla="*/ 101524 w 203048"/>
                <a:gd name="connsiteY11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4" y="203048"/>
                    <a:pt x="0" y="157594"/>
                    <a:pt x="0" y="101524"/>
                  </a:cubicBezTo>
                  <a:cubicBezTo>
                    <a:pt x="0" y="45454"/>
                    <a:pt x="45454" y="0"/>
                    <a:pt x="101525" y="0"/>
                  </a:cubicBezTo>
                  <a:cubicBezTo>
                    <a:pt x="157594" y="0"/>
                    <a:pt x="203049" y="45454"/>
                    <a:pt x="203048" y="101524"/>
                  </a:cubicBezTo>
                  <a:cubicBezTo>
                    <a:pt x="203048" y="101590"/>
                    <a:pt x="203048" y="101656"/>
                    <a:pt x="203048" y="101722"/>
                  </a:cubicBezTo>
                  <a:cubicBezTo>
                    <a:pt x="202857" y="157681"/>
                    <a:pt x="157483" y="202966"/>
                    <a:pt x="101524" y="203048"/>
                  </a:cubicBezTo>
                  <a:close/>
                  <a:moveTo>
                    <a:pt x="101524" y="79393"/>
                  </a:moveTo>
                  <a:cubicBezTo>
                    <a:pt x="89301" y="79394"/>
                    <a:pt x="79394" y="89302"/>
                    <a:pt x="79394" y="101525"/>
                  </a:cubicBezTo>
                  <a:cubicBezTo>
                    <a:pt x="79395" y="113747"/>
                    <a:pt x="89303" y="123655"/>
                    <a:pt x="101526" y="123655"/>
                  </a:cubicBezTo>
                  <a:cubicBezTo>
                    <a:pt x="113671" y="123654"/>
                    <a:pt x="123546" y="113867"/>
                    <a:pt x="123655" y="101722"/>
                  </a:cubicBezTo>
                  <a:cubicBezTo>
                    <a:pt x="123765" y="89500"/>
                    <a:pt x="113946" y="79504"/>
                    <a:pt x="101724" y="79394"/>
                  </a:cubicBezTo>
                  <a:cubicBezTo>
                    <a:pt x="101657" y="79394"/>
                    <a:pt x="101591" y="79393"/>
                    <a:pt x="10152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B8D287A9-CB91-1546-80D2-1126CAE2BB3D}"/>
                </a:ext>
              </a:extLst>
            </p:cNvPr>
            <p:cNvSpPr/>
            <p:nvPr/>
          </p:nvSpPr>
          <p:spPr>
            <a:xfrm>
              <a:off x="5506131" y="2706025"/>
              <a:ext cx="325314" cy="244183"/>
            </a:xfrm>
            <a:custGeom>
              <a:avLst/>
              <a:gdLst>
                <a:gd name="connsiteX0" fmla="*/ 285617 w 325314"/>
                <a:gd name="connsiteY0" fmla="*/ 244183 h 244183"/>
                <a:gd name="connsiteX1" fmla="*/ 245920 w 325314"/>
                <a:gd name="connsiteY1" fmla="*/ 204487 h 244183"/>
                <a:gd name="connsiteX2" fmla="*/ 245920 w 325314"/>
                <a:gd name="connsiteY2" fmla="*/ 162657 h 244183"/>
                <a:gd name="connsiteX3" fmla="*/ 162657 w 325314"/>
                <a:gd name="connsiteY3" fmla="*/ 79393 h 244183"/>
                <a:gd name="connsiteX4" fmla="*/ 79393 w 325314"/>
                <a:gd name="connsiteY4" fmla="*/ 162657 h 244183"/>
                <a:gd name="connsiteX5" fmla="*/ 79393 w 325314"/>
                <a:gd name="connsiteY5" fmla="*/ 204288 h 244183"/>
                <a:gd name="connsiteX6" fmla="*/ 39697 w 325314"/>
                <a:gd name="connsiteY6" fmla="*/ 243985 h 244183"/>
                <a:gd name="connsiteX7" fmla="*/ 0 w 325314"/>
                <a:gd name="connsiteY7" fmla="*/ 204288 h 244183"/>
                <a:gd name="connsiteX8" fmla="*/ 0 w 325314"/>
                <a:gd name="connsiteY8" fmla="*/ 162657 h 244183"/>
                <a:gd name="connsiteX9" fmla="*/ 162657 w 325314"/>
                <a:gd name="connsiteY9" fmla="*/ 0 h 244183"/>
                <a:gd name="connsiteX10" fmla="*/ 325314 w 325314"/>
                <a:gd name="connsiteY10" fmla="*/ 162657 h 244183"/>
                <a:gd name="connsiteX11" fmla="*/ 325314 w 325314"/>
                <a:gd name="connsiteY11" fmla="*/ 204288 h 244183"/>
                <a:gd name="connsiteX12" fmla="*/ 285816 w 325314"/>
                <a:gd name="connsiteY12" fmla="*/ 244183 h 244183"/>
                <a:gd name="connsiteX13" fmla="*/ 285617 w 325314"/>
                <a:gd name="connsiteY13" fmla="*/ 244183 h 244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5314" h="244183">
                  <a:moveTo>
                    <a:pt x="285617" y="244183"/>
                  </a:moveTo>
                  <a:cubicBezTo>
                    <a:pt x="263693" y="244183"/>
                    <a:pt x="245920" y="226411"/>
                    <a:pt x="245920" y="204487"/>
                  </a:cubicBezTo>
                  <a:lnTo>
                    <a:pt x="245920" y="162657"/>
                  </a:lnTo>
                  <a:cubicBezTo>
                    <a:pt x="245920" y="116672"/>
                    <a:pt x="208642" y="79393"/>
                    <a:pt x="162657" y="79393"/>
                  </a:cubicBezTo>
                  <a:cubicBezTo>
                    <a:pt x="116672" y="79393"/>
                    <a:pt x="79393" y="116672"/>
                    <a:pt x="79393" y="162657"/>
                  </a:cubicBezTo>
                  <a:lnTo>
                    <a:pt x="79393" y="204288"/>
                  </a:lnTo>
                  <a:cubicBezTo>
                    <a:pt x="79393" y="226212"/>
                    <a:pt x="61621" y="243985"/>
                    <a:pt x="39697" y="243985"/>
                  </a:cubicBezTo>
                  <a:cubicBezTo>
                    <a:pt x="17773" y="243985"/>
                    <a:pt x="0" y="226212"/>
                    <a:pt x="0" y="204288"/>
                  </a:cubicBezTo>
                  <a:lnTo>
                    <a:pt x="0" y="162657"/>
                  </a:lnTo>
                  <a:cubicBezTo>
                    <a:pt x="0" y="72824"/>
                    <a:pt x="72824" y="0"/>
                    <a:pt x="162657" y="0"/>
                  </a:cubicBezTo>
                  <a:cubicBezTo>
                    <a:pt x="252490" y="0"/>
                    <a:pt x="325314" y="72824"/>
                    <a:pt x="325314" y="162657"/>
                  </a:cubicBezTo>
                  <a:lnTo>
                    <a:pt x="325314" y="204288"/>
                  </a:lnTo>
                  <a:cubicBezTo>
                    <a:pt x="325423" y="226212"/>
                    <a:pt x="307739" y="244073"/>
                    <a:pt x="285816" y="244183"/>
                  </a:cubicBezTo>
                  <a:cubicBezTo>
                    <a:pt x="285749" y="244183"/>
                    <a:pt x="285684" y="244183"/>
                    <a:pt x="285617" y="2441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17DC2BF-A8A0-B042-BC36-D624DFE60AEA}"/>
                </a:ext>
              </a:extLst>
            </p:cNvPr>
            <p:cNvSpPr/>
            <p:nvPr/>
          </p:nvSpPr>
          <p:spPr>
            <a:xfrm>
              <a:off x="5994647" y="2953880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4 w 203048"/>
                <a:gd name="connsiteY2" fmla="*/ 0 h 203047"/>
                <a:gd name="connsiteX3" fmla="*/ 203048 w 203048"/>
                <a:gd name="connsiteY3" fmla="*/ 101524 h 203047"/>
                <a:gd name="connsiteX4" fmla="*/ 101524 w 203048"/>
                <a:gd name="connsiteY4" fmla="*/ 203048 h 203047"/>
                <a:gd name="connsiteX5" fmla="*/ 101524 w 203048"/>
                <a:gd name="connsiteY5" fmla="*/ 79393 h 203047"/>
                <a:gd name="connsiteX6" fmla="*/ 79393 w 203048"/>
                <a:gd name="connsiteY6" fmla="*/ 101524 h 203047"/>
                <a:gd name="connsiteX7" fmla="*/ 101524 w 203048"/>
                <a:gd name="connsiteY7" fmla="*/ 123655 h 203047"/>
                <a:gd name="connsiteX8" fmla="*/ 123655 w 203048"/>
                <a:gd name="connsiteY8" fmla="*/ 101524 h 203047"/>
                <a:gd name="connsiteX9" fmla="*/ 101524 w 203048"/>
                <a:gd name="connsiteY9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3" y="203048"/>
                    <a:pt x="0" y="157595"/>
                    <a:pt x="0" y="101524"/>
                  </a:cubicBezTo>
                  <a:cubicBezTo>
                    <a:pt x="0" y="45454"/>
                    <a:pt x="45453" y="0"/>
                    <a:pt x="101524" y="0"/>
                  </a:cubicBezTo>
                  <a:cubicBezTo>
                    <a:pt x="157595" y="0"/>
                    <a:pt x="203048" y="45454"/>
                    <a:pt x="203048" y="101524"/>
                  </a:cubicBezTo>
                  <a:cubicBezTo>
                    <a:pt x="202964" y="157561"/>
                    <a:pt x="157561" y="202963"/>
                    <a:pt x="101524" y="203048"/>
                  </a:cubicBezTo>
                  <a:close/>
                  <a:moveTo>
                    <a:pt x="101524" y="79393"/>
                  </a:moveTo>
                  <a:cubicBezTo>
                    <a:pt x="89302" y="79393"/>
                    <a:pt x="79393" y="89302"/>
                    <a:pt x="79393" y="101524"/>
                  </a:cubicBezTo>
                  <a:cubicBezTo>
                    <a:pt x="79393" y="113746"/>
                    <a:pt x="89302" y="123655"/>
                    <a:pt x="101524" y="123655"/>
                  </a:cubicBezTo>
                  <a:cubicBezTo>
                    <a:pt x="113746" y="123655"/>
                    <a:pt x="123655" y="113746"/>
                    <a:pt x="123655" y="101524"/>
                  </a:cubicBezTo>
                  <a:cubicBezTo>
                    <a:pt x="123655" y="89302"/>
                    <a:pt x="113746" y="79393"/>
                    <a:pt x="10152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BF7ADA5E-B7B5-294F-940C-2CF999D94261}"/>
                </a:ext>
              </a:extLst>
            </p:cNvPr>
            <p:cNvSpPr/>
            <p:nvPr/>
          </p:nvSpPr>
          <p:spPr>
            <a:xfrm>
              <a:off x="5933514" y="3126362"/>
              <a:ext cx="325313" cy="244034"/>
            </a:xfrm>
            <a:custGeom>
              <a:avLst/>
              <a:gdLst>
                <a:gd name="connsiteX0" fmla="*/ 285617 w 325313"/>
                <a:gd name="connsiteY0" fmla="*/ 244035 h 244034"/>
                <a:gd name="connsiteX1" fmla="*/ 245920 w 325313"/>
                <a:gd name="connsiteY1" fmla="*/ 204338 h 244034"/>
                <a:gd name="connsiteX2" fmla="*/ 245920 w 325313"/>
                <a:gd name="connsiteY2" fmla="*/ 162657 h 244034"/>
                <a:gd name="connsiteX3" fmla="*/ 162657 w 325313"/>
                <a:gd name="connsiteY3" fmla="*/ 79393 h 244034"/>
                <a:gd name="connsiteX4" fmla="*/ 79393 w 325313"/>
                <a:gd name="connsiteY4" fmla="*/ 162657 h 244034"/>
                <a:gd name="connsiteX5" fmla="*/ 79393 w 325313"/>
                <a:gd name="connsiteY5" fmla="*/ 204338 h 244034"/>
                <a:gd name="connsiteX6" fmla="*/ 39697 w 325313"/>
                <a:gd name="connsiteY6" fmla="*/ 244035 h 244034"/>
                <a:gd name="connsiteX7" fmla="*/ 0 w 325313"/>
                <a:gd name="connsiteY7" fmla="*/ 204338 h 244034"/>
                <a:gd name="connsiteX8" fmla="*/ 0 w 325313"/>
                <a:gd name="connsiteY8" fmla="*/ 162657 h 244034"/>
                <a:gd name="connsiteX9" fmla="*/ 162657 w 325313"/>
                <a:gd name="connsiteY9" fmla="*/ 0 h 244034"/>
                <a:gd name="connsiteX10" fmla="*/ 325314 w 325313"/>
                <a:gd name="connsiteY10" fmla="*/ 162657 h 244034"/>
                <a:gd name="connsiteX11" fmla="*/ 325314 w 325313"/>
                <a:gd name="connsiteY11" fmla="*/ 204338 h 244034"/>
                <a:gd name="connsiteX12" fmla="*/ 285617 w 325313"/>
                <a:gd name="connsiteY12" fmla="*/ 244035 h 24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4034">
                  <a:moveTo>
                    <a:pt x="285617" y="244035"/>
                  </a:moveTo>
                  <a:cubicBezTo>
                    <a:pt x="263695" y="244035"/>
                    <a:pt x="245920" y="226260"/>
                    <a:pt x="245920" y="204338"/>
                  </a:cubicBezTo>
                  <a:lnTo>
                    <a:pt x="245920" y="162657"/>
                  </a:lnTo>
                  <a:cubicBezTo>
                    <a:pt x="245920" y="116673"/>
                    <a:pt x="208640" y="79393"/>
                    <a:pt x="162657" y="79393"/>
                  </a:cubicBezTo>
                  <a:cubicBezTo>
                    <a:pt x="116673" y="79393"/>
                    <a:pt x="79393" y="116673"/>
                    <a:pt x="79393" y="162657"/>
                  </a:cubicBezTo>
                  <a:lnTo>
                    <a:pt x="79393" y="204338"/>
                  </a:lnTo>
                  <a:cubicBezTo>
                    <a:pt x="79393" y="226260"/>
                    <a:pt x="61619" y="244035"/>
                    <a:pt x="39697" y="244035"/>
                  </a:cubicBezTo>
                  <a:cubicBezTo>
                    <a:pt x="17774" y="244035"/>
                    <a:pt x="0" y="226260"/>
                    <a:pt x="0" y="204338"/>
                  </a:cubicBezTo>
                  <a:lnTo>
                    <a:pt x="0" y="162657"/>
                  </a:lnTo>
                  <a:cubicBezTo>
                    <a:pt x="0" y="72823"/>
                    <a:pt x="72823" y="0"/>
                    <a:pt x="162657" y="0"/>
                  </a:cubicBezTo>
                  <a:cubicBezTo>
                    <a:pt x="252490" y="0"/>
                    <a:pt x="325314" y="72823"/>
                    <a:pt x="325314" y="162657"/>
                  </a:cubicBezTo>
                  <a:lnTo>
                    <a:pt x="325314" y="204338"/>
                  </a:lnTo>
                  <a:cubicBezTo>
                    <a:pt x="325314" y="226260"/>
                    <a:pt x="307539" y="244035"/>
                    <a:pt x="285617" y="24403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06" name="Picture Placeholder 53">
              <a:extLst>
                <a:ext uri="{FF2B5EF4-FFF2-40B4-BE49-F238E27FC236}">
                  <a16:creationId xmlns:a16="http://schemas.microsoft.com/office/drawing/2014/main" id="{B0BCEAE5-F545-48BE-927B-68757A00766A}"/>
                </a:ext>
              </a:extLst>
            </p:cNvPr>
            <p:cNvGrpSpPr/>
            <p:nvPr/>
          </p:nvGrpSpPr>
          <p:grpSpPr>
            <a:xfrm>
              <a:off x="5495790" y="2552495"/>
              <a:ext cx="748067" cy="824798"/>
              <a:chOff x="5495790" y="2552495"/>
              <a:chExt cx="748067" cy="824798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F4C654AE-E1C5-B04D-A017-ABF6E147CCAA}"/>
                  </a:ext>
                </a:extLst>
              </p:cNvPr>
              <p:cNvSpPr/>
              <p:nvPr/>
            </p:nvSpPr>
            <p:spPr>
              <a:xfrm>
                <a:off x="5495790" y="3029562"/>
                <a:ext cx="336222" cy="303518"/>
              </a:xfrm>
              <a:custGeom>
                <a:avLst/>
                <a:gdLst>
                  <a:gd name="connsiteX0" fmla="*/ 229813 w 336222"/>
                  <a:gd name="connsiteY0" fmla="*/ 303519 h 303518"/>
                  <a:gd name="connsiteX1" fmla="*/ 9050 w 336222"/>
                  <a:gd name="connsiteY1" fmla="*/ 142401 h 303518"/>
                  <a:gd name="connsiteX2" fmla="*/ 4485 w 336222"/>
                  <a:gd name="connsiteY2" fmla="*/ 31995 h 303518"/>
                  <a:gd name="connsiteX3" fmla="*/ 51136 w 336222"/>
                  <a:gd name="connsiteY3" fmla="*/ 763 h 303518"/>
                  <a:gd name="connsiteX4" fmla="*/ 82638 w 336222"/>
                  <a:gd name="connsiteY4" fmla="*/ 45888 h 303518"/>
                  <a:gd name="connsiteX5" fmla="*/ 84772 w 336222"/>
                  <a:gd name="connsiteY5" fmla="*/ 118483 h 303518"/>
                  <a:gd name="connsiteX6" fmla="*/ 271594 w 336222"/>
                  <a:gd name="connsiteY6" fmla="*/ 218122 h 303518"/>
                  <a:gd name="connsiteX7" fmla="*/ 287621 w 336222"/>
                  <a:gd name="connsiteY7" fmla="*/ 214599 h 303518"/>
                  <a:gd name="connsiteX8" fmla="*/ 335204 w 336222"/>
                  <a:gd name="connsiteY8" fmla="*/ 244391 h 303518"/>
                  <a:gd name="connsiteX9" fmla="*/ 305413 w 336222"/>
                  <a:gd name="connsiteY9" fmla="*/ 291972 h 303518"/>
                  <a:gd name="connsiteX10" fmla="*/ 303550 w 336222"/>
                  <a:gd name="connsiteY10" fmla="*/ 292354 h 303518"/>
                  <a:gd name="connsiteX11" fmla="*/ 292980 w 336222"/>
                  <a:gd name="connsiteY11" fmla="*/ 294587 h 303518"/>
                  <a:gd name="connsiteX12" fmla="*/ 229813 w 336222"/>
                  <a:gd name="connsiteY12" fmla="*/ 303519 h 30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22" h="303518">
                    <a:moveTo>
                      <a:pt x="229813" y="303519"/>
                    </a:moveTo>
                    <a:cubicBezTo>
                      <a:pt x="129067" y="303385"/>
                      <a:pt x="39899" y="238307"/>
                      <a:pt x="9050" y="142401"/>
                    </a:cubicBezTo>
                    <a:cubicBezTo>
                      <a:pt x="-1221" y="109800"/>
                      <a:pt x="-2759" y="72683"/>
                      <a:pt x="4485" y="31995"/>
                    </a:cubicBezTo>
                    <a:cubicBezTo>
                      <a:pt x="8743" y="10489"/>
                      <a:pt x="29629" y="-3494"/>
                      <a:pt x="51136" y="763"/>
                    </a:cubicBezTo>
                    <a:cubicBezTo>
                      <a:pt x="72051" y="4907"/>
                      <a:pt x="85960" y="24829"/>
                      <a:pt x="82638" y="45888"/>
                    </a:cubicBezTo>
                    <a:cubicBezTo>
                      <a:pt x="77676" y="74222"/>
                      <a:pt x="78321" y="97990"/>
                      <a:pt x="84772" y="118483"/>
                    </a:cubicBezTo>
                    <a:cubicBezTo>
                      <a:pt x="109908" y="196710"/>
                      <a:pt x="192629" y="240828"/>
                      <a:pt x="271594" y="218122"/>
                    </a:cubicBezTo>
                    <a:cubicBezTo>
                      <a:pt x="273082" y="217675"/>
                      <a:pt x="274472" y="217278"/>
                      <a:pt x="287621" y="214599"/>
                    </a:cubicBezTo>
                    <a:cubicBezTo>
                      <a:pt x="308988" y="209686"/>
                      <a:pt x="330291" y="223024"/>
                      <a:pt x="335204" y="244391"/>
                    </a:cubicBezTo>
                    <a:cubicBezTo>
                      <a:pt x="340118" y="265758"/>
                      <a:pt x="326779" y="287060"/>
                      <a:pt x="305413" y="291972"/>
                    </a:cubicBezTo>
                    <a:cubicBezTo>
                      <a:pt x="304795" y="292116"/>
                      <a:pt x="304174" y="292240"/>
                      <a:pt x="303550" y="292354"/>
                    </a:cubicBezTo>
                    <a:cubicBezTo>
                      <a:pt x="303550" y="292354"/>
                      <a:pt x="295958" y="293892"/>
                      <a:pt x="292980" y="294587"/>
                    </a:cubicBezTo>
                    <a:cubicBezTo>
                      <a:pt x="272448" y="300512"/>
                      <a:pt x="251184" y="303519"/>
                      <a:pt x="229813" y="3035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AB95BBC5-BC70-9B4F-9D35-6DD5EDC4CF51}"/>
                  </a:ext>
                </a:extLst>
              </p:cNvPr>
              <p:cNvSpPr/>
              <p:nvPr/>
            </p:nvSpPr>
            <p:spPr>
              <a:xfrm>
                <a:off x="5723543" y="3193131"/>
                <a:ext cx="150498" cy="116033"/>
              </a:xfrm>
              <a:custGeom>
                <a:avLst/>
                <a:gdLst>
                  <a:gd name="connsiteX0" fmla="*/ 110780 w 150498"/>
                  <a:gd name="connsiteY0" fmla="*/ 116033 h 116033"/>
                  <a:gd name="connsiteX1" fmla="*/ 92619 w 150498"/>
                  <a:gd name="connsiteY1" fmla="*/ 111617 h 116033"/>
                  <a:gd name="connsiteX2" fmla="*/ 20966 w 150498"/>
                  <a:gd name="connsiteY2" fmla="*/ 74699 h 116033"/>
                  <a:gd name="connsiteX3" fmla="*/ 4708 w 150498"/>
                  <a:gd name="connsiteY3" fmla="*/ 20965 h 116033"/>
                  <a:gd name="connsiteX4" fmla="*/ 57338 w 150498"/>
                  <a:gd name="connsiteY4" fmla="*/ 4138 h 116033"/>
                  <a:gd name="connsiteX5" fmla="*/ 128991 w 150498"/>
                  <a:gd name="connsiteY5" fmla="*/ 41056 h 116033"/>
                  <a:gd name="connsiteX6" fmla="*/ 146075 w 150498"/>
                  <a:gd name="connsiteY6" fmla="*/ 94532 h 116033"/>
                  <a:gd name="connsiteX7" fmla="*/ 110780 w 150498"/>
                  <a:gd name="connsiteY7" fmla="*/ 116033 h 116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0498" h="116033">
                    <a:moveTo>
                      <a:pt x="110780" y="116033"/>
                    </a:moveTo>
                    <a:cubicBezTo>
                      <a:pt x="104458" y="116053"/>
                      <a:pt x="98226" y="114539"/>
                      <a:pt x="92619" y="111617"/>
                    </a:cubicBezTo>
                    <a:lnTo>
                      <a:pt x="20966" y="74699"/>
                    </a:lnTo>
                    <a:cubicBezTo>
                      <a:pt x="1638" y="64348"/>
                      <a:pt x="-5640" y="40292"/>
                      <a:pt x="4708" y="20965"/>
                    </a:cubicBezTo>
                    <a:cubicBezTo>
                      <a:pt x="14829" y="2064"/>
                      <a:pt x="38130" y="-5384"/>
                      <a:pt x="57338" y="4138"/>
                    </a:cubicBezTo>
                    <a:lnTo>
                      <a:pt x="128991" y="41056"/>
                    </a:lnTo>
                    <a:cubicBezTo>
                      <a:pt x="148475" y="51104"/>
                      <a:pt x="156124" y="75046"/>
                      <a:pt x="146075" y="94532"/>
                    </a:cubicBezTo>
                    <a:cubicBezTo>
                      <a:pt x="139262" y="107741"/>
                      <a:pt x="125642" y="116038"/>
                      <a:pt x="110780" y="1160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F610393-2D80-0945-B78E-B49B4A222216}"/>
                  </a:ext>
                </a:extLst>
              </p:cNvPr>
              <p:cNvSpPr/>
              <p:nvPr/>
            </p:nvSpPr>
            <p:spPr>
              <a:xfrm>
                <a:off x="5759313" y="3228800"/>
                <a:ext cx="115213" cy="148493"/>
              </a:xfrm>
              <a:custGeom>
                <a:avLst/>
                <a:gdLst>
                  <a:gd name="connsiteX0" fmla="*/ 39680 w 115213"/>
                  <a:gd name="connsiteY0" fmla="*/ 148494 h 148493"/>
                  <a:gd name="connsiteX1" fmla="*/ 0 w 115213"/>
                  <a:gd name="connsiteY1" fmla="*/ 108782 h 148493"/>
                  <a:gd name="connsiteX2" fmla="*/ 4449 w 115213"/>
                  <a:gd name="connsiteY2" fmla="*/ 90537 h 148493"/>
                  <a:gd name="connsiteX3" fmla="*/ 39779 w 115213"/>
                  <a:gd name="connsiteY3" fmla="*/ 22407 h 148493"/>
                  <a:gd name="connsiteX4" fmla="*/ 92807 w 115213"/>
                  <a:gd name="connsiteY4" fmla="*/ 3978 h 148493"/>
                  <a:gd name="connsiteX5" fmla="*/ 111237 w 115213"/>
                  <a:gd name="connsiteY5" fmla="*/ 57008 h 148493"/>
                  <a:gd name="connsiteX6" fmla="*/ 110240 w 115213"/>
                  <a:gd name="connsiteY6" fmla="*/ 58928 h 148493"/>
                  <a:gd name="connsiteX7" fmla="*/ 74910 w 115213"/>
                  <a:gd name="connsiteY7" fmla="*/ 127057 h 148493"/>
                  <a:gd name="connsiteX8" fmla="*/ 39680 w 115213"/>
                  <a:gd name="connsiteY8" fmla="*/ 148494 h 1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213" h="148493">
                    <a:moveTo>
                      <a:pt x="39680" y="148494"/>
                    </a:moveTo>
                    <a:cubicBezTo>
                      <a:pt x="17756" y="148484"/>
                      <a:pt x="-9" y="130705"/>
                      <a:pt x="0" y="108782"/>
                    </a:cubicBezTo>
                    <a:cubicBezTo>
                      <a:pt x="2" y="102431"/>
                      <a:pt x="1528" y="96174"/>
                      <a:pt x="4449" y="90537"/>
                    </a:cubicBezTo>
                    <a:lnTo>
                      <a:pt x="39779" y="22407"/>
                    </a:lnTo>
                    <a:cubicBezTo>
                      <a:pt x="49333" y="2673"/>
                      <a:pt x="73074" y="-5579"/>
                      <a:pt x="92807" y="3978"/>
                    </a:cubicBezTo>
                    <a:cubicBezTo>
                      <a:pt x="112540" y="13530"/>
                      <a:pt x="120791" y="37274"/>
                      <a:pt x="111237" y="57008"/>
                    </a:cubicBezTo>
                    <a:cubicBezTo>
                      <a:pt x="110922" y="57658"/>
                      <a:pt x="110590" y="58298"/>
                      <a:pt x="110240" y="58928"/>
                    </a:cubicBezTo>
                    <a:lnTo>
                      <a:pt x="74910" y="127057"/>
                    </a:lnTo>
                    <a:cubicBezTo>
                      <a:pt x="68091" y="140222"/>
                      <a:pt x="54505" y="148489"/>
                      <a:pt x="39680" y="1484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09FF402-DA02-E54B-AFDF-12DB9534A459}"/>
                  </a:ext>
                </a:extLst>
              </p:cNvPr>
              <p:cNvSpPr/>
              <p:nvPr/>
            </p:nvSpPr>
            <p:spPr>
              <a:xfrm>
                <a:off x="5875955" y="2592700"/>
                <a:ext cx="367902" cy="293752"/>
              </a:xfrm>
              <a:custGeom>
                <a:avLst/>
                <a:gdLst>
                  <a:gd name="connsiteX0" fmla="*/ 326752 w 367902"/>
                  <a:gd name="connsiteY0" fmla="*/ 293696 h 293752"/>
                  <a:gd name="connsiteX1" fmla="*/ 322584 w 367902"/>
                  <a:gd name="connsiteY1" fmla="*/ 293696 h 293752"/>
                  <a:gd name="connsiteX2" fmla="*/ 287204 w 367902"/>
                  <a:gd name="connsiteY2" fmla="*/ 250129 h 293752"/>
                  <a:gd name="connsiteX3" fmla="*/ 280356 w 367902"/>
                  <a:gd name="connsiteY3" fmla="*/ 177286 h 293752"/>
                  <a:gd name="connsiteX4" fmla="*/ 93137 w 367902"/>
                  <a:gd name="connsiteY4" fmla="*/ 85339 h 293752"/>
                  <a:gd name="connsiteX5" fmla="*/ 54284 w 367902"/>
                  <a:gd name="connsiteY5" fmla="*/ 98687 h 293752"/>
                  <a:gd name="connsiteX6" fmla="*/ 2778 w 367902"/>
                  <a:gd name="connsiteY6" fmla="*/ 76308 h 293752"/>
                  <a:gd name="connsiteX7" fmla="*/ 25157 w 367902"/>
                  <a:gd name="connsiteY7" fmla="*/ 24802 h 293752"/>
                  <a:gd name="connsiteX8" fmla="*/ 70609 w 367902"/>
                  <a:gd name="connsiteY8" fmla="*/ 9221 h 293752"/>
                  <a:gd name="connsiteX9" fmla="*/ 354242 w 367902"/>
                  <a:gd name="connsiteY9" fmla="*/ 148159 h 293752"/>
                  <a:gd name="connsiteX10" fmla="*/ 366151 w 367902"/>
                  <a:gd name="connsiteY10" fmla="*/ 258217 h 293752"/>
                  <a:gd name="connsiteX11" fmla="*/ 326752 w 367902"/>
                  <a:gd name="connsiteY11" fmla="*/ 293696 h 29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7902" h="293752">
                    <a:moveTo>
                      <a:pt x="326752" y="293696"/>
                    </a:moveTo>
                    <a:cubicBezTo>
                      <a:pt x="325362" y="293771"/>
                      <a:pt x="323973" y="293771"/>
                      <a:pt x="322584" y="293696"/>
                    </a:cubicBezTo>
                    <a:cubicBezTo>
                      <a:pt x="300785" y="291429"/>
                      <a:pt x="284951" y="271928"/>
                      <a:pt x="287204" y="250129"/>
                    </a:cubicBezTo>
                    <a:cubicBezTo>
                      <a:pt x="290231" y="220357"/>
                      <a:pt x="287998" y="196737"/>
                      <a:pt x="280356" y="177286"/>
                    </a:cubicBezTo>
                    <a:cubicBezTo>
                      <a:pt x="250822" y="103109"/>
                      <a:pt x="169896" y="63365"/>
                      <a:pt x="93137" y="85339"/>
                    </a:cubicBezTo>
                    <a:cubicBezTo>
                      <a:pt x="88473" y="86728"/>
                      <a:pt x="58750" y="96950"/>
                      <a:pt x="54284" y="98687"/>
                    </a:cubicBezTo>
                    <a:cubicBezTo>
                      <a:pt x="33881" y="106730"/>
                      <a:pt x="10821" y="96711"/>
                      <a:pt x="2778" y="76308"/>
                    </a:cubicBezTo>
                    <a:cubicBezTo>
                      <a:pt x="-5266" y="55905"/>
                      <a:pt x="4754" y="32845"/>
                      <a:pt x="25157" y="24802"/>
                    </a:cubicBezTo>
                    <a:cubicBezTo>
                      <a:pt x="31607" y="22271"/>
                      <a:pt x="63911" y="11206"/>
                      <a:pt x="70609" y="9221"/>
                    </a:cubicBezTo>
                    <a:cubicBezTo>
                      <a:pt x="186806" y="-24221"/>
                      <a:pt x="309439" y="35850"/>
                      <a:pt x="354242" y="148159"/>
                    </a:cubicBezTo>
                    <a:cubicBezTo>
                      <a:pt x="366647" y="179718"/>
                      <a:pt x="370567" y="215742"/>
                      <a:pt x="366151" y="258217"/>
                    </a:cubicBezTo>
                    <a:cubicBezTo>
                      <a:pt x="363997" y="278366"/>
                      <a:pt x="347017" y="293659"/>
                      <a:pt x="326752" y="29369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EB54893-6FB7-A04D-AC70-09F109FC136D}"/>
                  </a:ext>
                </a:extLst>
              </p:cNvPr>
              <p:cNvSpPr/>
              <p:nvPr/>
            </p:nvSpPr>
            <p:spPr>
              <a:xfrm>
                <a:off x="5850906" y="2552495"/>
                <a:ext cx="111565" cy="152785"/>
              </a:xfrm>
              <a:custGeom>
                <a:avLst/>
                <a:gdLst>
                  <a:gd name="connsiteX0" fmla="*/ 39736 w 111565"/>
                  <a:gd name="connsiteY0" fmla="*/ 152785 h 152785"/>
                  <a:gd name="connsiteX1" fmla="*/ 0 w 111565"/>
                  <a:gd name="connsiteY1" fmla="*/ 113128 h 152785"/>
                  <a:gd name="connsiteX2" fmla="*/ 3314 w 111565"/>
                  <a:gd name="connsiteY2" fmla="*/ 97210 h 152785"/>
                  <a:gd name="connsiteX3" fmla="*/ 35220 w 111565"/>
                  <a:gd name="connsiteY3" fmla="*/ 23970 h 152785"/>
                  <a:gd name="connsiteX4" fmla="*/ 87595 w 111565"/>
                  <a:gd name="connsiteY4" fmla="*/ 3303 h 152785"/>
                  <a:gd name="connsiteX5" fmla="*/ 108262 w 111565"/>
                  <a:gd name="connsiteY5" fmla="*/ 55677 h 152785"/>
                  <a:gd name="connsiteX6" fmla="*/ 76108 w 111565"/>
                  <a:gd name="connsiteY6" fmla="*/ 128918 h 152785"/>
                  <a:gd name="connsiteX7" fmla="*/ 39736 w 111565"/>
                  <a:gd name="connsiteY7" fmla="*/ 152785 h 15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565" h="152785">
                    <a:moveTo>
                      <a:pt x="39736" y="152785"/>
                    </a:moveTo>
                    <a:cubicBezTo>
                      <a:pt x="17812" y="152807"/>
                      <a:pt x="22" y="135052"/>
                      <a:pt x="0" y="113128"/>
                    </a:cubicBezTo>
                    <a:cubicBezTo>
                      <a:pt x="-5" y="107650"/>
                      <a:pt x="1123" y="102231"/>
                      <a:pt x="3314" y="97210"/>
                    </a:cubicBezTo>
                    <a:lnTo>
                      <a:pt x="35220" y="23970"/>
                    </a:lnTo>
                    <a:cubicBezTo>
                      <a:pt x="43976" y="3800"/>
                      <a:pt x="67425" y="-5453"/>
                      <a:pt x="87595" y="3303"/>
                    </a:cubicBezTo>
                    <a:cubicBezTo>
                      <a:pt x="107766" y="12059"/>
                      <a:pt x="117020" y="35508"/>
                      <a:pt x="108262" y="55677"/>
                    </a:cubicBezTo>
                    <a:lnTo>
                      <a:pt x="76108" y="128918"/>
                    </a:lnTo>
                    <a:cubicBezTo>
                      <a:pt x="69810" y="143400"/>
                      <a:pt x="55528" y="152772"/>
                      <a:pt x="39736" y="15278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789654A-D8F8-3A49-BBCF-445D6F89782A}"/>
                  </a:ext>
                </a:extLst>
              </p:cNvPr>
              <p:cNvSpPr/>
              <p:nvPr/>
            </p:nvSpPr>
            <p:spPr>
              <a:xfrm>
                <a:off x="5850957" y="2625849"/>
                <a:ext cx="152720" cy="111337"/>
              </a:xfrm>
              <a:custGeom>
                <a:avLst/>
                <a:gdLst>
                  <a:gd name="connsiteX0" fmla="*/ 112876 w 152720"/>
                  <a:gd name="connsiteY0" fmla="*/ 111337 h 111337"/>
                  <a:gd name="connsiteX1" fmla="*/ 97047 w 152720"/>
                  <a:gd name="connsiteY1" fmla="*/ 108013 h 111337"/>
                  <a:gd name="connsiteX2" fmla="*/ 23856 w 152720"/>
                  <a:gd name="connsiteY2" fmla="*/ 76106 h 111337"/>
                  <a:gd name="connsiteX3" fmla="*/ 3313 w 152720"/>
                  <a:gd name="connsiteY3" fmla="*/ 23856 h 111337"/>
                  <a:gd name="connsiteX4" fmla="*/ 55564 w 152720"/>
                  <a:gd name="connsiteY4" fmla="*/ 3313 h 111337"/>
                  <a:gd name="connsiteX5" fmla="*/ 128804 w 152720"/>
                  <a:gd name="connsiteY5" fmla="*/ 35219 h 111337"/>
                  <a:gd name="connsiteX6" fmla="*/ 149436 w 152720"/>
                  <a:gd name="connsiteY6" fmla="*/ 87429 h 111337"/>
                  <a:gd name="connsiteX7" fmla="*/ 112925 w 152720"/>
                  <a:gd name="connsiteY7" fmla="*/ 111337 h 111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720" h="111337">
                    <a:moveTo>
                      <a:pt x="112876" y="111337"/>
                    </a:moveTo>
                    <a:cubicBezTo>
                      <a:pt x="107427" y="111327"/>
                      <a:pt x="102038" y="110195"/>
                      <a:pt x="97047" y="108013"/>
                    </a:cubicBezTo>
                    <a:lnTo>
                      <a:pt x="23856" y="76106"/>
                    </a:lnTo>
                    <a:cubicBezTo>
                      <a:pt x="3755" y="67351"/>
                      <a:pt x="-5443" y="43957"/>
                      <a:pt x="3313" y="23856"/>
                    </a:cubicBezTo>
                    <a:cubicBezTo>
                      <a:pt x="12068" y="3755"/>
                      <a:pt x="35462" y="-5443"/>
                      <a:pt x="55564" y="3313"/>
                    </a:cubicBezTo>
                    <a:lnTo>
                      <a:pt x="128804" y="35219"/>
                    </a:lnTo>
                    <a:cubicBezTo>
                      <a:pt x="148920" y="43939"/>
                      <a:pt x="158154" y="67314"/>
                      <a:pt x="149436" y="87429"/>
                    </a:cubicBezTo>
                    <a:cubicBezTo>
                      <a:pt x="143134" y="101974"/>
                      <a:pt x="128779" y="111373"/>
                      <a:pt x="112925" y="11133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13" name="Picture Placeholder 55">
            <a:extLst>
              <a:ext uri="{FF2B5EF4-FFF2-40B4-BE49-F238E27FC236}">
                <a16:creationId xmlns:a16="http://schemas.microsoft.com/office/drawing/2014/main" id="{6C09768B-2CA5-4975-908A-024CA56BDBE3}"/>
              </a:ext>
            </a:extLst>
          </p:cNvPr>
          <p:cNvGrpSpPr>
            <a:grpSpLocks noChangeAspect="1"/>
          </p:cNvGrpSpPr>
          <p:nvPr/>
        </p:nvGrpSpPr>
        <p:grpSpPr>
          <a:xfrm>
            <a:off x="6813268" y="2537166"/>
            <a:ext cx="763037" cy="836654"/>
            <a:chOff x="6813268" y="2537166"/>
            <a:chExt cx="763037" cy="836654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A8D552F-01E3-B244-B3CA-FAEFFD3974F0}"/>
                </a:ext>
              </a:extLst>
            </p:cNvPr>
            <p:cNvSpPr/>
            <p:nvPr/>
          </p:nvSpPr>
          <p:spPr>
            <a:xfrm>
              <a:off x="7301884" y="2537166"/>
              <a:ext cx="203048" cy="203047"/>
            </a:xfrm>
            <a:custGeom>
              <a:avLst/>
              <a:gdLst>
                <a:gd name="connsiteX0" fmla="*/ 101425 w 203048"/>
                <a:gd name="connsiteY0" fmla="*/ 203048 h 203047"/>
                <a:gd name="connsiteX1" fmla="*/ 0 w 203048"/>
                <a:gd name="connsiteY1" fmla="*/ 101425 h 203047"/>
                <a:gd name="connsiteX2" fmla="*/ 101623 w 203048"/>
                <a:gd name="connsiteY2" fmla="*/ 0 h 203047"/>
                <a:gd name="connsiteX3" fmla="*/ 203048 w 203048"/>
                <a:gd name="connsiteY3" fmla="*/ 101524 h 203047"/>
                <a:gd name="connsiteX4" fmla="*/ 101425 w 203048"/>
                <a:gd name="connsiteY4" fmla="*/ 203048 h 203047"/>
                <a:gd name="connsiteX5" fmla="*/ 101425 w 203048"/>
                <a:gd name="connsiteY5" fmla="*/ 79443 h 203047"/>
                <a:gd name="connsiteX6" fmla="*/ 79393 w 203048"/>
                <a:gd name="connsiteY6" fmla="*/ 101673 h 203047"/>
                <a:gd name="connsiteX7" fmla="*/ 101623 w 203048"/>
                <a:gd name="connsiteY7" fmla="*/ 123704 h 203047"/>
                <a:gd name="connsiteX8" fmla="*/ 123655 w 203048"/>
                <a:gd name="connsiteY8" fmla="*/ 101524 h 203047"/>
                <a:gd name="connsiteX9" fmla="*/ 101474 w 203048"/>
                <a:gd name="connsiteY9" fmla="*/ 79443 h 203047"/>
                <a:gd name="connsiteX10" fmla="*/ 101425 w 203048"/>
                <a:gd name="connsiteY10" fmla="*/ 7944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048" h="203047">
                  <a:moveTo>
                    <a:pt x="101425" y="203048"/>
                  </a:moveTo>
                  <a:cubicBezTo>
                    <a:pt x="45353" y="202993"/>
                    <a:pt x="-55" y="157495"/>
                    <a:pt x="0" y="101425"/>
                  </a:cubicBezTo>
                  <a:cubicBezTo>
                    <a:pt x="55" y="45355"/>
                    <a:pt x="45552" y="-55"/>
                    <a:pt x="101623" y="0"/>
                  </a:cubicBezTo>
                  <a:cubicBezTo>
                    <a:pt x="157655" y="55"/>
                    <a:pt x="203048" y="45493"/>
                    <a:pt x="203048" y="101524"/>
                  </a:cubicBezTo>
                  <a:cubicBezTo>
                    <a:pt x="202964" y="157599"/>
                    <a:pt x="157501" y="203021"/>
                    <a:pt x="101425" y="203048"/>
                  </a:cubicBezTo>
                  <a:close/>
                  <a:moveTo>
                    <a:pt x="101425" y="79443"/>
                  </a:moveTo>
                  <a:cubicBezTo>
                    <a:pt x="89203" y="79498"/>
                    <a:pt x="79339" y="89450"/>
                    <a:pt x="79393" y="101673"/>
                  </a:cubicBezTo>
                  <a:cubicBezTo>
                    <a:pt x="79448" y="113895"/>
                    <a:pt x="89402" y="123759"/>
                    <a:pt x="101623" y="123704"/>
                  </a:cubicBezTo>
                  <a:cubicBezTo>
                    <a:pt x="113825" y="123649"/>
                    <a:pt x="123680" y="113727"/>
                    <a:pt x="123655" y="101524"/>
                  </a:cubicBezTo>
                  <a:cubicBezTo>
                    <a:pt x="123630" y="89301"/>
                    <a:pt x="113696" y="79415"/>
                    <a:pt x="101474" y="79443"/>
                  </a:cubicBezTo>
                  <a:cubicBezTo>
                    <a:pt x="101460" y="79443"/>
                    <a:pt x="101440" y="79443"/>
                    <a:pt x="101425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92F7E35C-4628-6B40-A6A8-04F0A3A89ED0}"/>
                </a:ext>
              </a:extLst>
            </p:cNvPr>
            <p:cNvSpPr/>
            <p:nvPr/>
          </p:nvSpPr>
          <p:spPr>
            <a:xfrm>
              <a:off x="7240652" y="2709697"/>
              <a:ext cx="325313" cy="243984"/>
            </a:xfrm>
            <a:custGeom>
              <a:avLst/>
              <a:gdLst>
                <a:gd name="connsiteX0" fmla="*/ 285617 w 325313"/>
                <a:gd name="connsiteY0" fmla="*/ 243985 h 243984"/>
                <a:gd name="connsiteX1" fmla="*/ 245920 w 325313"/>
                <a:gd name="connsiteY1" fmla="*/ 204288 h 243984"/>
                <a:gd name="connsiteX2" fmla="*/ 245920 w 325313"/>
                <a:gd name="connsiteY2" fmla="*/ 162657 h 243984"/>
                <a:gd name="connsiteX3" fmla="*/ 162657 w 325313"/>
                <a:gd name="connsiteY3" fmla="*/ 79393 h 243984"/>
                <a:gd name="connsiteX4" fmla="*/ 79393 w 325313"/>
                <a:gd name="connsiteY4" fmla="*/ 162657 h 243984"/>
                <a:gd name="connsiteX5" fmla="*/ 79393 w 325313"/>
                <a:gd name="connsiteY5" fmla="*/ 204288 h 243984"/>
                <a:gd name="connsiteX6" fmla="*/ 39697 w 325313"/>
                <a:gd name="connsiteY6" fmla="*/ 243985 h 243984"/>
                <a:gd name="connsiteX7" fmla="*/ 0 w 325313"/>
                <a:gd name="connsiteY7" fmla="*/ 204288 h 243984"/>
                <a:gd name="connsiteX8" fmla="*/ 0 w 325313"/>
                <a:gd name="connsiteY8" fmla="*/ 162657 h 243984"/>
                <a:gd name="connsiteX9" fmla="*/ 162657 w 325313"/>
                <a:gd name="connsiteY9" fmla="*/ 0 h 243984"/>
                <a:gd name="connsiteX10" fmla="*/ 325314 w 325313"/>
                <a:gd name="connsiteY10" fmla="*/ 162657 h 243984"/>
                <a:gd name="connsiteX11" fmla="*/ 325314 w 325313"/>
                <a:gd name="connsiteY11" fmla="*/ 204288 h 243984"/>
                <a:gd name="connsiteX12" fmla="*/ 285617 w 325313"/>
                <a:gd name="connsiteY12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3984">
                  <a:moveTo>
                    <a:pt x="285617" y="243985"/>
                  </a:moveTo>
                  <a:cubicBezTo>
                    <a:pt x="263695" y="243985"/>
                    <a:pt x="245920" y="226212"/>
                    <a:pt x="245920" y="204288"/>
                  </a:cubicBezTo>
                  <a:lnTo>
                    <a:pt x="245920" y="162657"/>
                  </a:lnTo>
                  <a:cubicBezTo>
                    <a:pt x="245920" y="116672"/>
                    <a:pt x="208640" y="79393"/>
                    <a:pt x="162657" y="79393"/>
                  </a:cubicBezTo>
                  <a:cubicBezTo>
                    <a:pt x="116673" y="79393"/>
                    <a:pt x="79393" y="116672"/>
                    <a:pt x="79393" y="162657"/>
                  </a:cubicBezTo>
                  <a:lnTo>
                    <a:pt x="79393" y="204288"/>
                  </a:lnTo>
                  <a:cubicBezTo>
                    <a:pt x="79393" y="226212"/>
                    <a:pt x="61619" y="243985"/>
                    <a:pt x="39697" y="243985"/>
                  </a:cubicBezTo>
                  <a:cubicBezTo>
                    <a:pt x="17774" y="243985"/>
                    <a:pt x="0" y="226212"/>
                    <a:pt x="0" y="204288"/>
                  </a:cubicBezTo>
                  <a:lnTo>
                    <a:pt x="0" y="162657"/>
                  </a:lnTo>
                  <a:cubicBezTo>
                    <a:pt x="0" y="72824"/>
                    <a:pt x="72823" y="0"/>
                    <a:pt x="162657" y="0"/>
                  </a:cubicBezTo>
                  <a:cubicBezTo>
                    <a:pt x="252490" y="0"/>
                    <a:pt x="325314" y="72824"/>
                    <a:pt x="325314" y="162657"/>
                  </a:cubicBezTo>
                  <a:lnTo>
                    <a:pt x="325314" y="204288"/>
                  </a:lnTo>
                  <a:cubicBezTo>
                    <a:pt x="325314" y="226212"/>
                    <a:pt x="307539" y="243985"/>
                    <a:pt x="285617" y="2439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22A0858A-98C8-E343-8551-66789AC4ECA6}"/>
                </a:ext>
              </a:extLst>
            </p:cNvPr>
            <p:cNvSpPr/>
            <p:nvPr/>
          </p:nvSpPr>
          <p:spPr>
            <a:xfrm>
              <a:off x="6874401" y="2957304"/>
              <a:ext cx="203048" cy="203047"/>
            </a:xfrm>
            <a:custGeom>
              <a:avLst/>
              <a:gdLst>
                <a:gd name="connsiteX0" fmla="*/ 101524 w 203048"/>
                <a:gd name="connsiteY0" fmla="*/ 203048 h 203047"/>
                <a:gd name="connsiteX1" fmla="*/ 0 w 203048"/>
                <a:gd name="connsiteY1" fmla="*/ 101524 h 203047"/>
                <a:gd name="connsiteX2" fmla="*/ 101524 w 203048"/>
                <a:gd name="connsiteY2" fmla="*/ 0 h 203047"/>
                <a:gd name="connsiteX3" fmla="*/ 203048 w 203048"/>
                <a:gd name="connsiteY3" fmla="*/ 101524 h 203047"/>
                <a:gd name="connsiteX4" fmla="*/ 203048 w 203048"/>
                <a:gd name="connsiteY4" fmla="*/ 101574 h 203047"/>
                <a:gd name="connsiteX5" fmla="*/ 101524 w 203048"/>
                <a:gd name="connsiteY5" fmla="*/ 203048 h 203047"/>
                <a:gd name="connsiteX6" fmla="*/ 101524 w 203048"/>
                <a:gd name="connsiteY6" fmla="*/ 79443 h 203047"/>
                <a:gd name="connsiteX7" fmla="*/ 79393 w 203048"/>
                <a:gd name="connsiteY7" fmla="*/ 101574 h 203047"/>
                <a:gd name="connsiteX8" fmla="*/ 101524 w 203048"/>
                <a:gd name="connsiteY8" fmla="*/ 123704 h 203047"/>
                <a:gd name="connsiteX9" fmla="*/ 123655 w 203048"/>
                <a:gd name="connsiteY9" fmla="*/ 101574 h 203047"/>
                <a:gd name="connsiteX10" fmla="*/ 101524 w 203048"/>
                <a:gd name="connsiteY10" fmla="*/ 7944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048" h="203047">
                  <a:moveTo>
                    <a:pt x="101524" y="203048"/>
                  </a:moveTo>
                  <a:cubicBezTo>
                    <a:pt x="45454" y="203048"/>
                    <a:pt x="0" y="157595"/>
                    <a:pt x="0" y="101524"/>
                  </a:cubicBezTo>
                  <a:cubicBezTo>
                    <a:pt x="0" y="45454"/>
                    <a:pt x="45454" y="0"/>
                    <a:pt x="101524" y="0"/>
                  </a:cubicBezTo>
                  <a:cubicBezTo>
                    <a:pt x="157594" y="0"/>
                    <a:pt x="203048" y="45454"/>
                    <a:pt x="203048" y="101524"/>
                  </a:cubicBezTo>
                  <a:cubicBezTo>
                    <a:pt x="203048" y="101539"/>
                    <a:pt x="203048" y="101559"/>
                    <a:pt x="203048" y="101574"/>
                  </a:cubicBezTo>
                  <a:cubicBezTo>
                    <a:pt x="202966" y="157600"/>
                    <a:pt x="157552" y="202993"/>
                    <a:pt x="101524" y="203048"/>
                  </a:cubicBezTo>
                  <a:close/>
                  <a:moveTo>
                    <a:pt x="101524" y="79443"/>
                  </a:moveTo>
                  <a:cubicBezTo>
                    <a:pt x="89301" y="79443"/>
                    <a:pt x="79393" y="89352"/>
                    <a:pt x="79393" y="101574"/>
                  </a:cubicBezTo>
                  <a:cubicBezTo>
                    <a:pt x="79393" y="113795"/>
                    <a:pt x="89301" y="123704"/>
                    <a:pt x="101524" y="123704"/>
                  </a:cubicBezTo>
                  <a:cubicBezTo>
                    <a:pt x="113747" y="123704"/>
                    <a:pt x="123655" y="113795"/>
                    <a:pt x="123655" y="101574"/>
                  </a:cubicBezTo>
                  <a:cubicBezTo>
                    <a:pt x="123655" y="89352"/>
                    <a:pt x="113747" y="79443"/>
                    <a:pt x="10152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3841068F-0F94-9346-A6C0-B78733CAE2B2}"/>
                </a:ext>
              </a:extLst>
            </p:cNvPr>
            <p:cNvSpPr/>
            <p:nvPr/>
          </p:nvSpPr>
          <p:spPr>
            <a:xfrm>
              <a:off x="6813268" y="3129835"/>
              <a:ext cx="325313" cy="243984"/>
            </a:xfrm>
            <a:custGeom>
              <a:avLst/>
              <a:gdLst>
                <a:gd name="connsiteX0" fmla="*/ 285617 w 325313"/>
                <a:gd name="connsiteY0" fmla="*/ 243985 h 243984"/>
                <a:gd name="connsiteX1" fmla="*/ 245920 w 325313"/>
                <a:gd name="connsiteY1" fmla="*/ 204288 h 243984"/>
                <a:gd name="connsiteX2" fmla="*/ 245920 w 325313"/>
                <a:gd name="connsiteY2" fmla="*/ 162657 h 243984"/>
                <a:gd name="connsiteX3" fmla="*/ 162657 w 325313"/>
                <a:gd name="connsiteY3" fmla="*/ 79393 h 243984"/>
                <a:gd name="connsiteX4" fmla="*/ 79393 w 325313"/>
                <a:gd name="connsiteY4" fmla="*/ 162657 h 243984"/>
                <a:gd name="connsiteX5" fmla="*/ 79393 w 325313"/>
                <a:gd name="connsiteY5" fmla="*/ 204288 h 243984"/>
                <a:gd name="connsiteX6" fmla="*/ 39697 w 325313"/>
                <a:gd name="connsiteY6" fmla="*/ 243985 h 243984"/>
                <a:gd name="connsiteX7" fmla="*/ 0 w 325313"/>
                <a:gd name="connsiteY7" fmla="*/ 204288 h 243984"/>
                <a:gd name="connsiteX8" fmla="*/ 0 w 325313"/>
                <a:gd name="connsiteY8" fmla="*/ 162657 h 243984"/>
                <a:gd name="connsiteX9" fmla="*/ 162657 w 325313"/>
                <a:gd name="connsiteY9" fmla="*/ 0 h 243984"/>
                <a:gd name="connsiteX10" fmla="*/ 325314 w 325313"/>
                <a:gd name="connsiteY10" fmla="*/ 162657 h 243984"/>
                <a:gd name="connsiteX11" fmla="*/ 325314 w 325313"/>
                <a:gd name="connsiteY11" fmla="*/ 204288 h 243984"/>
                <a:gd name="connsiteX12" fmla="*/ 285617 w 325313"/>
                <a:gd name="connsiteY12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5313" h="243984">
                  <a:moveTo>
                    <a:pt x="285617" y="243985"/>
                  </a:moveTo>
                  <a:cubicBezTo>
                    <a:pt x="263693" y="243985"/>
                    <a:pt x="245920" y="226211"/>
                    <a:pt x="245920" y="204288"/>
                  </a:cubicBezTo>
                  <a:lnTo>
                    <a:pt x="245920" y="162657"/>
                  </a:lnTo>
                  <a:cubicBezTo>
                    <a:pt x="245920" y="116673"/>
                    <a:pt x="208642" y="79393"/>
                    <a:pt x="162657" y="79393"/>
                  </a:cubicBezTo>
                  <a:cubicBezTo>
                    <a:pt x="116672" y="79393"/>
                    <a:pt x="79393" y="116673"/>
                    <a:pt x="79393" y="162657"/>
                  </a:cubicBezTo>
                  <a:lnTo>
                    <a:pt x="79393" y="204288"/>
                  </a:lnTo>
                  <a:cubicBezTo>
                    <a:pt x="79393" y="226211"/>
                    <a:pt x="61621" y="243985"/>
                    <a:pt x="39697" y="243985"/>
                  </a:cubicBezTo>
                  <a:cubicBezTo>
                    <a:pt x="17773" y="243985"/>
                    <a:pt x="0" y="226211"/>
                    <a:pt x="0" y="204288"/>
                  </a:cubicBezTo>
                  <a:lnTo>
                    <a:pt x="0" y="162657"/>
                  </a:lnTo>
                  <a:cubicBezTo>
                    <a:pt x="0" y="72823"/>
                    <a:pt x="72824" y="0"/>
                    <a:pt x="162657" y="0"/>
                  </a:cubicBezTo>
                  <a:cubicBezTo>
                    <a:pt x="252490" y="0"/>
                    <a:pt x="325314" y="72823"/>
                    <a:pt x="325314" y="162657"/>
                  </a:cubicBezTo>
                  <a:lnTo>
                    <a:pt x="325314" y="204288"/>
                  </a:lnTo>
                  <a:cubicBezTo>
                    <a:pt x="325314" y="226211"/>
                    <a:pt x="307541" y="243985"/>
                    <a:pt x="285617" y="2439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F20F7C62-F0F9-3A4E-814C-1EB252291097}"/>
                </a:ext>
              </a:extLst>
            </p:cNvPr>
            <p:cNvSpPr/>
            <p:nvPr/>
          </p:nvSpPr>
          <p:spPr>
            <a:xfrm>
              <a:off x="7363364" y="2790479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4" y="129460"/>
                    <a:pt x="0" y="111688"/>
                    <a:pt x="0" y="8976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89764"/>
                  </a:lnTo>
                  <a:cubicBezTo>
                    <a:pt x="79393" y="111688"/>
                    <a:pt x="61619" y="129460"/>
                    <a:pt x="39697" y="129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19" name="Picture Placeholder 55">
              <a:extLst>
                <a:ext uri="{FF2B5EF4-FFF2-40B4-BE49-F238E27FC236}">
                  <a16:creationId xmlns:a16="http://schemas.microsoft.com/office/drawing/2014/main" id="{6C09768B-2CA5-4975-908A-024CA56BDBE3}"/>
                </a:ext>
              </a:extLst>
            </p:cNvPr>
            <p:cNvGrpSpPr/>
            <p:nvPr/>
          </p:nvGrpSpPr>
          <p:grpSpPr>
            <a:xfrm>
              <a:off x="6828338" y="2596022"/>
              <a:ext cx="747968" cy="740532"/>
              <a:chOff x="6828338" y="2596022"/>
              <a:chExt cx="747968" cy="740532"/>
            </a:xfrm>
          </p:grpSpPr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7557AE82-2343-FA41-94AB-D642A8DB9DAC}"/>
                  </a:ext>
                </a:extLst>
              </p:cNvPr>
              <p:cNvSpPr/>
              <p:nvPr/>
            </p:nvSpPr>
            <p:spPr>
              <a:xfrm>
                <a:off x="7241003" y="3031512"/>
                <a:ext cx="335302" cy="305042"/>
              </a:xfrm>
              <a:custGeom>
                <a:avLst/>
                <a:gdLst>
                  <a:gd name="connsiteX0" fmla="*/ 105440 w 335302"/>
                  <a:gd name="connsiteY0" fmla="*/ 305042 h 305042"/>
                  <a:gd name="connsiteX1" fmla="*/ 42322 w 335302"/>
                  <a:gd name="connsiteY1" fmla="*/ 296061 h 305042"/>
                  <a:gd name="connsiteX2" fmla="*/ 31753 w 335302"/>
                  <a:gd name="connsiteY2" fmla="*/ 293878 h 305042"/>
                  <a:gd name="connsiteX3" fmla="*/ 815 w 335302"/>
                  <a:gd name="connsiteY3" fmla="*/ 247011 h 305042"/>
                  <a:gd name="connsiteX4" fmla="*/ 47681 w 335302"/>
                  <a:gd name="connsiteY4" fmla="*/ 216073 h 305042"/>
                  <a:gd name="connsiteX5" fmla="*/ 63659 w 335302"/>
                  <a:gd name="connsiteY5" fmla="*/ 219596 h 305042"/>
                  <a:gd name="connsiteX6" fmla="*/ 250531 w 335302"/>
                  <a:gd name="connsiteY6" fmla="*/ 120007 h 305042"/>
                  <a:gd name="connsiteX7" fmla="*/ 252665 w 335302"/>
                  <a:gd name="connsiteY7" fmla="*/ 47412 h 305042"/>
                  <a:gd name="connsiteX8" fmla="*/ 283896 w 335302"/>
                  <a:gd name="connsiteY8" fmla="*/ 763 h 305042"/>
                  <a:gd name="connsiteX9" fmla="*/ 330545 w 335302"/>
                  <a:gd name="connsiteY9" fmla="*/ 31995 h 305042"/>
                  <a:gd name="connsiteX10" fmla="*/ 330817 w 335302"/>
                  <a:gd name="connsiteY10" fmla="*/ 33518 h 305042"/>
                  <a:gd name="connsiteX11" fmla="*/ 326252 w 335302"/>
                  <a:gd name="connsiteY11" fmla="*/ 143924 h 305042"/>
                  <a:gd name="connsiteX12" fmla="*/ 105440 w 335302"/>
                  <a:gd name="connsiteY12" fmla="*/ 305042 h 305042"/>
                  <a:gd name="connsiteX13" fmla="*/ 42868 w 335302"/>
                  <a:gd name="connsiteY13" fmla="*/ 296210 h 305042"/>
                  <a:gd name="connsiteX14" fmla="*/ 42868 w 335302"/>
                  <a:gd name="connsiteY14" fmla="*/ 296210 h 30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302" h="305042">
                    <a:moveTo>
                      <a:pt x="105440" y="305042"/>
                    </a:moveTo>
                    <a:cubicBezTo>
                      <a:pt x="84083" y="305052"/>
                      <a:pt x="62831" y="302026"/>
                      <a:pt x="42322" y="296061"/>
                    </a:cubicBezTo>
                    <a:lnTo>
                      <a:pt x="31753" y="293878"/>
                    </a:lnTo>
                    <a:cubicBezTo>
                      <a:pt x="10268" y="289481"/>
                      <a:pt x="-3584" y="268497"/>
                      <a:pt x="815" y="247011"/>
                    </a:cubicBezTo>
                    <a:cubicBezTo>
                      <a:pt x="5213" y="225525"/>
                      <a:pt x="26196" y="211676"/>
                      <a:pt x="47681" y="216073"/>
                    </a:cubicBezTo>
                    <a:cubicBezTo>
                      <a:pt x="60881" y="218802"/>
                      <a:pt x="62220" y="219199"/>
                      <a:pt x="63659" y="219596"/>
                    </a:cubicBezTo>
                    <a:cubicBezTo>
                      <a:pt x="142631" y="242362"/>
                      <a:pt x="225398" y="198254"/>
                      <a:pt x="250531" y="120007"/>
                    </a:cubicBezTo>
                    <a:cubicBezTo>
                      <a:pt x="256982" y="99464"/>
                      <a:pt x="257726" y="75745"/>
                      <a:pt x="252665" y="47412"/>
                    </a:cubicBezTo>
                    <a:cubicBezTo>
                      <a:pt x="248407" y="25906"/>
                      <a:pt x="262390" y="5021"/>
                      <a:pt x="283896" y="763"/>
                    </a:cubicBezTo>
                    <a:cubicBezTo>
                      <a:pt x="305402" y="-3494"/>
                      <a:pt x="326287" y="10484"/>
                      <a:pt x="330545" y="31995"/>
                    </a:cubicBezTo>
                    <a:cubicBezTo>
                      <a:pt x="330649" y="32501"/>
                      <a:pt x="330738" y="33007"/>
                      <a:pt x="330817" y="33518"/>
                    </a:cubicBezTo>
                    <a:cubicBezTo>
                      <a:pt x="338062" y="74157"/>
                      <a:pt x="336524" y="111323"/>
                      <a:pt x="326252" y="143924"/>
                    </a:cubicBezTo>
                    <a:cubicBezTo>
                      <a:pt x="295373" y="239831"/>
                      <a:pt x="206195" y="304899"/>
                      <a:pt x="105440" y="305042"/>
                    </a:cubicBezTo>
                    <a:close/>
                    <a:moveTo>
                      <a:pt x="42868" y="296210"/>
                    </a:moveTo>
                    <a:lnTo>
                      <a:pt x="42868" y="296210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D10D7C22-2C27-5A43-96EA-77F3A893B313}"/>
                  </a:ext>
                </a:extLst>
              </p:cNvPr>
              <p:cNvSpPr/>
              <p:nvPr/>
            </p:nvSpPr>
            <p:spPr>
              <a:xfrm>
                <a:off x="6828338" y="2596022"/>
                <a:ext cx="368064" cy="293847"/>
              </a:xfrm>
              <a:custGeom>
                <a:avLst/>
                <a:gdLst>
                  <a:gd name="connsiteX0" fmla="*/ 41052 w 368064"/>
                  <a:gd name="connsiteY0" fmla="*/ 293847 h 293847"/>
                  <a:gd name="connsiteX1" fmla="*/ 1752 w 368064"/>
                  <a:gd name="connsiteY1" fmla="*/ 258220 h 293847"/>
                  <a:gd name="connsiteX2" fmla="*/ 13661 w 368064"/>
                  <a:gd name="connsiteY2" fmla="*/ 148161 h 293847"/>
                  <a:gd name="connsiteX3" fmla="*/ 297343 w 368064"/>
                  <a:gd name="connsiteY3" fmla="*/ 9223 h 293847"/>
                  <a:gd name="connsiteX4" fmla="*/ 342746 w 368064"/>
                  <a:gd name="connsiteY4" fmla="*/ 24754 h 293847"/>
                  <a:gd name="connsiteX5" fmla="*/ 365298 w 368064"/>
                  <a:gd name="connsiteY5" fmla="*/ 76434 h 293847"/>
                  <a:gd name="connsiteX6" fmla="*/ 313618 w 368064"/>
                  <a:gd name="connsiteY6" fmla="*/ 98987 h 293847"/>
                  <a:gd name="connsiteX7" fmla="*/ 313618 w 368064"/>
                  <a:gd name="connsiteY7" fmla="*/ 98987 h 293847"/>
                  <a:gd name="connsiteX8" fmla="*/ 274666 w 368064"/>
                  <a:gd name="connsiteY8" fmla="*/ 85490 h 293847"/>
                  <a:gd name="connsiteX9" fmla="*/ 87447 w 368064"/>
                  <a:gd name="connsiteY9" fmla="*/ 177239 h 293847"/>
                  <a:gd name="connsiteX10" fmla="*/ 80599 w 368064"/>
                  <a:gd name="connsiteY10" fmla="*/ 250082 h 293847"/>
                  <a:gd name="connsiteX11" fmla="*/ 45220 w 368064"/>
                  <a:gd name="connsiteY11" fmla="*/ 293649 h 293847"/>
                  <a:gd name="connsiteX12" fmla="*/ 41052 w 368064"/>
                  <a:gd name="connsiteY12" fmla="*/ 293847 h 29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8064" h="293847">
                    <a:moveTo>
                      <a:pt x="41052" y="293847"/>
                    </a:moveTo>
                    <a:cubicBezTo>
                      <a:pt x="20775" y="293751"/>
                      <a:pt x="3830" y="278390"/>
                      <a:pt x="1752" y="258220"/>
                    </a:cubicBezTo>
                    <a:cubicBezTo>
                      <a:pt x="-2664" y="215695"/>
                      <a:pt x="1256" y="179720"/>
                      <a:pt x="13661" y="148161"/>
                    </a:cubicBezTo>
                    <a:cubicBezTo>
                      <a:pt x="58483" y="35845"/>
                      <a:pt x="181130" y="-24224"/>
                      <a:pt x="297343" y="9223"/>
                    </a:cubicBezTo>
                    <a:cubicBezTo>
                      <a:pt x="304041" y="11158"/>
                      <a:pt x="336245" y="22224"/>
                      <a:pt x="342746" y="24754"/>
                    </a:cubicBezTo>
                    <a:cubicBezTo>
                      <a:pt x="363244" y="32798"/>
                      <a:pt x="373342" y="55936"/>
                      <a:pt x="365298" y="76434"/>
                    </a:cubicBezTo>
                    <a:cubicBezTo>
                      <a:pt x="357255" y="96933"/>
                      <a:pt x="334117" y="107031"/>
                      <a:pt x="313618" y="98987"/>
                    </a:cubicBezTo>
                    <a:lnTo>
                      <a:pt x="313618" y="98987"/>
                    </a:lnTo>
                    <a:cubicBezTo>
                      <a:pt x="309401" y="97101"/>
                      <a:pt x="279628" y="86880"/>
                      <a:pt x="274666" y="85490"/>
                    </a:cubicBezTo>
                    <a:cubicBezTo>
                      <a:pt x="197959" y="63468"/>
                      <a:pt x="117040" y="103123"/>
                      <a:pt x="87447" y="177239"/>
                    </a:cubicBezTo>
                    <a:cubicBezTo>
                      <a:pt x="79805" y="196690"/>
                      <a:pt x="77523" y="220508"/>
                      <a:pt x="80599" y="250082"/>
                    </a:cubicBezTo>
                    <a:cubicBezTo>
                      <a:pt x="82854" y="271880"/>
                      <a:pt x="67017" y="291382"/>
                      <a:pt x="45220" y="293649"/>
                    </a:cubicBezTo>
                    <a:cubicBezTo>
                      <a:pt x="43830" y="293748"/>
                      <a:pt x="42441" y="293847"/>
                      <a:pt x="41052" y="29384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D19FB62A-C857-9C4B-AFCB-4E04F094609A}"/>
                </a:ext>
              </a:extLst>
            </p:cNvPr>
            <p:cNvSpPr/>
            <p:nvPr/>
          </p:nvSpPr>
          <p:spPr>
            <a:xfrm>
              <a:off x="6937816" y="3207839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3" y="129460"/>
                    <a:pt x="0" y="111686"/>
                    <a:pt x="0" y="8976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9764"/>
                  </a:lnTo>
                  <a:cubicBezTo>
                    <a:pt x="79393" y="111686"/>
                    <a:pt x="61621" y="129460"/>
                    <a:pt x="39697" y="129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7">
            <a:extLst>
              <a:ext uri="{FF2B5EF4-FFF2-40B4-BE49-F238E27FC236}">
                <a16:creationId xmlns:a16="http://schemas.microsoft.com/office/drawing/2014/main" id="{3E367D43-CBDD-4D25-A6AC-C66B60955D87}"/>
              </a:ext>
            </a:extLst>
          </p:cNvPr>
          <p:cNvGrpSpPr>
            <a:grpSpLocks noChangeAspect="1"/>
          </p:cNvGrpSpPr>
          <p:nvPr/>
        </p:nvGrpSpPr>
        <p:grpSpPr>
          <a:xfrm>
            <a:off x="8189527" y="2555178"/>
            <a:ext cx="645565" cy="800629"/>
            <a:chOff x="8189527" y="2555178"/>
            <a:chExt cx="645565" cy="80062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5B8EC2DA-926F-A348-8820-C219D8B4986B}"/>
                </a:ext>
              </a:extLst>
            </p:cNvPr>
            <p:cNvSpPr/>
            <p:nvPr/>
          </p:nvSpPr>
          <p:spPr>
            <a:xfrm>
              <a:off x="8330301" y="2555178"/>
              <a:ext cx="364017" cy="364017"/>
            </a:xfrm>
            <a:custGeom>
              <a:avLst/>
              <a:gdLst>
                <a:gd name="connsiteX0" fmla="*/ 182009 w 364017"/>
                <a:gd name="connsiteY0" fmla="*/ 364017 h 364017"/>
                <a:gd name="connsiteX1" fmla="*/ 0 w 364017"/>
                <a:gd name="connsiteY1" fmla="*/ 182009 h 364017"/>
                <a:gd name="connsiteX2" fmla="*/ 182009 w 364017"/>
                <a:gd name="connsiteY2" fmla="*/ 0 h 364017"/>
                <a:gd name="connsiteX3" fmla="*/ 364018 w 364017"/>
                <a:gd name="connsiteY3" fmla="*/ 182009 h 364017"/>
                <a:gd name="connsiteX4" fmla="*/ 364018 w 364017"/>
                <a:gd name="connsiteY4" fmla="*/ 182058 h 364017"/>
                <a:gd name="connsiteX5" fmla="*/ 182009 w 364017"/>
                <a:gd name="connsiteY5" fmla="*/ 364017 h 364017"/>
                <a:gd name="connsiteX6" fmla="*/ 182009 w 364017"/>
                <a:gd name="connsiteY6" fmla="*/ 79443 h 364017"/>
                <a:gd name="connsiteX7" fmla="*/ 79393 w 364017"/>
                <a:gd name="connsiteY7" fmla="*/ 182058 h 364017"/>
                <a:gd name="connsiteX8" fmla="*/ 182009 w 364017"/>
                <a:gd name="connsiteY8" fmla="*/ 284674 h 364017"/>
                <a:gd name="connsiteX9" fmla="*/ 284625 w 364017"/>
                <a:gd name="connsiteY9" fmla="*/ 182058 h 364017"/>
                <a:gd name="connsiteX10" fmla="*/ 182009 w 364017"/>
                <a:gd name="connsiteY10" fmla="*/ 79443 h 36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4017" h="364017">
                  <a:moveTo>
                    <a:pt x="182009" y="364017"/>
                  </a:moveTo>
                  <a:cubicBezTo>
                    <a:pt x="81488" y="364017"/>
                    <a:pt x="0" y="282529"/>
                    <a:pt x="0" y="182009"/>
                  </a:cubicBezTo>
                  <a:cubicBezTo>
                    <a:pt x="0" y="81488"/>
                    <a:pt x="81488" y="0"/>
                    <a:pt x="182009" y="0"/>
                  </a:cubicBezTo>
                  <a:cubicBezTo>
                    <a:pt x="282531" y="0"/>
                    <a:pt x="364018" y="81488"/>
                    <a:pt x="364018" y="182009"/>
                  </a:cubicBezTo>
                  <a:cubicBezTo>
                    <a:pt x="364018" y="182025"/>
                    <a:pt x="364018" y="182042"/>
                    <a:pt x="364018" y="182058"/>
                  </a:cubicBezTo>
                  <a:cubicBezTo>
                    <a:pt x="363879" y="282514"/>
                    <a:pt x="282466" y="363908"/>
                    <a:pt x="182009" y="364017"/>
                  </a:cubicBezTo>
                  <a:close/>
                  <a:moveTo>
                    <a:pt x="182009" y="79443"/>
                  </a:moveTo>
                  <a:cubicBezTo>
                    <a:pt x="125336" y="79443"/>
                    <a:pt x="79393" y="125386"/>
                    <a:pt x="79393" y="182058"/>
                  </a:cubicBezTo>
                  <a:cubicBezTo>
                    <a:pt x="79393" y="238731"/>
                    <a:pt x="125336" y="284674"/>
                    <a:pt x="182009" y="284674"/>
                  </a:cubicBezTo>
                  <a:cubicBezTo>
                    <a:pt x="238682" y="284674"/>
                    <a:pt x="284625" y="238731"/>
                    <a:pt x="284625" y="182058"/>
                  </a:cubicBezTo>
                  <a:cubicBezTo>
                    <a:pt x="284540" y="125419"/>
                    <a:pt x="238648" y="79525"/>
                    <a:pt x="182009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BC5979E1-52C8-4C4D-A472-3734FA612D40}"/>
                </a:ext>
              </a:extLst>
            </p:cNvPr>
            <p:cNvSpPr/>
            <p:nvPr/>
          </p:nvSpPr>
          <p:spPr>
            <a:xfrm>
              <a:off x="8189527" y="2897461"/>
              <a:ext cx="645565" cy="458346"/>
            </a:xfrm>
            <a:custGeom>
              <a:avLst/>
              <a:gdLst>
                <a:gd name="connsiteX0" fmla="*/ 605869 w 645565"/>
                <a:gd name="connsiteY0" fmla="*/ 458346 h 458346"/>
                <a:gd name="connsiteX1" fmla="*/ 566173 w 645565"/>
                <a:gd name="connsiteY1" fmla="*/ 418650 h 458346"/>
                <a:gd name="connsiteX2" fmla="*/ 566173 w 645565"/>
                <a:gd name="connsiteY2" fmla="*/ 322783 h 458346"/>
                <a:gd name="connsiteX3" fmla="*/ 322783 w 645565"/>
                <a:gd name="connsiteY3" fmla="*/ 79393 h 458346"/>
                <a:gd name="connsiteX4" fmla="*/ 79393 w 645565"/>
                <a:gd name="connsiteY4" fmla="*/ 322783 h 458346"/>
                <a:gd name="connsiteX5" fmla="*/ 79393 w 645565"/>
                <a:gd name="connsiteY5" fmla="*/ 418650 h 458346"/>
                <a:gd name="connsiteX6" fmla="*/ 39697 w 645565"/>
                <a:gd name="connsiteY6" fmla="*/ 458346 h 458346"/>
                <a:gd name="connsiteX7" fmla="*/ 0 w 645565"/>
                <a:gd name="connsiteY7" fmla="*/ 418650 h 458346"/>
                <a:gd name="connsiteX8" fmla="*/ 0 w 645565"/>
                <a:gd name="connsiteY8" fmla="*/ 322783 h 458346"/>
                <a:gd name="connsiteX9" fmla="*/ 322783 w 645565"/>
                <a:gd name="connsiteY9" fmla="*/ 0 h 458346"/>
                <a:gd name="connsiteX10" fmla="*/ 645566 w 645565"/>
                <a:gd name="connsiteY10" fmla="*/ 322783 h 458346"/>
                <a:gd name="connsiteX11" fmla="*/ 645566 w 645565"/>
                <a:gd name="connsiteY11" fmla="*/ 418650 h 458346"/>
                <a:gd name="connsiteX12" fmla="*/ 605869 w 645565"/>
                <a:gd name="connsiteY12" fmla="*/ 458346 h 458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5565" h="458346">
                  <a:moveTo>
                    <a:pt x="605869" y="458346"/>
                  </a:moveTo>
                  <a:cubicBezTo>
                    <a:pt x="583947" y="458346"/>
                    <a:pt x="566173" y="440572"/>
                    <a:pt x="566173" y="418650"/>
                  </a:cubicBezTo>
                  <a:lnTo>
                    <a:pt x="566173" y="322783"/>
                  </a:lnTo>
                  <a:cubicBezTo>
                    <a:pt x="566173" y="188360"/>
                    <a:pt x="457206" y="79393"/>
                    <a:pt x="322783" y="79393"/>
                  </a:cubicBezTo>
                  <a:cubicBezTo>
                    <a:pt x="188362" y="79393"/>
                    <a:pt x="79393" y="188360"/>
                    <a:pt x="79393" y="322783"/>
                  </a:cubicBezTo>
                  <a:lnTo>
                    <a:pt x="79393" y="418650"/>
                  </a:lnTo>
                  <a:cubicBezTo>
                    <a:pt x="79393" y="440572"/>
                    <a:pt x="61621" y="458346"/>
                    <a:pt x="39697" y="458346"/>
                  </a:cubicBezTo>
                  <a:cubicBezTo>
                    <a:pt x="17773" y="458346"/>
                    <a:pt x="0" y="440572"/>
                    <a:pt x="0" y="418650"/>
                  </a:cubicBezTo>
                  <a:lnTo>
                    <a:pt x="0" y="322783"/>
                  </a:lnTo>
                  <a:cubicBezTo>
                    <a:pt x="0" y="144515"/>
                    <a:pt x="144515" y="0"/>
                    <a:pt x="322783" y="0"/>
                  </a:cubicBezTo>
                  <a:cubicBezTo>
                    <a:pt x="501050" y="0"/>
                    <a:pt x="645566" y="144515"/>
                    <a:pt x="645566" y="322783"/>
                  </a:cubicBezTo>
                  <a:lnTo>
                    <a:pt x="645566" y="418650"/>
                  </a:lnTo>
                  <a:cubicBezTo>
                    <a:pt x="645566" y="440572"/>
                    <a:pt x="627792" y="458346"/>
                    <a:pt x="605869" y="4583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59">
            <a:extLst>
              <a:ext uri="{FF2B5EF4-FFF2-40B4-BE49-F238E27FC236}">
                <a16:creationId xmlns:a16="http://schemas.microsoft.com/office/drawing/2014/main" id="{0ED82672-1136-44CE-A9AF-073EEFBE4E9B}"/>
              </a:ext>
            </a:extLst>
          </p:cNvPr>
          <p:cNvGrpSpPr>
            <a:grpSpLocks noChangeAspect="1"/>
          </p:cNvGrpSpPr>
          <p:nvPr/>
        </p:nvGrpSpPr>
        <p:grpSpPr>
          <a:xfrm>
            <a:off x="9596203" y="2533097"/>
            <a:ext cx="467228" cy="844841"/>
            <a:chOff x="9596203" y="2533097"/>
            <a:chExt cx="467228" cy="844841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68C99012-232F-8D4E-9DA9-F9655AEF15BF}"/>
                </a:ext>
              </a:extLst>
            </p:cNvPr>
            <p:cNvSpPr/>
            <p:nvPr/>
          </p:nvSpPr>
          <p:spPr>
            <a:xfrm>
              <a:off x="9704872" y="2533097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090 w 238179"/>
                <a:gd name="connsiteY9" fmla="*/ 79393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1"/>
                    <a:pt x="0" y="119090"/>
                  </a:cubicBezTo>
                  <a:cubicBezTo>
                    <a:pt x="0" y="53318"/>
                    <a:pt x="53318" y="0"/>
                    <a:pt x="119090" y="0"/>
                  </a:cubicBezTo>
                  <a:cubicBezTo>
                    <a:pt x="184861" y="0"/>
                    <a:pt x="238180" y="53318"/>
                    <a:pt x="238180" y="119090"/>
                  </a:cubicBezTo>
                  <a:cubicBezTo>
                    <a:pt x="238180" y="184861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6"/>
                    <a:pt x="79393" y="119090"/>
                  </a:cubicBezTo>
                  <a:cubicBezTo>
                    <a:pt x="79393" y="141014"/>
                    <a:pt x="97166" y="158786"/>
                    <a:pt x="119090" y="158786"/>
                  </a:cubicBezTo>
                  <a:cubicBezTo>
                    <a:pt x="141014" y="158786"/>
                    <a:pt x="158786" y="141014"/>
                    <a:pt x="158786" y="119090"/>
                  </a:cubicBezTo>
                  <a:cubicBezTo>
                    <a:pt x="158786" y="97166"/>
                    <a:pt x="141014" y="79393"/>
                    <a:pt x="11909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FF236D44-36BC-9E40-9D36-713C1C77E015}"/>
                </a:ext>
              </a:extLst>
            </p:cNvPr>
            <p:cNvSpPr/>
            <p:nvPr/>
          </p:nvSpPr>
          <p:spPr>
            <a:xfrm>
              <a:off x="9596203" y="2748698"/>
              <a:ext cx="467228" cy="391528"/>
            </a:xfrm>
            <a:custGeom>
              <a:avLst/>
              <a:gdLst>
                <a:gd name="connsiteX0" fmla="*/ 359254 w 467228"/>
                <a:gd name="connsiteY0" fmla="*/ 391408 h 391528"/>
                <a:gd name="connsiteX1" fmla="*/ 285964 w 467228"/>
                <a:gd name="connsiteY1" fmla="*/ 318118 h 391528"/>
                <a:gd name="connsiteX2" fmla="*/ 285964 w 467228"/>
                <a:gd name="connsiteY2" fmla="*/ 173623 h 391528"/>
                <a:gd name="connsiteX3" fmla="*/ 325661 w 467228"/>
                <a:gd name="connsiteY3" fmla="*/ 133926 h 391528"/>
                <a:gd name="connsiteX4" fmla="*/ 365358 w 467228"/>
                <a:gd name="connsiteY4" fmla="*/ 173623 h 391528"/>
                <a:gd name="connsiteX5" fmla="*/ 365358 w 467228"/>
                <a:gd name="connsiteY5" fmla="*/ 312015 h 391528"/>
                <a:gd name="connsiteX6" fmla="*/ 387836 w 467228"/>
                <a:gd name="connsiteY6" fmla="*/ 312015 h 391528"/>
                <a:gd name="connsiteX7" fmla="*/ 387836 w 467228"/>
                <a:gd name="connsiteY7" fmla="*/ 79393 h 391528"/>
                <a:gd name="connsiteX8" fmla="*/ 79393 w 467228"/>
                <a:gd name="connsiteY8" fmla="*/ 79393 h 391528"/>
                <a:gd name="connsiteX9" fmla="*/ 79393 w 467228"/>
                <a:gd name="connsiteY9" fmla="*/ 308541 h 391528"/>
                <a:gd name="connsiteX10" fmla="*/ 87779 w 467228"/>
                <a:gd name="connsiteY10" fmla="*/ 311965 h 391528"/>
                <a:gd name="connsiteX11" fmla="*/ 96909 w 467228"/>
                <a:gd name="connsiteY11" fmla="*/ 311965 h 391528"/>
                <a:gd name="connsiteX12" fmla="*/ 96909 w 467228"/>
                <a:gd name="connsiteY12" fmla="*/ 173623 h 391528"/>
                <a:gd name="connsiteX13" fmla="*/ 136606 w 467228"/>
                <a:gd name="connsiteY13" fmla="*/ 133926 h 391528"/>
                <a:gd name="connsiteX14" fmla="*/ 176303 w 467228"/>
                <a:gd name="connsiteY14" fmla="*/ 173623 h 391528"/>
                <a:gd name="connsiteX15" fmla="*/ 176303 w 467228"/>
                <a:gd name="connsiteY15" fmla="*/ 318118 h 391528"/>
                <a:gd name="connsiteX16" fmla="*/ 103013 w 467228"/>
                <a:gd name="connsiteY16" fmla="*/ 391408 h 391528"/>
                <a:gd name="connsiteX17" fmla="*/ 78202 w 467228"/>
                <a:gd name="connsiteY17" fmla="*/ 390713 h 391528"/>
                <a:gd name="connsiteX18" fmla="*/ 33544 w 467228"/>
                <a:gd name="connsiteY18" fmla="*/ 373396 h 391528"/>
                <a:gd name="connsiteX19" fmla="*/ 0 w 467228"/>
                <a:gd name="connsiteY19" fmla="*/ 318118 h 391528"/>
                <a:gd name="connsiteX20" fmla="*/ 0 w 467228"/>
                <a:gd name="connsiteY20" fmla="*/ 66541 h 391528"/>
                <a:gd name="connsiteX21" fmla="*/ 66541 w 467228"/>
                <a:gd name="connsiteY21" fmla="*/ 0 h 391528"/>
                <a:gd name="connsiteX22" fmla="*/ 400688 w 467228"/>
                <a:gd name="connsiteY22" fmla="*/ 0 h 391528"/>
                <a:gd name="connsiteX23" fmla="*/ 467229 w 467228"/>
                <a:gd name="connsiteY23" fmla="*/ 66541 h 391528"/>
                <a:gd name="connsiteX24" fmla="*/ 467229 w 467228"/>
                <a:gd name="connsiteY24" fmla="*/ 318118 h 391528"/>
                <a:gd name="connsiteX25" fmla="*/ 398951 w 467228"/>
                <a:gd name="connsiteY25" fmla="*/ 391210 h 391528"/>
                <a:gd name="connsiteX26" fmla="*/ 359254 w 467228"/>
                <a:gd name="connsiteY26" fmla="*/ 391408 h 39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7228" h="391528">
                  <a:moveTo>
                    <a:pt x="359254" y="391408"/>
                  </a:moveTo>
                  <a:cubicBezTo>
                    <a:pt x="318798" y="391353"/>
                    <a:pt x="286019" y="358574"/>
                    <a:pt x="285964" y="318118"/>
                  </a:cubicBezTo>
                  <a:lnTo>
                    <a:pt x="285964" y="173623"/>
                  </a:lnTo>
                  <a:cubicBezTo>
                    <a:pt x="285964" y="151699"/>
                    <a:pt x="303739" y="133926"/>
                    <a:pt x="325661" y="133926"/>
                  </a:cubicBezTo>
                  <a:cubicBezTo>
                    <a:pt x="347583" y="133926"/>
                    <a:pt x="365358" y="151699"/>
                    <a:pt x="365358" y="173623"/>
                  </a:cubicBezTo>
                  <a:lnTo>
                    <a:pt x="365358" y="312015"/>
                  </a:lnTo>
                  <a:lnTo>
                    <a:pt x="387836" y="312015"/>
                  </a:lnTo>
                  <a:lnTo>
                    <a:pt x="387836" y="79393"/>
                  </a:lnTo>
                  <a:lnTo>
                    <a:pt x="79393" y="79393"/>
                  </a:lnTo>
                  <a:lnTo>
                    <a:pt x="79393" y="308541"/>
                  </a:lnTo>
                  <a:cubicBezTo>
                    <a:pt x="82034" y="310030"/>
                    <a:pt x="84851" y="311181"/>
                    <a:pt x="87779" y="311965"/>
                  </a:cubicBezTo>
                  <a:lnTo>
                    <a:pt x="96909" y="311965"/>
                  </a:lnTo>
                  <a:lnTo>
                    <a:pt x="96909" y="173623"/>
                  </a:lnTo>
                  <a:cubicBezTo>
                    <a:pt x="96909" y="151699"/>
                    <a:pt x="114682" y="133926"/>
                    <a:pt x="136606" y="133926"/>
                  </a:cubicBezTo>
                  <a:cubicBezTo>
                    <a:pt x="158530" y="133926"/>
                    <a:pt x="176303" y="151699"/>
                    <a:pt x="176303" y="173623"/>
                  </a:cubicBezTo>
                  <a:lnTo>
                    <a:pt x="176303" y="318118"/>
                  </a:lnTo>
                  <a:cubicBezTo>
                    <a:pt x="176248" y="358574"/>
                    <a:pt x="143467" y="391353"/>
                    <a:pt x="103013" y="391408"/>
                  </a:cubicBezTo>
                  <a:cubicBezTo>
                    <a:pt x="94736" y="391696"/>
                    <a:pt x="86450" y="391468"/>
                    <a:pt x="78202" y="390713"/>
                  </a:cubicBezTo>
                  <a:cubicBezTo>
                    <a:pt x="62249" y="388198"/>
                    <a:pt x="47021" y="382293"/>
                    <a:pt x="33544" y="373396"/>
                  </a:cubicBezTo>
                  <a:cubicBezTo>
                    <a:pt x="11909" y="359055"/>
                    <a:pt x="0" y="339406"/>
                    <a:pt x="0" y="318118"/>
                  </a:cubicBezTo>
                  <a:lnTo>
                    <a:pt x="0" y="66541"/>
                  </a:lnTo>
                  <a:cubicBezTo>
                    <a:pt x="27" y="29803"/>
                    <a:pt x="29803" y="27"/>
                    <a:pt x="66541" y="0"/>
                  </a:cubicBezTo>
                  <a:lnTo>
                    <a:pt x="400688" y="0"/>
                  </a:lnTo>
                  <a:cubicBezTo>
                    <a:pt x="437427" y="27"/>
                    <a:pt x="467199" y="29803"/>
                    <a:pt x="467229" y="66541"/>
                  </a:cubicBezTo>
                  <a:lnTo>
                    <a:pt x="467229" y="318118"/>
                  </a:lnTo>
                  <a:cubicBezTo>
                    <a:pt x="467140" y="356609"/>
                    <a:pt x="437347" y="388505"/>
                    <a:pt x="398951" y="391210"/>
                  </a:cubicBezTo>
                  <a:cubicBezTo>
                    <a:pt x="397710" y="391309"/>
                    <a:pt x="396569" y="391408"/>
                    <a:pt x="359254" y="3914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16E62BD4-876F-9C40-8858-655310136065}"/>
                </a:ext>
              </a:extLst>
            </p:cNvPr>
            <p:cNvSpPr/>
            <p:nvPr/>
          </p:nvSpPr>
          <p:spPr>
            <a:xfrm>
              <a:off x="9693360" y="3027120"/>
              <a:ext cx="173672" cy="350818"/>
            </a:xfrm>
            <a:custGeom>
              <a:avLst/>
              <a:gdLst>
                <a:gd name="connsiteX0" fmla="*/ 86687 w 173672"/>
                <a:gd name="connsiteY0" fmla="*/ 350818 h 350818"/>
                <a:gd name="connsiteX1" fmla="*/ 0 w 173672"/>
                <a:gd name="connsiteY1" fmla="*/ 263833 h 350818"/>
                <a:gd name="connsiteX2" fmla="*/ 0 w 173672"/>
                <a:gd name="connsiteY2" fmla="*/ 39697 h 350818"/>
                <a:gd name="connsiteX3" fmla="*/ 39697 w 173672"/>
                <a:gd name="connsiteY3" fmla="*/ 0 h 350818"/>
                <a:gd name="connsiteX4" fmla="*/ 79393 w 173672"/>
                <a:gd name="connsiteY4" fmla="*/ 39697 h 350818"/>
                <a:gd name="connsiteX5" fmla="*/ 79393 w 173672"/>
                <a:gd name="connsiteY5" fmla="*/ 263833 h 350818"/>
                <a:gd name="connsiteX6" fmla="*/ 85340 w 173672"/>
                <a:gd name="connsiteY6" fmla="*/ 272775 h 350818"/>
                <a:gd name="connsiteX7" fmla="*/ 94279 w 173672"/>
                <a:gd name="connsiteY7" fmla="*/ 266825 h 350818"/>
                <a:gd name="connsiteX8" fmla="*/ 94279 w 173672"/>
                <a:gd name="connsiteY8" fmla="*/ 263833 h 350818"/>
                <a:gd name="connsiteX9" fmla="*/ 94279 w 173672"/>
                <a:gd name="connsiteY9" fmla="*/ 39697 h 350818"/>
                <a:gd name="connsiteX10" fmla="*/ 133976 w 173672"/>
                <a:gd name="connsiteY10" fmla="*/ 0 h 350818"/>
                <a:gd name="connsiteX11" fmla="*/ 173673 w 173672"/>
                <a:gd name="connsiteY11" fmla="*/ 39697 h 350818"/>
                <a:gd name="connsiteX12" fmla="*/ 173673 w 173672"/>
                <a:gd name="connsiteY12" fmla="*/ 263833 h 350818"/>
                <a:gd name="connsiteX13" fmla="*/ 86687 w 173672"/>
                <a:gd name="connsiteY13" fmla="*/ 350818 h 3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672" h="350818">
                  <a:moveTo>
                    <a:pt x="86687" y="350818"/>
                  </a:moveTo>
                  <a:cubicBezTo>
                    <a:pt x="38775" y="350625"/>
                    <a:pt x="27" y="311747"/>
                    <a:pt x="0" y="26383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3833"/>
                  </a:lnTo>
                  <a:cubicBezTo>
                    <a:pt x="78567" y="267942"/>
                    <a:pt x="81230" y="271946"/>
                    <a:pt x="85340" y="272775"/>
                  </a:cubicBezTo>
                  <a:cubicBezTo>
                    <a:pt x="89451" y="273599"/>
                    <a:pt x="93453" y="270934"/>
                    <a:pt x="94279" y="266825"/>
                  </a:cubicBezTo>
                  <a:cubicBezTo>
                    <a:pt x="94478" y="265838"/>
                    <a:pt x="94478" y="264821"/>
                    <a:pt x="94279" y="263833"/>
                  </a:cubicBezTo>
                  <a:lnTo>
                    <a:pt x="94279" y="39697"/>
                  </a:lnTo>
                  <a:cubicBezTo>
                    <a:pt x="94279" y="17774"/>
                    <a:pt x="112052" y="0"/>
                    <a:pt x="133976" y="0"/>
                  </a:cubicBezTo>
                  <a:cubicBezTo>
                    <a:pt x="155900" y="0"/>
                    <a:pt x="173673" y="17774"/>
                    <a:pt x="173673" y="39697"/>
                  </a:cubicBezTo>
                  <a:lnTo>
                    <a:pt x="173673" y="263833"/>
                  </a:lnTo>
                  <a:cubicBezTo>
                    <a:pt x="173645" y="311861"/>
                    <a:pt x="134717" y="350788"/>
                    <a:pt x="86687" y="3508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0F77B1A-F6C4-FF4A-881B-62E72DD1BDB7}"/>
                </a:ext>
              </a:extLst>
            </p:cNvPr>
            <p:cNvSpPr/>
            <p:nvPr/>
          </p:nvSpPr>
          <p:spPr>
            <a:xfrm>
              <a:off x="9787639" y="3027120"/>
              <a:ext cx="173672" cy="350818"/>
            </a:xfrm>
            <a:custGeom>
              <a:avLst/>
              <a:gdLst>
                <a:gd name="connsiteX0" fmla="*/ 86936 w 173672"/>
                <a:gd name="connsiteY0" fmla="*/ 350818 h 350818"/>
                <a:gd name="connsiteX1" fmla="*/ 0 w 173672"/>
                <a:gd name="connsiteY1" fmla="*/ 263833 h 350818"/>
                <a:gd name="connsiteX2" fmla="*/ 0 w 173672"/>
                <a:gd name="connsiteY2" fmla="*/ 39697 h 350818"/>
                <a:gd name="connsiteX3" fmla="*/ 39697 w 173672"/>
                <a:gd name="connsiteY3" fmla="*/ 0 h 350818"/>
                <a:gd name="connsiteX4" fmla="*/ 79393 w 173672"/>
                <a:gd name="connsiteY4" fmla="*/ 39697 h 350818"/>
                <a:gd name="connsiteX5" fmla="*/ 79393 w 173672"/>
                <a:gd name="connsiteY5" fmla="*/ 263833 h 350818"/>
                <a:gd name="connsiteX6" fmla="*/ 85340 w 173672"/>
                <a:gd name="connsiteY6" fmla="*/ 272775 h 350818"/>
                <a:gd name="connsiteX7" fmla="*/ 94279 w 173672"/>
                <a:gd name="connsiteY7" fmla="*/ 266825 h 350818"/>
                <a:gd name="connsiteX8" fmla="*/ 94279 w 173672"/>
                <a:gd name="connsiteY8" fmla="*/ 263833 h 350818"/>
                <a:gd name="connsiteX9" fmla="*/ 94279 w 173672"/>
                <a:gd name="connsiteY9" fmla="*/ 39697 h 350818"/>
                <a:gd name="connsiteX10" fmla="*/ 133976 w 173672"/>
                <a:gd name="connsiteY10" fmla="*/ 0 h 350818"/>
                <a:gd name="connsiteX11" fmla="*/ 173673 w 173672"/>
                <a:gd name="connsiteY11" fmla="*/ 39697 h 350818"/>
                <a:gd name="connsiteX12" fmla="*/ 173673 w 173672"/>
                <a:gd name="connsiteY12" fmla="*/ 263833 h 350818"/>
                <a:gd name="connsiteX13" fmla="*/ 86936 w 173672"/>
                <a:gd name="connsiteY13" fmla="*/ 350818 h 3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672" h="350818">
                  <a:moveTo>
                    <a:pt x="86936" y="350818"/>
                  </a:moveTo>
                  <a:cubicBezTo>
                    <a:pt x="38925" y="350764"/>
                    <a:pt x="27" y="311841"/>
                    <a:pt x="0" y="26383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3833"/>
                  </a:lnTo>
                  <a:cubicBezTo>
                    <a:pt x="78567" y="267942"/>
                    <a:pt x="81230" y="271946"/>
                    <a:pt x="85340" y="272775"/>
                  </a:cubicBezTo>
                  <a:cubicBezTo>
                    <a:pt x="89451" y="273599"/>
                    <a:pt x="93453" y="270934"/>
                    <a:pt x="94279" y="266825"/>
                  </a:cubicBezTo>
                  <a:cubicBezTo>
                    <a:pt x="94478" y="265838"/>
                    <a:pt x="94478" y="264821"/>
                    <a:pt x="94279" y="263833"/>
                  </a:cubicBezTo>
                  <a:lnTo>
                    <a:pt x="94279" y="39697"/>
                  </a:lnTo>
                  <a:cubicBezTo>
                    <a:pt x="94279" y="17774"/>
                    <a:pt x="112054" y="0"/>
                    <a:pt x="133976" y="0"/>
                  </a:cubicBezTo>
                  <a:cubicBezTo>
                    <a:pt x="155898" y="0"/>
                    <a:pt x="173673" y="17774"/>
                    <a:pt x="173673" y="39697"/>
                  </a:cubicBezTo>
                  <a:lnTo>
                    <a:pt x="173673" y="263833"/>
                  </a:lnTo>
                  <a:cubicBezTo>
                    <a:pt x="173648" y="311767"/>
                    <a:pt x="134869" y="350655"/>
                    <a:pt x="86936" y="3508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61">
            <a:extLst>
              <a:ext uri="{FF2B5EF4-FFF2-40B4-BE49-F238E27FC236}">
                <a16:creationId xmlns:a16="http://schemas.microsoft.com/office/drawing/2014/main" id="{5DFBA814-A62C-4A9C-BA3F-0A1A33A6CF89}"/>
              </a:ext>
            </a:extLst>
          </p:cNvPr>
          <p:cNvGrpSpPr>
            <a:grpSpLocks noChangeAspect="1"/>
          </p:cNvGrpSpPr>
          <p:nvPr/>
        </p:nvGrpSpPr>
        <p:grpSpPr>
          <a:xfrm>
            <a:off x="1580741" y="3654859"/>
            <a:ext cx="688037" cy="838291"/>
            <a:chOff x="1580741" y="3654859"/>
            <a:chExt cx="688037" cy="838291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A88DFB1-695B-DB49-AD6C-A70E2189C842}"/>
                </a:ext>
              </a:extLst>
            </p:cNvPr>
            <p:cNvSpPr/>
            <p:nvPr/>
          </p:nvSpPr>
          <p:spPr>
            <a:xfrm>
              <a:off x="1580741" y="3679532"/>
              <a:ext cx="688037" cy="813618"/>
            </a:xfrm>
            <a:custGeom>
              <a:avLst/>
              <a:gdLst>
                <a:gd name="connsiteX0" fmla="*/ 453294 w 688037"/>
                <a:gd name="connsiteY0" fmla="*/ 813619 h 813618"/>
                <a:gd name="connsiteX1" fmla="*/ 452798 w 688037"/>
                <a:gd name="connsiteY1" fmla="*/ 813619 h 813618"/>
                <a:gd name="connsiteX2" fmla="*/ 382337 w 688037"/>
                <a:gd name="connsiteY2" fmla="*/ 782258 h 813618"/>
                <a:gd name="connsiteX3" fmla="*/ 356435 w 688037"/>
                <a:gd name="connsiteY3" fmla="*/ 726237 h 813618"/>
                <a:gd name="connsiteX4" fmla="*/ 356435 w 688037"/>
                <a:gd name="connsiteY4" fmla="*/ 500115 h 813618"/>
                <a:gd name="connsiteX5" fmla="*/ 347056 w 688037"/>
                <a:gd name="connsiteY5" fmla="*/ 490985 h 813618"/>
                <a:gd name="connsiteX6" fmla="*/ 339464 w 688037"/>
                <a:gd name="connsiteY6" fmla="*/ 497336 h 813618"/>
                <a:gd name="connsiteX7" fmla="*/ 339464 w 688037"/>
                <a:gd name="connsiteY7" fmla="*/ 499371 h 813618"/>
                <a:gd name="connsiteX8" fmla="*/ 339464 w 688037"/>
                <a:gd name="connsiteY8" fmla="*/ 727130 h 813618"/>
                <a:gd name="connsiteX9" fmla="*/ 339464 w 688037"/>
                <a:gd name="connsiteY9" fmla="*/ 729660 h 813618"/>
                <a:gd name="connsiteX10" fmla="*/ 243150 w 688037"/>
                <a:gd name="connsiteY10" fmla="*/ 813619 h 813618"/>
                <a:gd name="connsiteX11" fmla="*/ 242605 w 688037"/>
                <a:gd name="connsiteY11" fmla="*/ 813619 h 813618"/>
                <a:gd name="connsiteX12" fmla="*/ 180678 w 688037"/>
                <a:gd name="connsiteY12" fmla="*/ 786823 h 813618"/>
                <a:gd name="connsiteX13" fmla="*/ 153783 w 688037"/>
                <a:gd name="connsiteY13" fmla="*/ 726237 h 813618"/>
                <a:gd name="connsiteX14" fmla="*/ 153783 w 688037"/>
                <a:gd name="connsiteY14" fmla="*/ 349715 h 813618"/>
                <a:gd name="connsiteX15" fmla="*/ 152146 w 688037"/>
                <a:gd name="connsiteY15" fmla="*/ 343264 h 813618"/>
                <a:gd name="connsiteX16" fmla="*/ 8246 w 688037"/>
                <a:gd name="connsiteY16" fmla="*/ 127166 h 813618"/>
                <a:gd name="connsiteX17" fmla="*/ 6856 w 688037"/>
                <a:gd name="connsiteY17" fmla="*/ 124883 h 813618"/>
                <a:gd name="connsiteX18" fmla="*/ 3135 w 688037"/>
                <a:gd name="connsiteY18" fmla="*/ 75858 h 813618"/>
                <a:gd name="connsiteX19" fmla="*/ 52110 w 688037"/>
                <a:gd name="connsiteY19" fmla="*/ 12989 h 813618"/>
                <a:gd name="connsiteX20" fmla="*/ 112747 w 688037"/>
                <a:gd name="connsiteY20" fmla="*/ 3412 h 813618"/>
                <a:gd name="connsiteX21" fmla="*/ 177254 w 688037"/>
                <a:gd name="connsiteY21" fmla="*/ 46532 h 813618"/>
                <a:gd name="connsiteX22" fmla="*/ 278828 w 688037"/>
                <a:gd name="connsiteY22" fmla="*/ 197082 h 813618"/>
                <a:gd name="connsiteX23" fmla="*/ 345965 w 688037"/>
                <a:gd name="connsiteY23" fmla="*/ 225415 h 813618"/>
                <a:gd name="connsiteX24" fmla="*/ 417220 w 688037"/>
                <a:gd name="connsiteY24" fmla="*/ 203185 h 813618"/>
                <a:gd name="connsiteX25" fmla="*/ 512194 w 688037"/>
                <a:gd name="connsiteY25" fmla="*/ 48914 h 813618"/>
                <a:gd name="connsiteX26" fmla="*/ 638578 w 688037"/>
                <a:gd name="connsiteY26" fmla="*/ 12294 h 813618"/>
                <a:gd name="connsiteX27" fmla="*/ 685073 w 688037"/>
                <a:gd name="connsiteY27" fmla="*/ 68564 h 813618"/>
                <a:gd name="connsiteX28" fmla="*/ 679267 w 688037"/>
                <a:gd name="connsiteY28" fmla="*/ 124784 h 813618"/>
                <a:gd name="connsiteX29" fmla="*/ 678572 w 688037"/>
                <a:gd name="connsiteY29" fmla="*/ 125926 h 813618"/>
                <a:gd name="connsiteX30" fmla="*/ 543902 w 688037"/>
                <a:gd name="connsiteY30" fmla="*/ 343016 h 813618"/>
                <a:gd name="connsiteX31" fmla="*/ 542165 w 688037"/>
                <a:gd name="connsiteY31" fmla="*/ 349764 h 813618"/>
                <a:gd name="connsiteX32" fmla="*/ 542165 w 688037"/>
                <a:gd name="connsiteY32" fmla="*/ 727130 h 813618"/>
                <a:gd name="connsiteX33" fmla="*/ 542165 w 688037"/>
                <a:gd name="connsiteY33" fmla="*/ 727973 h 813618"/>
                <a:gd name="connsiteX34" fmla="*/ 453294 w 688037"/>
                <a:gd name="connsiteY34" fmla="*/ 813619 h 813618"/>
                <a:gd name="connsiteX35" fmla="*/ 435828 w 688037"/>
                <a:gd name="connsiteY35" fmla="*/ 723259 h 813618"/>
                <a:gd name="connsiteX36" fmla="*/ 452798 w 688037"/>
                <a:gd name="connsiteY36" fmla="*/ 734226 h 813618"/>
                <a:gd name="connsiteX37" fmla="*/ 452798 w 688037"/>
                <a:gd name="connsiteY37" fmla="*/ 734226 h 813618"/>
                <a:gd name="connsiteX38" fmla="*/ 462722 w 688037"/>
                <a:gd name="connsiteY38" fmla="*/ 725889 h 813618"/>
                <a:gd name="connsiteX39" fmla="*/ 462722 w 688037"/>
                <a:gd name="connsiteY39" fmla="*/ 349764 h 813618"/>
                <a:gd name="connsiteX40" fmla="*/ 475177 w 688037"/>
                <a:gd name="connsiteY40" fmla="*/ 303121 h 813618"/>
                <a:gd name="connsiteX41" fmla="*/ 475921 w 688037"/>
                <a:gd name="connsiteY41" fmla="*/ 301930 h 813618"/>
                <a:gd name="connsiteX42" fmla="*/ 608111 w 688037"/>
                <a:gd name="connsiteY42" fmla="*/ 88809 h 813618"/>
                <a:gd name="connsiteX43" fmla="*/ 599378 w 688037"/>
                <a:gd name="connsiteY43" fmla="*/ 81366 h 813618"/>
                <a:gd name="connsiteX44" fmla="*/ 580671 w 688037"/>
                <a:gd name="connsiteY44" fmla="*/ 89057 h 813618"/>
                <a:gd name="connsiteX45" fmla="*/ 580026 w 688037"/>
                <a:gd name="connsiteY45" fmla="*/ 90099 h 813618"/>
                <a:gd name="connsiteX46" fmla="*/ 482620 w 688037"/>
                <a:gd name="connsiteY46" fmla="*/ 248241 h 813618"/>
                <a:gd name="connsiteX47" fmla="*/ 345965 w 688037"/>
                <a:gd name="connsiteY47" fmla="*/ 304808 h 813618"/>
                <a:gd name="connsiteX48" fmla="*/ 215363 w 688037"/>
                <a:gd name="connsiteY48" fmla="*/ 244817 h 813618"/>
                <a:gd name="connsiteX49" fmla="*/ 213775 w 688037"/>
                <a:gd name="connsiteY49" fmla="*/ 242633 h 813618"/>
                <a:gd name="connsiteX50" fmla="*/ 111060 w 688037"/>
                <a:gd name="connsiteY50" fmla="*/ 90050 h 813618"/>
                <a:gd name="connsiteX51" fmla="*/ 110365 w 688037"/>
                <a:gd name="connsiteY51" fmla="*/ 89008 h 813618"/>
                <a:gd name="connsiteX52" fmla="*/ 93842 w 688037"/>
                <a:gd name="connsiteY52" fmla="*/ 80572 h 813618"/>
                <a:gd name="connsiteX53" fmla="*/ 92403 w 688037"/>
                <a:gd name="connsiteY53" fmla="*/ 81416 h 813618"/>
                <a:gd name="connsiteX54" fmla="*/ 81188 w 688037"/>
                <a:gd name="connsiteY54" fmla="*/ 93126 h 813618"/>
                <a:gd name="connsiteX55" fmla="*/ 219531 w 688037"/>
                <a:gd name="connsiteY55" fmla="*/ 300690 h 813618"/>
                <a:gd name="connsiteX56" fmla="*/ 220920 w 688037"/>
                <a:gd name="connsiteY56" fmla="*/ 302923 h 813618"/>
                <a:gd name="connsiteX57" fmla="*/ 233524 w 688037"/>
                <a:gd name="connsiteY57" fmla="*/ 349764 h 813618"/>
                <a:gd name="connsiteX58" fmla="*/ 233524 w 688037"/>
                <a:gd name="connsiteY58" fmla="*/ 725592 h 813618"/>
                <a:gd name="connsiteX59" fmla="*/ 243001 w 688037"/>
                <a:gd name="connsiteY59" fmla="*/ 734226 h 813618"/>
                <a:gd name="connsiteX60" fmla="*/ 243547 w 688037"/>
                <a:gd name="connsiteY60" fmla="*/ 734226 h 813618"/>
                <a:gd name="connsiteX61" fmla="*/ 260468 w 688037"/>
                <a:gd name="connsiteY61" fmla="*/ 722813 h 813618"/>
                <a:gd name="connsiteX62" fmla="*/ 260468 w 688037"/>
                <a:gd name="connsiteY62" fmla="*/ 500214 h 813618"/>
                <a:gd name="connsiteX63" fmla="*/ 283690 w 688037"/>
                <a:gd name="connsiteY63" fmla="*/ 440670 h 813618"/>
                <a:gd name="connsiteX64" fmla="*/ 348197 w 688037"/>
                <a:gd name="connsiteY64" fmla="*/ 410897 h 813618"/>
                <a:gd name="connsiteX65" fmla="*/ 436076 w 688037"/>
                <a:gd name="connsiteY65" fmla="*/ 498428 h 813618"/>
                <a:gd name="connsiteX66" fmla="*/ 436076 w 688037"/>
                <a:gd name="connsiteY66" fmla="*/ 723110 h 813618"/>
                <a:gd name="connsiteX67" fmla="*/ 109522 w 688037"/>
                <a:gd name="connsiteY67" fmla="*/ 87718 h 813618"/>
                <a:gd name="connsiteX68" fmla="*/ 109522 w 688037"/>
                <a:gd name="connsiteY68" fmla="*/ 87718 h 813618"/>
                <a:gd name="connsiteX69" fmla="*/ 73050 w 688037"/>
                <a:gd name="connsiteY69" fmla="*/ 46781 h 813618"/>
                <a:gd name="connsiteX70" fmla="*/ 73050 w 688037"/>
                <a:gd name="connsiteY70" fmla="*/ 46781 h 81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88037" h="813618">
                  <a:moveTo>
                    <a:pt x="453294" y="813619"/>
                  </a:moveTo>
                  <a:lnTo>
                    <a:pt x="452798" y="813619"/>
                  </a:lnTo>
                  <a:cubicBezTo>
                    <a:pt x="428831" y="813619"/>
                    <a:pt x="401887" y="801610"/>
                    <a:pt x="382337" y="782258"/>
                  </a:cubicBezTo>
                  <a:cubicBezTo>
                    <a:pt x="366565" y="767794"/>
                    <a:pt x="357237" y="747623"/>
                    <a:pt x="356435" y="726237"/>
                  </a:cubicBezTo>
                  <a:lnTo>
                    <a:pt x="356435" y="500115"/>
                  </a:lnTo>
                  <a:cubicBezTo>
                    <a:pt x="354244" y="496240"/>
                    <a:pt x="350990" y="493069"/>
                    <a:pt x="347056" y="490985"/>
                  </a:cubicBezTo>
                  <a:cubicBezTo>
                    <a:pt x="343915" y="492240"/>
                    <a:pt x="341256" y="494468"/>
                    <a:pt x="339464" y="497336"/>
                  </a:cubicBezTo>
                  <a:cubicBezTo>
                    <a:pt x="339464" y="498031"/>
                    <a:pt x="339464" y="498627"/>
                    <a:pt x="339464" y="499371"/>
                  </a:cubicBezTo>
                  <a:lnTo>
                    <a:pt x="339464" y="727130"/>
                  </a:lnTo>
                  <a:cubicBezTo>
                    <a:pt x="339464" y="727973"/>
                    <a:pt x="339464" y="728817"/>
                    <a:pt x="339464" y="729660"/>
                  </a:cubicBezTo>
                  <a:cubicBezTo>
                    <a:pt x="336636" y="772979"/>
                    <a:pt x="289843" y="813619"/>
                    <a:pt x="243150" y="813619"/>
                  </a:cubicBezTo>
                  <a:lnTo>
                    <a:pt x="242605" y="813619"/>
                  </a:lnTo>
                  <a:cubicBezTo>
                    <a:pt x="219253" y="813127"/>
                    <a:pt x="197022" y="803511"/>
                    <a:pt x="180678" y="786823"/>
                  </a:cubicBezTo>
                  <a:cubicBezTo>
                    <a:pt x="164081" y="770960"/>
                    <a:pt x="154416" y="749186"/>
                    <a:pt x="153783" y="726237"/>
                  </a:cubicBezTo>
                  <a:lnTo>
                    <a:pt x="153783" y="349715"/>
                  </a:lnTo>
                  <a:cubicBezTo>
                    <a:pt x="153731" y="347468"/>
                    <a:pt x="153172" y="345263"/>
                    <a:pt x="152146" y="343264"/>
                  </a:cubicBezTo>
                  <a:lnTo>
                    <a:pt x="8246" y="127166"/>
                  </a:lnTo>
                  <a:cubicBezTo>
                    <a:pt x="7750" y="126422"/>
                    <a:pt x="7303" y="125677"/>
                    <a:pt x="6856" y="124883"/>
                  </a:cubicBezTo>
                  <a:cubicBezTo>
                    <a:pt x="-835" y="111436"/>
                    <a:pt x="-2026" y="94416"/>
                    <a:pt x="3135" y="75858"/>
                  </a:cubicBezTo>
                  <a:cubicBezTo>
                    <a:pt x="10814" y="49407"/>
                    <a:pt x="28342" y="26906"/>
                    <a:pt x="52110" y="12989"/>
                  </a:cubicBezTo>
                  <a:cubicBezTo>
                    <a:pt x="70181" y="1687"/>
                    <a:pt x="92074" y="-1770"/>
                    <a:pt x="112747" y="3412"/>
                  </a:cubicBezTo>
                  <a:cubicBezTo>
                    <a:pt x="139096" y="9317"/>
                    <a:pt x="165395" y="26932"/>
                    <a:pt x="177254" y="46532"/>
                  </a:cubicBezTo>
                  <a:lnTo>
                    <a:pt x="278828" y="197082"/>
                  </a:lnTo>
                  <a:cubicBezTo>
                    <a:pt x="301355" y="225415"/>
                    <a:pt x="324032" y="225415"/>
                    <a:pt x="345965" y="225415"/>
                  </a:cubicBezTo>
                  <a:cubicBezTo>
                    <a:pt x="380699" y="225415"/>
                    <a:pt x="406353" y="217327"/>
                    <a:pt x="417220" y="203185"/>
                  </a:cubicBezTo>
                  <a:cubicBezTo>
                    <a:pt x="424564" y="191326"/>
                    <a:pt x="481380" y="98981"/>
                    <a:pt x="512194" y="48914"/>
                  </a:cubicBezTo>
                  <a:cubicBezTo>
                    <a:pt x="532042" y="14825"/>
                    <a:pt x="584194" y="-18768"/>
                    <a:pt x="638578" y="12294"/>
                  </a:cubicBezTo>
                  <a:cubicBezTo>
                    <a:pt x="668847" y="29314"/>
                    <a:pt x="680607" y="52288"/>
                    <a:pt x="685073" y="68564"/>
                  </a:cubicBezTo>
                  <a:cubicBezTo>
                    <a:pt x="690501" y="87348"/>
                    <a:pt x="688422" y="107507"/>
                    <a:pt x="679267" y="124784"/>
                  </a:cubicBezTo>
                  <a:cubicBezTo>
                    <a:pt x="679009" y="125146"/>
                    <a:pt x="678776" y="125528"/>
                    <a:pt x="678572" y="125926"/>
                  </a:cubicBezTo>
                  <a:lnTo>
                    <a:pt x="543902" y="343016"/>
                  </a:lnTo>
                  <a:cubicBezTo>
                    <a:pt x="542780" y="345089"/>
                    <a:pt x="542180" y="347406"/>
                    <a:pt x="542165" y="349764"/>
                  </a:cubicBezTo>
                  <a:lnTo>
                    <a:pt x="542165" y="727130"/>
                  </a:lnTo>
                  <a:lnTo>
                    <a:pt x="542165" y="727973"/>
                  </a:lnTo>
                  <a:cubicBezTo>
                    <a:pt x="541321" y="773724"/>
                    <a:pt x="499789" y="813619"/>
                    <a:pt x="453294" y="813619"/>
                  </a:cubicBezTo>
                  <a:close/>
                  <a:moveTo>
                    <a:pt x="435828" y="723259"/>
                  </a:moveTo>
                  <a:cubicBezTo>
                    <a:pt x="440145" y="728658"/>
                    <a:pt x="446099" y="732509"/>
                    <a:pt x="452798" y="734226"/>
                  </a:cubicBezTo>
                  <a:lnTo>
                    <a:pt x="452798" y="734226"/>
                  </a:lnTo>
                  <a:cubicBezTo>
                    <a:pt x="457259" y="733213"/>
                    <a:pt x="460956" y="730112"/>
                    <a:pt x="462722" y="725889"/>
                  </a:cubicBezTo>
                  <a:lnTo>
                    <a:pt x="462722" y="349764"/>
                  </a:lnTo>
                  <a:cubicBezTo>
                    <a:pt x="462757" y="333399"/>
                    <a:pt x="467049" y="317324"/>
                    <a:pt x="475177" y="303121"/>
                  </a:cubicBezTo>
                  <a:lnTo>
                    <a:pt x="475921" y="301930"/>
                  </a:lnTo>
                  <a:lnTo>
                    <a:pt x="608111" y="88809"/>
                  </a:lnTo>
                  <a:cubicBezTo>
                    <a:pt x="605898" y="85611"/>
                    <a:pt x="602886" y="83046"/>
                    <a:pt x="599378" y="81366"/>
                  </a:cubicBezTo>
                  <a:cubicBezTo>
                    <a:pt x="588858" y="75412"/>
                    <a:pt x="580720" y="88908"/>
                    <a:pt x="580671" y="89057"/>
                  </a:cubicBezTo>
                  <a:lnTo>
                    <a:pt x="580026" y="90099"/>
                  </a:lnTo>
                  <a:cubicBezTo>
                    <a:pt x="483513" y="247000"/>
                    <a:pt x="483513" y="247000"/>
                    <a:pt x="482620" y="248241"/>
                  </a:cubicBezTo>
                  <a:cubicBezTo>
                    <a:pt x="449225" y="295033"/>
                    <a:pt x="389879" y="304808"/>
                    <a:pt x="345965" y="304808"/>
                  </a:cubicBezTo>
                  <a:cubicBezTo>
                    <a:pt x="318723" y="304808"/>
                    <a:pt x="262006" y="304808"/>
                    <a:pt x="215363" y="244817"/>
                  </a:cubicBezTo>
                  <a:cubicBezTo>
                    <a:pt x="214817" y="244122"/>
                    <a:pt x="214271" y="243378"/>
                    <a:pt x="213775" y="242633"/>
                  </a:cubicBezTo>
                  <a:lnTo>
                    <a:pt x="111060" y="90050"/>
                  </a:lnTo>
                  <a:lnTo>
                    <a:pt x="110365" y="89008"/>
                  </a:lnTo>
                  <a:cubicBezTo>
                    <a:pt x="105713" y="84766"/>
                    <a:pt x="100006" y="81852"/>
                    <a:pt x="93842" y="80572"/>
                  </a:cubicBezTo>
                  <a:lnTo>
                    <a:pt x="92403" y="81416"/>
                  </a:lnTo>
                  <a:cubicBezTo>
                    <a:pt x="87611" y="84153"/>
                    <a:pt x="83715" y="88220"/>
                    <a:pt x="81188" y="93126"/>
                  </a:cubicBezTo>
                  <a:lnTo>
                    <a:pt x="219531" y="300690"/>
                  </a:lnTo>
                  <a:cubicBezTo>
                    <a:pt x="220027" y="301384"/>
                    <a:pt x="220474" y="302178"/>
                    <a:pt x="220920" y="302923"/>
                  </a:cubicBezTo>
                  <a:cubicBezTo>
                    <a:pt x="229135" y="317170"/>
                    <a:pt x="233480" y="333319"/>
                    <a:pt x="233524" y="349764"/>
                  </a:cubicBezTo>
                  <a:lnTo>
                    <a:pt x="233524" y="725592"/>
                  </a:lnTo>
                  <a:cubicBezTo>
                    <a:pt x="235383" y="729636"/>
                    <a:pt x="238803" y="732752"/>
                    <a:pt x="243001" y="734226"/>
                  </a:cubicBezTo>
                  <a:lnTo>
                    <a:pt x="243547" y="734226"/>
                  </a:lnTo>
                  <a:cubicBezTo>
                    <a:pt x="250458" y="732767"/>
                    <a:pt x="256527" y="728673"/>
                    <a:pt x="260468" y="722813"/>
                  </a:cubicBezTo>
                  <a:lnTo>
                    <a:pt x="260468" y="500214"/>
                  </a:lnTo>
                  <a:cubicBezTo>
                    <a:pt x="259822" y="478039"/>
                    <a:pt x="268202" y="456552"/>
                    <a:pt x="283690" y="440670"/>
                  </a:cubicBezTo>
                  <a:cubicBezTo>
                    <a:pt x="300398" y="422590"/>
                    <a:pt x="323599" y="411882"/>
                    <a:pt x="348197" y="410897"/>
                  </a:cubicBezTo>
                  <a:cubicBezTo>
                    <a:pt x="387249" y="410897"/>
                    <a:pt x="435083" y="449949"/>
                    <a:pt x="436076" y="498428"/>
                  </a:cubicBezTo>
                  <a:lnTo>
                    <a:pt x="436076" y="723110"/>
                  </a:lnTo>
                  <a:close/>
                  <a:moveTo>
                    <a:pt x="109522" y="87718"/>
                  </a:moveTo>
                  <a:lnTo>
                    <a:pt x="109522" y="87718"/>
                  </a:lnTo>
                  <a:close/>
                  <a:moveTo>
                    <a:pt x="73050" y="46781"/>
                  </a:moveTo>
                  <a:lnTo>
                    <a:pt x="73050" y="4678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2B7182A5-6B90-8A44-8BB3-758CA7E4E6F9}"/>
                </a:ext>
              </a:extLst>
            </p:cNvPr>
            <p:cNvSpPr/>
            <p:nvPr/>
          </p:nvSpPr>
          <p:spPr>
            <a:xfrm>
              <a:off x="1818085" y="3654859"/>
              <a:ext cx="218331" cy="218331"/>
            </a:xfrm>
            <a:custGeom>
              <a:avLst/>
              <a:gdLst>
                <a:gd name="connsiteX0" fmla="*/ 109166 w 218331"/>
                <a:gd name="connsiteY0" fmla="*/ 218331 h 218331"/>
                <a:gd name="connsiteX1" fmla="*/ 0 w 218331"/>
                <a:gd name="connsiteY1" fmla="*/ 109166 h 218331"/>
                <a:gd name="connsiteX2" fmla="*/ 109166 w 218331"/>
                <a:gd name="connsiteY2" fmla="*/ 0 h 218331"/>
                <a:gd name="connsiteX3" fmla="*/ 218331 w 218331"/>
                <a:gd name="connsiteY3" fmla="*/ 109166 h 218331"/>
                <a:gd name="connsiteX4" fmla="*/ 109166 w 218331"/>
                <a:gd name="connsiteY4" fmla="*/ 218331 h 218331"/>
                <a:gd name="connsiteX5" fmla="*/ 109166 w 218331"/>
                <a:gd name="connsiteY5" fmla="*/ 79393 h 218331"/>
                <a:gd name="connsiteX6" fmla="*/ 79393 w 218331"/>
                <a:gd name="connsiteY6" fmla="*/ 109166 h 218331"/>
                <a:gd name="connsiteX7" fmla="*/ 109166 w 218331"/>
                <a:gd name="connsiteY7" fmla="*/ 138938 h 218331"/>
                <a:gd name="connsiteX8" fmla="*/ 138938 w 218331"/>
                <a:gd name="connsiteY8" fmla="*/ 109166 h 218331"/>
                <a:gd name="connsiteX9" fmla="*/ 109166 w 218331"/>
                <a:gd name="connsiteY9" fmla="*/ 79691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331" h="218331">
                  <a:moveTo>
                    <a:pt x="109166" y="218331"/>
                  </a:moveTo>
                  <a:cubicBezTo>
                    <a:pt x="48875" y="218331"/>
                    <a:pt x="0" y="169456"/>
                    <a:pt x="0" y="109166"/>
                  </a:cubicBezTo>
                  <a:cubicBezTo>
                    <a:pt x="0" y="48875"/>
                    <a:pt x="48875" y="0"/>
                    <a:pt x="109166" y="0"/>
                  </a:cubicBezTo>
                  <a:cubicBezTo>
                    <a:pt x="169455" y="0"/>
                    <a:pt x="218331" y="48875"/>
                    <a:pt x="218331" y="109166"/>
                  </a:cubicBezTo>
                  <a:cubicBezTo>
                    <a:pt x="218331" y="169456"/>
                    <a:pt x="169455" y="218331"/>
                    <a:pt x="109166" y="218331"/>
                  </a:cubicBezTo>
                  <a:close/>
                  <a:moveTo>
                    <a:pt x="109166" y="79393"/>
                  </a:moveTo>
                  <a:cubicBezTo>
                    <a:pt x="92723" y="79393"/>
                    <a:pt x="79393" y="92723"/>
                    <a:pt x="79393" y="109166"/>
                  </a:cubicBezTo>
                  <a:cubicBezTo>
                    <a:pt x="79393" y="125608"/>
                    <a:pt x="92723" y="138938"/>
                    <a:pt x="109166" y="138938"/>
                  </a:cubicBezTo>
                  <a:cubicBezTo>
                    <a:pt x="125608" y="138938"/>
                    <a:pt x="138938" y="125608"/>
                    <a:pt x="138938" y="109166"/>
                  </a:cubicBezTo>
                  <a:cubicBezTo>
                    <a:pt x="138775" y="92839"/>
                    <a:pt x="125493" y="79690"/>
                    <a:pt x="109166" y="796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4" name="Picture Placeholder 63">
            <a:extLst>
              <a:ext uri="{FF2B5EF4-FFF2-40B4-BE49-F238E27FC236}">
                <a16:creationId xmlns:a16="http://schemas.microsoft.com/office/drawing/2014/main" id="{764A8E13-3947-4FA8-8DFE-09F979B9AB3C}"/>
              </a:ext>
            </a:extLst>
          </p:cNvPr>
          <p:cNvGrpSpPr>
            <a:grpSpLocks noChangeAspect="1"/>
          </p:cNvGrpSpPr>
          <p:nvPr/>
        </p:nvGrpSpPr>
        <p:grpSpPr>
          <a:xfrm>
            <a:off x="2825712" y="3705174"/>
            <a:ext cx="833132" cy="737908"/>
            <a:chOff x="2825712" y="3705174"/>
            <a:chExt cx="833132" cy="737908"/>
          </a:xfrm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6FE031E5-EBE5-8249-B755-0E003813A0F0}"/>
                </a:ext>
              </a:extLst>
            </p:cNvPr>
            <p:cNvSpPr/>
            <p:nvPr/>
          </p:nvSpPr>
          <p:spPr>
            <a:xfrm>
              <a:off x="3111726" y="3705174"/>
              <a:ext cx="256539" cy="256538"/>
            </a:xfrm>
            <a:custGeom>
              <a:avLst/>
              <a:gdLst>
                <a:gd name="connsiteX0" fmla="*/ 128071 w 256539"/>
                <a:gd name="connsiteY0" fmla="*/ 256539 h 256538"/>
                <a:gd name="connsiteX1" fmla="*/ 0 w 256539"/>
                <a:gd name="connsiteY1" fmla="*/ 128071 h 256538"/>
                <a:gd name="connsiteX2" fmla="*/ 128468 w 256539"/>
                <a:gd name="connsiteY2" fmla="*/ 0 h 256538"/>
                <a:gd name="connsiteX3" fmla="*/ 256539 w 256539"/>
                <a:gd name="connsiteY3" fmla="*/ 128319 h 256538"/>
                <a:gd name="connsiteX4" fmla="*/ 128071 w 256539"/>
                <a:gd name="connsiteY4" fmla="*/ 256539 h 256538"/>
                <a:gd name="connsiteX5" fmla="*/ 128071 w 256539"/>
                <a:gd name="connsiteY5" fmla="*/ 79442 h 256538"/>
                <a:gd name="connsiteX6" fmla="*/ 79394 w 256539"/>
                <a:gd name="connsiteY6" fmla="*/ 128517 h 256538"/>
                <a:gd name="connsiteX7" fmla="*/ 128468 w 256539"/>
                <a:gd name="connsiteY7" fmla="*/ 177194 h 256538"/>
                <a:gd name="connsiteX8" fmla="*/ 177146 w 256539"/>
                <a:gd name="connsiteY8" fmla="*/ 128319 h 256538"/>
                <a:gd name="connsiteX9" fmla="*/ 128171 w 256539"/>
                <a:gd name="connsiteY9" fmla="*/ 79442 h 256538"/>
                <a:gd name="connsiteX10" fmla="*/ 128071 w 256539"/>
                <a:gd name="connsiteY10" fmla="*/ 79442 h 25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39" h="256538">
                  <a:moveTo>
                    <a:pt x="128071" y="256539"/>
                  </a:moveTo>
                  <a:cubicBezTo>
                    <a:pt x="57230" y="256429"/>
                    <a:pt x="-109" y="198912"/>
                    <a:pt x="0" y="128071"/>
                  </a:cubicBezTo>
                  <a:cubicBezTo>
                    <a:pt x="110" y="57230"/>
                    <a:pt x="57627" y="-110"/>
                    <a:pt x="128468" y="0"/>
                  </a:cubicBezTo>
                  <a:cubicBezTo>
                    <a:pt x="199252" y="109"/>
                    <a:pt x="256569" y="57536"/>
                    <a:pt x="256539" y="128319"/>
                  </a:cubicBezTo>
                  <a:cubicBezTo>
                    <a:pt x="256455" y="199195"/>
                    <a:pt x="198950" y="256594"/>
                    <a:pt x="128071" y="256539"/>
                  </a:cubicBezTo>
                  <a:close/>
                  <a:moveTo>
                    <a:pt x="128071" y="79442"/>
                  </a:moveTo>
                  <a:cubicBezTo>
                    <a:pt x="101078" y="79552"/>
                    <a:pt x="79284" y="101524"/>
                    <a:pt x="79394" y="128517"/>
                  </a:cubicBezTo>
                  <a:cubicBezTo>
                    <a:pt x="79503" y="155510"/>
                    <a:pt x="101475" y="177304"/>
                    <a:pt x="128468" y="177194"/>
                  </a:cubicBezTo>
                  <a:cubicBezTo>
                    <a:pt x="155384" y="177085"/>
                    <a:pt x="177146" y="155235"/>
                    <a:pt x="177146" y="128319"/>
                  </a:cubicBezTo>
                  <a:cubicBezTo>
                    <a:pt x="177119" y="101298"/>
                    <a:pt x="155192" y="79415"/>
                    <a:pt x="128171" y="79442"/>
                  </a:cubicBezTo>
                  <a:cubicBezTo>
                    <a:pt x="128138" y="79442"/>
                    <a:pt x="128105" y="79442"/>
                    <a:pt x="128071" y="794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2B2AB3A-8510-E641-B4B9-1DEFECEAFE78}"/>
                </a:ext>
              </a:extLst>
            </p:cNvPr>
            <p:cNvSpPr/>
            <p:nvPr/>
          </p:nvSpPr>
          <p:spPr>
            <a:xfrm>
              <a:off x="3024145" y="3939334"/>
              <a:ext cx="431700" cy="315091"/>
            </a:xfrm>
            <a:custGeom>
              <a:avLst/>
              <a:gdLst>
                <a:gd name="connsiteX0" fmla="*/ 392004 w 431700"/>
                <a:gd name="connsiteY0" fmla="*/ 315091 h 315091"/>
                <a:gd name="connsiteX1" fmla="*/ 352307 w 431700"/>
                <a:gd name="connsiteY1" fmla="*/ 275395 h 315091"/>
                <a:gd name="connsiteX2" fmla="*/ 352307 w 431700"/>
                <a:gd name="connsiteY2" fmla="*/ 215850 h 315091"/>
                <a:gd name="connsiteX3" fmla="*/ 215850 w 431700"/>
                <a:gd name="connsiteY3" fmla="*/ 79393 h 315091"/>
                <a:gd name="connsiteX4" fmla="*/ 79393 w 431700"/>
                <a:gd name="connsiteY4" fmla="*/ 215850 h 315091"/>
                <a:gd name="connsiteX5" fmla="*/ 79393 w 431700"/>
                <a:gd name="connsiteY5" fmla="*/ 275395 h 315091"/>
                <a:gd name="connsiteX6" fmla="*/ 39697 w 431700"/>
                <a:gd name="connsiteY6" fmla="*/ 315091 h 315091"/>
                <a:gd name="connsiteX7" fmla="*/ 0 w 431700"/>
                <a:gd name="connsiteY7" fmla="*/ 275395 h 315091"/>
                <a:gd name="connsiteX8" fmla="*/ 0 w 431700"/>
                <a:gd name="connsiteY8" fmla="*/ 215850 h 315091"/>
                <a:gd name="connsiteX9" fmla="*/ 215850 w 431700"/>
                <a:gd name="connsiteY9" fmla="*/ 0 h 315091"/>
                <a:gd name="connsiteX10" fmla="*/ 431700 w 431700"/>
                <a:gd name="connsiteY10" fmla="*/ 215850 h 315091"/>
                <a:gd name="connsiteX11" fmla="*/ 431700 w 431700"/>
                <a:gd name="connsiteY11" fmla="*/ 275395 h 315091"/>
                <a:gd name="connsiteX12" fmla="*/ 392004 w 431700"/>
                <a:gd name="connsiteY12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700" h="315091">
                  <a:moveTo>
                    <a:pt x="392004" y="315091"/>
                  </a:moveTo>
                  <a:cubicBezTo>
                    <a:pt x="370081" y="315091"/>
                    <a:pt x="352307" y="297317"/>
                    <a:pt x="352307" y="275395"/>
                  </a:cubicBezTo>
                  <a:lnTo>
                    <a:pt x="352307" y="215850"/>
                  </a:lnTo>
                  <a:cubicBezTo>
                    <a:pt x="352307" y="140487"/>
                    <a:pt x="291214" y="79393"/>
                    <a:pt x="215850" y="79393"/>
                  </a:cubicBezTo>
                  <a:cubicBezTo>
                    <a:pt x="140487" y="79393"/>
                    <a:pt x="79393" y="140487"/>
                    <a:pt x="79393" y="215850"/>
                  </a:cubicBezTo>
                  <a:lnTo>
                    <a:pt x="79393" y="275395"/>
                  </a:lnTo>
                  <a:cubicBezTo>
                    <a:pt x="79393" y="297317"/>
                    <a:pt x="61621" y="315091"/>
                    <a:pt x="39697" y="315091"/>
                  </a:cubicBezTo>
                  <a:cubicBezTo>
                    <a:pt x="17773" y="315091"/>
                    <a:pt x="0" y="297317"/>
                    <a:pt x="0" y="275395"/>
                  </a:cubicBezTo>
                  <a:lnTo>
                    <a:pt x="0" y="215850"/>
                  </a:lnTo>
                  <a:cubicBezTo>
                    <a:pt x="0" y="96639"/>
                    <a:pt x="96639" y="0"/>
                    <a:pt x="215850" y="0"/>
                  </a:cubicBezTo>
                  <a:cubicBezTo>
                    <a:pt x="335059" y="0"/>
                    <a:pt x="431700" y="96639"/>
                    <a:pt x="431700" y="215850"/>
                  </a:cubicBezTo>
                  <a:lnTo>
                    <a:pt x="431700" y="275395"/>
                  </a:lnTo>
                  <a:cubicBezTo>
                    <a:pt x="431700" y="297317"/>
                    <a:pt x="413926" y="315091"/>
                    <a:pt x="392004" y="3150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887D4223-9E08-FC48-A8FF-81F4347190D6}"/>
                </a:ext>
              </a:extLst>
            </p:cNvPr>
            <p:cNvSpPr/>
            <p:nvPr/>
          </p:nvSpPr>
          <p:spPr>
            <a:xfrm>
              <a:off x="2891013" y="3975954"/>
              <a:ext cx="221606" cy="221606"/>
            </a:xfrm>
            <a:custGeom>
              <a:avLst/>
              <a:gdLst>
                <a:gd name="connsiteX0" fmla="*/ 110853 w 221606"/>
                <a:gd name="connsiteY0" fmla="*/ 221606 h 221606"/>
                <a:gd name="connsiteX1" fmla="*/ 0 w 221606"/>
                <a:gd name="connsiteY1" fmla="*/ 110853 h 221606"/>
                <a:gd name="connsiteX2" fmla="*/ 110754 w 221606"/>
                <a:gd name="connsiteY2" fmla="*/ 0 h 221606"/>
                <a:gd name="connsiteX3" fmla="*/ 221606 w 221606"/>
                <a:gd name="connsiteY3" fmla="*/ 110753 h 221606"/>
                <a:gd name="connsiteX4" fmla="*/ 221606 w 221606"/>
                <a:gd name="connsiteY4" fmla="*/ 110853 h 221606"/>
                <a:gd name="connsiteX5" fmla="*/ 110853 w 221606"/>
                <a:gd name="connsiteY5" fmla="*/ 221606 h 221606"/>
                <a:gd name="connsiteX6" fmla="*/ 110853 w 221606"/>
                <a:gd name="connsiteY6" fmla="*/ 79443 h 221606"/>
                <a:gd name="connsiteX7" fmla="*/ 79393 w 221606"/>
                <a:gd name="connsiteY7" fmla="*/ 110803 h 221606"/>
                <a:gd name="connsiteX8" fmla="*/ 110754 w 221606"/>
                <a:gd name="connsiteY8" fmla="*/ 142263 h 221606"/>
                <a:gd name="connsiteX9" fmla="*/ 142213 w 221606"/>
                <a:gd name="connsiteY9" fmla="*/ 110902 h 221606"/>
                <a:gd name="connsiteX10" fmla="*/ 142213 w 221606"/>
                <a:gd name="connsiteY10" fmla="*/ 110853 h 221606"/>
                <a:gd name="connsiteX11" fmla="*/ 110853 w 221606"/>
                <a:gd name="connsiteY11" fmla="*/ 79443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0853" y="221606"/>
                  </a:moveTo>
                  <a:cubicBezTo>
                    <a:pt x="49658" y="221636"/>
                    <a:pt x="27" y="172050"/>
                    <a:pt x="0" y="110853"/>
                  </a:cubicBezTo>
                  <a:cubicBezTo>
                    <a:pt x="-27" y="49658"/>
                    <a:pt x="49559" y="27"/>
                    <a:pt x="110754" y="0"/>
                  </a:cubicBezTo>
                  <a:cubicBezTo>
                    <a:pt x="171948" y="-27"/>
                    <a:pt x="221579" y="49559"/>
                    <a:pt x="221606" y="110753"/>
                  </a:cubicBezTo>
                  <a:cubicBezTo>
                    <a:pt x="221606" y="110787"/>
                    <a:pt x="221606" y="110819"/>
                    <a:pt x="221606" y="110853"/>
                  </a:cubicBezTo>
                  <a:cubicBezTo>
                    <a:pt x="221552" y="171995"/>
                    <a:pt x="171997" y="221551"/>
                    <a:pt x="110853" y="221606"/>
                  </a:cubicBezTo>
                  <a:close/>
                  <a:moveTo>
                    <a:pt x="110853" y="79443"/>
                  </a:moveTo>
                  <a:cubicBezTo>
                    <a:pt x="93505" y="79415"/>
                    <a:pt x="79420" y="93456"/>
                    <a:pt x="79393" y="110803"/>
                  </a:cubicBezTo>
                  <a:cubicBezTo>
                    <a:pt x="79366" y="128150"/>
                    <a:pt x="93406" y="142235"/>
                    <a:pt x="110754" y="142263"/>
                  </a:cubicBezTo>
                  <a:cubicBezTo>
                    <a:pt x="128101" y="142290"/>
                    <a:pt x="142186" y="128249"/>
                    <a:pt x="142213" y="110902"/>
                  </a:cubicBezTo>
                  <a:cubicBezTo>
                    <a:pt x="142213" y="110886"/>
                    <a:pt x="142213" y="110869"/>
                    <a:pt x="142213" y="110853"/>
                  </a:cubicBezTo>
                  <a:cubicBezTo>
                    <a:pt x="142186" y="93536"/>
                    <a:pt x="128169" y="79497"/>
                    <a:pt x="110853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1BCC33D-E1D6-3E44-9C4D-3AC4417A820A}"/>
                </a:ext>
              </a:extLst>
            </p:cNvPr>
            <p:cNvSpPr/>
            <p:nvPr/>
          </p:nvSpPr>
          <p:spPr>
            <a:xfrm>
              <a:off x="2825712" y="4174387"/>
              <a:ext cx="362231" cy="268696"/>
            </a:xfrm>
            <a:custGeom>
              <a:avLst/>
              <a:gdLst>
                <a:gd name="connsiteX0" fmla="*/ 322535 w 362231"/>
                <a:gd name="connsiteY0" fmla="*/ 268696 h 268696"/>
                <a:gd name="connsiteX1" fmla="*/ 282838 w 362231"/>
                <a:gd name="connsiteY1" fmla="*/ 229000 h 268696"/>
                <a:gd name="connsiteX2" fmla="*/ 282838 w 362231"/>
                <a:gd name="connsiteY2" fmla="*/ 181116 h 268696"/>
                <a:gd name="connsiteX3" fmla="*/ 181116 w 362231"/>
                <a:gd name="connsiteY3" fmla="*/ 79393 h 268696"/>
                <a:gd name="connsiteX4" fmla="*/ 79393 w 362231"/>
                <a:gd name="connsiteY4" fmla="*/ 181116 h 268696"/>
                <a:gd name="connsiteX5" fmla="*/ 79393 w 362231"/>
                <a:gd name="connsiteY5" fmla="*/ 229000 h 268696"/>
                <a:gd name="connsiteX6" fmla="*/ 39697 w 362231"/>
                <a:gd name="connsiteY6" fmla="*/ 268696 h 268696"/>
                <a:gd name="connsiteX7" fmla="*/ 0 w 362231"/>
                <a:gd name="connsiteY7" fmla="*/ 229000 h 268696"/>
                <a:gd name="connsiteX8" fmla="*/ 0 w 362231"/>
                <a:gd name="connsiteY8" fmla="*/ 181116 h 268696"/>
                <a:gd name="connsiteX9" fmla="*/ 181116 w 362231"/>
                <a:gd name="connsiteY9" fmla="*/ 0 h 268696"/>
                <a:gd name="connsiteX10" fmla="*/ 362231 w 362231"/>
                <a:gd name="connsiteY10" fmla="*/ 181116 h 268696"/>
                <a:gd name="connsiteX11" fmla="*/ 362231 w 362231"/>
                <a:gd name="connsiteY11" fmla="*/ 229000 h 268696"/>
                <a:gd name="connsiteX12" fmla="*/ 322535 w 362231"/>
                <a:gd name="connsiteY12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696">
                  <a:moveTo>
                    <a:pt x="322535" y="268696"/>
                  </a:moveTo>
                  <a:cubicBezTo>
                    <a:pt x="300611" y="268696"/>
                    <a:pt x="282838" y="250922"/>
                    <a:pt x="282838" y="229000"/>
                  </a:cubicBezTo>
                  <a:lnTo>
                    <a:pt x="282838" y="181116"/>
                  </a:lnTo>
                  <a:cubicBezTo>
                    <a:pt x="282838" y="124935"/>
                    <a:pt x="237295" y="79393"/>
                    <a:pt x="181116" y="79393"/>
                  </a:cubicBezTo>
                  <a:cubicBezTo>
                    <a:pt x="124936" y="79393"/>
                    <a:pt x="79393" y="124935"/>
                    <a:pt x="79393" y="181116"/>
                  </a:cubicBezTo>
                  <a:lnTo>
                    <a:pt x="79393" y="229000"/>
                  </a:lnTo>
                  <a:cubicBezTo>
                    <a:pt x="79393" y="250922"/>
                    <a:pt x="61621" y="268696"/>
                    <a:pt x="39697" y="268696"/>
                  </a:cubicBezTo>
                  <a:cubicBezTo>
                    <a:pt x="17773" y="268696"/>
                    <a:pt x="0" y="250922"/>
                    <a:pt x="0" y="229000"/>
                  </a:cubicBezTo>
                  <a:lnTo>
                    <a:pt x="0" y="181116"/>
                  </a:lnTo>
                  <a:cubicBezTo>
                    <a:pt x="0" y="81090"/>
                    <a:pt x="81088" y="0"/>
                    <a:pt x="181116" y="0"/>
                  </a:cubicBezTo>
                  <a:cubicBezTo>
                    <a:pt x="281143" y="0"/>
                    <a:pt x="362231" y="81090"/>
                    <a:pt x="362231" y="181116"/>
                  </a:cubicBezTo>
                  <a:lnTo>
                    <a:pt x="362231" y="229000"/>
                  </a:lnTo>
                  <a:cubicBezTo>
                    <a:pt x="362231" y="250922"/>
                    <a:pt x="344459" y="268696"/>
                    <a:pt x="322535" y="26869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854734AF-BEB5-D445-A3D2-6E5D30BFBD0D}"/>
                </a:ext>
              </a:extLst>
            </p:cNvPr>
            <p:cNvSpPr/>
            <p:nvPr/>
          </p:nvSpPr>
          <p:spPr>
            <a:xfrm>
              <a:off x="3366925" y="3975855"/>
              <a:ext cx="221606" cy="221606"/>
            </a:xfrm>
            <a:custGeom>
              <a:avLst/>
              <a:gdLst>
                <a:gd name="connsiteX0" fmla="*/ 111052 w 221606"/>
                <a:gd name="connsiteY0" fmla="*/ 221606 h 221606"/>
                <a:gd name="connsiteX1" fmla="*/ 0 w 221606"/>
                <a:gd name="connsiteY1" fmla="*/ 111051 h 221606"/>
                <a:gd name="connsiteX2" fmla="*/ 110555 w 221606"/>
                <a:gd name="connsiteY2" fmla="*/ 0 h 221606"/>
                <a:gd name="connsiteX3" fmla="*/ 221607 w 221606"/>
                <a:gd name="connsiteY3" fmla="*/ 110555 h 221606"/>
                <a:gd name="connsiteX4" fmla="*/ 221607 w 221606"/>
                <a:gd name="connsiteY4" fmla="*/ 110704 h 221606"/>
                <a:gd name="connsiteX5" fmla="*/ 111052 w 221606"/>
                <a:gd name="connsiteY5" fmla="*/ 221606 h 221606"/>
                <a:gd name="connsiteX6" fmla="*/ 111052 w 221606"/>
                <a:gd name="connsiteY6" fmla="*/ 79442 h 221606"/>
                <a:gd name="connsiteX7" fmla="*/ 79393 w 221606"/>
                <a:gd name="connsiteY7" fmla="*/ 110604 h 221606"/>
                <a:gd name="connsiteX8" fmla="*/ 110555 w 221606"/>
                <a:gd name="connsiteY8" fmla="*/ 142260 h 221606"/>
                <a:gd name="connsiteX9" fmla="*/ 142213 w 221606"/>
                <a:gd name="connsiteY9" fmla="*/ 111099 h 221606"/>
                <a:gd name="connsiteX10" fmla="*/ 142213 w 221606"/>
                <a:gd name="connsiteY10" fmla="*/ 110704 h 221606"/>
                <a:gd name="connsiteX11" fmla="*/ 111052 w 221606"/>
                <a:gd name="connsiteY11" fmla="*/ 79442 h 22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6">
                  <a:moveTo>
                    <a:pt x="111052" y="221606"/>
                  </a:moveTo>
                  <a:cubicBezTo>
                    <a:pt x="49859" y="221745"/>
                    <a:pt x="139" y="172248"/>
                    <a:pt x="0" y="111051"/>
                  </a:cubicBezTo>
                  <a:cubicBezTo>
                    <a:pt x="-139" y="49857"/>
                    <a:pt x="49363" y="137"/>
                    <a:pt x="110555" y="0"/>
                  </a:cubicBezTo>
                  <a:cubicBezTo>
                    <a:pt x="171753" y="-137"/>
                    <a:pt x="221468" y="49360"/>
                    <a:pt x="221607" y="110555"/>
                  </a:cubicBezTo>
                  <a:cubicBezTo>
                    <a:pt x="221607" y="110604"/>
                    <a:pt x="221607" y="110654"/>
                    <a:pt x="221607" y="110704"/>
                  </a:cubicBezTo>
                  <a:cubicBezTo>
                    <a:pt x="221607" y="171816"/>
                    <a:pt x="172164" y="221412"/>
                    <a:pt x="111052" y="221606"/>
                  </a:cubicBezTo>
                  <a:close/>
                  <a:moveTo>
                    <a:pt x="111052" y="79442"/>
                  </a:moveTo>
                  <a:cubicBezTo>
                    <a:pt x="93704" y="79306"/>
                    <a:pt x="79532" y="93257"/>
                    <a:pt x="79393" y="110604"/>
                  </a:cubicBezTo>
                  <a:cubicBezTo>
                    <a:pt x="79260" y="127950"/>
                    <a:pt x="93208" y="142123"/>
                    <a:pt x="110555" y="142260"/>
                  </a:cubicBezTo>
                  <a:cubicBezTo>
                    <a:pt x="127903" y="142397"/>
                    <a:pt x="142074" y="128446"/>
                    <a:pt x="142213" y="111099"/>
                  </a:cubicBezTo>
                  <a:cubicBezTo>
                    <a:pt x="142213" y="110967"/>
                    <a:pt x="142213" y="110836"/>
                    <a:pt x="142213" y="110704"/>
                  </a:cubicBezTo>
                  <a:cubicBezTo>
                    <a:pt x="142134" y="93511"/>
                    <a:pt x="128245" y="79578"/>
                    <a:pt x="111052" y="794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F51E5CD-48D7-7D4F-BFA1-B019F802393D}"/>
                </a:ext>
              </a:extLst>
            </p:cNvPr>
            <p:cNvSpPr/>
            <p:nvPr/>
          </p:nvSpPr>
          <p:spPr>
            <a:xfrm>
              <a:off x="3296613" y="4174238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2" y="268746"/>
                    <a:pt x="282838" y="250972"/>
                    <a:pt x="282838" y="229049"/>
                  </a:cubicBezTo>
                  <a:lnTo>
                    <a:pt x="282838" y="181116"/>
                  </a:lnTo>
                  <a:cubicBezTo>
                    <a:pt x="282838" y="124935"/>
                    <a:pt x="237296" y="79393"/>
                    <a:pt x="181116" y="79393"/>
                  </a:cubicBezTo>
                  <a:cubicBezTo>
                    <a:pt x="124935" y="79393"/>
                    <a:pt x="79393" y="124935"/>
                    <a:pt x="79393" y="181116"/>
                  </a:cubicBezTo>
                  <a:lnTo>
                    <a:pt x="79393" y="229049"/>
                  </a:lnTo>
                  <a:cubicBezTo>
                    <a:pt x="79393" y="250972"/>
                    <a:pt x="61619" y="268746"/>
                    <a:pt x="39697" y="268746"/>
                  </a:cubicBezTo>
                  <a:cubicBezTo>
                    <a:pt x="17774" y="268746"/>
                    <a:pt x="0" y="250972"/>
                    <a:pt x="0" y="229049"/>
                  </a:cubicBezTo>
                  <a:lnTo>
                    <a:pt x="0" y="181116"/>
                  </a:lnTo>
                  <a:cubicBezTo>
                    <a:pt x="0" y="81090"/>
                    <a:pt x="81090" y="0"/>
                    <a:pt x="181116" y="0"/>
                  </a:cubicBezTo>
                  <a:cubicBezTo>
                    <a:pt x="281141" y="0"/>
                    <a:pt x="362231" y="81090"/>
                    <a:pt x="362231" y="181116"/>
                  </a:cubicBezTo>
                  <a:lnTo>
                    <a:pt x="362231" y="229049"/>
                  </a:lnTo>
                  <a:cubicBezTo>
                    <a:pt x="362231" y="250972"/>
                    <a:pt x="344457" y="268746"/>
                    <a:pt x="322535" y="2687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38FDD3D1-2732-644B-B69F-E38215A0D1C3}"/>
                </a:ext>
              </a:extLst>
            </p:cNvPr>
            <p:cNvSpPr/>
            <p:nvPr/>
          </p:nvSpPr>
          <p:spPr>
            <a:xfrm>
              <a:off x="3205062" y="4043389"/>
              <a:ext cx="79393" cy="213815"/>
            </a:xfrm>
            <a:custGeom>
              <a:avLst/>
              <a:gdLst>
                <a:gd name="connsiteX0" fmla="*/ 39697 w 79393"/>
                <a:gd name="connsiteY0" fmla="*/ 213816 h 213815"/>
                <a:gd name="connsiteX1" fmla="*/ 0 w 79393"/>
                <a:gd name="connsiteY1" fmla="*/ 174119 h 213815"/>
                <a:gd name="connsiteX2" fmla="*/ 0 w 79393"/>
                <a:gd name="connsiteY2" fmla="*/ 39697 h 213815"/>
                <a:gd name="connsiteX3" fmla="*/ 39697 w 79393"/>
                <a:gd name="connsiteY3" fmla="*/ 0 h 213815"/>
                <a:gd name="connsiteX4" fmla="*/ 79393 w 79393"/>
                <a:gd name="connsiteY4" fmla="*/ 39697 h 213815"/>
                <a:gd name="connsiteX5" fmla="*/ 79393 w 79393"/>
                <a:gd name="connsiteY5" fmla="*/ 174119 h 213815"/>
                <a:gd name="connsiteX6" fmla="*/ 39697 w 79393"/>
                <a:gd name="connsiteY6" fmla="*/ 213816 h 21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3815">
                  <a:moveTo>
                    <a:pt x="39697" y="213816"/>
                  </a:moveTo>
                  <a:cubicBezTo>
                    <a:pt x="17773" y="213816"/>
                    <a:pt x="0" y="196041"/>
                    <a:pt x="0" y="17411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4119"/>
                  </a:lnTo>
                  <a:cubicBezTo>
                    <a:pt x="79393" y="196041"/>
                    <a:pt x="61621" y="213816"/>
                    <a:pt x="39697" y="21381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8EBBFAA4-4B09-9A4D-B086-B41E5196B2CB}"/>
                </a:ext>
              </a:extLst>
            </p:cNvPr>
            <p:cNvSpPr/>
            <p:nvPr/>
          </p:nvSpPr>
          <p:spPr>
            <a:xfrm>
              <a:off x="3440761" y="4290003"/>
              <a:ext cx="79393" cy="129013"/>
            </a:xfrm>
            <a:custGeom>
              <a:avLst/>
              <a:gdLst>
                <a:gd name="connsiteX0" fmla="*/ 39697 w 79393"/>
                <a:gd name="connsiteY0" fmla="*/ 129014 h 129013"/>
                <a:gd name="connsiteX1" fmla="*/ 0 w 79393"/>
                <a:gd name="connsiteY1" fmla="*/ 89317 h 129013"/>
                <a:gd name="connsiteX2" fmla="*/ 0 w 79393"/>
                <a:gd name="connsiteY2" fmla="*/ 39697 h 129013"/>
                <a:gd name="connsiteX3" fmla="*/ 39697 w 79393"/>
                <a:gd name="connsiteY3" fmla="*/ 0 h 129013"/>
                <a:gd name="connsiteX4" fmla="*/ 79393 w 79393"/>
                <a:gd name="connsiteY4" fmla="*/ 39697 h 129013"/>
                <a:gd name="connsiteX5" fmla="*/ 79393 w 79393"/>
                <a:gd name="connsiteY5" fmla="*/ 89317 h 129013"/>
                <a:gd name="connsiteX6" fmla="*/ 39697 w 79393"/>
                <a:gd name="connsiteY6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013">
                  <a:moveTo>
                    <a:pt x="39697" y="129014"/>
                  </a:moveTo>
                  <a:cubicBezTo>
                    <a:pt x="17774" y="129014"/>
                    <a:pt x="0" y="111240"/>
                    <a:pt x="0" y="89317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89317"/>
                  </a:lnTo>
                  <a:cubicBezTo>
                    <a:pt x="79393" y="111240"/>
                    <a:pt x="61619" y="129014"/>
                    <a:pt x="39697" y="1290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8EF6B7B1-138E-AF43-9745-ED16A29E1E85}"/>
                </a:ext>
              </a:extLst>
            </p:cNvPr>
            <p:cNvSpPr/>
            <p:nvPr/>
          </p:nvSpPr>
          <p:spPr>
            <a:xfrm>
              <a:off x="2967329" y="4287721"/>
              <a:ext cx="79393" cy="129460"/>
            </a:xfrm>
            <a:custGeom>
              <a:avLst/>
              <a:gdLst>
                <a:gd name="connsiteX0" fmla="*/ 39697 w 79393"/>
                <a:gd name="connsiteY0" fmla="*/ 129460 h 129460"/>
                <a:gd name="connsiteX1" fmla="*/ 0 w 79393"/>
                <a:gd name="connsiteY1" fmla="*/ 89764 h 129460"/>
                <a:gd name="connsiteX2" fmla="*/ 0 w 79393"/>
                <a:gd name="connsiteY2" fmla="*/ 39697 h 129460"/>
                <a:gd name="connsiteX3" fmla="*/ 39697 w 79393"/>
                <a:gd name="connsiteY3" fmla="*/ 0 h 129460"/>
                <a:gd name="connsiteX4" fmla="*/ 79393 w 79393"/>
                <a:gd name="connsiteY4" fmla="*/ 39697 h 129460"/>
                <a:gd name="connsiteX5" fmla="*/ 79393 w 79393"/>
                <a:gd name="connsiteY5" fmla="*/ 89764 h 129460"/>
                <a:gd name="connsiteX6" fmla="*/ 39697 w 79393"/>
                <a:gd name="connsiteY6" fmla="*/ 129460 h 12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460">
                  <a:moveTo>
                    <a:pt x="39697" y="129460"/>
                  </a:moveTo>
                  <a:cubicBezTo>
                    <a:pt x="17773" y="129460"/>
                    <a:pt x="0" y="111686"/>
                    <a:pt x="0" y="8976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9764"/>
                  </a:lnTo>
                  <a:cubicBezTo>
                    <a:pt x="79393" y="111686"/>
                    <a:pt x="61621" y="129460"/>
                    <a:pt x="39697" y="129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4" name="Picture Placeholder 65">
            <a:extLst>
              <a:ext uri="{FF2B5EF4-FFF2-40B4-BE49-F238E27FC236}">
                <a16:creationId xmlns:a16="http://schemas.microsoft.com/office/drawing/2014/main" id="{16FB40CB-F4BF-416E-89F6-7AD17E250AA4}"/>
              </a:ext>
            </a:extLst>
          </p:cNvPr>
          <p:cNvGrpSpPr>
            <a:grpSpLocks noChangeAspect="1"/>
          </p:cNvGrpSpPr>
          <p:nvPr/>
        </p:nvGrpSpPr>
        <p:grpSpPr>
          <a:xfrm>
            <a:off x="4142972" y="3657340"/>
            <a:ext cx="833628" cy="833627"/>
            <a:chOff x="4142972" y="3657340"/>
            <a:chExt cx="833628" cy="833627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FC01093-431E-1D4C-AC51-3E3E54E10A9B}"/>
                </a:ext>
              </a:extLst>
            </p:cNvPr>
            <p:cNvSpPr/>
            <p:nvPr/>
          </p:nvSpPr>
          <p:spPr>
            <a:xfrm>
              <a:off x="4403679" y="3704976"/>
              <a:ext cx="316381" cy="316381"/>
            </a:xfrm>
            <a:custGeom>
              <a:avLst/>
              <a:gdLst>
                <a:gd name="connsiteX0" fmla="*/ 158191 w 316381"/>
                <a:gd name="connsiteY0" fmla="*/ 316382 h 316381"/>
                <a:gd name="connsiteX1" fmla="*/ 0 w 316381"/>
                <a:gd name="connsiteY1" fmla="*/ 158191 h 316381"/>
                <a:gd name="connsiteX2" fmla="*/ 158191 w 316381"/>
                <a:gd name="connsiteY2" fmla="*/ 0 h 316381"/>
                <a:gd name="connsiteX3" fmla="*/ 316382 w 316381"/>
                <a:gd name="connsiteY3" fmla="*/ 158191 h 316381"/>
                <a:gd name="connsiteX4" fmla="*/ 316382 w 316381"/>
                <a:gd name="connsiteY4" fmla="*/ 158290 h 316381"/>
                <a:gd name="connsiteX5" fmla="*/ 158191 w 316381"/>
                <a:gd name="connsiteY5" fmla="*/ 316382 h 316381"/>
                <a:gd name="connsiteX6" fmla="*/ 158191 w 316381"/>
                <a:gd name="connsiteY6" fmla="*/ 79443 h 316381"/>
                <a:gd name="connsiteX7" fmla="*/ 79393 w 316381"/>
                <a:gd name="connsiteY7" fmla="*/ 158240 h 316381"/>
                <a:gd name="connsiteX8" fmla="*/ 158191 w 316381"/>
                <a:gd name="connsiteY8" fmla="*/ 237038 h 316381"/>
                <a:gd name="connsiteX9" fmla="*/ 236989 w 316381"/>
                <a:gd name="connsiteY9" fmla="*/ 158290 h 316381"/>
                <a:gd name="connsiteX10" fmla="*/ 158191 w 316381"/>
                <a:gd name="connsiteY10" fmla="*/ 79443 h 31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381" h="316381">
                  <a:moveTo>
                    <a:pt x="158191" y="316382"/>
                  </a:moveTo>
                  <a:cubicBezTo>
                    <a:pt x="70825" y="316382"/>
                    <a:pt x="0" y="245557"/>
                    <a:pt x="0" y="158191"/>
                  </a:cubicBezTo>
                  <a:cubicBezTo>
                    <a:pt x="0" y="70825"/>
                    <a:pt x="70825" y="0"/>
                    <a:pt x="158191" y="0"/>
                  </a:cubicBezTo>
                  <a:cubicBezTo>
                    <a:pt x="245558" y="0"/>
                    <a:pt x="316382" y="70825"/>
                    <a:pt x="316382" y="158191"/>
                  </a:cubicBezTo>
                  <a:cubicBezTo>
                    <a:pt x="316382" y="158224"/>
                    <a:pt x="316382" y="158257"/>
                    <a:pt x="316382" y="158290"/>
                  </a:cubicBezTo>
                  <a:cubicBezTo>
                    <a:pt x="316243" y="245584"/>
                    <a:pt x="245484" y="316300"/>
                    <a:pt x="158191" y="316382"/>
                  </a:cubicBezTo>
                  <a:close/>
                  <a:moveTo>
                    <a:pt x="158191" y="79443"/>
                  </a:moveTo>
                  <a:cubicBezTo>
                    <a:pt x="114672" y="79443"/>
                    <a:pt x="79393" y="114722"/>
                    <a:pt x="79393" y="158240"/>
                  </a:cubicBezTo>
                  <a:cubicBezTo>
                    <a:pt x="79393" y="201759"/>
                    <a:pt x="114672" y="237038"/>
                    <a:pt x="158191" y="237038"/>
                  </a:cubicBezTo>
                  <a:cubicBezTo>
                    <a:pt x="201690" y="237038"/>
                    <a:pt x="236959" y="201789"/>
                    <a:pt x="236989" y="158290"/>
                  </a:cubicBezTo>
                  <a:cubicBezTo>
                    <a:pt x="236989" y="114763"/>
                    <a:pt x="201718" y="79470"/>
                    <a:pt x="158191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91987C35-DD37-1644-99E5-94028624D96F}"/>
                </a:ext>
              </a:extLst>
            </p:cNvPr>
            <p:cNvSpPr/>
            <p:nvPr/>
          </p:nvSpPr>
          <p:spPr>
            <a:xfrm>
              <a:off x="4286425" y="3989798"/>
              <a:ext cx="550790" cy="395030"/>
            </a:xfrm>
            <a:custGeom>
              <a:avLst/>
              <a:gdLst>
                <a:gd name="connsiteX0" fmla="*/ 511094 w 550790"/>
                <a:gd name="connsiteY0" fmla="*/ 395030 h 395030"/>
                <a:gd name="connsiteX1" fmla="*/ 471397 w 550790"/>
                <a:gd name="connsiteY1" fmla="*/ 355334 h 395030"/>
                <a:gd name="connsiteX2" fmla="*/ 471397 w 550790"/>
                <a:gd name="connsiteY2" fmla="*/ 275395 h 395030"/>
                <a:gd name="connsiteX3" fmla="*/ 275395 w 550790"/>
                <a:gd name="connsiteY3" fmla="*/ 79393 h 395030"/>
                <a:gd name="connsiteX4" fmla="*/ 79393 w 550790"/>
                <a:gd name="connsiteY4" fmla="*/ 275395 h 395030"/>
                <a:gd name="connsiteX5" fmla="*/ 79393 w 550790"/>
                <a:gd name="connsiteY5" fmla="*/ 355234 h 395030"/>
                <a:gd name="connsiteX6" fmla="*/ 39697 w 550790"/>
                <a:gd name="connsiteY6" fmla="*/ 394931 h 395030"/>
                <a:gd name="connsiteX7" fmla="*/ 0 w 550790"/>
                <a:gd name="connsiteY7" fmla="*/ 355234 h 395030"/>
                <a:gd name="connsiteX8" fmla="*/ 0 w 550790"/>
                <a:gd name="connsiteY8" fmla="*/ 275395 h 395030"/>
                <a:gd name="connsiteX9" fmla="*/ 275395 w 550790"/>
                <a:gd name="connsiteY9" fmla="*/ 0 h 395030"/>
                <a:gd name="connsiteX10" fmla="*/ 550790 w 550790"/>
                <a:gd name="connsiteY10" fmla="*/ 275395 h 395030"/>
                <a:gd name="connsiteX11" fmla="*/ 550790 w 550790"/>
                <a:gd name="connsiteY11" fmla="*/ 355234 h 395030"/>
                <a:gd name="connsiteX12" fmla="*/ 511193 w 550790"/>
                <a:gd name="connsiteY12" fmla="*/ 395030 h 395030"/>
                <a:gd name="connsiteX13" fmla="*/ 511094 w 550790"/>
                <a:gd name="connsiteY13" fmla="*/ 395030 h 39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790" h="395030">
                  <a:moveTo>
                    <a:pt x="511094" y="395030"/>
                  </a:moveTo>
                  <a:cubicBezTo>
                    <a:pt x="489171" y="395030"/>
                    <a:pt x="471397" y="377256"/>
                    <a:pt x="471397" y="355334"/>
                  </a:cubicBezTo>
                  <a:lnTo>
                    <a:pt x="471397" y="275395"/>
                  </a:lnTo>
                  <a:cubicBezTo>
                    <a:pt x="471397" y="167147"/>
                    <a:pt x="383643" y="79393"/>
                    <a:pt x="275395" y="79393"/>
                  </a:cubicBezTo>
                  <a:cubicBezTo>
                    <a:pt x="167147" y="79393"/>
                    <a:pt x="79393" y="167147"/>
                    <a:pt x="79393" y="275395"/>
                  </a:cubicBezTo>
                  <a:lnTo>
                    <a:pt x="79393" y="355234"/>
                  </a:lnTo>
                  <a:cubicBezTo>
                    <a:pt x="79393" y="377157"/>
                    <a:pt x="61621" y="394931"/>
                    <a:pt x="39697" y="394931"/>
                  </a:cubicBezTo>
                  <a:cubicBezTo>
                    <a:pt x="17773" y="394931"/>
                    <a:pt x="0" y="377157"/>
                    <a:pt x="0" y="355234"/>
                  </a:cubicBezTo>
                  <a:lnTo>
                    <a:pt x="0" y="275395"/>
                  </a:lnTo>
                  <a:cubicBezTo>
                    <a:pt x="0" y="123298"/>
                    <a:pt x="123299" y="0"/>
                    <a:pt x="275395" y="0"/>
                  </a:cubicBezTo>
                  <a:cubicBezTo>
                    <a:pt x="427493" y="0"/>
                    <a:pt x="550790" y="123298"/>
                    <a:pt x="550790" y="275395"/>
                  </a:cubicBezTo>
                  <a:lnTo>
                    <a:pt x="550790" y="355234"/>
                  </a:lnTo>
                  <a:cubicBezTo>
                    <a:pt x="550845" y="377157"/>
                    <a:pt x="533115" y="394976"/>
                    <a:pt x="511193" y="395030"/>
                  </a:cubicBezTo>
                  <a:cubicBezTo>
                    <a:pt x="511158" y="395030"/>
                    <a:pt x="511128" y="395030"/>
                    <a:pt x="511094" y="3950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80F374D2-FA96-174C-A288-2195AE5A74B8}"/>
                </a:ext>
              </a:extLst>
            </p:cNvPr>
            <p:cNvSpPr/>
            <p:nvPr/>
          </p:nvSpPr>
          <p:spPr>
            <a:xfrm>
              <a:off x="4142972" y="431729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900" y="94279"/>
                    <a:pt x="173673" y="112053"/>
                    <a:pt x="173673" y="133976"/>
                  </a:cubicBezTo>
                  <a:cubicBezTo>
                    <a:pt x="173673" y="155898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99038E2F-6D71-6A47-B56A-4CAA8AD3B703}"/>
                </a:ext>
              </a:extLst>
            </p:cNvPr>
            <p:cNvSpPr/>
            <p:nvPr/>
          </p:nvSpPr>
          <p:spPr>
            <a:xfrm>
              <a:off x="4802928" y="431729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cubicBezTo>
                    <a:pt x="0" y="112053"/>
                    <a:pt x="17774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4"/>
                    <a:pt x="112054" y="0"/>
                    <a:pt x="133976" y="0"/>
                  </a:cubicBezTo>
                  <a:cubicBezTo>
                    <a:pt x="155898" y="0"/>
                    <a:pt x="173673" y="17774"/>
                    <a:pt x="173673" y="39697"/>
                  </a:cubicBezTo>
                  <a:lnTo>
                    <a:pt x="173673" y="133976"/>
                  </a:lnTo>
                  <a:cubicBezTo>
                    <a:pt x="173673" y="155898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B769789F-561A-9F46-B391-8B9F71F2E4AA}"/>
                </a:ext>
              </a:extLst>
            </p:cNvPr>
            <p:cNvSpPr/>
            <p:nvPr/>
          </p:nvSpPr>
          <p:spPr>
            <a:xfrm>
              <a:off x="4142972" y="3657340"/>
              <a:ext cx="173672" cy="173672"/>
            </a:xfrm>
            <a:custGeom>
              <a:avLst/>
              <a:gdLst>
                <a:gd name="connsiteX0" fmla="*/ 39697 w 173672"/>
                <a:gd name="connsiteY0" fmla="*/ 173672 h 173672"/>
                <a:gd name="connsiteX1" fmla="*/ 0 w 173672"/>
                <a:gd name="connsiteY1" fmla="*/ 133976 h 173672"/>
                <a:gd name="connsiteX2" fmla="*/ 0 w 173672"/>
                <a:gd name="connsiteY2" fmla="*/ 39697 h 173672"/>
                <a:gd name="connsiteX3" fmla="*/ 39697 w 173672"/>
                <a:gd name="connsiteY3" fmla="*/ 0 h 173672"/>
                <a:gd name="connsiteX4" fmla="*/ 133976 w 173672"/>
                <a:gd name="connsiteY4" fmla="*/ 0 h 173672"/>
                <a:gd name="connsiteX5" fmla="*/ 173673 w 173672"/>
                <a:gd name="connsiteY5" fmla="*/ 39697 h 173672"/>
                <a:gd name="connsiteX6" fmla="*/ 133976 w 173672"/>
                <a:gd name="connsiteY6" fmla="*/ 79393 h 173672"/>
                <a:gd name="connsiteX7" fmla="*/ 79393 w 173672"/>
                <a:gd name="connsiteY7" fmla="*/ 79393 h 173672"/>
                <a:gd name="connsiteX8" fmla="*/ 79393 w 173672"/>
                <a:gd name="connsiteY8" fmla="*/ 133976 h 173672"/>
                <a:gd name="connsiteX9" fmla="*/ 39697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lnTo>
                    <a:pt x="79393" y="79393"/>
                  </a:lnTo>
                  <a:lnTo>
                    <a:pt x="79393" y="133976"/>
                  </a:lnTo>
                  <a:cubicBezTo>
                    <a:pt x="79393" y="155900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FF0A1390-BFE6-7D46-BF5C-92CF7A501FA7}"/>
                </a:ext>
              </a:extLst>
            </p:cNvPr>
            <p:cNvSpPr/>
            <p:nvPr/>
          </p:nvSpPr>
          <p:spPr>
            <a:xfrm>
              <a:off x="4802928" y="3657340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4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976" y="0"/>
                  </a:lnTo>
                  <a:cubicBezTo>
                    <a:pt x="155898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1" name="Picture Placeholder 67">
            <a:extLst>
              <a:ext uri="{FF2B5EF4-FFF2-40B4-BE49-F238E27FC236}">
                <a16:creationId xmlns:a16="http://schemas.microsoft.com/office/drawing/2014/main" id="{0D07DFBF-85C3-4314-ACDC-25E4A8ACD87E}"/>
              </a:ext>
            </a:extLst>
          </p:cNvPr>
          <p:cNvGrpSpPr>
            <a:grpSpLocks noChangeAspect="1"/>
          </p:cNvGrpSpPr>
          <p:nvPr/>
        </p:nvGrpSpPr>
        <p:grpSpPr>
          <a:xfrm>
            <a:off x="5554511" y="3673814"/>
            <a:ext cx="645565" cy="800629"/>
            <a:chOff x="5554511" y="3673814"/>
            <a:chExt cx="645565" cy="800629"/>
          </a:xfrm>
        </p:grpSpPr>
        <p:grpSp>
          <p:nvGrpSpPr>
            <p:cNvPr id="152" name="Picture Placeholder 67">
              <a:extLst>
                <a:ext uri="{FF2B5EF4-FFF2-40B4-BE49-F238E27FC236}">
                  <a16:creationId xmlns:a16="http://schemas.microsoft.com/office/drawing/2014/main" id="{0D07DFBF-85C3-4314-ACDC-25E4A8ACD87E}"/>
                </a:ext>
              </a:extLst>
            </p:cNvPr>
            <p:cNvGrpSpPr/>
            <p:nvPr/>
          </p:nvGrpSpPr>
          <p:grpSpPr>
            <a:xfrm>
              <a:off x="5554511" y="3673814"/>
              <a:ext cx="645565" cy="800629"/>
              <a:chOff x="5554511" y="3673814"/>
              <a:chExt cx="645565" cy="80062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4756D1C-0A2F-BF4E-9D31-91D41CB6450C}"/>
                  </a:ext>
                </a:extLst>
              </p:cNvPr>
              <p:cNvSpPr/>
              <p:nvPr/>
            </p:nvSpPr>
            <p:spPr>
              <a:xfrm>
                <a:off x="5695285" y="3673814"/>
                <a:ext cx="364017" cy="364017"/>
              </a:xfrm>
              <a:custGeom>
                <a:avLst/>
                <a:gdLst>
                  <a:gd name="connsiteX0" fmla="*/ 182009 w 364017"/>
                  <a:gd name="connsiteY0" fmla="*/ 364017 h 364017"/>
                  <a:gd name="connsiteX1" fmla="*/ 0 w 364017"/>
                  <a:gd name="connsiteY1" fmla="*/ 182009 h 364017"/>
                  <a:gd name="connsiteX2" fmla="*/ 182009 w 364017"/>
                  <a:gd name="connsiteY2" fmla="*/ 0 h 364017"/>
                  <a:gd name="connsiteX3" fmla="*/ 364018 w 364017"/>
                  <a:gd name="connsiteY3" fmla="*/ 182009 h 364017"/>
                  <a:gd name="connsiteX4" fmla="*/ 364018 w 364017"/>
                  <a:gd name="connsiteY4" fmla="*/ 182058 h 364017"/>
                  <a:gd name="connsiteX5" fmla="*/ 182009 w 364017"/>
                  <a:gd name="connsiteY5" fmla="*/ 364017 h 364017"/>
                  <a:gd name="connsiteX6" fmla="*/ 182009 w 364017"/>
                  <a:gd name="connsiteY6" fmla="*/ 79443 h 364017"/>
                  <a:gd name="connsiteX7" fmla="*/ 79393 w 364017"/>
                  <a:gd name="connsiteY7" fmla="*/ 182058 h 364017"/>
                  <a:gd name="connsiteX8" fmla="*/ 182009 w 364017"/>
                  <a:gd name="connsiteY8" fmla="*/ 284674 h 364017"/>
                  <a:gd name="connsiteX9" fmla="*/ 284625 w 364017"/>
                  <a:gd name="connsiteY9" fmla="*/ 182058 h 364017"/>
                  <a:gd name="connsiteX10" fmla="*/ 182009 w 364017"/>
                  <a:gd name="connsiteY10" fmla="*/ 79443 h 36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4017" h="364017">
                    <a:moveTo>
                      <a:pt x="182009" y="364017"/>
                    </a:moveTo>
                    <a:cubicBezTo>
                      <a:pt x="81488" y="364017"/>
                      <a:pt x="0" y="282529"/>
                      <a:pt x="0" y="182009"/>
                    </a:cubicBezTo>
                    <a:cubicBezTo>
                      <a:pt x="0" y="81488"/>
                      <a:pt x="81488" y="0"/>
                      <a:pt x="182009" y="0"/>
                    </a:cubicBezTo>
                    <a:cubicBezTo>
                      <a:pt x="282531" y="0"/>
                      <a:pt x="364018" y="81488"/>
                      <a:pt x="364018" y="182009"/>
                    </a:cubicBezTo>
                    <a:cubicBezTo>
                      <a:pt x="364018" y="182025"/>
                      <a:pt x="364018" y="182042"/>
                      <a:pt x="364018" y="182058"/>
                    </a:cubicBezTo>
                    <a:cubicBezTo>
                      <a:pt x="363879" y="282514"/>
                      <a:pt x="282466" y="363908"/>
                      <a:pt x="182009" y="364017"/>
                    </a:cubicBezTo>
                    <a:close/>
                    <a:moveTo>
                      <a:pt x="182009" y="79443"/>
                    </a:moveTo>
                    <a:cubicBezTo>
                      <a:pt x="125336" y="79443"/>
                      <a:pt x="79393" y="125386"/>
                      <a:pt x="79393" y="182058"/>
                    </a:cubicBezTo>
                    <a:cubicBezTo>
                      <a:pt x="79393" y="238731"/>
                      <a:pt x="125336" y="284674"/>
                      <a:pt x="182009" y="284674"/>
                    </a:cubicBezTo>
                    <a:cubicBezTo>
                      <a:pt x="238682" y="284674"/>
                      <a:pt x="284625" y="238731"/>
                      <a:pt x="284625" y="182058"/>
                    </a:cubicBezTo>
                    <a:cubicBezTo>
                      <a:pt x="284540" y="125419"/>
                      <a:pt x="238648" y="79525"/>
                      <a:pt x="182009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0328F878-E0A6-F04F-A06D-408064B80791}"/>
                  </a:ext>
                </a:extLst>
              </p:cNvPr>
              <p:cNvSpPr/>
              <p:nvPr/>
            </p:nvSpPr>
            <p:spPr>
              <a:xfrm>
                <a:off x="5554511" y="4016097"/>
                <a:ext cx="645565" cy="458346"/>
              </a:xfrm>
              <a:custGeom>
                <a:avLst/>
                <a:gdLst>
                  <a:gd name="connsiteX0" fmla="*/ 605869 w 645565"/>
                  <a:gd name="connsiteY0" fmla="*/ 458346 h 458346"/>
                  <a:gd name="connsiteX1" fmla="*/ 566173 w 645565"/>
                  <a:gd name="connsiteY1" fmla="*/ 418650 h 458346"/>
                  <a:gd name="connsiteX2" fmla="*/ 566173 w 645565"/>
                  <a:gd name="connsiteY2" fmla="*/ 322783 h 458346"/>
                  <a:gd name="connsiteX3" fmla="*/ 322783 w 645565"/>
                  <a:gd name="connsiteY3" fmla="*/ 79393 h 458346"/>
                  <a:gd name="connsiteX4" fmla="*/ 79393 w 645565"/>
                  <a:gd name="connsiteY4" fmla="*/ 322783 h 458346"/>
                  <a:gd name="connsiteX5" fmla="*/ 79393 w 645565"/>
                  <a:gd name="connsiteY5" fmla="*/ 418650 h 458346"/>
                  <a:gd name="connsiteX6" fmla="*/ 39697 w 645565"/>
                  <a:gd name="connsiteY6" fmla="*/ 458346 h 458346"/>
                  <a:gd name="connsiteX7" fmla="*/ 0 w 645565"/>
                  <a:gd name="connsiteY7" fmla="*/ 418650 h 458346"/>
                  <a:gd name="connsiteX8" fmla="*/ 0 w 645565"/>
                  <a:gd name="connsiteY8" fmla="*/ 322783 h 458346"/>
                  <a:gd name="connsiteX9" fmla="*/ 322783 w 645565"/>
                  <a:gd name="connsiteY9" fmla="*/ 0 h 458346"/>
                  <a:gd name="connsiteX10" fmla="*/ 645566 w 645565"/>
                  <a:gd name="connsiteY10" fmla="*/ 322783 h 458346"/>
                  <a:gd name="connsiteX11" fmla="*/ 645566 w 645565"/>
                  <a:gd name="connsiteY11" fmla="*/ 418650 h 458346"/>
                  <a:gd name="connsiteX12" fmla="*/ 605869 w 645565"/>
                  <a:gd name="connsiteY12" fmla="*/ 458346 h 45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565" h="458346">
                    <a:moveTo>
                      <a:pt x="605869" y="458346"/>
                    </a:moveTo>
                    <a:cubicBezTo>
                      <a:pt x="583947" y="458346"/>
                      <a:pt x="566173" y="440572"/>
                      <a:pt x="566173" y="418650"/>
                    </a:cubicBezTo>
                    <a:lnTo>
                      <a:pt x="566173" y="322783"/>
                    </a:lnTo>
                    <a:cubicBezTo>
                      <a:pt x="566173" y="188360"/>
                      <a:pt x="457206" y="79393"/>
                      <a:pt x="322783" y="79393"/>
                    </a:cubicBezTo>
                    <a:cubicBezTo>
                      <a:pt x="188362" y="79393"/>
                      <a:pt x="79393" y="188360"/>
                      <a:pt x="79393" y="322783"/>
                    </a:cubicBezTo>
                    <a:lnTo>
                      <a:pt x="79393" y="418650"/>
                    </a:lnTo>
                    <a:cubicBezTo>
                      <a:pt x="79393" y="440572"/>
                      <a:pt x="61621" y="458346"/>
                      <a:pt x="39697" y="458346"/>
                    </a:cubicBezTo>
                    <a:cubicBezTo>
                      <a:pt x="17773" y="458346"/>
                      <a:pt x="0" y="440572"/>
                      <a:pt x="0" y="418650"/>
                    </a:cubicBezTo>
                    <a:lnTo>
                      <a:pt x="0" y="322783"/>
                    </a:lnTo>
                    <a:cubicBezTo>
                      <a:pt x="0" y="144515"/>
                      <a:pt x="144515" y="0"/>
                      <a:pt x="322783" y="0"/>
                    </a:cubicBezTo>
                    <a:cubicBezTo>
                      <a:pt x="501050" y="0"/>
                      <a:pt x="645566" y="144515"/>
                      <a:pt x="645566" y="322783"/>
                    </a:cubicBezTo>
                    <a:lnTo>
                      <a:pt x="645566" y="418650"/>
                    </a:lnTo>
                    <a:cubicBezTo>
                      <a:pt x="645566" y="440572"/>
                      <a:pt x="627792" y="458346"/>
                      <a:pt x="605869" y="45834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6DD90B8B-3263-D745-B112-56EA8386DF25}"/>
                </a:ext>
              </a:extLst>
            </p:cNvPr>
            <p:cNvSpPr/>
            <p:nvPr/>
          </p:nvSpPr>
          <p:spPr>
            <a:xfrm>
              <a:off x="5842609" y="4166448"/>
              <a:ext cx="79393" cy="260855"/>
            </a:xfrm>
            <a:custGeom>
              <a:avLst/>
              <a:gdLst>
                <a:gd name="connsiteX0" fmla="*/ 39697 w 79393"/>
                <a:gd name="connsiteY0" fmla="*/ 260856 h 260855"/>
                <a:gd name="connsiteX1" fmla="*/ 0 w 79393"/>
                <a:gd name="connsiteY1" fmla="*/ 221159 h 260855"/>
                <a:gd name="connsiteX2" fmla="*/ 0 w 79393"/>
                <a:gd name="connsiteY2" fmla="*/ 39697 h 260855"/>
                <a:gd name="connsiteX3" fmla="*/ 39697 w 79393"/>
                <a:gd name="connsiteY3" fmla="*/ 0 h 260855"/>
                <a:gd name="connsiteX4" fmla="*/ 79393 w 79393"/>
                <a:gd name="connsiteY4" fmla="*/ 39697 h 260855"/>
                <a:gd name="connsiteX5" fmla="*/ 79393 w 79393"/>
                <a:gd name="connsiteY5" fmla="*/ 221159 h 260855"/>
                <a:gd name="connsiteX6" fmla="*/ 39697 w 79393"/>
                <a:gd name="connsiteY6" fmla="*/ 260856 h 26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855">
                  <a:moveTo>
                    <a:pt x="39697" y="260856"/>
                  </a:moveTo>
                  <a:cubicBezTo>
                    <a:pt x="17773" y="260856"/>
                    <a:pt x="0" y="243082"/>
                    <a:pt x="0" y="22115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1159"/>
                  </a:lnTo>
                  <a:cubicBezTo>
                    <a:pt x="79393" y="243082"/>
                    <a:pt x="61621" y="260856"/>
                    <a:pt x="39697" y="26085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74510385-933D-EC41-8A3F-B45BB460A217}"/>
                </a:ext>
              </a:extLst>
            </p:cNvPr>
            <p:cNvSpPr/>
            <p:nvPr/>
          </p:nvSpPr>
          <p:spPr>
            <a:xfrm>
              <a:off x="5751902" y="4248669"/>
              <a:ext cx="260856" cy="79393"/>
            </a:xfrm>
            <a:custGeom>
              <a:avLst/>
              <a:gdLst>
                <a:gd name="connsiteX0" fmla="*/ 221160 w 260856"/>
                <a:gd name="connsiteY0" fmla="*/ 79393 h 79393"/>
                <a:gd name="connsiteX1" fmla="*/ 39697 w 260856"/>
                <a:gd name="connsiteY1" fmla="*/ 79393 h 79393"/>
                <a:gd name="connsiteX2" fmla="*/ 0 w 260856"/>
                <a:gd name="connsiteY2" fmla="*/ 39697 h 79393"/>
                <a:gd name="connsiteX3" fmla="*/ 39697 w 260856"/>
                <a:gd name="connsiteY3" fmla="*/ 0 h 79393"/>
                <a:gd name="connsiteX4" fmla="*/ 221160 w 260856"/>
                <a:gd name="connsiteY4" fmla="*/ 0 h 79393"/>
                <a:gd name="connsiteX5" fmla="*/ 260856 w 260856"/>
                <a:gd name="connsiteY5" fmla="*/ 39697 h 79393"/>
                <a:gd name="connsiteX6" fmla="*/ 221160 w 26085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856" h="79393">
                  <a:moveTo>
                    <a:pt x="22116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1160" y="0"/>
                  </a:lnTo>
                  <a:cubicBezTo>
                    <a:pt x="243082" y="0"/>
                    <a:pt x="260856" y="17774"/>
                    <a:pt x="260856" y="39697"/>
                  </a:cubicBezTo>
                  <a:cubicBezTo>
                    <a:pt x="260856" y="61619"/>
                    <a:pt x="243082" y="79393"/>
                    <a:pt x="22116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7" name="Picture Placeholder 71">
            <a:extLst>
              <a:ext uri="{FF2B5EF4-FFF2-40B4-BE49-F238E27FC236}">
                <a16:creationId xmlns:a16="http://schemas.microsoft.com/office/drawing/2014/main" id="{BB0AA9D9-7952-4220-B2E5-06F0269B7980}"/>
              </a:ext>
            </a:extLst>
          </p:cNvPr>
          <p:cNvGrpSpPr>
            <a:grpSpLocks noChangeAspect="1"/>
          </p:cNvGrpSpPr>
          <p:nvPr/>
        </p:nvGrpSpPr>
        <p:grpSpPr>
          <a:xfrm>
            <a:off x="6964066" y="3677188"/>
            <a:ext cx="461472" cy="793930"/>
            <a:chOff x="6964066" y="3677188"/>
            <a:chExt cx="461472" cy="793930"/>
          </a:xfrm>
        </p:grpSpPr>
        <p:grpSp>
          <p:nvGrpSpPr>
            <p:cNvPr id="158" name="Picture Placeholder 71">
              <a:extLst>
                <a:ext uri="{FF2B5EF4-FFF2-40B4-BE49-F238E27FC236}">
                  <a16:creationId xmlns:a16="http://schemas.microsoft.com/office/drawing/2014/main" id="{BB0AA9D9-7952-4220-B2E5-06F0269B7980}"/>
                </a:ext>
              </a:extLst>
            </p:cNvPr>
            <p:cNvGrpSpPr/>
            <p:nvPr/>
          </p:nvGrpSpPr>
          <p:grpSpPr>
            <a:xfrm>
              <a:off x="6964066" y="3677188"/>
              <a:ext cx="461472" cy="793930"/>
              <a:chOff x="6964066" y="3677188"/>
              <a:chExt cx="461472" cy="793930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4838361A-1F3C-114F-89E3-223A23A765A7}"/>
                  </a:ext>
                </a:extLst>
              </p:cNvPr>
              <p:cNvSpPr/>
              <p:nvPr/>
            </p:nvSpPr>
            <p:spPr>
              <a:xfrm>
                <a:off x="6964066" y="3832654"/>
                <a:ext cx="461472" cy="638465"/>
              </a:xfrm>
              <a:custGeom>
                <a:avLst/>
                <a:gdLst>
                  <a:gd name="connsiteX0" fmla="*/ 421776 w 461472"/>
                  <a:gd name="connsiteY0" fmla="*/ 638465 h 638465"/>
                  <a:gd name="connsiteX1" fmla="*/ 39697 w 461472"/>
                  <a:gd name="connsiteY1" fmla="*/ 638465 h 638465"/>
                  <a:gd name="connsiteX2" fmla="*/ 0 w 461472"/>
                  <a:gd name="connsiteY2" fmla="*/ 598769 h 638465"/>
                  <a:gd name="connsiteX3" fmla="*/ 0 w 461472"/>
                  <a:gd name="connsiteY3" fmla="*/ 209246 h 638465"/>
                  <a:gd name="connsiteX4" fmla="*/ 115666 w 461472"/>
                  <a:gd name="connsiteY4" fmla="*/ 6198 h 638465"/>
                  <a:gd name="connsiteX5" fmla="*/ 169380 w 461472"/>
                  <a:gd name="connsiteY5" fmla="*/ 22598 h 638465"/>
                  <a:gd name="connsiteX6" fmla="*/ 152981 w 461472"/>
                  <a:gd name="connsiteY6" fmla="*/ 76312 h 638465"/>
                  <a:gd name="connsiteX7" fmla="*/ 79393 w 461472"/>
                  <a:gd name="connsiteY7" fmla="*/ 209246 h 638465"/>
                  <a:gd name="connsiteX8" fmla="*/ 79393 w 461472"/>
                  <a:gd name="connsiteY8" fmla="*/ 559072 h 638465"/>
                  <a:gd name="connsiteX9" fmla="*/ 382080 w 461472"/>
                  <a:gd name="connsiteY9" fmla="*/ 559072 h 638465"/>
                  <a:gd name="connsiteX10" fmla="*/ 382080 w 461472"/>
                  <a:gd name="connsiteY10" fmla="*/ 209246 h 638465"/>
                  <a:gd name="connsiteX11" fmla="*/ 306855 w 461472"/>
                  <a:gd name="connsiteY11" fmla="*/ 75270 h 638465"/>
                  <a:gd name="connsiteX12" fmla="*/ 288923 w 461472"/>
                  <a:gd name="connsiteY12" fmla="*/ 22071 h 638465"/>
                  <a:gd name="connsiteX13" fmla="*/ 342120 w 461472"/>
                  <a:gd name="connsiteY13" fmla="*/ 4141 h 638465"/>
                  <a:gd name="connsiteX14" fmla="*/ 343227 w 461472"/>
                  <a:gd name="connsiteY14" fmla="*/ 4710 h 638465"/>
                  <a:gd name="connsiteX15" fmla="*/ 461473 w 461472"/>
                  <a:gd name="connsiteY15" fmla="*/ 209246 h 638465"/>
                  <a:gd name="connsiteX16" fmla="*/ 461473 w 461472"/>
                  <a:gd name="connsiteY16" fmla="*/ 598769 h 638465"/>
                  <a:gd name="connsiteX17" fmla="*/ 421776 w 461472"/>
                  <a:gd name="connsiteY17" fmla="*/ 638465 h 6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61472" h="638465">
                    <a:moveTo>
                      <a:pt x="421776" y="638465"/>
                    </a:moveTo>
                    <a:lnTo>
                      <a:pt x="39697" y="638465"/>
                    </a:lnTo>
                    <a:cubicBezTo>
                      <a:pt x="17773" y="638465"/>
                      <a:pt x="0" y="620691"/>
                      <a:pt x="0" y="598769"/>
                    </a:cubicBezTo>
                    <a:lnTo>
                      <a:pt x="0" y="209246"/>
                    </a:lnTo>
                    <a:cubicBezTo>
                      <a:pt x="0" y="119333"/>
                      <a:pt x="42178" y="45498"/>
                      <a:pt x="115666" y="6198"/>
                    </a:cubicBezTo>
                    <a:cubicBezTo>
                      <a:pt x="135027" y="-4106"/>
                      <a:pt x="159076" y="3236"/>
                      <a:pt x="169380" y="22598"/>
                    </a:cubicBezTo>
                    <a:cubicBezTo>
                      <a:pt x="179685" y="41959"/>
                      <a:pt x="172342" y="66008"/>
                      <a:pt x="152981" y="76312"/>
                    </a:cubicBezTo>
                    <a:cubicBezTo>
                      <a:pt x="105494" y="101569"/>
                      <a:pt x="79393" y="148808"/>
                      <a:pt x="79393" y="209246"/>
                    </a:cubicBezTo>
                    <a:lnTo>
                      <a:pt x="79393" y="559072"/>
                    </a:lnTo>
                    <a:lnTo>
                      <a:pt x="382080" y="559072"/>
                    </a:lnTo>
                    <a:lnTo>
                      <a:pt x="382080" y="209246"/>
                    </a:lnTo>
                    <a:cubicBezTo>
                      <a:pt x="382080" y="147965"/>
                      <a:pt x="355384" y="100428"/>
                      <a:pt x="306855" y="75270"/>
                    </a:cubicBezTo>
                    <a:cubicBezTo>
                      <a:pt x="287213" y="65531"/>
                      <a:pt x="279185" y="41713"/>
                      <a:pt x="288923" y="22071"/>
                    </a:cubicBezTo>
                    <a:cubicBezTo>
                      <a:pt x="298662" y="2430"/>
                      <a:pt x="322480" y="-5599"/>
                      <a:pt x="342120" y="4141"/>
                    </a:cubicBezTo>
                    <a:cubicBezTo>
                      <a:pt x="342492" y="4325"/>
                      <a:pt x="342860" y="4514"/>
                      <a:pt x="343227" y="4710"/>
                    </a:cubicBezTo>
                    <a:cubicBezTo>
                      <a:pt x="418352" y="43612"/>
                      <a:pt x="461473" y="118143"/>
                      <a:pt x="461473" y="209246"/>
                    </a:cubicBezTo>
                    <a:lnTo>
                      <a:pt x="461473" y="598769"/>
                    </a:lnTo>
                    <a:cubicBezTo>
                      <a:pt x="461473" y="620691"/>
                      <a:pt x="443699" y="638465"/>
                      <a:pt x="421776" y="6384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C28497EC-E15A-F348-91AF-BD41766A79F6}"/>
                  </a:ext>
                </a:extLst>
              </p:cNvPr>
              <p:cNvSpPr/>
              <p:nvPr/>
            </p:nvSpPr>
            <p:spPr>
              <a:xfrm>
                <a:off x="7063307" y="3677188"/>
                <a:ext cx="262989" cy="233217"/>
              </a:xfrm>
              <a:custGeom>
                <a:avLst/>
                <a:gdLst>
                  <a:gd name="connsiteX0" fmla="*/ 223293 w 262989"/>
                  <a:gd name="connsiteY0" fmla="*/ 233217 h 233217"/>
                  <a:gd name="connsiteX1" fmla="*/ 183597 w 262989"/>
                  <a:gd name="connsiteY1" fmla="*/ 193521 h 233217"/>
                  <a:gd name="connsiteX2" fmla="*/ 183597 w 262989"/>
                  <a:gd name="connsiteY2" fmla="*/ 79393 h 233217"/>
                  <a:gd name="connsiteX3" fmla="*/ 79393 w 262989"/>
                  <a:gd name="connsiteY3" fmla="*/ 79393 h 233217"/>
                  <a:gd name="connsiteX4" fmla="*/ 79393 w 262989"/>
                  <a:gd name="connsiteY4" fmla="*/ 193521 h 233217"/>
                  <a:gd name="connsiteX5" fmla="*/ 39697 w 262989"/>
                  <a:gd name="connsiteY5" fmla="*/ 233217 h 233217"/>
                  <a:gd name="connsiteX6" fmla="*/ 0 w 262989"/>
                  <a:gd name="connsiteY6" fmla="*/ 193521 h 233217"/>
                  <a:gd name="connsiteX7" fmla="*/ 0 w 262989"/>
                  <a:gd name="connsiteY7" fmla="*/ 39697 h 233217"/>
                  <a:gd name="connsiteX8" fmla="*/ 39697 w 262989"/>
                  <a:gd name="connsiteY8" fmla="*/ 0 h 233217"/>
                  <a:gd name="connsiteX9" fmla="*/ 223293 w 262989"/>
                  <a:gd name="connsiteY9" fmla="*/ 0 h 233217"/>
                  <a:gd name="connsiteX10" fmla="*/ 262990 w 262989"/>
                  <a:gd name="connsiteY10" fmla="*/ 39697 h 233217"/>
                  <a:gd name="connsiteX11" fmla="*/ 262990 w 262989"/>
                  <a:gd name="connsiteY11" fmla="*/ 193521 h 233217"/>
                  <a:gd name="connsiteX12" fmla="*/ 223293 w 262989"/>
                  <a:gd name="connsiteY12" fmla="*/ 233217 h 23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989" h="233217">
                    <a:moveTo>
                      <a:pt x="223293" y="233217"/>
                    </a:moveTo>
                    <a:cubicBezTo>
                      <a:pt x="201371" y="233217"/>
                      <a:pt x="183597" y="215445"/>
                      <a:pt x="183597" y="193521"/>
                    </a:cubicBezTo>
                    <a:lnTo>
                      <a:pt x="183597" y="79393"/>
                    </a:lnTo>
                    <a:lnTo>
                      <a:pt x="79393" y="79393"/>
                    </a:lnTo>
                    <a:lnTo>
                      <a:pt x="79393" y="193521"/>
                    </a:lnTo>
                    <a:cubicBezTo>
                      <a:pt x="79393" y="215445"/>
                      <a:pt x="61621" y="233217"/>
                      <a:pt x="39697" y="233217"/>
                    </a:cubicBezTo>
                    <a:cubicBezTo>
                      <a:pt x="17773" y="233217"/>
                      <a:pt x="0" y="215445"/>
                      <a:pt x="0" y="1935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23293" y="0"/>
                    </a:lnTo>
                    <a:cubicBezTo>
                      <a:pt x="245216" y="0"/>
                      <a:pt x="262990" y="17773"/>
                      <a:pt x="262990" y="39697"/>
                    </a:cubicBezTo>
                    <a:lnTo>
                      <a:pt x="262990" y="193521"/>
                    </a:lnTo>
                    <a:cubicBezTo>
                      <a:pt x="262990" y="215445"/>
                      <a:pt x="245216" y="233217"/>
                      <a:pt x="223293" y="2332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A9B3C97A-8566-7041-837C-28A8C7B22A66}"/>
                  </a:ext>
                </a:extLst>
              </p:cNvPr>
              <p:cNvSpPr/>
              <p:nvPr/>
            </p:nvSpPr>
            <p:spPr>
              <a:xfrm>
                <a:off x="7014034" y="3677188"/>
                <a:ext cx="357269" cy="79393"/>
              </a:xfrm>
              <a:custGeom>
                <a:avLst/>
                <a:gdLst>
                  <a:gd name="connsiteX0" fmla="*/ 317573 w 357269"/>
                  <a:gd name="connsiteY0" fmla="*/ 79393 h 79393"/>
                  <a:gd name="connsiteX1" fmla="*/ 39697 w 357269"/>
                  <a:gd name="connsiteY1" fmla="*/ 79393 h 79393"/>
                  <a:gd name="connsiteX2" fmla="*/ 0 w 357269"/>
                  <a:gd name="connsiteY2" fmla="*/ 39697 h 79393"/>
                  <a:gd name="connsiteX3" fmla="*/ 39697 w 357269"/>
                  <a:gd name="connsiteY3" fmla="*/ 0 h 79393"/>
                  <a:gd name="connsiteX4" fmla="*/ 317573 w 357269"/>
                  <a:gd name="connsiteY4" fmla="*/ 0 h 79393"/>
                  <a:gd name="connsiteX5" fmla="*/ 357269 w 357269"/>
                  <a:gd name="connsiteY5" fmla="*/ 39697 h 79393"/>
                  <a:gd name="connsiteX6" fmla="*/ 317573 w 35726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7269" h="79393">
                    <a:moveTo>
                      <a:pt x="31757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17573" y="0"/>
                    </a:lnTo>
                    <a:cubicBezTo>
                      <a:pt x="339495" y="0"/>
                      <a:pt x="357269" y="17773"/>
                      <a:pt x="357269" y="39697"/>
                    </a:cubicBezTo>
                    <a:cubicBezTo>
                      <a:pt x="357269" y="61620"/>
                      <a:pt x="339495" y="79393"/>
                      <a:pt x="317573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34A55431-E070-8347-A925-90A9D18E49B2}"/>
                </a:ext>
              </a:extLst>
            </p:cNvPr>
            <p:cNvSpPr/>
            <p:nvPr/>
          </p:nvSpPr>
          <p:spPr>
            <a:xfrm>
              <a:off x="7065788" y="4105464"/>
              <a:ext cx="262989" cy="79393"/>
            </a:xfrm>
            <a:custGeom>
              <a:avLst/>
              <a:gdLst>
                <a:gd name="connsiteX0" fmla="*/ 223293 w 262989"/>
                <a:gd name="connsiteY0" fmla="*/ 79393 h 79393"/>
                <a:gd name="connsiteX1" fmla="*/ 39697 w 262989"/>
                <a:gd name="connsiteY1" fmla="*/ 79393 h 79393"/>
                <a:gd name="connsiteX2" fmla="*/ 0 w 262989"/>
                <a:gd name="connsiteY2" fmla="*/ 39697 h 79393"/>
                <a:gd name="connsiteX3" fmla="*/ 39697 w 262989"/>
                <a:gd name="connsiteY3" fmla="*/ 0 h 79393"/>
                <a:gd name="connsiteX4" fmla="*/ 223293 w 262989"/>
                <a:gd name="connsiteY4" fmla="*/ 0 h 79393"/>
                <a:gd name="connsiteX5" fmla="*/ 262990 w 262989"/>
                <a:gd name="connsiteY5" fmla="*/ 39697 h 79393"/>
                <a:gd name="connsiteX6" fmla="*/ 223293 w 2629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989" h="79393">
                  <a:moveTo>
                    <a:pt x="22329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3293" y="0"/>
                  </a:lnTo>
                  <a:cubicBezTo>
                    <a:pt x="245216" y="0"/>
                    <a:pt x="262990" y="17773"/>
                    <a:pt x="262990" y="39697"/>
                  </a:cubicBezTo>
                  <a:cubicBezTo>
                    <a:pt x="262990" y="61619"/>
                    <a:pt x="245216" y="79393"/>
                    <a:pt x="22329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4C973455-E092-7B41-AD44-1DF49B8B1D52}"/>
                </a:ext>
              </a:extLst>
            </p:cNvPr>
            <p:cNvSpPr/>
            <p:nvPr/>
          </p:nvSpPr>
          <p:spPr>
            <a:xfrm>
              <a:off x="7155105" y="4013368"/>
              <a:ext cx="79393" cy="271028"/>
            </a:xfrm>
            <a:custGeom>
              <a:avLst/>
              <a:gdLst>
                <a:gd name="connsiteX0" fmla="*/ 39697 w 79393"/>
                <a:gd name="connsiteY0" fmla="*/ 271028 h 271028"/>
                <a:gd name="connsiteX1" fmla="*/ 0 w 79393"/>
                <a:gd name="connsiteY1" fmla="*/ 231332 h 271028"/>
                <a:gd name="connsiteX2" fmla="*/ 0 w 79393"/>
                <a:gd name="connsiteY2" fmla="*/ 39697 h 271028"/>
                <a:gd name="connsiteX3" fmla="*/ 39697 w 79393"/>
                <a:gd name="connsiteY3" fmla="*/ 0 h 271028"/>
                <a:gd name="connsiteX4" fmla="*/ 79393 w 79393"/>
                <a:gd name="connsiteY4" fmla="*/ 39697 h 271028"/>
                <a:gd name="connsiteX5" fmla="*/ 79393 w 79393"/>
                <a:gd name="connsiteY5" fmla="*/ 231332 h 271028"/>
                <a:gd name="connsiteX6" fmla="*/ 39697 w 79393"/>
                <a:gd name="connsiteY6" fmla="*/ 271028 h 27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1028">
                  <a:moveTo>
                    <a:pt x="39697" y="271028"/>
                  </a:moveTo>
                  <a:cubicBezTo>
                    <a:pt x="17773" y="271028"/>
                    <a:pt x="0" y="253254"/>
                    <a:pt x="0" y="23133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31332"/>
                  </a:lnTo>
                  <a:cubicBezTo>
                    <a:pt x="79393" y="253254"/>
                    <a:pt x="61621" y="271028"/>
                    <a:pt x="39697" y="2710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4" name="Picture Placeholder 73">
            <a:extLst>
              <a:ext uri="{FF2B5EF4-FFF2-40B4-BE49-F238E27FC236}">
                <a16:creationId xmlns:a16="http://schemas.microsoft.com/office/drawing/2014/main" id="{BCFAC7D2-A454-4EE4-B96F-4C2186A1A376}"/>
              </a:ext>
            </a:extLst>
          </p:cNvPr>
          <p:cNvGrpSpPr>
            <a:grpSpLocks noChangeAspect="1"/>
          </p:cNvGrpSpPr>
          <p:nvPr/>
        </p:nvGrpSpPr>
        <p:grpSpPr>
          <a:xfrm>
            <a:off x="8095089" y="3656894"/>
            <a:ext cx="834442" cy="834477"/>
            <a:chOff x="8095089" y="3656894"/>
            <a:chExt cx="834442" cy="834477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524DAD1A-1F68-8F4B-80C7-6E2935052B39}"/>
                </a:ext>
              </a:extLst>
            </p:cNvPr>
            <p:cNvSpPr/>
            <p:nvPr/>
          </p:nvSpPr>
          <p:spPr>
            <a:xfrm>
              <a:off x="8206507" y="4037269"/>
              <a:ext cx="341561" cy="341605"/>
            </a:xfrm>
            <a:custGeom>
              <a:avLst/>
              <a:gdLst>
                <a:gd name="connsiteX0" fmla="*/ 301833 w 341561"/>
                <a:gd name="connsiteY0" fmla="*/ 341605 h 341605"/>
                <a:gd name="connsiteX1" fmla="*/ 273549 w 341561"/>
                <a:gd name="connsiteY1" fmla="*/ 329944 h 341605"/>
                <a:gd name="connsiteX2" fmla="*/ 10560 w 341561"/>
                <a:gd name="connsiteY2" fmla="*/ 66657 h 341605"/>
                <a:gd name="connsiteX3" fmla="*/ 12737 w 341561"/>
                <a:gd name="connsiteY3" fmla="*/ 10559 h 341605"/>
                <a:gd name="connsiteX4" fmla="*/ 66631 w 341561"/>
                <a:gd name="connsiteY4" fmla="*/ 10536 h 341605"/>
                <a:gd name="connsiteX5" fmla="*/ 329919 w 341561"/>
                <a:gd name="connsiteY5" fmla="*/ 273823 h 341605"/>
                <a:gd name="connsiteX6" fmla="*/ 329950 w 341561"/>
                <a:gd name="connsiteY6" fmla="*/ 329964 h 341605"/>
                <a:gd name="connsiteX7" fmla="*/ 301833 w 341561"/>
                <a:gd name="connsiteY7" fmla="*/ 341605 h 34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561" h="341605">
                  <a:moveTo>
                    <a:pt x="301833" y="341605"/>
                  </a:moveTo>
                  <a:cubicBezTo>
                    <a:pt x="291226" y="341654"/>
                    <a:pt x="281041" y="337451"/>
                    <a:pt x="273549" y="329944"/>
                  </a:cubicBezTo>
                  <a:lnTo>
                    <a:pt x="10560" y="66657"/>
                  </a:lnTo>
                  <a:cubicBezTo>
                    <a:pt x="-4330" y="50565"/>
                    <a:pt x="-3355" y="25449"/>
                    <a:pt x="12737" y="10559"/>
                  </a:cubicBezTo>
                  <a:cubicBezTo>
                    <a:pt x="27943" y="-3511"/>
                    <a:pt x="51412" y="-3521"/>
                    <a:pt x="66631" y="10536"/>
                  </a:cubicBezTo>
                  <a:lnTo>
                    <a:pt x="329919" y="273823"/>
                  </a:lnTo>
                  <a:cubicBezTo>
                    <a:pt x="345430" y="289314"/>
                    <a:pt x="345444" y="314452"/>
                    <a:pt x="329950" y="329964"/>
                  </a:cubicBezTo>
                  <a:cubicBezTo>
                    <a:pt x="322496" y="337422"/>
                    <a:pt x="312380" y="341615"/>
                    <a:pt x="301833" y="34160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AAACFE69-CA48-A141-9F78-BF0F2AB6D214}"/>
                </a:ext>
              </a:extLst>
            </p:cNvPr>
            <p:cNvSpPr/>
            <p:nvPr/>
          </p:nvSpPr>
          <p:spPr>
            <a:xfrm>
              <a:off x="8497061" y="3750736"/>
              <a:ext cx="342727" cy="342621"/>
            </a:xfrm>
            <a:custGeom>
              <a:avLst/>
              <a:gdLst>
                <a:gd name="connsiteX0" fmla="*/ 302999 w 342727"/>
                <a:gd name="connsiteY0" fmla="*/ 342621 h 342621"/>
                <a:gd name="connsiteX1" fmla="*/ 274914 w 342727"/>
                <a:gd name="connsiteY1" fmla="*/ 330861 h 342621"/>
                <a:gd name="connsiteX2" fmla="*/ 11676 w 342727"/>
                <a:gd name="connsiteY2" fmla="*/ 67871 h 342621"/>
                <a:gd name="connsiteX3" fmla="*/ 11601 w 342727"/>
                <a:gd name="connsiteY3" fmla="*/ 11676 h 342621"/>
                <a:gd name="connsiteX4" fmla="*/ 67797 w 342727"/>
                <a:gd name="connsiteY4" fmla="*/ 11601 h 342621"/>
                <a:gd name="connsiteX5" fmla="*/ 331085 w 342727"/>
                <a:gd name="connsiteY5" fmla="*/ 274839 h 342621"/>
                <a:gd name="connsiteX6" fmla="*/ 331114 w 342727"/>
                <a:gd name="connsiteY6" fmla="*/ 330979 h 342621"/>
                <a:gd name="connsiteX7" fmla="*/ 302999 w 342727"/>
                <a:gd name="connsiteY7" fmla="*/ 342621 h 3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27" h="342621">
                  <a:moveTo>
                    <a:pt x="302999" y="342621"/>
                  </a:moveTo>
                  <a:cubicBezTo>
                    <a:pt x="292445" y="342590"/>
                    <a:pt x="282342" y="338358"/>
                    <a:pt x="274914" y="330861"/>
                  </a:cubicBezTo>
                  <a:lnTo>
                    <a:pt x="11676" y="67871"/>
                  </a:lnTo>
                  <a:cubicBezTo>
                    <a:pt x="-3863" y="52374"/>
                    <a:pt x="-3896" y="27215"/>
                    <a:pt x="11601" y="11676"/>
                  </a:cubicBezTo>
                  <a:cubicBezTo>
                    <a:pt x="27099" y="-3863"/>
                    <a:pt x="52258" y="-3896"/>
                    <a:pt x="67797" y="11601"/>
                  </a:cubicBezTo>
                  <a:lnTo>
                    <a:pt x="331085" y="274839"/>
                  </a:lnTo>
                  <a:cubicBezTo>
                    <a:pt x="346596" y="290333"/>
                    <a:pt x="346611" y="315468"/>
                    <a:pt x="331114" y="330979"/>
                  </a:cubicBezTo>
                  <a:cubicBezTo>
                    <a:pt x="323661" y="338440"/>
                    <a:pt x="313544" y="342629"/>
                    <a:pt x="302999" y="3426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187096EE-099D-E34A-AEE1-73951CEBECFC}"/>
                </a:ext>
              </a:extLst>
            </p:cNvPr>
            <p:cNvSpPr/>
            <p:nvPr/>
          </p:nvSpPr>
          <p:spPr>
            <a:xfrm>
              <a:off x="8095089" y="3656894"/>
              <a:ext cx="834442" cy="834477"/>
            </a:xfrm>
            <a:custGeom>
              <a:avLst/>
              <a:gdLst>
                <a:gd name="connsiteX0" fmla="*/ 223055 w 834442"/>
                <a:gd name="connsiteY0" fmla="*/ 834470 h 834477"/>
                <a:gd name="connsiteX1" fmla="*/ 64517 w 834442"/>
                <a:gd name="connsiteY1" fmla="*/ 769963 h 834477"/>
                <a:gd name="connsiteX2" fmla="*/ 74044 w 834442"/>
                <a:gd name="connsiteY2" fmla="*/ 435420 h 834477"/>
                <a:gd name="connsiteX3" fmla="*/ 435382 w 834442"/>
                <a:gd name="connsiteY3" fmla="*/ 74082 h 834477"/>
                <a:gd name="connsiteX4" fmla="*/ 769925 w 834442"/>
                <a:gd name="connsiteY4" fmla="*/ 64555 h 834477"/>
                <a:gd name="connsiteX5" fmla="*/ 760398 w 834442"/>
                <a:gd name="connsiteY5" fmla="*/ 399098 h 834477"/>
                <a:gd name="connsiteX6" fmla="*/ 399060 w 834442"/>
                <a:gd name="connsiteY6" fmla="*/ 760436 h 834477"/>
                <a:gd name="connsiteX7" fmla="*/ 223055 w 834442"/>
                <a:gd name="connsiteY7" fmla="*/ 834470 h 834477"/>
                <a:gd name="connsiteX8" fmla="*/ 611387 w 834442"/>
                <a:gd name="connsiteY8" fmla="*/ 79342 h 834477"/>
                <a:gd name="connsiteX9" fmla="*/ 491503 w 834442"/>
                <a:gd name="connsiteY9" fmla="*/ 130203 h 834477"/>
                <a:gd name="connsiteX10" fmla="*/ 130165 w 834442"/>
                <a:gd name="connsiteY10" fmla="*/ 491541 h 834477"/>
                <a:gd name="connsiteX11" fmla="*/ 120638 w 834442"/>
                <a:gd name="connsiteY11" fmla="*/ 713842 h 834477"/>
                <a:gd name="connsiteX12" fmla="*/ 342939 w 834442"/>
                <a:gd name="connsiteY12" fmla="*/ 704315 h 834477"/>
                <a:gd name="connsiteX13" fmla="*/ 704277 w 834442"/>
                <a:gd name="connsiteY13" fmla="*/ 342977 h 834477"/>
                <a:gd name="connsiteX14" fmla="*/ 713804 w 834442"/>
                <a:gd name="connsiteY14" fmla="*/ 120676 h 834477"/>
                <a:gd name="connsiteX15" fmla="*/ 611387 w 834442"/>
                <a:gd name="connsiteY15" fmla="*/ 79342 h 83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4442" h="834477">
                  <a:moveTo>
                    <a:pt x="223055" y="834470"/>
                  </a:moveTo>
                  <a:cubicBezTo>
                    <a:pt x="163722" y="834966"/>
                    <a:pt x="106648" y="811744"/>
                    <a:pt x="64517" y="769963"/>
                  </a:cubicBezTo>
                  <a:cubicBezTo>
                    <a:pt x="-25098" y="680348"/>
                    <a:pt x="-20831" y="530245"/>
                    <a:pt x="74044" y="435420"/>
                  </a:cubicBezTo>
                  <a:lnTo>
                    <a:pt x="435382" y="74082"/>
                  </a:lnTo>
                  <a:cubicBezTo>
                    <a:pt x="530257" y="-20792"/>
                    <a:pt x="680310" y="-25159"/>
                    <a:pt x="769925" y="64555"/>
                  </a:cubicBezTo>
                  <a:cubicBezTo>
                    <a:pt x="859540" y="154269"/>
                    <a:pt x="855273" y="304273"/>
                    <a:pt x="760398" y="399098"/>
                  </a:cubicBezTo>
                  <a:lnTo>
                    <a:pt x="399060" y="760436"/>
                  </a:lnTo>
                  <a:cubicBezTo>
                    <a:pt x="352542" y="807496"/>
                    <a:pt x="289224" y="834128"/>
                    <a:pt x="223055" y="834470"/>
                  </a:cubicBezTo>
                  <a:close/>
                  <a:moveTo>
                    <a:pt x="611387" y="79342"/>
                  </a:moveTo>
                  <a:cubicBezTo>
                    <a:pt x="566267" y="79755"/>
                    <a:pt x="523156" y="98046"/>
                    <a:pt x="491503" y="130203"/>
                  </a:cubicBezTo>
                  <a:lnTo>
                    <a:pt x="130165" y="491541"/>
                  </a:lnTo>
                  <a:cubicBezTo>
                    <a:pt x="66254" y="555453"/>
                    <a:pt x="61986" y="655290"/>
                    <a:pt x="120638" y="713842"/>
                  </a:cubicBezTo>
                  <a:cubicBezTo>
                    <a:pt x="179290" y="772394"/>
                    <a:pt x="279027" y="768425"/>
                    <a:pt x="342939" y="704315"/>
                  </a:cubicBezTo>
                  <a:lnTo>
                    <a:pt x="704277" y="342977"/>
                  </a:lnTo>
                  <a:cubicBezTo>
                    <a:pt x="768189" y="279066"/>
                    <a:pt x="772456" y="179229"/>
                    <a:pt x="713804" y="120676"/>
                  </a:cubicBezTo>
                  <a:cubicBezTo>
                    <a:pt x="686543" y="93791"/>
                    <a:pt x="649674" y="78911"/>
                    <a:pt x="611387" y="793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86795046-5E0C-7C49-9021-386F07E28F39}"/>
                </a:ext>
              </a:extLst>
            </p:cNvPr>
            <p:cNvSpPr/>
            <p:nvPr/>
          </p:nvSpPr>
          <p:spPr>
            <a:xfrm>
              <a:off x="8483381" y="3875224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D13C5C2-D4AC-6F48-89F3-658EDFB06F0F}"/>
                </a:ext>
              </a:extLst>
            </p:cNvPr>
            <p:cNvSpPr/>
            <p:nvPr/>
          </p:nvSpPr>
          <p:spPr>
            <a:xfrm>
              <a:off x="8577661" y="3979428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4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19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1345A6AC-558C-BA4B-8306-A4DCF3A7EFC4}"/>
                </a:ext>
              </a:extLst>
            </p:cNvPr>
            <p:cNvSpPr/>
            <p:nvPr/>
          </p:nvSpPr>
          <p:spPr>
            <a:xfrm>
              <a:off x="8483381" y="4078669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6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6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B94193D0-FC54-8949-8C1E-C391C716C823}"/>
                </a:ext>
              </a:extLst>
            </p:cNvPr>
            <p:cNvSpPr/>
            <p:nvPr/>
          </p:nvSpPr>
          <p:spPr>
            <a:xfrm>
              <a:off x="8389102" y="3974466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2" name="Picture Placeholder 75">
            <a:extLst>
              <a:ext uri="{FF2B5EF4-FFF2-40B4-BE49-F238E27FC236}">
                <a16:creationId xmlns:a16="http://schemas.microsoft.com/office/drawing/2014/main" id="{413E2CFA-6753-40DB-BB70-12B1FE1F143E}"/>
              </a:ext>
            </a:extLst>
          </p:cNvPr>
          <p:cNvGrpSpPr>
            <a:grpSpLocks noChangeAspect="1"/>
          </p:cNvGrpSpPr>
          <p:nvPr/>
        </p:nvGrpSpPr>
        <p:grpSpPr>
          <a:xfrm>
            <a:off x="9507034" y="3673814"/>
            <a:ext cx="645565" cy="800629"/>
            <a:chOff x="9507034" y="3673814"/>
            <a:chExt cx="645565" cy="800629"/>
          </a:xfrm>
        </p:grpSpPr>
        <p:grpSp>
          <p:nvGrpSpPr>
            <p:cNvPr id="173" name="Picture Placeholder 75">
              <a:extLst>
                <a:ext uri="{FF2B5EF4-FFF2-40B4-BE49-F238E27FC236}">
                  <a16:creationId xmlns:a16="http://schemas.microsoft.com/office/drawing/2014/main" id="{413E2CFA-6753-40DB-BB70-12B1FE1F143E}"/>
                </a:ext>
              </a:extLst>
            </p:cNvPr>
            <p:cNvGrpSpPr/>
            <p:nvPr/>
          </p:nvGrpSpPr>
          <p:grpSpPr>
            <a:xfrm>
              <a:off x="9507034" y="3673814"/>
              <a:ext cx="645565" cy="800629"/>
              <a:chOff x="9507034" y="3673814"/>
              <a:chExt cx="645565" cy="800629"/>
            </a:xfrm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4BD93C76-6EEE-4944-A4C7-41EEB1E215B1}"/>
                  </a:ext>
                </a:extLst>
              </p:cNvPr>
              <p:cNvSpPr/>
              <p:nvPr/>
            </p:nvSpPr>
            <p:spPr>
              <a:xfrm>
                <a:off x="9647808" y="3673814"/>
                <a:ext cx="364017" cy="364017"/>
              </a:xfrm>
              <a:custGeom>
                <a:avLst/>
                <a:gdLst>
                  <a:gd name="connsiteX0" fmla="*/ 182009 w 364017"/>
                  <a:gd name="connsiteY0" fmla="*/ 364017 h 364017"/>
                  <a:gd name="connsiteX1" fmla="*/ 0 w 364017"/>
                  <a:gd name="connsiteY1" fmla="*/ 182009 h 364017"/>
                  <a:gd name="connsiteX2" fmla="*/ 182009 w 364017"/>
                  <a:gd name="connsiteY2" fmla="*/ 0 h 364017"/>
                  <a:gd name="connsiteX3" fmla="*/ 364018 w 364017"/>
                  <a:gd name="connsiteY3" fmla="*/ 182009 h 364017"/>
                  <a:gd name="connsiteX4" fmla="*/ 364018 w 364017"/>
                  <a:gd name="connsiteY4" fmla="*/ 182058 h 364017"/>
                  <a:gd name="connsiteX5" fmla="*/ 182009 w 364017"/>
                  <a:gd name="connsiteY5" fmla="*/ 364017 h 364017"/>
                  <a:gd name="connsiteX6" fmla="*/ 182009 w 364017"/>
                  <a:gd name="connsiteY6" fmla="*/ 79443 h 364017"/>
                  <a:gd name="connsiteX7" fmla="*/ 79393 w 364017"/>
                  <a:gd name="connsiteY7" fmla="*/ 182058 h 364017"/>
                  <a:gd name="connsiteX8" fmla="*/ 182009 w 364017"/>
                  <a:gd name="connsiteY8" fmla="*/ 284674 h 364017"/>
                  <a:gd name="connsiteX9" fmla="*/ 284625 w 364017"/>
                  <a:gd name="connsiteY9" fmla="*/ 182058 h 364017"/>
                  <a:gd name="connsiteX10" fmla="*/ 182009 w 364017"/>
                  <a:gd name="connsiteY10" fmla="*/ 79443 h 36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4017" h="364017">
                    <a:moveTo>
                      <a:pt x="182009" y="364017"/>
                    </a:moveTo>
                    <a:cubicBezTo>
                      <a:pt x="81488" y="364017"/>
                      <a:pt x="0" y="282529"/>
                      <a:pt x="0" y="182009"/>
                    </a:cubicBezTo>
                    <a:cubicBezTo>
                      <a:pt x="0" y="81488"/>
                      <a:pt x="81488" y="0"/>
                      <a:pt x="182009" y="0"/>
                    </a:cubicBezTo>
                    <a:cubicBezTo>
                      <a:pt x="282531" y="0"/>
                      <a:pt x="364018" y="81488"/>
                      <a:pt x="364018" y="182009"/>
                    </a:cubicBezTo>
                    <a:cubicBezTo>
                      <a:pt x="364018" y="182025"/>
                      <a:pt x="364018" y="182042"/>
                      <a:pt x="364018" y="182058"/>
                    </a:cubicBezTo>
                    <a:cubicBezTo>
                      <a:pt x="363879" y="282514"/>
                      <a:pt x="282466" y="363908"/>
                      <a:pt x="182009" y="364017"/>
                    </a:cubicBezTo>
                    <a:close/>
                    <a:moveTo>
                      <a:pt x="182009" y="79443"/>
                    </a:moveTo>
                    <a:cubicBezTo>
                      <a:pt x="125336" y="79443"/>
                      <a:pt x="79393" y="125386"/>
                      <a:pt x="79393" y="182058"/>
                    </a:cubicBezTo>
                    <a:cubicBezTo>
                      <a:pt x="79393" y="238731"/>
                      <a:pt x="125336" y="284674"/>
                      <a:pt x="182009" y="284674"/>
                    </a:cubicBezTo>
                    <a:cubicBezTo>
                      <a:pt x="238682" y="284674"/>
                      <a:pt x="284625" y="238731"/>
                      <a:pt x="284625" y="182058"/>
                    </a:cubicBezTo>
                    <a:cubicBezTo>
                      <a:pt x="284540" y="125419"/>
                      <a:pt x="238648" y="79525"/>
                      <a:pt x="182009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9CC60DA8-4EB2-2649-B4FE-F2F0446B9900}"/>
                  </a:ext>
                </a:extLst>
              </p:cNvPr>
              <p:cNvSpPr/>
              <p:nvPr/>
            </p:nvSpPr>
            <p:spPr>
              <a:xfrm>
                <a:off x="9507034" y="4016097"/>
                <a:ext cx="645565" cy="458346"/>
              </a:xfrm>
              <a:custGeom>
                <a:avLst/>
                <a:gdLst>
                  <a:gd name="connsiteX0" fmla="*/ 605869 w 645565"/>
                  <a:gd name="connsiteY0" fmla="*/ 458346 h 458346"/>
                  <a:gd name="connsiteX1" fmla="*/ 566173 w 645565"/>
                  <a:gd name="connsiteY1" fmla="*/ 418650 h 458346"/>
                  <a:gd name="connsiteX2" fmla="*/ 566173 w 645565"/>
                  <a:gd name="connsiteY2" fmla="*/ 322783 h 458346"/>
                  <a:gd name="connsiteX3" fmla="*/ 322783 w 645565"/>
                  <a:gd name="connsiteY3" fmla="*/ 79393 h 458346"/>
                  <a:gd name="connsiteX4" fmla="*/ 79393 w 645565"/>
                  <a:gd name="connsiteY4" fmla="*/ 322783 h 458346"/>
                  <a:gd name="connsiteX5" fmla="*/ 79393 w 645565"/>
                  <a:gd name="connsiteY5" fmla="*/ 418650 h 458346"/>
                  <a:gd name="connsiteX6" fmla="*/ 39697 w 645565"/>
                  <a:gd name="connsiteY6" fmla="*/ 458346 h 458346"/>
                  <a:gd name="connsiteX7" fmla="*/ 0 w 645565"/>
                  <a:gd name="connsiteY7" fmla="*/ 418650 h 458346"/>
                  <a:gd name="connsiteX8" fmla="*/ 0 w 645565"/>
                  <a:gd name="connsiteY8" fmla="*/ 322783 h 458346"/>
                  <a:gd name="connsiteX9" fmla="*/ 322783 w 645565"/>
                  <a:gd name="connsiteY9" fmla="*/ 0 h 458346"/>
                  <a:gd name="connsiteX10" fmla="*/ 645566 w 645565"/>
                  <a:gd name="connsiteY10" fmla="*/ 322783 h 458346"/>
                  <a:gd name="connsiteX11" fmla="*/ 645566 w 645565"/>
                  <a:gd name="connsiteY11" fmla="*/ 418650 h 458346"/>
                  <a:gd name="connsiteX12" fmla="*/ 605869 w 645565"/>
                  <a:gd name="connsiteY12" fmla="*/ 458346 h 45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5565" h="458346">
                    <a:moveTo>
                      <a:pt x="605869" y="458346"/>
                    </a:moveTo>
                    <a:cubicBezTo>
                      <a:pt x="583947" y="458346"/>
                      <a:pt x="566173" y="440572"/>
                      <a:pt x="566173" y="418650"/>
                    </a:cubicBezTo>
                    <a:lnTo>
                      <a:pt x="566173" y="322783"/>
                    </a:lnTo>
                    <a:cubicBezTo>
                      <a:pt x="566173" y="188360"/>
                      <a:pt x="457206" y="79393"/>
                      <a:pt x="322783" y="79393"/>
                    </a:cubicBezTo>
                    <a:cubicBezTo>
                      <a:pt x="188362" y="79393"/>
                      <a:pt x="79393" y="188360"/>
                      <a:pt x="79393" y="322783"/>
                    </a:cubicBezTo>
                    <a:lnTo>
                      <a:pt x="79393" y="418650"/>
                    </a:lnTo>
                    <a:cubicBezTo>
                      <a:pt x="79393" y="440572"/>
                      <a:pt x="61621" y="458346"/>
                      <a:pt x="39697" y="458346"/>
                    </a:cubicBezTo>
                    <a:cubicBezTo>
                      <a:pt x="17773" y="458346"/>
                      <a:pt x="0" y="440572"/>
                      <a:pt x="0" y="418650"/>
                    </a:cubicBezTo>
                    <a:lnTo>
                      <a:pt x="0" y="322783"/>
                    </a:lnTo>
                    <a:cubicBezTo>
                      <a:pt x="0" y="144515"/>
                      <a:pt x="144515" y="0"/>
                      <a:pt x="322783" y="0"/>
                    </a:cubicBezTo>
                    <a:cubicBezTo>
                      <a:pt x="501050" y="0"/>
                      <a:pt x="645566" y="144515"/>
                      <a:pt x="645566" y="322783"/>
                    </a:cubicBezTo>
                    <a:lnTo>
                      <a:pt x="645566" y="418650"/>
                    </a:lnTo>
                    <a:cubicBezTo>
                      <a:pt x="645566" y="440572"/>
                      <a:pt x="627792" y="458346"/>
                      <a:pt x="605869" y="45834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2CF8ECEA-37FD-F54C-934D-665F07DFF554}"/>
                </a:ext>
              </a:extLst>
            </p:cNvPr>
            <p:cNvSpPr/>
            <p:nvPr/>
          </p:nvSpPr>
          <p:spPr>
            <a:xfrm>
              <a:off x="9690929" y="4037434"/>
              <a:ext cx="79393" cy="250931"/>
            </a:xfrm>
            <a:custGeom>
              <a:avLst/>
              <a:gdLst>
                <a:gd name="connsiteX0" fmla="*/ 39697 w 79393"/>
                <a:gd name="connsiteY0" fmla="*/ 250932 h 250931"/>
                <a:gd name="connsiteX1" fmla="*/ 0 w 79393"/>
                <a:gd name="connsiteY1" fmla="*/ 211235 h 250931"/>
                <a:gd name="connsiteX2" fmla="*/ 0 w 79393"/>
                <a:gd name="connsiteY2" fmla="*/ 39697 h 250931"/>
                <a:gd name="connsiteX3" fmla="*/ 39697 w 79393"/>
                <a:gd name="connsiteY3" fmla="*/ 0 h 250931"/>
                <a:gd name="connsiteX4" fmla="*/ 79393 w 79393"/>
                <a:gd name="connsiteY4" fmla="*/ 39697 h 250931"/>
                <a:gd name="connsiteX5" fmla="*/ 79393 w 79393"/>
                <a:gd name="connsiteY5" fmla="*/ 211235 h 250931"/>
                <a:gd name="connsiteX6" fmla="*/ 39697 w 79393"/>
                <a:gd name="connsiteY6" fmla="*/ 250932 h 250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931">
                  <a:moveTo>
                    <a:pt x="39697" y="250932"/>
                  </a:moveTo>
                  <a:cubicBezTo>
                    <a:pt x="17773" y="250932"/>
                    <a:pt x="0" y="233158"/>
                    <a:pt x="0" y="2112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1235"/>
                  </a:lnTo>
                  <a:cubicBezTo>
                    <a:pt x="79393" y="233158"/>
                    <a:pt x="61621" y="250932"/>
                    <a:pt x="39697" y="2509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7DCD9130-5560-6A45-A362-9C23D07B3E87}"/>
                </a:ext>
              </a:extLst>
            </p:cNvPr>
            <p:cNvSpPr/>
            <p:nvPr/>
          </p:nvSpPr>
          <p:spPr>
            <a:xfrm>
              <a:off x="9879984" y="4054156"/>
              <a:ext cx="79393" cy="250733"/>
            </a:xfrm>
            <a:custGeom>
              <a:avLst/>
              <a:gdLst>
                <a:gd name="connsiteX0" fmla="*/ 39697 w 79393"/>
                <a:gd name="connsiteY0" fmla="*/ 250733 h 250733"/>
                <a:gd name="connsiteX1" fmla="*/ 0 w 79393"/>
                <a:gd name="connsiteY1" fmla="*/ 211037 h 250733"/>
                <a:gd name="connsiteX2" fmla="*/ 0 w 79393"/>
                <a:gd name="connsiteY2" fmla="*/ 39697 h 250733"/>
                <a:gd name="connsiteX3" fmla="*/ 39697 w 79393"/>
                <a:gd name="connsiteY3" fmla="*/ 0 h 250733"/>
                <a:gd name="connsiteX4" fmla="*/ 79393 w 79393"/>
                <a:gd name="connsiteY4" fmla="*/ 39697 h 250733"/>
                <a:gd name="connsiteX5" fmla="*/ 79393 w 79393"/>
                <a:gd name="connsiteY5" fmla="*/ 211037 h 250733"/>
                <a:gd name="connsiteX6" fmla="*/ 39697 w 79393"/>
                <a:gd name="connsiteY6" fmla="*/ 250733 h 25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0733">
                  <a:moveTo>
                    <a:pt x="39697" y="250733"/>
                  </a:moveTo>
                  <a:cubicBezTo>
                    <a:pt x="17774" y="250733"/>
                    <a:pt x="0" y="232959"/>
                    <a:pt x="0" y="21103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11037"/>
                  </a:lnTo>
                  <a:cubicBezTo>
                    <a:pt x="79393" y="232959"/>
                    <a:pt x="61619" y="250733"/>
                    <a:pt x="39697" y="2507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80997A94-6FD9-D043-B8F3-E47FF909C81B}"/>
                </a:ext>
              </a:extLst>
            </p:cNvPr>
            <p:cNvSpPr/>
            <p:nvPr/>
          </p:nvSpPr>
          <p:spPr>
            <a:xfrm>
              <a:off x="9632575" y="4247627"/>
              <a:ext cx="189253" cy="189253"/>
            </a:xfrm>
            <a:custGeom>
              <a:avLst/>
              <a:gdLst>
                <a:gd name="connsiteX0" fmla="*/ 94627 w 189253"/>
                <a:gd name="connsiteY0" fmla="*/ 189253 h 189253"/>
                <a:gd name="connsiteX1" fmla="*/ 0 w 189253"/>
                <a:gd name="connsiteY1" fmla="*/ 94627 h 189253"/>
                <a:gd name="connsiteX2" fmla="*/ 94627 w 189253"/>
                <a:gd name="connsiteY2" fmla="*/ 0 h 189253"/>
                <a:gd name="connsiteX3" fmla="*/ 189254 w 189253"/>
                <a:gd name="connsiteY3" fmla="*/ 94627 h 189253"/>
                <a:gd name="connsiteX4" fmla="*/ 189254 w 189253"/>
                <a:gd name="connsiteY4" fmla="*/ 94676 h 189253"/>
                <a:gd name="connsiteX5" fmla="*/ 94627 w 189253"/>
                <a:gd name="connsiteY5" fmla="*/ 189253 h 189253"/>
                <a:gd name="connsiteX6" fmla="*/ 94627 w 189253"/>
                <a:gd name="connsiteY6" fmla="*/ 79443 h 189253"/>
                <a:gd name="connsiteX7" fmla="*/ 79393 w 189253"/>
                <a:gd name="connsiteY7" fmla="*/ 94676 h 189253"/>
                <a:gd name="connsiteX8" fmla="*/ 94627 w 189253"/>
                <a:gd name="connsiteY8" fmla="*/ 109910 h 189253"/>
                <a:gd name="connsiteX9" fmla="*/ 109860 w 189253"/>
                <a:gd name="connsiteY9" fmla="*/ 94676 h 189253"/>
                <a:gd name="connsiteX10" fmla="*/ 94627 w 189253"/>
                <a:gd name="connsiteY10" fmla="*/ 79443 h 189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253" h="189253">
                  <a:moveTo>
                    <a:pt x="94627" y="189253"/>
                  </a:moveTo>
                  <a:cubicBezTo>
                    <a:pt x="42366" y="189253"/>
                    <a:pt x="0" y="146887"/>
                    <a:pt x="0" y="94627"/>
                  </a:cubicBezTo>
                  <a:cubicBezTo>
                    <a:pt x="0" y="42366"/>
                    <a:pt x="42366" y="0"/>
                    <a:pt x="94627" y="0"/>
                  </a:cubicBezTo>
                  <a:cubicBezTo>
                    <a:pt x="146888" y="0"/>
                    <a:pt x="189254" y="42366"/>
                    <a:pt x="189254" y="94627"/>
                  </a:cubicBezTo>
                  <a:cubicBezTo>
                    <a:pt x="189254" y="94642"/>
                    <a:pt x="189254" y="94661"/>
                    <a:pt x="189254" y="94676"/>
                  </a:cubicBezTo>
                  <a:cubicBezTo>
                    <a:pt x="189199" y="146907"/>
                    <a:pt x="146857" y="189224"/>
                    <a:pt x="94627" y="189253"/>
                  </a:cubicBezTo>
                  <a:close/>
                  <a:moveTo>
                    <a:pt x="94627" y="79443"/>
                  </a:moveTo>
                  <a:cubicBezTo>
                    <a:pt x="86214" y="79443"/>
                    <a:pt x="79393" y="86261"/>
                    <a:pt x="79393" y="94676"/>
                  </a:cubicBezTo>
                  <a:cubicBezTo>
                    <a:pt x="79393" y="103092"/>
                    <a:pt x="86214" y="109910"/>
                    <a:pt x="94627" y="109910"/>
                  </a:cubicBezTo>
                  <a:cubicBezTo>
                    <a:pt x="103040" y="109910"/>
                    <a:pt x="109860" y="103092"/>
                    <a:pt x="109860" y="94676"/>
                  </a:cubicBezTo>
                  <a:cubicBezTo>
                    <a:pt x="109860" y="86261"/>
                    <a:pt x="103040" y="79443"/>
                    <a:pt x="94627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86DF7187-DC51-014E-841E-470CA6ECD6CB}"/>
                </a:ext>
              </a:extLst>
            </p:cNvPr>
            <p:cNvSpPr/>
            <p:nvPr/>
          </p:nvSpPr>
          <p:spPr>
            <a:xfrm>
              <a:off x="9836913" y="4247088"/>
              <a:ext cx="171340" cy="224774"/>
            </a:xfrm>
            <a:custGeom>
              <a:avLst/>
              <a:gdLst>
                <a:gd name="connsiteX0" fmla="*/ 131545 w 171340"/>
                <a:gd name="connsiteY0" fmla="*/ 224775 h 224774"/>
                <a:gd name="connsiteX1" fmla="*/ 91848 w 171340"/>
                <a:gd name="connsiteY1" fmla="*/ 185078 h 224774"/>
                <a:gd name="connsiteX2" fmla="*/ 91848 w 171340"/>
                <a:gd name="connsiteY2" fmla="*/ 84299 h 224774"/>
                <a:gd name="connsiteX3" fmla="*/ 84196 w 171340"/>
                <a:gd name="connsiteY3" fmla="*/ 79590 h 224774"/>
                <a:gd name="connsiteX4" fmla="*/ 79393 w 171340"/>
                <a:gd name="connsiteY4" fmla="*/ 84795 h 224774"/>
                <a:gd name="connsiteX5" fmla="*/ 79393 w 171340"/>
                <a:gd name="connsiteY5" fmla="*/ 185078 h 224774"/>
                <a:gd name="connsiteX6" fmla="*/ 39697 w 171340"/>
                <a:gd name="connsiteY6" fmla="*/ 224775 h 224774"/>
                <a:gd name="connsiteX7" fmla="*/ 0 w 171340"/>
                <a:gd name="connsiteY7" fmla="*/ 185078 h 224774"/>
                <a:gd name="connsiteX8" fmla="*/ 0 w 171340"/>
                <a:gd name="connsiteY8" fmla="*/ 80527 h 224774"/>
                <a:gd name="connsiteX9" fmla="*/ 90801 w 171340"/>
                <a:gd name="connsiteY9" fmla="*/ 162 h 224774"/>
                <a:gd name="connsiteX10" fmla="*/ 170894 w 171340"/>
                <a:gd name="connsiteY10" fmla="*/ 77104 h 224774"/>
                <a:gd name="connsiteX11" fmla="*/ 171340 w 171340"/>
                <a:gd name="connsiteY11" fmla="*/ 185078 h 224774"/>
                <a:gd name="connsiteX12" fmla="*/ 131644 w 171340"/>
                <a:gd name="connsiteY12" fmla="*/ 224775 h 224774"/>
                <a:gd name="connsiteX13" fmla="*/ 131545 w 171340"/>
                <a:gd name="connsiteY13" fmla="*/ 224775 h 22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340" h="224774">
                  <a:moveTo>
                    <a:pt x="131545" y="224775"/>
                  </a:moveTo>
                  <a:cubicBezTo>
                    <a:pt x="109622" y="224775"/>
                    <a:pt x="91848" y="207001"/>
                    <a:pt x="91848" y="185078"/>
                  </a:cubicBezTo>
                  <a:cubicBezTo>
                    <a:pt x="91848" y="177734"/>
                    <a:pt x="91848" y="98738"/>
                    <a:pt x="91848" y="84299"/>
                  </a:cubicBezTo>
                  <a:cubicBezTo>
                    <a:pt x="91034" y="80885"/>
                    <a:pt x="87610" y="78781"/>
                    <a:pt x="84196" y="79590"/>
                  </a:cubicBezTo>
                  <a:cubicBezTo>
                    <a:pt x="81691" y="80190"/>
                    <a:pt x="79790" y="82244"/>
                    <a:pt x="79393" y="84795"/>
                  </a:cubicBezTo>
                  <a:cubicBezTo>
                    <a:pt x="79393" y="96853"/>
                    <a:pt x="79393" y="181109"/>
                    <a:pt x="79393" y="185078"/>
                  </a:cubicBezTo>
                  <a:cubicBezTo>
                    <a:pt x="79393" y="207001"/>
                    <a:pt x="61619" y="224775"/>
                    <a:pt x="39697" y="224775"/>
                  </a:cubicBezTo>
                  <a:cubicBezTo>
                    <a:pt x="17773" y="224775"/>
                    <a:pt x="0" y="207001"/>
                    <a:pt x="0" y="185078"/>
                  </a:cubicBezTo>
                  <a:cubicBezTo>
                    <a:pt x="0" y="83257"/>
                    <a:pt x="0" y="81421"/>
                    <a:pt x="0" y="80527"/>
                  </a:cubicBezTo>
                  <a:cubicBezTo>
                    <a:pt x="2881" y="33259"/>
                    <a:pt x="43536" y="-2721"/>
                    <a:pt x="90801" y="162"/>
                  </a:cubicBezTo>
                  <a:cubicBezTo>
                    <a:pt x="132750" y="2717"/>
                    <a:pt x="166661" y="35293"/>
                    <a:pt x="170894" y="77104"/>
                  </a:cubicBezTo>
                  <a:cubicBezTo>
                    <a:pt x="170894" y="78741"/>
                    <a:pt x="171340" y="81371"/>
                    <a:pt x="171340" y="185078"/>
                  </a:cubicBezTo>
                  <a:cubicBezTo>
                    <a:pt x="171340" y="207001"/>
                    <a:pt x="153566" y="224775"/>
                    <a:pt x="131644" y="224775"/>
                  </a:cubicBezTo>
                  <a:cubicBezTo>
                    <a:pt x="131609" y="224775"/>
                    <a:pt x="131579" y="224775"/>
                    <a:pt x="131545" y="22477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0" name="Picture Placeholder 77">
            <a:extLst>
              <a:ext uri="{FF2B5EF4-FFF2-40B4-BE49-F238E27FC236}">
                <a16:creationId xmlns:a16="http://schemas.microsoft.com/office/drawing/2014/main" id="{9AF34A56-7973-4399-BA90-A9B37F3C936F}"/>
              </a:ext>
            </a:extLst>
          </p:cNvPr>
          <p:cNvGrpSpPr>
            <a:grpSpLocks noChangeAspect="1"/>
          </p:cNvGrpSpPr>
          <p:nvPr/>
        </p:nvGrpSpPr>
        <p:grpSpPr>
          <a:xfrm>
            <a:off x="1595297" y="4823562"/>
            <a:ext cx="689548" cy="738355"/>
            <a:chOff x="1595297" y="4823562"/>
            <a:chExt cx="689548" cy="738355"/>
          </a:xfrm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2FFE8DE6-CE9E-0342-BA46-C8FF43CCFC49}"/>
                </a:ext>
              </a:extLst>
            </p:cNvPr>
            <p:cNvSpPr/>
            <p:nvPr/>
          </p:nvSpPr>
          <p:spPr>
            <a:xfrm>
              <a:off x="1750430" y="5125256"/>
              <a:ext cx="455568" cy="436662"/>
            </a:xfrm>
            <a:custGeom>
              <a:avLst/>
              <a:gdLst>
                <a:gd name="connsiteX0" fmla="*/ 230240 w 455568"/>
                <a:gd name="connsiteY0" fmla="*/ 436662 h 436662"/>
                <a:gd name="connsiteX1" fmla="*/ 0 w 455568"/>
                <a:gd name="connsiteY1" fmla="*/ 129014 h 436662"/>
                <a:gd name="connsiteX2" fmla="*/ 0 w 455568"/>
                <a:gd name="connsiteY2" fmla="*/ 39697 h 436662"/>
                <a:gd name="connsiteX3" fmla="*/ 39697 w 455568"/>
                <a:gd name="connsiteY3" fmla="*/ 0 h 436662"/>
                <a:gd name="connsiteX4" fmla="*/ 79393 w 455568"/>
                <a:gd name="connsiteY4" fmla="*/ 39697 h 436662"/>
                <a:gd name="connsiteX5" fmla="*/ 79393 w 455568"/>
                <a:gd name="connsiteY5" fmla="*/ 128170 h 436662"/>
                <a:gd name="connsiteX6" fmla="*/ 120281 w 455568"/>
                <a:gd name="connsiteY6" fmla="*/ 302537 h 436662"/>
                <a:gd name="connsiteX7" fmla="*/ 230240 w 455568"/>
                <a:gd name="connsiteY7" fmla="*/ 357120 h 436662"/>
                <a:gd name="connsiteX8" fmla="*/ 337024 w 455568"/>
                <a:gd name="connsiteY8" fmla="*/ 300453 h 436662"/>
                <a:gd name="connsiteX9" fmla="*/ 376175 w 455568"/>
                <a:gd name="connsiteY9" fmla="*/ 121372 h 436662"/>
                <a:gd name="connsiteX10" fmla="*/ 415871 w 455568"/>
                <a:gd name="connsiteY10" fmla="*/ 81676 h 436662"/>
                <a:gd name="connsiteX11" fmla="*/ 415871 w 455568"/>
                <a:gd name="connsiteY11" fmla="*/ 81676 h 436662"/>
                <a:gd name="connsiteX12" fmla="*/ 455568 w 455568"/>
                <a:gd name="connsiteY12" fmla="*/ 121372 h 436662"/>
                <a:gd name="connsiteX13" fmla="*/ 230240 w 455568"/>
                <a:gd name="connsiteY13" fmla="*/ 436662 h 43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5568" h="436662">
                  <a:moveTo>
                    <a:pt x="230240" y="436662"/>
                  </a:moveTo>
                  <a:cubicBezTo>
                    <a:pt x="145885" y="436662"/>
                    <a:pt x="3771" y="39666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8170"/>
                  </a:lnTo>
                  <a:cubicBezTo>
                    <a:pt x="80485" y="205082"/>
                    <a:pt x="94279" y="263784"/>
                    <a:pt x="120281" y="302537"/>
                  </a:cubicBezTo>
                  <a:cubicBezTo>
                    <a:pt x="145091" y="339356"/>
                    <a:pt x="180917" y="357120"/>
                    <a:pt x="230240" y="357120"/>
                  </a:cubicBezTo>
                  <a:cubicBezTo>
                    <a:pt x="277827" y="357120"/>
                    <a:pt x="312760" y="338612"/>
                    <a:pt x="337024" y="300453"/>
                  </a:cubicBezTo>
                  <a:cubicBezTo>
                    <a:pt x="362628" y="260360"/>
                    <a:pt x="376175" y="198384"/>
                    <a:pt x="376175" y="121372"/>
                  </a:cubicBezTo>
                  <a:cubicBezTo>
                    <a:pt x="376175" y="99448"/>
                    <a:pt x="393949" y="81676"/>
                    <a:pt x="415871" y="81676"/>
                  </a:cubicBezTo>
                  <a:lnTo>
                    <a:pt x="415871" y="81676"/>
                  </a:lnTo>
                  <a:cubicBezTo>
                    <a:pt x="437794" y="81676"/>
                    <a:pt x="455568" y="99448"/>
                    <a:pt x="455568" y="121372"/>
                  </a:cubicBezTo>
                  <a:cubicBezTo>
                    <a:pt x="455518" y="321790"/>
                    <a:pt x="373396" y="436662"/>
                    <a:pt x="230240" y="4366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DE6D223C-4F27-BE41-B90A-14924E28B21A}"/>
                </a:ext>
              </a:extLst>
            </p:cNvPr>
            <p:cNvSpPr/>
            <p:nvPr/>
          </p:nvSpPr>
          <p:spPr>
            <a:xfrm>
              <a:off x="1595297" y="4823562"/>
              <a:ext cx="389409" cy="379300"/>
            </a:xfrm>
            <a:custGeom>
              <a:avLst/>
              <a:gdLst>
                <a:gd name="connsiteX0" fmla="*/ 194680 w 389409"/>
                <a:gd name="connsiteY0" fmla="*/ 379301 h 379300"/>
                <a:gd name="connsiteX1" fmla="*/ 63781 w 389409"/>
                <a:gd name="connsiteY1" fmla="*/ 328191 h 379300"/>
                <a:gd name="connsiteX2" fmla="*/ 68 w 389409"/>
                <a:gd name="connsiteY2" fmla="*/ 119090 h 379300"/>
                <a:gd name="connsiteX3" fmla="*/ 68 w 389409"/>
                <a:gd name="connsiteY3" fmla="*/ 39697 h 379300"/>
                <a:gd name="connsiteX4" fmla="*/ 39765 w 389409"/>
                <a:gd name="connsiteY4" fmla="*/ 0 h 379300"/>
                <a:gd name="connsiteX5" fmla="*/ 111070 w 389409"/>
                <a:gd name="connsiteY5" fmla="*/ 0 h 379300"/>
                <a:gd name="connsiteX6" fmla="*/ 150766 w 389409"/>
                <a:gd name="connsiteY6" fmla="*/ 39697 h 379300"/>
                <a:gd name="connsiteX7" fmla="*/ 111070 w 389409"/>
                <a:gd name="connsiteY7" fmla="*/ 79393 h 379300"/>
                <a:gd name="connsiteX8" fmla="*/ 79461 w 389409"/>
                <a:gd name="connsiteY8" fmla="*/ 79393 h 379300"/>
                <a:gd name="connsiteX9" fmla="*/ 79461 w 389409"/>
                <a:gd name="connsiteY9" fmla="*/ 119884 h 379300"/>
                <a:gd name="connsiteX10" fmla="*/ 120349 w 389409"/>
                <a:gd name="connsiteY10" fmla="*/ 272368 h 379300"/>
                <a:gd name="connsiteX11" fmla="*/ 194780 w 389409"/>
                <a:gd name="connsiteY11" fmla="*/ 299808 h 379300"/>
                <a:gd name="connsiteX12" fmla="*/ 271196 w 389409"/>
                <a:gd name="connsiteY12" fmla="*/ 273559 h 379300"/>
                <a:gd name="connsiteX13" fmla="*/ 310049 w 389409"/>
                <a:gd name="connsiteY13" fmla="*/ 119735 h 379300"/>
                <a:gd name="connsiteX14" fmla="*/ 310049 w 389409"/>
                <a:gd name="connsiteY14" fmla="*/ 79492 h 379300"/>
                <a:gd name="connsiteX15" fmla="*/ 282658 w 389409"/>
                <a:gd name="connsiteY15" fmla="*/ 79492 h 379300"/>
                <a:gd name="connsiteX16" fmla="*/ 242961 w 389409"/>
                <a:gd name="connsiteY16" fmla="*/ 39796 h 379300"/>
                <a:gd name="connsiteX17" fmla="*/ 282658 w 389409"/>
                <a:gd name="connsiteY17" fmla="*/ 99 h 379300"/>
                <a:gd name="connsiteX18" fmla="*/ 349646 w 389409"/>
                <a:gd name="connsiteY18" fmla="*/ 99 h 379300"/>
                <a:gd name="connsiteX19" fmla="*/ 389343 w 389409"/>
                <a:gd name="connsiteY19" fmla="*/ 39796 h 379300"/>
                <a:gd name="connsiteX20" fmla="*/ 389343 w 389409"/>
                <a:gd name="connsiteY20" fmla="*/ 119189 h 379300"/>
                <a:gd name="connsiteX21" fmla="*/ 327664 w 389409"/>
                <a:gd name="connsiteY21" fmla="*/ 329481 h 379300"/>
                <a:gd name="connsiteX22" fmla="*/ 194680 w 389409"/>
                <a:gd name="connsiteY22" fmla="*/ 379301 h 37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9409" h="379300">
                  <a:moveTo>
                    <a:pt x="194680" y="379301"/>
                  </a:moveTo>
                  <a:cubicBezTo>
                    <a:pt x="141983" y="379301"/>
                    <a:pt x="96680" y="361636"/>
                    <a:pt x="63781" y="328191"/>
                  </a:cubicBezTo>
                  <a:cubicBezTo>
                    <a:pt x="20065" y="283533"/>
                    <a:pt x="-1371" y="213468"/>
                    <a:pt x="68" y="119090"/>
                  </a:cubicBezTo>
                  <a:lnTo>
                    <a:pt x="68" y="39697"/>
                  </a:lnTo>
                  <a:cubicBezTo>
                    <a:pt x="68" y="17773"/>
                    <a:pt x="17841" y="0"/>
                    <a:pt x="39765" y="0"/>
                  </a:cubicBezTo>
                  <a:lnTo>
                    <a:pt x="111070" y="0"/>
                  </a:lnTo>
                  <a:cubicBezTo>
                    <a:pt x="132993" y="0"/>
                    <a:pt x="150766" y="17773"/>
                    <a:pt x="150766" y="39697"/>
                  </a:cubicBezTo>
                  <a:cubicBezTo>
                    <a:pt x="150766" y="61620"/>
                    <a:pt x="132993" y="79393"/>
                    <a:pt x="111070" y="79393"/>
                  </a:cubicBezTo>
                  <a:lnTo>
                    <a:pt x="79461" y="79393"/>
                  </a:lnTo>
                  <a:lnTo>
                    <a:pt x="79461" y="119884"/>
                  </a:lnTo>
                  <a:cubicBezTo>
                    <a:pt x="78320" y="191337"/>
                    <a:pt x="92462" y="243935"/>
                    <a:pt x="120349" y="272368"/>
                  </a:cubicBezTo>
                  <a:cubicBezTo>
                    <a:pt x="138510" y="290827"/>
                    <a:pt x="162824" y="299808"/>
                    <a:pt x="194780" y="299808"/>
                  </a:cubicBezTo>
                  <a:cubicBezTo>
                    <a:pt x="228820" y="299808"/>
                    <a:pt x="253779" y="291224"/>
                    <a:pt x="271196" y="273559"/>
                  </a:cubicBezTo>
                  <a:cubicBezTo>
                    <a:pt x="298040" y="246317"/>
                    <a:pt x="310892" y="194612"/>
                    <a:pt x="310049" y="119735"/>
                  </a:cubicBezTo>
                  <a:lnTo>
                    <a:pt x="310049" y="79492"/>
                  </a:lnTo>
                  <a:lnTo>
                    <a:pt x="282658" y="79492"/>
                  </a:lnTo>
                  <a:cubicBezTo>
                    <a:pt x="260734" y="79492"/>
                    <a:pt x="242961" y="61720"/>
                    <a:pt x="242961" y="39796"/>
                  </a:cubicBezTo>
                  <a:cubicBezTo>
                    <a:pt x="242961" y="17872"/>
                    <a:pt x="260734" y="99"/>
                    <a:pt x="282658" y="99"/>
                  </a:cubicBezTo>
                  <a:lnTo>
                    <a:pt x="349646" y="99"/>
                  </a:lnTo>
                  <a:cubicBezTo>
                    <a:pt x="371570" y="99"/>
                    <a:pt x="389343" y="17872"/>
                    <a:pt x="389343" y="39796"/>
                  </a:cubicBezTo>
                  <a:lnTo>
                    <a:pt x="389343" y="119189"/>
                  </a:lnTo>
                  <a:cubicBezTo>
                    <a:pt x="390732" y="217190"/>
                    <a:pt x="370536" y="285964"/>
                    <a:pt x="327664" y="329481"/>
                  </a:cubicBezTo>
                  <a:cubicBezTo>
                    <a:pt x="295014" y="362479"/>
                    <a:pt x="250305" y="379301"/>
                    <a:pt x="194680" y="3793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FE877705-CA56-2A4F-B1DF-F32DFB71F59F}"/>
                </a:ext>
              </a:extLst>
            </p:cNvPr>
            <p:cNvSpPr/>
            <p:nvPr/>
          </p:nvSpPr>
          <p:spPr>
            <a:xfrm>
              <a:off x="2054803" y="5045168"/>
              <a:ext cx="230041" cy="230041"/>
            </a:xfrm>
            <a:custGeom>
              <a:avLst/>
              <a:gdLst>
                <a:gd name="connsiteX0" fmla="*/ 114823 w 230041"/>
                <a:gd name="connsiteY0" fmla="*/ 230041 h 230041"/>
                <a:gd name="connsiteX1" fmla="*/ 0 w 230041"/>
                <a:gd name="connsiteY1" fmla="*/ 114822 h 230041"/>
                <a:gd name="connsiteX2" fmla="*/ 115220 w 230041"/>
                <a:gd name="connsiteY2" fmla="*/ 0 h 230041"/>
                <a:gd name="connsiteX3" fmla="*/ 230042 w 230041"/>
                <a:gd name="connsiteY3" fmla="*/ 115020 h 230041"/>
                <a:gd name="connsiteX4" fmla="*/ 114823 w 230041"/>
                <a:gd name="connsiteY4" fmla="*/ 230041 h 230041"/>
                <a:gd name="connsiteX5" fmla="*/ 114823 w 230041"/>
                <a:gd name="connsiteY5" fmla="*/ 79393 h 230041"/>
                <a:gd name="connsiteX6" fmla="*/ 79393 w 230041"/>
                <a:gd name="connsiteY6" fmla="*/ 115218 h 230041"/>
                <a:gd name="connsiteX7" fmla="*/ 115220 w 230041"/>
                <a:gd name="connsiteY7" fmla="*/ 150647 h 230041"/>
                <a:gd name="connsiteX8" fmla="*/ 150649 w 230041"/>
                <a:gd name="connsiteY8" fmla="*/ 115020 h 230041"/>
                <a:gd name="connsiteX9" fmla="*/ 114922 w 230041"/>
                <a:gd name="connsiteY9" fmla="*/ 79392 h 230041"/>
                <a:gd name="connsiteX10" fmla="*/ 114823 w 230041"/>
                <a:gd name="connsiteY10" fmla="*/ 79393 h 23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041" h="230041">
                  <a:moveTo>
                    <a:pt x="114823" y="230041"/>
                  </a:moveTo>
                  <a:cubicBezTo>
                    <a:pt x="51298" y="229932"/>
                    <a:pt x="-109" y="178346"/>
                    <a:pt x="0" y="114822"/>
                  </a:cubicBezTo>
                  <a:cubicBezTo>
                    <a:pt x="109" y="51298"/>
                    <a:pt x="51695" y="-109"/>
                    <a:pt x="115220" y="0"/>
                  </a:cubicBezTo>
                  <a:cubicBezTo>
                    <a:pt x="178665" y="109"/>
                    <a:pt x="230042" y="51574"/>
                    <a:pt x="230042" y="115020"/>
                  </a:cubicBezTo>
                  <a:cubicBezTo>
                    <a:pt x="229958" y="178588"/>
                    <a:pt x="178392" y="230071"/>
                    <a:pt x="114823" y="230041"/>
                  </a:cubicBezTo>
                  <a:close/>
                  <a:moveTo>
                    <a:pt x="114823" y="79393"/>
                  </a:moveTo>
                  <a:cubicBezTo>
                    <a:pt x="95148" y="79502"/>
                    <a:pt x="79284" y="95542"/>
                    <a:pt x="79393" y="115218"/>
                  </a:cubicBezTo>
                  <a:cubicBezTo>
                    <a:pt x="79503" y="134895"/>
                    <a:pt x="95545" y="150757"/>
                    <a:pt x="115220" y="150647"/>
                  </a:cubicBezTo>
                  <a:cubicBezTo>
                    <a:pt x="134820" y="150538"/>
                    <a:pt x="150649" y="134619"/>
                    <a:pt x="150649" y="115020"/>
                  </a:cubicBezTo>
                  <a:cubicBezTo>
                    <a:pt x="150624" y="95317"/>
                    <a:pt x="134626" y="79365"/>
                    <a:pt x="114922" y="79392"/>
                  </a:cubicBezTo>
                  <a:cubicBezTo>
                    <a:pt x="114887" y="79392"/>
                    <a:pt x="114857" y="79393"/>
                    <a:pt x="11482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4" name="Picture Placeholder 79">
            <a:extLst>
              <a:ext uri="{FF2B5EF4-FFF2-40B4-BE49-F238E27FC236}">
                <a16:creationId xmlns:a16="http://schemas.microsoft.com/office/drawing/2014/main" id="{A2066274-984C-4A05-B838-5CBA27716D30}"/>
              </a:ext>
            </a:extLst>
          </p:cNvPr>
          <p:cNvGrpSpPr>
            <a:grpSpLocks noChangeAspect="1"/>
          </p:cNvGrpSpPr>
          <p:nvPr/>
        </p:nvGrpSpPr>
        <p:grpSpPr>
          <a:xfrm>
            <a:off x="2823308" y="4758609"/>
            <a:ext cx="868363" cy="868362"/>
            <a:chOff x="2823308" y="4758609"/>
            <a:chExt cx="868363" cy="868362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021D3E1D-D7D9-F149-A0F3-26395E88D420}"/>
                </a:ext>
              </a:extLst>
            </p:cNvPr>
            <p:cNvSpPr/>
            <p:nvPr/>
          </p:nvSpPr>
          <p:spPr>
            <a:xfrm>
              <a:off x="2889005" y="5059646"/>
              <a:ext cx="95023" cy="273569"/>
            </a:xfrm>
            <a:custGeom>
              <a:avLst/>
              <a:gdLst>
                <a:gd name="connsiteX0" fmla="*/ 55328 w 95023"/>
                <a:gd name="connsiteY0" fmla="*/ 273520 h 273569"/>
                <a:gd name="connsiteX1" fmla="*/ 17567 w 95023"/>
                <a:gd name="connsiteY1" fmla="*/ 246030 h 273569"/>
                <a:gd name="connsiteX2" fmla="*/ 15582 w 95023"/>
                <a:gd name="connsiteY2" fmla="*/ 28195 h 273569"/>
                <a:gd name="connsiteX3" fmla="*/ 65128 w 95023"/>
                <a:gd name="connsiteY3" fmla="*/ 1723 h 273569"/>
                <a:gd name="connsiteX4" fmla="*/ 91601 w 95023"/>
                <a:gd name="connsiteY4" fmla="*/ 51269 h 273569"/>
                <a:gd name="connsiteX5" fmla="*/ 93089 w 95023"/>
                <a:gd name="connsiteY5" fmla="*/ 221667 h 273569"/>
                <a:gd name="connsiteX6" fmla="*/ 67523 w 95023"/>
                <a:gd name="connsiteY6" fmla="*/ 271645 h 273569"/>
                <a:gd name="connsiteX7" fmla="*/ 55328 w 95023"/>
                <a:gd name="connsiteY7" fmla="*/ 273570 h 27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023" h="273569">
                  <a:moveTo>
                    <a:pt x="55328" y="273520"/>
                  </a:moveTo>
                  <a:cubicBezTo>
                    <a:pt x="38111" y="273515"/>
                    <a:pt x="22861" y="262415"/>
                    <a:pt x="17567" y="246030"/>
                  </a:cubicBezTo>
                  <a:cubicBezTo>
                    <a:pt x="-5158" y="175298"/>
                    <a:pt x="-5851" y="99330"/>
                    <a:pt x="15582" y="28195"/>
                  </a:cubicBezTo>
                  <a:cubicBezTo>
                    <a:pt x="21953" y="7203"/>
                    <a:pt x="44136" y="-4649"/>
                    <a:pt x="65128" y="1723"/>
                  </a:cubicBezTo>
                  <a:cubicBezTo>
                    <a:pt x="86120" y="8095"/>
                    <a:pt x="97972" y="30277"/>
                    <a:pt x="91601" y="51269"/>
                  </a:cubicBezTo>
                  <a:cubicBezTo>
                    <a:pt x="74832" y="106909"/>
                    <a:pt x="75351" y="166329"/>
                    <a:pt x="93089" y="221667"/>
                  </a:cubicBezTo>
                  <a:cubicBezTo>
                    <a:pt x="99831" y="242527"/>
                    <a:pt x="88384" y="264906"/>
                    <a:pt x="67523" y="271645"/>
                  </a:cubicBezTo>
                  <a:cubicBezTo>
                    <a:pt x="63583" y="272920"/>
                    <a:pt x="59468" y="273570"/>
                    <a:pt x="55328" y="27357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224BBBBB-60E0-1848-BB1E-4D3F591910ED}"/>
                </a:ext>
              </a:extLst>
            </p:cNvPr>
            <p:cNvSpPr/>
            <p:nvPr/>
          </p:nvSpPr>
          <p:spPr>
            <a:xfrm>
              <a:off x="2982638" y="5381856"/>
              <a:ext cx="233807" cy="166714"/>
            </a:xfrm>
            <a:custGeom>
              <a:avLst/>
              <a:gdLst>
                <a:gd name="connsiteX0" fmla="*/ 194068 w 233807"/>
                <a:gd name="connsiteY0" fmla="*/ 166714 h 166714"/>
                <a:gd name="connsiteX1" fmla="*/ 184739 w 233807"/>
                <a:gd name="connsiteY1" fmla="*/ 165622 h 166714"/>
                <a:gd name="connsiteX2" fmla="*/ 10720 w 233807"/>
                <a:gd name="connsiteY2" fmla="*/ 66828 h 166714"/>
                <a:gd name="connsiteX3" fmla="*/ 12564 w 233807"/>
                <a:gd name="connsiteY3" fmla="*/ 10717 h 166714"/>
                <a:gd name="connsiteX4" fmla="*/ 67337 w 233807"/>
                <a:gd name="connsiteY4" fmla="*/ 11203 h 166714"/>
                <a:gd name="connsiteX5" fmla="*/ 203347 w 233807"/>
                <a:gd name="connsiteY5" fmla="*/ 88413 h 166714"/>
                <a:gd name="connsiteX6" fmla="*/ 232707 w 233807"/>
                <a:gd name="connsiteY6" fmla="*/ 136262 h 166714"/>
                <a:gd name="connsiteX7" fmla="*/ 194068 w 233807"/>
                <a:gd name="connsiteY7" fmla="*/ 166714 h 16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07" h="166714">
                  <a:moveTo>
                    <a:pt x="194068" y="166714"/>
                  </a:moveTo>
                  <a:cubicBezTo>
                    <a:pt x="190927" y="166714"/>
                    <a:pt x="187796" y="166347"/>
                    <a:pt x="184739" y="165622"/>
                  </a:cubicBezTo>
                  <a:cubicBezTo>
                    <a:pt x="118624" y="149640"/>
                    <a:pt x="58327" y="115411"/>
                    <a:pt x="10720" y="66828"/>
                  </a:cubicBezTo>
                  <a:cubicBezTo>
                    <a:pt x="-4265" y="50825"/>
                    <a:pt x="-3439" y="25702"/>
                    <a:pt x="12564" y="10717"/>
                  </a:cubicBezTo>
                  <a:cubicBezTo>
                    <a:pt x="28027" y="-3758"/>
                    <a:pt x="52133" y="-3544"/>
                    <a:pt x="67337" y="11203"/>
                  </a:cubicBezTo>
                  <a:cubicBezTo>
                    <a:pt x="104535" y="49187"/>
                    <a:pt x="151666" y="75943"/>
                    <a:pt x="203347" y="88413"/>
                  </a:cubicBezTo>
                  <a:cubicBezTo>
                    <a:pt x="224668" y="93519"/>
                    <a:pt x="237813" y="114940"/>
                    <a:pt x="232707" y="136262"/>
                  </a:cubicBezTo>
                  <a:cubicBezTo>
                    <a:pt x="228427" y="154130"/>
                    <a:pt x="212443" y="166729"/>
                    <a:pt x="194068" y="1667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246E6F7D-54DB-A541-953F-487CB75894EE}"/>
                </a:ext>
              </a:extLst>
            </p:cNvPr>
            <p:cNvSpPr/>
            <p:nvPr/>
          </p:nvSpPr>
          <p:spPr>
            <a:xfrm>
              <a:off x="3293535" y="5375846"/>
              <a:ext cx="235547" cy="171740"/>
            </a:xfrm>
            <a:custGeom>
              <a:avLst/>
              <a:gdLst>
                <a:gd name="connsiteX0" fmla="*/ 39775 w 235547"/>
                <a:gd name="connsiteY0" fmla="*/ 171732 h 171740"/>
                <a:gd name="connsiteX1" fmla="*/ 0 w 235547"/>
                <a:gd name="connsiteY1" fmla="*/ 132115 h 171740"/>
                <a:gd name="connsiteX2" fmla="*/ 29850 w 235547"/>
                <a:gd name="connsiteY2" fmla="*/ 93579 h 171740"/>
                <a:gd name="connsiteX3" fmla="*/ 166804 w 235547"/>
                <a:gd name="connsiteY3" fmla="*/ 12499 h 171740"/>
                <a:gd name="connsiteX4" fmla="*/ 223049 w 235547"/>
                <a:gd name="connsiteY4" fmla="*/ 10837 h 171740"/>
                <a:gd name="connsiteX5" fmla="*/ 224711 w 235547"/>
                <a:gd name="connsiteY5" fmla="*/ 67082 h 171740"/>
                <a:gd name="connsiteX6" fmla="*/ 49451 w 235547"/>
                <a:gd name="connsiteY6" fmla="*/ 170739 h 171740"/>
                <a:gd name="connsiteX7" fmla="*/ 39775 w 235547"/>
                <a:gd name="connsiteY7" fmla="*/ 171732 h 17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47" h="171740">
                  <a:moveTo>
                    <a:pt x="39775" y="171732"/>
                  </a:moveTo>
                  <a:cubicBezTo>
                    <a:pt x="17851" y="171776"/>
                    <a:pt x="43" y="154037"/>
                    <a:pt x="0" y="132115"/>
                  </a:cubicBezTo>
                  <a:cubicBezTo>
                    <a:pt x="-36" y="113953"/>
                    <a:pt x="12257" y="98085"/>
                    <a:pt x="29850" y="93579"/>
                  </a:cubicBezTo>
                  <a:cubicBezTo>
                    <a:pt x="82305" y="80182"/>
                    <a:pt x="129826" y="52047"/>
                    <a:pt x="166804" y="12499"/>
                  </a:cubicBezTo>
                  <a:cubicBezTo>
                    <a:pt x="181878" y="-3494"/>
                    <a:pt x="207056" y="-4238"/>
                    <a:pt x="223049" y="10837"/>
                  </a:cubicBezTo>
                  <a:cubicBezTo>
                    <a:pt x="239042" y="25911"/>
                    <a:pt x="239786" y="51089"/>
                    <a:pt x="224711" y="67082"/>
                  </a:cubicBezTo>
                  <a:cubicBezTo>
                    <a:pt x="177373" y="117640"/>
                    <a:pt x="116558" y="153605"/>
                    <a:pt x="49451" y="170739"/>
                  </a:cubicBezTo>
                  <a:cubicBezTo>
                    <a:pt x="46280" y="171464"/>
                    <a:pt x="43030" y="171801"/>
                    <a:pt x="39775" y="1717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499436A2-9702-E24C-925C-B8BA1FABD99C}"/>
                </a:ext>
              </a:extLst>
            </p:cNvPr>
            <p:cNvSpPr/>
            <p:nvPr/>
          </p:nvSpPr>
          <p:spPr>
            <a:xfrm>
              <a:off x="3522964" y="5064789"/>
              <a:ext cx="94028" cy="264953"/>
            </a:xfrm>
            <a:custGeom>
              <a:avLst/>
              <a:gdLst>
                <a:gd name="connsiteX0" fmla="*/ 39693 w 94028"/>
                <a:gd name="connsiteY0" fmla="*/ 264953 h 264953"/>
                <a:gd name="connsiteX1" fmla="*/ 27883 w 94028"/>
                <a:gd name="connsiteY1" fmla="*/ 263167 h 264953"/>
                <a:gd name="connsiteX2" fmla="*/ 1782 w 94028"/>
                <a:gd name="connsiteY2" fmla="*/ 213546 h 264953"/>
                <a:gd name="connsiteX3" fmla="*/ 3866 w 94028"/>
                <a:gd name="connsiteY3" fmla="*/ 51088 h 264953"/>
                <a:gd name="connsiteX4" fmla="*/ 30518 w 94028"/>
                <a:gd name="connsiteY4" fmla="*/ 1677 h 264953"/>
                <a:gd name="connsiteX5" fmla="*/ 79925 w 94028"/>
                <a:gd name="connsiteY5" fmla="*/ 28326 h 264953"/>
                <a:gd name="connsiteX6" fmla="*/ 80233 w 94028"/>
                <a:gd name="connsiteY6" fmla="*/ 29404 h 264953"/>
                <a:gd name="connsiteX7" fmla="*/ 77652 w 94028"/>
                <a:gd name="connsiteY7" fmla="*/ 237066 h 264953"/>
                <a:gd name="connsiteX8" fmla="*/ 39693 w 94028"/>
                <a:gd name="connsiteY8" fmla="*/ 264953 h 26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028" h="264953">
                  <a:moveTo>
                    <a:pt x="39693" y="264953"/>
                  </a:moveTo>
                  <a:cubicBezTo>
                    <a:pt x="35688" y="264943"/>
                    <a:pt x="31709" y="264343"/>
                    <a:pt x="27883" y="263167"/>
                  </a:cubicBezTo>
                  <a:cubicBezTo>
                    <a:pt x="6993" y="256647"/>
                    <a:pt x="-4683" y="234451"/>
                    <a:pt x="1782" y="213546"/>
                  </a:cubicBezTo>
                  <a:cubicBezTo>
                    <a:pt x="18157" y="160732"/>
                    <a:pt x="18882" y="104305"/>
                    <a:pt x="3866" y="51088"/>
                  </a:cubicBezTo>
                  <a:cubicBezTo>
                    <a:pt x="-2420" y="30085"/>
                    <a:pt x="9513" y="7963"/>
                    <a:pt x="30518" y="1677"/>
                  </a:cubicBezTo>
                  <a:cubicBezTo>
                    <a:pt x="51517" y="-4609"/>
                    <a:pt x="73643" y="7323"/>
                    <a:pt x="79925" y="28326"/>
                  </a:cubicBezTo>
                  <a:cubicBezTo>
                    <a:pt x="80034" y="28684"/>
                    <a:pt x="80134" y="29043"/>
                    <a:pt x="80233" y="29404"/>
                  </a:cubicBezTo>
                  <a:cubicBezTo>
                    <a:pt x="99466" y="97418"/>
                    <a:pt x="98573" y="169551"/>
                    <a:pt x="77652" y="237066"/>
                  </a:cubicBezTo>
                  <a:cubicBezTo>
                    <a:pt x="72477" y="253675"/>
                    <a:pt x="57090" y="264978"/>
                    <a:pt x="39693" y="26495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532B1DC6-8F25-0643-A79C-D3E4DBA819CC}"/>
                </a:ext>
              </a:extLst>
            </p:cNvPr>
            <p:cNvSpPr/>
            <p:nvPr/>
          </p:nvSpPr>
          <p:spPr>
            <a:xfrm>
              <a:off x="3285675" y="4837977"/>
              <a:ext cx="250632" cy="181289"/>
            </a:xfrm>
            <a:custGeom>
              <a:avLst/>
              <a:gdLst>
                <a:gd name="connsiteX0" fmla="*/ 210936 w 250632"/>
                <a:gd name="connsiteY0" fmla="*/ 181289 h 181289"/>
                <a:gd name="connsiteX1" fmla="*/ 181164 w 250632"/>
                <a:gd name="connsiteY1" fmla="*/ 167842 h 181289"/>
                <a:gd name="connsiteX2" fmla="*/ 31409 w 250632"/>
                <a:gd name="connsiteY2" fmla="*/ 78525 h 181289"/>
                <a:gd name="connsiteX3" fmla="*/ 885 w 250632"/>
                <a:gd name="connsiteY3" fmla="*/ 31408 h 181289"/>
                <a:gd name="connsiteX4" fmla="*/ 48002 w 250632"/>
                <a:gd name="connsiteY4" fmla="*/ 885 h 181289"/>
                <a:gd name="connsiteX5" fmla="*/ 49222 w 250632"/>
                <a:gd name="connsiteY5" fmla="*/ 1166 h 181289"/>
                <a:gd name="connsiteX6" fmla="*/ 240758 w 250632"/>
                <a:gd name="connsiteY6" fmla="*/ 115393 h 181289"/>
                <a:gd name="connsiteX7" fmla="*/ 237136 w 250632"/>
                <a:gd name="connsiteY7" fmla="*/ 171415 h 181289"/>
                <a:gd name="connsiteX8" fmla="*/ 210986 w 250632"/>
                <a:gd name="connsiteY8" fmla="*/ 181289 h 18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632" h="181289">
                  <a:moveTo>
                    <a:pt x="210936" y="181289"/>
                  </a:moveTo>
                  <a:cubicBezTo>
                    <a:pt x="199543" y="181287"/>
                    <a:pt x="188696" y="176390"/>
                    <a:pt x="181164" y="167842"/>
                  </a:cubicBezTo>
                  <a:cubicBezTo>
                    <a:pt x="141909" y="123026"/>
                    <a:pt x="89495" y="91764"/>
                    <a:pt x="31409" y="78525"/>
                  </a:cubicBezTo>
                  <a:cubicBezTo>
                    <a:pt x="9969" y="73943"/>
                    <a:pt x="-3697" y="52848"/>
                    <a:pt x="885" y="31408"/>
                  </a:cubicBezTo>
                  <a:cubicBezTo>
                    <a:pt x="5467" y="9969"/>
                    <a:pt x="26561" y="-3697"/>
                    <a:pt x="48002" y="885"/>
                  </a:cubicBezTo>
                  <a:cubicBezTo>
                    <a:pt x="48409" y="972"/>
                    <a:pt x="48815" y="1066"/>
                    <a:pt x="49222" y="1166"/>
                  </a:cubicBezTo>
                  <a:cubicBezTo>
                    <a:pt x="123510" y="18104"/>
                    <a:pt x="190547" y="58083"/>
                    <a:pt x="240758" y="115393"/>
                  </a:cubicBezTo>
                  <a:cubicBezTo>
                    <a:pt x="255228" y="131864"/>
                    <a:pt x="253605" y="156946"/>
                    <a:pt x="237136" y="171415"/>
                  </a:cubicBezTo>
                  <a:cubicBezTo>
                    <a:pt x="229906" y="177768"/>
                    <a:pt x="220612" y="181277"/>
                    <a:pt x="210986" y="1812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B3C38922-E026-E945-A093-ECEB30693EFE}"/>
                </a:ext>
              </a:extLst>
            </p:cNvPr>
            <p:cNvSpPr/>
            <p:nvPr/>
          </p:nvSpPr>
          <p:spPr>
            <a:xfrm>
              <a:off x="2979820" y="4838487"/>
              <a:ext cx="237115" cy="169763"/>
            </a:xfrm>
            <a:custGeom>
              <a:avLst/>
              <a:gdLst>
                <a:gd name="connsiteX0" fmla="*/ 39688 w 237115"/>
                <a:gd name="connsiteY0" fmla="*/ 169764 h 169763"/>
                <a:gd name="connsiteX1" fmla="*/ 0 w 237115"/>
                <a:gd name="connsiteY1" fmla="*/ 130059 h 169763"/>
                <a:gd name="connsiteX2" fmla="*/ 11107 w 237115"/>
                <a:gd name="connsiteY2" fmla="*/ 102527 h 169763"/>
                <a:gd name="connsiteX3" fmla="*/ 188153 w 237115"/>
                <a:gd name="connsiteY3" fmla="*/ 1103 h 169763"/>
                <a:gd name="connsiteX4" fmla="*/ 236013 w 237115"/>
                <a:gd name="connsiteY4" fmla="*/ 30453 h 169763"/>
                <a:gd name="connsiteX5" fmla="*/ 206662 w 237115"/>
                <a:gd name="connsiteY5" fmla="*/ 78313 h 169763"/>
                <a:gd name="connsiteX6" fmla="*/ 68270 w 237115"/>
                <a:gd name="connsiteY6" fmla="*/ 157706 h 169763"/>
                <a:gd name="connsiteX7" fmla="*/ 39688 w 237115"/>
                <a:gd name="connsiteY7" fmla="*/ 169764 h 16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115" h="169763">
                  <a:moveTo>
                    <a:pt x="39688" y="169764"/>
                  </a:moveTo>
                  <a:cubicBezTo>
                    <a:pt x="17764" y="169759"/>
                    <a:pt x="-4" y="151982"/>
                    <a:pt x="0" y="130059"/>
                  </a:cubicBezTo>
                  <a:cubicBezTo>
                    <a:pt x="2" y="119791"/>
                    <a:pt x="3983" y="109922"/>
                    <a:pt x="11107" y="102527"/>
                  </a:cubicBezTo>
                  <a:cubicBezTo>
                    <a:pt x="59214" y="52490"/>
                    <a:pt x="120656" y="17292"/>
                    <a:pt x="188153" y="1103"/>
                  </a:cubicBezTo>
                  <a:cubicBezTo>
                    <a:pt x="209474" y="-4008"/>
                    <a:pt x="230902" y="9132"/>
                    <a:pt x="236013" y="30453"/>
                  </a:cubicBezTo>
                  <a:cubicBezTo>
                    <a:pt x="241124" y="51774"/>
                    <a:pt x="227983" y="73202"/>
                    <a:pt x="206662" y="78313"/>
                  </a:cubicBezTo>
                  <a:cubicBezTo>
                    <a:pt x="153888" y="90998"/>
                    <a:pt x="105858" y="118551"/>
                    <a:pt x="68270" y="157706"/>
                  </a:cubicBezTo>
                  <a:cubicBezTo>
                    <a:pt x="60773" y="165435"/>
                    <a:pt x="50456" y="169787"/>
                    <a:pt x="39688" y="16976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FAF5F7A9-EC17-B642-8EC9-B6ACA9E7091D}"/>
                </a:ext>
              </a:extLst>
            </p:cNvPr>
            <p:cNvSpPr/>
            <p:nvPr/>
          </p:nvSpPr>
          <p:spPr>
            <a:xfrm>
              <a:off x="3148323" y="5405662"/>
              <a:ext cx="216644" cy="216643"/>
            </a:xfrm>
            <a:custGeom>
              <a:avLst/>
              <a:gdLst>
                <a:gd name="connsiteX0" fmla="*/ 108322 w 216644"/>
                <a:gd name="connsiteY0" fmla="*/ 216644 h 216643"/>
                <a:gd name="connsiteX1" fmla="*/ 0 w 216644"/>
                <a:gd name="connsiteY1" fmla="*/ 108322 h 216643"/>
                <a:gd name="connsiteX2" fmla="*/ 108322 w 216644"/>
                <a:gd name="connsiteY2" fmla="*/ 0 h 216643"/>
                <a:gd name="connsiteX3" fmla="*/ 216644 w 216644"/>
                <a:gd name="connsiteY3" fmla="*/ 108322 h 216643"/>
                <a:gd name="connsiteX4" fmla="*/ 216644 w 216644"/>
                <a:gd name="connsiteY4" fmla="*/ 108372 h 216643"/>
                <a:gd name="connsiteX5" fmla="*/ 108322 w 216644"/>
                <a:gd name="connsiteY5" fmla="*/ 216644 h 216643"/>
                <a:gd name="connsiteX6" fmla="*/ 108322 w 216644"/>
                <a:gd name="connsiteY6" fmla="*/ 79443 h 216643"/>
                <a:gd name="connsiteX7" fmla="*/ 79393 w 216644"/>
                <a:gd name="connsiteY7" fmla="*/ 108372 h 216643"/>
                <a:gd name="connsiteX8" fmla="*/ 108322 w 216644"/>
                <a:gd name="connsiteY8" fmla="*/ 137301 h 216643"/>
                <a:gd name="connsiteX9" fmla="*/ 137251 w 216644"/>
                <a:gd name="connsiteY9" fmla="*/ 108372 h 216643"/>
                <a:gd name="connsiteX10" fmla="*/ 108322 w 216644"/>
                <a:gd name="connsiteY10" fmla="*/ 79443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644" h="216643">
                  <a:moveTo>
                    <a:pt x="108322" y="216644"/>
                  </a:moveTo>
                  <a:cubicBezTo>
                    <a:pt x="48497" y="216644"/>
                    <a:pt x="0" y="168145"/>
                    <a:pt x="0" y="108322"/>
                  </a:cubicBezTo>
                  <a:cubicBezTo>
                    <a:pt x="0" y="48499"/>
                    <a:pt x="48497" y="0"/>
                    <a:pt x="108322" y="0"/>
                  </a:cubicBezTo>
                  <a:cubicBezTo>
                    <a:pt x="168147" y="0"/>
                    <a:pt x="216644" y="48499"/>
                    <a:pt x="216644" y="108322"/>
                  </a:cubicBezTo>
                  <a:cubicBezTo>
                    <a:pt x="216644" y="108337"/>
                    <a:pt x="216644" y="108357"/>
                    <a:pt x="216644" y="108372"/>
                  </a:cubicBezTo>
                  <a:cubicBezTo>
                    <a:pt x="216560" y="168155"/>
                    <a:pt x="168105" y="216589"/>
                    <a:pt x="108322" y="216644"/>
                  </a:cubicBezTo>
                  <a:close/>
                  <a:moveTo>
                    <a:pt x="108322" y="79443"/>
                  </a:moveTo>
                  <a:cubicBezTo>
                    <a:pt x="92345" y="79443"/>
                    <a:pt x="79393" y="92394"/>
                    <a:pt x="79393" y="108372"/>
                  </a:cubicBezTo>
                  <a:cubicBezTo>
                    <a:pt x="79393" y="124350"/>
                    <a:pt x="92345" y="137301"/>
                    <a:pt x="108322" y="137301"/>
                  </a:cubicBezTo>
                  <a:cubicBezTo>
                    <a:pt x="124299" y="137301"/>
                    <a:pt x="137251" y="124350"/>
                    <a:pt x="137251" y="108372"/>
                  </a:cubicBezTo>
                  <a:cubicBezTo>
                    <a:pt x="137251" y="92394"/>
                    <a:pt x="124299" y="79443"/>
                    <a:pt x="108322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DA6C7FDA-C05A-7A48-A0A8-DAC1C0EEFBF3}"/>
                </a:ext>
              </a:extLst>
            </p:cNvPr>
            <p:cNvSpPr/>
            <p:nvPr/>
          </p:nvSpPr>
          <p:spPr>
            <a:xfrm>
              <a:off x="3143212" y="4763223"/>
              <a:ext cx="216644" cy="216643"/>
            </a:xfrm>
            <a:custGeom>
              <a:avLst/>
              <a:gdLst>
                <a:gd name="connsiteX0" fmla="*/ 108322 w 216644"/>
                <a:gd name="connsiteY0" fmla="*/ 216644 h 216643"/>
                <a:gd name="connsiteX1" fmla="*/ 0 w 216644"/>
                <a:gd name="connsiteY1" fmla="*/ 108322 h 216643"/>
                <a:gd name="connsiteX2" fmla="*/ 108322 w 216644"/>
                <a:gd name="connsiteY2" fmla="*/ 0 h 216643"/>
                <a:gd name="connsiteX3" fmla="*/ 216644 w 216644"/>
                <a:gd name="connsiteY3" fmla="*/ 108322 h 216643"/>
                <a:gd name="connsiteX4" fmla="*/ 108322 w 216644"/>
                <a:gd name="connsiteY4" fmla="*/ 216644 h 216643"/>
                <a:gd name="connsiteX5" fmla="*/ 108322 w 216644"/>
                <a:gd name="connsiteY5" fmla="*/ 79443 h 216643"/>
                <a:gd name="connsiteX6" fmla="*/ 79393 w 216644"/>
                <a:gd name="connsiteY6" fmla="*/ 108372 h 216643"/>
                <a:gd name="connsiteX7" fmla="*/ 108322 w 216644"/>
                <a:gd name="connsiteY7" fmla="*/ 137300 h 216643"/>
                <a:gd name="connsiteX8" fmla="*/ 137251 w 216644"/>
                <a:gd name="connsiteY8" fmla="*/ 108372 h 216643"/>
                <a:gd name="connsiteX9" fmla="*/ 137251 w 216644"/>
                <a:gd name="connsiteY9" fmla="*/ 108322 h 216643"/>
                <a:gd name="connsiteX10" fmla="*/ 108322 w 216644"/>
                <a:gd name="connsiteY10" fmla="*/ 79443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644" h="216643">
                  <a:moveTo>
                    <a:pt x="108322" y="216644"/>
                  </a:moveTo>
                  <a:cubicBezTo>
                    <a:pt x="48497" y="216644"/>
                    <a:pt x="0" y="168147"/>
                    <a:pt x="0" y="108322"/>
                  </a:cubicBezTo>
                  <a:cubicBezTo>
                    <a:pt x="0" y="48497"/>
                    <a:pt x="48497" y="0"/>
                    <a:pt x="108322" y="0"/>
                  </a:cubicBezTo>
                  <a:cubicBezTo>
                    <a:pt x="168147" y="0"/>
                    <a:pt x="216644" y="48497"/>
                    <a:pt x="216644" y="108322"/>
                  </a:cubicBezTo>
                  <a:cubicBezTo>
                    <a:pt x="216590" y="168124"/>
                    <a:pt x="168124" y="216589"/>
                    <a:pt x="108322" y="216644"/>
                  </a:cubicBezTo>
                  <a:close/>
                  <a:moveTo>
                    <a:pt x="108322" y="79443"/>
                  </a:moveTo>
                  <a:cubicBezTo>
                    <a:pt x="92345" y="79443"/>
                    <a:pt x="79393" y="92395"/>
                    <a:pt x="79393" y="108372"/>
                  </a:cubicBezTo>
                  <a:cubicBezTo>
                    <a:pt x="79393" y="124348"/>
                    <a:pt x="92345" y="137300"/>
                    <a:pt x="108322" y="137300"/>
                  </a:cubicBezTo>
                  <a:cubicBezTo>
                    <a:pt x="124299" y="137300"/>
                    <a:pt x="137251" y="124348"/>
                    <a:pt x="137251" y="108372"/>
                  </a:cubicBezTo>
                  <a:cubicBezTo>
                    <a:pt x="137251" y="108355"/>
                    <a:pt x="137251" y="108338"/>
                    <a:pt x="137251" y="108322"/>
                  </a:cubicBezTo>
                  <a:cubicBezTo>
                    <a:pt x="137224" y="92364"/>
                    <a:pt x="124280" y="79443"/>
                    <a:pt x="108322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1E0945DA-A2DA-7A4F-AE77-3C8A6E3DC463}"/>
                </a:ext>
              </a:extLst>
            </p:cNvPr>
            <p:cNvSpPr/>
            <p:nvPr/>
          </p:nvSpPr>
          <p:spPr>
            <a:xfrm>
              <a:off x="3434437" y="4922158"/>
              <a:ext cx="216644" cy="216643"/>
            </a:xfrm>
            <a:custGeom>
              <a:avLst/>
              <a:gdLst>
                <a:gd name="connsiteX0" fmla="*/ 108372 w 216644"/>
                <a:gd name="connsiteY0" fmla="*/ 216644 h 216643"/>
                <a:gd name="connsiteX1" fmla="*/ 0 w 216644"/>
                <a:gd name="connsiteY1" fmla="*/ 108372 h 216643"/>
                <a:gd name="connsiteX2" fmla="*/ 108272 w 216644"/>
                <a:gd name="connsiteY2" fmla="*/ 0 h 216643"/>
                <a:gd name="connsiteX3" fmla="*/ 216644 w 216644"/>
                <a:gd name="connsiteY3" fmla="*/ 108272 h 216643"/>
                <a:gd name="connsiteX4" fmla="*/ 216644 w 216644"/>
                <a:gd name="connsiteY4" fmla="*/ 108322 h 216643"/>
                <a:gd name="connsiteX5" fmla="*/ 108372 w 216644"/>
                <a:gd name="connsiteY5" fmla="*/ 216644 h 216643"/>
                <a:gd name="connsiteX6" fmla="*/ 108372 w 216644"/>
                <a:gd name="connsiteY6" fmla="*/ 79592 h 216643"/>
                <a:gd name="connsiteX7" fmla="*/ 79393 w 216644"/>
                <a:gd name="connsiteY7" fmla="*/ 108471 h 216643"/>
                <a:gd name="connsiteX8" fmla="*/ 108272 w 216644"/>
                <a:gd name="connsiteY8" fmla="*/ 137449 h 216643"/>
                <a:gd name="connsiteX9" fmla="*/ 137251 w 216644"/>
                <a:gd name="connsiteY9" fmla="*/ 108570 h 216643"/>
                <a:gd name="connsiteX10" fmla="*/ 137251 w 216644"/>
                <a:gd name="connsiteY10" fmla="*/ 108471 h 216643"/>
                <a:gd name="connsiteX11" fmla="*/ 108372 w 216644"/>
                <a:gd name="connsiteY11" fmla="*/ 79592 h 21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44" h="216643">
                  <a:moveTo>
                    <a:pt x="108372" y="216644"/>
                  </a:moveTo>
                  <a:cubicBezTo>
                    <a:pt x="48549" y="216671"/>
                    <a:pt x="30" y="168196"/>
                    <a:pt x="0" y="108372"/>
                  </a:cubicBezTo>
                  <a:cubicBezTo>
                    <a:pt x="-30" y="48547"/>
                    <a:pt x="48450" y="27"/>
                    <a:pt x="108272" y="0"/>
                  </a:cubicBezTo>
                  <a:cubicBezTo>
                    <a:pt x="168095" y="-27"/>
                    <a:pt x="216614" y="48448"/>
                    <a:pt x="216644" y="108272"/>
                  </a:cubicBezTo>
                  <a:cubicBezTo>
                    <a:pt x="216644" y="108289"/>
                    <a:pt x="216644" y="108306"/>
                    <a:pt x="216644" y="108322"/>
                  </a:cubicBezTo>
                  <a:cubicBezTo>
                    <a:pt x="216590" y="168104"/>
                    <a:pt x="168155" y="216562"/>
                    <a:pt x="108372" y="216644"/>
                  </a:cubicBezTo>
                  <a:close/>
                  <a:moveTo>
                    <a:pt x="108372" y="79592"/>
                  </a:moveTo>
                  <a:cubicBezTo>
                    <a:pt x="92394" y="79564"/>
                    <a:pt x="79423" y="92494"/>
                    <a:pt x="79393" y="108471"/>
                  </a:cubicBezTo>
                  <a:cubicBezTo>
                    <a:pt x="79363" y="124448"/>
                    <a:pt x="92295" y="137422"/>
                    <a:pt x="108272" y="137449"/>
                  </a:cubicBezTo>
                  <a:cubicBezTo>
                    <a:pt x="124250" y="137477"/>
                    <a:pt x="137221" y="124547"/>
                    <a:pt x="137251" y="108570"/>
                  </a:cubicBezTo>
                  <a:cubicBezTo>
                    <a:pt x="137251" y="108537"/>
                    <a:pt x="137251" y="108504"/>
                    <a:pt x="137251" y="108471"/>
                  </a:cubicBezTo>
                  <a:cubicBezTo>
                    <a:pt x="137221" y="92533"/>
                    <a:pt x="124310" y="79619"/>
                    <a:pt x="108372" y="795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7925DBB5-2993-D846-9D81-22CFE9FF7A0D}"/>
                </a:ext>
              </a:extLst>
            </p:cNvPr>
            <p:cNvSpPr/>
            <p:nvPr/>
          </p:nvSpPr>
          <p:spPr>
            <a:xfrm>
              <a:off x="2864055" y="4921166"/>
              <a:ext cx="216544" cy="216545"/>
            </a:xfrm>
            <a:custGeom>
              <a:avLst/>
              <a:gdLst>
                <a:gd name="connsiteX0" fmla="*/ 108114 w 216544"/>
                <a:gd name="connsiteY0" fmla="*/ 216545 h 216545"/>
                <a:gd name="connsiteX1" fmla="*/ 0 w 216544"/>
                <a:gd name="connsiteY1" fmla="*/ 108115 h 216545"/>
                <a:gd name="connsiteX2" fmla="*/ 108431 w 216544"/>
                <a:gd name="connsiteY2" fmla="*/ 0 h 216545"/>
                <a:gd name="connsiteX3" fmla="*/ 216545 w 216544"/>
                <a:gd name="connsiteY3" fmla="*/ 108431 h 216545"/>
                <a:gd name="connsiteX4" fmla="*/ 184878 w 216544"/>
                <a:gd name="connsiteY4" fmla="*/ 184788 h 216545"/>
                <a:gd name="connsiteX5" fmla="*/ 184878 w 216544"/>
                <a:gd name="connsiteY5" fmla="*/ 184788 h 216545"/>
                <a:gd name="connsiteX6" fmla="*/ 108114 w 216544"/>
                <a:gd name="connsiteY6" fmla="*/ 216545 h 216545"/>
                <a:gd name="connsiteX7" fmla="*/ 108114 w 216544"/>
                <a:gd name="connsiteY7" fmla="*/ 79393 h 216545"/>
                <a:gd name="connsiteX8" fmla="*/ 79235 w 216544"/>
                <a:gd name="connsiteY8" fmla="*/ 108272 h 216545"/>
                <a:gd name="connsiteX9" fmla="*/ 108114 w 216544"/>
                <a:gd name="connsiteY9" fmla="*/ 137152 h 216545"/>
                <a:gd name="connsiteX10" fmla="*/ 128558 w 216544"/>
                <a:gd name="connsiteY10" fmla="*/ 128716 h 216545"/>
                <a:gd name="connsiteX11" fmla="*/ 128558 w 216544"/>
                <a:gd name="connsiteY11" fmla="*/ 128716 h 216545"/>
                <a:gd name="connsiteX12" fmla="*/ 128604 w 216544"/>
                <a:gd name="connsiteY12" fmla="*/ 87875 h 216545"/>
                <a:gd name="connsiteX13" fmla="*/ 108114 w 216544"/>
                <a:gd name="connsiteY13" fmla="*/ 79393 h 216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6544" h="216545">
                  <a:moveTo>
                    <a:pt x="108114" y="216545"/>
                  </a:moveTo>
                  <a:cubicBezTo>
                    <a:pt x="48317" y="216457"/>
                    <a:pt x="-87" y="167912"/>
                    <a:pt x="0" y="108115"/>
                  </a:cubicBezTo>
                  <a:cubicBezTo>
                    <a:pt x="87" y="48317"/>
                    <a:pt x="48633" y="-87"/>
                    <a:pt x="108431" y="0"/>
                  </a:cubicBezTo>
                  <a:cubicBezTo>
                    <a:pt x="168227" y="87"/>
                    <a:pt x="216632" y="48633"/>
                    <a:pt x="216545" y="108431"/>
                  </a:cubicBezTo>
                  <a:cubicBezTo>
                    <a:pt x="216503" y="137069"/>
                    <a:pt x="205117" y="164525"/>
                    <a:pt x="184878" y="184788"/>
                  </a:cubicBezTo>
                  <a:lnTo>
                    <a:pt x="184878" y="184788"/>
                  </a:lnTo>
                  <a:cubicBezTo>
                    <a:pt x="164574" y="205224"/>
                    <a:pt x="136922" y="216664"/>
                    <a:pt x="108114" y="216545"/>
                  </a:cubicBezTo>
                  <a:close/>
                  <a:moveTo>
                    <a:pt x="108114" y="79393"/>
                  </a:moveTo>
                  <a:cubicBezTo>
                    <a:pt x="92165" y="79393"/>
                    <a:pt x="79235" y="92323"/>
                    <a:pt x="79235" y="108272"/>
                  </a:cubicBezTo>
                  <a:cubicBezTo>
                    <a:pt x="79235" y="124222"/>
                    <a:pt x="92165" y="137152"/>
                    <a:pt x="108114" y="137152"/>
                  </a:cubicBezTo>
                  <a:cubicBezTo>
                    <a:pt x="115783" y="137186"/>
                    <a:pt x="123146" y="134148"/>
                    <a:pt x="128558" y="128716"/>
                  </a:cubicBezTo>
                  <a:lnTo>
                    <a:pt x="128558" y="128716"/>
                  </a:lnTo>
                  <a:cubicBezTo>
                    <a:pt x="139849" y="117451"/>
                    <a:pt x="139870" y="99166"/>
                    <a:pt x="128604" y="87875"/>
                  </a:cubicBezTo>
                  <a:cubicBezTo>
                    <a:pt x="123175" y="82433"/>
                    <a:pt x="115801" y="79381"/>
                    <a:pt x="10811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B388246F-4A97-644C-A588-58A55C4454AA}"/>
                </a:ext>
              </a:extLst>
            </p:cNvPr>
            <p:cNvSpPr/>
            <p:nvPr/>
          </p:nvSpPr>
          <p:spPr>
            <a:xfrm>
              <a:off x="2866090" y="5253624"/>
              <a:ext cx="216545" cy="216544"/>
            </a:xfrm>
            <a:custGeom>
              <a:avLst/>
              <a:gdLst>
                <a:gd name="connsiteX0" fmla="*/ 108313 w 216545"/>
                <a:gd name="connsiteY0" fmla="*/ 216545 h 216544"/>
                <a:gd name="connsiteX1" fmla="*/ 0 w 216545"/>
                <a:gd name="connsiteY1" fmla="*/ 108312 h 216544"/>
                <a:gd name="connsiteX2" fmla="*/ 108232 w 216545"/>
                <a:gd name="connsiteY2" fmla="*/ 0 h 216544"/>
                <a:gd name="connsiteX3" fmla="*/ 216545 w 216545"/>
                <a:gd name="connsiteY3" fmla="*/ 108233 h 216544"/>
                <a:gd name="connsiteX4" fmla="*/ 184878 w 216545"/>
                <a:gd name="connsiteY4" fmla="*/ 184787 h 216544"/>
                <a:gd name="connsiteX5" fmla="*/ 108313 w 216545"/>
                <a:gd name="connsiteY5" fmla="*/ 216545 h 216544"/>
                <a:gd name="connsiteX6" fmla="*/ 108313 w 216545"/>
                <a:gd name="connsiteY6" fmla="*/ 79393 h 216544"/>
                <a:gd name="connsiteX7" fmla="*/ 79480 w 216545"/>
                <a:gd name="connsiteY7" fmla="*/ 108317 h 216544"/>
                <a:gd name="connsiteX8" fmla="*/ 108405 w 216545"/>
                <a:gd name="connsiteY8" fmla="*/ 137152 h 216544"/>
                <a:gd name="connsiteX9" fmla="*/ 128757 w 216545"/>
                <a:gd name="connsiteY9" fmla="*/ 128716 h 216544"/>
                <a:gd name="connsiteX10" fmla="*/ 128757 w 216545"/>
                <a:gd name="connsiteY10" fmla="*/ 128716 h 216544"/>
                <a:gd name="connsiteX11" fmla="*/ 128634 w 216545"/>
                <a:gd name="connsiteY11" fmla="*/ 87804 h 216544"/>
                <a:gd name="connsiteX12" fmla="*/ 108313 w 216545"/>
                <a:gd name="connsiteY12" fmla="*/ 79393 h 21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45" h="216544">
                  <a:moveTo>
                    <a:pt x="108313" y="216545"/>
                  </a:moveTo>
                  <a:cubicBezTo>
                    <a:pt x="48515" y="216565"/>
                    <a:pt x="22" y="168110"/>
                    <a:pt x="0" y="108312"/>
                  </a:cubicBezTo>
                  <a:cubicBezTo>
                    <a:pt x="-22" y="48514"/>
                    <a:pt x="48435" y="22"/>
                    <a:pt x="108232" y="0"/>
                  </a:cubicBezTo>
                  <a:cubicBezTo>
                    <a:pt x="168029" y="-22"/>
                    <a:pt x="216523" y="48435"/>
                    <a:pt x="216545" y="108233"/>
                  </a:cubicBezTo>
                  <a:cubicBezTo>
                    <a:pt x="216556" y="136938"/>
                    <a:pt x="205165" y="164478"/>
                    <a:pt x="184878" y="184787"/>
                  </a:cubicBezTo>
                  <a:cubicBezTo>
                    <a:pt x="164591" y="205127"/>
                    <a:pt x="137041" y="216555"/>
                    <a:pt x="108313" y="216545"/>
                  </a:cubicBezTo>
                  <a:close/>
                  <a:moveTo>
                    <a:pt x="108313" y="79393"/>
                  </a:moveTo>
                  <a:cubicBezTo>
                    <a:pt x="92363" y="79418"/>
                    <a:pt x="79454" y="92369"/>
                    <a:pt x="79480" y="108317"/>
                  </a:cubicBezTo>
                  <a:cubicBezTo>
                    <a:pt x="79505" y="124270"/>
                    <a:pt x="92456" y="137176"/>
                    <a:pt x="108405" y="137152"/>
                  </a:cubicBezTo>
                  <a:cubicBezTo>
                    <a:pt x="116037" y="137142"/>
                    <a:pt x="123354" y="134105"/>
                    <a:pt x="128757" y="128716"/>
                  </a:cubicBezTo>
                  <a:lnTo>
                    <a:pt x="128757" y="128716"/>
                  </a:lnTo>
                  <a:cubicBezTo>
                    <a:pt x="140020" y="117383"/>
                    <a:pt x="139965" y="99068"/>
                    <a:pt x="128634" y="87804"/>
                  </a:cubicBezTo>
                  <a:cubicBezTo>
                    <a:pt x="123231" y="82435"/>
                    <a:pt x="115930" y="79413"/>
                    <a:pt x="10831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805E4AC5-F754-B140-9164-865AFA8F2702}"/>
                </a:ext>
              </a:extLst>
            </p:cNvPr>
            <p:cNvSpPr/>
            <p:nvPr/>
          </p:nvSpPr>
          <p:spPr>
            <a:xfrm>
              <a:off x="3428730" y="5253773"/>
              <a:ext cx="216544" cy="216544"/>
            </a:xfrm>
            <a:custGeom>
              <a:avLst/>
              <a:gdLst>
                <a:gd name="connsiteX0" fmla="*/ 108272 w 216544"/>
                <a:gd name="connsiteY0" fmla="*/ 216545 h 216544"/>
                <a:gd name="connsiteX1" fmla="*/ 0 w 216544"/>
                <a:gd name="connsiteY1" fmla="*/ 108272 h 216544"/>
                <a:gd name="connsiteX2" fmla="*/ 108272 w 216544"/>
                <a:gd name="connsiteY2" fmla="*/ 0 h 216544"/>
                <a:gd name="connsiteX3" fmla="*/ 216545 w 216544"/>
                <a:gd name="connsiteY3" fmla="*/ 108272 h 216544"/>
                <a:gd name="connsiteX4" fmla="*/ 108272 w 216544"/>
                <a:gd name="connsiteY4" fmla="*/ 216545 h 216544"/>
                <a:gd name="connsiteX5" fmla="*/ 108272 w 216544"/>
                <a:gd name="connsiteY5" fmla="*/ 79393 h 216544"/>
                <a:gd name="connsiteX6" fmla="*/ 79393 w 216544"/>
                <a:gd name="connsiteY6" fmla="*/ 108272 h 216544"/>
                <a:gd name="connsiteX7" fmla="*/ 108272 w 216544"/>
                <a:gd name="connsiteY7" fmla="*/ 137152 h 216544"/>
                <a:gd name="connsiteX8" fmla="*/ 137152 w 216544"/>
                <a:gd name="connsiteY8" fmla="*/ 108272 h 216544"/>
                <a:gd name="connsiteX9" fmla="*/ 108272 w 216544"/>
                <a:gd name="connsiteY9" fmla="*/ 79393 h 21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544" h="216544">
                  <a:moveTo>
                    <a:pt x="108272" y="216545"/>
                  </a:moveTo>
                  <a:cubicBezTo>
                    <a:pt x="48475" y="216545"/>
                    <a:pt x="0" y="168070"/>
                    <a:pt x="0" y="108272"/>
                  </a:cubicBezTo>
                  <a:cubicBezTo>
                    <a:pt x="0" y="48474"/>
                    <a:pt x="48475" y="0"/>
                    <a:pt x="108272" y="0"/>
                  </a:cubicBezTo>
                  <a:cubicBezTo>
                    <a:pt x="168070" y="0"/>
                    <a:pt x="216545" y="48474"/>
                    <a:pt x="216545" y="108272"/>
                  </a:cubicBezTo>
                  <a:cubicBezTo>
                    <a:pt x="216461" y="168036"/>
                    <a:pt x="168036" y="216460"/>
                    <a:pt x="108272" y="216545"/>
                  </a:cubicBezTo>
                  <a:close/>
                  <a:moveTo>
                    <a:pt x="108272" y="79393"/>
                  </a:moveTo>
                  <a:cubicBezTo>
                    <a:pt x="92324" y="79393"/>
                    <a:pt x="79393" y="92324"/>
                    <a:pt x="79393" y="108272"/>
                  </a:cubicBezTo>
                  <a:cubicBezTo>
                    <a:pt x="79393" y="124220"/>
                    <a:pt x="92324" y="137152"/>
                    <a:pt x="108272" y="137152"/>
                  </a:cubicBezTo>
                  <a:cubicBezTo>
                    <a:pt x="124221" y="137152"/>
                    <a:pt x="137152" y="124220"/>
                    <a:pt x="137152" y="108272"/>
                  </a:cubicBezTo>
                  <a:cubicBezTo>
                    <a:pt x="137127" y="92334"/>
                    <a:pt x="124211" y="79423"/>
                    <a:pt x="10827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7" name="Picture Placeholder 81">
            <a:extLst>
              <a:ext uri="{FF2B5EF4-FFF2-40B4-BE49-F238E27FC236}">
                <a16:creationId xmlns:a16="http://schemas.microsoft.com/office/drawing/2014/main" id="{96CB1278-148D-45EA-BE0C-826AB3786BBC}"/>
              </a:ext>
            </a:extLst>
          </p:cNvPr>
          <p:cNvGrpSpPr>
            <a:grpSpLocks noChangeAspect="1"/>
          </p:cNvGrpSpPr>
          <p:nvPr/>
        </p:nvGrpSpPr>
        <p:grpSpPr>
          <a:xfrm>
            <a:off x="4157538" y="4818997"/>
            <a:ext cx="834918" cy="747585"/>
            <a:chOff x="4157538" y="4818997"/>
            <a:chExt cx="834918" cy="747585"/>
          </a:xfrm>
        </p:grpSpPr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51899100-EBDE-4245-A463-10425F66373A}"/>
                </a:ext>
              </a:extLst>
            </p:cNvPr>
            <p:cNvSpPr/>
            <p:nvPr/>
          </p:nvSpPr>
          <p:spPr>
            <a:xfrm>
              <a:off x="4271368" y="4819195"/>
              <a:ext cx="228255" cy="165633"/>
            </a:xfrm>
            <a:custGeom>
              <a:avLst/>
              <a:gdLst>
                <a:gd name="connsiteX0" fmla="*/ 39697 w 228255"/>
                <a:gd name="connsiteY0" fmla="*/ 165634 h 165633"/>
                <a:gd name="connsiteX1" fmla="*/ 0 w 228255"/>
                <a:gd name="connsiteY1" fmla="*/ 125937 h 165633"/>
                <a:gd name="connsiteX2" fmla="*/ 0 w 228255"/>
                <a:gd name="connsiteY2" fmla="*/ 39697 h 165633"/>
                <a:gd name="connsiteX3" fmla="*/ 39697 w 228255"/>
                <a:gd name="connsiteY3" fmla="*/ 0 h 165633"/>
                <a:gd name="connsiteX4" fmla="*/ 188559 w 228255"/>
                <a:gd name="connsiteY4" fmla="*/ 0 h 165633"/>
                <a:gd name="connsiteX5" fmla="*/ 228255 w 228255"/>
                <a:gd name="connsiteY5" fmla="*/ 39697 h 165633"/>
                <a:gd name="connsiteX6" fmla="*/ 228255 w 228255"/>
                <a:gd name="connsiteY6" fmla="*/ 124052 h 165633"/>
                <a:gd name="connsiteX7" fmla="*/ 188559 w 228255"/>
                <a:gd name="connsiteY7" fmla="*/ 163748 h 165633"/>
                <a:gd name="connsiteX8" fmla="*/ 148862 w 228255"/>
                <a:gd name="connsiteY8" fmla="*/ 124052 h 165633"/>
                <a:gd name="connsiteX9" fmla="*/ 148862 w 228255"/>
                <a:gd name="connsiteY9" fmla="*/ 79393 h 165633"/>
                <a:gd name="connsiteX10" fmla="*/ 79393 w 228255"/>
                <a:gd name="connsiteY10" fmla="*/ 79393 h 165633"/>
                <a:gd name="connsiteX11" fmla="*/ 79393 w 228255"/>
                <a:gd name="connsiteY11" fmla="*/ 125937 h 165633"/>
                <a:gd name="connsiteX12" fmla="*/ 39697 w 228255"/>
                <a:gd name="connsiteY12" fmla="*/ 165634 h 16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255" h="165633">
                  <a:moveTo>
                    <a:pt x="39697" y="165634"/>
                  </a:moveTo>
                  <a:cubicBezTo>
                    <a:pt x="17773" y="165634"/>
                    <a:pt x="0" y="147861"/>
                    <a:pt x="0" y="12593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88559" y="0"/>
                  </a:lnTo>
                  <a:cubicBezTo>
                    <a:pt x="210483" y="0"/>
                    <a:pt x="228255" y="17773"/>
                    <a:pt x="228255" y="39697"/>
                  </a:cubicBezTo>
                  <a:lnTo>
                    <a:pt x="228255" y="124052"/>
                  </a:lnTo>
                  <a:cubicBezTo>
                    <a:pt x="228255" y="145976"/>
                    <a:pt x="210483" y="163748"/>
                    <a:pt x="188559" y="163748"/>
                  </a:cubicBezTo>
                  <a:cubicBezTo>
                    <a:pt x="166635" y="163748"/>
                    <a:pt x="148862" y="145976"/>
                    <a:pt x="148862" y="124052"/>
                  </a:cubicBezTo>
                  <a:lnTo>
                    <a:pt x="148862" y="79393"/>
                  </a:lnTo>
                  <a:lnTo>
                    <a:pt x="79393" y="79393"/>
                  </a:lnTo>
                  <a:lnTo>
                    <a:pt x="79393" y="125937"/>
                  </a:lnTo>
                  <a:cubicBezTo>
                    <a:pt x="79393" y="147861"/>
                    <a:pt x="61621" y="165634"/>
                    <a:pt x="39697" y="1656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621747EF-E645-FF4A-867A-1DA75EA9A527}"/>
                </a:ext>
              </a:extLst>
            </p:cNvPr>
            <p:cNvSpPr/>
            <p:nvPr/>
          </p:nvSpPr>
          <p:spPr>
            <a:xfrm>
              <a:off x="4650669" y="4818997"/>
              <a:ext cx="228255" cy="165633"/>
            </a:xfrm>
            <a:custGeom>
              <a:avLst/>
              <a:gdLst>
                <a:gd name="connsiteX0" fmla="*/ 39697 w 228255"/>
                <a:gd name="connsiteY0" fmla="*/ 165634 h 165633"/>
                <a:gd name="connsiteX1" fmla="*/ 0 w 228255"/>
                <a:gd name="connsiteY1" fmla="*/ 125937 h 165633"/>
                <a:gd name="connsiteX2" fmla="*/ 0 w 228255"/>
                <a:gd name="connsiteY2" fmla="*/ 39697 h 165633"/>
                <a:gd name="connsiteX3" fmla="*/ 39697 w 228255"/>
                <a:gd name="connsiteY3" fmla="*/ 0 h 165633"/>
                <a:gd name="connsiteX4" fmla="*/ 188559 w 228255"/>
                <a:gd name="connsiteY4" fmla="*/ 0 h 165633"/>
                <a:gd name="connsiteX5" fmla="*/ 228255 w 228255"/>
                <a:gd name="connsiteY5" fmla="*/ 39697 h 165633"/>
                <a:gd name="connsiteX6" fmla="*/ 228255 w 228255"/>
                <a:gd name="connsiteY6" fmla="*/ 124052 h 165633"/>
                <a:gd name="connsiteX7" fmla="*/ 188559 w 228255"/>
                <a:gd name="connsiteY7" fmla="*/ 163748 h 165633"/>
                <a:gd name="connsiteX8" fmla="*/ 148862 w 228255"/>
                <a:gd name="connsiteY8" fmla="*/ 124052 h 165633"/>
                <a:gd name="connsiteX9" fmla="*/ 148862 w 228255"/>
                <a:gd name="connsiteY9" fmla="*/ 79393 h 165633"/>
                <a:gd name="connsiteX10" fmla="*/ 79393 w 228255"/>
                <a:gd name="connsiteY10" fmla="*/ 79393 h 165633"/>
                <a:gd name="connsiteX11" fmla="*/ 79393 w 228255"/>
                <a:gd name="connsiteY11" fmla="*/ 125937 h 165633"/>
                <a:gd name="connsiteX12" fmla="*/ 39697 w 228255"/>
                <a:gd name="connsiteY12" fmla="*/ 165634 h 16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255" h="165633">
                  <a:moveTo>
                    <a:pt x="39697" y="165634"/>
                  </a:moveTo>
                  <a:cubicBezTo>
                    <a:pt x="17774" y="165634"/>
                    <a:pt x="0" y="147861"/>
                    <a:pt x="0" y="12593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188559" y="0"/>
                  </a:lnTo>
                  <a:cubicBezTo>
                    <a:pt x="210481" y="0"/>
                    <a:pt x="228255" y="17773"/>
                    <a:pt x="228255" y="39697"/>
                  </a:cubicBezTo>
                  <a:lnTo>
                    <a:pt x="228255" y="124052"/>
                  </a:lnTo>
                  <a:cubicBezTo>
                    <a:pt x="228255" y="145976"/>
                    <a:pt x="210481" y="163748"/>
                    <a:pt x="188559" y="163748"/>
                  </a:cubicBezTo>
                  <a:cubicBezTo>
                    <a:pt x="166636" y="163748"/>
                    <a:pt x="148862" y="145976"/>
                    <a:pt x="148862" y="124052"/>
                  </a:cubicBezTo>
                  <a:lnTo>
                    <a:pt x="148862" y="79393"/>
                  </a:lnTo>
                  <a:lnTo>
                    <a:pt x="79393" y="79393"/>
                  </a:lnTo>
                  <a:lnTo>
                    <a:pt x="79393" y="125937"/>
                  </a:lnTo>
                  <a:cubicBezTo>
                    <a:pt x="79393" y="147861"/>
                    <a:pt x="61619" y="165634"/>
                    <a:pt x="39697" y="1656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E5EC41A4-E9AC-8441-975F-F0361BBB6C74}"/>
                </a:ext>
              </a:extLst>
            </p:cNvPr>
            <p:cNvSpPr/>
            <p:nvPr/>
          </p:nvSpPr>
          <p:spPr>
            <a:xfrm>
              <a:off x="4157538" y="4917395"/>
              <a:ext cx="834918" cy="649187"/>
            </a:xfrm>
            <a:custGeom>
              <a:avLst/>
              <a:gdLst>
                <a:gd name="connsiteX0" fmla="*/ 795222 w 834918"/>
                <a:gd name="connsiteY0" fmla="*/ 649187 h 649187"/>
                <a:gd name="connsiteX1" fmla="*/ 39697 w 834918"/>
                <a:gd name="connsiteY1" fmla="*/ 649187 h 649187"/>
                <a:gd name="connsiteX2" fmla="*/ 0 w 834918"/>
                <a:gd name="connsiteY2" fmla="*/ 609491 h 649187"/>
                <a:gd name="connsiteX3" fmla="*/ 0 w 834918"/>
                <a:gd name="connsiteY3" fmla="*/ 39697 h 649187"/>
                <a:gd name="connsiteX4" fmla="*/ 39697 w 834918"/>
                <a:gd name="connsiteY4" fmla="*/ 0 h 649187"/>
                <a:gd name="connsiteX5" fmla="*/ 795222 w 834918"/>
                <a:gd name="connsiteY5" fmla="*/ 0 h 649187"/>
                <a:gd name="connsiteX6" fmla="*/ 834919 w 834918"/>
                <a:gd name="connsiteY6" fmla="*/ 39697 h 649187"/>
                <a:gd name="connsiteX7" fmla="*/ 834919 w 834918"/>
                <a:gd name="connsiteY7" fmla="*/ 609491 h 649187"/>
                <a:gd name="connsiteX8" fmla="*/ 795222 w 834918"/>
                <a:gd name="connsiteY8" fmla="*/ 649187 h 649187"/>
                <a:gd name="connsiteX9" fmla="*/ 79393 w 834918"/>
                <a:gd name="connsiteY9" fmla="*/ 569794 h 649187"/>
                <a:gd name="connsiteX10" fmla="*/ 755525 w 834918"/>
                <a:gd name="connsiteY10" fmla="*/ 569794 h 649187"/>
                <a:gd name="connsiteX11" fmla="*/ 755525 w 834918"/>
                <a:gd name="connsiteY11" fmla="*/ 79393 h 649187"/>
                <a:gd name="connsiteX12" fmla="*/ 79393 w 834918"/>
                <a:gd name="connsiteY12" fmla="*/ 79393 h 64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4918" h="649187">
                  <a:moveTo>
                    <a:pt x="795222" y="649187"/>
                  </a:moveTo>
                  <a:lnTo>
                    <a:pt x="39697" y="649187"/>
                  </a:lnTo>
                  <a:cubicBezTo>
                    <a:pt x="17773" y="649187"/>
                    <a:pt x="0" y="631413"/>
                    <a:pt x="0" y="60949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95222" y="0"/>
                  </a:lnTo>
                  <a:cubicBezTo>
                    <a:pt x="817145" y="0"/>
                    <a:pt x="834919" y="17773"/>
                    <a:pt x="834919" y="39697"/>
                  </a:cubicBezTo>
                  <a:lnTo>
                    <a:pt x="834919" y="609491"/>
                  </a:lnTo>
                  <a:cubicBezTo>
                    <a:pt x="834919" y="631413"/>
                    <a:pt x="817145" y="649187"/>
                    <a:pt x="795222" y="649187"/>
                  </a:cubicBezTo>
                  <a:close/>
                  <a:moveTo>
                    <a:pt x="79393" y="569794"/>
                  </a:moveTo>
                  <a:lnTo>
                    <a:pt x="755525" y="569794"/>
                  </a:lnTo>
                  <a:lnTo>
                    <a:pt x="755525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C2902AAD-F03B-9C4A-8B30-CA09FD0A140E}"/>
                </a:ext>
              </a:extLst>
            </p:cNvPr>
            <p:cNvSpPr/>
            <p:nvPr/>
          </p:nvSpPr>
          <p:spPr>
            <a:xfrm>
              <a:off x="4391996" y="5122080"/>
              <a:ext cx="79393" cy="243141"/>
            </a:xfrm>
            <a:custGeom>
              <a:avLst/>
              <a:gdLst>
                <a:gd name="connsiteX0" fmla="*/ 39697 w 79393"/>
                <a:gd name="connsiteY0" fmla="*/ 243141 h 243141"/>
                <a:gd name="connsiteX1" fmla="*/ 0 w 79393"/>
                <a:gd name="connsiteY1" fmla="*/ 203445 h 243141"/>
                <a:gd name="connsiteX2" fmla="*/ 0 w 79393"/>
                <a:gd name="connsiteY2" fmla="*/ 39697 h 243141"/>
                <a:gd name="connsiteX3" fmla="*/ 39697 w 79393"/>
                <a:gd name="connsiteY3" fmla="*/ 0 h 243141"/>
                <a:gd name="connsiteX4" fmla="*/ 79393 w 79393"/>
                <a:gd name="connsiteY4" fmla="*/ 39697 h 243141"/>
                <a:gd name="connsiteX5" fmla="*/ 79393 w 79393"/>
                <a:gd name="connsiteY5" fmla="*/ 203445 h 243141"/>
                <a:gd name="connsiteX6" fmla="*/ 39697 w 79393"/>
                <a:gd name="connsiteY6" fmla="*/ 243141 h 24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3141">
                  <a:moveTo>
                    <a:pt x="39697" y="243141"/>
                  </a:moveTo>
                  <a:cubicBezTo>
                    <a:pt x="17773" y="243141"/>
                    <a:pt x="0" y="225367"/>
                    <a:pt x="0" y="2034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3445"/>
                  </a:lnTo>
                  <a:cubicBezTo>
                    <a:pt x="79393" y="225367"/>
                    <a:pt x="61621" y="243141"/>
                    <a:pt x="39697" y="2431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765EAA12-0F4B-E144-BDA6-2EE69DB5E241}"/>
                </a:ext>
              </a:extLst>
            </p:cNvPr>
            <p:cNvSpPr/>
            <p:nvPr/>
          </p:nvSpPr>
          <p:spPr>
            <a:xfrm>
              <a:off x="4312603" y="5201473"/>
              <a:ext cx="238179" cy="79393"/>
            </a:xfrm>
            <a:custGeom>
              <a:avLst/>
              <a:gdLst>
                <a:gd name="connsiteX0" fmla="*/ 198483 w 238179"/>
                <a:gd name="connsiteY0" fmla="*/ 79393 h 79393"/>
                <a:gd name="connsiteX1" fmla="*/ 39697 w 238179"/>
                <a:gd name="connsiteY1" fmla="*/ 79393 h 79393"/>
                <a:gd name="connsiteX2" fmla="*/ 0 w 238179"/>
                <a:gd name="connsiteY2" fmla="*/ 39697 h 79393"/>
                <a:gd name="connsiteX3" fmla="*/ 39697 w 238179"/>
                <a:gd name="connsiteY3" fmla="*/ 0 h 79393"/>
                <a:gd name="connsiteX4" fmla="*/ 198483 w 238179"/>
                <a:gd name="connsiteY4" fmla="*/ 0 h 79393"/>
                <a:gd name="connsiteX5" fmla="*/ 238180 w 238179"/>
                <a:gd name="connsiteY5" fmla="*/ 39697 h 79393"/>
                <a:gd name="connsiteX6" fmla="*/ 198483 w 23817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179" h="79393">
                  <a:moveTo>
                    <a:pt x="19848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8483" y="0"/>
                  </a:lnTo>
                  <a:cubicBezTo>
                    <a:pt x="220407" y="0"/>
                    <a:pt x="238180" y="17773"/>
                    <a:pt x="238180" y="39697"/>
                  </a:cubicBezTo>
                  <a:cubicBezTo>
                    <a:pt x="238180" y="61619"/>
                    <a:pt x="220407" y="79393"/>
                    <a:pt x="19848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D389CA4F-FA4B-414D-B3E4-932D2D9BAE37}"/>
                </a:ext>
              </a:extLst>
            </p:cNvPr>
            <p:cNvSpPr/>
            <p:nvPr/>
          </p:nvSpPr>
          <p:spPr>
            <a:xfrm>
              <a:off x="4613949" y="5197255"/>
              <a:ext cx="211086" cy="79393"/>
            </a:xfrm>
            <a:custGeom>
              <a:avLst/>
              <a:gdLst>
                <a:gd name="connsiteX0" fmla="*/ 171390 w 211086"/>
                <a:gd name="connsiteY0" fmla="*/ 79393 h 79393"/>
                <a:gd name="connsiteX1" fmla="*/ 39697 w 211086"/>
                <a:gd name="connsiteY1" fmla="*/ 79393 h 79393"/>
                <a:gd name="connsiteX2" fmla="*/ 0 w 211086"/>
                <a:gd name="connsiteY2" fmla="*/ 39697 h 79393"/>
                <a:gd name="connsiteX3" fmla="*/ 39697 w 211086"/>
                <a:gd name="connsiteY3" fmla="*/ 0 h 79393"/>
                <a:gd name="connsiteX4" fmla="*/ 171390 w 211086"/>
                <a:gd name="connsiteY4" fmla="*/ 0 h 79393"/>
                <a:gd name="connsiteX5" fmla="*/ 211087 w 211086"/>
                <a:gd name="connsiteY5" fmla="*/ 39697 h 79393"/>
                <a:gd name="connsiteX6" fmla="*/ 171390 w 21108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086" h="79393">
                  <a:moveTo>
                    <a:pt x="17139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1390" y="0"/>
                  </a:lnTo>
                  <a:cubicBezTo>
                    <a:pt x="193312" y="0"/>
                    <a:pt x="211087" y="17773"/>
                    <a:pt x="211087" y="39697"/>
                  </a:cubicBezTo>
                  <a:cubicBezTo>
                    <a:pt x="211087" y="61619"/>
                    <a:pt x="193312" y="79393"/>
                    <a:pt x="17139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4" name="Picture Placeholder 83">
            <a:extLst>
              <a:ext uri="{FF2B5EF4-FFF2-40B4-BE49-F238E27FC236}">
                <a16:creationId xmlns:a16="http://schemas.microsoft.com/office/drawing/2014/main" id="{59AF7FE9-BF34-4A74-A09B-6E2F07FE0A29}"/>
              </a:ext>
            </a:extLst>
          </p:cNvPr>
          <p:cNvGrpSpPr>
            <a:grpSpLocks noChangeAspect="1"/>
          </p:cNvGrpSpPr>
          <p:nvPr/>
        </p:nvGrpSpPr>
        <p:grpSpPr>
          <a:xfrm>
            <a:off x="5522185" y="4775976"/>
            <a:ext cx="740639" cy="833627"/>
            <a:chOff x="5522185" y="4775976"/>
            <a:chExt cx="740639" cy="833627"/>
          </a:xfrm>
        </p:grpSpPr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3FCC04DF-BA90-B746-9B7C-BF94631444C0}"/>
                </a:ext>
              </a:extLst>
            </p:cNvPr>
            <p:cNvSpPr/>
            <p:nvPr/>
          </p:nvSpPr>
          <p:spPr>
            <a:xfrm>
              <a:off x="5522185" y="4775976"/>
              <a:ext cx="740639" cy="833627"/>
            </a:xfrm>
            <a:custGeom>
              <a:avLst/>
              <a:gdLst>
                <a:gd name="connsiteX0" fmla="*/ 700943 w 740639"/>
                <a:gd name="connsiteY0" fmla="*/ 833628 h 833627"/>
                <a:gd name="connsiteX1" fmla="*/ 39697 w 740639"/>
                <a:gd name="connsiteY1" fmla="*/ 833628 h 833627"/>
                <a:gd name="connsiteX2" fmla="*/ 0 w 740639"/>
                <a:gd name="connsiteY2" fmla="*/ 793931 h 833627"/>
                <a:gd name="connsiteX3" fmla="*/ 0 w 740639"/>
                <a:gd name="connsiteY3" fmla="*/ 39697 h 833627"/>
                <a:gd name="connsiteX4" fmla="*/ 39697 w 740639"/>
                <a:gd name="connsiteY4" fmla="*/ 0 h 833627"/>
                <a:gd name="connsiteX5" fmla="*/ 700943 w 740639"/>
                <a:gd name="connsiteY5" fmla="*/ 0 h 833627"/>
                <a:gd name="connsiteX6" fmla="*/ 740639 w 740639"/>
                <a:gd name="connsiteY6" fmla="*/ 39697 h 833627"/>
                <a:gd name="connsiteX7" fmla="*/ 740639 w 740639"/>
                <a:gd name="connsiteY7" fmla="*/ 793931 h 833627"/>
                <a:gd name="connsiteX8" fmla="*/ 700943 w 740639"/>
                <a:gd name="connsiteY8" fmla="*/ 833628 h 833627"/>
                <a:gd name="connsiteX9" fmla="*/ 79393 w 740639"/>
                <a:gd name="connsiteY9" fmla="*/ 754234 h 833627"/>
                <a:gd name="connsiteX10" fmla="*/ 661246 w 740639"/>
                <a:gd name="connsiteY10" fmla="*/ 754234 h 833627"/>
                <a:gd name="connsiteX11" fmla="*/ 661246 w 740639"/>
                <a:gd name="connsiteY11" fmla="*/ 79393 h 833627"/>
                <a:gd name="connsiteX12" fmla="*/ 79393 w 740639"/>
                <a:gd name="connsiteY12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0639" h="833627">
                  <a:moveTo>
                    <a:pt x="700943" y="833628"/>
                  </a:moveTo>
                  <a:lnTo>
                    <a:pt x="39697" y="833628"/>
                  </a:lnTo>
                  <a:cubicBezTo>
                    <a:pt x="17773" y="833628"/>
                    <a:pt x="0" y="815853"/>
                    <a:pt x="0" y="7939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0943" y="0"/>
                  </a:lnTo>
                  <a:cubicBezTo>
                    <a:pt x="722865" y="0"/>
                    <a:pt x="740639" y="17773"/>
                    <a:pt x="740639" y="39697"/>
                  </a:cubicBezTo>
                  <a:lnTo>
                    <a:pt x="740639" y="793931"/>
                  </a:lnTo>
                  <a:cubicBezTo>
                    <a:pt x="740639" y="815853"/>
                    <a:pt x="722865" y="833628"/>
                    <a:pt x="700943" y="833628"/>
                  </a:cubicBezTo>
                  <a:close/>
                  <a:moveTo>
                    <a:pt x="79393" y="754234"/>
                  </a:moveTo>
                  <a:lnTo>
                    <a:pt x="661246" y="754234"/>
                  </a:lnTo>
                  <a:lnTo>
                    <a:pt x="66124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E5C44393-33FE-254E-912F-B517A842B9DA}"/>
                </a:ext>
              </a:extLst>
            </p:cNvPr>
            <p:cNvSpPr/>
            <p:nvPr/>
          </p:nvSpPr>
          <p:spPr>
            <a:xfrm>
              <a:off x="5632343" y="5115431"/>
              <a:ext cx="161565" cy="166576"/>
            </a:xfrm>
            <a:custGeom>
              <a:avLst/>
              <a:gdLst>
                <a:gd name="connsiteX0" fmla="*/ 121869 w 161565"/>
                <a:gd name="connsiteY0" fmla="*/ 166577 h 166576"/>
                <a:gd name="connsiteX1" fmla="*/ 39697 w 161565"/>
                <a:gd name="connsiteY1" fmla="*/ 166577 h 166576"/>
                <a:gd name="connsiteX2" fmla="*/ 0 w 161565"/>
                <a:gd name="connsiteY2" fmla="*/ 126880 h 166576"/>
                <a:gd name="connsiteX3" fmla="*/ 0 w 161565"/>
                <a:gd name="connsiteY3" fmla="*/ 39697 h 166576"/>
                <a:gd name="connsiteX4" fmla="*/ 39697 w 161565"/>
                <a:gd name="connsiteY4" fmla="*/ 0 h 166576"/>
                <a:gd name="connsiteX5" fmla="*/ 79393 w 161565"/>
                <a:gd name="connsiteY5" fmla="*/ 39697 h 166576"/>
                <a:gd name="connsiteX6" fmla="*/ 79393 w 161565"/>
                <a:gd name="connsiteY6" fmla="*/ 87184 h 166576"/>
                <a:gd name="connsiteX7" fmla="*/ 121869 w 161565"/>
                <a:gd name="connsiteY7" fmla="*/ 87184 h 166576"/>
                <a:gd name="connsiteX8" fmla="*/ 161565 w 161565"/>
                <a:gd name="connsiteY8" fmla="*/ 126880 h 166576"/>
                <a:gd name="connsiteX9" fmla="*/ 121869 w 161565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565" h="166576">
                  <a:moveTo>
                    <a:pt x="121869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7184"/>
                  </a:lnTo>
                  <a:lnTo>
                    <a:pt x="121869" y="87184"/>
                  </a:lnTo>
                  <a:cubicBezTo>
                    <a:pt x="143792" y="87184"/>
                    <a:pt x="161565" y="104956"/>
                    <a:pt x="161565" y="126880"/>
                  </a:cubicBezTo>
                  <a:cubicBezTo>
                    <a:pt x="161565" y="148803"/>
                    <a:pt x="143792" y="166577"/>
                    <a:pt x="121869" y="1665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F70E340-E985-8B46-8240-58BF65D50E57}"/>
                </a:ext>
              </a:extLst>
            </p:cNvPr>
            <p:cNvSpPr/>
            <p:nvPr/>
          </p:nvSpPr>
          <p:spPr>
            <a:xfrm>
              <a:off x="5632443" y="5301310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80" y="87184"/>
                    <a:pt x="156653" y="104958"/>
                    <a:pt x="156653" y="126880"/>
                  </a:cubicBezTo>
                  <a:cubicBezTo>
                    <a:pt x="156653" y="148803"/>
                    <a:pt x="138880" y="166577"/>
                    <a:pt x="116956" y="1665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0F9164D6-2DCD-344B-A051-03DAF356C8B0}"/>
                </a:ext>
              </a:extLst>
            </p:cNvPr>
            <p:cNvSpPr/>
            <p:nvPr/>
          </p:nvSpPr>
          <p:spPr>
            <a:xfrm>
              <a:off x="5820952" y="5114091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79" y="87184"/>
                    <a:pt x="156653" y="104956"/>
                    <a:pt x="156653" y="126880"/>
                  </a:cubicBezTo>
                  <a:cubicBezTo>
                    <a:pt x="156653" y="148803"/>
                    <a:pt x="138879" y="166577"/>
                    <a:pt x="116956" y="1665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9B571CD6-761D-0C47-9881-CDD07A9B06EA}"/>
                </a:ext>
              </a:extLst>
            </p:cNvPr>
            <p:cNvSpPr/>
            <p:nvPr/>
          </p:nvSpPr>
          <p:spPr>
            <a:xfrm>
              <a:off x="5821101" y="5299970"/>
              <a:ext cx="156652" cy="166576"/>
            </a:xfrm>
            <a:custGeom>
              <a:avLst/>
              <a:gdLst>
                <a:gd name="connsiteX0" fmla="*/ 116956 w 156652"/>
                <a:gd name="connsiteY0" fmla="*/ 166577 h 166576"/>
                <a:gd name="connsiteX1" fmla="*/ 39697 w 156652"/>
                <a:gd name="connsiteY1" fmla="*/ 166577 h 166576"/>
                <a:gd name="connsiteX2" fmla="*/ 0 w 156652"/>
                <a:gd name="connsiteY2" fmla="*/ 126880 h 166576"/>
                <a:gd name="connsiteX3" fmla="*/ 0 w 156652"/>
                <a:gd name="connsiteY3" fmla="*/ 39697 h 166576"/>
                <a:gd name="connsiteX4" fmla="*/ 39697 w 156652"/>
                <a:gd name="connsiteY4" fmla="*/ 0 h 166576"/>
                <a:gd name="connsiteX5" fmla="*/ 79393 w 156652"/>
                <a:gd name="connsiteY5" fmla="*/ 39697 h 166576"/>
                <a:gd name="connsiteX6" fmla="*/ 79393 w 156652"/>
                <a:gd name="connsiteY6" fmla="*/ 87184 h 166576"/>
                <a:gd name="connsiteX7" fmla="*/ 116956 w 156652"/>
                <a:gd name="connsiteY7" fmla="*/ 87184 h 166576"/>
                <a:gd name="connsiteX8" fmla="*/ 156653 w 156652"/>
                <a:gd name="connsiteY8" fmla="*/ 126880 h 166576"/>
                <a:gd name="connsiteX9" fmla="*/ 116956 w 156652"/>
                <a:gd name="connsiteY9" fmla="*/ 166577 h 1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52" h="166576">
                  <a:moveTo>
                    <a:pt x="116956" y="166577"/>
                  </a:moveTo>
                  <a:lnTo>
                    <a:pt x="39697" y="166577"/>
                  </a:lnTo>
                  <a:cubicBezTo>
                    <a:pt x="17773" y="166577"/>
                    <a:pt x="0" y="148803"/>
                    <a:pt x="0" y="126880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87184"/>
                  </a:lnTo>
                  <a:lnTo>
                    <a:pt x="116956" y="87184"/>
                  </a:lnTo>
                  <a:cubicBezTo>
                    <a:pt x="138879" y="87184"/>
                    <a:pt x="156653" y="104958"/>
                    <a:pt x="156653" y="126880"/>
                  </a:cubicBezTo>
                  <a:cubicBezTo>
                    <a:pt x="156653" y="148803"/>
                    <a:pt x="138879" y="166577"/>
                    <a:pt x="116956" y="1665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5688C7BB-007A-A146-A62D-D0DF738BE7DA}"/>
                </a:ext>
              </a:extLst>
            </p:cNvPr>
            <p:cNvSpPr/>
            <p:nvPr/>
          </p:nvSpPr>
          <p:spPr>
            <a:xfrm>
              <a:off x="6011595" y="5103472"/>
              <a:ext cx="151690" cy="365059"/>
            </a:xfrm>
            <a:custGeom>
              <a:avLst/>
              <a:gdLst>
                <a:gd name="connsiteX0" fmla="*/ 111994 w 151690"/>
                <a:gd name="connsiteY0" fmla="*/ 365059 h 365059"/>
                <a:gd name="connsiteX1" fmla="*/ 39697 w 151690"/>
                <a:gd name="connsiteY1" fmla="*/ 365059 h 365059"/>
                <a:gd name="connsiteX2" fmla="*/ 0 w 151690"/>
                <a:gd name="connsiteY2" fmla="*/ 325363 h 365059"/>
                <a:gd name="connsiteX3" fmla="*/ 0 w 151690"/>
                <a:gd name="connsiteY3" fmla="*/ 39697 h 365059"/>
                <a:gd name="connsiteX4" fmla="*/ 39697 w 151690"/>
                <a:gd name="connsiteY4" fmla="*/ 0 h 365059"/>
                <a:gd name="connsiteX5" fmla="*/ 79393 w 151690"/>
                <a:gd name="connsiteY5" fmla="*/ 39697 h 365059"/>
                <a:gd name="connsiteX6" fmla="*/ 79393 w 151690"/>
                <a:gd name="connsiteY6" fmla="*/ 285666 h 365059"/>
                <a:gd name="connsiteX7" fmla="*/ 111994 w 151690"/>
                <a:gd name="connsiteY7" fmla="*/ 285666 h 365059"/>
                <a:gd name="connsiteX8" fmla="*/ 151691 w 151690"/>
                <a:gd name="connsiteY8" fmla="*/ 325363 h 365059"/>
                <a:gd name="connsiteX9" fmla="*/ 111994 w 151690"/>
                <a:gd name="connsiteY9" fmla="*/ 365059 h 36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690" h="365059">
                  <a:moveTo>
                    <a:pt x="111994" y="365059"/>
                  </a:moveTo>
                  <a:lnTo>
                    <a:pt x="39697" y="365059"/>
                  </a:lnTo>
                  <a:cubicBezTo>
                    <a:pt x="17774" y="365059"/>
                    <a:pt x="0" y="347285"/>
                    <a:pt x="0" y="32536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85666"/>
                  </a:lnTo>
                  <a:lnTo>
                    <a:pt x="111994" y="285666"/>
                  </a:lnTo>
                  <a:cubicBezTo>
                    <a:pt x="133917" y="285666"/>
                    <a:pt x="151691" y="303440"/>
                    <a:pt x="151691" y="325363"/>
                  </a:cubicBezTo>
                  <a:cubicBezTo>
                    <a:pt x="151691" y="347285"/>
                    <a:pt x="133917" y="365059"/>
                    <a:pt x="111994" y="3650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A5751EE0-4F47-9547-B91B-10EE37624B29}"/>
                </a:ext>
              </a:extLst>
            </p:cNvPr>
            <p:cNvSpPr/>
            <p:nvPr/>
          </p:nvSpPr>
          <p:spPr>
            <a:xfrm>
              <a:off x="5617110" y="4918486"/>
              <a:ext cx="550790" cy="79393"/>
            </a:xfrm>
            <a:custGeom>
              <a:avLst/>
              <a:gdLst>
                <a:gd name="connsiteX0" fmla="*/ 511094 w 550790"/>
                <a:gd name="connsiteY0" fmla="*/ 79393 h 79393"/>
                <a:gd name="connsiteX1" fmla="*/ 39697 w 550790"/>
                <a:gd name="connsiteY1" fmla="*/ 79393 h 79393"/>
                <a:gd name="connsiteX2" fmla="*/ 0 w 550790"/>
                <a:gd name="connsiteY2" fmla="*/ 39697 h 79393"/>
                <a:gd name="connsiteX3" fmla="*/ 39697 w 550790"/>
                <a:gd name="connsiteY3" fmla="*/ 0 h 79393"/>
                <a:gd name="connsiteX4" fmla="*/ 511094 w 550790"/>
                <a:gd name="connsiteY4" fmla="*/ 0 h 79393"/>
                <a:gd name="connsiteX5" fmla="*/ 550790 w 550790"/>
                <a:gd name="connsiteY5" fmla="*/ 39697 h 79393"/>
                <a:gd name="connsiteX6" fmla="*/ 511094 w 5507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790" h="79393">
                  <a:moveTo>
                    <a:pt x="51109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11094" y="0"/>
                  </a:lnTo>
                  <a:cubicBezTo>
                    <a:pt x="533016" y="0"/>
                    <a:pt x="550790" y="17773"/>
                    <a:pt x="550790" y="39697"/>
                  </a:cubicBezTo>
                  <a:cubicBezTo>
                    <a:pt x="550790" y="61620"/>
                    <a:pt x="533016" y="79393"/>
                    <a:pt x="51109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2" name="Picture Placeholder 85">
            <a:extLst>
              <a:ext uri="{FF2B5EF4-FFF2-40B4-BE49-F238E27FC236}">
                <a16:creationId xmlns:a16="http://schemas.microsoft.com/office/drawing/2014/main" id="{A0D16DB8-F2F9-4CD9-A839-CAE4930AE2A6}"/>
              </a:ext>
            </a:extLst>
          </p:cNvPr>
          <p:cNvGrpSpPr>
            <a:grpSpLocks noChangeAspect="1"/>
          </p:cNvGrpSpPr>
          <p:nvPr/>
        </p:nvGrpSpPr>
        <p:grpSpPr>
          <a:xfrm>
            <a:off x="6797317" y="4780094"/>
            <a:ext cx="825391" cy="825390"/>
            <a:chOff x="6797317" y="4780094"/>
            <a:chExt cx="825391" cy="825390"/>
          </a:xfrm>
        </p:grpSpPr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811D867B-B400-684F-AE01-B557594F9B23}"/>
                </a:ext>
              </a:extLst>
            </p:cNvPr>
            <p:cNvSpPr/>
            <p:nvPr/>
          </p:nvSpPr>
          <p:spPr>
            <a:xfrm>
              <a:off x="6797317" y="4780094"/>
              <a:ext cx="79393" cy="825390"/>
            </a:xfrm>
            <a:custGeom>
              <a:avLst/>
              <a:gdLst>
                <a:gd name="connsiteX0" fmla="*/ 39697 w 79393"/>
                <a:gd name="connsiteY0" fmla="*/ 825391 h 825390"/>
                <a:gd name="connsiteX1" fmla="*/ 0 w 79393"/>
                <a:gd name="connsiteY1" fmla="*/ 785694 h 825390"/>
                <a:gd name="connsiteX2" fmla="*/ 0 w 79393"/>
                <a:gd name="connsiteY2" fmla="*/ 39697 h 825390"/>
                <a:gd name="connsiteX3" fmla="*/ 39697 w 79393"/>
                <a:gd name="connsiteY3" fmla="*/ 0 h 825390"/>
                <a:gd name="connsiteX4" fmla="*/ 79393 w 79393"/>
                <a:gd name="connsiteY4" fmla="*/ 39697 h 825390"/>
                <a:gd name="connsiteX5" fmla="*/ 79393 w 79393"/>
                <a:gd name="connsiteY5" fmla="*/ 785694 h 825390"/>
                <a:gd name="connsiteX6" fmla="*/ 39697 w 79393"/>
                <a:gd name="connsiteY6" fmla="*/ 825391 h 825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5390">
                  <a:moveTo>
                    <a:pt x="39697" y="825391"/>
                  </a:moveTo>
                  <a:cubicBezTo>
                    <a:pt x="17773" y="825391"/>
                    <a:pt x="0" y="807616"/>
                    <a:pt x="0" y="7856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85694"/>
                  </a:lnTo>
                  <a:cubicBezTo>
                    <a:pt x="79393" y="807616"/>
                    <a:pt x="61621" y="825391"/>
                    <a:pt x="39697" y="8253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A5F8E7E0-6309-E44F-A3F1-B437873F7EEF}"/>
                </a:ext>
              </a:extLst>
            </p:cNvPr>
            <p:cNvSpPr/>
            <p:nvPr/>
          </p:nvSpPr>
          <p:spPr>
            <a:xfrm>
              <a:off x="6797317" y="5526092"/>
              <a:ext cx="825391" cy="79393"/>
            </a:xfrm>
            <a:custGeom>
              <a:avLst/>
              <a:gdLst>
                <a:gd name="connsiteX0" fmla="*/ 785695 w 825391"/>
                <a:gd name="connsiteY0" fmla="*/ 79393 h 79393"/>
                <a:gd name="connsiteX1" fmla="*/ 39697 w 825391"/>
                <a:gd name="connsiteY1" fmla="*/ 79393 h 79393"/>
                <a:gd name="connsiteX2" fmla="*/ 0 w 825391"/>
                <a:gd name="connsiteY2" fmla="*/ 39697 h 79393"/>
                <a:gd name="connsiteX3" fmla="*/ 39697 w 825391"/>
                <a:gd name="connsiteY3" fmla="*/ 0 h 79393"/>
                <a:gd name="connsiteX4" fmla="*/ 785695 w 825391"/>
                <a:gd name="connsiteY4" fmla="*/ 0 h 79393"/>
                <a:gd name="connsiteX5" fmla="*/ 825391 w 825391"/>
                <a:gd name="connsiteY5" fmla="*/ 39697 h 79393"/>
                <a:gd name="connsiteX6" fmla="*/ 785695 w 82539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391" h="79393">
                  <a:moveTo>
                    <a:pt x="78569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5695" y="0"/>
                  </a:lnTo>
                  <a:cubicBezTo>
                    <a:pt x="807617" y="0"/>
                    <a:pt x="825391" y="17774"/>
                    <a:pt x="825391" y="39697"/>
                  </a:cubicBezTo>
                  <a:cubicBezTo>
                    <a:pt x="825391" y="61619"/>
                    <a:pt x="807617" y="79393"/>
                    <a:pt x="78569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1FCC73F8-181D-2445-ACB7-4C7E74D002BF}"/>
                </a:ext>
              </a:extLst>
            </p:cNvPr>
            <p:cNvSpPr/>
            <p:nvPr/>
          </p:nvSpPr>
          <p:spPr>
            <a:xfrm>
              <a:off x="6983594" y="5059459"/>
              <a:ext cx="79393" cy="359104"/>
            </a:xfrm>
            <a:custGeom>
              <a:avLst/>
              <a:gdLst>
                <a:gd name="connsiteX0" fmla="*/ 39697 w 79393"/>
                <a:gd name="connsiteY0" fmla="*/ 359105 h 359104"/>
                <a:gd name="connsiteX1" fmla="*/ 0 w 79393"/>
                <a:gd name="connsiteY1" fmla="*/ 319408 h 359104"/>
                <a:gd name="connsiteX2" fmla="*/ 0 w 79393"/>
                <a:gd name="connsiteY2" fmla="*/ 39697 h 359104"/>
                <a:gd name="connsiteX3" fmla="*/ 39697 w 79393"/>
                <a:gd name="connsiteY3" fmla="*/ 0 h 359104"/>
                <a:gd name="connsiteX4" fmla="*/ 79393 w 79393"/>
                <a:gd name="connsiteY4" fmla="*/ 39697 h 359104"/>
                <a:gd name="connsiteX5" fmla="*/ 79393 w 79393"/>
                <a:gd name="connsiteY5" fmla="*/ 319408 h 359104"/>
                <a:gd name="connsiteX6" fmla="*/ 39697 w 79393"/>
                <a:gd name="connsiteY6" fmla="*/ 359105 h 35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9104">
                  <a:moveTo>
                    <a:pt x="39697" y="359105"/>
                  </a:moveTo>
                  <a:cubicBezTo>
                    <a:pt x="17773" y="359105"/>
                    <a:pt x="0" y="341331"/>
                    <a:pt x="0" y="319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9408"/>
                  </a:lnTo>
                  <a:cubicBezTo>
                    <a:pt x="79393" y="341331"/>
                    <a:pt x="61621" y="359105"/>
                    <a:pt x="39697" y="35910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5D38CB84-548D-054A-BD8E-6DA9FA824F7A}"/>
                </a:ext>
              </a:extLst>
            </p:cNvPr>
            <p:cNvSpPr/>
            <p:nvPr/>
          </p:nvSpPr>
          <p:spPr>
            <a:xfrm>
              <a:off x="7170316" y="4873232"/>
              <a:ext cx="79393" cy="545331"/>
            </a:xfrm>
            <a:custGeom>
              <a:avLst/>
              <a:gdLst>
                <a:gd name="connsiteX0" fmla="*/ 39697 w 79393"/>
                <a:gd name="connsiteY0" fmla="*/ 545331 h 545331"/>
                <a:gd name="connsiteX1" fmla="*/ 0 w 79393"/>
                <a:gd name="connsiteY1" fmla="*/ 505635 h 545331"/>
                <a:gd name="connsiteX2" fmla="*/ 0 w 79393"/>
                <a:gd name="connsiteY2" fmla="*/ 39697 h 545331"/>
                <a:gd name="connsiteX3" fmla="*/ 39697 w 79393"/>
                <a:gd name="connsiteY3" fmla="*/ 0 h 545331"/>
                <a:gd name="connsiteX4" fmla="*/ 79393 w 79393"/>
                <a:gd name="connsiteY4" fmla="*/ 39697 h 545331"/>
                <a:gd name="connsiteX5" fmla="*/ 79393 w 79393"/>
                <a:gd name="connsiteY5" fmla="*/ 505635 h 545331"/>
                <a:gd name="connsiteX6" fmla="*/ 39697 w 79393"/>
                <a:gd name="connsiteY6" fmla="*/ 545331 h 54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45331">
                  <a:moveTo>
                    <a:pt x="39697" y="545331"/>
                  </a:moveTo>
                  <a:cubicBezTo>
                    <a:pt x="17773" y="545331"/>
                    <a:pt x="0" y="527557"/>
                    <a:pt x="0" y="50563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05635"/>
                  </a:lnTo>
                  <a:cubicBezTo>
                    <a:pt x="79393" y="527557"/>
                    <a:pt x="61621" y="545331"/>
                    <a:pt x="39697" y="5453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776F7FE4-65F7-D444-95B2-326BBE6E3E85}"/>
                </a:ext>
              </a:extLst>
            </p:cNvPr>
            <p:cNvSpPr/>
            <p:nvPr/>
          </p:nvSpPr>
          <p:spPr>
            <a:xfrm>
              <a:off x="7356394" y="5153093"/>
              <a:ext cx="79393" cy="265470"/>
            </a:xfrm>
            <a:custGeom>
              <a:avLst/>
              <a:gdLst>
                <a:gd name="connsiteX0" fmla="*/ 39697 w 79393"/>
                <a:gd name="connsiteY0" fmla="*/ 265471 h 265470"/>
                <a:gd name="connsiteX1" fmla="*/ 0 w 79393"/>
                <a:gd name="connsiteY1" fmla="*/ 225774 h 265470"/>
                <a:gd name="connsiteX2" fmla="*/ 0 w 79393"/>
                <a:gd name="connsiteY2" fmla="*/ 39697 h 265470"/>
                <a:gd name="connsiteX3" fmla="*/ 39697 w 79393"/>
                <a:gd name="connsiteY3" fmla="*/ 0 h 265470"/>
                <a:gd name="connsiteX4" fmla="*/ 79393 w 79393"/>
                <a:gd name="connsiteY4" fmla="*/ 39697 h 265470"/>
                <a:gd name="connsiteX5" fmla="*/ 79393 w 79393"/>
                <a:gd name="connsiteY5" fmla="*/ 225774 h 265470"/>
                <a:gd name="connsiteX6" fmla="*/ 39697 w 79393"/>
                <a:gd name="connsiteY6" fmla="*/ 265471 h 26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470">
                  <a:moveTo>
                    <a:pt x="39697" y="265471"/>
                  </a:moveTo>
                  <a:cubicBezTo>
                    <a:pt x="17774" y="265471"/>
                    <a:pt x="0" y="247697"/>
                    <a:pt x="0" y="22577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5774"/>
                  </a:lnTo>
                  <a:cubicBezTo>
                    <a:pt x="79393" y="247697"/>
                    <a:pt x="61619" y="265471"/>
                    <a:pt x="39697" y="2654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8" name="Picture Placeholder 87">
            <a:extLst>
              <a:ext uri="{FF2B5EF4-FFF2-40B4-BE49-F238E27FC236}">
                <a16:creationId xmlns:a16="http://schemas.microsoft.com/office/drawing/2014/main" id="{59F6D1CC-995B-4DBC-8EEE-26932B14EEAB}"/>
              </a:ext>
            </a:extLst>
          </p:cNvPr>
          <p:cNvGrpSpPr>
            <a:grpSpLocks noChangeAspect="1"/>
          </p:cNvGrpSpPr>
          <p:nvPr/>
        </p:nvGrpSpPr>
        <p:grpSpPr>
          <a:xfrm>
            <a:off x="8109367" y="4774636"/>
            <a:ext cx="836308" cy="836307"/>
            <a:chOff x="8109367" y="4774636"/>
            <a:chExt cx="836308" cy="836307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F1ECFCF3-B90E-B24B-99AF-4ABE05606A30}"/>
                </a:ext>
              </a:extLst>
            </p:cNvPr>
            <p:cNvSpPr/>
            <p:nvPr/>
          </p:nvSpPr>
          <p:spPr>
            <a:xfrm>
              <a:off x="8109367" y="4774636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E0CA0357-7B2F-0442-A022-34B6B2B1957D}"/>
                </a:ext>
              </a:extLst>
            </p:cNvPr>
            <p:cNvSpPr/>
            <p:nvPr/>
          </p:nvSpPr>
          <p:spPr>
            <a:xfrm>
              <a:off x="8109367" y="5531550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8996884-195B-6449-95F6-DD10F24FF359}"/>
                </a:ext>
              </a:extLst>
            </p:cNvPr>
            <p:cNvSpPr/>
            <p:nvPr/>
          </p:nvSpPr>
          <p:spPr>
            <a:xfrm>
              <a:off x="8491844" y="5058119"/>
              <a:ext cx="79393" cy="363322"/>
            </a:xfrm>
            <a:custGeom>
              <a:avLst/>
              <a:gdLst>
                <a:gd name="connsiteX0" fmla="*/ 39697 w 79393"/>
                <a:gd name="connsiteY0" fmla="*/ 363323 h 363322"/>
                <a:gd name="connsiteX1" fmla="*/ 0 w 79393"/>
                <a:gd name="connsiteY1" fmla="*/ 323626 h 363322"/>
                <a:gd name="connsiteX2" fmla="*/ 0 w 79393"/>
                <a:gd name="connsiteY2" fmla="*/ 39697 h 363322"/>
                <a:gd name="connsiteX3" fmla="*/ 39697 w 79393"/>
                <a:gd name="connsiteY3" fmla="*/ 0 h 363322"/>
                <a:gd name="connsiteX4" fmla="*/ 79393 w 79393"/>
                <a:gd name="connsiteY4" fmla="*/ 39697 h 363322"/>
                <a:gd name="connsiteX5" fmla="*/ 79393 w 79393"/>
                <a:gd name="connsiteY5" fmla="*/ 323626 h 363322"/>
                <a:gd name="connsiteX6" fmla="*/ 39697 w 79393"/>
                <a:gd name="connsiteY6" fmla="*/ 363323 h 36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22">
                  <a:moveTo>
                    <a:pt x="39697" y="363323"/>
                  </a:moveTo>
                  <a:cubicBezTo>
                    <a:pt x="17773" y="363323"/>
                    <a:pt x="0" y="345549"/>
                    <a:pt x="0" y="3236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393" y="345549"/>
                    <a:pt x="61621" y="363323"/>
                    <a:pt x="39697" y="3633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B8500F33-8E3D-D14F-B91C-F1188D5CB6DE}"/>
                </a:ext>
              </a:extLst>
            </p:cNvPr>
            <p:cNvSpPr/>
            <p:nvPr/>
          </p:nvSpPr>
          <p:spPr>
            <a:xfrm>
              <a:off x="8676383" y="4869114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4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19" y="552328"/>
                    <a:pt x="39697" y="5523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BD383272-E0A1-8048-8EB2-BBC5259BC02D}"/>
                </a:ext>
              </a:extLst>
            </p:cNvPr>
            <p:cNvSpPr/>
            <p:nvPr/>
          </p:nvSpPr>
          <p:spPr>
            <a:xfrm>
              <a:off x="8299663" y="5153093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3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21" y="268349"/>
                    <a:pt x="39697" y="2683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A711272-9BDA-464F-A15C-EFE2CD12A2BA}"/>
                </a:ext>
              </a:extLst>
            </p:cNvPr>
            <p:cNvSpPr/>
            <p:nvPr/>
          </p:nvSpPr>
          <p:spPr>
            <a:xfrm>
              <a:off x="8295116" y="4786858"/>
              <a:ext cx="263995" cy="264066"/>
            </a:xfrm>
            <a:custGeom>
              <a:avLst/>
              <a:gdLst>
                <a:gd name="connsiteX0" fmla="*/ 39579 w 263995"/>
                <a:gd name="connsiteY0" fmla="*/ 264066 h 264066"/>
                <a:gd name="connsiteX1" fmla="*/ 0 w 263995"/>
                <a:gd name="connsiteY1" fmla="*/ 224253 h 264066"/>
                <a:gd name="connsiteX2" fmla="*/ 11593 w 263995"/>
                <a:gd name="connsiteY2" fmla="*/ 196334 h 264066"/>
                <a:gd name="connsiteX3" fmla="*/ 197671 w 263995"/>
                <a:gd name="connsiteY3" fmla="*/ 10256 h 264066"/>
                <a:gd name="connsiteX4" fmla="*/ 253740 w 263995"/>
                <a:gd name="connsiteY4" fmla="*/ 13068 h 264066"/>
                <a:gd name="connsiteX5" fmla="*/ 253693 w 263995"/>
                <a:gd name="connsiteY5" fmla="*/ 66377 h 264066"/>
                <a:gd name="connsiteX6" fmla="*/ 67615 w 263995"/>
                <a:gd name="connsiteY6" fmla="*/ 252455 h 264066"/>
                <a:gd name="connsiteX7" fmla="*/ 39579 w 263995"/>
                <a:gd name="connsiteY7" fmla="*/ 264066 h 26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95" h="264066">
                  <a:moveTo>
                    <a:pt x="39579" y="264066"/>
                  </a:moveTo>
                  <a:cubicBezTo>
                    <a:pt x="17655" y="264001"/>
                    <a:pt x="-65" y="246176"/>
                    <a:pt x="0" y="224253"/>
                  </a:cubicBezTo>
                  <a:cubicBezTo>
                    <a:pt x="31" y="213782"/>
                    <a:pt x="4198" y="203747"/>
                    <a:pt x="11593" y="196334"/>
                  </a:cubicBezTo>
                  <a:lnTo>
                    <a:pt x="197671" y="10256"/>
                  </a:lnTo>
                  <a:cubicBezTo>
                    <a:pt x="213931" y="-4450"/>
                    <a:pt x="239033" y="-3191"/>
                    <a:pt x="253740" y="13068"/>
                  </a:cubicBezTo>
                  <a:cubicBezTo>
                    <a:pt x="267433" y="28207"/>
                    <a:pt x="267412" y="51263"/>
                    <a:pt x="253693" y="66377"/>
                  </a:cubicBezTo>
                  <a:lnTo>
                    <a:pt x="67615" y="252455"/>
                  </a:lnTo>
                  <a:cubicBezTo>
                    <a:pt x="60176" y="259886"/>
                    <a:pt x="50093" y="264061"/>
                    <a:pt x="39579" y="26406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46E788AA-2A3E-434C-A606-7CA3A063128F}"/>
                </a:ext>
              </a:extLst>
            </p:cNvPr>
            <p:cNvSpPr/>
            <p:nvPr/>
          </p:nvSpPr>
          <p:spPr>
            <a:xfrm>
              <a:off x="8390717" y="4783965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2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6" name="Picture Placeholder 89">
            <a:extLst>
              <a:ext uri="{FF2B5EF4-FFF2-40B4-BE49-F238E27FC236}">
                <a16:creationId xmlns:a16="http://schemas.microsoft.com/office/drawing/2014/main" id="{7B7E47E0-2116-4BDD-ACDD-93F080B92BB5}"/>
              </a:ext>
            </a:extLst>
          </p:cNvPr>
          <p:cNvGrpSpPr>
            <a:grpSpLocks noChangeAspect="1"/>
          </p:cNvGrpSpPr>
          <p:nvPr/>
        </p:nvGrpSpPr>
        <p:grpSpPr>
          <a:xfrm>
            <a:off x="9426874" y="4775331"/>
            <a:ext cx="836308" cy="836307"/>
            <a:chOff x="9426874" y="4775331"/>
            <a:chExt cx="836308" cy="836307"/>
          </a:xfrm>
        </p:grpSpPr>
        <p:grpSp>
          <p:nvGrpSpPr>
            <p:cNvPr id="227" name="Picture Placeholder 89">
              <a:extLst>
                <a:ext uri="{FF2B5EF4-FFF2-40B4-BE49-F238E27FC236}">
                  <a16:creationId xmlns:a16="http://schemas.microsoft.com/office/drawing/2014/main" id="{7B7E47E0-2116-4BDD-ACDD-93F080B92BB5}"/>
                </a:ext>
              </a:extLst>
            </p:cNvPr>
            <p:cNvGrpSpPr/>
            <p:nvPr/>
          </p:nvGrpSpPr>
          <p:grpSpPr>
            <a:xfrm>
              <a:off x="9426874" y="4775331"/>
              <a:ext cx="836308" cy="836307"/>
              <a:chOff x="9426874" y="4775331"/>
              <a:chExt cx="836308" cy="836307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9C04CB79-1D26-AC4A-8DC6-44A887B3FF0D}"/>
                  </a:ext>
                </a:extLst>
              </p:cNvPr>
              <p:cNvSpPr/>
              <p:nvPr/>
            </p:nvSpPr>
            <p:spPr>
              <a:xfrm>
                <a:off x="9426874" y="4775331"/>
                <a:ext cx="79393" cy="836307"/>
              </a:xfrm>
              <a:custGeom>
                <a:avLst/>
                <a:gdLst>
                  <a:gd name="connsiteX0" fmla="*/ 39697 w 79393"/>
                  <a:gd name="connsiteY0" fmla="*/ 836307 h 836307"/>
                  <a:gd name="connsiteX1" fmla="*/ 0 w 79393"/>
                  <a:gd name="connsiteY1" fmla="*/ 796611 h 836307"/>
                  <a:gd name="connsiteX2" fmla="*/ 0 w 79393"/>
                  <a:gd name="connsiteY2" fmla="*/ 39697 h 836307"/>
                  <a:gd name="connsiteX3" fmla="*/ 39697 w 79393"/>
                  <a:gd name="connsiteY3" fmla="*/ 0 h 836307"/>
                  <a:gd name="connsiteX4" fmla="*/ 79393 w 79393"/>
                  <a:gd name="connsiteY4" fmla="*/ 39697 h 836307"/>
                  <a:gd name="connsiteX5" fmla="*/ 79393 w 79393"/>
                  <a:gd name="connsiteY5" fmla="*/ 796611 h 836307"/>
                  <a:gd name="connsiteX6" fmla="*/ 39697 w 79393"/>
                  <a:gd name="connsiteY6" fmla="*/ 836307 h 83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836307">
                    <a:moveTo>
                      <a:pt x="39697" y="836307"/>
                    </a:moveTo>
                    <a:cubicBezTo>
                      <a:pt x="17773" y="836307"/>
                      <a:pt x="0" y="818533"/>
                      <a:pt x="0" y="79661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796611"/>
                    </a:lnTo>
                    <a:cubicBezTo>
                      <a:pt x="79393" y="818533"/>
                      <a:pt x="61621" y="836307"/>
                      <a:pt x="39697" y="83630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C1A9CE2-36E6-864C-903D-2D90FDC4D4CF}"/>
                  </a:ext>
                </a:extLst>
              </p:cNvPr>
              <p:cNvSpPr/>
              <p:nvPr/>
            </p:nvSpPr>
            <p:spPr>
              <a:xfrm>
                <a:off x="9426874" y="5532245"/>
                <a:ext cx="836308" cy="79393"/>
              </a:xfrm>
              <a:custGeom>
                <a:avLst/>
                <a:gdLst>
                  <a:gd name="connsiteX0" fmla="*/ 796611 w 836308"/>
                  <a:gd name="connsiteY0" fmla="*/ 79393 h 79393"/>
                  <a:gd name="connsiteX1" fmla="*/ 39697 w 836308"/>
                  <a:gd name="connsiteY1" fmla="*/ 79393 h 79393"/>
                  <a:gd name="connsiteX2" fmla="*/ 0 w 836308"/>
                  <a:gd name="connsiteY2" fmla="*/ 39697 h 79393"/>
                  <a:gd name="connsiteX3" fmla="*/ 39697 w 836308"/>
                  <a:gd name="connsiteY3" fmla="*/ 0 h 79393"/>
                  <a:gd name="connsiteX4" fmla="*/ 796611 w 836308"/>
                  <a:gd name="connsiteY4" fmla="*/ 0 h 79393"/>
                  <a:gd name="connsiteX5" fmla="*/ 836308 w 836308"/>
                  <a:gd name="connsiteY5" fmla="*/ 39697 h 79393"/>
                  <a:gd name="connsiteX6" fmla="*/ 796611 w 836308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6308" h="79393">
                    <a:moveTo>
                      <a:pt x="796611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796611" y="0"/>
                    </a:lnTo>
                    <a:cubicBezTo>
                      <a:pt x="818534" y="0"/>
                      <a:pt x="836308" y="17774"/>
                      <a:pt x="836308" y="39697"/>
                    </a:cubicBezTo>
                    <a:cubicBezTo>
                      <a:pt x="836308" y="61619"/>
                      <a:pt x="818534" y="79393"/>
                      <a:pt x="796611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937E0AC-88A3-BA42-A934-022C8D9D46D2}"/>
                  </a:ext>
                </a:extLst>
              </p:cNvPr>
              <p:cNvSpPr/>
              <p:nvPr/>
            </p:nvSpPr>
            <p:spPr>
              <a:xfrm>
                <a:off x="9809351" y="5058764"/>
                <a:ext cx="79393" cy="363372"/>
              </a:xfrm>
              <a:custGeom>
                <a:avLst/>
                <a:gdLst>
                  <a:gd name="connsiteX0" fmla="*/ 39697 w 79393"/>
                  <a:gd name="connsiteY0" fmla="*/ 363372 h 363372"/>
                  <a:gd name="connsiteX1" fmla="*/ 0 w 79393"/>
                  <a:gd name="connsiteY1" fmla="*/ 323676 h 363372"/>
                  <a:gd name="connsiteX2" fmla="*/ 0 w 79393"/>
                  <a:gd name="connsiteY2" fmla="*/ 39697 h 363372"/>
                  <a:gd name="connsiteX3" fmla="*/ 39697 w 79393"/>
                  <a:gd name="connsiteY3" fmla="*/ 0 h 363372"/>
                  <a:gd name="connsiteX4" fmla="*/ 79393 w 79393"/>
                  <a:gd name="connsiteY4" fmla="*/ 39697 h 363372"/>
                  <a:gd name="connsiteX5" fmla="*/ 79393 w 79393"/>
                  <a:gd name="connsiteY5" fmla="*/ 323676 h 363372"/>
                  <a:gd name="connsiteX6" fmla="*/ 39697 w 79393"/>
                  <a:gd name="connsiteY6" fmla="*/ 363372 h 36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3372">
                    <a:moveTo>
                      <a:pt x="39697" y="363372"/>
                    </a:moveTo>
                    <a:cubicBezTo>
                      <a:pt x="17773" y="363372"/>
                      <a:pt x="0" y="345598"/>
                      <a:pt x="0" y="323676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23676"/>
                    </a:lnTo>
                    <a:cubicBezTo>
                      <a:pt x="79393" y="345598"/>
                      <a:pt x="61621" y="363372"/>
                      <a:pt x="39697" y="3633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27D35279-38E7-014F-9DA4-BF621E389EDA}"/>
                  </a:ext>
                </a:extLst>
              </p:cNvPr>
              <p:cNvSpPr/>
              <p:nvPr/>
            </p:nvSpPr>
            <p:spPr>
              <a:xfrm>
                <a:off x="9616773" y="4869808"/>
                <a:ext cx="79393" cy="552327"/>
              </a:xfrm>
              <a:custGeom>
                <a:avLst/>
                <a:gdLst>
                  <a:gd name="connsiteX0" fmla="*/ 39697 w 79393"/>
                  <a:gd name="connsiteY0" fmla="*/ 552328 h 552327"/>
                  <a:gd name="connsiteX1" fmla="*/ 0 w 79393"/>
                  <a:gd name="connsiteY1" fmla="*/ 512631 h 552327"/>
                  <a:gd name="connsiteX2" fmla="*/ 0 w 79393"/>
                  <a:gd name="connsiteY2" fmla="*/ 39697 h 552327"/>
                  <a:gd name="connsiteX3" fmla="*/ 39697 w 79393"/>
                  <a:gd name="connsiteY3" fmla="*/ 0 h 552327"/>
                  <a:gd name="connsiteX4" fmla="*/ 79393 w 79393"/>
                  <a:gd name="connsiteY4" fmla="*/ 39697 h 552327"/>
                  <a:gd name="connsiteX5" fmla="*/ 79393 w 79393"/>
                  <a:gd name="connsiteY5" fmla="*/ 512631 h 552327"/>
                  <a:gd name="connsiteX6" fmla="*/ 39697 w 79393"/>
                  <a:gd name="connsiteY6" fmla="*/ 552328 h 55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552327">
                    <a:moveTo>
                      <a:pt x="39697" y="552328"/>
                    </a:moveTo>
                    <a:cubicBezTo>
                      <a:pt x="17773" y="552328"/>
                      <a:pt x="0" y="534554"/>
                      <a:pt x="0" y="51263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12631"/>
                    </a:lnTo>
                    <a:cubicBezTo>
                      <a:pt x="79393" y="534554"/>
                      <a:pt x="61621" y="552328"/>
                      <a:pt x="39697" y="5523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0F9E5A9-0152-864F-9CF2-3DA0B37947A2}"/>
                  </a:ext>
                </a:extLst>
              </p:cNvPr>
              <p:cNvSpPr/>
              <p:nvPr/>
            </p:nvSpPr>
            <p:spPr>
              <a:xfrm>
                <a:off x="9994287" y="5153788"/>
                <a:ext cx="79393" cy="268348"/>
              </a:xfrm>
              <a:custGeom>
                <a:avLst/>
                <a:gdLst>
                  <a:gd name="connsiteX0" fmla="*/ 39697 w 79393"/>
                  <a:gd name="connsiteY0" fmla="*/ 268349 h 268348"/>
                  <a:gd name="connsiteX1" fmla="*/ 0 w 79393"/>
                  <a:gd name="connsiteY1" fmla="*/ 228652 h 268348"/>
                  <a:gd name="connsiteX2" fmla="*/ 0 w 79393"/>
                  <a:gd name="connsiteY2" fmla="*/ 39697 h 268348"/>
                  <a:gd name="connsiteX3" fmla="*/ 39697 w 79393"/>
                  <a:gd name="connsiteY3" fmla="*/ 0 h 268348"/>
                  <a:gd name="connsiteX4" fmla="*/ 79393 w 79393"/>
                  <a:gd name="connsiteY4" fmla="*/ 39697 h 268348"/>
                  <a:gd name="connsiteX5" fmla="*/ 79393 w 79393"/>
                  <a:gd name="connsiteY5" fmla="*/ 228652 h 268348"/>
                  <a:gd name="connsiteX6" fmla="*/ 39697 w 79393"/>
                  <a:gd name="connsiteY6" fmla="*/ 268349 h 268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8348">
                    <a:moveTo>
                      <a:pt x="39697" y="268349"/>
                    </a:moveTo>
                    <a:cubicBezTo>
                      <a:pt x="17774" y="268349"/>
                      <a:pt x="0" y="250575"/>
                      <a:pt x="0" y="22865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28652"/>
                    </a:lnTo>
                    <a:cubicBezTo>
                      <a:pt x="79393" y="250575"/>
                      <a:pt x="61619" y="268349"/>
                      <a:pt x="39697" y="268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08C25EEB-E8D6-0848-A767-18B2D5EC854D}"/>
                </a:ext>
              </a:extLst>
            </p:cNvPr>
            <p:cNvSpPr/>
            <p:nvPr/>
          </p:nvSpPr>
          <p:spPr>
            <a:xfrm>
              <a:off x="9805136" y="4775550"/>
              <a:ext cx="263763" cy="263861"/>
            </a:xfrm>
            <a:custGeom>
              <a:avLst/>
              <a:gdLst>
                <a:gd name="connsiteX0" fmla="*/ 224035 w 263763"/>
                <a:gd name="connsiteY0" fmla="*/ 263862 h 263861"/>
                <a:gd name="connsiteX1" fmla="*/ 196198 w 263763"/>
                <a:gd name="connsiteY1" fmla="*/ 252251 h 263861"/>
                <a:gd name="connsiteX2" fmla="*/ 10120 w 263763"/>
                <a:gd name="connsiteY2" fmla="*/ 66173 h 263861"/>
                <a:gd name="connsiteX3" fmla="*/ 13221 w 263763"/>
                <a:gd name="connsiteY3" fmla="*/ 10119 h 263861"/>
                <a:gd name="connsiteX4" fmla="*/ 66042 w 263763"/>
                <a:gd name="connsiteY4" fmla="*/ 10002 h 263861"/>
                <a:gd name="connsiteX5" fmla="*/ 252120 w 263763"/>
                <a:gd name="connsiteY5" fmla="*/ 196080 h 263861"/>
                <a:gd name="connsiteX6" fmla="*/ 252150 w 263763"/>
                <a:gd name="connsiteY6" fmla="*/ 252219 h 263861"/>
                <a:gd name="connsiteX7" fmla="*/ 224035 w 263763"/>
                <a:gd name="connsiteY7" fmla="*/ 263862 h 26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763" h="263861">
                  <a:moveTo>
                    <a:pt x="224035" y="263862"/>
                  </a:moveTo>
                  <a:cubicBezTo>
                    <a:pt x="213590" y="263805"/>
                    <a:pt x="203586" y="259633"/>
                    <a:pt x="196198" y="252251"/>
                  </a:cubicBezTo>
                  <a:lnTo>
                    <a:pt x="10120" y="66173"/>
                  </a:lnTo>
                  <a:cubicBezTo>
                    <a:pt x="-4503" y="49838"/>
                    <a:pt x="-3115" y="24742"/>
                    <a:pt x="13221" y="10119"/>
                  </a:cubicBezTo>
                  <a:cubicBezTo>
                    <a:pt x="28243" y="-3328"/>
                    <a:pt x="50961" y="-3379"/>
                    <a:pt x="66042" y="10002"/>
                  </a:cubicBezTo>
                  <a:lnTo>
                    <a:pt x="252120" y="196080"/>
                  </a:lnTo>
                  <a:cubicBezTo>
                    <a:pt x="267632" y="211574"/>
                    <a:pt x="267647" y="236708"/>
                    <a:pt x="252150" y="252219"/>
                  </a:cubicBezTo>
                  <a:cubicBezTo>
                    <a:pt x="244697" y="259681"/>
                    <a:pt x="234579" y="263870"/>
                    <a:pt x="224035" y="2638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38883967-437D-FC47-A230-4604B338ED3C}"/>
                </a:ext>
              </a:extLst>
            </p:cNvPr>
            <p:cNvSpPr/>
            <p:nvPr/>
          </p:nvSpPr>
          <p:spPr>
            <a:xfrm>
              <a:off x="9896683" y="4869660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4" y="173672"/>
                    <a:pt x="0" y="155900"/>
                    <a:pt x="0" y="133976"/>
                  </a:cubicBezTo>
                  <a:cubicBezTo>
                    <a:pt x="0" y="112052"/>
                    <a:pt x="17774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3"/>
                    <a:pt x="112054" y="0"/>
                    <a:pt x="133976" y="0"/>
                  </a:cubicBezTo>
                  <a:cubicBezTo>
                    <a:pt x="155898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898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18986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22BBB69C-5252-4C7F-957A-975458083FDB}"/>
              </a:ext>
            </a:extLst>
          </p:cNvPr>
          <p:cNvGrpSpPr>
            <a:grpSpLocks noChangeAspect="1"/>
          </p:cNvGrpSpPr>
          <p:nvPr/>
        </p:nvGrpSpPr>
        <p:grpSpPr>
          <a:xfrm>
            <a:off x="1491405" y="1418728"/>
            <a:ext cx="836308" cy="836307"/>
            <a:chOff x="1491405" y="1418728"/>
            <a:chExt cx="836308" cy="83630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43ACDB0-9BCD-9B4B-9034-D0B2CD98285A}"/>
                </a:ext>
              </a:extLst>
            </p:cNvPr>
            <p:cNvSpPr/>
            <p:nvPr/>
          </p:nvSpPr>
          <p:spPr>
            <a:xfrm>
              <a:off x="1491405" y="1418728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43BE4EB-1F89-5F44-8220-A39AF30A27E7}"/>
                </a:ext>
              </a:extLst>
            </p:cNvPr>
            <p:cNvSpPr/>
            <p:nvPr/>
          </p:nvSpPr>
          <p:spPr>
            <a:xfrm>
              <a:off x="1491405" y="2175642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540FAFA-AB1C-3440-B0A0-037CCF837C92}"/>
                </a:ext>
              </a:extLst>
            </p:cNvPr>
            <p:cNvSpPr/>
            <p:nvPr/>
          </p:nvSpPr>
          <p:spPr>
            <a:xfrm>
              <a:off x="1873882" y="1702211"/>
              <a:ext cx="79393" cy="363322"/>
            </a:xfrm>
            <a:custGeom>
              <a:avLst/>
              <a:gdLst>
                <a:gd name="connsiteX0" fmla="*/ 39697 w 79393"/>
                <a:gd name="connsiteY0" fmla="*/ 363323 h 363322"/>
                <a:gd name="connsiteX1" fmla="*/ 0 w 79393"/>
                <a:gd name="connsiteY1" fmla="*/ 323626 h 363322"/>
                <a:gd name="connsiteX2" fmla="*/ 0 w 79393"/>
                <a:gd name="connsiteY2" fmla="*/ 39697 h 363322"/>
                <a:gd name="connsiteX3" fmla="*/ 39697 w 79393"/>
                <a:gd name="connsiteY3" fmla="*/ 0 h 363322"/>
                <a:gd name="connsiteX4" fmla="*/ 79393 w 79393"/>
                <a:gd name="connsiteY4" fmla="*/ 39697 h 363322"/>
                <a:gd name="connsiteX5" fmla="*/ 79393 w 79393"/>
                <a:gd name="connsiteY5" fmla="*/ 323626 h 363322"/>
                <a:gd name="connsiteX6" fmla="*/ 39697 w 79393"/>
                <a:gd name="connsiteY6" fmla="*/ 363323 h 36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22">
                  <a:moveTo>
                    <a:pt x="39697" y="363323"/>
                  </a:moveTo>
                  <a:cubicBezTo>
                    <a:pt x="17773" y="363323"/>
                    <a:pt x="0" y="345549"/>
                    <a:pt x="0" y="3236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393" y="345549"/>
                    <a:pt x="61621" y="363323"/>
                    <a:pt x="39697" y="3633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C1ADAF6-FCEB-4649-96CF-FA2F0957FA19}"/>
                </a:ext>
              </a:extLst>
            </p:cNvPr>
            <p:cNvSpPr/>
            <p:nvPr/>
          </p:nvSpPr>
          <p:spPr>
            <a:xfrm>
              <a:off x="1681304" y="1513206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3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21" y="552328"/>
                    <a:pt x="39697" y="5523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9FA2550-5ED3-0A4D-A9CB-1ADFF0C2EDF5}"/>
                </a:ext>
              </a:extLst>
            </p:cNvPr>
            <p:cNvSpPr/>
            <p:nvPr/>
          </p:nvSpPr>
          <p:spPr>
            <a:xfrm>
              <a:off x="2058818" y="1797185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4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19" y="268349"/>
                    <a:pt x="39697" y="2683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A8EFB35-AD27-3F44-BF3B-9AE4451A6703}"/>
                </a:ext>
              </a:extLst>
            </p:cNvPr>
            <p:cNvSpPr/>
            <p:nvPr/>
          </p:nvSpPr>
          <p:spPr>
            <a:xfrm>
              <a:off x="2055444" y="1423541"/>
              <a:ext cx="79393" cy="306655"/>
            </a:xfrm>
            <a:custGeom>
              <a:avLst/>
              <a:gdLst>
                <a:gd name="connsiteX0" fmla="*/ 39697 w 79393"/>
                <a:gd name="connsiteY0" fmla="*/ 306656 h 306655"/>
                <a:gd name="connsiteX1" fmla="*/ 0 w 79393"/>
                <a:gd name="connsiteY1" fmla="*/ 266959 h 306655"/>
                <a:gd name="connsiteX2" fmla="*/ 0 w 79393"/>
                <a:gd name="connsiteY2" fmla="*/ 39697 h 306655"/>
                <a:gd name="connsiteX3" fmla="*/ 39697 w 79393"/>
                <a:gd name="connsiteY3" fmla="*/ 0 h 306655"/>
                <a:gd name="connsiteX4" fmla="*/ 79393 w 79393"/>
                <a:gd name="connsiteY4" fmla="*/ 39697 h 306655"/>
                <a:gd name="connsiteX5" fmla="*/ 79393 w 79393"/>
                <a:gd name="connsiteY5" fmla="*/ 266959 h 306655"/>
                <a:gd name="connsiteX6" fmla="*/ 39697 w 79393"/>
                <a:gd name="connsiteY6" fmla="*/ 306656 h 30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6655">
                  <a:moveTo>
                    <a:pt x="39697" y="306656"/>
                  </a:moveTo>
                  <a:cubicBezTo>
                    <a:pt x="17774" y="306656"/>
                    <a:pt x="0" y="288883"/>
                    <a:pt x="0" y="266959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66959"/>
                  </a:lnTo>
                  <a:cubicBezTo>
                    <a:pt x="79393" y="288883"/>
                    <a:pt x="61619" y="306656"/>
                    <a:pt x="39697" y="30665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323B4D-3DB4-C747-83A0-4C8B6B008B5D}"/>
                </a:ext>
              </a:extLst>
            </p:cNvPr>
            <p:cNvSpPr/>
            <p:nvPr/>
          </p:nvSpPr>
          <p:spPr>
            <a:xfrm>
              <a:off x="1982419" y="1578496"/>
              <a:ext cx="221415" cy="150608"/>
            </a:xfrm>
            <a:custGeom>
              <a:avLst/>
              <a:gdLst>
                <a:gd name="connsiteX0" fmla="*/ 110886 w 221415"/>
                <a:gd name="connsiteY0" fmla="*/ 150609 h 150608"/>
                <a:gd name="connsiteX1" fmla="*/ 82850 w 221415"/>
                <a:gd name="connsiteY1" fmla="*/ 138948 h 150608"/>
                <a:gd name="connsiteX2" fmla="*/ 12736 w 221415"/>
                <a:gd name="connsiteY2" fmla="*/ 68834 h 150608"/>
                <a:gd name="connsiteX3" fmla="*/ 10558 w 221415"/>
                <a:gd name="connsiteY3" fmla="*/ 12737 h 150608"/>
                <a:gd name="connsiteX4" fmla="*/ 66654 w 221415"/>
                <a:gd name="connsiteY4" fmla="*/ 10560 h 150608"/>
                <a:gd name="connsiteX5" fmla="*/ 68857 w 221415"/>
                <a:gd name="connsiteY5" fmla="*/ 12763 h 150608"/>
                <a:gd name="connsiteX6" fmla="*/ 110886 w 221415"/>
                <a:gd name="connsiteY6" fmla="*/ 54791 h 150608"/>
                <a:gd name="connsiteX7" fmla="*/ 152915 w 221415"/>
                <a:gd name="connsiteY7" fmla="*/ 12763 h 150608"/>
                <a:gd name="connsiteX8" fmla="*/ 209036 w 221415"/>
                <a:gd name="connsiteY8" fmla="*/ 11277 h 150608"/>
                <a:gd name="connsiteX9" fmla="*/ 210519 w 221415"/>
                <a:gd name="connsiteY9" fmla="*/ 67397 h 150608"/>
                <a:gd name="connsiteX10" fmla="*/ 209085 w 221415"/>
                <a:gd name="connsiteY10" fmla="*/ 68834 h 150608"/>
                <a:gd name="connsiteX11" fmla="*/ 138971 w 221415"/>
                <a:gd name="connsiteY11" fmla="*/ 138948 h 150608"/>
                <a:gd name="connsiteX12" fmla="*/ 110886 w 221415"/>
                <a:gd name="connsiteY12" fmla="*/ 150609 h 15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15" h="150608">
                  <a:moveTo>
                    <a:pt x="110886" y="150609"/>
                  </a:moveTo>
                  <a:cubicBezTo>
                    <a:pt x="100366" y="150591"/>
                    <a:pt x="90278" y="146397"/>
                    <a:pt x="82850" y="138948"/>
                  </a:cubicBezTo>
                  <a:lnTo>
                    <a:pt x="12736" y="68834"/>
                  </a:lnTo>
                  <a:cubicBezTo>
                    <a:pt x="-3356" y="53944"/>
                    <a:pt x="-4329" y="28829"/>
                    <a:pt x="10558" y="12737"/>
                  </a:cubicBezTo>
                  <a:cubicBezTo>
                    <a:pt x="25449" y="-3355"/>
                    <a:pt x="50562" y="-4330"/>
                    <a:pt x="66654" y="10560"/>
                  </a:cubicBezTo>
                  <a:cubicBezTo>
                    <a:pt x="67418" y="11265"/>
                    <a:pt x="68152" y="12000"/>
                    <a:pt x="68857" y="12763"/>
                  </a:cubicBezTo>
                  <a:lnTo>
                    <a:pt x="110886" y="54791"/>
                  </a:lnTo>
                  <a:lnTo>
                    <a:pt x="152915" y="12763"/>
                  </a:lnTo>
                  <a:cubicBezTo>
                    <a:pt x="167999" y="-3145"/>
                    <a:pt x="193127" y="-3810"/>
                    <a:pt x="209036" y="11277"/>
                  </a:cubicBezTo>
                  <a:cubicBezTo>
                    <a:pt x="224944" y="26363"/>
                    <a:pt x="225609" y="51489"/>
                    <a:pt x="210519" y="67397"/>
                  </a:cubicBezTo>
                  <a:cubicBezTo>
                    <a:pt x="210053" y="67888"/>
                    <a:pt x="209577" y="68367"/>
                    <a:pt x="209085" y="68834"/>
                  </a:cubicBezTo>
                  <a:lnTo>
                    <a:pt x="138971" y="138948"/>
                  </a:lnTo>
                  <a:cubicBezTo>
                    <a:pt x="131528" y="146409"/>
                    <a:pt x="121425" y="150604"/>
                    <a:pt x="110886" y="15060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" name="Picture Placeholder 35">
            <a:extLst>
              <a:ext uri="{FF2B5EF4-FFF2-40B4-BE49-F238E27FC236}">
                <a16:creationId xmlns:a16="http://schemas.microsoft.com/office/drawing/2014/main" id="{4E9FC662-7963-42B5-8F3B-C51E0841C44E}"/>
              </a:ext>
            </a:extLst>
          </p:cNvPr>
          <p:cNvGrpSpPr>
            <a:grpSpLocks noChangeAspect="1"/>
          </p:cNvGrpSpPr>
          <p:nvPr/>
        </p:nvGrpSpPr>
        <p:grpSpPr>
          <a:xfrm>
            <a:off x="2808913" y="1417190"/>
            <a:ext cx="836308" cy="839383"/>
            <a:chOff x="2808913" y="1417190"/>
            <a:chExt cx="836308" cy="839383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20F94612-4F04-6C43-9C26-1569D0C10055}"/>
                </a:ext>
              </a:extLst>
            </p:cNvPr>
            <p:cNvSpPr/>
            <p:nvPr/>
          </p:nvSpPr>
          <p:spPr>
            <a:xfrm>
              <a:off x="2808913" y="1420266"/>
              <a:ext cx="79393" cy="836307"/>
            </a:xfrm>
            <a:custGeom>
              <a:avLst/>
              <a:gdLst>
                <a:gd name="connsiteX0" fmla="*/ 39697 w 79393"/>
                <a:gd name="connsiteY0" fmla="*/ 836307 h 836307"/>
                <a:gd name="connsiteX1" fmla="*/ 0 w 79393"/>
                <a:gd name="connsiteY1" fmla="*/ 796611 h 836307"/>
                <a:gd name="connsiteX2" fmla="*/ 0 w 79393"/>
                <a:gd name="connsiteY2" fmla="*/ 39697 h 836307"/>
                <a:gd name="connsiteX3" fmla="*/ 39697 w 79393"/>
                <a:gd name="connsiteY3" fmla="*/ 0 h 836307"/>
                <a:gd name="connsiteX4" fmla="*/ 79393 w 79393"/>
                <a:gd name="connsiteY4" fmla="*/ 39697 h 836307"/>
                <a:gd name="connsiteX5" fmla="*/ 79393 w 79393"/>
                <a:gd name="connsiteY5" fmla="*/ 796611 h 836307"/>
                <a:gd name="connsiteX6" fmla="*/ 39697 w 79393"/>
                <a:gd name="connsiteY6" fmla="*/ 836307 h 83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36307">
                  <a:moveTo>
                    <a:pt x="39697" y="836307"/>
                  </a:moveTo>
                  <a:cubicBezTo>
                    <a:pt x="17773" y="836307"/>
                    <a:pt x="0" y="818533"/>
                    <a:pt x="0" y="7966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96611"/>
                  </a:lnTo>
                  <a:cubicBezTo>
                    <a:pt x="79393" y="818533"/>
                    <a:pt x="61621" y="836307"/>
                    <a:pt x="39697" y="8363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C2E7709-086B-C949-8EE0-332308F01801}"/>
                </a:ext>
              </a:extLst>
            </p:cNvPr>
            <p:cNvSpPr/>
            <p:nvPr/>
          </p:nvSpPr>
          <p:spPr>
            <a:xfrm>
              <a:off x="2808913" y="2177180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4"/>
                    <a:pt x="836308" y="39697"/>
                  </a:cubicBezTo>
                  <a:cubicBezTo>
                    <a:pt x="836308" y="61619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E8FB825-93E1-2447-AD27-BEF3FD0BB47A}"/>
                </a:ext>
              </a:extLst>
            </p:cNvPr>
            <p:cNvSpPr/>
            <p:nvPr/>
          </p:nvSpPr>
          <p:spPr>
            <a:xfrm>
              <a:off x="3191390" y="1703700"/>
              <a:ext cx="79393" cy="363372"/>
            </a:xfrm>
            <a:custGeom>
              <a:avLst/>
              <a:gdLst>
                <a:gd name="connsiteX0" fmla="*/ 39697 w 79393"/>
                <a:gd name="connsiteY0" fmla="*/ 363372 h 363372"/>
                <a:gd name="connsiteX1" fmla="*/ 0 w 79393"/>
                <a:gd name="connsiteY1" fmla="*/ 323676 h 363372"/>
                <a:gd name="connsiteX2" fmla="*/ 0 w 79393"/>
                <a:gd name="connsiteY2" fmla="*/ 39697 h 363372"/>
                <a:gd name="connsiteX3" fmla="*/ 39697 w 79393"/>
                <a:gd name="connsiteY3" fmla="*/ 0 h 363372"/>
                <a:gd name="connsiteX4" fmla="*/ 79393 w 79393"/>
                <a:gd name="connsiteY4" fmla="*/ 39697 h 363372"/>
                <a:gd name="connsiteX5" fmla="*/ 79393 w 79393"/>
                <a:gd name="connsiteY5" fmla="*/ 323676 h 363372"/>
                <a:gd name="connsiteX6" fmla="*/ 39697 w 79393"/>
                <a:gd name="connsiteY6" fmla="*/ 363372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372">
                  <a:moveTo>
                    <a:pt x="39697" y="363372"/>
                  </a:moveTo>
                  <a:cubicBezTo>
                    <a:pt x="17773" y="363372"/>
                    <a:pt x="0" y="345598"/>
                    <a:pt x="0" y="3236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76"/>
                  </a:lnTo>
                  <a:cubicBezTo>
                    <a:pt x="79393" y="345598"/>
                    <a:pt x="61621" y="363372"/>
                    <a:pt x="39697" y="3633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A09166E-58B3-FE41-9B9C-496C034DD175}"/>
                </a:ext>
              </a:extLst>
            </p:cNvPr>
            <p:cNvSpPr/>
            <p:nvPr/>
          </p:nvSpPr>
          <p:spPr>
            <a:xfrm>
              <a:off x="3375929" y="1514744"/>
              <a:ext cx="79393" cy="552327"/>
            </a:xfrm>
            <a:custGeom>
              <a:avLst/>
              <a:gdLst>
                <a:gd name="connsiteX0" fmla="*/ 39697 w 79393"/>
                <a:gd name="connsiteY0" fmla="*/ 552328 h 552327"/>
                <a:gd name="connsiteX1" fmla="*/ 0 w 79393"/>
                <a:gd name="connsiteY1" fmla="*/ 512631 h 552327"/>
                <a:gd name="connsiteX2" fmla="*/ 0 w 79393"/>
                <a:gd name="connsiteY2" fmla="*/ 39697 h 552327"/>
                <a:gd name="connsiteX3" fmla="*/ 39697 w 79393"/>
                <a:gd name="connsiteY3" fmla="*/ 0 h 552327"/>
                <a:gd name="connsiteX4" fmla="*/ 79393 w 79393"/>
                <a:gd name="connsiteY4" fmla="*/ 39697 h 552327"/>
                <a:gd name="connsiteX5" fmla="*/ 79393 w 79393"/>
                <a:gd name="connsiteY5" fmla="*/ 512631 h 552327"/>
                <a:gd name="connsiteX6" fmla="*/ 39697 w 79393"/>
                <a:gd name="connsiteY6" fmla="*/ 552328 h 55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2327">
                  <a:moveTo>
                    <a:pt x="39697" y="552328"/>
                  </a:moveTo>
                  <a:cubicBezTo>
                    <a:pt x="17774" y="552328"/>
                    <a:pt x="0" y="534554"/>
                    <a:pt x="0" y="5126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12631"/>
                  </a:lnTo>
                  <a:cubicBezTo>
                    <a:pt x="79393" y="534554"/>
                    <a:pt x="61619" y="552328"/>
                    <a:pt x="39697" y="5523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9D273259-108E-384D-9633-F79BA6943256}"/>
                </a:ext>
              </a:extLst>
            </p:cNvPr>
            <p:cNvSpPr/>
            <p:nvPr/>
          </p:nvSpPr>
          <p:spPr>
            <a:xfrm>
              <a:off x="2999209" y="1798723"/>
              <a:ext cx="79393" cy="268348"/>
            </a:xfrm>
            <a:custGeom>
              <a:avLst/>
              <a:gdLst>
                <a:gd name="connsiteX0" fmla="*/ 39697 w 79393"/>
                <a:gd name="connsiteY0" fmla="*/ 268349 h 268348"/>
                <a:gd name="connsiteX1" fmla="*/ 0 w 79393"/>
                <a:gd name="connsiteY1" fmla="*/ 228652 h 268348"/>
                <a:gd name="connsiteX2" fmla="*/ 0 w 79393"/>
                <a:gd name="connsiteY2" fmla="*/ 39697 h 268348"/>
                <a:gd name="connsiteX3" fmla="*/ 39697 w 79393"/>
                <a:gd name="connsiteY3" fmla="*/ 0 h 268348"/>
                <a:gd name="connsiteX4" fmla="*/ 79393 w 79393"/>
                <a:gd name="connsiteY4" fmla="*/ 39697 h 268348"/>
                <a:gd name="connsiteX5" fmla="*/ 79393 w 79393"/>
                <a:gd name="connsiteY5" fmla="*/ 228652 h 268348"/>
                <a:gd name="connsiteX6" fmla="*/ 39697 w 79393"/>
                <a:gd name="connsiteY6" fmla="*/ 268349 h 26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8348">
                  <a:moveTo>
                    <a:pt x="39697" y="268349"/>
                  </a:moveTo>
                  <a:cubicBezTo>
                    <a:pt x="17773" y="268349"/>
                    <a:pt x="0" y="250575"/>
                    <a:pt x="0" y="228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8652"/>
                  </a:lnTo>
                  <a:cubicBezTo>
                    <a:pt x="79393" y="250575"/>
                    <a:pt x="61621" y="268349"/>
                    <a:pt x="39697" y="2683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153DB3C-7A7E-F04B-86FE-47D5B6FEF525}"/>
                </a:ext>
              </a:extLst>
            </p:cNvPr>
            <p:cNvSpPr/>
            <p:nvPr/>
          </p:nvSpPr>
          <p:spPr>
            <a:xfrm>
              <a:off x="2995636" y="1417190"/>
              <a:ext cx="79393" cy="306506"/>
            </a:xfrm>
            <a:custGeom>
              <a:avLst/>
              <a:gdLst>
                <a:gd name="connsiteX0" fmla="*/ 39697 w 79393"/>
                <a:gd name="connsiteY0" fmla="*/ 306507 h 306506"/>
                <a:gd name="connsiteX1" fmla="*/ 0 w 79393"/>
                <a:gd name="connsiteY1" fmla="*/ 266810 h 306506"/>
                <a:gd name="connsiteX2" fmla="*/ 0 w 79393"/>
                <a:gd name="connsiteY2" fmla="*/ 39697 h 306506"/>
                <a:gd name="connsiteX3" fmla="*/ 39697 w 79393"/>
                <a:gd name="connsiteY3" fmla="*/ 0 h 306506"/>
                <a:gd name="connsiteX4" fmla="*/ 79393 w 79393"/>
                <a:gd name="connsiteY4" fmla="*/ 39697 h 306506"/>
                <a:gd name="connsiteX5" fmla="*/ 79393 w 79393"/>
                <a:gd name="connsiteY5" fmla="*/ 266810 h 306506"/>
                <a:gd name="connsiteX6" fmla="*/ 39697 w 79393"/>
                <a:gd name="connsiteY6" fmla="*/ 306507 h 30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6506">
                  <a:moveTo>
                    <a:pt x="39697" y="306507"/>
                  </a:moveTo>
                  <a:cubicBezTo>
                    <a:pt x="17773" y="306507"/>
                    <a:pt x="0" y="288734"/>
                    <a:pt x="0" y="2668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66810"/>
                  </a:lnTo>
                  <a:cubicBezTo>
                    <a:pt x="79393" y="288734"/>
                    <a:pt x="61621" y="306507"/>
                    <a:pt x="39697" y="3065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8F1599B6-BA8F-DA47-8C9B-65C61D9AD3CE}"/>
                </a:ext>
              </a:extLst>
            </p:cNvPr>
            <p:cNvSpPr/>
            <p:nvPr/>
          </p:nvSpPr>
          <p:spPr>
            <a:xfrm>
              <a:off x="2925658" y="1575196"/>
              <a:ext cx="215776" cy="147558"/>
            </a:xfrm>
            <a:custGeom>
              <a:avLst/>
              <a:gdLst>
                <a:gd name="connsiteX0" fmla="*/ 107888 w 215776"/>
                <a:gd name="connsiteY0" fmla="*/ 147558 h 147558"/>
                <a:gd name="connsiteX1" fmla="*/ 79803 w 215776"/>
                <a:gd name="connsiteY1" fmla="*/ 135947 h 147558"/>
                <a:gd name="connsiteX2" fmla="*/ 9689 w 215776"/>
                <a:gd name="connsiteY2" fmla="*/ 65684 h 147558"/>
                <a:gd name="connsiteX3" fmla="*/ 13710 w 215776"/>
                <a:gd name="connsiteY3" fmla="*/ 9689 h 147558"/>
                <a:gd name="connsiteX4" fmla="*/ 65711 w 215776"/>
                <a:gd name="connsiteY4" fmla="*/ 9712 h 147558"/>
                <a:gd name="connsiteX5" fmla="*/ 107740 w 215776"/>
                <a:gd name="connsiteY5" fmla="*/ 51741 h 147558"/>
                <a:gd name="connsiteX6" fmla="*/ 150066 w 215776"/>
                <a:gd name="connsiteY6" fmla="*/ 9712 h 147558"/>
                <a:gd name="connsiteX7" fmla="*/ 206065 w 215776"/>
                <a:gd name="connsiteY7" fmla="*/ 13684 h 147558"/>
                <a:gd name="connsiteX8" fmla="*/ 206088 w 215776"/>
                <a:gd name="connsiteY8" fmla="*/ 65684 h 147558"/>
                <a:gd name="connsiteX9" fmla="*/ 135974 w 215776"/>
                <a:gd name="connsiteY9" fmla="*/ 135947 h 147558"/>
                <a:gd name="connsiteX10" fmla="*/ 107888 w 215776"/>
                <a:gd name="connsiteY10" fmla="*/ 147558 h 14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776" h="147558">
                  <a:moveTo>
                    <a:pt x="107888" y="147558"/>
                  </a:moveTo>
                  <a:cubicBezTo>
                    <a:pt x="97357" y="147567"/>
                    <a:pt x="87254" y="143390"/>
                    <a:pt x="79803" y="135947"/>
                  </a:cubicBezTo>
                  <a:lnTo>
                    <a:pt x="9689" y="65684"/>
                  </a:lnTo>
                  <a:cubicBezTo>
                    <a:pt x="-4663" y="49111"/>
                    <a:pt x="-2863" y="24041"/>
                    <a:pt x="13710" y="9689"/>
                  </a:cubicBezTo>
                  <a:cubicBezTo>
                    <a:pt x="28637" y="-3238"/>
                    <a:pt x="50795" y="-3228"/>
                    <a:pt x="65711" y="9712"/>
                  </a:cubicBezTo>
                  <a:lnTo>
                    <a:pt x="107740" y="51741"/>
                  </a:lnTo>
                  <a:lnTo>
                    <a:pt x="150066" y="9712"/>
                  </a:lnTo>
                  <a:cubicBezTo>
                    <a:pt x="166626" y="-4655"/>
                    <a:pt x="191698" y="-2877"/>
                    <a:pt x="206065" y="13684"/>
                  </a:cubicBezTo>
                  <a:cubicBezTo>
                    <a:pt x="219005" y="28599"/>
                    <a:pt x="219014" y="50757"/>
                    <a:pt x="206088" y="65684"/>
                  </a:cubicBezTo>
                  <a:lnTo>
                    <a:pt x="135974" y="135947"/>
                  </a:lnTo>
                  <a:cubicBezTo>
                    <a:pt x="128523" y="143390"/>
                    <a:pt x="118420" y="147567"/>
                    <a:pt x="107888" y="1475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" name="Picture Placeholder 37">
            <a:extLst>
              <a:ext uri="{FF2B5EF4-FFF2-40B4-BE49-F238E27FC236}">
                <a16:creationId xmlns:a16="http://schemas.microsoft.com/office/drawing/2014/main" id="{57522AA9-6F38-4DB9-B500-048D90A31BD1}"/>
              </a:ext>
            </a:extLst>
          </p:cNvPr>
          <p:cNvGrpSpPr>
            <a:grpSpLocks noChangeAspect="1"/>
          </p:cNvGrpSpPr>
          <p:nvPr/>
        </p:nvGrpSpPr>
        <p:grpSpPr>
          <a:xfrm>
            <a:off x="4122479" y="1414786"/>
            <a:ext cx="846628" cy="846627"/>
            <a:chOff x="4122479" y="1414786"/>
            <a:chExt cx="846628" cy="846627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2EB3781C-3BD7-684F-91A1-0E00BD292EFF}"/>
                </a:ext>
              </a:extLst>
            </p:cNvPr>
            <p:cNvSpPr/>
            <p:nvPr/>
          </p:nvSpPr>
          <p:spPr>
            <a:xfrm>
              <a:off x="4122479" y="1414786"/>
              <a:ext cx="81250" cy="846627"/>
            </a:xfrm>
            <a:custGeom>
              <a:avLst/>
              <a:gdLst>
                <a:gd name="connsiteX0" fmla="*/ 40625 w 81250"/>
                <a:gd name="connsiteY0" fmla="*/ 846628 h 846627"/>
                <a:gd name="connsiteX1" fmla="*/ 0 w 81250"/>
                <a:gd name="connsiteY1" fmla="*/ 806002 h 846627"/>
                <a:gd name="connsiteX2" fmla="*/ 0 w 81250"/>
                <a:gd name="connsiteY2" fmla="*/ 40625 h 846627"/>
                <a:gd name="connsiteX3" fmla="*/ 40625 w 81250"/>
                <a:gd name="connsiteY3" fmla="*/ 0 h 846627"/>
                <a:gd name="connsiteX4" fmla="*/ 81250 w 81250"/>
                <a:gd name="connsiteY4" fmla="*/ 40625 h 846627"/>
                <a:gd name="connsiteX5" fmla="*/ 81250 w 81250"/>
                <a:gd name="connsiteY5" fmla="*/ 806002 h 846627"/>
                <a:gd name="connsiteX6" fmla="*/ 40625 w 81250"/>
                <a:gd name="connsiteY6" fmla="*/ 846628 h 84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0" h="846627">
                  <a:moveTo>
                    <a:pt x="40625" y="846628"/>
                  </a:moveTo>
                  <a:cubicBezTo>
                    <a:pt x="18188" y="846628"/>
                    <a:pt x="0" y="828438"/>
                    <a:pt x="0" y="806002"/>
                  </a:cubicBezTo>
                  <a:lnTo>
                    <a:pt x="0" y="40625"/>
                  </a:lnTo>
                  <a:cubicBezTo>
                    <a:pt x="0" y="18188"/>
                    <a:pt x="18188" y="0"/>
                    <a:pt x="40625" y="0"/>
                  </a:cubicBezTo>
                  <a:cubicBezTo>
                    <a:pt x="63062" y="0"/>
                    <a:pt x="81250" y="18188"/>
                    <a:pt x="81250" y="40625"/>
                  </a:cubicBezTo>
                  <a:lnTo>
                    <a:pt x="81250" y="806002"/>
                  </a:lnTo>
                  <a:cubicBezTo>
                    <a:pt x="81250" y="828438"/>
                    <a:pt x="63062" y="846628"/>
                    <a:pt x="40625" y="846628"/>
                  </a:cubicBezTo>
                  <a:close/>
                </a:path>
              </a:pathLst>
            </a:custGeom>
            <a:solidFill>
              <a:srgbClr val="EE7684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03CB2D78-2908-3B4A-B604-DAF9C60795E3}"/>
                </a:ext>
              </a:extLst>
            </p:cNvPr>
            <p:cNvSpPr/>
            <p:nvPr/>
          </p:nvSpPr>
          <p:spPr>
            <a:xfrm>
              <a:off x="4122479" y="2180164"/>
              <a:ext cx="846628" cy="81250"/>
            </a:xfrm>
            <a:custGeom>
              <a:avLst/>
              <a:gdLst>
                <a:gd name="connsiteX0" fmla="*/ 806003 w 846628"/>
                <a:gd name="connsiteY0" fmla="*/ 81250 h 81250"/>
                <a:gd name="connsiteX1" fmla="*/ 40625 w 846628"/>
                <a:gd name="connsiteY1" fmla="*/ 81250 h 81250"/>
                <a:gd name="connsiteX2" fmla="*/ 0 w 846628"/>
                <a:gd name="connsiteY2" fmla="*/ 40625 h 81250"/>
                <a:gd name="connsiteX3" fmla="*/ 40625 w 846628"/>
                <a:gd name="connsiteY3" fmla="*/ 0 h 81250"/>
                <a:gd name="connsiteX4" fmla="*/ 806003 w 846628"/>
                <a:gd name="connsiteY4" fmla="*/ 0 h 81250"/>
                <a:gd name="connsiteX5" fmla="*/ 846629 w 846628"/>
                <a:gd name="connsiteY5" fmla="*/ 40625 h 81250"/>
                <a:gd name="connsiteX6" fmla="*/ 806003 w 846628"/>
                <a:gd name="connsiteY6" fmla="*/ 81250 h 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6628" h="81250">
                  <a:moveTo>
                    <a:pt x="806003" y="81250"/>
                  </a:moveTo>
                  <a:lnTo>
                    <a:pt x="40625" y="81250"/>
                  </a:lnTo>
                  <a:cubicBezTo>
                    <a:pt x="18188" y="81250"/>
                    <a:pt x="0" y="63060"/>
                    <a:pt x="0" y="40625"/>
                  </a:cubicBezTo>
                  <a:cubicBezTo>
                    <a:pt x="0" y="18190"/>
                    <a:pt x="18188" y="0"/>
                    <a:pt x="40625" y="0"/>
                  </a:cubicBezTo>
                  <a:lnTo>
                    <a:pt x="806003" y="0"/>
                  </a:lnTo>
                  <a:cubicBezTo>
                    <a:pt x="828439" y="0"/>
                    <a:pt x="846629" y="18190"/>
                    <a:pt x="846629" y="40625"/>
                  </a:cubicBezTo>
                  <a:cubicBezTo>
                    <a:pt x="846629" y="63060"/>
                    <a:pt x="828439" y="81250"/>
                    <a:pt x="806003" y="81250"/>
                  </a:cubicBezTo>
                  <a:close/>
                </a:path>
              </a:pathLst>
            </a:custGeom>
            <a:solidFill>
              <a:srgbClr val="FFFFFF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136950F5-04B6-6B4E-A2D1-7ECF826E3AA1}"/>
                </a:ext>
              </a:extLst>
            </p:cNvPr>
            <p:cNvSpPr/>
            <p:nvPr/>
          </p:nvSpPr>
          <p:spPr>
            <a:xfrm>
              <a:off x="4314073" y="1605847"/>
              <a:ext cx="655016" cy="463968"/>
            </a:xfrm>
            <a:custGeom>
              <a:avLst/>
              <a:gdLst>
                <a:gd name="connsiteX0" fmla="*/ 614410 w 655016"/>
                <a:gd name="connsiteY0" fmla="*/ 463969 h 463968"/>
                <a:gd name="connsiteX1" fmla="*/ 585667 w 655016"/>
                <a:gd name="connsiteY1" fmla="*/ 452035 h 463968"/>
                <a:gd name="connsiteX2" fmla="*/ 423167 w 655016"/>
                <a:gd name="connsiteY2" fmla="*/ 289535 h 463968"/>
                <a:gd name="connsiteX3" fmla="*/ 356338 w 655016"/>
                <a:gd name="connsiteY3" fmla="*/ 356363 h 463968"/>
                <a:gd name="connsiteX4" fmla="*/ 298904 w 655016"/>
                <a:gd name="connsiteY4" fmla="*/ 356363 h 463968"/>
                <a:gd name="connsiteX5" fmla="*/ 11887 w 655016"/>
                <a:gd name="connsiteY5" fmla="*/ 69347 h 463968"/>
                <a:gd name="connsiteX6" fmla="*/ 11913 w 655016"/>
                <a:gd name="connsiteY6" fmla="*/ 11887 h 463968"/>
                <a:gd name="connsiteX7" fmla="*/ 69372 w 655016"/>
                <a:gd name="connsiteY7" fmla="*/ 11913 h 463968"/>
                <a:gd name="connsiteX8" fmla="*/ 327748 w 655016"/>
                <a:gd name="connsiteY8" fmla="*/ 270339 h 463968"/>
                <a:gd name="connsiteX9" fmla="*/ 394577 w 655016"/>
                <a:gd name="connsiteY9" fmla="*/ 203511 h 463968"/>
                <a:gd name="connsiteX10" fmla="*/ 452010 w 655016"/>
                <a:gd name="connsiteY10" fmla="*/ 203511 h 463968"/>
                <a:gd name="connsiteX11" fmla="*/ 643101 w 655016"/>
                <a:gd name="connsiteY11" fmla="*/ 394602 h 463968"/>
                <a:gd name="connsiteX12" fmla="*/ 643132 w 655016"/>
                <a:gd name="connsiteY12" fmla="*/ 452056 h 463968"/>
                <a:gd name="connsiteX13" fmla="*/ 614410 w 655016"/>
                <a:gd name="connsiteY13" fmla="*/ 463969 h 46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016" h="463968">
                  <a:moveTo>
                    <a:pt x="614410" y="463969"/>
                  </a:moveTo>
                  <a:cubicBezTo>
                    <a:pt x="603624" y="463964"/>
                    <a:pt x="593284" y="459673"/>
                    <a:pt x="585667" y="452035"/>
                  </a:cubicBezTo>
                  <a:lnTo>
                    <a:pt x="423167" y="289535"/>
                  </a:lnTo>
                  <a:lnTo>
                    <a:pt x="356338" y="356363"/>
                  </a:lnTo>
                  <a:cubicBezTo>
                    <a:pt x="340474" y="372217"/>
                    <a:pt x="314768" y="372217"/>
                    <a:pt x="298904" y="356363"/>
                  </a:cubicBezTo>
                  <a:lnTo>
                    <a:pt x="11887" y="69347"/>
                  </a:lnTo>
                  <a:cubicBezTo>
                    <a:pt x="-3973" y="53473"/>
                    <a:pt x="-3961" y="27748"/>
                    <a:pt x="11913" y="11887"/>
                  </a:cubicBezTo>
                  <a:cubicBezTo>
                    <a:pt x="27787" y="-3973"/>
                    <a:pt x="53512" y="-3961"/>
                    <a:pt x="69372" y="11913"/>
                  </a:cubicBezTo>
                  <a:lnTo>
                    <a:pt x="327748" y="270339"/>
                  </a:lnTo>
                  <a:lnTo>
                    <a:pt x="394577" y="203511"/>
                  </a:lnTo>
                  <a:cubicBezTo>
                    <a:pt x="410441" y="187659"/>
                    <a:pt x="436146" y="187659"/>
                    <a:pt x="452010" y="203511"/>
                  </a:cubicBezTo>
                  <a:lnTo>
                    <a:pt x="643101" y="394602"/>
                  </a:lnTo>
                  <a:cubicBezTo>
                    <a:pt x="658975" y="410456"/>
                    <a:pt x="658991" y="436181"/>
                    <a:pt x="643132" y="452056"/>
                  </a:cubicBezTo>
                  <a:cubicBezTo>
                    <a:pt x="635519" y="459678"/>
                    <a:pt x="625185" y="463964"/>
                    <a:pt x="614410" y="463969"/>
                  </a:cubicBezTo>
                  <a:close/>
                </a:path>
              </a:pathLst>
            </a:custGeom>
            <a:solidFill>
              <a:srgbClr val="FFFFFF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5" name="Picture Placeholder 39">
            <a:extLst>
              <a:ext uri="{FF2B5EF4-FFF2-40B4-BE49-F238E27FC236}">
                <a16:creationId xmlns:a16="http://schemas.microsoft.com/office/drawing/2014/main" id="{590C071F-0B41-4BEA-905E-679941625B4A}"/>
              </a:ext>
            </a:extLst>
          </p:cNvPr>
          <p:cNvGrpSpPr>
            <a:grpSpLocks noChangeAspect="1"/>
          </p:cNvGrpSpPr>
          <p:nvPr/>
        </p:nvGrpSpPr>
        <p:grpSpPr>
          <a:xfrm>
            <a:off x="5439987" y="1414786"/>
            <a:ext cx="847338" cy="846627"/>
            <a:chOff x="5439987" y="1414786"/>
            <a:chExt cx="847338" cy="846627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5DBAF97-1B40-844B-A089-216C4AD76C85}"/>
                </a:ext>
              </a:extLst>
            </p:cNvPr>
            <p:cNvSpPr/>
            <p:nvPr/>
          </p:nvSpPr>
          <p:spPr>
            <a:xfrm>
              <a:off x="5439987" y="1414786"/>
              <a:ext cx="81250" cy="846627"/>
            </a:xfrm>
            <a:custGeom>
              <a:avLst/>
              <a:gdLst>
                <a:gd name="connsiteX0" fmla="*/ 40625 w 81250"/>
                <a:gd name="connsiteY0" fmla="*/ 846628 h 846627"/>
                <a:gd name="connsiteX1" fmla="*/ 0 w 81250"/>
                <a:gd name="connsiteY1" fmla="*/ 806002 h 846627"/>
                <a:gd name="connsiteX2" fmla="*/ 0 w 81250"/>
                <a:gd name="connsiteY2" fmla="*/ 40625 h 846627"/>
                <a:gd name="connsiteX3" fmla="*/ 40625 w 81250"/>
                <a:gd name="connsiteY3" fmla="*/ 0 h 846627"/>
                <a:gd name="connsiteX4" fmla="*/ 81250 w 81250"/>
                <a:gd name="connsiteY4" fmla="*/ 40625 h 846627"/>
                <a:gd name="connsiteX5" fmla="*/ 81250 w 81250"/>
                <a:gd name="connsiteY5" fmla="*/ 806002 h 846627"/>
                <a:gd name="connsiteX6" fmla="*/ 40625 w 81250"/>
                <a:gd name="connsiteY6" fmla="*/ 846628 h 84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0" h="846627">
                  <a:moveTo>
                    <a:pt x="40625" y="846628"/>
                  </a:moveTo>
                  <a:cubicBezTo>
                    <a:pt x="18188" y="846628"/>
                    <a:pt x="0" y="828438"/>
                    <a:pt x="0" y="806002"/>
                  </a:cubicBezTo>
                  <a:lnTo>
                    <a:pt x="0" y="40625"/>
                  </a:lnTo>
                  <a:cubicBezTo>
                    <a:pt x="0" y="18188"/>
                    <a:pt x="18188" y="0"/>
                    <a:pt x="40625" y="0"/>
                  </a:cubicBezTo>
                  <a:cubicBezTo>
                    <a:pt x="63062" y="0"/>
                    <a:pt x="81250" y="18188"/>
                    <a:pt x="81250" y="40625"/>
                  </a:cubicBezTo>
                  <a:lnTo>
                    <a:pt x="81250" y="806002"/>
                  </a:lnTo>
                  <a:cubicBezTo>
                    <a:pt x="81250" y="828438"/>
                    <a:pt x="63062" y="846628"/>
                    <a:pt x="40625" y="846628"/>
                  </a:cubicBezTo>
                  <a:close/>
                </a:path>
              </a:pathLst>
            </a:custGeom>
            <a:solidFill>
              <a:srgbClr val="EE7684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E6902C2E-EBEF-304F-B093-D0F4F6646087}"/>
                </a:ext>
              </a:extLst>
            </p:cNvPr>
            <p:cNvSpPr/>
            <p:nvPr/>
          </p:nvSpPr>
          <p:spPr>
            <a:xfrm>
              <a:off x="5439987" y="2180164"/>
              <a:ext cx="846628" cy="81250"/>
            </a:xfrm>
            <a:custGeom>
              <a:avLst/>
              <a:gdLst>
                <a:gd name="connsiteX0" fmla="*/ 806003 w 846628"/>
                <a:gd name="connsiteY0" fmla="*/ 81250 h 81250"/>
                <a:gd name="connsiteX1" fmla="*/ 40625 w 846628"/>
                <a:gd name="connsiteY1" fmla="*/ 81250 h 81250"/>
                <a:gd name="connsiteX2" fmla="*/ 0 w 846628"/>
                <a:gd name="connsiteY2" fmla="*/ 40625 h 81250"/>
                <a:gd name="connsiteX3" fmla="*/ 40625 w 846628"/>
                <a:gd name="connsiteY3" fmla="*/ 0 h 81250"/>
                <a:gd name="connsiteX4" fmla="*/ 806003 w 846628"/>
                <a:gd name="connsiteY4" fmla="*/ 0 h 81250"/>
                <a:gd name="connsiteX5" fmla="*/ 846629 w 846628"/>
                <a:gd name="connsiteY5" fmla="*/ 40625 h 81250"/>
                <a:gd name="connsiteX6" fmla="*/ 806003 w 846628"/>
                <a:gd name="connsiteY6" fmla="*/ 81250 h 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6628" h="81250">
                  <a:moveTo>
                    <a:pt x="806003" y="81250"/>
                  </a:moveTo>
                  <a:lnTo>
                    <a:pt x="40625" y="81250"/>
                  </a:lnTo>
                  <a:cubicBezTo>
                    <a:pt x="18188" y="81250"/>
                    <a:pt x="0" y="63060"/>
                    <a:pt x="0" y="40625"/>
                  </a:cubicBezTo>
                  <a:cubicBezTo>
                    <a:pt x="0" y="18190"/>
                    <a:pt x="18188" y="0"/>
                    <a:pt x="40625" y="0"/>
                  </a:cubicBezTo>
                  <a:lnTo>
                    <a:pt x="806003" y="0"/>
                  </a:lnTo>
                  <a:cubicBezTo>
                    <a:pt x="828439" y="0"/>
                    <a:pt x="846629" y="18190"/>
                    <a:pt x="846629" y="40625"/>
                  </a:cubicBezTo>
                  <a:cubicBezTo>
                    <a:pt x="846629" y="63060"/>
                    <a:pt x="828439" y="81250"/>
                    <a:pt x="806003" y="81250"/>
                  </a:cubicBezTo>
                  <a:close/>
                </a:path>
              </a:pathLst>
            </a:custGeom>
            <a:solidFill>
              <a:srgbClr val="FFFFFF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78D80867-F932-F741-9A90-B261DA3A1D86}"/>
                </a:ext>
              </a:extLst>
            </p:cNvPr>
            <p:cNvSpPr/>
            <p:nvPr/>
          </p:nvSpPr>
          <p:spPr>
            <a:xfrm>
              <a:off x="5631554" y="1605116"/>
              <a:ext cx="655772" cy="464699"/>
            </a:xfrm>
            <a:custGeom>
              <a:avLst/>
              <a:gdLst>
                <a:gd name="connsiteX0" fmla="*/ 40657 w 655772"/>
                <a:gd name="connsiteY0" fmla="*/ 464700 h 464699"/>
                <a:gd name="connsiteX1" fmla="*/ 0 w 655772"/>
                <a:gd name="connsiteY1" fmla="*/ 424105 h 464699"/>
                <a:gd name="connsiteX2" fmla="*/ 11915 w 655772"/>
                <a:gd name="connsiteY2" fmla="*/ 395332 h 464699"/>
                <a:gd name="connsiteX3" fmla="*/ 203006 w 655772"/>
                <a:gd name="connsiteY3" fmla="*/ 204242 h 464699"/>
                <a:gd name="connsiteX4" fmla="*/ 260439 w 655772"/>
                <a:gd name="connsiteY4" fmla="*/ 204242 h 464699"/>
                <a:gd name="connsiteX5" fmla="*/ 327268 w 655772"/>
                <a:gd name="connsiteY5" fmla="*/ 271070 h 464699"/>
                <a:gd name="connsiteX6" fmla="*/ 585695 w 655772"/>
                <a:gd name="connsiteY6" fmla="*/ 12644 h 464699"/>
                <a:gd name="connsiteX7" fmla="*/ 643128 w 655772"/>
                <a:gd name="connsiteY7" fmla="*/ 11173 h 464699"/>
                <a:gd name="connsiteX8" fmla="*/ 644601 w 655772"/>
                <a:gd name="connsiteY8" fmla="*/ 68606 h 464699"/>
                <a:gd name="connsiteX9" fmla="*/ 643128 w 655772"/>
                <a:gd name="connsiteY9" fmla="*/ 70078 h 464699"/>
                <a:gd name="connsiteX10" fmla="*/ 356010 w 655772"/>
                <a:gd name="connsiteY10" fmla="*/ 357246 h 464699"/>
                <a:gd name="connsiteX11" fmla="*/ 298576 w 655772"/>
                <a:gd name="connsiteY11" fmla="*/ 357246 h 464699"/>
                <a:gd name="connsiteX12" fmla="*/ 231748 w 655772"/>
                <a:gd name="connsiteY12" fmla="*/ 290418 h 464699"/>
                <a:gd name="connsiteX13" fmla="*/ 69247 w 655772"/>
                <a:gd name="connsiteY13" fmla="*/ 452919 h 464699"/>
                <a:gd name="connsiteX14" fmla="*/ 40657 w 655772"/>
                <a:gd name="connsiteY14" fmla="*/ 464700 h 464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5772" h="464699">
                  <a:moveTo>
                    <a:pt x="40657" y="464700"/>
                  </a:moveTo>
                  <a:cubicBezTo>
                    <a:pt x="18220" y="464715"/>
                    <a:pt x="18" y="446546"/>
                    <a:pt x="0" y="424105"/>
                  </a:cubicBezTo>
                  <a:cubicBezTo>
                    <a:pt x="-9" y="413314"/>
                    <a:pt x="4278" y="402960"/>
                    <a:pt x="11915" y="395332"/>
                  </a:cubicBezTo>
                  <a:lnTo>
                    <a:pt x="203006" y="204242"/>
                  </a:lnTo>
                  <a:cubicBezTo>
                    <a:pt x="218869" y="188390"/>
                    <a:pt x="244576" y="188390"/>
                    <a:pt x="260439" y="204242"/>
                  </a:cubicBezTo>
                  <a:lnTo>
                    <a:pt x="327268" y="271070"/>
                  </a:lnTo>
                  <a:lnTo>
                    <a:pt x="585695" y="12644"/>
                  </a:lnTo>
                  <a:cubicBezTo>
                    <a:pt x="601147" y="-3622"/>
                    <a:pt x="626863" y="-4281"/>
                    <a:pt x="643128" y="11173"/>
                  </a:cubicBezTo>
                  <a:cubicBezTo>
                    <a:pt x="659394" y="26626"/>
                    <a:pt x="660054" y="52341"/>
                    <a:pt x="644601" y="68606"/>
                  </a:cubicBezTo>
                  <a:cubicBezTo>
                    <a:pt x="644124" y="69110"/>
                    <a:pt x="643631" y="69600"/>
                    <a:pt x="643128" y="70078"/>
                  </a:cubicBezTo>
                  <a:lnTo>
                    <a:pt x="356010" y="357246"/>
                  </a:lnTo>
                  <a:cubicBezTo>
                    <a:pt x="340146" y="373100"/>
                    <a:pt x="314440" y="373100"/>
                    <a:pt x="298576" y="357246"/>
                  </a:cubicBezTo>
                  <a:lnTo>
                    <a:pt x="231748" y="290418"/>
                  </a:lnTo>
                  <a:lnTo>
                    <a:pt x="69247" y="452919"/>
                  </a:lnTo>
                  <a:cubicBezTo>
                    <a:pt x="61643" y="460460"/>
                    <a:pt x="51368" y="464695"/>
                    <a:pt x="40657" y="464700"/>
                  </a:cubicBezTo>
                  <a:close/>
                </a:path>
              </a:pathLst>
            </a:custGeom>
            <a:solidFill>
              <a:srgbClr val="FFFFFF"/>
            </a:solidFill>
            <a:ln w="5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9" name="Picture Placeholder 41">
            <a:extLst>
              <a:ext uri="{FF2B5EF4-FFF2-40B4-BE49-F238E27FC236}">
                <a16:creationId xmlns:a16="http://schemas.microsoft.com/office/drawing/2014/main" id="{650DF732-F840-41E5-A75D-18DF3D4495D5}"/>
              </a:ext>
            </a:extLst>
          </p:cNvPr>
          <p:cNvGrpSpPr>
            <a:grpSpLocks noChangeAspect="1"/>
          </p:cNvGrpSpPr>
          <p:nvPr/>
        </p:nvGrpSpPr>
        <p:grpSpPr>
          <a:xfrm>
            <a:off x="6762529" y="1419820"/>
            <a:ext cx="834124" cy="834123"/>
            <a:chOff x="6762529" y="1419820"/>
            <a:chExt cx="834124" cy="834123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63A1407-770B-1743-BDF3-1C3D772F7111}"/>
                </a:ext>
              </a:extLst>
            </p:cNvPr>
            <p:cNvSpPr/>
            <p:nvPr/>
          </p:nvSpPr>
          <p:spPr>
            <a:xfrm>
              <a:off x="7214798" y="1698770"/>
              <a:ext cx="193828" cy="217504"/>
            </a:xfrm>
            <a:custGeom>
              <a:avLst/>
              <a:gdLst>
                <a:gd name="connsiteX0" fmla="*/ 39670 w 193828"/>
                <a:gd name="connsiteY0" fmla="*/ 217504 h 217504"/>
                <a:gd name="connsiteX1" fmla="*/ 0 w 193828"/>
                <a:gd name="connsiteY1" fmla="*/ 177782 h 217504"/>
                <a:gd name="connsiteX2" fmla="*/ 9154 w 193828"/>
                <a:gd name="connsiteY2" fmla="*/ 152452 h 217504"/>
                <a:gd name="connsiteX3" fmla="*/ 122587 w 193828"/>
                <a:gd name="connsiteY3" fmla="*/ 15598 h 217504"/>
                <a:gd name="connsiteX4" fmla="*/ 178231 w 193828"/>
                <a:gd name="connsiteY4" fmla="*/ 8156 h 217504"/>
                <a:gd name="connsiteX5" fmla="*/ 185674 w 193828"/>
                <a:gd name="connsiteY5" fmla="*/ 63800 h 217504"/>
                <a:gd name="connsiteX6" fmla="*/ 183719 w 193828"/>
                <a:gd name="connsiteY6" fmla="*/ 66161 h 217504"/>
                <a:gd name="connsiteX7" fmla="*/ 70286 w 193828"/>
                <a:gd name="connsiteY7" fmla="*/ 203114 h 217504"/>
                <a:gd name="connsiteX8" fmla="*/ 39670 w 193828"/>
                <a:gd name="connsiteY8" fmla="*/ 217504 h 217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828" h="217504">
                  <a:moveTo>
                    <a:pt x="39670" y="217504"/>
                  </a:moveTo>
                  <a:cubicBezTo>
                    <a:pt x="17746" y="217490"/>
                    <a:pt x="-14" y="199705"/>
                    <a:pt x="0" y="177782"/>
                  </a:cubicBezTo>
                  <a:cubicBezTo>
                    <a:pt x="6" y="168529"/>
                    <a:pt x="3244" y="159570"/>
                    <a:pt x="9154" y="152452"/>
                  </a:cubicBezTo>
                  <a:lnTo>
                    <a:pt x="122587" y="15598"/>
                  </a:lnTo>
                  <a:cubicBezTo>
                    <a:pt x="135895" y="-1823"/>
                    <a:pt x="160809" y="-5155"/>
                    <a:pt x="178231" y="8156"/>
                  </a:cubicBezTo>
                  <a:cubicBezTo>
                    <a:pt x="195653" y="21466"/>
                    <a:pt x="198983" y="46379"/>
                    <a:pt x="185674" y="63800"/>
                  </a:cubicBezTo>
                  <a:cubicBezTo>
                    <a:pt x="185054" y="64612"/>
                    <a:pt x="184399" y="65400"/>
                    <a:pt x="183719" y="66161"/>
                  </a:cubicBezTo>
                  <a:lnTo>
                    <a:pt x="70286" y="203114"/>
                  </a:lnTo>
                  <a:cubicBezTo>
                    <a:pt x="62739" y="212235"/>
                    <a:pt x="51510" y="217514"/>
                    <a:pt x="39670" y="2175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2161764-A6A2-DC45-B1C6-DAB4D20C1E86}"/>
                </a:ext>
              </a:extLst>
            </p:cNvPr>
            <p:cNvSpPr/>
            <p:nvPr/>
          </p:nvSpPr>
          <p:spPr>
            <a:xfrm>
              <a:off x="7040454" y="1828992"/>
              <a:ext cx="277876" cy="178634"/>
            </a:xfrm>
            <a:custGeom>
              <a:avLst/>
              <a:gdLst>
                <a:gd name="connsiteX0" fmla="*/ 238180 w 277876"/>
                <a:gd name="connsiteY0" fmla="*/ 178634 h 178634"/>
                <a:gd name="connsiteX1" fmla="*/ 198483 w 277876"/>
                <a:gd name="connsiteY1" fmla="*/ 138938 h 178634"/>
                <a:gd name="connsiteX2" fmla="*/ 138938 w 277876"/>
                <a:gd name="connsiteY2" fmla="*/ 79393 h 178634"/>
                <a:gd name="connsiteX3" fmla="*/ 79393 w 277876"/>
                <a:gd name="connsiteY3" fmla="*/ 138938 h 178634"/>
                <a:gd name="connsiteX4" fmla="*/ 39697 w 277876"/>
                <a:gd name="connsiteY4" fmla="*/ 178634 h 178634"/>
                <a:gd name="connsiteX5" fmla="*/ 0 w 277876"/>
                <a:gd name="connsiteY5" fmla="*/ 138938 h 178634"/>
                <a:gd name="connsiteX6" fmla="*/ 138938 w 277876"/>
                <a:gd name="connsiteY6" fmla="*/ 0 h 178634"/>
                <a:gd name="connsiteX7" fmla="*/ 277876 w 277876"/>
                <a:gd name="connsiteY7" fmla="*/ 138938 h 178634"/>
                <a:gd name="connsiteX8" fmla="*/ 238180 w 277876"/>
                <a:gd name="connsiteY8" fmla="*/ 17863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7876" h="178634">
                  <a:moveTo>
                    <a:pt x="238180" y="178634"/>
                  </a:moveTo>
                  <a:cubicBezTo>
                    <a:pt x="216257" y="178634"/>
                    <a:pt x="198483" y="160860"/>
                    <a:pt x="198483" y="138938"/>
                  </a:cubicBezTo>
                  <a:cubicBezTo>
                    <a:pt x="198483" y="106054"/>
                    <a:pt x="171824" y="79393"/>
                    <a:pt x="138938" y="79393"/>
                  </a:cubicBezTo>
                  <a:cubicBezTo>
                    <a:pt x="106052" y="79393"/>
                    <a:pt x="79393" y="106054"/>
                    <a:pt x="79393" y="138938"/>
                  </a:cubicBezTo>
                  <a:cubicBezTo>
                    <a:pt x="79393" y="160860"/>
                    <a:pt x="61621" y="178634"/>
                    <a:pt x="39697" y="178634"/>
                  </a:cubicBezTo>
                  <a:cubicBezTo>
                    <a:pt x="17773" y="178634"/>
                    <a:pt x="0" y="160860"/>
                    <a:pt x="0" y="138938"/>
                  </a:cubicBezTo>
                  <a:cubicBezTo>
                    <a:pt x="0" y="62204"/>
                    <a:pt x="62205" y="0"/>
                    <a:pt x="138938" y="0"/>
                  </a:cubicBezTo>
                  <a:cubicBezTo>
                    <a:pt x="215672" y="0"/>
                    <a:pt x="277876" y="62204"/>
                    <a:pt x="277876" y="138938"/>
                  </a:cubicBezTo>
                  <a:cubicBezTo>
                    <a:pt x="277876" y="160860"/>
                    <a:pt x="260102" y="178634"/>
                    <a:pt x="238180" y="1786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1DBAE8B-9910-144C-B879-CC465BC1F065}"/>
                </a:ext>
              </a:extLst>
            </p:cNvPr>
            <p:cNvSpPr/>
            <p:nvPr/>
          </p:nvSpPr>
          <p:spPr>
            <a:xfrm>
              <a:off x="6823959" y="1928233"/>
              <a:ext cx="717664" cy="80881"/>
            </a:xfrm>
            <a:custGeom>
              <a:avLst/>
              <a:gdLst>
                <a:gd name="connsiteX0" fmla="*/ 39697 w 717664"/>
                <a:gd name="connsiteY0" fmla="*/ 80882 h 80881"/>
                <a:gd name="connsiteX1" fmla="*/ 0 w 717664"/>
                <a:gd name="connsiteY1" fmla="*/ 41185 h 80881"/>
                <a:gd name="connsiteX2" fmla="*/ 39697 w 717664"/>
                <a:gd name="connsiteY2" fmla="*/ 1489 h 80881"/>
                <a:gd name="connsiteX3" fmla="*/ 677968 w 717664"/>
                <a:gd name="connsiteY3" fmla="*/ 0 h 80881"/>
                <a:gd name="connsiteX4" fmla="*/ 677968 w 717664"/>
                <a:gd name="connsiteY4" fmla="*/ 0 h 80881"/>
                <a:gd name="connsiteX5" fmla="*/ 717665 w 717664"/>
                <a:gd name="connsiteY5" fmla="*/ 39697 h 80881"/>
                <a:gd name="connsiteX6" fmla="*/ 677968 w 717664"/>
                <a:gd name="connsiteY6" fmla="*/ 79393 h 80881"/>
                <a:gd name="connsiteX7" fmla="*/ 39746 w 717664"/>
                <a:gd name="connsiteY7" fmla="*/ 80882 h 8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7664" h="80881">
                  <a:moveTo>
                    <a:pt x="39697" y="80882"/>
                  </a:moveTo>
                  <a:cubicBezTo>
                    <a:pt x="17773" y="80882"/>
                    <a:pt x="0" y="63108"/>
                    <a:pt x="0" y="41185"/>
                  </a:cubicBezTo>
                  <a:cubicBezTo>
                    <a:pt x="0" y="19263"/>
                    <a:pt x="17773" y="1489"/>
                    <a:pt x="39697" y="1489"/>
                  </a:cubicBezTo>
                  <a:lnTo>
                    <a:pt x="677968" y="0"/>
                  </a:lnTo>
                  <a:lnTo>
                    <a:pt x="677968" y="0"/>
                  </a:lnTo>
                  <a:cubicBezTo>
                    <a:pt x="699891" y="0"/>
                    <a:pt x="717665" y="17774"/>
                    <a:pt x="717665" y="39697"/>
                  </a:cubicBezTo>
                  <a:cubicBezTo>
                    <a:pt x="717665" y="61619"/>
                    <a:pt x="699891" y="79393"/>
                    <a:pt x="677968" y="79393"/>
                  </a:cubicBezTo>
                  <a:lnTo>
                    <a:pt x="39746" y="80882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9CBF4F9F-E760-4641-8705-2EE699275F31}"/>
                </a:ext>
              </a:extLst>
            </p:cNvPr>
            <p:cNvSpPr/>
            <p:nvPr/>
          </p:nvSpPr>
          <p:spPr>
            <a:xfrm>
              <a:off x="6874543" y="1528881"/>
              <a:ext cx="126196" cy="126438"/>
            </a:xfrm>
            <a:custGeom>
              <a:avLst/>
              <a:gdLst>
                <a:gd name="connsiteX0" fmla="*/ 86518 w 126196"/>
                <a:gd name="connsiteY0" fmla="*/ 126438 h 126438"/>
                <a:gd name="connsiteX1" fmla="*/ 58334 w 126196"/>
                <a:gd name="connsiteY1" fmla="*/ 114728 h 126438"/>
                <a:gd name="connsiteX2" fmla="*/ 11542 w 126196"/>
                <a:gd name="connsiteY2" fmla="*/ 67687 h 126438"/>
                <a:gd name="connsiteX3" fmla="*/ 11715 w 126196"/>
                <a:gd name="connsiteY3" fmla="*/ 11542 h 126438"/>
                <a:gd name="connsiteX4" fmla="*/ 67861 w 126196"/>
                <a:gd name="connsiteY4" fmla="*/ 11715 h 126438"/>
                <a:gd name="connsiteX5" fmla="*/ 114653 w 126196"/>
                <a:gd name="connsiteY5" fmla="*/ 58756 h 126438"/>
                <a:gd name="connsiteX6" fmla="*/ 114486 w 126196"/>
                <a:gd name="connsiteY6" fmla="*/ 114895 h 126438"/>
                <a:gd name="connsiteX7" fmla="*/ 86518 w 126196"/>
                <a:gd name="connsiteY7" fmla="*/ 126438 h 12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96" h="126438">
                  <a:moveTo>
                    <a:pt x="86518" y="126438"/>
                  </a:moveTo>
                  <a:cubicBezTo>
                    <a:pt x="75938" y="126447"/>
                    <a:pt x="65793" y="122231"/>
                    <a:pt x="58334" y="114728"/>
                  </a:cubicBezTo>
                  <a:lnTo>
                    <a:pt x="11542" y="67687"/>
                  </a:lnTo>
                  <a:cubicBezTo>
                    <a:pt x="-3915" y="52135"/>
                    <a:pt x="-3837" y="26998"/>
                    <a:pt x="11715" y="11542"/>
                  </a:cubicBezTo>
                  <a:cubicBezTo>
                    <a:pt x="27267" y="-3915"/>
                    <a:pt x="52405" y="-3837"/>
                    <a:pt x="67861" y="11715"/>
                  </a:cubicBezTo>
                  <a:lnTo>
                    <a:pt x="114653" y="58756"/>
                  </a:lnTo>
                  <a:cubicBezTo>
                    <a:pt x="130110" y="74304"/>
                    <a:pt x="130035" y="99439"/>
                    <a:pt x="114486" y="114895"/>
                  </a:cubicBezTo>
                  <a:cubicBezTo>
                    <a:pt x="107053" y="122284"/>
                    <a:pt x="96999" y="126433"/>
                    <a:pt x="86518" y="1264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D9546F04-5BF0-1545-8B9B-D9D3A615C2B2}"/>
                </a:ext>
              </a:extLst>
            </p:cNvPr>
            <p:cNvSpPr/>
            <p:nvPr/>
          </p:nvSpPr>
          <p:spPr>
            <a:xfrm>
              <a:off x="7139696" y="1424782"/>
              <a:ext cx="79393" cy="156106"/>
            </a:xfrm>
            <a:custGeom>
              <a:avLst/>
              <a:gdLst>
                <a:gd name="connsiteX0" fmla="*/ 39697 w 79393"/>
                <a:gd name="connsiteY0" fmla="*/ 156107 h 156106"/>
                <a:gd name="connsiteX1" fmla="*/ 39697 w 79393"/>
                <a:gd name="connsiteY1" fmla="*/ 156107 h 156106"/>
                <a:gd name="connsiteX2" fmla="*/ 0 w 79393"/>
                <a:gd name="connsiteY2" fmla="*/ 116410 h 156106"/>
                <a:gd name="connsiteX3" fmla="*/ 0 w 79393"/>
                <a:gd name="connsiteY3" fmla="*/ 39697 h 156106"/>
                <a:gd name="connsiteX4" fmla="*/ 39697 w 79393"/>
                <a:gd name="connsiteY4" fmla="*/ 0 h 156106"/>
                <a:gd name="connsiteX5" fmla="*/ 39697 w 79393"/>
                <a:gd name="connsiteY5" fmla="*/ 0 h 156106"/>
                <a:gd name="connsiteX6" fmla="*/ 79393 w 79393"/>
                <a:gd name="connsiteY6" fmla="*/ 39697 h 156106"/>
                <a:gd name="connsiteX7" fmla="*/ 79393 w 79393"/>
                <a:gd name="connsiteY7" fmla="*/ 116460 h 156106"/>
                <a:gd name="connsiteX8" fmla="*/ 39697 w 79393"/>
                <a:gd name="connsiteY8" fmla="*/ 156107 h 15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3" h="156106">
                  <a:moveTo>
                    <a:pt x="39697" y="156107"/>
                  </a:moveTo>
                  <a:lnTo>
                    <a:pt x="39697" y="156107"/>
                  </a:lnTo>
                  <a:cubicBezTo>
                    <a:pt x="17773" y="156107"/>
                    <a:pt x="0" y="138334"/>
                    <a:pt x="0" y="11641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393" y="116460"/>
                  </a:lnTo>
                  <a:cubicBezTo>
                    <a:pt x="79366" y="138364"/>
                    <a:pt x="61601" y="156107"/>
                    <a:pt x="39697" y="1561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A3D5127-0BE8-094F-BE72-015057352877}"/>
                </a:ext>
              </a:extLst>
            </p:cNvPr>
            <p:cNvSpPr/>
            <p:nvPr/>
          </p:nvSpPr>
          <p:spPr>
            <a:xfrm>
              <a:off x="7357997" y="1528881"/>
              <a:ext cx="126641" cy="126438"/>
            </a:xfrm>
            <a:custGeom>
              <a:avLst/>
              <a:gdLst>
                <a:gd name="connsiteX0" fmla="*/ 39726 w 126641"/>
                <a:gd name="connsiteY0" fmla="*/ 126438 h 126438"/>
                <a:gd name="connsiteX1" fmla="*/ 0 w 126641"/>
                <a:gd name="connsiteY1" fmla="*/ 86773 h 126438"/>
                <a:gd name="connsiteX2" fmla="*/ 11691 w 126641"/>
                <a:gd name="connsiteY2" fmla="*/ 58607 h 126438"/>
                <a:gd name="connsiteX3" fmla="*/ 58930 w 126641"/>
                <a:gd name="connsiteY3" fmla="*/ 11566 h 126438"/>
                <a:gd name="connsiteX4" fmla="*/ 115075 w 126641"/>
                <a:gd name="connsiteY4" fmla="*/ 11690 h 126438"/>
                <a:gd name="connsiteX5" fmla="*/ 114951 w 126641"/>
                <a:gd name="connsiteY5" fmla="*/ 67836 h 126438"/>
                <a:gd name="connsiteX6" fmla="*/ 67713 w 126641"/>
                <a:gd name="connsiteY6" fmla="*/ 114877 h 126438"/>
                <a:gd name="connsiteX7" fmla="*/ 39726 w 126641"/>
                <a:gd name="connsiteY7" fmla="*/ 126438 h 12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641" h="126438">
                  <a:moveTo>
                    <a:pt x="39726" y="126438"/>
                  </a:moveTo>
                  <a:cubicBezTo>
                    <a:pt x="17804" y="126456"/>
                    <a:pt x="15" y="108697"/>
                    <a:pt x="0" y="86773"/>
                  </a:cubicBezTo>
                  <a:cubicBezTo>
                    <a:pt x="-10" y="76202"/>
                    <a:pt x="4198" y="66064"/>
                    <a:pt x="11691" y="58607"/>
                  </a:cubicBezTo>
                  <a:lnTo>
                    <a:pt x="58930" y="11566"/>
                  </a:lnTo>
                  <a:cubicBezTo>
                    <a:pt x="74466" y="-3903"/>
                    <a:pt x="99604" y="-3848"/>
                    <a:pt x="115075" y="11690"/>
                  </a:cubicBezTo>
                  <a:cubicBezTo>
                    <a:pt x="130547" y="27229"/>
                    <a:pt x="130488" y="52366"/>
                    <a:pt x="114951" y="67836"/>
                  </a:cubicBezTo>
                  <a:lnTo>
                    <a:pt x="67713" y="114877"/>
                  </a:lnTo>
                  <a:cubicBezTo>
                    <a:pt x="60279" y="122277"/>
                    <a:pt x="50216" y="126433"/>
                    <a:pt x="39726" y="1264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6AF1921-70BC-0F46-B52C-C4F51F08AC23}"/>
                </a:ext>
              </a:extLst>
            </p:cNvPr>
            <p:cNvSpPr/>
            <p:nvPr/>
          </p:nvSpPr>
          <p:spPr>
            <a:xfrm>
              <a:off x="6762529" y="1419820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1" name="Picture Placeholder 43">
            <a:extLst>
              <a:ext uri="{FF2B5EF4-FFF2-40B4-BE49-F238E27FC236}">
                <a16:creationId xmlns:a16="http://schemas.microsoft.com/office/drawing/2014/main" id="{D5E932E9-9F34-41A3-B9AE-9C7A5A363BF9}"/>
              </a:ext>
            </a:extLst>
          </p:cNvPr>
          <p:cNvGrpSpPr>
            <a:grpSpLocks noChangeAspect="1"/>
          </p:cNvGrpSpPr>
          <p:nvPr/>
        </p:nvGrpSpPr>
        <p:grpSpPr>
          <a:xfrm>
            <a:off x="8082617" y="1422946"/>
            <a:ext cx="828815" cy="827871"/>
            <a:chOff x="8082617" y="1422946"/>
            <a:chExt cx="828815" cy="827871"/>
          </a:xfrm>
        </p:grpSpPr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E9B47FD-225B-244D-A955-11631227A425}"/>
                </a:ext>
              </a:extLst>
            </p:cNvPr>
            <p:cNvSpPr/>
            <p:nvPr/>
          </p:nvSpPr>
          <p:spPr>
            <a:xfrm>
              <a:off x="8529662" y="1552744"/>
              <a:ext cx="243163" cy="248112"/>
            </a:xfrm>
            <a:custGeom>
              <a:avLst/>
              <a:gdLst>
                <a:gd name="connsiteX0" fmla="*/ 39685 w 243163"/>
                <a:gd name="connsiteY0" fmla="*/ 248113 h 248112"/>
                <a:gd name="connsiteX1" fmla="*/ 0 w 243163"/>
                <a:gd name="connsiteY1" fmla="*/ 208404 h 248112"/>
                <a:gd name="connsiteX2" fmla="*/ 11202 w 243163"/>
                <a:gd name="connsiteY2" fmla="*/ 180777 h 248112"/>
                <a:gd name="connsiteX3" fmla="*/ 174951 w 243163"/>
                <a:gd name="connsiteY3" fmla="*/ 12067 h 248112"/>
                <a:gd name="connsiteX4" fmla="*/ 231097 w 243163"/>
                <a:gd name="connsiteY4" fmla="*/ 11199 h 248112"/>
                <a:gd name="connsiteX5" fmla="*/ 231965 w 243163"/>
                <a:gd name="connsiteY5" fmla="*/ 67345 h 248112"/>
                <a:gd name="connsiteX6" fmla="*/ 68217 w 243163"/>
                <a:gd name="connsiteY6" fmla="*/ 236055 h 248112"/>
                <a:gd name="connsiteX7" fmla="*/ 39685 w 243163"/>
                <a:gd name="connsiteY7" fmla="*/ 248113 h 24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163" h="248112">
                  <a:moveTo>
                    <a:pt x="39685" y="248113"/>
                  </a:moveTo>
                  <a:cubicBezTo>
                    <a:pt x="17761" y="248106"/>
                    <a:pt x="-6" y="230328"/>
                    <a:pt x="0" y="208404"/>
                  </a:cubicBezTo>
                  <a:cubicBezTo>
                    <a:pt x="3" y="198090"/>
                    <a:pt x="4021" y="188181"/>
                    <a:pt x="11202" y="180777"/>
                  </a:cubicBezTo>
                  <a:lnTo>
                    <a:pt x="174951" y="12067"/>
                  </a:lnTo>
                  <a:cubicBezTo>
                    <a:pt x="190214" y="-3677"/>
                    <a:pt x="215352" y="-4066"/>
                    <a:pt x="231097" y="11199"/>
                  </a:cubicBezTo>
                  <a:cubicBezTo>
                    <a:pt x="246841" y="26463"/>
                    <a:pt x="247228" y="51600"/>
                    <a:pt x="231965" y="67345"/>
                  </a:cubicBezTo>
                  <a:lnTo>
                    <a:pt x="68217" y="236055"/>
                  </a:lnTo>
                  <a:cubicBezTo>
                    <a:pt x="60729" y="243772"/>
                    <a:pt x="50437" y="248123"/>
                    <a:pt x="39685" y="24811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78F7D3F3-825E-D444-99CD-CDC84757DACF}"/>
                </a:ext>
              </a:extLst>
            </p:cNvPr>
            <p:cNvSpPr/>
            <p:nvPr/>
          </p:nvSpPr>
          <p:spPr>
            <a:xfrm>
              <a:off x="8237709" y="1632900"/>
              <a:ext cx="172854" cy="167957"/>
            </a:xfrm>
            <a:custGeom>
              <a:avLst/>
              <a:gdLst>
                <a:gd name="connsiteX0" fmla="*/ 133155 w 172854"/>
                <a:gd name="connsiteY0" fmla="*/ 167957 h 167957"/>
                <a:gd name="connsiteX1" fmla="*/ 105863 w 172854"/>
                <a:gd name="connsiteY1" fmla="*/ 157041 h 167957"/>
                <a:gd name="connsiteX2" fmla="*/ 11584 w 172854"/>
                <a:gd name="connsiteY2" fmla="*/ 67723 h 167957"/>
                <a:gd name="connsiteX3" fmla="*/ 11670 w 172854"/>
                <a:gd name="connsiteY3" fmla="*/ 11584 h 167957"/>
                <a:gd name="connsiteX4" fmla="*/ 66167 w 172854"/>
                <a:gd name="connsiteY4" fmla="*/ 10114 h 167957"/>
                <a:gd name="connsiteX5" fmla="*/ 160446 w 172854"/>
                <a:gd name="connsiteY5" fmla="*/ 99431 h 167957"/>
                <a:gd name="connsiteX6" fmla="*/ 161987 w 172854"/>
                <a:gd name="connsiteY6" fmla="*/ 155549 h 167957"/>
                <a:gd name="connsiteX7" fmla="*/ 133105 w 172854"/>
                <a:gd name="connsiteY7" fmla="*/ 167957 h 16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54" h="167957">
                  <a:moveTo>
                    <a:pt x="133155" y="167957"/>
                  </a:moveTo>
                  <a:cubicBezTo>
                    <a:pt x="122996" y="167944"/>
                    <a:pt x="113229" y="164038"/>
                    <a:pt x="105863" y="157041"/>
                  </a:cubicBezTo>
                  <a:lnTo>
                    <a:pt x="11584" y="67723"/>
                  </a:lnTo>
                  <a:cubicBezTo>
                    <a:pt x="-3895" y="52197"/>
                    <a:pt x="-3856" y="27063"/>
                    <a:pt x="11670" y="11584"/>
                  </a:cubicBezTo>
                  <a:cubicBezTo>
                    <a:pt x="26574" y="-3274"/>
                    <a:pt x="50483" y="-3919"/>
                    <a:pt x="66167" y="10114"/>
                  </a:cubicBezTo>
                  <a:lnTo>
                    <a:pt x="160446" y="99431"/>
                  </a:lnTo>
                  <a:cubicBezTo>
                    <a:pt x="176369" y="114502"/>
                    <a:pt x="177058" y="139627"/>
                    <a:pt x="161987" y="155549"/>
                  </a:cubicBezTo>
                  <a:cubicBezTo>
                    <a:pt x="154477" y="163483"/>
                    <a:pt x="144030" y="167972"/>
                    <a:pt x="133105" y="1679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8D1F228-D2FB-4241-955E-3F3F1C3BED55}"/>
                </a:ext>
              </a:extLst>
            </p:cNvPr>
            <p:cNvSpPr/>
            <p:nvPr/>
          </p:nvSpPr>
          <p:spPr>
            <a:xfrm>
              <a:off x="8529725" y="1929944"/>
              <a:ext cx="164277" cy="158861"/>
            </a:xfrm>
            <a:custGeom>
              <a:avLst/>
              <a:gdLst>
                <a:gd name="connsiteX0" fmla="*/ 124374 w 164277"/>
                <a:gd name="connsiteY0" fmla="*/ 158862 h 158861"/>
                <a:gd name="connsiteX1" fmla="*/ 97182 w 164277"/>
                <a:gd name="connsiteY1" fmla="*/ 148094 h 158861"/>
                <a:gd name="connsiteX2" fmla="*/ 12479 w 164277"/>
                <a:gd name="connsiteY2" fmla="*/ 68701 h 158861"/>
                <a:gd name="connsiteX3" fmla="*/ 10842 w 164277"/>
                <a:gd name="connsiteY3" fmla="*/ 12480 h 158861"/>
                <a:gd name="connsiteX4" fmla="*/ 67062 w 164277"/>
                <a:gd name="connsiteY4" fmla="*/ 10843 h 158861"/>
                <a:gd name="connsiteX5" fmla="*/ 151765 w 164277"/>
                <a:gd name="connsiteY5" fmla="*/ 90236 h 158861"/>
                <a:gd name="connsiteX6" fmla="*/ 153511 w 164277"/>
                <a:gd name="connsiteY6" fmla="*/ 146347 h 158861"/>
                <a:gd name="connsiteX7" fmla="*/ 124622 w 164277"/>
                <a:gd name="connsiteY7" fmla="*/ 158862 h 158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4277" h="158861">
                  <a:moveTo>
                    <a:pt x="124374" y="158862"/>
                  </a:moveTo>
                  <a:cubicBezTo>
                    <a:pt x="114271" y="158862"/>
                    <a:pt x="104546" y="155011"/>
                    <a:pt x="97182" y="148094"/>
                  </a:cubicBezTo>
                  <a:lnTo>
                    <a:pt x="12479" y="68701"/>
                  </a:lnTo>
                  <a:cubicBezTo>
                    <a:pt x="-3498" y="53626"/>
                    <a:pt x="-4231" y="28458"/>
                    <a:pt x="10842" y="12480"/>
                  </a:cubicBezTo>
                  <a:cubicBezTo>
                    <a:pt x="25915" y="-3497"/>
                    <a:pt x="51084" y="-4232"/>
                    <a:pt x="67062" y="10843"/>
                  </a:cubicBezTo>
                  <a:lnTo>
                    <a:pt x="151765" y="90236"/>
                  </a:lnTo>
                  <a:cubicBezTo>
                    <a:pt x="167743" y="105251"/>
                    <a:pt x="168522" y="130369"/>
                    <a:pt x="153511" y="146347"/>
                  </a:cubicBezTo>
                  <a:cubicBezTo>
                    <a:pt x="146019" y="154321"/>
                    <a:pt x="135564" y="158852"/>
                    <a:pt x="124622" y="1588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94F74A1-FA70-EB4A-AA73-9EC1B1C2CE60}"/>
                </a:ext>
              </a:extLst>
            </p:cNvPr>
            <p:cNvSpPr/>
            <p:nvPr/>
          </p:nvSpPr>
          <p:spPr>
            <a:xfrm>
              <a:off x="8184499" y="1924310"/>
              <a:ext cx="211754" cy="216150"/>
            </a:xfrm>
            <a:custGeom>
              <a:avLst/>
              <a:gdLst>
                <a:gd name="connsiteX0" fmla="*/ 39637 w 211754"/>
                <a:gd name="connsiteY0" fmla="*/ 216151 h 216150"/>
                <a:gd name="connsiteX1" fmla="*/ 0 w 211754"/>
                <a:gd name="connsiteY1" fmla="*/ 176395 h 216150"/>
                <a:gd name="connsiteX2" fmla="*/ 11154 w 211754"/>
                <a:gd name="connsiteY2" fmla="*/ 148865 h 216150"/>
                <a:gd name="connsiteX3" fmla="*/ 142997 w 211754"/>
                <a:gd name="connsiteY3" fmla="*/ 12656 h 216150"/>
                <a:gd name="connsiteX4" fmla="*/ 199100 w 211754"/>
                <a:gd name="connsiteY4" fmla="*/ 10637 h 216150"/>
                <a:gd name="connsiteX5" fmla="*/ 201119 w 211754"/>
                <a:gd name="connsiteY5" fmla="*/ 66738 h 216150"/>
                <a:gd name="connsiteX6" fmla="*/ 200011 w 211754"/>
                <a:gd name="connsiteY6" fmla="*/ 67884 h 216150"/>
                <a:gd name="connsiteX7" fmla="*/ 68169 w 211754"/>
                <a:gd name="connsiteY7" fmla="*/ 204093 h 216150"/>
                <a:gd name="connsiteX8" fmla="*/ 39637 w 211754"/>
                <a:gd name="connsiteY8" fmla="*/ 216151 h 2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1754" h="216150">
                  <a:moveTo>
                    <a:pt x="39637" y="216151"/>
                  </a:moveTo>
                  <a:cubicBezTo>
                    <a:pt x="17713" y="216116"/>
                    <a:pt x="-33" y="198317"/>
                    <a:pt x="0" y="176395"/>
                  </a:cubicBezTo>
                  <a:cubicBezTo>
                    <a:pt x="15" y="166118"/>
                    <a:pt x="4014" y="156253"/>
                    <a:pt x="11154" y="148865"/>
                  </a:cubicBezTo>
                  <a:lnTo>
                    <a:pt x="142997" y="12656"/>
                  </a:lnTo>
                  <a:cubicBezTo>
                    <a:pt x="157931" y="-3396"/>
                    <a:pt x="183049" y="-4299"/>
                    <a:pt x="199100" y="10637"/>
                  </a:cubicBezTo>
                  <a:cubicBezTo>
                    <a:pt x="215150" y="25572"/>
                    <a:pt x="216054" y="50690"/>
                    <a:pt x="201119" y="66738"/>
                  </a:cubicBezTo>
                  <a:cubicBezTo>
                    <a:pt x="200757" y="67130"/>
                    <a:pt x="200388" y="67512"/>
                    <a:pt x="200011" y="67884"/>
                  </a:cubicBezTo>
                  <a:lnTo>
                    <a:pt x="68169" y="204093"/>
                  </a:lnTo>
                  <a:cubicBezTo>
                    <a:pt x="60683" y="211809"/>
                    <a:pt x="50387" y="216161"/>
                    <a:pt x="39637" y="21615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5297AA2-30CF-3949-AF11-5E3CB47F6967}"/>
                </a:ext>
              </a:extLst>
            </p:cNvPr>
            <p:cNvSpPr/>
            <p:nvPr/>
          </p:nvSpPr>
          <p:spPr>
            <a:xfrm>
              <a:off x="8132684" y="1530375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4 w 195108"/>
                <a:gd name="connsiteY2" fmla="*/ 0 h 195108"/>
                <a:gd name="connsiteX3" fmla="*/ 195109 w 195108"/>
                <a:gd name="connsiteY3" fmla="*/ 97554 h 195108"/>
                <a:gd name="connsiteX4" fmla="*/ 97554 w 195108"/>
                <a:gd name="connsiteY4" fmla="*/ 195109 h 195108"/>
                <a:gd name="connsiteX5" fmla="*/ 97554 w 195108"/>
                <a:gd name="connsiteY5" fmla="*/ 79443 h 195108"/>
                <a:gd name="connsiteX6" fmla="*/ 79393 w 195108"/>
                <a:gd name="connsiteY6" fmla="*/ 97604 h 195108"/>
                <a:gd name="connsiteX7" fmla="*/ 97554 w 195108"/>
                <a:gd name="connsiteY7" fmla="*/ 115765 h 195108"/>
                <a:gd name="connsiteX8" fmla="*/ 115716 w 195108"/>
                <a:gd name="connsiteY8" fmla="*/ 97604 h 195108"/>
                <a:gd name="connsiteX9" fmla="*/ 115716 w 195108"/>
                <a:gd name="connsiteY9" fmla="*/ 97554 h 195108"/>
                <a:gd name="connsiteX10" fmla="*/ 97554 w 195108"/>
                <a:gd name="connsiteY10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7" y="195109"/>
                    <a:pt x="0" y="151432"/>
                    <a:pt x="0" y="97554"/>
                  </a:cubicBezTo>
                  <a:cubicBezTo>
                    <a:pt x="0" y="43677"/>
                    <a:pt x="43677" y="0"/>
                    <a:pt x="97554" y="0"/>
                  </a:cubicBezTo>
                  <a:cubicBezTo>
                    <a:pt x="151432" y="0"/>
                    <a:pt x="195109" y="43677"/>
                    <a:pt x="195109" y="97554"/>
                  </a:cubicBezTo>
                  <a:cubicBezTo>
                    <a:pt x="195081" y="151421"/>
                    <a:pt x="151421" y="195081"/>
                    <a:pt x="97554" y="195109"/>
                  </a:cubicBezTo>
                  <a:close/>
                  <a:moveTo>
                    <a:pt x="97554" y="79443"/>
                  </a:moveTo>
                  <a:cubicBezTo>
                    <a:pt x="87524" y="79443"/>
                    <a:pt x="79393" y="87574"/>
                    <a:pt x="79393" y="97604"/>
                  </a:cubicBezTo>
                  <a:cubicBezTo>
                    <a:pt x="79393" y="107634"/>
                    <a:pt x="87525" y="115765"/>
                    <a:pt x="97554" y="115765"/>
                  </a:cubicBezTo>
                  <a:cubicBezTo>
                    <a:pt x="107585" y="115765"/>
                    <a:pt x="115716" y="107634"/>
                    <a:pt x="115716" y="97604"/>
                  </a:cubicBezTo>
                  <a:cubicBezTo>
                    <a:pt x="115716" y="97588"/>
                    <a:pt x="115716" y="97571"/>
                    <a:pt x="115716" y="97554"/>
                  </a:cubicBezTo>
                  <a:cubicBezTo>
                    <a:pt x="115688" y="87543"/>
                    <a:pt x="107565" y="79443"/>
                    <a:pt x="9755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7DD8D61C-7E91-F943-8647-C291CF56068D}"/>
                </a:ext>
              </a:extLst>
            </p:cNvPr>
            <p:cNvSpPr/>
            <p:nvPr/>
          </p:nvSpPr>
          <p:spPr>
            <a:xfrm>
              <a:off x="8281596" y="1685687"/>
              <a:ext cx="364712" cy="364712"/>
            </a:xfrm>
            <a:custGeom>
              <a:avLst/>
              <a:gdLst>
                <a:gd name="connsiteX0" fmla="*/ 182356 w 364712"/>
                <a:gd name="connsiteY0" fmla="*/ 364712 h 364712"/>
                <a:gd name="connsiteX1" fmla="*/ 0 w 364712"/>
                <a:gd name="connsiteY1" fmla="*/ 182356 h 364712"/>
                <a:gd name="connsiteX2" fmla="*/ 182356 w 364712"/>
                <a:gd name="connsiteY2" fmla="*/ 0 h 364712"/>
                <a:gd name="connsiteX3" fmla="*/ 364712 w 364712"/>
                <a:gd name="connsiteY3" fmla="*/ 182356 h 364712"/>
                <a:gd name="connsiteX4" fmla="*/ 182356 w 364712"/>
                <a:gd name="connsiteY4" fmla="*/ 364712 h 364712"/>
                <a:gd name="connsiteX5" fmla="*/ 182356 w 364712"/>
                <a:gd name="connsiteY5" fmla="*/ 79393 h 364712"/>
                <a:gd name="connsiteX6" fmla="*/ 79393 w 364712"/>
                <a:gd name="connsiteY6" fmla="*/ 182356 h 364712"/>
                <a:gd name="connsiteX7" fmla="*/ 182356 w 364712"/>
                <a:gd name="connsiteY7" fmla="*/ 285319 h 364712"/>
                <a:gd name="connsiteX8" fmla="*/ 285319 w 364712"/>
                <a:gd name="connsiteY8" fmla="*/ 182356 h 364712"/>
                <a:gd name="connsiteX9" fmla="*/ 182356 w 364712"/>
                <a:gd name="connsiteY9" fmla="*/ 79244 h 36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712" h="364712">
                  <a:moveTo>
                    <a:pt x="182356" y="364712"/>
                  </a:moveTo>
                  <a:cubicBezTo>
                    <a:pt x="81643" y="364712"/>
                    <a:pt x="0" y="283066"/>
                    <a:pt x="0" y="182356"/>
                  </a:cubicBezTo>
                  <a:cubicBezTo>
                    <a:pt x="0" y="81643"/>
                    <a:pt x="81643" y="0"/>
                    <a:pt x="182356" y="0"/>
                  </a:cubicBezTo>
                  <a:cubicBezTo>
                    <a:pt x="283066" y="0"/>
                    <a:pt x="364712" y="81643"/>
                    <a:pt x="364712" y="182356"/>
                  </a:cubicBezTo>
                  <a:cubicBezTo>
                    <a:pt x="364603" y="283022"/>
                    <a:pt x="283022" y="364603"/>
                    <a:pt x="182356" y="364712"/>
                  </a:cubicBezTo>
                  <a:close/>
                  <a:moveTo>
                    <a:pt x="182356" y="79393"/>
                  </a:moveTo>
                  <a:cubicBezTo>
                    <a:pt x="125491" y="79393"/>
                    <a:pt x="79393" y="125491"/>
                    <a:pt x="79393" y="182356"/>
                  </a:cubicBezTo>
                  <a:cubicBezTo>
                    <a:pt x="79393" y="239221"/>
                    <a:pt x="125491" y="285319"/>
                    <a:pt x="182356" y="285319"/>
                  </a:cubicBezTo>
                  <a:cubicBezTo>
                    <a:pt x="239221" y="285319"/>
                    <a:pt x="285319" y="239221"/>
                    <a:pt x="285319" y="182356"/>
                  </a:cubicBezTo>
                  <a:cubicBezTo>
                    <a:pt x="285349" y="125455"/>
                    <a:pt x="239256" y="79299"/>
                    <a:pt x="182356" y="792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F56D4C3-0549-F643-BE14-76C9EE3D184E}"/>
                </a:ext>
              </a:extLst>
            </p:cNvPr>
            <p:cNvSpPr/>
            <p:nvPr/>
          </p:nvSpPr>
          <p:spPr>
            <a:xfrm>
              <a:off x="8674543" y="1422946"/>
              <a:ext cx="236889" cy="236889"/>
            </a:xfrm>
            <a:custGeom>
              <a:avLst/>
              <a:gdLst>
                <a:gd name="connsiteX0" fmla="*/ 118544 w 236889"/>
                <a:gd name="connsiteY0" fmla="*/ 236889 h 236889"/>
                <a:gd name="connsiteX1" fmla="*/ 0 w 236889"/>
                <a:gd name="connsiteY1" fmla="*/ 118544 h 236889"/>
                <a:gd name="connsiteX2" fmla="*/ 118346 w 236889"/>
                <a:gd name="connsiteY2" fmla="*/ 0 h 236889"/>
                <a:gd name="connsiteX3" fmla="*/ 236889 w 236889"/>
                <a:gd name="connsiteY3" fmla="*/ 118346 h 236889"/>
                <a:gd name="connsiteX4" fmla="*/ 236889 w 236889"/>
                <a:gd name="connsiteY4" fmla="*/ 118693 h 236889"/>
                <a:gd name="connsiteX5" fmla="*/ 118544 w 236889"/>
                <a:gd name="connsiteY5" fmla="*/ 236889 h 236889"/>
                <a:gd name="connsiteX6" fmla="*/ 118544 w 236889"/>
                <a:gd name="connsiteY6" fmla="*/ 79393 h 236889"/>
                <a:gd name="connsiteX7" fmla="*/ 79393 w 236889"/>
                <a:gd name="connsiteY7" fmla="*/ 118346 h 236889"/>
                <a:gd name="connsiteX8" fmla="*/ 118346 w 236889"/>
                <a:gd name="connsiteY8" fmla="*/ 157496 h 236889"/>
                <a:gd name="connsiteX9" fmla="*/ 157496 w 236889"/>
                <a:gd name="connsiteY9" fmla="*/ 118693 h 236889"/>
                <a:gd name="connsiteX10" fmla="*/ 118594 w 236889"/>
                <a:gd name="connsiteY10" fmla="*/ 79393 h 236889"/>
                <a:gd name="connsiteX11" fmla="*/ 118544 w 236889"/>
                <a:gd name="connsiteY11" fmla="*/ 79393 h 23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889" h="236889">
                  <a:moveTo>
                    <a:pt x="118544" y="236889"/>
                  </a:moveTo>
                  <a:cubicBezTo>
                    <a:pt x="53129" y="236944"/>
                    <a:pt x="55" y="183959"/>
                    <a:pt x="0" y="118544"/>
                  </a:cubicBezTo>
                  <a:cubicBezTo>
                    <a:pt x="-55" y="53128"/>
                    <a:pt x="52930" y="55"/>
                    <a:pt x="118346" y="0"/>
                  </a:cubicBezTo>
                  <a:cubicBezTo>
                    <a:pt x="183761" y="-55"/>
                    <a:pt x="236835" y="52930"/>
                    <a:pt x="236889" y="118346"/>
                  </a:cubicBezTo>
                  <a:cubicBezTo>
                    <a:pt x="236889" y="118461"/>
                    <a:pt x="236889" y="118577"/>
                    <a:pt x="236889" y="118693"/>
                  </a:cubicBezTo>
                  <a:cubicBezTo>
                    <a:pt x="236671" y="183938"/>
                    <a:pt x="183790" y="236753"/>
                    <a:pt x="118544" y="236889"/>
                  </a:cubicBezTo>
                  <a:close/>
                  <a:moveTo>
                    <a:pt x="118544" y="79393"/>
                  </a:moveTo>
                  <a:cubicBezTo>
                    <a:pt x="96979" y="79338"/>
                    <a:pt x="79448" y="96779"/>
                    <a:pt x="79393" y="118346"/>
                  </a:cubicBezTo>
                  <a:cubicBezTo>
                    <a:pt x="79339" y="139913"/>
                    <a:pt x="96780" y="157441"/>
                    <a:pt x="118346" y="157496"/>
                  </a:cubicBezTo>
                  <a:cubicBezTo>
                    <a:pt x="139856" y="157550"/>
                    <a:pt x="157357" y="140201"/>
                    <a:pt x="157496" y="118693"/>
                  </a:cubicBezTo>
                  <a:cubicBezTo>
                    <a:pt x="157605" y="97098"/>
                    <a:pt x="140189" y="79503"/>
                    <a:pt x="118594" y="79393"/>
                  </a:cubicBezTo>
                  <a:cubicBezTo>
                    <a:pt x="118579" y="79393"/>
                    <a:pt x="118559" y="79393"/>
                    <a:pt x="11854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E8656C49-B956-6443-9C17-0B1DCE403D95}"/>
                </a:ext>
              </a:extLst>
            </p:cNvPr>
            <p:cNvSpPr/>
            <p:nvPr/>
          </p:nvSpPr>
          <p:spPr>
            <a:xfrm>
              <a:off x="8082617" y="2055709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3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8"/>
                    <a:pt x="27" y="151482"/>
                    <a:pt x="0" y="97604"/>
                  </a:cubicBezTo>
                  <a:cubicBezTo>
                    <a:pt x="-27" y="43726"/>
                    <a:pt x="43627" y="30"/>
                    <a:pt x="97505" y="0"/>
                  </a:cubicBezTo>
                  <a:cubicBezTo>
                    <a:pt x="151382" y="-30"/>
                    <a:pt x="195081" y="43626"/>
                    <a:pt x="195109" y="97505"/>
                  </a:cubicBezTo>
                  <a:cubicBezTo>
                    <a:pt x="195109" y="97539"/>
                    <a:pt x="195109" y="97569"/>
                    <a:pt x="195109" y="97604"/>
                  </a:cubicBezTo>
                  <a:cubicBezTo>
                    <a:pt x="195054" y="151432"/>
                    <a:pt x="151432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4" y="79413"/>
                    <a:pt x="79420" y="87526"/>
                    <a:pt x="79393" y="97554"/>
                  </a:cubicBezTo>
                  <a:cubicBezTo>
                    <a:pt x="79366" y="107583"/>
                    <a:pt x="87474" y="115735"/>
                    <a:pt x="97505" y="115765"/>
                  </a:cubicBezTo>
                  <a:cubicBezTo>
                    <a:pt x="107535" y="115795"/>
                    <a:pt x="115688" y="107682"/>
                    <a:pt x="115716" y="97653"/>
                  </a:cubicBezTo>
                  <a:cubicBezTo>
                    <a:pt x="115716" y="97639"/>
                    <a:pt x="115716" y="97619"/>
                    <a:pt x="115716" y="97604"/>
                  </a:cubicBezTo>
                  <a:cubicBezTo>
                    <a:pt x="115716" y="87595"/>
                    <a:pt x="107615" y="79472"/>
                    <a:pt x="9760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3130F6AE-DC78-AE48-B388-DCEB07462627}"/>
                </a:ext>
              </a:extLst>
            </p:cNvPr>
            <p:cNvSpPr/>
            <p:nvPr/>
          </p:nvSpPr>
          <p:spPr>
            <a:xfrm>
              <a:off x="8603635" y="2001126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4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8"/>
                    <a:pt x="30" y="151482"/>
                    <a:pt x="0" y="97604"/>
                  </a:cubicBezTo>
                  <a:cubicBezTo>
                    <a:pt x="-30" y="43726"/>
                    <a:pt x="43627" y="30"/>
                    <a:pt x="97505" y="0"/>
                  </a:cubicBezTo>
                  <a:cubicBezTo>
                    <a:pt x="151383" y="-30"/>
                    <a:pt x="195079" y="43627"/>
                    <a:pt x="195109" y="97505"/>
                  </a:cubicBezTo>
                  <a:cubicBezTo>
                    <a:pt x="195109" y="97539"/>
                    <a:pt x="195109" y="97569"/>
                    <a:pt x="195109" y="97604"/>
                  </a:cubicBezTo>
                  <a:cubicBezTo>
                    <a:pt x="195054" y="151432"/>
                    <a:pt x="151433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6" y="79413"/>
                    <a:pt x="79423" y="87526"/>
                    <a:pt x="79393" y="97554"/>
                  </a:cubicBezTo>
                  <a:cubicBezTo>
                    <a:pt x="79363" y="107583"/>
                    <a:pt x="87476" y="115735"/>
                    <a:pt x="97505" y="115765"/>
                  </a:cubicBezTo>
                  <a:cubicBezTo>
                    <a:pt x="107533" y="115795"/>
                    <a:pt x="115686" y="107682"/>
                    <a:pt x="115716" y="97654"/>
                  </a:cubicBezTo>
                  <a:cubicBezTo>
                    <a:pt x="115716" y="97639"/>
                    <a:pt x="115716" y="97619"/>
                    <a:pt x="115716" y="97604"/>
                  </a:cubicBezTo>
                  <a:cubicBezTo>
                    <a:pt x="115716" y="87595"/>
                    <a:pt x="107613" y="79473"/>
                    <a:pt x="9760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1" name="Picture Placeholder 45">
            <a:extLst>
              <a:ext uri="{FF2B5EF4-FFF2-40B4-BE49-F238E27FC236}">
                <a16:creationId xmlns:a16="http://schemas.microsoft.com/office/drawing/2014/main" id="{D187B99F-927E-4FA7-818F-391C6A26A664}"/>
              </a:ext>
            </a:extLst>
          </p:cNvPr>
          <p:cNvGrpSpPr>
            <a:grpSpLocks noChangeAspect="1"/>
          </p:cNvGrpSpPr>
          <p:nvPr/>
        </p:nvGrpSpPr>
        <p:grpSpPr>
          <a:xfrm>
            <a:off x="9394373" y="1460509"/>
            <a:ext cx="840628" cy="752745"/>
            <a:chOff x="9394373" y="1460509"/>
            <a:chExt cx="840628" cy="752745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1DC6352D-5087-5548-9C77-DB935F77723B}"/>
                </a:ext>
              </a:extLst>
            </p:cNvPr>
            <p:cNvSpPr/>
            <p:nvPr/>
          </p:nvSpPr>
          <p:spPr>
            <a:xfrm>
              <a:off x="9394373" y="1460509"/>
              <a:ext cx="835878" cy="183596"/>
            </a:xfrm>
            <a:custGeom>
              <a:avLst/>
              <a:gdLst>
                <a:gd name="connsiteX0" fmla="*/ 694735 w 835878"/>
                <a:gd name="connsiteY0" fmla="*/ 183597 h 183596"/>
                <a:gd name="connsiteX1" fmla="*/ 577978 w 835878"/>
                <a:gd name="connsiteY1" fmla="*/ 105494 h 183596"/>
                <a:gd name="connsiteX2" fmla="*/ 555797 w 835878"/>
                <a:gd name="connsiteY2" fmla="*/ 79393 h 183596"/>
                <a:gd name="connsiteX3" fmla="*/ 523047 w 835878"/>
                <a:gd name="connsiteY3" fmla="*/ 110803 h 183596"/>
                <a:gd name="connsiteX4" fmla="*/ 416859 w 835878"/>
                <a:gd name="connsiteY4" fmla="*/ 183597 h 183596"/>
                <a:gd name="connsiteX5" fmla="*/ 295784 w 835878"/>
                <a:gd name="connsiteY5" fmla="*/ 110108 h 183596"/>
                <a:gd name="connsiteX6" fmla="*/ 270230 w 835878"/>
                <a:gd name="connsiteY6" fmla="*/ 85298 h 183596"/>
                <a:gd name="connsiteX7" fmla="*/ 247305 w 835878"/>
                <a:gd name="connsiteY7" fmla="*/ 107627 h 183596"/>
                <a:gd name="connsiteX8" fmla="*/ 126330 w 835878"/>
                <a:gd name="connsiteY8" fmla="*/ 179577 h 183596"/>
                <a:gd name="connsiteX9" fmla="*/ 10862 w 835878"/>
                <a:gd name="connsiteY9" fmla="*/ 122315 h 183596"/>
                <a:gd name="connsiteX10" fmla="*/ 12425 w 835878"/>
                <a:gd name="connsiteY10" fmla="*/ 66169 h 183596"/>
                <a:gd name="connsiteX11" fmla="*/ 68571 w 835878"/>
                <a:gd name="connsiteY11" fmla="*/ 67732 h 183596"/>
                <a:gd name="connsiteX12" fmla="*/ 126578 w 835878"/>
                <a:gd name="connsiteY12" fmla="*/ 99986 h 183596"/>
                <a:gd name="connsiteX13" fmla="*/ 180764 w 835878"/>
                <a:gd name="connsiteY13" fmla="*/ 64507 h 183596"/>
                <a:gd name="connsiteX14" fmla="*/ 270478 w 835878"/>
                <a:gd name="connsiteY14" fmla="*/ 5706 h 183596"/>
                <a:gd name="connsiteX15" fmla="*/ 362227 w 835878"/>
                <a:gd name="connsiteY15" fmla="*/ 66641 h 183596"/>
                <a:gd name="connsiteX16" fmla="*/ 416809 w 835878"/>
                <a:gd name="connsiteY16" fmla="*/ 104203 h 183596"/>
                <a:gd name="connsiteX17" fmla="*/ 454769 w 835878"/>
                <a:gd name="connsiteY17" fmla="*/ 70213 h 183596"/>
                <a:gd name="connsiteX18" fmla="*/ 555748 w 835878"/>
                <a:gd name="connsiteY18" fmla="*/ 0 h 183596"/>
                <a:gd name="connsiteX19" fmla="*/ 646454 w 835878"/>
                <a:gd name="connsiteY19" fmla="*/ 65400 h 183596"/>
                <a:gd name="connsiteX20" fmla="*/ 694686 w 835878"/>
                <a:gd name="connsiteY20" fmla="*/ 104203 h 183596"/>
                <a:gd name="connsiteX21" fmla="*/ 763807 w 835878"/>
                <a:gd name="connsiteY21" fmla="*/ 72148 h 183596"/>
                <a:gd name="connsiteX22" fmla="*/ 819149 w 835878"/>
                <a:gd name="connsiteY22" fmla="*/ 62715 h 183596"/>
                <a:gd name="connsiteX23" fmla="*/ 835063 w 835878"/>
                <a:gd name="connsiteY23" fmla="*/ 87035 h 183596"/>
                <a:gd name="connsiteX24" fmla="*/ 825784 w 835878"/>
                <a:gd name="connsiteY24" fmla="*/ 121769 h 183596"/>
                <a:gd name="connsiteX25" fmla="*/ 694735 w 835878"/>
                <a:gd name="connsiteY25" fmla="*/ 183597 h 183596"/>
                <a:gd name="connsiteX26" fmla="*/ 757307 w 835878"/>
                <a:gd name="connsiteY26" fmla="*/ 102963 h 183596"/>
                <a:gd name="connsiteX27" fmla="*/ 757307 w 835878"/>
                <a:gd name="connsiteY27" fmla="*/ 102963 h 183596"/>
                <a:gd name="connsiteX28" fmla="*/ 757307 w 835878"/>
                <a:gd name="connsiteY28" fmla="*/ 102963 h 183596"/>
                <a:gd name="connsiteX29" fmla="*/ 757307 w 835878"/>
                <a:gd name="connsiteY29" fmla="*/ 102963 h 183596"/>
                <a:gd name="connsiteX30" fmla="*/ 757307 w 835878"/>
                <a:gd name="connsiteY30" fmla="*/ 102963 h 183596"/>
                <a:gd name="connsiteX31" fmla="*/ 757307 w 835878"/>
                <a:gd name="connsiteY31" fmla="*/ 102963 h 183596"/>
                <a:gd name="connsiteX32" fmla="*/ 757307 w 835878"/>
                <a:gd name="connsiteY32" fmla="*/ 102963 h 183596"/>
                <a:gd name="connsiteX33" fmla="*/ 757307 w 835878"/>
                <a:gd name="connsiteY33" fmla="*/ 102963 h 183596"/>
                <a:gd name="connsiteX34" fmla="*/ 762269 w 835878"/>
                <a:gd name="connsiteY34" fmla="*/ 74977 h 183596"/>
                <a:gd name="connsiteX35" fmla="*/ 761326 w 835878"/>
                <a:gd name="connsiteY35" fmla="*/ 76714 h 183596"/>
                <a:gd name="connsiteX36" fmla="*/ 762120 w 835878"/>
                <a:gd name="connsiteY36" fmla="*/ 74778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35878" h="183596">
                  <a:moveTo>
                    <a:pt x="694735" y="183597"/>
                  </a:moveTo>
                  <a:cubicBezTo>
                    <a:pt x="623728" y="183597"/>
                    <a:pt x="595097" y="134720"/>
                    <a:pt x="577978" y="105494"/>
                  </a:cubicBezTo>
                  <a:cubicBezTo>
                    <a:pt x="564679" y="82817"/>
                    <a:pt x="561156" y="79393"/>
                    <a:pt x="555797" y="79393"/>
                  </a:cubicBezTo>
                  <a:cubicBezTo>
                    <a:pt x="543739" y="79393"/>
                    <a:pt x="539125" y="83760"/>
                    <a:pt x="523047" y="110803"/>
                  </a:cubicBezTo>
                  <a:cubicBezTo>
                    <a:pt x="505829" y="139781"/>
                    <a:pt x="479778" y="183597"/>
                    <a:pt x="416859" y="183597"/>
                  </a:cubicBezTo>
                  <a:cubicBezTo>
                    <a:pt x="343867" y="183597"/>
                    <a:pt x="314938" y="139335"/>
                    <a:pt x="295784" y="110108"/>
                  </a:cubicBezTo>
                  <a:cubicBezTo>
                    <a:pt x="280898" y="87332"/>
                    <a:pt x="277871" y="85298"/>
                    <a:pt x="270230" y="85298"/>
                  </a:cubicBezTo>
                  <a:cubicBezTo>
                    <a:pt x="263630" y="85298"/>
                    <a:pt x="261645" y="85298"/>
                    <a:pt x="247305" y="107627"/>
                  </a:cubicBezTo>
                  <a:cubicBezTo>
                    <a:pt x="229987" y="134522"/>
                    <a:pt x="201058" y="179577"/>
                    <a:pt x="126330" y="179577"/>
                  </a:cubicBezTo>
                  <a:cubicBezTo>
                    <a:pt x="66090" y="179478"/>
                    <a:pt x="16072" y="128170"/>
                    <a:pt x="10862" y="122315"/>
                  </a:cubicBezTo>
                  <a:cubicBezTo>
                    <a:pt x="-4210" y="106379"/>
                    <a:pt x="-3511" y="81242"/>
                    <a:pt x="12425" y="66169"/>
                  </a:cubicBezTo>
                  <a:cubicBezTo>
                    <a:pt x="28361" y="51096"/>
                    <a:pt x="53498" y="51797"/>
                    <a:pt x="68571" y="67732"/>
                  </a:cubicBezTo>
                  <a:cubicBezTo>
                    <a:pt x="78495" y="78252"/>
                    <a:pt x="106084" y="99986"/>
                    <a:pt x="126578" y="99986"/>
                  </a:cubicBezTo>
                  <a:cubicBezTo>
                    <a:pt x="157938" y="99986"/>
                    <a:pt x="165580" y="88126"/>
                    <a:pt x="180764" y="64507"/>
                  </a:cubicBezTo>
                  <a:cubicBezTo>
                    <a:pt x="195948" y="40887"/>
                    <a:pt x="218575" y="5706"/>
                    <a:pt x="270478" y="5706"/>
                  </a:cubicBezTo>
                  <a:cubicBezTo>
                    <a:pt x="322381" y="5706"/>
                    <a:pt x="346398" y="42426"/>
                    <a:pt x="362227" y="66641"/>
                  </a:cubicBezTo>
                  <a:cubicBezTo>
                    <a:pt x="379247" y="92691"/>
                    <a:pt x="388029" y="104203"/>
                    <a:pt x="416809" y="104203"/>
                  </a:cubicBezTo>
                  <a:cubicBezTo>
                    <a:pt x="432837" y="104203"/>
                    <a:pt x="438692" y="97306"/>
                    <a:pt x="454769" y="70213"/>
                  </a:cubicBezTo>
                  <a:cubicBezTo>
                    <a:pt x="471442" y="42227"/>
                    <a:pt x="496550" y="0"/>
                    <a:pt x="555748" y="0"/>
                  </a:cubicBezTo>
                  <a:cubicBezTo>
                    <a:pt x="608147" y="0"/>
                    <a:pt x="631221" y="39349"/>
                    <a:pt x="646454" y="65400"/>
                  </a:cubicBezTo>
                  <a:cubicBezTo>
                    <a:pt x="663623" y="94726"/>
                    <a:pt x="671265" y="104203"/>
                    <a:pt x="694686" y="104203"/>
                  </a:cubicBezTo>
                  <a:cubicBezTo>
                    <a:pt x="732497" y="104203"/>
                    <a:pt x="759689" y="76565"/>
                    <a:pt x="763807" y="72148"/>
                  </a:cubicBezTo>
                  <a:cubicBezTo>
                    <a:pt x="776485" y="54262"/>
                    <a:pt x="801261" y="50038"/>
                    <a:pt x="819149" y="62715"/>
                  </a:cubicBezTo>
                  <a:cubicBezTo>
                    <a:pt x="827337" y="68519"/>
                    <a:pt x="833023" y="77208"/>
                    <a:pt x="835063" y="87035"/>
                  </a:cubicBezTo>
                  <a:cubicBezTo>
                    <a:pt x="837593" y="99427"/>
                    <a:pt x="834160" y="112289"/>
                    <a:pt x="825784" y="121769"/>
                  </a:cubicBezTo>
                  <a:cubicBezTo>
                    <a:pt x="823749" y="124349"/>
                    <a:pt x="774426" y="183597"/>
                    <a:pt x="694735" y="183597"/>
                  </a:cubicBez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57307" y="102963"/>
                  </a:moveTo>
                  <a:lnTo>
                    <a:pt x="757307" y="102963"/>
                  </a:lnTo>
                  <a:close/>
                  <a:moveTo>
                    <a:pt x="762269" y="74977"/>
                  </a:moveTo>
                  <a:cubicBezTo>
                    <a:pt x="761971" y="75523"/>
                    <a:pt x="761624" y="76069"/>
                    <a:pt x="761326" y="76714"/>
                  </a:cubicBezTo>
                  <a:cubicBezTo>
                    <a:pt x="761555" y="76055"/>
                    <a:pt x="761822" y="75409"/>
                    <a:pt x="762120" y="747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B4A4D57-35B7-9A44-9EE6-0918DD8244F3}"/>
                </a:ext>
              </a:extLst>
            </p:cNvPr>
            <p:cNvSpPr/>
            <p:nvPr/>
          </p:nvSpPr>
          <p:spPr>
            <a:xfrm>
              <a:off x="9398845" y="1646090"/>
              <a:ext cx="836156" cy="183596"/>
            </a:xfrm>
            <a:custGeom>
              <a:avLst/>
              <a:gdLst>
                <a:gd name="connsiteX0" fmla="*/ 695026 w 836156"/>
                <a:gd name="connsiteY0" fmla="*/ 183597 h 183596"/>
                <a:gd name="connsiteX1" fmla="*/ 578269 w 836156"/>
                <a:gd name="connsiteY1" fmla="*/ 105494 h 183596"/>
                <a:gd name="connsiteX2" fmla="*/ 556088 w 836156"/>
                <a:gd name="connsiteY2" fmla="*/ 79393 h 183596"/>
                <a:gd name="connsiteX3" fmla="*/ 523338 w 836156"/>
                <a:gd name="connsiteY3" fmla="*/ 110803 h 183596"/>
                <a:gd name="connsiteX4" fmla="*/ 417150 w 836156"/>
                <a:gd name="connsiteY4" fmla="*/ 183597 h 183596"/>
                <a:gd name="connsiteX5" fmla="*/ 296075 w 836156"/>
                <a:gd name="connsiteY5" fmla="*/ 110108 h 183596"/>
                <a:gd name="connsiteX6" fmla="*/ 270521 w 836156"/>
                <a:gd name="connsiteY6" fmla="*/ 85298 h 183596"/>
                <a:gd name="connsiteX7" fmla="*/ 247546 w 836156"/>
                <a:gd name="connsiteY7" fmla="*/ 107627 h 183596"/>
                <a:gd name="connsiteX8" fmla="*/ 126621 w 836156"/>
                <a:gd name="connsiteY8" fmla="*/ 179577 h 183596"/>
                <a:gd name="connsiteX9" fmla="*/ 10855 w 836156"/>
                <a:gd name="connsiteY9" fmla="*/ 122315 h 183596"/>
                <a:gd name="connsiteX10" fmla="*/ 12443 w 836156"/>
                <a:gd name="connsiteY10" fmla="*/ 66144 h 183596"/>
                <a:gd name="connsiteX11" fmla="*/ 68614 w 836156"/>
                <a:gd name="connsiteY11" fmla="*/ 67732 h 183596"/>
                <a:gd name="connsiteX12" fmla="*/ 126621 w 836156"/>
                <a:gd name="connsiteY12" fmla="*/ 99986 h 183596"/>
                <a:gd name="connsiteX13" fmla="*/ 180757 w 836156"/>
                <a:gd name="connsiteY13" fmla="*/ 64507 h 183596"/>
                <a:gd name="connsiteX14" fmla="*/ 270521 w 836156"/>
                <a:gd name="connsiteY14" fmla="*/ 5706 h 183596"/>
                <a:gd name="connsiteX15" fmla="*/ 362518 w 836156"/>
                <a:gd name="connsiteY15" fmla="*/ 66641 h 183596"/>
                <a:gd name="connsiteX16" fmla="*/ 417100 w 836156"/>
                <a:gd name="connsiteY16" fmla="*/ 104203 h 183596"/>
                <a:gd name="connsiteX17" fmla="*/ 455060 w 836156"/>
                <a:gd name="connsiteY17" fmla="*/ 70213 h 183596"/>
                <a:gd name="connsiteX18" fmla="*/ 556038 w 836156"/>
                <a:gd name="connsiteY18" fmla="*/ 0 h 183596"/>
                <a:gd name="connsiteX19" fmla="*/ 646745 w 836156"/>
                <a:gd name="connsiteY19" fmla="*/ 65400 h 183596"/>
                <a:gd name="connsiteX20" fmla="*/ 694977 w 836156"/>
                <a:gd name="connsiteY20" fmla="*/ 104203 h 183596"/>
                <a:gd name="connsiteX21" fmla="*/ 764049 w 836156"/>
                <a:gd name="connsiteY21" fmla="*/ 72148 h 183596"/>
                <a:gd name="connsiteX22" fmla="*/ 819376 w 836156"/>
                <a:gd name="connsiteY22" fmla="*/ 62622 h 183596"/>
                <a:gd name="connsiteX23" fmla="*/ 835354 w 836156"/>
                <a:gd name="connsiteY23" fmla="*/ 87035 h 183596"/>
                <a:gd name="connsiteX24" fmla="*/ 826025 w 836156"/>
                <a:gd name="connsiteY24" fmla="*/ 121769 h 183596"/>
                <a:gd name="connsiteX25" fmla="*/ 695026 w 836156"/>
                <a:gd name="connsiteY25" fmla="*/ 183597 h 183596"/>
                <a:gd name="connsiteX26" fmla="*/ 757548 w 836156"/>
                <a:gd name="connsiteY26" fmla="*/ 102913 h 183596"/>
                <a:gd name="connsiteX27" fmla="*/ 757548 w 836156"/>
                <a:gd name="connsiteY27" fmla="*/ 102913 h 183596"/>
                <a:gd name="connsiteX28" fmla="*/ 757548 w 836156"/>
                <a:gd name="connsiteY28" fmla="*/ 102913 h 183596"/>
                <a:gd name="connsiteX29" fmla="*/ 757548 w 836156"/>
                <a:gd name="connsiteY29" fmla="*/ 102913 h 183596"/>
                <a:gd name="connsiteX30" fmla="*/ 762510 w 836156"/>
                <a:gd name="connsiteY30" fmla="*/ 74927 h 183596"/>
                <a:gd name="connsiteX31" fmla="*/ 761617 w 836156"/>
                <a:gd name="connsiteY31" fmla="*/ 76565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156" h="183596">
                  <a:moveTo>
                    <a:pt x="695026" y="183597"/>
                  </a:moveTo>
                  <a:cubicBezTo>
                    <a:pt x="623969" y="183597"/>
                    <a:pt x="595338" y="134720"/>
                    <a:pt x="578269" y="105494"/>
                  </a:cubicBezTo>
                  <a:cubicBezTo>
                    <a:pt x="564970" y="82817"/>
                    <a:pt x="561398" y="79393"/>
                    <a:pt x="556088" y="79393"/>
                  </a:cubicBezTo>
                  <a:cubicBezTo>
                    <a:pt x="544030" y="79393"/>
                    <a:pt x="539416" y="83809"/>
                    <a:pt x="523338" y="110803"/>
                  </a:cubicBezTo>
                  <a:cubicBezTo>
                    <a:pt x="506120" y="139781"/>
                    <a:pt x="480069" y="183597"/>
                    <a:pt x="417150" y="183597"/>
                  </a:cubicBezTo>
                  <a:cubicBezTo>
                    <a:pt x="344158" y="183597"/>
                    <a:pt x="315229" y="139335"/>
                    <a:pt x="296075" y="110108"/>
                  </a:cubicBezTo>
                  <a:cubicBezTo>
                    <a:pt x="281189" y="87332"/>
                    <a:pt x="278113" y="85298"/>
                    <a:pt x="270521" y="85298"/>
                  </a:cubicBezTo>
                  <a:cubicBezTo>
                    <a:pt x="263921" y="85298"/>
                    <a:pt x="261936" y="85298"/>
                    <a:pt x="247546" y="107627"/>
                  </a:cubicBezTo>
                  <a:cubicBezTo>
                    <a:pt x="230278" y="134522"/>
                    <a:pt x="201300" y="179577"/>
                    <a:pt x="126621" y="179577"/>
                  </a:cubicBezTo>
                  <a:cubicBezTo>
                    <a:pt x="66381" y="179478"/>
                    <a:pt x="16314" y="128170"/>
                    <a:pt x="10855" y="122315"/>
                  </a:cubicBezTo>
                  <a:cubicBezTo>
                    <a:pt x="-4217" y="106365"/>
                    <a:pt x="-3506" y="81217"/>
                    <a:pt x="12443" y="66144"/>
                  </a:cubicBezTo>
                  <a:cubicBezTo>
                    <a:pt x="28393" y="51072"/>
                    <a:pt x="53541" y="51783"/>
                    <a:pt x="68614" y="67732"/>
                  </a:cubicBezTo>
                  <a:cubicBezTo>
                    <a:pt x="78538" y="78252"/>
                    <a:pt x="106127" y="99986"/>
                    <a:pt x="126621" y="99986"/>
                  </a:cubicBezTo>
                  <a:cubicBezTo>
                    <a:pt x="157981" y="99986"/>
                    <a:pt x="165573" y="88126"/>
                    <a:pt x="180757" y="64507"/>
                  </a:cubicBezTo>
                  <a:cubicBezTo>
                    <a:pt x="195941" y="40887"/>
                    <a:pt x="218568" y="5706"/>
                    <a:pt x="270521" y="5706"/>
                  </a:cubicBezTo>
                  <a:cubicBezTo>
                    <a:pt x="322474" y="5706"/>
                    <a:pt x="346639" y="42426"/>
                    <a:pt x="362518" y="66641"/>
                  </a:cubicBezTo>
                  <a:cubicBezTo>
                    <a:pt x="379537" y="92691"/>
                    <a:pt x="388271" y="104203"/>
                    <a:pt x="417100" y="104203"/>
                  </a:cubicBezTo>
                  <a:cubicBezTo>
                    <a:pt x="433128" y="104203"/>
                    <a:pt x="438934" y="97306"/>
                    <a:pt x="455060" y="70213"/>
                  </a:cubicBezTo>
                  <a:cubicBezTo>
                    <a:pt x="471683" y="42277"/>
                    <a:pt x="496841" y="0"/>
                    <a:pt x="556038" y="0"/>
                  </a:cubicBezTo>
                  <a:cubicBezTo>
                    <a:pt x="608438" y="0"/>
                    <a:pt x="631462" y="39349"/>
                    <a:pt x="646745" y="65400"/>
                  </a:cubicBezTo>
                  <a:cubicBezTo>
                    <a:pt x="663914" y="94726"/>
                    <a:pt x="671556" y="104203"/>
                    <a:pt x="694977" y="104203"/>
                  </a:cubicBezTo>
                  <a:cubicBezTo>
                    <a:pt x="732738" y="104203"/>
                    <a:pt x="759930" y="76614"/>
                    <a:pt x="764049" y="72148"/>
                  </a:cubicBezTo>
                  <a:cubicBezTo>
                    <a:pt x="776697" y="54240"/>
                    <a:pt x="801468" y="49975"/>
                    <a:pt x="819376" y="62622"/>
                  </a:cubicBezTo>
                  <a:cubicBezTo>
                    <a:pt x="827608" y="68436"/>
                    <a:pt x="833319" y="77164"/>
                    <a:pt x="835354" y="87035"/>
                  </a:cubicBezTo>
                  <a:cubicBezTo>
                    <a:pt x="837864" y="99435"/>
                    <a:pt x="834411" y="112294"/>
                    <a:pt x="826025" y="121769"/>
                  </a:cubicBezTo>
                  <a:cubicBezTo>
                    <a:pt x="823991" y="124399"/>
                    <a:pt x="774618" y="183597"/>
                    <a:pt x="695026" y="183597"/>
                  </a:cubicBezTo>
                  <a:close/>
                  <a:moveTo>
                    <a:pt x="757548" y="102913"/>
                  </a:moveTo>
                  <a:lnTo>
                    <a:pt x="757548" y="102913"/>
                  </a:lnTo>
                  <a:close/>
                  <a:moveTo>
                    <a:pt x="757548" y="102913"/>
                  </a:moveTo>
                  <a:lnTo>
                    <a:pt x="757548" y="102913"/>
                  </a:lnTo>
                  <a:close/>
                  <a:moveTo>
                    <a:pt x="762510" y="74927"/>
                  </a:moveTo>
                  <a:lnTo>
                    <a:pt x="761617" y="7656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F88947E0-3C71-3540-A4DA-44D2BD149DE2}"/>
                </a:ext>
              </a:extLst>
            </p:cNvPr>
            <p:cNvSpPr/>
            <p:nvPr/>
          </p:nvSpPr>
          <p:spPr>
            <a:xfrm>
              <a:off x="9398839" y="1834549"/>
              <a:ext cx="836163" cy="183695"/>
            </a:xfrm>
            <a:custGeom>
              <a:avLst/>
              <a:gdLst>
                <a:gd name="connsiteX0" fmla="*/ 695033 w 836163"/>
                <a:gd name="connsiteY0" fmla="*/ 183696 h 183695"/>
                <a:gd name="connsiteX1" fmla="*/ 578275 w 836163"/>
                <a:gd name="connsiteY1" fmla="*/ 105593 h 183695"/>
                <a:gd name="connsiteX2" fmla="*/ 556095 w 836163"/>
                <a:gd name="connsiteY2" fmla="*/ 79492 h 183695"/>
                <a:gd name="connsiteX3" fmla="*/ 523345 w 836163"/>
                <a:gd name="connsiteY3" fmla="*/ 110902 h 183695"/>
                <a:gd name="connsiteX4" fmla="*/ 417157 w 836163"/>
                <a:gd name="connsiteY4" fmla="*/ 183696 h 183695"/>
                <a:gd name="connsiteX5" fmla="*/ 296082 w 836163"/>
                <a:gd name="connsiteY5" fmla="*/ 110208 h 183695"/>
                <a:gd name="connsiteX6" fmla="*/ 270528 w 836163"/>
                <a:gd name="connsiteY6" fmla="*/ 85397 h 183695"/>
                <a:gd name="connsiteX7" fmla="*/ 247553 w 836163"/>
                <a:gd name="connsiteY7" fmla="*/ 107727 h 183695"/>
                <a:gd name="connsiteX8" fmla="*/ 126627 w 836163"/>
                <a:gd name="connsiteY8" fmla="*/ 179677 h 183695"/>
                <a:gd name="connsiteX9" fmla="*/ 10862 w 836163"/>
                <a:gd name="connsiteY9" fmla="*/ 122414 h 183695"/>
                <a:gd name="connsiteX10" fmla="*/ 12425 w 836163"/>
                <a:gd name="connsiteY10" fmla="*/ 66268 h 183695"/>
                <a:gd name="connsiteX11" fmla="*/ 68571 w 836163"/>
                <a:gd name="connsiteY11" fmla="*/ 67831 h 183695"/>
                <a:gd name="connsiteX12" fmla="*/ 126627 w 836163"/>
                <a:gd name="connsiteY12" fmla="*/ 100085 h 183695"/>
                <a:gd name="connsiteX13" fmla="*/ 180764 w 836163"/>
                <a:gd name="connsiteY13" fmla="*/ 64606 h 183695"/>
                <a:gd name="connsiteX14" fmla="*/ 270528 w 836163"/>
                <a:gd name="connsiteY14" fmla="*/ 5806 h 183695"/>
                <a:gd name="connsiteX15" fmla="*/ 362524 w 836163"/>
                <a:gd name="connsiteY15" fmla="*/ 66641 h 183695"/>
                <a:gd name="connsiteX16" fmla="*/ 417107 w 836163"/>
                <a:gd name="connsiteY16" fmla="*/ 104203 h 183695"/>
                <a:gd name="connsiteX17" fmla="*/ 455067 w 836163"/>
                <a:gd name="connsiteY17" fmla="*/ 70213 h 183695"/>
                <a:gd name="connsiteX18" fmla="*/ 556045 w 836163"/>
                <a:gd name="connsiteY18" fmla="*/ 0 h 183695"/>
                <a:gd name="connsiteX19" fmla="*/ 646752 w 836163"/>
                <a:gd name="connsiteY19" fmla="*/ 65400 h 183695"/>
                <a:gd name="connsiteX20" fmla="*/ 694983 w 836163"/>
                <a:gd name="connsiteY20" fmla="*/ 104203 h 183695"/>
                <a:gd name="connsiteX21" fmla="*/ 764055 w 836163"/>
                <a:gd name="connsiteY21" fmla="*/ 72148 h 183695"/>
                <a:gd name="connsiteX22" fmla="*/ 819383 w 836163"/>
                <a:gd name="connsiteY22" fmla="*/ 62622 h 183695"/>
                <a:gd name="connsiteX23" fmla="*/ 835360 w 836163"/>
                <a:gd name="connsiteY23" fmla="*/ 87035 h 183695"/>
                <a:gd name="connsiteX24" fmla="*/ 826032 w 836163"/>
                <a:gd name="connsiteY24" fmla="*/ 121769 h 183695"/>
                <a:gd name="connsiteX25" fmla="*/ 695033 w 836163"/>
                <a:gd name="connsiteY25" fmla="*/ 183696 h 183695"/>
                <a:gd name="connsiteX26" fmla="*/ 757555 w 836163"/>
                <a:gd name="connsiteY26" fmla="*/ 103013 h 183695"/>
                <a:gd name="connsiteX27" fmla="*/ 757555 w 836163"/>
                <a:gd name="connsiteY27" fmla="*/ 103013 h 183695"/>
                <a:gd name="connsiteX28" fmla="*/ 757555 w 836163"/>
                <a:gd name="connsiteY28" fmla="*/ 103013 h 183695"/>
                <a:gd name="connsiteX29" fmla="*/ 757555 w 836163"/>
                <a:gd name="connsiteY29" fmla="*/ 103013 h 183695"/>
                <a:gd name="connsiteX30" fmla="*/ 762517 w 836163"/>
                <a:gd name="connsiteY30" fmla="*/ 75076 h 183695"/>
                <a:gd name="connsiteX31" fmla="*/ 761624 w 836163"/>
                <a:gd name="connsiteY31" fmla="*/ 76714 h 18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163" h="183695">
                  <a:moveTo>
                    <a:pt x="695033" y="183696"/>
                  </a:moveTo>
                  <a:cubicBezTo>
                    <a:pt x="623976" y="183696"/>
                    <a:pt x="595345" y="134819"/>
                    <a:pt x="578275" y="105593"/>
                  </a:cubicBezTo>
                  <a:cubicBezTo>
                    <a:pt x="564977" y="82916"/>
                    <a:pt x="561404" y="79492"/>
                    <a:pt x="556095" y="79492"/>
                  </a:cubicBezTo>
                  <a:cubicBezTo>
                    <a:pt x="544037" y="79492"/>
                    <a:pt x="539422" y="83909"/>
                    <a:pt x="523345" y="110902"/>
                  </a:cubicBezTo>
                  <a:cubicBezTo>
                    <a:pt x="506127" y="139881"/>
                    <a:pt x="480076" y="183696"/>
                    <a:pt x="417157" y="183696"/>
                  </a:cubicBezTo>
                  <a:cubicBezTo>
                    <a:pt x="344165" y="183696"/>
                    <a:pt x="315236" y="139434"/>
                    <a:pt x="296082" y="110208"/>
                  </a:cubicBezTo>
                  <a:cubicBezTo>
                    <a:pt x="281196" y="87432"/>
                    <a:pt x="278119" y="85397"/>
                    <a:pt x="270528" y="85397"/>
                  </a:cubicBezTo>
                  <a:cubicBezTo>
                    <a:pt x="263928" y="85397"/>
                    <a:pt x="261943" y="85397"/>
                    <a:pt x="247553" y="107727"/>
                  </a:cubicBezTo>
                  <a:cubicBezTo>
                    <a:pt x="230285" y="134621"/>
                    <a:pt x="201307" y="179677"/>
                    <a:pt x="126627" y="179677"/>
                  </a:cubicBezTo>
                  <a:cubicBezTo>
                    <a:pt x="66388" y="179577"/>
                    <a:pt x="16320" y="128269"/>
                    <a:pt x="10862" y="122414"/>
                  </a:cubicBezTo>
                  <a:cubicBezTo>
                    <a:pt x="-4210" y="106476"/>
                    <a:pt x="-3511" y="81343"/>
                    <a:pt x="12425" y="66268"/>
                  </a:cubicBezTo>
                  <a:cubicBezTo>
                    <a:pt x="28361" y="51196"/>
                    <a:pt x="53498" y="51896"/>
                    <a:pt x="68571" y="67831"/>
                  </a:cubicBezTo>
                  <a:cubicBezTo>
                    <a:pt x="78495" y="78351"/>
                    <a:pt x="106134" y="100085"/>
                    <a:pt x="126627" y="100085"/>
                  </a:cubicBezTo>
                  <a:cubicBezTo>
                    <a:pt x="157988" y="100085"/>
                    <a:pt x="165580" y="88226"/>
                    <a:pt x="180764" y="64606"/>
                  </a:cubicBezTo>
                  <a:cubicBezTo>
                    <a:pt x="195948" y="40987"/>
                    <a:pt x="218575" y="5806"/>
                    <a:pt x="270528" y="5806"/>
                  </a:cubicBezTo>
                  <a:cubicBezTo>
                    <a:pt x="322480" y="5806"/>
                    <a:pt x="346646" y="42426"/>
                    <a:pt x="362524" y="66641"/>
                  </a:cubicBezTo>
                  <a:cubicBezTo>
                    <a:pt x="379544" y="92691"/>
                    <a:pt x="388278" y="104203"/>
                    <a:pt x="417107" y="104203"/>
                  </a:cubicBezTo>
                  <a:cubicBezTo>
                    <a:pt x="433135" y="104203"/>
                    <a:pt x="438940" y="97306"/>
                    <a:pt x="455067" y="70213"/>
                  </a:cubicBezTo>
                  <a:cubicBezTo>
                    <a:pt x="471690" y="42277"/>
                    <a:pt x="496848" y="0"/>
                    <a:pt x="556045" y="0"/>
                  </a:cubicBezTo>
                  <a:cubicBezTo>
                    <a:pt x="608445" y="0"/>
                    <a:pt x="631469" y="39349"/>
                    <a:pt x="646752" y="65400"/>
                  </a:cubicBezTo>
                  <a:cubicBezTo>
                    <a:pt x="663921" y="94726"/>
                    <a:pt x="671562" y="104203"/>
                    <a:pt x="694983" y="104203"/>
                  </a:cubicBezTo>
                  <a:cubicBezTo>
                    <a:pt x="732745" y="104203"/>
                    <a:pt x="759937" y="76614"/>
                    <a:pt x="764055" y="72148"/>
                  </a:cubicBezTo>
                  <a:cubicBezTo>
                    <a:pt x="776704" y="54240"/>
                    <a:pt x="801474" y="49975"/>
                    <a:pt x="819383" y="62622"/>
                  </a:cubicBezTo>
                  <a:cubicBezTo>
                    <a:pt x="827615" y="68437"/>
                    <a:pt x="833326" y="77165"/>
                    <a:pt x="835360" y="87035"/>
                  </a:cubicBezTo>
                  <a:cubicBezTo>
                    <a:pt x="837871" y="99435"/>
                    <a:pt x="834418" y="112297"/>
                    <a:pt x="826032" y="121769"/>
                  </a:cubicBezTo>
                  <a:cubicBezTo>
                    <a:pt x="823997" y="124498"/>
                    <a:pt x="774625" y="183696"/>
                    <a:pt x="695033" y="183696"/>
                  </a:cubicBezTo>
                  <a:close/>
                  <a:moveTo>
                    <a:pt x="757555" y="103013"/>
                  </a:moveTo>
                  <a:lnTo>
                    <a:pt x="757555" y="103013"/>
                  </a:lnTo>
                  <a:close/>
                  <a:moveTo>
                    <a:pt x="757555" y="103013"/>
                  </a:moveTo>
                  <a:lnTo>
                    <a:pt x="757555" y="103013"/>
                  </a:lnTo>
                  <a:close/>
                  <a:moveTo>
                    <a:pt x="762517" y="75076"/>
                  </a:moveTo>
                  <a:lnTo>
                    <a:pt x="761624" y="7671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FEC49F80-94ED-9A46-9C22-6B7288D2454B}"/>
                </a:ext>
              </a:extLst>
            </p:cNvPr>
            <p:cNvSpPr/>
            <p:nvPr/>
          </p:nvSpPr>
          <p:spPr>
            <a:xfrm>
              <a:off x="9397456" y="2029658"/>
              <a:ext cx="836407" cy="183596"/>
            </a:xfrm>
            <a:custGeom>
              <a:avLst/>
              <a:gdLst>
                <a:gd name="connsiteX0" fmla="*/ 695026 w 836407"/>
                <a:gd name="connsiteY0" fmla="*/ 183597 h 183596"/>
                <a:gd name="connsiteX1" fmla="*/ 578269 w 836407"/>
                <a:gd name="connsiteY1" fmla="*/ 105543 h 183596"/>
                <a:gd name="connsiteX2" fmla="*/ 556088 w 836407"/>
                <a:gd name="connsiteY2" fmla="*/ 79393 h 183596"/>
                <a:gd name="connsiteX3" fmla="*/ 523338 w 836407"/>
                <a:gd name="connsiteY3" fmla="*/ 110853 h 183596"/>
                <a:gd name="connsiteX4" fmla="*/ 417150 w 836407"/>
                <a:gd name="connsiteY4" fmla="*/ 183597 h 183596"/>
                <a:gd name="connsiteX5" fmla="*/ 296075 w 836407"/>
                <a:gd name="connsiteY5" fmla="*/ 110158 h 183596"/>
                <a:gd name="connsiteX6" fmla="*/ 270521 w 836407"/>
                <a:gd name="connsiteY6" fmla="*/ 85348 h 183596"/>
                <a:gd name="connsiteX7" fmla="*/ 247546 w 836407"/>
                <a:gd name="connsiteY7" fmla="*/ 107677 h 183596"/>
                <a:gd name="connsiteX8" fmla="*/ 126621 w 836407"/>
                <a:gd name="connsiteY8" fmla="*/ 179627 h 183596"/>
                <a:gd name="connsiteX9" fmla="*/ 10855 w 836407"/>
                <a:gd name="connsiteY9" fmla="*/ 122464 h 183596"/>
                <a:gd name="connsiteX10" fmla="*/ 12443 w 836407"/>
                <a:gd name="connsiteY10" fmla="*/ 66293 h 183596"/>
                <a:gd name="connsiteX11" fmla="*/ 68614 w 836407"/>
                <a:gd name="connsiteY11" fmla="*/ 67881 h 183596"/>
                <a:gd name="connsiteX12" fmla="*/ 126621 w 836407"/>
                <a:gd name="connsiteY12" fmla="*/ 100135 h 183596"/>
                <a:gd name="connsiteX13" fmla="*/ 180806 w 836407"/>
                <a:gd name="connsiteY13" fmla="*/ 64656 h 183596"/>
                <a:gd name="connsiteX14" fmla="*/ 270769 w 836407"/>
                <a:gd name="connsiteY14" fmla="*/ 5855 h 183596"/>
                <a:gd name="connsiteX15" fmla="*/ 362766 w 836407"/>
                <a:gd name="connsiteY15" fmla="*/ 66690 h 183596"/>
                <a:gd name="connsiteX16" fmla="*/ 417349 w 836407"/>
                <a:gd name="connsiteY16" fmla="*/ 104203 h 183596"/>
                <a:gd name="connsiteX17" fmla="*/ 455308 w 836407"/>
                <a:gd name="connsiteY17" fmla="*/ 70263 h 183596"/>
                <a:gd name="connsiteX18" fmla="*/ 556287 w 836407"/>
                <a:gd name="connsiteY18" fmla="*/ 0 h 183596"/>
                <a:gd name="connsiteX19" fmla="*/ 646993 w 836407"/>
                <a:gd name="connsiteY19" fmla="*/ 65450 h 183596"/>
                <a:gd name="connsiteX20" fmla="*/ 695225 w 836407"/>
                <a:gd name="connsiteY20" fmla="*/ 104203 h 183596"/>
                <a:gd name="connsiteX21" fmla="*/ 764297 w 836407"/>
                <a:gd name="connsiteY21" fmla="*/ 72198 h 183596"/>
                <a:gd name="connsiteX22" fmla="*/ 819624 w 836407"/>
                <a:gd name="connsiteY22" fmla="*/ 62671 h 183596"/>
                <a:gd name="connsiteX23" fmla="*/ 835602 w 836407"/>
                <a:gd name="connsiteY23" fmla="*/ 87084 h 183596"/>
                <a:gd name="connsiteX24" fmla="*/ 826372 w 836407"/>
                <a:gd name="connsiteY24" fmla="*/ 121819 h 183596"/>
                <a:gd name="connsiteX25" fmla="*/ 695026 w 836407"/>
                <a:gd name="connsiteY25" fmla="*/ 183597 h 183596"/>
                <a:gd name="connsiteX26" fmla="*/ 757598 w 836407"/>
                <a:gd name="connsiteY26" fmla="*/ 103062 h 183596"/>
                <a:gd name="connsiteX27" fmla="*/ 757598 w 836407"/>
                <a:gd name="connsiteY27" fmla="*/ 103062 h 183596"/>
                <a:gd name="connsiteX28" fmla="*/ 757598 w 836407"/>
                <a:gd name="connsiteY28" fmla="*/ 103062 h 183596"/>
                <a:gd name="connsiteX29" fmla="*/ 757598 w 836407"/>
                <a:gd name="connsiteY29" fmla="*/ 103062 h 183596"/>
                <a:gd name="connsiteX30" fmla="*/ 762560 w 836407"/>
                <a:gd name="connsiteY30" fmla="*/ 74878 h 183596"/>
                <a:gd name="connsiteX31" fmla="*/ 761518 w 836407"/>
                <a:gd name="connsiteY31" fmla="*/ 76763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6407" h="183596">
                  <a:moveTo>
                    <a:pt x="695026" y="183597"/>
                  </a:moveTo>
                  <a:cubicBezTo>
                    <a:pt x="623969" y="183597"/>
                    <a:pt x="595388" y="134770"/>
                    <a:pt x="578269" y="105543"/>
                  </a:cubicBezTo>
                  <a:cubicBezTo>
                    <a:pt x="564970" y="82867"/>
                    <a:pt x="561398" y="79393"/>
                    <a:pt x="556088" y="79393"/>
                  </a:cubicBezTo>
                  <a:cubicBezTo>
                    <a:pt x="544030" y="79393"/>
                    <a:pt x="539416" y="83809"/>
                    <a:pt x="523338" y="110853"/>
                  </a:cubicBezTo>
                  <a:cubicBezTo>
                    <a:pt x="506120" y="139831"/>
                    <a:pt x="480069" y="183597"/>
                    <a:pt x="417150" y="183597"/>
                  </a:cubicBezTo>
                  <a:cubicBezTo>
                    <a:pt x="344158" y="183597"/>
                    <a:pt x="315229" y="139385"/>
                    <a:pt x="296075" y="110158"/>
                  </a:cubicBezTo>
                  <a:cubicBezTo>
                    <a:pt x="281189" y="87382"/>
                    <a:pt x="278162" y="85348"/>
                    <a:pt x="270521" y="85348"/>
                  </a:cubicBezTo>
                  <a:cubicBezTo>
                    <a:pt x="263921" y="85348"/>
                    <a:pt x="261936" y="85348"/>
                    <a:pt x="247546" y="107677"/>
                  </a:cubicBezTo>
                  <a:cubicBezTo>
                    <a:pt x="230278" y="134571"/>
                    <a:pt x="201300" y="179627"/>
                    <a:pt x="126621" y="179627"/>
                  </a:cubicBezTo>
                  <a:cubicBezTo>
                    <a:pt x="66381" y="179627"/>
                    <a:pt x="16363" y="128319"/>
                    <a:pt x="10855" y="122464"/>
                  </a:cubicBezTo>
                  <a:cubicBezTo>
                    <a:pt x="-4217" y="106516"/>
                    <a:pt x="-3506" y="81368"/>
                    <a:pt x="12443" y="66293"/>
                  </a:cubicBezTo>
                  <a:cubicBezTo>
                    <a:pt x="28393" y="51218"/>
                    <a:pt x="53541" y="51933"/>
                    <a:pt x="68614" y="67881"/>
                  </a:cubicBezTo>
                  <a:cubicBezTo>
                    <a:pt x="78538" y="78401"/>
                    <a:pt x="106127" y="100135"/>
                    <a:pt x="126621" y="100135"/>
                  </a:cubicBezTo>
                  <a:cubicBezTo>
                    <a:pt x="157981" y="100135"/>
                    <a:pt x="165622" y="88275"/>
                    <a:pt x="180806" y="64656"/>
                  </a:cubicBezTo>
                  <a:cubicBezTo>
                    <a:pt x="195990" y="41036"/>
                    <a:pt x="218568" y="5855"/>
                    <a:pt x="270769" y="5855"/>
                  </a:cubicBezTo>
                  <a:cubicBezTo>
                    <a:pt x="322970" y="5855"/>
                    <a:pt x="346887" y="42475"/>
                    <a:pt x="362766" y="66690"/>
                  </a:cubicBezTo>
                  <a:cubicBezTo>
                    <a:pt x="379786" y="92691"/>
                    <a:pt x="388519" y="104203"/>
                    <a:pt x="417349" y="104203"/>
                  </a:cubicBezTo>
                  <a:cubicBezTo>
                    <a:pt x="433376" y="104203"/>
                    <a:pt x="439182" y="97356"/>
                    <a:pt x="455308" y="70263"/>
                  </a:cubicBezTo>
                  <a:cubicBezTo>
                    <a:pt x="471931" y="42277"/>
                    <a:pt x="497089" y="0"/>
                    <a:pt x="556287" y="0"/>
                  </a:cubicBezTo>
                  <a:cubicBezTo>
                    <a:pt x="608686" y="0"/>
                    <a:pt x="631710" y="39399"/>
                    <a:pt x="646993" y="65450"/>
                  </a:cubicBezTo>
                  <a:cubicBezTo>
                    <a:pt x="664162" y="94726"/>
                    <a:pt x="671804" y="104203"/>
                    <a:pt x="695225" y="104203"/>
                  </a:cubicBezTo>
                  <a:cubicBezTo>
                    <a:pt x="732986" y="104203"/>
                    <a:pt x="760178" y="76614"/>
                    <a:pt x="764297" y="72198"/>
                  </a:cubicBezTo>
                  <a:cubicBezTo>
                    <a:pt x="776945" y="54290"/>
                    <a:pt x="801716" y="50023"/>
                    <a:pt x="819624" y="62671"/>
                  </a:cubicBezTo>
                  <a:cubicBezTo>
                    <a:pt x="827856" y="68486"/>
                    <a:pt x="833567" y="77215"/>
                    <a:pt x="835602" y="87084"/>
                  </a:cubicBezTo>
                  <a:cubicBezTo>
                    <a:pt x="838108" y="99470"/>
                    <a:pt x="834694" y="112311"/>
                    <a:pt x="826372" y="121819"/>
                  </a:cubicBezTo>
                  <a:cubicBezTo>
                    <a:pt x="824090" y="124349"/>
                    <a:pt x="774816" y="183597"/>
                    <a:pt x="695026" y="183597"/>
                  </a:cubicBezTo>
                  <a:close/>
                  <a:moveTo>
                    <a:pt x="757598" y="103062"/>
                  </a:moveTo>
                  <a:lnTo>
                    <a:pt x="757598" y="103062"/>
                  </a:lnTo>
                  <a:close/>
                  <a:moveTo>
                    <a:pt x="757598" y="103062"/>
                  </a:moveTo>
                  <a:lnTo>
                    <a:pt x="757598" y="103062"/>
                  </a:lnTo>
                  <a:close/>
                  <a:moveTo>
                    <a:pt x="762560" y="74878"/>
                  </a:moveTo>
                  <a:lnTo>
                    <a:pt x="761518" y="7676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1" name="Picture Placeholder 47">
            <a:extLst>
              <a:ext uri="{FF2B5EF4-FFF2-40B4-BE49-F238E27FC236}">
                <a16:creationId xmlns:a16="http://schemas.microsoft.com/office/drawing/2014/main" id="{01782E98-2394-4938-AE5D-87292A408309}"/>
              </a:ext>
            </a:extLst>
          </p:cNvPr>
          <p:cNvGrpSpPr>
            <a:grpSpLocks noChangeAspect="1"/>
          </p:cNvGrpSpPr>
          <p:nvPr/>
        </p:nvGrpSpPr>
        <p:grpSpPr>
          <a:xfrm>
            <a:off x="1559438" y="2538952"/>
            <a:ext cx="730859" cy="833081"/>
            <a:chOff x="1559438" y="2538952"/>
            <a:chExt cx="730859" cy="833081"/>
          </a:xfrm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F5BF0E04-EEC3-574D-A770-0DFA3E0AD18B}"/>
                </a:ext>
              </a:extLst>
            </p:cNvPr>
            <p:cNvSpPr/>
            <p:nvPr/>
          </p:nvSpPr>
          <p:spPr>
            <a:xfrm>
              <a:off x="1785236" y="3199850"/>
              <a:ext cx="277876" cy="172183"/>
            </a:xfrm>
            <a:custGeom>
              <a:avLst/>
              <a:gdLst>
                <a:gd name="connsiteX0" fmla="*/ 138938 w 277876"/>
                <a:gd name="connsiteY0" fmla="*/ 172184 h 172183"/>
                <a:gd name="connsiteX1" fmla="*/ 0 w 277876"/>
                <a:gd name="connsiteY1" fmla="*/ 39697 h 172183"/>
                <a:gd name="connsiteX2" fmla="*/ 39697 w 277876"/>
                <a:gd name="connsiteY2" fmla="*/ 0 h 172183"/>
                <a:gd name="connsiteX3" fmla="*/ 79393 w 277876"/>
                <a:gd name="connsiteY3" fmla="*/ 39697 h 172183"/>
                <a:gd name="connsiteX4" fmla="*/ 138938 w 277876"/>
                <a:gd name="connsiteY4" fmla="*/ 92791 h 172183"/>
                <a:gd name="connsiteX5" fmla="*/ 198483 w 277876"/>
                <a:gd name="connsiteY5" fmla="*/ 39697 h 172183"/>
                <a:gd name="connsiteX6" fmla="*/ 238180 w 277876"/>
                <a:gd name="connsiteY6" fmla="*/ 0 h 172183"/>
                <a:gd name="connsiteX7" fmla="*/ 277876 w 277876"/>
                <a:gd name="connsiteY7" fmla="*/ 39697 h 172183"/>
                <a:gd name="connsiteX8" fmla="*/ 138938 w 277876"/>
                <a:gd name="connsiteY8" fmla="*/ 172184 h 17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7876" h="172183">
                  <a:moveTo>
                    <a:pt x="138938" y="172184"/>
                  </a:moveTo>
                  <a:cubicBezTo>
                    <a:pt x="62324" y="172184"/>
                    <a:pt x="0" y="11263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cubicBezTo>
                    <a:pt x="79393" y="68973"/>
                    <a:pt x="106089" y="92791"/>
                    <a:pt x="138938" y="92791"/>
                  </a:cubicBezTo>
                  <a:cubicBezTo>
                    <a:pt x="171787" y="92791"/>
                    <a:pt x="198483" y="68973"/>
                    <a:pt x="198483" y="39697"/>
                  </a:cubicBezTo>
                  <a:cubicBezTo>
                    <a:pt x="198483" y="17774"/>
                    <a:pt x="216257" y="0"/>
                    <a:pt x="238180" y="0"/>
                  </a:cubicBezTo>
                  <a:cubicBezTo>
                    <a:pt x="260102" y="0"/>
                    <a:pt x="277876" y="17774"/>
                    <a:pt x="277876" y="39697"/>
                  </a:cubicBezTo>
                  <a:cubicBezTo>
                    <a:pt x="277876" y="112738"/>
                    <a:pt x="215553" y="172184"/>
                    <a:pt x="138938" y="17218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D63CCD0-DD18-DB4A-A064-60BC2C4AA562}"/>
                </a:ext>
              </a:extLst>
            </p:cNvPr>
            <p:cNvSpPr/>
            <p:nvPr/>
          </p:nvSpPr>
          <p:spPr>
            <a:xfrm>
              <a:off x="1559438" y="2538952"/>
              <a:ext cx="730859" cy="735328"/>
            </a:xfrm>
            <a:custGeom>
              <a:avLst/>
              <a:gdLst>
                <a:gd name="connsiteX0" fmla="*/ 691142 w 730859"/>
                <a:gd name="connsiteY0" fmla="*/ 735329 h 735328"/>
                <a:gd name="connsiteX1" fmla="*/ 691142 w 730859"/>
                <a:gd name="connsiteY1" fmla="*/ 735329 h 735328"/>
                <a:gd name="connsiteX2" fmla="*/ 39274 w 730859"/>
                <a:gd name="connsiteY2" fmla="*/ 731161 h 735328"/>
                <a:gd name="connsiteX3" fmla="*/ 2 w 730859"/>
                <a:gd name="connsiteY3" fmla="*/ 691043 h 735328"/>
                <a:gd name="connsiteX4" fmla="*/ 5582 w 730859"/>
                <a:gd name="connsiteY4" fmla="*/ 671169 h 735328"/>
                <a:gd name="connsiteX5" fmla="*/ 93956 w 730859"/>
                <a:gd name="connsiteY5" fmla="*/ 323825 h 735328"/>
                <a:gd name="connsiteX6" fmla="*/ 90483 w 730859"/>
                <a:gd name="connsiteY6" fmla="*/ 279513 h 735328"/>
                <a:gd name="connsiteX7" fmla="*/ 369996 w 730859"/>
                <a:gd name="connsiteY7" fmla="*/ 0 h 735328"/>
                <a:gd name="connsiteX8" fmla="*/ 649510 w 730859"/>
                <a:gd name="connsiteY8" fmla="*/ 279513 h 735328"/>
                <a:gd name="connsiteX9" fmla="*/ 646384 w 730859"/>
                <a:gd name="connsiteY9" fmla="*/ 321741 h 735328"/>
                <a:gd name="connsiteX10" fmla="*/ 726273 w 730859"/>
                <a:gd name="connsiteY10" fmla="*/ 677074 h 735328"/>
                <a:gd name="connsiteX11" fmla="*/ 709665 w 730859"/>
                <a:gd name="connsiteY11" fmla="*/ 730699 h 735328"/>
                <a:gd name="connsiteX12" fmla="*/ 691142 w 730859"/>
                <a:gd name="connsiteY12" fmla="*/ 735279 h 735328"/>
                <a:gd name="connsiteX13" fmla="*/ 106510 w 730859"/>
                <a:gd name="connsiteY13" fmla="*/ 652264 h 735328"/>
                <a:gd name="connsiteX14" fmla="*/ 627230 w 730859"/>
                <a:gd name="connsiteY14" fmla="*/ 655638 h 735328"/>
                <a:gd name="connsiteX15" fmla="*/ 567239 w 730859"/>
                <a:gd name="connsiteY15" fmla="*/ 313255 h 735328"/>
                <a:gd name="connsiteX16" fmla="*/ 569918 w 730859"/>
                <a:gd name="connsiteY16" fmla="*/ 279464 h 735328"/>
                <a:gd name="connsiteX17" fmla="*/ 369798 w 730859"/>
                <a:gd name="connsiteY17" fmla="*/ 79343 h 735328"/>
                <a:gd name="connsiteX18" fmla="*/ 169677 w 730859"/>
                <a:gd name="connsiteY18" fmla="*/ 279464 h 735328"/>
                <a:gd name="connsiteX19" fmla="*/ 172655 w 730859"/>
                <a:gd name="connsiteY19" fmla="*/ 314694 h 735328"/>
                <a:gd name="connsiteX20" fmla="*/ 106510 w 730859"/>
                <a:gd name="connsiteY20" fmla="*/ 652264 h 735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0859" h="735328">
                  <a:moveTo>
                    <a:pt x="691142" y="735329"/>
                  </a:moveTo>
                  <a:lnTo>
                    <a:pt x="691142" y="735329"/>
                  </a:lnTo>
                  <a:lnTo>
                    <a:pt x="39274" y="731161"/>
                  </a:lnTo>
                  <a:cubicBezTo>
                    <a:pt x="17352" y="730928"/>
                    <a:pt x="-231" y="712965"/>
                    <a:pt x="2" y="691043"/>
                  </a:cubicBezTo>
                  <a:cubicBezTo>
                    <a:pt x="77" y="684041"/>
                    <a:pt x="2002" y="677188"/>
                    <a:pt x="5582" y="671169"/>
                  </a:cubicBezTo>
                  <a:cubicBezTo>
                    <a:pt x="113159" y="490054"/>
                    <a:pt x="101598" y="390068"/>
                    <a:pt x="93956" y="323825"/>
                  </a:cubicBezTo>
                  <a:cubicBezTo>
                    <a:pt x="91973" y="309130"/>
                    <a:pt x="90813" y="294337"/>
                    <a:pt x="90483" y="279513"/>
                  </a:cubicBezTo>
                  <a:cubicBezTo>
                    <a:pt x="90483" y="125142"/>
                    <a:pt x="215625" y="0"/>
                    <a:pt x="369996" y="0"/>
                  </a:cubicBezTo>
                  <a:cubicBezTo>
                    <a:pt x="524367" y="0"/>
                    <a:pt x="649510" y="125142"/>
                    <a:pt x="649510" y="279513"/>
                  </a:cubicBezTo>
                  <a:cubicBezTo>
                    <a:pt x="649217" y="293634"/>
                    <a:pt x="648170" y="307730"/>
                    <a:pt x="646384" y="321741"/>
                  </a:cubicBezTo>
                  <a:cubicBezTo>
                    <a:pt x="638990" y="389274"/>
                    <a:pt x="628124" y="491096"/>
                    <a:pt x="726273" y="677074"/>
                  </a:cubicBezTo>
                  <a:cubicBezTo>
                    <a:pt x="736495" y="696471"/>
                    <a:pt x="729057" y="720477"/>
                    <a:pt x="709665" y="730699"/>
                  </a:cubicBezTo>
                  <a:cubicBezTo>
                    <a:pt x="703954" y="733711"/>
                    <a:pt x="697598" y="735279"/>
                    <a:pt x="691142" y="735279"/>
                  </a:cubicBezTo>
                  <a:close/>
                  <a:moveTo>
                    <a:pt x="106510" y="652264"/>
                  </a:moveTo>
                  <a:lnTo>
                    <a:pt x="627230" y="655638"/>
                  </a:lnTo>
                  <a:cubicBezTo>
                    <a:pt x="549127" y="483554"/>
                    <a:pt x="560292" y="378705"/>
                    <a:pt x="567239" y="313255"/>
                  </a:cubicBezTo>
                  <a:cubicBezTo>
                    <a:pt x="568678" y="299858"/>
                    <a:pt x="569918" y="288445"/>
                    <a:pt x="569918" y="279464"/>
                  </a:cubicBezTo>
                  <a:cubicBezTo>
                    <a:pt x="569918" y="168941"/>
                    <a:pt x="480323" y="79343"/>
                    <a:pt x="369798" y="79343"/>
                  </a:cubicBezTo>
                  <a:cubicBezTo>
                    <a:pt x="259275" y="79343"/>
                    <a:pt x="169677" y="168941"/>
                    <a:pt x="169677" y="279464"/>
                  </a:cubicBezTo>
                  <a:cubicBezTo>
                    <a:pt x="170061" y="291251"/>
                    <a:pt x="171054" y="303010"/>
                    <a:pt x="172655" y="314694"/>
                  </a:cubicBezTo>
                  <a:cubicBezTo>
                    <a:pt x="180098" y="379598"/>
                    <a:pt x="192106" y="483554"/>
                    <a:pt x="106510" y="6522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7" name="Picture Placeholder 49">
            <a:extLst>
              <a:ext uri="{FF2B5EF4-FFF2-40B4-BE49-F238E27FC236}">
                <a16:creationId xmlns:a16="http://schemas.microsoft.com/office/drawing/2014/main" id="{B766EF5D-15D2-4809-BD99-8C45250C131F}"/>
              </a:ext>
            </a:extLst>
          </p:cNvPr>
          <p:cNvGrpSpPr>
            <a:grpSpLocks noChangeAspect="1"/>
          </p:cNvGrpSpPr>
          <p:nvPr/>
        </p:nvGrpSpPr>
        <p:grpSpPr>
          <a:xfrm>
            <a:off x="2847785" y="2539001"/>
            <a:ext cx="788989" cy="833032"/>
            <a:chOff x="2847785" y="2539001"/>
            <a:chExt cx="788989" cy="833032"/>
          </a:xfrm>
        </p:grpSpPr>
        <p:grpSp>
          <p:nvGrpSpPr>
            <p:cNvPr id="79" name="Picture Placeholder 49">
              <a:extLst>
                <a:ext uri="{FF2B5EF4-FFF2-40B4-BE49-F238E27FC236}">
                  <a16:creationId xmlns:a16="http://schemas.microsoft.com/office/drawing/2014/main" id="{B766EF5D-15D2-4809-BD99-8C45250C131F}"/>
                </a:ext>
              </a:extLst>
            </p:cNvPr>
            <p:cNvGrpSpPr/>
            <p:nvPr/>
          </p:nvGrpSpPr>
          <p:grpSpPr>
            <a:xfrm>
              <a:off x="2856702" y="2539001"/>
              <a:ext cx="730908" cy="833032"/>
              <a:chOff x="2856702" y="2539001"/>
              <a:chExt cx="730908" cy="833032"/>
            </a:xfrm>
          </p:grpSpPr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43E72D69-EEAC-7740-9B6D-93CB0BD6E81C}"/>
                  </a:ext>
                </a:extLst>
              </p:cNvPr>
              <p:cNvSpPr/>
              <p:nvPr/>
            </p:nvSpPr>
            <p:spPr>
              <a:xfrm>
                <a:off x="3082698" y="3199850"/>
                <a:ext cx="277876" cy="172183"/>
              </a:xfrm>
              <a:custGeom>
                <a:avLst/>
                <a:gdLst>
                  <a:gd name="connsiteX0" fmla="*/ 138938 w 277876"/>
                  <a:gd name="connsiteY0" fmla="*/ 172184 h 172183"/>
                  <a:gd name="connsiteX1" fmla="*/ 0 w 277876"/>
                  <a:gd name="connsiteY1" fmla="*/ 39697 h 172183"/>
                  <a:gd name="connsiteX2" fmla="*/ 39697 w 277876"/>
                  <a:gd name="connsiteY2" fmla="*/ 0 h 172183"/>
                  <a:gd name="connsiteX3" fmla="*/ 79393 w 277876"/>
                  <a:gd name="connsiteY3" fmla="*/ 39697 h 172183"/>
                  <a:gd name="connsiteX4" fmla="*/ 138938 w 277876"/>
                  <a:gd name="connsiteY4" fmla="*/ 92791 h 172183"/>
                  <a:gd name="connsiteX5" fmla="*/ 198483 w 277876"/>
                  <a:gd name="connsiteY5" fmla="*/ 39697 h 172183"/>
                  <a:gd name="connsiteX6" fmla="*/ 238180 w 277876"/>
                  <a:gd name="connsiteY6" fmla="*/ 0 h 172183"/>
                  <a:gd name="connsiteX7" fmla="*/ 277876 w 277876"/>
                  <a:gd name="connsiteY7" fmla="*/ 39697 h 172183"/>
                  <a:gd name="connsiteX8" fmla="*/ 138938 w 277876"/>
                  <a:gd name="connsiteY8" fmla="*/ 172184 h 172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7876" h="172183">
                    <a:moveTo>
                      <a:pt x="138938" y="172184"/>
                    </a:moveTo>
                    <a:cubicBezTo>
                      <a:pt x="62324" y="172184"/>
                      <a:pt x="0" y="11263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cubicBezTo>
                      <a:pt x="79393" y="68973"/>
                      <a:pt x="106089" y="92791"/>
                      <a:pt x="138938" y="92791"/>
                    </a:cubicBezTo>
                    <a:cubicBezTo>
                      <a:pt x="171787" y="92791"/>
                      <a:pt x="198483" y="68973"/>
                      <a:pt x="198483" y="39697"/>
                    </a:cubicBezTo>
                    <a:cubicBezTo>
                      <a:pt x="198483" y="17774"/>
                      <a:pt x="216256" y="0"/>
                      <a:pt x="238180" y="0"/>
                    </a:cubicBezTo>
                    <a:cubicBezTo>
                      <a:pt x="260102" y="0"/>
                      <a:pt x="277876" y="17774"/>
                      <a:pt x="277876" y="39697"/>
                    </a:cubicBezTo>
                    <a:cubicBezTo>
                      <a:pt x="277876" y="112738"/>
                      <a:pt x="215503" y="172184"/>
                      <a:pt x="138938" y="17218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F9937C1-81D3-404D-9C31-02555B170F08}"/>
                  </a:ext>
                </a:extLst>
              </p:cNvPr>
              <p:cNvSpPr/>
              <p:nvPr/>
            </p:nvSpPr>
            <p:spPr>
              <a:xfrm>
                <a:off x="2856702" y="2539001"/>
                <a:ext cx="730908" cy="730317"/>
              </a:xfrm>
              <a:custGeom>
                <a:avLst/>
                <a:gdLst>
                  <a:gd name="connsiteX0" fmla="*/ 691290 w 730908"/>
                  <a:gd name="connsiteY0" fmla="*/ 730317 h 730317"/>
                  <a:gd name="connsiteX1" fmla="*/ 691042 w 730908"/>
                  <a:gd name="connsiteY1" fmla="*/ 730317 h 730317"/>
                  <a:gd name="connsiteX2" fmla="*/ 39422 w 730908"/>
                  <a:gd name="connsiteY2" fmla="*/ 726149 h 730317"/>
                  <a:gd name="connsiteX3" fmla="*/ 1 w 730908"/>
                  <a:gd name="connsiteY3" fmla="*/ 686180 h 730317"/>
                  <a:gd name="connsiteX4" fmla="*/ 5581 w 730908"/>
                  <a:gd name="connsiteY4" fmla="*/ 666158 h 730317"/>
                  <a:gd name="connsiteX5" fmla="*/ 94005 w 730908"/>
                  <a:gd name="connsiteY5" fmla="*/ 323775 h 730317"/>
                  <a:gd name="connsiteX6" fmla="*/ 90333 w 730908"/>
                  <a:gd name="connsiteY6" fmla="*/ 279513 h 730317"/>
                  <a:gd name="connsiteX7" fmla="*/ 369847 w 730908"/>
                  <a:gd name="connsiteY7" fmla="*/ 0 h 730317"/>
                  <a:gd name="connsiteX8" fmla="*/ 649360 w 730908"/>
                  <a:gd name="connsiteY8" fmla="*/ 279513 h 730317"/>
                  <a:gd name="connsiteX9" fmla="*/ 646234 w 730908"/>
                  <a:gd name="connsiteY9" fmla="*/ 321641 h 730317"/>
                  <a:gd name="connsiteX10" fmla="*/ 726322 w 730908"/>
                  <a:gd name="connsiteY10" fmla="*/ 672112 h 730317"/>
                  <a:gd name="connsiteX11" fmla="*/ 709714 w 730908"/>
                  <a:gd name="connsiteY11" fmla="*/ 725737 h 730317"/>
                  <a:gd name="connsiteX12" fmla="*/ 691190 w 730908"/>
                  <a:gd name="connsiteY12" fmla="*/ 730317 h 730317"/>
                  <a:gd name="connsiteX13" fmla="*/ 106708 w 730908"/>
                  <a:gd name="connsiteY13" fmla="*/ 647252 h 730317"/>
                  <a:gd name="connsiteX14" fmla="*/ 627378 w 730908"/>
                  <a:gd name="connsiteY14" fmla="*/ 650626 h 730317"/>
                  <a:gd name="connsiteX15" fmla="*/ 567387 w 730908"/>
                  <a:gd name="connsiteY15" fmla="*/ 313206 h 730317"/>
                  <a:gd name="connsiteX16" fmla="*/ 570066 w 730908"/>
                  <a:gd name="connsiteY16" fmla="*/ 279613 h 730317"/>
                  <a:gd name="connsiteX17" fmla="*/ 369946 w 730908"/>
                  <a:gd name="connsiteY17" fmla="*/ 79492 h 730317"/>
                  <a:gd name="connsiteX18" fmla="*/ 169825 w 730908"/>
                  <a:gd name="connsiteY18" fmla="*/ 279613 h 730317"/>
                  <a:gd name="connsiteX19" fmla="*/ 172852 w 730908"/>
                  <a:gd name="connsiteY19" fmla="*/ 314347 h 730317"/>
                  <a:gd name="connsiteX20" fmla="*/ 106708 w 730908"/>
                  <a:gd name="connsiteY20" fmla="*/ 647252 h 73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30908" h="730317">
                    <a:moveTo>
                      <a:pt x="691290" y="730317"/>
                    </a:moveTo>
                    <a:lnTo>
                      <a:pt x="691042" y="730317"/>
                    </a:lnTo>
                    <a:lnTo>
                      <a:pt x="39422" y="726149"/>
                    </a:lnTo>
                    <a:cubicBezTo>
                      <a:pt x="17499" y="725995"/>
                      <a:pt x="-151" y="708102"/>
                      <a:pt x="1" y="686180"/>
                    </a:cubicBezTo>
                    <a:cubicBezTo>
                      <a:pt x="50" y="679129"/>
                      <a:pt x="1976" y="672216"/>
                      <a:pt x="5581" y="666158"/>
                    </a:cubicBezTo>
                    <a:cubicBezTo>
                      <a:pt x="112960" y="485340"/>
                      <a:pt x="101547" y="388282"/>
                      <a:pt x="94005" y="323775"/>
                    </a:cubicBezTo>
                    <a:cubicBezTo>
                      <a:pt x="91927" y="309105"/>
                      <a:pt x="90701" y="294326"/>
                      <a:pt x="90333" y="279513"/>
                    </a:cubicBezTo>
                    <a:cubicBezTo>
                      <a:pt x="90333" y="125142"/>
                      <a:pt x="215475" y="0"/>
                      <a:pt x="369847" y="0"/>
                    </a:cubicBezTo>
                    <a:cubicBezTo>
                      <a:pt x="524217" y="0"/>
                      <a:pt x="649360" y="125142"/>
                      <a:pt x="649360" y="279513"/>
                    </a:cubicBezTo>
                    <a:cubicBezTo>
                      <a:pt x="649072" y="293602"/>
                      <a:pt x="648030" y="307665"/>
                      <a:pt x="646234" y="321641"/>
                    </a:cubicBezTo>
                    <a:cubicBezTo>
                      <a:pt x="639089" y="387240"/>
                      <a:pt x="628371" y="486382"/>
                      <a:pt x="726322" y="672112"/>
                    </a:cubicBezTo>
                    <a:cubicBezTo>
                      <a:pt x="736544" y="691509"/>
                      <a:pt x="729106" y="715515"/>
                      <a:pt x="709714" y="725737"/>
                    </a:cubicBezTo>
                    <a:cubicBezTo>
                      <a:pt x="704003" y="728749"/>
                      <a:pt x="697646" y="730317"/>
                      <a:pt x="691190" y="730317"/>
                    </a:cubicBezTo>
                    <a:close/>
                    <a:moveTo>
                      <a:pt x="106708" y="647252"/>
                    </a:moveTo>
                    <a:lnTo>
                      <a:pt x="627378" y="650626"/>
                    </a:lnTo>
                    <a:cubicBezTo>
                      <a:pt x="549374" y="479237"/>
                      <a:pt x="560489" y="376869"/>
                      <a:pt x="567387" y="313206"/>
                    </a:cubicBezTo>
                    <a:cubicBezTo>
                      <a:pt x="568826" y="299957"/>
                      <a:pt x="570066" y="288395"/>
                      <a:pt x="570066" y="279613"/>
                    </a:cubicBezTo>
                    <a:cubicBezTo>
                      <a:pt x="570066" y="169089"/>
                      <a:pt x="480471" y="79492"/>
                      <a:pt x="369946" y="79492"/>
                    </a:cubicBezTo>
                    <a:cubicBezTo>
                      <a:pt x="259423" y="79492"/>
                      <a:pt x="169825" y="169089"/>
                      <a:pt x="169825" y="279613"/>
                    </a:cubicBezTo>
                    <a:cubicBezTo>
                      <a:pt x="170207" y="291237"/>
                      <a:pt x="171218" y="302832"/>
                      <a:pt x="172852" y="314347"/>
                    </a:cubicBezTo>
                    <a:cubicBezTo>
                      <a:pt x="180246" y="377762"/>
                      <a:pt x="192204" y="479286"/>
                      <a:pt x="106708" y="647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C54D449B-DB4A-8A47-BD66-FB3F9B01976B}"/>
                </a:ext>
              </a:extLst>
            </p:cNvPr>
            <p:cNvSpPr/>
            <p:nvPr/>
          </p:nvSpPr>
          <p:spPr>
            <a:xfrm>
              <a:off x="2847785" y="2579583"/>
              <a:ext cx="788989" cy="744318"/>
            </a:xfrm>
            <a:custGeom>
              <a:avLst/>
              <a:gdLst>
                <a:gd name="connsiteX0" fmla="*/ 749282 w 788989"/>
                <a:gd name="connsiteY0" fmla="*/ 744319 h 744318"/>
                <a:gd name="connsiteX1" fmla="*/ 722139 w 788989"/>
                <a:gd name="connsiteY1" fmla="*/ 733601 h 744318"/>
                <a:gd name="connsiteX2" fmla="*/ 12562 w 788989"/>
                <a:gd name="connsiteY2" fmla="*/ 68683 h 744318"/>
                <a:gd name="connsiteX3" fmla="*/ 10726 w 788989"/>
                <a:gd name="connsiteY3" fmla="*/ 12562 h 744318"/>
                <a:gd name="connsiteX4" fmla="*/ 66847 w 788989"/>
                <a:gd name="connsiteY4" fmla="*/ 10726 h 744318"/>
                <a:gd name="connsiteX5" fmla="*/ 776424 w 788989"/>
                <a:gd name="connsiteY5" fmla="*/ 675644 h 744318"/>
                <a:gd name="connsiteX6" fmla="*/ 778270 w 788989"/>
                <a:gd name="connsiteY6" fmla="*/ 731755 h 744318"/>
                <a:gd name="connsiteX7" fmla="*/ 749282 w 788989"/>
                <a:gd name="connsiteY7" fmla="*/ 744319 h 7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8989" h="744318">
                  <a:moveTo>
                    <a:pt x="749282" y="744319"/>
                  </a:moveTo>
                  <a:cubicBezTo>
                    <a:pt x="739204" y="744324"/>
                    <a:pt x="729498" y="740488"/>
                    <a:pt x="722139" y="733601"/>
                  </a:cubicBezTo>
                  <a:lnTo>
                    <a:pt x="12562" y="68683"/>
                  </a:lnTo>
                  <a:cubicBezTo>
                    <a:pt x="-3442" y="53693"/>
                    <a:pt x="-4264" y="28566"/>
                    <a:pt x="10726" y="12562"/>
                  </a:cubicBezTo>
                  <a:cubicBezTo>
                    <a:pt x="25717" y="-3442"/>
                    <a:pt x="50843" y="-4264"/>
                    <a:pt x="66847" y="10726"/>
                  </a:cubicBezTo>
                  <a:lnTo>
                    <a:pt x="776424" y="675644"/>
                  </a:lnTo>
                  <a:cubicBezTo>
                    <a:pt x="792427" y="690629"/>
                    <a:pt x="793255" y="715747"/>
                    <a:pt x="778270" y="731755"/>
                  </a:cubicBezTo>
                  <a:cubicBezTo>
                    <a:pt x="770762" y="739773"/>
                    <a:pt x="760268" y="744324"/>
                    <a:pt x="749282" y="74431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7" name="Picture Placeholder 51">
            <a:extLst>
              <a:ext uri="{FF2B5EF4-FFF2-40B4-BE49-F238E27FC236}">
                <a16:creationId xmlns:a16="http://schemas.microsoft.com/office/drawing/2014/main" id="{7319EB6D-0103-400E-A795-25602674F763}"/>
              </a:ext>
            </a:extLst>
          </p:cNvPr>
          <p:cNvGrpSpPr>
            <a:grpSpLocks noChangeAspect="1"/>
          </p:cNvGrpSpPr>
          <p:nvPr/>
        </p:nvGrpSpPr>
        <p:grpSpPr>
          <a:xfrm>
            <a:off x="4144113" y="2542276"/>
            <a:ext cx="831345" cy="826482"/>
            <a:chOff x="4144113" y="2542276"/>
            <a:chExt cx="831345" cy="826482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83F2D8EF-1242-4049-BEAF-49C72CB2B2C6}"/>
                </a:ext>
              </a:extLst>
            </p:cNvPr>
            <p:cNvSpPr/>
            <p:nvPr/>
          </p:nvSpPr>
          <p:spPr>
            <a:xfrm>
              <a:off x="4146396" y="3011787"/>
              <a:ext cx="356971" cy="356971"/>
            </a:xfrm>
            <a:custGeom>
              <a:avLst/>
              <a:gdLst>
                <a:gd name="connsiteX0" fmla="*/ 317275 w 356971"/>
                <a:gd name="connsiteY0" fmla="*/ 356971 h 356971"/>
                <a:gd name="connsiteX1" fmla="*/ 39697 w 356971"/>
                <a:gd name="connsiteY1" fmla="*/ 356971 h 356971"/>
                <a:gd name="connsiteX2" fmla="*/ 0 w 356971"/>
                <a:gd name="connsiteY2" fmla="*/ 317275 h 356971"/>
                <a:gd name="connsiteX3" fmla="*/ 0 w 356971"/>
                <a:gd name="connsiteY3" fmla="*/ 39697 h 356971"/>
                <a:gd name="connsiteX4" fmla="*/ 39697 w 356971"/>
                <a:gd name="connsiteY4" fmla="*/ 0 h 356971"/>
                <a:gd name="connsiteX5" fmla="*/ 317275 w 356971"/>
                <a:gd name="connsiteY5" fmla="*/ 0 h 356971"/>
                <a:gd name="connsiteX6" fmla="*/ 356972 w 356971"/>
                <a:gd name="connsiteY6" fmla="*/ 39697 h 356971"/>
                <a:gd name="connsiteX7" fmla="*/ 356972 w 356971"/>
                <a:gd name="connsiteY7" fmla="*/ 317275 h 356971"/>
                <a:gd name="connsiteX8" fmla="*/ 317275 w 356971"/>
                <a:gd name="connsiteY8" fmla="*/ 356971 h 356971"/>
                <a:gd name="connsiteX9" fmla="*/ 79393 w 356971"/>
                <a:gd name="connsiteY9" fmla="*/ 277578 h 356971"/>
                <a:gd name="connsiteX10" fmla="*/ 277578 w 356971"/>
                <a:gd name="connsiteY10" fmla="*/ 277578 h 356971"/>
                <a:gd name="connsiteX11" fmla="*/ 277578 w 356971"/>
                <a:gd name="connsiteY11" fmla="*/ 79393 h 356971"/>
                <a:gd name="connsiteX12" fmla="*/ 79393 w 356971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6971" h="356971">
                  <a:moveTo>
                    <a:pt x="317275" y="356971"/>
                  </a:moveTo>
                  <a:lnTo>
                    <a:pt x="39697" y="356971"/>
                  </a:lnTo>
                  <a:cubicBezTo>
                    <a:pt x="17773" y="356971"/>
                    <a:pt x="0" y="339197"/>
                    <a:pt x="0" y="31727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17275" y="0"/>
                  </a:lnTo>
                  <a:cubicBezTo>
                    <a:pt x="339199" y="0"/>
                    <a:pt x="356972" y="17774"/>
                    <a:pt x="356972" y="39697"/>
                  </a:cubicBezTo>
                  <a:lnTo>
                    <a:pt x="356972" y="317275"/>
                  </a:lnTo>
                  <a:cubicBezTo>
                    <a:pt x="356972" y="339197"/>
                    <a:pt x="339199" y="356971"/>
                    <a:pt x="317275" y="356971"/>
                  </a:cubicBezTo>
                  <a:close/>
                  <a:moveTo>
                    <a:pt x="79393" y="277578"/>
                  </a:moveTo>
                  <a:lnTo>
                    <a:pt x="277578" y="277578"/>
                  </a:lnTo>
                  <a:lnTo>
                    <a:pt x="2775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E1E8EEA2-18C7-0544-B36E-AB872497C2F6}"/>
                </a:ext>
              </a:extLst>
            </p:cNvPr>
            <p:cNvSpPr/>
            <p:nvPr/>
          </p:nvSpPr>
          <p:spPr>
            <a:xfrm>
              <a:off x="4144113" y="2542276"/>
              <a:ext cx="357269" cy="356972"/>
            </a:xfrm>
            <a:custGeom>
              <a:avLst/>
              <a:gdLst>
                <a:gd name="connsiteX0" fmla="*/ 317325 w 357269"/>
                <a:gd name="connsiteY0" fmla="*/ 356971 h 356972"/>
                <a:gd name="connsiteX1" fmla="*/ 39697 w 357269"/>
                <a:gd name="connsiteY1" fmla="*/ 356971 h 356972"/>
                <a:gd name="connsiteX2" fmla="*/ 0 w 357269"/>
                <a:gd name="connsiteY2" fmla="*/ 317275 h 356972"/>
                <a:gd name="connsiteX3" fmla="*/ 0 w 357269"/>
                <a:gd name="connsiteY3" fmla="*/ 39697 h 356972"/>
                <a:gd name="connsiteX4" fmla="*/ 39697 w 357269"/>
                <a:gd name="connsiteY4" fmla="*/ 0 h 356972"/>
                <a:gd name="connsiteX5" fmla="*/ 317573 w 357269"/>
                <a:gd name="connsiteY5" fmla="*/ 0 h 356972"/>
                <a:gd name="connsiteX6" fmla="*/ 357269 w 357269"/>
                <a:gd name="connsiteY6" fmla="*/ 39697 h 356972"/>
                <a:gd name="connsiteX7" fmla="*/ 357269 w 357269"/>
                <a:gd name="connsiteY7" fmla="*/ 317275 h 356972"/>
                <a:gd name="connsiteX8" fmla="*/ 317574 w 357269"/>
                <a:gd name="connsiteY8" fmla="*/ 356972 h 356972"/>
                <a:gd name="connsiteX9" fmla="*/ 317325 w 357269"/>
                <a:gd name="connsiteY9" fmla="*/ 356971 h 356972"/>
                <a:gd name="connsiteX10" fmla="*/ 79393 w 357269"/>
                <a:gd name="connsiteY10" fmla="*/ 277578 h 356972"/>
                <a:gd name="connsiteX11" fmla="*/ 277876 w 357269"/>
                <a:gd name="connsiteY11" fmla="*/ 277578 h 356972"/>
                <a:gd name="connsiteX12" fmla="*/ 277876 w 357269"/>
                <a:gd name="connsiteY12" fmla="*/ 79393 h 356972"/>
                <a:gd name="connsiteX13" fmla="*/ 79393 w 357269"/>
                <a:gd name="connsiteY13" fmla="*/ 79393 h 35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7269" h="356972">
                  <a:moveTo>
                    <a:pt x="317325" y="356971"/>
                  </a:moveTo>
                  <a:lnTo>
                    <a:pt x="39697" y="356971"/>
                  </a:lnTo>
                  <a:cubicBezTo>
                    <a:pt x="17773" y="356971"/>
                    <a:pt x="0" y="339199"/>
                    <a:pt x="0" y="31727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7573" y="0"/>
                  </a:lnTo>
                  <a:cubicBezTo>
                    <a:pt x="339497" y="0"/>
                    <a:pt x="357269" y="17773"/>
                    <a:pt x="357269" y="39697"/>
                  </a:cubicBezTo>
                  <a:lnTo>
                    <a:pt x="357269" y="317275"/>
                  </a:lnTo>
                  <a:cubicBezTo>
                    <a:pt x="357270" y="339199"/>
                    <a:pt x="339497" y="356972"/>
                    <a:pt x="317574" y="356972"/>
                  </a:cubicBezTo>
                  <a:cubicBezTo>
                    <a:pt x="317490" y="356972"/>
                    <a:pt x="317408" y="356972"/>
                    <a:pt x="317325" y="356971"/>
                  </a:cubicBezTo>
                  <a:close/>
                  <a:moveTo>
                    <a:pt x="79393" y="277578"/>
                  </a:moveTo>
                  <a:lnTo>
                    <a:pt x="277876" y="277578"/>
                  </a:lnTo>
                  <a:lnTo>
                    <a:pt x="2778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862942B-215D-AA4C-8AB1-3AAB820DF9D8}"/>
                </a:ext>
              </a:extLst>
            </p:cNvPr>
            <p:cNvSpPr/>
            <p:nvPr/>
          </p:nvSpPr>
          <p:spPr>
            <a:xfrm>
              <a:off x="4618190" y="3011787"/>
              <a:ext cx="357269" cy="356971"/>
            </a:xfrm>
            <a:custGeom>
              <a:avLst/>
              <a:gdLst>
                <a:gd name="connsiteX0" fmla="*/ 317573 w 357269"/>
                <a:gd name="connsiteY0" fmla="*/ 356971 h 356971"/>
                <a:gd name="connsiteX1" fmla="*/ 39697 w 357269"/>
                <a:gd name="connsiteY1" fmla="*/ 356971 h 356971"/>
                <a:gd name="connsiteX2" fmla="*/ 0 w 357269"/>
                <a:gd name="connsiteY2" fmla="*/ 317275 h 356971"/>
                <a:gd name="connsiteX3" fmla="*/ 0 w 357269"/>
                <a:gd name="connsiteY3" fmla="*/ 39697 h 356971"/>
                <a:gd name="connsiteX4" fmla="*/ 39697 w 357269"/>
                <a:gd name="connsiteY4" fmla="*/ 0 h 356971"/>
                <a:gd name="connsiteX5" fmla="*/ 317573 w 357269"/>
                <a:gd name="connsiteY5" fmla="*/ 0 h 356971"/>
                <a:gd name="connsiteX6" fmla="*/ 357269 w 357269"/>
                <a:gd name="connsiteY6" fmla="*/ 39697 h 356971"/>
                <a:gd name="connsiteX7" fmla="*/ 357269 w 357269"/>
                <a:gd name="connsiteY7" fmla="*/ 317275 h 356971"/>
                <a:gd name="connsiteX8" fmla="*/ 317573 w 357269"/>
                <a:gd name="connsiteY8" fmla="*/ 356971 h 356971"/>
                <a:gd name="connsiteX9" fmla="*/ 79393 w 357269"/>
                <a:gd name="connsiteY9" fmla="*/ 277578 h 356971"/>
                <a:gd name="connsiteX10" fmla="*/ 277876 w 357269"/>
                <a:gd name="connsiteY10" fmla="*/ 277578 h 356971"/>
                <a:gd name="connsiteX11" fmla="*/ 277876 w 357269"/>
                <a:gd name="connsiteY11" fmla="*/ 79393 h 356971"/>
                <a:gd name="connsiteX12" fmla="*/ 79393 w 357269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7269" h="356971">
                  <a:moveTo>
                    <a:pt x="317573" y="356971"/>
                  </a:moveTo>
                  <a:lnTo>
                    <a:pt x="39697" y="356971"/>
                  </a:lnTo>
                  <a:cubicBezTo>
                    <a:pt x="17774" y="356971"/>
                    <a:pt x="0" y="339197"/>
                    <a:pt x="0" y="317275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lnTo>
                    <a:pt x="317573" y="0"/>
                  </a:lnTo>
                  <a:cubicBezTo>
                    <a:pt x="339495" y="0"/>
                    <a:pt x="357269" y="17774"/>
                    <a:pt x="357269" y="39697"/>
                  </a:cubicBezTo>
                  <a:lnTo>
                    <a:pt x="357269" y="317275"/>
                  </a:lnTo>
                  <a:cubicBezTo>
                    <a:pt x="357269" y="339197"/>
                    <a:pt x="339495" y="356971"/>
                    <a:pt x="317573" y="356971"/>
                  </a:cubicBezTo>
                  <a:close/>
                  <a:moveTo>
                    <a:pt x="79393" y="277578"/>
                  </a:moveTo>
                  <a:lnTo>
                    <a:pt x="277876" y="277578"/>
                  </a:lnTo>
                  <a:lnTo>
                    <a:pt x="2778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7ADAD548-0BFB-714C-9098-D734B9A46CE5}"/>
                </a:ext>
              </a:extLst>
            </p:cNvPr>
            <p:cNvSpPr/>
            <p:nvPr/>
          </p:nvSpPr>
          <p:spPr>
            <a:xfrm>
              <a:off x="4616205" y="2542425"/>
              <a:ext cx="356971" cy="356971"/>
            </a:xfrm>
            <a:custGeom>
              <a:avLst/>
              <a:gdLst>
                <a:gd name="connsiteX0" fmla="*/ 317275 w 356971"/>
                <a:gd name="connsiteY0" fmla="*/ 356971 h 356971"/>
                <a:gd name="connsiteX1" fmla="*/ 39697 w 356971"/>
                <a:gd name="connsiteY1" fmla="*/ 356971 h 356971"/>
                <a:gd name="connsiteX2" fmla="*/ 0 w 356971"/>
                <a:gd name="connsiteY2" fmla="*/ 317275 h 356971"/>
                <a:gd name="connsiteX3" fmla="*/ 0 w 356971"/>
                <a:gd name="connsiteY3" fmla="*/ 39697 h 356971"/>
                <a:gd name="connsiteX4" fmla="*/ 39697 w 356971"/>
                <a:gd name="connsiteY4" fmla="*/ 0 h 356971"/>
                <a:gd name="connsiteX5" fmla="*/ 317275 w 356971"/>
                <a:gd name="connsiteY5" fmla="*/ 0 h 356971"/>
                <a:gd name="connsiteX6" fmla="*/ 356972 w 356971"/>
                <a:gd name="connsiteY6" fmla="*/ 39697 h 356971"/>
                <a:gd name="connsiteX7" fmla="*/ 356972 w 356971"/>
                <a:gd name="connsiteY7" fmla="*/ 317275 h 356971"/>
                <a:gd name="connsiteX8" fmla="*/ 317275 w 356971"/>
                <a:gd name="connsiteY8" fmla="*/ 356971 h 356971"/>
                <a:gd name="connsiteX9" fmla="*/ 79393 w 356971"/>
                <a:gd name="connsiteY9" fmla="*/ 277578 h 356971"/>
                <a:gd name="connsiteX10" fmla="*/ 277578 w 356971"/>
                <a:gd name="connsiteY10" fmla="*/ 277578 h 356971"/>
                <a:gd name="connsiteX11" fmla="*/ 277578 w 356971"/>
                <a:gd name="connsiteY11" fmla="*/ 79393 h 356971"/>
                <a:gd name="connsiteX12" fmla="*/ 79393 w 356971"/>
                <a:gd name="connsiteY12" fmla="*/ 79393 h 3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6971" h="356971">
                  <a:moveTo>
                    <a:pt x="317275" y="356971"/>
                  </a:moveTo>
                  <a:lnTo>
                    <a:pt x="39697" y="356971"/>
                  </a:lnTo>
                  <a:cubicBezTo>
                    <a:pt x="17774" y="356971"/>
                    <a:pt x="0" y="339199"/>
                    <a:pt x="0" y="317275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17275" y="0"/>
                  </a:lnTo>
                  <a:cubicBezTo>
                    <a:pt x="339197" y="0"/>
                    <a:pt x="356972" y="17773"/>
                    <a:pt x="356972" y="39697"/>
                  </a:cubicBezTo>
                  <a:lnTo>
                    <a:pt x="356972" y="317275"/>
                  </a:lnTo>
                  <a:cubicBezTo>
                    <a:pt x="356972" y="339199"/>
                    <a:pt x="339197" y="356971"/>
                    <a:pt x="317275" y="356971"/>
                  </a:cubicBezTo>
                  <a:close/>
                  <a:moveTo>
                    <a:pt x="79393" y="277578"/>
                  </a:moveTo>
                  <a:lnTo>
                    <a:pt x="277578" y="277578"/>
                  </a:lnTo>
                  <a:lnTo>
                    <a:pt x="2775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3" name="Picture Placeholder 53">
            <a:extLst>
              <a:ext uri="{FF2B5EF4-FFF2-40B4-BE49-F238E27FC236}">
                <a16:creationId xmlns:a16="http://schemas.microsoft.com/office/drawing/2014/main" id="{1C8AAAD5-2D8E-49DA-A3A7-E61AE8A827D2}"/>
              </a:ext>
            </a:extLst>
          </p:cNvPr>
          <p:cNvGrpSpPr>
            <a:grpSpLocks noChangeAspect="1"/>
          </p:cNvGrpSpPr>
          <p:nvPr/>
        </p:nvGrpSpPr>
        <p:grpSpPr>
          <a:xfrm>
            <a:off x="5464350" y="2544956"/>
            <a:ext cx="825887" cy="821123"/>
            <a:chOff x="5464350" y="2544956"/>
            <a:chExt cx="825887" cy="821123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0E6B483-FCCD-B440-81FE-45706808E1A9}"/>
                </a:ext>
              </a:extLst>
            </p:cNvPr>
            <p:cNvSpPr/>
            <p:nvPr/>
          </p:nvSpPr>
          <p:spPr>
            <a:xfrm>
              <a:off x="5464350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74607F3-9400-B747-8669-4200423F2F00}"/>
                </a:ext>
              </a:extLst>
            </p:cNvPr>
            <p:cNvSpPr/>
            <p:nvPr/>
          </p:nvSpPr>
          <p:spPr>
            <a:xfrm>
              <a:off x="5464549" y="2822484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E4C411D-7092-5244-8298-B0970FD6E9B6}"/>
                </a:ext>
              </a:extLst>
            </p:cNvPr>
            <p:cNvSpPr/>
            <p:nvPr/>
          </p:nvSpPr>
          <p:spPr>
            <a:xfrm>
              <a:off x="5464350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2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2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956533F-543A-474D-983E-EC63D3CF7E59}"/>
                </a:ext>
              </a:extLst>
            </p:cNvPr>
            <p:cNvSpPr/>
            <p:nvPr/>
          </p:nvSpPr>
          <p:spPr>
            <a:xfrm>
              <a:off x="5746643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AE384EC-B843-FF4C-9CC7-750C3A7EA2E2}"/>
                </a:ext>
              </a:extLst>
            </p:cNvPr>
            <p:cNvSpPr/>
            <p:nvPr/>
          </p:nvSpPr>
          <p:spPr>
            <a:xfrm>
              <a:off x="5746841" y="2822484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8F2EDF29-648B-834B-9F63-860B33892DEF}"/>
                </a:ext>
              </a:extLst>
            </p:cNvPr>
            <p:cNvSpPr/>
            <p:nvPr/>
          </p:nvSpPr>
          <p:spPr>
            <a:xfrm>
              <a:off x="5746643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3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43A53C1-413A-444E-AAB7-5B61981A5928}"/>
                </a:ext>
              </a:extLst>
            </p:cNvPr>
            <p:cNvSpPr/>
            <p:nvPr/>
          </p:nvSpPr>
          <p:spPr>
            <a:xfrm>
              <a:off x="6029133" y="3104975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4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4"/>
                    <a:pt x="261104" y="39697"/>
                  </a:cubicBezTo>
                  <a:lnTo>
                    <a:pt x="261104" y="221408"/>
                  </a:lnTo>
                  <a:cubicBezTo>
                    <a:pt x="261104" y="243330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81B324F-CF56-B64A-A84B-792A3553B2DA}"/>
                </a:ext>
              </a:extLst>
            </p:cNvPr>
            <p:cNvSpPr/>
            <p:nvPr/>
          </p:nvSpPr>
          <p:spPr>
            <a:xfrm>
              <a:off x="6024370" y="2822484"/>
              <a:ext cx="261054" cy="261104"/>
            </a:xfrm>
            <a:custGeom>
              <a:avLst/>
              <a:gdLst>
                <a:gd name="connsiteX0" fmla="*/ 221358 w 261054"/>
                <a:gd name="connsiteY0" fmla="*/ 261104 h 261104"/>
                <a:gd name="connsiteX1" fmla="*/ 39697 w 261054"/>
                <a:gd name="connsiteY1" fmla="*/ 261104 h 261104"/>
                <a:gd name="connsiteX2" fmla="*/ 0 w 261054"/>
                <a:gd name="connsiteY2" fmla="*/ 221408 h 261104"/>
                <a:gd name="connsiteX3" fmla="*/ 0 w 261054"/>
                <a:gd name="connsiteY3" fmla="*/ 39697 h 261104"/>
                <a:gd name="connsiteX4" fmla="*/ 39697 w 261054"/>
                <a:gd name="connsiteY4" fmla="*/ 0 h 261104"/>
                <a:gd name="connsiteX5" fmla="*/ 221358 w 261054"/>
                <a:gd name="connsiteY5" fmla="*/ 0 h 261104"/>
                <a:gd name="connsiteX6" fmla="*/ 261055 w 261054"/>
                <a:gd name="connsiteY6" fmla="*/ 39697 h 261104"/>
                <a:gd name="connsiteX7" fmla="*/ 261055 w 261054"/>
                <a:gd name="connsiteY7" fmla="*/ 221408 h 261104"/>
                <a:gd name="connsiteX8" fmla="*/ 221358 w 261054"/>
                <a:gd name="connsiteY8" fmla="*/ 261104 h 261104"/>
                <a:gd name="connsiteX9" fmla="*/ 79393 w 261054"/>
                <a:gd name="connsiteY9" fmla="*/ 181711 h 261104"/>
                <a:gd name="connsiteX10" fmla="*/ 181662 w 261054"/>
                <a:gd name="connsiteY10" fmla="*/ 181711 h 261104"/>
                <a:gd name="connsiteX11" fmla="*/ 181662 w 261054"/>
                <a:gd name="connsiteY11" fmla="*/ 79393 h 261104"/>
                <a:gd name="connsiteX12" fmla="*/ 79393 w 26105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054" h="261104">
                  <a:moveTo>
                    <a:pt x="221358" y="261104"/>
                  </a:moveTo>
                  <a:lnTo>
                    <a:pt x="39697" y="261104"/>
                  </a:lnTo>
                  <a:cubicBezTo>
                    <a:pt x="17774" y="261104"/>
                    <a:pt x="0" y="243330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21358" y="0"/>
                  </a:lnTo>
                  <a:cubicBezTo>
                    <a:pt x="243281" y="0"/>
                    <a:pt x="261055" y="17773"/>
                    <a:pt x="261055" y="39697"/>
                  </a:cubicBezTo>
                  <a:lnTo>
                    <a:pt x="261055" y="221408"/>
                  </a:lnTo>
                  <a:cubicBezTo>
                    <a:pt x="261055" y="243330"/>
                    <a:pt x="243281" y="261104"/>
                    <a:pt x="221358" y="261104"/>
                  </a:cubicBezTo>
                  <a:close/>
                  <a:moveTo>
                    <a:pt x="79393" y="181711"/>
                  </a:moveTo>
                  <a:lnTo>
                    <a:pt x="181662" y="181711"/>
                  </a:lnTo>
                  <a:lnTo>
                    <a:pt x="181662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EBC39A6E-A48B-4C48-9C17-68E67CC783FA}"/>
                </a:ext>
              </a:extLst>
            </p:cNvPr>
            <p:cNvSpPr/>
            <p:nvPr/>
          </p:nvSpPr>
          <p:spPr>
            <a:xfrm>
              <a:off x="6029133" y="2544956"/>
              <a:ext cx="261104" cy="261104"/>
            </a:xfrm>
            <a:custGeom>
              <a:avLst/>
              <a:gdLst>
                <a:gd name="connsiteX0" fmla="*/ 221408 w 261104"/>
                <a:gd name="connsiteY0" fmla="*/ 261104 h 261104"/>
                <a:gd name="connsiteX1" fmla="*/ 39697 w 261104"/>
                <a:gd name="connsiteY1" fmla="*/ 261104 h 261104"/>
                <a:gd name="connsiteX2" fmla="*/ 0 w 261104"/>
                <a:gd name="connsiteY2" fmla="*/ 221408 h 261104"/>
                <a:gd name="connsiteX3" fmla="*/ 0 w 261104"/>
                <a:gd name="connsiteY3" fmla="*/ 39697 h 261104"/>
                <a:gd name="connsiteX4" fmla="*/ 39697 w 261104"/>
                <a:gd name="connsiteY4" fmla="*/ 0 h 261104"/>
                <a:gd name="connsiteX5" fmla="*/ 221408 w 261104"/>
                <a:gd name="connsiteY5" fmla="*/ 0 h 261104"/>
                <a:gd name="connsiteX6" fmla="*/ 261104 w 261104"/>
                <a:gd name="connsiteY6" fmla="*/ 39697 h 261104"/>
                <a:gd name="connsiteX7" fmla="*/ 261104 w 261104"/>
                <a:gd name="connsiteY7" fmla="*/ 221408 h 261104"/>
                <a:gd name="connsiteX8" fmla="*/ 221408 w 261104"/>
                <a:gd name="connsiteY8" fmla="*/ 261104 h 261104"/>
                <a:gd name="connsiteX9" fmla="*/ 79393 w 261104"/>
                <a:gd name="connsiteY9" fmla="*/ 181711 h 261104"/>
                <a:gd name="connsiteX10" fmla="*/ 181711 w 261104"/>
                <a:gd name="connsiteY10" fmla="*/ 181711 h 261104"/>
                <a:gd name="connsiteX11" fmla="*/ 181711 w 261104"/>
                <a:gd name="connsiteY11" fmla="*/ 79393 h 261104"/>
                <a:gd name="connsiteX12" fmla="*/ 79393 w 261104"/>
                <a:gd name="connsiteY12" fmla="*/ 79393 h 26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104" h="261104">
                  <a:moveTo>
                    <a:pt x="221408" y="261104"/>
                  </a:moveTo>
                  <a:lnTo>
                    <a:pt x="39697" y="261104"/>
                  </a:lnTo>
                  <a:cubicBezTo>
                    <a:pt x="17774" y="261104"/>
                    <a:pt x="0" y="243331"/>
                    <a:pt x="0" y="22140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21408" y="0"/>
                  </a:lnTo>
                  <a:cubicBezTo>
                    <a:pt x="243330" y="0"/>
                    <a:pt x="261104" y="17773"/>
                    <a:pt x="261104" y="39697"/>
                  </a:cubicBezTo>
                  <a:lnTo>
                    <a:pt x="261104" y="221408"/>
                  </a:lnTo>
                  <a:cubicBezTo>
                    <a:pt x="261104" y="243331"/>
                    <a:pt x="243330" y="261104"/>
                    <a:pt x="221408" y="261104"/>
                  </a:cubicBezTo>
                  <a:close/>
                  <a:moveTo>
                    <a:pt x="79393" y="181711"/>
                  </a:moveTo>
                  <a:lnTo>
                    <a:pt x="181711" y="181711"/>
                  </a:lnTo>
                  <a:lnTo>
                    <a:pt x="181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5">
            <a:extLst>
              <a:ext uri="{FF2B5EF4-FFF2-40B4-BE49-F238E27FC236}">
                <a16:creationId xmlns:a16="http://schemas.microsoft.com/office/drawing/2014/main" id="{3BA97788-7340-45C9-BD79-7DEE537D8F12}"/>
              </a:ext>
            </a:extLst>
          </p:cNvPr>
          <p:cNvGrpSpPr>
            <a:grpSpLocks noChangeAspect="1"/>
          </p:cNvGrpSpPr>
          <p:nvPr/>
        </p:nvGrpSpPr>
        <p:grpSpPr>
          <a:xfrm>
            <a:off x="6787664" y="2545700"/>
            <a:ext cx="814276" cy="819634"/>
            <a:chOff x="6787664" y="2545700"/>
            <a:chExt cx="814276" cy="819634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7AD2938-13FD-1E42-8B37-35FFE2D3F6B6}"/>
                </a:ext>
              </a:extLst>
            </p:cNvPr>
            <p:cNvSpPr/>
            <p:nvPr/>
          </p:nvSpPr>
          <p:spPr>
            <a:xfrm>
              <a:off x="6787813" y="2830473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lnTo>
                    <a:pt x="253066" y="213369"/>
                  </a:lnTo>
                  <a:cubicBezTo>
                    <a:pt x="253066" y="235291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FD02721-ECB1-2C4D-BBC9-48417DDC65BA}"/>
                </a:ext>
              </a:extLst>
            </p:cNvPr>
            <p:cNvSpPr/>
            <p:nvPr/>
          </p:nvSpPr>
          <p:spPr>
            <a:xfrm>
              <a:off x="7100076" y="2830473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3"/>
                    <a:pt x="501170" y="39697"/>
                  </a:cubicBezTo>
                  <a:lnTo>
                    <a:pt x="501170" y="213369"/>
                  </a:lnTo>
                  <a:cubicBezTo>
                    <a:pt x="501170" y="235291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778EFCE6-32A2-6844-A8C8-27E86B4DEDA1}"/>
                </a:ext>
              </a:extLst>
            </p:cNvPr>
            <p:cNvSpPr/>
            <p:nvPr/>
          </p:nvSpPr>
          <p:spPr>
            <a:xfrm>
              <a:off x="6788458" y="2545700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3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lnTo>
                    <a:pt x="253066" y="213369"/>
                  </a:lnTo>
                  <a:cubicBezTo>
                    <a:pt x="253066" y="235293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1F918F02-F79D-C046-983D-D0C7526AB487}"/>
                </a:ext>
              </a:extLst>
            </p:cNvPr>
            <p:cNvSpPr/>
            <p:nvPr/>
          </p:nvSpPr>
          <p:spPr>
            <a:xfrm>
              <a:off x="7100771" y="2545700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3"/>
                    <a:pt x="0" y="21336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3"/>
                    <a:pt x="501170" y="39697"/>
                  </a:cubicBezTo>
                  <a:lnTo>
                    <a:pt x="501170" y="213369"/>
                  </a:lnTo>
                  <a:cubicBezTo>
                    <a:pt x="501170" y="235293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9BF710E-2D01-B94F-A4EE-BEE938D49221}"/>
                </a:ext>
              </a:extLst>
            </p:cNvPr>
            <p:cNvSpPr/>
            <p:nvPr/>
          </p:nvSpPr>
          <p:spPr>
            <a:xfrm>
              <a:off x="6787664" y="3112269"/>
              <a:ext cx="253065" cy="253065"/>
            </a:xfrm>
            <a:custGeom>
              <a:avLst/>
              <a:gdLst>
                <a:gd name="connsiteX0" fmla="*/ 213369 w 253065"/>
                <a:gd name="connsiteY0" fmla="*/ 253066 h 253065"/>
                <a:gd name="connsiteX1" fmla="*/ 39697 w 253065"/>
                <a:gd name="connsiteY1" fmla="*/ 253066 h 253065"/>
                <a:gd name="connsiteX2" fmla="*/ 0 w 253065"/>
                <a:gd name="connsiteY2" fmla="*/ 213369 h 253065"/>
                <a:gd name="connsiteX3" fmla="*/ 0 w 253065"/>
                <a:gd name="connsiteY3" fmla="*/ 39697 h 253065"/>
                <a:gd name="connsiteX4" fmla="*/ 39697 w 253065"/>
                <a:gd name="connsiteY4" fmla="*/ 0 h 253065"/>
                <a:gd name="connsiteX5" fmla="*/ 213369 w 253065"/>
                <a:gd name="connsiteY5" fmla="*/ 0 h 253065"/>
                <a:gd name="connsiteX6" fmla="*/ 253066 w 253065"/>
                <a:gd name="connsiteY6" fmla="*/ 39697 h 253065"/>
                <a:gd name="connsiteX7" fmla="*/ 253066 w 253065"/>
                <a:gd name="connsiteY7" fmla="*/ 213369 h 253065"/>
                <a:gd name="connsiteX8" fmla="*/ 213369 w 253065"/>
                <a:gd name="connsiteY8" fmla="*/ 253066 h 253065"/>
                <a:gd name="connsiteX9" fmla="*/ 79393 w 253065"/>
                <a:gd name="connsiteY9" fmla="*/ 173672 h 253065"/>
                <a:gd name="connsiteX10" fmla="*/ 173673 w 253065"/>
                <a:gd name="connsiteY10" fmla="*/ 173672 h 253065"/>
                <a:gd name="connsiteX11" fmla="*/ 173673 w 253065"/>
                <a:gd name="connsiteY11" fmla="*/ 79393 h 253065"/>
                <a:gd name="connsiteX12" fmla="*/ 79393 w 253065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65" h="253065">
                  <a:moveTo>
                    <a:pt x="213369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4"/>
                    <a:pt x="253066" y="39697"/>
                  </a:cubicBezTo>
                  <a:lnTo>
                    <a:pt x="253066" y="213369"/>
                  </a:lnTo>
                  <a:cubicBezTo>
                    <a:pt x="253066" y="235291"/>
                    <a:pt x="235293" y="253066"/>
                    <a:pt x="213369" y="253066"/>
                  </a:cubicBezTo>
                  <a:close/>
                  <a:moveTo>
                    <a:pt x="79393" y="173672"/>
                  </a:moveTo>
                  <a:lnTo>
                    <a:pt x="173673" y="173672"/>
                  </a:lnTo>
                  <a:lnTo>
                    <a:pt x="173673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4864F78A-A593-EC42-B43C-DE9222FC009E}"/>
                </a:ext>
              </a:extLst>
            </p:cNvPr>
            <p:cNvSpPr/>
            <p:nvPr/>
          </p:nvSpPr>
          <p:spPr>
            <a:xfrm>
              <a:off x="7099977" y="3112269"/>
              <a:ext cx="501169" cy="253065"/>
            </a:xfrm>
            <a:custGeom>
              <a:avLst/>
              <a:gdLst>
                <a:gd name="connsiteX0" fmla="*/ 461473 w 501169"/>
                <a:gd name="connsiteY0" fmla="*/ 253066 h 253065"/>
                <a:gd name="connsiteX1" fmla="*/ 39697 w 501169"/>
                <a:gd name="connsiteY1" fmla="*/ 253066 h 253065"/>
                <a:gd name="connsiteX2" fmla="*/ 0 w 501169"/>
                <a:gd name="connsiteY2" fmla="*/ 213369 h 253065"/>
                <a:gd name="connsiteX3" fmla="*/ 0 w 501169"/>
                <a:gd name="connsiteY3" fmla="*/ 39697 h 253065"/>
                <a:gd name="connsiteX4" fmla="*/ 39697 w 501169"/>
                <a:gd name="connsiteY4" fmla="*/ 0 h 253065"/>
                <a:gd name="connsiteX5" fmla="*/ 461473 w 501169"/>
                <a:gd name="connsiteY5" fmla="*/ 0 h 253065"/>
                <a:gd name="connsiteX6" fmla="*/ 501170 w 501169"/>
                <a:gd name="connsiteY6" fmla="*/ 39697 h 253065"/>
                <a:gd name="connsiteX7" fmla="*/ 501170 w 501169"/>
                <a:gd name="connsiteY7" fmla="*/ 213369 h 253065"/>
                <a:gd name="connsiteX8" fmla="*/ 461473 w 501169"/>
                <a:gd name="connsiteY8" fmla="*/ 253066 h 253065"/>
                <a:gd name="connsiteX9" fmla="*/ 79393 w 501169"/>
                <a:gd name="connsiteY9" fmla="*/ 173672 h 253065"/>
                <a:gd name="connsiteX10" fmla="*/ 421776 w 501169"/>
                <a:gd name="connsiteY10" fmla="*/ 173672 h 253065"/>
                <a:gd name="connsiteX11" fmla="*/ 421776 w 501169"/>
                <a:gd name="connsiteY11" fmla="*/ 79393 h 253065"/>
                <a:gd name="connsiteX12" fmla="*/ 79393 w 501169"/>
                <a:gd name="connsiteY12" fmla="*/ 79393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53065">
                  <a:moveTo>
                    <a:pt x="461473" y="253066"/>
                  </a:moveTo>
                  <a:lnTo>
                    <a:pt x="39697" y="253066"/>
                  </a:ln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4"/>
                    <a:pt x="501170" y="39697"/>
                  </a:cubicBezTo>
                  <a:lnTo>
                    <a:pt x="501170" y="213369"/>
                  </a:lnTo>
                  <a:cubicBezTo>
                    <a:pt x="501170" y="235291"/>
                    <a:pt x="483395" y="253066"/>
                    <a:pt x="461473" y="253066"/>
                  </a:cubicBezTo>
                  <a:close/>
                  <a:moveTo>
                    <a:pt x="79393" y="173672"/>
                  </a:moveTo>
                  <a:lnTo>
                    <a:pt x="421776" y="173672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0" name="Picture Placeholder 57">
            <a:extLst>
              <a:ext uri="{FF2B5EF4-FFF2-40B4-BE49-F238E27FC236}">
                <a16:creationId xmlns:a16="http://schemas.microsoft.com/office/drawing/2014/main" id="{81FD07C2-B3AF-48BC-8E03-9862C75B34F2}"/>
              </a:ext>
            </a:extLst>
          </p:cNvPr>
          <p:cNvGrpSpPr>
            <a:grpSpLocks noChangeAspect="1"/>
          </p:cNvGrpSpPr>
          <p:nvPr/>
        </p:nvGrpSpPr>
        <p:grpSpPr>
          <a:xfrm>
            <a:off x="8091811" y="2535280"/>
            <a:ext cx="840838" cy="840427"/>
            <a:chOff x="8091811" y="2535280"/>
            <a:chExt cx="840838" cy="840427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444B6D9-BDC3-A040-BABF-8506E78B9839}"/>
                </a:ext>
              </a:extLst>
            </p:cNvPr>
            <p:cNvSpPr/>
            <p:nvPr/>
          </p:nvSpPr>
          <p:spPr>
            <a:xfrm>
              <a:off x="8337657" y="2838909"/>
              <a:ext cx="218203" cy="536798"/>
            </a:xfrm>
            <a:custGeom>
              <a:avLst/>
              <a:gdLst>
                <a:gd name="connsiteX0" fmla="*/ 115307 w 218203"/>
                <a:gd name="connsiteY0" fmla="*/ 536797 h 536798"/>
                <a:gd name="connsiteX1" fmla="*/ 56854 w 218203"/>
                <a:gd name="connsiteY1" fmla="*/ 520571 h 536798"/>
                <a:gd name="connsiteX2" fmla="*/ 137 w 218203"/>
                <a:gd name="connsiteY2" fmla="*/ 400687 h 536798"/>
                <a:gd name="connsiteX3" fmla="*/ 41322 w 218203"/>
                <a:gd name="connsiteY3" fmla="*/ 362479 h 536798"/>
                <a:gd name="connsiteX4" fmla="*/ 79530 w 218203"/>
                <a:gd name="connsiteY4" fmla="*/ 403664 h 536798"/>
                <a:gd name="connsiteX5" fmla="*/ 98237 w 218203"/>
                <a:gd name="connsiteY5" fmla="*/ 452739 h 536798"/>
                <a:gd name="connsiteX6" fmla="*/ 129796 w 218203"/>
                <a:gd name="connsiteY6" fmla="*/ 453930 h 536798"/>
                <a:gd name="connsiteX7" fmla="*/ 138877 w 218203"/>
                <a:gd name="connsiteY7" fmla="*/ 436910 h 536798"/>
                <a:gd name="connsiteX8" fmla="*/ 137438 w 218203"/>
                <a:gd name="connsiteY8" fmla="*/ 39697 h 536798"/>
                <a:gd name="connsiteX9" fmla="*/ 177134 w 218203"/>
                <a:gd name="connsiteY9" fmla="*/ 0 h 536798"/>
                <a:gd name="connsiteX10" fmla="*/ 177134 w 218203"/>
                <a:gd name="connsiteY10" fmla="*/ 0 h 536798"/>
                <a:gd name="connsiteX11" fmla="*/ 216831 w 218203"/>
                <a:gd name="connsiteY11" fmla="*/ 39697 h 536798"/>
                <a:gd name="connsiteX12" fmla="*/ 218171 w 218203"/>
                <a:gd name="connsiteY12" fmla="*/ 436662 h 536798"/>
                <a:gd name="connsiteX13" fmla="*/ 168550 w 218203"/>
                <a:gd name="connsiteY13" fmla="*/ 523151 h 536798"/>
                <a:gd name="connsiteX14" fmla="*/ 115307 w 218203"/>
                <a:gd name="connsiteY14" fmla="*/ 536797 h 53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8203" h="536798">
                  <a:moveTo>
                    <a:pt x="115307" y="536797"/>
                  </a:moveTo>
                  <a:cubicBezTo>
                    <a:pt x="94704" y="536846"/>
                    <a:pt x="74483" y="531234"/>
                    <a:pt x="56854" y="520571"/>
                  </a:cubicBezTo>
                  <a:cubicBezTo>
                    <a:pt x="18794" y="497398"/>
                    <a:pt x="-1897" y="453682"/>
                    <a:pt x="137" y="400687"/>
                  </a:cubicBezTo>
                  <a:cubicBezTo>
                    <a:pt x="959" y="378765"/>
                    <a:pt x="19398" y="361655"/>
                    <a:pt x="41322" y="362479"/>
                  </a:cubicBezTo>
                  <a:cubicBezTo>
                    <a:pt x="63246" y="363303"/>
                    <a:pt x="80352" y="381742"/>
                    <a:pt x="79530" y="403664"/>
                  </a:cubicBezTo>
                  <a:cubicBezTo>
                    <a:pt x="78637" y="427433"/>
                    <a:pt x="85286" y="444849"/>
                    <a:pt x="98237" y="452739"/>
                  </a:cubicBezTo>
                  <a:cubicBezTo>
                    <a:pt x="107847" y="458555"/>
                    <a:pt x="119776" y="459006"/>
                    <a:pt x="129796" y="453930"/>
                  </a:cubicBezTo>
                  <a:cubicBezTo>
                    <a:pt x="135956" y="450586"/>
                    <a:pt x="139528" y="443892"/>
                    <a:pt x="138877" y="436910"/>
                  </a:cubicBezTo>
                  <a:lnTo>
                    <a:pt x="137438" y="39697"/>
                  </a:lnTo>
                  <a:cubicBezTo>
                    <a:pt x="137438" y="17773"/>
                    <a:pt x="155210" y="0"/>
                    <a:pt x="177134" y="0"/>
                  </a:cubicBezTo>
                  <a:lnTo>
                    <a:pt x="177134" y="0"/>
                  </a:lnTo>
                  <a:cubicBezTo>
                    <a:pt x="199058" y="0"/>
                    <a:pt x="216831" y="17773"/>
                    <a:pt x="216831" y="39697"/>
                  </a:cubicBezTo>
                  <a:lnTo>
                    <a:pt x="218171" y="436662"/>
                  </a:lnTo>
                  <a:cubicBezTo>
                    <a:pt x="219104" y="472503"/>
                    <a:pt x="199961" y="505868"/>
                    <a:pt x="168550" y="523151"/>
                  </a:cubicBezTo>
                  <a:cubicBezTo>
                    <a:pt x="152270" y="532202"/>
                    <a:pt x="133932" y="536901"/>
                    <a:pt x="115307" y="5367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7886870F-6F73-E34A-A153-1C717054640E}"/>
                </a:ext>
              </a:extLst>
            </p:cNvPr>
            <p:cNvSpPr/>
            <p:nvPr/>
          </p:nvSpPr>
          <p:spPr>
            <a:xfrm>
              <a:off x="8091811" y="2535280"/>
              <a:ext cx="840838" cy="460876"/>
            </a:xfrm>
            <a:custGeom>
              <a:avLst/>
              <a:gdLst>
                <a:gd name="connsiteX0" fmla="*/ 801139 w 840838"/>
                <a:gd name="connsiteY0" fmla="*/ 460728 h 460876"/>
                <a:gd name="connsiteX1" fmla="*/ 780795 w 840838"/>
                <a:gd name="connsiteY1" fmla="*/ 455121 h 460876"/>
                <a:gd name="connsiteX2" fmla="*/ 663144 w 840838"/>
                <a:gd name="connsiteY2" fmla="*/ 384957 h 460876"/>
                <a:gd name="connsiteX3" fmla="*/ 607817 w 840838"/>
                <a:gd name="connsiteY3" fmla="*/ 434280 h 460876"/>
                <a:gd name="connsiteX4" fmla="*/ 522668 w 840838"/>
                <a:gd name="connsiteY4" fmla="*/ 442071 h 460876"/>
                <a:gd name="connsiteX5" fmla="*/ 422980 w 840838"/>
                <a:gd name="connsiteY5" fmla="*/ 380442 h 460876"/>
                <a:gd name="connsiteX6" fmla="*/ 328700 w 840838"/>
                <a:gd name="connsiteY6" fmla="*/ 440284 h 460876"/>
                <a:gd name="connsiteX7" fmla="*/ 245883 w 840838"/>
                <a:gd name="connsiteY7" fmla="*/ 435322 h 460876"/>
                <a:gd name="connsiteX8" fmla="*/ 182319 w 840838"/>
                <a:gd name="connsiteY8" fmla="*/ 384312 h 460876"/>
                <a:gd name="connsiteX9" fmla="*/ 108632 w 840838"/>
                <a:gd name="connsiteY9" fmla="*/ 426440 h 460876"/>
                <a:gd name="connsiteX10" fmla="*/ 73550 w 840838"/>
                <a:gd name="connsiteY10" fmla="*/ 445891 h 460876"/>
                <a:gd name="connsiteX11" fmla="*/ 19861 w 840838"/>
                <a:gd name="connsiteY11" fmla="*/ 453335 h 460876"/>
                <a:gd name="connsiteX12" fmla="*/ 13 w 840838"/>
                <a:gd name="connsiteY12" fmla="*/ 417955 h 460876"/>
                <a:gd name="connsiteX13" fmla="*/ 148428 w 840838"/>
                <a:gd name="connsiteY13" fmla="*/ 91401 h 460876"/>
                <a:gd name="connsiteX14" fmla="*/ 423228 w 840838"/>
                <a:gd name="connsiteY14" fmla="*/ 0 h 460876"/>
                <a:gd name="connsiteX15" fmla="*/ 727403 w 840838"/>
                <a:gd name="connsiteY15" fmla="*/ 121323 h 460876"/>
                <a:gd name="connsiteX16" fmla="*/ 840836 w 840838"/>
                <a:gd name="connsiteY16" fmla="*/ 421180 h 460876"/>
                <a:gd name="connsiteX17" fmla="*/ 801139 w 840838"/>
                <a:gd name="connsiteY17" fmla="*/ 460877 h 460876"/>
                <a:gd name="connsiteX18" fmla="*/ 656693 w 840838"/>
                <a:gd name="connsiteY18" fmla="*/ 381335 h 460876"/>
                <a:gd name="connsiteX19" fmla="*/ 656693 w 840838"/>
                <a:gd name="connsiteY19" fmla="*/ 381335 h 460876"/>
                <a:gd name="connsiteX20" fmla="*/ 460295 w 840838"/>
                <a:gd name="connsiteY20" fmla="*/ 310576 h 460876"/>
                <a:gd name="connsiteX21" fmla="*/ 559189 w 840838"/>
                <a:gd name="connsiteY21" fmla="*/ 371560 h 460876"/>
                <a:gd name="connsiteX22" fmla="*/ 614665 w 840838"/>
                <a:gd name="connsiteY22" fmla="*/ 321939 h 460876"/>
                <a:gd name="connsiteX23" fmla="*/ 697779 w 840838"/>
                <a:gd name="connsiteY23" fmla="*/ 313305 h 460876"/>
                <a:gd name="connsiteX24" fmla="*/ 755786 w 840838"/>
                <a:gd name="connsiteY24" fmla="*/ 348039 h 460876"/>
                <a:gd name="connsiteX25" fmla="*/ 671133 w 840838"/>
                <a:gd name="connsiteY25" fmla="*/ 177692 h 460876"/>
                <a:gd name="connsiteX26" fmla="*/ 423029 w 840838"/>
                <a:gd name="connsiteY26" fmla="*/ 79691 h 460876"/>
                <a:gd name="connsiteX27" fmla="*/ 197652 w 840838"/>
                <a:gd name="connsiteY27" fmla="*/ 153824 h 460876"/>
                <a:gd name="connsiteX28" fmla="*/ 86849 w 840838"/>
                <a:gd name="connsiteY28" fmla="*/ 347593 h 460876"/>
                <a:gd name="connsiteX29" fmla="*/ 147485 w 840838"/>
                <a:gd name="connsiteY29" fmla="*/ 312858 h 460876"/>
                <a:gd name="connsiteX30" fmla="*/ 227921 w 840838"/>
                <a:gd name="connsiteY30" fmla="*/ 319359 h 460876"/>
                <a:gd name="connsiteX31" fmla="*/ 291187 w 840838"/>
                <a:gd name="connsiteY31" fmla="*/ 370021 h 460876"/>
                <a:gd name="connsiteX32" fmla="*/ 384276 w 840838"/>
                <a:gd name="connsiteY32" fmla="*/ 310874 h 460876"/>
                <a:gd name="connsiteX33" fmla="*/ 460295 w 840838"/>
                <a:gd name="connsiteY33" fmla="*/ 310328 h 46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840838" h="460876">
                  <a:moveTo>
                    <a:pt x="801139" y="460728"/>
                  </a:moveTo>
                  <a:cubicBezTo>
                    <a:pt x="793974" y="460749"/>
                    <a:pt x="786938" y="458810"/>
                    <a:pt x="780795" y="455121"/>
                  </a:cubicBezTo>
                  <a:lnTo>
                    <a:pt x="663144" y="384957"/>
                  </a:lnTo>
                  <a:lnTo>
                    <a:pt x="607817" y="434280"/>
                  </a:lnTo>
                  <a:cubicBezTo>
                    <a:pt x="584585" y="456106"/>
                    <a:pt x="549478" y="459318"/>
                    <a:pt x="522668" y="442071"/>
                  </a:cubicBezTo>
                  <a:lnTo>
                    <a:pt x="422980" y="380442"/>
                  </a:lnTo>
                  <a:lnTo>
                    <a:pt x="328700" y="440284"/>
                  </a:lnTo>
                  <a:cubicBezTo>
                    <a:pt x="303088" y="457325"/>
                    <a:pt x="269278" y="455299"/>
                    <a:pt x="245883" y="435322"/>
                  </a:cubicBezTo>
                  <a:lnTo>
                    <a:pt x="182319" y="384312"/>
                  </a:lnTo>
                  <a:cubicBezTo>
                    <a:pt x="161131" y="396916"/>
                    <a:pt x="131111" y="414085"/>
                    <a:pt x="108632" y="426440"/>
                  </a:cubicBezTo>
                  <a:lnTo>
                    <a:pt x="73550" y="445891"/>
                  </a:lnTo>
                  <a:cubicBezTo>
                    <a:pt x="53007" y="457453"/>
                    <a:pt x="39411" y="464698"/>
                    <a:pt x="19861" y="453335"/>
                  </a:cubicBezTo>
                  <a:cubicBezTo>
                    <a:pt x="7263" y="446068"/>
                    <a:pt x="-352" y="432493"/>
                    <a:pt x="13" y="417955"/>
                  </a:cubicBezTo>
                  <a:cubicBezTo>
                    <a:pt x="4032" y="278422"/>
                    <a:pt x="55290" y="165485"/>
                    <a:pt x="148428" y="91401"/>
                  </a:cubicBezTo>
                  <a:cubicBezTo>
                    <a:pt x="248364" y="11859"/>
                    <a:pt x="363435" y="0"/>
                    <a:pt x="423228" y="0"/>
                  </a:cubicBezTo>
                  <a:cubicBezTo>
                    <a:pt x="537901" y="0"/>
                    <a:pt x="651483" y="45353"/>
                    <a:pt x="727403" y="121323"/>
                  </a:cubicBezTo>
                  <a:cubicBezTo>
                    <a:pt x="801834" y="196151"/>
                    <a:pt x="841233" y="299957"/>
                    <a:pt x="840836" y="421180"/>
                  </a:cubicBezTo>
                  <a:cubicBezTo>
                    <a:pt x="840836" y="443104"/>
                    <a:pt x="823062" y="460877"/>
                    <a:pt x="801139" y="460877"/>
                  </a:cubicBezTo>
                  <a:close/>
                  <a:moveTo>
                    <a:pt x="656693" y="381335"/>
                  </a:moveTo>
                  <a:lnTo>
                    <a:pt x="656693" y="381335"/>
                  </a:lnTo>
                  <a:close/>
                  <a:moveTo>
                    <a:pt x="460295" y="310576"/>
                  </a:moveTo>
                  <a:lnTo>
                    <a:pt x="559189" y="371560"/>
                  </a:lnTo>
                  <a:lnTo>
                    <a:pt x="614665" y="321939"/>
                  </a:lnTo>
                  <a:cubicBezTo>
                    <a:pt x="637232" y="300598"/>
                    <a:pt x="671312" y="297057"/>
                    <a:pt x="697779" y="313305"/>
                  </a:cubicBezTo>
                  <a:lnTo>
                    <a:pt x="755786" y="348039"/>
                  </a:lnTo>
                  <a:cubicBezTo>
                    <a:pt x="744423" y="279910"/>
                    <a:pt x="716090" y="222797"/>
                    <a:pt x="671133" y="177692"/>
                  </a:cubicBezTo>
                  <a:cubicBezTo>
                    <a:pt x="609951" y="116311"/>
                    <a:pt x="517309" y="79691"/>
                    <a:pt x="423029" y="79691"/>
                  </a:cubicBezTo>
                  <a:cubicBezTo>
                    <a:pt x="339021" y="79691"/>
                    <a:pt x="256849" y="106684"/>
                    <a:pt x="197652" y="153824"/>
                  </a:cubicBezTo>
                  <a:cubicBezTo>
                    <a:pt x="138454" y="200964"/>
                    <a:pt x="101785" y="265471"/>
                    <a:pt x="86849" y="347593"/>
                  </a:cubicBezTo>
                  <a:cubicBezTo>
                    <a:pt x="109129" y="335088"/>
                    <a:pt x="132202" y="321889"/>
                    <a:pt x="147485" y="312858"/>
                  </a:cubicBezTo>
                  <a:cubicBezTo>
                    <a:pt x="172888" y="297430"/>
                    <a:pt x="205325" y="300052"/>
                    <a:pt x="227921" y="319359"/>
                  </a:cubicBezTo>
                  <a:lnTo>
                    <a:pt x="291187" y="370021"/>
                  </a:lnTo>
                  <a:lnTo>
                    <a:pt x="384276" y="310874"/>
                  </a:lnTo>
                  <a:cubicBezTo>
                    <a:pt x="407207" y="295444"/>
                    <a:pt x="437144" y="295229"/>
                    <a:pt x="460295" y="3103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3" name="Picture Placeholder 59">
            <a:extLst>
              <a:ext uri="{FF2B5EF4-FFF2-40B4-BE49-F238E27FC236}">
                <a16:creationId xmlns:a16="http://schemas.microsoft.com/office/drawing/2014/main" id="{53C72BCC-8D54-42E0-A92A-430B044FE04E}"/>
              </a:ext>
            </a:extLst>
          </p:cNvPr>
          <p:cNvGrpSpPr>
            <a:grpSpLocks noChangeAspect="1"/>
          </p:cNvGrpSpPr>
          <p:nvPr/>
        </p:nvGrpSpPr>
        <p:grpSpPr>
          <a:xfrm>
            <a:off x="9604021" y="2538654"/>
            <a:ext cx="451611" cy="833726"/>
            <a:chOff x="9604021" y="2538654"/>
            <a:chExt cx="451611" cy="83372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740E559-15C4-224F-8500-74CDEEE6A767}"/>
                </a:ext>
              </a:extLst>
            </p:cNvPr>
            <p:cNvSpPr/>
            <p:nvPr/>
          </p:nvSpPr>
          <p:spPr>
            <a:xfrm>
              <a:off x="9720602" y="2682753"/>
              <a:ext cx="213369" cy="79393"/>
            </a:xfrm>
            <a:custGeom>
              <a:avLst/>
              <a:gdLst>
                <a:gd name="connsiteX0" fmla="*/ 173673 w 213369"/>
                <a:gd name="connsiteY0" fmla="*/ 79393 h 79393"/>
                <a:gd name="connsiteX1" fmla="*/ 39697 w 213369"/>
                <a:gd name="connsiteY1" fmla="*/ 79393 h 79393"/>
                <a:gd name="connsiteX2" fmla="*/ 0 w 213369"/>
                <a:gd name="connsiteY2" fmla="*/ 39697 h 79393"/>
                <a:gd name="connsiteX3" fmla="*/ 39697 w 213369"/>
                <a:gd name="connsiteY3" fmla="*/ 0 h 79393"/>
                <a:gd name="connsiteX4" fmla="*/ 173673 w 213369"/>
                <a:gd name="connsiteY4" fmla="*/ 0 h 79393"/>
                <a:gd name="connsiteX5" fmla="*/ 213369 w 213369"/>
                <a:gd name="connsiteY5" fmla="*/ 39697 h 79393"/>
                <a:gd name="connsiteX6" fmla="*/ 173673 w 2133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369" h="79393">
                  <a:moveTo>
                    <a:pt x="1736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3673" y="0"/>
                  </a:lnTo>
                  <a:cubicBezTo>
                    <a:pt x="195595" y="0"/>
                    <a:pt x="213369" y="17773"/>
                    <a:pt x="213369" y="39697"/>
                  </a:cubicBezTo>
                  <a:cubicBezTo>
                    <a:pt x="213369" y="61620"/>
                    <a:pt x="195595" y="79393"/>
                    <a:pt x="17367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C5168E6-3228-364A-8E8B-0F030A787625}"/>
                </a:ext>
              </a:extLst>
            </p:cNvPr>
            <p:cNvSpPr/>
            <p:nvPr/>
          </p:nvSpPr>
          <p:spPr>
            <a:xfrm>
              <a:off x="9645580" y="2861245"/>
              <a:ext cx="342743" cy="228451"/>
            </a:xfrm>
            <a:custGeom>
              <a:avLst/>
              <a:gdLst>
                <a:gd name="connsiteX0" fmla="*/ 40336 w 342743"/>
                <a:gd name="connsiteY0" fmla="*/ 228447 h 228451"/>
                <a:gd name="connsiteX1" fmla="*/ 5 w 342743"/>
                <a:gd name="connsiteY1" fmla="*/ 189395 h 228451"/>
                <a:gd name="connsiteX2" fmla="*/ 20488 w 342743"/>
                <a:gd name="connsiteY2" fmla="*/ 154016 h 228451"/>
                <a:gd name="connsiteX3" fmla="*/ 283478 w 342743"/>
                <a:gd name="connsiteY3" fmla="*/ 5154 h 228451"/>
                <a:gd name="connsiteX4" fmla="*/ 337589 w 342743"/>
                <a:gd name="connsiteY4" fmla="*/ 20164 h 228451"/>
                <a:gd name="connsiteX5" fmla="*/ 322579 w 342743"/>
                <a:gd name="connsiteY5" fmla="*/ 74275 h 228451"/>
                <a:gd name="connsiteX6" fmla="*/ 59589 w 342743"/>
                <a:gd name="connsiteY6" fmla="*/ 223137 h 228451"/>
                <a:gd name="connsiteX7" fmla="*/ 40336 w 342743"/>
                <a:gd name="connsiteY7" fmla="*/ 228447 h 22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43" h="228451">
                  <a:moveTo>
                    <a:pt x="40336" y="228447"/>
                  </a:moveTo>
                  <a:cubicBezTo>
                    <a:pt x="18415" y="228799"/>
                    <a:pt x="358" y="211318"/>
                    <a:pt x="5" y="189395"/>
                  </a:cubicBezTo>
                  <a:cubicBezTo>
                    <a:pt x="-231" y="174722"/>
                    <a:pt x="7646" y="161116"/>
                    <a:pt x="20488" y="154016"/>
                  </a:cubicBezTo>
                  <a:lnTo>
                    <a:pt x="283478" y="5154"/>
                  </a:lnTo>
                  <a:cubicBezTo>
                    <a:pt x="302567" y="-5644"/>
                    <a:pt x="326792" y="1076"/>
                    <a:pt x="337589" y="20164"/>
                  </a:cubicBezTo>
                  <a:cubicBezTo>
                    <a:pt x="348387" y="39251"/>
                    <a:pt x="341668" y="63478"/>
                    <a:pt x="322579" y="74275"/>
                  </a:cubicBezTo>
                  <a:lnTo>
                    <a:pt x="59589" y="223137"/>
                  </a:lnTo>
                  <a:cubicBezTo>
                    <a:pt x="53729" y="226516"/>
                    <a:pt x="47102" y="228347"/>
                    <a:pt x="40336" y="2284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CF7FCDA-AE6A-8743-8F5B-C54D88C9326D}"/>
                </a:ext>
              </a:extLst>
            </p:cNvPr>
            <p:cNvSpPr/>
            <p:nvPr/>
          </p:nvSpPr>
          <p:spPr>
            <a:xfrm>
              <a:off x="9621325" y="2965604"/>
              <a:ext cx="392100" cy="253101"/>
            </a:xfrm>
            <a:custGeom>
              <a:avLst/>
              <a:gdLst>
                <a:gd name="connsiteX0" fmla="*/ 39781 w 392100"/>
                <a:gd name="connsiteY0" fmla="*/ 253102 h 253101"/>
                <a:gd name="connsiteX1" fmla="*/ 0 w 392100"/>
                <a:gd name="connsiteY1" fmla="*/ 213489 h 253101"/>
                <a:gd name="connsiteX2" fmla="*/ 20479 w 392100"/>
                <a:gd name="connsiteY2" fmla="*/ 178671 h 253101"/>
                <a:gd name="connsiteX3" fmla="*/ 333089 w 392100"/>
                <a:gd name="connsiteY3" fmla="*/ 4998 h 253101"/>
                <a:gd name="connsiteX4" fmla="*/ 387101 w 392100"/>
                <a:gd name="connsiteY4" fmla="*/ 20455 h 253101"/>
                <a:gd name="connsiteX5" fmla="*/ 371645 w 392100"/>
                <a:gd name="connsiteY5" fmla="*/ 74467 h 253101"/>
                <a:gd name="connsiteX6" fmla="*/ 59034 w 392100"/>
                <a:gd name="connsiteY6" fmla="*/ 248139 h 253101"/>
                <a:gd name="connsiteX7" fmla="*/ 39781 w 392100"/>
                <a:gd name="connsiteY7" fmla="*/ 253102 h 25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100" h="253101">
                  <a:moveTo>
                    <a:pt x="39781" y="253102"/>
                  </a:moveTo>
                  <a:cubicBezTo>
                    <a:pt x="17857" y="253146"/>
                    <a:pt x="47" y="235412"/>
                    <a:pt x="0" y="213489"/>
                  </a:cubicBezTo>
                  <a:cubicBezTo>
                    <a:pt x="-31" y="199020"/>
                    <a:pt x="7816" y="185677"/>
                    <a:pt x="20479" y="178671"/>
                  </a:cubicBezTo>
                  <a:lnTo>
                    <a:pt x="333089" y="4998"/>
                  </a:lnTo>
                  <a:cubicBezTo>
                    <a:pt x="352273" y="-5648"/>
                    <a:pt x="376453" y="1272"/>
                    <a:pt x="387101" y="20455"/>
                  </a:cubicBezTo>
                  <a:cubicBezTo>
                    <a:pt x="397750" y="39638"/>
                    <a:pt x="390828" y="63819"/>
                    <a:pt x="371645" y="74467"/>
                  </a:cubicBezTo>
                  <a:lnTo>
                    <a:pt x="59034" y="248139"/>
                  </a:lnTo>
                  <a:cubicBezTo>
                    <a:pt x="53141" y="251400"/>
                    <a:pt x="46516" y="253107"/>
                    <a:pt x="39781" y="2531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17B63E7-A785-C44E-96FD-0CA5D6EC8E5D}"/>
                </a:ext>
              </a:extLst>
            </p:cNvPr>
            <p:cNvSpPr/>
            <p:nvPr/>
          </p:nvSpPr>
          <p:spPr>
            <a:xfrm>
              <a:off x="9604021" y="2538654"/>
              <a:ext cx="451611" cy="833726"/>
            </a:xfrm>
            <a:custGeom>
              <a:avLst/>
              <a:gdLst>
                <a:gd name="connsiteX0" fmla="*/ 222670 w 451611"/>
                <a:gd name="connsiteY0" fmla="*/ 833727 h 833726"/>
                <a:gd name="connsiteX1" fmla="*/ 197860 w 451611"/>
                <a:gd name="connsiteY1" fmla="*/ 824994 h 833726"/>
                <a:gd name="connsiteX2" fmla="*/ 14908 w 451611"/>
                <a:gd name="connsiteY2" fmla="*/ 678513 h 833726"/>
                <a:gd name="connsiteX3" fmla="*/ 965 w 451611"/>
                <a:gd name="connsiteY3" fmla="*/ 638817 h 833726"/>
                <a:gd name="connsiteX4" fmla="*/ 103531 w 451611"/>
                <a:gd name="connsiteY4" fmla="*/ 182306 h 833726"/>
                <a:gd name="connsiteX5" fmla="*/ 47956 w 451611"/>
                <a:gd name="connsiteY5" fmla="*/ 55674 h 833726"/>
                <a:gd name="connsiteX6" fmla="*/ 68316 w 451611"/>
                <a:gd name="connsiteY6" fmla="*/ 3358 h 833726"/>
                <a:gd name="connsiteX7" fmla="*/ 84377 w 451611"/>
                <a:gd name="connsiteY7" fmla="*/ 0 h 833726"/>
                <a:gd name="connsiteX8" fmla="*/ 84377 w 451611"/>
                <a:gd name="connsiteY8" fmla="*/ 0 h 833726"/>
                <a:gd name="connsiteX9" fmla="*/ 367215 w 451611"/>
                <a:gd name="connsiteY9" fmla="*/ 844 h 833726"/>
                <a:gd name="connsiteX10" fmla="*/ 406778 w 451611"/>
                <a:gd name="connsiteY10" fmla="*/ 40672 h 833726"/>
                <a:gd name="connsiteX11" fmla="*/ 403637 w 451611"/>
                <a:gd name="connsiteY11" fmla="*/ 56022 h 833726"/>
                <a:gd name="connsiteX12" fmla="*/ 350444 w 451611"/>
                <a:gd name="connsiteY12" fmla="*/ 181959 h 833726"/>
                <a:gd name="connsiteX13" fmla="*/ 450727 w 451611"/>
                <a:gd name="connsiteY13" fmla="*/ 639015 h 833726"/>
                <a:gd name="connsiteX14" fmla="*/ 436238 w 451611"/>
                <a:gd name="connsiteY14" fmla="*/ 678712 h 833726"/>
                <a:gd name="connsiteX15" fmla="*/ 246935 w 451611"/>
                <a:gd name="connsiteY15" fmla="*/ 825391 h 833726"/>
                <a:gd name="connsiteX16" fmla="*/ 222670 w 451611"/>
                <a:gd name="connsiteY16" fmla="*/ 833727 h 833726"/>
                <a:gd name="connsiteX17" fmla="*/ 83732 w 451611"/>
                <a:gd name="connsiteY17" fmla="*/ 632019 h 833726"/>
                <a:gd name="connsiteX18" fmla="*/ 223315 w 451611"/>
                <a:gd name="connsiteY18" fmla="*/ 743516 h 833726"/>
                <a:gd name="connsiteX19" fmla="*/ 368059 w 451611"/>
                <a:gd name="connsiteY19" fmla="*/ 631473 h 833726"/>
                <a:gd name="connsiteX20" fmla="*/ 270157 w 451611"/>
                <a:gd name="connsiteY20" fmla="*/ 186623 h 833726"/>
                <a:gd name="connsiteX21" fmla="*/ 272390 w 451611"/>
                <a:gd name="connsiteY21" fmla="*/ 162607 h 833726"/>
                <a:gd name="connsiteX22" fmla="*/ 307671 w 451611"/>
                <a:gd name="connsiteY22" fmla="*/ 80088 h 833726"/>
                <a:gd name="connsiteX23" fmla="*/ 145411 w 451611"/>
                <a:gd name="connsiteY23" fmla="*/ 79592 h 833726"/>
                <a:gd name="connsiteX24" fmla="*/ 181683 w 451611"/>
                <a:gd name="connsiteY24" fmla="*/ 162160 h 833726"/>
                <a:gd name="connsiteX25" fmla="*/ 184065 w 451611"/>
                <a:gd name="connsiteY25" fmla="*/ 186971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51611" h="833726">
                  <a:moveTo>
                    <a:pt x="222670" y="833727"/>
                  </a:moveTo>
                  <a:cubicBezTo>
                    <a:pt x="213648" y="833722"/>
                    <a:pt x="204897" y="830640"/>
                    <a:pt x="197860" y="824994"/>
                  </a:cubicBezTo>
                  <a:lnTo>
                    <a:pt x="14908" y="678513"/>
                  </a:lnTo>
                  <a:cubicBezTo>
                    <a:pt x="3054" y="669036"/>
                    <a:pt x="-2359" y="653629"/>
                    <a:pt x="965" y="638817"/>
                  </a:cubicBezTo>
                  <a:lnTo>
                    <a:pt x="103531" y="182306"/>
                  </a:lnTo>
                  <a:lnTo>
                    <a:pt x="47956" y="55674"/>
                  </a:lnTo>
                  <a:cubicBezTo>
                    <a:pt x="39131" y="35605"/>
                    <a:pt x="48247" y="12182"/>
                    <a:pt x="68316" y="3358"/>
                  </a:cubicBezTo>
                  <a:cubicBezTo>
                    <a:pt x="73378" y="1132"/>
                    <a:pt x="78848" y="-11"/>
                    <a:pt x="84377" y="0"/>
                  </a:cubicBezTo>
                  <a:lnTo>
                    <a:pt x="84377" y="0"/>
                  </a:lnTo>
                  <a:lnTo>
                    <a:pt x="367215" y="844"/>
                  </a:lnTo>
                  <a:cubicBezTo>
                    <a:pt x="389138" y="916"/>
                    <a:pt x="406853" y="18748"/>
                    <a:pt x="406778" y="40672"/>
                  </a:cubicBezTo>
                  <a:cubicBezTo>
                    <a:pt x="406763" y="45946"/>
                    <a:pt x="405696" y="51164"/>
                    <a:pt x="403637" y="56022"/>
                  </a:cubicBezTo>
                  <a:lnTo>
                    <a:pt x="350444" y="181959"/>
                  </a:lnTo>
                  <a:lnTo>
                    <a:pt x="450727" y="639015"/>
                  </a:lnTo>
                  <a:cubicBezTo>
                    <a:pt x="453928" y="653931"/>
                    <a:pt x="448296" y="669363"/>
                    <a:pt x="436238" y="678712"/>
                  </a:cubicBezTo>
                  <a:lnTo>
                    <a:pt x="246935" y="825391"/>
                  </a:lnTo>
                  <a:cubicBezTo>
                    <a:pt x="239992" y="830779"/>
                    <a:pt x="231458" y="833712"/>
                    <a:pt x="222670" y="833727"/>
                  </a:cubicBezTo>
                  <a:close/>
                  <a:moveTo>
                    <a:pt x="83732" y="632019"/>
                  </a:moveTo>
                  <a:lnTo>
                    <a:pt x="223315" y="743516"/>
                  </a:lnTo>
                  <a:lnTo>
                    <a:pt x="368059" y="631473"/>
                  </a:lnTo>
                  <a:lnTo>
                    <a:pt x="270157" y="186623"/>
                  </a:lnTo>
                  <a:cubicBezTo>
                    <a:pt x="268428" y="178578"/>
                    <a:pt x="269208" y="170196"/>
                    <a:pt x="272390" y="162607"/>
                  </a:cubicBezTo>
                  <a:lnTo>
                    <a:pt x="307671" y="80088"/>
                  </a:lnTo>
                  <a:lnTo>
                    <a:pt x="145411" y="79592"/>
                  </a:lnTo>
                  <a:lnTo>
                    <a:pt x="181683" y="162160"/>
                  </a:lnTo>
                  <a:cubicBezTo>
                    <a:pt x="185096" y="169967"/>
                    <a:pt x="185931" y="178658"/>
                    <a:pt x="184065" y="1869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8" name="Picture Placeholder 61">
            <a:extLst>
              <a:ext uri="{FF2B5EF4-FFF2-40B4-BE49-F238E27FC236}">
                <a16:creationId xmlns:a16="http://schemas.microsoft.com/office/drawing/2014/main" id="{C916F6BF-265C-4685-9D96-C258C90E78FD}"/>
              </a:ext>
            </a:extLst>
          </p:cNvPr>
          <p:cNvGrpSpPr>
            <a:grpSpLocks noChangeAspect="1"/>
          </p:cNvGrpSpPr>
          <p:nvPr/>
        </p:nvGrpSpPr>
        <p:grpSpPr>
          <a:xfrm>
            <a:off x="1507853" y="3674451"/>
            <a:ext cx="833802" cy="800786"/>
            <a:chOff x="1507853" y="3674451"/>
            <a:chExt cx="833802" cy="800786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E39C3E9B-99AE-6440-934C-DEA4E0279663}"/>
                </a:ext>
              </a:extLst>
            </p:cNvPr>
            <p:cNvSpPr/>
            <p:nvPr/>
          </p:nvSpPr>
          <p:spPr>
            <a:xfrm>
              <a:off x="1507853" y="3678968"/>
              <a:ext cx="833802" cy="796269"/>
            </a:xfrm>
            <a:custGeom>
              <a:avLst/>
              <a:gdLst>
                <a:gd name="connsiteX0" fmla="*/ 655146 w 833802"/>
                <a:gd name="connsiteY0" fmla="*/ 796270 h 796269"/>
                <a:gd name="connsiteX1" fmla="*/ 183749 w 833802"/>
                <a:gd name="connsiteY1" fmla="*/ 796270 h 796269"/>
                <a:gd name="connsiteX2" fmla="*/ 144053 w 833802"/>
                <a:gd name="connsiteY2" fmla="*/ 756573 h 796269"/>
                <a:gd name="connsiteX3" fmla="*/ 144747 w 833802"/>
                <a:gd name="connsiteY3" fmla="*/ 343084 h 796269"/>
                <a:gd name="connsiteX4" fmla="*/ 110608 w 833802"/>
                <a:gd name="connsiteY4" fmla="*/ 359757 h 796269"/>
                <a:gd name="connsiteX5" fmla="*/ 57508 w 833802"/>
                <a:gd name="connsiteY5" fmla="*/ 341536 h 796269"/>
                <a:gd name="connsiteX6" fmla="*/ 54984 w 833802"/>
                <a:gd name="connsiteY6" fmla="*/ 334946 h 796269"/>
                <a:gd name="connsiteX7" fmla="*/ 1492 w 833802"/>
                <a:gd name="connsiteY7" fmla="*/ 144601 h 796269"/>
                <a:gd name="connsiteX8" fmla="*/ 24764 w 833802"/>
                <a:gd name="connsiteY8" fmla="*/ 97065 h 796269"/>
                <a:gd name="connsiteX9" fmla="*/ 255650 w 833802"/>
                <a:gd name="connsiteY9" fmla="*/ 3182 h 796269"/>
                <a:gd name="connsiteX10" fmla="*/ 306475 w 833802"/>
                <a:gd name="connsiteY10" fmla="*/ 27024 h 796269"/>
                <a:gd name="connsiteX11" fmla="*/ 285422 w 833802"/>
                <a:gd name="connsiteY11" fmla="*/ 76720 h 796269"/>
                <a:gd name="connsiteX12" fmla="*/ 87535 w 833802"/>
                <a:gd name="connsiteY12" fmla="*/ 157304 h 796269"/>
                <a:gd name="connsiteX13" fmla="*/ 118498 w 833802"/>
                <a:gd name="connsiteY13" fmla="*/ 267313 h 796269"/>
                <a:gd name="connsiteX14" fmla="*/ 167126 w 833802"/>
                <a:gd name="connsiteY14" fmla="*/ 243545 h 796269"/>
                <a:gd name="connsiteX15" fmla="*/ 220215 w 833802"/>
                <a:gd name="connsiteY15" fmla="*/ 261800 h 796269"/>
                <a:gd name="connsiteX16" fmla="*/ 224240 w 833802"/>
                <a:gd name="connsiteY16" fmla="*/ 279272 h 796269"/>
                <a:gd name="connsiteX17" fmla="*/ 223396 w 833802"/>
                <a:gd name="connsiteY17" fmla="*/ 716877 h 796269"/>
                <a:gd name="connsiteX18" fmla="*/ 615400 w 833802"/>
                <a:gd name="connsiteY18" fmla="*/ 716877 h 796269"/>
                <a:gd name="connsiteX19" fmla="*/ 614606 w 833802"/>
                <a:gd name="connsiteY19" fmla="*/ 279272 h 796269"/>
                <a:gd name="connsiteX20" fmla="*/ 654333 w 833802"/>
                <a:gd name="connsiteY20" fmla="*/ 239606 h 796269"/>
                <a:gd name="connsiteX21" fmla="*/ 669189 w 833802"/>
                <a:gd name="connsiteY21" fmla="*/ 242503 h 796269"/>
                <a:gd name="connsiteX22" fmla="*/ 722234 w 833802"/>
                <a:gd name="connsiteY22" fmla="*/ 264336 h 796269"/>
                <a:gd name="connsiteX23" fmla="*/ 747739 w 833802"/>
                <a:gd name="connsiteY23" fmla="*/ 154525 h 796269"/>
                <a:gd name="connsiteX24" fmla="*/ 548809 w 833802"/>
                <a:gd name="connsiteY24" fmla="*/ 77067 h 796269"/>
                <a:gd name="connsiteX25" fmla="*/ 524867 w 833802"/>
                <a:gd name="connsiteY25" fmla="*/ 26290 h 796269"/>
                <a:gd name="connsiteX26" fmla="*/ 575644 w 833802"/>
                <a:gd name="connsiteY26" fmla="*/ 2347 h 796269"/>
                <a:gd name="connsiteX27" fmla="*/ 577540 w 833802"/>
                <a:gd name="connsiteY27" fmla="*/ 3083 h 796269"/>
                <a:gd name="connsiteX28" fmla="*/ 808475 w 833802"/>
                <a:gd name="connsiteY28" fmla="*/ 92748 h 796269"/>
                <a:gd name="connsiteX29" fmla="*/ 832789 w 833802"/>
                <a:gd name="connsiteY29" fmla="*/ 138647 h 796269"/>
                <a:gd name="connsiteX30" fmla="*/ 789321 w 833802"/>
                <a:gd name="connsiteY30" fmla="*/ 327801 h 796269"/>
                <a:gd name="connsiteX31" fmla="*/ 741735 w 833802"/>
                <a:gd name="connsiteY31" fmla="*/ 357583 h 796269"/>
                <a:gd name="connsiteX32" fmla="*/ 735482 w 833802"/>
                <a:gd name="connsiteY32" fmla="*/ 355588 h 796269"/>
                <a:gd name="connsiteX33" fmla="*/ 694099 w 833802"/>
                <a:gd name="connsiteY33" fmla="*/ 338519 h 796269"/>
                <a:gd name="connsiteX34" fmla="*/ 694843 w 833802"/>
                <a:gd name="connsiteY34" fmla="*/ 756524 h 796269"/>
                <a:gd name="connsiteX35" fmla="*/ 655146 w 833802"/>
                <a:gd name="connsiteY35" fmla="*/ 796220 h 79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3802" h="796269">
                  <a:moveTo>
                    <a:pt x="655146" y="796270"/>
                  </a:moveTo>
                  <a:lnTo>
                    <a:pt x="183749" y="796270"/>
                  </a:lnTo>
                  <a:cubicBezTo>
                    <a:pt x="161825" y="796270"/>
                    <a:pt x="144053" y="778496"/>
                    <a:pt x="144053" y="756573"/>
                  </a:cubicBezTo>
                  <a:lnTo>
                    <a:pt x="144747" y="343084"/>
                  </a:lnTo>
                  <a:lnTo>
                    <a:pt x="110608" y="359757"/>
                  </a:lnTo>
                  <a:cubicBezTo>
                    <a:pt x="90913" y="369388"/>
                    <a:pt x="67140" y="361231"/>
                    <a:pt x="57508" y="341536"/>
                  </a:cubicBezTo>
                  <a:cubicBezTo>
                    <a:pt x="56473" y="339419"/>
                    <a:pt x="55628" y="337213"/>
                    <a:pt x="54984" y="334946"/>
                  </a:cubicBezTo>
                  <a:lnTo>
                    <a:pt x="1492" y="144601"/>
                  </a:lnTo>
                  <a:cubicBezTo>
                    <a:pt x="-3987" y="125142"/>
                    <a:pt x="6034" y="104672"/>
                    <a:pt x="24764" y="97065"/>
                  </a:cubicBezTo>
                  <a:lnTo>
                    <a:pt x="255650" y="3182"/>
                  </a:lnTo>
                  <a:cubicBezTo>
                    <a:pt x="276269" y="-4269"/>
                    <a:pt x="299024" y="6405"/>
                    <a:pt x="306475" y="27024"/>
                  </a:cubicBezTo>
                  <a:cubicBezTo>
                    <a:pt x="313530" y="46546"/>
                    <a:pt x="304354" y="68207"/>
                    <a:pt x="285422" y="76720"/>
                  </a:cubicBezTo>
                  <a:lnTo>
                    <a:pt x="87535" y="157304"/>
                  </a:lnTo>
                  <a:lnTo>
                    <a:pt x="118498" y="267313"/>
                  </a:lnTo>
                  <a:lnTo>
                    <a:pt x="167126" y="243545"/>
                  </a:lnTo>
                  <a:cubicBezTo>
                    <a:pt x="186827" y="233926"/>
                    <a:pt x="210596" y="242099"/>
                    <a:pt x="220215" y="261800"/>
                  </a:cubicBezTo>
                  <a:cubicBezTo>
                    <a:pt x="222871" y="267241"/>
                    <a:pt x="224248" y="273217"/>
                    <a:pt x="224240" y="279272"/>
                  </a:cubicBezTo>
                  <a:lnTo>
                    <a:pt x="223396" y="716877"/>
                  </a:lnTo>
                  <a:lnTo>
                    <a:pt x="615400" y="716877"/>
                  </a:lnTo>
                  <a:lnTo>
                    <a:pt x="614606" y="279272"/>
                  </a:lnTo>
                  <a:cubicBezTo>
                    <a:pt x="614621" y="257348"/>
                    <a:pt x="632410" y="239589"/>
                    <a:pt x="654333" y="239606"/>
                  </a:cubicBezTo>
                  <a:cubicBezTo>
                    <a:pt x="659424" y="239610"/>
                    <a:pt x="664470" y="240593"/>
                    <a:pt x="669189" y="242503"/>
                  </a:cubicBezTo>
                  <a:lnTo>
                    <a:pt x="722234" y="264336"/>
                  </a:lnTo>
                  <a:lnTo>
                    <a:pt x="747739" y="154525"/>
                  </a:lnTo>
                  <a:lnTo>
                    <a:pt x="548809" y="77067"/>
                  </a:lnTo>
                  <a:cubicBezTo>
                    <a:pt x="528177" y="69657"/>
                    <a:pt x="517459" y="46923"/>
                    <a:pt x="524867" y="26290"/>
                  </a:cubicBezTo>
                  <a:cubicBezTo>
                    <a:pt x="532276" y="5656"/>
                    <a:pt x="555012" y="-5063"/>
                    <a:pt x="575644" y="2347"/>
                  </a:cubicBezTo>
                  <a:cubicBezTo>
                    <a:pt x="576284" y="2576"/>
                    <a:pt x="576914" y="2822"/>
                    <a:pt x="577540" y="3083"/>
                  </a:cubicBezTo>
                  <a:lnTo>
                    <a:pt x="808475" y="92748"/>
                  </a:lnTo>
                  <a:cubicBezTo>
                    <a:pt x="826854" y="99886"/>
                    <a:pt x="837205" y="119432"/>
                    <a:pt x="832789" y="138647"/>
                  </a:cubicBezTo>
                  <a:lnTo>
                    <a:pt x="789321" y="327801"/>
                  </a:lnTo>
                  <a:cubicBezTo>
                    <a:pt x="784404" y="349166"/>
                    <a:pt x="763096" y="362500"/>
                    <a:pt x="741735" y="357583"/>
                  </a:cubicBezTo>
                  <a:cubicBezTo>
                    <a:pt x="739596" y="357092"/>
                    <a:pt x="737507" y="356425"/>
                    <a:pt x="735482" y="355588"/>
                  </a:cubicBezTo>
                  <a:lnTo>
                    <a:pt x="694099" y="338519"/>
                  </a:lnTo>
                  <a:lnTo>
                    <a:pt x="694843" y="756524"/>
                  </a:lnTo>
                  <a:cubicBezTo>
                    <a:pt x="694843" y="778446"/>
                    <a:pt x="677069" y="796220"/>
                    <a:pt x="655146" y="7962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492447AB-F659-BC4B-8223-6D4FAF8D45F6}"/>
                </a:ext>
              </a:extLst>
            </p:cNvPr>
            <p:cNvSpPr/>
            <p:nvPr/>
          </p:nvSpPr>
          <p:spPr>
            <a:xfrm>
              <a:off x="1736840" y="3674451"/>
              <a:ext cx="373000" cy="170951"/>
            </a:xfrm>
            <a:custGeom>
              <a:avLst/>
              <a:gdLst>
                <a:gd name="connsiteX0" fmla="*/ 181281 w 373000"/>
                <a:gd name="connsiteY0" fmla="*/ 170951 h 170951"/>
                <a:gd name="connsiteX1" fmla="*/ 3589 w 373000"/>
                <a:gd name="connsiteY1" fmla="*/ 58263 h 170951"/>
                <a:gd name="connsiteX2" fmla="*/ 23239 w 373000"/>
                <a:gd name="connsiteY2" fmla="*/ 5665 h 170951"/>
                <a:gd name="connsiteX3" fmla="*/ 75837 w 373000"/>
                <a:gd name="connsiteY3" fmla="*/ 25315 h 170951"/>
                <a:gd name="connsiteX4" fmla="*/ 185002 w 373000"/>
                <a:gd name="connsiteY4" fmla="*/ 91509 h 170951"/>
                <a:gd name="connsiteX5" fmla="*/ 296699 w 373000"/>
                <a:gd name="connsiteY5" fmla="*/ 24322 h 170951"/>
                <a:gd name="connsiteX6" fmla="*/ 348676 w 373000"/>
                <a:gd name="connsiteY6" fmla="*/ 3113 h 170951"/>
                <a:gd name="connsiteX7" fmla="*/ 369889 w 373000"/>
                <a:gd name="connsiteY7" fmla="*/ 55091 h 170951"/>
                <a:gd name="connsiteX8" fmla="*/ 367954 w 373000"/>
                <a:gd name="connsiteY8" fmla="*/ 59057 h 170951"/>
                <a:gd name="connsiteX9" fmla="*/ 187086 w 373000"/>
                <a:gd name="connsiteY9" fmla="*/ 170654 h 17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000" h="170951">
                  <a:moveTo>
                    <a:pt x="181281" y="170951"/>
                  </a:moveTo>
                  <a:cubicBezTo>
                    <a:pt x="56435" y="170951"/>
                    <a:pt x="5723" y="62927"/>
                    <a:pt x="3589" y="58263"/>
                  </a:cubicBezTo>
                  <a:cubicBezTo>
                    <a:pt x="-5510" y="38312"/>
                    <a:pt x="3288" y="14763"/>
                    <a:pt x="23239" y="5665"/>
                  </a:cubicBezTo>
                  <a:cubicBezTo>
                    <a:pt x="43189" y="-3433"/>
                    <a:pt x="66738" y="5364"/>
                    <a:pt x="75837" y="25315"/>
                  </a:cubicBezTo>
                  <a:cubicBezTo>
                    <a:pt x="77028" y="27845"/>
                    <a:pt x="109132" y="93593"/>
                    <a:pt x="185002" y="91509"/>
                  </a:cubicBezTo>
                  <a:cubicBezTo>
                    <a:pt x="231476" y="90371"/>
                    <a:pt x="273913" y="64844"/>
                    <a:pt x="296699" y="24322"/>
                  </a:cubicBezTo>
                  <a:cubicBezTo>
                    <a:pt x="305194" y="4112"/>
                    <a:pt x="328466" y="-5384"/>
                    <a:pt x="348676" y="3113"/>
                  </a:cubicBezTo>
                  <a:cubicBezTo>
                    <a:pt x="368887" y="11609"/>
                    <a:pt x="378384" y="34881"/>
                    <a:pt x="369889" y="55091"/>
                  </a:cubicBezTo>
                  <a:cubicBezTo>
                    <a:pt x="369319" y="56448"/>
                    <a:pt x="368673" y="57772"/>
                    <a:pt x="367954" y="59057"/>
                  </a:cubicBezTo>
                  <a:cubicBezTo>
                    <a:pt x="365820" y="63473"/>
                    <a:pt x="314016" y="167379"/>
                    <a:pt x="187086" y="17065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1" name="Picture Placeholder 63">
            <a:extLst>
              <a:ext uri="{FF2B5EF4-FFF2-40B4-BE49-F238E27FC236}">
                <a16:creationId xmlns:a16="http://schemas.microsoft.com/office/drawing/2014/main" id="{42D567B9-A15B-49EE-8EDB-2EC17E8EE683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3639973"/>
            <a:ext cx="868363" cy="868362"/>
            <a:chOff x="2808097" y="3639973"/>
            <a:chExt cx="868363" cy="86836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1432DFD-F3E5-324E-8CB5-5D45A600F74D}"/>
                </a:ext>
              </a:extLst>
            </p:cNvPr>
            <p:cNvSpPr/>
            <p:nvPr/>
          </p:nvSpPr>
          <p:spPr>
            <a:xfrm>
              <a:off x="2824427" y="3985349"/>
              <a:ext cx="829852" cy="407022"/>
            </a:xfrm>
            <a:custGeom>
              <a:avLst/>
              <a:gdLst>
                <a:gd name="connsiteX0" fmla="*/ 39691 w 829852"/>
                <a:gd name="connsiteY0" fmla="*/ 407022 h 407022"/>
                <a:gd name="connsiteX1" fmla="*/ 0 w 829852"/>
                <a:gd name="connsiteY1" fmla="*/ 367321 h 407022"/>
                <a:gd name="connsiteX2" fmla="*/ 13839 w 829852"/>
                <a:gd name="connsiteY2" fmla="*/ 337206 h 407022"/>
                <a:gd name="connsiteX3" fmla="*/ 395919 w 829852"/>
                <a:gd name="connsiteY3" fmla="*/ 9709 h 407022"/>
                <a:gd name="connsiteX4" fmla="*/ 451917 w 829852"/>
                <a:gd name="connsiteY4" fmla="*/ 13687 h 407022"/>
                <a:gd name="connsiteX5" fmla="*/ 447939 w 829852"/>
                <a:gd name="connsiteY5" fmla="*/ 69685 h 407022"/>
                <a:gd name="connsiteX6" fmla="*/ 447574 w 829852"/>
                <a:gd name="connsiteY6" fmla="*/ 69998 h 407022"/>
                <a:gd name="connsiteX7" fmla="*/ 147418 w 829852"/>
                <a:gd name="connsiteY7" fmla="*/ 327381 h 407022"/>
                <a:gd name="connsiteX8" fmla="*/ 790155 w 829852"/>
                <a:gd name="connsiteY8" fmla="*/ 325793 h 407022"/>
                <a:gd name="connsiteX9" fmla="*/ 790155 w 829852"/>
                <a:gd name="connsiteY9" fmla="*/ 325793 h 407022"/>
                <a:gd name="connsiteX10" fmla="*/ 829852 w 829852"/>
                <a:gd name="connsiteY10" fmla="*/ 365490 h 407022"/>
                <a:gd name="connsiteX11" fmla="*/ 790155 w 829852"/>
                <a:gd name="connsiteY11" fmla="*/ 405186 h 407022"/>
                <a:gd name="connsiteX12" fmla="*/ 39691 w 829852"/>
                <a:gd name="connsiteY12" fmla="*/ 407022 h 40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9852" h="407022">
                  <a:moveTo>
                    <a:pt x="39691" y="407022"/>
                  </a:moveTo>
                  <a:cubicBezTo>
                    <a:pt x="17768" y="407017"/>
                    <a:pt x="-3" y="389243"/>
                    <a:pt x="0" y="367321"/>
                  </a:cubicBezTo>
                  <a:cubicBezTo>
                    <a:pt x="1" y="355744"/>
                    <a:pt x="5056" y="344748"/>
                    <a:pt x="13839" y="337206"/>
                  </a:cubicBezTo>
                  <a:lnTo>
                    <a:pt x="395919" y="9709"/>
                  </a:lnTo>
                  <a:cubicBezTo>
                    <a:pt x="412481" y="-4656"/>
                    <a:pt x="437552" y="-2875"/>
                    <a:pt x="451917" y="13687"/>
                  </a:cubicBezTo>
                  <a:cubicBezTo>
                    <a:pt x="466282" y="30249"/>
                    <a:pt x="464501" y="55320"/>
                    <a:pt x="447939" y="69685"/>
                  </a:cubicBezTo>
                  <a:cubicBezTo>
                    <a:pt x="447818" y="69790"/>
                    <a:pt x="447696" y="69895"/>
                    <a:pt x="447574" y="69998"/>
                  </a:cubicBezTo>
                  <a:lnTo>
                    <a:pt x="147418" y="327381"/>
                  </a:lnTo>
                  <a:lnTo>
                    <a:pt x="790155" y="325793"/>
                  </a:lnTo>
                  <a:lnTo>
                    <a:pt x="790155" y="325793"/>
                  </a:lnTo>
                  <a:cubicBezTo>
                    <a:pt x="812078" y="325793"/>
                    <a:pt x="829852" y="343567"/>
                    <a:pt x="829852" y="365490"/>
                  </a:cubicBezTo>
                  <a:cubicBezTo>
                    <a:pt x="829852" y="387412"/>
                    <a:pt x="812078" y="405186"/>
                    <a:pt x="790155" y="405186"/>
                  </a:cubicBezTo>
                  <a:lnTo>
                    <a:pt x="39691" y="407022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78F49B0-026F-1842-B1EF-D23C0C347C3C}"/>
                </a:ext>
              </a:extLst>
            </p:cNvPr>
            <p:cNvSpPr/>
            <p:nvPr/>
          </p:nvSpPr>
          <p:spPr>
            <a:xfrm>
              <a:off x="3129887" y="3755978"/>
              <a:ext cx="530028" cy="633267"/>
            </a:xfrm>
            <a:custGeom>
              <a:avLst/>
              <a:gdLst>
                <a:gd name="connsiteX0" fmla="*/ 490551 w 530028"/>
                <a:gd name="connsiteY0" fmla="*/ 633267 h 633267"/>
                <a:gd name="connsiteX1" fmla="*/ 464599 w 530028"/>
                <a:gd name="connsiteY1" fmla="*/ 623591 h 633267"/>
                <a:gd name="connsiteX2" fmla="*/ 90607 w 530028"/>
                <a:gd name="connsiteY2" fmla="*/ 300412 h 633267"/>
                <a:gd name="connsiteX3" fmla="*/ 76863 w 530028"/>
                <a:gd name="connsiteY3" fmla="*/ 270639 h 633267"/>
                <a:gd name="connsiteX4" fmla="*/ 76416 w 530028"/>
                <a:gd name="connsiteY4" fmla="*/ 201170 h 633267"/>
                <a:gd name="connsiteX5" fmla="*/ 76416 w 530028"/>
                <a:gd name="connsiteY5" fmla="*/ 198441 h 633267"/>
                <a:gd name="connsiteX6" fmla="*/ 76912 w 530028"/>
                <a:gd name="connsiteY6" fmla="*/ 190998 h 633267"/>
                <a:gd name="connsiteX7" fmla="*/ 116609 w 530028"/>
                <a:gd name="connsiteY7" fmla="*/ 153782 h 633267"/>
                <a:gd name="connsiteX8" fmla="*/ 153824 w 530028"/>
                <a:gd name="connsiteY8" fmla="*/ 116567 h 633267"/>
                <a:gd name="connsiteX9" fmla="*/ 116609 w 530028"/>
                <a:gd name="connsiteY9" fmla="*/ 79351 h 633267"/>
                <a:gd name="connsiteX10" fmla="*/ 79393 w 530028"/>
                <a:gd name="connsiteY10" fmla="*/ 116567 h 633267"/>
                <a:gd name="connsiteX11" fmla="*/ 39697 w 530028"/>
                <a:gd name="connsiteY11" fmla="*/ 156263 h 633267"/>
                <a:gd name="connsiteX12" fmla="*/ 0 w 530028"/>
                <a:gd name="connsiteY12" fmla="*/ 116567 h 633267"/>
                <a:gd name="connsiteX13" fmla="*/ 116650 w 530028"/>
                <a:gd name="connsiteY13" fmla="*/ 0 h 633267"/>
                <a:gd name="connsiteX14" fmla="*/ 233217 w 530028"/>
                <a:gd name="connsiteY14" fmla="*/ 116650 h 633267"/>
                <a:gd name="connsiteX15" fmla="*/ 155958 w 530028"/>
                <a:gd name="connsiteY15" fmla="*/ 226378 h 633267"/>
                <a:gd name="connsiteX16" fmla="*/ 155958 w 530028"/>
                <a:gd name="connsiteY16" fmla="*/ 252180 h 633267"/>
                <a:gd name="connsiteX17" fmla="*/ 516304 w 530028"/>
                <a:gd name="connsiteY17" fmla="*/ 563550 h 633267"/>
                <a:gd name="connsiteX18" fmla="*/ 520353 w 530028"/>
                <a:gd name="connsiteY18" fmla="*/ 619542 h 633267"/>
                <a:gd name="connsiteX19" fmla="*/ 490551 w 530028"/>
                <a:gd name="connsiteY19" fmla="*/ 633267 h 63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0028" h="633267">
                  <a:moveTo>
                    <a:pt x="490551" y="633267"/>
                  </a:moveTo>
                  <a:cubicBezTo>
                    <a:pt x="481019" y="633262"/>
                    <a:pt x="471809" y="629828"/>
                    <a:pt x="464599" y="623591"/>
                  </a:cubicBezTo>
                  <a:lnTo>
                    <a:pt x="90607" y="300412"/>
                  </a:lnTo>
                  <a:cubicBezTo>
                    <a:pt x="81949" y="292932"/>
                    <a:pt x="76939" y="282080"/>
                    <a:pt x="76863" y="270639"/>
                  </a:cubicBezTo>
                  <a:lnTo>
                    <a:pt x="76416" y="201170"/>
                  </a:lnTo>
                  <a:cubicBezTo>
                    <a:pt x="76416" y="200277"/>
                    <a:pt x="76416" y="199334"/>
                    <a:pt x="76416" y="198441"/>
                  </a:cubicBezTo>
                  <a:lnTo>
                    <a:pt x="76912" y="190998"/>
                  </a:lnTo>
                  <a:cubicBezTo>
                    <a:pt x="78224" y="170049"/>
                    <a:pt x="95618" y="153741"/>
                    <a:pt x="116609" y="153782"/>
                  </a:cubicBezTo>
                  <a:cubicBezTo>
                    <a:pt x="137162" y="153782"/>
                    <a:pt x="153824" y="137120"/>
                    <a:pt x="153824" y="116567"/>
                  </a:cubicBezTo>
                  <a:cubicBezTo>
                    <a:pt x="153824" y="96014"/>
                    <a:pt x="137162" y="79351"/>
                    <a:pt x="116609" y="79351"/>
                  </a:cubicBezTo>
                  <a:cubicBezTo>
                    <a:pt x="96055" y="79351"/>
                    <a:pt x="79393" y="96014"/>
                    <a:pt x="79393" y="116567"/>
                  </a:cubicBezTo>
                  <a:cubicBezTo>
                    <a:pt x="79393" y="138491"/>
                    <a:pt x="61621" y="156263"/>
                    <a:pt x="39697" y="156263"/>
                  </a:cubicBezTo>
                  <a:cubicBezTo>
                    <a:pt x="17773" y="156263"/>
                    <a:pt x="0" y="138491"/>
                    <a:pt x="0" y="116567"/>
                  </a:cubicBezTo>
                  <a:cubicBezTo>
                    <a:pt x="23" y="52166"/>
                    <a:pt x="52249" y="-23"/>
                    <a:pt x="116650" y="0"/>
                  </a:cubicBezTo>
                  <a:cubicBezTo>
                    <a:pt x="181051" y="23"/>
                    <a:pt x="233242" y="52249"/>
                    <a:pt x="233217" y="116650"/>
                  </a:cubicBezTo>
                  <a:cubicBezTo>
                    <a:pt x="233198" y="165865"/>
                    <a:pt x="202284" y="209770"/>
                    <a:pt x="155958" y="226378"/>
                  </a:cubicBezTo>
                  <a:lnTo>
                    <a:pt x="155958" y="252180"/>
                  </a:lnTo>
                  <a:lnTo>
                    <a:pt x="516304" y="563550"/>
                  </a:lnTo>
                  <a:cubicBezTo>
                    <a:pt x="532882" y="577895"/>
                    <a:pt x="534698" y="602964"/>
                    <a:pt x="520353" y="619542"/>
                  </a:cubicBezTo>
                  <a:cubicBezTo>
                    <a:pt x="512860" y="628201"/>
                    <a:pt x="501998" y="633203"/>
                    <a:pt x="490551" y="6332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4" name="Picture Placeholder 65">
            <a:extLst>
              <a:ext uri="{FF2B5EF4-FFF2-40B4-BE49-F238E27FC236}">
                <a16:creationId xmlns:a16="http://schemas.microsoft.com/office/drawing/2014/main" id="{3EAC6B8A-D845-421B-8767-2F3C02C31B83}"/>
              </a:ext>
            </a:extLst>
          </p:cNvPr>
          <p:cNvGrpSpPr>
            <a:grpSpLocks noChangeAspect="1"/>
          </p:cNvGrpSpPr>
          <p:nvPr/>
        </p:nvGrpSpPr>
        <p:grpSpPr>
          <a:xfrm>
            <a:off x="4206826" y="3653172"/>
            <a:ext cx="706040" cy="841963"/>
            <a:chOff x="4206826" y="3653172"/>
            <a:chExt cx="706040" cy="841963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FCFD3BC8-C8FB-C34C-B7EF-AEEEA8A8C71C}"/>
                </a:ext>
              </a:extLst>
            </p:cNvPr>
            <p:cNvSpPr/>
            <p:nvPr/>
          </p:nvSpPr>
          <p:spPr>
            <a:xfrm>
              <a:off x="4515028" y="3848925"/>
              <a:ext cx="79393" cy="221407"/>
            </a:xfrm>
            <a:custGeom>
              <a:avLst/>
              <a:gdLst>
                <a:gd name="connsiteX0" fmla="*/ 39697 w 79393"/>
                <a:gd name="connsiteY0" fmla="*/ 221408 h 221407"/>
                <a:gd name="connsiteX1" fmla="*/ 0 w 79393"/>
                <a:gd name="connsiteY1" fmla="*/ 181711 h 221407"/>
                <a:gd name="connsiteX2" fmla="*/ 0 w 79393"/>
                <a:gd name="connsiteY2" fmla="*/ 39697 h 221407"/>
                <a:gd name="connsiteX3" fmla="*/ 39697 w 79393"/>
                <a:gd name="connsiteY3" fmla="*/ 0 h 221407"/>
                <a:gd name="connsiteX4" fmla="*/ 79393 w 79393"/>
                <a:gd name="connsiteY4" fmla="*/ 39697 h 221407"/>
                <a:gd name="connsiteX5" fmla="*/ 79393 w 79393"/>
                <a:gd name="connsiteY5" fmla="*/ 181711 h 221407"/>
                <a:gd name="connsiteX6" fmla="*/ 39697 w 79393"/>
                <a:gd name="connsiteY6" fmla="*/ 221408 h 221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407">
                  <a:moveTo>
                    <a:pt x="39697" y="221408"/>
                  </a:moveTo>
                  <a:cubicBezTo>
                    <a:pt x="17773" y="221408"/>
                    <a:pt x="0" y="203635"/>
                    <a:pt x="0" y="1817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1711"/>
                  </a:lnTo>
                  <a:cubicBezTo>
                    <a:pt x="79393" y="203635"/>
                    <a:pt x="61621" y="221408"/>
                    <a:pt x="39697" y="2214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D2A04486-0494-5841-A987-65A71307B039}"/>
                </a:ext>
              </a:extLst>
            </p:cNvPr>
            <p:cNvSpPr/>
            <p:nvPr/>
          </p:nvSpPr>
          <p:spPr>
            <a:xfrm>
              <a:off x="4517608" y="4195029"/>
              <a:ext cx="79393" cy="300105"/>
            </a:xfrm>
            <a:custGeom>
              <a:avLst/>
              <a:gdLst>
                <a:gd name="connsiteX0" fmla="*/ 39697 w 79393"/>
                <a:gd name="connsiteY0" fmla="*/ 300106 h 300105"/>
                <a:gd name="connsiteX1" fmla="*/ 0 w 79393"/>
                <a:gd name="connsiteY1" fmla="*/ 260409 h 300105"/>
                <a:gd name="connsiteX2" fmla="*/ 0 w 79393"/>
                <a:gd name="connsiteY2" fmla="*/ 39697 h 300105"/>
                <a:gd name="connsiteX3" fmla="*/ 39697 w 79393"/>
                <a:gd name="connsiteY3" fmla="*/ 0 h 300105"/>
                <a:gd name="connsiteX4" fmla="*/ 79393 w 79393"/>
                <a:gd name="connsiteY4" fmla="*/ 39697 h 300105"/>
                <a:gd name="connsiteX5" fmla="*/ 79393 w 79393"/>
                <a:gd name="connsiteY5" fmla="*/ 260409 h 300105"/>
                <a:gd name="connsiteX6" fmla="*/ 39697 w 79393"/>
                <a:gd name="connsiteY6" fmla="*/ 300106 h 30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0105">
                  <a:moveTo>
                    <a:pt x="39697" y="300106"/>
                  </a:moveTo>
                  <a:cubicBezTo>
                    <a:pt x="17773" y="300106"/>
                    <a:pt x="0" y="282332"/>
                    <a:pt x="0" y="26040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60409"/>
                  </a:lnTo>
                  <a:cubicBezTo>
                    <a:pt x="79393" y="282332"/>
                    <a:pt x="61621" y="300106"/>
                    <a:pt x="39697" y="30010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213D2B85-A58B-C446-9AC9-0DB8C96B9F76}"/>
                </a:ext>
              </a:extLst>
            </p:cNvPr>
            <p:cNvSpPr/>
            <p:nvPr/>
          </p:nvSpPr>
          <p:spPr>
            <a:xfrm>
              <a:off x="4326915" y="3653172"/>
              <a:ext cx="585951" cy="275146"/>
            </a:xfrm>
            <a:custGeom>
              <a:avLst/>
              <a:gdLst>
                <a:gd name="connsiteX0" fmla="*/ 415575 w 585951"/>
                <a:gd name="connsiteY0" fmla="*/ 275147 h 275146"/>
                <a:gd name="connsiteX1" fmla="*/ 415575 w 585951"/>
                <a:gd name="connsiteY1" fmla="*/ 275147 h 275146"/>
                <a:gd name="connsiteX2" fmla="*/ 40889 w 585951"/>
                <a:gd name="connsiteY2" fmla="*/ 272715 h 275146"/>
                <a:gd name="connsiteX3" fmla="*/ 1440 w 585951"/>
                <a:gd name="connsiteY3" fmla="*/ 233366 h 275146"/>
                <a:gd name="connsiteX4" fmla="*/ 1 w 585951"/>
                <a:gd name="connsiteY4" fmla="*/ 40540 h 275146"/>
                <a:gd name="connsiteX5" fmla="*/ 39399 w 585951"/>
                <a:gd name="connsiteY5" fmla="*/ 547 h 275146"/>
                <a:gd name="connsiteX6" fmla="*/ 39698 w 585951"/>
                <a:gd name="connsiteY6" fmla="*/ 546 h 275146"/>
                <a:gd name="connsiteX7" fmla="*/ 418800 w 585951"/>
                <a:gd name="connsiteY7" fmla="*/ 0 h 275146"/>
                <a:gd name="connsiteX8" fmla="*/ 418800 w 585951"/>
                <a:gd name="connsiteY8" fmla="*/ 0 h 275146"/>
                <a:gd name="connsiteX9" fmla="*/ 442370 w 585951"/>
                <a:gd name="connsiteY9" fmla="*/ 7790 h 275146"/>
                <a:gd name="connsiteX10" fmla="*/ 569895 w 585951"/>
                <a:gd name="connsiteY10" fmla="*/ 102070 h 275146"/>
                <a:gd name="connsiteX11" fmla="*/ 578142 w 585951"/>
                <a:gd name="connsiteY11" fmla="*/ 157600 h 275146"/>
                <a:gd name="connsiteX12" fmla="*/ 570441 w 585951"/>
                <a:gd name="connsiteY12" fmla="*/ 165435 h 275146"/>
                <a:gd name="connsiteX13" fmla="*/ 439939 w 585951"/>
                <a:gd name="connsiteY13" fmla="*/ 266810 h 275146"/>
                <a:gd name="connsiteX14" fmla="*/ 415575 w 585951"/>
                <a:gd name="connsiteY14" fmla="*/ 275147 h 275146"/>
                <a:gd name="connsiteX15" fmla="*/ 80288 w 585951"/>
                <a:gd name="connsiteY15" fmla="*/ 193620 h 275146"/>
                <a:gd name="connsiteX16" fmla="*/ 402078 w 585951"/>
                <a:gd name="connsiteY16" fmla="*/ 195654 h 275146"/>
                <a:gd name="connsiteX17" fmla="*/ 480380 w 585951"/>
                <a:gd name="connsiteY17" fmla="*/ 134819 h 275146"/>
                <a:gd name="connsiteX18" fmla="*/ 405452 w 585951"/>
                <a:gd name="connsiteY18" fmla="*/ 79393 h 275146"/>
                <a:gd name="connsiteX19" fmla="*/ 79444 w 585951"/>
                <a:gd name="connsiteY19" fmla="*/ 79889 h 27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5951" h="275146">
                  <a:moveTo>
                    <a:pt x="415575" y="275147"/>
                  </a:moveTo>
                  <a:lnTo>
                    <a:pt x="415575" y="275147"/>
                  </a:lnTo>
                  <a:lnTo>
                    <a:pt x="40889" y="272715"/>
                  </a:lnTo>
                  <a:cubicBezTo>
                    <a:pt x="19196" y="272580"/>
                    <a:pt x="1630" y="255058"/>
                    <a:pt x="1440" y="233366"/>
                  </a:cubicBezTo>
                  <a:lnTo>
                    <a:pt x="1" y="40540"/>
                  </a:lnTo>
                  <a:cubicBezTo>
                    <a:pt x="-163" y="18617"/>
                    <a:pt x="17476" y="711"/>
                    <a:pt x="39399" y="547"/>
                  </a:cubicBezTo>
                  <a:cubicBezTo>
                    <a:pt x="39498" y="546"/>
                    <a:pt x="39598" y="546"/>
                    <a:pt x="39698" y="546"/>
                  </a:cubicBezTo>
                  <a:lnTo>
                    <a:pt x="418800" y="0"/>
                  </a:lnTo>
                  <a:lnTo>
                    <a:pt x="418800" y="0"/>
                  </a:lnTo>
                  <a:cubicBezTo>
                    <a:pt x="427285" y="10"/>
                    <a:pt x="435547" y="2741"/>
                    <a:pt x="442370" y="7790"/>
                  </a:cubicBezTo>
                  <a:lnTo>
                    <a:pt x="569895" y="102070"/>
                  </a:lnTo>
                  <a:cubicBezTo>
                    <a:pt x="587506" y="115126"/>
                    <a:pt x="591198" y="139988"/>
                    <a:pt x="578142" y="157600"/>
                  </a:cubicBezTo>
                  <a:cubicBezTo>
                    <a:pt x="575949" y="160556"/>
                    <a:pt x="573359" y="163193"/>
                    <a:pt x="570441" y="165435"/>
                  </a:cubicBezTo>
                  <a:lnTo>
                    <a:pt x="439939" y="266810"/>
                  </a:lnTo>
                  <a:cubicBezTo>
                    <a:pt x="432982" y="272239"/>
                    <a:pt x="424402" y="275175"/>
                    <a:pt x="415575" y="275147"/>
                  </a:cubicBezTo>
                  <a:close/>
                  <a:moveTo>
                    <a:pt x="80288" y="193620"/>
                  </a:moveTo>
                  <a:lnTo>
                    <a:pt x="402078" y="195654"/>
                  </a:lnTo>
                  <a:lnTo>
                    <a:pt x="480380" y="134819"/>
                  </a:lnTo>
                  <a:lnTo>
                    <a:pt x="405452" y="79393"/>
                  </a:lnTo>
                  <a:lnTo>
                    <a:pt x="79444" y="79889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FED0947-6F2A-1646-A77F-112E106745F6}"/>
                </a:ext>
              </a:extLst>
            </p:cNvPr>
            <p:cNvSpPr/>
            <p:nvPr/>
          </p:nvSpPr>
          <p:spPr>
            <a:xfrm>
              <a:off x="4206826" y="3989451"/>
              <a:ext cx="586077" cy="275196"/>
            </a:xfrm>
            <a:custGeom>
              <a:avLst/>
              <a:gdLst>
                <a:gd name="connsiteX0" fmla="*/ 170206 w 586077"/>
                <a:gd name="connsiteY0" fmla="*/ 275196 h 275196"/>
                <a:gd name="connsiteX1" fmla="*/ 145843 w 586077"/>
                <a:gd name="connsiteY1" fmla="*/ 266860 h 275196"/>
                <a:gd name="connsiteX2" fmla="*/ 15390 w 586077"/>
                <a:gd name="connsiteY2" fmla="*/ 165435 h 275196"/>
                <a:gd name="connsiteX3" fmla="*/ 8315 w 586077"/>
                <a:gd name="connsiteY3" fmla="*/ 109744 h 275196"/>
                <a:gd name="connsiteX4" fmla="*/ 16184 w 586077"/>
                <a:gd name="connsiteY4" fmla="*/ 102070 h 275196"/>
                <a:gd name="connsiteX5" fmla="*/ 143709 w 586077"/>
                <a:gd name="connsiteY5" fmla="*/ 7790 h 275196"/>
                <a:gd name="connsiteX6" fmla="*/ 167279 w 586077"/>
                <a:gd name="connsiteY6" fmla="*/ 0 h 275196"/>
                <a:gd name="connsiteX7" fmla="*/ 167279 w 586077"/>
                <a:gd name="connsiteY7" fmla="*/ 0 h 275196"/>
                <a:gd name="connsiteX8" fmla="*/ 546381 w 586077"/>
                <a:gd name="connsiteY8" fmla="*/ 546 h 275196"/>
                <a:gd name="connsiteX9" fmla="*/ 586078 w 586077"/>
                <a:gd name="connsiteY9" fmla="*/ 40241 h 275196"/>
                <a:gd name="connsiteX10" fmla="*/ 586078 w 586077"/>
                <a:gd name="connsiteY10" fmla="*/ 40540 h 275196"/>
                <a:gd name="connsiteX11" fmla="*/ 584639 w 586077"/>
                <a:gd name="connsiteY11" fmla="*/ 233366 h 275196"/>
                <a:gd name="connsiteX12" fmla="*/ 544942 w 586077"/>
                <a:gd name="connsiteY12" fmla="*/ 272765 h 275196"/>
                <a:gd name="connsiteX13" fmla="*/ 170256 w 586077"/>
                <a:gd name="connsiteY13" fmla="*/ 275147 h 275196"/>
                <a:gd name="connsiteX14" fmla="*/ 105451 w 586077"/>
                <a:gd name="connsiteY14" fmla="*/ 134869 h 275196"/>
                <a:gd name="connsiteX15" fmla="*/ 183753 w 586077"/>
                <a:gd name="connsiteY15" fmla="*/ 195704 h 275196"/>
                <a:gd name="connsiteX16" fmla="*/ 505543 w 586077"/>
                <a:gd name="connsiteY16" fmla="*/ 193670 h 275196"/>
                <a:gd name="connsiteX17" fmla="*/ 506387 w 586077"/>
                <a:gd name="connsiteY17" fmla="*/ 79939 h 275196"/>
                <a:gd name="connsiteX18" fmla="*/ 180379 w 586077"/>
                <a:gd name="connsiteY18" fmla="*/ 79443 h 27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6077" h="275196">
                  <a:moveTo>
                    <a:pt x="170206" y="275196"/>
                  </a:moveTo>
                  <a:cubicBezTo>
                    <a:pt x="161384" y="275201"/>
                    <a:pt x="152812" y="272269"/>
                    <a:pt x="145843" y="266860"/>
                  </a:cubicBezTo>
                  <a:lnTo>
                    <a:pt x="15390" y="165435"/>
                  </a:lnTo>
                  <a:cubicBezTo>
                    <a:pt x="-1943" y="152008"/>
                    <a:pt x="-5110" y="127076"/>
                    <a:pt x="8315" y="109744"/>
                  </a:cubicBezTo>
                  <a:cubicBezTo>
                    <a:pt x="10570" y="106833"/>
                    <a:pt x="13218" y="104251"/>
                    <a:pt x="16184" y="102070"/>
                  </a:cubicBezTo>
                  <a:lnTo>
                    <a:pt x="143709" y="7790"/>
                  </a:lnTo>
                  <a:cubicBezTo>
                    <a:pt x="150531" y="2741"/>
                    <a:pt x="158791" y="10"/>
                    <a:pt x="167279" y="0"/>
                  </a:cubicBezTo>
                  <a:lnTo>
                    <a:pt x="167279" y="0"/>
                  </a:lnTo>
                  <a:lnTo>
                    <a:pt x="546381" y="546"/>
                  </a:lnTo>
                  <a:cubicBezTo>
                    <a:pt x="568304" y="545"/>
                    <a:pt x="586078" y="18317"/>
                    <a:pt x="586078" y="40241"/>
                  </a:cubicBezTo>
                  <a:cubicBezTo>
                    <a:pt x="586078" y="40341"/>
                    <a:pt x="586078" y="40440"/>
                    <a:pt x="586078" y="40540"/>
                  </a:cubicBezTo>
                  <a:lnTo>
                    <a:pt x="584639" y="233366"/>
                  </a:lnTo>
                  <a:cubicBezTo>
                    <a:pt x="584475" y="255174"/>
                    <a:pt x="566751" y="272765"/>
                    <a:pt x="544942" y="272765"/>
                  </a:cubicBezTo>
                  <a:lnTo>
                    <a:pt x="170256" y="275147"/>
                  </a:lnTo>
                  <a:close/>
                  <a:moveTo>
                    <a:pt x="105451" y="134869"/>
                  </a:moveTo>
                  <a:lnTo>
                    <a:pt x="183753" y="195704"/>
                  </a:lnTo>
                  <a:lnTo>
                    <a:pt x="505543" y="193670"/>
                  </a:lnTo>
                  <a:lnTo>
                    <a:pt x="506387" y="79939"/>
                  </a:lnTo>
                  <a:lnTo>
                    <a:pt x="180379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9" name="Picture Placeholder 67">
            <a:extLst>
              <a:ext uri="{FF2B5EF4-FFF2-40B4-BE49-F238E27FC236}">
                <a16:creationId xmlns:a16="http://schemas.microsoft.com/office/drawing/2014/main" id="{0C1E09E1-A623-4CD5-ABA0-B0633FED9CBB}"/>
              </a:ext>
            </a:extLst>
          </p:cNvPr>
          <p:cNvGrpSpPr>
            <a:grpSpLocks noChangeAspect="1"/>
          </p:cNvGrpSpPr>
          <p:nvPr/>
        </p:nvGrpSpPr>
        <p:grpSpPr>
          <a:xfrm>
            <a:off x="5506425" y="3657687"/>
            <a:ext cx="741594" cy="832932"/>
            <a:chOff x="5506425" y="3657687"/>
            <a:chExt cx="741594" cy="832932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AAC4970-89C1-DE41-8657-35419C6739CA}"/>
                </a:ext>
              </a:extLst>
            </p:cNvPr>
            <p:cNvSpPr/>
            <p:nvPr/>
          </p:nvSpPr>
          <p:spPr>
            <a:xfrm>
              <a:off x="5506425" y="3657687"/>
              <a:ext cx="741594" cy="832932"/>
            </a:xfrm>
            <a:custGeom>
              <a:avLst/>
              <a:gdLst>
                <a:gd name="connsiteX0" fmla="*/ 701889 w 741594"/>
                <a:gd name="connsiteY0" fmla="*/ 832933 h 832932"/>
                <a:gd name="connsiteX1" fmla="*/ 676582 w 741594"/>
                <a:gd name="connsiteY1" fmla="*/ 823803 h 832932"/>
                <a:gd name="connsiteX2" fmla="*/ 597189 w 741594"/>
                <a:gd name="connsiteY2" fmla="*/ 758204 h 832932"/>
                <a:gd name="connsiteX3" fmla="*/ 543053 w 741594"/>
                <a:gd name="connsiteY3" fmla="*/ 806485 h 832932"/>
                <a:gd name="connsiteX4" fmla="*/ 457209 w 741594"/>
                <a:gd name="connsiteY4" fmla="*/ 813829 h 832932"/>
                <a:gd name="connsiteX5" fmla="*/ 456018 w 741594"/>
                <a:gd name="connsiteY5" fmla="*/ 812985 h 832932"/>
                <a:gd name="connsiteX6" fmla="*/ 373449 w 741594"/>
                <a:gd name="connsiteY6" fmla="*/ 753441 h 832932"/>
                <a:gd name="connsiteX7" fmla="*/ 307801 w 741594"/>
                <a:gd name="connsiteY7" fmla="*/ 809512 h 832932"/>
                <a:gd name="connsiteX8" fmla="*/ 304575 w 741594"/>
                <a:gd name="connsiteY8" fmla="*/ 811993 h 832932"/>
                <a:gd name="connsiteX9" fmla="*/ 222255 w 741594"/>
                <a:gd name="connsiteY9" fmla="*/ 808619 h 832932"/>
                <a:gd name="connsiteX10" fmla="*/ 147972 w 741594"/>
                <a:gd name="connsiteY10" fmla="*/ 756368 h 832932"/>
                <a:gd name="connsiteX11" fmla="*/ 67984 w 741594"/>
                <a:gd name="connsiteY11" fmla="*/ 819287 h 832932"/>
                <a:gd name="connsiteX12" fmla="*/ 23325 w 741594"/>
                <a:gd name="connsiteY12" fmla="*/ 827326 h 832932"/>
                <a:gd name="connsiteX13" fmla="*/ 3 w 741594"/>
                <a:gd name="connsiteY13" fmla="*/ 790656 h 832932"/>
                <a:gd name="connsiteX14" fmla="*/ 450 w 741594"/>
                <a:gd name="connsiteY14" fmla="*/ 625171 h 832932"/>
                <a:gd name="connsiteX15" fmla="*/ 103165 w 741594"/>
                <a:gd name="connsiteY15" fmla="*/ 87134 h 832932"/>
                <a:gd name="connsiteX16" fmla="*/ 373598 w 741594"/>
                <a:gd name="connsiteY16" fmla="*/ 0 h 832932"/>
                <a:gd name="connsiteX17" fmla="*/ 693949 w 741594"/>
                <a:gd name="connsiteY17" fmla="*/ 172134 h 832932"/>
                <a:gd name="connsiteX18" fmla="*/ 739600 w 741594"/>
                <a:gd name="connsiteY18" fmla="*/ 614056 h 832932"/>
                <a:gd name="connsiteX19" fmla="*/ 741585 w 741594"/>
                <a:gd name="connsiteY19" fmla="*/ 792343 h 832932"/>
                <a:gd name="connsiteX20" fmla="*/ 719157 w 741594"/>
                <a:gd name="connsiteY20" fmla="*/ 828963 h 832932"/>
                <a:gd name="connsiteX21" fmla="*/ 701889 w 741594"/>
                <a:gd name="connsiteY21" fmla="*/ 832933 h 832932"/>
                <a:gd name="connsiteX22" fmla="*/ 373052 w 741594"/>
                <a:gd name="connsiteY22" fmla="*/ 671318 h 832932"/>
                <a:gd name="connsiteX23" fmla="*/ 411359 w 741594"/>
                <a:gd name="connsiteY23" fmla="*/ 682930 h 832932"/>
                <a:gd name="connsiteX24" fmla="*/ 412550 w 741594"/>
                <a:gd name="connsiteY24" fmla="*/ 683773 h 832932"/>
                <a:gd name="connsiteX25" fmla="*/ 495069 w 741594"/>
                <a:gd name="connsiteY25" fmla="*/ 743318 h 832932"/>
                <a:gd name="connsiteX26" fmla="*/ 550148 w 741594"/>
                <a:gd name="connsiteY26" fmla="*/ 694193 h 832932"/>
                <a:gd name="connsiteX27" fmla="*/ 633263 w 741594"/>
                <a:gd name="connsiteY27" fmla="*/ 685510 h 832932"/>
                <a:gd name="connsiteX28" fmla="*/ 637878 w 741594"/>
                <a:gd name="connsiteY28" fmla="*/ 688785 h 832932"/>
                <a:gd name="connsiteX29" fmla="*/ 660852 w 741594"/>
                <a:gd name="connsiteY29" fmla="*/ 707839 h 832932"/>
                <a:gd name="connsiteX30" fmla="*/ 660207 w 741594"/>
                <a:gd name="connsiteY30" fmla="*/ 614651 h 832932"/>
                <a:gd name="connsiteX31" fmla="*/ 620759 w 741594"/>
                <a:gd name="connsiteY31" fmla="*/ 203147 h 832932"/>
                <a:gd name="connsiteX32" fmla="*/ 373598 w 741594"/>
                <a:gd name="connsiteY32" fmla="*/ 79592 h 832932"/>
                <a:gd name="connsiteX33" fmla="*/ 159534 w 741594"/>
                <a:gd name="connsiteY33" fmla="*/ 143453 h 832932"/>
                <a:gd name="connsiteX34" fmla="*/ 80141 w 741594"/>
                <a:gd name="connsiteY34" fmla="*/ 625221 h 832932"/>
                <a:gd name="connsiteX35" fmla="*/ 80141 w 741594"/>
                <a:gd name="connsiteY35" fmla="*/ 707244 h 832932"/>
                <a:gd name="connsiteX36" fmla="*/ 112791 w 741594"/>
                <a:gd name="connsiteY36" fmla="*/ 685014 h 832932"/>
                <a:gd name="connsiteX37" fmla="*/ 192184 w 741594"/>
                <a:gd name="connsiteY37" fmla="*/ 690521 h 832932"/>
                <a:gd name="connsiteX38" fmla="*/ 265077 w 741594"/>
                <a:gd name="connsiteY38" fmla="*/ 741482 h 832932"/>
                <a:gd name="connsiteX39" fmla="*/ 330726 w 741594"/>
                <a:gd name="connsiteY39" fmla="*/ 685758 h 832932"/>
                <a:gd name="connsiteX40" fmla="*/ 333951 w 741594"/>
                <a:gd name="connsiteY40" fmla="*/ 683326 h 832932"/>
                <a:gd name="connsiteX41" fmla="*/ 373052 w 741594"/>
                <a:gd name="connsiteY41" fmla="*/ 671318 h 83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741594" h="832932">
                  <a:moveTo>
                    <a:pt x="701889" y="832933"/>
                  </a:moveTo>
                  <a:cubicBezTo>
                    <a:pt x="692649" y="832928"/>
                    <a:pt x="683698" y="829698"/>
                    <a:pt x="676582" y="823803"/>
                  </a:cubicBezTo>
                  <a:lnTo>
                    <a:pt x="597189" y="758204"/>
                  </a:lnTo>
                  <a:lnTo>
                    <a:pt x="543053" y="806485"/>
                  </a:lnTo>
                  <a:cubicBezTo>
                    <a:pt x="519597" y="828527"/>
                    <a:pt x="484069" y="831563"/>
                    <a:pt x="457209" y="813829"/>
                  </a:cubicBezTo>
                  <a:lnTo>
                    <a:pt x="456018" y="812985"/>
                  </a:lnTo>
                  <a:lnTo>
                    <a:pt x="373449" y="753441"/>
                  </a:lnTo>
                  <a:lnTo>
                    <a:pt x="307801" y="809512"/>
                  </a:lnTo>
                  <a:cubicBezTo>
                    <a:pt x="306759" y="810405"/>
                    <a:pt x="305667" y="811199"/>
                    <a:pt x="304575" y="811993"/>
                  </a:cubicBezTo>
                  <a:cubicBezTo>
                    <a:pt x="279428" y="829266"/>
                    <a:pt x="245904" y="827891"/>
                    <a:pt x="222255" y="808619"/>
                  </a:cubicBezTo>
                  <a:lnTo>
                    <a:pt x="147972" y="756368"/>
                  </a:lnTo>
                  <a:cubicBezTo>
                    <a:pt x="119942" y="775542"/>
                    <a:pt x="93220" y="796561"/>
                    <a:pt x="67984" y="819287"/>
                  </a:cubicBezTo>
                  <a:cubicBezTo>
                    <a:pt x="49574" y="835513"/>
                    <a:pt x="32157" y="831295"/>
                    <a:pt x="23325" y="827326"/>
                  </a:cubicBezTo>
                  <a:cubicBezTo>
                    <a:pt x="8957" y="820820"/>
                    <a:pt x="-198" y="806425"/>
                    <a:pt x="3" y="790656"/>
                  </a:cubicBezTo>
                  <a:cubicBezTo>
                    <a:pt x="748" y="732600"/>
                    <a:pt x="599" y="677967"/>
                    <a:pt x="450" y="625171"/>
                  </a:cubicBezTo>
                  <a:cubicBezTo>
                    <a:pt x="-294" y="373396"/>
                    <a:pt x="-840" y="191437"/>
                    <a:pt x="103165" y="87134"/>
                  </a:cubicBezTo>
                  <a:cubicBezTo>
                    <a:pt x="161816" y="28532"/>
                    <a:pt x="250191" y="0"/>
                    <a:pt x="373598" y="0"/>
                  </a:cubicBezTo>
                  <a:cubicBezTo>
                    <a:pt x="542705" y="0"/>
                    <a:pt x="644477" y="54583"/>
                    <a:pt x="693949" y="172134"/>
                  </a:cubicBezTo>
                  <a:cubicBezTo>
                    <a:pt x="737913" y="276586"/>
                    <a:pt x="738608" y="425497"/>
                    <a:pt x="739600" y="614056"/>
                  </a:cubicBezTo>
                  <a:cubicBezTo>
                    <a:pt x="739898" y="670723"/>
                    <a:pt x="740196" y="729275"/>
                    <a:pt x="741585" y="792343"/>
                  </a:cubicBezTo>
                  <a:cubicBezTo>
                    <a:pt x="741928" y="807889"/>
                    <a:pt x="733160" y="822205"/>
                    <a:pt x="719157" y="828963"/>
                  </a:cubicBezTo>
                  <a:cubicBezTo>
                    <a:pt x="713783" y="831588"/>
                    <a:pt x="707873" y="832948"/>
                    <a:pt x="701889" y="832933"/>
                  </a:cubicBezTo>
                  <a:close/>
                  <a:moveTo>
                    <a:pt x="373052" y="671318"/>
                  </a:moveTo>
                  <a:cubicBezTo>
                    <a:pt x="386687" y="671328"/>
                    <a:pt x="400015" y="675367"/>
                    <a:pt x="411359" y="682930"/>
                  </a:cubicBezTo>
                  <a:lnTo>
                    <a:pt x="412550" y="683773"/>
                  </a:lnTo>
                  <a:lnTo>
                    <a:pt x="495069" y="743318"/>
                  </a:lnTo>
                  <a:lnTo>
                    <a:pt x="550148" y="694193"/>
                  </a:lnTo>
                  <a:cubicBezTo>
                    <a:pt x="572711" y="672852"/>
                    <a:pt x="606781" y="669294"/>
                    <a:pt x="633263" y="685510"/>
                  </a:cubicBezTo>
                  <a:cubicBezTo>
                    <a:pt x="634866" y="686512"/>
                    <a:pt x="636404" y="687604"/>
                    <a:pt x="637878" y="688785"/>
                  </a:cubicBezTo>
                  <a:lnTo>
                    <a:pt x="660852" y="707839"/>
                  </a:lnTo>
                  <a:cubicBezTo>
                    <a:pt x="660505" y="675933"/>
                    <a:pt x="660356" y="645019"/>
                    <a:pt x="660207" y="614651"/>
                  </a:cubicBezTo>
                  <a:cubicBezTo>
                    <a:pt x="659314" y="434925"/>
                    <a:pt x="658619" y="293010"/>
                    <a:pt x="620759" y="203147"/>
                  </a:cubicBezTo>
                  <a:cubicBezTo>
                    <a:pt x="595055" y="142064"/>
                    <a:pt x="545583" y="79592"/>
                    <a:pt x="373598" y="79592"/>
                  </a:cubicBezTo>
                  <a:cubicBezTo>
                    <a:pt x="270982" y="79592"/>
                    <a:pt x="202952" y="99886"/>
                    <a:pt x="159534" y="143453"/>
                  </a:cubicBezTo>
                  <a:cubicBezTo>
                    <a:pt x="78801" y="224434"/>
                    <a:pt x="79297" y="392549"/>
                    <a:pt x="80141" y="625221"/>
                  </a:cubicBezTo>
                  <a:cubicBezTo>
                    <a:pt x="80141" y="652016"/>
                    <a:pt x="80141" y="679258"/>
                    <a:pt x="80141" y="707244"/>
                  </a:cubicBezTo>
                  <a:cubicBezTo>
                    <a:pt x="91405" y="698907"/>
                    <a:pt x="102520" y="691216"/>
                    <a:pt x="112791" y="685014"/>
                  </a:cubicBezTo>
                  <a:cubicBezTo>
                    <a:pt x="137731" y="669765"/>
                    <a:pt x="169589" y="671978"/>
                    <a:pt x="192184" y="690521"/>
                  </a:cubicBezTo>
                  <a:lnTo>
                    <a:pt x="265077" y="741482"/>
                  </a:lnTo>
                  <a:lnTo>
                    <a:pt x="330726" y="685758"/>
                  </a:lnTo>
                  <a:cubicBezTo>
                    <a:pt x="331768" y="684914"/>
                    <a:pt x="332859" y="684071"/>
                    <a:pt x="333951" y="683326"/>
                  </a:cubicBezTo>
                  <a:cubicBezTo>
                    <a:pt x="345472" y="675467"/>
                    <a:pt x="359105" y="671279"/>
                    <a:pt x="373052" y="6713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EA183A4-36AA-8345-A833-5C0A41113554}"/>
                </a:ext>
              </a:extLst>
            </p:cNvPr>
            <p:cNvSpPr/>
            <p:nvPr/>
          </p:nvSpPr>
          <p:spPr>
            <a:xfrm>
              <a:off x="5739447" y="3892169"/>
              <a:ext cx="79442" cy="79418"/>
            </a:xfrm>
            <a:custGeom>
              <a:avLst/>
              <a:gdLst>
                <a:gd name="connsiteX0" fmla="*/ 39697 w 79442"/>
                <a:gd name="connsiteY0" fmla="*/ 79418 h 79418"/>
                <a:gd name="connsiteX1" fmla="*/ 31956 w 79442"/>
                <a:gd name="connsiteY1" fmla="*/ 78674 h 79418"/>
                <a:gd name="connsiteX2" fmla="*/ 24513 w 79442"/>
                <a:gd name="connsiteY2" fmla="*/ 76392 h 79418"/>
                <a:gd name="connsiteX3" fmla="*/ 17665 w 79442"/>
                <a:gd name="connsiteY3" fmla="*/ 72720 h 79418"/>
                <a:gd name="connsiteX4" fmla="*/ 11661 w 79442"/>
                <a:gd name="connsiteY4" fmla="*/ 67758 h 79418"/>
                <a:gd name="connsiteX5" fmla="*/ 6699 w 79442"/>
                <a:gd name="connsiteY5" fmla="*/ 61704 h 79418"/>
                <a:gd name="connsiteX6" fmla="*/ 3027 w 79442"/>
                <a:gd name="connsiteY6" fmla="*/ 54856 h 79418"/>
                <a:gd name="connsiteX7" fmla="*/ 794 w 79442"/>
                <a:gd name="connsiteY7" fmla="*/ 47463 h 79418"/>
                <a:gd name="connsiteX8" fmla="*/ 0 w 79442"/>
                <a:gd name="connsiteY8" fmla="*/ 39672 h 79418"/>
                <a:gd name="connsiteX9" fmla="*/ 794 w 79442"/>
                <a:gd name="connsiteY9" fmla="*/ 31931 h 79418"/>
                <a:gd name="connsiteX10" fmla="*/ 3027 w 79442"/>
                <a:gd name="connsiteY10" fmla="*/ 24488 h 79418"/>
                <a:gd name="connsiteX11" fmla="*/ 6699 w 79442"/>
                <a:gd name="connsiteY11" fmla="*/ 17641 h 79418"/>
                <a:gd name="connsiteX12" fmla="*/ 17665 w 79442"/>
                <a:gd name="connsiteY12" fmla="*/ 6674 h 79418"/>
                <a:gd name="connsiteX13" fmla="*/ 24513 w 79442"/>
                <a:gd name="connsiteY13" fmla="*/ 3052 h 79418"/>
                <a:gd name="connsiteX14" fmla="*/ 31956 w 79442"/>
                <a:gd name="connsiteY14" fmla="*/ 770 h 79418"/>
                <a:gd name="connsiteX15" fmla="*/ 54881 w 79442"/>
                <a:gd name="connsiteY15" fmla="*/ 3052 h 79418"/>
                <a:gd name="connsiteX16" fmla="*/ 61728 w 79442"/>
                <a:gd name="connsiteY16" fmla="*/ 6674 h 79418"/>
                <a:gd name="connsiteX17" fmla="*/ 67782 w 79442"/>
                <a:gd name="connsiteY17" fmla="*/ 11637 h 79418"/>
                <a:gd name="connsiteX18" fmla="*/ 72744 w 79442"/>
                <a:gd name="connsiteY18" fmla="*/ 17641 h 79418"/>
                <a:gd name="connsiteX19" fmla="*/ 76416 w 79442"/>
                <a:gd name="connsiteY19" fmla="*/ 24488 h 79418"/>
                <a:gd name="connsiteX20" fmla="*/ 78699 w 79442"/>
                <a:gd name="connsiteY20" fmla="*/ 31931 h 79418"/>
                <a:gd name="connsiteX21" fmla="*/ 79443 w 79442"/>
                <a:gd name="connsiteY21" fmla="*/ 39672 h 79418"/>
                <a:gd name="connsiteX22" fmla="*/ 78699 w 79442"/>
                <a:gd name="connsiteY22" fmla="*/ 47463 h 79418"/>
                <a:gd name="connsiteX23" fmla="*/ 76416 w 79442"/>
                <a:gd name="connsiteY23" fmla="*/ 54856 h 79418"/>
                <a:gd name="connsiteX24" fmla="*/ 72744 w 79442"/>
                <a:gd name="connsiteY24" fmla="*/ 61704 h 79418"/>
                <a:gd name="connsiteX25" fmla="*/ 61778 w 79442"/>
                <a:gd name="connsiteY25" fmla="*/ 72670 h 79418"/>
                <a:gd name="connsiteX26" fmla="*/ 54930 w 79442"/>
                <a:gd name="connsiteY26" fmla="*/ 76342 h 79418"/>
                <a:gd name="connsiteX27" fmla="*/ 47487 w 79442"/>
                <a:gd name="connsiteY27" fmla="*/ 78624 h 79418"/>
                <a:gd name="connsiteX28" fmla="*/ 39697 w 79442"/>
                <a:gd name="connsiteY28" fmla="*/ 79418 h 79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442" h="79418">
                  <a:moveTo>
                    <a:pt x="39697" y="79418"/>
                  </a:moveTo>
                  <a:cubicBezTo>
                    <a:pt x="37099" y="79419"/>
                    <a:pt x="34506" y="79170"/>
                    <a:pt x="31956" y="78674"/>
                  </a:cubicBezTo>
                  <a:cubicBezTo>
                    <a:pt x="29413" y="78133"/>
                    <a:pt x="26922" y="77369"/>
                    <a:pt x="24513" y="76392"/>
                  </a:cubicBezTo>
                  <a:cubicBezTo>
                    <a:pt x="22116" y="75395"/>
                    <a:pt x="19822" y="74165"/>
                    <a:pt x="17665" y="72720"/>
                  </a:cubicBezTo>
                  <a:cubicBezTo>
                    <a:pt x="15490" y="71288"/>
                    <a:pt x="13477" y="69624"/>
                    <a:pt x="11661" y="67758"/>
                  </a:cubicBezTo>
                  <a:cubicBezTo>
                    <a:pt x="9808" y="65912"/>
                    <a:pt x="8145" y="63884"/>
                    <a:pt x="6699" y="61704"/>
                  </a:cubicBezTo>
                  <a:cubicBezTo>
                    <a:pt x="5243" y="59554"/>
                    <a:pt x="4012" y="57259"/>
                    <a:pt x="3027" y="54856"/>
                  </a:cubicBezTo>
                  <a:cubicBezTo>
                    <a:pt x="2037" y="52473"/>
                    <a:pt x="1288" y="49996"/>
                    <a:pt x="794" y="47463"/>
                  </a:cubicBezTo>
                  <a:cubicBezTo>
                    <a:pt x="260" y="44900"/>
                    <a:pt x="-6" y="42290"/>
                    <a:pt x="0" y="39672"/>
                  </a:cubicBezTo>
                  <a:cubicBezTo>
                    <a:pt x="-6" y="37071"/>
                    <a:pt x="260" y="34477"/>
                    <a:pt x="794" y="31931"/>
                  </a:cubicBezTo>
                  <a:cubicBezTo>
                    <a:pt x="1295" y="29384"/>
                    <a:pt x="2043" y="26891"/>
                    <a:pt x="3027" y="24488"/>
                  </a:cubicBezTo>
                  <a:cubicBezTo>
                    <a:pt x="4033" y="22096"/>
                    <a:pt x="5263" y="19803"/>
                    <a:pt x="6699" y="17641"/>
                  </a:cubicBezTo>
                  <a:cubicBezTo>
                    <a:pt x="9627" y="13324"/>
                    <a:pt x="13348" y="9603"/>
                    <a:pt x="17665" y="6674"/>
                  </a:cubicBezTo>
                  <a:cubicBezTo>
                    <a:pt x="19823" y="5244"/>
                    <a:pt x="22117" y="4031"/>
                    <a:pt x="24513" y="3052"/>
                  </a:cubicBezTo>
                  <a:cubicBezTo>
                    <a:pt x="26914" y="2052"/>
                    <a:pt x="29407" y="1288"/>
                    <a:pt x="31956" y="770"/>
                  </a:cubicBezTo>
                  <a:cubicBezTo>
                    <a:pt x="39654" y="-777"/>
                    <a:pt x="47639" y="18"/>
                    <a:pt x="54881" y="3052"/>
                  </a:cubicBezTo>
                  <a:cubicBezTo>
                    <a:pt x="57277" y="4031"/>
                    <a:pt x="59571" y="5244"/>
                    <a:pt x="61728" y="6674"/>
                  </a:cubicBezTo>
                  <a:cubicBezTo>
                    <a:pt x="63908" y="8120"/>
                    <a:pt x="65936" y="9783"/>
                    <a:pt x="67782" y="11637"/>
                  </a:cubicBezTo>
                  <a:cubicBezTo>
                    <a:pt x="69648" y="13453"/>
                    <a:pt x="71312" y="15466"/>
                    <a:pt x="72744" y="17641"/>
                  </a:cubicBezTo>
                  <a:cubicBezTo>
                    <a:pt x="74180" y="19803"/>
                    <a:pt x="75410" y="22096"/>
                    <a:pt x="76416" y="24488"/>
                  </a:cubicBezTo>
                  <a:cubicBezTo>
                    <a:pt x="77394" y="26898"/>
                    <a:pt x="78157" y="29388"/>
                    <a:pt x="78699" y="31931"/>
                  </a:cubicBezTo>
                  <a:cubicBezTo>
                    <a:pt x="79192" y="34482"/>
                    <a:pt x="79441" y="37074"/>
                    <a:pt x="79443" y="39672"/>
                  </a:cubicBezTo>
                  <a:cubicBezTo>
                    <a:pt x="79441" y="42287"/>
                    <a:pt x="79192" y="44895"/>
                    <a:pt x="78699" y="47463"/>
                  </a:cubicBezTo>
                  <a:cubicBezTo>
                    <a:pt x="78164" y="49991"/>
                    <a:pt x="77401" y="52466"/>
                    <a:pt x="76416" y="54856"/>
                  </a:cubicBezTo>
                  <a:cubicBezTo>
                    <a:pt x="75431" y="57259"/>
                    <a:pt x="74200" y="59554"/>
                    <a:pt x="72744" y="61704"/>
                  </a:cubicBezTo>
                  <a:cubicBezTo>
                    <a:pt x="69889" y="66080"/>
                    <a:pt x="66154" y="69815"/>
                    <a:pt x="61778" y="72670"/>
                  </a:cubicBezTo>
                  <a:cubicBezTo>
                    <a:pt x="59621" y="74115"/>
                    <a:pt x="57327" y="75345"/>
                    <a:pt x="54930" y="76342"/>
                  </a:cubicBezTo>
                  <a:cubicBezTo>
                    <a:pt x="52523" y="77326"/>
                    <a:pt x="50032" y="78090"/>
                    <a:pt x="47487" y="78624"/>
                  </a:cubicBezTo>
                  <a:cubicBezTo>
                    <a:pt x="44922" y="79140"/>
                    <a:pt x="42313" y="79406"/>
                    <a:pt x="39697" y="794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CC46B13C-7DA3-864E-AEB0-DF990BDE94D0}"/>
                </a:ext>
              </a:extLst>
            </p:cNvPr>
            <p:cNvSpPr/>
            <p:nvPr/>
          </p:nvSpPr>
          <p:spPr>
            <a:xfrm>
              <a:off x="5928254" y="3893315"/>
              <a:ext cx="79492" cy="79139"/>
            </a:xfrm>
            <a:custGeom>
              <a:avLst/>
              <a:gdLst>
                <a:gd name="connsiteX0" fmla="*/ 39697 w 79492"/>
                <a:gd name="connsiteY0" fmla="*/ 79116 h 79139"/>
                <a:gd name="connsiteX1" fmla="*/ 31956 w 79492"/>
                <a:gd name="connsiteY1" fmla="*/ 78372 h 79139"/>
                <a:gd name="connsiteX2" fmla="*/ 24513 w 79492"/>
                <a:gd name="connsiteY2" fmla="*/ 76089 h 79139"/>
                <a:gd name="connsiteX3" fmla="*/ 17665 w 79492"/>
                <a:gd name="connsiteY3" fmla="*/ 72467 h 79139"/>
                <a:gd name="connsiteX4" fmla="*/ 11611 w 79492"/>
                <a:gd name="connsiteY4" fmla="*/ 67505 h 79139"/>
                <a:gd name="connsiteX5" fmla="*/ 0 w 79492"/>
                <a:gd name="connsiteY5" fmla="*/ 39420 h 79139"/>
                <a:gd name="connsiteX6" fmla="*/ 794 w 79492"/>
                <a:gd name="connsiteY6" fmla="*/ 31679 h 79139"/>
                <a:gd name="connsiteX7" fmla="*/ 3027 w 79492"/>
                <a:gd name="connsiteY7" fmla="*/ 24533 h 79139"/>
                <a:gd name="connsiteX8" fmla="*/ 6699 w 79492"/>
                <a:gd name="connsiteY8" fmla="*/ 17636 h 79139"/>
                <a:gd name="connsiteX9" fmla="*/ 11661 w 79492"/>
                <a:gd name="connsiteY9" fmla="*/ 11632 h 79139"/>
                <a:gd name="connsiteX10" fmla="*/ 47487 w 79492"/>
                <a:gd name="connsiteY10" fmla="*/ 765 h 79139"/>
                <a:gd name="connsiteX11" fmla="*/ 54930 w 79492"/>
                <a:gd name="connsiteY11" fmla="*/ 3048 h 79139"/>
                <a:gd name="connsiteX12" fmla="*/ 61778 w 79492"/>
                <a:gd name="connsiteY12" fmla="*/ 6670 h 79139"/>
                <a:gd name="connsiteX13" fmla="*/ 67832 w 79492"/>
                <a:gd name="connsiteY13" fmla="*/ 11632 h 79139"/>
                <a:gd name="connsiteX14" fmla="*/ 72794 w 79492"/>
                <a:gd name="connsiteY14" fmla="*/ 17636 h 79139"/>
                <a:gd name="connsiteX15" fmla="*/ 76466 w 79492"/>
                <a:gd name="connsiteY15" fmla="*/ 24533 h 79139"/>
                <a:gd name="connsiteX16" fmla="*/ 78699 w 79492"/>
                <a:gd name="connsiteY16" fmla="*/ 31927 h 79139"/>
                <a:gd name="connsiteX17" fmla="*/ 79493 w 79492"/>
                <a:gd name="connsiteY17" fmla="*/ 39668 h 79139"/>
                <a:gd name="connsiteX18" fmla="*/ 67881 w 79492"/>
                <a:gd name="connsiteY18" fmla="*/ 67753 h 79139"/>
                <a:gd name="connsiteX19" fmla="*/ 61828 w 79492"/>
                <a:gd name="connsiteY19" fmla="*/ 72715 h 79139"/>
                <a:gd name="connsiteX20" fmla="*/ 47537 w 79492"/>
                <a:gd name="connsiteY20" fmla="*/ 78620 h 79139"/>
                <a:gd name="connsiteX21" fmla="*/ 39697 w 79492"/>
                <a:gd name="connsiteY21" fmla="*/ 79116 h 79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92" h="79139">
                  <a:moveTo>
                    <a:pt x="39697" y="79116"/>
                  </a:moveTo>
                  <a:cubicBezTo>
                    <a:pt x="37097" y="79117"/>
                    <a:pt x="34506" y="78867"/>
                    <a:pt x="31956" y="78372"/>
                  </a:cubicBezTo>
                  <a:cubicBezTo>
                    <a:pt x="29410" y="77837"/>
                    <a:pt x="26919" y="77073"/>
                    <a:pt x="24513" y="76089"/>
                  </a:cubicBezTo>
                  <a:cubicBezTo>
                    <a:pt x="22116" y="75111"/>
                    <a:pt x="19824" y="73897"/>
                    <a:pt x="17665" y="72467"/>
                  </a:cubicBezTo>
                  <a:cubicBezTo>
                    <a:pt x="15487" y="71021"/>
                    <a:pt x="13457" y="69358"/>
                    <a:pt x="11611" y="67505"/>
                  </a:cubicBezTo>
                  <a:cubicBezTo>
                    <a:pt x="4192" y="60038"/>
                    <a:pt x="19" y="49946"/>
                    <a:pt x="0" y="39420"/>
                  </a:cubicBezTo>
                  <a:cubicBezTo>
                    <a:pt x="-6" y="36818"/>
                    <a:pt x="260" y="34224"/>
                    <a:pt x="794" y="31679"/>
                  </a:cubicBezTo>
                  <a:cubicBezTo>
                    <a:pt x="1304" y="29230"/>
                    <a:pt x="2052" y="26837"/>
                    <a:pt x="3027" y="24533"/>
                  </a:cubicBezTo>
                  <a:cubicBezTo>
                    <a:pt x="4021" y="22119"/>
                    <a:pt x="5251" y="19809"/>
                    <a:pt x="6699" y="17636"/>
                  </a:cubicBezTo>
                  <a:cubicBezTo>
                    <a:pt x="8156" y="15480"/>
                    <a:pt x="9818" y="13469"/>
                    <a:pt x="11661" y="11632"/>
                  </a:cubicBezTo>
                  <a:cubicBezTo>
                    <a:pt x="21039" y="2252"/>
                    <a:pt x="34482" y="-1825"/>
                    <a:pt x="47487" y="765"/>
                  </a:cubicBezTo>
                  <a:cubicBezTo>
                    <a:pt x="50038" y="1276"/>
                    <a:pt x="52534" y="2041"/>
                    <a:pt x="54930" y="3048"/>
                  </a:cubicBezTo>
                  <a:cubicBezTo>
                    <a:pt x="57317" y="4046"/>
                    <a:pt x="59610" y="5259"/>
                    <a:pt x="61778" y="6670"/>
                  </a:cubicBezTo>
                  <a:cubicBezTo>
                    <a:pt x="63956" y="8116"/>
                    <a:pt x="65986" y="9778"/>
                    <a:pt x="67832" y="11632"/>
                  </a:cubicBezTo>
                  <a:cubicBezTo>
                    <a:pt x="69673" y="13469"/>
                    <a:pt x="71335" y="15480"/>
                    <a:pt x="72794" y="17636"/>
                  </a:cubicBezTo>
                  <a:cubicBezTo>
                    <a:pt x="74243" y="19809"/>
                    <a:pt x="75473" y="22119"/>
                    <a:pt x="76466" y="24533"/>
                  </a:cubicBezTo>
                  <a:cubicBezTo>
                    <a:pt x="77458" y="26917"/>
                    <a:pt x="78202" y="29394"/>
                    <a:pt x="78699" y="31927"/>
                  </a:cubicBezTo>
                  <a:cubicBezTo>
                    <a:pt x="79235" y="34472"/>
                    <a:pt x="79498" y="37066"/>
                    <a:pt x="79493" y="39668"/>
                  </a:cubicBezTo>
                  <a:cubicBezTo>
                    <a:pt x="79473" y="50194"/>
                    <a:pt x="75300" y="60286"/>
                    <a:pt x="67881" y="67753"/>
                  </a:cubicBezTo>
                  <a:cubicBezTo>
                    <a:pt x="66035" y="69606"/>
                    <a:pt x="64006" y="71269"/>
                    <a:pt x="61828" y="72715"/>
                  </a:cubicBezTo>
                  <a:cubicBezTo>
                    <a:pt x="57481" y="75569"/>
                    <a:pt x="52633" y="77572"/>
                    <a:pt x="47537" y="78620"/>
                  </a:cubicBezTo>
                  <a:cubicBezTo>
                    <a:pt x="44947" y="79039"/>
                    <a:pt x="42322" y="79205"/>
                    <a:pt x="39697" y="7911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3" name="Picture Placeholder 69">
            <a:extLst>
              <a:ext uri="{FF2B5EF4-FFF2-40B4-BE49-F238E27FC236}">
                <a16:creationId xmlns:a16="http://schemas.microsoft.com/office/drawing/2014/main" id="{5F586542-34D9-4DC8-8DA5-05E0D7964AD9}"/>
              </a:ext>
            </a:extLst>
          </p:cNvPr>
          <p:cNvGrpSpPr>
            <a:grpSpLocks noChangeAspect="1"/>
          </p:cNvGrpSpPr>
          <p:nvPr/>
        </p:nvGrpSpPr>
        <p:grpSpPr>
          <a:xfrm>
            <a:off x="6863534" y="3723881"/>
            <a:ext cx="662536" cy="700842"/>
            <a:chOff x="6863534" y="3723881"/>
            <a:chExt cx="662536" cy="700842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3626642-4E65-6E43-B61B-DC8D30711BCE}"/>
                </a:ext>
              </a:extLst>
            </p:cNvPr>
            <p:cNvSpPr/>
            <p:nvPr/>
          </p:nvSpPr>
          <p:spPr>
            <a:xfrm>
              <a:off x="6863534" y="4344934"/>
              <a:ext cx="662536" cy="79393"/>
            </a:xfrm>
            <a:custGeom>
              <a:avLst/>
              <a:gdLst>
                <a:gd name="connsiteX0" fmla="*/ 622840 w 662536"/>
                <a:gd name="connsiteY0" fmla="*/ 79393 h 79393"/>
                <a:gd name="connsiteX1" fmla="*/ 39697 w 662536"/>
                <a:gd name="connsiteY1" fmla="*/ 79393 h 79393"/>
                <a:gd name="connsiteX2" fmla="*/ 0 w 662536"/>
                <a:gd name="connsiteY2" fmla="*/ 39697 h 79393"/>
                <a:gd name="connsiteX3" fmla="*/ 39697 w 662536"/>
                <a:gd name="connsiteY3" fmla="*/ 0 h 79393"/>
                <a:gd name="connsiteX4" fmla="*/ 622840 w 662536"/>
                <a:gd name="connsiteY4" fmla="*/ 0 h 79393"/>
                <a:gd name="connsiteX5" fmla="*/ 662536 w 662536"/>
                <a:gd name="connsiteY5" fmla="*/ 39697 h 79393"/>
                <a:gd name="connsiteX6" fmla="*/ 622840 w 66253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536" h="79393">
                  <a:moveTo>
                    <a:pt x="62284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622840" y="0"/>
                  </a:lnTo>
                  <a:cubicBezTo>
                    <a:pt x="644762" y="0"/>
                    <a:pt x="662536" y="17774"/>
                    <a:pt x="662536" y="39697"/>
                  </a:cubicBezTo>
                  <a:cubicBezTo>
                    <a:pt x="662536" y="61619"/>
                    <a:pt x="644762" y="79393"/>
                    <a:pt x="62284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FB25CBF0-2FE5-974A-ADFF-7BB83CEC1EA5}"/>
                </a:ext>
              </a:extLst>
            </p:cNvPr>
            <p:cNvSpPr/>
            <p:nvPr/>
          </p:nvSpPr>
          <p:spPr>
            <a:xfrm>
              <a:off x="6921045" y="3873934"/>
              <a:ext cx="545862" cy="550789"/>
            </a:xfrm>
            <a:custGeom>
              <a:avLst/>
              <a:gdLst>
                <a:gd name="connsiteX0" fmla="*/ 506131 w 545862"/>
                <a:gd name="connsiteY0" fmla="*/ 550591 h 550789"/>
                <a:gd name="connsiteX1" fmla="*/ 506131 w 545862"/>
                <a:gd name="connsiteY1" fmla="*/ 550591 h 550789"/>
                <a:gd name="connsiteX2" fmla="*/ 39696 w 545862"/>
                <a:gd name="connsiteY2" fmla="*/ 550591 h 550789"/>
                <a:gd name="connsiteX3" fmla="*/ 0 w 545862"/>
                <a:gd name="connsiteY3" fmla="*/ 510895 h 550789"/>
                <a:gd name="connsiteX4" fmla="*/ 495 w 545862"/>
                <a:gd name="connsiteY4" fmla="*/ 504642 h 550789"/>
                <a:gd name="connsiteX5" fmla="*/ 74926 w 545862"/>
                <a:gd name="connsiteY5" fmla="*/ 37414 h 550789"/>
                <a:gd name="connsiteX6" fmla="*/ 113631 w 545862"/>
                <a:gd name="connsiteY6" fmla="*/ 3970 h 550789"/>
                <a:gd name="connsiteX7" fmla="*/ 436165 w 545862"/>
                <a:gd name="connsiteY7" fmla="*/ 0 h 550789"/>
                <a:gd name="connsiteX8" fmla="*/ 436662 w 545862"/>
                <a:gd name="connsiteY8" fmla="*/ 0 h 550789"/>
                <a:gd name="connsiteX9" fmla="*/ 475961 w 545862"/>
                <a:gd name="connsiteY9" fmla="*/ 33891 h 550789"/>
                <a:gd name="connsiteX10" fmla="*/ 545430 w 545862"/>
                <a:gd name="connsiteY10" fmla="*/ 505287 h 550789"/>
                <a:gd name="connsiteX11" fmla="*/ 511966 w 545862"/>
                <a:gd name="connsiteY11" fmla="*/ 550363 h 550789"/>
                <a:gd name="connsiteX12" fmla="*/ 506131 w 545862"/>
                <a:gd name="connsiteY12" fmla="*/ 550790 h 550789"/>
                <a:gd name="connsiteX13" fmla="*/ 86240 w 545862"/>
                <a:gd name="connsiteY13" fmla="*/ 471198 h 550789"/>
                <a:gd name="connsiteX14" fmla="*/ 460182 w 545862"/>
                <a:gd name="connsiteY14" fmla="*/ 471198 h 550789"/>
                <a:gd name="connsiteX15" fmla="*/ 402473 w 545862"/>
                <a:gd name="connsiteY15" fmla="*/ 79592 h 550789"/>
                <a:gd name="connsiteX16" fmla="*/ 148067 w 545862"/>
                <a:gd name="connsiteY16" fmla="*/ 82718 h 55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5862" h="550789">
                  <a:moveTo>
                    <a:pt x="506131" y="550591"/>
                  </a:moveTo>
                  <a:lnTo>
                    <a:pt x="506131" y="550591"/>
                  </a:lnTo>
                  <a:lnTo>
                    <a:pt x="39696" y="550591"/>
                  </a:lnTo>
                  <a:cubicBezTo>
                    <a:pt x="17772" y="550591"/>
                    <a:pt x="0" y="532817"/>
                    <a:pt x="0" y="510895"/>
                  </a:cubicBezTo>
                  <a:cubicBezTo>
                    <a:pt x="0" y="508801"/>
                    <a:pt x="165" y="506712"/>
                    <a:pt x="495" y="504642"/>
                  </a:cubicBezTo>
                  <a:lnTo>
                    <a:pt x="74926" y="37414"/>
                  </a:lnTo>
                  <a:cubicBezTo>
                    <a:pt x="77968" y="18332"/>
                    <a:pt x="94309" y="4212"/>
                    <a:pt x="113631" y="3970"/>
                  </a:cubicBezTo>
                  <a:lnTo>
                    <a:pt x="436165" y="0"/>
                  </a:lnTo>
                  <a:lnTo>
                    <a:pt x="436662" y="0"/>
                  </a:lnTo>
                  <a:cubicBezTo>
                    <a:pt x="456356" y="-15"/>
                    <a:pt x="473083" y="14410"/>
                    <a:pt x="475961" y="33891"/>
                  </a:cubicBezTo>
                  <a:lnTo>
                    <a:pt x="545430" y="505287"/>
                  </a:lnTo>
                  <a:cubicBezTo>
                    <a:pt x="548636" y="526977"/>
                    <a:pt x="533655" y="547157"/>
                    <a:pt x="511966" y="550363"/>
                  </a:cubicBezTo>
                  <a:cubicBezTo>
                    <a:pt x="510036" y="550651"/>
                    <a:pt x="508086" y="550790"/>
                    <a:pt x="506131" y="550790"/>
                  </a:cubicBezTo>
                  <a:close/>
                  <a:moveTo>
                    <a:pt x="86240" y="471198"/>
                  </a:moveTo>
                  <a:lnTo>
                    <a:pt x="460182" y="471198"/>
                  </a:lnTo>
                  <a:lnTo>
                    <a:pt x="402473" y="79592"/>
                  </a:lnTo>
                  <a:lnTo>
                    <a:pt x="148067" y="8271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AE9FD0EE-B592-DE44-960A-14379F1029FB}"/>
                </a:ext>
              </a:extLst>
            </p:cNvPr>
            <p:cNvSpPr/>
            <p:nvPr/>
          </p:nvSpPr>
          <p:spPr>
            <a:xfrm>
              <a:off x="6886012" y="3723881"/>
              <a:ext cx="610335" cy="233217"/>
            </a:xfrm>
            <a:custGeom>
              <a:avLst/>
              <a:gdLst>
                <a:gd name="connsiteX0" fmla="*/ 39697 w 610335"/>
                <a:gd name="connsiteY0" fmla="*/ 233217 h 233217"/>
                <a:gd name="connsiteX1" fmla="*/ 0 w 610335"/>
                <a:gd name="connsiteY1" fmla="*/ 193521 h 233217"/>
                <a:gd name="connsiteX2" fmla="*/ 0 w 610335"/>
                <a:gd name="connsiteY2" fmla="*/ 39697 h 233217"/>
                <a:gd name="connsiteX3" fmla="*/ 39697 w 610335"/>
                <a:gd name="connsiteY3" fmla="*/ 0 h 233217"/>
                <a:gd name="connsiteX4" fmla="*/ 79393 w 610335"/>
                <a:gd name="connsiteY4" fmla="*/ 39697 h 233217"/>
                <a:gd name="connsiteX5" fmla="*/ 79393 w 610335"/>
                <a:gd name="connsiteY5" fmla="*/ 153824 h 233217"/>
                <a:gd name="connsiteX6" fmla="*/ 530942 w 610335"/>
                <a:gd name="connsiteY6" fmla="*/ 150301 h 233217"/>
                <a:gd name="connsiteX7" fmla="*/ 530942 w 610335"/>
                <a:gd name="connsiteY7" fmla="*/ 40490 h 233217"/>
                <a:gd name="connsiteX8" fmla="*/ 570639 w 610335"/>
                <a:gd name="connsiteY8" fmla="*/ 794 h 233217"/>
                <a:gd name="connsiteX9" fmla="*/ 610335 w 610335"/>
                <a:gd name="connsiteY9" fmla="*/ 40490 h 233217"/>
                <a:gd name="connsiteX10" fmla="*/ 610335 w 610335"/>
                <a:gd name="connsiteY10" fmla="*/ 189353 h 233217"/>
                <a:gd name="connsiteX11" fmla="*/ 570936 w 610335"/>
                <a:gd name="connsiteY11" fmla="*/ 229049 h 233217"/>
                <a:gd name="connsiteX12" fmla="*/ 39994 w 610335"/>
                <a:gd name="connsiteY12" fmla="*/ 233217 h 23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0335" h="233217">
                  <a:moveTo>
                    <a:pt x="39697" y="233217"/>
                  </a:moveTo>
                  <a:cubicBezTo>
                    <a:pt x="17773" y="233217"/>
                    <a:pt x="0" y="215445"/>
                    <a:pt x="0" y="1935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53824"/>
                  </a:lnTo>
                  <a:lnTo>
                    <a:pt x="530942" y="150301"/>
                  </a:lnTo>
                  <a:lnTo>
                    <a:pt x="530942" y="40490"/>
                  </a:lnTo>
                  <a:cubicBezTo>
                    <a:pt x="530942" y="18567"/>
                    <a:pt x="548716" y="794"/>
                    <a:pt x="570639" y="794"/>
                  </a:cubicBezTo>
                  <a:cubicBezTo>
                    <a:pt x="592561" y="794"/>
                    <a:pt x="610335" y="18567"/>
                    <a:pt x="610335" y="40490"/>
                  </a:cubicBezTo>
                  <a:lnTo>
                    <a:pt x="610335" y="189353"/>
                  </a:lnTo>
                  <a:cubicBezTo>
                    <a:pt x="610335" y="211161"/>
                    <a:pt x="592745" y="228885"/>
                    <a:pt x="570936" y="229049"/>
                  </a:cubicBezTo>
                  <a:lnTo>
                    <a:pt x="39994" y="23321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C0829E7B-DD7D-7343-8EDB-8AE42EFCC769}"/>
                </a:ext>
              </a:extLst>
            </p:cNvPr>
            <p:cNvSpPr/>
            <p:nvPr/>
          </p:nvSpPr>
          <p:spPr>
            <a:xfrm>
              <a:off x="7057849" y="3726759"/>
              <a:ext cx="79393" cy="199078"/>
            </a:xfrm>
            <a:custGeom>
              <a:avLst/>
              <a:gdLst>
                <a:gd name="connsiteX0" fmla="*/ 39697 w 79393"/>
                <a:gd name="connsiteY0" fmla="*/ 199078 h 199078"/>
                <a:gd name="connsiteX1" fmla="*/ 0 w 79393"/>
                <a:gd name="connsiteY1" fmla="*/ 159382 h 199078"/>
                <a:gd name="connsiteX2" fmla="*/ 0 w 79393"/>
                <a:gd name="connsiteY2" fmla="*/ 39697 h 199078"/>
                <a:gd name="connsiteX3" fmla="*/ 39697 w 79393"/>
                <a:gd name="connsiteY3" fmla="*/ 0 h 199078"/>
                <a:gd name="connsiteX4" fmla="*/ 79393 w 79393"/>
                <a:gd name="connsiteY4" fmla="*/ 39697 h 199078"/>
                <a:gd name="connsiteX5" fmla="*/ 79393 w 79393"/>
                <a:gd name="connsiteY5" fmla="*/ 159382 h 199078"/>
                <a:gd name="connsiteX6" fmla="*/ 39697 w 79393"/>
                <a:gd name="connsiteY6" fmla="*/ 199078 h 199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078">
                  <a:moveTo>
                    <a:pt x="39697" y="199078"/>
                  </a:moveTo>
                  <a:cubicBezTo>
                    <a:pt x="17773" y="199078"/>
                    <a:pt x="0" y="181306"/>
                    <a:pt x="0" y="1593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59382"/>
                  </a:lnTo>
                  <a:cubicBezTo>
                    <a:pt x="79393" y="181306"/>
                    <a:pt x="61621" y="199078"/>
                    <a:pt x="39697" y="19907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6AE29C26-51FD-0D43-9D5B-1DB2FE66B6F6}"/>
                </a:ext>
              </a:extLst>
            </p:cNvPr>
            <p:cNvSpPr/>
            <p:nvPr/>
          </p:nvSpPr>
          <p:spPr>
            <a:xfrm>
              <a:off x="7244919" y="3725221"/>
              <a:ext cx="79393" cy="199078"/>
            </a:xfrm>
            <a:custGeom>
              <a:avLst/>
              <a:gdLst>
                <a:gd name="connsiteX0" fmla="*/ 39697 w 79393"/>
                <a:gd name="connsiteY0" fmla="*/ 199078 h 199078"/>
                <a:gd name="connsiteX1" fmla="*/ 0 w 79393"/>
                <a:gd name="connsiteY1" fmla="*/ 159382 h 199078"/>
                <a:gd name="connsiteX2" fmla="*/ 0 w 79393"/>
                <a:gd name="connsiteY2" fmla="*/ 39697 h 199078"/>
                <a:gd name="connsiteX3" fmla="*/ 39697 w 79393"/>
                <a:gd name="connsiteY3" fmla="*/ 0 h 199078"/>
                <a:gd name="connsiteX4" fmla="*/ 79393 w 79393"/>
                <a:gd name="connsiteY4" fmla="*/ 39697 h 199078"/>
                <a:gd name="connsiteX5" fmla="*/ 79393 w 79393"/>
                <a:gd name="connsiteY5" fmla="*/ 159382 h 199078"/>
                <a:gd name="connsiteX6" fmla="*/ 39697 w 79393"/>
                <a:gd name="connsiteY6" fmla="*/ 199078 h 199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9078">
                  <a:moveTo>
                    <a:pt x="39697" y="199078"/>
                  </a:moveTo>
                  <a:cubicBezTo>
                    <a:pt x="17774" y="199078"/>
                    <a:pt x="0" y="181306"/>
                    <a:pt x="0" y="15938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9382"/>
                  </a:lnTo>
                  <a:cubicBezTo>
                    <a:pt x="79393" y="181306"/>
                    <a:pt x="61619" y="199078"/>
                    <a:pt x="39697" y="19907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71">
            <a:extLst>
              <a:ext uri="{FF2B5EF4-FFF2-40B4-BE49-F238E27FC236}">
                <a16:creationId xmlns:a16="http://schemas.microsoft.com/office/drawing/2014/main" id="{770FB9C8-5F4B-4D93-B24F-39F8A8C0B44E}"/>
              </a:ext>
            </a:extLst>
          </p:cNvPr>
          <p:cNvGrpSpPr>
            <a:grpSpLocks noChangeAspect="1"/>
          </p:cNvGrpSpPr>
          <p:nvPr/>
        </p:nvGrpSpPr>
        <p:grpSpPr>
          <a:xfrm>
            <a:off x="8188956" y="3653866"/>
            <a:ext cx="646608" cy="840574"/>
            <a:chOff x="8188956" y="3653866"/>
            <a:chExt cx="646608" cy="84057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C380048-06BD-E949-9B35-204B2FE20CDA}"/>
                </a:ext>
              </a:extLst>
            </p:cNvPr>
            <p:cNvSpPr/>
            <p:nvPr/>
          </p:nvSpPr>
          <p:spPr>
            <a:xfrm>
              <a:off x="8475343" y="4278740"/>
              <a:ext cx="79393" cy="215701"/>
            </a:xfrm>
            <a:custGeom>
              <a:avLst/>
              <a:gdLst>
                <a:gd name="connsiteX0" fmla="*/ 39697 w 79393"/>
                <a:gd name="connsiteY0" fmla="*/ 215701 h 215701"/>
                <a:gd name="connsiteX1" fmla="*/ 0 w 79393"/>
                <a:gd name="connsiteY1" fmla="*/ 176005 h 215701"/>
                <a:gd name="connsiteX2" fmla="*/ 0 w 79393"/>
                <a:gd name="connsiteY2" fmla="*/ 39697 h 215701"/>
                <a:gd name="connsiteX3" fmla="*/ 39697 w 79393"/>
                <a:gd name="connsiteY3" fmla="*/ 0 h 215701"/>
                <a:gd name="connsiteX4" fmla="*/ 79393 w 79393"/>
                <a:gd name="connsiteY4" fmla="*/ 39697 h 215701"/>
                <a:gd name="connsiteX5" fmla="*/ 79393 w 79393"/>
                <a:gd name="connsiteY5" fmla="*/ 176005 h 215701"/>
                <a:gd name="connsiteX6" fmla="*/ 39697 w 79393"/>
                <a:gd name="connsiteY6" fmla="*/ 215701 h 21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5701">
                  <a:moveTo>
                    <a:pt x="39697" y="215701"/>
                  </a:moveTo>
                  <a:cubicBezTo>
                    <a:pt x="17773" y="215701"/>
                    <a:pt x="0" y="197927"/>
                    <a:pt x="0" y="17600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76005"/>
                  </a:lnTo>
                  <a:cubicBezTo>
                    <a:pt x="79393" y="197927"/>
                    <a:pt x="61621" y="215701"/>
                    <a:pt x="39697" y="2157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32D697B9-92B6-B342-B81D-EAAF8D3D54E3}"/>
                </a:ext>
              </a:extLst>
            </p:cNvPr>
            <p:cNvSpPr/>
            <p:nvPr/>
          </p:nvSpPr>
          <p:spPr>
            <a:xfrm>
              <a:off x="8281559" y="3653866"/>
              <a:ext cx="458387" cy="312611"/>
            </a:xfrm>
            <a:custGeom>
              <a:avLst/>
              <a:gdLst>
                <a:gd name="connsiteX0" fmla="*/ 418516 w 458387"/>
                <a:gd name="connsiteY0" fmla="*/ 312611 h 312611"/>
                <a:gd name="connsiteX1" fmla="*/ 314858 w 458387"/>
                <a:gd name="connsiteY1" fmla="*/ 312611 h 312611"/>
                <a:gd name="connsiteX2" fmla="*/ 275162 w 458387"/>
                <a:gd name="connsiteY2" fmla="*/ 272914 h 312611"/>
                <a:gd name="connsiteX3" fmla="*/ 314858 w 458387"/>
                <a:gd name="connsiteY3" fmla="*/ 233218 h 312611"/>
                <a:gd name="connsiteX4" fmla="*/ 336543 w 458387"/>
                <a:gd name="connsiteY4" fmla="*/ 233218 h 312611"/>
                <a:gd name="connsiteX5" fmla="*/ 233232 w 458387"/>
                <a:gd name="connsiteY5" fmla="*/ 102715 h 312611"/>
                <a:gd name="connsiteX6" fmla="*/ 124563 w 458387"/>
                <a:gd name="connsiteY6" fmla="*/ 233218 h 312611"/>
                <a:gd name="connsiteX7" fmla="*/ 149373 w 458387"/>
                <a:gd name="connsiteY7" fmla="*/ 233218 h 312611"/>
                <a:gd name="connsiteX8" fmla="*/ 189070 w 458387"/>
                <a:gd name="connsiteY8" fmla="*/ 272914 h 312611"/>
                <a:gd name="connsiteX9" fmla="*/ 149373 w 458387"/>
                <a:gd name="connsiteY9" fmla="*/ 312611 h 312611"/>
                <a:gd name="connsiteX10" fmla="*/ 39711 w 458387"/>
                <a:gd name="connsiteY10" fmla="*/ 312611 h 312611"/>
                <a:gd name="connsiteX11" fmla="*/ 0 w 458387"/>
                <a:gd name="connsiteY11" fmla="*/ 272929 h 312611"/>
                <a:gd name="connsiteX12" fmla="*/ 9195 w 458387"/>
                <a:gd name="connsiteY12" fmla="*/ 247508 h 312611"/>
                <a:gd name="connsiteX13" fmla="*/ 203460 w 458387"/>
                <a:gd name="connsiteY13" fmla="*/ 14291 h 312611"/>
                <a:gd name="connsiteX14" fmla="*/ 234126 w 458387"/>
                <a:gd name="connsiteY14" fmla="*/ 0 h 312611"/>
                <a:gd name="connsiteX15" fmla="*/ 234622 w 458387"/>
                <a:gd name="connsiteY15" fmla="*/ 0 h 312611"/>
                <a:gd name="connsiteX16" fmla="*/ 265238 w 458387"/>
                <a:gd name="connsiteY16" fmla="*/ 14887 h 312611"/>
                <a:gd name="connsiteX17" fmla="*/ 449678 w 458387"/>
                <a:gd name="connsiteY17" fmla="*/ 248104 h 312611"/>
                <a:gd name="connsiteX18" fmla="*/ 443500 w 458387"/>
                <a:gd name="connsiteY18" fmla="*/ 303902 h 312611"/>
                <a:gd name="connsiteX19" fmla="*/ 418516 w 458387"/>
                <a:gd name="connsiteY19" fmla="*/ 312611 h 312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8387" h="312611">
                  <a:moveTo>
                    <a:pt x="418516" y="312611"/>
                  </a:moveTo>
                  <a:lnTo>
                    <a:pt x="314858" y="312611"/>
                  </a:lnTo>
                  <a:cubicBezTo>
                    <a:pt x="292936" y="312611"/>
                    <a:pt x="275162" y="294838"/>
                    <a:pt x="275162" y="272914"/>
                  </a:cubicBezTo>
                  <a:cubicBezTo>
                    <a:pt x="275162" y="250990"/>
                    <a:pt x="292936" y="233218"/>
                    <a:pt x="314858" y="233218"/>
                  </a:cubicBezTo>
                  <a:lnTo>
                    <a:pt x="336543" y="233218"/>
                  </a:lnTo>
                  <a:lnTo>
                    <a:pt x="233232" y="102715"/>
                  </a:lnTo>
                  <a:lnTo>
                    <a:pt x="124563" y="233218"/>
                  </a:lnTo>
                  <a:lnTo>
                    <a:pt x="149373" y="233218"/>
                  </a:lnTo>
                  <a:cubicBezTo>
                    <a:pt x="171297" y="233218"/>
                    <a:pt x="189070" y="250990"/>
                    <a:pt x="189070" y="272914"/>
                  </a:cubicBezTo>
                  <a:cubicBezTo>
                    <a:pt x="189070" y="294838"/>
                    <a:pt x="171297" y="312611"/>
                    <a:pt x="149373" y="312611"/>
                  </a:cubicBezTo>
                  <a:lnTo>
                    <a:pt x="39711" y="312611"/>
                  </a:lnTo>
                  <a:cubicBezTo>
                    <a:pt x="17788" y="312619"/>
                    <a:pt x="8" y="294853"/>
                    <a:pt x="0" y="272929"/>
                  </a:cubicBezTo>
                  <a:cubicBezTo>
                    <a:pt x="-3" y="263641"/>
                    <a:pt x="3250" y="254645"/>
                    <a:pt x="9195" y="247508"/>
                  </a:cubicBezTo>
                  <a:lnTo>
                    <a:pt x="203460" y="14291"/>
                  </a:lnTo>
                  <a:cubicBezTo>
                    <a:pt x="211039" y="5192"/>
                    <a:pt x="222284" y="-48"/>
                    <a:pt x="234126" y="0"/>
                  </a:cubicBezTo>
                  <a:lnTo>
                    <a:pt x="234622" y="0"/>
                  </a:lnTo>
                  <a:cubicBezTo>
                    <a:pt x="246545" y="113"/>
                    <a:pt x="257786" y="5578"/>
                    <a:pt x="265238" y="14887"/>
                  </a:cubicBezTo>
                  <a:lnTo>
                    <a:pt x="449678" y="248104"/>
                  </a:lnTo>
                  <a:cubicBezTo>
                    <a:pt x="463378" y="265218"/>
                    <a:pt x="460615" y="290199"/>
                    <a:pt x="443500" y="303902"/>
                  </a:cubicBezTo>
                  <a:cubicBezTo>
                    <a:pt x="436414" y="309577"/>
                    <a:pt x="427597" y="312650"/>
                    <a:pt x="418516" y="3126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42" name="Picture Placeholder 71">
              <a:extLst>
                <a:ext uri="{FF2B5EF4-FFF2-40B4-BE49-F238E27FC236}">
                  <a16:creationId xmlns:a16="http://schemas.microsoft.com/office/drawing/2014/main" id="{770FB9C8-5F4B-4D93-B24F-39F8A8C0B44E}"/>
                </a:ext>
              </a:extLst>
            </p:cNvPr>
            <p:cNvGrpSpPr/>
            <p:nvPr/>
          </p:nvGrpSpPr>
          <p:grpSpPr>
            <a:xfrm>
              <a:off x="8233658" y="3886978"/>
              <a:ext cx="557149" cy="270935"/>
              <a:chOff x="8233658" y="3886978"/>
              <a:chExt cx="557149" cy="270935"/>
            </a:xfrm>
            <a:solidFill>
              <a:srgbClr val="FFFFFF"/>
            </a:solidFill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313AD19C-3134-9C43-BA85-F0F473331C51}"/>
                  </a:ext>
                </a:extLst>
              </p:cNvPr>
              <p:cNvSpPr/>
              <p:nvPr/>
            </p:nvSpPr>
            <p:spPr>
              <a:xfrm>
                <a:off x="8233658" y="3886978"/>
                <a:ext cx="237944" cy="270935"/>
              </a:xfrm>
              <a:custGeom>
                <a:avLst/>
                <a:gdLst>
                  <a:gd name="connsiteX0" fmla="*/ 157081 w 237944"/>
                  <a:gd name="connsiteY0" fmla="*/ 270935 h 270935"/>
                  <a:gd name="connsiteX1" fmla="*/ 39679 w 237944"/>
                  <a:gd name="connsiteY1" fmla="*/ 270935 h 270935"/>
                  <a:gd name="connsiteX2" fmla="*/ 0 w 237944"/>
                  <a:gd name="connsiteY2" fmla="*/ 231221 h 270935"/>
                  <a:gd name="connsiteX3" fmla="*/ 9112 w 237944"/>
                  <a:gd name="connsiteY3" fmla="*/ 205932 h 270935"/>
                  <a:gd name="connsiteX4" fmla="*/ 167651 w 237944"/>
                  <a:gd name="connsiteY4" fmla="*/ 14396 h 270935"/>
                  <a:gd name="connsiteX5" fmla="*/ 223548 w 237944"/>
                  <a:gd name="connsiteY5" fmla="*/ 9112 h 270935"/>
                  <a:gd name="connsiteX6" fmla="*/ 228833 w 237944"/>
                  <a:gd name="connsiteY6" fmla="*/ 65010 h 270935"/>
                  <a:gd name="connsiteX7" fmla="*/ 124084 w 237944"/>
                  <a:gd name="connsiteY7" fmla="*/ 191542 h 270935"/>
                  <a:gd name="connsiteX8" fmla="*/ 157081 w 237944"/>
                  <a:gd name="connsiteY8" fmla="*/ 191542 h 270935"/>
                  <a:gd name="connsiteX9" fmla="*/ 196778 w 237944"/>
                  <a:gd name="connsiteY9" fmla="*/ 231239 h 270935"/>
                  <a:gd name="connsiteX10" fmla="*/ 157081 w 237944"/>
                  <a:gd name="connsiteY10" fmla="*/ 270935 h 270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7944" h="270935">
                    <a:moveTo>
                      <a:pt x="157081" y="270935"/>
                    </a:moveTo>
                    <a:lnTo>
                      <a:pt x="39679" y="270935"/>
                    </a:lnTo>
                    <a:cubicBezTo>
                      <a:pt x="17755" y="270925"/>
                      <a:pt x="-10" y="253146"/>
                      <a:pt x="0" y="231221"/>
                    </a:cubicBezTo>
                    <a:cubicBezTo>
                      <a:pt x="4" y="221988"/>
                      <a:pt x="3226" y="213045"/>
                      <a:pt x="9112" y="205932"/>
                    </a:cubicBezTo>
                    <a:lnTo>
                      <a:pt x="167651" y="14396"/>
                    </a:lnTo>
                    <a:cubicBezTo>
                      <a:pt x="181627" y="-2498"/>
                      <a:pt x="206654" y="-4865"/>
                      <a:pt x="223548" y="9112"/>
                    </a:cubicBezTo>
                    <a:cubicBezTo>
                      <a:pt x="240443" y="23089"/>
                      <a:pt x="242809" y="48115"/>
                      <a:pt x="228833" y="65010"/>
                    </a:cubicBezTo>
                    <a:lnTo>
                      <a:pt x="124084" y="191542"/>
                    </a:lnTo>
                    <a:lnTo>
                      <a:pt x="157081" y="191542"/>
                    </a:lnTo>
                    <a:cubicBezTo>
                      <a:pt x="179005" y="191542"/>
                      <a:pt x="196778" y="209315"/>
                      <a:pt x="196778" y="231239"/>
                    </a:cubicBezTo>
                    <a:cubicBezTo>
                      <a:pt x="196778" y="253161"/>
                      <a:pt x="179005" y="270935"/>
                      <a:pt x="157081" y="2709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819ACC7F-36E6-BC46-9B3A-96B651EC7D29}"/>
                  </a:ext>
                </a:extLst>
              </p:cNvPr>
              <p:cNvSpPr/>
              <p:nvPr/>
            </p:nvSpPr>
            <p:spPr>
              <a:xfrm>
                <a:off x="8556289" y="3887074"/>
                <a:ext cx="234517" cy="270839"/>
              </a:xfrm>
              <a:custGeom>
                <a:avLst/>
                <a:gdLst>
                  <a:gd name="connsiteX0" fmla="*/ 194995 w 234517"/>
                  <a:gd name="connsiteY0" fmla="*/ 270840 h 270839"/>
                  <a:gd name="connsiteX1" fmla="*/ 91486 w 234517"/>
                  <a:gd name="connsiteY1" fmla="*/ 270840 h 270839"/>
                  <a:gd name="connsiteX2" fmla="*/ 51789 w 234517"/>
                  <a:gd name="connsiteY2" fmla="*/ 231143 h 270839"/>
                  <a:gd name="connsiteX3" fmla="*/ 91486 w 234517"/>
                  <a:gd name="connsiteY3" fmla="*/ 191447 h 270839"/>
                  <a:gd name="connsiteX4" fmla="*/ 111681 w 234517"/>
                  <a:gd name="connsiteY4" fmla="*/ 191447 h 270839"/>
                  <a:gd name="connsiteX5" fmla="*/ 8867 w 234517"/>
                  <a:gd name="connsiteY5" fmla="*/ 64715 h 270839"/>
                  <a:gd name="connsiteX6" fmla="*/ 14698 w 234517"/>
                  <a:gd name="connsiteY6" fmla="*/ 8867 h 270839"/>
                  <a:gd name="connsiteX7" fmla="*/ 70546 w 234517"/>
                  <a:gd name="connsiteY7" fmla="*/ 14698 h 270839"/>
                  <a:gd name="connsiteX8" fmla="*/ 225809 w 234517"/>
                  <a:gd name="connsiteY8" fmla="*/ 206134 h 270839"/>
                  <a:gd name="connsiteX9" fmla="*/ 219631 w 234517"/>
                  <a:gd name="connsiteY9" fmla="*/ 261933 h 270839"/>
                  <a:gd name="connsiteX10" fmla="*/ 194995 w 234517"/>
                  <a:gd name="connsiteY10" fmla="*/ 270641 h 27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517" h="270839">
                    <a:moveTo>
                      <a:pt x="194995" y="270840"/>
                    </a:moveTo>
                    <a:lnTo>
                      <a:pt x="91486" y="270840"/>
                    </a:lnTo>
                    <a:cubicBezTo>
                      <a:pt x="69563" y="270840"/>
                      <a:pt x="51789" y="253066"/>
                      <a:pt x="51789" y="231143"/>
                    </a:cubicBezTo>
                    <a:cubicBezTo>
                      <a:pt x="51789" y="209219"/>
                      <a:pt x="69563" y="191447"/>
                      <a:pt x="91486" y="191447"/>
                    </a:cubicBezTo>
                    <a:lnTo>
                      <a:pt x="111681" y="191447"/>
                    </a:lnTo>
                    <a:lnTo>
                      <a:pt x="8867" y="64715"/>
                    </a:lnTo>
                    <a:cubicBezTo>
                      <a:pt x="-4945" y="47684"/>
                      <a:pt x="-2334" y="22679"/>
                      <a:pt x="14698" y="8867"/>
                    </a:cubicBezTo>
                    <a:cubicBezTo>
                      <a:pt x="31727" y="-4945"/>
                      <a:pt x="56731" y="-2335"/>
                      <a:pt x="70546" y="14698"/>
                    </a:cubicBezTo>
                    <a:lnTo>
                      <a:pt x="225809" y="206134"/>
                    </a:lnTo>
                    <a:cubicBezTo>
                      <a:pt x="239509" y="223248"/>
                      <a:pt x="236745" y="248230"/>
                      <a:pt x="219631" y="261933"/>
                    </a:cubicBezTo>
                    <a:cubicBezTo>
                      <a:pt x="212640" y="267535"/>
                      <a:pt x="203956" y="270602"/>
                      <a:pt x="194995" y="2706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C6BA8FA-0B00-0544-9D4D-6389EE559361}"/>
                </a:ext>
              </a:extLst>
            </p:cNvPr>
            <p:cNvSpPr/>
            <p:nvPr/>
          </p:nvSpPr>
          <p:spPr>
            <a:xfrm>
              <a:off x="8188956" y="4079039"/>
              <a:ext cx="646608" cy="267432"/>
            </a:xfrm>
            <a:custGeom>
              <a:avLst/>
              <a:gdLst>
                <a:gd name="connsiteX0" fmla="*/ 606986 w 646608"/>
                <a:gd name="connsiteY0" fmla="*/ 267432 h 267432"/>
                <a:gd name="connsiteX1" fmla="*/ 39721 w 646608"/>
                <a:gd name="connsiteY1" fmla="*/ 267432 h 267432"/>
                <a:gd name="connsiteX2" fmla="*/ 0 w 646608"/>
                <a:gd name="connsiteY2" fmla="*/ 227761 h 267432"/>
                <a:gd name="connsiteX3" fmla="*/ 9701 w 646608"/>
                <a:gd name="connsiteY3" fmla="*/ 201735 h 267432"/>
                <a:gd name="connsiteX4" fmla="*/ 172010 w 646608"/>
                <a:gd name="connsiteY4" fmla="*/ 14665 h 267432"/>
                <a:gd name="connsiteX5" fmla="*/ 227998 w 646608"/>
                <a:gd name="connsiteY5" fmla="*/ 10535 h 267432"/>
                <a:gd name="connsiteX6" fmla="*/ 232128 w 646608"/>
                <a:gd name="connsiteY6" fmla="*/ 66523 h 267432"/>
                <a:gd name="connsiteX7" fmla="*/ 232002 w 646608"/>
                <a:gd name="connsiteY7" fmla="*/ 66667 h 267432"/>
                <a:gd name="connsiteX8" fmla="*/ 126707 w 646608"/>
                <a:gd name="connsiteY8" fmla="*/ 188039 h 267432"/>
                <a:gd name="connsiteX9" fmla="*/ 523921 w 646608"/>
                <a:gd name="connsiteY9" fmla="*/ 188039 h 267432"/>
                <a:gd name="connsiteX10" fmla="*/ 424233 w 646608"/>
                <a:gd name="connsiteY10" fmla="*/ 64633 h 267432"/>
                <a:gd name="connsiteX11" fmla="*/ 430187 w 646608"/>
                <a:gd name="connsiteY11" fmla="*/ 8809 h 267432"/>
                <a:gd name="connsiteX12" fmla="*/ 486010 w 646608"/>
                <a:gd name="connsiteY12" fmla="*/ 14764 h 267432"/>
                <a:gd name="connsiteX13" fmla="*/ 637900 w 646608"/>
                <a:gd name="connsiteY13" fmla="*/ 202777 h 267432"/>
                <a:gd name="connsiteX14" fmla="*/ 631722 w 646608"/>
                <a:gd name="connsiteY14" fmla="*/ 258575 h 267432"/>
                <a:gd name="connsiteX15" fmla="*/ 606986 w 646608"/>
                <a:gd name="connsiteY15" fmla="*/ 267284 h 26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6608" h="267432">
                  <a:moveTo>
                    <a:pt x="606986" y="267432"/>
                  </a:moveTo>
                  <a:lnTo>
                    <a:pt x="39721" y="267432"/>
                  </a:lnTo>
                  <a:cubicBezTo>
                    <a:pt x="17797" y="267447"/>
                    <a:pt x="14" y="249683"/>
                    <a:pt x="0" y="227761"/>
                  </a:cubicBezTo>
                  <a:cubicBezTo>
                    <a:pt x="-6" y="218199"/>
                    <a:pt x="3439" y="208959"/>
                    <a:pt x="9701" y="201735"/>
                  </a:cubicBezTo>
                  <a:lnTo>
                    <a:pt x="172010" y="14665"/>
                  </a:lnTo>
                  <a:cubicBezTo>
                    <a:pt x="186330" y="-1936"/>
                    <a:pt x="211397" y="-3785"/>
                    <a:pt x="227998" y="10535"/>
                  </a:cubicBezTo>
                  <a:cubicBezTo>
                    <a:pt x="244599" y="24855"/>
                    <a:pt x="246448" y="49921"/>
                    <a:pt x="232128" y="66523"/>
                  </a:cubicBezTo>
                  <a:cubicBezTo>
                    <a:pt x="232086" y="66573"/>
                    <a:pt x="232044" y="66618"/>
                    <a:pt x="232002" y="66667"/>
                  </a:cubicBezTo>
                  <a:lnTo>
                    <a:pt x="126707" y="188039"/>
                  </a:lnTo>
                  <a:lnTo>
                    <a:pt x="523921" y="188039"/>
                  </a:lnTo>
                  <a:lnTo>
                    <a:pt x="424233" y="64633"/>
                  </a:lnTo>
                  <a:cubicBezTo>
                    <a:pt x="410463" y="47573"/>
                    <a:pt x="413127" y="22580"/>
                    <a:pt x="430187" y="8809"/>
                  </a:cubicBezTo>
                  <a:cubicBezTo>
                    <a:pt x="447247" y="-4961"/>
                    <a:pt x="472241" y="-2296"/>
                    <a:pt x="486010" y="14764"/>
                  </a:cubicBezTo>
                  <a:lnTo>
                    <a:pt x="637900" y="202777"/>
                  </a:lnTo>
                  <a:cubicBezTo>
                    <a:pt x="651600" y="219891"/>
                    <a:pt x="648836" y="244875"/>
                    <a:pt x="631722" y="258575"/>
                  </a:cubicBezTo>
                  <a:cubicBezTo>
                    <a:pt x="624700" y="264197"/>
                    <a:pt x="615982" y="267269"/>
                    <a:pt x="606986" y="2672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6" name="Picture Placeholder 73">
            <a:extLst>
              <a:ext uri="{FF2B5EF4-FFF2-40B4-BE49-F238E27FC236}">
                <a16:creationId xmlns:a16="http://schemas.microsoft.com/office/drawing/2014/main" id="{F9CF322C-1753-4868-B3B5-37015CB2F10E}"/>
              </a:ext>
            </a:extLst>
          </p:cNvPr>
          <p:cNvGrpSpPr>
            <a:grpSpLocks noChangeAspect="1"/>
          </p:cNvGrpSpPr>
          <p:nvPr/>
        </p:nvGrpSpPr>
        <p:grpSpPr>
          <a:xfrm>
            <a:off x="9413003" y="3655099"/>
            <a:ext cx="833628" cy="838349"/>
            <a:chOff x="9413003" y="3655099"/>
            <a:chExt cx="833628" cy="838349"/>
          </a:xfrm>
        </p:grpSpPr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5BEEBA5A-DBBE-6F4E-89B0-FEC5FED8F999}"/>
                </a:ext>
              </a:extLst>
            </p:cNvPr>
            <p:cNvSpPr/>
            <p:nvPr/>
          </p:nvSpPr>
          <p:spPr>
            <a:xfrm>
              <a:off x="9881919" y="4280079"/>
              <a:ext cx="79393" cy="210639"/>
            </a:xfrm>
            <a:custGeom>
              <a:avLst/>
              <a:gdLst>
                <a:gd name="connsiteX0" fmla="*/ 39697 w 79393"/>
                <a:gd name="connsiteY0" fmla="*/ 210640 h 210639"/>
                <a:gd name="connsiteX1" fmla="*/ 0 w 79393"/>
                <a:gd name="connsiteY1" fmla="*/ 170943 h 210639"/>
                <a:gd name="connsiteX2" fmla="*/ 0 w 79393"/>
                <a:gd name="connsiteY2" fmla="*/ 39697 h 210639"/>
                <a:gd name="connsiteX3" fmla="*/ 39697 w 79393"/>
                <a:gd name="connsiteY3" fmla="*/ 0 h 210639"/>
                <a:gd name="connsiteX4" fmla="*/ 79393 w 79393"/>
                <a:gd name="connsiteY4" fmla="*/ 39697 h 210639"/>
                <a:gd name="connsiteX5" fmla="*/ 79393 w 79393"/>
                <a:gd name="connsiteY5" fmla="*/ 171043 h 210639"/>
                <a:gd name="connsiteX6" fmla="*/ 39697 w 79393"/>
                <a:gd name="connsiteY6" fmla="*/ 210640 h 21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39">
                  <a:moveTo>
                    <a:pt x="39697" y="210640"/>
                  </a:moveTo>
                  <a:cubicBezTo>
                    <a:pt x="17774" y="210640"/>
                    <a:pt x="0" y="192866"/>
                    <a:pt x="0" y="17094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171043"/>
                  </a:lnTo>
                  <a:cubicBezTo>
                    <a:pt x="79339" y="192925"/>
                    <a:pt x="61579" y="210640"/>
                    <a:pt x="39697" y="2106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10BFF508-2202-8541-96F6-0F876D3E377C}"/>
                </a:ext>
              </a:extLst>
            </p:cNvPr>
            <p:cNvSpPr/>
            <p:nvPr/>
          </p:nvSpPr>
          <p:spPr>
            <a:xfrm>
              <a:off x="9688383" y="3655099"/>
              <a:ext cx="458238" cy="312618"/>
            </a:xfrm>
            <a:custGeom>
              <a:avLst/>
              <a:gdLst>
                <a:gd name="connsiteX0" fmla="*/ 418467 w 458238"/>
                <a:gd name="connsiteY0" fmla="*/ 312618 h 312618"/>
                <a:gd name="connsiteX1" fmla="*/ 314809 w 458238"/>
                <a:gd name="connsiteY1" fmla="*/ 312618 h 312618"/>
                <a:gd name="connsiteX2" fmla="*/ 275112 w 458238"/>
                <a:gd name="connsiteY2" fmla="*/ 272922 h 312618"/>
                <a:gd name="connsiteX3" fmla="*/ 314809 w 458238"/>
                <a:gd name="connsiteY3" fmla="*/ 233225 h 312618"/>
                <a:gd name="connsiteX4" fmla="*/ 336493 w 458238"/>
                <a:gd name="connsiteY4" fmla="*/ 233225 h 312618"/>
                <a:gd name="connsiteX5" fmla="*/ 233232 w 458238"/>
                <a:gd name="connsiteY5" fmla="*/ 102723 h 312618"/>
                <a:gd name="connsiteX6" fmla="*/ 124513 w 458238"/>
                <a:gd name="connsiteY6" fmla="*/ 233225 h 312618"/>
                <a:gd name="connsiteX7" fmla="*/ 149324 w 458238"/>
                <a:gd name="connsiteY7" fmla="*/ 233225 h 312618"/>
                <a:gd name="connsiteX8" fmla="*/ 189020 w 458238"/>
                <a:gd name="connsiteY8" fmla="*/ 272922 h 312618"/>
                <a:gd name="connsiteX9" fmla="*/ 149324 w 458238"/>
                <a:gd name="connsiteY9" fmla="*/ 312618 h 312618"/>
                <a:gd name="connsiteX10" fmla="*/ 39711 w 458238"/>
                <a:gd name="connsiteY10" fmla="*/ 312618 h 312618"/>
                <a:gd name="connsiteX11" fmla="*/ 0 w 458238"/>
                <a:gd name="connsiteY11" fmla="*/ 272937 h 312618"/>
                <a:gd name="connsiteX12" fmla="*/ 9195 w 458238"/>
                <a:gd name="connsiteY12" fmla="*/ 247516 h 312618"/>
                <a:gd name="connsiteX13" fmla="*/ 203460 w 458238"/>
                <a:gd name="connsiteY13" fmla="*/ 14299 h 312618"/>
                <a:gd name="connsiteX14" fmla="*/ 234473 w 458238"/>
                <a:gd name="connsiteY14" fmla="*/ 8 h 312618"/>
                <a:gd name="connsiteX15" fmla="*/ 265139 w 458238"/>
                <a:gd name="connsiteY15" fmla="*/ 14894 h 312618"/>
                <a:gd name="connsiteX16" fmla="*/ 449529 w 458238"/>
                <a:gd name="connsiteY16" fmla="*/ 248111 h 312618"/>
                <a:gd name="connsiteX17" fmla="*/ 443351 w 458238"/>
                <a:gd name="connsiteY17" fmla="*/ 303910 h 312618"/>
                <a:gd name="connsiteX18" fmla="*/ 418367 w 458238"/>
                <a:gd name="connsiteY18" fmla="*/ 312618 h 31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8238" h="312618">
                  <a:moveTo>
                    <a:pt x="418467" y="312618"/>
                  </a:moveTo>
                  <a:lnTo>
                    <a:pt x="314809" y="312618"/>
                  </a:lnTo>
                  <a:cubicBezTo>
                    <a:pt x="292886" y="312618"/>
                    <a:pt x="275112" y="294846"/>
                    <a:pt x="275112" y="272922"/>
                  </a:cubicBezTo>
                  <a:cubicBezTo>
                    <a:pt x="275112" y="250998"/>
                    <a:pt x="292886" y="233225"/>
                    <a:pt x="314809" y="233225"/>
                  </a:cubicBezTo>
                  <a:lnTo>
                    <a:pt x="336493" y="233225"/>
                  </a:lnTo>
                  <a:lnTo>
                    <a:pt x="233232" y="102723"/>
                  </a:lnTo>
                  <a:lnTo>
                    <a:pt x="124513" y="233225"/>
                  </a:lnTo>
                  <a:lnTo>
                    <a:pt x="149324" y="233225"/>
                  </a:lnTo>
                  <a:cubicBezTo>
                    <a:pt x="171248" y="233225"/>
                    <a:pt x="189020" y="250998"/>
                    <a:pt x="189020" y="272922"/>
                  </a:cubicBezTo>
                  <a:cubicBezTo>
                    <a:pt x="189020" y="294846"/>
                    <a:pt x="171248" y="312618"/>
                    <a:pt x="149324" y="312618"/>
                  </a:cubicBezTo>
                  <a:lnTo>
                    <a:pt x="39711" y="312618"/>
                  </a:lnTo>
                  <a:cubicBezTo>
                    <a:pt x="17788" y="312627"/>
                    <a:pt x="8" y="294860"/>
                    <a:pt x="0" y="272937"/>
                  </a:cubicBezTo>
                  <a:cubicBezTo>
                    <a:pt x="-3" y="263648"/>
                    <a:pt x="3250" y="254653"/>
                    <a:pt x="9195" y="247516"/>
                  </a:cubicBezTo>
                  <a:lnTo>
                    <a:pt x="203460" y="14299"/>
                  </a:lnTo>
                  <a:cubicBezTo>
                    <a:pt x="211062" y="5034"/>
                    <a:pt x="222489" y="-233"/>
                    <a:pt x="234473" y="8"/>
                  </a:cubicBezTo>
                  <a:cubicBezTo>
                    <a:pt x="246412" y="105"/>
                    <a:pt x="257676" y="5572"/>
                    <a:pt x="265139" y="14894"/>
                  </a:cubicBezTo>
                  <a:lnTo>
                    <a:pt x="449529" y="248111"/>
                  </a:lnTo>
                  <a:cubicBezTo>
                    <a:pt x="463229" y="265226"/>
                    <a:pt x="460466" y="290207"/>
                    <a:pt x="443351" y="303910"/>
                  </a:cubicBezTo>
                  <a:cubicBezTo>
                    <a:pt x="436266" y="309584"/>
                    <a:pt x="427448" y="312658"/>
                    <a:pt x="418367" y="3126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49" name="Picture Placeholder 73">
              <a:extLst>
                <a:ext uri="{FF2B5EF4-FFF2-40B4-BE49-F238E27FC236}">
                  <a16:creationId xmlns:a16="http://schemas.microsoft.com/office/drawing/2014/main" id="{F9CF322C-1753-4868-B3B5-37015CB2F10E}"/>
                </a:ext>
              </a:extLst>
            </p:cNvPr>
            <p:cNvGrpSpPr/>
            <p:nvPr/>
          </p:nvGrpSpPr>
          <p:grpSpPr>
            <a:xfrm>
              <a:off x="9640432" y="3888218"/>
              <a:ext cx="557198" cy="270935"/>
              <a:chOff x="9640432" y="3888218"/>
              <a:chExt cx="557198" cy="270935"/>
            </a:xfrm>
            <a:solidFill>
              <a:srgbClr val="FFFFFF"/>
            </a:solidFill>
          </p:grpSpPr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5C1D9D3-EC30-594D-9FFE-44F1AFEEE1D0}"/>
                  </a:ext>
                </a:extLst>
              </p:cNvPr>
              <p:cNvSpPr/>
              <p:nvPr/>
            </p:nvSpPr>
            <p:spPr>
              <a:xfrm>
                <a:off x="9640432" y="3888218"/>
                <a:ext cx="238192" cy="270935"/>
              </a:xfrm>
              <a:custGeom>
                <a:avLst/>
                <a:gdLst>
                  <a:gd name="connsiteX0" fmla="*/ 157131 w 238192"/>
                  <a:gd name="connsiteY0" fmla="*/ 270935 h 270935"/>
                  <a:gd name="connsiteX1" fmla="*/ 39679 w 238192"/>
                  <a:gd name="connsiteY1" fmla="*/ 270935 h 270935"/>
                  <a:gd name="connsiteX2" fmla="*/ 0 w 238192"/>
                  <a:gd name="connsiteY2" fmla="*/ 231221 h 270935"/>
                  <a:gd name="connsiteX3" fmla="*/ 9112 w 238192"/>
                  <a:gd name="connsiteY3" fmla="*/ 205932 h 270935"/>
                  <a:gd name="connsiteX4" fmla="*/ 167899 w 238192"/>
                  <a:gd name="connsiteY4" fmla="*/ 14396 h 270935"/>
                  <a:gd name="connsiteX5" fmla="*/ 223797 w 238192"/>
                  <a:gd name="connsiteY5" fmla="*/ 9112 h 270935"/>
                  <a:gd name="connsiteX6" fmla="*/ 229081 w 238192"/>
                  <a:gd name="connsiteY6" fmla="*/ 65010 h 270935"/>
                  <a:gd name="connsiteX7" fmla="*/ 124084 w 238192"/>
                  <a:gd name="connsiteY7" fmla="*/ 191542 h 270935"/>
                  <a:gd name="connsiteX8" fmla="*/ 157131 w 238192"/>
                  <a:gd name="connsiteY8" fmla="*/ 191542 h 270935"/>
                  <a:gd name="connsiteX9" fmla="*/ 196828 w 238192"/>
                  <a:gd name="connsiteY9" fmla="*/ 231239 h 270935"/>
                  <a:gd name="connsiteX10" fmla="*/ 157131 w 238192"/>
                  <a:gd name="connsiteY10" fmla="*/ 270935 h 270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8192" h="270935">
                    <a:moveTo>
                      <a:pt x="157131" y="270935"/>
                    </a:moveTo>
                    <a:lnTo>
                      <a:pt x="39679" y="270935"/>
                    </a:lnTo>
                    <a:cubicBezTo>
                      <a:pt x="17755" y="270925"/>
                      <a:pt x="-10" y="253146"/>
                      <a:pt x="0" y="231221"/>
                    </a:cubicBezTo>
                    <a:cubicBezTo>
                      <a:pt x="4" y="221988"/>
                      <a:pt x="3226" y="213045"/>
                      <a:pt x="9112" y="205932"/>
                    </a:cubicBezTo>
                    <a:lnTo>
                      <a:pt x="167899" y="14396"/>
                    </a:lnTo>
                    <a:cubicBezTo>
                      <a:pt x="181875" y="-2498"/>
                      <a:pt x="206902" y="-4865"/>
                      <a:pt x="223797" y="9112"/>
                    </a:cubicBezTo>
                    <a:cubicBezTo>
                      <a:pt x="240691" y="23089"/>
                      <a:pt x="243058" y="48115"/>
                      <a:pt x="229081" y="65010"/>
                    </a:cubicBezTo>
                    <a:lnTo>
                      <a:pt x="124084" y="191542"/>
                    </a:lnTo>
                    <a:lnTo>
                      <a:pt x="157131" y="191542"/>
                    </a:lnTo>
                    <a:cubicBezTo>
                      <a:pt x="179055" y="191542"/>
                      <a:pt x="196828" y="209315"/>
                      <a:pt x="196828" y="231239"/>
                    </a:cubicBezTo>
                    <a:cubicBezTo>
                      <a:pt x="196828" y="253161"/>
                      <a:pt x="179055" y="270935"/>
                      <a:pt x="157131" y="2709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0AA58319-5343-B145-ABB3-E5F3656A6D1B}"/>
                  </a:ext>
                </a:extLst>
              </p:cNvPr>
              <p:cNvSpPr/>
              <p:nvPr/>
            </p:nvSpPr>
            <p:spPr>
              <a:xfrm>
                <a:off x="9963049" y="3888274"/>
                <a:ext cx="234582" cy="270880"/>
              </a:xfrm>
              <a:custGeom>
                <a:avLst/>
                <a:gdLst>
                  <a:gd name="connsiteX0" fmla="*/ 195009 w 234582"/>
                  <a:gd name="connsiteY0" fmla="*/ 270880 h 270880"/>
                  <a:gd name="connsiteX1" fmla="*/ 91500 w 234582"/>
                  <a:gd name="connsiteY1" fmla="*/ 270880 h 270880"/>
                  <a:gd name="connsiteX2" fmla="*/ 51804 w 234582"/>
                  <a:gd name="connsiteY2" fmla="*/ 231183 h 270880"/>
                  <a:gd name="connsiteX3" fmla="*/ 91500 w 234582"/>
                  <a:gd name="connsiteY3" fmla="*/ 191487 h 270880"/>
                  <a:gd name="connsiteX4" fmla="*/ 111696 w 234582"/>
                  <a:gd name="connsiteY4" fmla="*/ 191487 h 270880"/>
                  <a:gd name="connsiteX5" fmla="*/ 8882 w 234582"/>
                  <a:gd name="connsiteY5" fmla="*/ 64756 h 270880"/>
                  <a:gd name="connsiteX6" fmla="*/ 14687 w 234582"/>
                  <a:gd name="connsiteY6" fmla="*/ 8883 h 270880"/>
                  <a:gd name="connsiteX7" fmla="*/ 70560 w 234582"/>
                  <a:gd name="connsiteY7" fmla="*/ 14688 h 270880"/>
                  <a:gd name="connsiteX8" fmla="*/ 225873 w 234582"/>
                  <a:gd name="connsiteY8" fmla="*/ 206125 h 270880"/>
                  <a:gd name="connsiteX9" fmla="*/ 219695 w 234582"/>
                  <a:gd name="connsiteY9" fmla="*/ 261923 h 270880"/>
                  <a:gd name="connsiteX10" fmla="*/ 195009 w 234582"/>
                  <a:gd name="connsiteY10" fmla="*/ 270632 h 27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582" h="270880">
                    <a:moveTo>
                      <a:pt x="195009" y="270880"/>
                    </a:moveTo>
                    <a:lnTo>
                      <a:pt x="91500" y="270880"/>
                    </a:lnTo>
                    <a:cubicBezTo>
                      <a:pt x="69578" y="270880"/>
                      <a:pt x="51804" y="253106"/>
                      <a:pt x="51804" y="231183"/>
                    </a:cubicBezTo>
                    <a:cubicBezTo>
                      <a:pt x="51804" y="209260"/>
                      <a:pt x="69578" y="191487"/>
                      <a:pt x="91500" y="191487"/>
                    </a:cubicBezTo>
                    <a:lnTo>
                      <a:pt x="111696" y="191487"/>
                    </a:lnTo>
                    <a:lnTo>
                      <a:pt x="8882" y="64756"/>
                    </a:lnTo>
                    <a:cubicBezTo>
                      <a:pt x="-4943" y="47724"/>
                      <a:pt x="-2343" y="22709"/>
                      <a:pt x="14687" y="8883"/>
                    </a:cubicBezTo>
                    <a:cubicBezTo>
                      <a:pt x="31717" y="-4943"/>
                      <a:pt x="56736" y="-2343"/>
                      <a:pt x="70560" y="14688"/>
                    </a:cubicBezTo>
                    <a:lnTo>
                      <a:pt x="225873" y="206125"/>
                    </a:lnTo>
                    <a:cubicBezTo>
                      <a:pt x="239573" y="223239"/>
                      <a:pt x="236810" y="248223"/>
                      <a:pt x="219695" y="261923"/>
                    </a:cubicBezTo>
                    <a:cubicBezTo>
                      <a:pt x="212689" y="267536"/>
                      <a:pt x="203985" y="270602"/>
                      <a:pt x="195009" y="270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5A9582FA-9654-CD41-98CB-841E320FA4F6}"/>
                </a:ext>
              </a:extLst>
            </p:cNvPr>
            <p:cNvSpPr/>
            <p:nvPr/>
          </p:nvSpPr>
          <p:spPr>
            <a:xfrm>
              <a:off x="9595979" y="4080280"/>
              <a:ext cx="646360" cy="267432"/>
            </a:xfrm>
            <a:custGeom>
              <a:avLst/>
              <a:gdLst>
                <a:gd name="connsiteX0" fmla="*/ 606738 w 646360"/>
                <a:gd name="connsiteY0" fmla="*/ 267432 h 267432"/>
                <a:gd name="connsiteX1" fmla="*/ 39474 w 646360"/>
                <a:gd name="connsiteY1" fmla="*/ 267432 h 267432"/>
                <a:gd name="connsiteX2" fmla="*/ 1 w 646360"/>
                <a:gd name="connsiteY2" fmla="*/ 227513 h 267432"/>
                <a:gd name="connsiteX3" fmla="*/ 9702 w 646360"/>
                <a:gd name="connsiteY3" fmla="*/ 201735 h 267432"/>
                <a:gd name="connsiteX4" fmla="*/ 171812 w 646360"/>
                <a:gd name="connsiteY4" fmla="*/ 14665 h 267432"/>
                <a:gd name="connsiteX5" fmla="*/ 227800 w 646360"/>
                <a:gd name="connsiteY5" fmla="*/ 10535 h 267432"/>
                <a:gd name="connsiteX6" fmla="*/ 231930 w 646360"/>
                <a:gd name="connsiteY6" fmla="*/ 66523 h 267432"/>
                <a:gd name="connsiteX7" fmla="*/ 231804 w 646360"/>
                <a:gd name="connsiteY7" fmla="*/ 66667 h 267432"/>
                <a:gd name="connsiteX8" fmla="*/ 126459 w 646360"/>
                <a:gd name="connsiteY8" fmla="*/ 188039 h 267432"/>
                <a:gd name="connsiteX9" fmla="*/ 523673 w 646360"/>
                <a:gd name="connsiteY9" fmla="*/ 188039 h 267432"/>
                <a:gd name="connsiteX10" fmla="*/ 423985 w 646360"/>
                <a:gd name="connsiteY10" fmla="*/ 64633 h 267432"/>
                <a:gd name="connsiteX11" fmla="*/ 429940 w 646360"/>
                <a:gd name="connsiteY11" fmla="*/ 8809 h 267432"/>
                <a:gd name="connsiteX12" fmla="*/ 485763 w 646360"/>
                <a:gd name="connsiteY12" fmla="*/ 14764 h 267432"/>
                <a:gd name="connsiteX13" fmla="*/ 637652 w 646360"/>
                <a:gd name="connsiteY13" fmla="*/ 202777 h 267432"/>
                <a:gd name="connsiteX14" fmla="*/ 631474 w 646360"/>
                <a:gd name="connsiteY14" fmla="*/ 258575 h 267432"/>
                <a:gd name="connsiteX15" fmla="*/ 606738 w 646360"/>
                <a:gd name="connsiteY15" fmla="*/ 267284 h 26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6360" h="267432">
                  <a:moveTo>
                    <a:pt x="606738" y="267432"/>
                  </a:moveTo>
                  <a:lnTo>
                    <a:pt x="39474" y="267432"/>
                  </a:lnTo>
                  <a:cubicBezTo>
                    <a:pt x="17551" y="267308"/>
                    <a:pt x="-122" y="249435"/>
                    <a:pt x="1" y="227513"/>
                  </a:cubicBezTo>
                  <a:cubicBezTo>
                    <a:pt x="54" y="218040"/>
                    <a:pt x="3495" y="208895"/>
                    <a:pt x="9702" y="201735"/>
                  </a:cubicBezTo>
                  <a:lnTo>
                    <a:pt x="171812" y="14665"/>
                  </a:lnTo>
                  <a:cubicBezTo>
                    <a:pt x="186133" y="-1936"/>
                    <a:pt x="211199" y="-3785"/>
                    <a:pt x="227800" y="10535"/>
                  </a:cubicBezTo>
                  <a:cubicBezTo>
                    <a:pt x="244401" y="24855"/>
                    <a:pt x="246250" y="49921"/>
                    <a:pt x="231930" y="66523"/>
                  </a:cubicBezTo>
                  <a:cubicBezTo>
                    <a:pt x="231888" y="66573"/>
                    <a:pt x="231846" y="66618"/>
                    <a:pt x="231804" y="66667"/>
                  </a:cubicBezTo>
                  <a:lnTo>
                    <a:pt x="126459" y="188039"/>
                  </a:lnTo>
                  <a:lnTo>
                    <a:pt x="523673" y="188039"/>
                  </a:lnTo>
                  <a:lnTo>
                    <a:pt x="423985" y="64633"/>
                  </a:lnTo>
                  <a:cubicBezTo>
                    <a:pt x="410215" y="47573"/>
                    <a:pt x="412880" y="22580"/>
                    <a:pt x="429940" y="8809"/>
                  </a:cubicBezTo>
                  <a:cubicBezTo>
                    <a:pt x="446999" y="-4961"/>
                    <a:pt x="471993" y="-2296"/>
                    <a:pt x="485763" y="14764"/>
                  </a:cubicBezTo>
                  <a:lnTo>
                    <a:pt x="637652" y="202777"/>
                  </a:lnTo>
                  <a:cubicBezTo>
                    <a:pt x="651352" y="219891"/>
                    <a:pt x="648588" y="244875"/>
                    <a:pt x="631474" y="258575"/>
                  </a:cubicBezTo>
                  <a:cubicBezTo>
                    <a:pt x="624453" y="264197"/>
                    <a:pt x="615735" y="267269"/>
                    <a:pt x="606738" y="2672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E8CD9932-1CAE-E549-B503-452C2D70E104}"/>
                </a:ext>
              </a:extLst>
            </p:cNvPr>
            <p:cNvSpPr/>
            <p:nvPr/>
          </p:nvSpPr>
          <p:spPr>
            <a:xfrm>
              <a:off x="9413003" y="4270155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4"/>
                    <a:pt x="173673" y="39697"/>
                  </a:cubicBezTo>
                  <a:cubicBezTo>
                    <a:pt x="173673" y="61619"/>
                    <a:pt x="155900" y="79393"/>
                    <a:pt x="13397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20A1CF35-BE25-4942-9981-CDAA459D3F33}"/>
                </a:ext>
              </a:extLst>
            </p:cNvPr>
            <p:cNvSpPr/>
            <p:nvPr/>
          </p:nvSpPr>
          <p:spPr>
            <a:xfrm>
              <a:off x="9462624" y="4270155"/>
              <a:ext cx="79393" cy="216892"/>
            </a:xfrm>
            <a:custGeom>
              <a:avLst/>
              <a:gdLst>
                <a:gd name="connsiteX0" fmla="*/ 39697 w 79393"/>
                <a:gd name="connsiteY0" fmla="*/ 216892 h 216892"/>
                <a:gd name="connsiteX1" fmla="*/ 0 w 79393"/>
                <a:gd name="connsiteY1" fmla="*/ 177196 h 216892"/>
                <a:gd name="connsiteX2" fmla="*/ 0 w 79393"/>
                <a:gd name="connsiteY2" fmla="*/ 39697 h 216892"/>
                <a:gd name="connsiteX3" fmla="*/ 39697 w 79393"/>
                <a:gd name="connsiteY3" fmla="*/ 0 h 216892"/>
                <a:gd name="connsiteX4" fmla="*/ 79393 w 79393"/>
                <a:gd name="connsiteY4" fmla="*/ 39697 h 216892"/>
                <a:gd name="connsiteX5" fmla="*/ 79393 w 79393"/>
                <a:gd name="connsiteY5" fmla="*/ 177444 h 216892"/>
                <a:gd name="connsiteX6" fmla="*/ 39697 w 79393"/>
                <a:gd name="connsiteY6" fmla="*/ 216892 h 216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6892">
                  <a:moveTo>
                    <a:pt x="39697" y="216892"/>
                  </a:moveTo>
                  <a:cubicBezTo>
                    <a:pt x="17773" y="216892"/>
                    <a:pt x="0" y="199118"/>
                    <a:pt x="0" y="17719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77444"/>
                  </a:lnTo>
                  <a:cubicBezTo>
                    <a:pt x="79257" y="199272"/>
                    <a:pt x="61524" y="216892"/>
                    <a:pt x="39697" y="2168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8FCBD9B0-40A9-E342-9B12-4F754030686A}"/>
                </a:ext>
              </a:extLst>
            </p:cNvPr>
            <p:cNvSpPr/>
            <p:nvPr/>
          </p:nvSpPr>
          <p:spPr>
            <a:xfrm>
              <a:off x="9413003" y="4414055"/>
              <a:ext cx="833628" cy="79393"/>
            </a:xfrm>
            <a:custGeom>
              <a:avLst/>
              <a:gdLst>
                <a:gd name="connsiteX0" fmla="*/ 793932 w 833628"/>
                <a:gd name="connsiteY0" fmla="*/ 79393 h 79393"/>
                <a:gd name="connsiteX1" fmla="*/ 39697 w 833628"/>
                <a:gd name="connsiteY1" fmla="*/ 79393 h 79393"/>
                <a:gd name="connsiteX2" fmla="*/ 0 w 833628"/>
                <a:gd name="connsiteY2" fmla="*/ 39697 h 79393"/>
                <a:gd name="connsiteX3" fmla="*/ 39697 w 833628"/>
                <a:gd name="connsiteY3" fmla="*/ 0 h 79393"/>
                <a:gd name="connsiteX4" fmla="*/ 793932 w 833628"/>
                <a:gd name="connsiteY4" fmla="*/ 0 h 79393"/>
                <a:gd name="connsiteX5" fmla="*/ 833629 w 833628"/>
                <a:gd name="connsiteY5" fmla="*/ 39697 h 79393"/>
                <a:gd name="connsiteX6" fmla="*/ 793932 w 8336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3628" h="79393">
                  <a:moveTo>
                    <a:pt x="79393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93932" y="0"/>
                  </a:lnTo>
                  <a:cubicBezTo>
                    <a:pt x="815854" y="0"/>
                    <a:pt x="833629" y="17774"/>
                    <a:pt x="833629" y="39697"/>
                  </a:cubicBezTo>
                  <a:cubicBezTo>
                    <a:pt x="833629" y="61619"/>
                    <a:pt x="815854" y="79393"/>
                    <a:pt x="79393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6" name="Picture Placeholder 75">
            <a:extLst>
              <a:ext uri="{FF2B5EF4-FFF2-40B4-BE49-F238E27FC236}">
                <a16:creationId xmlns:a16="http://schemas.microsoft.com/office/drawing/2014/main" id="{2F4EF838-974A-4815-8F9E-D46A40D9DACA}"/>
              </a:ext>
            </a:extLst>
          </p:cNvPr>
          <p:cNvGrpSpPr>
            <a:grpSpLocks noChangeAspect="1"/>
          </p:cNvGrpSpPr>
          <p:nvPr/>
        </p:nvGrpSpPr>
        <p:grpSpPr>
          <a:xfrm>
            <a:off x="1524556" y="4775033"/>
            <a:ext cx="830849" cy="835562"/>
            <a:chOff x="1524556" y="4775033"/>
            <a:chExt cx="830849" cy="83556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DFDCC0DF-FE0F-BB45-94F6-79A97675D597}"/>
                </a:ext>
              </a:extLst>
            </p:cNvPr>
            <p:cNvSpPr/>
            <p:nvPr/>
          </p:nvSpPr>
          <p:spPr>
            <a:xfrm>
              <a:off x="1524556" y="5097567"/>
              <a:ext cx="266264" cy="513028"/>
            </a:xfrm>
            <a:custGeom>
              <a:avLst/>
              <a:gdLst>
                <a:gd name="connsiteX0" fmla="*/ 226568 w 266264"/>
                <a:gd name="connsiteY0" fmla="*/ 512979 h 513028"/>
                <a:gd name="connsiteX1" fmla="*/ 39697 w 266264"/>
                <a:gd name="connsiteY1" fmla="*/ 512979 h 513028"/>
                <a:gd name="connsiteX2" fmla="*/ 0 w 266264"/>
                <a:gd name="connsiteY2" fmla="*/ 473282 h 513028"/>
                <a:gd name="connsiteX3" fmla="*/ 0 w 266264"/>
                <a:gd name="connsiteY3" fmla="*/ 39697 h 513028"/>
                <a:gd name="connsiteX4" fmla="*/ 39697 w 266264"/>
                <a:gd name="connsiteY4" fmla="*/ 0 h 513028"/>
                <a:gd name="connsiteX5" fmla="*/ 224782 w 266264"/>
                <a:gd name="connsiteY5" fmla="*/ 0 h 513028"/>
                <a:gd name="connsiteX6" fmla="*/ 264479 w 266264"/>
                <a:gd name="connsiteY6" fmla="*/ 39697 h 513028"/>
                <a:gd name="connsiteX7" fmla="*/ 266265 w 266264"/>
                <a:gd name="connsiteY7" fmla="*/ 473332 h 513028"/>
                <a:gd name="connsiteX8" fmla="*/ 226568 w 266264"/>
                <a:gd name="connsiteY8" fmla="*/ 513028 h 513028"/>
                <a:gd name="connsiteX9" fmla="*/ 79393 w 266264"/>
                <a:gd name="connsiteY9" fmla="*/ 433586 h 513028"/>
                <a:gd name="connsiteX10" fmla="*/ 186673 w 266264"/>
                <a:gd name="connsiteY10" fmla="*/ 433586 h 513028"/>
                <a:gd name="connsiteX11" fmla="*/ 185284 w 266264"/>
                <a:gd name="connsiteY11" fmla="*/ 79393 h 513028"/>
                <a:gd name="connsiteX12" fmla="*/ 79393 w 266264"/>
                <a:gd name="connsiteY12" fmla="*/ 79393 h 51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264" h="513028">
                  <a:moveTo>
                    <a:pt x="226568" y="512979"/>
                  </a:moveTo>
                  <a:lnTo>
                    <a:pt x="39697" y="512979"/>
                  </a:lnTo>
                  <a:cubicBezTo>
                    <a:pt x="17773" y="512979"/>
                    <a:pt x="0" y="495205"/>
                    <a:pt x="0" y="47328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24782" y="0"/>
                  </a:lnTo>
                  <a:cubicBezTo>
                    <a:pt x="246706" y="0"/>
                    <a:pt x="264479" y="17773"/>
                    <a:pt x="264479" y="39697"/>
                  </a:cubicBezTo>
                  <a:lnTo>
                    <a:pt x="266265" y="473332"/>
                  </a:lnTo>
                  <a:cubicBezTo>
                    <a:pt x="266265" y="495254"/>
                    <a:pt x="248492" y="513028"/>
                    <a:pt x="226568" y="513028"/>
                  </a:cubicBezTo>
                  <a:close/>
                  <a:moveTo>
                    <a:pt x="79393" y="433586"/>
                  </a:moveTo>
                  <a:lnTo>
                    <a:pt x="186673" y="433586"/>
                  </a:lnTo>
                  <a:lnTo>
                    <a:pt x="18528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DF1804AE-579B-F347-8F9B-C8EBAAC60E09}"/>
                </a:ext>
              </a:extLst>
            </p:cNvPr>
            <p:cNvSpPr/>
            <p:nvPr/>
          </p:nvSpPr>
          <p:spPr>
            <a:xfrm>
              <a:off x="2079217" y="5001551"/>
              <a:ext cx="276189" cy="607307"/>
            </a:xfrm>
            <a:custGeom>
              <a:avLst/>
              <a:gdLst>
                <a:gd name="connsiteX0" fmla="*/ 236492 w 276189"/>
                <a:gd name="connsiteY0" fmla="*/ 607308 h 607307"/>
                <a:gd name="connsiteX1" fmla="*/ 39697 w 276189"/>
                <a:gd name="connsiteY1" fmla="*/ 607308 h 607307"/>
                <a:gd name="connsiteX2" fmla="*/ 0 w 276189"/>
                <a:gd name="connsiteY2" fmla="*/ 567611 h 607307"/>
                <a:gd name="connsiteX3" fmla="*/ 0 w 276189"/>
                <a:gd name="connsiteY3" fmla="*/ 567264 h 607307"/>
                <a:gd name="connsiteX4" fmla="*/ 4962 w 276189"/>
                <a:gd name="connsiteY4" fmla="*/ 39349 h 607307"/>
                <a:gd name="connsiteX5" fmla="*/ 44659 w 276189"/>
                <a:gd name="connsiteY5" fmla="*/ 0 h 607307"/>
                <a:gd name="connsiteX6" fmla="*/ 234756 w 276189"/>
                <a:gd name="connsiteY6" fmla="*/ 0 h 607307"/>
                <a:gd name="connsiteX7" fmla="*/ 274452 w 276189"/>
                <a:gd name="connsiteY7" fmla="*/ 39697 h 607307"/>
                <a:gd name="connsiteX8" fmla="*/ 276189 w 276189"/>
                <a:gd name="connsiteY8" fmla="*/ 567561 h 607307"/>
                <a:gd name="connsiteX9" fmla="*/ 236492 w 276189"/>
                <a:gd name="connsiteY9" fmla="*/ 607258 h 607307"/>
                <a:gd name="connsiteX10" fmla="*/ 79790 w 276189"/>
                <a:gd name="connsiteY10" fmla="*/ 527915 h 607307"/>
                <a:gd name="connsiteX11" fmla="*/ 196647 w 276189"/>
                <a:gd name="connsiteY11" fmla="*/ 527915 h 607307"/>
                <a:gd name="connsiteX12" fmla="*/ 195158 w 276189"/>
                <a:gd name="connsiteY12" fmla="*/ 79592 h 607307"/>
                <a:gd name="connsiteX13" fmla="*/ 84008 w 276189"/>
                <a:gd name="connsiteY13" fmla="*/ 79592 h 60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6189" h="607307">
                  <a:moveTo>
                    <a:pt x="236492" y="607308"/>
                  </a:moveTo>
                  <a:lnTo>
                    <a:pt x="39697" y="607308"/>
                  </a:lnTo>
                  <a:cubicBezTo>
                    <a:pt x="17774" y="607308"/>
                    <a:pt x="0" y="589538"/>
                    <a:pt x="0" y="567611"/>
                  </a:cubicBezTo>
                  <a:cubicBezTo>
                    <a:pt x="0" y="567497"/>
                    <a:pt x="0" y="567378"/>
                    <a:pt x="0" y="567264"/>
                  </a:cubicBezTo>
                  <a:lnTo>
                    <a:pt x="4962" y="39349"/>
                  </a:lnTo>
                  <a:cubicBezTo>
                    <a:pt x="5151" y="17561"/>
                    <a:pt x="22870" y="-1"/>
                    <a:pt x="44659" y="0"/>
                  </a:cubicBezTo>
                  <a:lnTo>
                    <a:pt x="234756" y="0"/>
                  </a:lnTo>
                  <a:cubicBezTo>
                    <a:pt x="256678" y="0"/>
                    <a:pt x="274452" y="17773"/>
                    <a:pt x="274452" y="39697"/>
                  </a:cubicBezTo>
                  <a:lnTo>
                    <a:pt x="276189" y="567561"/>
                  </a:lnTo>
                  <a:cubicBezTo>
                    <a:pt x="276189" y="589484"/>
                    <a:pt x="258415" y="607258"/>
                    <a:pt x="236492" y="607258"/>
                  </a:cubicBezTo>
                  <a:close/>
                  <a:moveTo>
                    <a:pt x="79790" y="527915"/>
                  </a:moveTo>
                  <a:lnTo>
                    <a:pt x="196647" y="527915"/>
                  </a:lnTo>
                  <a:lnTo>
                    <a:pt x="195158" y="79592"/>
                  </a:lnTo>
                  <a:lnTo>
                    <a:pt x="84008" y="79592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FB25737C-3D4B-C243-82CC-3C800F62EBA8}"/>
                </a:ext>
              </a:extLst>
            </p:cNvPr>
            <p:cNvSpPr/>
            <p:nvPr/>
          </p:nvSpPr>
          <p:spPr>
            <a:xfrm>
              <a:off x="1709642" y="4869511"/>
              <a:ext cx="451548" cy="739348"/>
            </a:xfrm>
            <a:custGeom>
              <a:avLst/>
              <a:gdLst>
                <a:gd name="connsiteX0" fmla="*/ 410264 w 451548"/>
                <a:gd name="connsiteY0" fmla="*/ 739348 h 739348"/>
                <a:gd name="connsiteX1" fmla="*/ 39697 w 451548"/>
                <a:gd name="connsiteY1" fmla="*/ 739348 h 739348"/>
                <a:gd name="connsiteX2" fmla="*/ 0 w 451548"/>
                <a:gd name="connsiteY2" fmla="*/ 699652 h 739348"/>
                <a:gd name="connsiteX3" fmla="*/ 0 w 451548"/>
                <a:gd name="connsiteY3" fmla="*/ 39697 h 739348"/>
                <a:gd name="connsiteX4" fmla="*/ 39697 w 451548"/>
                <a:gd name="connsiteY4" fmla="*/ 0 h 739348"/>
                <a:gd name="connsiteX5" fmla="*/ 411852 w 451548"/>
                <a:gd name="connsiteY5" fmla="*/ 0 h 739348"/>
                <a:gd name="connsiteX6" fmla="*/ 451549 w 451548"/>
                <a:gd name="connsiteY6" fmla="*/ 39697 h 739348"/>
                <a:gd name="connsiteX7" fmla="*/ 449961 w 451548"/>
                <a:gd name="connsiteY7" fmla="*/ 699652 h 739348"/>
                <a:gd name="connsiteX8" fmla="*/ 410264 w 451548"/>
                <a:gd name="connsiteY8" fmla="*/ 739348 h 739348"/>
                <a:gd name="connsiteX9" fmla="*/ 79393 w 451548"/>
                <a:gd name="connsiteY9" fmla="*/ 659955 h 739348"/>
                <a:gd name="connsiteX10" fmla="*/ 370667 w 451548"/>
                <a:gd name="connsiteY10" fmla="*/ 659955 h 739348"/>
                <a:gd name="connsiteX11" fmla="*/ 372056 w 451548"/>
                <a:gd name="connsiteY11" fmla="*/ 79393 h 739348"/>
                <a:gd name="connsiteX12" fmla="*/ 79294 w 451548"/>
                <a:gd name="connsiteY12" fmla="*/ 79393 h 73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1548" h="739348">
                  <a:moveTo>
                    <a:pt x="410264" y="739348"/>
                  </a:moveTo>
                  <a:lnTo>
                    <a:pt x="39697" y="739348"/>
                  </a:lnTo>
                  <a:cubicBezTo>
                    <a:pt x="17773" y="739348"/>
                    <a:pt x="0" y="721574"/>
                    <a:pt x="0" y="699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11852" y="0"/>
                  </a:lnTo>
                  <a:cubicBezTo>
                    <a:pt x="433775" y="0"/>
                    <a:pt x="451549" y="17773"/>
                    <a:pt x="451549" y="39697"/>
                  </a:cubicBezTo>
                  <a:lnTo>
                    <a:pt x="449961" y="699652"/>
                  </a:lnTo>
                  <a:cubicBezTo>
                    <a:pt x="449961" y="721574"/>
                    <a:pt x="432187" y="739348"/>
                    <a:pt x="410264" y="739348"/>
                  </a:cubicBezTo>
                  <a:close/>
                  <a:moveTo>
                    <a:pt x="79393" y="659955"/>
                  </a:moveTo>
                  <a:lnTo>
                    <a:pt x="370667" y="659955"/>
                  </a:lnTo>
                  <a:lnTo>
                    <a:pt x="372056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83AD0049-E893-E540-9FF3-A8B014D6CFE8}"/>
                </a:ext>
              </a:extLst>
            </p:cNvPr>
            <p:cNvSpPr/>
            <p:nvPr/>
          </p:nvSpPr>
          <p:spPr>
            <a:xfrm>
              <a:off x="1798959" y="4775033"/>
              <a:ext cx="272914" cy="79393"/>
            </a:xfrm>
            <a:custGeom>
              <a:avLst/>
              <a:gdLst>
                <a:gd name="connsiteX0" fmla="*/ 233217 w 272914"/>
                <a:gd name="connsiteY0" fmla="*/ 79393 h 79393"/>
                <a:gd name="connsiteX1" fmla="*/ 39697 w 272914"/>
                <a:gd name="connsiteY1" fmla="*/ 79393 h 79393"/>
                <a:gd name="connsiteX2" fmla="*/ 0 w 272914"/>
                <a:gd name="connsiteY2" fmla="*/ 39697 h 79393"/>
                <a:gd name="connsiteX3" fmla="*/ 39697 w 272914"/>
                <a:gd name="connsiteY3" fmla="*/ 0 h 79393"/>
                <a:gd name="connsiteX4" fmla="*/ 233217 w 272914"/>
                <a:gd name="connsiteY4" fmla="*/ 0 h 79393"/>
                <a:gd name="connsiteX5" fmla="*/ 272914 w 272914"/>
                <a:gd name="connsiteY5" fmla="*/ 39697 h 79393"/>
                <a:gd name="connsiteX6" fmla="*/ 233217 w 27291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914" h="79393">
                  <a:moveTo>
                    <a:pt x="23321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3217" y="0"/>
                  </a:lnTo>
                  <a:cubicBezTo>
                    <a:pt x="255140" y="0"/>
                    <a:pt x="272914" y="17773"/>
                    <a:pt x="272914" y="39697"/>
                  </a:cubicBezTo>
                  <a:cubicBezTo>
                    <a:pt x="272914" y="61620"/>
                    <a:pt x="255140" y="79393"/>
                    <a:pt x="23321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EA033AE-E798-1B43-B931-71F9859CE460}"/>
                </a:ext>
              </a:extLst>
            </p:cNvPr>
            <p:cNvSpPr/>
            <p:nvPr/>
          </p:nvSpPr>
          <p:spPr>
            <a:xfrm>
              <a:off x="1615459" y="5246429"/>
              <a:ext cx="79298" cy="81675"/>
            </a:xfrm>
            <a:custGeom>
              <a:avLst/>
              <a:gdLst>
                <a:gd name="connsiteX0" fmla="*/ 39699 w 79298"/>
                <a:gd name="connsiteY0" fmla="*/ 81676 h 81675"/>
                <a:gd name="connsiteX1" fmla="*/ 2 w 79298"/>
                <a:gd name="connsiteY1" fmla="*/ 42376 h 81675"/>
                <a:gd name="connsiteX2" fmla="*/ 2 w 79298"/>
                <a:gd name="connsiteY2" fmla="*/ 40094 h 81675"/>
                <a:gd name="connsiteX3" fmla="*/ 39202 w 79298"/>
                <a:gd name="connsiteY3" fmla="*/ 0 h 81675"/>
                <a:gd name="connsiteX4" fmla="*/ 39599 w 79298"/>
                <a:gd name="connsiteY4" fmla="*/ 0 h 81675"/>
                <a:gd name="connsiteX5" fmla="*/ 79296 w 79298"/>
                <a:gd name="connsiteY5" fmla="*/ 39250 h 81675"/>
                <a:gd name="connsiteX6" fmla="*/ 79296 w 79298"/>
                <a:gd name="connsiteY6" fmla="*/ 41533 h 81675"/>
                <a:gd name="connsiteX7" fmla="*/ 40050 w 79298"/>
                <a:gd name="connsiteY7" fmla="*/ 81676 h 81675"/>
                <a:gd name="connsiteX8" fmla="*/ 39996 w 79298"/>
                <a:gd name="connsiteY8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98" h="81675">
                  <a:moveTo>
                    <a:pt x="39699" y="81676"/>
                  </a:moveTo>
                  <a:cubicBezTo>
                    <a:pt x="17929" y="81676"/>
                    <a:pt x="220" y="64145"/>
                    <a:pt x="2" y="42376"/>
                  </a:cubicBezTo>
                  <a:lnTo>
                    <a:pt x="2" y="40094"/>
                  </a:lnTo>
                  <a:cubicBezTo>
                    <a:pt x="-219" y="18206"/>
                    <a:pt x="17317" y="272"/>
                    <a:pt x="39202" y="0"/>
                  </a:cubicBezTo>
                  <a:lnTo>
                    <a:pt x="39599" y="0"/>
                  </a:lnTo>
                  <a:cubicBezTo>
                    <a:pt x="61350" y="-1"/>
                    <a:pt x="79051" y="17501"/>
                    <a:pt x="79296" y="39250"/>
                  </a:cubicBezTo>
                  <a:lnTo>
                    <a:pt x="79296" y="41533"/>
                  </a:lnTo>
                  <a:cubicBezTo>
                    <a:pt x="79544" y="63455"/>
                    <a:pt x="61973" y="81428"/>
                    <a:pt x="40050" y="81676"/>
                  </a:cubicBezTo>
                  <a:cubicBezTo>
                    <a:pt x="40033" y="81676"/>
                    <a:pt x="40014" y="81676"/>
                    <a:pt x="39996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1272714F-8D40-844D-866B-FFCBE32BC81E}"/>
                </a:ext>
              </a:extLst>
            </p:cNvPr>
            <p:cNvSpPr/>
            <p:nvPr/>
          </p:nvSpPr>
          <p:spPr>
            <a:xfrm>
              <a:off x="1616452" y="5390379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3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50 h 81675"/>
                <a:gd name="connsiteX6" fmla="*/ 79395 w 79397"/>
                <a:gd name="connsiteY6" fmla="*/ 41582 h 81675"/>
                <a:gd name="connsiteX7" fmla="*/ 40145 w 79397"/>
                <a:gd name="connsiteY7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6"/>
                    <a:pt x="247" y="64174"/>
                    <a:pt x="2" y="42426"/>
                  </a:cubicBezTo>
                  <a:lnTo>
                    <a:pt x="2" y="40093"/>
                  </a:lnTo>
                  <a:cubicBezTo>
                    <a:pt x="-218" y="18186"/>
                    <a:pt x="17347" y="243"/>
                    <a:pt x="39252" y="0"/>
                  </a:cubicBezTo>
                  <a:lnTo>
                    <a:pt x="39699" y="0"/>
                  </a:lnTo>
                  <a:cubicBezTo>
                    <a:pt x="61449" y="0"/>
                    <a:pt x="79151" y="17501"/>
                    <a:pt x="79395" y="39250"/>
                  </a:cubicBezTo>
                  <a:lnTo>
                    <a:pt x="79395" y="41582"/>
                  </a:lnTo>
                  <a:cubicBezTo>
                    <a:pt x="79616" y="63490"/>
                    <a:pt x="62050" y="81433"/>
                    <a:pt x="40145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05F2C635-C43A-3F45-8D61-C9EA6D770B83}"/>
                </a:ext>
              </a:extLst>
            </p:cNvPr>
            <p:cNvSpPr/>
            <p:nvPr/>
          </p:nvSpPr>
          <p:spPr>
            <a:xfrm>
              <a:off x="2180640" y="5108931"/>
              <a:ext cx="79397" cy="81824"/>
            </a:xfrm>
            <a:custGeom>
              <a:avLst/>
              <a:gdLst>
                <a:gd name="connsiteX0" fmla="*/ 39699 w 79397"/>
                <a:gd name="connsiteY0" fmla="*/ 81676 h 81824"/>
                <a:gd name="connsiteX1" fmla="*/ 2 w 79397"/>
                <a:gd name="connsiteY1" fmla="*/ 42376 h 81824"/>
                <a:gd name="connsiteX2" fmla="*/ 2 w 79397"/>
                <a:gd name="connsiteY2" fmla="*/ 40094 h 81824"/>
                <a:gd name="connsiteX3" fmla="*/ 39252 w 79397"/>
                <a:gd name="connsiteY3" fmla="*/ 0 h 81824"/>
                <a:gd name="connsiteX4" fmla="*/ 39699 w 79397"/>
                <a:gd name="connsiteY4" fmla="*/ 0 h 81824"/>
                <a:gd name="connsiteX5" fmla="*/ 79395 w 79397"/>
                <a:gd name="connsiteY5" fmla="*/ 39250 h 81824"/>
                <a:gd name="connsiteX6" fmla="*/ 79395 w 79397"/>
                <a:gd name="connsiteY6" fmla="*/ 41681 h 81824"/>
                <a:gd name="connsiteX7" fmla="*/ 40150 w 79397"/>
                <a:gd name="connsiteY7" fmla="*/ 81825 h 81824"/>
                <a:gd name="connsiteX8" fmla="*/ 40145 w 79397"/>
                <a:gd name="connsiteY8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97" h="81824">
                  <a:moveTo>
                    <a:pt x="39699" y="81676"/>
                  </a:moveTo>
                  <a:cubicBezTo>
                    <a:pt x="17930" y="81677"/>
                    <a:pt x="220" y="64145"/>
                    <a:pt x="2" y="42376"/>
                  </a:cubicBezTo>
                  <a:lnTo>
                    <a:pt x="2" y="40094"/>
                  </a:lnTo>
                  <a:cubicBezTo>
                    <a:pt x="-216" y="18188"/>
                    <a:pt x="17349" y="245"/>
                    <a:pt x="39252" y="0"/>
                  </a:cubicBezTo>
                  <a:lnTo>
                    <a:pt x="39699" y="0"/>
                  </a:lnTo>
                  <a:cubicBezTo>
                    <a:pt x="61447" y="-1"/>
                    <a:pt x="79152" y="17501"/>
                    <a:pt x="79395" y="39250"/>
                  </a:cubicBezTo>
                  <a:lnTo>
                    <a:pt x="79395" y="41681"/>
                  </a:lnTo>
                  <a:cubicBezTo>
                    <a:pt x="79643" y="63604"/>
                    <a:pt x="62073" y="81576"/>
                    <a:pt x="40150" y="81825"/>
                  </a:cubicBezTo>
                  <a:cubicBezTo>
                    <a:pt x="40150" y="81825"/>
                    <a:pt x="40145" y="81825"/>
                    <a:pt x="40145" y="818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F3CA18CF-A161-EA45-98DC-F92C739BD700}"/>
                </a:ext>
              </a:extLst>
            </p:cNvPr>
            <p:cNvSpPr/>
            <p:nvPr/>
          </p:nvSpPr>
          <p:spPr>
            <a:xfrm>
              <a:off x="2181483" y="5247918"/>
              <a:ext cx="79446" cy="81725"/>
            </a:xfrm>
            <a:custGeom>
              <a:avLst/>
              <a:gdLst>
                <a:gd name="connsiteX0" fmla="*/ 39699 w 79446"/>
                <a:gd name="connsiteY0" fmla="*/ 81676 h 81725"/>
                <a:gd name="connsiteX1" fmla="*/ 2 w 79446"/>
                <a:gd name="connsiteY1" fmla="*/ 42426 h 81725"/>
                <a:gd name="connsiteX2" fmla="*/ 2 w 79446"/>
                <a:gd name="connsiteY2" fmla="*/ 40094 h 81725"/>
                <a:gd name="connsiteX3" fmla="*/ 39297 w 79446"/>
                <a:gd name="connsiteY3" fmla="*/ 0 h 81725"/>
                <a:gd name="connsiteX4" fmla="*/ 39302 w 79446"/>
                <a:gd name="connsiteY4" fmla="*/ 0 h 81725"/>
                <a:gd name="connsiteX5" fmla="*/ 39748 w 79446"/>
                <a:gd name="connsiteY5" fmla="*/ 0 h 81725"/>
                <a:gd name="connsiteX6" fmla="*/ 79445 w 79446"/>
                <a:gd name="connsiteY6" fmla="*/ 39250 h 81725"/>
                <a:gd name="connsiteX7" fmla="*/ 79445 w 79446"/>
                <a:gd name="connsiteY7" fmla="*/ 41632 h 81725"/>
                <a:gd name="connsiteX8" fmla="*/ 40150 w 79446"/>
                <a:gd name="connsiteY8" fmla="*/ 81725 h 81725"/>
                <a:gd name="connsiteX9" fmla="*/ 40145 w 79446"/>
                <a:gd name="connsiteY9" fmla="*/ 81725 h 8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6" h="81725">
                  <a:moveTo>
                    <a:pt x="39699" y="81676"/>
                  </a:moveTo>
                  <a:cubicBezTo>
                    <a:pt x="17950" y="81676"/>
                    <a:pt x="245" y="64174"/>
                    <a:pt x="2" y="42426"/>
                  </a:cubicBezTo>
                  <a:lnTo>
                    <a:pt x="2" y="40094"/>
                  </a:lnTo>
                  <a:cubicBezTo>
                    <a:pt x="-216" y="18171"/>
                    <a:pt x="17374" y="220"/>
                    <a:pt x="39297" y="0"/>
                  </a:cubicBezTo>
                  <a:cubicBezTo>
                    <a:pt x="39297" y="0"/>
                    <a:pt x="39302" y="0"/>
                    <a:pt x="39302" y="0"/>
                  </a:cubicBezTo>
                  <a:lnTo>
                    <a:pt x="39748" y="0"/>
                  </a:lnTo>
                  <a:cubicBezTo>
                    <a:pt x="61497" y="-1"/>
                    <a:pt x="79202" y="17501"/>
                    <a:pt x="79445" y="39250"/>
                  </a:cubicBezTo>
                  <a:lnTo>
                    <a:pt x="79445" y="41632"/>
                  </a:lnTo>
                  <a:cubicBezTo>
                    <a:pt x="79663" y="63554"/>
                    <a:pt x="62073" y="81507"/>
                    <a:pt x="40150" y="81725"/>
                  </a:cubicBezTo>
                  <a:cubicBezTo>
                    <a:pt x="40150" y="81725"/>
                    <a:pt x="40145" y="81725"/>
                    <a:pt x="40145" y="817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3414609D-3AC2-1C42-A8BA-9116DFDEB278}"/>
                </a:ext>
              </a:extLst>
            </p:cNvPr>
            <p:cNvSpPr/>
            <p:nvPr/>
          </p:nvSpPr>
          <p:spPr>
            <a:xfrm>
              <a:off x="2180986" y="5391768"/>
              <a:ext cx="79399" cy="81824"/>
            </a:xfrm>
            <a:custGeom>
              <a:avLst/>
              <a:gdLst>
                <a:gd name="connsiteX0" fmla="*/ 39700 w 79399"/>
                <a:gd name="connsiteY0" fmla="*/ 81676 h 81824"/>
                <a:gd name="connsiteX1" fmla="*/ 3 w 79399"/>
                <a:gd name="connsiteY1" fmla="*/ 42475 h 81824"/>
                <a:gd name="connsiteX2" fmla="*/ 3 w 79399"/>
                <a:gd name="connsiteY2" fmla="*/ 40193 h 81824"/>
                <a:gd name="connsiteX3" fmla="*/ 39199 w 79399"/>
                <a:gd name="connsiteY3" fmla="*/ 0 h 81824"/>
                <a:gd name="connsiteX4" fmla="*/ 39204 w 79399"/>
                <a:gd name="connsiteY4" fmla="*/ 0 h 81824"/>
                <a:gd name="connsiteX5" fmla="*/ 39700 w 79399"/>
                <a:gd name="connsiteY5" fmla="*/ 0 h 81824"/>
                <a:gd name="connsiteX6" fmla="*/ 79396 w 79399"/>
                <a:gd name="connsiteY6" fmla="*/ 39250 h 81824"/>
                <a:gd name="connsiteX7" fmla="*/ 79396 w 79399"/>
                <a:gd name="connsiteY7" fmla="*/ 41681 h 81824"/>
                <a:gd name="connsiteX8" fmla="*/ 40151 w 79399"/>
                <a:gd name="connsiteY8" fmla="*/ 81825 h 81824"/>
                <a:gd name="connsiteX9" fmla="*/ 40146 w 79399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9" h="81824">
                  <a:moveTo>
                    <a:pt x="39700" y="81676"/>
                  </a:moveTo>
                  <a:cubicBezTo>
                    <a:pt x="17966" y="81676"/>
                    <a:pt x="276" y="64204"/>
                    <a:pt x="3" y="42475"/>
                  </a:cubicBezTo>
                  <a:lnTo>
                    <a:pt x="3" y="40193"/>
                  </a:lnTo>
                  <a:cubicBezTo>
                    <a:pt x="-275" y="18270"/>
                    <a:pt x="17276" y="278"/>
                    <a:pt x="39199" y="0"/>
                  </a:cubicBezTo>
                  <a:cubicBezTo>
                    <a:pt x="39199" y="0"/>
                    <a:pt x="39204" y="0"/>
                    <a:pt x="39204" y="0"/>
                  </a:cubicBezTo>
                  <a:lnTo>
                    <a:pt x="39700" y="0"/>
                  </a:lnTo>
                  <a:cubicBezTo>
                    <a:pt x="61449" y="0"/>
                    <a:pt x="79153" y="17501"/>
                    <a:pt x="79396" y="39250"/>
                  </a:cubicBezTo>
                  <a:lnTo>
                    <a:pt x="79396" y="41681"/>
                  </a:lnTo>
                  <a:cubicBezTo>
                    <a:pt x="79644" y="63604"/>
                    <a:pt x="62074" y="81576"/>
                    <a:pt x="40151" y="81825"/>
                  </a:cubicBezTo>
                  <a:cubicBezTo>
                    <a:pt x="40151" y="81825"/>
                    <a:pt x="40146" y="81825"/>
                    <a:pt x="40146" y="818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81A6A0AB-D161-1D47-8109-B36B47B2F34C}"/>
                </a:ext>
              </a:extLst>
            </p:cNvPr>
            <p:cNvSpPr/>
            <p:nvPr/>
          </p:nvSpPr>
          <p:spPr>
            <a:xfrm>
              <a:off x="1952384" y="4967512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4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00 h 81675"/>
                <a:gd name="connsiteX6" fmla="*/ 79395 w 79397"/>
                <a:gd name="connsiteY6" fmla="*/ 41533 h 81675"/>
                <a:gd name="connsiteX7" fmla="*/ 40145 w 79397"/>
                <a:gd name="connsiteY7" fmla="*/ 8162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7"/>
                    <a:pt x="247" y="64175"/>
                    <a:pt x="2" y="42426"/>
                  </a:cubicBezTo>
                  <a:lnTo>
                    <a:pt x="2" y="40094"/>
                  </a:lnTo>
                  <a:cubicBezTo>
                    <a:pt x="-218" y="18188"/>
                    <a:pt x="17347" y="245"/>
                    <a:pt x="39252" y="0"/>
                  </a:cubicBezTo>
                  <a:lnTo>
                    <a:pt x="39699" y="0"/>
                  </a:lnTo>
                  <a:cubicBezTo>
                    <a:pt x="61433" y="-1"/>
                    <a:pt x="79122" y="17470"/>
                    <a:pt x="79395" y="39200"/>
                  </a:cubicBezTo>
                  <a:lnTo>
                    <a:pt x="79395" y="41533"/>
                  </a:lnTo>
                  <a:cubicBezTo>
                    <a:pt x="79614" y="63438"/>
                    <a:pt x="62048" y="81381"/>
                    <a:pt x="40145" y="816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3C4C5CF1-A3B1-B64F-9826-E7A4C4459047}"/>
                </a:ext>
              </a:extLst>
            </p:cNvPr>
            <p:cNvSpPr/>
            <p:nvPr/>
          </p:nvSpPr>
          <p:spPr>
            <a:xfrm>
              <a:off x="1953227" y="5106499"/>
              <a:ext cx="79447" cy="81675"/>
            </a:xfrm>
            <a:custGeom>
              <a:avLst/>
              <a:gdLst>
                <a:gd name="connsiteX0" fmla="*/ 39699 w 79447"/>
                <a:gd name="connsiteY0" fmla="*/ 81676 h 81675"/>
                <a:gd name="connsiteX1" fmla="*/ 3 w 79447"/>
                <a:gd name="connsiteY1" fmla="*/ 42426 h 81675"/>
                <a:gd name="connsiteX2" fmla="*/ 3 w 79447"/>
                <a:gd name="connsiteY2" fmla="*/ 40143 h 81675"/>
                <a:gd name="connsiteX3" fmla="*/ 39248 w 79447"/>
                <a:gd name="connsiteY3" fmla="*/ 0 h 81675"/>
                <a:gd name="connsiteX4" fmla="*/ 39302 w 79447"/>
                <a:gd name="connsiteY4" fmla="*/ 0 h 81675"/>
                <a:gd name="connsiteX5" fmla="*/ 39749 w 79447"/>
                <a:gd name="connsiteY5" fmla="*/ 0 h 81675"/>
                <a:gd name="connsiteX6" fmla="*/ 79445 w 79447"/>
                <a:gd name="connsiteY6" fmla="*/ 39300 h 81675"/>
                <a:gd name="connsiteX7" fmla="*/ 79445 w 79447"/>
                <a:gd name="connsiteY7" fmla="*/ 41582 h 81675"/>
                <a:gd name="connsiteX8" fmla="*/ 40150 w 79447"/>
                <a:gd name="connsiteY8" fmla="*/ 81676 h 81675"/>
                <a:gd name="connsiteX9" fmla="*/ 40146 w 794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75">
                  <a:moveTo>
                    <a:pt x="39699" y="81676"/>
                  </a:moveTo>
                  <a:cubicBezTo>
                    <a:pt x="17948" y="81677"/>
                    <a:pt x="247" y="64175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17" y="-1"/>
                    <a:pt x="79227" y="17531"/>
                    <a:pt x="79445" y="39300"/>
                  </a:cubicBezTo>
                  <a:lnTo>
                    <a:pt x="79445" y="41582"/>
                  </a:lnTo>
                  <a:cubicBezTo>
                    <a:pt x="79664" y="63505"/>
                    <a:pt x="62073" y="81455"/>
                    <a:pt x="40150" y="81676"/>
                  </a:cubicBezTo>
                  <a:cubicBezTo>
                    <a:pt x="40148" y="81676"/>
                    <a:pt x="40147" y="81676"/>
                    <a:pt x="40146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B422ADFF-595E-6C47-ACA1-D0D67DFD59C0}"/>
                </a:ext>
              </a:extLst>
            </p:cNvPr>
            <p:cNvSpPr/>
            <p:nvPr/>
          </p:nvSpPr>
          <p:spPr>
            <a:xfrm>
              <a:off x="1952731" y="5250399"/>
              <a:ext cx="79547" cy="81675"/>
            </a:xfrm>
            <a:custGeom>
              <a:avLst/>
              <a:gdLst>
                <a:gd name="connsiteX0" fmla="*/ 39699 w 79547"/>
                <a:gd name="connsiteY0" fmla="*/ 81676 h 81675"/>
                <a:gd name="connsiteX1" fmla="*/ 3 w 79547"/>
                <a:gd name="connsiteY1" fmla="*/ 42426 h 81675"/>
                <a:gd name="connsiteX2" fmla="*/ 3 w 79547"/>
                <a:gd name="connsiteY2" fmla="*/ 40143 h 81675"/>
                <a:gd name="connsiteX3" fmla="*/ 39249 w 79547"/>
                <a:gd name="connsiteY3" fmla="*/ 1 h 81675"/>
                <a:gd name="connsiteX4" fmla="*/ 39352 w 79547"/>
                <a:gd name="connsiteY4" fmla="*/ 0 h 81675"/>
                <a:gd name="connsiteX5" fmla="*/ 39848 w 79547"/>
                <a:gd name="connsiteY5" fmla="*/ 0 h 81675"/>
                <a:gd name="connsiteX6" fmla="*/ 79545 w 79547"/>
                <a:gd name="connsiteY6" fmla="*/ 39200 h 81675"/>
                <a:gd name="connsiteX7" fmla="*/ 79545 w 79547"/>
                <a:gd name="connsiteY7" fmla="*/ 41483 h 81675"/>
                <a:gd name="connsiteX8" fmla="*/ 40350 w 79547"/>
                <a:gd name="connsiteY8" fmla="*/ 81676 h 81675"/>
                <a:gd name="connsiteX9" fmla="*/ 40295 w 795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47" h="81675">
                  <a:moveTo>
                    <a:pt x="39699" y="81676"/>
                  </a:moveTo>
                  <a:cubicBezTo>
                    <a:pt x="17948" y="81676"/>
                    <a:pt x="247" y="64174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9"/>
                    <a:pt x="39249" y="1"/>
                  </a:cubicBezTo>
                  <a:cubicBezTo>
                    <a:pt x="39283" y="0"/>
                    <a:pt x="39318" y="0"/>
                    <a:pt x="39352" y="0"/>
                  </a:cubicBezTo>
                  <a:lnTo>
                    <a:pt x="39848" y="0"/>
                  </a:lnTo>
                  <a:cubicBezTo>
                    <a:pt x="61582" y="-1"/>
                    <a:pt x="79272" y="17471"/>
                    <a:pt x="79545" y="39200"/>
                  </a:cubicBezTo>
                  <a:lnTo>
                    <a:pt x="79545" y="41483"/>
                  </a:lnTo>
                  <a:cubicBezTo>
                    <a:pt x="79823" y="63405"/>
                    <a:pt x="62272" y="81398"/>
                    <a:pt x="40350" y="81676"/>
                  </a:cubicBezTo>
                  <a:cubicBezTo>
                    <a:pt x="40331" y="81676"/>
                    <a:pt x="40313" y="81676"/>
                    <a:pt x="40295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42854091-983B-054E-BFA7-9940577F41EC}"/>
                </a:ext>
              </a:extLst>
            </p:cNvPr>
            <p:cNvSpPr/>
            <p:nvPr/>
          </p:nvSpPr>
          <p:spPr>
            <a:xfrm>
              <a:off x="1843219" y="4967512"/>
              <a:ext cx="79397" cy="81675"/>
            </a:xfrm>
            <a:custGeom>
              <a:avLst/>
              <a:gdLst>
                <a:gd name="connsiteX0" fmla="*/ 39699 w 79397"/>
                <a:gd name="connsiteY0" fmla="*/ 81676 h 81675"/>
                <a:gd name="connsiteX1" fmla="*/ 2 w 79397"/>
                <a:gd name="connsiteY1" fmla="*/ 42426 h 81675"/>
                <a:gd name="connsiteX2" fmla="*/ 2 w 79397"/>
                <a:gd name="connsiteY2" fmla="*/ 40094 h 81675"/>
                <a:gd name="connsiteX3" fmla="*/ 39252 w 79397"/>
                <a:gd name="connsiteY3" fmla="*/ 0 h 81675"/>
                <a:gd name="connsiteX4" fmla="*/ 39699 w 79397"/>
                <a:gd name="connsiteY4" fmla="*/ 0 h 81675"/>
                <a:gd name="connsiteX5" fmla="*/ 79395 w 79397"/>
                <a:gd name="connsiteY5" fmla="*/ 39200 h 81675"/>
                <a:gd name="connsiteX6" fmla="*/ 79395 w 79397"/>
                <a:gd name="connsiteY6" fmla="*/ 41533 h 81675"/>
                <a:gd name="connsiteX7" fmla="*/ 40145 w 79397"/>
                <a:gd name="connsiteY7" fmla="*/ 8162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7" h="81675">
                  <a:moveTo>
                    <a:pt x="39699" y="81676"/>
                  </a:moveTo>
                  <a:cubicBezTo>
                    <a:pt x="17948" y="81677"/>
                    <a:pt x="247" y="64175"/>
                    <a:pt x="2" y="42426"/>
                  </a:cubicBezTo>
                  <a:lnTo>
                    <a:pt x="2" y="40094"/>
                  </a:lnTo>
                  <a:cubicBezTo>
                    <a:pt x="-218" y="18188"/>
                    <a:pt x="17347" y="245"/>
                    <a:pt x="39252" y="0"/>
                  </a:cubicBezTo>
                  <a:lnTo>
                    <a:pt x="39699" y="0"/>
                  </a:lnTo>
                  <a:cubicBezTo>
                    <a:pt x="61430" y="-1"/>
                    <a:pt x="79124" y="17470"/>
                    <a:pt x="79395" y="39200"/>
                  </a:cubicBezTo>
                  <a:lnTo>
                    <a:pt x="79395" y="41533"/>
                  </a:lnTo>
                  <a:cubicBezTo>
                    <a:pt x="79616" y="63438"/>
                    <a:pt x="62050" y="81381"/>
                    <a:pt x="40145" y="816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664AF6B-2766-F544-9EA7-41A76DE4F376}"/>
                </a:ext>
              </a:extLst>
            </p:cNvPr>
            <p:cNvSpPr/>
            <p:nvPr/>
          </p:nvSpPr>
          <p:spPr>
            <a:xfrm>
              <a:off x="1844062" y="5106499"/>
              <a:ext cx="79447" cy="81675"/>
            </a:xfrm>
            <a:custGeom>
              <a:avLst/>
              <a:gdLst>
                <a:gd name="connsiteX0" fmla="*/ 39699 w 79447"/>
                <a:gd name="connsiteY0" fmla="*/ 81676 h 81675"/>
                <a:gd name="connsiteX1" fmla="*/ 3 w 79447"/>
                <a:gd name="connsiteY1" fmla="*/ 42426 h 81675"/>
                <a:gd name="connsiteX2" fmla="*/ 3 w 79447"/>
                <a:gd name="connsiteY2" fmla="*/ 40143 h 81675"/>
                <a:gd name="connsiteX3" fmla="*/ 39248 w 79447"/>
                <a:gd name="connsiteY3" fmla="*/ 0 h 81675"/>
                <a:gd name="connsiteX4" fmla="*/ 39302 w 79447"/>
                <a:gd name="connsiteY4" fmla="*/ 0 h 81675"/>
                <a:gd name="connsiteX5" fmla="*/ 39749 w 79447"/>
                <a:gd name="connsiteY5" fmla="*/ 0 h 81675"/>
                <a:gd name="connsiteX6" fmla="*/ 79445 w 79447"/>
                <a:gd name="connsiteY6" fmla="*/ 39300 h 81675"/>
                <a:gd name="connsiteX7" fmla="*/ 79445 w 79447"/>
                <a:gd name="connsiteY7" fmla="*/ 41582 h 81675"/>
                <a:gd name="connsiteX8" fmla="*/ 40150 w 79447"/>
                <a:gd name="connsiteY8" fmla="*/ 81676 h 81675"/>
                <a:gd name="connsiteX9" fmla="*/ 40146 w 794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75">
                  <a:moveTo>
                    <a:pt x="39699" y="81676"/>
                  </a:moveTo>
                  <a:cubicBezTo>
                    <a:pt x="17948" y="81677"/>
                    <a:pt x="247" y="64175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18" y="-1"/>
                    <a:pt x="79228" y="17531"/>
                    <a:pt x="79445" y="39300"/>
                  </a:cubicBezTo>
                  <a:lnTo>
                    <a:pt x="79445" y="41582"/>
                  </a:lnTo>
                  <a:cubicBezTo>
                    <a:pt x="79666" y="63505"/>
                    <a:pt x="62073" y="81455"/>
                    <a:pt x="40150" y="81676"/>
                  </a:cubicBezTo>
                  <a:cubicBezTo>
                    <a:pt x="40148" y="81676"/>
                    <a:pt x="40147" y="81676"/>
                    <a:pt x="40146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9E52778F-2F17-554D-9983-12A4EF0807A6}"/>
                </a:ext>
              </a:extLst>
            </p:cNvPr>
            <p:cNvSpPr/>
            <p:nvPr/>
          </p:nvSpPr>
          <p:spPr>
            <a:xfrm>
              <a:off x="1843565" y="5250399"/>
              <a:ext cx="79547" cy="81675"/>
            </a:xfrm>
            <a:custGeom>
              <a:avLst/>
              <a:gdLst>
                <a:gd name="connsiteX0" fmla="*/ 39699 w 79547"/>
                <a:gd name="connsiteY0" fmla="*/ 81676 h 81675"/>
                <a:gd name="connsiteX1" fmla="*/ 3 w 79547"/>
                <a:gd name="connsiteY1" fmla="*/ 42426 h 81675"/>
                <a:gd name="connsiteX2" fmla="*/ 3 w 79547"/>
                <a:gd name="connsiteY2" fmla="*/ 40143 h 81675"/>
                <a:gd name="connsiteX3" fmla="*/ 39249 w 79547"/>
                <a:gd name="connsiteY3" fmla="*/ 1 h 81675"/>
                <a:gd name="connsiteX4" fmla="*/ 39352 w 79547"/>
                <a:gd name="connsiteY4" fmla="*/ 0 h 81675"/>
                <a:gd name="connsiteX5" fmla="*/ 39848 w 79547"/>
                <a:gd name="connsiteY5" fmla="*/ 0 h 81675"/>
                <a:gd name="connsiteX6" fmla="*/ 79545 w 79547"/>
                <a:gd name="connsiteY6" fmla="*/ 39200 h 81675"/>
                <a:gd name="connsiteX7" fmla="*/ 79545 w 79547"/>
                <a:gd name="connsiteY7" fmla="*/ 41483 h 81675"/>
                <a:gd name="connsiteX8" fmla="*/ 40350 w 79547"/>
                <a:gd name="connsiteY8" fmla="*/ 81676 h 81675"/>
                <a:gd name="connsiteX9" fmla="*/ 40295 w 79547"/>
                <a:gd name="connsiteY9" fmla="*/ 81676 h 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47" h="81675">
                  <a:moveTo>
                    <a:pt x="39699" y="81676"/>
                  </a:moveTo>
                  <a:cubicBezTo>
                    <a:pt x="17948" y="81676"/>
                    <a:pt x="247" y="64174"/>
                    <a:pt x="3" y="42426"/>
                  </a:cubicBezTo>
                  <a:lnTo>
                    <a:pt x="3" y="40143"/>
                  </a:lnTo>
                  <a:cubicBezTo>
                    <a:pt x="-245" y="18221"/>
                    <a:pt x="17326" y="249"/>
                    <a:pt x="39249" y="1"/>
                  </a:cubicBezTo>
                  <a:cubicBezTo>
                    <a:pt x="39283" y="0"/>
                    <a:pt x="39318" y="0"/>
                    <a:pt x="39352" y="0"/>
                  </a:cubicBezTo>
                  <a:lnTo>
                    <a:pt x="39848" y="0"/>
                  </a:lnTo>
                  <a:cubicBezTo>
                    <a:pt x="61579" y="-1"/>
                    <a:pt x="79273" y="17471"/>
                    <a:pt x="79545" y="39200"/>
                  </a:cubicBezTo>
                  <a:lnTo>
                    <a:pt x="79545" y="41483"/>
                  </a:lnTo>
                  <a:cubicBezTo>
                    <a:pt x="79820" y="63405"/>
                    <a:pt x="62272" y="81398"/>
                    <a:pt x="40350" y="81676"/>
                  </a:cubicBezTo>
                  <a:cubicBezTo>
                    <a:pt x="40331" y="81676"/>
                    <a:pt x="40313" y="81676"/>
                    <a:pt x="40295" y="816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C31B7DD2-39A2-F042-A4E7-4F61234620D8}"/>
                </a:ext>
              </a:extLst>
            </p:cNvPr>
            <p:cNvSpPr/>
            <p:nvPr/>
          </p:nvSpPr>
          <p:spPr>
            <a:xfrm>
              <a:off x="1955211" y="5386806"/>
              <a:ext cx="79398" cy="81824"/>
            </a:xfrm>
            <a:custGeom>
              <a:avLst/>
              <a:gdLst>
                <a:gd name="connsiteX0" fmla="*/ 39700 w 79398"/>
                <a:gd name="connsiteY0" fmla="*/ 81676 h 81824"/>
                <a:gd name="connsiteX1" fmla="*/ 3 w 79398"/>
                <a:gd name="connsiteY1" fmla="*/ 42475 h 81824"/>
                <a:gd name="connsiteX2" fmla="*/ 3 w 79398"/>
                <a:gd name="connsiteY2" fmla="*/ 40193 h 81824"/>
                <a:gd name="connsiteX3" fmla="*/ 39198 w 79398"/>
                <a:gd name="connsiteY3" fmla="*/ 0 h 81824"/>
                <a:gd name="connsiteX4" fmla="*/ 39204 w 79398"/>
                <a:gd name="connsiteY4" fmla="*/ 0 h 81824"/>
                <a:gd name="connsiteX5" fmla="*/ 39700 w 79398"/>
                <a:gd name="connsiteY5" fmla="*/ 0 h 81824"/>
                <a:gd name="connsiteX6" fmla="*/ 79396 w 79398"/>
                <a:gd name="connsiteY6" fmla="*/ 39250 h 81824"/>
                <a:gd name="connsiteX7" fmla="*/ 79396 w 79398"/>
                <a:gd name="connsiteY7" fmla="*/ 41681 h 81824"/>
                <a:gd name="connsiteX8" fmla="*/ 40151 w 79398"/>
                <a:gd name="connsiteY8" fmla="*/ 81825 h 81824"/>
                <a:gd name="connsiteX9" fmla="*/ 40146 w 79398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8" h="81824">
                  <a:moveTo>
                    <a:pt x="39700" y="81676"/>
                  </a:moveTo>
                  <a:cubicBezTo>
                    <a:pt x="17968" y="81676"/>
                    <a:pt x="275" y="64204"/>
                    <a:pt x="3" y="42475"/>
                  </a:cubicBezTo>
                  <a:lnTo>
                    <a:pt x="3" y="40193"/>
                  </a:lnTo>
                  <a:cubicBezTo>
                    <a:pt x="-273" y="18270"/>
                    <a:pt x="17275" y="278"/>
                    <a:pt x="39198" y="0"/>
                  </a:cubicBezTo>
                  <a:cubicBezTo>
                    <a:pt x="39200" y="0"/>
                    <a:pt x="39202" y="0"/>
                    <a:pt x="39204" y="0"/>
                  </a:cubicBezTo>
                  <a:lnTo>
                    <a:pt x="39700" y="0"/>
                  </a:lnTo>
                  <a:cubicBezTo>
                    <a:pt x="61449" y="0"/>
                    <a:pt x="79153" y="17501"/>
                    <a:pt x="79396" y="39250"/>
                  </a:cubicBezTo>
                  <a:lnTo>
                    <a:pt x="79396" y="41681"/>
                  </a:lnTo>
                  <a:cubicBezTo>
                    <a:pt x="79645" y="63604"/>
                    <a:pt x="62074" y="81576"/>
                    <a:pt x="40151" y="81825"/>
                  </a:cubicBezTo>
                  <a:cubicBezTo>
                    <a:pt x="40150" y="81825"/>
                    <a:pt x="40148" y="81825"/>
                    <a:pt x="40146" y="818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55137FD0-CC7E-E24D-9CFE-73B4128AD8D0}"/>
                </a:ext>
              </a:extLst>
            </p:cNvPr>
            <p:cNvSpPr/>
            <p:nvPr/>
          </p:nvSpPr>
          <p:spPr>
            <a:xfrm>
              <a:off x="1846046" y="5386806"/>
              <a:ext cx="79398" cy="81824"/>
            </a:xfrm>
            <a:custGeom>
              <a:avLst/>
              <a:gdLst>
                <a:gd name="connsiteX0" fmla="*/ 39700 w 79398"/>
                <a:gd name="connsiteY0" fmla="*/ 81676 h 81824"/>
                <a:gd name="connsiteX1" fmla="*/ 3 w 79398"/>
                <a:gd name="connsiteY1" fmla="*/ 42475 h 81824"/>
                <a:gd name="connsiteX2" fmla="*/ 3 w 79398"/>
                <a:gd name="connsiteY2" fmla="*/ 40193 h 81824"/>
                <a:gd name="connsiteX3" fmla="*/ 39198 w 79398"/>
                <a:gd name="connsiteY3" fmla="*/ 0 h 81824"/>
                <a:gd name="connsiteX4" fmla="*/ 39204 w 79398"/>
                <a:gd name="connsiteY4" fmla="*/ 0 h 81824"/>
                <a:gd name="connsiteX5" fmla="*/ 39700 w 79398"/>
                <a:gd name="connsiteY5" fmla="*/ 0 h 81824"/>
                <a:gd name="connsiteX6" fmla="*/ 79396 w 79398"/>
                <a:gd name="connsiteY6" fmla="*/ 39250 h 81824"/>
                <a:gd name="connsiteX7" fmla="*/ 79396 w 79398"/>
                <a:gd name="connsiteY7" fmla="*/ 41681 h 81824"/>
                <a:gd name="connsiteX8" fmla="*/ 40151 w 79398"/>
                <a:gd name="connsiteY8" fmla="*/ 81825 h 81824"/>
                <a:gd name="connsiteX9" fmla="*/ 40146 w 79398"/>
                <a:gd name="connsiteY9" fmla="*/ 81825 h 8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8" h="81824">
                  <a:moveTo>
                    <a:pt x="39700" y="81676"/>
                  </a:moveTo>
                  <a:cubicBezTo>
                    <a:pt x="17968" y="81676"/>
                    <a:pt x="275" y="64204"/>
                    <a:pt x="3" y="42475"/>
                  </a:cubicBezTo>
                  <a:lnTo>
                    <a:pt x="3" y="40193"/>
                  </a:lnTo>
                  <a:cubicBezTo>
                    <a:pt x="-273" y="18270"/>
                    <a:pt x="17275" y="278"/>
                    <a:pt x="39198" y="0"/>
                  </a:cubicBezTo>
                  <a:cubicBezTo>
                    <a:pt x="39200" y="0"/>
                    <a:pt x="39202" y="0"/>
                    <a:pt x="39204" y="0"/>
                  </a:cubicBezTo>
                  <a:lnTo>
                    <a:pt x="39700" y="0"/>
                  </a:lnTo>
                  <a:cubicBezTo>
                    <a:pt x="61451" y="0"/>
                    <a:pt x="79152" y="17501"/>
                    <a:pt x="79396" y="39250"/>
                  </a:cubicBezTo>
                  <a:lnTo>
                    <a:pt x="79396" y="41681"/>
                  </a:lnTo>
                  <a:cubicBezTo>
                    <a:pt x="79645" y="63604"/>
                    <a:pt x="62074" y="81576"/>
                    <a:pt x="40151" y="81825"/>
                  </a:cubicBezTo>
                  <a:cubicBezTo>
                    <a:pt x="40150" y="81825"/>
                    <a:pt x="40148" y="81825"/>
                    <a:pt x="40146" y="818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4" name="Picture Placeholder 77">
            <a:extLst>
              <a:ext uri="{FF2B5EF4-FFF2-40B4-BE49-F238E27FC236}">
                <a16:creationId xmlns:a16="http://schemas.microsoft.com/office/drawing/2014/main" id="{C3852B2B-4A22-4C2B-A2BF-293C9E65E4B3}"/>
              </a:ext>
            </a:extLst>
          </p:cNvPr>
          <p:cNvGrpSpPr>
            <a:grpSpLocks noChangeAspect="1"/>
          </p:cNvGrpSpPr>
          <p:nvPr/>
        </p:nvGrpSpPr>
        <p:grpSpPr>
          <a:xfrm>
            <a:off x="2839831" y="4775344"/>
            <a:ext cx="835303" cy="834904"/>
            <a:chOff x="2839831" y="4775344"/>
            <a:chExt cx="835303" cy="834904"/>
          </a:xfrm>
        </p:grpSpPr>
        <p:grpSp>
          <p:nvGrpSpPr>
            <p:cNvPr id="175" name="Picture Placeholder 77">
              <a:extLst>
                <a:ext uri="{FF2B5EF4-FFF2-40B4-BE49-F238E27FC236}">
                  <a16:creationId xmlns:a16="http://schemas.microsoft.com/office/drawing/2014/main" id="{C3852B2B-4A22-4C2B-A2BF-293C9E65E4B3}"/>
                </a:ext>
              </a:extLst>
            </p:cNvPr>
            <p:cNvGrpSpPr/>
            <p:nvPr/>
          </p:nvGrpSpPr>
          <p:grpSpPr>
            <a:xfrm>
              <a:off x="2839831" y="4775344"/>
              <a:ext cx="835303" cy="834904"/>
              <a:chOff x="2839831" y="4775344"/>
              <a:chExt cx="835303" cy="834904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56FFB95-A11A-7C42-B161-2138839F8780}"/>
                  </a:ext>
                </a:extLst>
              </p:cNvPr>
              <p:cNvSpPr/>
              <p:nvPr/>
            </p:nvSpPr>
            <p:spPr>
              <a:xfrm>
                <a:off x="2839831" y="5153738"/>
                <a:ext cx="833628" cy="456510"/>
              </a:xfrm>
              <a:custGeom>
                <a:avLst/>
                <a:gdLst>
                  <a:gd name="connsiteX0" fmla="*/ 793932 w 833628"/>
                  <a:gd name="connsiteY0" fmla="*/ 456510 h 456510"/>
                  <a:gd name="connsiteX1" fmla="*/ 39697 w 833628"/>
                  <a:gd name="connsiteY1" fmla="*/ 456510 h 456510"/>
                  <a:gd name="connsiteX2" fmla="*/ 0 w 833628"/>
                  <a:gd name="connsiteY2" fmla="*/ 416814 h 456510"/>
                  <a:gd name="connsiteX3" fmla="*/ 0 w 833628"/>
                  <a:gd name="connsiteY3" fmla="*/ 39697 h 456510"/>
                  <a:gd name="connsiteX4" fmla="*/ 39697 w 833628"/>
                  <a:gd name="connsiteY4" fmla="*/ 0 h 456510"/>
                  <a:gd name="connsiteX5" fmla="*/ 79393 w 833628"/>
                  <a:gd name="connsiteY5" fmla="*/ 39697 h 456510"/>
                  <a:gd name="connsiteX6" fmla="*/ 79393 w 833628"/>
                  <a:gd name="connsiteY6" fmla="*/ 377117 h 456510"/>
                  <a:gd name="connsiteX7" fmla="*/ 754235 w 833628"/>
                  <a:gd name="connsiteY7" fmla="*/ 377117 h 456510"/>
                  <a:gd name="connsiteX8" fmla="*/ 754235 w 833628"/>
                  <a:gd name="connsiteY8" fmla="*/ 39697 h 456510"/>
                  <a:gd name="connsiteX9" fmla="*/ 793932 w 833628"/>
                  <a:gd name="connsiteY9" fmla="*/ 0 h 456510"/>
                  <a:gd name="connsiteX10" fmla="*/ 833629 w 833628"/>
                  <a:gd name="connsiteY10" fmla="*/ 39697 h 456510"/>
                  <a:gd name="connsiteX11" fmla="*/ 833629 w 833628"/>
                  <a:gd name="connsiteY11" fmla="*/ 416814 h 456510"/>
                  <a:gd name="connsiteX12" fmla="*/ 793932 w 833628"/>
                  <a:gd name="connsiteY12" fmla="*/ 456510 h 45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3628" h="456510">
                    <a:moveTo>
                      <a:pt x="793932" y="456510"/>
                    </a:moveTo>
                    <a:lnTo>
                      <a:pt x="39697" y="456510"/>
                    </a:lnTo>
                    <a:cubicBezTo>
                      <a:pt x="17773" y="456510"/>
                      <a:pt x="0" y="438736"/>
                      <a:pt x="0" y="4168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77117"/>
                    </a:lnTo>
                    <a:lnTo>
                      <a:pt x="754235" y="377117"/>
                    </a:lnTo>
                    <a:lnTo>
                      <a:pt x="754235" y="39697"/>
                    </a:lnTo>
                    <a:cubicBezTo>
                      <a:pt x="754235" y="17773"/>
                      <a:pt x="772009" y="0"/>
                      <a:pt x="793932" y="0"/>
                    </a:cubicBezTo>
                    <a:cubicBezTo>
                      <a:pt x="815854" y="0"/>
                      <a:pt x="833629" y="17773"/>
                      <a:pt x="833629" y="39697"/>
                    </a:cubicBezTo>
                    <a:lnTo>
                      <a:pt x="833629" y="416814"/>
                    </a:lnTo>
                    <a:cubicBezTo>
                      <a:pt x="833629" y="438736"/>
                      <a:pt x="815854" y="456510"/>
                      <a:pt x="793932" y="45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A33DA4-5F81-414D-8755-57D61AA660BB}"/>
                  </a:ext>
                </a:extLst>
              </p:cNvPr>
              <p:cNvSpPr/>
              <p:nvPr/>
            </p:nvSpPr>
            <p:spPr>
              <a:xfrm>
                <a:off x="2841441" y="4775344"/>
                <a:ext cx="833693" cy="456698"/>
              </a:xfrm>
              <a:custGeom>
                <a:avLst/>
                <a:gdLst>
                  <a:gd name="connsiteX0" fmla="*/ 794009 w 833693"/>
                  <a:gd name="connsiteY0" fmla="*/ 456497 h 456698"/>
                  <a:gd name="connsiteX1" fmla="*/ 766321 w 833693"/>
                  <a:gd name="connsiteY1" fmla="*/ 445233 h 456698"/>
                  <a:gd name="connsiteX2" fmla="*/ 407712 w 833693"/>
                  <a:gd name="connsiteY2" fmla="*/ 95804 h 456698"/>
                  <a:gd name="connsiteX3" fmla="*/ 68206 w 833693"/>
                  <a:gd name="connsiteY3" fmla="*/ 444737 h 456698"/>
                  <a:gd name="connsiteX4" fmla="*/ 11961 w 833693"/>
                  <a:gd name="connsiteY4" fmla="*/ 445357 h 456698"/>
                  <a:gd name="connsiteX5" fmla="*/ 11341 w 833693"/>
                  <a:gd name="connsiteY5" fmla="*/ 389112 h 456698"/>
                  <a:gd name="connsiteX6" fmla="*/ 378535 w 833693"/>
                  <a:gd name="connsiteY6" fmla="*/ 11995 h 456698"/>
                  <a:gd name="connsiteX7" fmla="*/ 434656 w 833693"/>
                  <a:gd name="connsiteY7" fmla="*/ 11250 h 456698"/>
                  <a:gd name="connsiteX8" fmla="*/ 821697 w 833693"/>
                  <a:gd name="connsiteY8" fmla="*/ 388368 h 456698"/>
                  <a:gd name="connsiteX9" fmla="*/ 822427 w 833693"/>
                  <a:gd name="connsiteY9" fmla="*/ 444503 h 456698"/>
                  <a:gd name="connsiteX10" fmla="*/ 794009 w 833693"/>
                  <a:gd name="connsiteY10" fmla="*/ 456497 h 45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3693" h="456698">
                    <a:moveTo>
                      <a:pt x="794009" y="456497"/>
                    </a:moveTo>
                    <a:cubicBezTo>
                      <a:pt x="783663" y="456493"/>
                      <a:pt x="773729" y="452452"/>
                      <a:pt x="766321" y="445233"/>
                    </a:cubicBezTo>
                    <a:lnTo>
                      <a:pt x="407712" y="95804"/>
                    </a:lnTo>
                    <a:lnTo>
                      <a:pt x="68206" y="444737"/>
                    </a:lnTo>
                    <a:cubicBezTo>
                      <a:pt x="52846" y="460440"/>
                      <a:pt x="27664" y="460718"/>
                      <a:pt x="11961" y="445357"/>
                    </a:cubicBezTo>
                    <a:cubicBezTo>
                      <a:pt x="-3742" y="429996"/>
                      <a:pt x="-4019" y="404815"/>
                      <a:pt x="11341" y="389112"/>
                    </a:cubicBezTo>
                    <a:lnTo>
                      <a:pt x="378535" y="11995"/>
                    </a:lnTo>
                    <a:cubicBezTo>
                      <a:pt x="393829" y="-3703"/>
                      <a:pt x="418951" y="-4036"/>
                      <a:pt x="434656" y="11250"/>
                    </a:cubicBezTo>
                    <a:lnTo>
                      <a:pt x="821697" y="388368"/>
                    </a:lnTo>
                    <a:cubicBezTo>
                      <a:pt x="837402" y="403667"/>
                      <a:pt x="837730" y="428800"/>
                      <a:pt x="822427" y="444503"/>
                    </a:cubicBezTo>
                    <a:cubicBezTo>
                      <a:pt x="814959" y="452168"/>
                      <a:pt x="804712" y="456493"/>
                      <a:pt x="794009" y="45649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9987F89D-EED8-5B48-9646-7440DC2C4351}"/>
                </a:ext>
              </a:extLst>
            </p:cNvPr>
            <p:cNvSpPr/>
            <p:nvPr/>
          </p:nvSpPr>
          <p:spPr>
            <a:xfrm>
              <a:off x="2972784" y="5066257"/>
              <a:ext cx="461354" cy="400240"/>
            </a:xfrm>
            <a:custGeom>
              <a:avLst/>
              <a:gdLst>
                <a:gd name="connsiteX0" fmla="*/ 421658 w 461354"/>
                <a:gd name="connsiteY0" fmla="*/ 400240 h 400240"/>
                <a:gd name="connsiteX1" fmla="*/ 161745 w 461354"/>
                <a:gd name="connsiteY1" fmla="*/ 400240 h 400240"/>
                <a:gd name="connsiteX2" fmla="*/ 44292 w 461354"/>
                <a:gd name="connsiteY2" fmla="*/ 350620 h 400240"/>
                <a:gd name="connsiteX3" fmla="*/ 80 w 461354"/>
                <a:gd name="connsiteY3" fmla="*/ 237336 h 400240"/>
                <a:gd name="connsiteX4" fmla="*/ 48709 w 461354"/>
                <a:gd name="connsiteY4" fmla="*/ 137697 h 400240"/>
                <a:gd name="connsiteX5" fmla="*/ 119418 w 461354"/>
                <a:gd name="connsiteY5" fmla="*/ 101474 h 400240"/>
                <a:gd name="connsiteX6" fmla="*/ 277262 w 461354"/>
                <a:gd name="connsiteY6" fmla="*/ 0 h 400240"/>
                <a:gd name="connsiteX7" fmla="*/ 316958 w 461354"/>
                <a:gd name="connsiteY7" fmla="*/ 39697 h 400240"/>
                <a:gd name="connsiteX8" fmla="*/ 277262 w 461354"/>
                <a:gd name="connsiteY8" fmla="*/ 79393 h 400240"/>
                <a:gd name="connsiteX9" fmla="*/ 184173 w 461354"/>
                <a:gd name="connsiteY9" fmla="*/ 152633 h 400240"/>
                <a:gd name="connsiteX10" fmla="*/ 144625 w 461354"/>
                <a:gd name="connsiteY10" fmla="*/ 178634 h 400240"/>
                <a:gd name="connsiteX11" fmla="*/ 102497 w 461354"/>
                <a:gd name="connsiteY11" fmla="*/ 195902 h 400240"/>
                <a:gd name="connsiteX12" fmla="*/ 79424 w 461354"/>
                <a:gd name="connsiteY12" fmla="*/ 239668 h 400240"/>
                <a:gd name="connsiteX13" fmla="*/ 101307 w 461354"/>
                <a:gd name="connsiteY13" fmla="*/ 295144 h 400240"/>
                <a:gd name="connsiteX14" fmla="*/ 161745 w 461354"/>
                <a:gd name="connsiteY14" fmla="*/ 320748 h 400240"/>
                <a:gd name="connsiteX15" fmla="*/ 421658 w 461354"/>
                <a:gd name="connsiteY15" fmla="*/ 320748 h 400240"/>
                <a:gd name="connsiteX16" fmla="*/ 461355 w 461354"/>
                <a:gd name="connsiteY16" fmla="*/ 360445 h 400240"/>
                <a:gd name="connsiteX17" fmla="*/ 421658 w 461354"/>
                <a:gd name="connsiteY17" fmla="*/ 400141 h 40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1354" h="400240">
                  <a:moveTo>
                    <a:pt x="421658" y="400240"/>
                  </a:moveTo>
                  <a:lnTo>
                    <a:pt x="161745" y="400240"/>
                  </a:lnTo>
                  <a:cubicBezTo>
                    <a:pt x="117515" y="400166"/>
                    <a:pt x="75180" y="382278"/>
                    <a:pt x="44292" y="350620"/>
                  </a:cubicBezTo>
                  <a:cubicBezTo>
                    <a:pt x="14696" y="320485"/>
                    <a:pt x="-1279" y="279553"/>
                    <a:pt x="80" y="237336"/>
                  </a:cubicBezTo>
                  <a:cubicBezTo>
                    <a:pt x="1172" y="201956"/>
                    <a:pt x="19383" y="164691"/>
                    <a:pt x="48709" y="137697"/>
                  </a:cubicBezTo>
                  <a:cubicBezTo>
                    <a:pt x="68371" y="119169"/>
                    <a:pt x="92893" y="106607"/>
                    <a:pt x="119418" y="101474"/>
                  </a:cubicBezTo>
                  <a:cubicBezTo>
                    <a:pt x="151076" y="35677"/>
                    <a:pt x="206254" y="0"/>
                    <a:pt x="277262" y="0"/>
                  </a:cubicBezTo>
                  <a:cubicBezTo>
                    <a:pt x="299186" y="0"/>
                    <a:pt x="316958" y="17773"/>
                    <a:pt x="316958" y="39697"/>
                  </a:cubicBezTo>
                  <a:cubicBezTo>
                    <a:pt x="316958" y="61620"/>
                    <a:pt x="299186" y="79393"/>
                    <a:pt x="277262" y="79393"/>
                  </a:cubicBezTo>
                  <a:cubicBezTo>
                    <a:pt x="231710" y="79393"/>
                    <a:pt x="202086" y="102665"/>
                    <a:pt x="184173" y="152633"/>
                  </a:cubicBezTo>
                  <a:cubicBezTo>
                    <a:pt x="178164" y="169071"/>
                    <a:pt x="162098" y="179633"/>
                    <a:pt x="144625" y="178634"/>
                  </a:cubicBezTo>
                  <a:cubicBezTo>
                    <a:pt x="125224" y="177493"/>
                    <a:pt x="109891" y="189055"/>
                    <a:pt x="102497" y="195902"/>
                  </a:cubicBezTo>
                  <a:cubicBezTo>
                    <a:pt x="88901" y="208407"/>
                    <a:pt x="79870" y="225675"/>
                    <a:pt x="79424" y="239668"/>
                  </a:cubicBezTo>
                  <a:cubicBezTo>
                    <a:pt x="78828" y="260375"/>
                    <a:pt x="86736" y="280421"/>
                    <a:pt x="101307" y="295144"/>
                  </a:cubicBezTo>
                  <a:cubicBezTo>
                    <a:pt x="117170" y="311489"/>
                    <a:pt x="138968" y="320723"/>
                    <a:pt x="161745" y="320748"/>
                  </a:cubicBezTo>
                  <a:lnTo>
                    <a:pt x="421658" y="320748"/>
                  </a:lnTo>
                  <a:cubicBezTo>
                    <a:pt x="443580" y="320748"/>
                    <a:pt x="461355" y="338522"/>
                    <a:pt x="461355" y="360445"/>
                  </a:cubicBezTo>
                  <a:cubicBezTo>
                    <a:pt x="461355" y="382367"/>
                    <a:pt x="443580" y="400141"/>
                    <a:pt x="421658" y="40014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53A82355-4221-8745-BE93-54D9F5DC1D81}"/>
                </a:ext>
              </a:extLst>
            </p:cNvPr>
            <p:cNvSpPr/>
            <p:nvPr/>
          </p:nvSpPr>
          <p:spPr>
            <a:xfrm>
              <a:off x="3209655" y="5065709"/>
              <a:ext cx="314578" cy="400396"/>
            </a:xfrm>
            <a:custGeom>
              <a:avLst/>
              <a:gdLst>
                <a:gd name="connsiteX0" fmla="*/ 184291 w 314578"/>
                <a:gd name="connsiteY0" fmla="*/ 400391 h 400396"/>
                <a:gd name="connsiteX1" fmla="*/ 144595 w 314578"/>
                <a:gd name="connsiteY1" fmla="*/ 360694 h 400396"/>
                <a:gd name="connsiteX2" fmla="*/ 184291 w 314578"/>
                <a:gd name="connsiteY2" fmla="*/ 320998 h 400396"/>
                <a:gd name="connsiteX3" fmla="*/ 234805 w 314578"/>
                <a:gd name="connsiteY3" fmla="*/ 272270 h 400396"/>
                <a:gd name="connsiteX4" fmla="*/ 186078 w 314578"/>
                <a:gd name="connsiteY4" fmla="*/ 221756 h 400396"/>
                <a:gd name="connsiteX5" fmla="*/ 147771 w 314578"/>
                <a:gd name="connsiteY5" fmla="*/ 183598 h 400396"/>
                <a:gd name="connsiteX6" fmla="*/ 39697 w 314578"/>
                <a:gd name="connsiteY6" fmla="*/ 79395 h 400396"/>
                <a:gd name="connsiteX7" fmla="*/ 0 w 314578"/>
                <a:gd name="connsiteY7" fmla="*/ 39698 h 400396"/>
                <a:gd name="connsiteX8" fmla="*/ 39697 w 314578"/>
                <a:gd name="connsiteY8" fmla="*/ 2 h 400396"/>
                <a:gd name="connsiteX9" fmla="*/ 223293 w 314578"/>
                <a:gd name="connsiteY9" fmla="*/ 148020 h 400396"/>
                <a:gd name="connsiteX10" fmla="*/ 308894 w 314578"/>
                <a:gd name="connsiteY10" fmla="*/ 309148 h 400396"/>
                <a:gd name="connsiteX11" fmla="*/ 184291 w 314578"/>
                <a:gd name="connsiteY11" fmla="*/ 400391 h 40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4578" h="400396">
                  <a:moveTo>
                    <a:pt x="184291" y="400391"/>
                  </a:moveTo>
                  <a:cubicBezTo>
                    <a:pt x="162369" y="400391"/>
                    <a:pt x="144595" y="382617"/>
                    <a:pt x="144595" y="360694"/>
                  </a:cubicBezTo>
                  <a:cubicBezTo>
                    <a:pt x="144595" y="338772"/>
                    <a:pt x="162369" y="320998"/>
                    <a:pt x="184291" y="320998"/>
                  </a:cubicBezTo>
                  <a:cubicBezTo>
                    <a:pt x="211697" y="321489"/>
                    <a:pt x="234314" y="299676"/>
                    <a:pt x="234805" y="272270"/>
                  </a:cubicBezTo>
                  <a:cubicBezTo>
                    <a:pt x="235297" y="244865"/>
                    <a:pt x="213483" y="222248"/>
                    <a:pt x="186078" y="221756"/>
                  </a:cubicBezTo>
                  <a:cubicBezTo>
                    <a:pt x="165282" y="221042"/>
                    <a:pt x="148565" y="204394"/>
                    <a:pt x="147771" y="183598"/>
                  </a:cubicBezTo>
                  <a:cubicBezTo>
                    <a:pt x="145816" y="125370"/>
                    <a:pt x="97957" y="79228"/>
                    <a:pt x="39697" y="79395"/>
                  </a:cubicBezTo>
                  <a:cubicBezTo>
                    <a:pt x="17773" y="79395"/>
                    <a:pt x="0" y="61622"/>
                    <a:pt x="0" y="39698"/>
                  </a:cubicBezTo>
                  <a:cubicBezTo>
                    <a:pt x="0" y="17774"/>
                    <a:pt x="17773" y="2"/>
                    <a:pt x="39697" y="2"/>
                  </a:cubicBezTo>
                  <a:cubicBezTo>
                    <a:pt x="128225" y="-362"/>
                    <a:pt x="204869" y="61429"/>
                    <a:pt x="223293" y="148020"/>
                  </a:cubicBezTo>
                  <a:cubicBezTo>
                    <a:pt x="291423" y="168877"/>
                    <a:pt x="329750" y="241014"/>
                    <a:pt x="308894" y="309148"/>
                  </a:cubicBezTo>
                  <a:cubicBezTo>
                    <a:pt x="292157" y="363806"/>
                    <a:pt x="241455" y="400942"/>
                    <a:pt x="184291" y="4003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0" name="Picture Placeholder 79">
            <a:extLst>
              <a:ext uri="{FF2B5EF4-FFF2-40B4-BE49-F238E27FC236}">
                <a16:creationId xmlns:a16="http://schemas.microsoft.com/office/drawing/2014/main" id="{A86829DB-BDC0-42A8-80BF-45A791B3C798}"/>
              </a:ext>
            </a:extLst>
          </p:cNvPr>
          <p:cNvGrpSpPr>
            <a:grpSpLocks noChangeAspect="1"/>
          </p:cNvGrpSpPr>
          <p:nvPr/>
        </p:nvGrpSpPr>
        <p:grpSpPr>
          <a:xfrm>
            <a:off x="4180016" y="4775331"/>
            <a:ext cx="791139" cy="834917"/>
            <a:chOff x="4180016" y="4775331"/>
            <a:chExt cx="791139" cy="834917"/>
          </a:xfrm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90F861BB-144E-D042-BAD2-0D6CB35E989A}"/>
                </a:ext>
              </a:extLst>
            </p:cNvPr>
            <p:cNvSpPr/>
            <p:nvPr/>
          </p:nvSpPr>
          <p:spPr>
            <a:xfrm>
              <a:off x="4180016" y="5153738"/>
              <a:ext cx="788423" cy="456510"/>
            </a:xfrm>
            <a:custGeom>
              <a:avLst/>
              <a:gdLst>
                <a:gd name="connsiteX0" fmla="*/ 748727 w 788423"/>
                <a:gd name="connsiteY0" fmla="*/ 456510 h 456510"/>
                <a:gd name="connsiteX1" fmla="*/ 39697 w 788423"/>
                <a:gd name="connsiteY1" fmla="*/ 456510 h 456510"/>
                <a:gd name="connsiteX2" fmla="*/ 0 w 788423"/>
                <a:gd name="connsiteY2" fmla="*/ 416814 h 456510"/>
                <a:gd name="connsiteX3" fmla="*/ 0 w 788423"/>
                <a:gd name="connsiteY3" fmla="*/ 39697 h 456510"/>
                <a:gd name="connsiteX4" fmla="*/ 39697 w 788423"/>
                <a:gd name="connsiteY4" fmla="*/ 0 h 456510"/>
                <a:gd name="connsiteX5" fmla="*/ 79393 w 788423"/>
                <a:gd name="connsiteY5" fmla="*/ 39697 h 456510"/>
                <a:gd name="connsiteX6" fmla="*/ 79393 w 788423"/>
                <a:gd name="connsiteY6" fmla="*/ 377117 h 456510"/>
                <a:gd name="connsiteX7" fmla="*/ 709031 w 788423"/>
                <a:gd name="connsiteY7" fmla="*/ 377117 h 456510"/>
                <a:gd name="connsiteX8" fmla="*/ 709031 w 788423"/>
                <a:gd name="connsiteY8" fmla="*/ 39697 h 456510"/>
                <a:gd name="connsiteX9" fmla="*/ 748727 w 788423"/>
                <a:gd name="connsiteY9" fmla="*/ 0 h 456510"/>
                <a:gd name="connsiteX10" fmla="*/ 788424 w 788423"/>
                <a:gd name="connsiteY10" fmla="*/ 39697 h 456510"/>
                <a:gd name="connsiteX11" fmla="*/ 788424 w 788423"/>
                <a:gd name="connsiteY11" fmla="*/ 416814 h 456510"/>
                <a:gd name="connsiteX12" fmla="*/ 748727 w 788423"/>
                <a:gd name="connsiteY12" fmla="*/ 456510 h 45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423" h="456510">
                  <a:moveTo>
                    <a:pt x="748727" y="456510"/>
                  </a:moveTo>
                  <a:lnTo>
                    <a:pt x="39697" y="456510"/>
                  </a:lnTo>
                  <a:cubicBezTo>
                    <a:pt x="17773" y="456510"/>
                    <a:pt x="0" y="438736"/>
                    <a:pt x="0" y="4168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77117"/>
                  </a:lnTo>
                  <a:lnTo>
                    <a:pt x="709031" y="377117"/>
                  </a:lnTo>
                  <a:lnTo>
                    <a:pt x="709031" y="39697"/>
                  </a:lnTo>
                  <a:cubicBezTo>
                    <a:pt x="709031" y="17773"/>
                    <a:pt x="726805" y="0"/>
                    <a:pt x="748727" y="0"/>
                  </a:cubicBezTo>
                  <a:cubicBezTo>
                    <a:pt x="770650" y="0"/>
                    <a:pt x="788424" y="17773"/>
                    <a:pt x="788424" y="39697"/>
                  </a:cubicBezTo>
                  <a:lnTo>
                    <a:pt x="788424" y="416814"/>
                  </a:lnTo>
                  <a:cubicBezTo>
                    <a:pt x="788424" y="438736"/>
                    <a:pt x="770650" y="456510"/>
                    <a:pt x="748727" y="4565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C7A2EBF8-4C4A-9F43-8AAF-C319FDA01B73}"/>
                </a:ext>
              </a:extLst>
            </p:cNvPr>
            <p:cNvSpPr/>
            <p:nvPr/>
          </p:nvSpPr>
          <p:spPr>
            <a:xfrm>
              <a:off x="4181582" y="4775331"/>
              <a:ext cx="789572" cy="457886"/>
            </a:xfrm>
            <a:custGeom>
              <a:avLst/>
              <a:gdLst>
                <a:gd name="connsiteX0" fmla="*/ 39668 w 789572"/>
                <a:gd name="connsiteY0" fmla="*/ 456510 h 457886"/>
                <a:gd name="connsiteX1" fmla="*/ 0 w 789572"/>
                <a:gd name="connsiteY1" fmla="*/ 416786 h 457886"/>
                <a:gd name="connsiteX2" fmla="*/ 10591 w 789572"/>
                <a:gd name="connsiteY2" fmla="*/ 389820 h 457886"/>
                <a:gd name="connsiteX3" fmla="*/ 360417 w 789572"/>
                <a:gd name="connsiteY3" fmla="*/ 12703 h 457886"/>
                <a:gd name="connsiteX4" fmla="*/ 389296 w 789572"/>
                <a:gd name="connsiteY4" fmla="*/ 0 h 457886"/>
                <a:gd name="connsiteX5" fmla="*/ 389296 w 789572"/>
                <a:gd name="connsiteY5" fmla="*/ 0 h 457886"/>
                <a:gd name="connsiteX6" fmla="*/ 418026 w 789572"/>
                <a:gd name="connsiteY6" fmla="*/ 12306 h 457886"/>
                <a:gd name="connsiteX7" fmla="*/ 777231 w 789572"/>
                <a:gd name="connsiteY7" fmla="*/ 389423 h 457886"/>
                <a:gd name="connsiteX8" fmla="*/ 778640 w 789572"/>
                <a:gd name="connsiteY8" fmla="*/ 445545 h 457886"/>
                <a:gd name="connsiteX9" fmla="*/ 722519 w 789572"/>
                <a:gd name="connsiteY9" fmla="*/ 446956 h 457886"/>
                <a:gd name="connsiteX10" fmla="*/ 719721 w 789572"/>
                <a:gd name="connsiteY10" fmla="*/ 444006 h 457886"/>
                <a:gd name="connsiteX11" fmla="*/ 389892 w 789572"/>
                <a:gd name="connsiteY11" fmla="*/ 97654 h 457886"/>
                <a:gd name="connsiteX12" fmla="*/ 68796 w 789572"/>
                <a:gd name="connsiteY12" fmla="*/ 443807 h 457886"/>
                <a:gd name="connsiteX13" fmla="*/ 39668 w 789572"/>
                <a:gd name="connsiteY13" fmla="*/ 456510 h 45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9572" h="457886">
                  <a:moveTo>
                    <a:pt x="39668" y="456510"/>
                  </a:moveTo>
                  <a:cubicBezTo>
                    <a:pt x="17744" y="456495"/>
                    <a:pt x="-16" y="438709"/>
                    <a:pt x="0" y="416786"/>
                  </a:cubicBezTo>
                  <a:cubicBezTo>
                    <a:pt x="7" y="406784"/>
                    <a:pt x="3789" y="397154"/>
                    <a:pt x="10591" y="389820"/>
                  </a:cubicBezTo>
                  <a:lnTo>
                    <a:pt x="360417" y="12703"/>
                  </a:lnTo>
                  <a:cubicBezTo>
                    <a:pt x="367875" y="4661"/>
                    <a:pt x="378328" y="63"/>
                    <a:pt x="389296" y="0"/>
                  </a:cubicBezTo>
                  <a:lnTo>
                    <a:pt x="389296" y="0"/>
                  </a:lnTo>
                  <a:cubicBezTo>
                    <a:pt x="400153" y="1"/>
                    <a:pt x="410535" y="4448"/>
                    <a:pt x="418026" y="12306"/>
                  </a:cubicBezTo>
                  <a:lnTo>
                    <a:pt x="777231" y="389423"/>
                  </a:lnTo>
                  <a:cubicBezTo>
                    <a:pt x="793120" y="404531"/>
                    <a:pt x="793750" y="429658"/>
                    <a:pt x="778640" y="445545"/>
                  </a:cubicBezTo>
                  <a:cubicBezTo>
                    <a:pt x="763536" y="461432"/>
                    <a:pt x="738408" y="462064"/>
                    <a:pt x="722519" y="446956"/>
                  </a:cubicBezTo>
                  <a:cubicBezTo>
                    <a:pt x="721537" y="446021"/>
                    <a:pt x="720604" y="445037"/>
                    <a:pt x="719721" y="444006"/>
                  </a:cubicBezTo>
                  <a:lnTo>
                    <a:pt x="389892" y="97654"/>
                  </a:lnTo>
                  <a:lnTo>
                    <a:pt x="68796" y="443807"/>
                  </a:lnTo>
                  <a:cubicBezTo>
                    <a:pt x="61279" y="451912"/>
                    <a:pt x="50723" y="456516"/>
                    <a:pt x="39668" y="4565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3" name="Picture Placeholder 81">
            <a:extLst>
              <a:ext uri="{FF2B5EF4-FFF2-40B4-BE49-F238E27FC236}">
                <a16:creationId xmlns:a16="http://schemas.microsoft.com/office/drawing/2014/main" id="{0DBDFEDE-7E9D-4E22-9BDB-6AFAA5D2912F}"/>
              </a:ext>
            </a:extLst>
          </p:cNvPr>
          <p:cNvGrpSpPr>
            <a:grpSpLocks noChangeAspect="1"/>
          </p:cNvGrpSpPr>
          <p:nvPr/>
        </p:nvGrpSpPr>
        <p:grpSpPr>
          <a:xfrm>
            <a:off x="5474351" y="5009193"/>
            <a:ext cx="836308" cy="367193"/>
            <a:chOff x="5474351" y="5009193"/>
            <a:chExt cx="836308" cy="367193"/>
          </a:xfrm>
        </p:grpSpPr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10BF4A22-651F-564C-8E6B-6F3052F7F320}"/>
                </a:ext>
              </a:extLst>
            </p:cNvPr>
            <p:cNvSpPr/>
            <p:nvPr/>
          </p:nvSpPr>
          <p:spPr>
            <a:xfrm>
              <a:off x="5474351" y="5155177"/>
              <a:ext cx="836308" cy="79393"/>
            </a:xfrm>
            <a:custGeom>
              <a:avLst/>
              <a:gdLst>
                <a:gd name="connsiteX0" fmla="*/ 796611 w 836308"/>
                <a:gd name="connsiteY0" fmla="*/ 79393 h 79393"/>
                <a:gd name="connsiteX1" fmla="*/ 39697 w 836308"/>
                <a:gd name="connsiteY1" fmla="*/ 79393 h 79393"/>
                <a:gd name="connsiteX2" fmla="*/ 0 w 836308"/>
                <a:gd name="connsiteY2" fmla="*/ 39697 h 79393"/>
                <a:gd name="connsiteX3" fmla="*/ 39697 w 836308"/>
                <a:gd name="connsiteY3" fmla="*/ 0 h 79393"/>
                <a:gd name="connsiteX4" fmla="*/ 796611 w 836308"/>
                <a:gd name="connsiteY4" fmla="*/ 0 h 79393"/>
                <a:gd name="connsiteX5" fmla="*/ 836308 w 836308"/>
                <a:gd name="connsiteY5" fmla="*/ 39697 h 79393"/>
                <a:gd name="connsiteX6" fmla="*/ 796611 w 83630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308" h="79393">
                  <a:moveTo>
                    <a:pt x="79661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6611" y="0"/>
                  </a:lnTo>
                  <a:cubicBezTo>
                    <a:pt x="818534" y="0"/>
                    <a:pt x="836308" y="17773"/>
                    <a:pt x="836308" y="39697"/>
                  </a:cubicBezTo>
                  <a:cubicBezTo>
                    <a:pt x="836308" y="61620"/>
                    <a:pt x="818534" y="79393"/>
                    <a:pt x="79661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90130D7-D9EE-D748-B522-3F4463DB932E}"/>
                </a:ext>
              </a:extLst>
            </p:cNvPr>
            <p:cNvSpPr/>
            <p:nvPr/>
          </p:nvSpPr>
          <p:spPr>
            <a:xfrm>
              <a:off x="5656806" y="5009193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3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21" y="367193"/>
                    <a:pt x="39697" y="3671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62D227F-3D6D-0241-91B4-9FCF13385BD5}"/>
                </a:ext>
              </a:extLst>
            </p:cNvPr>
            <p:cNvSpPr/>
            <p:nvPr/>
          </p:nvSpPr>
          <p:spPr>
            <a:xfrm>
              <a:off x="6038886" y="5009193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4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19" y="367193"/>
                    <a:pt x="39697" y="3671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9D8CFDB9-CAF9-8B4F-B470-C1613BDDEA7E}"/>
                </a:ext>
              </a:extLst>
            </p:cNvPr>
            <p:cNvSpPr/>
            <p:nvPr/>
          </p:nvSpPr>
          <p:spPr>
            <a:xfrm>
              <a:off x="5532755" y="5063776"/>
              <a:ext cx="79393" cy="262989"/>
            </a:xfrm>
            <a:custGeom>
              <a:avLst/>
              <a:gdLst>
                <a:gd name="connsiteX0" fmla="*/ 39697 w 79393"/>
                <a:gd name="connsiteY0" fmla="*/ 262990 h 262989"/>
                <a:gd name="connsiteX1" fmla="*/ 0 w 79393"/>
                <a:gd name="connsiteY1" fmla="*/ 223293 h 262989"/>
                <a:gd name="connsiteX2" fmla="*/ 0 w 79393"/>
                <a:gd name="connsiteY2" fmla="*/ 39697 h 262989"/>
                <a:gd name="connsiteX3" fmla="*/ 39697 w 79393"/>
                <a:gd name="connsiteY3" fmla="*/ 0 h 262989"/>
                <a:gd name="connsiteX4" fmla="*/ 79393 w 79393"/>
                <a:gd name="connsiteY4" fmla="*/ 39697 h 262989"/>
                <a:gd name="connsiteX5" fmla="*/ 79393 w 79393"/>
                <a:gd name="connsiteY5" fmla="*/ 223293 h 262989"/>
                <a:gd name="connsiteX6" fmla="*/ 39697 w 79393"/>
                <a:gd name="connsiteY6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2989">
                  <a:moveTo>
                    <a:pt x="39697" y="262990"/>
                  </a:moveTo>
                  <a:cubicBezTo>
                    <a:pt x="17773" y="262990"/>
                    <a:pt x="0" y="245216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3293"/>
                  </a:lnTo>
                  <a:cubicBezTo>
                    <a:pt x="79393" y="245216"/>
                    <a:pt x="61621" y="262990"/>
                    <a:pt x="39697" y="2629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A7F33A79-3E5E-A44A-A5C9-6D06D24A48F5}"/>
                </a:ext>
              </a:extLst>
            </p:cNvPr>
            <p:cNvSpPr/>
            <p:nvPr/>
          </p:nvSpPr>
          <p:spPr>
            <a:xfrm>
              <a:off x="6172862" y="5061295"/>
              <a:ext cx="79393" cy="262989"/>
            </a:xfrm>
            <a:custGeom>
              <a:avLst/>
              <a:gdLst>
                <a:gd name="connsiteX0" fmla="*/ 39697 w 79393"/>
                <a:gd name="connsiteY0" fmla="*/ 262990 h 262989"/>
                <a:gd name="connsiteX1" fmla="*/ 0 w 79393"/>
                <a:gd name="connsiteY1" fmla="*/ 223293 h 262989"/>
                <a:gd name="connsiteX2" fmla="*/ 0 w 79393"/>
                <a:gd name="connsiteY2" fmla="*/ 39697 h 262989"/>
                <a:gd name="connsiteX3" fmla="*/ 39697 w 79393"/>
                <a:gd name="connsiteY3" fmla="*/ 0 h 262989"/>
                <a:gd name="connsiteX4" fmla="*/ 79393 w 79393"/>
                <a:gd name="connsiteY4" fmla="*/ 39697 h 262989"/>
                <a:gd name="connsiteX5" fmla="*/ 79393 w 79393"/>
                <a:gd name="connsiteY5" fmla="*/ 223293 h 262989"/>
                <a:gd name="connsiteX6" fmla="*/ 39697 w 79393"/>
                <a:gd name="connsiteY6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2989">
                  <a:moveTo>
                    <a:pt x="39697" y="262990"/>
                  </a:moveTo>
                  <a:cubicBezTo>
                    <a:pt x="17774" y="262990"/>
                    <a:pt x="0" y="245216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3293"/>
                  </a:lnTo>
                  <a:cubicBezTo>
                    <a:pt x="79393" y="245216"/>
                    <a:pt x="61619" y="262990"/>
                    <a:pt x="39697" y="2629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9" name="Picture Placeholder 83">
            <a:extLst>
              <a:ext uri="{FF2B5EF4-FFF2-40B4-BE49-F238E27FC236}">
                <a16:creationId xmlns:a16="http://schemas.microsoft.com/office/drawing/2014/main" id="{C7F9539D-B8A9-479E-A66A-88A61F13F07A}"/>
              </a:ext>
            </a:extLst>
          </p:cNvPr>
          <p:cNvGrpSpPr>
            <a:grpSpLocks noChangeAspect="1"/>
          </p:cNvGrpSpPr>
          <p:nvPr/>
        </p:nvGrpSpPr>
        <p:grpSpPr>
          <a:xfrm>
            <a:off x="6790718" y="5008300"/>
            <a:ext cx="838590" cy="368929"/>
            <a:chOff x="6790718" y="5008300"/>
            <a:chExt cx="838590" cy="368929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4C72AC33-36BD-014A-8CD6-4287018C59A3}"/>
                </a:ext>
              </a:extLst>
            </p:cNvPr>
            <p:cNvSpPr/>
            <p:nvPr/>
          </p:nvSpPr>
          <p:spPr>
            <a:xfrm>
              <a:off x="6884451" y="5158899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6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6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3501C814-1D40-E645-BA3E-7D6F608535D4}"/>
                </a:ext>
              </a:extLst>
            </p:cNvPr>
            <p:cNvSpPr/>
            <p:nvPr/>
          </p:nvSpPr>
          <p:spPr>
            <a:xfrm>
              <a:off x="6978731" y="5158899"/>
              <a:ext cx="79393" cy="218331"/>
            </a:xfrm>
            <a:custGeom>
              <a:avLst/>
              <a:gdLst>
                <a:gd name="connsiteX0" fmla="*/ 39697 w 79393"/>
                <a:gd name="connsiteY0" fmla="*/ 218331 h 218331"/>
                <a:gd name="connsiteX1" fmla="*/ 0 w 79393"/>
                <a:gd name="connsiteY1" fmla="*/ 178634 h 218331"/>
                <a:gd name="connsiteX2" fmla="*/ 0 w 79393"/>
                <a:gd name="connsiteY2" fmla="*/ 39697 h 218331"/>
                <a:gd name="connsiteX3" fmla="*/ 39697 w 79393"/>
                <a:gd name="connsiteY3" fmla="*/ 0 h 218331"/>
                <a:gd name="connsiteX4" fmla="*/ 79393 w 79393"/>
                <a:gd name="connsiteY4" fmla="*/ 39697 h 218331"/>
                <a:gd name="connsiteX5" fmla="*/ 79393 w 79393"/>
                <a:gd name="connsiteY5" fmla="*/ 178634 h 218331"/>
                <a:gd name="connsiteX6" fmla="*/ 39697 w 79393"/>
                <a:gd name="connsiteY6" fmla="*/ 218331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8331">
                  <a:moveTo>
                    <a:pt x="39697" y="218331"/>
                  </a:moveTo>
                  <a:cubicBezTo>
                    <a:pt x="17773" y="218331"/>
                    <a:pt x="0" y="200557"/>
                    <a:pt x="0" y="17863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8634"/>
                  </a:lnTo>
                  <a:cubicBezTo>
                    <a:pt x="79393" y="200557"/>
                    <a:pt x="61621" y="218331"/>
                    <a:pt x="39697" y="2183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E617D4C7-5C24-3B4E-B016-F6C99C4A0EBD}"/>
                </a:ext>
              </a:extLst>
            </p:cNvPr>
            <p:cNvSpPr/>
            <p:nvPr/>
          </p:nvSpPr>
          <p:spPr>
            <a:xfrm>
              <a:off x="6790718" y="5156616"/>
              <a:ext cx="79393" cy="213368"/>
            </a:xfrm>
            <a:custGeom>
              <a:avLst/>
              <a:gdLst>
                <a:gd name="connsiteX0" fmla="*/ 39697 w 79393"/>
                <a:gd name="connsiteY0" fmla="*/ 213369 h 213368"/>
                <a:gd name="connsiteX1" fmla="*/ 0 w 79393"/>
                <a:gd name="connsiteY1" fmla="*/ 173672 h 213368"/>
                <a:gd name="connsiteX2" fmla="*/ 0 w 79393"/>
                <a:gd name="connsiteY2" fmla="*/ 39697 h 213368"/>
                <a:gd name="connsiteX3" fmla="*/ 39697 w 79393"/>
                <a:gd name="connsiteY3" fmla="*/ 0 h 213368"/>
                <a:gd name="connsiteX4" fmla="*/ 79393 w 79393"/>
                <a:gd name="connsiteY4" fmla="*/ 39697 h 213368"/>
                <a:gd name="connsiteX5" fmla="*/ 79393 w 79393"/>
                <a:gd name="connsiteY5" fmla="*/ 173672 h 213368"/>
                <a:gd name="connsiteX6" fmla="*/ 39697 w 79393"/>
                <a:gd name="connsiteY6" fmla="*/ 213369 h 21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3368">
                  <a:moveTo>
                    <a:pt x="39697" y="213369"/>
                  </a:moveTo>
                  <a:cubicBezTo>
                    <a:pt x="17773" y="213369"/>
                    <a:pt x="0" y="195595"/>
                    <a:pt x="0" y="1736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3672"/>
                  </a:lnTo>
                  <a:cubicBezTo>
                    <a:pt x="79393" y="195595"/>
                    <a:pt x="61621" y="213369"/>
                    <a:pt x="39697" y="213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8B005752-9BBF-8F42-BF64-896A92C88FC4}"/>
                </a:ext>
              </a:extLst>
            </p:cNvPr>
            <p:cNvSpPr/>
            <p:nvPr/>
          </p:nvSpPr>
          <p:spPr>
            <a:xfrm>
              <a:off x="6791512" y="5156021"/>
              <a:ext cx="548507" cy="79393"/>
            </a:xfrm>
            <a:custGeom>
              <a:avLst/>
              <a:gdLst>
                <a:gd name="connsiteX0" fmla="*/ 508811 w 548507"/>
                <a:gd name="connsiteY0" fmla="*/ 79393 h 79393"/>
                <a:gd name="connsiteX1" fmla="*/ 39697 w 548507"/>
                <a:gd name="connsiteY1" fmla="*/ 79393 h 79393"/>
                <a:gd name="connsiteX2" fmla="*/ 0 w 548507"/>
                <a:gd name="connsiteY2" fmla="*/ 39697 h 79393"/>
                <a:gd name="connsiteX3" fmla="*/ 39697 w 548507"/>
                <a:gd name="connsiteY3" fmla="*/ 0 h 79393"/>
                <a:gd name="connsiteX4" fmla="*/ 508811 w 548507"/>
                <a:gd name="connsiteY4" fmla="*/ 0 h 79393"/>
                <a:gd name="connsiteX5" fmla="*/ 548508 w 548507"/>
                <a:gd name="connsiteY5" fmla="*/ 39697 h 79393"/>
                <a:gd name="connsiteX6" fmla="*/ 508811 w 54850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507" h="79393">
                  <a:moveTo>
                    <a:pt x="50881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8811" y="0"/>
                  </a:lnTo>
                  <a:cubicBezTo>
                    <a:pt x="530734" y="0"/>
                    <a:pt x="548508" y="17773"/>
                    <a:pt x="548508" y="39697"/>
                  </a:cubicBezTo>
                  <a:cubicBezTo>
                    <a:pt x="548508" y="61620"/>
                    <a:pt x="530734" y="79393"/>
                    <a:pt x="50881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A90D2D6C-EB69-0247-B8EE-9C384AC34D44}"/>
                </a:ext>
              </a:extLst>
            </p:cNvPr>
            <p:cNvSpPr/>
            <p:nvPr/>
          </p:nvSpPr>
          <p:spPr>
            <a:xfrm>
              <a:off x="7260924" y="5008300"/>
              <a:ext cx="368384" cy="368384"/>
            </a:xfrm>
            <a:custGeom>
              <a:avLst/>
              <a:gdLst>
                <a:gd name="connsiteX0" fmla="*/ 184341 w 368384"/>
                <a:gd name="connsiteY0" fmla="*/ 368384 h 368384"/>
                <a:gd name="connsiteX1" fmla="*/ 0 w 368384"/>
                <a:gd name="connsiteY1" fmla="*/ 184341 h 368384"/>
                <a:gd name="connsiteX2" fmla="*/ 184043 w 368384"/>
                <a:gd name="connsiteY2" fmla="*/ 0 h 368384"/>
                <a:gd name="connsiteX3" fmla="*/ 368384 w 368384"/>
                <a:gd name="connsiteY3" fmla="*/ 184043 h 368384"/>
                <a:gd name="connsiteX4" fmla="*/ 368384 w 368384"/>
                <a:gd name="connsiteY4" fmla="*/ 184242 h 368384"/>
                <a:gd name="connsiteX5" fmla="*/ 184341 w 368384"/>
                <a:gd name="connsiteY5" fmla="*/ 368384 h 368384"/>
                <a:gd name="connsiteX6" fmla="*/ 184341 w 368384"/>
                <a:gd name="connsiteY6" fmla="*/ 79443 h 368384"/>
                <a:gd name="connsiteX7" fmla="*/ 79393 w 368384"/>
                <a:gd name="connsiteY7" fmla="*/ 184093 h 368384"/>
                <a:gd name="connsiteX8" fmla="*/ 184043 w 368384"/>
                <a:gd name="connsiteY8" fmla="*/ 289041 h 368384"/>
                <a:gd name="connsiteX9" fmla="*/ 288991 w 368384"/>
                <a:gd name="connsiteY9" fmla="*/ 184391 h 368384"/>
                <a:gd name="connsiteX10" fmla="*/ 288991 w 368384"/>
                <a:gd name="connsiteY10" fmla="*/ 184242 h 368384"/>
                <a:gd name="connsiteX11" fmla="*/ 184341 w 368384"/>
                <a:gd name="connsiteY11" fmla="*/ 79443 h 36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8384" h="368384">
                  <a:moveTo>
                    <a:pt x="184341" y="368384"/>
                  </a:moveTo>
                  <a:cubicBezTo>
                    <a:pt x="82614" y="368468"/>
                    <a:pt x="82" y="286068"/>
                    <a:pt x="0" y="184341"/>
                  </a:cubicBezTo>
                  <a:cubicBezTo>
                    <a:pt x="-82" y="82615"/>
                    <a:pt x="82316" y="82"/>
                    <a:pt x="184043" y="0"/>
                  </a:cubicBezTo>
                  <a:cubicBezTo>
                    <a:pt x="285771" y="-82"/>
                    <a:pt x="368300" y="82317"/>
                    <a:pt x="368384" y="184043"/>
                  </a:cubicBezTo>
                  <a:cubicBezTo>
                    <a:pt x="368384" y="184109"/>
                    <a:pt x="368384" y="184176"/>
                    <a:pt x="368384" y="184242"/>
                  </a:cubicBezTo>
                  <a:cubicBezTo>
                    <a:pt x="368275" y="285855"/>
                    <a:pt x="285954" y="368220"/>
                    <a:pt x="184341" y="368384"/>
                  </a:cubicBezTo>
                  <a:close/>
                  <a:moveTo>
                    <a:pt x="184341" y="79443"/>
                  </a:moveTo>
                  <a:cubicBezTo>
                    <a:pt x="126463" y="79360"/>
                    <a:pt x="79478" y="126214"/>
                    <a:pt x="79393" y="184093"/>
                  </a:cubicBezTo>
                  <a:cubicBezTo>
                    <a:pt x="79309" y="241971"/>
                    <a:pt x="126166" y="288956"/>
                    <a:pt x="184043" y="289041"/>
                  </a:cubicBezTo>
                  <a:cubicBezTo>
                    <a:pt x="241921" y="289125"/>
                    <a:pt x="288907" y="242269"/>
                    <a:pt x="288991" y="184391"/>
                  </a:cubicBezTo>
                  <a:cubicBezTo>
                    <a:pt x="288991" y="184341"/>
                    <a:pt x="288991" y="184291"/>
                    <a:pt x="288991" y="184242"/>
                  </a:cubicBezTo>
                  <a:cubicBezTo>
                    <a:pt x="288937" y="126444"/>
                    <a:pt x="242139" y="79580"/>
                    <a:pt x="184341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5" name="Picture Placeholder 85">
            <a:extLst>
              <a:ext uri="{FF2B5EF4-FFF2-40B4-BE49-F238E27FC236}">
                <a16:creationId xmlns:a16="http://schemas.microsoft.com/office/drawing/2014/main" id="{4CD6DC67-7CC0-48D4-8669-A2C8543EDD50}"/>
              </a:ext>
            </a:extLst>
          </p:cNvPr>
          <p:cNvGrpSpPr>
            <a:grpSpLocks noChangeAspect="1"/>
          </p:cNvGrpSpPr>
          <p:nvPr/>
        </p:nvGrpSpPr>
        <p:grpSpPr>
          <a:xfrm>
            <a:off x="8177347" y="4820634"/>
            <a:ext cx="700347" cy="744111"/>
            <a:chOff x="8177347" y="4820634"/>
            <a:chExt cx="700347" cy="744111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909869B7-5254-F44D-A3D0-44968DD1CC52}"/>
                </a:ext>
              </a:extLst>
            </p:cNvPr>
            <p:cNvSpPr/>
            <p:nvPr/>
          </p:nvSpPr>
          <p:spPr>
            <a:xfrm>
              <a:off x="8177347" y="4890302"/>
              <a:ext cx="200964" cy="322534"/>
            </a:xfrm>
            <a:custGeom>
              <a:avLst/>
              <a:gdLst>
                <a:gd name="connsiteX0" fmla="*/ 161267 w 200964"/>
                <a:gd name="connsiteY0" fmla="*/ 322534 h 322534"/>
                <a:gd name="connsiteX1" fmla="*/ 0 w 200964"/>
                <a:gd name="connsiteY1" fmla="*/ 161267 h 322534"/>
                <a:gd name="connsiteX2" fmla="*/ 161267 w 200964"/>
                <a:gd name="connsiteY2" fmla="*/ 0 h 322534"/>
                <a:gd name="connsiteX3" fmla="*/ 200964 w 200964"/>
                <a:gd name="connsiteY3" fmla="*/ 39697 h 322534"/>
                <a:gd name="connsiteX4" fmla="*/ 161267 w 200964"/>
                <a:gd name="connsiteY4" fmla="*/ 79393 h 322534"/>
                <a:gd name="connsiteX5" fmla="*/ 79393 w 200964"/>
                <a:gd name="connsiteY5" fmla="*/ 161267 h 322534"/>
                <a:gd name="connsiteX6" fmla="*/ 161267 w 200964"/>
                <a:gd name="connsiteY6" fmla="*/ 243141 h 322534"/>
                <a:gd name="connsiteX7" fmla="*/ 200964 w 200964"/>
                <a:gd name="connsiteY7" fmla="*/ 282838 h 322534"/>
                <a:gd name="connsiteX8" fmla="*/ 161267 w 200964"/>
                <a:gd name="connsiteY8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64" h="322534">
                  <a:moveTo>
                    <a:pt x="161267" y="322534"/>
                  </a:moveTo>
                  <a:cubicBezTo>
                    <a:pt x="72202" y="322534"/>
                    <a:pt x="0" y="250333"/>
                    <a:pt x="0" y="161267"/>
                  </a:cubicBezTo>
                  <a:cubicBezTo>
                    <a:pt x="0" y="72202"/>
                    <a:pt x="72202" y="0"/>
                    <a:pt x="161267" y="0"/>
                  </a:cubicBezTo>
                  <a:cubicBezTo>
                    <a:pt x="183191" y="0"/>
                    <a:pt x="200964" y="17773"/>
                    <a:pt x="200964" y="39697"/>
                  </a:cubicBezTo>
                  <a:cubicBezTo>
                    <a:pt x="200964" y="61620"/>
                    <a:pt x="183191" y="79393"/>
                    <a:pt x="161267" y="79393"/>
                  </a:cubicBezTo>
                  <a:cubicBezTo>
                    <a:pt x="116050" y="79393"/>
                    <a:pt x="79393" y="116049"/>
                    <a:pt x="79393" y="161267"/>
                  </a:cubicBezTo>
                  <a:cubicBezTo>
                    <a:pt x="79393" y="206485"/>
                    <a:pt x="116050" y="243141"/>
                    <a:pt x="161267" y="243141"/>
                  </a:cubicBezTo>
                  <a:cubicBezTo>
                    <a:pt x="183191" y="243141"/>
                    <a:pt x="200964" y="260914"/>
                    <a:pt x="200964" y="282838"/>
                  </a:cubicBezTo>
                  <a:cubicBezTo>
                    <a:pt x="200964" y="304762"/>
                    <a:pt x="183191" y="322534"/>
                    <a:pt x="161267" y="3225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03A34EC9-DAE1-7141-BA6B-AED5F0C25D72}"/>
                </a:ext>
              </a:extLst>
            </p:cNvPr>
            <p:cNvSpPr/>
            <p:nvPr/>
          </p:nvSpPr>
          <p:spPr>
            <a:xfrm>
              <a:off x="8676731" y="4889756"/>
              <a:ext cx="200964" cy="322534"/>
            </a:xfrm>
            <a:custGeom>
              <a:avLst/>
              <a:gdLst>
                <a:gd name="connsiteX0" fmla="*/ 39697 w 200964"/>
                <a:gd name="connsiteY0" fmla="*/ 322534 h 322534"/>
                <a:gd name="connsiteX1" fmla="*/ 0 w 200964"/>
                <a:gd name="connsiteY1" fmla="*/ 282838 h 322534"/>
                <a:gd name="connsiteX2" fmla="*/ 39697 w 200964"/>
                <a:gd name="connsiteY2" fmla="*/ 243141 h 322534"/>
                <a:gd name="connsiteX3" fmla="*/ 121571 w 200964"/>
                <a:gd name="connsiteY3" fmla="*/ 161267 h 322534"/>
                <a:gd name="connsiteX4" fmla="*/ 49621 w 200964"/>
                <a:gd name="connsiteY4" fmla="*/ 79393 h 322534"/>
                <a:gd name="connsiteX5" fmla="*/ 9924 w 200964"/>
                <a:gd name="connsiteY5" fmla="*/ 39697 h 322534"/>
                <a:gd name="connsiteX6" fmla="*/ 49621 w 200964"/>
                <a:gd name="connsiteY6" fmla="*/ 0 h 322534"/>
                <a:gd name="connsiteX7" fmla="*/ 200964 w 200964"/>
                <a:gd name="connsiteY7" fmla="*/ 161267 h 322534"/>
                <a:gd name="connsiteX8" fmla="*/ 39697 w 200964"/>
                <a:gd name="connsiteY8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64" h="322534">
                  <a:moveTo>
                    <a:pt x="39697" y="322534"/>
                  </a:moveTo>
                  <a:cubicBezTo>
                    <a:pt x="17774" y="322534"/>
                    <a:pt x="0" y="304762"/>
                    <a:pt x="0" y="282838"/>
                  </a:cubicBezTo>
                  <a:cubicBezTo>
                    <a:pt x="0" y="260914"/>
                    <a:pt x="17774" y="243141"/>
                    <a:pt x="39697" y="243141"/>
                  </a:cubicBezTo>
                  <a:cubicBezTo>
                    <a:pt x="84891" y="243087"/>
                    <a:pt x="121516" y="206462"/>
                    <a:pt x="121571" y="161267"/>
                  </a:cubicBezTo>
                  <a:cubicBezTo>
                    <a:pt x="121571" y="121571"/>
                    <a:pt x="99043" y="79393"/>
                    <a:pt x="49621" y="79393"/>
                  </a:cubicBezTo>
                  <a:cubicBezTo>
                    <a:pt x="27698" y="79393"/>
                    <a:pt x="9924" y="61620"/>
                    <a:pt x="9924" y="39697"/>
                  </a:cubicBezTo>
                  <a:cubicBezTo>
                    <a:pt x="9924" y="17773"/>
                    <a:pt x="27698" y="0"/>
                    <a:pt x="49621" y="0"/>
                  </a:cubicBezTo>
                  <a:cubicBezTo>
                    <a:pt x="135862" y="0"/>
                    <a:pt x="200964" y="69469"/>
                    <a:pt x="200964" y="161267"/>
                  </a:cubicBezTo>
                  <a:cubicBezTo>
                    <a:pt x="200855" y="250287"/>
                    <a:pt x="128716" y="322425"/>
                    <a:pt x="39697" y="3225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6417878E-6DFE-AE4F-86E5-AB4135978D5B}"/>
                </a:ext>
              </a:extLst>
            </p:cNvPr>
            <p:cNvSpPr/>
            <p:nvPr/>
          </p:nvSpPr>
          <p:spPr>
            <a:xfrm>
              <a:off x="8489809" y="5309398"/>
              <a:ext cx="79393" cy="253065"/>
            </a:xfrm>
            <a:custGeom>
              <a:avLst/>
              <a:gdLst>
                <a:gd name="connsiteX0" fmla="*/ 39697 w 79393"/>
                <a:gd name="connsiteY0" fmla="*/ 253066 h 253065"/>
                <a:gd name="connsiteX1" fmla="*/ 0 w 79393"/>
                <a:gd name="connsiteY1" fmla="*/ 213369 h 253065"/>
                <a:gd name="connsiteX2" fmla="*/ 0 w 79393"/>
                <a:gd name="connsiteY2" fmla="*/ 39697 h 253065"/>
                <a:gd name="connsiteX3" fmla="*/ 39697 w 79393"/>
                <a:gd name="connsiteY3" fmla="*/ 0 h 253065"/>
                <a:gd name="connsiteX4" fmla="*/ 79393 w 79393"/>
                <a:gd name="connsiteY4" fmla="*/ 39697 h 253065"/>
                <a:gd name="connsiteX5" fmla="*/ 79393 w 79393"/>
                <a:gd name="connsiteY5" fmla="*/ 213369 h 253065"/>
                <a:gd name="connsiteX6" fmla="*/ 39697 w 79393"/>
                <a:gd name="connsiteY6" fmla="*/ 253066 h 2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3065">
                  <a:moveTo>
                    <a:pt x="39697" y="253066"/>
                  </a:moveTo>
                  <a:cubicBezTo>
                    <a:pt x="17773" y="253066"/>
                    <a:pt x="0" y="235291"/>
                    <a:pt x="0" y="213369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13369"/>
                  </a:lnTo>
                  <a:cubicBezTo>
                    <a:pt x="79393" y="235291"/>
                    <a:pt x="61621" y="253066"/>
                    <a:pt x="39697" y="25306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B1C8D31B-8BB3-5B48-9032-6528BF9BAC21}"/>
                </a:ext>
              </a:extLst>
            </p:cNvPr>
            <p:cNvSpPr/>
            <p:nvPr/>
          </p:nvSpPr>
          <p:spPr>
            <a:xfrm>
              <a:off x="8348390" y="5485353"/>
              <a:ext cx="362231" cy="79393"/>
            </a:xfrm>
            <a:custGeom>
              <a:avLst/>
              <a:gdLst>
                <a:gd name="connsiteX0" fmla="*/ 322535 w 362231"/>
                <a:gd name="connsiteY0" fmla="*/ 79393 h 79393"/>
                <a:gd name="connsiteX1" fmla="*/ 39697 w 362231"/>
                <a:gd name="connsiteY1" fmla="*/ 79393 h 79393"/>
                <a:gd name="connsiteX2" fmla="*/ 0 w 362231"/>
                <a:gd name="connsiteY2" fmla="*/ 39697 h 79393"/>
                <a:gd name="connsiteX3" fmla="*/ 39697 w 362231"/>
                <a:gd name="connsiteY3" fmla="*/ 0 h 79393"/>
                <a:gd name="connsiteX4" fmla="*/ 322535 w 362231"/>
                <a:gd name="connsiteY4" fmla="*/ 0 h 79393"/>
                <a:gd name="connsiteX5" fmla="*/ 362231 w 362231"/>
                <a:gd name="connsiteY5" fmla="*/ 39697 h 79393"/>
                <a:gd name="connsiteX6" fmla="*/ 322535 w 3622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231" h="79393">
                  <a:moveTo>
                    <a:pt x="32253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22535" y="0"/>
                  </a:lnTo>
                  <a:cubicBezTo>
                    <a:pt x="344457" y="0"/>
                    <a:pt x="362231" y="17774"/>
                    <a:pt x="362231" y="39697"/>
                  </a:cubicBezTo>
                  <a:cubicBezTo>
                    <a:pt x="362231" y="61619"/>
                    <a:pt x="344457" y="79393"/>
                    <a:pt x="32253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2C408458-A519-A34B-92C3-AE590ED52B31}"/>
                </a:ext>
              </a:extLst>
            </p:cNvPr>
            <p:cNvSpPr/>
            <p:nvPr/>
          </p:nvSpPr>
          <p:spPr>
            <a:xfrm>
              <a:off x="8301568" y="4820634"/>
              <a:ext cx="456689" cy="561805"/>
            </a:xfrm>
            <a:custGeom>
              <a:avLst/>
              <a:gdLst>
                <a:gd name="connsiteX0" fmla="*/ 231907 w 456689"/>
                <a:gd name="connsiteY0" fmla="*/ 561805 h 561805"/>
                <a:gd name="connsiteX1" fmla="*/ 2014 w 456689"/>
                <a:gd name="connsiteY1" fmla="*/ 317027 h 561805"/>
                <a:gd name="connsiteX2" fmla="*/ 79 w 456689"/>
                <a:gd name="connsiteY2" fmla="*/ 61381 h 561805"/>
                <a:gd name="connsiteX3" fmla="*/ 11393 w 456689"/>
                <a:gd name="connsiteY3" fmla="*/ 11760 h 561805"/>
                <a:gd name="connsiteX4" fmla="*/ 39577 w 456689"/>
                <a:gd name="connsiteY4" fmla="*/ 0 h 561805"/>
                <a:gd name="connsiteX5" fmla="*/ 416695 w 456689"/>
                <a:gd name="connsiteY5" fmla="*/ 0 h 561805"/>
                <a:gd name="connsiteX6" fmla="*/ 456391 w 456689"/>
                <a:gd name="connsiteY6" fmla="*/ 39697 h 561805"/>
                <a:gd name="connsiteX7" fmla="*/ 456689 w 456689"/>
                <a:gd name="connsiteY7" fmla="*/ 317027 h 561805"/>
                <a:gd name="connsiteX8" fmla="*/ 231907 w 456689"/>
                <a:gd name="connsiteY8" fmla="*/ 561805 h 561805"/>
                <a:gd name="connsiteX9" fmla="*/ 79571 w 456689"/>
                <a:gd name="connsiteY9" fmla="*/ 79592 h 561805"/>
                <a:gd name="connsiteX10" fmla="*/ 81308 w 456689"/>
                <a:gd name="connsiteY10" fmla="*/ 317027 h 561805"/>
                <a:gd name="connsiteX11" fmla="*/ 231808 w 456689"/>
                <a:gd name="connsiteY11" fmla="*/ 482412 h 561805"/>
                <a:gd name="connsiteX12" fmla="*/ 377346 w 456689"/>
                <a:gd name="connsiteY12" fmla="*/ 317027 h 561805"/>
                <a:gd name="connsiteX13" fmla="*/ 376949 w 456689"/>
                <a:gd name="connsiteY13" fmla="*/ 79592 h 56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689" h="561805">
                  <a:moveTo>
                    <a:pt x="231907" y="561805"/>
                  </a:moveTo>
                  <a:cubicBezTo>
                    <a:pt x="120459" y="561805"/>
                    <a:pt x="2014" y="476011"/>
                    <a:pt x="2014" y="317027"/>
                  </a:cubicBezTo>
                  <a:cubicBezTo>
                    <a:pt x="2014" y="266314"/>
                    <a:pt x="625" y="117452"/>
                    <a:pt x="79" y="61381"/>
                  </a:cubicBezTo>
                  <a:cubicBezTo>
                    <a:pt x="-219" y="30219"/>
                    <a:pt x="-268" y="23719"/>
                    <a:pt x="11393" y="11760"/>
                  </a:cubicBezTo>
                  <a:cubicBezTo>
                    <a:pt x="18843" y="4239"/>
                    <a:pt x="28990" y="5"/>
                    <a:pt x="39577" y="0"/>
                  </a:cubicBezTo>
                  <a:lnTo>
                    <a:pt x="416695" y="0"/>
                  </a:lnTo>
                  <a:cubicBezTo>
                    <a:pt x="438617" y="0"/>
                    <a:pt x="456391" y="17773"/>
                    <a:pt x="456391" y="39697"/>
                  </a:cubicBezTo>
                  <a:cubicBezTo>
                    <a:pt x="456391" y="39697"/>
                    <a:pt x="456689" y="250584"/>
                    <a:pt x="456689" y="317027"/>
                  </a:cubicBezTo>
                  <a:cubicBezTo>
                    <a:pt x="456689" y="476011"/>
                    <a:pt x="340974" y="561805"/>
                    <a:pt x="231907" y="561805"/>
                  </a:cubicBezTo>
                  <a:close/>
                  <a:moveTo>
                    <a:pt x="79571" y="79592"/>
                  </a:moveTo>
                  <a:cubicBezTo>
                    <a:pt x="80167" y="144992"/>
                    <a:pt x="81308" y="270929"/>
                    <a:pt x="81308" y="317027"/>
                  </a:cubicBezTo>
                  <a:cubicBezTo>
                    <a:pt x="81308" y="425597"/>
                    <a:pt x="157029" y="482412"/>
                    <a:pt x="231808" y="482412"/>
                  </a:cubicBezTo>
                  <a:cubicBezTo>
                    <a:pt x="326087" y="482412"/>
                    <a:pt x="377346" y="397214"/>
                    <a:pt x="377346" y="317027"/>
                  </a:cubicBezTo>
                  <a:cubicBezTo>
                    <a:pt x="377346" y="268845"/>
                    <a:pt x="377346" y="143900"/>
                    <a:pt x="376949" y="795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1" name="Picture Placeholder 87">
            <a:extLst>
              <a:ext uri="{FF2B5EF4-FFF2-40B4-BE49-F238E27FC236}">
                <a16:creationId xmlns:a16="http://schemas.microsoft.com/office/drawing/2014/main" id="{2E346ED6-E3F9-41CD-92AD-2AFC26155741}"/>
              </a:ext>
            </a:extLst>
          </p:cNvPr>
          <p:cNvGrpSpPr>
            <a:grpSpLocks noChangeAspect="1"/>
          </p:cNvGrpSpPr>
          <p:nvPr/>
        </p:nvGrpSpPr>
        <p:grpSpPr>
          <a:xfrm>
            <a:off x="9428397" y="4770695"/>
            <a:ext cx="832594" cy="845557"/>
            <a:chOff x="9428397" y="4770695"/>
            <a:chExt cx="832594" cy="845557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B4B65FA1-36ED-5748-832B-735F9D17FD11}"/>
                </a:ext>
              </a:extLst>
            </p:cNvPr>
            <p:cNvSpPr/>
            <p:nvPr/>
          </p:nvSpPr>
          <p:spPr>
            <a:xfrm>
              <a:off x="9959051" y="4770695"/>
              <a:ext cx="301940" cy="489926"/>
            </a:xfrm>
            <a:custGeom>
              <a:avLst/>
              <a:gdLst>
                <a:gd name="connsiteX0" fmla="*/ 39553 w 301940"/>
                <a:gd name="connsiteY0" fmla="*/ 489926 h 489926"/>
                <a:gd name="connsiteX1" fmla="*/ 0 w 301940"/>
                <a:gd name="connsiteY1" fmla="*/ 450086 h 489926"/>
                <a:gd name="connsiteX2" fmla="*/ 4818 w 301940"/>
                <a:gd name="connsiteY2" fmla="*/ 431275 h 489926"/>
                <a:gd name="connsiteX3" fmla="*/ 228112 w 301940"/>
                <a:gd name="connsiteY3" fmla="*/ 19423 h 489926"/>
                <a:gd name="connsiteX4" fmla="*/ 282516 w 301940"/>
                <a:gd name="connsiteY4" fmla="*/ 5577 h 489926"/>
                <a:gd name="connsiteX5" fmla="*/ 297779 w 301940"/>
                <a:gd name="connsiteY5" fmla="*/ 57383 h 489926"/>
                <a:gd name="connsiteX6" fmla="*/ 74486 w 301940"/>
                <a:gd name="connsiteY6" fmla="*/ 469235 h 489926"/>
                <a:gd name="connsiteX7" fmla="*/ 39553 w 301940"/>
                <a:gd name="connsiteY7" fmla="*/ 489926 h 48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0" h="489926">
                  <a:moveTo>
                    <a:pt x="39553" y="489926"/>
                  </a:moveTo>
                  <a:cubicBezTo>
                    <a:pt x="17631" y="489847"/>
                    <a:pt x="-79" y="472010"/>
                    <a:pt x="0" y="450086"/>
                  </a:cubicBezTo>
                  <a:cubicBezTo>
                    <a:pt x="25" y="443514"/>
                    <a:pt x="1677" y="437050"/>
                    <a:pt x="4818" y="431275"/>
                  </a:cubicBezTo>
                  <a:lnTo>
                    <a:pt x="228112" y="19423"/>
                  </a:lnTo>
                  <a:cubicBezTo>
                    <a:pt x="239311" y="576"/>
                    <a:pt x="263670" y="-5623"/>
                    <a:pt x="282516" y="5577"/>
                  </a:cubicBezTo>
                  <a:cubicBezTo>
                    <a:pt x="300380" y="16191"/>
                    <a:pt x="307034" y="38781"/>
                    <a:pt x="297779" y="57383"/>
                  </a:cubicBezTo>
                  <a:lnTo>
                    <a:pt x="74486" y="469235"/>
                  </a:lnTo>
                  <a:cubicBezTo>
                    <a:pt x="67514" y="482015"/>
                    <a:pt x="54112" y="489956"/>
                    <a:pt x="39553" y="4899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A9C65A85-FD3C-5F4E-8721-5DD8F1EA763C}"/>
                </a:ext>
              </a:extLst>
            </p:cNvPr>
            <p:cNvSpPr/>
            <p:nvPr/>
          </p:nvSpPr>
          <p:spPr>
            <a:xfrm>
              <a:off x="9428397" y="4771693"/>
              <a:ext cx="307282" cy="483965"/>
            </a:xfrm>
            <a:custGeom>
              <a:avLst/>
              <a:gdLst>
                <a:gd name="connsiteX0" fmla="*/ 267570 w 307282"/>
                <a:gd name="connsiteY0" fmla="*/ 483966 h 483965"/>
                <a:gd name="connsiteX1" fmla="*/ 232836 w 307282"/>
                <a:gd name="connsiteY1" fmla="*/ 463720 h 483965"/>
                <a:gd name="connsiteX2" fmla="*/ 5126 w 307282"/>
                <a:gd name="connsiteY2" fmla="*/ 59212 h 483965"/>
                <a:gd name="connsiteX3" fmla="*/ 20211 w 307282"/>
                <a:gd name="connsiteY3" fmla="*/ 5126 h 483965"/>
                <a:gd name="connsiteX4" fmla="*/ 74297 w 307282"/>
                <a:gd name="connsiteY4" fmla="*/ 20211 h 483965"/>
                <a:gd name="connsiteX5" fmla="*/ 302156 w 307282"/>
                <a:gd name="connsiteY5" fmla="*/ 424768 h 483965"/>
                <a:gd name="connsiteX6" fmla="*/ 287081 w 307282"/>
                <a:gd name="connsiteY6" fmla="*/ 478846 h 483965"/>
                <a:gd name="connsiteX7" fmla="*/ 267421 w 307282"/>
                <a:gd name="connsiteY7" fmla="*/ 483966 h 483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82" h="483965">
                  <a:moveTo>
                    <a:pt x="267570" y="483966"/>
                  </a:moveTo>
                  <a:cubicBezTo>
                    <a:pt x="253178" y="484010"/>
                    <a:pt x="239888" y="476266"/>
                    <a:pt x="232836" y="463720"/>
                  </a:cubicBezTo>
                  <a:lnTo>
                    <a:pt x="5126" y="59212"/>
                  </a:lnTo>
                  <a:cubicBezTo>
                    <a:pt x="-5644" y="40112"/>
                    <a:pt x="1110" y="15896"/>
                    <a:pt x="20211" y="5126"/>
                  </a:cubicBezTo>
                  <a:cubicBezTo>
                    <a:pt x="39312" y="-5644"/>
                    <a:pt x="63527" y="1109"/>
                    <a:pt x="74297" y="20211"/>
                  </a:cubicBezTo>
                  <a:lnTo>
                    <a:pt x="302156" y="424768"/>
                  </a:lnTo>
                  <a:cubicBezTo>
                    <a:pt x="312926" y="443864"/>
                    <a:pt x="306177" y="468076"/>
                    <a:pt x="287081" y="478846"/>
                  </a:cubicBezTo>
                  <a:cubicBezTo>
                    <a:pt x="281083" y="482228"/>
                    <a:pt x="274308" y="483995"/>
                    <a:pt x="267421" y="48396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906ABB33-DCAC-0B4B-90FF-20F0D605CDD4}"/>
                </a:ext>
              </a:extLst>
            </p:cNvPr>
            <p:cNvSpPr/>
            <p:nvPr/>
          </p:nvSpPr>
          <p:spPr>
            <a:xfrm>
              <a:off x="9601440" y="5124114"/>
              <a:ext cx="492138" cy="492137"/>
            </a:xfrm>
            <a:custGeom>
              <a:avLst/>
              <a:gdLst>
                <a:gd name="connsiteX0" fmla="*/ 246069 w 492138"/>
                <a:gd name="connsiteY0" fmla="*/ 492138 h 492137"/>
                <a:gd name="connsiteX1" fmla="*/ 0 w 492138"/>
                <a:gd name="connsiteY1" fmla="*/ 246069 h 492137"/>
                <a:gd name="connsiteX2" fmla="*/ 246069 w 492138"/>
                <a:gd name="connsiteY2" fmla="*/ 0 h 492137"/>
                <a:gd name="connsiteX3" fmla="*/ 492139 w 492138"/>
                <a:gd name="connsiteY3" fmla="*/ 246069 h 492137"/>
                <a:gd name="connsiteX4" fmla="*/ 246069 w 492138"/>
                <a:gd name="connsiteY4" fmla="*/ 492138 h 492137"/>
                <a:gd name="connsiteX5" fmla="*/ 246069 w 492138"/>
                <a:gd name="connsiteY5" fmla="*/ 79393 h 492137"/>
                <a:gd name="connsiteX6" fmla="*/ 79393 w 492138"/>
                <a:gd name="connsiteY6" fmla="*/ 246069 h 492137"/>
                <a:gd name="connsiteX7" fmla="*/ 246069 w 492138"/>
                <a:gd name="connsiteY7" fmla="*/ 412745 h 492137"/>
                <a:gd name="connsiteX8" fmla="*/ 412745 w 492138"/>
                <a:gd name="connsiteY8" fmla="*/ 246069 h 492137"/>
                <a:gd name="connsiteX9" fmla="*/ 246069 w 492138"/>
                <a:gd name="connsiteY9" fmla="*/ 79393 h 49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138" h="492137">
                  <a:moveTo>
                    <a:pt x="246069" y="492138"/>
                  </a:moveTo>
                  <a:cubicBezTo>
                    <a:pt x="110169" y="492138"/>
                    <a:pt x="0" y="381970"/>
                    <a:pt x="0" y="246069"/>
                  </a:cubicBezTo>
                  <a:cubicBezTo>
                    <a:pt x="0" y="110169"/>
                    <a:pt x="110169" y="0"/>
                    <a:pt x="246069" y="0"/>
                  </a:cubicBezTo>
                  <a:cubicBezTo>
                    <a:pt x="381971" y="0"/>
                    <a:pt x="492139" y="110169"/>
                    <a:pt x="492139" y="246069"/>
                  </a:cubicBezTo>
                  <a:cubicBezTo>
                    <a:pt x="492000" y="381911"/>
                    <a:pt x="381911" y="491999"/>
                    <a:pt x="246069" y="492138"/>
                  </a:cubicBezTo>
                  <a:close/>
                  <a:moveTo>
                    <a:pt x="246069" y="79393"/>
                  </a:moveTo>
                  <a:cubicBezTo>
                    <a:pt x="154017" y="79393"/>
                    <a:pt x="79393" y="154018"/>
                    <a:pt x="79393" y="246069"/>
                  </a:cubicBezTo>
                  <a:cubicBezTo>
                    <a:pt x="79393" y="338120"/>
                    <a:pt x="154017" y="412745"/>
                    <a:pt x="246069" y="412745"/>
                  </a:cubicBezTo>
                  <a:cubicBezTo>
                    <a:pt x="338121" y="412745"/>
                    <a:pt x="412745" y="338120"/>
                    <a:pt x="412745" y="246069"/>
                  </a:cubicBezTo>
                  <a:cubicBezTo>
                    <a:pt x="412661" y="154052"/>
                    <a:pt x="338086" y="79475"/>
                    <a:pt x="24606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CE4191D0-C9A6-E347-946A-925322936018}"/>
                </a:ext>
              </a:extLst>
            </p:cNvPr>
            <p:cNvSpPr/>
            <p:nvPr/>
          </p:nvSpPr>
          <p:spPr>
            <a:xfrm>
              <a:off x="9772829" y="5259825"/>
              <a:ext cx="121621" cy="220813"/>
            </a:xfrm>
            <a:custGeom>
              <a:avLst/>
              <a:gdLst>
                <a:gd name="connsiteX0" fmla="*/ 81925 w 121621"/>
                <a:gd name="connsiteY0" fmla="*/ 220814 h 220813"/>
                <a:gd name="connsiteX1" fmla="*/ 42228 w 121621"/>
                <a:gd name="connsiteY1" fmla="*/ 181117 h 220813"/>
                <a:gd name="connsiteX2" fmla="*/ 42228 w 121621"/>
                <a:gd name="connsiteY2" fmla="*/ 99194 h 220813"/>
                <a:gd name="connsiteX3" fmla="*/ 81 w 121621"/>
                <a:gd name="connsiteY3" fmla="*/ 62107 h 220813"/>
                <a:gd name="connsiteX4" fmla="*/ 22876 w 121621"/>
                <a:gd name="connsiteY4" fmla="*/ 23621 h 220813"/>
                <a:gd name="connsiteX5" fmla="*/ 65054 w 121621"/>
                <a:gd name="connsiteY5" fmla="*/ 3773 h 220813"/>
                <a:gd name="connsiteX6" fmla="*/ 117858 w 121621"/>
                <a:gd name="connsiteY6" fmla="*/ 22837 h 220813"/>
                <a:gd name="connsiteX7" fmla="*/ 121621 w 121621"/>
                <a:gd name="connsiteY7" fmla="*/ 39649 h 220813"/>
                <a:gd name="connsiteX8" fmla="*/ 121621 w 121621"/>
                <a:gd name="connsiteY8" fmla="*/ 181068 h 220813"/>
                <a:gd name="connsiteX9" fmla="*/ 81974 w 121621"/>
                <a:gd name="connsiteY9" fmla="*/ 220814 h 220813"/>
                <a:gd name="connsiteX10" fmla="*/ 81925 w 121621"/>
                <a:gd name="connsiteY10" fmla="*/ 220814 h 22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621" h="220813">
                  <a:moveTo>
                    <a:pt x="81925" y="220814"/>
                  </a:moveTo>
                  <a:cubicBezTo>
                    <a:pt x="60001" y="220814"/>
                    <a:pt x="42228" y="203040"/>
                    <a:pt x="42228" y="181117"/>
                  </a:cubicBezTo>
                  <a:lnTo>
                    <a:pt x="42228" y="99194"/>
                  </a:lnTo>
                  <a:cubicBezTo>
                    <a:pt x="20349" y="100593"/>
                    <a:pt x="1479" y="83990"/>
                    <a:pt x="81" y="62107"/>
                  </a:cubicBezTo>
                  <a:cubicBezTo>
                    <a:pt x="-960" y="45812"/>
                    <a:pt x="8085" y="30538"/>
                    <a:pt x="22876" y="23621"/>
                  </a:cubicBezTo>
                  <a:lnTo>
                    <a:pt x="65054" y="3773"/>
                  </a:lnTo>
                  <a:cubicBezTo>
                    <a:pt x="84899" y="-5545"/>
                    <a:pt x="108540" y="2989"/>
                    <a:pt x="117858" y="22837"/>
                  </a:cubicBezTo>
                  <a:cubicBezTo>
                    <a:pt x="120328" y="28097"/>
                    <a:pt x="121613" y="33838"/>
                    <a:pt x="121621" y="39649"/>
                  </a:cubicBezTo>
                  <a:lnTo>
                    <a:pt x="121621" y="181068"/>
                  </a:lnTo>
                  <a:cubicBezTo>
                    <a:pt x="121649" y="202990"/>
                    <a:pt x="103898" y="220784"/>
                    <a:pt x="81974" y="220814"/>
                  </a:cubicBezTo>
                  <a:cubicBezTo>
                    <a:pt x="81958" y="220814"/>
                    <a:pt x="81941" y="220814"/>
                    <a:pt x="81925" y="2208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710422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7309CA0D-AE8A-4CA9-BED5-BC9771316325}"/>
              </a:ext>
            </a:extLst>
          </p:cNvPr>
          <p:cNvGrpSpPr>
            <a:grpSpLocks noChangeAspect="1"/>
          </p:cNvGrpSpPr>
          <p:nvPr/>
        </p:nvGrpSpPr>
        <p:grpSpPr>
          <a:xfrm>
            <a:off x="1493787" y="1425030"/>
            <a:ext cx="831544" cy="823706"/>
            <a:chOff x="1493787" y="1425030"/>
            <a:chExt cx="831544" cy="823706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A20E166-A8CF-1542-8598-54159A341246}"/>
                </a:ext>
              </a:extLst>
            </p:cNvPr>
            <p:cNvSpPr/>
            <p:nvPr/>
          </p:nvSpPr>
          <p:spPr>
            <a:xfrm>
              <a:off x="1581987" y="1539678"/>
              <a:ext cx="655638" cy="709059"/>
            </a:xfrm>
            <a:custGeom>
              <a:avLst/>
              <a:gdLst>
                <a:gd name="connsiteX0" fmla="*/ 565801 w 655638"/>
                <a:gd name="connsiteY0" fmla="*/ 709056 h 709059"/>
                <a:gd name="connsiteX1" fmla="*/ 89442 w 655638"/>
                <a:gd name="connsiteY1" fmla="*/ 709056 h 709059"/>
                <a:gd name="connsiteX2" fmla="*/ 49746 w 655638"/>
                <a:gd name="connsiteY2" fmla="*/ 672485 h 709059"/>
                <a:gd name="connsiteX3" fmla="*/ 125 w 655638"/>
                <a:gd name="connsiteY3" fmla="*/ 42948 h 709059"/>
                <a:gd name="connsiteX4" fmla="*/ 36695 w 655638"/>
                <a:gd name="connsiteY4" fmla="*/ 125 h 709059"/>
                <a:gd name="connsiteX5" fmla="*/ 79518 w 655638"/>
                <a:gd name="connsiteY5" fmla="*/ 36695 h 709059"/>
                <a:gd name="connsiteX6" fmla="*/ 126261 w 655638"/>
                <a:gd name="connsiteY6" fmla="*/ 629663 h 709059"/>
                <a:gd name="connsiteX7" fmla="*/ 529380 w 655638"/>
                <a:gd name="connsiteY7" fmla="*/ 629663 h 709059"/>
                <a:gd name="connsiteX8" fmla="*/ 576122 w 655638"/>
                <a:gd name="connsiteY8" fmla="*/ 37539 h 709059"/>
                <a:gd name="connsiteX9" fmla="*/ 618920 w 655638"/>
                <a:gd name="connsiteY9" fmla="*/ 944 h 709059"/>
                <a:gd name="connsiteX10" fmla="*/ 655516 w 655638"/>
                <a:gd name="connsiteY10" fmla="*/ 43741 h 709059"/>
                <a:gd name="connsiteX11" fmla="*/ 605895 w 655638"/>
                <a:gd name="connsiteY11" fmla="*/ 672485 h 709059"/>
                <a:gd name="connsiteX12" fmla="*/ 565801 w 655638"/>
                <a:gd name="connsiteY12" fmla="*/ 709056 h 70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5638" h="709059">
                  <a:moveTo>
                    <a:pt x="565801" y="709056"/>
                  </a:moveTo>
                  <a:lnTo>
                    <a:pt x="89442" y="709056"/>
                  </a:lnTo>
                  <a:cubicBezTo>
                    <a:pt x="68683" y="709120"/>
                    <a:pt x="51380" y="693182"/>
                    <a:pt x="49746" y="672485"/>
                  </a:cubicBezTo>
                  <a:lnTo>
                    <a:pt x="125" y="42948"/>
                  </a:lnTo>
                  <a:cubicBezTo>
                    <a:pt x="-1601" y="21024"/>
                    <a:pt x="14771" y="1851"/>
                    <a:pt x="36695" y="125"/>
                  </a:cubicBezTo>
                  <a:cubicBezTo>
                    <a:pt x="58619" y="-1601"/>
                    <a:pt x="77792" y="14771"/>
                    <a:pt x="79518" y="36695"/>
                  </a:cubicBezTo>
                  <a:lnTo>
                    <a:pt x="126261" y="629663"/>
                  </a:lnTo>
                  <a:lnTo>
                    <a:pt x="529380" y="629663"/>
                  </a:lnTo>
                  <a:lnTo>
                    <a:pt x="576122" y="37539"/>
                  </a:lnTo>
                  <a:cubicBezTo>
                    <a:pt x="577834" y="15615"/>
                    <a:pt x="596998" y="-769"/>
                    <a:pt x="618920" y="944"/>
                  </a:cubicBezTo>
                  <a:cubicBezTo>
                    <a:pt x="640843" y="2657"/>
                    <a:pt x="657228" y="21818"/>
                    <a:pt x="655516" y="43741"/>
                  </a:cubicBezTo>
                  <a:lnTo>
                    <a:pt x="605895" y="672485"/>
                  </a:lnTo>
                  <a:cubicBezTo>
                    <a:pt x="604248" y="693331"/>
                    <a:pt x="586712" y="709329"/>
                    <a:pt x="565801" y="70905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EB1F0D23-6A78-C64B-BA13-D37460B5F7FA}"/>
                </a:ext>
              </a:extLst>
            </p:cNvPr>
            <p:cNvSpPr/>
            <p:nvPr/>
          </p:nvSpPr>
          <p:spPr>
            <a:xfrm>
              <a:off x="1777667" y="1701020"/>
              <a:ext cx="79393" cy="358807"/>
            </a:xfrm>
            <a:custGeom>
              <a:avLst/>
              <a:gdLst>
                <a:gd name="connsiteX0" fmla="*/ 39697 w 79393"/>
                <a:gd name="connsiteY0" fmla="*/ 358807 h 358807"/>
                <a:gd name="connsiteX1" fmla="*/ 0 w 79393"/>
                <a:gd name="connsiteY1" fmla="*/ 319111 h 358807"/>
                <a:gd name="connsiteX2" fmla="*/ 0 w 79393"/>
                <a:gd name="connsiteY2" fmla="*/ 39697 h 358807"/>
                <a:gd name="connsiteX3" fmla="*/ 39697 w 79393"/>
                <a:gd name="connsiteY3" fmla="*/ 0 h 358807"/>
                <a:gd name="connsiteX4" fmla="*/ 79393 w 79393"/>
                <a:gd name="connsiteY4" fmla="*/ 39697 h 358807"/>
                <a:gd name="connsiteX5" fmla="*/ 79393 w 79393"/>
                <a:gd name="connsiteY5" fmla="*/ 319111 h 358807"/>
                <a:gd name="connsiteX6" fmla="*/ 39697 w 79393"/>
                <a:gd name="connsiteY6" fmla="*/ 358807 h 35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8807">
                  <a:moveTo>
                    <a:pt x="39697" y="358807"/>
                  </a:moveTo>
                  <a:cubicBezTo>
                    <a:pt x="17773" y="358807"/>
                    <a:pt x="0" y="341033"/>
                    <a:pt x="0" y="3191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9111"/>
                  </a:lnTo>
                  <a:cubicBezTo>
                    <a:pt x="79393" y="341033"/>
                    <a:pt x="61621" y="358807"/>
                    <a:pt x="39697" y="3588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A2AA740-7FCD-FD4E-AEC6-AD4E32FCA318}"/>
                </a:ext>
              </a:extLst>
            </p:cNvPr>
            <p:cNvSpPr/>
            <p:nvPr/>
          </p:nvSpPr>
          <p:spPr>
            <a:xfrm>
              <a:off x="1961661" y="1701764"/>
              <a:ext cx="79393" cy="358807"/>
            </a:xfrm>
            <a:custGeom>
              <a:avLst/>
              <a:gdLst>
                <a:gd name="connsiteX0" fmla="*/ 39697 w 79393"/>
                <a:gd name="connsiteY0" fmla="*/ 358807 h 358807"/>
                <a:gd name="connsiteX1" fmla="*/ 0 w 79393"/>
                <a:gd name="connsiteY1" fmla="*/ 319111 h 358807"/>
                <a:gd name="connsiteX2" fmla="*/ 0 w 79393"/>
                <a:gd name="connsiteY2" fmla="*/ 39697 h 358807"/>
                <a:gd name="connsiteX3" fmla="*/ 39697 w 79393"/>
                <a:gd name="connsiteY3" fmla="*/ 0 h 358807"/>
                <a:gd name="connsiteX4" fmla="*/ 79393 w 79393"/>
                <a:gd name="connsiteY4" fmla="*/ 39697 h 358807"/>
                <a:gd name="connsiteX5" fmla="*/ 79393 w 79393"/>
                <a:gd name="connsiteY5" fmla="*/ 319111 h 358807"/>
                <a:gd name="connsiteX6" fmla="*/ 39697 w 79393"/>
                <a:gd name="connsiteY6" fmla="*/ 358807 h 35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8807">
                  <a:moveTo>
                    <a:pt x="39697" y="358807"/>
                  </a:moveTo>
                  <a:cubicBezTo>
                    <a:pt x="17774" y="358807"/>
                    <a:pt x="0" y="341033"/>
                    <a:pt x="0" y="31911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19111"/>
                  </a:lnTo>
                  <a:cubicBezTo>
                    <a:pt x="79393" y="341033"/>
                    <a:pt x="61619" y="358807"/>
                    <a:pt x="39697" y="3588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EAFC3011-A94E-2847-ABDB-67341DE66F34}"/>
                </a:ext>
              </a:extLst>
            </p:cNvPr>
            <p:cNvSpPr/>
            <p:nvPr/>
          </p:nvSpPr>
          <p:spPr>
            <a:xfrm>
              <a:off x="1493787" y="1531168"/>
              <a:ext cx="831544" cy="79393"/>
            </a:xfrm>
            <a:custGeom>
              <a:avLst/>
              <a:gdLst>
                <a:gd name="connsiteX0" fmla="*/ 791848 w 831544"/>
                <a:gd name="connsiteY0" fmla="*/ 79393 h 79393"/>
                <a:gd name="connsiteX1" fmla="*/ 39697 w 831544"/>
                <a:gd name="connsiteY1" fmla="*/ 79393 h 79393"/>
                <a:gd name="connsiteX2" fmla="*/ 0 w 831544"/>
                <a:gd name="connsiteY2" fmla="*/ 39697 h 79393"/>
                <a:gd name="connsiteX3" fmla="*/ 39697 w 831544"/>
                <a:gd name="connsiteY3" fmla="*/ 0 h 79393"/>
                <a:gd name="connsiteX4" fmla="*/ 791848 w 831544"/>
                <a:gd name="connsiteY4" fmla="*/ 0 h 79393"/>
                <a:gd name="connsiteX5" fmla="*/ 831544 w 831544"/>
                <a:gd name="connsiteY5" fmla="*/ 39697 h 79393"/>
                <a:gd name="connsiteX6" fmla="*/ 791848 w 8315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1544" h="79393">
                  <a:moveTo>
                    <a:pt x="7918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1848" y="0"/>
                  </a:lnTo>
                  <a:cubicBezTo>
                    <a:pt x="813770" y="0"/>
                    <a:pt x="831544" y="17773"/>
                    <a:pt x="831544" y="39697"/>
                  </a:cubicBezTo>
                  <a:cubicBezTo>
                    <a:pt x="831544" y="61620"/>
                    <a:pt x="813770" y="79393"/>
                    <a:pt x="79184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7477B00-91F6-8F45-B831-27245E137E7F}"/>
                </a:ext>
              </a:extLst>
            </p:cNvPr>
            <p:cNvSpPr/>
            <p:nvPr/>
          </p:nvSpPr>
          <p:spPr>
            <a:xfrm>
              <a:off x="1826097" y="1425030"/>
              <a:ext cx="166924" cy="79393"/>
            </a:xfrm>
            <a:custGeom>
              <a:avLst/>
              <a:gdLst>
                <a:gd name="connsiteX0" fmla="*/ 127228 w 166924"/>
                <a:gd name="connsiteY0" fmla="*/ 79393 h 79393"/>
                <a:gd name="connsiteX1" fmla="*/ 39697 w 166924"/>
                <a:gd name="connsiteY1" fmla="*/ 79393 h 79393"/>
                <a:gd name="connsiteX2" fmla="*/ 0 w 166924"/>
                <a:gd name="connsiteY2" fmla="*/ 39697 h 79393"/>
                <a:gd name="connsiteX3" fmla="*/ 39697 w 166924"/>
                <a:gd name="connsiteY3" fmla="*/ 0 h 79393"/>
                <a:gd name="connsiteX4" fmla="*/ 127228 w 166924"/>
                <a:gd name="connsiteY4" fmla="*/ 0 h 79393"/>
                <a:gd name="connsiteX5" fmla="*/ 166924 w 166924"/>
                <a:gd name="connsiteY5" fmla="*/ 39697 h 79393"/>
                <a:gd name="connsiteX6" fmla="*/ 127228 w 1669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24" h="79393">
                  <a:moveTo>
                    <a:pt x="1272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7228" y="0"/>
                  </a:lnTo>
                  <a:cubicBezTo>
                    <a:pt x="149150" y="0"/>
                    <a:pt x="166924" y="17773"/>
                    <a:pt x="166924" y="39697"/>
                  </a:cubicBezTo>
                  <a:cubicBezTo>
                    <a:pt x="166924" y="61620"/>
                    <a:pt x="149150" y="79393"/>
                    <a:pt x="1272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" name="Picture Placeholder 35">
            <a:extLst>
              <a:ext uri="{FF2B5EF4-FFF2-40B4-BE49-F238E27FC236}">
                <a16:creationId xmlns:a16="http://schemas.microsoft.com/office/drawing/2014/main" id="{9B96705C-9FAD-466F-95CA-B8E6E182CC17}"/>
              </a:ext>
            </a:extLst>
          </p:cNvPr>
          <p:cNvGrpSpPr>
            <a:grpSpLocks noChangeAspect="1"/>
          </p:cNvGrpSpPr>
          <p:nvPr/>
        </p:nvGrpSpPr>
        <p:grpSpPr>
          <a:xfrm>
            <a:off x="2812341" y="1417984"/>
            <a:ext cx="829456" cy="837795"/>
            <a:chOff x="2812341" y="1417984"/>
            <a:chExt cx="829456" cy="837795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B0BE8A0-6810-E841-8649-2FBC09499587}"/>
                </a:ext>
              </a:extLst>
            </p:cNvPr>
            <p:cNvSpPr/>
            <p:nvPr/>
          </p:nvSpPr>
          <p:spPr>
            <a:xfrm>
              <a:off x="3562404" y="1994477"/>
              <a:ext cx="79393" cy="256737"/>
            </a:xfrm>
            <a:custGeom>
              <a:avLst/>
              <a:gdLst>
                <a:gd name="connsiteX0" fmla="*/ 39697 w 79393"/>
                <a:gd name="connsiteY0" fmla="*/ 256737 h 256737"/>
                <a:gd name="connsiteX1" fmla="*/ 0 w 79393"/>
                <a:gd name="connsiteY1" fmla="*/ 217041 h 256737"/>
                <a:gd name="connsiteX2" fmla="*/ 0 w 79393"/>
                <a:gd name="connsiteY2" fmla="*/ 39697 h 256737"/>
                <a:gd name="connsiteX3" fmla="*/ 39697 w 79393"/>
                <a:gd name="connsiteY3" fmla="*/ 0 h 256737"/>
                <a:gd name="connsiteX4" fmla="*/ 79393 w 79393"/>
                <a:gd name="connsiteY4" fmla="*/ 39697 h 256737"/>
                <a:gd name="connsiteX5" fmla="*/ 79393 w 79393"/>
                <a:gd name="connsiteY5" fmla="*/ 217041 h 256737"/>
                <a:gd name="connsiteX6" fmla="*/ 39697 w 79393"/>
                <a:gd name="connsiteY6" fmla="*/ 256737 h 25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6737">
                  <a:moveTo>
                    <a:pt x="39697" y="256737"/>
                  </a:moveTo>
                  <a:cubicBezTo>
                    <a:pt x="17774" y="256737"/>
                    <a:pt x="0" y="238963"/>
                    <a:pt x="0" y="217041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217041"/>
                  </a:lnTo>
                  <a:cubicBezTo>
                    <a:pt x="79393" y="238963"/>
                    <a:pt x="61619" y="256737"/>
                    <a:pt x="39697" y="2567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45A2E2F9-A0AE-0B44-8323-6F888EEB2D25}"/>
                </a:ext>
              </a:extLst>
            </p:cNvPr>
            <p:cNvSpPr/>
            <p:nvPr/>
          </p:nvSpPr>
          <p:spPr>
            <a:xfrm>
              <a:off x="2812341" y="1987825"/>
              <a:ext cx="242325" cy="258873"/>
            </a:xfrm>
            <a:custGeom>
              <a:avLst/>
              <a:gdLst>
                <a:gd name="connsiteX0" fmla="*/ 39693 w 242325"/>
                <a:gd name="connsiteY0" fmla="*/ 258874 h 258873"/>
                <a:gd name="connsiteX1" fmla="*/ 0 w 242325"/>
                <a:gd name="connsiteY1" fmla="*/ 219172 h 258873"/>
                <a:gd name="connsiteX2" fmla="*/ 10317 w 242325"/>
                <a:gd name="connsiteY2" fmla="*/ 192481 h 258873"/>
                <a:gd name="connsiteX3" fmla="*/ 173024 w 242325"/>
                <a:gd name="connsiteY3" fmla="*/ 13251 h 258873"/>
                <a:gd name="connsiteX4" fmla="*/ 229074 w 242325"/>
                <a:gd name="connsiteY4" fmla="*/ 10090 h 258873"/>
                <a:gd name="connsiteX5" fmla="*/ 232233 w 242325"/>
                <a:gd name="connsiteY5" fmla="*/ 66142 h 258873"/>
                <a:gd name="connsiteX6" fmla="*/ 231824 w 242325"/>
                <a:gd name="connsiteY6" fmla="*/ 66593 h 258873"/>
                <a:gd name="connsiteX7" fmla="*/ 69118 w 242325"/>
                <a:gd name="connsiteY7" fmla="*/ 245873 h 258873"/>
                <a:gd name="connsiteX8" fmla="*/ 39693 w 242325"/>
                <a:gd name="connsiteY8" fmla="*/ 258874 h 25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325" h="258873">
                  <a:moveTo>
                    <a:pt x="39693" y="258874"/>
                  </a:moveTo>
                  <a:cubicBezTo>
                    <a:pt x="17769" y="258874"/>
                    <a:pt x="-2" y="241095"/>
                    <a:pt x="0" y="219172"/>
                  </a:cubicBezTo>
                  <a:cubicBezTo>
                    <a:pt x="1" y="209303"/>
                    <a:pt x="3679" y="199785"/>
                    <a:pt x="10317" y="192481"/>
                  </a:cubicBezTo>
                  <a:lnTo>
                    <a:pt x="173024" y="13251"/>
                  </a:lnTo>
                  <a:cubicBezTo>
                    <a:pt x="187630" y="-3099"/>
                    <a:pt x="212724" y="-4513"/>
                    <a:pt x="229074" y="10090"/>
                  </a:cubicBezTo>
                  <a:cubicBezTo>
                    <a:pt x="245424" y="24699"/>
                    <a:pt x="246838" y="49792"/>
                    <a:pt x="232233" y="66142"/>
                  </a:cubicBezTo>
                  <a:cubicBezTo>
                    <a:pt x="232098" y="66296"/>
                    <a:pt x="231962" y="66445"/>
                    <a:pt x="231824" y="66593"/>
                  </a:cubicBezTo>
                  <a:lnTo>
                    <a:pt x="69118" y="245873"/>
                  </a:lnTo>
                  <a:cubicBezTo>
                    <a:pt x="61583" y="254165"/>
                    <a:pt x="50896" y="258889"/>
                    <a:pt x="39693" y="2588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315F2A26-E430-C047-BB23-03713670B0E8}"/>
                </a:ext>
              </a:extLst>
            </p:cNvPr>
            <p:cNvSpPr/>
            <p:nvPr/>
          </p:nvSpPr>
          <p:spPr>
            <a:xfrm>
              <a:off x="2886470" y="1561884"/>
              <a:ext cx="549698" cy="549697"/>
            </a:xfrm>
            <a:custGeom>
              <a:avLst/>
              <a:gdLst>
                <a:gd name="connsiteX0" fmla="*/ 274849 w 549698"/>
                <a:gd name="connsiteY0" fmla="*/ 549698 h 549697"/>
                <a:gd name="connsiteX1" fmla="*/ 0 w 549698"/>
                <a:gd name="connsiteY1" fmla="*/ 274849 h 549697"/>
                <a:gd name="connsiteX2" fmla="*/ 274849 w 549698"/>
                <a:gd name="connsiteY2" fmla="*/ 0 h 549697"/>
                <a:gd name="connsiteX3" fmla="*/ 549699 w 549698"/>
                <a:gd name="connsiteY3" fmla="*/ 274849 h 549697"/>
                <a:gd name="connsiteX4" fmla="*/ 274849 w 549698"/>
                <a:gd name="connsiteY4" fmla="*/ 549698 h 549697"/>
                <a:gd name="connsiteX5" fmla="*/ 274849 w 549698"/>
                <a:gd name="connsiteY5" fmla="*/ 79443 h 549697"/>
                <a:gd name="connsiteX6" fmla="*/ 79393 w 549698"/>
                <a:gd name="connsiteY6" fmla="*/ 274899 h 549697"/>
                <a:gd name="connsiteX7" fmla="*/ 274849 w 549698"/>
                <a:gd name="connsiteY7" fmla="*/ 470355 h 549697"/>
                <a:gd name="connsiteX8" fmla="*/ 470305 w 549698"/>
                <a:gd name="connsiteY8" fmla="*/ 274899 h 549697"/>
                <a:gd name="connsiteX9" fmla="*/ 470305 w 549698"/>
                <a:gd name="connsiteY9" fmla="*/ 274849 h 549697"/>
                <a:gd name="connsiteX10" fmla="*/ 274849 w 549698"/>
                <a:gd name="connsiteY10" fmla="*/ 79443 h 54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9698" h="549697">
                  <a:moveTo>
                    <a:pt x="274849" y="549698"/>
                  </a:moveTo>
                  <a:cubicBezTo>
                    <a:pt x="123054" y="549698"/>
                    <a:pt x="0" y="426644"/>
                    <a:pt x="0" y="274849"/>
                  </a:cubicBezTo>
                  <a:cubicBezTo>
                    <a:pt x="0" y="123054"/>
                    <a:pt x="123054" y="0"/>
                    <a:pt x="274849" y="0"/>
                  </a:cubicBezTo>
                  <a:cubicBezTo>
                    <a:pt x="426644" y="0"/>
                    <a:pt x="549699" y="123054"/>
                    <a:pt x="549699" y="274849"/>
                  </a:cubicBezTo>
                  <a:cubicBezTo>
                    <a:pt x="549535" y="426574"/>
                    <a:pt x="426575" y="549534"/>
                    <a:pt x="274849" y="549698"/>
                  </a:cubicBezTo>
                  <a:close/>
                  <a:moveTo>
                    <a:pt x="274849" y="79443"/>
                  </a:moveTo>
                  <a:cubicBezTo>
                    <a:pt x="166902" y="79443"/>
                    <a:pt x="79393" y="166951"/>
                    <a:pt x="79393" y="274899"/>
                  </a:cubicBezTo>
                  <a:cubicBezTo>
                    <a:pt x="79393" y="382843"/>
                    <a:pt x="166902" y="470355"/>
                    <a:pt x="274849" y="470355"/>
                  </a:cubicBezTo>
                  <a:cubicBezTo>
                    <a:pt x="382797" y="470355"/>
                    <a:pt x="470305" y="382843"/>
                    <a:pt x="470305" y="274899"/>
                  </a:cubicBezTo>
                  <a:cubicBezTo>
                    <a:pt x="470305" y="274882"/>
                    <a:pt x="470305" y="274865"/>
                    <a:pt x="470305" y="274849"/>
                  </a:cubicBezTo>
                  <a:cubicBezTo>
                    <a:pt x="470196" y="166955"/>
                    <a:pt x="382743" y="79525"/>
                    <a:pt x="274849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4574A3B8-18A0-864C-98C4-6608FFF5091E}"/>
                </a:ext>
              </a:extLst>
            </p:cNvPr>
            <p:cNvSpPr/>
            <p:nvPr/>
          </p:nvSpPr>
          <p:spPr>
            <a:xfrm>
              <a:off x="3562007" y="1632246"/>
              <a:ext cx="79393" cy="327496"/>
            </a:xfrm>
            <a:custGeom>
              <a:avLst/>
              <a:gdLst>
                <a:gd name="connsiteX0" fmla="*/ 39697 w 79393"/>
                <a:gd name="connsiteY0" fmla="*/ 327497 h 327496"/>
                <a:gd name="connsiteX1" fmla="*/ 0 w 79393"/>
                <a:gd name="connsiteY1" fmla="*/ 287800 h 327496"/>
                <a:gd name="connsiteX2" fmla="*/ 0 w 79393"/>
                <a:gd name="connsiteY2" fmla="*/ 39697 h 327496"/>
                <a:gd name="connsiteX3" fmla="*/ 39697 w 79393"/>
                <a:gd name="connsiteY3" fmla="*/ 0 h 327496"/>
                <a:gd name="connsiteX4" fmla="*/ 39697 w 79393"/>
                <a:gd name="connsiteY4" fmla="*/ 0 h 327496"/>
                <a:gd name="connsiteX5" fmla="*/ 79393 w 79393"/>
                <a:gd name="connsiteY5" fmla="*/ 39697 h 327496"/>
                <a:gd name="connsiteX6" fmla="*/ 79393 w 79393"/>
                <a:gd name="connsiteY6" fmla="*/ 287800 h 327496"/>
                <a:gd name="connsiteX7" fmla="*/ 39697 w 79393"/>
                <a:gd name="connsiteY7" fmla="*/ 327497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327496">
                  <a:moveTo>
                    <a:pt x="39697" y="327497"/>
                  </a:moveTo>
                  <a:cubicBezTo>
                    <a:pt x="17774" y="327497"/>
                    <a:pt x="0" y="309722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79393" y="287800"/>
                  </a:lnTo>
                  <a:cubicBezTo>
                    <a:pt x="79393" y="309722"/>
                    <a:pt x="61619" y="327497"/>
                    <a:pt x="39697" y="3274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0B2EB8E7-7269-E744-9BC0-0BA6C6C8D5CD}"/>
                </a:ext>
              </a:extLst>
            </p:cNvPr>
            <p:cNvSpPr/>
            <p:nvPr/>
          </p:nvSpPr>
          <p:spPr>
            <a:xfrm>
              <a:off x="3455819" y="1820804"/>
              <a:ext cx="79393" cy="434974"/>
            </a:xfrm>
            <a:custGeom>
              <a:avLst/>
              <a:gdLst>
                <a:gd name="connsiteX0" fmla="*/ 39697 w 79393"/>
                <a:gd name="connsiteY0" fmla="*/ 434975 h 434974"/>
                <a:gd name="connsiteX1" fmla="*/ 0 w 79393"/>
                <a:gd name="connsiteY1" fmla="*/ 395278 h 434974"/>
                <a:gd name="connsiteX2" fmla="*/ 0 w 79393"/>
                <a:gd name="connsiteY2" fmla="*/ 39697 h 434974"/>
                <a:gd name="connsiteX3" fmla="*/ 39697 w 79393"/>
                <a:gd name="connsiteY3" fmla="*/ 0 h 434974"/>
                <a:gd name="connsiteX4" fmla="*/ 79393 w 79393"/>
                <a:gd name="connsiteY4" fmla="*/ 39697 h 434974"/>
                <a:gd name="connsiteX5" fmla="*/ 79393 w 79393"/>
                <a:gd name="connsiteY5" fmla="*/ 395278 h 434974"/>
                <a:gd name="connsiteX6" fmla="*/ 39697 w 79393"/>
                <a:gd name="connsiteY6" fmla="*/ 434975 h 4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34974">
                  <a:moveTo>
                    <a:pt x="39697" y="434975"/>
                  </a:moveTo>
                  <a:cubicBezTo>
                    <a:pt x="17774" y="434975"/>
                    <a:pt x="0" y="417201"/>
                    <a:pt x="0" y="39527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95278"/>
                  </a:lnTo>
                  <a:cubicBezTo>
                    <a:pt x="79393" y="417201"/>
                    <a:pt x="61619" y="434975"/>
                    <a:pt x="39697" y="4349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A3ACF51-ED62-EC4C-9660-A41DA43BA423}"/>
                </a:ext>
              </a:extLst>
            </p:cNvPr>
            <p:cNvSpPr/>
            <p:nvPr/>
          </p:nvSpPr>
          <p:spPr>
            <a:xfrm>
              <a:off x="3452444" y="1418033"/>
              <a:ext cx="79393" cy="363074"/>
            </a:xfrm>
            <a:custGeom>
              <a:avLst/>
              <a:gdLst>
                <a:gd name="connsiteX0" fmla="*/ 39697 w 79393"/>
                <a:gd name="connsiteY0" fmla="*/ 363075 h 363074"/>
                <a:gd name="connsiteX1" fmla="*/ 0 w 79393"/>
                <a:gd name="connsiteY1" fmla="*/ 323378 h 363074"/>
                <a:gd name="connsiteX2" fmla="*/ 0 w 79393"/>
                <a:gd name="connsiteY2" fmla="*/ 39697 h 363074"/>
                <a:gd name="connsiteX3" fmla="*/ 39697 w 79393"/>
                <a:gd name="connsiteY3" fmla="*/ 0 h 363074"/>
                <a:gd name="connsiteX4" fmla="*/ 79393 w 79393"/>
                <a:gd name="connsiteY4" fmla="*/ 39697 h 363074"/>
                <a:gd name="connsiteX5" fmla="*/ 79393 w 79393"/>
                <a:gd name="connsiteY5" fmla="*/ 323378 h 363074"/>
                <a:gd name="connsiteX6" fmla="*/ 39697 w 79393"/>
                <a:gd name="connsiteY6" fmla="*/ 363075 h 363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3074">
                  <a:moveTo>
                    <a:pt x="39697" y="363075"/>
                  </a:moveTo>
                  <a:cubicBezTo>
                    <a:pt x="17774" y="363075"/>
                    <a:pt x="0" y="345302"/>
                    <a:pt x="0" y="32337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23378"/>
                  </a:lnTo>
                  <a:cubicBezTo>
                    <a:pt x="79393" y="345302"/>
                    <a:pt x="61619" y="363075"/>
                    <a:pt x="39697" y="3630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CFDFEA65-FB29-A449-B658-E738F64AFFF3}"/>
                </a:ext>
              </a:extLst>
            </p:cNvPr>
            <p:cNvSpPr/>
            <p:nvPr/>
          </p:nvSpPr>
          <p:spPr>
            <a:xfrm>
              <a:off x="3335439" y="1417984"/>
              <a:ext cx="79393" cy="194413"/>
            </a:xfrm>
            <a:custGeom>
              <a:avLst/>
              <a:gdLst>
                <a:gd name="connsiteX0" fmla="*/ 39697 w 79393"/>
                <a:gd name="connsiteY0" fmla="*/ 194414 h 194413"/>
                <a:gd name="connsiteX1" fmla="*/ 0 w 79393"/>
                <a:gd name="connsiteY1" fmla="*/ 154717 h 194413"/>
                <a:gd name="connsiteX2" fmla="*/ 0 w 79393"/>
                <a:gd name="connsiteY2" fmla="*/ 39697 h 194413"/>
                <a:gd name="connsiteX3" fmla="*/ 39697 w 79393"/>
                <a:gd name="connsiteY3" fmla="*/ 0 h 194413"/>
                <a:gd name="connsiteX4" fmla="*/ 79393 w 79393"/>
                <a:gd name="connsiteY4" fmla="*/ 39697 h 194413"/>
                <a:gd name="connsiteX5" fmla="*/ 79393 w 79393"/>
                <a:gd name="connsiteY5" fmla="*/ 154717 h 194413"/>
                <a:gd name="connsiteX6" fmla="*/ 39697 w 79393"/>
                <a:gd name="connsiteY6" fmla="*/ 194414 h 19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4413">
                  <a:moveTo>
                    <a:pt x="39697" y="194414"/>
                  </a:moveTo>
                  <a:cubicBezTo>
                    <a:pt x="17774" y="194414"/>
                    <a:pt x="0" y="176641"/>
                    <a:pt x="0" y="154717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54717"/>
                  </a:lnTo>
                  <a:cubicBezTo>
                    <a:pt x="79393" y="176641"/>
                    <a:pt x="61619" y="194414"/>
                    <a:pt x="39697" y="1944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1396EA95-FFC6-DB49-B7AF-D42BBACBAE3C}"/>
                </a:ext>
              </a:extLst>
            </p:cNvPr>
            <p:cNvSpPr/>
            <p:nvPr/>
          </p:nvSpPr>
          <p:spPr>
            <a:xfrm>
              <a:off x="3183987" y="1719801"/>
              <a:ext cx="121679" cy="220837"/>
            </a:xfrm>
            <a:custGeom>
              <a:avLst/>
              <a:gdLst>
                <a:gd name="connsiteX0" fmla="*/ 81982 w 121679"/>
                <a:gd name="connsiteY0" fmla="*/ 220837 h 220837"/>
                <a:gd name="connsiteX1" fmla="*/ 42286 w 121679"/>
                <a:gd name="connsiteY1" fmla="*/ 181141 h 220837"/>
                <a:gd name="connsiteX2" fmla="*/ 42286 w 121679"/>
                <a:gd name="connsiteY2" fmla="*/ 99217 h 220837"/>
                <a:gd name="connsiteX3" fmla="*/ 85 w 121679"/>
                <a:gd name="connsiteY3" fmla="*/ 62193 h 220837"/>
                <a:gd name="connsiteX4" fmla="*/ 22884 w 121679"/>
                <a:gd name="connsiteY4" fmla="*/ 23645 h 220837"/>
                <a:gd name="connsiteX5" fmla="*/ 65062 w 121679"/>
                <a:gd name="connsiteY5" fmla="*/ 3796 h 220837"/>
                <a:gd name="connsiteX6" fmla="*/ 117893 w 121679"/>
                <a:gd name="connsiteY6" fmla="*/ 22785 h 220837"/>
                <a:gd name="connsiteX7" fmla="*/ 121679 w 121679"/>
                <a:gd name="connsiteY7" fmla="*/ 39722 h 220837"/>
                <a:gd name="connsiteX8" fmla="*/ 121679 w 121679"/>
                <a:gd name="connsiteY8" fmla="*/ 181141 h 220837"/>
                <a:gd name="connsiteX9" fmla="*/ 81982 w 121679"/>
                <a:gd name="connsiteY9" fmla="*/ 220837 h 2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679" h="220837">
                  <a:moveTo>
                    <a:pt x="81982" y="220837"/>
                  </a:moveTo>
                  <a:cubicBezTo>
                    <a:pt x="60059" y="220837"/>
                    <a:pt x="42286" y="203063"/>
                    <a:pt x="42286" y="181141"/>
                  </a:cubicBezTo>
                  <a:lnTo>
                    <a:pt x="42286" y="99217"/>
                  </a:lnTo>
                  <a:cubicBezTo>
                    <a:pt x="20409" y="100646"/>
                    <a:pt x="1515" y="84071"/>
                    <a:pt x="85" y="62193"/>
                  </a:cubicBezTo>
                  <a:cubicBezTo>
                    <a:pt x="-981" y="45874"/>
                    <a:pt x="8069" y="30571"/>
                    <a:pt x="22884" y="23645"/>
                  </a:cubicBezTo>
                  <a:lnTo>
                    <a:pt x="65062" y="3796"/>
                  </a:lnTo>
                  <a:cubicBezTo>
                    <a:pt x="84894" y="-5549"/>
                    <a:pt x="108549" y="2953"/>
                    <a:pt x="117893" y="22785"/>
                  </a:cubicBezTo>
                  <a:cubicBezTo>
                    <a:pt x="120389" y="28082"/>
                    <a:pt x="121679" y="33866"/>
                    <a:pt x="121679" y="39722"/>
                  </a:cubicBezTo>
                  <a:lnTo>
                    <a:pt x="121679" y="181141"/>
                  </a:lnTo>
                  <a:cubicBezTo>
                    <a:pt x="121679" y="203063"/>
                    <a:pt x="103906" y="220837"/>
                    <a:pt x="81982" y="2208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F64A5DD-7727-9D4D-A51E-4329B48F0063}"/>
                </a:ext>
              </a:extLst>
            </p:cNvPr>
            <p:cNvSpPr/>
            <p:nvPr/>
          </p:nvSpPr>
          <p:spPr>
            <a:xfrm>
              <a:off x="3004071" y="1725682"/>
              <a:ext cx="183001" cy="216495"/>
            </a:xfrm>
            <a:custGeom>
              <a:avLst/>
              <a:gdLst>
                <a:gd name="connsiteX0" fmla="*/ 91501 w 183001"/>
                <a:gd name="connsiteY0" fmla="*/ 216495 h 216495"/>
                <a:gd name="connsiteX1" fmla="*/ 0 w 183001"/>
                <a:gd name="connsiteY1" fmla="*/ 108272 h 216495"/>
                <a:gd name="connsiteX2" fmla="*/ 91501 w 183001"/>
                <a:gd name="connsiteY2" fmla="*/ 0 h 216495"/>
                <a:gd name="connsiteX3" fmla="*/ 183001 w 183001"/>
                <a:gd name="connsiteY3" fmla="*/ 108272 h 216495"/>
                <a:gd name="connsiteX4" fmla="*/ 91501 w 183001"/>
                <a:gd name="connsiteY4" fmla="*/ 216495 h 216495"/>
                <a:gd name="connsiteX5" fmla="*/ 91501 w 183001"/>
                <a:gd name="connsiteY5" fmla="*/ 79393 h 216495"/>
                <a:gd name="connsiteX6" fmla="*/ 79393 w 183001"/>
                <a:gd name="connsiteY6" fmla="*/ 108272 h 216495"/>
                <a:gd name="connsiteX7" fmla="*/ 91501 w 183001"/>
                <a:gd name="connsiteY7" fmla="*/ 137102 h 216495"/>
                <a:gd name="connsiteX8" fmla="*/ 103608 w 183001"/>
                <a:gd name="connsiteY8" fmla="*/ 108272 h 216495"/>
                <a:gd name="connsiteX9" fmla="*/ 91501 w 183001"/>
                <a:gd name="connsiteY9" fmla="*/ 79393 h 21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01" h="216495">
                  <a:moveTo>
                    <a:pt x="91501" y="216495"/>
                  </a:moveTo>
                  <a:cubicBezTo>
                    <a:pt x="40193" y="216495"/>
                    <a:pt x="0" y="168958"/>
                    <a:pt x="0" y="108272"/>
                  </a:cubicBezTo>
                  <a:cubicBezTo>
                    <a:pt x="0" y="47586"/>
                    <a:pt x="40342" y="0"/>
                    <a:pt x="91501" y="0"/>
                  </a:cubicBezTo>
                  <a:cubicBezTo>
                    <a:pt x="142660" y="0"/>
                    <a:pt x="183001" y="47537"/>
                    <a:pt x="183001" y="108272"/>
                  </a:cubicBezTo>
                  <a:cubicBezTo>
                    <a:pt x="183001" y="169008"/>
                    <a:pt x="142957" y="216495"/>
                    <a:pt x="91501" y="216495"/>
                  </a:cubicBezTo>
                  <a:close/>
                  <a:moveTo>
                    <a:pt x="91501" y="79393"/>
                  </a:moveTo>
                  <a:cubicBezTo>
                    <a:pt x="89020" y="79691"/>
                    <a:pt x="79393" y="89317"/>
                    <a:pt x="79393" y="108272"/>
                  </a:cubicBezTo>
                  <a:cubicBezTo>
                    <a:pt x="79393" y="127227"/>
                    <a:pt x="89020" y="136804"/>
                    <a:pt x="91501" y="137102"/>
                  </a:cubicBezTo>
                  <a:cubicBezTo>
                    <a:pt x="93982" y="137400"/>
                    <a:pt x="103608" y="127178"/>
                    <a:pt x="103608" y="108272"/>
                  </a:cubicBezTo>
                  <a:cubicBezTo>
                    <a:pt x="103608" y="89367"/>
                    <a:pt x="94131" y="79691"/>
                    <a:pt x="915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79620B5A-D919-964B-A08E-068BB6CCCFAF}"/>
                </a:ext>
              </a:extLst>
            </p:cNvPr>
            <p:cNvSpPr/>
            <p:nvPr/>
          </p:nvSpPr>
          <p:spPr>
            <a:xfrm>
              <a:off x="3560667" y="1424385"/>
              <a:ext cx="79393" cy="173126"/>
            </a:xfrm>
            <a:custGeom>
              <a:avLst/>
              <a:gdLst>
                <a:gd name="connsiteX0" fmla="*/ 39697 w 79393"/>
                <a:gd name="connsiteY0" fmla="*/ 173127 h 173126"/>
                <a:gd name="connsiteX1" fmla="*/ 0 w 79393"/>
                <a:gd name="connsiteY1" fmla="*/ 133430 h 173126"/>
                <a:gd name="connsiteX2" fmla="*/ 0 w 79393"/>
                <a:gd name="connsiteY2" fmla="*/ 39697 h 173126"/>
                <a:gd name="connsiteX3" fmla="*/ 39697 w 79393"/>
                <a:gd name="connsiteY3" fmla="*/ 0 h 173126"/>
                <a:gd name="connsiteX4" fmla="*/ 79393 w 79393"/>
                <a:gd name="connsiteY4" fmla="*/ 39697 h 173126"/>
                <a:gd name="connsiteX5" fmla="*/ 79393 w 79393"/>
                <a:gd name="connsiteY5" fmla="*/ 133430 h 173126"/>
                <a:gd name="connsiteX6" fmla="*/ 39697 w 79393"/>
                <a:gd name="connsiteY6" fmla="*/ 173127 h 173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3126">
                  <a:moveTo>
                    <a:pt x="39697" y="173127"/>
                  </a:moveTo>
                  <a:cubicBezTo>
                    <a:pt x="17774" y="173127"/>
                    <a:pt x="0" y="155354"/>
                    <a:pt x="0" y="13343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33430"/>
                  </a:lnTo>
                  <a:cubicBezTo>
                    <a:pt x="79393" y="155354"/>
                    <a:pt x="61619" y="173127"/>
                    <a:pt x="39697" y="17312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BEF03F57-CFF7-6F4F-AE1E-3F3D14854C87}"/>
                </a:ext>
              </a:extLst>
            </p:cNvPr>
            <p:cNvSpPr/>
            <p:nvPr/>
          </p:nvSpPr>
          <p:spPr>
            <a:xfrm>
              <a:off x="3222452" y="1422152"/>
              <a:ext cx="79393" cy="129956"/>
            </a:xfrm>
            <a:custGeom>
              <a:avLst/>
              <a:gdLst>
                <a:gd name="connsiteX0" fmla="*/ 39697 w 79393"/>
                <a:gd name="connsiteY0" fmla="*/ 129957 h 129956"/>
                <a:gd name="connsiteX1" fmla="*/ 0 w 79393"/>
                <a:gd name="connsiteY1" fmla="*/ 90260 h 129956"/>
                <a:gd name="connsiteX2" fmla="*/ 0 w 79393"/>
                <a:gd name="connsiteY2" fmla="*/ 39697 h 129956"/>
                <a:gd name="connsiteX3" fmla="*/ 39697 w 79393"/>
                <a:gd name="connsiteY3" fmla="*/ 0 h 129956"/>
                <a:gd name="connsiteX4" fmla="*/ 79393 w 79393"/>
                <a:gd name="connsiteY4" fmla="*/ 39697 h 129956"/>
                <a:gd name="connsiteX5" fmla="*/ 79393 w 79393"/>
                <a:gd name="connsiteY5" fmla="*/ 90260 h 129956"/>
                <a:gd name="connsiteX6" fmla="*/ 39697 w 79393"/>
                <a:gd name="connsiteY6" fmla="*/ 129957 h 129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29956">
                  <a:moveTo>
                    <a:pt x="39697" y="129957"/>
                  </a:moveTo>
                  <a:cubicBezTo>
                    <a:pt x="17773" y="129957"/>
                    <a:pt x="0" y="112184"/>
                    <a:pt x="0" y="9026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90260"/>
                  </a:lnTo>
                  <a:cubicBezTo>
                    <a:pt x="79393" y="112184"/>
                    <a:pt x="61621" y="129957"/>
                    <a:pt x="39697" y="1299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4" name="Picture Placeholder 37">
            <a:extLst>
              <a:ext uri="{FF2B5EF4-FFF2-40B4-BE49-F238E27FC236}">
                <a16:creationId xmlns:a16="http://schemas.microsoft.com/office/drawing/2014/main" id="{4F6F2AA3-ED64-4128-AF3D-6CA3A32E147C}"/>
              </a:ext>
            </a:extLst>
          </p:cNvPr>
          <p:cNvGrpSpPr>
            <a:grpSpLocks noChangeAspect="1"/>
          </p:cNvGrpSpPr>
          <p:nvPr/>
        </p:nvGrpSpPr>
        <p:grpSpPr>
          <a:xfrm>
            <a:off x="4127419" y="1444430"/>
            <a:ext cx="834537" cy="784851"/>
            <a:chOff x="4127419" y="1444430"/>
            <a:chExt cx="834537" cy="784851"/>
          </a:xfrm>
        </p:grpSpPr>
        <p:grpSp>
          <p:nvGrpSpPr>
            <p:cNvPr id="25" name="Picture Placeholder 37">
              <a:extLst>
                <a:ext uri="{FF2B5EF4-FFF2-40B4-BE49-F238E27FC236}">
                  <a16:creationId xmlns:a16="http://schemas.microsoft.com/office/drawing/2014/main" id="{4F6F2AA3-ED64-4128-AF3D-6CA3A32E147C}"/>
                </a:ext>
              </a:extLst>
            </p:cNvPr>
            <p:cNvGrpSpPr/>
            <p:nvPr/>
          </p:nvGrpSpPr>
          <p:grpSpPr>
            <a:xfrm>
              <a:off x="4127419" y="1444430"/>
              <a:ext cx="834537" cy="784851"/>
              <a:chOff x="4127419" y="1444430"/>
              <a:chExt cx="834537" cy="784851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3217EC12-DA4C-8F43-AE84-FEDD716CB5BB}"/>
                  </a:ext>
                </a:extLst>
              </p:cNvPr>
              <p:cNvSpPr/>
              <p:nvPr/>
            </p:nvSpPr>
            <p:spPr>
              <a:xfrm>
                <a:off x="4401518" y="1866009"/>
                <a:ext cx="79393" cy="362230"/>
              </a:xfrm>
              <a:custGeom>
                <a:avLst/>
                <a:gdLst>
                  <a:gd name="connsiteX0" fmla="*/ 39697 w 79393"/>
                  <a:gd name="connsiteY0" fmla="*/ 362231 h 362230"/>
                  <a:gd name="connsiteX1" fmla="*/ 0 w 79393"/>
                  <a:gd name="connsiteY1" fmla="*/ 322534 h 362230"/>
                  <a:gd name="connsiteX2" fmla="*/ 0 w 79393"/>
                  <a:gd name="connsiteY2" fmla="*/ 39697 h 362230"/>
                  <a:gd name="connsiteX3" fmla="*/ 39697 w 79393"/>
                  <a:gd name="connsiteY3" fmla="*/ 0 h 362230"/>
                  <a:gd name="connsiteX4" fmla="*/ 79393 w 79393"/>
                  <a:gd name="connsiteY4" fmla="*/ 39697 h 362230"/>
                  <a:gd name="connsiteX5" fmla="*/ 79393 w 79393"/>
                  <a:gd name="connsiteY5" fmla="*/ 322534 h 362230"/>
                  <a:gd name="connsiteX6" fmla="*/ 39697 w 79393"/>
                  <a:gd name="connsiteY6" fmla="*/ 362231 h 36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2230">
                    <a:moveTo>
                      <a:pt x="39697" y="362231"/>
                    </a:moveTo>
                    <a:cubicBezTo>
                      <a:pt x="17773" y="362231"/>
                      <a:pt x="0" y="344457"/>
                      <a:pt x="0" y="32253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322534"/>
                    </a:lnTo>
                    <a:cubicBezTo>
                      <a:pt x="79393" y="344457"/>
                      <a:pt x="61621" y="362231"/>
                      <a:pt x="39697" y="3622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5BA272CB-7674-204D-AEFF-078C07584021}"/>
                  </a:ext>
                </a:extLst>
              </p:cNvPr>
              <p:cNvSpPr/>
              <p:nvPr/>
            </p:nvSpPr>
            <p:spPr>
              <a:xfrm>
                <a:off x="4653046" y="1867001"/>
                <a:ext cx="79393" cy="362231"/>
              </a:xfrm>
              <a:custGeom>
                <a:avLst/>
                <a:gdLst>
                  <a:gd name="connsiteX0" fmla="*/ 39697 w 79393"/>
                  <a:gd name="connsiteY0" fmla="*/ 362231 h 362231"/>
                  <a:gd name="connsiteX1" fmla="*/ 0 w 79393"/>
                  <a:gd name="connsiteY1" fmla="*/ 322535 h 362231"/>
                  <a:gd name="connsiteX2" fmla="*/ 0 w 79393"/>
                  <a:gd name="connsiteY2" fmla="*/ 39697 h 362231"/>
                  <a:gd name="connsiteX3" fmla="*/ 39697 w 79393"/>
                  <a:gd name="connsiteY3" fmla="*/ 0 h 362231"/>
                  <a:gd name="connsiteX4" fmla="*/ 79393 w 79393"/>
                  <a:gd name="connsiteY4" fmla="*/ 39697 h 362231"/>
                  <a:gd name="connsiteX5" fmla="*/ 79393 w 79393"/>
                  <a:gd name="connsiteY5" fmla="*/ 322535 h 362231"/>
                  <a:gd name="connsiteX6" fmla="*/ 39697 w 79393"/>
                  <a:gd name="connsiteY6" fmla="*/ 362231 h 362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362231">
                    <a:moveTo>
                      <a:pt x="39697" y="362231"/>
                    </a:moveTo>
                    <a:cubicBezTo>
                      <a:pt x="17774" y="362231"/>
                      <a:pt x="0" y="344457"/>
                      <a:pt x="0" y="322535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322535"/>
                    </a:lnTo>
                    <a:cubicBezTo>
                      <a:pt x="79393" y="344457"/>
                      <a:pt x="61619" y="362231"/>
                      <a:pt x="39697" y="3622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90BCE5D5-E2CE-384F-94D1-9AFC33C6F707}"/>
                  </a:ext>
                </a:extLst>
              </p:cNvPr>
              <p:cNvSpPr/>
              <p:nvPr/>
            </p:nvSpPr>
            <p:spPr>
              <a:xfrm>
                <a:off x="4127419" y="1444430"/>
                <a:ext cx="833722" cy="784851"/>
              </a:xfrm>
              <a:custGeom>
                <a:avLst/>
                <a:gdLst>
                  <a:gd name="connsiteX0" fmla="*/ 794026 w 833722"/>
                  <a:gd name="connsiteY0" fmla="*/ 784852 h 784851"/>
                  <a:gd name="connsiteX1" fmla="*/ 39791 w 833722"/>
                  <a:gd name="connsiteY1" fmla="*/ 784852 h 784851"/>
                  <a:gd name="connsiteX2" fmla="*/ 0 w 833722"/>
                  <a:gd name="connsiteY2" fmla="*/ 745249 h 784851"/>
                  <a:gd name="connsiteX3" fmla="*/ 94 w 833722"/>
                  <a:gd name="connsiteY3" fmla="*/ 742426 h 784851"/>
                  <a:gd name="connsiteX4" fmla="*/ 49367 w 833722"/>
                  <a:gd name="connsiteY4" fmla="*/ 37663 h 784851"/>
                  <a:gd name="connsiteX5" fmla="*/ 88766 w 833722"/>
                  <a:gd name="connsiteY5" fmla="*/ 746 h 784851"/>
                  <a:gd name="connsiteX6" fmla="*/ 231376 w 833722"/>
                  <a:gd name="connsiteY6" fmla="*/ 1 h 784851"/>
                  <a:gd name="connsiteX7" fmla="*/ 231376 w 833722"/>
                  <a:gd name="connsiteY7" fmla="*/ 1 h 784851"/>
                  <a:gd name="connsiteX8" fmla="*/ 270775 w 833722"/>
                  <a:gd name="connsiteY8" fmla="*/ 32701 h 784851"/>
                  <a:gd name="connsiteX9" fmla="*/ 347886 w 833722"/>
                  <a:gd name="connsiteY9" fmla="*/ 454477 h 784851"/>
                  <a:gd name="connsiteX10" fmla="*/ 315980 w 833722"/>
                  <a:gd name="connsiteY10" fmla="*/ 500674 h 784851"/>
                  <a:gd name="connsiteX11" fmla="*/ 269783 w 833722"/>
                  <a:gd name="connsiteY11" fmla="*/ 468768 h 784851"/>
                  <a:gd name="connsiteX12" fmla="*/ 198527 w 833722"/>
                  <a:gd name="connsiteY12" fmla="*/ 79593 h 784851"/>
                  <a:gd name="connsiteX13" fmla="*/ 126031 w 833722"/>
                  <a:gd name="connsiteY13" fmla="*/ 79990 h 784851"/>
                  <a:gd name="connsiteX14" fmla="*/ 82216 w 833722"/>
                  <a:gd name="connsiteY14" fmla="*/ 705459 h 784851"/>
                  <a:gd name="connsiteX15" fmla="*/ 754329 w 833722"/>
                  <a:gd name="connsiteY15" fmla="*/ 705459 h 784851"/>
                  <a:gd name="connsiteX16" fmla="*/ 754329 w 833722"/>
                  <a:gd name="connsiteY16" fmla="*/ 263835 h 784851"/>
                  <a:gd name="connsiteX17" fmla="*/ 794026 w 833722"/>
                  <a:gd name="connsiteY17" fmla="*/ 224138 h 784851"/>
                  <a:gd name="connsiteX18" fmla="*/ 833722 w 833722"/>
                  <a:gd name="connsiteY18" fmla="*/ 263835 h 784851"/>
                  <a:gd name="connsiteX19" fmla="*/ 833722 w 833722"/>
                  <a:gd name="connsiteY19" fmla="*/ 745155 h 784851"/>
                  <a:gd name="connsiteX20" fmla="*/ 794026 w 833722"/>
                  <a:gd name="connsiteY20" fmla="*/ 784852 h 78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33722" h="784851">
                    <a:moveTo>
                      <a:pt x="794026" y="784852"/>
                    </a:moveTo>
                    <a:lnTo>
                      <a:pt x="39791" y="784852"/>
                    </a:lnTo>
                    <a:cubicBezTo>
                      <a:pt x="17867" y="784901"/>
                      <a:pt x="52" y="767172"/>
                      <a:pt x="0" y="745249"/>
                    </a:cubicBezTo>
                    <a:cubicBezTo>
                      <a:pt x="-2" y="744307"/>
                      <a:pt x="29" y="743364"/>
                      <a:pt x="94" y="742426"/>
                    </a:cubicBezTo>
                    <a:lnTo>
                      <a:pt x="49367" y="37663"/>
                    </a:lnTo>
                    <a:cubicBezTo>
                      <a:pt x="50821" y="16946"/>
                      <a:pt x="67998" y="850"/>
                      <a:pt x="88766" y="746"/>
                    </a:cubicBezTo>
                    <a:lnTo>
                      <a:pt x="231376" y="1"/>
                    </a:lnTo>
                    <a:lnTo>
                      <a:pt x="231376" y="1"/>
                    </a:lnTo>
                    <a:cubicBezTo>
                      <a:pt x="250723" y="-156"/>
                      <a:pt x="267366" y="13656"/>
                      <a:pt x="270775" y="32701"/>
                    </a:cubicBezTo>
                    <a:lnTo>
                      <a:pt x="347886" y="454477"/>
                    </a:lnTo>
                    <a:cubicBezTo>
                      <a:pt x="351832" y="476042"/>
                      <a:pt x="337547" y="496729"/>
                      <a:pt x="315980" y="500674"/>
                    </a:cubicBezTo>
                    <a:cubicBezTo>
                      <a:pt x="294412" y="504619"/>
                      <a:pt x="273729" y="490333"/>
                      <a:pt x="269783" y="468768"/>
                    </a:cubicBezTo>
                    <a:lnTo>
                      <a:pt x="198527" y="79593"/>
                    </a:lnTo>
                    <a:lnTo>
                      <a:pt x="126031" y="79990"/>
                    </a:lnTo>
                    <a:lnTo>
                      <a:pt x="82216" y="705459"/>
                    </a:lnTo>
                    <a:lnTo>
                      <a:pt x="754329" y="705459"/>
                    </a:lnTo>
                    <a:lnTo>
                      <a:pt x="754329" y="263835"/>
                    </a:lnTo>
                    <a:cubicBezTo>
                      <a:pt x="754329" y="241911"/>
                      <a:pt x="772103" y="224138"/>
                      <a:pt x="794026" y="224138"/>
                    </a:cubicBezTo>
                    <a:cubicBezTo>
                      <a:pt x="815948" y="224138"/>
                      <a:pt x="833722" y="241911"/>
                      <a:pt x="833722" y="263835"/>
                    </a:cubicBezTo>
                    <a:lnTo>
                      <a:pt x="833722" y="745155"/>
                    </a:lnTo>
                    <a:cubicBezTo>
                      <a:pt x="833722" y="767078"/>
                      <a:pt x="815948" y="784852"/>
                      <a:pt x="794026" y="7848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882AA5F-B6D6-7D47-8041-87440445D8F3}"/>
                  </a:ext>
                </a:extLst>
              </p:cNvPr>
              <p:cNvSpPr/>
              <p:nvPr/>
            </p:nvSpPr>
            <p:spPr>
              <a:xfrm>
                <a:off x="4411452" y="1667575"/>
                <a:ext cx="550503" cy="278273"/>
              </a:xfrm>
              <a:custGeom>
                <a:avLst/>
                <a:gdLst>
                  <a:gd name="connsiteX0" fmla="*/ 281787 w 550503"/>
                  <a:gd name="connsiteY0" fmla="*/ 278273 h 278273"/>
                  <a:gd name="connsiteX1" fmla="*/ 242090 w 550503"/>
                  <a:gd name="connsiteY1" fmla="*/ 238577 h 278273"/>
                  <a:gd name="connsiteX2" fmla="*/ 242090 w 550503"/>
                  <a:gd name="connsiteY2" fmla="*/ 127426 h 278273"/>
                  <a:gd name="connsiteX3" fmla="*/ 64547 w 550503"/>
                  <a:gd name="connsiteY3" fmla="*/ 268845 h 278273"/>
                  <a:gd name="connsiteX4" fmla="*/ 8699 w 550503"/>
                  <a:gd name="connsiteY4" fmla="*/ 262618 h 278273"/>
                  <a:gd name="connsiteX5" fmla="*/ 14926 w 550503"/>
                  <a:gd name="connsiteY5" fmla="*/ 206770 h 278273"/>
                  <a:gd name="connsiteX6" fmla="*/ 257026 w 550503"/>
                  <a:gd name="connsiteY6" fmla="*/ 13994 h 278273"/>
                  <a:gd name="connsiteX7" fmla="*/ 312824 w 550503"/>
                  <a:gd name="connsiteY7" fmla="*/ 20171 h 278273"/>
                  <a:gd name="connsiteX8" fmla="*/ 321533 w 550503"/>
                  <a:gd name="connsiteY8" fmla="*/ 45056 h 278273"/>
                  <a:gd name="connsiteX9" fmla="*/ 321533 w 550503"/>
                  <a:gd name="connsiteY9" fmla="*/ 151542 h 278273"/>
                  <a:gd name="connsiteX10" fmla="*/ 484438 w 550503"/>
                  <a:gd name="connsiteY10" fmla="*/ 10024 h 278273"/>
                  <a:gd name="connsiteX11" fmla="*/ 540479 w 550503"/>
                  <a:gd name="connsiteY11" fmla="*/ 13328 h 278273"/>
                  <a:gd name="connsiteX12" fmla="*/ 537175 w 550503"/>
                  <a:gd name="connsiteY12" fmla="*/ 69370 h 278273"/>
                  <a:gd name="connsiteX13" fmla="*/ 536490 w 550503"/>
                  <a:gd name="connsiteY13" fmla="*/ 69966 h 278273"/>
                  <a:gd name="connsiteX14" fmla="*/ 307788 w 550503"/>
                  <a:gd name="connsiteY14" fmla="*/ 268448 h 278273"/>
                  <a:gd name="connsiteX15" fmla="*/ 281787 w 550503"/>
                  <a:gd name="connsiteY15" fmla="*/ 278273 h 27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0503" h="278273">
                    <a:moveTo>
                      <a:pt x="281787" y="278273"/>
                    </a:moveTo>
                    <a:cubicBezTo>
                      <a:pt x="259864" y="278273"/>
                      <a:pt x="242090" y="260499"/>
                      <a:pt x="242090" y="238577"/>
                    </a:cubicBezTo>
                    <a:lnTo>
                      <a:pt x="242090" y="127426"/>
                    </a:lnTo>
                    <a:lnTo>
                      <a:pt x="64547" y="268845"/>
                    </a:lnTo>
                    <a:cubicBezTo>
                      <a:pt x="47406" y="282546"/>
                      <a:pt x="22401" y="279762"/>
                      <a:pt x="8699" y="262618"/>
                    </a:cubicBezTo>
                    <a:cubicBezTo>
                      <a:pt x="-5003" y="245474"/>
                      <a:pt x="-2215" y="220472"/>
                      <a:pt x="14926" y="206770"/>
                    </a:cubicBezTo>
                    <a:lnTo>
                      <a:pt x="257026" y="13994"/>
                    </a:lnTo>
                    <a:cubicBezTo>
                      <a:pt x="274140" y="291"/>
                      <a:pt x="299124" y="3057"/>
                      <a:pt x="312824" y="20171"/>
                    </a:cubicBezTo>
                    <a:cubicBezTo>
                      <a:pt x="318476" y="27232"/>
                      <a:pt x="321548" y="36011"/>
                      <a:pt x="321533" y="45056"/>
                    </a:cubicBezTo>
                    <a:lnTo>
                      <a:pt x="321533" y="151542"/>
                    </a:lnTo>
                    <a:lnTo>
                      <a:pt x="484438" y="10024"/>
                    </a:lnTo>
                    <a:cubicBezTo>
                      <a:pt x="500828" y="-4539"/>
                      <a:pt x="525916" y="-3060"/>
                      <a:pt x="540479" y="13328"/>
                    </a:cubicBezTo>
                    <a:cubicBezTo>
                      <a:pt x="555043" y="29716"/>
                      <a:pt x="553565" y="54807"/>
                      <a:pt x="537175" y="69370"/>
                    </a:cubicBezTo>
                    <a:cubicBezTo>
                      <a:pt x="536951" y="69571"/>
                      <a:pt x="536723" y="69770"/>
                      <a:pt x="536490" y="69966"/>
                    </a:cubicBezTo>
                    <a:lnTo>
                      <a:pt x="307788" y="268448"/>
                    </a:lnTo>
                    <a:cubicBezTo>
                      <a:pt x="300588" y="274750"/>
                      <a:pt x="291354" y="278239"/>
                      <a:pt x="281787" y="27827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3D28B5F2-A493-624E-A46F-F5C24D6B18D2}"/>
                </a:ext>
              </a:extLst>
            </p:cNvPr>
            <p:cNvSpPr/>
            <p:nvPr/>
          </p:nvSpPr>
          <p:spPr>
            <a:xfrm>
              <a:off x="4527208" y="1939249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3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21" y="119090"/>
                    <a:pt x="39697" y="1190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4F70BB37-22FC-5A48-AE66-D3B17BA24B0D}"/>
                </a:ext>
              </a:extLst>
            </p:cNvPr>
            <p:cNvSpPr/>
            <p:nvPr/>
          </p:nvSpPr>
          <p:spPr>
            <a:xfrm>
              <a:off x="4770349" y="1934287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4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19" y="119090"/>
                    <a:pt x="39697" y="1190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2" name="Picture Placeholder 39">
            <a:extLst>
              <a:ext uri="{FF2B5EF4-FFF2-40B4-BE49-F238E27FC236}">
                <a16:creationId xmlns:a16="http://schemas.microsoft.com/office/drawing/2014/main" id="{CC97BFCD-18EF-4E05-9978-EAE05E9E924B}"/>
              </a:ext>
            </a:extLst>
          </p:cNvPr>
          <p:cNvGrpSpPr>
            <a:grpSpLocks noChangeAspect="1"/>
          </p:cNvGrpSpPr>
          <p:nvPr/>
        </p:nvGrpSpPr>
        <p:grpSpPr>
          <a:xfrm>
            <a:off x="5470079" y="1438948"/>
            <a:ext cx="783833" cy="795891"/>
            <a:chOff x="5470079" y="1438948"/>
            <a:chExt cx="783833" cy="795891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4DAFFCC-5155-CC4C-8269-1959EE157BA3}"/>
                </a:ext>
              </a:extLst>
            </p:cNvPr>
            <p:cNvSpPr/>
            <p:nvPr/>
          </p:nvSpPr>
          <p:spPr>
            <a:xfrm>
              <a:off x="5470079" y="1491075"/>
              <a:ext cx="740639" cy="743764"/>
            </a:xfrm>
            <a:custGeom>
              <a:avLst/>
              <a:gdLst>
                <a:gd name="connsiteX0" fmla="*/ 700943 w 740639"/>
                <a:gd name="connsiteY0" fmla="*/ 743764 h 743764"/>
                <a:gd name="connsiteX1" fmla="*/ 39697 w 740639"/>
                <a:gd name="connsiteY1" fmla="*/ 743764 h 743764"/>
                <a:gd name="connsiteX2" fmla="*/ 0 w 740639"/>
                <a:gd name="connsiteY2" fmla="*/ 704068 h 743764"/>
                <a:gd name="connsiteX3" fmla="*/ 0 w 740639"/>
                <a:gd name="connsiteY3" fmla="*/ 39697 h 743764"/>
                <a:gd name="connsiteX4" fmla="*/ 39697 w 740639"/>
                <a:gd name="connsiteY4" fmla="*/ 0 h 743764"/>
                <a:gd name="connsiteX5" fmla="*/ 458992 w 740639"/>
                <a:gd name="connsiteY5" fmla="*/ 0 h 743764"/>
                <a:gd name="connsiteX6" fmla="*/ 498688 w 740639"/>
                <a:gd name="connsiteY6" fmla="*/ 39697 h 743764"/>
                <a:gd name="connsiteX7" fmla="*/ 458992 w 740639"/>
                <a:gd name="connsiteY7" fmla="*/ 79393 h 743764"/>
                <a:gd name="connsiteX8" fmla="*/ 79393 w 740639"/>
                <a:gd name="connsiteY8" fmla="*/ 79393 h 743764"/>
                <a:gd name="connsiteX9" fmla="*/ 79393 w 740639"/>
                <a:gd name="connsiteY9" fmla="*/ 664371 h 743764"/>
                <a:gd name="connsiteX10" fmla="*/ 661246 w 740639"/>
                <a:gd name="connsiteY10" fmla="*/ 664371 h 743764"/>
                <a:gd name="connsiteX11" fmla="*/ 661246 w 740639"/>
                <a:gd name="connsiteY11" fmla="*/ 279861 h 743764"/>
                <a:gd name="connsiteX12" fmla="*/ 700943 w 740639"/>
                <a:gd name="connsiteY12" fmla="*/ 240164 h 743764"/>
                <a:gd name="connsiteX13" fmla="*/ 740639 w 740639"/>
                <a:gd name="connsiteY13" fmla="*/ 279861 h 743764"/>
                <a:gd name="connsiteX14" fmla="*/ 740639 w 740639"/>
                <a:gd name="connsiteY14" fmla="*/ 704068 h 743764"/>
                <a:gd name="connsiteX15" fmla="*/ 700943 w 740639"/>
                <a:gd name="connsiteY15" fmla="*/ 743764 h 74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0639" h="743764">
                  <a:moveTo>
                    <a:pt x="700943" y="743764"/>
                  </a:moveTo>
                  <a:lnTo>
                    <a:pt x="39697" y="743764"/>
                  </a:lnTo>
                  <a:cubicBezTo>
                    <a:pt x="17773" y="743764"/>
                    <a:pt x="0" y="725990"/>
                    <a:pt x="0" y="70406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58992" y="0"/>
                  </a:lnTo>
                  <a:cubicBezTo>
                    <a:pt x="480914" y="0"/>
                    <a:pt x="498688" y="17773"/>
                    <a:pt x="498688" y="39697"/>
                  </a:cubicBezTo>
                  <a:cubicBezTo>
                    <a:pt x="498688" y="61620"/>
                    <a:pt x="480914" y="79393"/>
                    <a:pt x="458992" y="79393"/>
                  </a:cubicBezTo>
                  <a:lnTo>
                    <a:pt x="79393" y="79393"/>
                  </a:lnTo>
                  <a:lnTo>
                    <a:pt x="79393" y="664371"/>
                  </a:lnTo>
                  <a:lnTo>
                    <a:pt x="661246" y="664371"/>
                  </a:lnTo>
                  <a:lnTo>
                    <a:pt x="661246" y="279861"/>
                  </a:lnTo>
                  <a:cubicBezTo>
                    <a:pt x="661246" y="257937"/>
                    <a:pt x="679020" y="240164"/>
                    <a:pt x="700943" y="240164"/>
                  </a:cubicBezTo>
                  <a:cubicBezTo>
                    <a:pt x="722865" y="240164"/>
                    <a:pt x="740639" y="257937"/>
                    <a:pt x="740639" y="279861"/>
                  </a:cubicBezTo>
                  <a:lnTo>
                    <a:pt x="740639" y="704068"/>
                  </a:lnTo>
                  <a:cubicBezTo>
                    <a:pt x="740639" y="725990"/>
                    <a:pt x="722865" y="743764"/>
                    <a:pt x="700943" y="7437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CFBBCD4-A15F-F44E-B245-FCAB0331DFD8}"/>
                </a:ext>
              </a:extLst>
            </p:cNvPr>
            <p:cNvSpPr/>
            <p:nvPr/>
          </p:nvSpPr>
          <p:spPr>
            <a:xfrm>
              <a:off x="5656198" y="1438948"/>
              <a:ext cx="597714" cy="604901"/>
            </a:xfrm>
            <a:custGeom>
              <a:avLst/>
              <a:gdLst>
                <a:gd name="connsiteX0" fmla="*/ 39655 w 597714"/>
                <a:gd name="connsiteY0" fmla="*/ 604901 h 604901"/>
                <a:gd name="connsiteX1" fmla="*/ 0 w 597714"/>
                <a:gd name="connsiteY1" fmla="*/ 565165 h 604901"/>
                <a:gd name="connsiteX2" fmla="*/ 2241 w 597714"/>
                <a:gd name="connsiteY2" fmla="*/ 552055 h 604901"/>
                <a:gd name="connsiteX3" fmla="*/ 38613 w 597714"/>
                <a:gd name="connsiteY3" fmla="*/ 448596 h 604901"/>
                <a:gd name="connsiteX4" fmla="*/ 47297 w 597714"/>
                <a:gd name="connsiteY4" fmla="*/ 434355 h 604901"/>
                <a:gd name="connsiteX5" fmla="*/ 449920 w 597714"/>
                <a:gd name="connsiteY5" fmla="*/ 12281 h 604901"/>
                <a:gd name="connsiteX6" fmla="*/ 504106 w 597714"/>
                <a:gd name="connsiteY6" fmla="*/ 9254 h 604901"/>
                <a:gd name="connsiteX7" fmla="*/ 583499 w 597714"/>
                <a:gd name="connsiteY7" fmla="*/ 75796 h 604901"/>
                <a:gd name="connsiteX8" fmla="*/ 588456 w 597714"/>
                <a:gd name="connsiteY8" fmla="*/ 131716 h 604901"/>
                <a:gd name="connsiteX9" fmla="*/ 586675 w 597714"/>
                <a:gd name="connsiteY9" fmla="*/ 133703 h 604901"/>
                <a:gd name="connsiteX10" fmla="*/ 176956 w 597714"/>
                <a:gd name="connsiteY10" fmla="*/ 561483 h 604901"/>
                <a:gd name="connsiteX11" fmla="*/ 159241 w 597714"/>
                <a:gd name="connsiteY11" fmla="*/ 572201 h 604901"/>
                <a:gd name="connsiteX12" fmla="*/ 50622 w 597714"/>
                <a:gd name="connsiteY12" fmla="*/ 603363 h 604901"/>
                <a:gd name="connsiteX13" fmla="*/ 39655 w 597714"/>
                <a:gd name="connsiteY13" fmla="*/ 604901 h 604901"/>
                <a:gd name="connsiteX14" fmla="*/ 110663 w 597714"/>
                <a:gd name="connsiteY14" fmla="*/ 482983 h 604901"/>
                <a:gd name="connsiteX15" fmla="*/ 102624 w 597714"/>
                <a:gd name="connsiteY15" fmla="*/ 505858 h 604901"/>
                <a:gd name="connsiteX16" fmla="*/ 127038 w 597714"/>
                <a:gd name="connsiteY16" fmla="*/ 498862 h 604901"/>
                <a:gd name="connsiteX17" fmla="*/ 500186 w 597714"/>
                <a:gd name="connsiteY17" fmla="*/ 109439 h 604901"/>
                <a:gd name="connsiteX18" fmla="*/ 481677 w 597714"/>
                <a:gd name="connsiteY18" fmla="*/ 94007 h 60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7714" h="604901">
                  <a:moveTo>
                    <a:pt x="39655" y="604901"/>
                  </a:moveTo>
                  <a:cubicBezTo>
                    <a:pt x="17731" y="604876"/>
                    <a:pt x="-23" y="587087"/>
                    <a:pt x="0" y="565165"/>
                  </a:cubicBezTo>
                  <a:cubicBezTo>
                    <a:pt x="5" y="560699"/>
                    <a:pt x="763" y="556268"/>
                    <a:pt x="2241" y="552055"/>
                  </a:cubicBezTo>
                  <a:lnTo>
                    <a:pt x="38613" y="448596"/>
                  </a:lnTo>
                  <a:cubicBezTo>
                    <a:pt x="40467" y="443288"/>
                    <a:pt x="43427" y="438433"/>
                    <a:pt x="47297" y="434355"/>
                  </a:cubicBezTo>
                  <a:lnTo>
                    <a:pt x="449920" y="12281"/>
                  </a:lnTo>
                  <a:cubicBezTo>
                    <a:pt x="464364" y="-2844"/>
                    <a:pt x="488068" y="-4168"/>
                    <a:pt x="504106" y="9254"/>
                  </a:cubicBezTo>
                  <a:lnTo>
                    <a:pt x="583499" y="75796"/>
                  </a:lnTo>
                  <a:cubicBezTo>
                    <a:pt x="600310" y="89869"/>
                    <a:pt x="602528" y="114905"/>
                    <a:pt x="588456" y="131716"/>
                  </a:cubicBezTo>
                  <a:cubicBezTo>
                    <a:pt x="587885" y="132398"/>
                    <a:pt x="587290" y="133061"/>
                    <a:pt x="586675" y="133703"/>
                  </a:cubicBezTo>
                  <a:lnTo>
                    <a:pt x="176956" y="561483"/>
                  </a:lnTo>
                  <a:cubicBezTo>
                    <a:pt x="172121" y="566584"/>
                    <a:pt x="166002" y="570286"/>
                    <a:pt x="159241" y="572201"/>
                  </a:cubicBezTo>
                  <a:lnTo>
                    <a:pt x="50622" y="603363"/>
                  </a:lnTo>
                  <a:cubicBezTo>
                    <a:pt x="47056" y="604385"/>
                    <a:pt x="43365" y="604901"/>
                    <a:pt x="39655" y="604901"/>
                  </a:cubicBezTo>
                  <a:close/>
                  <a:moveTo>
                    <a:pt x="110663" y="482983"/>
                  </a:moveTo>
                  <a:lnTo>
                    <a:pt x="102624" y="505858"/>
                  </a:lnTo>
                  <a:lnTo>
                    <a:pt x="127038" y="498862"/>
                  </a:lnTo>
                  <a:lnTo>
                    <a:pt x="500186" y="109439"/>
                  </a:lnTo>
                  <a:lnTo>
                    <a:pt x="481677" y="9400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7" name="Picture Placeholder 41">
            <a:extLst>
              <a:ext uri="{FF2B5EF4-FFF2-40B4-BE49-F238E27FC236}">
                <a16:creationId xmlns:a16="http://schemas.microsoft.com/office/drawing/2014/main" id="{B9AF144D-B6D6-467A-96D4-A6FF59063D14}"/>
              </a:ext>
            </a:extLst>
          </p:cNvPr>
          <p:cNvGrpSpPr>
            <a:grpSpLocks noChangeAspect="1"/>
          </p:cNvGrpSpPr>
          <p:nvPr/>
        </p:nvGrpSpPr>
        <p:grpSpPr>
          <a:xfrm>
            <a:off x="6745410" y="1402701"/>
            <a:ext cx="868363" cy="868362"/>
            <a:chOff x="6745410" y="1402701"/>
            <a:chExt cx="868363" cy="868362"/>
          </a:xfrm>
        </p:grpSpPr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BEF8B3C-10A8-324D-8ADC-C13232EF7EA8}"/>
                </a:ext>
              </a:extLst>
            </p:cNvPr>
            <p:cNvSpPr/>
            <p:nvPr/>
          </p:nvSpPr>
          <p:spPr>
            <a:xfrm>
              <a:off x="6930371" y="1440671"/>
              <a:ext cx="595295" cy="270025"/>
            </a:xfrm>
            <a:custGeom>
              <a:avLst/>
              <a:gdLst>
                <a:gd name="connsiteX0" fmla="*/ 39672 w 595295"/>
                <a:gd name="connsiteY0" fmla="*/ 270025 h 270025"/>
                <a:gd name="connsiteX1" fmla="*/ 0 w 595295"/>
                <a:gd name="connsiteY1" fmla="*/ 230304 h 270025"/>
                <a:gd name="connsiteX2" fmla="*/ 8014 w 595295"/>
                <a:gd name="connsiteY2" fmla="*/ 206412 h 270025"/>
                <a:gd name="connsiteX3" fmla="*/ 151914 w 595295"/>
                <a:gd name="connsiteY3" fmla="*/ 15769 h 270025"/>
                <a:gd name="connsiteX4" fmla="*/ 207517 w 595295"/>
                <a:gd name="connsiteY4" fmla="*/ 8026 h 270025"/>
                <a:gd name="connsiteX5" fmla="*/ 210218 w 595295"/>
                <a:gd name="connsiteY5" fmla="*/ 10261 h 270025"/>
                <a:gd name="connsiteX6" fmla="*/ 336999 w 595295"/>
                <a:gd name="connsiteY6" fmla="*/ 124984 h 270025"/>
                <a:gd name="connsiteX7" fmla="*/ 395601 w 595295"/>
                <a:gd name="connsiteY7" fmla="*/ 74172 h 270025"/>
                <a:gd name="connsiteX8" fmla="*/ 447902 w 595295"/>
                <a:gd name="connsiteY8" fmla="*/ 74470 h 270025"/>
                <a:gd name="connsiteX9" fmla="*/ 581878 w 595295"/>
                <a:gd name="connsiteY9" fmla="*/ 193560 h 270025"/>
                <a:gd name="connsiteX10" fmla="*/ 585326 w 595295"/>
                <a:gd name="connsiteY10" fmla="*/ 249656 h 270025"/>
                <a:gd name="connsiteX11" fmla="*/ 529230 w 595295"/>
                <a:gd name="connsiteY11" fmla="*/ 253105 h 270025"/>
                <a:gd name="connsiteX12" fmla="*/ 421454 w 595295"/>
                <a:gd name="connsiteY12" fmla="*/ 156940 h 270025"/>
                <a:gd name="connsiteX13" fmla="*/ 396296 w 595295"/>
                <a:gd name="connsiteY13" fmla="*/ 178674 h 270025"/>
                <a:gd name="connsiteX14" fmla="*/ 408354 w 595295"/>
                <a:gd name="connsiteY14" fmla="*/ 189590 h 270025"/>
                <a:gd name="connsiteX15" fmla="*/ 409912 w 595295"/>
                <a:gd name="connsiteY15" fmla="*/ 245708 h 270025"/>
                <a:gd name="connsiteX16" fmla="*/ 355557 w 595295"/>
                <a:gd name="connsiteY16" fmla="*/ 248837 h 270025"/>
                <a:gd name="connsiteX17" fmla="*/ 309509 w 595295"/>
                <a:gd name="connsiteY17" fmla="*/ 208446 h 270025"/>
                <a:gd name="connsiteX18" fmla="*/ 303257 w 595295"/>
                <a:gd name="connsiteY18" fmla="*/ 201549 h 270025"/>
                <a:gd name="connsiteX19" fmla="*/ 189129 w 595295"/>
                <a:gd name="connsiteY19" fmla="*/ 98238 h 270025"/>
                <a:gd name="connsiteX20" fmla="*/ 71379 w 595295"/>
                <a:gd name="connsiteY20" fmla="*/ 254246 h 270025"/>
                <a:gd name="connsiteX21" fmla="*/ 39672 w 595295"/>
                <a:gd name="connsiteY21" fmla="*/ 270025 h 27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5295" h="270025">
                  <a:moveTo>
                    <a:pt x="39672" y="270025"/>
                  </a:moveTo>
                  <a:cubicBezTo>
                    <a:pt x="17748" y="270012"/>
                    <a:pt x="-14" y="252228"/>
                    <a:pt x="0" y="230304"/>
                  </a:cubicBezTo>
                  <a:cubicBezTo>
                    <a:pt x="5" y="221681"/>
                    <a:pt x="2818" y="213294"/>
                    <a:pt x="8014" y="206412"/>
                  </a:cubicBezTo>
                  <a:lnTo>
                    <a:pt x="151914" y="15769"/>
                  </a:lnTo>
                  <a:cubicBezTo>
                    <a:pt x="165130" y="-1724"/>
                    <a:pt x="190024" y="-5190"/>
                    <a:pt x="207517" y="8026"/>
                  </a:cubicBezTo>
                  <a:cubicBezTo>
                    <a:pt x="208450" y="8731"/>
                    <a:pt x="209351" y="9477"/>
                    <a:pt x="210218" y="10261"/>
                  </a:cubicBezTo>
                  <a:lnTo>
                    <a:pt x="336999" y="124984"/>
                  </a:lnTo>
                  <a:lnTo>
                    <a:pt x="395601" y="74172"/>
                  </a:lnTo>
                  <a:cubicBezTo>
                    <a:pt x="410646" y="61150"/>
                    <a:pt x="433006" y="61277"/>
                    <a:pt x="447902" y="74470"/>
                  </a:cubicBezTo>
                  <a:lnTo>
                    <a:pt x="581878" y="193560"/>
                  </a:lnTo>
                  <a:cubicBezTo>
                    <a:pt x="598322" y="208098"/>
                    <a:pt x="599865" y="233213"/>
                    <a:pt x="585326" y="249656"/>
                  </a:cubicBezTo>
                  <a:cubicBezTo>
                    <a:pt x="570787" y="266099"/>
                    <a:pt x="545674" y="267643"/>
                    <a:pt x="529230" y="253105"/>
                  </a:cubicBezTo>
                  <a:lnTo>
                    <a:pt x="421454" y="156940"/>
                  </a:lnTo>
                  <a:lnTo>
                    <a:pt x="396296" y="178674"/>
                  </a:lnTo>
                  <a:lnTo>
                    <a:pt x="408354" y="189590"/>
                  </a:lnTo>
                  <a:cubicBezTo>
                    <a:pt x="424282" y="204656"/>
                    <a:pt x="424977" y="229781"/>
                    <a:pt x="409912" y="245708"/>
                  </a:cubicBezTo>
                  <a:cubicBezTo>
                    <a:pt x="395477" y="260968"/>
                    <a:pt x="371649" y="262340"/>
                    <a:pt x="355557" y="248837"/>
                  </a:cubicBezTo>
                  <a:lnTo>
                    <a:pt x="309509" y="208446"/>
                  </a:lnTo>
                  <a:cubicBezTo>
                    <a:pt x="307146" y="206416"/>
                    <a:pt x="305047" y="204099"/>
                    <a:pt x="303257" y="201549"/>
                  </a:cubicBezTo>
                  <a:lnTo>
                    <a:pt x="189129" y="98238"/>
                  </a:lnTo>
                  <a:lnTo>
                    <a:pt x="71379" y="254246"/>
                  </a:lnTo>
                  <a:cubicBezTo>
                    <a:pt x="63872" y="264190"/>
                    <a:pt x="52132" y="270033"/>
                    <a:pt x="39672" y="2700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41" name="Picture Placeholder 41">
              <a:extLst>
                <a:ext uri="{FF2B5EF4-FFF2-40B4-BE49-F238E27FC236}">
                  <a16:creationId xmlns:a16="http://schemas.microsoft.com/office/drawing/2014/main" id="{B9AF144D-B6D6-467A-96D4-A6FF59063D14}"/>
                </a:ext>
              </a:extLst>
            </p:cNvPr>
            <p:cNvGrpSpPr/>
            <p:nvPr/>
          </p:nvGrpSpPr>
          <p:grpSpPr>
            <a:xfrm>
              <a:off x="6788083" y="1494300"/>
              <a:ext cx="782925" cy="645068"/>
              <a:chOff x="6788083" y="1494300"/>
              <a:chExt cx="782925" cy="645068"/>
            </a:xfrm>
            <a:solidFill>
              <a:srgbClr val="FFFFFF"/>
            </a:solidFill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26AC86C7-73CE-9145-BF6F-426392EABEF8}"/>
                  </a:ext>
                </a:extLst>
              </p:cNvPr>
              <p:cNvSpPr/>
              <p:nvPr/>
            </p:nvSpPr>
            <p:spPr>
              <a:xfrm>
                <a:off x="6788083" y="1494300"/>
                <a:ext cx="782925" cy="596093"/>
              </a:xfrm>
              <a:custGeom>
                <a:avLst/>
                <a:gdLst>
                  <a:gd name="connsiteX0" fmla="*/ 132735 w 782925"/>
                  <a:gd name="connsiteY0" fmla="*/ 596093 h 596093"/>
                  <a:gd name="connsiteX1" fmla="*/ 93037 w 782925"/>
                  <a:gd name="connsiteY1" fmla="*/ 556397 h 596093"/>
                  <a:gd name="connsiteX2" fmla="*/ 93039 w 782925"/>
                  <a:gd name="connsiteY2" fmla="*/ 556049 h 596093"/>
                  <a:gd name="connsiteX3" fmla="*/ 97207 w 782925"/>
                  <a:gd name="connsiteY3" fmla="*/ 79691 h 596093"/>
                  <a:gd name="connsiteX4" fmla="*/ 39697 w 782925"/>
                  <a:gd name="connsiteY4" fmla="*/ 79393 h 596093"/>
                  <a:gd name="connsiteX5" fmla="*/ 0 w 782925"/>
                  <a:gd name="connsiteY5" fmla="*/ 39697 h 596093"/>
                  <a:gd name="connsiteX6" fmla="*/ 39697 w 782925"/>
                  <a:gd name="connsiteY6" fmla="*/ 0 h 596093"/>
                  <a:gd name="connsiteX7" fmla="*/ 39945 w 782925"/>
                  <a:gd name="connsiteY7" fmla="*/ 0 h 596093"/>
                  <a:gd name="connsiteX8" fmla="*/ 137251 w 782925"/>
                  <a:gd name="connsiteY8" fmla="*/ 595 h 596093"/>
                  <a:gd name="connsiteX9" fmla="*/ 176700 w 782925"/>
                  <a:gd name="connsiteY9" fmla="*/ 40538 h 596093"/>
                  <a:gd name="connsiteX10" fmla="*/ 176699 w 782925"/>
                  <a:gd name="connsiteY10" fmla="*/ 40639 h 596093"/>
                  <a:gd name="connsiteX11" fmla="*/ 175856 w 782925"/>
                  <a:gd name="connsiteY11" fmla="*/ 137300 h 596093"/>
                  <a:gd name="connsiteX12" fmla="*/ 742624 w 782925"/>
                  <a:gd name="connsiteY12" fmla="*/ 134472 h 596093"/>
                  <a:gd name="connsiteX13" fmla="*/ 742624 w 782925"/>
                  <a:gd name="connsiteY13" fmla="*/ 134472 h 596093"/>
                  <a:gd name="connsiteX14" fmla="*/ 782921 w 782925"/>
                  <a:gd name="connsiteY14" fmla="*/ 173561 h 596093"/>
                  <a:gd name="connsiteX15" fmla="*/ 781031 w 782925"/>
                  <a:gd name="connsiteY15" fmla="*/ 186276 h 596093"/>
                  <a:gd name="connsiteX16" fmla="*/ 687744 w 782925"/>
                  <a:gd name="connsiteY16" fmla="*/ 477053 h 596093"/>
                  <a:gd name="connsiteX17" fmla="*/ 656979 w 782925"/>
                  <a:gd name="connsiteY17" fmla="*/ 503848 h 596093"/>
                  <a:gd name="connsiteX18" fmla="*/ 139633 w 782925"/>
                  <a:gd name="connsiteY18" fmla="*/ 595498 h 596093"/>
                  <a:gd name="connsiteX19" fmla="*/ 132735 w 782925"/>
                  <a:gd name="connsiteY19" fmla="*/ 596093 h 596093"/>
                  <a:gd name="connsiteX20" fmla="*/ 175657 w 782925"/>
                  <a:gd name="connsiteY20" fmla="*/ 216694 h 596093"/>
                  <a:gd name="connsiteX21" fmla="*/ 172829 w 782925"/>
                  <a:gd name="connsiteY21" fmla="*/ 508811 h 596093"/>
                  <a:gd name="connsiteX22" fmla="*/ 619416 w 782925"/>
                  <a:gd name="connsiteY22" fmla="*/ 429814 h 596093"/>
                  <a:gd name="connsiteX23" fmla="*/ 688587 w 782925"/>
                  <a:gd name="connsiteY23" fmla="*/ 213964 h 59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2925" h="596093">
                    <a:moveTo>
                      <a:pt x="132735" y="596093"/>
                    </a:moveTo>
                    <a:cubicBezTo>
                      <a:pt x="110812" y="596093"/>
                      <a:pt x="93038" y="578324"/>
                      <a:pt x="93037" y="556397"/>
                    </a:cubicBezTo>
                    <a:cubicBezTo>
                      <a:pt x="93037" y="556283"/>
                      <a:pt x="93038" y="556164"/>
                      <a:pt x="93039" y="556049"/>
                    </a:cubicBezTo>
                    <a:lnTo>
                      <a:pt x="97207" y="7969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95"/>
                    </a:lnTo>
                    <a:cubicBezTo>
                      <a:pt x="159174" y="731"/>
                      <a:pt x="176836" y="18614"/>
                      <a:pt x="176700" y="40538"/>
                    </a:cubicBezTo>
                    <a:cubicBezTo>
                      <a:pt x="176700" y="40572"/>
                      <a:pt x="176700" y="40606"/>
                      <a:pt x="176699" y="40639"/>
                    </a:cubicBezTo>
                    <a:lnTo>
                      <a:pt x="175856" y="137300"/>
                    </a:lnTo>
                    <a:lnTo>
                      <a:pt x="742624" y="134472"/>
                    </a:lnTo>
                    <a:lnTo>
                      <a:pt x="742624" y="134472"/>
                    </a:lnTo>
                    <a:cubicBezTo>
                      <a:pt x="764546" y="134139"/>
                      <a:pt x="782584" y="151640"/>
                      <a:pt x="782921" y="173561"/>
                    </a:cubicBezTo>
                    <a:cubicBezTo>
                      <a:pt x="782986" y="177874"/>
                      <a:pt x="782345" y="182168"/>
                      <a:pt x="781031" y="186276"/>
                    </a:cubicBezTo>
                    <a:lnTo>
                      <a:pt x="687744" y="477053"/>
                    </a:lnTo>
                    <a:cubicBezTo>
                      <a:pt x="683213" y="490977"/>
                      <a:pt x="671389" y="501273"/>
                      <a:pt x="656979" y="503848"/>
                    </a:cubicBezTo>
                    <a:lnTo>
                      <a:pt x="139633" y="595498"/>
                    </a:lnTo>
                    <a:cubicBezTo>
                      <a:pt x="137355" y="595895"/>
                      <a:pt x="135047" y="596093"/>
                      <a:pt x="132735" y="596093"/>
                    </a:cubicBezTo>
                    <a:close/>
                    <a:moveTo>
                      <a:pt x="175657" y="216694"/>
                    </a:moveTo>
                    <a:lnTo>
                      <a:pt x="172829" y="508811"/>
                    </a:lnTo>
                    <a:lnTo>
                      <a:pt x="619416" y="429814"/>
                    </a:lnTo>
                    <a:lnTo>
                      <a:pt x="688587" y="213964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B7CDE823-47E6-C946-B2AA-7E16AB36F8E5}"/>
                  </a:ext>
                </a:extLst>
              </p:cNvPr>
              <p:cNvSpPr/>
              <p:nvPr/>
            </p:nvSpPr>
            <p:spPr>
              <a:xfrm>
                <a:off x="6881122" y="1972247"/>
                <a:ext cx="651520" cy="167122"/>
              </a:xfrm>
              <a:custGeom>
                <a:avLst/>
                <a:gdLst>
                  <a:gd name="connsiteX0" fmla="*/ 611824 w 651520"/>
                  <a:gd name="connsiteY0" fmla="*/ 167123 h 167122"/>
                  <a:gd name="connsiteX1" fmla="*/ 39697 w 651520"/>
                  <a:gd name="connsiteY1" fmla="*/ 167123 h 167122"/>
                  <a:gd name="connsiteX2" fmla="*/ 0 w 651520"/>
                  <a:gd name="connsiteY2" fmla="*/ 127426 h 167122"/>
                  <a:gd name="connsiteX3" fmla="*/ 0 w 651520"/>
                  <a:gd name="connsiteY3" fmla="*/ 39697 h 167122"/>
                  <a:gd name="connsiteX4" fmla="*/ 39697 w 651520"/>
                  <a:gd name="connsiteY4" fmla="*/ 0 h 167122"/>
                  <a:gd name="connsiteX5" fmla="*/ 79393 w 651520"/>
                  <a:gd name="connsiteY5" fmla="*/ 39697 h 167122"/>
                  <a:gd name="connsiteX6" fmla="*/ 79393 w 651520"/>
                  <a:gd name="connsiteY6" fmla="*/ 87729 h 167122"/>
                  <a:gd name="connsiteX7" fmla="*/ 611824 w 651520"/>
                  <a:gd name="connsiteY7" fmla="*/ 87729 h 167122"/>
                  <a:gd name="connsiteX8" fmla="*/ 651520 w 651520"/>
                  <a:gd name="connsiteY8" fmla="*/ 127426 h 167122"/>
                  <a:gd name="connsiteX9" fmla="*/ 611824 w 651520"/>
                  <a:gd name="connsiteY9" fmla="*/ 167123 h 167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1520" h="167122">
                    <a:moveTo>
                      <a:pt x="611824" y="167123"/>
                    </a:moveTo>
                    <a:lnTo>
                      <a:pt x="39697" y="167123"/>
                    </a:lnTo>
                    <a:cubicBezTo>
                      <a:pt x="17773" y="167123"/>
                      <a:pt x="0" y="149348"/>
                      <a:pt x="0" y="127426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87729"/>
                    </a:lnTo>
                    <a:lnTo>
                      <a:pt x="611824" y="87729"/>
                    </a:lnTo>
                    <a:cubicBezTo>
                      <a:pt x="633746" y="87729"/>
                      <a:pt x="651520" y="105504"/>
                      <a:pt x="651520" y="127426"/>
                    </a:cubicBezTo>
                    <a:cubicBezTo>
                      <a:pt x="651520" y="149348"/>
                      <a:pt x="633746" y="167123"/>
                      <a:pt x="611824" y="1671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B8600EE4-BA6B-EE4A-AE52-9DB82F2DF448}"/>
                </a:ext>
              </a:extLst>
            </p:cNvPr>
            <p:cNvSpPr/>
            <p:nvPr/>
          </p:nvSpPr>
          <p:spPr>
            <a:xfrm>
              <a:off x="7448586" y="2153672"/>
              <a:ext cx="79391" cy="79430"/>
            </a:xfrm>
            <a:custGeom>
              <a:avLst/>
              <a:gdLst>
                <a:gd name="connsiteX0" fmla="*/ 39695 w 79391"/>
                <a:gd name="connsiteY0" fmla="*/ 79430 h 79430"/>
                <a:gd name="connsiteX1" fmla="*/ 31955 w 79391"/>
                <a:gd name="connsiteY1" fmla="*/ 78636 h 79430"/>
                <a:gd name="connsiteX2" fmla="*/ 24511 w 79391"/>
                <a:gd name="connsiteY2" fmla="*/ 76404 h 79430"/>
                <a:gd name="connsiteX3" fmla="*/ 17664 w 79391"/>
                <a:gd name="connsiteY3" fmla="*/ 72732 h 79430"/>
                <a:gd name="connsiteX4" fmla="*/ 11660 w 79391"/>
                <a:gd name="connsiteY4" fmla="*/ 67769 h 79430"/>
                <a:gd name="connsiteX5" fmla="*/ 6698 w 79391"/>
                <a:gd name="connsiteY5" fmla="*/ 61716 h 79430"/>
                <a:gd name="connsiteX6" fmla="*/ 3075 w 79391"/>
                <a:gd name="connsiteY6" fmla="*/ 54868 h 79430"/>
                <a:gd name="connsiteX7" fmla="*/ 793 w 79391"/>
                <a:gd name="connsiteY7" fmla="*/ 47425 h 79430"/>
                <a:gd name="connsiteX8" fmla="*/ 793 w 79391"/>
                <a:gd name="connsiteY8" fmla="*/ 31943 h 79430"/>
                <a:gd name="connsiteX9" fmla="*/ 6698 w 79391"/>
                <a:gd name="connsiteY9" fmla="*/ 17653 h 79430"/>
                <a:gd name="connsiteX10" fmla="*/ 11660 w 79391"/>
                <a:gd name="connsiteY10" fmla="*/ 11648 h 79430"/>
                <a:gd name="connsiteX11" fmla="*/ 17664 w 79391"/>
                <a:gd name="connsiteY11" fmla="*/ 6686 h 79430"/>
                <a:gd name="connsiteX12" fmla="*/ 24511 w 79391"/>
                <a:gd name="connsiteY12" fmla="*/ 3014 h 79430"/>
                <a:gd name="connsiteX13" fmla="*/ 31955 w 79391"/>
                <a:gd name="connsiteY13" fmla="*/ 782 h 79430"/>
                <a:gd name="connsiteX14" fmla="*/ 47486 w 79391"/>
                <a:gd name="connsiteY14" fmla="*/ 782 h 79430"/>
                <a:gd name="connsiteX15" fmla="*/ 54879 w 79391"/>
                <a:gd name="connsiteY15" fmla="*/ 3014 h 79430"/>
                <a:gd name="connsiteX16" fmla="*/ 61777 w 79391"/>
                <a:gd name="connsiteY16" fmla="*/ 6686 h 79430"/>
                <a:gd name="connsiteX17" fmla="*/ 67781 w 79391"/>
                <a:gd name="connsiteY17" fmla="*/ 11648 h 79430"/>
                <a:gd name="connsiteX18" fmla="*/ 72743 w 79391"/>
                <a:gd name="connsiteY18" fmla="*/ 17653 h 79430"/>
                <a:gd name="connsiteX19" fmla="*/ 76365 w 79391"/>
                <a:gd name="connsiteY19" fmla="*/ 24500 h 79430"/>
                <a:gd name="connsiteX20" fmla="*/ 78648 w 79391"/>
                <a:gd name="connsiteY20" fmla="*/ 31943 h 79430"/>
                <a:gd name="connsiteX21" fmla="*/ 78648 w 79391"/>
                <a:gd name="connsiteY21" fmla="*/ 47425 h 79430"/>
                <a:gd name="connsiteX22" fmla="*/ 76365 w 79391"/>
                <a:gd name="connsiteY22" fmla="*/ 54868 h 79430"/>
                <a:gd name="connsiteX23" fmla="*/ 72743 w 79391"/>
                <a:gd name="connsiteY23" fmla="*/ 61716 h 79430"/>
                <a:gd name="connsiteX24" fmla="*/ 67781 w 79391"/>
                <a:gd name="connsiteY24" fmla="*/ 67769 h 79430"/>
                <a:gd name="connsiteX25" fmla="*/ 61727 w 79391"/>
                <a:gd name="connsiteY25" fmla="*/ 72732 h 79430"/>
                <a:gd name="connsiteX26" fmla="*/ 54879 w 79391"/>
                <a:gd name="connsiteY26" fmla="*/ 76404 h 79430"/>
                <a:gd name="connsiteX27" fmla="*/ 47486 w 79391"/>
                <a:gd name="connsiteY27" fmla="*/ 78636 h 79430"/>
                <a:gd name="connsiteX28" fmla="*/ 39695 w 79391"/>
                <a:gd name="connsiteY28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391" h="79430">
                  <a:moveTo>
                    <a:pt x="39695" y="79430"/>
                  </a:moveTo>
                  <a:cubicBezTo>
                    <a:pt x="37095" y="79435"/>
                    <a:pt x="34500" y="79172"/>
                    <a:pt x="31955" y="78636"/>
                  </a:cubicBezTo>
                  <a:cubicBezTo>
                    <a:pt x="29409" y="78135"/>
                    <a:pt x="26913" y="77386"/>
                    <a:pt x="24511" y="76404"/>
                  </a:cubicBezTo>
                  <a:cubicBezTo>
                    <a:pt x="22120" y="75396"/>
                    <a:pt x="19827" y="74166"/>
                    <a:pt x="17664" y="72732"/>
                  </a:cubicBezTo>
                  <a:cubicBezTo>
                    <a:pt x="15500" y="71288"/>
                    <a:pt x="13486" y="69625"/>
                    <a:pt x="11660" y="67769"/>
                  </a:cubicBezTo>
                  <a:cubicBezTo>
                    <a:pt x="9804" y="65924"/>
                    <a:pt x="8142" y="63894"/>
                    <a:pt x="6698" y="61716"/>
                  </a:cubicBezTo>
                  <a:cubicBezTo>
                    <a:pt x="5269" y="59557"/>
                    <a:pt x="4053" y="57265"/>
                    <a:pt x="3075" y="54868"/>
                  </a:cubicBezTo>
                  <a:cubicBezTo>
                    <a:pt x="2063" y="52471"/>
                    <a:pt x="1299" y="49976"/>
                    <a:pt x="793" y="47425"/>
                  </a:cubicBezTo>
                  <a:cubicBezTo>
                    <a:pt x="-264" y="42319"/>
                    <a:pt x="-264" y="37049"/>
                    <a:pt x="793" y="31943"/>
                  </a:cubicBezTo>
                  <a:cubicBezTo>
                    <a:pt x="1840" y="26847"/>
                    <a:pt x="3844" y="21999"/>
                    <a:pt x="6698" y="17653"/>
                  </a:cubicBezTo>
                  <a:cubicBezTo>
                    <a:pt x="8132" y="15479"/>
                    <a:pt x="9794" y="13465"/>
                    <a:pt x="11660" y="11648"/>
                  </a:cubicBezTo>
                  <a:cubicBezTo>
                    <a:pt x="13486" y="9798"/>
                    <a:pt x="15500" y="8135"/>
                    <a:pt x="17664" y="6686"/>
                  </a:cubicBezTo>
                  <a:cubicBezTo>
                    <a:pt x="19827" y="5252"/>
                    <a:pt x="22120" y="4022"/>
                    <a:pt x="24511" y="3014"/>
                  </a:cubicBezTo>
                  <a:cubicBezTo>
                    <a:pt x="26913" y="2032"/>
                    <a:pt x="29409" y="1283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21" y="1278"/>
                    <a:pt x="52497" y="2022"/>
                    <a:pt x="54879" y="3014"/>
                  </a:cubicBezTo>
                  <a:cubicBezTo>
                    <a:pt x="57296" y="4007"/>
                    <a:pt x="59603" y="5237"/>
                    <a:pt x="61777" y="6686"/>
                  </a:cubicBezTo>
                  <a:cubicBezTo>
                    <a:pt x="63930" y="8145"/>
                    <a:pt x="65940" y="9808"/>
                    <a:pt x="67781" y="11648"/>
                  </a:cubicBezTo>
                  <a:cubicBezTo>
                    <a:pt x="69632" y="13480"/>
                    <a:pt x="71294" y="15489"/>
                    <a:pt x="72743" y="17653"/>
                  </a:cubicBezTo>
                  <a:cubicBezTo>
                    <a:pt x="74152" y="19821"/>
                    <a:pt x="75368" y="22113"/>
                    <a:pt x="76365" y="24500"/>
                  </a:cubicBezTo>
                  <a:cubicBezTo>
                    <a:pt x="77372" y="26897"/>
                    <a:pt x="78137" y="29393"/>
                    <a:pt x="78648" y="31943"/>
                  </a:cubicBezTo>
                  <a:cubicBezTo>
                    <a:pt x="79640" y="37054"/>
                    <a:pt x="79640" y="42314"/>
                    <a:pt x="78648" y="47425"/>
                  </a:cubicBezTo>
                  <a:cubicBezTo>
                    <a:pt x="78141" y="49976"/>
                    <a:pt x="77377" y="52471"/>
                    <a:pt x="76365" y="54868"/>
                  </a:cubicBezTo>
                  <a:cubicBezTo>
                    <a:pt x="75368" y="57255"/>
                    <a:pt x="74152" y="59547"/>
                    <a:pt x="72743" y="61716"/>
                  </a:cubicBezTo>
                  <a:cubicBezTo>
                    <a:pt x="71284" y="63884"/>
                    <a:pt x="69622" y="65909"/>
                    <a:pt x="67781" y="67769"/>
                  </a:cubicBezTo>
                  <a:cubicBezTo>
                    <a:pt x="65935" y="69625"/>
                    <a:pt x="63910" y="71288"/>
                    <a:pt x="61727" y="72732"/>
                  </a:cubicBezTo>
                  <a:cubicBezTo>
                    <a:pt x="59578" y="74185"/>
                    <a:pt x="57281" y="75416"/>
                    <a:pt x="54879" y="76404"/>
                  </a:cubicBezTo>
                  <a:cubicBezTo>
                    <a:pt x="52497" y="77396"/>
                    <a:pt x="50021" y="78140"/>
                    <a:pt x="47486" y="78636"/>
                  </a:cubicBezTo>
                  <a:cubicBezTo>
                    <a:pt x="44925" y="79172"/>
                    <a:pt x="42315" y="79440"/>
                    <a:pt x="39695" y="7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0667ADA7-6655-5D4B-94CA-25D07C441AEE}"/>
                </a:ext>
              </a:extLst>
            </p:cNvPr>
            <p:cNvSpPr/>
            <p:nvPr/>
          </p:nvSpPr>
          <p:spPr>
            <a:xfrm>
              <a:off x="6885389" y="2153176"/>
              <a:ext cx="79344" cy="79430"/>
            </a:xfrm>
            <a:custGeom>
              <a:avLst/>
              <a:gdLst>
                <a:gd name="connsiteX0" fmla="*/ 39697 w 79344"/>
                <a:gd name="connsiteY0" fmla="*/ 79430 h 79430"/>
                <a:gd name="connsiteX1" fmla="*/ 31907 w 79344"/>
                <a:gd name="connsiteY1" fmla="*/ 78686 h 79430"/>
                <a:gd name="connsiteX2" fmla="*/ 24513 w 79344"/>
                <a:gd name="connsiteY2" fmla="*/ 76403 h 79430"/>
                <a:gd name="connsiteX3" fmla="*/ 17616 w 79344"/>
                <a:gd name="connsiteY3" fmla="*/ 72731 h 79430"/>
                <a:gd name="connsiteX4" fmla="*/ 11612 w 79344"/>
                <a:gd name="connsiteY4" fmla="*/ 67769 h 79430"/>
                <a:gd name="connsiteX5" fmla="*/ 0 w 79344"/>
                <a:gd name="connsiteY5" fmla="*/ 39684 h 79430"/>
                <a:gd name="connsiteX6" fmla="*/ 3027 w 79344"/>
                <a:gd name="connsiteY6" fmla="*/ 24500 h 79430"/>
                <a:gd name="connsiteX7" fmla="*/ 6650 w 79344"/>
                <a:gd name="connsiteY7" fmla="*/ 17653 h 79430"/>
                <a:gd name="connsiteX8" fmla="*/ 11612 w 79344"/>
                <a:gd name="connsiteY8" fmla="*/ 11648 h 79430"/>
                <a:gd name="connsiteX9" fmla="*/ 17616 w 79344"/>
                <a:gd name="connsiteY9" fmla="*/ 6686 h 79430"/>
                <a:gd name="connsiteX10" fmla="*/ 24463 w 79344"/>
                <a:gd name="connsiteY10" fmla="*/ 3014 h 79430"/>
                <a:gd name="connsiteX11" fmla="*/ 31907 w 79344"/>
                <a:gd name="connsiteY11" fmla="*/ 781 h 79430"/>
                <a:gd name="connsiteX12" fmla="*/ 47438 w 79344"/>
                <a:gd name="connsiteY12" fmla="*/ 781 h 79430"/>
                <a:gd name="connsiteX13" fmla="*/ 54881 w 79344"/>
                <a:gd name="connsiteY13" fmla="*/ 3014 h 79430"/>
                <a:gd name="connsiteX14" fmla="*/ 61729 w 79344"/>
                <a:gd name="connsiteY14" fmla="*/ 6686 h 79430"/>
                <a:gd name="connsiteX15" fmla="*/ 67733 w 79344"/>
                <a:gd name="connsiteY15" fmla="*/ 11648 h 79430"/>
                <a:gd name="connsiteX16" fmla="*/ 72695 w 79344"/>
                <a:gd name="connsiteY16" fmla="*/ 17653 h 79430"/>
                <a:gd name="connsiteX17" fmla="*/ 76317 w 79344"/>
                <a:gd name="connsiteY17" fmla="*/ 24500 h 79430"/>
                <a:gd name="connsiteX18" fmla="*/ 78600 w 79344"/>
                <a:gd name="connsiteY18" fmla="*/ 31943 h 79430"/>
                <a:gd name="connsiteX19" fmla="*/ 79344 w 79344"/>
                <a:gd name="connsiteY19" fmla="*/ 39684 h 79430"/>
                <a:gd name="connsiteX20" fmla="*/ 67733 w 79344"/>
                <a:gd name="connsiteY20" fmla="*/ 67769 h 79430"/>
                <a:gd name="connsiteX21" fmla="*/ 61729 w 79344"/>
                <a:gd name="connsiteY21" fmla="*/ 72731 h 79430"/>
                <a:gd name="connsiteX22" fmla="*/ 54831 w 79344"/>
                <a:gd name="connsiteY22" fmla="*/ 76403 h 79430"/>
                <a:gd name="connsiteX23" fmla="*/ 47438 w 79344"/>
                <a:gd name="connsiteY23" fmla="*/ 78686 h 79430"/>
                <a:gd name="connsiteX24" fmla="*/ 39697 w 79344"/>
                <a:gd name="connsiteY24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44" h="79430">
                  <a:moveTo>
                    <a:pt x="39697" y="79430"/>
                  </a:moveTo>
                  <a:cubicBezTo>
                    <a:pt x="37083" y="79430"/>
                    <a:pt x="34474" y="79182"/>
                    <a:pt x="31907" y="78686"/>
                  </a:cubicBezTo>
                  <a:cubicBezTo>
                    <a:pt x="29378" y="78150"/>
                    <a:pt x="26903" y="77386"/>
                    <a:pt x="24513" y="76403"/>
                  </a:cubicBezTo>
                  <a:cubicBezTo>
                    <a:pt x="22099" y="75411"/>
                    <a:pt x="19789" y="74180"/>
                    <a:pt x="17616" y="72731"/>
                  </a:cubicBezTo>
                  <a:cubicBezTo>
                    <a:pt x="15450" y="71288"/>
                    <a:pt x="13439" y="69625"/>
                    <a:pt x="11612" y="67769"/>
                  </a:cubicBezTo>
                  <a:cubicBezTo>
                    <a:pt x="4192" y="60302"/>
                    <a:pt x="19" y="50209"/>
                    <a:pt x="0" y="39684"/>
                  </a:cubicBezTo>
                  <a:cubicBezTo>
                    <a:pt x="-25" y="34469"/>
                    <a:pt x="1005" y="29303"/>
                    <a:pt x="3027" y="24500"/>
                  </a:cubicBezTo>
                  <a:cubicBezTo>
                    <a:pt x="4037" y="22118"/>
                    <a:pt x="5248" y="19826"/>
                    <a:pt x="6650" y="17653"/>
                  </a:cubicBezTo>
                  <a:cubicBezTo>
                    <a:pt x="8083" y="15479"/>
                    <a:pt x="9747" y="13465"/>
                    <a:pt x="11612" y="11648"/>
                  </a:cubicBezTo>
                  <a:cubicBezTo>
                    <a:pt x="13440" y="9798"/>
                    <a:pt x="15452" y="8135"/>
                    <a:pt x="17616" y="6686"/>
                  </a:cubicBezTo>
                  <a:cubicBezTo>
                    <a:pt x="19778" y="5252"/>
                    <a:pt x="22071" y="4022"/>
                    <a:pt x="24463" y="3014"/>
                  </a:cubicBezTo>
                  <a:cubicBezTo>
                    <a:pt x="26866" y="2032"/>
                    <a:pt x="29359" y="1283"/>
                    <a:pt x="31907" y="781"/>
                  </a:cubicBezTo>
                  <a:cubicBezTo>
                    <a:pt x="37031" y="-260"/>
                    <a:pt x="42313" y="-260"/>
                    <a:pt x="47438" y="781"/>
                  </a:cubicBezTo>
                  <a:cubicBezTo>
                    <a:pt x="49985" y="1283"/>
                    <a:pt x="52478" y="2032"/>
                    <a:pt x="54881" y="3014"/>
                  </a:cubicBezTo>
                  <a:cubicBezTo>
                    <a:pt x="57274" y="4022"/>
                    <a:pt x="59566" y="5252"/>
                    <a:pt x="61729" y="6686"/>
                  </a:cubicBezTo>
                  <a:cubicBezTo>
                    <a:pt x="63883" y="8145"/>
                    <a:pt x="65894" y="9807"/>
                    <a:pt x="67733" y="11648"/>
                  </a:cubicBezTo>
                  <a:cubicBezTo>
                    <a:pt x="69583" y="13479"/>
                    <a:pt x="71245" y="15489"/>
                    <a:pt x="72695" y="17653"/>
                  </a:cubicBezTo>
                  <a:cubicBezTo>
                    <a:pt x="74096" y="19826"/>
                    <a:pt x="75308" y="22118"/>
                    <a:pt x="76317" y="24500"/>
                  </a:cubicBezTo>
                  <a:cubicBezTo>
                    <a:pt x="77295" y="26912"/>
                    <a:pt x="78058" y="29398"/>
                    <a:pt x="78600" y="31943"/>
                  </a:cubicBezTo>
                  <a:cubicBezTo>
                    <a:pt x="79095" y="34494"/>
                    <a:pt x="79345" y="37084"/>
                    <a:pt x="79344" y="39684"/>
                  </a:cubicBezTo>
                  <a:cubicBezTo>
                    <a:pt x="79325" y="50209"/>
                    <a:pt x="75153" y="60302"/>
                    <a:pt x="67733" y="67769"/>
                  </a:cubicBezTo>
                  <a:cubicBezTo>
                    <a:pt x="65895" y="69610"/>
                    <a:pt x="63885" y="71273"/>
                    <a:pt x="61729" y="72731"/>
                  </a:cubicBezTo>
                  <a:cubicBezTo>
                    <a:pt x="59556" y="74180"/>
                    <a:pt x="57245" y="75411"/>
                    <a:pt x="54831" y="76403"/>
                  </a:cubicBezTo>
                  <a:cubicBezTo>
                    <a:pt x="52442" y="77386"/>
                    <a:pt x="49967" y="78150"/>
                    <a:pt x="47438" y="78686"/>
                  </a:cubicBezTo>
                  <a:cubicBezTo>
                    <a:pt x="44887" y="79177"/>
                    <a:pt x="42295" y="79430"/>
                    <a:pt x="39697" y="7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1" name="Picture Placeholder 43">
            <a:extLst>
              <a:ext uri="{FF2B5EF4-FFF2-40B4-BE49-F238E27FC236}">
                <a16:creationId xmlns:a16="http://schemas.microsoft.com/office/drawing/2014/main" id="{9222F741-4565-4B35-8D51-40633D2F710F}"/>
              </a:ext>
            </a:extLst>
          </p:cNvPr>
          <p:cNvGrpSpPr>
            <a:grpSpLocks noChangeAspect="1"/>
          </p:cNvGrpSpPr>
          <p:nvPr/>
        </p:nvGrpSpPr>
        <p:grpSpPr>
          <a:xfrm>
            <a:off x="8062918" y="1402701"/>
            <a:ext cx="868363" cy="868362"/>
            <a:chOff x="8062918" y="1402701"/>
            <a:chExt cx="868363" cy="868362"/>
          </a:xfrm>
        </p:grpSpPr>
        <p:grpSp>
          <p:nvGrpSpPr>
            <p:cNvPr id="53" name="Picture Placeholder 43">
              <a:extLst>
                <a:ext uri="{FF2B5EF4-FFF2-40B4-BE49-F238E27FC236}">
                  <a16:creationId xmlns:a16="http://schemas.microsoft.com/office/drawing/2014/main" id="{9222F741-4565-4B35-8D51-40633D2F710F}"/>
                </a:ext>
              </a:extLst>
            </p:cNvPr>
            <p:cNvGrpSpPr/>
            <p:nvPr/>
          </p:nvGrpSpPr>
          <p:grpSpPr>
            <a:xfrm>
              <a:off x="8105591" y="1469639"/>
              <a:ext cx="782876" cy="645068"/>
              <a:chOff x="8105591" y="1469639"/>
              <a:chExt cx="782876" cy="645068"/>
            </a:xfrm>
            <a:solidFill>
              <a:srgbClr val="FFFFFF"/>
            </a:solidFill>
          </p:grpSpPr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40612BD9-2426-0340-8640-3E8FDA368366}"/>
                  </a:ext>
                </a:extLst>
              </p:cNvPr>
              <p:cNvSpPr/>
              <p:nvPr/>
            </p:nvSpPr>
            <p:spPr>
              <a:xfrm>
                <a:off x="8105591" y="1469639"/>
                <a:ext cx="782876" cy="596043"/>
              </a:xfrm>
              <a:custGeom>
                <a:avLst/>
                <a:gdLst>
                  <a:gd name="connsiteX0" fmla="*/ 132735 w 782876"/>
                  <a:gd name="connsiteY0" fmla="*/ 596044 h 596043"/>
                  <a:gd name="connsiteX1" fmla="*/ 93037 w 782876"/>
                  <a:gd name="connsiteY1" fmla="*/ 556347 h 596043"/>
                  <a:gd name="connsiteX2" fmla="*/ 93039 w 782876"/>
                  <a:gd name="connsiteY2" fmla="*/ 556000 h 596043"/>
                  <a:gd name="connsiteX3" fmla="*/ 97207 w 782876"/>
                  <a:gd name="connsiteY3" fmla="*/ 79641 h 596043"/>
                  <a:gd name="connsiteX4" fmla="*/ 39697 w 782876"/>
                  <a:gd name="connsiteY4" fmla="*/ 79393 h 596043"/>
                  <a:gd name="connsiteX5" fmla="*/ 0 w 782876"/>
                  <a:gd name="connsiteY5" fmla="*/ 39697 h 596043"/>
                  <a:gd name="connsiteX6" fmla="*/ 39697 w 782876"/>
                  <a:gd name="connsiteY6" fmla="*/ 0 h 596043"/>
                  <a:gd name="connsiteX7" fmla="*/ 39945 w 782876"/>
                  <a:gd name="connsiteY7" fmla="*/ 0 h 596043"/>
                  <a:gd name="connsiteX8" fmla="*/ 137251 w 782876"/>
                  <a:gd name="connsiteY8" fmla="*/ 546 h 596043"/>
                  <a:gd name="connsiteX9" fmla="*/ 176700 w 782876"/>
                  <a:gd name="connsiteY9" fmla="*/ 40488 h 596043"/>
                  <a:gd name="connsiteX10" fmla="*/ 176699 w 782876"/>
                  <a:gd name="connsiteY10" fmla="*/ 40590 h 596043"/>
                  <a:gd name="connsiteX11" fmla="*/ 172581 w 782876"/>
                  <a:gd name="connsiteY11" fmla="*/ 508959 h 596043"/>
                  <a:gd name="connsiteX12" fmla="*/ 619168 w 782876"/>
                  <a:gd name="connsiteY12" fmla="*/ 430013 h 596043"/>
                  <a:gd name="connsiteX13" fmla="*/ 688339 w 782876"/>
                  <a:gd name="connsiteY13" fmla="*/ 214064 h 596043"/>
                  <a:gd name="connsiteX14" fmla="*/ 573864 w 782876"/>
                  <a:gd name="connsiteY14" fmla="*/ 214510 h 596043"/>
                  <a:gd name="connsiteX15" fmla="*/ 573864 w 782876"/>
                  <a:gd name="connsiteY15" fmla="*/ 214510 h 596043"/>
                  <a:gd name="connsiteX16" fmla="*/ 534167 w 782876"/>
                  <a:gd name="connsiteY16" fmla="*/ 174814 h 596043"/>
                  <a:gd name="connsiteX17" fmla="*/ 573864 w 782876"/>
                  <a:gd name="connsiteY17" fmla="*/ 135117 h 596043"/>
                  <a:gd name="connsiteX18" fmla="*/ 742971 w 782876"/>
                  <a:gd name="connsiteY18" fmla="*/ 134472 h 596043"/>
                  <a:gd name="connsiteX19" fmla="*/ 742971 w 782876"/>
                  <a:gd name="connsiteY19" fmla="*/ 134472 h 596043"/>
                  <a:gd name="connsiteX20" fmla="*/ 782876 w 782876"/>
                  <a:gd name="connsiteY20" fmla="*/ 173961 h 596043"/>
                  <a:gd name="connsiteX21" fmla="*/ 781031 w 782876"/>
                  <a:gd name="connsiteY21" fmla="*/ 186127 h 596043"/>
                  <a:gd name="connsiteX22" fmla="*/ 687892 w 782876"/>
                  <a:gd name="connsiteY22" fmla="*/ 476904 h 596043"/>
                  <a:gd name="connsiteX23" fmla="*/ 656979 w 782876"/>
                  <a:gd name="connsiteY23" fmla="*/ 503848 h 596043"/>
                  <a:gd name="connsiteX24" fmla="*/ 139633 w 782876"/>
                  <a:gd name="connsiteY24" fmla="*/ 595448 h 596043"/>
                  <a:gd name="connsiteX25" fmla="*/ 132735 w 782876"/>
                  <a:gd name="connsiteY25" fmla="*/ 596044 h 596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82876" h="596043">
                    <a:moveTo>
                      <a:pt x="132735" y="596044"/>
                    </a:moveTo>
                    <a:cubicBezTo>
                      <a:pt x="110812" y="596044"/>
                      <a:pt x="93038" y="578275"/>
                      <a:pt x="93037" y="556347"/>
                    </a:cubicBezTo>
                    <a:cubicBezTo>
                      <a:pt x="93037" y="556233"/>
                      <a:pt x="93038" y="556114"/>
                      <a:pt x="93039" y="556000"/>
                    </a:cubicBezTo>
                    <a:lnTo>
                      <a:pt x="97207" y="7964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46"/>
                    </a:lnTo>
                    <a:cubicBezTo>
                      <a:pt x="159174" y="682"/>
                      <a:pt x="176836" y="18565"/>
                      <a:pt x="176700" y="40488"/>
                    </a:cubicBezTo>
                    <a:cubicBezTo>
                      <a:pt x="176700" y="40522"/>
                      <a:pt x="176700" y="40556"/>
                      <a:pt x="176699" y="40590"/>
                    </a:cubicBezTo>
                    <a:lnTo>
                      <a:pt x="172581" y="508959"/>
                    </a:lnTo>
                    <a:lnTo>
                      <a:pt x="619168" y="430013"/>
                    </a:lnTo>
                    <a:lnTo>
                      <a:pt x="688339" y="214064"/>
                    </a:lnTo>
                    <a:lnTo>
                      <a:pt x="573864" y="214510"/>
                    </a:lnTo>
                    <a:lnTo>
                      <a:pt x="573864" y="214510"/>
                    </a:lnTo>
                    <a:cubicBezTo>
                      <a:pt x="551941" y="214510"/>
                      <a:pt x="534167" y="196738"/>
                      <a:pt x="534167" y="174814"/>
                    </a:cubicBezTo>
                    <a:cubicBezTo>
                      <a:pt x="534167" y="152890"/>
                      <a:pt x="551941" y="135117"/>
                      <a:pt x="573864" y="135117"/>
                    </a:cubicBezTo>
                    <a:lnTo>
                      <a:pt x="742971" y="134472"/>
                    </a:lnTo>
                    <a:lnTo>
                      <a:pt x="742971" y="134472"/>
                    </a:lnTo>
                    <a:cubicBezTo>
                      <a:pt x="764894" y="134358"/>
                      <a:pt x="782762" y="152038"/>
                      <a:pt x="782876" y="173961"/>
                    </a:cubicBezTo>
                    <a:cubicBezTo>
                      <a:pt x="782896" y="178088"/>
                      <a:pt x="782276" y="182192"/>
                      <a:pt x="781031" y="186127"/>
                    </a:cubicBezTo>
                    <a:lnTo>
                      <a:pt x="687892" y="476904"/>
                    </a:lnTo>
                    <a:cubicBezTo>
                      <a:pt x="683382" y="490927"/>
                      <a:pt x="671483" y="501298"/>
                      <a:pt x="656979" y="503848"/>
                    </a:cubicBezTo>
                    <a:lnTo>
                      <a:pt x="139633" y="595448"/>
                    </a:lnTo>
                    <a:cubicBezTo>
                      <a:pt x="137355" y="595845"/>
                      <a:pt x="135047" y="596044"/>
                      <a:pt x="132735" y="5960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1F43ACF6-D7A0-2548-ADC4-837049B7D2D6}"/>
                  </a:ext>
                </a:extLst>
              </p:cNvPr>
              <p:cNvSpPr/>
              <p:nvPr/>
            </p:nvSpPr>
            <p:spPr>
              <a:xfrm>
                <a:off x="8209696" y="1606393"/>
                <a:ext cx="212227" cy="80087"/>
              </a:xfrm>
              <a:custGeom>
                <a:avLst/>
                <a:gdLst>
                  <a:gd name="connsiteX0" fmla="*/ 39697 w 212227"/>
                  <a:gd name="connsiteY0" fmla="*/ 80088 h 80087"/>
                  <a:gd name="connsiteX1" fmla="*/ 0 w 212227"/>
                  <a:gd name="connsiteY1" fmla="*/ 40391 h 80087"/>
                  <a:gd name="connsiteX2" fmla="*/ 39697 w 212227"/>
                  <a:gd name="connsiteY2" fmla="*/ 695 h 80087"/>
                  <a:gd name="connsiteX3" fmla="*/ 172531 w 212227"/>
                  <a:gd name="connsiteY3" fmla="*/ 0 h 80087"/>
                  <a:gd name="connsiteX4" fmla="*/ 172531 w 212227"/>
                  <a:gd name="connsiteY4" fmla="*/ 0 h 80087"/>
                  <a:gd name="connsiteX5" fmla="*/ 212228 w 212227"/>
                  <a:gd name="connsiteY5" fmla="*/ 39697 h 80087"/>
                  <a:gd name="connsiteX6" fmla="*/ 172531 w 212227"/>
                  <a:gd name="connsiteY6" fmla="*/ 79393 h 80087"/>
                  <a:gd name="connsiteX7" fmla="*/ 39697 w 212227"/>
                  <a:gd name="connsiteY7" fmla="*/ 80088 h 80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227" h="80087">
                    <a:moveTo>
                      <a:pt x="39697" y="80088"/>
                    </a:moveTo>
                    <a:cubicBezTo>
                      <a:pt x="17773" y="80088"/>
                      <a:pt x="0" y="62315"/>
                      <a:pt x="0" y="40391"/>
                    </a:cubicBezTo>
                    <a:cubicBezTo>
                      <a:pt x="0" y="18467"/>
                      <a:pt x="17773" y="695"/>
                      <a:pt x="39697" y="695"/>
                    </a:cubicBezTo>
                    <a:lnTo>
                      <a:pt x="172531" y="0"/>
                    </a:lnTo>
                    <a:lnTo>
                      <a:pt x="172531" y="0"/>
                    </a:lnTo>
                    <a:cubicBezTo>
                      <a:pt x="194455" y="0"/>
                      <a:pt x="212228" y="17773"/>
                      <a:pt x="212228" y="39697"/>
                    </a:cubicBezTo>
                    <a:cubicBezTo>
                      <a:pt x="212228" y="61620"/>
                      <a:pt x="194455" y="79393"/>
                      <a:pt x="172531" y="79393"/>
                    </a:cubicBezTo>
                    <a:lnTo>
                      <a:pt x="39697" y="80088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C970E948-516F-4946-A1BD-0E74E1A23681}"/>
                  </a:ext>
                </a:extLst>
              </p:cNvPr>
              <p:cNvSpPr/>
              <p:nvPr/>
            </p:nvSpPr>
            <p:spPr>
              <a:xfrm>
                <a:off x="8198630" y="1957410"/>
                <a:ext cx="651520" cy="157297"/>
              </a:xfrm>
              <a:custGeom>
                <a:avLst/>
                <a:gdLst>
                  <a:gd name="connsiteX0" fmla="*/ 611824 w 651520"/>
                  <a:gd name="connsiteY0" fmla="*/ 157298 h 157297"/>
                  <a:gd name="connsiteX1" fmla="*/ 39697 w 651520"/>
                  <a:gd name="connsiteY1" fmla="*/ 157298 h 157297"/>
                  <a:gd name="connsiteX2" fmla="*/ 0 w 651520"/>
                  <a:gd name="connsiteY2" fmla="*/ 117601 h 157297"/>
                  <a:gd name="connsiteX3" fmla="*/ 0 w 651520"/>
                  <a:gd name="connsiteY3" fmla="*/ 39697 h 157297"/>
                  <a:gd name="connsiteX4" fmla="*/ 39697 w 651520"/>
                  <a:gd name="connsiteY4" fmla="*/ 0 h 157297"/>
                  <a:gd name="connsiteX5" fmla="*/ 79393 w 651520"/>
                  <a:gd name="connsiteY5" fmla="*/ 39697 h 157297"/>
                  <a:gd name="connsiteX6" fmla="*/ 79393 w 651520"/>
                  <a:gd name="connsiteY6" fmla="*/ 77904 h 157297"/>
                  <a:gd name="connsiteX7" fmla="*/ 611824 w 651520"/>
                  <a:gd name="connsiteY7" fmla="*/ 77904 h 157297"/>
                  <a:gd name="connsiteX8" fmla="*/ 651520 w 651520"/>
                  <a:gd name="connsiteY8" fmla="*/ 117601 h 157297"/>
                  <a:gd name="connsiteX9" fmla="*/ 611824 w 651520"/>
                  <a:gd name="connsiteY9" fmla="*/ 157298 h 15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1520" h="157297">
                    <a:moveTo>
                      <a:pt x="611824" y="157298"/>
                    </a:moveTo>
                    <a:lnTo>
                      <a:pt x="39697" y="157298"/>
                    </a:lnTo>
                    <a:cubicBezTo>
                      <a:pt x="17773" y="157298"/>
                      <a:pt x="0" y="139523"/>
                      <a:pt x="0" y="117601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77904"/>
                    </a:lnTo>
                    <a:lnTo>
                      <a:pt x="611824" y="77904"/>
                    </a:lnTo>
                    <a:cubicBezTo>
                      <a:pt x="633746" y="77904"/>
                      <a:pt x="651520" y="95679"/>
                      <a:pt x="651520" y="117601"/>
                    </a:cubicBezTo>
                    <a:cubicBezTo>
                      <a:pt x="651520" y="139523"/>
                      <a:pt x="633746" y="157298"/>
                      <a:pt x="611824" y="1572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9A0730BB-0F24-784B-BF2B-C7F7C4992B03}"/>
                </a:ext>
              </a:extLst>
            </p:cNvPr>
            <p:cNvSpPr/>
            <p:nvPr/>
          </p:nvSpPr>
          <p:spPr>
            <a:xfrm>
              <a:off x="8766093" y="2129008"/>
              <a:ext cx="79393" cy="79433"/>
            </a:xfrm>
            <a:custGeom>
              <a:avLst/>
              <a:gdLst>
                <a:gd name="connsiteX0" fmla="*/ 39746 w 79393"/>
                <a:gd name="connsiteY0" fmla="*/ 79434 h 79433"/>
                <a:gd name="connsiteX1" fmla="*/ 31956 w 79393"/>
                <a:gd name="connsiteY1" fmla="*/ 78640 h 79433"/>
                <a:gd name="connsiteX2" fmla="*/ 24513 w 79393"/>
                <a:gd name="connsiteY2" fmla="*/ 76357 h 79433"/>
                <a:gd name="connsiteX3" fmla="*/ 11661 w 79393"/>
                <a:gd name="connsiteY3" fmla="*/ 67773 h 79433"/>
                <a:gd name="connsiteX4" fmla="*/ 6699 w 79393"/>
                <a:gd name="connsiteY4" fmla="*/ 61769 h 79433"/>
                <a:gd name="connsiteX5" fmla="*/ 3076 w 79393"/>
                <a:gd name="connsiteY5" fmla="*/ 54921 h 79433"/>
                <a:gd name="connsiteX6" fmla="*/ 794 w 79393"/>
                <a:gd name="connsiteY6" fmla="*/ 47478 h 79433"/>
                <a:gd name="connsiteX7" fmla="*/ 0 w 79393"/>
                <a:gd name="connsiteY7" fmla="*/ 39737 h 79433"/>
                <a:gd name="connsiteX8" fmla="*/ 794 w 79393"/>
                <a:gd name="connsiteY8" fmla="*/ 31947 h 79433"/>
                <a:gd name="connsiteX9" fmla="*/ 3076 w 79393"/>
                <a:gd name="connsiteY9" fmla="*/ 24553 h 79433"/>
                <a:gd name="connsiteX10" fmla="*/ 6699 w 79393"/>
                <a:gd name="connsiteY10" fmla="*/ 17705 h 79433"/>
                <a:gd name="connsiteX11" fmla="*/ 11661 w 79393"/>
                <a:gd name="connsiteY11" fmla="*/ 11652 h 79433"/>
                <a:gd name="connsiteX12" fmla="*/ 17665 w 79393"/>
                <a:gd name="connsiteY12" fmla="*/ 6690 h 79433"/>
                <a:gd name="connsiteX13" fmla="*/ 24513 w 79393"/>
                <a:gd name="connsiteY13" fmla="*/ 3018 h 79433"/>
                <a:gd name="connsiteX14" fmla="*/ 31956 w 79393"/>
                <a:gd name="connsiteY14" fmla="*/ 735 h 79433"/>
                <a:gd name="connsiteX15" fmla="*/ 67782 w 79393"/>
                <a:gd name="connsiteY15" fmla="*/ 11602 h 79433"/>
                <a:gd name="connsiteX16" fmla="*/ 72744 w 79393"/>
                <a:gd name="connsiteY16" fmla="*/ 17656 h 79433"/>
                <a:gd name="connsiteX17" fmla="*/ 76366 w 79393"/>
                <a:gd name="connsiteY17" fmla="*/ 24503 h 79433"/>
                <a:gd name="connsiteX18" fmla="*/ 78649 w 79393"/>
                <a:gd name="connsiteY18" fmla="*/ 31897 h 79433"/>
                <a:gd name="connsiteX19" fmla="*/ 79393 w 79393"/>
                <a:gd name="connsiteY19" fmla="*/ 39687 h 79433"/>
                <a:gd name="connsiteX20" fmla="*/ 78649 w 79393"/>
                <a:gd name="connsiteY20" fmla="*/ 47428 h 79433"/>
                <a:gd name="connsiteX21" fmla="*/ 76366 w 79393"/>
                <a:gd name="connsiteY21" fmla="*/ 54871 h 79433"/>
                <a:gd name="connsiteX22" fmla="*/ 72744 w 79393"/>
                <a:gd name="connsiteY22" fmla="*/ 61719 h 79433"/>
                <a:gd name="connsiteX23" fmla="*/ 61728 w 79393"/>
                <a:gd name="connsiteY23" fmla="*/ 72685 h 79433"/>
                <a:gd name="connsiteX24" fmla="*/ 54881 w 79393"/>
                <a:gd name="connsiteY24" fmla="*/ 76307 h 79433"/>
                <a:gd name="connsiteX25" fmla="*/ 47487 w 79393"/>
                <a:gd name="connsiteY25" fmla="*/ 78590 h 79433"/>
                <a:gd name="connsiteX26" fmla="*/ 39746 w 79393"/>
                <a:gd name="connsiteY26" fmla="*/ 79434 h 7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393" h="79433">
                  <a:moveTo>
                    <a:pt x="39746" y="79434"/>
                  </a:moveTo>
                  <a:cubicBezTo>
                    <a:pt x="37131" y="79419"/>
                    <a:pt x="34521" y="79151"/>
                    <a:pt x="31956" y="78640"/>
                  </a:cubicBezTo>
                  <a:cubicBezTo>
                    <a:pt x="29405" y="78124"/>
                    <a:pt x="26914" y="77354"/>
                    <a:pt x="24513" y="76357"/>
                  </a:cubicBezTo>
                  <a:cubicBezTo>
                    <a:pt x="19689" y="74402"/>
                    <a:pt x="15313" y="71484"/>
                    <a:pt x="11661" y="67773"/>
                  </a:cubicBezTo>
                  <a:cubicBezTo>
                    <a:pt x="9795" y="65957"/>
                    <a:pt x="8133" y="63942"/>
                    <a:pt x="6699" y="61769"/>
                  </a:cubicBezTo>
                  <a:cubicBezTo>
                    <a:pt x="5280" y="59605"/>
                    <a:pt x="4064" y="57313"/>
                    <a:pt x="3076" y="54921"/>
                  </a:cubicBezTo>
                  <a:cubicBezTo>
                    <a:pt x="2079" y="52519"/>
                    <a:pt x="1315" y="50028"/>
                    <a:pt x="794" y="47478"/>
                  </a:cubicBezTo>
                  <a:cubicBezTo>
                    <a:pt x="283" y="44927"/>
                    <a:pt x="20" y="42337"/>
                    <a:pt x="0" y="39737"/>
                  </a:cubicBezTo>
                  <a:cubicBezTo>
                    <a:pt x="20" y="37122"/>
                    <a:pt x="283" y="34512"/>
                    <a:pt x="794" y="31947"/>
                  </a:cubicBezTo>
                  <a:cubicBezTo>
                    <a:pt x="1305" y="29411"/>
                    <a:pt x="2069" y="26935"/>
                    <a:pt x="3076" y="24553"/>
                  </a:cubicBezTo>
                  <a:cubicBezTo>
                    <a:pt x="4044" y="22151"/>
                    <a:pt x="5260" y="19859"/>
                    <a:pt x="6699" y="17705"/>
                  </a:cubicBezTo>
                  <a:cubicBezTo>
                    <a:pt x="8143" y="15527"/>
                    <a:pt x="9805" y="13498"/>
                    <a:pt x="11661" y="11652"/>
                  </a:cubicBezTo>
                  <a:cubicBezTo>
                    <a:pt x="13497" y="9811"/>
                    <a:pt x="15506" y="8149"/>
                    <a:pt x="17665" y="6690"/>
                  </a:cubicBezTo>
                  <a:cubicBezTo>
                    <a:pt x="19828" y="5256"/>
                    <a:pt x="22121" y="4025"/>
                    <a:pt x="24513" y="3018"/>
                  </a:cubicBezTo>
                  <a:cubicBezTo>
                    <a:pt x="26924" y="2040"/>
                    <a:pt x="29410" y="1276"/>
                    <a:pt x="31956" y="735"/>
                  </a:cubicBezTo>
                  <a:cubicBezTo>
                    <a:pt x="44961" y="-1791"/>
                    <a:pt x="58374" y="2278"/>
                    <a:pt x="67782" y="11602"/>
                  </a:cubicBezTo>
                  <a:cubicBezTo>
                    <a:pt x="69623" y="13463"/>
                    <a:pt x="71285" y="15487"/>
                    <a:pt x="72744" y="17656"/>
                  </a:cubicBezTo>
                  <a:cubicBezTo>
                    <a:pt x="74163" y="19819"/>
                    <a:pt x="75379" y="22112"/>
                    <a:pt x="76366" y="24503"/>
                  </a:cubicBezTo>
                  <a:cubicBezTo>
                    <a:pt x="77374" y="26885"/>
                    <a:pt x="78138" y="29361"/>
                    <a:pt x="78649" y="31897"/>
                  </a:cubicBezTo>
                  <a:cubicBezTo>
                    <a:pt x="79140" y="34462"/>
                    <a:pt x="79393" y="37072"/>
                    <a:pt x="79393" y="39687"/>
                  </a:cubicBezTo>
                  <a:cubicBezTo>
                    <a:pt x="79393" y="42288"/>
                    <a:pt x="79140" y="44878"/>
                    <a:pt x="78649" y="47428"/>
                  </a:cubicBezTo>
                  <a:cubicBezTo>
                    <a:pt x="78133" y="49979"/>
                    <a:pt x="77364" y="52470"/>
                    <a:pt x="76366" y="54871"/>
                  </a:cubicBezTo>
                  <a:cubicBezTo>
                    <a:pt x="75359" y="57253"/>
                    <a:pt x="74143" y="59546"/>
                    <a:pt x="72744" y="61719"/>
                  </a:cubicBezTo>
                  <a:cubicBezTo>
                    <a:pt x="69816" y="66051"/>
                    <a:pt x="66075" y="69777"/>
                    <a:pt x="61728" y="72685"/>
                  </a:cubicBezTo>
                  <a:cubicBezTo>
                    <a:pt x="59575" y="74124"/>
                    <a:pt x="57282" y="75340"/>
                    <a:pt x="54881" y="76307"/>
                  </a:cubicBezTo>
                  <a:cubicBezTo>
                    <a:pt x="52499" y="77315"/>
                    <a:pt x="50023" y="78079"/>
                    <a:pt x="47487" y="78590"/>
                  </a:cubicBezTo>
                  <a:cubicBezTo>
                    <a:pt x="44941" y="79116"/>
                    <a:pt x="42346" y="79399"/>
                    <a:pt x="39746" y="794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B17ABBDC-1D09-EB4D-8FE6-263475056B75}"/>
                </a:ext>
              </a:extLst>
            </p:cNvPr>
            <p:cNvSpPr/>
            <p:nvPr/>
          </p:nvSpPr>
          <p:spPr>
            <a:xfrm>
              <a:off x="8202898" y="2128516"/>
              <a:ext cx="79343" cy="79429"/>
            </a:xfrm>
            <a:custGeom>
              <a:avLst/>
              <a:gdLst>
                <a:gd name="connsiteX0" fmla="*/ 39697 w 79343"/>
                <a:gd name="connsiteY0" fmla="*/ 79429 h 79429"/>
                <a:gd name="connsiteX1" fmla="*/ 11611 w 79343"/>
                <a:gd name="connsiteY1" fmla="*/ 67818 h 79429"/>
                <a:gd name="connsiteX2" fmla="*/ 6649 w 79343"/>
                <a:gd name="connsiteY2" fmla="*/ 61764 h 79429"/>
                <a:gd name="connsiteX3" fmla="*/ 3027 w 79343"/>
                <a:gd name="connsiteY3" fmla="*/ 54917 h 79429"/>
                <a:gd name="connsiteX4" fmla="*/ 744 w 79343"/>
                <a:gd name="connsiteY4" fmla="*/ 47474 h 79429"/>
                <a:gd name="connsiteX5" fmla="*/ 0 w 79343"/>
                <a:gd name="connsiteY5" fmla="*/ 39733 h 79429"/>
                <a:gd name="connsiteX6" fmla="*/ 744 w 79343"/>
                <a:gd name="connsiteY6" fmla="*/ 31942 h 79429"/>
                <a:gd name="connsiteX7" fmla="*/ 3027 w 79343"/>
                <a:gd name="connsiteY7" fmla="*/ 24549 h 79429"/>
                <a:gd name="connsiteX8" fmla="*/ 6649 w 79343"/>
                <a:gd name="connsiteY8" fmla="*/ 17701 h 79429"/>
                <a:gd name="connsiteX9" fmla="*/ 11611 w 79343"/>
                <a:gd name="connsiteY9" fmla="*/ 11648 h 79429"/>
                <a:gd name="connsiteX10" fmla="*/ 17615 w 79343"/>
                <a:gd name="connsiteY10" fmla="*/ 6685 h 79429"/>
                <a:gd name="connsiteX11" fmla="*/ 24463 w 79343"/>
                <a:gd name="connsiteY11" fmla="*/ 3014 h 79429"/>
                <a:gd name="connsiteX12" fmla="*/ 31906 w 79343"/>
                <a:gd name="connsiteY12" fmla="*/ 731 h 79429"/>
                <a:gd name="connsiteX13" fmla="*/ 67732 w 79343"/>
                <a:gd name="connsiteY13" fmla="*/ 11598 h 79429"/>
                <a:gd name="connsiteX14" fmla="*/ 72694 w 79343"/>
                <a:gd name="connsiteY14" fmla="*/ 17652 h 79429"/>
                <a:gd name="connsiteX15" fmla="*/ 76317 w 79343"/>
                <a:gd name="connsiteY15" fmla="*/ 24499 h 79429"/>
                <a:gd name="connsiteX16" fmla="*/ 78599 w 79343"/>
                <a:gd name="connsiteY16" fmla="*/ 31893 h 79429"/>
                <a:gd name="connsiteX17" fmla="*/ 79344 w 79343"/>
                <a:gd name="connsiteY17" fmla="*/ 39683 h 79429"/>
                <a:gd name="connsiteX18" fmla="*/ 67732 w 79343"/>
                <a:gd name="connsiteY18" fmla="*/ 67769 h 79429"/>
                <a:gd name="connsiteX19" fmla="*/ 61728 w 79343"/>
                <a:gd name="connsiteY19" fmla="*/ 72731 h 79429"/>
                <a:gd name="connsiteX20" fmla="*/ 54831 w 79343"/>
                <a:gd name="connsiteY20" fmla="*/ 76353 h 79429"/>
                <a:gd name="connsiteX21" fmla="*/ 47437 w 79343"/>
                <a:gd name="connsiteY21" fmla="*/ 78635 h 79429"/>
                <a:gd name="connsiteX22" fmla="*/ 39697 w 79343"/>
                <a:gd name="connsiteY22" fmla="*/ 79429 h 7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343" h="79429">
                  <a:moveTo>
                    <a:pt x="39697" y="79429"/>
                  </a:moveTo>
                  <a:cubicBezTo>
                    <a:pt x="29175" y="79390"/>
                    <a:pt x="19090" y="75222"/>
                    <a:pt x="11611" y="67818"/>
                  </a:cubicBezTo>
                  <a:cubicBezTo>
                    <a:pt x="9757" y="65972"/>
                    <a:pt x="8095" y="63943"/>
                    <a:pt x="6649" y="61764"/>
                  </a:cubicBezTo>
                  <a:cubicBezTo>
                    <a:pt x="5229" y="59601"/>
                    <a:pt x="4016" y="57309"/>
                    <a:pt x="3027" y="54917"/>
                  </a:cubicBezTo>
                  <a:cubicBezTo>
                    <a:pt x="2049" y="52505"/>
                    <a:pt x="1286" y="50019"/>
                    <a:pt x="744" y="47474"/>
                  </a:cubicBezTo>
                  <a:cubicBezTo>
                    <a:pt x="251" y="44923"/>
                    <a:pt x="1" y="42333"/>
                    <a:pt x="0" y="39733"/>
                  </a:cubicBezTo>
                  <a:cubicBezTo>
                    <a:pt x="2" y="37118"/>
                    <a:pt x="251" y="34508"/>
                    <a:pt x="744" y="31942"/>
                  </a:cubicBezTo>
                  <a:cubicBezTo>
                    <a:pt x="1255" y="29407"/>
                    <a:pt x="2021" y="26931"/>
                    <a:pt x="3027" y="24549"/>
                  </a:cubicBezTo>
                  <a:cubicBezTo>
                    <a:pt x="3995" y="22147"/>
                    <a:pt x="5209" y="19855"/>
                    <a:pt x="6649" y="17701"/>
                  </a:cubicBezTo>
                  <a:cubicBezTo>
                    <a:pt x="8095" y="15523"/>
                    <a:pt x="9757" y="13493"/>
                    <a:pt x="11611" y="11648"/>
                  </a:cubicBezTo>
                  <a:cubicBezTo>
                    <a:pt x="13438" y="9792"/>
                    <a:pt x="15450" y="8129"/>
                    <a:pt x="17615" y="6685"/>
                  </a:cubicBezTo>
                  <a:cubicBezTo>
                    <a:pt x="19778" y="5251"/>
                    <a:pt x="22070" y="4021"/>
                    <a:pt x="24463" y="3014"/>
                  </a:cubicBezTo>
                  <a:cubicBezTo>
                    <a:pt x="26873" y="2036"/>
                    <a:pt x="29363" y="1272"/>
                    <a:pt x="31906" y="731"/>
                  </a:cubicBezTo>
                  <a:cubicBezTo>
                    <a:pt x="44910" y="-1785"/>
                    <a:pt x="58318" y="2279"/>
                    <a:pt x="67732" y="11598"/>
                  </a:cubicBezTo>
                  <a:cubicBezTo>
                    <a:pt x="69572" y="13459"/>
                    <a:pt x="71233" y="15483"/>
                    <a:pt x="72694" y="17652"/>
                  </a:cubicBezTo>
                  <a:cubicBezTo>
                    <a:pt x="74116" y="19815"/>
                    <a:pt x="75329" y="22108"/>
                    <a:pt x="76317" y="24499"/>
                  </a:cubicBezTo>
                  <a:cubicBezTo>
                    <a:pt x="77323" y="26881"/>
                    <a:pt x="78088" y="29357"/>
                    <a:pt x="78599" y="31893"/>
                  </a:cubicBezTo>
                  <a:cubicBezTo>
                    <a:pt x="79092" y="34458"/>
                    <a:pt x="79342" y="37068"/>
                    <a:pt x="79344" y="39683"/>
                  </a:cubicBezTo>
                  <a:cubicBezTo>
                    <a:pt x="79314" y="50208"/>
                    <a:pt x="75143" y="60296"/>
                    <a:pt x="67732" y="67769"/>
                  </a:cubicBezTo>
                  <a:cubicBezTo>
                    <a:pt x="65881" y="69595"/>
                    <a:pt x="63872" y="71257"/>
                    <a:pt x="61728" y="72731"/>
                  </a:cubicBezTo>
                  <a:cubicBezTo>
                    <a:pt x="59553" y="74160"/>
                    <a:pt x="57243" y="75375"/>
                    <a:pt x="54831" y="76353"/>
                  </a:cubicBezTo>
                  <a:cubicBezTo>
                    <a:pt x="52449" y="77360"/>
                    <a:pt x="49972" y="78124"/>
                    <a:pt x="47437" y="78635"/>
                  </a:cubicBezTo>
                  <a:cubicBezTo>
                    <a:pt x="44888" y="79147"/>
                    <a:pt x="42296" y="79410"/>
                    <a:pt x="39697" y="79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32B782B4-92C7-8A46-856C-271E8AEAF931}"/>
                </a:ext>
              </a:extLst>
            </p:cNvPr>
            <p:cNvSpPr/>
            <p:nvPr/>
          </p:nvSpPr>
          <p:spPr>
            <a:xfrm>
              <a:off x="8485736" y="1465322"/>
              <a:ext cx="79393" cy="417309"/>
            </a:xfrm>
            <a:custGeom>
              <a:avLst/>
              <a:gdLst>
                <a:gd name="connsiteX0" fmla="*/ 39697 w 79393"/>
                <a:gd name="connsiteY0" fmla="*/ 417310 h 417309"/>
                <a:gd name="connsiteX1" fmla="*/ 0 w 79393"/>
                <a:gd name="connsiteY1" fmla="*/ 377613 h 417309"/>
                <a:gd name="connsiteX2" fmla="*/ 0 w 79393"/>
                <a:gd name="connsiteY2" fmla="*/ 39697 h 417309"/>
                <a:gd name="connsiteX3" fmla="*/ 39697 w 79393"/>
                <a:gd name="connsiteY3" fmla="*/ 0 h 417309"/>
                <a:gd name="connsiteX4" fmla="*/ 79393 w 79393"/>
                <a:gd name="connsiteY4" fmla="*/ 39697 h 417309"/>
                <a:gd name="connsiteX5" fmla="*/ 79393 w 79393"/>
                <a:gd name="connsiteY5" fmla="*/ 377613 h 417309"/>
                <a:gd name="connsiteX6" fmla="*/ 39697 w 79393"/>
                <a:gd name="connsiteY6" fmla="*/ 417310 h 41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17309">
                  <a:moveTo>
                    <a:pt x="39697" y="417310"/>
                  </a:moveTo>
                  <a:cubicBezTo>
                    <a:pt x="17773" y="417310"/>
                    <a:pt x="0" y="399537"/>
                    <a:pt x="0" y="3776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77613"/>
                  </a:lnTo>
                  <a:cubicBezTo>
                    <a:pt x="79393" y="399537"/>
                    <a:pt x="61621" y="417310"/>
                    <a:pt x="39697" y="4173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70DCDDE-5882-9340-94D0-8DBC6454CEE2}"/>
                </a:ext>
              </a:extLst>
            </p:cNvPr>
            <p:cNvSpPr/>
            <p:nvPr/>
          </p:nvSpPr>
          <p:spPr>
            <a:xfrm>
              <a:off x="8396290" y="1714842"/>
              <a:ext cx="253861" cy="166598"/>
            </a:xfrm>
            <a:custGeom>
              <a:avLst/>
              <a:gdLst>
                <a:gd name="connsiteX0" fmla="*/ 126910 w 253861"/>
                <a:gd name="connsiteY0" fmla="*/ 166599 h 166598"/>
                <a:gd name="connsiteX1" fmla="*/ 98824 w 253861"/>
                <a:gd name="connsiteY1" fmla="*/ 154987 h 166598"/>
                <a:gd name="connsiteX2" fmla="*/ 11641 w 253861"/>
                <a:gd name="connsiteY2" fmla="*/ 67804 h 166598"/>
                <a:gd name="connsiteX3" fmla="*/ 11616 w 253861"/>
                <a:gd name="connsiteY3" fmla="*/ 11658 h 166598"/>
                <a:gd name="connsiteX4" fmla="*/ 67762 w 253861"/>
                <a:gd name="connsiteY4" fmla="*/ 11633 h 166598"/>
                <a:gd name="connsiteX5" fmla="*/ 126910 w 253861"/>
                <a:gd name="connsiteY5" fmla="*/ 70781 h 166598"/>
                <a:gd name="connsiteX6" fmla="*/ 186058 w 253861"/>
                <a:gd name="connsiteY6" fmla="*/ 11633 h 166598"/>
                <a:gd name="connsiteX7" fmla="*/ 242228 w 253861"/>
                <a:gd name="connsiteY7" fmla="*/ 11633 h 166598"/>
                <a:gd name="connsiteX8" fmla="*/ 242228 w 253861"/>
                <a:gd name="connsiteY8" fmla="*/ 67804 h 166598"/>
                <a:gd name="connsiteX9" fmla="*/ 154995 w 253861"/>
                <a:gd name="connsiteY9" fmla="*/ 154987 h 166598"/>
                <a:gd name="connsiteX10" fmla="*/ 126910 w 253861"/>
                <a:gd name="connsiteY10" fmla="*/ 166599 h 16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861" h="166598">
                  <a:moveTo>
                    <a:pt x="126910" y="166599"/>
                  </a:moveTo>
                  <a:cubicBezTo>
                    <a:pt x="116378" y="166607"/>
                    <a:pt x="106275" y="162430"/>
                    <a:pt x="98824" y="154987"/>
                  </a:cubicBezTo>
                  <a:lnTo>
                    <a:pt x="11641" y="67804"/>
                  </a:lnTo>
                  <a:cubicBezTo>
                    <a:pt x="-3870" y="52306"/>
                    <a:pt x="-3882" y="27169"/>
                    <a:pt x="11616" y="11658"/>
                  </a:cubicBezTo>
                  <a:cubicBezTo>
                    <a:pt x="27113" y="-3853"/>
                    <a:pt x="52251" y="-3864"/>
                    <a:pt x="67762" y="11633"/>
                  </a:cubicBezTo>
                  <a:lnTo>
                    <a:pt x="126910" y="70781"/>
                  </a:lnTo>
                  <a:lnTo>
                    <a:pt x="186058" y="11633"/>
                  </a:lnTo>
                  <a:cubicBezTo>
                    <a:pt x="201569" y="-3878"/>
                    <a:pt x="226717" y="-3878"/>
                    <a:pt x="242228" y="11633"/>
                  </a:cubicBezTo>
                  <a:cubicBezTo>
                    <a:pt x="257740" y="27144"/>
                    <a:pt x="257740" y="52293"/>
                    <a:pt x="242228" y="67804"/>
                  </a:cubicBezTo>
                  <a:lnTo>
                    <a:pt x="154995" y="154987"/>
                  </a:lnTo>
                  <a:cubicBezTo>
                    <a:pt x="147544" y="162430"/>
                    <a:pt x="137441" y="166607"/>
                    <a:pt x="126910" y="1665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9" name="Picture Placeholder 45">
            <a:extLst>
              <a:ext uri="{FF2B5EF4-FFF2-40B4-BE49-F238E27FC236}">
                <a16:creationId xmlns:a16="http://schemas.microsoft.com/office/drawing/2014/main" id="{1D7C417A-178D-4CFD-9CE9-9D9363834D1C}"/>
              </a:ext>
            </a:extLst>
          </p:cNvPr>
          <p:cNvGrpSpPr>
            <a:grpSpLocks noChangeAspect="1"/>
          </p:cNvGrpSpPr>
          <p:nvPr/>
        </p:nvGrpSpPr>
        <p:grpSpPr>
          <a:xfrm>
            <a:off x="9380425" y="1402701"/>
            <a:ext cx="868363" cy="868362"/>
            <a:chOff x="9380425" y="1402701"/>
            <a:chExt cx="868363" cy="868362"/>
          </a:xfrm>
        </p:grpSpPr>
        <p:grpSp>
          <p:nvGrpSpPr>
            <p:cNvPr id="71" name="Picture Placeholder 45">
              <a:extLst>
                <a:ext uri="{FF2B5EF4-FFF2-40B4-BE49-F238E27FC236}">
                  <a16:creationId xmlns:a16="http://schemas.microsoft.com/office/drawing/2014/main" id="{1D7C417A-178D-4CFD-9CE9-9D9363834D1C}"/>
                </a:ext>
              </a:extLst>
            </p:cNvPr>
            <p:cNvGrpSpPr/>
            <p:nvPr/>
          </p:nvGrpSpPr>
          <p:grpSpPr>
            <a:xfrm>
              <a:off x="9423098" y="1467455"/>
              <a:ext cx="782925" cy="645068"/>
              <a:chOff x="9423098" y="1467455"/>
              <a:chExt cx="782925" cy="645068"/>
            </a:xfrm>
            <a:solidFill>
              <a:srgbClr val="FFFFFF"/>
            </a:solidFill>
          </p:grpSpPr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D3A3418F-CF01-514F-ACD4-12906A653D8B}"/>
                  </a:ext>
                </a:extLst>
              </p:cNvPr>
              <p:cNvSpPr/>
              <p:nvPr/>
            </p:nvSpPr>
            <p:spPr>
              <a:xfrm>
                <a:off x="9423098" y="1467455"/>
                <a:ext cx="782925" cy="596093"/>
              </a:xfrm>
              <a:custGeom>
                <a:avLst/>
                <a:gdLst>
                  <a:gd name="connsiteX0" fmla="*/ 132735 w 782925"/>
                  <a:gd name="connsiteY0" fmla="*/ 596093 h 596093"/>
                  <a:gd name="connsiteX1" fmla="*/ 93037 w 782925"/>
                  <a:gd name="connsiteY1" fmla="*/ 556397 h 596093"/>
                  <a:gd name="connsiteX2" fmla="*/ 93039 w 782925"/>
                  <a:gd name="connsiteY2" fmla="*/ 556049 h 596093"/>
                  <a:gd name="connsiteX3" fmla="*/ 97207 w 782925"/>
                  <a:gd name="connsiteY3" fmla="*/ 79691 h 596093"/>
                  <a:gd name="connsiteX4" fmla="*/ 39697 w 782925"/>
                  <a:gd name="connsiteY4" fmla="*/ 79393 h 596093"/>
                  <a:gd name="connsiteX5" fmla="*/ 0 w 782925"/>
                  <a:gd name="connsiteY5" fmla="*/ 39697 h 596093"/>
                  <a:gd name="connsiteX6" fmla="*/ 39697 w 782925"/>
                  <a:gd name="connsiteY6" fmla="*/ 0 h 596093"/>
                  <a:gd name="connsiteX7" fmla="*/ 39945 w 782925"/>
                  <a:gd name="connsiteY7" fmla="*/ 0 h 596093"/>
                  <a:gd name="connsiteX8" fmla="*/ 137251 w 782925"/>
                  <a:gd name="connsiteY8" fmla="*/ 595 h 596093"/>
                  <a:gd name="connsiteX9" fmla="*/ 176700 w 782925"/>
                  <a:gd name="connsiteY9" fmla="*/ 40538 h 596093"/>
                  <a:gd name="connsiteX10" fmla="*/ 176699 w 782925"/>
                  <a:gd name="connsiteY10" fmla="*/ 40639 h 596093"/>
                  <a:gd name="connsiteX11" fmla="*/ 175856 w 782925"/>
                  <a:gd name="connsiteY11" fmla="*/ 137300 h 596093"/>
                  <a:gd name="connsiteX12" fmla="*/ 742624 w 782925"/>
                  <a:gd name="connsiteY12" fmla="*/ 134472 h 596093"/>
                  <a:gd name="connsiteX13" fmla="*/ 742624 w 782925"/>
                  <a:gd name="connsiteY13" fmla="*/ 134472 h 596093"/>
                  <a:gd name="connsiteX14" fmla="*/ 782921 w 782925"/>
                  <a:gd name="connsiteY14" fmla="*/ 173561 h 596093"/>
                  <a:gd name="connsiteX15" fmla="*/ 781031 w 782925"/>
                  <a:gd name="connsiteY15" fmla="*/ 186276 h 596093"/>
                  <a:gd name="connsiteX16" fmla="*/ 687892 w 782925"/>
                  <a:gd name="connsiteY16" fmla="*/ 477053 h 596093"/>
                  <a:gd name="connsiteX17" fmla="*/ 656979 w 782925"/>
                  <a:gd name="connsiteY17" fmla="*/ 504047 h 596093"/>
                  <a:gd name="connsiteX18" fmla="*/ 139633 w 782925"/>
                  <a:gd name="connsiteY18" fmla="*/ 595498 h 596093"/>
                  <a:gd name="connsiteX19" fmla="*/ 132735 w 782925"/>
                  <a:gd name="connsiteY19" fmla="*/ 596093 h 596093"/>
                  <a:gd name="connsiteX20" fmla="*/ 175657 w 782925"/>
                  <a:gd name="connsiteY20" fmla="*/ 216694 h 596093"/>
                  <a:gd name="connsiteX21" fmla="*/ 173077 w 782925"/>
                  <a:gd name="connsiteY21" fmla="*/ 509009 h 596093"/>
                  <a:gd name="connsiteX22" fmla="*/ 619664 w 782925"/>
                  <a:gd name="connsiteY22" fmla="*/ 430063 h 596093"/>
                  <a:gd name="connsiteX23" fmla="*/ 688835 w 782925"/>
                  <a:gd name="connsiteY23" fmla="*/ 214163 h 59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2925" h="596093">
                    <a:moveTo>
                      <a:pt x="132735" y="596093"/>
                    </a:moveTo>
                    <a:cubicBezTo>
                      <a:pt x="110812" y="596093"/>
                      <a:pt x="93038" y="578324"/>
                      <a:pt x="93037" y="556397"/>
                    </a:cubicBezTo>
                    <a:cubicBezTo>
                      <a:pt x="93037" y="556283"/>
                      <a:pt x="93038" y="556164"/>
                      <a:pt x="93039" y="556049"/>
                    </a:cubicBezTo>
                    <a:lnTo>
                      <a:pt x="97207" y="79691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9945" y="0"/>
                    </a:lnTo>
                    <a:lnTo>
                      <a:pt x="137251" y="595"/>
                    </a:lnTo>
                    <a:cubicBezTo>
                      <a:pt x="159174" y="731"/>
                      <a:pt x="176836" y="18614"/>
                      <a:pt x="176700" y="40538"/>
                    </a:cubicBezTo>
                    <a:cubicBezTo>
                      <a:pt x="176700" y="40572"/>
                      <a:pt x="176700" y="40606"/>
                      <a:pt x="176699" y="40639"/>
                    </a:cubicBezTo>
                    <a:lnTo>
                      <a:pt x="175856" y="137300"/>
                    </a:lnTo>
                    <a:lnTo>
                      <a:pt x="742624" y="134472"/>
                    </a:lnTo>
                    <a:lnTo>
                      <a:pt x="742624" y="134472"/>
                    </a:lnTo>
                    <a:cubicBezTo>
                      <a:pt x="764546" y="134139"/>
                      <a:pt x="782584" y="151640"/>
                      <a:pt x="782921" y="173561"/>
                    </a:cubicBezTo>
                    <a:cubicBezTo>
                      <a:pt x="782986" y="177874"/>
                      <a:pt x="782345" y="182168"/>
                      <a:pt x="781031" y="186276"/>
                    </a:cubicBezTo>
                    <a:lnTo>
                      <a:pt x="687892" y="477053"/>
                    </a:lnTo>
                    <a:cubicBezTo>
                      <a:pt x="683397" y="491091"/>
                      <a:pt x="671498" y="501487"/>
                      <a:pt x="656979" y="504047"/>
                    </a:cubicBezTo>
                    <a:lnTo>
                      <a:pt x="139633" y="595498"/>
                    </a:lnTo>
                    <a:cubicBezTo>
                      <a:pt x="137355" y="595895"/>
                      <a:pt x="135047" y="596093"/>
                      <a:pt x="132735" y="596093"/>
                    </a:cubicBezTo>
                    <a:close/>
                    <a:moveTo>
                      <a:pt x="175657" y="216694"/>
                    </a:moveTo>
                    <a:lnTo>
                      <a:pt x="173077" y="509009"/>
                    </a:lnTo>
                    <a:lnTo>
                      <a:pt x="619664" y="430063"/>
                    </a:lnTo>
                    <a:lnTo>
                      <a:pt x="688835" y="21416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565477C7-3BC1-514E-A736-455A6D588A1D}"/>
                  </a:ext>
                </a:extLst>
              </p:cNvPr>
              <p:cNvSpPr/>
              <p:nvPr/>
            </p:nvSpPr>
            <p:spPr>
              <a:xfrm>
                <a:off x="9516137" y="1969319"/>
                <a:ext cx="650031" cy="143205"/>
              </a:xfrm>
              <a:custGeom>
                <a:avLst/>
                <a:gdLst>
                  <a:gd name="connsiteX0" fmla="*/ 610335 w 650031"/>
                  <a:gd name="connsiteY0" fmla="*/ 143205 h 143205"/>
                  <a:gd name="connsiteX1" fmla="*/ 39697 w 650031"/>
                  <a:gd name="connsiteY1" fmla="*/ 143205 h 143205"/>
                  <a:gd name="connsiteX2" fmla="*/ 0 w 650031"/>
                  <a:gd name="connsiteY2" fmla="*/ 103509 h 143205"/>
                  <a:gd name="connsiteX3" fmla="*/ 0 w 650031"/>
                  <a:gd name="connsiteY3" fmla="*/ 39697 h 143205"/>
                  <a:gd name="connsiteX4" fmla="*/ 39697 w 650031"/>
                  <a:gd name="connsiteY4" fmla="*/ 0 h 143205"/>
                  <a:gd name="connsiteX5" fmla="*/ 79393 w 650031"/>
                  <a:gd name="connsiteY5" fmla="*/ 39697 h 143205"/>
                  <a:gd name="connsiteX6" fmla="*/ 79393 w 650031"/>
                  <a:gd name="connsiteY6" fmla="*/ 63812 h 143205"/>
                  <a:gd name="connsiteX7" fmla="*/ 610335 w 650031"/>
                  <a:gd name="connsiteY7" fmla="*/ 63812 h 143205"/>
                  <a:gd name="connsiteX8" fmla="*/ 650032 w 650031"/>
                  <a:gd name="connsiteY8" fmla="*/ 103509 h 143205"/>
                  <a:gd name="connsiteX9" fmla="*/ 610335 w 650031"/>
                  <a:gd name="connsiteY9" fmla="*/ 143205 h 14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0031" h="143205">
                    <a:moveTo>
                      <a:pt x="610335" y="143205"/>
                    </a:moveTo>
                    <a:lnTo>
                      <a:pt x="39697" y="143205"/>
                    </a:lnTo>
                    <a:cubicBezTo>
                      <a:pt x="17773" y="143205"/>
                      <a:pt x="0" y="125431"/>
                      <a:pt x="0" y="103509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63812"/>
                    </a:lnTo>
                    <a:lnTo>
                      <a:pt x="610335" y="63812"/>
                    </a:lnTo>
                    <a:cubicBezTo>
                      <a:pt x="632258" y="63812"/>
                      <a:pt x="650032" y="81586"/>
                      <a:pt x="650032" y="103509"/>
                    </a:cubicBezTo>
                    <a:cubicBezTo>
                      <a:pt x="650032" y="125431"/>
                      <a:pt x="632258" y="143205"/>
                      <a:pt x="610335" y="1432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B7F8EBC7-3213-EC4E-96D0-6FEB62094CE3}"/>
                </a:ext>
              </a:extLst>
            </p:cNvPr>
            <p:cNvSpPr/>
            <p:nvPr/>
          </p:nvSpPr>
          <p:spPr>
            <a:xfrm>
              <a:off x="10083601" y="2126879"/>
              <a:ext cx="79391" cy="79379"/>
            </a:xfrm>
            <a:custGeom>
              <a:avLst/>
              <a:gdLst>
                <a:gd name="connsiteX0" fmla="*/ 39695 w 79391"/>
                <a:gd name="connsiteY0" fmla="*/ 79379 h 79379"/>
                <a:gd name="connsiteX1" fmla="*/ 31955 w 79391"/>
                <a:gd name="connsiteY1" fmla="*/ 78635 h 79379"/>
                <a:gd name="connsiteX2" fmla="*/ 24561 w 79391"/>
                <a:gd name="connsiteY2" fmla="*/ 76352 h 79379"/>
                <a:gd name="connsiteX3" fmla="*/ 17664 w 79391"/>
                <a:gd name="connsiteY3" fmla="*/ 72730 h 79379"/>
                <a:gd name="connsiteX4" fmla="*/ 6698 w 79391"/>
                <a:gd name="connsiteY4" fmla="*/ 61764 h 79379"/>
                <a:gd name="connsiteX5" fmla="*/ 3075 w 79391"/>
                <a:gd name="connsiteY5" fmla="*/ 54866 h 79379"/>
                <a:gd name="connsiteX6" fmla="*/ 793 w 79391"/>
                <a:gd name="connsiteY6" fmla="*/ 47473 h 79379"/>
                <a:gd name="connsiteX7" fmla="*/ 793 w 79391"/>
                <a:gd name="connsiteY7" fmla="*/ 31942 h 79379"/>
                <a:gd name="connsiteX8" fmla="*/ 3075 w 79391"/>
                <a:gd name="connsiteY8" fmla="*/ 24548 h 79379"/>
                <a:gd name="connsiteX9" fmla="*/ 6698 w 79391"/>
                <a:gd name="connsiteY9" fmla="*/ 17651 h 79379"/>
                <a:gd name="connsiteX10" fmla="*/ 11660 w 79391"/>
                <a:gd name="connsiteY10" fmla="*/ 11647 h 79379"/>
                <a:gd name="connsiteX11" fmla="*/ 17664 w 79391"/>
                <a:gd name="connsiteY11" fmla="*/ 6685 h 79379"/>
                <a:gd name="connsiteX12" fmla="*/ 24511 w 79391"/>
                <a:gd name="connsiteY12" fmla="*/ 3062 h 79379"/>
                <a:gd name="connsiteX13" fmla="*/ 31955 w 79391"/>
                <a:gd name="connsiteY13" fmla="*/ 780 h 79379"/>
                <a:gd name="connsiteX14" fmla="*/ 54879 w 79391"/>
                <a:gd name="connsiteY14" fmla="*/ 3062 h 79379"/>
                <a:gd name="connsiteX15" fmla="*/ 61777 w 79391"/>
                <a:gd name="connsiteY15" fmla="*/ 6685 h 79379"/>
                <a:gd name="connsiteX16" fmla="*/ 67781 w 79391"/>
                <a:gd name="connsiteY16" fmla="*/ 11647 h 79379"/>
                <a:gd name="connsiteX17" fmla="*/ 72743 w 79391"/>
                <a:gd name="connsiteY17" fmla="*/ 17651 h 79379"/>
                <a:gd name="connsiteX18" fmla="*/ 76365 w 79391"/>
                <a:gd name="connsiteY18" fmla="*/ 24548 h 79379"/>
                <a:gd name="connsiteX19" fmla="*/ 78648 w 79391"/>
                <a:gd name="connsiteY19" fmla="*/ 31942 h 79379"/>
                <a:gd name="connsiteX20" fmla="*/ 79392 w 79391"/>
                <a:gd name="connsiteY20" fmla="*/ 39732 h 79379"/>
                <a:gd name="connsiteX21" fmla="*/ 67781 w 79391"/>
                <a:gd name="connsiteY21" fmla="*/ 67768 h 79379"/>
                <a:gd name="connsiteX22" fmla="*/ 61727 w 79391"/>
                <a:gd name="connsiteY22" fmla="*/ 72730 h 79379"/>
                <a:gd name="connsiteX23" fmla="*/ 54879 w 79391"/>
                <a:gd name="connsiteY23" fmla="*/ 76352 h 79379"/>
                <a:gd name="connsiteX24" fmla="*/ 47486 w 79391"/>
                <a:gd name="connsiteY24" fmla="*/ 78635 h 79379"/>
                <a:gd name="connsiteX25" fmla="*/ 39695 w 79391"/>
                <a:gd name="connsiteY25" fmla="*/ 79379 h 79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391" h="79379">
                  <a:moveTo>
                    <a:pt x="39695" y="79379"/>
                  </a:moveTo>
                  <a:cubicBezTo>
                    <a:pt x="37095" y="79379"/>
                    <a:pt x="34505" y="79126"/>
                    <a:pt x="31955" y="78635"/>
                  </a:cubicBezTo>
                  <a:cubicBezTo>
                    <a:pt x="29424" y="78099"/>
                    <a:pt x="26953" y="77335"/>
                    <a:pt x="24561" y="76352"/>
                  </a:cubicBezTo>
                  <a:cubicBezTo>
                    <a:pt x="22159" y="75355"/>
                    <a:pt x="19852" y="74139"/>
                    <a:pt x="17664" y="72730"/>
                  </a:cubicBezTo>
                  <a:cubicBezTo>
                    <a:pt x="13347" y="69802"/>
                    <a:pt x="9625" y="66081"/>
                    <a:pt x="6698" y="61764"/>
                  </a:cubicBezTo>
                  <a:cubicBezTo>
                    <a:pt x="5269" y="59590"/>
                    <a:pt x="4053" y="57278"/>
                    <a:pt x="3075" y="54866"/>
                  </a:cubicBezTo>
                  <a:cubicBezTo>
                    <a:pt x="2068" y="52485"/>
                    <a:pt x="1304" y="50009"/>
                    <a:pt x="793" y="47473"/>
                  </a:cubicBezTo>
                  <a:cubicBezTo>
                    <a:pt x="-264" y="42352"/>
                    <a:pt x="-264" y="37063"/>
                    <a:pt x="793" y="31942"/>
                  </a:cubicBezTo>
                  <a:cubicBezTo>
                    <a:pt x="1304" y="29406"/>
                    <a:pt x="2068" y="26930"/>
                    <a:pt x="3075" y="24548"/>
                  </a:cubicBezTo>
                  <a:cubicBezTo>
                    <a:pt x="4053" y="22137"/>
                    <a:pt x="5269" y="19824"/>
                    <a:pt x="6698" y="17651"/>
                  </a:cubicBezTo>
                  <a:cubicBezTo>
                    <a:pt x="8147" y="15487"/>
                    <a:pt x="9809" y="13473"/>
                    <a:pt x="11660" y="11647"/>
                  </a:cubicBezTo>
                  <a:cubicBezTo>
                    <a:pt x="13501" y="9806"/>
                    <a:pt x="15510" y="8144"/>
                    <a:pt x="17664" y="6685"/>
                  </a:cubicBezTo>
                  <a:cubicBezTo>
                    <a:pt x="19837" y="5285"/>
                    <a:pt x="22130" y="4070"/>
                    <a:pt x="24511" y="3062"/>
                  </a:cubicBezTo>
                  <a:cubicBezTo>
                    <a:pt x="26913" y="2065"/>
                    <a:pt x="29404" y="1296"/>
                    <a:pt x="31955" y="780"/>
                  </a:cubicBezTo>
                  <a:cubicBezTo>
                    <a:pt x="39651" y="-783"/>
                    <a:pt x="47640" y="16"/>
                    <a:pt x="54879" y="3062"/>
                  </a:cubicBezTo>
                  <a:cubicBezTo>
                    <a:pt x="57281" y="4060"/>
                    <a:pt x="59588" y="5271"/>
                    <a:pt x="61777" y="6685"/>
                  </a:cubicBezTo>
                  <a:cubicBezTo>
                    <a:pt x="63930" y="8144"/>
                    <a:pt x="65940" y="9806"/>
                    <a:pt x="67781" y="11647"/>
                  </a:cubicBezTo>
                  <a:cubicBezTo>
                    <a:pt x="69607" y="13498"/>
                    <a:pt x="71269" y="15507"/>
                    <a:pt x="72743" y="17651"/>
                  </a:cubicBezTo>
                  <a:cubicBezTo>
                    <a:pt x="74157" y="19839"/>
                    <a:pt x="75368" y="22147"/>
                    <a:pt x="76365" y="24548"/>
                  </a:cubicBezTo>
                  <a:cubicBezTo>
                    <a:pt x="77348" y="26940"/>
                    <a:pt x="78112" y="29411"/>
                    <a:pt x="78648" y="31942"/>
                  </a:cubicBezTo>
                  <a:cubicBezTo>
                    <a:pt x="79144" y="34507"/>
                    <a:pt x="79392" y="37117"/>
                    <a:pt x="79392" y="39732"/>
                  </a:cubicBezTo>
                  <a:cubicBezTo>
                    <a:pt x="79387" y="50247"/>
                    <a:pt x="75209" y="60330"/>
                    <a:pt x="67781" y="67768"/>
                  </a:cubicBezTo>
                  <a:cubicBezTo>
                    <a:pt x="65935" y="69624"/>
                    <a:pt x="63905" y="71286"/>
                    <a:pt x="61727" y="72730"/>
                  </a:cubicBezTo>
                  <a:cubicBezTo>
                    <a:pt x="59564" y="74149"/>
                    <a:pt x="57271" y="75365"/>
                    <a:pt x="54879" y="76352"/>
                  </a:cubicBezTo>
                  <a:cubicBezTo>
                    <a:pt x="52488" y="77335"/>
                    <a:pt x="50016" y="78099"/>
                    <a:pt x="47486" y="78635"/>
                  </a:cubicBezTo>
                  <a:cubicBezTo>
                    <a:pt x="44920" y="79131"/>
                    <a:pt x="42310" y="79379"/>
                    <a:pt x="39695" y="793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B33E287D-FE20-7C4F-A298-D1E36F9FFA9F}"/>
                </a:ext>
              </a:extLst>
            </p:cNvPr>
            <p:cNvSpPr/>
            <p:nvPr/>
          </p:nvSpPr>
          <p:spPr>
            <a:xfrm>
              <a:off x="9520355" y="2126381"/>
              <a:ext cx="79443" cy="79430"/>
            </a:xfrm>
            <a:custGeom>
              <a:avLst/>
              <a:gdLst>
                <a:gd name="connsiteX0" fmla="*/ 39697 w 79443"/>
                <a:gd name="connsiteY0" fmla="*/ 79430 h 79430"/>
                <a:gd name="connsiteX1" fmla="*/ 11661 w 79443"/>
                <a:gd name="connsiteY1" fmla="*/ 67769 h 79430"/>
                <a:gd name="connsiteX2" fmla="*/ 3077 w 79443"/>
                <a:gd name="connsiteY2" fmla="*/ 54918 h 79430"/>
                <a:gd name="connsiteX3" fmla="*/ 794 w 79443"/>
                <a:gd name="connsiteY3" fmla="*/ 47475 h 79430"/>
                <a:gd name="connsiteX4" fmla="*/ 794 w 79443"/>
                <a:gd name="connsiteY4" fmla="*/ 31943 h 79430"/>
                <a:gd name="connsiteX5" fmla="*/ 3077 w 79443"/>
                <a:gd name="connsiteY5" fmla="*/ 24550 h 79430"/>
                <a:gd name="connsiteX6" fmla="*/ 6699 w 79443"/>
                <a:gd name="connsiteY6" fmla="*/ 17653 h 79430"/>
                <a:gd name="connsiteX7" fmla="*/ 11661 w 79443"/>
                <a:gd name="connsiteY7" fmla="*/ 11648 h 79430"/>
                <a:gd name="connsiteX8" fmla="*/ 17665 w 79443"/>
                <a:gd name="connsiteY8" fmla="*/ 6686 h 79430"/>
                <a:gd name="connsiteX9" fmla="*/ 24513 w 79443"/>
                <a:gd name="connsiteY9" fmla="*/ 3064 h 79430"/>
                <a:gd name="connsiteX10" fmla="*/ 31956 w 79443"/>
                <a:gd name="connsiteY10" fmla="*/ 782 h 79430"/>
                <a:gd name="connsiteX11" fmla="*/ 47487 w 79443"/>
                <a:gd name="connsiteY11" fmla="*/ 782 h 79430"/>
                <a:gd name="connsiteX12" fmla="*/ 54930 w 79443"/>
                <a:gd name="connsiteY12" fmla="*/ 3064 h 79430"/>
                <a:gd name="connsiteX13" fmla="*/ 67782 w 79443"/>
                <a:gd name="connsiteY13" fmla="*/ 11648 h 79430"/>
                <a:gd name="connsiteX14" fmla="*/ 72744 w 79443"/>
                <a:gd name="connsiteY14" fmla="*/ 17653 h 79430"/>
                <a:gd name="connsiteX15" fmla="*/ 76367 w 79443"/>
                <a:gd name="connsiteY15" fmla="*/ 24550 h 79430"/>
                <a:gd name="connsiteX16" fmla="*/ 78649 w 79443"/>
                <a:gd name="connsiteY16" fmla="*/ 31943 h 79430"/>
                <a:gd name="connsiteX17" fmla="*/ 78649 w 79443"/>
                <a:gd name="connsiteY17" fmla="*/ 47475 h 79430"/>
                <a:gd name="connsiteX18" fmla="*/ 76367 w 79443"/>
                <a:gd name="connsiteY18" fmla="*/ 54918 h 79430"/>
                <a:gd name="connsiteX19" fmla="*/ 72744 w 79443"/>
                <a:gd name="connsiteY19" fmla="*/ 61765 h 79430"/>
                <a:gd name="connsiteX20" fmla="*/ 67782 w 79443"/>
                <a:gd name="connsiteY20" fmla="*/ 67769 h 79430"/>
                <a:gd name="connsiteX21" fmla="*/ 39697 w 79443"/>
                <a:gd name="connsiteY21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430">
                  <a:moveTo>
                    <a:pt x="39697" y="79430"/>
                  </a:moveTo>
                  <a:cubicBezTo>
                    <a:pt x="29181" y="79386"/>
                    <a:pt x="19107" y="75198"/>
                    <a:pt x="11661" y="67769"/>
                  </a:cubicBezTo>
                  <a:cubicBezTo>
                    <a:pt x="7952" y="64117"/>
                    <a:pt x="5030" y="59741"/>
                    <a:pt x="3077" y="54918"/>
                  </a:cubicBezTo>
                  <a:cubicBezTo>
                    <a:pt x="2077" y="52516"/>
                    <a:pt x="1313" y="50025"/>
                    <a:pt x="794" y="47475"/>
                  </a:cubicBezTo>
                  <a:cubicBezTo>
                    <a:pt x="-265" y="42354"/>
                    <a:pt x="-265" y="37064"/>
                    <a:pt x="794" y="31943"/>
                  </a:cubicBezTo>
                  <a:cubicBezTo>
                    <a:pt x="1305" y="29408"/>
                    <a:pt x="2070" y="26932"/>
                    <a:pt x="3077" y="24550"/>
                  </a:cubicBezTo>
                  <a:cubicBezTo>
                    <a:pt x="4055" y="22138"/>
                    <a:pt x="5268" y="19826"/>
                    <a:pt x="6699" y="17653"/>
                  </a:cubicBezTo>
                  <a:cubicBezTo>
                    <a:pt x="8158" y="15499"/>
                    <a:pt x="9820" y="13489"/>
                    <a:pt x="11661" y="11648"/>
                  </a:cubicBezTo>
                  <a:cubicBezTo>
                    <a:pt x="13489" y="9798"/>
                    <a:pt x="15501" y="8135"/>
                    <a:pt x="17665" y="6686"/>
                  </a:cubicBezTo>
                  <a:cubicBezTo>
                    <a:pt x="19829" y="5267"/>
                    <a:pt x="22122" y="4052"/>
                    <a:pt x="24513" y="3064"/>
                  </a:cubicBezTo>
                  <a:cubicBezTo>
                    <a:pt x="26915" y="2067"/>
                    <a:pt x="29407" y="1298"/>
                    <a:pt x="31956" y="782"/>
                  </a:cubicBezTo>
                  <a:cubicBezTo>
                    <a:pt x="37081" y="-261"/>
                    <a:pt x="42362" y="-261"/>
                    <a:pt x="47487" y="782"/>
                  </a:cubicBezTo>
                  <a:cubicBezTo>
                    <a:pt x="50036" y="1298"/>
                    <a:pt x="52529" y="2067"/>
                    <a:pt x="54930" y="3064"/>
                  </a:cubicBezTo>
                  <a:cubicBezTo>
                    <a:pt x="59756" y="5019"/>
                    <a:pt x="64130" y="7937"/>
                    <a:pt x="67782" y="11648"/>
                  </a:cubicBezTo>
                  <a:cubicBezTo>
                    <a:pt x="69609" y="13499"/>
                    <a:pt x="71270" y="15509"/>
                    <a:pt x="72744" y="17653"/>
                  </a:cubicBezTo>
                  <a:cubicBezTo>
                    <a:pt x="74156" y="19841"/>
                    <a:pt x="75368" y="22148"/>
                    <a:pt x="76367" y="24550"/>
                  </a:cubicBezTo>
                  <a:cubicBezTo>
                    <a:pt x="77373" y="26932"/>
                    <a:pt x="78138" y="29408"/>
                    <a:pt x="78649" y="31943"/>
                  </a:cubicBezTo>
                  <a:cubicBezTo>
                    <a:pt x="79708" y="37064"/>
                    <a:pt x="79708" y="42354"/>
                    <a:pt x="78649" y="47475"/>
                  </a:cubicBezTo>
                  <a:cubicBezTo>
                    <a:pt x="78131" y="50025"/>
                    <a:pt x="77366" y="52516"/>
                    <a:pt x="76367" y="54918"/>
                  </a:cubicBezTo>
                  <a:cubicBezTo>
                    <a:pt x="75357" y="57300"/>
                    <a:pt x="74146" y="59592"/>
                    <a:pt x="72744" y="61765"/>
                  </a:cubicBezTo>
                  <a:cubicBezTo>
                    <a:pt x="71270" y="63909"/>
                    <a:pt x="69609" y="65919"/>
                    <a:pt x="67782" y="67769"/>
                  </a:cubicBezTo>
                  <a:cubicBezTo>
                    <a:pt x="60321" y="75203"/>
                    <a:pt x="50229" y="79391"/>
                    <a:pt x="39697" y="7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1" name="Picture Placeholder 47">
            <a:extLst>
              <a:ext uri="{FF2B5EF4-FFF2-40B4-BE49-F238E27FC236}">
                <a16:creationId xmlns:a16="http://schemas.microsoft.com/office/drawing/2014/main" id="{A3DC963F-437C-476E-B780-391FD33136FE}"/>
              </a:ext>
            </a:extLst>
          </p:cNvPr>
          <p:cNvGrpSpPr>
            <a:grpSpLocks noChangeAspect="1"/>
          </p:cNvGrpSpPr>
          <p:nvPr/>
        </p:nvGrpSpPr>
        <p:grpSpPr>
          <a:xfrm>
            <a:off x="1490589" y="2521337"/>
            <a:ext cx="868363" cy="868362"/>
            <a:chOff x="1490589" y="2521337"/>
            <a:chExt cx="868363" cy="86836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FF92DD5-7814-EE40-90CE-9DFB259C6BF1}"/>
                </a:ext>
              </a:extLst>
            </p:cNvPr>
            <p:cNvSpPr/>
            <p:nvPr/>
          </p:nvSpPr>
          <p:spPr>
            <a:xfrm>
              <a:off x="1569131" y="2845310"/>
              <a:ext cx="719419" cy="458941"/>
            </a:xfrm>
            <a:custGeom>
              <a:avLst/>
              <a:gdLst>
                <a:gd name="connsiteX0" fmla="*/ 595456 w 719419"/>
                <a:gd name="connsiteY0" fmla="*/ 458942 h 458941"/>
                <a:gd name="connsiteX1" fmla="*/ 119097 w 719419"/>
                <a:gd name="connsiteY1" fmla="*/ 458942 h 458941"/>
                <a:gd name="connsiteX2" fmla="*/ 80244 w 719419"/>
                <a:gd name="connsiteY2" fmla="*/ 427383 h 458941"/>
                <a:gd name="connsiteX3" fmla="*/ 851 w 719419"/>
                <a:gd name="connsiteY3" fmla="*/ 47834 h 458941"/>
                <a:gd name="connsiteX4" fmla="*/ 31567 w 719419"/>
                <a:gd name="connsiteY4" fmla="*/ 843 h 458941"/>
                <a:gd name="connsiteX5" fmla="*/ 39704 w 719419"/>
                <a:gd name="connsiteY5" fmla="*/ 0 h 458941"/>
                <a:gd name="connsiteX6" fmla="*/ 39704 w 719419"/>
                <a:gd name="connsiteY6" fmla="*/ 0 h 458941"/>
                <a:gd name="connsiteX7" fmla="*/ 679812 w 719419"/>
                <a:gd name="connsiteY7" fmla="*/ 844 h 458941"/>
                <a:gd name="connsiteX8" fmla="*/ 719419 w 719419"/>
                <a:gd name="connsiteY8" fmla="*/ 40632 h 458941"/>
                <a:gd name="connsiteX9" fmla="*/ 718466 w 719419"/>
                <a:gd name="connsiteY9" fmla="*/ 49174 h 458941"/>
                <a:gd name="connsiteX10" fmla="*/ 634111 w 719419"/>
                <a:gd name="connsiteY10" fmla="*/ 427879 h 458941"/>
                <a:gd name="connsiteX11" fmla="*/ 595456 w 719419"/>
                <a:gd name="connsiteY11" fmla="*/ 458942 h 458941"/>
                <a:gd name="connsiteX12" fmla="*/ 151202 w 719419"/>
                <a:gd name="connsiteY12" fmla="*/ 379549 h 458941"/>
                <a:gd name="connsiteX13" fmla="*/ 563600 w 719419"/>
                <a:gd name="connsiteY13" fmla="*/ 379549 h 458941"/>
                <a:gd name="connsiteX14" fmla="*/ 630290 w 719419"/>
                <a:gd name="connsiteY14" fmla="*/ 80187 h 458941"/>
                <a:gd name="connsiteX15" fmla="*/ 88432 w 719419"/>
                <a:gd name="connsiteY15" fmla="*/ 79443 h 45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9419" h="458941">
                  <a:moveTo>
                    <a:pt x="595456" y="458942"/>
                  </a:moveTo>
                  <a:lnTo>
                    <a:pt x="119097" y="458942"/>
                  </a:lnTo>
                  <a:cubicBezTo>
                    <a:pt x="100310" y="458942"/>
                    <a:pt x="84096" y="445772"/>
                    <a:pt x="80244" y="427383"/>
                  </a:cubicBezTo>
                  <a:lnTo>
                    <a:pt x="851" y="47834"/>
                  </a:lnTo>
                  <a:cubicBezTo>
                    <a:pt x="-3643" y="26376"/>
                    <a:pt x="10109" y="5338"/>
                    <a:pt x="31567" y="843"/>
                  </a:cubicBezTo>
                  <a:cubicBezTo>
                    <a:pt x="34243" y="282"/>
                    <a:pt x="36970" y="0"/>
                    <a:pt x="39704" y="0"/>
                  </a:cubicBezTo>
                  <a:lnTo>
                    <a:pt x="39704" y="0"/>
                  </a:lnTo>
                  <a:lnTo>
                    <a:pt x="679812" y="844"/>
                  </a:lnTo>
                  <a:cubicBezTo>
                    <a:pt x="701734" y="894"/>
                    <a:pt x="719469" y="18708"/>
                    <a:pt x="719419" y="40632"/>
                  </a:cubicBezTo>
                  <a:cubicBezTo>
                    <a:pt x="719409" y="43505"/>
                    <a:pt x="719091" y="46370"/>
                    <a:pt x="718466" y="49174"/>
                  </a:cubicBezTo>
                  <a:lnTo>
                    <a:pt x="634111" y="427879"/>
                  </a:lnTo>
                  <a:cubicBezTo>
                    <a:pt x="630072" y="445996"/>
                    <a:pt x="614020" y="458897"/>
                    <a:pt x="595456" y="458942"/>
                  </a:cubicBezTo>
                  <a:close/>
                  <a:moveTo>
                    <a:pt x="151202" y="379549"/>
                  </a:moveTo>
                  <a:lnTo>
                    <a:pt x="563600" y="379549"/>
                  </a:lnTo>
                  <a:lnTo>
                    <a:pt x="630290" y="80187"/>
                  </a:lnTo>
                  <a:lnTo>
                    <a:pt x="88432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ED5FCBE-CF9A-554B-9E4B-ECFC16772AE7}"/>
                </a:ext>
              </a:extLst>
            </p:cNvPr>
            <p:cNvSpPr/>
            <p:nvPr/>
          </p:nvSpPr>
          <p:spPr>
            <a:xfrm>
              <a:off x="1754720" y="2946884"/>
              <a:ext cx="79393" cy="260855"/>
            </a:xfrm>
            <a:custGeom>
              <a:avLst/>
              <a:gdLst>
                <a:gd name="connsiteX0" fmla="*/ 39697 w 79393"/>
                <a:gd name="connsiteY0" fmla="*/ 260856 h 260855"/>
                <a:gd name="connsiteX1" fmla="*/ 0 w 79393"/>
                <a:gd name="connsiteY1" fmla="*/ 221159 h 260855"/>
                <a:gd name="connsiteX2" fmla="*/ 0 w 79393"/>
                <a:gd name="connsiteY2" fmla="*/ 39697 h 260855"/>
                <a:gd name="connsiteX3" fmla="*/ 39697 w 79393"/>
                <a:gd name="connsiteY3" fmla="*/ 0 h 260855"/>
                <a:gd name="connsiteX4" fmla="*/ 79393 w 79393"/>
                <a:gd name="connsiteY4" fmla="*/ 39697 h 260855"/>
                <a:gd name="connsiteX5" fmla="*/ 79393 w 79393"/>
                <a:gd name="connsiteY5" fmla="*/ 221159 h 260855"/>
                <a:gd name="connsiteX6" fmla="*/ 39697 w 79393"/>
                <a:gd name="connsiteY6" fmla="*/ 260856 h 26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855">
                  <a:moveTo>
                    <a:pt x="39697" y="260856"/>
                  </a:moveTo>
                  <a:cubicBezTo>
                    <a:pt x="17773" y="260856"/>
                    <a:pt x="0" y="243082"/>
                    <a:pt x="0" y="2211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1159"/>
                  </a:lnTo>
                  <a:cubicBezTo>
                    <a:pt x="79393" y="243082"/>
                    <a:pt x="61621" y="260856"/>
                    <a:pt x="39697" y="26085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B0CB0EC-3774-F74D-8DFD-F3840CAACE08}"/>
                </a:ext>
              </a:extLst>
            </p:cNvPr>
            <p:cNvSpPr/>
            <p:nvPr/>
          </p:nvSpPr>
          <p:spPr>
            <a:xfrm>
              <a:off x="2037856" y="2942318"/>
              <a:ext cx="79393" cy="265768"/>
            </a:xfrm>
            <a:custGeom>
              <a:avLst/>
              <a:gdLst>
                <a:gd name="connsiteX0" fmla="*/ 39697 w 79393"/>
                <a:gd name="connsiteY0" fmla="*/ 265768 h 265768"/>
                <a:gd name="connsiteX1" fmla="*/ 0 w 79393"/>
                <a:gd name="connsiteY1" fmla="*/ 226072 h 265768"/>
                <a:gd name="connsiteX2" fmla="*/ 0 w 79393"/>
                <a:gd name="connsiteY2" fmla="*/ 39697 h 265768"/>
                <a:gd name="connsiteX3" fmla="*/ 39697 w 79393"/>
                <a:gd name="connsiteY3" fmla="*/ 0 h 265768"/>
                <a:gd name="connsiteX4" fmla="*/ 79393 w 79393"/>
                <a:gd name="connsiteY4" fmla="*/ 39697 h 265768"/>
                <a:gd name="connsiteX5" fmla="*/ 79393 w 79393"/>
                <a:gd name="connsiteY5" fmla="*/ 226072 h 265768"/>
                <a:gd name="connsiteX6" fmla="*/ 39697 w 79393"/>
                <a:gd name="connsiteY6" fmla="*/ 265768 h 2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768">
                  <a:moveTo>
                    <a:pt x="39697" y="265768"/>
                  </a:moveTo>
                  <a:cubicBezTo>
                    <a:pt x="17774" y="265768"/>
                    <a:pt x="0" y="247994"/>
                    <a:pt x="0" y="22607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6072"/>
                  </a:lnTo>
                  <a:cubicBezTo>
                    <a:pt x="79393" y="247994"/>
                    <a:pt x="61619" y="265768"/>
                    <a:pt x="39697" y="2657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2531113-183C-FD4F-A514-22352EADD876}"/>
                </a:ext>
              </a:extLst>
            </p:cNvPr>
            <p:cNvSpPr/>
            <p:nvPr/>
          </p:nvSpPr>
          <p:spPr>
            <a:xfrm>
              <a:off x="1657362" y="2609415"/>
              <a:ext cx="219075" cy="297771"/>
            </a:xfrm>
            <a:custGeom>
              <a:avLst/>
              <a:gdLst>
                <a:gd name="connsiteX0" fmla="*/ 39648 w 219075"/>
                <a:gd name="connsiteY0" fmla="*/ 297772 h 297771"/>
                <a:gd name="connsiteX1" fmla="*/ 0 w 219075"/>
                <a:gd name="connsiteY1" fmla="*/ 258027 h 297771"/>
                <a:gd name="connsiteX2" fmla="*/ 6254 w 219075"/>
                <a:gd name="connsiteY2" fmla="*/ 236689 h 297771"/>
                <a:gd name="connsiteX3" fmla="*/ 145837 w 219075"/>
                <a:gd name="connsiteY3" fmla="*/ 18358 h 297771"/>
                <a:gd name="connsiteX4" fmla="*/ 200717 w 219075"/>
                <a:gd name="connsiteY4" fmla="*/ 6250 h 297771"/>
                <a:gd name="connsiteX5" fmla="*/ 212825 w 219075"/>
                <a:gd name="connsiteY5" fmla="*/ 61131 h 297771"/>
                <a:gd name="connsiteX6" fmla="*/ 73142 w 219075"/>
                <a:gd name="connsiteY6" fmla="*/ 279462 h 297771"/>
                <a:gd name="connsiteX7" fmla="*/ 39648 w 219075"/>
                <a:gd name="connsiteY7" fmla="*/ 297772 h 297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075" h="297771">
                  <a:moveTo>
                    <a:pt x="39648" y="297772"/>
                  </a:moveTo>
                  <a:cubicBezTo>
                    <a:pt x="17725" y="297745"/>
                    <a:pt x="-26" y="279951"/>
                    <a:pt x="0" y="258027"/>
                  </a:cubicBezTo>
                  <a:cubicBezTo>
                    <a:pt x="9" y="250464"/>
                    <a:pt x="2179" y="243061"/>
                    <a:pt x="6254" y="236689"/>
                  </a:cubicBezTo>
                  <a:lnTo>
                    <a:pt x="145837" y="18358"/>
                  </a:lnTo>
                  <a:cubicBezTo>
                    <a:pt x="157648" y="-140"/>
                    <a:pt x="182219" y="-5561"/>
                    <a:pt x="200717" y="6250"/>
                  </a:cubicBezTo>
                  <a:cubicBezTo>
                    <a:pt x="219216" y="18062"/>
                    <a:pt x="224636" y="42633"/>
                    <a:pt x="212825" y="61131"/>
                  </a:cubicBezTo>
                  <a:lnTo>
                    <a:pt x="73142" y="279462"/>
                  </a:lnTo>
                  <a:cubicBezTo>
                    <a:pt x="65837" y="290885"/>
                    <a:pt x="53207" y="297789"/>
                    <a:pt x="39648" y="2977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E14DA3A-7BAA-6C4A-B998-2C286605DA79}"/>
                </a:ext>
              </a:extLst>
            </p:cNvPr>
            <p:cNvSpPr/>
            <p:nvPr/>
          </p:nvSpPr>
          <p:spPr>
            <a:xfrm>
              <a:off x="1993043" y="2606777"/>
              <a:ext cx="219086" cy="297730"/>
            </a:xfrm>
            <a:custGeom>
              <a:avLst/>
              <a:gdLst>
                <a:gd name="connsiteX0" fmla="*/ 179433 w 219086"/>
                <a:gd name="connsiteY0" fmla="*/ 297730 h 297730"/>
                <a:gd name="connsiteX1" fmla="*/ 145939 w 219086"/>
                <a:gd name="connsiteY1" fmla="*/ 279420 h 297730"/>
                <a:gd name="connsiteX2" fmla="*/ 6257 w 219086"/>
                <a:gd name="connsiteY2" fmla="*/ 61089 h 297730"/>
                <a:gd name="connsiteX3" fmla="*/ 18315 w 219086"/>
                <a:gd name="connsiteY3" fmla="*/ 6258 h 297730"/>
                <a:gd name="connsiteX4" fmla="*/ 73146 w 219086"/>
                <a:gd name="connsiteY4" fmla="*/ 18316 h 297730"/>
                <a:gd name="connsiteX5" fmla="*/ 212828 w 219086"/>
                <a:gd name="connsiteY5" fmla="*/ 236647 h 297730"/>
                <a:gd name="connsiteX6" fmla="*/ 200770 w 219086"/>
                <a:gd name="connsiteY6" fmla="*/ 291476 h 297730"/>
                <a:gd name="connsiteX7" fmla="*/ 179433 w 219086"/>
                <a:gd name="connsiteY7" fmla="*/ 297730 h 29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086" h="297730">
                  <a:moveTo>
                    <a:pt x="179433" y="297730"/>
                  </a:moveTo>
                  <a:cubicBezTo>
                    <a:pt x="165872" y="297747"/>
                    <a:pt x="153244" y="290843"/>
                    <a:pt x="145939" y="279420"/>
                  </a:cubicBezTo>
                  <a:lnTo>
                    <a:pt x="6257" y="61089"/>
                  </a:lnTo>
                  <a:cubicBezTo>
                    <a:pt x="-5553" y="42618"/>
                    <a:pt x="-154" y="18069"/>
                    <a:pt x="18315" y="6258"/>
                  </a:cubicBezTo>
                  <a:cubicBezTo>
                    <a:pt x="36784" y="-5553"/>
                    <a:pt x="61336" y="-155"/>
                    <a:pt x="73146" y="18316"/>
                  </a:cubicBezTo>
                  <a:lnTo>
                    <a:pt x="212828" y="236647"/>
                  </a:lnTo>
                  <a:cubicBezTo>
                    <a:pt x="224638" y="255117"/>
                    <a:pt x="219244" y="279665"/>
                    <a:pt x="200770" y="291476"/>
                  </a:cubicBezTo>
                  <a:cubicBezTo>
                    <a:pt x="194399" y="295551"/>
                    <a:pt x="186996" y="297721"/>
                    <a:pt x="179433" y="2977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0F5E8353-E7A9-CF47-B1A5-00D6D76CE105}"/>
                </a:ext>
              </a:extLst>
            </p:cNvPr>
            <p:cNvSpPr/>
            <p:nvPr/>
          </p:nvSpPr>
          <p:spPr>
            <a:xfrm>
              <a:off x="1508998" y="2845310"/>
              <a:ext cx="831544" cy="79393"/>
            </a:xfrm>
            <a:custGeom>
              <a:avLst/>
              <a:gdLst>
                <a:gd name="connsiteX0" fmla="*/ 791848 w 831544"/>
                <a:gd name="connsiteY0" fmla="*/ 79393 h 79393"/>
                <a:gd name="connsiteX1" fmla="*/ 39697 w 831544"/>
                <a:gd name="connsiteY1" fmla="*/ 79393 h 79393"/>
                <a:gd name="connsiteX2" fmla="*/ 0 w 831544"/>
                <a:gd name="connsiteY2" fmla="*/ 39697 h 79393"/>
                <a:gd name="connsiteX3" fmla="*/ 39697 w 831544"/>
                <a:gd name="connsiteY3" fmla="*/ 0 h 79393"/>
                <a:gd name="connsiteX4" fmla="*/ 791848 w 831544"/>
                <a:gd name="connsiteY4" fmla="*/ 0 h 79393"/>
                <a:gd name="connsiteX5" fmla="*/ 831544 w 831544"/>
                <a:gd name="connsiteY5" fmla="*/ 39697 h 79393"/>
                <a:gd name="connsiteX6" fmla="*/ 791848 w 8315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1544" h="79393">
                  <a:moveTo>
                    <a:pt x="7918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91848" y="0"/>
                  </a:lnTo>
                  <a:cubicBezTo>
                    <a:pt x="813770" y="0"/>
                    <a:pt x="831544" y="17773"/>
                    <a:pt x="831544" y="39697"/>
                  </a:cubicBezTo>
                  <a:cubicBezTo>
                    <a:pt x="831544" y="61620"/>
                    <a:pt x="813770" y="79393"/>
                    <a:pt x="79184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7AC7982-A8CE-A246-8C05-648A379F9EF7}"/>
                </a:ext>
              </a:extLst>
            </p:cNvPr>
            <p:cNvSpPr/>
            <p:nvPr/>
          </p:nvSpPr>
          <p:spPr>
            <a:xfrm>
              <a:off x="1896933" y="2943112"/>
              <a:ext cx="79393" cy="260607"/>
            </a:xfrm>
            <a:custGeom>
              <a:avLst/>
              <a:gdLst>
                <a:gd name="connsiteX0" fmla="*/ 39697 w 79393"/>
                <a:gd name="connsiteY0" fmla="*/ 260608 h 260607"/>
                <a:gd name="connsiteX1" fmla="*/ 0 w 79393"/>
                <a:gd name="connsiteY1" fmla="*/ 220911 h 260607"/>
                <a:gd name="connsiteX2" fmla="*/ 0 w 79393"/>
                <a:gd name="connsiteY2" fmla="*/ 39697 h 260607"/>
                <a:gd name="connsiteX3" fmla="*/ 39697 w 79393"/>
                <a:gd name="connsiteY3" fmla="*/ 0 h 260607"/>
                <a:gd name="connsiteX4" fmla="*/ 79393 w 79393"/>
                <a:gd name="connsiteY4" fmla="*/ 39697 h 260607"/>
                <a:gd name="connsiteX5" fmla="*/ 79393 w 79393"/>
                <a:gd name="connsiteY5" fmla="*/ 221110 h 260607"/>
                <a:gd name="connsiteX6" fmla="*/ 39697 w 79393"/>
                <a:gd name="connsiteY6" fmla="*/ 260608 h 26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0607">
                  <a:moveTo>
                    <a:pt x="39697" y="260608"/>
                  </a:moveTo>
                  <a:cubicBezTo>
                    <a:pt x="17773" y="260608"/>
                    <a:pt x="0" y="242834"/>
                    <a:pt x="0" y="2209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1110"/>
                  </a:lnTo>
                  <a:cubicBezTo>
                    <a:pt x="79284" y="242958"/>
                    <a:pt x="61543" y="260608"/>
                    <a:pt x="39697" y="2606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2" name="Picture Placeholder 49">
            <a:extLst>
              <a:ext uri="{FF2B5EF4-FFF2-40B4-BE49-F238E27FC236}">
                <a16:creationId xmlns:a16="http://schemas.microsoft.com/office/drawing/2014/main" id="{AFDA6A33-2E2C-44B1-A7AA-92B89933661E}"/>
              </a:ext>
            </a:extLst>
          </p:cNvPr>
          <p:cNvGrpSpPr>
            <a:grpSpLocks noChangeAspect="1"/>
          </p:cNvGrpSpPr>
          <p:nvPr/>
        </p:nvGrpSpPr>
        <p:grpSpPr>
          <a:xfrm>
            <a:off x="2808097" y="2521337"/>
            <a:ext cx="868363" cy="868362"/>
            <a:chOff x="2808097" y="2521337"/>
            <a:chExt cx="868363" cy="868362"/>
          </a:xfrm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564A94D-A2F2-854D-93DC-D1EBE182689D}"/>
                </a:ext>
              </a:extLst>
            </p:cNvPr>
            <p:cNvSpPr/>
            <p:nvPr/>
          </p:nvSpPr>
          <p:spPr>
            <a:xfrm>
              <a:off x="3019530" y="2908032"/>
              <a:ext cx="447281" cy="463654"/>
            </a:xfrm>
            <a:custGeom>
              <a:avLst/>
              <a:gdLst>
                <a:gd name="connsiteX0" fmla="*/ 40391 w 447281"/>
                <a:gd name="connsiteY0" fmla="*/ 463654 h 463654"/>
                <a:gd name="connsiteX1" fmla="*/ 695 w 447281"/>
                <a:gd name="connsiteY1" fmla="*/ 423958 h 463654"/>
                <a:gd name="connsiteX2" fmla="*/ 0 w 447281"/>
                <a:gd name="connsiteY2" fmla="*/ 192825 h 463654"/>
                <a:gd name="connsiteX3" fmla="*/ 36670 w 447281"/>
                <a:gd name="connsiteY3" fmla="*/ 121321 h 463654"/>
                <a:gd name="connsiteX4" fmla="*/ 194811 w 447281"/>
                <a:gd name="connsiteY4" fmla="*/ 7491 h 463654"/>
                <a:gd name="connsiteX5" fmla="*/ 240809 w 447281"/>
                <a:gd name="connsiteY5" fmla="*/ 7194 h 463654"/>
                <a:gd name="connsiteX6" fmla="*/ 408825 w 447281"/>
                <a:gd name="connsiteY6" fmla="*/ 125142 h 463654"/>
                <a:gd name="connsiteX7" fmla="*/ 447281 w 447281"/>
                <a:gd name="connsiteY7" fmla="*/ 198829 h 463654"/>
                <a:gd name="connsiteX8" fmla="*/ 447281 w 447281"/>
                <a:gd name="connsiteY8" fmla="*/ 423065 h 463654"/>
                <a:gd name="connsiteX9" fmla="*/ 407585 w 447281"/>
                <a:gd name="connsiteY9" fmla="*/ 462761 h 463654"/>
                <a:gd name="connsiteX10" fmla="*/ 40391 w 447281"/>
                <a:gd name="connsiteY10" fmla="*/ 463555 h 463654"/>
                <a:gd name="connsiteX11" fmla="*/ 218282 w 447281"/>
                <a:gd name="connsiteY11" fmla="*/ 88423 h 463654"/>
                <a:gd name="connsiteX12" fmla="*/ 82916 w 447281"/>
                <a:gd name="connsiteY12" fmla="*/ 185779 h 463654"/>
                <a:gd name="connsiteX13" fmla="*/ 79393 w 447281"/>
                <a:gd name="connsiteY13" fmla="*/ 192725 h 463654"/>
                <a:gd name="connsiteX14" fmla="*/ 79989 w 447281"/>
                <a:gd name="connsiteY14" fmla="*/ 384162 h 463654"/>
                <a:gd name="connsiteX15" fmla="*/ 368037 w 447281"/>
                <a:gd name="connsiteY15" fmla="*/ 383517 h 463654"/>
                <a:gd name="connsiteX16" fmla="*/ 368037 w 447281"/>
                <a:gd name="connsiteY16" fmla="*/ 198928 h 463654"/>
                <a:gd name="connsiteX17" fmla="*/ 363472 w 447281"/>
                <a:gd name="connsiteY17" fmla="*/ 190145 h 46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7281" h="463654">
                  <a:moveTo>
                    <a:pt x="40391" y="463654"/>
                  </a:moveTo>
                  <a:cubicBezTo>
                    <a:pt x="18467" y="463654"/>
                    <a:pt x="695" y="445880"/>
                    <a:pt x="695" y="423958"/>
                  </a:cubicBezTo>
                  <a:lnTo>
                    <a:pt x="0" y="192825"/>
                  </a:lnTo>
                  <a:cubicBezTo>
                    <a:pt x="13" y="164481"/>
                    <a:pt x="13659" y="137870"/>
                    <a:pt x="36670" y="121321"/>
                  </a:cubicBezTo>
                  <a:lnTo>
                    <a:pt x="194811" y="7491"/>
                  </a:lnTo>
                  <a:cubicBezTo>
                    <a:pt x="208518" y="-2387"/>
                    <a:pt x="226976" y="-2506"/>
                    <a:pt x="240809" y="7194"/>
                  </a:cubicBezTo>
                  <a:lnTo>
                    <a:pt x="408825" y="125142"/>
                  </a:lnTo>
                  <a:cubicBezTo>
                    <a:pt x="432871" y="141983"/>
                    <a:pt x="447217" y="169473"/>
                    <a:pt x="447281" y="198829"/>
                  </a:cubicBezTo>
                  <a:lnTo>
                    <a:pt x="447281" y="423065"/>
                  </a:lnTo>
                  <a:cubicBezTo>
                    <a:pt x="447281" y="444987"/>
                    <a:pt x="429507" y="462761"/>
                    <a:pt x="407585" y="462761"/>
                  </a:cubicBezTo>
                  <a:lnTo>
                    <a:pt x="40391" y="463555"/>
                  </a:lnTo>
                  <a:close/>
                  <a:moveTo>
                    <a:pt x="218282" y="88423"/>
                  </a:moveTo>
                  <a:lnTo>
                    <a:pt x="82916" y="185779"/>
                  </a:lnTo>
                  <a:cubicBezTo>
                    <a:pt x="80711" y="187406"/>
                    <a:pt x="79405" y="189981"/>
                    <a:pt x="79393" y="192725"/>
                  </a:cubicBezTo>
                  <a:lnTo>
                    <a:pt x="79989" y="384162"/>
                  </a:lnTo>
                  <a:lnTo>
                    <a:pt x="368037" y="383517"/>
                  </a:lnTo>
                  <a:lnTo>
                    <a:pt x="368037" y="198928"/>
                  </a:lnTo>
                  <a:cubicBezTo>
                    <a:pt x="368032" y="195435"/>
                    <a:pt x="366330" y="192160"/>
                    <a:pt x="363472" y="1901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7185236-051A-E34A-A47B-6EEA20CCE510}"/>
                </a:ext>
              </a:extLst>
            </p:cNvPr>
            <p:cNvSpPr/>
            <p:nvPr/>
          </p:nvSpPr>
          <p:spPr>
            <a:xfrm>
              <a:off x="2970654" y="3291698"/>
              <a:ext cx="544786" cy="81229"/>
            </a:xfrm>
            <a:custGeom>
              <a:avLst/>
              <a:gdLst>
                <a:gd name="connsiteX0" fmla="*/ 39697 w 544786"/>
                <a:gd name="connsiteY0" fmla="*/ 81229 h 81229"/>
                <a:gd name="connsiteX1" fmla="*/ 0 w 544786"/>
                <a:gd name="connsiteY1" fmla="*/ 41532 h 81229"/>
                <a:gd name="connsiteX2" fmla="*/ 39697 w 544786"/>
                <a:gd name="connsiteY2" fmla="*/ 1836 h 81229"/>
                <a:gd name="connsiteX3" fmla="*/ 505090 w 544786"/>
                <a:gd name="connsiteY3" fmla="*/ 0 h 81229"/>
                <a:gd name="connsiteX4" fmla="*/ 505090 w 544786"/>
                <a:gd name="connsiteY4" fmla="*/ 0 h 81229"/>
                <a:gd name="connsiteX5" fmla="*/ 544786 w 544786"/>
                <a:gd name="connsiteY5" fmla="*/ 39697 h 81229"/>
                <a:gd name="connsiteX6" fmla="*/ 505090 w 544786"/>
                <a:gd name="connsiteY6" fmla="*/ 79393 h 81229"/>
                <a:gd name="connsiteX7" fmla="*/ 39647 w 544786"/>
                <a:gd name="connsiteY7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4786" h="81229">
                  <a:moveTo>
                    <a:pt x="39697" y="81229"/>
                  </a:moveTo>
                  <a:cubicBezTo>
                    <a:pt x="17773" y="81229"/>
                    <a:pt x="0" y="63455"/>
                    <a:pt x="0" y="41532"/>
                  </a:cubicBezTo>
                  <a:cubicBezTo>
                    <a:pt x="0" y="19610"/>
                    <a:pt x="17773" y="1836"/>
                    <a:pt x="39697" y="1836"/>
                  </a:cubicBezTo>
                  <a:lnTo>
                    <a:pt x="505090" y="0"/>
                  </a:lnTo>
                  <a:lnTo>
                    <a:pt x="505090" y="0"/>
                  </a:lnTo>
                  <a:cubicBezTo>
                    <a:pt x="527012" y="0"/>
                    <a:pt x="544786" y="17774"/>
                    <a:pt x="544786" y="39697"/>
                  </a:cubicBezTo>
                  <a:cubicBezTo>
                    <a:pt x="544786" y="61619"/>
                    <a:pt x="527012" y="79393"/>
                    <a:pt x="505090" y="79393"/>
                  </a:cubicBezTo>
                  <a:lnTo>
                    <a:pt x="39647" y="8122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A100E8C3-E16B-424E-8091-22694C37A365}"/>
                </a:ext>
              </a:extLst>
            </p:cNvPr>
            <p:cNvSpPr/>
            <p:nvPr/>
          </p:nvSpPr>
          <p:spPr>
            <a:xfrm>
              <a:off x="3017744" y="2539200"/>
              <a:ext cx="447330" cy="453880"/>
            </a:xfrm>
            <a:custGeom>
              <a:avLst/>
              <a:gdLst>
                <a:gd name="connsiteX0" fmla="*/ 218182 w 447330"/>
                <a:gd name="connsiteY0" fmla="*/ 453880 h 453880"/>
                <a:gd name="connsiteX1" fmla="*/ 195010 w 447330"/>
                <a:gd name="connsiteY1" fmla="*/ 446388 h 453880"/>
                <a:gd name="connsiteX2" fmla="*/ 34735 w 447330"/>
                <a:gd name="connsiteY2" fmla="*/ 331069 h 453880"/>
                <a:gd name="connsiteX3" fmla="*/ 0 w 447330"/>
                <a:gd name="connsiteY3" fmla="*/ 263387 h 453880"/>
                <a:gd name="connsiteX4" fmla="*/ 744 w 447330"/>
                <a:gd name="connsiteY4" fmla="*/ 39697 h 453880"/>
                <a:gd name="connsiteX5" fmla="*/ 40441 w 447330"/>
                <a:gd name="connsiteY5" fmla="*/ 0 h 453880"/>
                <a:gd name="connsiteX6" fmla="*/ 40441 w 447330"/>
                <a:gd name="connsiteY6" fmla="*/ 0 h 453880"/>
                <a:gd name="connsiteX7" fmla="*/ 407634 w 447330"/>
                <a:gd name="connsiteY7" fmla="*/ 794 h 453880"/>
                <a:gd name="connsiteX8" fmla="*/ 447331 w 447330"/>
                <a:gd name="connsiteY8" fmla="*/ 40490 h 453880"/>
                <a:gd name="connsiteX9" fmla="*/ 447331 w 447330"/>
                <a:gd name="connsiteY9" fmla="*/ 258276 h 453880"/>
                <a:gd name="connsiteX10" fmla="*/ 411803 w 447330"/>
                <a:gd name="connsiteY10" fmla="*/ 326554 h 453880"/>
                <a:gd name="connsiteX11" fmla="*/ 241008 w 447330"/>
                <a:gd name="connsiteY11" fmla="*/ 446685 h 453880"/>
                <a:gd name="connsiteX12" fmla="*/ 218182 w 447330"/>
                <a:gd name="connsiteY12" fmla="*/ 453880 h 453880"/>
                <a:gd name="connsiteX13" fmla="*/ 80187 w 447330"/>
                <a:gd name="connsiteY13" fmla="*/ 79641 h 453880"/>
                <a:gd name="connsiteX14" fmla="*/ 79592 w 447330"/>
                <a:gd name="connsiteY14" fmla="*/ 263635 h 453880"/>
                <a:gd name="connsiteX15" fmla="*/ 81130 w 447330"/>
                <a:gd name="connsiteY15" fmla="*/ 266662 h 453880"/>
                <a:gd name="connsiteX16" fmla="*/ 218480 w 447330"/>
                <a:gd name="connsiteY16" fmla="*/ 365456 h 453880"/>
                <a:gd name="connsiteX17" fmla="*/ 366400 w 447330"/>
                <a:gd name="connsiteY17" fmla="*/ 261749 h 453880"/>
                <a:gd name="connsiteX18" fmla="*/ 368136 w 447330"/>
                <a:gd name="connsiteY18" fmla="*/ 258425 h 453880"/>
                <a:gd name="connsiteX19" fmla="*/ 368136 w 447330"/>
                <a:gd name="connsiteY19" fmla="*/ 80286 h 45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7330" h="453880">
                  <a:moveTo>
                    <a:pt x="218182" y="453880"/>
                  </a:moveTo>
                  <a:cubicBezTo>
                    <a:pt x="209864" y="453872"/>
                    <a:pt x="201758" y="451252"/>
                    <a:pt x="195010" y="446388"/>
                  </a:cubicBezTo>
                  <a:lnTo>
                    <a:pt x="34735" y="331069"/>
                  </a:lnTo>
                  <a:cubicBezTo>
                    <a:pt x="12937" y="315414"/>
                    <a:pt x="9" y="290223"/>
                    <a:pt x="0" y="263387"/>
                  </a:cubicBezTo>
                  <a:lnTo>
                    <a:pt x="744" y="39697"/>
                  </a:lnTo>
                  <a:cubicBezTo>
                    <a:pt x="744" y="17773"/>
                    <a:pt x="18517" y="0"/>
                    <a:pt x="40441" y="0"/>
                  </a:cubicBezTo>
                  <a:lnTo>
                    <a:pt x="40441" y="0"/>
                  </a:lnTo>
                  <a:lnTo>
                    <a:pt x="407634" y="794"/>
                  </a:lnTo>
                  <a:cubicBezTo>
                    <a:pt x="429557" y="794"/>
                    <a:pt x="447331" y="18567"/>
                    <a:pt x="447331" y="40490"/>
                  </a:cubicBezTo>
                  <a:lnTo>
                    <a:pt x="447331" y="258276"/>
                  </a:lnTo>
                  <a:cubicBezTo>
                    <a:pt x="447271" y="285453"/>
                    <a:pt x="434028" y="310911"/>
                    <a:pt x="411803" y="326554"/>
                  </a:cubicBezTo>
                  <a:lnTo>
                    <a:pt x="241008" y="446685"/>
                  </a:lnTo>
                  <a:cubicBezTo>
                    <a:pt x="234312" y="451357"/>
                    <a:pt x="226347" y="453868"/>
                    <a:pt x="218182" y="453880"/>
                  </a:cubicBezTo>
                  <a:close/>
                  <a:moveTo>
                    <a:pt x="80187" y="79641"/>
                  </a:moveTo>
                  <a:lnTo>
                    <a:pt x="79592" y="263635"/>
                  </a:lnTo>
                  <a:cubicBezTo>
                    <a:pt x="79604" y="264829"/>
                    <a:pt x="80172" y="265949"/>
                    <a:pt x="81130" y="266662"/>
                  </a:cubicBezTo>
                  <a:lnTo>
                    <a:pt x="218480" y="365456"/>
                  </a:lnTo>
                  <a:lnTo>
                    <a:pt x="366400" y="261749"/>
                  </a:lnTo>
                  <a:cubicBezTo>
                    <a:pt x="367491" y="260995"/>
                    <a:pt x="368141" y="259751"/>
                    <a:pt x="368136" y="258425"/>
                  </a:cubicBezTo>
                  <a:lnTo>
                    <a:pt x="368136" y="8028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BF4F9B5-41A2-A240-870D-2F3CF42B0C44}"/>
                </a:ext>
              </a:extLst>
            </p:cNvPr>
            <p:cNvSpPr/>
            <p:nvPr/>
          </p:nvSpPr>
          <p:spPr>
            <a:xfrm>
              <a:off x="2969066" y="2538108"/>
              <a:ext cx="544786" cy="81229"/>
            </a:xfrm>
            <a:custGeom>
              <a:avLst/>
              <a:gdLst>
                <a:gd name="connsiteX0" fmla="*/ 505139 w 544786"/>
                <a:gd name="connsiteY0" fmla="*/ 81229 h 81229"/>
                <a:gd name="connsiteX1" fmla="*/ 505139 w 544786"/>
                <a:gd name="connsiteY1" fmla="*/ 81229 h 81229"/>
                <a:gd name="connsiteX2" fmla="*/ 39697 w 544786"/>
                <a:gd name="connsiteY2" fmla="*/ 79393 h 81229"/>
                <a:gd name="connsiteX3" fmla="*/ 0 w 544786"/>
                <a:gd name="connsiteY3" fmla="*/ 39697 h 81229"/>
                <a:gd name="connsiteX4" fmla="*/ 39697 w 544786"/>
                <a:gd name="connsiteY4" fmla="*/ 0 h 81229"/>
                <a:gd name="connsiteX5" fmla="*/ 39697 w 544786"/>
                <a:gd name="connsiteY5" fmla="*/ 0 h 81229"/>
                <a:gd name="connsiteX6" fmla="*/ 505090 w 544786"/>
                <a:gd name="connsiteY6" fmla="*/ 1836 h 81229"/>
                <a:gd name="connsiteX7" fmla="*/ 544786 w 544786"/>
                <a:gd name="connsiteY7" fmla="*/ 41533 h 81229"/>
                <a:gd name="connsiteX8" fmla="*/ 505090 w 544786"/>
                <a:gd name="connsiteY8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4786" h="81229">
                  <a:moveTo>
                    <a:pt x="505139" y="81229"/>
                  </a:moveTo>
                  <a:lnTo>
                    <a:pt x="505139" y="8122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05090" y="1836"/>
                  </a:lnTo>
                  <a:cubicBezTo>
                    <a:pt x="527012" y="1836"/>
                    <a:pt x="544786" y="19609"/>
                    <a:pt x="544786" y="41533"/>
                  </a:cubicBezTo>
                  <a:cubicBezTo>
                    <a:pt x="544786" y="63456"/>
                    <a:pt x="527012" y="81229"/>
                    <a:pt x="505090" y="812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F86B9FC-22D5-B540-8304-787BB23A826E}"/>
                </a:ext>
              </a:extLst>
            </p:cNvPr>
            <p:cNvSpPr/>
            <p:nvPr/>
          </p:nvSpPr>
          <p:spPr>
            <a:xfrm>
              <a:off x="3111924" y="3194687"/>
              <a:ext cx="257286" cy="81231"/>
            </a:xfrm>
            <a:custGeom>
              <a:avLst/>
              <a:gdLst>
                <a:gd name="connsiteX0" fmla="*/ 39896 w 257286"/>
                <a:gd name="connsiteY0" fmla="*/ 81231 h 81231"/>
                <a:gd name="connsiteX1" fmla="*/ 1 w 257286"/>
                <a:gd name="connsiteY1" fmla="*/ 41733 h 81231"/>
                <a:gd name="connsiteX2" fmla="*/ 39499 w 257286"/>
                <a:gd name="connsiteY2" fmla="*/ 1838 h 81231"/>
                <a:gd name="connsiteX3" fmla="*/ 217191 w 257286"/>
                <a:gd name="connsiteY3" fmla="*/ 2 h 81231"/>
                <a:gd name="connsiteX4" fmla="*/ 257284 w 257286"/>
                <a:gd name="connsiteY4" fmla="*/ 39302 h 81231"/>
                <a:gd name="connsiteX5" fmla="*/ 217984 w 257286"/>
                <a:gd name="connsiteY5" fmla="*/ 79395 h 81231"/>
                <a:gd name="connsiteX6" fmla="*/ 40392 w 257286"/>
                <a:gd name="connsiteY6" fmla="*/ 81231 h 8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286" h="81231">
                  <a:moveTo>
                    <a:pt x="39896" y="81231"/>
                  </a:moveTo>
                  <a:cubicBezTo>
                    <a:pt x="17972" y="81340"/>
                    <a:pt x="110" y="63655"/>
                    <a:pt x="1" y="41733"/>
                  </a:cubicBezTo>
                  <a:cubicBezTo>
                    <a:pt x="-109" y="19811"/>
                    <a:pt x="17575" y="1947"/>
                    <a:pt x="39499" y="1838"/>
                  </a:cubicBezTo>
                  <a:lnTo>
                    <a:pt x="217191" y="2"/>
                  </a:lnTo>
                  <a:cubicBezTo>
                    <a:pt x="239113" y="-216"/>
                    <a:pt x="257066" y="17379"/>
                    <a:pt x="257284" y="39302"/>
                  </a:cubicBezTo>
                  <a:cubicBezTo>
                    <a:pt x="257502" y="61224"/>
                    <a:pt x="239907" y="79177"/>
                    <a:pt x="217984" y="79395"/>
                  </a:cubicBezTo>
                  <a:lnTo>
                    <a:pt x="40392" y="8123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30FAD6BD-75A0-D94E-97E6-2D62DA1B1E6B}"/>
                </a:ext>
              </a:extLst>
            </p:cNvPr>
            <p:cNvSpPr/>
            <p:nvPr/>
          </p:nvSpPr>
          <p:spPr>
            <a:xfrm>
              <a:off x="3203971" y="3057240"/>
              <a:ext cx="79393" cy="119089"/>
            </a:xfrm>
            <a:custGeom>
              <a:avLst/>
              <a:gdLst>
                <a:gd name="connsiteX0" fmla="*/ 39697 w 79393"/>
                <a:gd name="connsiteY0" fmla="*/ 119090 h 119089"/>
                <a:gd name="connsiteX1" fmla="*/ 0 w 79393"/>
                <a:gd name="connsiteY1" fmla="*/ 79393 h 119089"/>
                <a:gd name="connsiteX2" fmla="*/ 0 w 79393"/>
                <a:gd name="connsiteY2" fmla="*/ 39697 h 119089"/>
                <a:gd name="connsiteX3" fmla="*/ 39697 w 79393"/>
                <a:gd name="connsiteY3" fmla="*/ 0 h 119089"/>
                <a:gd name="connsiteX4" fmla="*/ 79393 w 79393"/>
                <a:gd name="connsiteY4" fmla="*/ 39697 h 119089"/>
                <a:gd name="connsiteX5" fmla="*/ 79393 w 79393"/>
                <a:gd name="connsiteY5" fmla="*/ 79393 h 119089"/>
                <a:gd name="connsiteX6" fmla="*/ 39697 w 79393"/>
                <a:gd name="connsiteY6" fmla="*/ 119090 h 11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089">
                  <a:moveTo>
                    <a:pt x="39697" y="119090"/>
                  </a:moveTo>
                  <a:cubicBezTo>
                    <a:pt x="17773" y="119090"/>
                    <a:pt x="0" y="101316"/>
                    <a:pt x="0" y="7939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79393"/>
                  </a:lnTo>
                  <a:cubicBezTo>
                    <a:pt x="79393" y="101316"/>
                    <a:pt x="61621" y="119090"/>
                    <a:pt x="39697" y="1190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9" name="Picture Placeholder 51">
            <a:extLst>
              <a:ext uri="{FF2B5EF4-FFF2-40B4-BE49-F238E27FC236}">
                <a16:creationId xmlns:a16="http://schemas.microsoft.com/office/drawing/2014/main" id="{8EF15E48-052E-4475-BF53-D2C88E435BE9}"/>
              </a:ext>
            </a:extLst>
          </p:cNvPr>
          <p:cNvGrpSpPr>
            <a:grpSpLocks noChangeAspect="1"/>
          </p:cNvGrpSpPr>
          <p:nvPr/>
        </p:nvGrpSpPr>
        <p:grpSpPr>
          <a:xfrm>
            <a:off x="4144289" y="2532501"/>
            <a:ext cx="831225" cy="845983"/>
            <a:chOff x="4144289" y="2532501"/>
            <a:chExt cx="831225" cy="845983"/>
          </a:xfrm>
        </p:grpSpPr>
        <p:grpSp>
          <p:nvGrpSpPr>
            <p:cNvPr id="100" name="Picture Placeholder 51">
              <a:extLst>
                <a:ext uri="{FF2B5EF4-FFF2-40B4-BE49-F238E27FC236}">
                  <a16:creationId xmlns:a16="http://schemas.microsoft.com/office/drawing/2014/main" id="{8EF15E48-052E-4475-BF53-D2C88E435BE9}"/>
                </a:ext>
              </a:extLst>
            </p:cNvPr>
            <p:cNvGrpSpPr/>
            <p:nvPr/>
          </p:nvGrpSpPr>
          <p:grpSpPr>
            <a:xfrm>
              <a:off x="4421691" y="2532501"/>
              <a:ext cx="277379" cy="810653"/>
              <a:chOff x="4421691" y="2532501"/>
              <a:chExt cx="277379" cy="810653"/>
            </a:xfrm>
            <a:solidFill>
              <a:srgbClr val="FFFFFF"/>
            </a:solidFill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091CB89F-C43B-9849-836E-3216B7BC321C}"/>
                  </a:ext>
                </a:extLst>
              </p:cNvPr>
              <p:cNvSpPr/>
              <p:nvPr/>
            </p:nvSpPr>
            <p:spPr>
              <a:xfrm>
                <a:off x="4519444" y="2740064"/>
                <a:ext cx="79393" cy="603089"/>
              </a:xfrm>
              <a:custGeom>
                <a:avLst/>
                <a:gdLst>
                  <a:gd name="connsiteX0" fmla="*/ 39697 w 79393"/>
                  <a:gd name="connsiteY0" fmla="*/ 603090 h 603089"/>
                  <a:gd name="connsiteX1" fmla="*/ 0 w 79393"/>
                  <a:gd name="connsiteY1" fmla="*/ 563393 h 603089"/>
                  <a:gd name="connsiteX2" fmla="*/ 0 w 79393"/>
                  <a:gd name="connsiteY2" fmla="*/ 39697 h 603089"/>
                  <a:gd name="connsiteX3" fmla="*/ 39697 w 79393"/>
                  <a:gd name="connsiteY3" fmla="*/ 0 h 603089"/>
                  <a:gd name="connsiteX4" fmla="*/ 79393 w 79393"/>
                  <a:gd name="connsiteY4" fmla="*/ 39697 h 603089"/>
                  <a:gd name="connsiteX5" fmla="*/ 79393 w 79393"/>
                  <a:gd name="connsiteY5" fmla="*/ 563393 h 603089"/>
                  <a:gd name="connsiteX6" fmla="*/ 39697 w 79393"/>
                  <a:gd name="connsiteY6" fmla="*/ 603090 h 603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603089">
                    <a:moveTo>
                      <a:pt x="39697" y="603090"/>
                    </a:moveTo>
                    <a:cubicBezTo>
                      <a:pt x="17773" y="603090"/>
                      <a:pt x="0" y="585316"/>
                      <a:pt x="0" y="56339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3393"/>
                    </a:lnTo>
                    <a:cubicBezTo>
                      <a:pt x="79393" y="585316"/>
                      <a:pt x="61621" y="603090"/>
                      <a:pt x="39697" y="6030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94AF503D-84DD-7642-9F9E-CD9DB0416E78}"/>
                  </a:ext>
                </a:extLst>
              </p:cNvPr>
              <p:cNvSpPr/>
              <p:nvPr/>
            </p:nvSpPr>
            <p:spPr>
              <a:xfrm>
                <a:off x="4421691" y="2532501"/>
                <a:ext cx="277379" cy="277379"/>
              </a:xfrm>
              <a:custGeom>
                <a:avLst/>
                <a:gdLst>
                  <a:gd name="connsiteX0" fmla="*/ 138740 w 277379"/>
                  <a:gd name="connsiteY0" fmla="*/ 277380 h 277379"/>
                  <a:gd name="connsiteX1" fmla="*/ 0 w 277379"/>
                  <a:gd name="connsiteY1" fmla="*/ 138739 h 277379"/>
                  <a:gd name="connsiteX2" fmla="*/ 138640 w 277379"/>
                  <a:gd name="connsiteY2" fmla="*/ 0 h 277379"/>
                  <a:gd name="connsiteX3" fmla="*/ 277380 w 277379"/>
                  <a:gd name="connsiteY3" fmla="*/ 138640 h 277379"/>
                  <a:gd name="connsiteX4" fmla="*/ 277380 w 277379"/>
                  <a:gd name="connsiteY4" fmla="*/ 138690 h 277379"/>
                  <a:gd name="connsiteX5" fmla="*/ 138740 w 277379"/>
                  <a:gd name="connsiteY5" fmla="*/ 277380 h 277379"/>
                  <a:gd name="connsiteX6" fmla="*/ 138740 w 277379"/>
                  <a:gd name="connsiteY6" fmla="*/ 79443 h 277379"/>
                  <a:gd name="connsiteX7" fmla="*/ 79393 w 277379"/>
                  <a:gd name="connsiteY7" fmla="*/ 138690 h 277379"/>
                  <a:gd name="connsiteX8" fmla="*/ 138640 w 277379"/>
                  <a:gd name="connsiteY8" fmla="*/ 198036 h 277379"/>
                  <a:gd name="connsiteX9" fmla="*/ 197987 w 277379"/>
                  <a:gd name="connsiteY9" fmla="*/ 138789 h 277379"/>
                  <a:gd name="connsiteX10" fmla="*/ 197987 w 277379"/>
                  <a:gd name="connsiteY10" fmla="*/ 138690 h 277379"/>
                  <a:gd name="connsiteX11" fmla="*/ 138740 w 277379"/>
                  <a:gd name="connsiteY11" fmla="*/ 79443 h 27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7379" h="277379">
                    <a:moveTo>
                      <a:pt x="138740" y="277380"/>
                    </a:moveTo>
                    <a:cubicBezTo>
                      <a:pt x="62143" y="277407"/>
                      <a:pt x="27" y="215336"/>
                      <a:pt x="0" y="138739"/>
                    </a:cubicBezTo>
                    <a:cubicBezTo>
                      <a:pt x="-27" y="62143"/>
                      <a:pt x="62044" y="27"/>
                      <a:pt x="138640" y="0"/>
                    </a:cubicBezTo>
                    <a:cubicBezTo>
                      <a:pt x="215235" y="-27"/>
                      <a:pt x="277350" y="62044"/>
                      <a:pt x="277380" y="138640"/>
                    </a:cubicBezTo>
                    <a:cubicBezTo>
                      <a:pt x="277380" y="138657"/>
                      <a:pt x="277380" y="138673"/>
                      <a:pt x="277380" y="138690"/>
                    </a:cubicBezTo>
                    <a:cubicBezTo>
                      <a:pt x="277241" y="215210"/>
                      <a:pt x="215260" y="277216"/>
                      <a:pt x="138740" y="277380"/>
                    </a:cubicBezTo>
                    <a:close/>
                    <a:moveTo>
                      <a:pt x="138740" y="79443"/>
                    </a:moveTo>
                    <a:cubicBezTo>
                      <a:pt x="105991" y="79415"/>
                      <a:pt x="79420" y="105941"/>
                      <a:pt x="79393" y="138690"/>
                    </a:cubicBezTo>
                    <a:cubicBezTo>
                      <a:pt x="79366" y="171438"/>
                      <a:pt x="105892" y="198009"/>
                      <a:pt x="138640" y="198036"/>
                    </a:cubicBezTo>
                    <a:cubicBezTo>
                      <a:pt x="171389" y="198063"/>
                      <a:pt x="197959" y="171538"/>
                      <a:pt x="197987" y="138789"/>
                    </a:cubicBezTo>
                    <a:cubicBezTo>
                      <a:pt x="197987" y="138756"/>
                      <a:pt x="197987" y="138723"/>
                      <a:pt x="197987" y="138690"/>
                    </a:cubicBezTo>
                    <a:cubicBezTo>
                      <a:pt x="197824" y="106036"/>
                      <a:pt x="171393" y="79605"/>
                      <a:pt x="138740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9000989D-C6B1-CF48-9E0D-18B30C8B01BF}"/>
                </a:ext>
              </a:extLst>
            </p:cNvPr>
            <p:cNvSpPr/>
            <p:nvPr/>
          </p:nvSpPr>
          <p:spPr>
            <a:xfrm>
              <a:off x="4189566" y="2971098"/>
              <a:ext cx="735429" cy="407385"/>
            </a:xfrm>
            <a:custGeom>
              <a:avLst/>
              <a:gdLst>
                <a:gd name="connsiteX0" fmla="*/ 367739 w 735429"/>
                <a:gd name="connsiteY0" fmla="*/ 407386 h 407385"/>
                <a:gd name="connsiteX1" fmla="*/ 0 w 735429"/>
                <a:gd name="connsiteY1" fmla="*/ 39697 h 407385"/>
                <a:gd name="connsiteX2" fmla="*/ 39697 w 735429"/>
                <a:gd name="connsiteY2" fmla="*/ 0 h 407385"/>
                <a:gd name="connsiteX3" fmla="*/ 79393 w 735429"/>
                <a:gd name="connsiteY3" fmla="*/ 39697 h 407385"/>
                <a:gd name="connsiteX4" fmla="*/ 371497 w 735429"/>
                <a:gd name="connsiteY4" fmla="*/ 324236 h 407385"/>
                <a:gd name="connsiteX5" fmla="*/ 656036 w 735429"/>
                <a:gd name="connsiteY5" fmla="*/ 39697 h 407385"/>
                <a:gd name="connsiteX6" fmla="*/ 695732 w 735429"/>
                <a:gd name="connsiteY6" fmla="*/ 0 h 407385"/>
                <a:gd name="connsiteX7" fmla="*/ 735429 w 735429"/>
                <a:gd name="connsiteY7" fmla="*/ 39697 h 407385"/>
                <a:gd name="connsiteX8" fmla="*/ 367739 w 735429"/>
                <a:gd name="connsiteY8" fmla="*/ 407386 h 4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5429" h="407385">
                  <a:moveTo>
                    <a:pt x="367739" y="407386"/>
                  </a:moveTo>
                  <a:cubicBezTo>
                    <a:pt x="164753" y="407168"/>
                    <a:pt x="246" y="242685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81482" y="198934"/>
                    <a:pt x="212262" y="326326"/>
                    <a:pt x="371497" y="324236"/>
                  </a:cubicBezTo>
                  <a:cubicBezTo>
                    <a:pt x="527786" y="322187"/>
                    <a:pt x="653987" y="195987"/>
                    <a:pt x="656036" y="39697"/>
                  </a:cubicBezTo>
                  <a:cubicBezTo>
                    <a:pt x="656036" y="17773"/>
                    <a:pt x="673810" y="0"/>
                    <a:pt x="695732" y="0"/>
                  </a:cubicBezTo>
                  <a:cubicBezTo>
                    <a:pt x="717655" y="0"/>
                    <a:pt x="735429" y="17773"/>
                    <a:pt x="735429" y="39697"/>
                  </a:cubicBezTo>
                  <a:cubicBezTo>
                    <a:pt x="735211" y="242675"/>
                    <a:pt x="570718" y="407168"/>
                    <a:pt x="367739" y="40738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1FCA798-0F2F-F047-A311-6C45F2DCE95E}"/>
                </a:ext>
              </a:extLst>
            </p:cNvPr>
            <p:cNvSpPr/>
            <p:nvPr/>
          </p:nvSpPr>
          <p:spPr>
            <a:xfrm>
              <a:off x="4377380" y="2915374"/>
              <a:ext cx="362231" cy="79393"/>
            </a:xfrm>
            <a:custGeom>
              <a:avLst/>
              <a:gdLst>
                <a:gd name="connsiteX0" fmla="*/ 322535 w 362231"/>
                <a:gd name="connsiteY0" fmla="*/ 79393 h 79393"/>
                <a:gd name="connsiteX1" fmla="*/ 39697 w 362231"/>
                <a:gd name="connsiteY1" fmla="*/ 79393 h 79393"/>
                <a:gd name="connsiteX2" fmla="*/ 0 w 362231"/>
                <a:gd name="connsiteY2" fmla="*/ 39697 h 79393"/>
                <a:gd name="connsiteX3" fmla="*/ 39697 w 362231"/>
                <a:gd name="connsiteY3" fmla="*/ 0 h 79393"/>
                <a:gd name="connsiteX4" fmla="*/ 322535 w 362231"/>
                <a:gd name="connsiteY4" fmla="*/ 0 h 79393"/>
                <a:gd name="connsiteX5" fmla="*/ 362231 w 362231"/>
                <a:gd name="connsiteY5" fmla="*/ 39697 h 79393"/>
                <a:gd name="connsiteX6" fmla="*/ 322535 w 3622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231" h="79393">
                  <a:moveTo>
                    <a:pt x="3225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22535" y="0"/>
                  </a:lnTo>
                  <a:cubicBezTo>
                    <a:pt x="344457" y="0"/>
                    <a:pt x="362231" y="17773"/>
                    <a:pt x="362231" y="39697"/>
                  </a:cubicBezTo>
                  <a:cubicBezTo>
                    <a:pt x="362231" y="61620"/>
                    <a:pt x="344457" y="79393"/>
                    <a:pt x="32253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DB4E532-AA1D-6749-BAA2-9E6174B57A5D}"/>
                </a:ext>
              </a:extLst>
            </p:cNvPr>
            <p:cNvSpPr/>
            <p:nvPr/>
          </p:nvSpPr>
          <p:spPr>
            <a:xfrm>
              <a:off x="4144289" y="2954395"/>
              <a:ext cx="180920" cy="130158"/>
            </a:xfrm>
            <a:custGeom>
              <a:avLst/>
              <a:gdLst>
                <a:gd name="connsiteX0" fmla="*/ 141193 w 180920"/>
                <a:gd name="connsiteY0" fmla="*/ 130137 h 130158"/>
                <a:gd name="connsiteX1" fmla="*/ 113108 w 180920"/>
                <a:gd name="connsiteY1" fmla="*/ 118525 h 130158"/>
                <a:gd name="connsiteX2" fmla="*/ 90481 w 180920"/>
                <a:gd name="connsiteY2" fmla="*/ 95849 h 130158"/>
                <a:gd name="connsiteX3" fmla="*/ 67804 w 180920"/>
                <a:gd name="connsiteY3" fmla="*/ 118525 h 130158"/>
                <a:gd name="connsiteX4" fmla="*/ 11633 w 180920"/>
                <a:gd name="connsiteY4" fmla="*/ 118525 h 130158"/>
                <a:gd name="connsiteX5" fmla="*/ 11633 w 180920"/>
                <a:gd name="connsiteY5" fmla="*/ 62355 h 130158"/>
                <a:gd name="connsiteX6" fmla="*/ 62346 w 180920"/>
                <a:gd name="connsiteY6" fmla="*/ 11642 h 130158"/>
                <a:gd name="connsiteX7" fmla="*/ 118485 w 180920"/>
                <a:gd name="connsiteY7" fmla="*/ 11611 h 130158"/>
                <a:gd name="connsiteX8" fmla="*/ 118516 w 180920"/>
                <a:gd name="connsiteY8" fmla="*/ 11642 h 130158"/>
                <a:gd name="connsiteX9" fmla="*/ 169278 w 180920"/>
                <a:gd name="connsiteY9" fmla="*/ 62355 h 130158"/>
                <a:gd name="connsiteX10" fmla="*/ 169310 w 180920"/>
                <a:gd name="connsiteY10" fmla="*/ 118495 h 130158"/>
                <a:gd name="connsiteX11" fmla="*/ 141193 w 180920"/>
                <a:gd name="connsiteY11" fmla="*/ 130137 h 13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920" h="130158">
                  <a:moveTo>
                    <a:pt x="141193" y="130137"/>
                  </a:moveTo>
                  <a:cubicBezTo>
                    <a:pt x="130662" y="130146"/>
                    <a:pt x="120559" y="125968"/>
                    <a:pt x="113108" y="118525"/>
                  </a:cubicBezTo>
                  <a:lnTo>
                    <a:pt x="90481" y="95849"/>
                  </a:lnTo>
                  <a:lnTo>
                    <a:pt x="67804" y="118525"/>
                  </a:lnTo>
                  <a:cubicBezTo>
                    <a:pt x="52293" y="134037"/>
                    <a:pt x="27144" y="134037"/>
                    <a:pt x="11633" y="118525"/>
                  </a:cubicBezTo>
                  <a:cubicBezTo>
                    <a:pt x="-3878" y="103014"/>
                    <a:pt x="-3878" y="77866"/>
                    <a:pt x="11633" y="62355"/>
                  </a:cubicBezTo>
                  <a:lnTo>
                    <a:pt x="62346" y="11642"/>
                  </a:lnTo>
                  <a:cubicBezTo>
                    <a:pt x="77840" y="-3869"/>
                    <a:pt x="102974" y="-3883"/>
                    <a:pt x="118485" y="11611"/>
                  </a:cubicBezTo>
                  <a:cubicBezTo>
                    <a:pt x="118496" y="11621"/>
                    <a:pt x="118506" y="11632"/>
                    <a:pt x="118516" y="11642"/>
                  </a:cubicBezTo>
                  <a:lnTo>
                    <a:pt x="169278" y="62355"/>
                  </a:lnTo>
                  <a:cubicBezTo>
                    <a:pt x="184789" y="77846"/>
                    <a:pt x="184804" y="102984"/>
                    <a:pt x="169310" y="118495"/>
                  </a:cubicBezTo>
                  <a:cubicBezTo>
                    <a:pt x="161856" y="125953"/>
                    <a:pt x="151740" y="130146"/>
                    <a:pt x="141193" y="13013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9364C6CD-0AE7-004A-A1BA-7C9447B585DE}"/>
                </a:ext>
              </a:extLst>
            </p:cNvPr>
            <p:cNvSpPr/>
            <p:nvPr/>
          </p:nvSpPr>
          <p:spPr>
            <a:xfrm>
              <a:off x="4796788" y="2954064"/>
              <a:ext cx="178727" cy="133444"/>
            </a:xfrm>
            <a:custGeom>
              <a:avLst/>
              <a:gdLst>
                <a:gd name="connsiteX0" fmla="*/ 138826 w 178727"/>
                <a:gd name="connsiteY0" fmla="*/ 133395 h 133444"/>
                <a:gd name="connsiteX1" fmla="*/ 109054 w 178727"/>
                <a:gd name="connsiteY1" fmla="*/ 119799 h 133444"/>
                <a:gd name="connsiteX2" fmla="*/ 88014 w 178727"/>
                <a:gd name="connsiteY2" fmla="*/ 95634 h 133444"/>
                <a:gd name="connsiteX3" fmla="*/ 63849 w 178727"/>
                <a:gd name="connsiteY3" fmla="*/ 116772 h 133444"/>
                <a:gd name="connsiteX4" fmla="*/ 8194 w 178727"/>
                <a:gd name="connsiteY4" fmla="*/ 109423 h 133444"/>
                <a:gd name="connsiteX5" fmla="*/ 11598 w 178727"/>
                <a:gd name="connsiteY5" fmla="*/ 57227 h 133444"/>
                <a:gd name="connsiteX6" fmla="*/ 65635 w 178727"/>
                <a:gd name="connsiteY6" fmla="*/ 9988 h 133444"/>
                <a:gd name="connsiteX7" fmla="*/ 94465 w 178727"/>
                <a:gd name="connsiteY7" fmla="*/ 64 h 133444"/>
                <a:gd name="connsiteX8" fmla="*/ 121657 w 178727"/>
                <a:gd name="connsiteY8" fmla="*/ 13561 h 133444"/>
                <a:gd name="connsiteX9" fmla="*/ 168896 w 178727"/>
                <a:gd name="connsiteY9" fmla="*/ 67598 h 133444"/>
                <a:gd name="connsiteX10" fmla="*/ 165179 w 178727"/>
                <a:gd name="connsiteY10" fmla="*/ 123615 h 133444"/>
                <a:gd name="connsiteX11" fmla="*/ 139124 w 178727"/>
                <a:gd name="connsiteY11" fmla="*/ 133445 h 13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727" h="133444">
                  <a:moveTo>
                    <a:pt x="138826" y="133395"/>
                  </a:moveTo>
                  <a:cubicBezTo>
                    <a:pt x="127408" y="133355"/>
                    <a:pt x="116561" y="128403"/>
                    <a:pt x="109054" y="119799"/>
                  </a:cubicBezTo>
                  <a:lnTo>
                    <a:pt x="88014" y="95634"/>
                  </a:lnTo>
                  <a:lnTo>
                    <a:pt x="63849" y="116772"/>
                  </a:lnTo>
                  <a:cubicBezTo>
                    <a:pt x="46452" y="130110"/>
                    <a:pt x="21532" y="126820"/>
                    <a:pt x="8194" y="109423"/>
                  </a:cubicBezTo>
                  <a:cubicBezTo>
                    <a:pt x="-3913" y="93629"/>
                    <a:pt x="-2459" y="71315"/>
                    <a:pt x="11598" y="57227"/>
                  </a:cubicBezTo>
                  <a:lnTo>
                    <a:pt x="65635" y="9988"/>
                  </a:lnTo>
                  <a:cubicBezTo>
                    <a:pt x="73575" y="3032"/>
                    <a:pt x="83926" y="-532"/>
                    <a:pt x="94465" y="64"/>
                  </a:cubicBezTo>
                  <a:cubicBezTo>
                    <a:pt x="104960" y="783"/>
                    <a:pt x="114740" y="5637"/>
                    <a:pt x="121657" y="13561"/>
                  </a:cubicBezTo>
                  <a:lnTo>
                    <a:pt x="168896" y="67598"/>
                  </a:lnTo>
                  <a:cubicBezTo>
                    <a:pt x="183341" y="84092"/>
                    <a:pt x="181673" y="109170"/>
                    <a:pt x="165179" y="123615"/>
                  </a:cubicBezTo>
                  <a:cubicBezTo>
                    <a:pt x="157965" y="129932"/>
                    <a:pt x="148710" y="133420"/>
                    <a:pt x="139124" y="1334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7" name="Picture Placeholder 53">
            <a:extLst>
              <a:ext uri="{FF2B5EF4-FFF2-40B4-BE49-F238E27FC236}">
                <a16:creationId xmlns:a16="http://schemas.microsoft.com/office/drawing/2014/main" id="{87002289-02C1-4E69-A786-6AEA20BF63F3}"/>
              </a:ext>
            </a:extLst>
          </p:cNvPr>
          <p:cNvGrpSpPr>
            <a:grpSpLocks noChangeAspect="1"/>
          </p:cNvGrpSpPr>
          <p:nvPr/>
        </p:nvGrpSpPr>
        <p:grpSpPr>
          <a:xfrm>
            <a:off x="5492055" y="2536223"/>
            <a:ext cx="770477" cy="838589"/>
            <a:chOff x="5492055" y="2536223"/>
            <a:chExt cx="770477" cy="838589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291886EE-40B2-6F43-B251-2F60D8609959}"/>
                </a:ext>
              </a:extLst>
            </p:cNvPr>
            <p:cNvSpPr/>
            <p:nvPr/>
          </p:nvSpPr>
          <p:spPr>
            <a:xfrm>
              <a:off x="5497379" y="2664100"/>
              <a:ext cx="765154" cy="585766"/>
            </a:xfrm>
            <a:custGeom>
              <a:avLst/>
              <a:gdLst>
                <a:gd name="connsiteX0" fmla="*/ 199891 w 765154"/>
                <a:gd name="connsiteY0" fmla="*/ 585767 h 585766"/>
                <a:gd name="connsiteX1" fmla="*/ 19470 w 765154"/>
                <a:gd name="connsiteY1" fmla="*/ 502553 h 585766"/>
                <a:gd name="connsiteX2" fmla="*/ 48449 w 765154"/>
                <a:gd name="connsiteY2" fmla="*/ 287001 h 585766"/>
                <a:gd name="connsiteX3" fmla="*/ 265986 w 765154"/>
                <a:gd name="connsiteY3" fmla="*/ 90949 h 585766"/>
                <a:gd name="connsiteX4" fmla="*/ 544557 w 765154"/>
                <a:gd name="connsiteY4" fmla="*/ 541 h 585766"/>
                <a:gd name="connsiteX5" fmla="*/ 745719 w 765154"/>
                <a:gd name="connsiteY5" fmla="*/ 83258 h 585766"/>
                <a:gd name="connsiteX6" fmla="*/ 745719 w 765154"/>
                <a:gd name="connsiteY6" fmla="*/ 83258 h 585766"/>
                <a:gd name="connsiteX7" fmla="*/ 716741 w 765154"/>
                <a:gd name="connsiteY7" fmla="*/ 298860 h 585766"/>
                <a:gd name="connsiteX8" fmla="*/ 499203 w 765154"/>
                <a:gd name="connsiteY8" fmla="*/ 494911 h 585766"/>
                <a:gd name="connsiteX9" fmla="*/ 220633 w 765154"/>
                <a:gd name="connsiteY9" fmla="*/ 585221 h 585766"/>
                <a:gd name="connsiteX10" fmla="*/ 199891 w 765154"/>
                <a:gd name="connsiteY10" fmla="*/ 585767 h 585766"/>
                <a:gd name="connsiteX11" fmla="*/ 564604 w 765154"/>
                <a:gd name="connsiteY11" fmla="*/ 79636 h 585766"/>
                <a:gd name="connsiteX12" fmla="*/ 305683 w 765154"/>
                <a:gd name="connsiteY12" fmla="*/ 159972 h 585766"/>
                <a:gd name="connsiteX13" fmla="*/ 115040 w 765154"/>
                <a:gd name="connsiteY13" fmla="*/ 330469 h 585766"/>
                <a:gd name="connsiteX14" fmla="*/ 88244 w 765154"/>
                <a:gd name="connsiteY14" fmla="*/ 463105 h 585766"/>
                <a:gd name="connsiteX15" fmla="*/ 216464 w 765154"/>
                <a:gd name="connsiteY15" fmla="*/ 506225 h 585766"/>
                <a:gd name="connsiteX16" fmla="*/ 459606 w 765154"/>
                <a:gd name="connsiteY16" fmla="*/ 426336 h 585766"/>
                <a:gd name="connsiteX17" fmla="*/ 677044 w 765154"/>
                <a:gd name="connsiteY17" fmla="*/ 123203 h 585766"/>
                <a:gd name="connsiteX18" fmla="*/ 677044 w 765154"/>
                <a:gd name="connsiteY18" fmla="*/ 123203 h 585766"/>
                <a:gd name="connsiteX19" fmla="*/ 564604 w 765154"/>
                <a:gd name="connsiteY19" fmla="*/ 79388 h 58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5154" h="585766">
                  <a:moveTo>
                    <a:pt x="199891" y="585767"/>
                  </a:moveTo>
                  <a:cubicBezTo>
                    <a:pt x="114295" y="585767"/>
                    <a:pt x="50682" y="556590"/>
                    <a:pt x="19470" y="502553"/>
                  </a:cubicBezTo>
                  <a:cubicBezTo>
                    <a:pt x="-14222" y="444199"/>
                    <a:pt x="-3951" y="367634"/>
                    <a:pt x="48449" y="287001"/>
                  </a:cubicBezTo>
                  <a:cubicBezTo>
                    <a:pt x="95588" y="214505"/>
                    <a:pt x="172848" y="144738"/>
                    <a:pt x="265986" y="90949"/>
                  </a:cubicBezTo>
                  <a:cubicBezTo>
                    <a:pt x="359124" y="37161"/>
                    <a:pt x="458068" y="5056"/>
                    <a:pt x="544557" y="541"/>
                  </a:cubicBezTo>
                  <a:cubicBezTo>
                    <a:pt x="640573" y="-4421"/>
                    <a:pt x="712027" y="24904"/>
                    <a:pt x="745719" y="83258"/>
                  </a:cubicBezTo>
                  <a:lnTo>
                    <a:pt x="745719" y="83258"/>
                  </a:lnTo>
                  <a:cubicBezTo>
                    <a:pt x="779362" y="141612"/>
                    <a:pt x="769091" y="218127"/>
                    <a:pt x="716741" y="298860"/>
                  </a:cubicBezTo>
                  <a:cubicBezTo>
                    <a:pt x="669601" y="371505"/>
                    <a:pt x="592342" y="441123"/>
                    <a:pt x="499203" y="494911"/>
                  </a:cubicBezTo>
                  <a:cubicBezTo>
                    <a:pt x="406065" y="548700"/>
                    <a:pt x="307122" y="580706"/>
                    <a:pt x="220633" y="585221"/>
                  </a:cubicBezTo>
                  <a:cubicBezTo>
                    <a:pt x="213686" y="585618"/>
                    <a:pt x="206640" y="585767"/>
                    <a:pt x="199891" y="585767"/>
                  </a:cubicBezTo>
                  <a:close/>
                  <a:moveTo>
                    <a:pt x="564604" y="79636"/>
                  </a:moveTo>
                  <a:cubicBezTo>
                    <a:pt x="495135" y="79636"/>
                    <a:pt x="402245" y="104198"/>
                    <a:pt x="305683" y="159972"/>
                  </a:cubicBezTo>
                  <a:cubicBezTo>
                    <a:pt x="223213" y="207558"/>
                    <a:pt x="155481" y="268145"/>
                    <a:pt x="115040" y="330469"/>
                  </a:cubicBezTo>
                  <a:cubicBezTo>
                    <a:pt x="80305" y="384009"/>
                    <a:pt x="70381" y="432389"/>
                    <a:pt x="88244" y="463105"/>
                  </a:cubicBezTo>
                  <a:cubicBezTo>
                    <a:pt x="106108" y="493820"/>
                    <a:pt x="152751" y="509500"/>
                    <a:pt x="216464" y="506225"/>
                  </a:cubicBezTo>
                  <a:cubicBezTo>
                    <a:pt x="290896" y="502305"/>
                    <a:pt x="376988" y="473972"/>
                    <a:pt x="459606" y="426336"/>
                  </a:cubicBezTo>
                  <a:cubicBezTo>
                    <a:pt x="633279" y="326201"/>
                    <a:pt x="713416" y="186172"/>
                    <a:pt x="677044" y="123203"/>
                  </a:cubicBezTo>
                  <a:lnTo>
                    <a:pt x="677044" y="123203"/>
                  </a:lnTo>
                  <a:cubicBezTo>
                    <a:pt x="660818" y="95018"/>
                    <a:pt x="620080" y="79388"/>
                    <a:pt x="564604" y="793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4A02B961-445A-494B-9E55-7DF4277D9619}"/>
                </a:ext>
              </a:extLst>
            </p:cNvPr>
            <p:cNvSpPr/>
            <p:nvPr/>
          </p:nvSpPr>
          <p:spPr>
            <a:xfrm>
              <a:off x="5645863" y="2536223"/>
              <a:ext cx="466385" cy="838589"/>
            </a:xfrm>
            <a:custGeom>
              <a:avLst/>
              <a:gdLst>
                <a:gd name="connsiteX0" fmla="*/ 233168 w 466385"/>
                <a:gd name="connsiteY0" fmla="*/ 838590 h 838589"/>
                <a:gd name="connsiteX1" fmla="*/ 60984 w 466385"/>
                <a:gd name="connsiteY1" fmla="*/ 705755 h 838589"/>
                <a:gd name="connsiteX2" fmla="*/ 0 w 466385"/>
                <a:gd name="connsiteY2" fmla="*/ 419295 h 838589"/>
                <a:gd name="connsiteX3" fmla="*/ 60984 w 466385"/>
                <a:gd name="connsiteY3" fmla="*/ 132835 h 838589"/>
                <a:gd name="connsiteX4" fmla="*/ 233168 w 466385"/>
                <a:gd name="connsiteY4" fmla="*/ 0 h 838589"/>
                <a:gd name="connsiteX5" fmla="*/ 405401 w 466385"/>
                <a:gd name="connsiteY5" fmla="*/ 132835 h 838589"/>
                <a:gd name="connsiteX6" fmla="*/ 466385 w 466385"/>
                <a:gd name="connsiteY6" fmla="*/ 419295 h 838589"/>
                <a:gd name="connsiteX7" fmla="*/ 405401 w 466385"/>
                <a:gd name="connsiteY7" fmla="*/ 705755 h 838589"/>
                <a:gd name="connsiteX8" fmla="*/ 233168 w 466385"/>
                <a:gd name="connsiteY8" fmla="*/ 838590 h 838589"/>
                <a:gd name="connsiteX9" fmla="*/ 233168 w 466385"/>
                <a:gd name="connsiteY9" fmla="*/ 79393 h 838589"/>
                <a:gd name="connsiteX10" fmla="*/ 79344 w 466385"/>
                <a:gd name="connsiteY10" fmla="*/ 419295 h 838589"/>
                <a:gd name="connsiteX11" fmla="*/ 233168 w 466385"/>
                <a:gd name="connsiteY11" fmla="*/ 759197 h 838589"/>
                <a:gd name="connsiteX12" fmla="*/ 386992 w 466385"/>
                <a:gd name="connsiteY12" fmla="*/ 419295 h 838589"/>
                <a:gd name="connsiteX13" fmla="*/ 233168 w 466385"/>
                <a:gd name="connsiteY13" fmla="*/ 79393 h 8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385" h="838589">
                  <a:moveTo>
                    <a:pt x="233168" y="838590"/>
                  </a:moveTo>
                  <a:cubicBezTo>
                    <a:pt x="165833" y="838590"/>
                    <a:pt x="104650" y="791400"/>
                    <a:pt x="60984" y="705755"/>
                  </a:cubicBezTo>
                  <a:cubicBezTo>
                    <a:pt x="21684" y="628545"/>
                    <a:pt x="0" y="526823"/>
                    <a:pt x="0" y="419295"/>
                  </a:cubicBezTo>
                  <a:cubicBezTo>
                    <a:pt x="0" y="311767"/>
                    <a:pt x="21684" y="210044"/>
                    <a:pt x="60984" y="132835"/>
                  </a:cubicBezTo>
                  <a:cubicBezTo>
                    <a:pt x="104898" y="47189"/>
                    <a:pt x="165833" y="0"/>
                    <a:pt x="233168" y="0"/>
                  </a:cubicBezTo>
                  <a:cubicBezTo>
                    <a:pt x="300503" y="0"/>
                    <a:pt x="361686" y="47189"/>
                    <a:pt x="405401" y="132835"/>
                  </a:cubicBezTo>
                  <a:cubicBezTo>
                    <a:pt x="444701" y="210044"/>
                    <a:pt x="466385" y="311767"/>
                    <a:pt x="466385" y="419295"/>
                  </a:cubicBezTo>
                  <a:cubicBezTo>
                    <a:pt x="466385" y="526823"/>
                    <a:pt x="444701" y="628545"/>
                    <a:pt x="405401" y="705755"/>
                  </a:cubicBezTo>
                  <a:cubicBezTo>
                    <a:pt x="361686" y="791400"/>
                    <a:pt x="300553" y="838590"/>
                    <a:pt x="233168" y="838590"/>
                  </a:cubicBezTo>
                  <a:close/>
                  <a:moveTo>
                    <a:pt x="233168" y="79393"/>
                  </a:moveTo>
                  <a:cubicBezTo>
                    <a:pt x="160424" y="79393"/>
                    <a:pt x="79344" y="218976"/>
                    <a:pt x="79344" y="419295"/>
                  </a:cubicBezTo>
                  <a:cubicBezTo>
                    <a:pt x="79344" y="619614"/>
                    <a:pt x="160374" y="759197"/>
                    <a:pt x="233168" y="759197"/>
                  </a:cubicBezTo>
                  <a:cubicBezTo>
                    <a:pt x="305961" y="759197"/>
                    <a:pt x="386992" y="619614"/>
                    <a:pt x="386992" y="419295"/>
                  </a:cubicBezTo>
                  <a:cubicBezTo>
                    <a:pt x="386992" y="218976"/>
                    <a:pt x="305912" y="79393"/>
                    <a:pt x="23316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F1766AFD-97C9-CB4B-BF8C-6932AB6B1206}"/>
                </a:ext>
              </a:extLst>
            </p:cNvPr>
            <p:cNvSpPr/>
            <p:nvPr/>
          </p:nvSpPr>
          <p:spPr>
            <a:xfrm>
              <a:off x="5492055" y="2658186"/>
              <a:ext cx="765154" cy="585776"/>
            </a:xfrm>
            <a:custGeom>
              <a:avLst/>
              <a:gdLst>
                <a:gd name="connsiteX0" fmla="*/ 565263 w 765154"/>
                <a:gd name="connsiteY0" fmla="*/ 585776 h 585776"/>
                <a:gd name="connsiteX1" fmla="*/ 544522 w 765154"/>
                <a:gd name="connsiteY1" fmla="*/ 585231 h 585776"/>
                <a:gd name="connsiteX2" fmla="*/ 265951 w 765154"/>
                <a:gd name="connsiteY2" fmla="*/ 494822 h 585776"/>
                <a:gd name="connsiteX3" fmla="*/ 48413 w 765154"/>
                <a:gd name="connsiteY3" fmla="*/ 298770 h 585776"/>
                <a:gd name="connsiteX4" fmla="*/ 19435 w 765154"/>
                <a:gd name="connsiteY4" fmla="*/ 83268 h 585776"/>
                <a:gd name="connsiteX5" fmla="*/ 19435 w 765154"/>
                <a:gd name="connsiteY5" fmla="*/ 83268 h 585776"/>
                <a:gd name="connsiteX6" fmla="*/ 220597 w 765154"/>
                <a:gd name="connsiteY6" fmla="*/ 550 h 585776"/>
                <a:gd name="connsiteX7" fmla="*/ 499168 w 765154"/>
                <a:gd name="connsiteY7" fmla="*/ 90959 h 585776"/>
                <a:gd name="connsiteX8" fmla="*/ 716706 w 765154"/>
                <a:gd name="connsiteY8" fmla="*/ 287010 h 585776"/>
                <a:gd name="connsiteX9" fmla="*/ 745684 w 765154"/>
                <a:gd name="connsiteY9" fmla="*/ 502562 h 585776"/>
                <a:gd name="connsiteX10" fmla="*/ 565263 w 765154"/>
                <a:gd name="connsiteY10" fmla="*/ 585776 h 585776"/>
                <a:gd name="connsiteX11" fmla="*/ 88209 w 765154"/>
                <a:gd name="connsiteY11" fmla="*/ 122964 h 585776"/>
                <a:gd name="connsiteX12" fmla="*/ 305647 w 765154"/>
                <a:gd name="connsiteY12" fmla="*/ 426097 h 585776"/>
                <a:gd name="connsiteX13" fmla="*/ 548789 w 765154"/>
                <a:gd name="connsiteY13" fmla="*/ 505937 h 585776"/>
                <a:gd name="connsiteX14" fmla="*/ 677009 w 765154"/>
                <a:gd name="connsiteY14" fmla="*/ 462866 h 585776"/>
                <a:gd name="connsiteX15" fmla="*/ 650214 w 765154"/>
                <a:gd name="connsiteY15" fmla="*/ 330230 h 585776"/>
                <a:gd name="connsiteX16" fmla="*/ 459571 w 765154"/>
                <a:gd name="connsiteY16" fmla="*/ 159683 h 585776"/>
                <a:gd name="connsiteX17" fmla="*/ 88308 w 765154"/>
                <a:gd name="connsiteY17" fmla="*/ 122964 h 58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65154" h="585776">
                  <a:moveTo>
                    <a:pt x="565263" y="585776"/>
                  </a:moveTo>
                  <a:cubicBezTo>
                    <a:pt x="558515" y="585776"/>
                    <a:pt x="551568" y="585776"/>
                    <a:pt x="544522" y="585231"/>
                  </a:cubicBezTo>
                  <a:cubicBezTo>
                    <a:pt x="458033" y="580715"/>
                    <a:pt x="359089" y="548610"/>
                    <a:pt x="265951" y="494822"/>
                  </a:cubicBezTo>
                  <a:cubicBezTo>
                    <a:pt x="172813" y="441033"/>
                    <a:pt x="95553" y="371465"/>
                    <a:pt x="48413" y="298770"/>
                  </a:cubicBezTo>
                  <a:cubicBezTo>
                    <a:pt x="-3937" y="218137"/>
                    <a:pt x="-14208" y="141572"/>
                    <a:pt x="19435" y="83268"/>
                  </a:cubicBezTo>
                  <a:lnTo>
                    <a:pt x="19435" y="83268"/>
                  </a:lnTo>
                  <a:cubicBezTo>
                    <a:pt x="53127" y="24914"/>
                    <a:pt x="124730" y="-4462"/>
                    <a:pt x="220597" y="550"/>
                  </a:cubicBezTo>
                  <a:cubicBezTo>
                    <a:pt x="307086" y="5065"/>
                    <a:pt x="406030" y="37170"/>
                    <a:pt x="499168" y="90959"/>
                  </a:cubicBezTo>
                  <a:cubicBezTo>
                    <a:pt x="592306" y="144748"/>
                    <a:pt x="669566" y="214365"/>
                    <a:pt x="716706" y="287010"/>
                  </a:cubicBezTo>
                  <a:cubicBezTo>
                    <a:pt x="769105" y="367644"/>
                    <a:pt x="779377" y="444208"/>
                    <a:pt x="745684" y="502562"/>
                  </a:cubicBezTo>
                  <a:cubicBezTo>
                    <a:pt x="714473" y="556599"/>
                    <a:pt x="650710" y="585776"/>
                    <a:pt x="565263" y="585776"/>
                  </a:cubicBezTo>
                  <a:close/>
                  <a:moveTo>
                    <a:pt x="88209" y="122964"/>
                  </a:moveTo>
                  <a:cubicBezTo>
                    <a:pt x="51837" y="185933"/>
                    <a:pt x="132173" y="325913"/>
                    <a:pt x="305647" y="426097"/>
                  </a:cubicBezTo>
                  <a:cubicBezTo>
                    <a:pt x="388167" y="473733"/>
                    <a:pt x="474358" y="502066"/>
                    <a:pt x="548789" y="505937"/>
                  </a:cubicBezTo>
                  <a:cubicBezTo>
                    <a:pt x="612502" y="509261"/>
                    <a:pt x="659294" y="493581"/>
                    <a:pt x="677009" y="462866"/>
                  </a:cubicBezTo>
                  <a:cubicBezTo>
                    <a:pt x="694724" y="432151"/>
                    <a:pt x="684998" y="383770"/>
                    <a:pt x="650214" y="330230"/>
                  </a:cubicBezTo>
                  <a:cubicBezTo>
                    <a:pt x="609773" y="267906"/>
                    <a:pt x="542041" y="207319"/>
                    <a:pt x="459571" y="159683"/>
                  </a:cubicBezTo>
                  <a:cubicBezTo>
                    <a:pt x="285898" y="59549"/>
                    <a:pt x="124680" y="59946"/>
                    <a:pt x="88308" y="1229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1" name="Picture Placeholder 55">
            <a:extLst>
              <a:ext uri="{FF2B5EF4-FFF2-40B4-BE49-F238E27FC236}">
                <a16:creationId xmlns:a16="http://schemas.microsoft.com/office/drawing/2014/main" id="{5F01731B-E4AB-4D2A-A13D-B20D959CC1EC}"/>
              </a:ext>
            </a:extLst>
          </p:cNvPr>
          <p:cNvGrpSpPr>
            <a:grpSpLocks noChangeAspect="1"/>
          </p:cNvGrpSpPr>
          <p:nvPr/>
        </p:nvGrpSpPr>
        <p:grpSpPr>
          <a:xfrm>
            <a:off x="6821108" y="2587115"/>
            <a:ext cx="747387" cy="736786"/>
            <a:chOff x="6821108" y="2587115"/>
            <a:chExt cx="747387" cy="736786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72253E1-3967-3A4E-8B01-5F1308A8DA58}"/>
                </a:ext>
              </a:extLst>
            </p:cNvPr>
            <p:cNvSpPr/>
            <p:nvPr/>
          </p:nvSpPr>
          <p:spPr>
            <a:xfrm>
              <a:off x="7256310" y="3074806"/>
              <a:ext cx="216517" cy="249095"/>
            </a:xfrm>
            <a:custGeom>
              <a:avLst/>
              <a:gdLst>
                <a:gd name="connsiteX0" fmla="*/ 39718 w 216517"/>
                <a:gd name="connsiteY0" fmla="*/ 249096 h 249095"/>
                <a:gd name="connsiteX1" fmla="*/ 0 w 216517"/>
                <a:gd name="connsiteY1" fmla="*/ 209419 h 249095"/>
                <a:gd name="connsiteX2" fmla="*/ 17191 w 216517"/>
                <a:gd name="connsiteY2" fmla="*/ 176699 h 249095"/>
                <a:gd name="connsiteX3" fmla="*/ 51925 w 216517"/>
                <a:gd name="connsiteY3" fmla="*/ 154420 h 249095"/>
                <a:gd name="connsiteX4" fmla="*/ 137124 w 216517"/>
                <a:gd name="connsiteY4" fmla="*/ 39697 h 249095"/>
                <a:gd name="connsiteX5" fmla="*/ 176821 w 216517"/>
                <a:gd name="connsiteY5" fmla="*/ 0 h 249095"/>
                <a:gd name="connsiteX6" fmla="*/ 216517 w 216517"/>
                <a:gd name="connsiteY6" fmla="*/ 39697 h 249095"/>
                <a:gd name="connsiteX7" fmla="*/ 93507 w 216517"/>
                <a:gd name="connsiteY7" fmla="*/ 222053 h 249095"/>
                <a:gd name="connsiteX8" fmla="*/ 62097 w 216517"/>
                <a:gd name="connsiteY8" fmla="*/ 241901 h 249095"/>
                <a:gd name="connsiteX9" fmla="*/ 39718 w 216517"/>
                <a:gd name="connsiteY9" fmla="*/ 249096 h 24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517" h="249095">
                  <a:moveTo>
                    <a:pt x="39718" y="249096"/>
                  </a:moveTo>
                  <a:cubicBezTo>
                    <a:pt x="17796" y="249106"/>
                    <a:pt x="12" y="231346"/>
                    <a:pt x="0" y="209419"/>
                  </a:cubicBezTo>
                  <a:cubicBezTo>
                    <a:pt x="-7" y="196349"/>
                    <a:pt x="6423" y="184113"/>
                    <a:pt x="17191" y="176699"/>
                  </a:cubicBezTo>
                  <a:cubicBezTo>
                    <a:pt x="28851" y="168710"/>
                    <a:pt x="40612" y="161416"/>
                    <a:pt x="51925" y="154420"/>
                  </a:cubicBezTo>
                  <a:cubicBezTo>
                    <a:pt x="107897" y="119983"/>
                    <a:pt x="137124" y="99241"/>
                    <a:pt x="137124" y="39697"/>
                  </a:cubicBezTo>
                  <a:cubicBezTo>
                    <a:pt x="137124" y="17774"/>
                    <a:pt x="154898" y="0"/>
                    <a:pt x="176821" y="0"/>
                  </a:cubicBezTo>
                  <a:cubicBezTo>
                    <a:pt x="198743" y="0"/>
                    <a:pt x="216517" y="17774"/>
                    <a:pt x="216517" y="39697"/>
                  </a:cubicBezTo>
                  <a:cubicBezTo>
                    <a:pt x="216517" y="146381"/>
                    <a:pt x="148338" y="188559"/>
                    <a:pt x="93507" y="222053"/>
                  </a:cubicBezTo>
                  <a:cubicBezTo>
                    <a:pt x="82492" y="228851"/>
                    <a:pt x="72071" y="235252"/>
                    <a:pt x="62097" y="241901"/>
                  </a:cubicBezTo>
                  <a:cubicBezTo>
                    <a:pt x="55538" y="246506"/>
                    <a:pt x="47732" y="249012"/>
                    <a:pt x="39718" y="2490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C35D0EB-2045-1840-A0FD-B06DF02DD728}"/>
                </a:ext>
              </a:extLst>
            </p:cNvPr>
            <p:cNvSpPr/>
            <p:nvPr/>
          </p:nvSpPr>
          <p:spPr>
            <a:xfrm>
              <a:off x="6912162" y="2587115"/>
              <a:ext cx="558431" cy="341111"/>
            </a:xfrm>
            <a:custGeom>
              <a:avLst/>
              <a:gdLst>
                <a:gd name="connsiteX0" fmla="*/ 518735 w 558431"/>
                <a:gd name="connsiteY0" fmla="*/ 341111 h 341111"/>
                <a:gd name="connsiteX1" fmla="*/ 479039 w 558431"/>
                <a:gd name="connsiteY1" fmla="*/ 301415 h 341111"/>
                <a:gd name="connsiteX2" fmla="*/ 276040 w 558431"/>
                <a:gd name="connsiteY2" fmla="*/ 79412 h 341111"/>
                <a:gd name="connsiteX3" fmla="*/ 79393 w 558431"/>
                <a:gd name="connsiteY3" fmla="*/ 286529 h 341111"/>
                <a:gd name="connsiteX4" fmla="*/ 39697 w 558431"/>
                <a:gd name="connsiteY4" fmla="*/ 326225 h 341111"/>
                <a:gd name="connsiteX5" fmla="*/ 0 w 558431"/>
                <a:gd name="connsiteY5" fmla="*/ 286529 h 341111"/>
                <a:gd name="connsiteX6" fmla="*/ 87928 w 558431"/>
                <a:gd name="connsiteY6" fmla="*/ 70331 h 341111"/>
                <a:gd name="connsiteX7" fmla="*/ 276040 w 558431"/>
                <a:gd name="connsiteY7" fmla="*/ 19 h 341111"/>
                <a:gd name="connsiteX8" fmla="*/ 558432 w 558431"/>
                <a:gd name="connsiteY8" fmla="*/ 301415 h 341111"/>
                <a:gd name="connsiteX9" fmla="*/ 518735 w 558431"/>
                <a:gd name="connsiteY9" fmla="*/ 341111 h 341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431" h="341111">
                  <a:moveTo>
                    <a:pt x="518735" y="341111"/>
                  </a:moveTo>
                  <a:cubicBezTo>
                    <a:pt x="496813" y="341111"/>
                    <a:pt x="479039" y="323339"/>
                    <a:pt x="479039" y="301415"/>
                  </a:cubicBezTo>
                  <a:cubicBezTo>
                    <a:pt x="479039" y="193788"/>
                    <a:pt x="407883" y="79412"/>
                    <a:pt x="276040" y="79412"/>
                  </a:cubicBezTo>
                  <a:cubicBezTo>
                    <a:pt x="178188" y="79412"/>
                    <a:pt x="79393" y="143472"/>
                    <a:pt x="79393" y="286529"/>
                  </a:cubicBezTo>
                  <a:cubicBezTo>
                    <a:pt x="79393" y="308452"/>
                    <a:pt x="61621" y="326225"/>
                    <a:pt x="39697" y="326225"/>
                  </a:cubicBezTo>
                  <a:cubicBezTo>
                    <a:pt x="17773" y="326225"/>
                    <a:pt x="0" y="308452"/>
                    <a:pt x="0" y="286529"/>
                  </a:cubicBezTo>
                  <a:cubicBezTo>
                    <a:pt x="0" y="173840"/>
                    <a:pt x="47834" y="106802"/>
                    <a:pt x="87928" y="70331"/>
                  </a:cubicBezTo>
                  <a:cubicBezTo>
                    <a:pt x="139689" y="24288"/>
                    <a:pt x="206768" y="-785"/>
                    <a:pt x="276040" y="19"/>
                  </a:cubicBezTo>
                  <a:cubicBezTo>
                    <a:pt x="412944" y="19"/>
                    <a:pt x="558432" y="105661"/>
                    <a:pt x="558432" y="301415"/>
                  </a:cubicBezTo>
                  <a:cubicBezTo>
                    <a:pt x="558432" y="323339"/>
                    <a:pt x="540658" y="341111"/>
                    <a:pt x="518735" y="3411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A2ED07D-C9A3-BB4F-95B2-0670FD2AD895}"/>
                </a:ext>
              </a:extLst>
            </p:cNvPr>
            <p:cNvSpPr/>
            <p:nvPr/>
          </p:nvSpPr>
          <p:spPr>
            <a:xfrm>
              <a:off x="6821108" y="2854093"/>
              <a:ext cx="224285" cy="298716"/>
            </a:xfrm>
            <a:custGeom>
              <a:avLst/>
              <a:gdLst>
                <a:gd name="connsiteX0" fmla="*/ 184589 w 224285"/>
                <a:gd name="connsiteY0" fmla="*/ 298717 h 298716"/>
                <a:gd name="connsiteX1" fmla="*/ 149358 w 224285"/>
                <a:gd name="connsiteY1" fmla="*/ 298717 h 298716"/>
                <a:gd name="connsiteX2" fmla="*/ 0 w 224285"/>
                <a:gd name="connsiteY2" fmla="*/ 149358 h 298716"/>
                <a:gd name="connsiteX3" fmla="*/ 149358 w 224285"/>
                <a:gd name="connsiteY3" fmla="*/ 0 h 298716"/>
                <a:gd name="connsiteX4" fmla="*/ 150500 w 224285"/>
                <a:gd name="connsiteY4" fmla="*/ 0 h 298716"/>
                <a:gd name="connsiteX5" fmla="*/ 185730 w 224285"/>
                <a:gd name="connsiteY5" fmla="*/ 992 h 298716"/>
                <a:gd name="connsiteX6" fmla="*/ 224286 w 224285"/>
                <a:gd name="connsiteY6" fmla="*/ 40689 h 298716"/>
                <a:gd name="connsiteX7" fmla="*/ 224286 w 224285"/>
                <a:gd name="connsiteY7" fmla="*/ 259020 h 298716"/>
                <a:gd name="connsiteX8" fmla="*/ 184589 w 224285"/>
                <a:gd name="connsiteY8" fmla="*/ 298717 h 298716"/>
                <a:gd name="connsiteX9" fmla="*/ 144893 w 224285"/>
                <a:gd name="connsiteY9" fmla="*/ 79492 h 298716"/>
                <a:gd name="connsiteX10" fmla="*/ 79216 w 224285"/>
                <a:gd name="connsiteY10" fmla="*/ 153498 h 298716"/>
                <a:gd name="connsiteX11" fmla="*/ 144893 w 224285"/>
                <a:gd name="connsiteY11" fmla="*/ 219175 h 298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5" h="298716">
                  <a:moveTo>
                    <a:pt x="184589" y="298717"/>
                  </a:moveTo>
                  <a:lnTo>
                    <a:pt x="149358" y="298717"/>
                  </a:lnTo>
                  <a:cubicBezTo>
                    <a:pt x="66870" y="298717"/>
                    <a:pt x="0" y="231848"/>
                    <a:pt x="0" y="149358"/>
                  </a:cubicBezTo>
                  <a:cubicBezTo>
                    <a:pt x="0" y="66870"/>
                    <a:pt x="66870" y="0"/>
                    <a:pt x="149358" y="0"/>
                  </a:cubicBezTo>
                  <a:lnTo>
                    <a:pt x="150500" y="0"/>
                  </a:lnTo>
                  <a:lnTo>
                    <a:pt x="185730" y="992"/>
                  </a:lnTo>
                  <a:cubicBezTo>
                    <a:pt x="207207" y="1610"/>
                    <a:pt x="224295" y="19203"/>
                    <a:pt x="224286" y="40689"/>
                  </a:cubicBezTo>
                  <a:lnTo>
                    <a:pt x="224286" y="259020"/>
                  </a:lnTo>
                  <a:cubicBezTo>
                    <a:pt x="224286" y="280942"/>
                    <a:pt x="206513" y="298717"/>
                    <a:pt x="184589" y="298717"/>
                  </a:cubicBezTo>
                  <a:close/>
                  <a:moveTo>
                    <a:pt x="144893" y="79492"/>
                  </a:moveTo>
                  <a:cubicBezTo>
                    <a:pt x="106320" y="81792"/>
                    <a:pt x="76916" y="114926"/>
                    <a:pt x="79216" y="153498"/>
                  </a:cubicBezTo>
                  <a:cubicBezTo>
                    <a:pt x="81324" y="188861"/>
                    <a:pt x="109530" y="217066"/>
                    <a:pt x="144893" y="2191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F2F9749-AB8A-4A4F-A911-B9F7B7243F90}"/>
                </a:ext>
              </a:extLst>
            </p:cNvPr>
            <p:cNvSpPr/>
            <p:nvPr/>
          </p:nvSpPr>
          <p:spPr>
            <a:xfrm>
              <a:off x="7248392" y="3242145"/>
              <a:ext cx="79491" cy="79424"/>
            </a:xfrm>
            <a:custGeom>
              <a:avLst/>
              <a:gdLst>
                <a:gd name="connsiteX0" fmla="*/ 39746 w 79491"/>
                <a:gd name="connsiteY0" fmla="*/ 79425 h 79424"/>
                <a:gd name="connsiteX1" fmla="*/ 32006 w 79491"/>
                <a:gd name="connsiteY1" fmla="*/ 78631 h 79424"/>
                <a:gd name="connsiteX2" fmla="*/ 11661 w 79491"/>
                <a:gd name="connsiteY2" fmla="*/ 67764 h 79424"/>
                <a:gd name="connsiteX3" fmla="*/ 6699 w 79491"/>
                <a:gd name="connsiteY3" fmla="*/ 61760 h 79424"/>
                <a:gd name="connsiteX4" fmla="*/ 3027 w 79491"/>
                <a:gd name="connsiteY4" fmla="*/ 54863 h 79424"/>
                <a:gd name="connsiteX5" fmla="*/ 794 w 79491"/>
                <a:gd name="connsiteY5" fmla="*/ 47469 h 79424"/>
                <a:gd name="connsiteX6" fmla="*/ 794 w 79491"/>
                <a:gd name="connsiteY6" fmla="*/ 31938 h 79424"/>
                <a:gd name="connsiteX7" fmla="*/ 3027 w 79491"/>
                <a:gd name="connsiteY7" fmla="*/ 24544 h 79424"/>
                <a:gd name="connsiteX8" fmla="*/ 6699 w 79491"/>
                <a:gd name="connsiteY8" fmla="*/ 17647 h 79424"/>
                <a:gd name="connsiteX9" fmla="*/ 11661 w 79491"/>
                <a:gd name="connsiteY9" fmla="*/ 11643 h 79424"/>
                <a:gd name="connsiteX10" fmla="*/ 67802 w 79491"/>
                <a:gd name="connsiteY10" fmla="*/ 11613 h 79424"/>
                <a:gd name="connsiteX11" fmla="*/ 67832 w 79491"/>
                <a:gd name="connsiteY11" fmla="*/ 11643 h 79424"/>
                <a:gd name="connsiteX12" fmla="*/ 72794 w 79491"/>
                <a:gd name="connsiteY12" fmla="*/ 17647 h 79424"/>
                <a:gd name="connsiteX13" fmla="*/ 76466 w 79491"/>
                <a:gd name="connsiteY13" fmla="*/ 24544 h 79424"/>
                <a:gd name="connsiteX14" fmla="*/ 78699 w 79491"/>
                <a:gd name="connsiteY14" fmla="*/ 31938 h 79424"/>
                <a:gd name="connsiteX15" fmla="*/ 78699 w 79491"/>
                <a:gd name="connsiteY15" fmla="*/ 47469 h 79424"/>
                <a:gd name="connsiteX16" fmla="*/ 76466 w 79491"/>
                <a:gd name="connsiteY16" fmla="*/ 54863 h 79424"/>
                <a:gd name="connsiteX17" fmla="*/ 72794 w 79491"/>
                <a:gd name="connsiteY17" fmla="*/ 61760 h 79424"/>
                <a:gd name="connsiteX18" fmla="*/ 67832 w 79491"/>
                <a:gd name="connsiteY18" fmla="*/ 67764 h 79424"/>
                <a:gd name="connsiteX19" fmla="*/ 61778 w 79491"/>
                <a:gd name="connsiteY19" fmla="*/ 72726 h 79424"/>
                <a:gd name="connsiteX20" fmla="*/ 47487 w 79491"/>
                <a:gd name="connsiteY20" fmla="*/ 78631 h 79424"/>
                <a:gd name="connsiteX21" fmla="*/ 39746 w 79491"/>
                <a:gd name="connsiteY21" fmla="*/ 79425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91" h="79424">
                  <a:moveTo>
                    <a:pt x="39746" y="79425"/>
                  </a:moveTo>
                  <a:cubicBezTo>
                    <a:pt x="37146" y="79410"/>
                    <a:pt x="34556" y="79142"/>
                    <a:pt x="32006" y="78631"/>
                  </a:cubicBezTo>
                  <a:cubicBezTo>
                    <a:pt x="24300" y="77103"/>
                    <a:pt x="17219" y="73321"/>
                    <a:pt x="11661" y="67764"/>
                  </a:cubicBezTo>
                  <a:cubicBezTo>
                    <a:pt x="9820" y="65928"/>
                    <a:pt x="8156" y="63918"/>
                    <a:pt x="6699" y="61760"/>
                  </a:cubicBezTo>
                  <a:cubicBezTo>
                    <a:pt x="5251" y="59586"/>
                    <a:pt x="4022" y="57279"/>
                    <a:pt x="3027" y="54863"/>
                  </a:cubicBezTo>
                  <a:cubicBezTo>
                    <a:pt x="2037" y="52481"/>
                    <a:pt x="1288" y="50000"/>
                    <a:pt x="794" y="47469"/>
                  </a:cubicBezTo>
                  <a:cubicBezTo>
                    <a:pt x="-265" y="42348"/>
                    <a:pt x="-265" y="37059"/>
                    <a:pt x="794" y="31938"/>
                  </a:cubicBezTo>
                  <a:cubicBezTo>
                    <a:pt x="1288" y="29402"/>
                    <a:pt x="2037" y="26926"/>
                    <a:pt x="3027" y="24544"/>
                  </a:cubicBezTo>
                  <a:cubicBezTo>
                    <a:pt x="4022" y="22128"/>
                    <a:pt x="5251" y="19820"/>
                    <a:pt x="6699" y="17647"/>
                  </a:cubicBezTo>
                  <a:cubicBezTo>
                    <a:pt x="8156" y="15488"/>
                    <a:pt x="9820" y="13479"/>
                    <a:pt x="11661" y="11643"/>
                  </a:cubicBezTo>
                  <a:cubicBezTo>
                    <a:pt x="27153" y="-3869"/>
                    <a:pt x="52291" y="-3883"/>
                    <a:pt x="67802" y="11613"/>
                  </a:cubicBezTo>
                  <a:cubicBezTo>
                    <a:pt x="67812" y="11623"/>
                    <a:pt x="67822" y="11633"/>
                    <a:pt x="67832" y="11643"/>
                  </a:cubicBezTo>
                  <a:cubicBezTo>
                    <a:pt x="69658" y="13494"/>
                    <a:pt x="71320" y="15503"/>
                    <a:pt x="72794" y="17647"/>
                  </a:cubicBezTo>
                  <a:cubicBezTo>
                    <a:pt x="74243" y="19820"/>
                    <a:pt x="75473" y="22128"/>
                    <a:pt x="76466" y="24544"/>
                  </a:cubicBezTo>
                  <a:cubicBezTo>
                    <a:pt x="77458" y="26926"/>
                    <a:pt x="78203" y="29402"/>
                    <a:pt x="78699" y="31938"/>
                  </a:cubicBezTo>
                  <a:cubicBezTo>
                    <a:pt x="79756" y="37059"/>
                    <a:pt x="79756" y="42348"/>
                    <a:pt x="78699" y="47469"/>
                  </a:cubicBezTo>
                  <a:cubicBezTo>
                    <a:pt x="78203" y="50000"/>
                    <a:pt x="77458" y="52481"/>
                    <a:pt x="76466" y="54863"/>
                  </a:cubicBezTo>
                  <a:cubicBezTo>
                    <a:pt x="75473" y="57279"/>
                    <a:pt x="74243" y="59586"/>
                    <a:pt x="72794" y="61760"/>
                  </a:cubicBezTo>
                  <a:cubicBezTo>
                    <a:pt x="71320" y="63903"/>
                    <a:pt x="69658" y="65913"/>
                    <a:pt x="67832" y="67764"/>
                  </a:cubicBezTo>
                  <a:cubicBezTo>
                    <a:pt x="65986" y="69620"/>
                    <a:pt x="63956" y="71282"/>
                    <a:pt x="61778" y="72726"/>
                  </a:cubicBezTo>
                  <a:cubicBezTo>
                    <a:pt x="57431" y="75579"/>
                    <a:pt x="52583" y="77584"/>
                    <a:pt x="47487" y="78631"/>
                  </a:cubicBezTo>
                  <a:cubicBezTo>
                    <a:pt x="44937" y="79142"/>
                    <a:pt x="42347" y="79410"/>
                    <a:pt x="39746" y="794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30AC70E8-3526-FD47-A871-585BC774B274}"/>
                </a:ext>
              </a:extLst>
            </p:cNvPr>
            <p:cNvSpPr/>
            <p:nvPr/>
          </p:nvSpPr>
          <p:spPr>
            <a:xfrm>
              <a:off x="7344210" y="2853845"/>
              <a:ext cx="224285" cy="298766"/>
            </a:xfrm>
            <a:custGeom>
              <a:avLst/>
              <a:gdLst>
                <a:gd name="connsiteX0" fmla="*/ 39697 w 224285"/>
                <a:gd name="connsiteY0" fmla="*/ 298766 h 298766"/>
                <a:gd name="connsiteX1" fmla="*/ 0 w 224285"/>
                <a:gd name="connsiteY1" fmla="*/ 259070 h 298766"/>
                <a:gd name="connsiteX2" fmla="*/ 0 w 224285"/>
                <a:gd name="connsiteY2" fmla="*/ 40739 h 298766"/>
                <a:gd name="connsiteX3" fmla="*/ 38555 w 224285"/>
                <a:gd name="connsiteY3" fmla="*/ 1042 h 298766"/>
                <a:gd name="connsiteX4" fmla="*/ 73786 w 224285"/>
                <a:gd name="connsiteY4" fmla="*/ 0 h 298766"/>
                <a:gd name="connsiteX5" fmla="*/ 74927 w 224285"/>
                <a:gd name="connsiteY5" fmla="*/ 0 h 298766"/>
                <a:gd name="connsiteX6" fmla="*/ 224286 w 224285"/>
                <a:gd name="connsiteY6" fmla="*/ 149358 h 298766"/>
                <a:gd name="connsiteX7" fmla="*/ 74927 w 224285"/>
                <a:gd name="connsiteY7" fmla="*/ 298717 h 298766"/>
                <a:gd name="connsiteX8" fmla="*/ 79393 w 224285"/>
                <a:gd name="connsiteY8" fmla="*/ 79542 h 298766"/>
                <a:gd name="connsiteX9" fmla="*/ 79393 w 224285"/>
                <a:gd name="connsiteY9" fmla="*/ 219224 h 298766"/>
                <a:gd name="connsiteX10" fmla="*/ 145071 w 224285"/>
                <a:gd name="connsiteY10" fmla="*/ 145218 h 298766"/>
                <a:gd name="connsiteX11" fmla="*/ 79393 w 224285"/>
                <a:gd name="connsiteY11" fmla="*/ 79542 h 29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5" h="298766">
                  <a:moveTo>
                    <a:pt x="39697" y="298766"/>
                  </a:moveTo>
                  <a:cubicBezTo>
                    <a:pt x="17774" y="298766"/>
                    <a:pt x="0" y="280992"/>
                    <a:pt x="0" y="259070"/>
                  </a:cubicBezTo>
                  <a:lnTo>
                    <a:pt x="0" y="40739"/>
                  </a:lnTo>
                  <a:cubicBezTo>
                    <a:pt x="-10" y="19253"/>
                    <a:pt x="17079" y="1660"/>
                    <a:pt x="38555" y="1042"/>
                  </a:cubicBezTo>
                  <a:lnTo>
                    <a:pt x="73786" y="0"/>
                  </a:lnTo>
                  <a:lnTo>
                    <a:pt x="74927" y="0"/>
                  </a:lnTo>
                  <a:cubicBezTo>
                    <a:pt x="157417" y="0"/>
                    <a:pt x="224286" y="66870"/>
                    <a:pt x="224286" y="149358"/>
                  </a:cubicBezTo>
                  <a:cubicBezTo>
                    <a:pt x="224286" y="231848"/>
                    <a:pt x="157417" y="298717"/>
                    <a:pt x="74927" y="298717"/>
                  </a:cubicBezTo>
                  <a:close/>
                  <a:moveTo>
                    <a:pt x="79393" y="79542"/>
                  </a:moveTo>
                  <a:lnTo>
                    <a:pt x="79393" y="219224"/>
                  </a:lnTo>
                  <a:cubicBezTo>
                    <a:pt x="117963" y="216922"/>
                    <a:pt x="147369" y="183790"/>
                    <a:pt x="145071" y="145218"/>
                  </a:cubicBezTo>
                  <a:cubicBezTo>
                    <a:pt x="142962" y="109857"/>
                    <a:pt x="114753" y="81650"/>
                    <a:pt x="79393" y="7954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7" name="Picture Placeholder 57">
            <a:extLst>
              <a:ext uri="{FF2B5EF4-FFF2-40B4-BE49-F238E27FC236}">
                <a16:creationId xmlns:a16="http://schemas.microsoft.com/office/drawing/2014/main" id="{7E6D7B25-6770-4FA2-99BD-435B7CD289BC}"/>
              </a:ext>
            </a:extLst>
          </p:cNvPr>
          <p:cNvGrpSpPr>
            <a:grpSpLocks noChangeAspect="1"/>
          </p:cNvGrpSpPr>
          <p:nvPr/>
        </p:nvGrpSpPr>
        <p:grpSpPr>
          <a:xfrm>
            <a:off x="8174988" y="2541955"/>
            <a:ext cx="674742" cy="827895"/>
            <a:chOff x="8174988" y="2541955"/>
            <a:chExt cx="674742" cy="827895"/>
          </a:xfrm>
        </p:grpSpPr>
        <p:grpSp>
          <p:nvGrpSpPr>
            <p:cNvPr id="118" name="Picture Placeholder 57">
              <a:extLst>
                <a:ext uri="{FF2B5EF4-FFF2-40B4-BE49-F238E27FC236}">
                  <a16:creationId xmlns:a16="http://schemas.microsoft.com/office/drawing/2014/main" id="{7E6D7B25-6770-4FA2-99BD-435B7CD289BC}"/>
                </a:ext>
              </a:extLst>
            </p:cNvPr>
            <p:cNvGrpSpPr/>
            <p:nvPr/>
          </p:nvGrpSpPr>
          <p:grpSpPr>
            <a:xfrm>
              <a:off x="8174988" y="2818763"/>
              <a:ext cx="674742" cy="551087"/>
              <a:chOff x="8174988" y="2818763"/>
              <a:chExt cx="674742" cy="551087"/>
            </a:xfrm>
            <a:solidFill>
              <a:srgbClr val="FFFFFF"/>
            </a:solidFill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4256A64-BDEA-D747-ABD7-B5D9D7EC2104}"/>
                  </a:ext>
                </a:extLst>
              </p:cNvPr>
              <p:cNvSpPr/>
              <p:nvPr/>
            </p:nvSpPr>
            <p:spPr>
              <a:xfrm>
                <a:off x="8174988" y="2820400"/>
                <a:ext cx="674742" cy="549449"/>
              </a:xfrm>
              <a:custGeom>
                <a:avLst/>
                <a:gdLst>
                  <a:gd name="connsiteX0" fmla="*/ 337322 w 674742"/>
                  <a:gd name="connsiteY0" fmla="*/ 549450 h 549449"/>
                  <a:gd name="connsiteX1" fmla="*/ 103261 w 674742"/>
                  <a:gd name="connsiteY1" fmla="*/ 457900 h 549449"/>
                  <a:gd name="connsiteX2" fmla="*/ 0 w 674742"/>
                  <a:gd name="connsiteY2" fmla="*/ 195952 h 549449"/>
                  <a:gd name="connsiteX3" fmla="*/ 0 w 674742"/>
                  <a:gd name="connsiteY3" fmla="*/ 39697 h 549449"/>
                  <a:gd name="connsiteX4" fmla="*/ 39697 w 674742"/>
                  <a:gd name="connsiteY4" fmla="*/ 0 h 549449"/>
                  <a:gd name="connsiteX5" fmla="*/ 164691 w 674742"/>
                  <a:gd name="connsiteY5" fmla="*/ 0 h 549449"/>
                  <a:gd name="connsiteX6" fmla="*/ 164691 w 674742"/>
                  <a:gd name="connsiteY6" fmla="*/ 0 h 549449"/>
                  <a:gd name="connsiteX7" fmla="*/ 204388 w 674742"/>
                  <a:gd name="connsiteY7" fmla="*/ 39697 h 549449"/>
                  <a:gd name="connsiteX8" fmla="*/ 164691 w 674742"/>
                  <a:gd name="connsiteY8" fmla="*/ 79393 h 549449"/>
                  <a:gd name="connsiteX9" fmla="*/ 79294 w 674742"/>
                  <a:gd name="connsiteY9" fmla="*/ 79393 h 549449"/>
                  <a:gd name="connsiteX10" fmla="*/ 79294 w 674742"/>
                  <a:gd name="connsiteY10" fmla="*/ 192826 h 549449"/>
                  <a:gd name="connsiteX11" fmla="*/ 337322 w 674742"/>
                  <a:gd name="connsiteY11" fmla="*/ 470106 h 549449"/>
                  <a:gd name="connsiteX12" fmla="*/ 595350 w 674742"/>
                  <a:gd name="connsiteY12" fmla="*/ 191139 h 549449"/>
                  <a:gd name="connsiteX13" fmla="*/ 595350 w 674742"/>
                  <a:gd name="connsiteY13" fmla="*/ 42872 h 549449"/>
                  <a:gd name="connsiteX14" fmla="*/ 635046 w 674742"/>
                  <a:gd name="connsiteY14" fmla="*/ 3176 h 549449"/>
                  <a:gd name="connsiteX15" fmla="*/ 635046 w 674742"/>
                  <a:gd name="connsiteY15" fmla="*/ 3176 h 549449"/>
                  <a:gd name="connsiteX16" fmla="*/ 674743 w 674742"/>
                  <a:gd name="connsiteY16" fmla="*/ 42872 h 549449"/>
                  <a:gd name="connsiteX17" fmla="*/ 674495 w 674742"/>
                  <a:gd name="connsiteY17" fmla="*/ 197242 h 549449"/>
                  <a:gd name="connsiteX18" fmla="*/ 337322 w 674742"/>
                  <a:gd name="connsiteY18" fmla="*/ 549450 h 549449"/>
                  <a:gd name="connsiteX19" fmla="*/ 635046 w 674742"/>
                  <a:gd name="connsiteY19" fmla="*/ 193372 h 549449"/>
                  <a:gd name="connsiteX20" fmla="*/ 635046 w 674742"/>
                  <a:gd name="connsiteY20" fmla="*/ 193372 h 54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74742" h="549449">
                    <a:moveTo>
                      <a:pt x="337322" y="549450"/>
                    </a:moveTo>
                    <a:cubicBezTo>
                      <a:pt x="244035" y="549450"/>
                      <a:pt x="163103" y="517792"/>
                      <a:pt x="103261" y="457900"/>
                    </a:cubicBezTo>
                    <a:cubicBezTo>
                      <a:pt x="40887" y="395626"/>
                      <a:pt x="5161" y="304919"/>
                      <a:pt x="0" y="195952"/>
                    </a:cubicBezTo>
                    <a:cubicBezTo>
                      <a:pt x="0" y="194811"/>
                      <a:pt x="0" y="192578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64691" y="0"/>
                    </a:lnTo>
                    <a:lnTo>
                      <a:pt x="164691" y="0"/>
                    </a:lnTo>
                    <a:cubicBezTo>
                      <a:pt x="186615" y="0"/>
                      <a:pt x="204388" y="17773"/>
                      <a:pt x="204388" y="39697"/>
                    </a:cubicBezTo>
                    <a:cubicBezTo>
                      <a:pt x="204388" y="61620"/>
                      <a:pt x="186615" y="79393"/>
                      <a:pt x="164691" y="79393"/>
                    </a:cubicBezTo>
                    <a:lnTo>
                      <a:pt x="79294" y="79393"/>
                    </a:lnTo>
                    <a:cubicBezTo>
                      <a:pt x="79294" y="130800"/>
                      <a:pt x="79294" y="186177"/>
                      <a:pt x="79294" y="192826"/>
                    </a:cubicBezTo>
                    <a:cubicBezTo>
                      <a:pt x="87729" y="366498"/>
                      <a:pt x="184143" y="470106"/>
                      <a:pt x="337322" y="470106"/>
                    </a:cubicBezTo>
                    <a:cubicBezTo>
                      <a:pt x="486184" y="470106"/>
                      <a:pt x="577784" y="370865"/>
                      <a:pt x="595350" y="191139"/>
                    </a:cubicBezTo>
                    <a:cubicBezTo>
                      <a:pt x="595350" y="179428"/>
                      <a:pt x="595350" y="97306"/>
                      <a:pt x="595350" y="42872"/>
                    </a:cubicBezTo>
                    <a:cubicBezTo>
                      <a:pt x="595350" y="20948"/>
                      <a:pt x="613124" y="3176"/>
                      <a:pt x="635046" y="3176"/>
                    </a:cubicBezTo>
                    <a:lnTo>
                      <a:pt x="635046" y="3176"/>
                    </a:lnTo>
                    <a:cubicBezTo>
                      <a:pt x="656969" y="3176"/>
                      <a:pt x="674743" y="20948"/>
                      <a:pt x="674743" y="42872"/>
                    </a:cubicBezTo>
                    <a:cubicBezTo>
                      <a:pt x="674743" y="193124"/>
                      <a:pt x="674743" y="194761"/>
                      <a:pt x="674495" y="197242"/>
                    </a:cubicBezTo>
                    <a:cubicBezTo>
                      <a:pt x="653555" y="417757"/>
                      <a:pt x="527518" y="549450"/>
                      <a:pt x="337322" y="549450"/>
                    </a:cubicBezTo>
                    <a:close/>
                    <a:moveTo>
                      <a:pt x="635046" y="193372"/>
                    </a:moveTo>
                    <a:lnTo>
                      <a:pt x="635046" y="193372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09F2AA07-E3D7-424C-878B-ECE9FC9FFD29}"/>
                  </a:ext>
                </a:extLst>
              </p:cNvPr>
              <p:cNvSpPr/>
              <p:nvPr/>
            </p:nvSpPr>
            <p:spPr>
              <a:xfrm>
                <a:off x="8299536" y="2818763"/>
                <a:ext cx="549946" cy="423661"/>
              </a:xfrm>
              <a:custGeom>
                <a:avLst/>
                <a:gdLst>
                  <a:gd name="connsiteX0" fmla="*/ 213419 w 549946"/>
                  <a:gd name="connsiteY0" fmla="*/ 423661 h 423661"/>
                  <a:gd name="connsiteX1" fmla="*/ 63167 w 549946"/>
                  <a:gd name="connsiteY1" fmla="*/ 355383 h 423661"/>
                  <a:gd name="connsiteX2" fmla="*/ 0 w 549946"/>
                  <a:gd name="connsiteY2" fmla="*/ 147522 h 423661"/>
                  <a:gd name="connsiteX3" fmla="*/ 0 w 549946"/>
                  <a:gd name="connsiteY3" fmla="*/ 41235 h 423661"/>
                  <a:gd name="connsiteX4" fmla="*/ 39697 w 549946"/>
                  <a:gd name="connsiteY4" fmla="*/ 1538 h 423661"/>
                  <a:gd name="connsiteX5" fmla="*/ 39697 w 549946"/>
                  <a:gd name="connsiteY5" fmla="*/ 1538 h 423661"/>
                  <a:gd name="connsiteX6" fmla="*/ 79393 w 549946"/>
                  <a:gd name="connsiteY6" fmla="*/ 41235 h 423661"/>
                  <a:gd name="connsiteX7" fmla="*/ 79393 w 549946"/>
                  <a:gd name="connsiteY7" fmla="*/ 145786 h 423661"/>
                  <a:gd name="connsiteX8" fmla="*/ 213369 w 549946"/>
                  <a:gd name="connsiteY8" fmla="*/ 344268 h 423661"/>
                  <a:gd name="connsiteX9" fmla="*/ 347345 w 549946"/>
                  <a:gd name="connsiteY9" fmla="*/ 145190 h 423661"/>
                  <a:gd name="connsiteX10" fmla="*/ 347345 w 549946"/>
                  <a:gd name="connsiteY10" fmla="*/ 39994 h 423661"/>
                  <a:gd name="connsiteX11" fmla="*/ 387042 w 549946"/>
                  <a:gd name="connsiteY11" fmla="*/ 298 h 423661"/>
                  <a:gd name="connsiteX12" fmla="*/ 510250 w 549946"/>
                  <a:gd name="connsiteY12" fmla="*/ 0 h 423661"/>
                  <a:gd name="connsiteX13" fmla="*/ 510250 w 549946"/>
                  <a:gd name="connsiteY13" fmla="*/ 0 h 423661"/>
                  <a:gd name="connsiteX14" fmla="*/ 549947 w 549946"/>
                  <a:gd name="connsiteY14" fmla="*/ 39697 h 423661"/>
                  <a:gd name="connsiteX15" fmla="*/ 510250 w 549946"/>
                  <a:gd name="connsiteY15" fmla="*/ 79393 h 423661"/>
                  <a:gd name="connsiteX16" fmla="*/ 426689 w 549946"/>
                  <a:gd name="connsiteY16" fmla="*/ 79393 h 423661"/>
                  <a:gd name="connsiteX17" fmla="*/ 426689 w 549946"/>
                  <a:gd name="connsiteY17" fmla="*/ 147324 h 423661"/>
                  <a:gd name="connsiteX18" fmla="*/ 213419 w 549946"/>
                  <a:gd name="connsiteY18" fmla="*/ 423661 h 42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49946" h="423661">
                    <a:moveTo>
                      <a:pt x="213419" y="423661"/>
                    </a:moveTo>
                    <a:cubicBezTo>
                      <a:pt x="152236" y="423661"/>
                      <a:pt x="100284" y="400092"/>
                      <a:pt x="63167" y="355383"/>
                    </a:cubicBezTo>
                    <a:cubicBezTo>
                      <a:pt x="23471" y="307698"/>
                      <a:pt x="2283" y="237733"/>
                      <a:pt x="0" y="147522"/>
                    </a:cubicBezTo>
                    <a:cubicBezTo>
                      <a:pt x="0" y="146877"/>
                      <a:pt x="0" y="145289"/>
                      <a:pt x="0" y="41235"/>
                    </a:cubicBezTo>
                    <a:cubicBezTo>
                      <a:pt x="0" y="19311"/>
                      <a:pt x="17773" y="1538"/>
                      <a:pt x="39697" y="1538"/>
                    </a:cubicBezTo>
                    <a:lnTo>
                      <a:pt x="39697" y="1538"/>
                    </a:lnTo>
                    <a:cubicBezTo>
                      <a:pt x="61621" y="1538"/>
                      <a:pt x="79393" y="19311"/>
                      <a:pt x="79393" y="41235"/>
                    </a:cubicBezTo>
                    <a:cubicBezTo>
                      <a:pt x="79393" y="80931"/>
                      <a:pt x="79393" y="140476"/>
                      <a:pt x="79393" y="145786"/>
                    </a:cubicBezTo>
                    <a:cubicBezTo>
                      <a:pt x="81725" y="236443"/>
                      <a:pt x="106883" y="344268"/>
                      <a:pt x="213369" y="344268"/>
                    </a:cubicBezTo>
                    <a:cubicBezTo>
                      <a:pt x="299213" y="344268"/>
                      <a:pt x="343078" y="279166"/>
                      <a:pt x="347345" y="145190"/>
                    </a:cubicBezTo>
                    <a:lnTo>
                      <a:pt x="347345" y="39994"/>
                    </a:lnTo>
                    <a:cubicBezTo>
                      <a:pt x="347345" y="18070"/>
                      <a:pt x="365119" y="298"/>
                      <a:pt x="387042" y="298"/>
                    </a:cubicBezTo>
                    <a:lnTo>
                      <a:pt x="510250" y="0"/>
                    </a:lnTo>
                    <a:lnTo>
                      <a:pt x="510250" y="0"/>
                    </a:lnTo>
                    <a:cubicBezTo>
                      <a:pt x="532173" y="0"/>
                      <a:pt x="549947" y="17773"/>
                      <a:pt x="549947" y="39697"/>
                    </a:cubicBezTo>
                    <a:cubicBezTo>
                      <a:pt x="549947" y="61620"/>
                      <a:pt x="532173" y="79393"/>
                      <a:pt x="510250" y="79393"/>
                    </a:cubicBezTo>
                    <a:lnTo>
                      <a:pt x="426689" y="79393"/>
                    </a:lnTo>
                    <a:cubicBezTo>
                      <a:pt x="426689" y="145488"/>
                      <a:pt x="426689" y="146580"/>
                      <a:pt x="426689" y="147324"/>
                    </a:cubicBezTo>
                    <a:cubicBezTo>
                      <a:pt x="419097" y="387786"/>
                      <a:pt x="289686" y="423661"/>
                      <a:pt x="213419" y="4236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1D67465E-87B8-2049-88DF-78FD64646620}"/>
                </a:ext>
              </a:extLst>
            </p:cNvPr>
            <p:cNvSpPr/>
            <p:nvPr/>
          </p:nvSpPr>
          <p:spPr>
            <a:xfrm>
              <a:off x="8187104" y="2542500"/>
              <a:ext cx="173373" cy="264899"/>
            </a:xfrm>
            <a:custGeom>
              <a:avLst/>
              <a:gdLst>
                <a:gd name="connsiteX0" fmla="*/ 86927 w 173373"/>
                <a:gd name="connsiteY0" fmla="*/ 264899 h 264899"/>
                <a:gd name="connsiteX1" fmla="*/ 47267 w 173373"/>
                <a:gd name="connsiteY1" fmla="*/ 225166 h 264899"/>
                <a:gd name="connsiteX2" fmla="*/ 51101 w 173373"/>
                <a:gd name="connsiteY2" fmla="*/ 208183 h 264899"/>
                <a:gd name="connsiteX3" fmla="*/ 70949 w 173373"/>
                <a:gd name="connsiteY3" fmla="*/ 166799 h 264899"/>
                <a:gd name="connsiteX4" fmla="*/ 39340 w 173373"/>
                <a:gd name="connsiteY4" fmla="*/ 166799 h 264899"/>
                <a:gd name="connsiteX5" fmla="*/ 2 w 173373"/>
                <a:gd name="connsiteY5" fmla="*/ 126748 h 264899"/>
                <a:gd name="connsiteX6" fmla="*/ 4606 w 173373"/>
                <a:gd name="connsiteY6" fmla="*/ 108545 h 264899"/>
                <a:gd name="connsiteX7" fmla="*/ 50803 w 173373"/>
                <a:gd name="connsiteY7" fmla="*/ 20418 h 264899"/>
                <a:gd name="connsiteX8" fmla="*/ 104785 w 173373"/>
                <a:gd name="connsiteY8" fmla="*/ 5007 h 264899"/>
                <a:gd name="connsiteX9" fmla="*/ 120967 w 173373"/>
                <a:gd name="connsiteY9" fmla="*/ 57535 h 264899"/>
                <a:gd name="connsiteX10" fmla="*/ 105138 w 173373"/>
                <a:gd name="connsiteY10" fmla="*/ 87307 h 264899"/>
                <a:gd name="connsiteX11" fmla="*/ 133620 w 173373"/>
                <a:gd name="connsiteY11" fmla="*/ 87307 h 264899"/>
                <a:gd name="connsiteX12" fmla="*/ 173373 w 173373"/>
                <a:gd name="connsiteY12" fmla="*/ 126947 h 264899"/>
                <a:gd name="connsiteX13" fmla="*/ 169396 w 173373"/>
                <a:gd name="connsiteY13" fmla="*/ 144321 h 264899"/>
                <a:gd name="connsiteX14" fmla="*/ 122803 w 173373"/>
                <a:gd name="connsiteY14" fmla="*/ 242223 h 264899"/>
                <a:gd name="connsiteX15" fmla="*/ 86927 w 173373"/>
                <a:gd name="connsiteY15" fmla="*/ 264899 h 26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373" h="264899">
                  <a:moveTo>
                    <a:pt x="86927" y="264899"/>
                  </a:moveTo>
                  <a:cubicBezTo>
                    <a:pt x="65003" y="264879"/>
                    <a:pt x="47247" y="247090"/>
                    <a:pt x="47267" y="225166"/>
                  </a:cubicBezTo>
                  <a:cubicBezTo>
                    <a:pt x="47272" y="219291"/>
                    <a:pt x="48582" y="213490"/>
                    <a:pt x="51101" y="208183"/>
                  </a:cubicBezTo>
                  <a:lnTo>
                    <a:pt x="70949" y="166799"/>
                  </a:lnTo>
                  <a:lnTo>
                    <a:pt x="39340" y="166799"/>
                  </a:lnTo>
                  <a:cubicBezTo>
                    <a:pt x="17418" y="166603"/>
                    <a:pt x="-195" y="148671"/>
                    <a:pt x="2" y="126748"/>
                  </a:cubicBezTo>
                  <a:cubicBezTo>
                    <a:pt x="59" y="120399"/>
                    <a:pt x="1638" y="114157"/>
                    <a:pt x="4606" y="108545"/>
                  </a:cubicBezTo>
                  <a:lnTo>
                    <a:pt x="50803" y="20418"/>
                  </a:lnTo>
                  <a:cubicBezTo>
                    <a:pt x="61454" y="1256"/>
                    <a:pt x="85623" y="-5644"/>
                    <a:pt x="104785" y="5007"/>
                  </a:cubicBezTo>
                  <a:cubicBezTo>
                    <a:pt x="123389" y="15347"/>
                    <a:pt x="130527" y="38519"/>
                    <a:pt x="120967" y="57535"/>
                  </a:cubicBezTo>
                  <a:lnTo>
                    <a:pt x="105138" y="87307"/>
                  </a:lnTo>
                  <a:lnTo>
                    <a:pt x="133620" y="87307"/>
                  </a:lnTo>
                  <a:cubicBezTo>
                    <a:pt x="155544" y="87276"/>
                    <a:pt x="173342" y="105023"/>
                    <a:pt x="173373" y="126947"/>
                  </a:cubicBezTo>
                  <a:cubicBezTo>
                    <a:pt x="173381" y="132965"/>
                    <a:pt x="172022" y="138906"/>
                    <a:pt x="169396" y="144321"/>
                  </a:cubicBezTo>
                  <a:lnTo>
                    <a:pt x="122803" y="242223"/>
                  </a:lnTo>
                  <a:cubicBezTo>
                    <a:pt x="116228" y="256076"/>
                    <a:pt x="102262" y="264904"/>
                    <a:pt x="86927" y="26489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3116A7E9-B1B5-0A45-BA8D-12AC8D6DD82F}"/>
                </a:ext>
              </a:extLst>
            </p:cNvPr>
            <p:cNvSpPr/>
            <p:nvPr/>
          </p:nvSpPr>
          <p:spPr>
            <a:xfrm>
              <a:off x="8663810" y="2541955"/>
              <a:ext cx="173401" cy="264800"/>
            </a:xfrm>
            <a:custGeom>
              <a:avLst/>
              <a:gdLst>
                <a:gd name="connsiteX0" fmla="*/ 86878 w 173401"/>
                <a:gd name="connsiteY0" fmla="*/ 264800 h 264800"/>
                <a:gd name="connsiteX1" fmla="*/ 47196 w 173401"/>
                <a:gd name="connsiteY1" fmla="*/ 225091 h 264800"/>
                <a:gd name="connsiteX2" fmla="*/ 51052 w 173401"/>
                <a:gd name="connsiteY2" fmla="*/ 208034 h 264800"/>
                <a:gd name="connsiteX3" fmla="*/ 70900 w 173401"/>
                <a:gd name="connsiteY3" fmla="*/ 166700 h 264800"/>
                <a:gd name="connsiteX4" fmla="*/ 39341 w 173401"/>
                <a:gd name="connsiteY4" fmla="*/ 166700 h 264800"/>
                <a:gd name="connsiteX5" fmla="*/ 2 w 173401"/>
                <a:gd name="connsiteY5" fmla="*/ 126649 h 264800"/>
                <a:gd name="connsiteX6" fmla="*/ 4606 w 173401"/>
                <a:gd name="connsiteY6" fmla="*/ 108445 h 264800"/>
                <a:gd name="connsiteX7" fmla="*/ 51151 w 173401"/>
                <a:gd name="connsiteY7" fmla="*/ 20418 h 264800"/>
                <a:gd name="connsiteX8" fmla="*/ 105133 w 173401"/>
                <a:gd name="connsiteY8" fmla="*/ 5007 h 264800"/>
                <a:gd name="connsiteX9" fmla="*/ 121314 w 173401"/>
                <a:gd name="connsiteY9" fmla="*/ 57535 h 264800"/>
                <a:gd name="connsiteX10" fmla="*/ 105485 w 173401"/>
                <a:gd name="connsiteY10" fmla="*/ 87307 h 264800"/>
                <a:gd name="connsiteX11" fmla="*/ 133819 w 173401"/>
                <a:gd name="connsiteY11" fmla="*/ 87307 h 264800"/>
                <a:gd name="connsiteX12" fmla="*/ 173401 w 173401"/>
                <a:gd name="connsiteY12" fmla="*/ 127116 h 264800"/>
                <a:gd name="connsiteX13" fmla="*/ 169546 w 173401"/>
                <a:gd name="connsiteY13" fmla="*/ 144073 h 264800"/>
                <a:gd name="connsiteX14" fmla="*/ 122753 w 173401"/>
                <a:gd name="connsiteY14" fmla="*/ 242372 h 264800"/>
                <a:gd name="connsiteX15" fmla="*/ 86878 w 173401"/>
                <a:gd name="connsiteY15" fmla="*/ 264800 h 26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401" h="264800">
                  <a:moveTo>
                    <a:pt x="86878" y="264800"/>
                  </a:moveTo>
                  <a:cubicBezTo>
                    <a:pt x="64955" y="264793"/>
                    <a:pt x="47186" y="247014"/>
                    <a:pt x="47196" y="225091"/>
                  </a:cubicBezTo>
                  <a:cubicBezTo>
                    <a:pt x="47196" y="219189"/>
                    <a:pt x="48516" y="213362"/>
                    <a:pt x="51052" y="208034"/>
                  </a:cubicBezTo>
                  <a:lnTo>
                    <a:pt x="70900" y="166700"/>
                  </a:lnTo>
                  <a:lnTo>
                    <a:pt x="39341" y="166700"/>
                  </a:lnTo>
                  <a:cubicBezTo>
                    <a:pt x="17419" y="166504"/>
                    <a:pt x="-197" y="148572"/>
                    <a:pt x="2" y="126649"/>
                  </a:cubicBezTo>
                  <a:cubicBezTo>
                    <a:pt x="61" y="120300"/>
                    <a:pt x="1639" y="114057"/>
                    <a:pt x="4606" y="108445"/>
                  </a:cubicBezTo>
                  <a:lnTo>
                    <a:pt x="51151" y="20418"/>
                  </a:lnTo>
                  <a:cubicBezTo>
                    <a:pt x="61799" y="1256"/>
                    <a:pt x="85970" y="-5644"/>
                    <a:pt x="105133" y="5007"/>
                  </a:cubicBezTo>
                  <a:cubicBezTo>
                    <a:pt x="123736" y="15347"/>
                    <a:pt x="130876" y="38519"/>
                    <a:pt x="121314" y="57535"/>
                  </a:cubicBezTo>
                  <a:lnTo>
                    <a:pt x="105485" y="87307"/>
                  </a:lnTo>
                  <a:lnTo>
                    <a:pt x="133819" y="87307"/>
                  </a:lnTo>
                  <a:cubicBezTo>
                    <a:pt x="155741" y="87369"/>
                    <a:pt x="173466" y="105192"/>
                    <a:pt x="173401" y="127116"/>
                  </a:cubicBezTo>
                  <a:cubicBezTo>
                    <a:pt x="173386" y="132984"/>
                    <a:pt x="172072" y="138775"/>
                    <a:pt x="169546" y="144073"/>
                  </a:cubicBezTo>
                  <a:lnTo>
                    <a:pt x="122753" y="242372"/>
                  </a:lnTo>
                  <a:cubicBezTo>
                    <a:pt x="116109" y="256129"/>
                    <a:pt x="102156" y="264851"/>
                    <a:pt x="86878" y="2648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3" name="Picture Placeholder 59">
            <a:extLst>
              <a:ext uri="{FF2B5EF4-FFF2-40B4-BE49-F238E27FC236}">
                <a16:creationId xmlns:a16="http://schemas.microsoft.com/office/drawing/2014/main" id="{B4D9D149-DA0B-4846-8B86-6F43098E3F4A}"/>
              </a:ext>
            </a:extLst>
          </p:cNvPr>
          <p:cNvGrpSpPr>
            <a:grpSpLocks noChangeAspect="1"/>
          </p:cNvGrpSpPr>
          <p:nvPr/>
        </p:nvGrpSpPr>
        <p:grpSpPr>
          <a:xfrm>
            <a:off x="9463070" y="2585290"/>
            <a:ext cx="733643" cy="742829"/>
            <a:chOff x="9463070" y="2585290"/>
            <a:chExt cx="733643" cy="74282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6ED36238-77D1-C34D-B204-4F964D9552B5}"/>
                </a:ext>
              </a:extLst>
            </p:cNvPr>
            <p:cNvSpPr/>
            <p:nvPr/>
          </p:nvSpPr>
          <p:spPr>
            <a:xfrm>
              <a:off x="9746504" y="2689203"/>
              <a:ext cx="79393" cy="622541"/>
            </a:xfrm>
            <a:custGeom>
              <a:avLst/>
              <a:gdLst>
                <a:gd name="connsiteX0" fmla="*/ 39697 w 79393"/>
                <a:gd name="connsiteY0" fmla="*/ 622541 h 622541"/>
                <a:gd name="connsiteX1" fmla="*/ 0 w 79393"/>
                <a:gd name="connsiteY1" fmla="*/ 582845 h 622541"/>
                <a:gd name="connsiteX2" fmla="*/ 0 w 79393"/>
                <a:gd name="connsiteY2" fmla="*/ 39697 h 622541"/>
                <a:gd name="connsiteX3" fmla="*/ 39697 w 79393"/>
                <a:gd name="connsiteY3" fmla="*/ 0 h 622541"/>
                <a:gd name="connsiteX4" fmla="*/ 79393 w 79393"/>
                <a:gd name="connsiteY4" fmla="*/ 39697 h 622541"/>
                <a:gd name="connsiteX5" fmla="*/ 79393 w 79393"/>
                <a:gd name="connsiteY5" fmla="*/ 582845 h 622541"/>
                <a:gd name="connsiteX6" fmla="*/ 39697 w 79393"/>
                <a:gd name="connsiteY6" fmla="*/ 622541 h 6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2541">
                  <a:moveTo>
                    <a:pt x="39697" y="622541"/>
                  </a:moveTo>
                  <a:cubicBezTo>
                    <a:pt x="17773" y="622541"/>
                    <a:pt x="0" y="604767"/>
                    <a:pt x="0" y="5828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82845"/>
                  </a:lnTo>
                  <a:cubicBezTo>
                    <a:pt x="79393" y="604767"/>
                    <a:pt x="61621" y="622541"/>
                    <a:pt x="39697" y="6225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F60AC58-BAF8-914D-BC02-C99938C3A029}"/>
                </a:ext>
              </a:extLst>
            </p:cNvPr>
            <p:cNvSpPr/>
            <p:nvPr/>
          </p:nvSpPr>
          <p:spPr>
            <a:xfrm>
              <a:off x="9842768" y="2691784"/>
              <a:ext cx="79393" cy="622590"/>
            </a:xfrm>
            <a:custGeom>
              <a:avLst/>
              <a:gdLst>
                <a:gd name="connsiteX0" fmla="*/ 39697 w 79393"/>
                <a:gd name="connsiteY0" fmla="*/ 622591 h 622590"/>
                <a:gd name="connsiteX1" fmla="*/ 0 w 79393"/>
                <a:gd name="connsiteY1" fmla="*/ 582894 h 622590"/>
                <a:gd name="connsiteX2" fmla="*/ 0 w 79393"/>
                <a:gd name="connsiteY2" fmla="*/ 39697 h 622590"/>
                <a:gd name="connsiteX3" fmla="*/ 39697 w 79393"/>
                <a:gd name="connsiteY3" fmla="*/ 0 h 622590"/>
                <a:gd name="connsiteX4" fmla="*/ 79393 w 79393"/>
                <a:gd name="connsiteY4" fmla="*/ 39697 h 622590"/>
                <a:gd name="connsiteX5" fmla="*/ 79393 w 79393"/>
                <a:gd name="connsiteY5" fmla="*/ 582894 h 622590"/>
                <a:gd name="connsiteX6" fmla="*/ 39697 w 79393"/>
                <a:gd name="connsiteY6" fmla="*/ 622591 h 62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2590">
                  <a:moveTo>
                    <a:pt x="39697" y="622591"/>
                  </a:moveTo>
                  <a:cubicBezTo>
                    <a:pt x="17773" y="622591"/>
                    <a:pt x="0" y="604817"/>
                    <a:pt x="0" y="5828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82894"/>
                  </a:lnTo>
                  <a:cubicBezTo>
                    <a:pt x="79393" y="604817"/>
                    <a:pt x="61619" y="622591"/>
                    <a:pt x="39697" y="6225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6C98CDA-4397-2145-B5D7-9DB8EED990C2}"/>
                </a:ext>
              </a:extLst>
            </p:cNvPr>
            <p:cNvSpPr/>
            <p:nvPr/>
          </p:nvSpPr>
          <p:spPr>
            <a:xfrm>
              <a:off x="9807785" y="2585290"/>
              <a:ext cx="236939" cy="155766"/>
            </a:xfrm>
            <a:custGeom>
              <a:avLst/>
              <a:gdLst>
                <a:gd name="connsiteX0" fmla="*/ 197242 w 236939"/>
                <a:gd name="connsiteY0" fmla="*/ 155767 h 155766"/>
                <a:gd name="connsiteX1" fmla="*/ 157546 w 236939"/>
                <a:gd name="connsiteY1" fmla="*/ 116070 h 155766"/>
                <a:gd name="connsiteX2" fmla="*/ 117075 w 236939"/>
                <a:gd name="connsiteY2" fmla="*/ 78387 h 155766"/>
                <a:gd name="connsiteX3" fmla="*/ 79393 w 236939"/>
                <a:gd name="connsiteY3" fmla="*/ 116070 h 155766"/>
                <a:gd name="connsiteX4" fmla="*/ 39697 w 236939"/>
                <a:gd name="connsiteY4" fmla="*/ 155767 h 155766"/>
                <a:gd name="connsiteX5" fmla="*/ 0 w 236939"/>
                <a:gd name="connsiteY5" fmla="*/ 116070 h 155766"/>
                <a:gd name="connsiteX6" fmla="*/ 120896 w 236939"/>
                <a:gd name="connsiteY6" fmla="*/ 25 h 155766"/>
                <a:gd name="connsiteX7" fmla="*/ 236939 w 236939"/>
                <a:gd name="connsiteY7" fmla="*/ 116070 h 155766"/>
                <a:gd name="connsiteX8" fmla="*/ 197242 w 236939"/>
                <a:gd name="connsiteY8" fmla="*/ 155767 h 15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939" h="155766">
                  <a:moveTo>
                    <a:pt x="197242" y="155767"/>
                  </a:moveTo>
                  <a:cubicBezTo>
                    <a:pt x="175320" y="155767"/>
                    <a:pt x="157546" y="137994"/>
                    <a:pt x="157546" y="116070"/>
                  </a:cubicBezTo>
                  <a:cubicBezTo>
                    <a:pt x="156777" y="94489"/>
                    <a:pt x="138660" y="77618"/>
                    <a:pt x="117075" y="78387"/>
                  </a:cubicBezTo>
                  <a:cubicBezTo>
                    <a:pt x="96577" y="79117"/>
                    <a:pt x="80124" y="95568"/>
                    <a:pt x="79393" y="116070"/>
                  </a:cubicBezTo>
                  <a:cubicBezTo>
                    <a:pt x="79393" y="137994"/>
                    <a:pt x="61621" y="155767"/>
                    <a:pt x="39697" y="155767"/>
                  </a:cubicBezTo>
                  <a:cubicBezTo>
                    <a:pt x="17773" y="155767"/>
                    <a:pt x="0" y="137994"/>
                    <a:pt x="0" y="116070"/>
                  </a:cubicBezTo>
                  <a:cubicBezTo>
                    <a:pt x="1339" y="50641"/>
                    <a:pt x="55465" y="-1313"/>
                    <a:pt x="120896" y="25"/>
                  </a:cubicBezTo>
                  <a:cubicBezTo>
                    <a:pt x="184435" y="1326"/>
                    <a:pt x="235639" y="52527"/>
                    <a:pt x="236939" y="116070"/>
                  </a:cubicBezTo>
                  <a:cubicBezTo>
                    <a:pt x="236939" y="137994"/>
                    <a:pt x="219165" y="155767"/>
                    <a:pt x="197242" y="1557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00DA5CA-15EF-904E-8880-0A20C725C660}"/>
                </a:ext>
              </a:extLst>
            </p:cNvPr>
            <p:cNvSpPr/>
            <p:nvPr/>
          </p:nvSpPr>
          <p:spPr>
            <a:xfrm>
              <a:off x="9619227" y="2585290"/>
              <a:ext cx="236939" cy="155766"/>
            </a:xfrm>
            <a:custGeom>
              <a:avLst/>
              <a:gdLst>
                <a:gd name="connsiteX0" fmla="*/ 197242 w 236939"/>
                <a:gd name="connsiteY0" fmla="*/ 155767 h 155766"/>
                <a:gd name="connsiteX1" fmla="*/ 157546 w 236939"/>
                <a:gd name="connsiteY1" fmla="*/ 116070 h 155766"/>
                <a:gd name="connsiteX2" fmla="*/ 117077 w 236939"/>
                <a:gd name="connsiteY2" fmla="*/ 78387 h 155766"/>
                <a:gd name="connsiteX3" fmla="*/ 79393 w 236939"/>
                <a:gd name="connsiteY3" fmla="*/ 116070 h 155766"/>
                <a:gd name="connsiteX4" fmla="*/ 39697 w 236939"/>
                <a:gd name="connsiteY4" fmla="*/ 155767 h 155766"/>
                <a:gd name="connsiteX5" fmla="*/ 0 w 236939"/>
                <a:gd name="connsiteY5" fmla="*/ 116070 h 155766"/>
                <a:gd name="connsiteX6" fmla="*/ 120894 w 236939"/>
                <a:gd name="connsiteY6" fmla="*/ 25 h 155766"/>
                <a:gd name="connsiteX7" fmla="*/ 236939 w 236939"/>
                <a:gd name="connsiteY7" fmla="*/ 116070 h 155766"/>
                <a:gd name="connsiteX8" fmla="*/ 197242 w 236939"/>
                <a:gd name="connsiteY8" fmla="*/ 155767 h 15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939" h="155766">
                  <a:moveTo>
                    <a:pt x="197242" y="155767"/>
                  </a:moveTo>
                  <a:cubicBezTo>
                    <a:pt x="175319" y="155767"/>
                    <a:pt x="157546" y="137994"/>
                    <a:pt x="157546" y="116070"/>
                  </a:cubicBezTo>
                  <a:cubicBezTo>
                    <a:pt x="156777" y="94489"/>
                    <a:pt x="138658" y="77618"/>
                    <a:pt x="117077" y="78387"/>
                  </a:cubicBezTo>
                  <a:cubicBezTo>
                    <a:pt x="96575" y="79117"/>
                    <a:pt x="80124" y="95568"/>
                    <a:pt x="79393" y="116070"/>
                  </a:cubicBezTo>
                  <a:cubicBezTo>
                    <a:pt x="79393" y="137994"/>
                    <a:pt x="61621" y="155767"/>
                    <a:pt x="39697" y="155767"/>
                  </a:cubicBezTo>
                  <a:cubicBezTo>
                    <a:pt x="17773" y="155767"/>
                    <a:pt x="0" y="137994"/>
                    <a:pt x="0" y="116070"/>
                  </a:cubicBezTo>
                  <a:cubicBezTo>
                    <a:pt x="1339" y="50641"/>
                    <a:pt x="55465" y="-1313"/>
                    <a:pt x="120894" y="25"/>
                  </a:cubicBezTo>
                  <a:cubicBezTo>
                    <a:pt x="184437" y="1326"/>
                    <a:pt x="235638" y="52527"/>
                    <a:pt x="236939" y="116070"/>
                  </a:cubicBezTo>
                  <a:cubicBezTo>
                    <a:pt x="236939" y="137994"/>
                    <a:pt x="219166" y="155767"/>
                    <a:pt x="197242" y="1557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93F55B93-E657-3642-97E7-81CDDC0BD89A}"/>
                </a:ext>
              </a:extLst>
            </p:cNvPr>
            <p:cNvSpPr/>
            <p:nvPr/>
          </p:nvSpPr>
          <p:spPr>
            <a:xfrm>
              <a:off x="9464683" y="2866647"/>
              <a:ext cx="732030" cy="84355"/>
            </a:xfrm>
            <a:custGeom>
              <a:avLst/>
              <a:gdLst>
                <a:gd name="connsiteX0" fmla="*/ 39821 w 732030"/>
                <a:gd name="connsiteY0" fmla="*/ 84355 h 84355"/>
                <a:gd name="connsiteX1" fmla="*/ 0 w 732030"/>
                <a:gd name="connsiteY1" fmla="*/ 44783 h 84355"/>
                <a:gd name="connsiteX2" fmla="*/ 39573 w 732030"/>
                <a:gd name="connsiteY2" fmla="*/ 4962 h 84355"/>
                <a:gd name="connsiteX3" fmla="*/ 691887 w 732030"/>
                <a:gd name="connsiteY3" fmla="*/ 0 h 84355"/>
                <a:gd name="connsiteX4" fmla="*/ 692185 w 732030"/>
                <a:gd name="connsiteY4" fmla="*/ 0 h 84355"/>
                <a:gd name="connsiteX5" fmla="*/ 732030 w 732030"/>
                <a:gd name="connsiteY5" fmla="*/ 39548 h 84355"/>
                <a:gd name="connsiteX6" fmla="*/ 692483 w 732030"/>
                <a:gd name="connsiteY6" fmla="*/ 79393 h 84355"/>
                <a:gd name="connsiteX7" fmla="*/ 40119 w 732030"/>
                <a:gd name="connsiteY7" fmla="*/ 84355 h 8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2030" h="84355">
                  <a:moveTo>
                    <a:pt x="39821" y="84355"/>
                  </a:moveTo>
                  <a:cubicBezTo>
                    <a:pt x="17897" y="84424"/>
                    <a:pt x="69" y="66707"/>
                    <a:pt x="0" y="44783"/>
                  </a:cubicBezTo>
                  <a:cubicBezTo>
                    <a:pt x="-68" y="22859"/>
                    <a:pt x="17649" y="5031"/>
                    <a:pt x="39573" y="4962"/>
                  </a:cubicBezTo>
                  <a:lnTo>
                    <a:pt x="691887" y="0"/>
                  </a:lnTo>
                  <a:lnTo>
                    <a:pt x="692185" y="0"/>
                  </a:lnTo>
                  <a:cubicBezTo>
                    <a:pt x="714107" y="-82"/>
                    <a:pt x="731946" y="17624"/>
                    <a:pt x="732030" y="39548"/>
                  </a:cubicBezTo>
                  <a:cubicBezTo>
                    <a:pt x="732115" y="61472"/>
                    <a:pt x="714405" y="79311"/>
                    <a:pt x="692483" y="79393"/>
                  </a:cubicBezTo>
                  <a:lnTo>
                    <a:pt x="40119" y="8435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70F17F76-6E5A-DF43-9920-109D8045A9BE}"/>
                </a:ext>
              </a:extLst>
            </p:cNvPr>
            <p:cNvSpPr/>
            <p:nvPr/>
          </p:nvSpPr>
          <p:spPr>
            <a:xfrm>
              <a:off x="9463070" y="2684192"/>
              <a:ext cx="732898" cy="643927"/>
            </a:xfrm>
            <a:custGeom>
              <a:avLst/>
              <a:gdLst>
                <a:gd name="connsiteX0" fmla="*/ 643581 w 732898"/>
                <a:gd name="connsiteY0" fmla="*/ 643928 h 643927"/>
                <a:gd name="connsiteX1" fmla="*/ 89317 w 732898"/>
                <a:gd name="connsiteY1" fmla="*/ 643928 h 643927"/>
                <a:gd name="connsiteX2" fmla="*/ 49621 w 732898"/>
                <a:gd name="connsiteY2" fmla="*/ 604231 h 643927"/>
                <a:gd name="connsiteX3" fmla="*/ 50514 w 732898"/>
                <a:gd name="connsiteY3" fmla="*/ 267604 h 643927"/>
                <a:gd name="connsiteX4" fmla="*/ 38406 w 732898"/>
                <a:gd name="connsiteY4" fmla="*/ 267207 h 643927"/>
                <a:gd name="connsiteX5" fmla="*/ 0 w 732898"/>
                <a:gd name="connsiteY5" fmla="*/ 227511 h 643927"/>
                <a:gd name="connsiteX6" fmla="*/ 0 w 732898"/>
                <a:gd name="connsiteY6" fmla="*/ 39697 h 643927"/>
                <a:gd name="connsiteX7" fmla="*/ 39697 w 732898"/>
                <a:gd name="connsiteY7" fmla="*/ 0 h 643927"/>
                <a:gd name="connsiteX8" fmla="*/ 693202 w 732898"/>
                <a:gd name="connsiteY8" fmla="*/ 0 h 643927"/>
                <a:gd name="connsiteX9" fmla="*/ 732898 w 732898"/>
                <a:gd name="connsiteY9" fmla="*/ 39697 h 643927"/>
                <a:gd name="connsiteX10" fmla="*/ 732898 w 732898"/>
                <a:gd name="connsiteY10" fmla="*/ 222152 h 643927"/>
                <a:gd name="connsiteX11" fmla="*/ 694839 w 732898"/>
                <a:gd name="connsiteY11" fmla="*/ 261848 h 643927"/>
                <a:gd name="connsiteX12" fmla="*/ 683278 w 732898"/>
                <a:gd name="connsiteY12" fmla="*/ 262295 h 643927"/>
                <a:gd name="connsiteX13" fmla="*/ 683278 w 732898"/>
                <a:gd name="connsiteY13" fmla="*/ 604231 h 643927"/>
                <a:gd name="connsiteX14" fmla="*/ 643581 w 732898"/>
                <a:gd name="connsiteY14" fmla="*/ 643928 h 643927"/>
                <a:gd name="connsiteX15" fmla="*/ 129113 w 732898"/>
                <a:gd name="connsiteY15" fmla="*/ 564535 h 643927"/>
                <a:gd name="connsiteX16" fmla="*/ 603884 w 732898"/>
                <a:gd name="connsiteY16" fmla="*/ 564535 h 643927"/>
                <a:gd name="connsiteX17" fmla="*/ 603884 w 732898"/>
                <a:gd name="connsiteY17" fmla="*/ 224186 h 643927"/>
                <a:gd name="connsiteX18" fmla="*/ 642142 w 732898"/>
                <a:gd name="connsiteY18" fmla="*/ 184490 h 643927"/>
                <a:gd name="connsiteX19" fmla="*/ 653704 w 732898"/>
                <a:gd name="connsiteY19" fmla="*/ 183994 h 643927"/>
                <a:gd name="connsiteX20" fmla="*/ 653704 w 732898"/>
                <a:gd name="connsiteY20" fmla="*/ 79393 h 643927"/>
                <a:gd name="connsiteX21" fmla="*/ 79393 w 732898"/>
                <a:gd name="connsiteY21" fmla="*/ 79393 h 643927"/>
                <a:gd name="connsiteX22" fmla="*/ 79393 w 732898"/>
                <a:gd name="connsiteY22" fmla="*/ 189005 h 643927"/>
                <a:gd name="connsiteX23" fmla="*/ 91600 w 732898"/>
                <a:gd name="connsiteY23" fmla="*/ 189402 h 643927"/>
                <a:gd name="connsiteX24" fmla="*/ 130006 w 732898"/>
                <a:gd name="connsiteY24" fmla="*/ 229099 h 64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2898" h="643927">
                  <a:moveTo>
                    <a:pt x="643581" y="643928"/>
                  </a:moveTo>
                  <a:lnTo>
                    <a:pt x="89317" y="643928"/>
                  </a:lnTo>
                  <a:cubicBezTo>
                    <a:pt x="67393" y="643928"/>
                    <a:pt x="49621" y="626154"/>
                    <a:pt x="49621" y="604231"/>
                  </a:cubicBezTo>
                  <a:lnTo>
                    <a:pt x="50514" y="267604"/>
                  </a:lnTo>
                  <a:lnTo>
                    <a:pt x="38406" y="267207"/>
                  </a:lnTo>
                  <a:cubicBezTo>
                    <a:pt x="16988" y="266511"/>
                    <a:pt x="-11" y="248941"/>
                    <a:pt x="0" y="22751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3202" y="0"/>
                  </a:lnTo>
                  <a:cubicBezTo>
                    <a:pt x="715124" y="0"/>
                    <a:pt x="732898" y="17773"/>
                    <a:pt x="732898" y="39697"/>
                  </a:cubicBezTo>
                  <a:lnTo>
                    <a:pt x="732898" y="222152"/>
                  </a:lnTo>
                  <a:cubicBezTo>
                    <a:pt x="732918" y="243451"/>
                    <a:pt x="716122" y="260970"/>
                    <a:pt x="694839" y="261848"/>
                  </a:cubicBezTo>
                  <a:lnTo>
                    <a:pt x="683278" y="262295"/>
                  </a:lnTo>
                  <a:lnTo>
                    <a:pt x="683278" y="604231"/>
                  </a:lnTo>
                  <a:cubicBezTo>
                    <a:pt x="683278" y="626154"/>
                    <a:pt x="665503" y="643928"/>
                    <a:pt x="643581" y="643928"/>
                  </a:cubicBezTo>
                  <a:close/>
                  <a:moveTo>
                    <a:pt x="129113" y="564535"/>
                  </a:moveTo>
                  <a:lnTo>
                    <a:pt x="603884" y="564535"/>
                  </a:lnTo>
                  <a:lnTo>
                    <a:pt x="603884" y="224186"/>
                  </a:lnTo>
                  <a:cubicBezTo>
                    <a:pt x="603870" y="202812"/>
                    <a:pt x="620780" y="185264"/>
                    <a:pt x="642142" y="184490"/>
                  </a:cubicBezTo>
                  <a:lnTo>
                    <a:pt x="653704" y="183994"/>
                  </a:lnTo>
                  <a:lnTo>
                    <a:pt x="653704" y="79393"/>
                  </a:lnTo>
                  <a:lnTo>
                    <a:pt x="79393" y="79393"/>
                  </a:lnTo>
                  <a:lnTo>
                    <a:pt x="79393" y="189005"/>
                  </a:lnTo>
                  <a:lnTo>
                    <a:pt x="91600" y="189402"/>
                  </a:lnTo>
                  <a:cubicBezTo>
                    <a:pt x="113018" y="190099"/>
                    <a:pt x="130018" y="207669"/>
                    <a:pt x="130006" y="2290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0" name="Picture Placeholder 61">
            <a:extLst>
              <a:ext uri="{FF2B5EF4-FFF2-40B4-BE49-F238E27FC236}">
                <a16:creationId xmlns:a16="http://schemas.microsoft.com/office/drawing/2014/main" id="{7CA89ED9-8793-45B2-9316-EA04D421B0B1}"/>
              </a:ext>
            </a:extLst>
          </p:cNvPr>
          <p:cNvGrpSpPr>
            <a:grpSpLocks noChangeAspect="1"/>
          </p:cNvGrpSpPr>
          <p:nvPr/>
        </p:nvGrpSpPr>
        <p:grpSpPr>
          <a:xfrm>
            <a:off x="1698300" y="3657042"/>
            <a:ext cx="452839" cy="834421"/>
            <a:chOff x="1698300" y="3657042"/>
            <a:chExt cx="452839" cy="834421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3FDCB7F3-3A9D-1D42-B404-C8619BB9755F}"/>
                </a:ext>
              </a:extLst>
            </p:cNvPr>
            <p:cNvSpPr/>
            <p:nvPr/>
          </p:nvSpPr>
          <p:spPr>
            <a:xfrm>
              <a:off x="1877475" y="4037785"/>
              <a:ext cx="269595" cy="453678"/>
            </a:xfrm>
            <a:custGeom>
              <a:avLst/>
              <a:gdLst>
                <a:gd name="connsiteX0" fmla="*/ 229998 w 269595"/>
                <a:gd name="connsiteY0" fmla="*/ 453480 h 453678"/>
                <a:gd name="connsiteX1" fmla="*/ 190302 w 269595"/>
                <a:gd name="connsiteY1" fmla="*/ 413783 h 453678"/>
                <a:gd name="connsiteX2" fmla="*/ 190302 w 269595"/>
                <a:gd name="connsiteY2" fmla="*/ 232171 h 453678"/>
                <a:gd name="connsiteX3" fmla="*/ 158942 w 269595"/>
                <a:gd name="connsiteY3" fmla="*/ 171932 h 453678"/>
                <a:gd name="connsiteX4" fmla="*/ 17622 w 269595"/>
                <a:gd name="connsiteY4" fmla="*/ 72690 h 453678"/>
                <a:gd name="connsiteX5" fmla="*/ 6711 w 269595"/>
                <a:gd name="connsiteY5" fmla="*/ 17621 h 453678"/>
                <a:gd name="connsiteX6" fmla="*/ 61780 w 269595"/>
                <a:gd name="connsiteY6" fmla="*/ 6711 h 453678"/>
                <a:gd name="connsiteX7" fmla="*/ 63173 w 269595"/>
                <a:gd name="connsiteY7" fmla="*/ 7687 h 453678"/>
                <a:gd name="connsiteX8" fmla="*/ 204543 w 269595"/>
                <a:gd name="connsiteY8" fmla="*/ 106929 h 453678"/>
                <a:gd name="connsiteX9" fmla="*/ 269596 w 269595"/>
                <a:gd name="connsiteY9" fmla="*/ 232370 h 453678"/>
                <a:gd name="connsiteX10" fmla="*/ 269596 w 269595"/>
                <a:gd name="connsiteY10" fmla="*/ 413982 h 453678"/>
                <a:gd name="connsiteX11" fmla="*/ 229899 w 269595"/>
                <a:gd name="connsiteY11" fmla="*/ 453678 h 45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595" h="453678">
                  <a:moveTo>
                    <a:pt x="229998" y="453480"/>
                  </a:moveTo>
                  <a:cubicBezTo>
                    <a:pt x="208076" y="453480"/>
                    <a:pt x="190302" y="435705"/>
                    <a:pt x="190302" y="413783"/>
                  </a:cubicBezTo>
                  <a:lnTo>
                    <a:pt x="190302" y="232171"/>
                  </a:lnTo>
                  <a:cubicBezTo>
                    <a:pt x="190242" y="208195"/>
                    <a:pt x="178552" y="185731"/>
                    <a:pt x="158942" y="171932"/>
                  </a:cubicBezTo>
                  <a:lnTo>
                    <a:pt x="17622" y="72690"/>
                  </a:lnTo>
                  <a:cubicBezTo>
                    <a:pt x="-598" y="60497"/>
                    <a:pt x="-5483" y="35841"/>
                    <a:pt x="6711" y="17621"/>
                  </a:cubicBezTo>
                  <a:cubicBezTo>
                    <a:pt x="18905" y="-598"/>
                    <a:pt x="43560" y="-5483"/>
                    <a:pt x="61780" y="6711"/>
                  </a:cubicBezTo>
                  <a:cubicBezTo>
                    <a:pt x="62252" y="7026"/>
                    <a:pt x="62716" y="7352"/>
                    <a:pt x="63173" y="7687"/>
                  </a:cubicBezTo>
                  <a:lnTo>
                    <a:pt x="204543" y="106929"/>
                  </a:lnTo>
                  <a:cubicBezTo>
                    <a:pt x="245351" y="135664"/>
                    <a:pt x="269621" y="182461"/>
                    <a:pt x="269596" y="232370"/>
                  </a:cubicBezTo>
                  <a:lnTo>
                    <a:pt x="269596" y="413982"/>
                  </a:lnTo>
                  <a:cubicBezTo>
                    <a:pt x="269596" y="435904"/>
                    <a:pt x="251822" y="453678"/>
                    <a:pt x="229899" y="4536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0A643467-E6C1-F447-9744-C5A8035FC29E}"/>
                </a:ext>
              </a:extLst>
            </p:cNvPr>
            <p:cNvSpPr/>
            <p:nvPr/>
          </p:nvSpPr>
          <p:spPr>
            <a:xfrm>
              <a:off x="1698300" y="3659821"/>
              <a:ext cx="257616" cy="453682"/>
            </a:xfrm>
            <a:custGeom>
              <a:avLst/>
              <a:gdLst>
                <a:gd name="connsiteX0" fmla="*/ 217836 w 257616"/>
                <a:gd name="connsiteY0" fmla="*/ 453682 h 453682"/>
                <a:gd name="connsiteX1" fmla="*/ 194663 w 257616"/>
                <a:gd name="connsiteY1" fmla="*/ 446189 h 453682"/>
                <a:gd name="connsiteX2" fmla="*/ 67485 w 257616"/>
                <a:gd name="connsiteY2" fmla="*/ 354689 h 453682"/>
                <a:gd name="connsiteX3" fmla="*/ 1 w 257616"/>
                <a:gd name="connsiteY3" fmla="*/ 222400 h 453682"/>
                <a:gd name="connsiteX4" fmla="*/ 695 w 257616"/>
                <a:gd name="connsiteY4" fmla="*/ 39697 h 453682"/>
                <a:gd name="connsiteX5" fmla="*/ 40392 w 257616"/>
                <a:gd name="connsiteY5" fmla="*/ 0 h 453682"/>
                <a:gd name="connsiteX6" fmla="*/ 40392 w 257616"/>
                <a:gd name="connsiteY6" fmla="*/ 0 h 453682"/>
                <a:gd name="connsiteX7" fmla="*/ 80088 w 257616"/>
                <a:gd name="connsiteY7" fmla="*/ 39697 h 453682"/>
                <a:gd name="connsiteX8" fmla="*/ 79493 w 257616"/>
                <a:gd name="connsiteY8" fmla="*/ 222598 h 453682"/>
                <a:gd name="connsiteX9" fmla="*/ 114227 w 257616"/>
                <a:gd name="connsiteY9" fmla="*/ 290182 h 453682"/>
                <a:gd name="connsiteX10" fmla="*/ 241058 w 257616"/>
                <a:gd name="connsiteY10" fmla="*/ 381732 h 453682"/>
                <a:gd name="connsiteX11" fmla="*/ 250170 w 257616"/>
                <a:gd name="connsiteY11" fmla="*/ 437127 h 453682"/>
                <a:gd name="connsiteX12" fmla="*/ 217836 w 257616"/>
                <a:gd name="connsiteY12" fmla="*/ 453682 h 45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7616" h="453682">
                  <a:moveTo>
                    <a:pt x="217836" y="453682"/>
                  </a:moveTo>
                  <a:cubicBezTo>
                    <a:pt x="209517" y="453674"/>
                    <a:pt x="201411" y="451053"/>
                    <a:pt x="194663" y="446189"/>
                  </a:cubicBezTo>
                  <a:lnTo>
                    <a:pt x="67485" y="354689"/>
                  </a:lnTo>
                  <a:cubicBezTo>
                    <a:pt x="24992" y="324039"/>
                    <a:pt x="-130" y="274793"/>
                    <a:pt x="1" y="222400"/>
                  </a:cubicBezTo>
                  <a:lnTo>
                    <a:pt x="695" y="39697"/>
                  </a:lnTo>
                  <a:cubicBezTo>
                    <a:pt x="695" y="17773"/>
                    <a:pt x="18468" y="0"/>
                    <a:pt x="40392" y="0"/>
                  </a:cubicBezTo>
                  <a:lnTo>
                    <a:pt x="40392" y="0"/>
                  </a:lnTo>
                  <a:cubicBezTo>
                    <a:pt x="62316" y="0"/>
                    <a:pt x="80088" y="17773"/>
                    <a:pt x="80088" y="39697"/>
                  </a:cubicBezTo>
                  <a:lnTo>
                    <a:pt x="79493" y="222598"/>
                  </a:lnTo>
                  <a:cubicBezTo>
                    <a:pt x="79468" y="249416"/>
                    <a:pt x="92407" y="274591"/>
                    <a:pt x="114227" y="290182"/>
                  </a:cubicBezTo>
                  <a:lnTo>
                    <a:pt x="241058" y="381732"/>
                  </a:lnTo>
                  <a:cubicBezTo>
                    <a:pt x="258871" y="394513"/>
                    <a:pt x="262951" y="419314"/>
                    <a:pt x="250170" y="437127"/>
                  </a:cubicBezTo>
                  <a:cubicBezTo>
                    <a:pt x="242697" y="447542"/>
                    <a:pt x="230655" y="453708"/>
                    <a:pt x="217836" y="45368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DB051D9-1F96-D145-A061-9094C18DB2D5}"/>
                </a:ext>
              </a:extLst>
            </p:cNvPr>
            <p:cNvSpPr/>
            <p:nvPr/>
          </p:nvSpPr>
          <p:spPr>
            <a:xfrm>
              <a:off x="1812974" y="4364682"/>
              <a:ext cx="216471" cy="80535"/>
            </a:xfrm>
            <a:custGeom>
              <a:avLst/>
              <a:gdLst>
                <a:gd name="connsiteX0" fmla="*/ 39846 w 216471"/>
                <a:gd name="connsiteY0" fmla="*/ 80535 h 80535"/>
                <a:gd name="connsiteX1" fmla="*/ 0 w 216471"/>
                <a:gd name="connsiteY1" fmla="*/ 40987 h 80535"/>
                <a:gd name="connsiteX2" fmla="*/ 39548 w 216471"/>
                <a:gd name="connsiteY2" fmla="*/ 1142 h 80535"/>
                <a:gd name="connsiteX3" fmla="*/ 176253 w 216471"/>
                <a:gd name="connsiteY3" fmla="*/ 0 h 80535"/>
                <a:gd name="connsiteX4" fmla="*/ 176600 w 216471"/>
                <a:gd name="connsiteY4" fmla="*/ 0 h 80535"/>
                <a:gd name="connsiteX5" fmla="*/ 216471 w 216471"/>
                <a:gd name="connsiteY5" fmla="*/ 39523 h 80535"/>
                <a:gd name="connsiteX6" fmla="*/ 176948 w 216471"/>
                <a:gd name="connsiteY6" fmla="*/ 79393 h 80535"/>
                <a:gd name="connsiteX7" fmla="*/ 40193 w 216471"/>
                <a:gd name="connsiteY7" fmla="*/ 80535 h 8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535">
                  <a:moveTo>
                    <a:pt x="39846" y="80535"/>
                  </a:moveTo>
                  <a:cubicBezTo>
                    <a:pt x="17922" y="80619"/>
                    <a:pt x="83" y="62909"/>
                    <a:pt x="0" y="40987"/>
                  </a:cubicBezTo>
                  <a:cubicBezTo>
                    <a:pt x="-82" y="19065"/>
                    <a:pt x="17624" y="1226"/>
                    <a:pt x="39548" y="1142"/>
                  </a:cubicBezTo>
                  <a:lnTo>
                    <a:pt x="176253" y="0"/>
                  </a:lnTo>
                  <a:lnTo>
                    <a:pt x="176600" y="0"/>
                  </a:lnTo>
                  <a:cubicBezTo>
                    <a:pt x="198523" y="-94"/>
                    <a:pt x="216376" y="17601"/>
                    <a:pt x="216471" y="39523"/>
                  </a:cubicBezTo>
                  <a:cubicBezTo>
                    <a:pt x="216565" y="61446"/>
                    <a:pt x="198870" y="79299"/>
                    <a:pt x="176948" y="79393"/>
                  </a:cubicBezTo>
                  <a:lnTo>
                    <a:pt x="40193" y="8053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14139240-004A-CB4D-9F6D-5F4503C1DB89}"/>
                </a:ext>
              </a:extLst>
            </p:cNvPr>
            <p:cNvSpPr/>
            <p:nvPr/>
          </p:nvSpPr>
          <p:spPr>
            <a:xfrm>
              <a:off x="1811386" y="4219443"/>
              <a:ext cx="216446" cy="80485"/>
            </a:xfrm>
            <a:custGeom>
              <a:avLst/>
              <a:gdLst>
                <a:gd name="connsiteX0" fmla="*/ 39846 w 216446"/>
                <a:gd name="connsiteY0" fmla="*/ 80485 h 80485"/>
                <a:gd name="connsiteX1" fmla="*/ 0 w 216446"/>
                <a:gd name="connsiteY1" fmla="*/ 40937 h 80485"/>
                <a:gd name="connsiteX2" fmla="*/ 39548 w 216446"/>
                <a:gd name="connsiteY2" fmla="*/ 1092 h 80485"/>
                <a:gd name="connsiteX3" fmla="*/ 176253 w 216446"/>
                <a:gd name="connsiteY3" fmla="*/ 0 h 80485"/>
                <a:gd name="connsiteX4" fmla="*/ 176600 w 216446"/>
                <a:gd name="connsiteY4" fmla="*/ 0 h 80485"/>
                <a:gd name="connsiteX5" fmla="*/ 216446 w 216446"/>
                <a:gd name="connsiteY5" fmla="*/ 39548 h 80485"/>
                <a:gd name="connsiteX6" fmla="*/ 176898 w 216446"/>
                <a:gd name="connsiteY6" fmla="*/ 79393 h 80485"/>
                <a:gd name="connsiteX7" fmla="*/ 40193 w 216446"/>
                <a:gd name="connsiteY7" fmla="*/ 80485 h 8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46" h="80485">
                  <a:moveTo>
                    <a:pt x="39846" y="80485"/>
                  </a:moveTo>
                  <a:cubicBezTo>
                    <a:pt x="17922" y="80569"/>
                    <a:pt x="83" y="62860"/>
                    <a:pt x="0" y="40937"/>
                  </a:cubicBezTo>
                  <a:cubicBezTo>
                    <a:pt x="-82" y="19015"/>
                    <a:pt x="17624" y="1176"/>
                    <a:pt x="39548" y="1092"/>
                  </a:cubicBezTo>
                  <a:lnTo>
                    <a:pt x="176253" y="0"/>
                  </a:lnTo>
                  <a:lnTo>
                    <a:pt x="176600" y="0"/>
                  </a:lnTo>
                  <a:cubicBezTo>
                    <a:pt x="198523" y="-84"/>
                    <a:pt x="216362" y="17626"/>
                    <a:pt x="216446" y="39548"/>
                  </a:cubicBezTo>
                  <a:cubicBezTo>
                    <a:pt x="216530" y="61470"/>
                    <a:pt x="198821" y="79309"/>
                    <a:pt x="176898" y="79393"/>
                  </a:cubicBezTo>
                  <a:lnTo>
                    <a:pt x="40193" y="8048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192996D1-941E-894D-8707-6DBCBB95491D}"/>
                </a:ext>
              </a:extLst>
            </p:cNvPr>
            <p:cNvSpPr/>
            <p:nvPr/>
          </p:nvSpPr>
          <p:spPr>
            <a:xfrm>
              <a:off x="1815480" y="3841184"/>
              <a:ext cx="216471" cy="80485"/>
            </a:xfrm>
            <a:custGeom>
              <a:avLst/>
              <a:gdLst>
                <a:gd name="connsiteX0" fmla="*/ 39871 w 216471"/>
                <a:gd name="connsiteY0" fmla="*/ 80485 h 80485"/>
                <a:gd name="connsiteX1" fmla="*/ 0 w 216471"/>
                <a:gd name="connsiteY1" fmla="*/ 40962 h 80485"/>
                <a:gd name="connsiteX2" fmla="*/ 39523 w 216471"/>
                <a:gd name="connsiteY2" fmla="*/ 1092 h 80485"/>
                <a:gd name="connsiteX3" fmla="*/ 176278 w 216471"/>
                <a:gd name="connsiteY3" fmla="*/ 0 h 80485"/>
                <a:gd name="connsiteX4" fmla="*/ 176625 w 216471"/>
                <a:gd name="connsiteY4" fmla="*/ 0 h 80485"/>
                <a:gd name="connsiteX5" fmla="*/ 216471 w 216471"/>
                <a:gd name="connsiteY5" fmla="*/ 39548 h 80485"/>
                <a:gd name="connsiteX6" fmla="*/ 176923 w 216471"/>
                <a:gd name="connsiteY6" fmla="*/ 79393 h 80485"/>
                <a:gd name="connsiteX7" fmla="*/ 40168 w 216471"/>
                <a:gd name="connsiteY7" fmla="*/ 80485 h 8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485">
                  <a:moveTo>
                    <a:pt x="39871" y="80485"/>
                  </a:moveTo>
                  <a:cubicBezTo>
                    <a:pt x="17947" y="80581"/>
                    <a:pt x="96" y="62886"/>
                    <a:pt x="0" y="40962"/>
                  </a:cubicBezTo>
                  <a:cubicBezTo>
                    <a:pt x="-95" y="19038"/>
                    <a:pt x="17599" y="1188"/>
                    <a:pt x="39523" y="1092"/>
                  </a:cubicBezTo>
                  <a:lnTo>
                    <a:pt x="176278" y="0"/>
                  </a:lnTo>
                  <a:lnTo>
                    <a:pt x="176625" y="0"/>
                  </a:lnTo>
                  <a:cubicBezTo>
                    <a:pt x="198548" y="-82"/>
                    <a:pt x="216387" y="17624"/>
                    <a:pt x="216471" y="39548"/>
                  </a:cubicBezTo>
                  <a:cubicBezTo>
                    <a:pt x="216555" y="61472"/>
                    <a:pt x="198846" y="79311"/>
                    <a:pt x="176923" y="79393"/>
                  </a:cubicBezTo>
                  <a:lnTo>
                    <a:pt x="40168" y="8048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3DBB006-CEA3-7F4B-B7E5-8145E8D82CAB}"/>
                </a:ext>
              </a:extLst>
            </p:cNvPr>
            <p:cNvSpPr/>
            <p:nvPr/>
          </p:nvSpPr>
          <p:spPr>
            <a:xfrm>
              <a:off x="1813694" y="3696044"/>
              <a:ext cx="216471" cy="80535"/>
            </a:xfrm>
            <a:custGeom>
              <a:avLst/>
              <a:gdLst>
                <a:gd name="connsiteX0" fmla="*/ 39871 w 216471"/>
                <a:gd name="connsiteY0" fmla="*/ 80535 h 80535"/>
                <a:gd name="connsiteX1" fmla="*/ 0 w 216471"/>
                <a:gd name="connsiteY1" fmla="*/ 41012 h 80535"/>
                <a:gd name="connsiteX2" fmla="*/ 39523 w 216471"/>
                <a:gd name="connsiteY2" fmla="*/ 1142 h 80535"/>
                <a:gd name="connsiteX3" fmla="*/ 176278 w 216471"/>
                <a:gd name="connsiteY3" fmla="*/ 0 h 80535"/>
                <a:gd name="connsiteX4" fmla="*/ 176625 w 216471"/>
                <a:gd name="connsiteY4" fmla="*/ 0 h 80535"/>
                <a:gd name="connsiteX5" fmla="*/ 216471 w 216471"/>
                <a:gd name="connsiteY5" fmla="*/ 39548 h 80535"/>
                <a:gd name="connsiteX6" fmla="*/ 176923 w 216471"/>
                <a:gd name="connsiteY6" fmla="*/ 79393 h 80535"/>
                <a:gd name="connsiteX7" fmla="*/ 40168 w 216471"/>
                <a:gd name="connsiteY7" fmla="*/ 80535 h 8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71" h="80535">
                  <a:moveTo>
                    <a:pt x="39871" y="80535"/>
                  </a:moveTo>
                  <a:cubicBezTo>
                    <a:pt x="17947" y="80630"/>
                    <a:pt x="96" y="62936"/>
                    <a:pt x="0" y="41012"/>
                  </a:cubicBezTo>
                  <a:cubicBezTo>
                    <a:pt x="-95" y="19088"/>
                    <a:pt x="17599" y="1237"/>
                    <a:pt x="39523" y="1142"/>
                  </a:cubicBezTo>
                  <a:lnTo>
                    <a:pt x="176278" y="0"/>
                  </a:lnTo>
                  <a:lnTo>
                    <a:pt x="176625" y="0"/>
                  </a:lnTo>
                  <a:cubicBezTo>
                    <a:pt x="198548" y="-82"/>
                    <a:pt x="216387" y="17624"/>
                    <a:pt x="216471" y="39548"/>
                  </a:cubicBezTo>
                  <a:cubicBezTo>
                    <a:pt x="216555" y="61472"/>
                    <a:pt x="198846" y="79311"/>
                    <a:pt x="176923" y="79393"/>
                  </a:cubicBezTo>
                  <a:lnTo>
                    <a:pt x="40168" y="8053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37" name="Picture Placeholder 61">
              <a:extLst>
                <a:ext uri="{FF2B5EF4-FFF2-40B4-BE49-F238E27FC236}">
                  <a16:creationId xmlns:a16="http://schemas.microsoft.com/office/drawing/2014/main" id="{7CA89ED9-8793-45B2-9316-EA04D421B0B1}"/>
                </a:ext>
              </a:extLst>
            </p:cNvPr>
            <p:cNvGrpSpPr/>
            <p:nvPr/>
          </p:nvGrpSpPr>
          <p:grpSpPr>
            <a:xfrm>
              <a:off x="1700534" y="3657042"/>
              <a:ext cx="450606" cy="831444"/>
              <a:chOff x="1700534" y="3657042"/>
              <a:chExt cx="450606" cy="831444"/>
            </a:xfrm>
            <a:solidFill>
              <a:srgbClr val="EE7684"/>
            </a:solidFill>
          </p:grpSpPr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EA259AEA-8AC0-AE42-A187-D9FF0D52249A}"/>
                  </a:ext>
                </a:extLst>
              </p:cNvPr>
              <p:cNvSpPr/>
              <p:nvPr/>
            </p:nvSpPr>
            <p:spPr>
              <a:xfrm>
                <a:off x="1700534" y="4037941"/>
                <a:ext cx="255019" cy="450544"/>
              </a:xfrm>
              <a:custGeom>
                <a:avLst/>
                <a:gdLst>
                  <a:gd name="connsiteX0" fmla="*/ 40292 w 255019"/>
                  <a:gd name="connsiteY0" fmla="*/ 450545 h 450544"/>
                  <a:gd name="connsiteX1" fmla="*/ 596 w 255019"/>
                  <a:gd name="connsiteY1" fmla="*/ 410848 h 450544"/>
                  <a:gd name="connsiteX2" fmla="*/ 0 w 255019"/>
                  <a:gd name="connsiteY2" fmla="*/ 221396 h 450544"/>
                  <a:gd name="connsiteX3" fmla="*/ 62225 w 255019"/>
                  <a:gd name="connsiteY3" fmla="*/ 99478 h 450544"/>
                  <a:gd name="connsiteX4" fmla="*/ 189948 w 255019"/>
                  <a:gd name="connsiteY4" fmla="*/ 9169 h 450544"/>
                  <a:gd name="connsiteX5" fmla="*/ 245851 w 255019"/>
                  <a:gd name="connsiteY5" fmla="*/ 14324 h 450544"/>
                  <a:gd name="connsiteX6" fmla="*/ 240695 w 255019"/>
                  <a:gd name="connsiteY6" fmla="*/ 70226 h 450544"/>
                  <a:gd name="connsiteX7" fmla="*/ 235848 w 255019"/>
                  <a:gd name="connsiteY7" fmla="*/ 73676 h 450544"/>
                  <a:gd name="connsiteX8" fmla="*/ 108372 w 255019"/>
                  <a:gd name="connsiteY8" fmla="*/ 164283 h 450544"/>
                  <a:gd name="connsiteX9" fmla="*/ 79394 w 255019"/>
                  <a:gd name="connsiteY9" fmla="*/ 221297 h 450544"/>
                  <a:gd name="connsiteX10" fmla="*/ 79989 w 255019"/>
                  <a:gd name="connsiteY10" fmla="*/ 410848 h 450544"/>
                  <a:gd name="connsiteX11" fmla="*/ 40292 w 255019"/>
                  <a:gd name="connsiteY11" fmla="*/ 450545 h 450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5019" h="450544">
                    <a:moveTo>
                      <a:pt x="40292" y="450545"/>
                    </a:moveTo>
                    <a:cubicBezTo>
                      <a:pt x="18368" y="450545"/>
                      <a:pt x="596" y="432771"/>
                      <a:pt x="596" y="410848"/>
                    </a:cubicBezTo>
                    <a:lnTo>
                      <a:pt x="0" y="221396"/>
                    </a:lnTo>
                    <a:cubicBezTo>
                      <a:pt x="-98" y="173111"/>
                      <a:pt x="23063" y="127727"/>
                      <a:pt x="62225" y="99478"/>
                    </a:cubicBezTo>
                    <a:lnTo>
                      <a:pt x="189948" y="9169"/>
                    </a:lnTo>
                    <a:cubicBezTo>
                      <a:pt x="206809" y="-4845"/>
                      <a:pt x="231837" y="-2536"/>
                      <a:pt x="245851" y="14324"/>
                    </a:cubicBezTo>
                    <a:cubicBezTo>
                      <a:pt x="259864" y="31185"/>
                      <a:pt x="257556" y="56213"/>
                      <a:pt x="240695" y="70226"/>
                    </a:cubicBezTo>
                    <a:cubicBezTo>
                      <a:pt x="239168" y="71496"/>
                      <a:pt x="237548" y="72649"/>
                      <a:pt x="235848" y="73676"/>
                    </a:cubicBezTo>
                    <a:lnTo>
                      <a:pt x="108372" y="164283"/>
                    </a:lnTo>
                    <a:cubicBezTo>
                      <a:pt x="90115" y="177532"/>
                      <a:pt x="79334" y="198740"/>
                      <a:pt x="79394" y="221297"/>
                    </a:cubicBezTo>
                    <a:lnTo>
                      <a:pt x="79989" y="410848"/>
                    </a:lnTo>
                    <a:cubicBezTo>
                      <a:pt x="79989" y="432771"/>
                      <a:pt x="62216" y="450545"/>
                      <a:pt x="40292" y="45054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AC9B3BC8-9AAD-5B41-9516-3670CD572FFB}"/>
                  </a:ext>
                </a:extLst>
              </p:cNvPr>
              <p:cNvSpPr/>
              <p:nvPr/>
            </p:nvSpPr>
            <p:spPr>
              <a:xfrm>
                <a:off x="1867873" y="3657042"/>
                <a:ext cx="283266" cy="465640"/>
              </a:xfrm>
              <a:custGeom>
                <a:avLst/>
                <a:gdLst>
                  <a:gd name="connsiteX0" fmla="*/ 39778 w 283266"/>
                  <a:gd name="connsiteY0" fmla="*/ 465641 h 465640"/>
                  <a:gd name="connsiteX1" fmla="*/ 0 w 283266"/>
                  <a:gd name="connsiteY1" fmla="*/ 426025 h 465640"/>
                  <a:gd name="connsiteX2" fmla="*/ 16555 w 283266"/>
                  <a:gd name="connsiteY2" fmla="*/ 393691 h 465640"/>
                  <a:gd name="connsiteX3" fmla="*/ 171967 w 283266"/>
                  <a:gd name="connsiteY3" fmla="*/ 281895 h 465640"/>
                  <a:gd name="connsiteX4" fmla="*/ 203873 w 283266"/>
                  <a:gd name="connsiteY4" fmla="*/ 221110 h 465640"/>
                  <a:gd name="connsiteX5" fmla="*/ 203873 w 283266"/>
                  <a:gd name="connsiteY5" fmla="*/ 39697 h 465640"/>
                  <a:gd name="connsiteX6" fmla="*/ 243570 w 283266"/>
                  <a:gd name="connsiteY6" fmla="*/ 0 h 465640"/>
                  <a:gd name="connsiteX7" fmla="*/ 243570 w 283266"/>
                  <a:gd name="connsiteY7" fmla="*/ 0 h 465640"/>
                  <a:gd name="connsiteX8" fmla="*/ 283267 w 283266"/>
                  <a:gd name="connsiteY8" fmla="*/ 39697 h 465640"/>
                  <a:gd name="connsiteX9" fmla="*/ 283267 w 283266"/>
                  <a:gd name="connsiteY9" fmla="*/ 221110 h 465640"/>
                  <a:gd name="connsiteX10" fmla="*/ 218164 w 283266"/>
                  <a:gd name="connsiteY10" fmla="*/ 346650 h 465640"/>
                  <a:gd name="connsiteX11" fmla="*/ 62901 w 283266"/>
                  <a:gd name="connsiteY11" fmla="*/ 458148 h 465640"/>
                  <a:gd name="connsiteX12" fmla="*/ 39778 w 283266"/>
                  <a:gd name="connsiteY12" fmla="*/ 465641 h 46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83266" h="465640">
                    <a:moveTo>
                      <a:pt x="39778" y="465641"/>
                    </a:moveTo>
                    <a:cubicBezTo>
                      <a:pt x="17854" y="465685"/>
                      <a:pt x="45" y="447949"/>
                      <a:pt x="0" y="426025"/>
                    </a:cubicBezTo>
                    <a:cubicBezTo>
                      <a:pt x="-26" y="413206"/>
                      <a:pt x="6140" y="401163"/>
                      <a:pt x="16555" y="393691"/>
                    </a:cubicBezTo>
                    <a:lnTo>
                      <a:pt x="171967" y="281895"/>
                    </a:lnTo>
                    <a:cubicBezTo>
                      <a:pt x="191870" y="268041"/>
                      <a:pt x="203774" y="245359"/>
                      <a:pt x="203873" y="221110"/>
                    </a:cubicBezTo>
                    <a:lnTo>
                      <a:pt x="203873" y="39697"/>
                    </a:lnTo>
                    <a:cubicBezTo>
                      <a:pt x="203873" y="17773"/>
                      <a:pt x="221648" y="0"/>
                      <a:pt x="243570" y="0"/>
                    </a:cubicBezTo>
                    <a:lnTo>
                      <a:pt x="243570" y="0"/>
                    </a:lnTo>
                    <a:cubicBezTo>
                      <a:pt x="265492" y="0"/>
                      <a:pt x="283267" y="17773"/>
                      <a:pt x="283267" y="39697"/>
                    </a:cubicBezTo>
                    <a:lnTo>
                      <a:pt x="283267" y="221110"/>
                    </a:lnTo>
                    <a:cubicBezTo>
                      <a:pt x="283227" y="271043"/>
                      <a:pt x="258952" y="317850"/>
                      <a:pt x="218164" y="346650"/>
                    </a:cubicBezTo>
                    <a:lnTo>
                      <a:pt x="62901" y="458148"/>
                    </a:lnTo>
                    <a:cubicBezTo>
                      <a:pt x="56179" y="463026"/>
                      <a:pt x="48084" y="465649"/>
                      <a:pt x="39778" y="46564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40" name="Picture Placeholder 63">
            <a:extLst>
              <a:ext uri="{FF2B5EF4-FFF2-40B4-BE49-F238E27FC236}">
                <a16:creationId xmlns:a16="http://schemas.microsoft.com/office/drawing/2014/main" id="{28D283CF-7968-45FF-AAE7-7D292CC6A921}"/>
              </a:ext>
            </a:extLst>
          </p:cNvPr>
          <p:cNvGrpSpPr>
            <a:grpSpLocks noChangeAspect="1"/>
          </p:cNvGrpSpPr>
          <p:nvPr/>
        </p:nvGrpSpPr>
        <p:grpSpPr>
          <a:xfrm>
            <a:off x="2833602" y="3698227"/>
            <a:ext cx="817352" cy="751852"/>
            <a:chOff x="2833602" y="3698227"/>
            <a:chExt cx="817352" cy="75185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07103045-BFBD-3047-80B8-5627DA465238}"/>
                </a:ext>
              </a:extLst>
            </p:cNvPr>
            <p:cNvSpPr/>
            <p:nvPr/>
          </p:nvSpPr>
          <p:spPr>
            <a:xfrm>
              <a:off x="2833602" y="4122931"/>
              <a:ext cx="165634" cy="173672"/>
            </a:xfrm>
            <a:custGeom>
              <a:avLst/>
              <a:gdLst>
                <a:gd name="connsiteX0" fmla="*/ 125937 w 165634"/>
                <a:gd name="connsiteY0" fmla="*/ 173672 h 173672"/>
                <a:gd name="connsiteX1" fmla="*/ 39697 w 165634"/>
                <a:gd name="connsiteY1" fmla="*/ 173672 h 173672"/>
                <a:gd name="connsiteX2" fmla="*/ 0 w 165634"/>
                <a:gd name="connsiteY2" fmla="*/ 133976 h 173672"/>
                <a:gd name="connsiteX3" fmla="*/ 0 w 165634"/>
                <a:gd name="connsiteY3" fmla="*/ 39697 h 173672"/>
                <a:gd name="connsiteX4" fmla="*/ 39697 w 165634"/>
                <a:gd name="connsiteY4" fmla="*/ 0 h 173672"/>
                <a:gd name="connsiteX5" fmla="*/ 124052 w 165634"/>
                <a:gd name="connsiteY5" fmla="*/ 0 h 173672"/>
                <a:gd name="connsiteX6" fmla="*/ 163748 w 165634"/>
                <a:gd name="connsiteY6" fmla="*/ 39697 h 173672"/>
                <a:gd name="connsiteX7" fmla="*/ 124052 w 165634"/>
                <a:gd name="connsiteY7" fmla="*/ 79393 h 173672"/>
                <a:gd name="connsiteX8" fmla="*/ 79393 w 165634"/>
                <a:gd name="connsiteY8" fmla="*/ 79393 h 173672"/>
                <a:gd name="connsiteX9" fmla="*/ 79393 w 165634"/>
                <a:gd name="connsiteY9" fmla="*/ 94279 h 173672"/>
                <a:gd name="connsiteX10" fmla="*/ 125937 w 165634"/>
                <a:gd name="connsiteY10" fmla="*/ 94279 h 173672"/>
                <a:gd name="connsiteX11" fmla="*/ 165634 w 165634"/>
                <a:gd name="connsiteY11" fmla="*/ 133976 h 173672"/>
                <a:gd name="connsiteX12" fmla="*/ 125937 w 165634"/>
                <a:gd name="connsiteY12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5634" h="173672">
                  <a:moveTo>
                    <a:pt x="125937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124052" y="0"/>
                  </a:lnTo>
                  <a:cubicBezTo>
                    <a:pt x="145976" y="0"/>
                    <a:pt x="163748" y="17774"/>
                    <a:pt x="163748" y="39697"/>
                  </a:cubicBezTo>
                  <a:cubicBezTo>
                    <a:pt x="163748" y="61619"/>
                    <a:pt x="145976" y="79393"/>
                    <a:pt x="124052" y="79393"/>
                  </a:cubicBezTo>
                  <a:lnTo>
                    <a:pt x="79393" y="79393"/>
                  </a:lnTo>
                  <a:lnTo>
                    <a:pt x="79393" y="94279"/>
                  </a:lnTo>
                  <a:lnTo>
                    <a:pt x="125937" y="94279"/>
                  </a:lnTo>
                  <a:cubicBezTo>
                    <a:pt x="147861" y="94279"/>
                    <a:pt x="165634" y="112053"/>
                    <a:pt x="165634" y="133976"/>
                  </a:cubicBezTo>
                  <a:cubicBezTo>
                    <a:pt x="165634" y="155898"/>
                    <a:pt x="147861" y="173672"/>
                    <a:pt x="125937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E31C8861-0B5B-7443-A5A9-405D3A2E190C}"/>
                </a:ext>
              </a:extLst>
            </p:cNvPr>
            <p:cNvSpPr/>
            <p:nvPr/>
          </p:nvSpPr>
          <p:spPr>
            <a:xfrm>
              <a:off x="3480606" y="4121293"/>
              <a:ext cx="163748" cy="173672"/>
            </a:xfrm>
            <a:custGeom>
              <a:avLst/>
              <a:gdLst>
                <a:gd name="connsiteX0" fmla="*/ 124052 w 163748"/>
                <a:gd name="connsiteY0" fmla="*/ 173672 h 173672"/>
                <a:gd name="connsiteX1" fmla="*/ 39697 w 163748"/>
                <a:gd name="connsiteY1" fmla="*/ 173672 h 173672"/>
                <a:gd name="connsiteX2" fmla="*/ 0 w 163748"/>
                <a:gd name="connsiteY2" fmla="*/ 133976 h 173672"/>
                <a:gd name="connsiteX3" fmla="*/ 39697 w 163748"/>
                <a:gd name="connsiteY3" fmla="*/ 94279 h 173672"/>
                <a:gd name="connsiteX4" fmla="*/ 84355 w 163748"/>
                <a:gd name="connsiteY4" fmla="*/ 94279 h 173672"/>
                <a:gd name="connsiteX5" fmla="*/ 84355 w 163748"/>
                <a:gd name="connsiteY5" fmla="*/ 79393 h 173672"/>
                <a:gd name="connsiteX6" fmla="*/ 42773 w 163748"/>
                <a:gd name="connsiteY6" fmla="*/ 79393 h 173672"/>
                <a:gd name="connsiteX7" fmla="*/ 3076 w 163748"/>
                <a:gd name="connsiteY7" fmla="*/ 39697 h 173672"/>
                <a:gd name="connsiteX8" fmla="*/ 42773 w 163748"/>
                <a:gd name="connsiteY8" fmla="*/ 0 h 173672"/>
                <a:gd name="connsiteX9" fmla="*/ 124052 w 163748"/>
                <a:gd name="connsiteY9" fmla="*/ 0 h 173672"/>
                <a:gd name="connsiteX10" fmla="*/ 163748 w 163748"/>
                <a:gd name="connsiteY10" fmla="*/ 39697 h 173672"/>
                <a:gd name="connsiteX11" fmla="*/ 163748 w 163748"/>
                <a:gd name="connsiteY11" fmla="*/ 133976 h 173672"/>
                <a:gd name="connsiteX12" fmla="*/ 124052 w 163748"/>
                <a:gd name="connsiteY12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748" h="173672">
                  <a:moveTo>
                    <a:pt x="124052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cubicBezTo>
                    <a:pt x="0" y="112053"/>
                    <a:pt x="17774" y="94279"/>
                    <a:pt x="39697" y="94279"/>
                  </a:cubicBezTo>
                  <a:lnTo>
                    <a:pt x="84355" y="94279"/>
                  </a:lnTo>
                  <a:lnTo>
                    <a:pt x="84355" y="79393"/>
                  </a:lnTo>
                  <a:lnTo>
                    <a:pt x="42773" y="79393"/>
                  </a:lnTo>
                  <a:cubicBezTo>
                    <a:pt x="20851" y="79393"/>
                    <a:pt x="3076" y="61619"/>
                    <a:pt x="3076" y="39697"/>
                  </a:cubicBezTo>
                  <a:cubicBezTo>
                    <a:pt x="3076" y="17774"/>
                    <a:pt x="20851" y="0"/>
                    <a:pt x="42773" y="0"/>
                  </a:cubicBezTo>
                  <a:lnTo>
                    <a:pt x="124052" y="0"/>
                  </a:lnTo>
                  <a:cubicBezTo>
                    <a:pt x="145974" y="0"/>
                    <a:pt x="163748" y="17774"/>
                    <a:pt x="163748" y="39697"/>
                  </a:cubicBezTo>
                  <a:lnTo>
                    <a:pt x="163748" y="133976"/>
                  </a:lnTo>
                  <a:cubicBezTo>
                    <a:pt x="163748" y="155898"/>
                    <a:pt x="145974" y="173672"/>
                    <a:pt x="124052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1D48BB25-E700-FB42-94E3-87056F49F9E4}"/>
                </a:ext>
              </a:extLst>
            </p:cNvPr>
            <p:cNvSpPr/>
            <p:nvPr/>
          </p:nvSpPr>
          <p:spPr>
            <a:xfrm>
              <a:off x="3197470" y="3845948"/>
              <a:ext cx="79393" cy="163748"/>
            </a:xfrm>
            <a:custGeom>
              <a:avLst/>
              <a:gdLst>
                <a:gd name="connsiteX0" fmla="*/ 39697 w 79393"/>
                <a:gd name="connsiteY0" fmla="*/ 163748 h 163748"/>
                <a:gd name="connsiteX1" fmla="*/ 0 w 79393"/>
                <a:gd name="connsiteY1" fmla="*/ 124052 h 163748"/>
                <a:gd name="connsiteX2" fmla="*/ 0 w 79393"/>
                <a:gd name="connsiteY2" fmla="*/ 39697 h 163748"/>
                <a:gd name="connsiteX3" fmla="*/ 39697 w 79393"/>
                <a:gd name="connsiteY3" fmla="*/ 0 h 163748"/>
                <a:gd name="connsiteX4" fmla="*/ 79393 w 79393"/>
                <a:gd name="connsiteY4" fmla="*/ 39697 h 163748"/>
                <a:gd name="connsiteX5" fmla="*/ 79393 w 79393"/>
                <a:gd name="connsiteY5" fmla="*/ 124052 h 163748"/>
                <a:gd name="connsiteX6" fmla="*/ 39697 w 79393"/>
                <a:gd name="connsiteY6" fmla="*/ 163748 h 1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3748">
                  <a:moveTo>
                    <a:pt x="39697" y="163748"/>
                  </a:moveTo>
                  <a:cubicBezTo>
                    <a:pt x="17773" y="163748"/>
                    <a:pt x="0" y="145976"/>
                    <a:pt x="0" y="1240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4052"/>
                  </a:lnTo>
                  <a:cubicBezTo>
                    <a:pt x="79393" y="145976"/>
                    <a:pt x="61621" y="163748"/>
                    <a:pt x="39697" y="1637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6299D1F0-B18F-DE42-A14A-14590F6B80EB}"/>
                </a:ext>
              </a:extLst>
            </p:cNvPr>
            <p:cNvSpPr/>
            <p:nvPr/>
          </p:nvSpPr>
          <p:spPr>
            <a:xfrm>
              <a:off x="3318049" y="3954617"/>
              <a:ext cx="220216" cy="495462"/>
            </a:xfrm>
            <a:custGeom>
              <a:avLst/>
              <a:gdLst>
                <a:gd name="connsiteX0" fmla="*/ 180520 w 220216"/>
                <a:gd name="connsiteY0" fmla="*/ 495463 h 495462"/>
                <a:gd name="connsiteX1" fmla="*/ 140824 w 220216"/>
                <a:gd name="connsiteY1" fmla="*/ 455766 h 495462"/>
                <a:gd name="connsiteX2" fmla="*/ 140824 w 220216"/>
                <a:gd name="connsiteY2" fmla="*/ 79393 h 495462"/>
                <a:gd name="connsiteX3" fmla="*/ 39697 w 220216"/>
                <a:gd name="connsiteY3" fmla="*/ 79393 h 495462"/>
                <a:gd name="connsiteX4" fmla="*/ 0 w 220216"/>
                <a:gd name="connsiteY4" fmla="*/ 39697 h 495462"/>
                <a:gd name="connsiteX5" fmla="*/ 39697 w 220216"/>
                <a:gd name="connsiteY5" fmla="*/ 0 h 495462"/>
                <a:gd name="connsiteX6" fmla="*/ 180520 w 220216"/>
                <a:gd name="connsiteY6" fmla="*/ 0 h 495462"/>
                <a:gd name="connsiteX7" fmla="*/ 220217 w 220216"/>
                <a:gd name="connsiteY7" fmla="*/ 39697 h 495462"/>
                <a:gd name="connsiteX8" fmla="*/ 220217 w 220216"/>
                <a:gd name="connsiteY8" fmla="*/ 455766 h 495462"/>
                <a:gd name="connsiteX9" fmla="*/ 180520 w 220216"/>
                <a:gd name="connsiteY9" fmla="*/ 495463 h 49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0216" h="495462">
                  <a:moveTo>
                    <a:pt x="180520" y="495463"/>
                  </a:moveTo>
                  <a:cubicBezTo>
                    <a:pt x="158598" y="495463"/>
                    <a:pt x="140824" y="477688"/>
                    <a:pt x="140824" y="455766"/>
                  </a:cubicBezTo>
                  <a:lnTo>
                    <a:pt x="140824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0520" y="0"/>
                  </a:lnTo>
                  <a:cubicBezTo>
                    <a:pt x="202443" y="0"/>
                    <a:pt x="220217" y="17773"/>
                    <a:pt x="220217" y="39697"/>
                  </a:cubicBezTo>
                  <a:lnTo>
                    <a:pt x="220217" y="455766"/>
                  </a:lnTo>
                  <a:cubicBezTo>
                    <a:pt x="220217" y="477688"/>
                    <a:pt x="202443" y="495463"/>
                    <a:pt x="180520" y="4954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B4718080-6445-F34A-A621-51E92783E083}"/>
                </a:ext>
              </a:extLst>
            </p:cNvPr>
            <p:cNvSpPr/>
            <p:nvPr/>
          </p:nvSpPr>
          <p:spPr>
            <a:xfrm>
              <a:off x="2936515" y="3954617"/>
              <a:ext cx="601006" cy="495462"/>
            </a:xfrm>
            <a:custGeom>
              <a:avLst/>
              <a:gdLst>
                <a:gd name="connsiteX0" fmla="*/ 561310 w 601006"/>
                <a:gd name="connsiteY0" fmla="*/ 495463 h 495462"/>
                <a:gd name="connsiteX1" fmla="*/ 39697 w 601006"/>
                <a:gd name="connsiteY1" fmla="*/ 495463 h 495462"/>
                <a:gd name="connsiteX2" fmla="*/ 0 w 601006"/>
                <a:gd name="connsiteY2" fmla="*/ 455766 h 495462"/>
                <a:gd name="connsiteX3" fmla="*/ 0 w 601006"/>
                <a:gd name="connsiteY3" fmla="*/ 39697 h 495462"/>
                <a:gd name="connsiteX4" fmla="*/ 39697 w 601006"/>
                <a:gd name="connsiteY4" fmla="*/ 0 h 495462"/>
                <a:gd name="connsiteX5" fmla="*/ 307649 w 601006"/>
                <a:gd name="connsiteY5" fmla="*/ 0 h 495462"/>
                <a:gd name="connsiteX6" fmla="*/ 347345 w 601006"/>
                <a:gd name="connsiteY6" fmla="*/ 39697 h 495462"/>
                <a:gd name="connsiteX7" fmla="*/ 307649 w 601006"/>
                <a:gd name="connsiteY7" fmla="*/ 79393 h 495462"/>
                <a:gd name="connsiteX8" fmla="*/ 79393 w 601006"/>
                <a:gd name="connsiteY8" fmla="*/ 79393 h 495462"/>
                <a:gd name="connsiteX9" fmla="*/ 79393 w 601006"/>
                <a:gd name="connsiteY9" fmla="*/ 416069 h 495462"/>
                <a:gd name="connsiteX10" fmla="*/ 561310 w 601006"/>
                <a:gd name="connsiteY10" fmla="*/ 416069 h 495462"/>
                <a:gd name="connsiteX11" fmla="*/ 601006 w 601006"/>
                <a:gd name="connsiteY11" fmla="*/ 455766 h 495462"/>
                <a:gd name="connsiteX12" fmla="*/ 561310 w 601006"/>
                <a:gd name="connsiteY12" fmla="*/ 495463 h 495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006" h="495462">
                  <a:moveTo>
                    <a:pt x="561310" y="495463"/>
                  </a:moveTo>
                  <a:lnTo>
                    <a:pt x="39697" y="495463"/>
                  </a:lnTo>
                  <a:cubicBezTo>
                    <a:pt x="17773" y="495463"/>
                    <a:pt x="0" y="477688"/>
                    <a:pt x="0" y="45576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07649" y="0"/>
                  </a:lnTo>
                  <a:cubicBezTo>
                    <a:pt x="329573" y="0"/>
                    <a:pt x="347345" y="17773"/>
                    <a:pt x="347345" y="39697"/>
                  </a:cubicBezTo>
                  <a:cubicBezTo>
                    <a:pt x="347345" y="61620"/>
                    <a:pt x="329573" y="79393"/>
                    <a:pt x="307649" y="79393"/>
                  </a:cubicBezTo>
                  <a:lnTo>
                    <a:pt x="79393" y="79393"/>
                  </a:lnTo>
                  <a:lnTo>
                    <a:pt x="79393" y="416069"/>
                  </a:lnTo>
                  <a:lnTo>
                    <a:pt x="561310" y="416069"/>
                  </a:lnTo>
                  <a:cubicBezTo>
                    <a:pt x="583232" y="416069"/>
                    <a:pt x="601006" y="433844"/>
                    <a:pt x="601006" y="455766"/>
                  </a:cubicBezTo>
                  <a:cubicBezTo>
                    <a:pt x="601006" y="477688"/>
                    <a:pt x="583232" y="495463"/>
                    <a:pt x="561310" y="4954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E9AE3709-09DB-864D-819E-5D67B24ECA4B}"/>
                </a:ext>
              </a:extLst>
            </p:cNvPr>
            <p:cNvSpPr/>
            <p:nvPr/>
          </p:nvSpPr>
          <p:spPr>
            <a:xfrm>
              <a:off x="3103811" y="4221775"/>
              <a:ext cx="265892" cy="80484"/>
            </a:xfrm>
            <a:custGeom>
              <a:avLst/>
              <a:gdLst>
                <a:gd name="connsiteX0" fmla="*/ 39821 w 265892"/>
                <a:gd name="connsiteY0" fmla="*/ 80485 h 80484"/>
                <a:gd name="connsiteX1" fmla="*/ 0 w 265892"/>
                <a:gd name="connsiteY1" fmla="*/ 40912 h 80484"/>
                <a:gd name="connsiteX2" fmla="*/ 39573 w 265892"/>
                <a:gd name="connsiteY2" fmla="*/ 1092 h 80484"/>
                <a:gd name="connsiteX3" fmla="*/ 225948 w 265892"/>
                <a:gd name="connsiteY3" fmla="*/ 0 h 80484"/>
                <a:gd name="connsiteX4" fmla="*/ 226196 w 265892"/>
                <a:gd name="connsiteY4" fmla="*/ 0 h 80484"/>
                <a:gd name="connsiteX5" fmla="*/ 265893 w 265892"/>
                <a:gd name="connsiteY5" fmla="*/ 39697 h 80484"/>
                <a:gd name="connsiteX6" fmla="*/ 226196 w 265892"/>
                <a:gd name="connsiteY6" fmla="*/ 79393 h 80484"/>
                <a:gd name="connsiteX7" fmla="*/ 39870 w 265892"/>
                <a:gd name="connsiteY7" fmla="*/ 80485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892" h="80484">
                  <a:moveTo>
                    <a:pt x="39821" y="80485"/>
                  </a:moveTo>
                  <a:cubicBezTo>
                    <a:pt x="17897" y="80554"/>
                    <a:pt x="69" y="62835"/>
                    <a:pt x="0" y="40912"/>
                  </a:cubicBezTo>
                  <a:cubicBezTo>
                    <a:pt x="-68" y="18990"/>
                    <a:pt x="17649" y="1161"/>
                    <a:pt x="39573" y="1092"/>
                  </a:cubicBezTo>
                  <a:lnTo>
                    <a:pt x="225948" y="0"/>
                  </a:lnTo>
                  <a:lnTo>
                    <a:pt x="226196" y="0"/>
                  </a:lnTo>
                  <a:cubicBezTo>
                    <a:pt x="248119" y="0"/>
                    <a:pt x="265893" y="17774"/>
                    <a:pt x="265893" y="39697"/>
                  </a:cubicBezTo>
                  <a:cubicBezTo>
                    <a:pt x="265893" y="61619"/>
                    <a:pt x="248119" y="79393"/>
                    <a:pt x="226196" y="79393"/>
                  </a:cubicBezTo>
                  <a:lnTo>
                    <a:pt x="39870" y="8048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9A013796-4AB1-9C40-A455-CA81C32F6771}"/>
                </a:ext>
              </a:extLst>
            </p:cNvPr>
            <p:cNvSpPr/>
            <p:nvPr/>
          </p:nvSpPr>
          <p:spPr>
            <a:xfrm>
              <a:off x="3062203" y="4086528"/>
              <a:ext cx="79394" cy="79424"/>
            </a:xfrm>
            <a:custGeom>
              <a:avLst/>
              <a:gdLst>
                <a:gd name="connsiteX0" fmla="*/ 39698 w 79394"/>
                <a:gd name="connsiteY0" fmla="*/ 79424 h 79424"/>
                <a:gd name="connsiteX1" fmla="*/ 11613 w 79394"/>
                <a:gd name="connsiteY1" fmla="*/ 67813 h 79424"/>
                <a:gd name="connsiteX2" fmla="*/ 6651 w 79394"/>
                <a:gd name="connsiteY2" fmla="*/ 61759 h 79424"/>
                <a:gd name="connsiteX3" fmla="*/ 2979 w 79394"/>
                <a:gd name="connsiteY3" fmla="*/ 54912 h 79424"/>
                <a:gd name="connsiteX4" fmla="*/ 746 w 79394"/>
                <a:gd name="connsiteY4" fmla="*/ 47518 h 79424"/>
                <a:gd name="connsiteX5" fmla="*/ 1 w 79394"/>
                <a:gd name="connsiteY5" fmla="*/ 39728 h 79424"/>
                <a:gd name="connsiteX6" fmla="*/ 795 w 79394"/>
                <a:gd name="connsiteY6" fmla="*/ 31987 h 79424"/>
                <a:gd name="connsiteX7" fmla="*/ 3028 w 79394"/>
                <a:gd name="connsiteY7" fmla="*/ 24544 h 79424"/>
                <a:gd name="connsiteX8" fmla="*/ 6700 w 79394"/>
                <a:gd name="connsiteY8" fmla="*/ 17696 h 79424"/>
                <a:gd name="connsiteX9" fmla="*/ 11662 w 79394"/>
                <a:gd name="connsiteY9" fmla="*/ 11642 h 79424"/>
                <a:gd name="connsiteX10" fmla="*/ 67802 w 79394"/>
                <a:gd name="connsiteY10" fmla="*/ 11611 h 79424"/>
                <a:gd name="connsiteX11" fmla="*/ 67833 w 79394"/>
                <a:gd name="connsiteY11" fmla="*/ 11642 h 79424"/>
                <a:gd name="connsiteX12" fmla="*/ 72795 w 79394"/>
                <a:gd name="connsiteY12" fmla="*/ 17696 h 79424"/>
                <a:gd name="connsiteX13" fmla="*/ 76368 w 79394"/>
                <a:gd name="connsiteY13" fmla="*/ 24841 h 79424"/>
                <a:gd name="connsiteX14" fmla="*/ 78601 w 79394"/>
                <a:gd name="connsiteY14" fmla="*/ 32285 h 79424"/>
                <a:gd name="connsiteX15" fmla="*/ 79395 w 79394"/>
                <a:gd name="connsiteY15" fmla="*/ 39728 h 79424"/>
                <a:gd name="connsiteX16" fmla="*/ 78601 w 79394"/>
                <a:gd name="connsiteY16" fmla="*/ 47518 h 79424"/>
                <a:gd name="connsiteX17" fmla="*/ 76368 w 79394"/>
                <a:gd name="connsiteY17" fmla="*/ 54912 h 79424"/>
                <a:gd name="connsiteX18" fmla="*/ 72696 w 79394"/>
                <a:gd name="connsiteY18" fmla="*/ 61759 h 79424"/>
                <a:gd name="connsiteX19" fmla="*/ 67734 w 79394"/>
                <a:gd name="connsiteY19" fmla="*/ 67813 h 79424"/>
                <a:gd name="connsiteX20" fmla="*/ 61680 w 79394"/>
                <a:gd name="connsiteY20" fmla="*/ 72775 h 79424"/>
                <a:gd name="connsiteX21" fmla="*/ 54832 w 79394"/>
                <a:gd name="connsiteY21" fmla="*/ 76447 h 79424"/>
                <a:gd name="connsiteX22" fmla="*/ 47389 w 79394"/>
                <a:gd name="connsiteY22" fmla="*/ 78729 h 79424"/>
                <a:gd name="connsiteX23" fmla="*/ 39698 w 79394"/>
                <a:gd name="connsiteY23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94" h="79424">
                  <a:moveTo>
                    <a:pt x="39698" y="79424"/>
                  </a:moveTo>
                  <a:cubicBezTo>
                    <a:pt x="29172" y="79404"/>
                    <a:pt x="19079" y="75231"/>
                    <a:pt x="11613" y="67813"/>
                  </a:cubicBezTo>
                  <a:cubicBezTo>
                    <a:pt x="9757" y="65967"/>
                    <a:pt x="8095" y="63942"/>
                    <a:pt x="6651" y="61759"/>
                  </a:cubicBezTo>
                  <a:cubicBezTo>
                    <a:pt x="5206" y="59601"/>
                    <a:pt x="3975" y="57308"/>
                    <a:pt x="2979" y="54912"/>
                  </a:cubicBezTo>
                  <a:cubicBezTo>
                    <a:pt x="1988" y="52530"/>
                    <a:pt x="1240" y="50054"/>
                    <a:pt x="746" y="47518"/>
                  </a:cubicBezTo>
                  <a:cubicBezTo>
                    <a:pt x="229" y="44954"/>
                    <a:pt x="-21" y="42343"/>
                    <a:pt x="1" y="39728"/>
                  </a:cubicBezTo>
                  <a:cubicBezTo>
                    <a:pt x="-8" y="37127"/>
                    <a:pt x="259" y="34532"/>
                    <a:pt x="795" y="31987"/>
                  </a:cubicBezTo>
                  <a:cubicBezTo>
                    <a:pt x="1290" y="29438"/>
                    <a:pt x="2038" y="26944"/>
                    <a:pt x="3028" y="24544"/>
                  </a:cubicBezTo>
                  <a:cubicBezTo>
                    <a:pt x="4025" y="22147"/>
                    <a:pt x="5255" y="19853"/>
                    <a:pt x="6700" y="17696"/>
                  </a:cubicBezTo>
                  <a:cubicBezTo>
                    <a:pt x="8145" y="15515"/>
                    <a:pt x="9807" y="13487"/>
                    <a:pt x="11662" y="11642"/>
                  </a:cubicBezTo>
                  <a:cubicBezTo>
                    <a:pt x="27156" y="-3869"/>
                    <a:pt x="52291" y="-3882"/>
                    <a:pt x="67802" y="11611"/>
                  </a:cubicBezTo>
                  <a:cubicBezTo>
                    <a:pt x="67812" y="11621"/>
                    <a:pt x="67823" y="11632"/>
                    <a:pt x="67833" y="11642"/>
                  </a:cubicBezTo>
                  <a:cubicBezTo>
                    <a:pt x="69674" y="13500"/>
                    <a:pt x="71335" y="15527"/>
                    <a:pt x="72795" y="17696"/>
                  </a:cubicBezTo>
                  <a:cubicBezTo>
                    <a:pt x="74223" y="19952"/>
                    <a:pt x="75420" y="22345"/>
                    <a:pt x="76368" y="24841"/>
                  </a:cubicBezTo>
                  <a:cubicBezTo>
                    <a:pt x="77358" y="27242"/>
                    <a:pt x="78106" y="29735"/>
                    <a:pt x="78601" y="32285"/>
                  </a:cubicBezTo>
                  <a:cubicBezTo>
                    <a:pt x="79117" y="34732"/>
                    <a:pt x="79383" y="37226"/>
                    <a:pt x="79395" y="39728"/>
                  </a:cubicBezTo>
                  <a:cubicBezTo>
                    <a:pt x="79401" y="42345"/>
                    <a:pt x="79135" y="44956"/>
                    <a:pt x="78601" y="47518"/>
                  </a:cubicBezTo>
                  <a:cubicBezTo>
                    <a:pt x="78106" y="50054"/>
                    <a:pt x="77358" y="52530"/>
                    <a:pt x="76368" y="54912"/>
                  </a:cubicBezTo>
                  <a:cubicBezTo>
                    <a:pt x="75371" y="57308"/>
                    <a:pt x="74141" y="59601"/>
                    <a:pt x="72696" y="61759"/>
                  </a:cubicBezTo>
                  <a:cubicBezTo>
                    <a:pt x="71236" y="63928"/>
                    <a:pt x="69575" y="65957"/>
                    <a:pt x="67734" y="67813"/>
                  </a:cubicBezTo>
                  <a:cubicBezTo>
                    <a:pt x="65889" y="69669"/>
                    <a:pt x="63861" y="71331"/>
                    <a:pt x="61680" y="72775"/>
                  </a:cubicBezTo>
                  <a:cubicBezTo>
                    <a:pt x="59523" y="74219"/>
                    <a:pt x="57229" y="75450"/>
                    <a:pt x="54832" y="76447"/>
                  </a:cubicBezTo>
                  <a:cubicBezTo>
                    <a:pt x="52425" y="77429"/>
                    <a:pt x="49934" y="78194"/>
                    <a:pt x="47389" y="78729"/>
                  </a:cubicBezTo>
                  <a:cubicBezTo>
                    <a:pt x="44854" y="79206"/>
                    <a:pt x="42278" y="79439"/>
                    <a:pt x="39698" y="794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116567A3-7114-6D4C-96F9-A204904F2039}"/>
                </a:ext>
              </a:extLst>
            </p:cNvPr>
            <p:cNvSpPr/>
            <p:nvPr/>
          </p:nvSpPr>
          <p:spPr>
            <a:xfrm>
              <a:off x="3350253" y="4087762"/>
              <a:ext cx="79492" cy="79331"/>
            </a:xfrm>
            <a:custGeom>
              <a:avLst/>
              <a:gdLst>
                <a:gd name="connsiteX0" fmla="*/ 39697 w 79492"/>
                <a:gd name="connsiteY0" fmla="*/ 79331 h 79331"/>
                <a:gd name="connsiteX1" fmla="*/ 31956 w 79492"/>
                <a:gd name="connsiteY1" fmla="*/ 78587 h 79331"/>
                <a:gd name="connsiteX2" fmla="*/ 24513 w 79492"/>
                <a:gd name="connsiteY2" fmla="*/ 76304 h 79331"/>
                <a:gd name="connsiteX3" fmla="*/ 17665 w 79492"/>
                <a:gd name="connsiteY3" fmla="*/ 72632 h 79331"/>
                <a:gd name="connsiteX4" fmla="*/ 6699 w 79492"/>
                <a:gd name="connsiteY4" fmla="*/ 61666 h 79331"/>
                <a:gd name="connsiteX5" fmla="*/ 3027 w 79492"/>
                <a:gd name="connsiteY5" fmla="*/ 54818 h 79331"/>
                <a:gd name="connsiteX6" fmla="*/ 794 w 79492"/>
                <a:gd name="connsiteY6" fmla="*/ 47425 h 79331"/>
                <a:gd name="connsiteX7" fmla="*/ 0 w 79492"/>
                <a:gd name="connsiteY7" fmla="*/ 39634 h 79331"/>
                <a:gd name="connsiteX8" fmla="*/ 794 w 79492"/>
                <a:gd name="connsiteY8" fmla="*/ 31893 h 79331"/>
                <a:gd name="connsiteX9" fmla="*/ 3027 w 79492"/>
                <a:gd name="connsiteY9" fmla="*/ 24450 h 79331"/>
                <a:gd name="connsiteX10" fmla="*/ 6699 w 79492"/>
                <a:gd name="connsiteY10" fmla="*/ 17603 h 79331"/>
                <a:gd name="connsiteX11" fmla="*/ 11661 w 79492"/>
                <a:gd name="connsiteY11" fmla="*/ 11599 h 79331"/>
                <a:gd name="connsiteX12" fmla="*/ 17715 w 79492"/>
                <a:gd name="connsiteY12" fmla="*/ 6637 h 79331"/>
                <a:gd name="connsiteX13" fmla="*/ 32005 w 79492"/>
                <a:gd name="connsiteY13" fmla="*/ 732 h 79331"/>
                <a:gd name="connsiteX14" fmla="*/ 67832 w 79492"/>
                <a:gd name="connsiteY14" fmla="*/ 11599 h 79331"/>
                <a:gd name="connsiteX15" fmla="*/ 72794 w 79492"/>
                <a:gd name="connsiteY15" fmla="*/ 17603 h 79331"/>
                <a:gd name="connsiteX16" fmla="*/ 76466 w 79492"/>
                <a:gd name="connsiteY16" fmla="*/ 24450 h 79331"/>
                <a:gd name="connsiteX17" fmla="*/ 78699 w 79492"/>
                <a:gd name="connsiteY17" fmla="*/ 31893 h 79331"/>
                <a:gd name="connsiteX18" fmla="*/ 79492 w 79492"/>
                <a:gd name="connsiteY18" fmla="*/ 39634 h 79331"/>
                <a:gd name="connsiteX19" fmla="*/ 78699 w 79492"/>
                <a:gd name="connsiteY19" fmla="*/ 47425 h 79331"/>
                <a:gd name="connsiteX20" fmla="*/ 76466 w 79492"/>
                <a:gd name="connsiteY20" fmla="*/ 54818 h 79331"/>
                <a:gd name="connsiteX21" fmla="*/ 72794 w 79492"/>
                <a:gd name="connsiteY21" fmla="*/ 61666 h 79331"/>
                <a:gd name="connsiteX22" fmla="*/ 67832 w 79492"/>
                <a:gd name="connsiteY22" fmla="*/ 67720 h 79331"/>
                <a:gd name="connsiteX23" fmla="*/ 61778 w 79492"/>
                <a:gd name="connsiteY23" fmla="*/ 72682 h 79331"/>
                <a:gd name="connsiteX24" fmla="*/ 54930 w 79492"/>
                <a:gd name="connsiteY24" fmla="*/ 76354 h 79331"/>
                <a:gd name="connsiteX25" fmla="*/ 47487 w 79492"/>
                <a:gd name="connsiteY25" fmla="*/ 78636 h 79331"/>
                <a:gd name="connsiteX26" fmla="*/ 39697 w 79492"/>
                <a:gd name="connsiteY26" fmla="*/ 79331 h 7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92" h="79331">
                  <a:moveTo>
                    <a:pt x="39697" y="79331"/>
                  </a:moveTo>
                  <a:cubicBezTo>
                    <a:pt x="37097" y="79331"/>
                    <a:pt x="34506" y="79083"/>
                    <a:pt x="31956" y="78587"/>
                  </a:cubicBezTo>
                  <a:cubicBezTo>
                    <a:pt x="29410" y="78051"/>
                    <a:pt x="26919" y="77286"/>
                    <a:pt x="24513" y="76304"/>
                  </a:cubicBezTo>
                  <a:cubicBezTo>
                    <a:pt x="22116" y="75307"/>
                    <a:pt x="19824" y="74076"/>
                    <a:pt x="17665" y="72632"/>
                  </a:cubicBezTo>
                  <a:cubicBezTo>
                    <a:pt x="13289" y="69779"/>
                    <a:pt x="9552" y="66042"/>
                    <a:pt x="6699" y="61666"/>
                  </a:cubicBezTo>
                  <a:cubicBezTo>
                    <a:pt x="5245" y="59517"/>
                    <a:pt x="4014" y="57220"/>
                    <a:pt x="3027" y="54818"/>
                  </a:cubicBezTo>
                  <a:cubicBezTo>
                    <a:pt x="2034" y="52436"/>
                    <a:pt x="1290" y="49960"/>
                    <a:pt x="794" y="47425"/>
                  </a:cubicBezTo>
                  <a:cubicBezTo>
                    <a:pt x="258" y="44862"/>
                    <a:pt x="-5" y="42252"/>
                    <a:pt x="0" y="39634"/>
                  </a:cubicBezTo>
                  <a:cubicBezTo>
                    <a:pt x="-5" y="37033"/>
                    <a:pt x="258" y="34439"/>
                    <a:pt x="794" y="31893"/>
                  </a:cubicBezTo>
                  <a:cubicBezTo>
                    <a:pt x="1295" y="29346"/>
                    <a:pt x="2044" y="26853"/>
                    <a:pt x="3027" y="24450"/>
                  </a:cubicBezTo>
                  <a:cubicBezTo>
                    <a:pt x="4034" y="22058"/>
                    <a:pt x="5265" y="19765"/>
                    <a:pt x="6699" y="17603"/>
                  </a:cubicBezTo>
                  <a:cubicBezTo>
                    <a:pt x="8133" y="15428"/>
                    <a:pt x="9795" y="13415"/>
                    <a:pt x="11661" y="11599"/>
                  </a:cubicBezTo>
                  <a:cubicBezTo>
                    <a:pt x="13507" y="9745"/>
                    <a:pt x="15536" y="8082"/>
                    <a:pt x="17715" y="6637"/>
                  </a:cubicBezTo>
                  <a:cubicBezTo>
                    <a:pt x="22061" y="3783"/>
                    <a:pt x="26909" y="1779"/>
                    <a:pt x="32005" y="732"/>
                  </a:cubicBezTo>
                  <a:cubicBezTo>
                    <a:pt x="45011" y="-1786"/>
                    <a:pt x="58419" y="2281"/>
                    <a:pt x="67832" y="11599"/>
                  </a:cubicBezTo>
                  <a:cubicBezTo>
                    <a:pt x="69682" y="13428"/>
                    <a:pt x="71345" y="15439"/>
                    <a:pt x="72794" y="17603"/>
                  </a:cubicBezTo>
                  <a:cubicBezTo>
                    <a:pt x="74228" y="19765"/>
                    <a:pt x="75458" y="22058"/>
                    <a:pt x="76466" y="24450"/>
                  </a:cubicBezTo>
                  <a:cubicBezTo>
                    <a:pt x="77448" y="26853"/>
                    <a:pt x="78197" y="29346"/>
                    <a:pt x="78699" y="31893"/>
                  </a:cubicBezTo>
                  <a:cubicBezTo>
                    <a:pt x="79234" y="34439"/>
                    <a:pt x="79497" y="37034"/>
                    <a:pt x="79492" y="39634"/>
                  </a:cubicBezTo>
                  <a:cubicBezTo>
                    <a:pt x="79497" y="42252"/>
                    <a:pt x="79234" y="44862"/>
                    <a:pt x="78699" y="47425"/>
                  </a:cubicBezTo>
                  <a:cubicBezTo>
                    <a:pt x="78202" y="49960"/>
                    <a:pt x="77458" y="52436"/>
                    <a:pt x="76466" y="54818"/>
                  </a:cubicBezTo>
                  <a:cubicBezTo>
                    <a:pt x="75478" y="57220"/>
                    <a:pt x="74248" y="59517"/>
                    <a:pt x="72794" y="61666"/>
                  </a:cubicBezTo>
                  <a:cubicBezTo>
                    <a:pt x="71335" y="63834"/>
                    <a:pt x="69673" y="65864"/>
                    <a:pt x="67832" y="67720"/>
                  </a:cubicBezTo>
                  <a:cubicBezTo>
                    <a:pt x="65986" y="69575"/>
                    <a:pt x="63961" y="71238"/>
                    <a:pt x="61778" y="72682"/>
                  </a:cubicBezTo>
                  <a:cubicBezTo>
                    <a:pt x="59619" y="74126"/>
                    <a:pt x="57327" y="75356"/>
                    <a:pt x="54930" y="76354"/>
                  </a:cubicBezTo>
                  <a:cubicBezTo>
                    <a:pt x="52524" y="77336"/>
                    <a:pt x="50033" y="78100"/>
                    <a:pt x="47487" y="78636"/>
                  </a:cubicBezTo>
                  <a:cubicBezTo>
                    <a:pt x="44917" y="79117"/>
                    <a:pt x="42312" y="79351"/>
                    <a:pt x="39697" y="793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C87107EA-889D-DA4C-AF92-03D9CCEA30CE}"/>
                </a:ext>
              </a:extLst>
            </p:cNvPr>
            <p:cNvSpPr/>
            <p:nvPr/>
          </p:nvSpPr>
          <p:spPr>
            <a:xfrm>
              <a:off x="3110088" y="3698227"/>
              <a:ext cx="540866" cy="429864"/>
            </a:xfrm>
            <a:custGeom>
              <a:avLst/>
              <a:gdLst>
                <a:gd name="connsiteX0" fmla="*/ 133976 w 540866"/>
                <a:gd name="connsiteY0" fmla="*/ 429864 h 429864"/>
                <a:gd name="connsiteX1" fmla="*/ 94279 w 540866"/>
                <a:gd name="connsiteY1" fmla="*/ 390167 h 429864"/>
                <a:gd name="connsiteX2" fmla="*/ 94279 w 540866"/>
                <a:gd name="connsiteY2" fmla="*/ 337421 h 429864"/>
                <a:gd name="connsiteX3" fmla="*/ 39697 w 540866"/>
                <a:gd name="connsiteY3" fmla="*/ 337421 h 429864"/>
                <a:gd name="connsiteX4" fmla="*/ 0 w 540866"/>
                <a:gd name="connsiteY4" fmla="*/ 297724 h 429864"/>
                <a:gd name="connsiteX5" fmla="*/ 0 w 540866"/>
                <a:gd name="connsiteY5" fmla="*/ 39697 h 429864"/>
                <a:gd name="connsiteX6" fmla="*/ 39697 w 540866"/>
                <a:gd name="connsiteY6" fmla="*/ 0 h 429864"/>
                <a:gd name="connsiteX7" fmla="*/ 501170 w 540866"/>
                <a:gd name="connsiteY7" fmla="*/ 0 h 429864"/>
                <a:gd name="connsiteX8" fmla="*/ 540866 w 540866"/>
                <a:gd name="connsiteY8" fmla="*/ 39697 h 429864"/>
                <a:gd name="connsiteX9" fmla="*/ 540866 w 540866"/>
                <a:gd name="connsiteY9" fmla="*/ 297724 h 429864"/>
                <a:gd name="connsiteX10" fmla="*/ 501170 w 540866"/>
                <a:gd name="connsiteY10" fmla="*/ 337421 h 429864"/>
                <a:gd name="connsiteX11" fmla="*/ 244928 w 540866"/>
                <a:gd name="connsiteY11" fmla="*/ 337421 h 429864"/>
                <a:gd name="connsiteX12" fmla="*/ 161714 w 540866"/>
                <a:gd name="connsiteY12" fmla="*/ 418550 h 429864"/>
                <a:gd name="connsiteX13" fmla="*/ 133976 w 540866"/>
                <a:gd name="connsiteY13" fmla="*/ 429864 h 429864"/>
                <a:gd name="connsiteX14" fmla="*/ 79393 w 540866"/>
                <a:gd name="connsiteY14" fmla="*/ 258028 h 429864"/>
                <a:gd name="connsiteX15" fmla="*/ 133976 w 540866"/>
                <a:gd name="connsiteY15" fmla="*/ 258028 h 429864"/>
                <a:gd name="connsiteX16" fmla="*/ 173673 w 540866"/>
                <a:gd name="connsiteY16" fmla="*/ 296037 h 429864"/>
                <a:gd name="connsiteX17" fmla="*/ 201063 w 540866"/>
                <a:gd name="connsiteY17" fmla="*/ 269242 h 429864"/>
                <a:gd name="connsiteX18" fmla="*/ 228950 w 540866"/>
                <a:gd name="connsiteY18" fmla="*/ 258028 h 429864"/>
                <a:gd name="connsiteX19" fmla="*/ 461622 w 540866"/>
                <a:gd name="connsiteY19" fmla="*/ 258028 h 429864"/>
                <a:gd name="connsiteX20" fmla="*/ 461622 w 540866"/>
                <a:gd name="connsiteY20" fmla="*/ 79393 h 429864"/>
                <a:gd name="connsiteX21" fmla="*/ 79542 w 540866"/>
                <a:gd name="connsiteY21" fmla="*/ 79393 h 42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40866" h="429864">
                  <a:moveTo>
                    <a:pt x="133976" y="429864"/>
                  </a:moveTo>
                  <a:cubicBezTo>
                    <a:pt x="112052" y="429864"/>
                    <a:pt x="94279" y="412091"/>
                    <a:pt x="94279" y="390167"/>
                  </a:cubicBezTo>
                  <a:lnTo>
                    <a:pt x="94279" y="337421"/>
                  </a:lnTo>
                  <a:lnTo>
                    <a:pt x="39697" y="337421"/>
                  </a:lnTo>
                  <a:cubicBezTo>
                    <a:pt x="17773" y="337421"/>
                    <a:pt x="0" y="319648"/>
                    <a:pt x="0" y="2977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01170" y="0"/>
                  </a:lnTo>
                  <a:cubicBezTo>
                    <a:pt x="523092" y="0"/>
                    <a:pt x="540866" y="17773"/>
                    <a:pt x="540866" y="39697"/>
                  </a:cubicBezTo>
                  <a:lnTo>
                    <a:pt x="540866" y="297724"/>
                  </a:lnTo>
                  <a:cubicBezTo>
                    <a:pt x="540866" y="319648"/>
                    <a:pt x="523092" y="337421"/>
                    <a:pt x="501170" y="337421"/>
                  </a:cubicBezTo>
                  <a:lnTo>
                    <a:pt x="244928" y="337421"/>
                  </a:lnTo>
                  <a:lnTo>
                    <a:pt x="161714" y="418550"/>
                  </a:lnTo>
                  <a:cubicBezTo>
                    <a:pt x="154300" y="425800"/>
                    <a:pt x="144345" y="429860"/>
                    <a:pt x="133976" y="429864"/>
                  </a:cubicBezTo>
                  <a:close/>
                  <a:moveTo>
                    <a:pt x="79393" y="258028"/>
                  </a:moveTo>
                  <a:lnTo>
                    <a:pt x="133976" y="258028"/>
                  </a:lnTo>
                  <a:cubicBezTo>
                    <a:pt x="155257" y="258008"/>
                    <a:pt x="172768" y="274775"/>
                    <a:pt x="173673" y="296037"/>
                  </a:cubicBezTo>
                  <a:lnTo>
                    <a:pt x="201063" y="269242"/>
                  </a:lnTo>
                  <a:cubicBezTo>
                    <a:pt x="208531" y="261993"/>
                    <a:pt x="218545" y="257966"/>
                    <a:pt x="228950" y="258028"/>
                  </a:cubicBezTo>
                  <a:lnTo>
                    <a:pt x="461622" y="258028"/>
                  </a:lnTo>
                  <a:lnTo>
                    <a:pt x="461622" y="79393"/>
                  </a:lnTo>
                  <a:lnTo>
                    <a:pt x="79542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D94FC4D4-430C-0440-AD9E-005610465422}"/>
                </a:ext>
              </a:extLst>
            </p:cNvPr>
            <p:cNvSpPr/>
            <p:nvPr/>
          </p:nvSpPr>
          <p:spPr>
            <a:xfrm>
              <a:off x="3251060" y="3826360"/>
              <a:ext cx="79393" cy="79530"/>
            </a:xfrm>
            <a:custGeom>
              <a:avLst/>
              <a:gdLst>
                <a:gd name="connsiteX0" fmla="*/ 39697 w 79393"/>
                <a:gd name="connsiteY0" fmla="*/ 79530 h 79530"/>
                <a:gd name="connsiteX1" fmla="*/ 31907 w 79393"/>
                <a:gd name="connsiteY1" fmla="*/ 78736 h 79530"/>
                <a:gd name="connsiteX2" fmla="*/ 24513 w 79393"/>
                <a:gd name="connsiteY2" fmla="*/ 76602 h 79530"/>
                <a:gd name="connsiteX3" fmla="*/ 17616 w 79393"/>
                <a:gd name="connsiteY3" fmla="*/ 72930 h 79530"/>
                <a:gd name="connsiteX4" fmla="*/ 11612 w 79393"/>
                <a:gd name="connsiteY4" fmla="*/ 67968 h 79530"/>
                <a:gd name="connsiteX5" fmla="*/ 1 w 79393"/>
                <a:gd name="connsiteY5" fmla="*/ 39883 h 79530"/>
                <a:gd name="connsiteX6" fmla="*/ 745 w 79393"/>
                <a:gd name="connsiteY6" fmla="*/ 31944 h 79530"/>
                <a:gd name="connsiteX7" fmla="*/ 3027 w 79393"/>
                <a:gd name="connsiteY7" fmla="*/ 24501 h 79530"/>
                <a:gd name="connsiteX8" fmla="*/ 6650 w 79393"/>
                <a:gd name="connsiteY8" fmla="*/ 17653 h 79530"/>
                <a:gd name="connsiteX9" fmla="*/ 11612 w 79393"/>
                <a:gd name="connsiteY9" fmla="*/ 11649 h 79530"/>
                <a:gd name="connsiteX10" fmla="*/ 17616 w 79393"/>
                <a:gd name="connsiteY10" fmla="*/ 6687 h 79530"/>
                <a:gd name="connsiteX11" fmla="*/ 24464 w 79393"/>
                <a:gd name="connsiteY11" fmla="*/ 3015 h 79530"/>
                <a:gd name="connsiteX12" fmla="*/ 31907 w 79393"/>
                <a:gd name="connsiteY12" fmla="*/ 782 h 79530"/>
                <a:gd name="connsiteX13" fmla="*/ 47438 w 79393"/>
                <a:gd name="connsiteY13" fmla="*/ 782 h 79530"/>
                <a:gd name="connsiteX14" fmla="*/ 54831 w 79393"/>
                <a:gd name="connsiteY14" fmla="*/ 3015 h 79530"/>
                <a:gd name="connsiteX15" fmla="*/ 61729 w 79393"/>
                <a:gd name="connsiteY15" fmla="*/ 6687 h 79530"/>
                <a:gd name="connsiteX16" fmla="*/ 67733 w 79393"/>
                <a:gd name="connsiteY16" fmla="*/ 11649 h 79530"/>
                <a:gd name="connsiteX17" fmla="*/ 72695 w 79393"/>
                <a:gd name="connsiteY17" fmla="*/ 17653 h 79530"/>
                <a:gd name="connsiteX18" fmla="*/ 78600 w 79393"/>
                <a:gd name="connsiteY18" fmla="*/ 31944 h 79530"/>
                <a:gd name="connsiteX19" fmla="*/ 79394 w 79393"/>
                <a:gd name="connsiteY19" fmla="*/ 39685 h 79530"/>
                <a:gd name="connsiteX20" fmla="*/ 67733 w 79393"/>
                <a:gd name="connsiteY20" fmla="*/ 67770 h 79530"/>
                <a:gd name="connsiteX21" fmla="*/ 61729 w 79393"/>
                <a:gd name="connsiteY21" fmla="*/ 72732 h 79530"/>
                <a:gd name="connsiteX22" fmla="*/ 54831 w 79393"/>
                <a:gd name="connsiteY22" fmla="*/ 76404 h 79530"/>
                <a:gd name="connsiteX23" fmla="*/ 47438 w 79393"/>
                <a:gd name="connsiteY23" fmla="*/ 78637 h 79530"/>
                <a:gd name="connsiteX24" fmla="*/ 39697 w 79393"/>
                <a:gd name="connsiteY24" fmla="*/ 79530 h 7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530">
                  <a:moveTo>
                    <a:pt x="39697" y="79530"/>
                  </a:moveTo>
                  <a:cubicBezTo>
                    <a:pt x="37080" y="79538"/>
                    <a:pt x="34469" y="79272"/>
                    <a:pt x="31907" y="78736"/>
                  </a:cubicBezTo>
                  <a:cubicBezTo>
                    <a:pt x="29377" y="78274"/>
                    <a:pt x="26900" y="77559"/>
                    <a:pt x="24513" y="76602"/>
                  </a:cubicBezTo>
                  <a:cubicBezTo>
                    <a:pt x="22099" y="75608"/>
                    <a:pt x="19789" y="74378"/>
                    <a:pt x="17616" y="72930"/>
                  </a:cubicBezTo>
                  <a:cubicBezTo>
                    <a:pt x="15460" y="71473"/>
                    <a:pt x="13449" y="69811"/>
                    <a:pt x="11612" y="67968"/>
                  </a:cubicBezTo>
                  <a:cubicBezTo>
                    <a:pt x="4192" y="60502"/>
                    <a:pt x="19" y="50409"/>
                    <a:pt x="1" y="39883"/>
                  </a:cubicBezTo>
                  <a:cubicBezTo>
                    <a:pt x="-13" y="37218"/>
                    <a:pt x="236" y="34559"/>
                    <a:pt x="745" y="31944"/>
                  </a:cubicBezTo>
                  <a:cubicBezTo>
                    <a:pt x="1256" y="29393"/>
                    <a:pt x="2021" y="26900"/>
                    <a:pt x="3027" y="24501"/>
                  </a:cubicBezTo>
                  <a:cubicBezTo>
                    <a:pt x="4026" y="22113"/>
                    <a:pt x="5238" y="19822"/>
                    <a:pt x="6650" y="17653"/>
                  </a:cubicBezTo>
                  <a:cubicBezTo>
                    <a:pt x="8099" y="15491"/>
                    <a:pt x="9761" y="13479"/>
                    <a:pt x="11612" y="11649"/>
                  </a:cubicBezTo>
                  <a:cubicBezTo>
                    <a:pt x="13451" y="9807"/>
                    <a:pt x="15461" y="8146"/>
                    <a:pt x="17616" y="6687"/>
                  </a:cubicBezTo>
                  <a:cubicBezTo>
                    <a:pt x="19778" y="5251"/>
                    <a:pt x="22071" y="4021"/>
                    <a:pt x="24464" y="3015"/>
                  </a:cubicBezTo>
                  <a:cubicBezTo>
                    <a:pt x="26866" y="2031"/>
                    <a:pt x="29359" y="1283"/>
                    <a:pt x="31907" y="782"/>
                  </a:cubicBezTo>
                  <a:cubicBezTo>
                    <a:pt x="37032" y="-261"/>
                    <a:pt x="42313" y="-261"/>
                    <a:pt x="47438" y="782"/>
                  </a:cubicBezTo>
                  <a:cubicBezTo>
                    <a:pt x="49971" y="1276"/>
                    <a:pt x="52448" y="2024"/>
                    <a:pt x="54831" y="3015"/>
                  </a:cubicBezTo>
                  <a:cubicBezTo>
                    <a:pt x="57248" y="4009"/>
                    <a:pt x="59555" y="5239"/>
                    <a:pt x="61729" y="6687"/>
                  </a:cubicBezTo>
                  <a:cubicBezTo>
                    <a:pt x="63882" y="8146"/>
                    <a:pt x="65892" y="9807"/>
                    <a:pt x="67733" y="11649"/>
                  </a:cubicBezTo>
                  <a:cubicBezTo>
                    <a:pt x="69599" y="13466"/>
                    <a:pt x="71261" y="15479"/>
                    <a:pt x="72695" y="17653"/>
                  </a:cubicBezTo>
                  <a:cubicBezTo>
                    <a:pt x="75548" y="22000"/>
                    <a:pt x="77553" y="26850"/>
                    <a:pt x="78600" y="31944"/>
                  </a:cubicBezTo>
                  <a:cubicBezTo>
                    <a:pt x="79111" y="34493"/>
                    <a:pt x="79379" y="37085"/>
                    <a:pt x="79394" y="39685"/>
                  </a:cubicBezTo>
                  <a:cubicBezTo>
                    <a:pt x="79354" y="50217"/>
                    <a:pt x="75166" y="60309"/>
                    <a:pt x="67733" y="67770"/>
                  </a:cubicBezTo>
                  <a:cubicBezTo>
                    <a:pt x="65897" y="69613"/>
                    <a:pt x="63887" y="71275"/>
                    <a:pt x="61729" y="72732"/>
                  </a:cubicBezTo>
                  <a:cubicBezTo>
                    <a:pt x="59555" y="74180"/>
                    <a:pt x="57248" y="75409"/>
                    <a:pt x="54831" y="76404"/>
                  </a:cubicBezTo>
                  <a:cubicBezTo>
                    <a:pt x="52448" y="77394"/>
                    <a:pt x="49971" y="78143"/>
                    <a:pt x="47438" y="78637"/>
                  </a:cubicBezTo>
                  <a:cubicBezTo>
                    <a:pt x="44896" y="79204"/>
                    <a:pt x="42302" y="79504"/>
                    <a:pt x="39697" y="7953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F983874-F7C7-E94E-AE36-8CD8EED8B839}"/>
                </a:ext>
              </a:extLst>
            </p:cNvPr>
            <p:cNvSpPr/>
            <p:nvPr/>
          </p:nvSpPr>
          <p:spPr>
            <a:xfrm>
              <a:off x="3345340" y="3826457"/>
              <a:ext cx="79343" cy="79432"/>
            </a:xfrm>
            <a:custGeom>
              <a:avLst/>
              <a:gdLst>
                <a:gd name="connsiteX0" fmla="*/ 39647 w 79343"/>
                <a:gd name="connsiteY0" fmla="*/ 79433 h 79432"/>
                <a:gd name="connsiteX1" fmla="*/ 31906 w 79343"/>
                <a:gd name="connsiteY1" fmla="*/ 78639 h 79432"/>
                <a:gd name="connsiteX2" fmla="*/ 24513 w 79343"/>
                <a:gd name="connsiteY2" fmla="*/ 76406 h 79432"/>
                <a:gd name="connsiteX3" fmla="*/ 17615 w 79343"/>
                <a:gd name="connsiteY3" fmla="*/ 72734 h 79432"/>
                <a:gd name="connsiteX4" fmla="*/ 11611 w 79343"/>
                <a:gd name="connsiteY4" fmla="*/ 67772 h 79432"/>
                <a:gd name="connsiteX5" fmla="*/ 6649 w 79343"/>
                <a:gd name="connsiteY5" fmla="*/ 61718 h 79432"/>
                <a:gd name="connsiteX6" fmla="*/ 3027 w 79343"/>
                <a:gd name="connsiteY6" fmla="*/ 54870 h 79432"/>
                <a:gd name="connsiteX7" fmla="*/ 744 w 79343"/>
                <a:gd name="connsiteY7" fmla="*/ 47427 h 79432"/>
                <a:gd name="connsiteX8" fmla="*/ 744 w 79343"/>
                <a:gd name="connsiteY8" fmla="*/ 31946 h 79432"/>
                <a:gd name="connsiteX9" fmla="*/ 6649 w 79343"/>
                <a:gd name="connsiteY9" fmla="*/ 17655 h 79432"/>
                <a:gd name="connsiteX10" fmla="*/ 11611 w 79343"/>
                <a:gd name="connsiteY10" fmla="*/ 11651 h 79432"/>
                <a:gd name="connsiteX11" fmla="*/ 54881 w 79343"/>
                <a:gd name="connsiteY11" fmla="*/ 3017 h 79432"/>
                <a:gd name="connsiteX12" fmla="*/ 61728 w 79343"/>
                <a:gd name="connsiteY12" fmla="*/ 6689 h 79432"/>
                <a:gd name="connsiteX13" fmla="*/ 67732 w 79343"/>
                <a:gd name="connsiteY13" fmla="*/ 11651 h 79432"/>
                <a:gd name="connsiteX14" fmla="*/ 72694 w 79343"/>
                <a:gd name="connsiteY14" fmla="*/ 17655 h 79432"/>
                <a:gd name="connsiteX15" fmla="*/ 78599 w 79343"/>
                <a:gd name="connsiteY15" fmla="*/ 31846 h 79432"/>
                <a:gd name="connsiteX16" fmla="*/ 79344 w 79343"/>
                <a:gd name="connsiteY16" fmla="*/ 39587 h 79432"/>
                <a:gd name="connsiteX17" fmla="*/ 67732 w 79343"/>
                <a:gd name="connsiteY17" fmla="*/ 67673 h 79432"/>
                <a:gd name="connsiteX18" fmla="*/ 61728 w 79343"/>
                <a:gd name="connsiteY18" fmla="*/ 72635 h 79432"/>
                <a:gd name="connsiteX19" fmla="*/ 54881 w 79343"/>
                <a:gd name="connsiteY19" fmla="*/ 76307 h 79432"/>
                <a:gd name="connsiteX20" fmla="*/ 47437 w 79343"/>
                <a:gd name="connsiteY20" fmla="*/ 78539 h 79432"/>
                <a:gd name="connsiteX21" fmla="*/ 39647 w 79343"/>
                <a:gd name="connsiteY21" fmla="*/ 79433 h 7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343" h="79432">
                  <a:moveTo>
                    <a:pt x="39647" y="79433"/>
                  </a:moveTo>
                  <a:cubicBezTo>
                    <a:pt x="37047" y="79439"/>
                    <a:pt x="34452" y="79173"/>
                    <a:pt x="31906" y="78639"/>
                  </a:cubicBezTo>
                  <a:cubicBezTo>
                    <a:pt x="29371" y="78145"/>
                    <a:pt x="26894" y="77396"/>
                    <a:pt x="24513" y="76406"/>
                  </a:cubicBezTo>
                  <a:cubicBezTo>
                    <a:pt x="22096" y="75411"/>
                    <a:pt x="19789" y="74182"/>
                    <a:pt x="17615" y="72734"/>
                  </a:cubicBezTo>
                  <a:cubicBezTo>
                    <a:pt x="15462" y="71277"/>
                    <a:pt x="13447" y="69615"/>
                    <a:pt x="11611" y="67772"/>
                  </a:cubicBezTo>
                  <a:cubicBezTo>
                    <a:pt x="9770" y="65913"/>
                    <a:pt x="8113" y="63887"/>
                    <a:pt x="6649" y="61718"/>
                  </a:cubicBezTo>
                  <a:cubicBezTo>
                    <a:pt x="5240" y="59549"/>
                    <a:pt x="4024" y="57258"/>
                    <a:pt x="3027" y="54870"/>
                  </a:cubicBezTo>
                  <a:cubicBezTo>
                    <a:pt x="2034" y="52466"/>
                    <a:pt x="1270" y="49974"/>
                    <a:pt x="744" y="47427"/>
                  </a:cubicBezTo>
                  <a:cubicBezTo>
                    <a:pt x="-248" y="42314"/>
                    <a:pt x="-248" y="37059"/>
                    <a:pt x="744" y="31946"/>
                  </a:cubicBezTo>
                  <a:cubicBezTo>
                    <a:pt x="1791" y="26852"/>
                    <a:pt x="3796" y="22002"/>
                    <a:pt x="6649" y="17655"/>
                  </a:cubicBezTo>
                  <a:cubicBezTo>
                    <a:pt x="8098" y="15493"/>
                    <a:pt x="9760" y="13481"/>
                    <a:pt x="11611" y="11651"/>
                  </a:cubicBezTo>
                  <a:cubicBezTo>
                    <a:pt x="22960" y="284"/>
                    <a:pt x="40039" y="-3124"/>
                    <a:pt x="54881" y="3017"/>
                  </a:cubicBezTo>
                  <a:cubicBezTo>
                    <a:pt x="57272" y="4023"/>
                    <a:pt x="59565" y="5253"/>
                    <a:pt x="61728" y="6689"/>
                  </a:cubicBezTo>
                  <a:cubicBezTo>
                    <a:pt x="63882" y="8148"/>
                    <a:pt x="65891" y="9809"/>
                    <a:pt x="67732" y="11651"/>
                  </a:cubicBezTo>
                  <a:cubicBezTo>
                    <a:pt x="69598" y="13468"/>
                    <a:pt x="71260" y="15481"/>
                    <a:pt x="72694" y="17655"/>
                  </a:cubicBezTo>
                  <a:cubicBezTo>
                    <a:pt x="75538" y="21972"/>
                    <a:pt x="77542" y="26787"/>
                    <a:pt x="78599" y="31846"/>
                  </a:cubicBezTo>
                  <a:cubicBezTo>
                    <a:pt x="79095" y="34397"/>
                    <a:pt x="79344" y="36989"/>
                    <a:pt x="79344" y="39587"/>
                  </a:cubicBezTo>
                  <a:cubicBezTo>
                    <a:pt x="79324" y="50113"/>
                    <a:pt x="75151" y="60206"/>
                    <a:pt x="67732" y="67673"/>
                  </a:cubicBezTo>
                  <a:cubicBezTo>
                    <a:pt x="65896" y="69515"/>
                    <a:pt x="63887" y="71177"/>
                    <a:pt x="61728" y="72635"/>
                  </a:cubicBezTo>
                  <a:cubicBezTo>
                    <a:pt x="59565" y="74071"/>
                    <a:pt x="57272" y="75300"/>
                    <a:pt x="54881" y="76307"/>
                  </a:cubicBezTo>
                  <a:cubicBezTo>
                    <a:pt x="52479" y="77291"/>
                    <a:pt x="49983" y="78038"/>
                    <a:pt x="47437" y="78539"/>
                  </a:cubicBezTo>
                  <a:cubicBezTo>
                    <a:pt x="44877" y="79109"/>
                    <a:pt x="42267" y="79409"/>
                    <a:pt x="39647" y="79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98A7627A-9699-3745-A28B-7938DA259F13}"/>
                </a:ext>
              </a:extLst>
            </p:cNvPr>
            <p:cNvSpPr/>
            <p:nvPr/>
          </p:nvSpPr>
          <p:spPr>
            <a:xfrm>
              <a:off x="3444582" y="3826476"/>
              <a:ext cx="79391" cy="79413"/>
            </a:xfrm>
            <a:custGeom>
              <a:avLst/>
              <a:gdLst>
                <a:gd name="connsiteX0" fmla="*/ 39697 w 79391"/>
                <a:gd name="connsiteY0" fmla="*/ 79414 h 79413"/>
                <a:gd name="connsiteX1" fmla="*/ 31906 w 79391"/>
                <a:gd name="connsiteY1" fmla="*/ 78620 h 79413"/>
                <a:gd name="connsiteX2" fmla="*/ 24513 w 79391"/>
                <a:gd name="connsiteY2" fmla="*/ 76387 h 79413"/>
                <a:gd name="connsiteX3" fmla="*/ 17615 w 79391"/>
                <a:gd name="connsiteY3" fmla="*/ 72715 h 79413"/>
                <a:gd name="connsiteX4" fmla="*/ 11611 w 79391"/>
                <a:gd name="connsiteY4" fmla="*/ 67753 h 79413"/>
                <a:gd name="connsiteX5" fmla="*/ 0 w 79391"/>
                <a:gd name="connsiteY5" fmla="*/ 39668 h 79413"/>
                <a:gd name="connsiteX6" fmla="*/ 744 w 79391"/>
                <a:gd name="connsiteY6" fmla="*/ 31927 h 79413"/>
                <a:gd name="connsiteX7" fmla="*/ 3027 w 79391"/>
                <a:gd name="connsiteY7" fmla="*/ 24484 h 79413"/>
                <a:gd name="connsiteX8" fmla="*/ 6649 w 79391"/>
                <a:gd name="connsiteY8" fmla="*/ 17636 h 79413"/>
                <a:gd name="connsiteX9" fmla="*/ 11611 w 79391"/>
                <a:gd name="connsiteY9" fmla="*/ 11632 h 79413"/>
                <a:gd name="connsiteX10" fmla="*/ 17615 w 79391"/>
                <a:gd name="connsiteY10" fmla="*/ 6670 h 79413"/>
                <a:gd name="connsiteX11" fmla="*/ 24513 w 79391"/>
                <a:gd name="connsiteY11" fmla="*/ 2998 h 79413"/>
                <a:gd name="connsiteX12" fmla="*/ 31906 w 79391"/>
                <a:gd name="connsiteY12" fmla="*/ 765 h 79413"/>
                <a:gd name="connsiteX13" fmla="*/ 67732 w 79391"/>
                <a:gd name="connsiteY13" fmla="*/ 11632 h 79413"/>
                <a:gd name="connsiteX14" fmla="*/ 72694 w 79391"/>
                <a:gd name="connsiteY14" fmla="*/ 17636 h 79413"/>
                <a:gd name="connsiteX15" fmla="*/ 76317 w 79391"/>
                <a:gd name="connsiteY15" fmla="*/ 24484 h 79413"/>
                <a:gd name="connsiteX16" fmla="*/ 78599 w 79391"/>
                <a:gd name="connsiteY16" fmla="*/ 31927 h 79413"/>
                <a:gd name="connsiteX17" fmla="*/ 78599 w 79391"/>
                <a:gd name="connsiteY17" fmla="*/ 47408 h 79413"/>
                <a:gd name="connsiteX18" fmla="*/ 76317 w 79391"/>
                <a:gd name="connsiteY18" fmla="*/ 54852 h 79413"/>
                <a:gd name="connsiteX19" fmla="*/ 72694 w 79391"/>
                <a:gd name="connsiteY19" fmla="*/ 61699 h 79413"/>
                <a:gd name="connsiteX20" fmla="*/ 67732 w 79391"/>
                <a:gd name="connsiteY20" fmla="*/ 67753 h 79413"/>
                <a:gd name="connsiteX21" fmla="*/ 61728 w 79391"/>
                <a:gd name="connsiteY21" fmla="*/ 72715 h 79413"/>
                <a:gd name="connsiteX22" fmla="*/ 54831 w 79391"/>
                <a:gd name="connsiteY22" fmla="*/ 76387 h 79413"/>
                <a:gd name="connsiteX23" fmla="*/ 47437 w 79391"/>
                <a:gd name="connsiteY23" fmla="*/ 78620 h 79413"/>
                <a:gd name="connsiteX24" fmla="*/ 39697 w 79391"/>
                <a:gd name="connsiteY24" fmla="*/ 79414 h 7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1" h="79413">
                  <a:moveTo>
                    <a:pt x="39697" y="79414"/>
                  </a:moveTo>
                  <a:cubicBezTo>
                    <a:pt x="37082" y="79422"/>
                    <a:pt x="34467" y="79156"/>
                    <a:pt x="31906" y="78620"/>
                  </a:cubicBezTo>
                  <a:cubicBezTo>
                    <a:pt x="29370" y="78126"/>
                    <a:pt x="26894" y="77377"/>
                    <a:pt x="24513" y="76387"/>
                  </a:cubicBezTo>
                  <a:cubicBezTo>
                    <a:pt x="22096" y="75393"/>
                    <a:pt x="19789" y="74163"/>
                    <a:pt x="17615" y="72715"/>
                  </a:cubicBezTo>
                  <a:cubicBezTo>
                    <a:pt x="15457" y="71258"/>
                    <a:pt x="13447" y="69596"/>
                    <a:pt x="11611" y="67753"/>
                  </a:cubicBezTo>
                  <a:cubicBezTo>
                    <a:pt x="4193" y="60286"/>
                    <a:pt x="20" y="50194"/>
                    <a:pt x="0" y="39668"/>
                  </a:cubicBezTo>
                  <a:cubicBezTo>
                    <a:pt x="0" y="37069"/>
                    <a:pt x="248" y="34477"/>
                    <a:pt x="744" y="31927"/>
                  </a:cubicBezTo>
                  <a:cubicBezTo>
                    <a:pt x="1255" y="29376"/>
                    <a:pt x="2020" y="26882"/>
                    <a:pt x="3027" y="24484"/>
                  </a:cubicBezTo>
                  <a:cubicBezTo>
                    <a:pt x="4024" y="22096"/>
                    <a:pt x="5240" y="19805"/>
                    <a:pt x="6649" y="17636"/>
                  </a:cubicBezTo>
                  <a:cubicBezTo>
                    <a:pt x="8083" y="15462"/>
                    <a:pt x="9745" y="13450"/>
                    <a:pt x="11611" y="11632"/>
                  </a:cubicBezTo>
                  <a:cubicBezTo>
                    <a:pt x="13452" y="9790"/>
                    <a:pt x="15462" y="8129"/>
                    <a:pt x="17615" y="6670"/>
                  </a:cubicBezTo>
                  <a:cubicBezTo>
                    <a:pt x="19789" y="5222"/>
                    <a:pt x="22096" y="3992"/>
                    <a:pt x="24513" y="2998"/>
                  </a:cubicBezTo>
                  <a:cubicBezTo>
                    <a:pt x="26894" y="2007"/>
                    <a:pt x="29370" y="1259"/>
                    <a:pt x="31906" y="765"/>
                  </a:cubicBezTo>
                  <a:cubicBezTo>
                    <a:pt x="44912" y="-1825"/>
                    <a:pt x="58354" y="2252"/>
                    <a:pt x="67732" y="11632"/>
                  </a:cubicBezTo>
                  <a:cubicBezTo>
                    <a:pt x="69583" y="13462"/>
                    <a:pt x="71245" y="15474"/>
                    <a:pt x="72694" y="17636"/>
                  </a:cubicBezTo>
                  <a:cubicBezTo>
                    <a:pt x="74104" y="19804"/>
                    <a:pt x="75319" y="22096"/>
                    <a:pt x="76317" y="24484"/>
                  </a:cubicBezTo>
                  <a:cubicBezTo>
                    <a:pt x="77324" y="26882"/>
                    <a:pt x="78088" y="29376"/>
                    <a:pt x="78599" y="31927"/>
                  </a:cubicBezTo>
                  <a:cubicBezTo>
                    <a:pt x="79656" y="37033"/>
                    <a:pt x="79656" y="42302"/>
                    <a:pt x="78599" y="47408"/>
                  </a:cubicBezTo>
                  <a:cubicBezTo>
                    <a:pt x="78088" y="49959"/>
                    <a:pt x="77324" y="52452"/>
                    <a:pt x="76317" y="54852"/>
                  </a:cubicBezTo>
                  <a:cubicBezTo>
                    <a:pt x="75319" y="57239"/>
                    <a:pt x="74104" y="59530"/>
                    <a:pt x="72694" y="61699"/>
                  </a:cubicBezTo>
                  <a:cubicBezTo>
                    <a:pt x="71231" y="63868"/>
                    <a:pt x="69573" y="65894"/>
                    <a:pt x="67732" y="67753"/>
                  </a:cubicBezTo>
                  <a:cubicBezTo>
                    <a:pt x="65896" y="69596"/>
                    <a:pt x="63887" y="71258"/>
                    <a:pt x="61728" y="72715"/>
                  </a:cubicBezTo>
                  <a:cubicBezTo>
                    <a:pt x="59555" y="74163"/>
                    <a:pt x="57247" y="75393"/>
                    <a:pt x="54831" y="76387"/>
                  </a:cubicBezTo>
                  <a:cubicBezTo>
                    <a:pt x="52449" y="77377"/>
                    <a:pt x="49968" y="78126"/>
                    <a:pt x="47437" y="78620"/>
                  </a:cubicBezTo>
                  <a:cubicBezTo>
                    <a:pt x="44892" y="79154"/>
                    <a:pt x="42297" y="79420"/>
                    <a:pt x="39697" y="794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3" name="Picture Placeholder 65">
            <a:extLst>
              <a:ext uri="{FF2B5EF4-FFF2-40B4-BE49-F238E27FC236}">
                <a16:creationId xmlns:a16="http://schemas.microsoft.com/office/drawing/2014/main" id="{19EA820F-6444-4300-936B-A4E48FFE5B2E}"/>
              </a:ext>
            </a:extLst>
          </p:cNvPr>
          <p:cNvGrpSpPr>
            <a:grpSpLocks noChangeAspect="1"/>
          </p:cNvGrpSpPr>
          <p:nvPr/>
        </p:nvGrpSpPr>
        <p:grpSpPr>
          <a:xfrm>
            <a:off x="4125605" y="3639973"/>
            <a:ext cx="868363" cy="868362"/>
            <a:chOff x="4125605" y="3639973"/>
            <a:chExt cx="868363" cy="868362"/>
          </a:xfrm>
        </p:grpSpPr>
        <p:grpSp>
          <p:nvGrpSpPr>
            <p:cNvPr id="154" name="Picture Placeholder 65">
              <a:extLst>
                <a:ext uri="{FF2B5EF4-FFF2-40B4-BE49-F238E27FC236}">
                  <a16:creationId xmlns:a16="http://schemas.microsoft.com/office/drawing/2014/main" id="{19EA820F-6444-4300-936B-A4E48FFE5B2E}"/>
                </a:ext>
              </a:extLst>
            </p:cNvPr>
            <p:cNvGrpSpPr/>
            <p:nvPr/>
          </p:nvGrpSpPr>
          <p:grpSpPr>
            <a:xfrm>
              <a:off x="4151110" y="3757474"/>
              <a:ext cx="817352" cy="633358"/>
              <a:chOff x="4151110" y="3757474"/>
              <a:chExt cx="817352" cy="633358"/>
            </a:xfrm>
          </p:grpSpPr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2F746DE8-529A-614C-A381-527033D8DEF2}"/>
                  </a:ext>
                </a:extLst>
              </p:cNvPr>
              <p:cNvSpPr/>
              <p:nvPr/>
            </p:nvSpPr>
            <p:spPr>
              <a:xfrm>
                <a:off x="4151110" y="4061401"/>
                <a:ext cx="166378" cy="174565"/>
              </a:xfrm>
              <a:custGeom>
                <a:avLst/>
                <a:gdLst>
                  <a:gd name="connsiteX0" fmla="*/ 126682 w 166378"/>
                  <a:gd name="connsiteY0" fmla="*/ 174566 h 174565"/>
                  <a:gd name="connsiteX1" fmla="*/ 39697 w 166378"/>
                  <a:gd name="connsiteY1" fmla="*/ 174566 h 174565"/>
                  <a:gd name="connsiteX2" fmla="*/ 0 w 166378"/>
                  <a:gd name="connsiteY2" fmla="*/ 134869 h 174565"/>
                  <a:gd name="connsiteX3" fmla="*/ 0 w 166378"/>
                  <a:gd name="connsiteY3" fmla="*/ 39697 h 174565"/>
                  <a:gd name="connsiteX4" fmla="*/ 39697 w 166378"/>
                  <a:gd name="connsiteY4" fmla="*/ 0 h 174565"/>
                  <a:gd name="connsiteX5" fmla="*/ 124796 w 166378"/>
                  <a:gd name="connsiteY5" fmla="*/ 0 h 174565"/>
                  <a:gd name="connsiteX6" fmla="*/ 164493 w 166378"/>
                  <a:gd name="connsiteY6" fmla="*/ 39697 h 174565"/>
                  <a:gd name="connsiteX7" fmla="*/ 124796 w 166378"/>
                  <a:gd name="connsiteY7" fmla="*/ 79393 h 174565"/>
                  <a:gd name="connsiteX8" fmla="*/ 79393 w 166378"/>
                  <a:gd name="connsiteY8" fmla="*/ 79393 h 174565"/>
                  <a:gd name="connsiteX9" fmla="*/ 79393 w 166378"/>
                  <a:gd name="connsiteY9" fmla="*/ 95172 h 174565"/>
                  <a:gd name="connsiteX10" fmla="*/ 126682 w 166378"/>
                  <a:gd name="connsiteY10" fmla="*/ 95172 h 174565"/>
                  <a:gd name="connsiteX11" fmla="*/ 166378 w 166378"/>
                  <a:gd name="connsiteY11" fmla="*/ 134869 h 174565"/>
                  <a:gd name="connsiteX12" fmla="*/ 126682 w 166378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6378" h="174565">
                    <a:moveTo>
                      <a:pt x="126682" y="174566"/>
                    </a:moveTo>
                    <a:lnTo>
                      <a:pt x="39697" y="174566"/>
                    </a:lnTo>
                    <a:cubicBezTo>
                      <a:pt x="17773" y="174566"/>
                      <a:pt x="0" y="156791"/>
                      <a:pt x="0" y="134869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124796" y="0"/>
                    </a:lnTo>
                    <a:cubicBezTo>
                      <a:pt x="146720" y="0"/>
                      <a:pt x="164493" y="17773"/>
                      <a:pt x="164493" y="39697"/>
                    </a:cubicBezTo>
                    <a:cubicBezTo>
                      <a:pt x="164493" y="61620"/>
                      <a:pt x="146720" y="79393"/>
                      <a:pt x="124796" y="79393"/>
                    </a:cubicBezTo>
                    <a:lnTo>
                      <a:pt x="79393" y="79393"/>
                    </a:lnTo>
                    <a:lnTo>
                      <a:pt x="79393" y="95172"/>
                    </a:lnTo>
                    <a:lnTo>
                      <a:pt x="126682" y="95172"/>
                    </a:lnTo>
                    <a:cubicBezTo>
                      <a:pt x="148606" y="95172"/>
                      <a:pt x="166378" y="112947"/>
                      <a:pt x="166378" y="134869"/>
                    </a:cubicBezTo>
                    <a:cubicBezTo>
                      <a:pt x="166378" y="156791"/>
                      <a:pt x="148606" y="174566"/>
                      <a:pt x="126682" y="1745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C140986-A8C2-CC49-94D1-A305D165EB01}"/>
                  </a:ext>
                </a:extLst>
              </p:cNvPr>
              <p:cNvSpPr/>
              <p:nvPr/>
            </p:nvSpPr>
            <p:spPr>
              <a:xfrm>
                <a:off x="4803970" y="4059515"/>
                <a:ext cx="164492" cy="174565"/>
              </a:xfrm>
              <a:custGeom>
                <a:avLst/>
                <a:gdLst>
                  <a:gd name="connsiteX0" fmla="*/ 124796 w 164492"/>
                  <a:gd name="connsiteY0" fmla="*/ 174566 h 174565"/>
                  <a:gd name="connsiteX1" fmla="*/ 39697 w 164492"/>
                  <a:gd name="connsiteY1" fmla="*/ 174566 h 174565"/>
                  <a:gd name="connsiteX2" fmla="*/ 0 w 164492"/>
                  <a:gd name="connsiteY2" fmla="*/ 134869 h 174565"/>
                  <a:gd name="connsiteX3" fmla="*/ 39697 w 164492"/>
                  <a:gd name="connsiteY3" fmla="*/ 95172 h 174565"/>
                  <a:gd name="connsiteX4" fmla="*/ 85100 w 164492"/>
                  <a:gd name="connsiteY4" fmla="*/ 95172 h 174565"/>
                  <a:gd name="connsiteX5" fmla="*/ 85100 w 164492"/>
                  <a:gd name="connsiteY5" fmla="*/ 79393 h 174565"/>
                  <a:gd name="connsiteX6" fmla="*/ 42773 w 164492"/>
                  <a:gd name="connsiteY6" fmla="*/ 79393 h 174565"/>
                  <a:gd name="connsiteX7" fmla="*/ 3076 w 164492"/>
                  <a:gd name="connsiteY7" fmla="*/ 39697 h 174565"/>
                  <a:gd name="connsiteX8" fmla="*/ 42773 w 164492"/>
                  <a:gd name="connsiteY8" fmla="*/ 0 h 174565"/>
                  <a:gd name="connsiteX9" fmla="*/ 124796 w 164492"/>
                  <a:gd name="connsiteY9" fmla="*/ 0 h 174565"/>
                  <a:gd name="connsiteX10" fmla="*/ 164493 w 164492"/>
                  <a:gd name="connsiteY10" fmla="*/ 39697 h 174565"/>
                  <a:gd name="connsiteX11" fmla="*/ 164493 w 164492"/>
                  <a:gd name="connsiteY11" fmla="*/ 134869 h 174565"/>
                  <a:gd name="connsiteX12" fmla="*/ 124796 w 164492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92" h="174565">
                    <a:moveTo>
                      <a:pt x="124796" y="174566"/>
                    </a:moveTo>
                    <a:lnTo>
                      <a:pt x="39697" y="174566"/>
                    </a:lnTo>
                    <a:cubicBezTo>
                      <a:pt x="17774" y="174566"/>
                      <a:pt x="0" y="156791"/>
                      <a:pt x="0" y="134869"/>
                    </a:cubicBezTo>
                    <a:cubicBezTo>
                      <a:pt x="0" y="112947"/>
                      <a:pt x="17774" y="95172"/>
                      <a:pt x="39697" y="95172"/>
                    </a:cubicBezTo>
                    <a:lnTo>
                      <a:pt x="85100" y="95172"/>
                    </a:lnTo>
                    <a:lnTo>
                      <a:pt x="85100" y="79393"/>
                    </a:lnTo>
                    <a:lnTo>
                      <a:pt x="42773" y="79393"/>
                    </a:lnTo>
                    <a:cubicBezTo>
                      <a:pt x="20851" y="79393"/>
                      <a:pt x="3076" y="61620"/>
                      <a:pt x="3076" y="39697"/>
                    </a:cubicBezTo>
                    <a:cubicBezTo>
                      <a:pt x="3076" y="17773"/>
                      <a:pt x="20851" y="0"/>
                      <a:pt x="42773" y="0"/>
                    </a:cubicBezTo>
                    <a:lnTo>
                      <a:pt x="124796" y="0"/>
                    </a:lnTo>
                    <a:cubicBezTo>
                      <a:pt x="146719" y="0"/>
                      <a:pt x="164493" y="17773"/>
                      <a:pt x="164493" y="39697"/>
                    </a:cubicBezTo>
                    <a:lnTo>
                      <a:pt x="164493" y="134869"/>
                    </a:lnTo>
                    <a:cubicBezTo>
                      <a:pt x="164493" y="156791"/>
                      <a:pt x="146719" y="174566"/>
                      <a:pt x="124796" y="1745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EF87A448-E173-204E-92F6-FF01275BED37}"/>
                  </a:ext>
                </a:extLst>
              </p:cNvPr>
              <p:cNvSpPr/>
              <p:nvPr/>
            </p:nvSpPr>
            <p:spPr>
              <a:xfrm>
                <a:off x="4523166" y="3757474"/>
                <a:ext cx="79393" cy="210490"/>
              </a:xfrm>
              <a:custGeom>
                <a:avLst/>
                <a:gdLst>
                  <a:gd name="connsiteX0" fmla="*/ 39697 w 79393"/>
                  <a:gd name="connsiteY0" fmla="*/ 210491 h 210490"/>
                  <a:gd name="connsiteX1" fmla="*/ 0 w 79393"/>
                  <a:gd name="connsiteY1" fmla="*/ 170794 h 210490"/>
                  <a:gd name="connsiteX2" fmla="*/ 0 w 79393"/>
                  <a:gd name="connsiteY2" fmla="*/ 39697 h 210490"/>
                  <a:gd name="connsiteX3" fmla="*/ 39697 w 79393"/>
                  <a:gd name="connsiteY3" fmla="*/ 0 h 210490"/>
                  <a:gd name="connsiteX4" fmla="*/ 79393 w 79393"/>
                  <a:gd name="connsiteY4" fmla="*/ 39697 h 210490"/>
                  <a:gd name="connsiteX5" fmla="*/ 79393 w 79393"/>
                  <a:gd name="connsiteY5" fmla="*/ 170794 h 210490"/>
                  <a:gd name="connsiteX6" fmla="*/ 39697 w 79393"/>
                  <a:gd name="connsiteY6" fmla="*/ 210491 h 2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10490">
                    <a:moveTo>
                      <a:pt x="39697" y="210491"/>
                    </a:moveTo>
                    <a:cubicBezTo>
                      <a:pt x="17773" y="210491"/>
                      <a:pt x="0" y="192718"/>
                      <a:pt x="0" y="17079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70794"/>
                    </a:lnTo>
                    <a:cubicBezTo>
                      <a:pt x="79393" y="192718"/>
                      <a:pt x="61621" y="210491"/>
                      <a:pt x="39697" y="21049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C6A27B05-3F1A-D447-A0C0-E7810FBF858E}"/>
                  </a:ext>
                </a:extLst>
              </p:cNvPr>
              <p:cNvSpPr/>
              <p:nvPr/>
            </p:nvSpPr>
            <p:spPr>
              <a:xfrm>
                <a:off x="4255115" y="3891599"/>
                <a:ext cx="606266" cy="499233"/>
              </a:xfrm>
              <a:custGeom>
                <a:avLst/>
                <a:gdLst>
                  <a:gd name="connsiteX0" fmla="*/ 565677 w 606266"/>
                  <a:gd name="connsiteY0" fmla="*/ 499234 h 499233"/>
                  <a:gd name="connsiteX1" fmla="*/ 39697 w 606266"/>
                  <a:gd name="connsiteY1" fmla="*/ 499234 h 499233"/>
                  <a:gd name="connsiteX2" fmla="*/ 0 w 606266"/>
                  <a:gd name="connsiteY2" fmla="*/ 459537 h 499233"/>
                  <a:gd name="connsiteX3" fmla="*/ 0 w 606266"/>
                  <a:gd name="connsiteY3" fmla="*/ 39697 h 499233"/>
                  <a:gd name="connsiteX4" fmla="*/ 39697 w 606266"/>
                  <a:gd name="connsiteY4" fmla="*/ 0 h 499233"/>
                  <a:gd name="connsiteX5" fmla="*/ 566570 w 606266"/>
                  <a:gd name="connsiteY5" fmla="*/ 0 h 499233"/>
                  <a:gd name="connsiteX6" fmla="*/ 606266 w 606266"/>
                  <a:gd name="connsiteY6" fmla="*/ 39697 h 499233"/>
                  <a:gd name="connsiteX7" fmla="*/ 606266 w 606266"/>
                  <a:gd name="connsiteY7" fmla="*/ 459537 h 499233"/>
                  <a:gd name="connsiteX8" fmla="*/ 566570 w 606266"/>
                  <a:gd name="connsiteY8" fmla="*/ 499234 h 499233"/>
                  <a:gd name="connsiteX9" fmla="*/ 79393 w 606266"/>
                  <a:gd name="connsiteY9" fmla="*/ 419841 h 499233"/>
                  <a:gd name="connsiteX10" fmla="*/ 527022 w 606266"/>
                  <a:gd name="connsiteY10" fmla="*/ 419841 h 499233"/>
                  <a:gd name="connsiteX11" fmla="*/ 527022 w 606266"/>
                  <a:gd name="connsiteY11" fmla="*/ 79393 h 499233"/>
                  <a:gd name="connsiteX12" fmla="*/ 79244 w 606266"/>
                  <a:gd name="connsiteY12" fmla="*/ 79393 h 49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6266" h="499233">
                    <a:moveTo>
                      <a:pt x="565677" y="499234"/>
                    </a:moveTo>
                    <a:lnTo>
                      <a:pt x="39697" y="499234"/>
                    </a:lnTo>
                    <a:cubicBezTo>
                      <a:pt x="17773" y="499234"/>
                      <a:pt x="0" y="481460"/>
                      <a:pt x="0" y="45953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566570" y="0"/>
                    </a:lnTo>
                    <a:cubicBezTo>
                      <a:pt x="588492" y="0"/>
                      <a:pt x="606266" y="17773"/>
                      <a:pt x="606266" y="39697"/>
                    </a:cubicBezTo>
                    <a:lnTo>
                      <a:pt x="606266" y="459537"/>
                    </a:lnTo>
                    <a:cubicBezTo>
                      <a:pt x="606266" y="481460"/>
                      <a:pt x="588492" y="499234"/>
                      <a:pt x="566570" y="499234"/>
                    </a:cubicBezTo>
                    <a:close/>
                    <a:moveTo>
                      <a:pt x="79393" y="419841"/>
                    </a:moveTo>
                    <a:lnTo>
                      <a:pt x="527022" y="419841"/>
                    </a:lnTo>
                    <a:lnTo>
                      <a:pt x="527022" y="79393"/>
                    </a:lnTo>
                    <a:lnTo>
                      <a:pt x="79244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89E64B33-5DC3-2944-932D-051CD3328548}"/>
                  </a:ext>
                </a:extLst>
              </p:cNvPr>
              <p:cNvSpPr/>
              <p:nvPr/>
            </p:nvSpPr>
            <p:spPr>
              <a:xfrm>
                <a:off x="4381747" y="4024909"/>
                <a:ext cx="79345" cy="79364"/>
              </a:xfrm>
              <a:custGeom>
                <a:avLst/>
                <a:gdLst>
                  <a:gd name="connsiteX0" fmla="*/ 39697 w 79345"/>
                  <a:gd name="connsiteY0" fmla="*/ 79364 h 79364"/>
                  <a:gd name="connsiteX1" fmla="*/ 31956 w 79345"/>
                  <a:gd name="connsiteY1" fmla="*/ 78570 h 79364"/>
                  <a:gd name="connsiteX2" fmla="*/ 24513 w 79345"/>
                  <a:gd name="connsiteY2" fmla="*/ 76337 h 79364"/>
                  <a:gd name="connsiteX3" fmla="*/ 17665 w 79345"/>
                  <a:gd name="connsiteY3" fmla="*/ 72665 h 79364"/>
                  <a:gd name="connsiteX4" fmla="*/ 11661 w 79345"/>
                  <a:gd name="connsiteY4" fmla="*/ 67703 h 79364"/>
                  <a:gd name="connsiteX5" fmla="*/ 0 w 79345"/>
                  <a:gd name="connsiteY5" fmla="*/ 39618 h 79364"/>
                  <a:gd name="connsiteX6" fmla="*/ 3076 w 79345"/>
                  <a:gd name="connsiteY6" fmla="*/ 24434 h 79364"/>
                  <a:gd name="connsiteX7" fmla="*/ 6848 w 79345"/>
                  <a:gd name="connsiteY7" fmla="*/ 17636 h 79364"/>
                  <a:gd name="connsiteX8" fmla="*/ 11810 w 79345"/>
                  <a:gd name="connsiteY8" fmla="*/ 11632 h 79364"/>
                  <a:gd name="connsiteX9" fmla="*/ 47636 w 79345"/>
                  <a:gd name="connsiteY9" fmla="*/ 765 h 79364"/>
                  <a:gd name="connsiteX10" fmla="*/ 55079 w 79345"/>
                  <a:gd name="connsiteY10" fmla="*/ 3048 h 79364"/>
                  <a:gd name="connsiteX11" fmla="*/ 67931 w 79345"/>
                  <a:gd name="connsiteY11" fmla="*/ 11632 h 79364"/>
                  <a:gd name="connsiteX12" fmla="*/ 72893 w 79345"/>
                  <a:gd name="connsiteY12" fmla="*/ 17636 h 79364"/>
                  <a:gd name="connsiteX13" fmla="*/ 76317 w 79345"/>
                  <a:gd name="connsiteY13" fmla="*/ 24484 h 79364"/>
                  <a:gd name="connsiteX14" fmla="*/ 54823 w 79345"/>
                  <a:gd name="connsiteY14" fmla="*/ 76345 h 79364"/>
                  <a:gd name="connsiteX15" fmla="*/ 39647 w 79345"/>
                  <a:gd name="connsiteY15" fmla="*/ 79364 h 79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9345" h="79364">
                    <a:moveTo>
                      <a:pt x="39697" y="79364"/>
                    </a:moveTo>
                    <a:cubicBezTo>
                      <a:pt x="37095" y="79371"/>
                      <a:pt x="34501" y="79104"/>
                      <a:pt x="31956" y="78570"/>
                    </a:cubicBezTo>
                    <a:cubicBezTo>
                      <a:pt x="29408" y="78069"/>
                      <a:pt x="26915" y="77321"/>
                      <a:pt x="24513" y="76337"/>
                    </a:cubicBezTo>
                    <a:cubicBezTo>
                      <a:pt x="22120" y="75331"/>
                      <a:pt x="19827" y="74101"/>
                      <a:pt x="17665" y="72665"/>
                    </a:cubicBezTo>
                    <a:cubicBezTo>
                      <a:pt x="15509" y="71208"/>
                      <a:pt x="13498" y="69546"/>
                      <a:pt x="11661" y="67703"/>
                    </a:cubicBezTo>
                    <a:cubicBezTo>
                      <a:pt x="4228" y="60242"/>
                      <a:pt x="37" y="50150"/>
                      <a:pt x="0" y="39618"/>
                    </a:cubicBezTo>
                    <a:cubicBezTo>
                      <a:pt x="18" y="34404"/>
                      <a:pt x="1064" y="29244"/>
                      <a:pt x="3076" y="24434"/>
                    </a:cubicBezTo>
                    <a:cubicBezTo>
                      <a:pt x="4125" y="22059"/>
                      <a:pt x="5387" y="19783"/>
                      <a:pt x="6848" y="17636"/>
                    </a:cubicBezTo>
                    <a:cubicBezTo>
                      <a:pt x="8297" y="15474"/>
                      <a:pt x="9959" y="13462"/>
                      <a:pt x="11810" y="11632"/>
                    </a:cubicBezTo>
                    <a:cubicBezTo>
                      <a:pt x="21187" y="2252"/>
                      <a:pt x="34628" y="-1825"/>
                      <a:pt x="47636" y="765"/>
                    </a:cubicBezTo>
                    <a:cubicBezTo>
                      <a:pt x="50191" y="1260"/>
                      <a:pt x="52686" y="2025"/>
                      <a:pt x="55079" y="3048"/>
                    </a:cubicBezTo>
                    <a:cubicBezTo>
                      <a:pt x="59904" y="5001"/>
                      <a:pt x="64278" y="7923"/>
                      <a:pt x="67931" y="11632"/>
                    </a:cubicBezTo>
                    <a:cubicBezTo>
                      <a:pt x="69781" y="13462"/>
                      <a:pt x="71443" y="15474"/>
                      <a:pt x="72893" y="17636"/>
                    </a:cubicBezTo>
                    <a:cubicBezTo>
                      <a:pt x="74236" y="19812"/>
                      <a:pt x="75382" y="22104"/>
                      <a:pt x="76317" y="24484"/>
                    </a:cubicBezTo>
                    <a:cubicBezTo>
                      <a:pt x="84703" y="44740"/>
                      <a:pt x="75079" y="67959"/>
                      <a:pt x="54823" y="76345"/>
                    </a:cubicBezTo>
                    <a:cubicBezTo>
                      <a:pt x="50011" y="78337"/>
                      <a:pt x="44855" y="79363"/>
                      <a:pt x="39647" y="7936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A7E190A-4DCB-FE49-8508-16B17DB6E429}"/>
                  </a:ext>
                </a:extLst>
              </p:cNvPr>
              <p:cNvSpPr/>
              <p:nvPr/>
            </p:nvSpPr>
            <p:spPr>
              <a:xfrm>
                <a:off x="4672375" y="4025887"/>
                <a:ext cx="79393" cy="79428"/>
              </a:xfrm>
              <a:custGeom>
                <a:avLst/>
                <a:gdLst>
                  <a:gd name="connsiteX0" fmla="*/ 39746 w 79393"/>
                  <a:gd name="connsiteY0" fmla="*/ 79428 h 79428"/>
                  <a:gd name="connsiteX1" fmla="*/ 11661 w 79393"/>
                  <a:gd name="connsiteY1" fmla="*/ 67768 h 79428"/>
                  <a:gd name="connsiteX2" fmla="*/ 6699 w 79393"/>
                  <a:gd name="connsiteY2" fmla="*/ 61763 h 79428"/>
                  <a:gd name="connsiteX3" fmla="*/ 3027 w 79393"/>
                  <a:gd name="connsiteY3" fmla="*/ 54916 h 79428"/>
                  <a:gd name="connsiteX4" fmla="*/ 744 w 79393"/>
                  <a:gd name="connsiteY4" fmla="*/ 47473 h 79428"/>
                  <a:gd name="connsiteX5" fmla="*/ 0 w 79393"/>
                  <a:gd name="connsiteY5" fmla="*/ 39732 h 79428"/>
                  <a:gd name="connsiteX6" fmla="*/ 11611 w 79393"/>
                  <a:gd name="connsiteY6" fmla="*/ 11647 h 79428"/>
                  <a:gd name="connsiteX7" fmla="*/ 17665 w 79393"/>
                  <a:gd name="connsiteY7" fmla="*/ 6684 h 79428"/>
                  <a:gd name="connsiteX8" fmla="*/ 24513 w 79393"/>
                  <a:gd name="connsiteY8" fmla="*/ 3062 h 79428"/>
                  <a:gd name="connsiteX9" fmla="*/ 31906 w 79393"/>
                  <a:gd name="connsiteY9" fmla="*/ 780 h 79428"/>
                  <a:gd name="connsiteX10" fmla="*/ 78619 w 79393"/>
                  <a:gd name="connsiteY10" fmla="*/ 31914 h 79428"/>
                  <a:gd name="connsiteX11" fmla="*/ 79393 w 79393"/>
                  <a:gd name="connsiteY11" fmla="*/ 39732 h 79428"/>
                  <a:gd name="connsiteX12" fmla="*/ 78599 w 79393"/>
                  <a:gd name="connsiteY12" fmla="*/ 47473 h 79428"/>
                  <a:gd name="connsiteX13" fmla="*/ 76366 w 79393"/>
                  <a:gd name="connsiteY13" fmla="*/ 54916 h 79428"/>
                  <a:gd name="connsiteX14" fmla="*/ 72694 w 79393"/>
                  <a:gd name="connsiteY14" fmla="*/ 61763 h 79428"/>
                  <a:gd name="connsiteX15" fmla="*/ 67732 w 79393"/>
                  <a:gd name="connsiteY15" fmla="*/ 67768 h 79428"/>
                  <a:gd name="connsiteX16" fmla="*/ 39746 w 79393"/>
                  <a:gd name="connsiteY16" fmla="*/ 79428 h 79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9393" h="79428">
                    <a:moveTo>
                      <a:pt x="39746" y="79428"/>
                    </a:moveTo>
                    <a:cubicBezTo>
                      <a:pt x="29212" y="79391"/>
                      <a:pt x="19124" y="75201"/>
                      <a:pt x="11661" y="67768"/>
                    </a:cubicBezTo>
                    <a:cubicBezTo>
                      <a:pt x="9820" y="65930"/>
                      <a:pt x="8158" y="63919"/>
                      <a:pt x="6699" y="61763"/>
                    </a:cubicBezTo>
                    <a:cubicBezTo>
                      <a:pt x="5265" y="59601"/>
                      <a:pt x="4034" y="57308"/>
                      <a:pt x="3027" y="54916"/>
                    </a:cubicBezTo>
                    <a:cubicBezTo>
                      <a:pt x="2049" y="52507"/>
                      <a:pt x="1285" y="50016"/>
                      <a:pt x="744" y="47473"/>
                    </a:cubicBezTo>
                    <a:cubicBezTo>
                      <a:pt x="253" y="44922"/>
                      <a:pt x="0" y="42330"/>
                      <a:pt x="0" y="39732"/>
                    </a:cubicBezTo>
                    <a:cubicBezTo>
                      <a:pt x="20" y="29206"/>
                      <a:pt x="4193" y="19113"/>
                      <a:pt x="11611" y="11647"/>
                    </a:cubicBezTo>
                    <a:cubicBezTo>
                      <a:pt x="13472" y="9807"/>
                      <a:pt x="15497" y="8146"/>
                      <a:pt x="17665" y="6684"/>
                    </a:cubicBezTo>
                    <a:cubicBezTo>
                      <a:pt x="19828" y="5263"/>
                      <a:pt x="22121" y="4050"/>
                      <a:pt x="24513" y="3062"/>
                    </a:cubicBezTo>
                    <a:cubicBezTo>
                      <a:pt x="26894" y="2055"/>
                      <a:pt x="29371" y="1291"/>
                      <a:pt x="31906" y="780"/>
                    </a:cubicBezTo>
                    <a:cubicBezTo>
                      <a:pt x="53402" y="-3523"/>
                      <a:pt x="74317" y="10416"/>
                      <a:pt x="78619" y="31914"/>
                    </a:cubicBezTo>
                    <a:cubicBezTo>
                      <a:pt x="79135" y="34488"/>
                      <a:pt x="79393" y="37107"/>
                      <a:pt x="79393" y="39732"/>
                    </a:cubicBezTo>
                    <a:cubicBezTo>
                      <a:pt x="79398" y="42333"/>
                      <a:pt x="79135" y="44927"/>
                      <a:pt x="78599" y="47473"/>
                    </a:cubicBezTo>
                    <a:cubicBezTo>
                      <a:pt x="78098" y="50020"/>
                      <a:pt x="77349" y="52513"/>
                      <a:pt x="76366" y="54916"/>
                    </a:cubicBezTo>
                    <a:cubicBezTo>
                      <a:pt x="75359" y="57308"/>
                      <a:pt x="74128" y="59601"/>
                      <a:pt x="72694" y="61763"/>
                    </a:cubicBezTo>
                    <a:cubicBezTo>
                      <a:pt x="71236" y="63918"/>
                      <a:pt x="69573" y="65929"/>
                      <a:pt x="67732" y="67768"/>
                    </a:cubicBezTo>
                    <a:cubicBezTo>
                      <a:pt x="60314" y="75204"/>
                      <a:pt x="50251" y="79397"/>
                      <a:pt x="39746" y="7942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C0062802-476F-2043-9366-F49EF2427B2E}"/>
                </a:ext>
              </a:extLst>
            </p:cNvPr>
            <p:cNvSpPr/>
            <p:nvPr/>
          </p:nvSpPr>
          <p:spPr>
            <a:xfrm>
              <a:off x="4431814" y="4187934"/>
              <a:ext cx="267406" cy="80534"/>
            </a:xfrm>
            <a:custGeom>
              <a:avLst/>
              <a:gdLst>
                <a:gd name="connsiteX0" fmla="*/ 39697 w 267406"/>
                <a:gd name="connsiteY0" fmla="*/ 80534 h 80534"/>
                <a:gd name="connsiteX1" fmla="*/ 0 w 267406"/>
                <a:gd name="connsiteY1" fmla="*/ 40838 h 80534"/>
                <a:gd name="connsiteX2" fmla="*/ 39697 w 267406"/>
                <a:gd name="connsiteY2" fmla="*/ 1141 h 80534"/>
                <a:gd name="connsiteX3" fmla="*/ 227710 w 267406"/>
                <a:gd name="connsiteY3" fmla="*/ 0 h 80534"/>
                <a:gd name="connsiteX4" fmla="*/ 227710 w 267406"/>
                <a:gd name="connsiteY4" fmla="*/ 0 h 80534"/>
                <a:gd name="connsiteX5" fmla="*/ 267406 w 267406"/>
                <a:gd name="connsiteY5" fmla="*/ 39697 h 80534"/>
                <a:gd name="connsiteX6" fmla="*/ 227710 w 267406"/>
                <a:gd name="connsiteY6" fmla="*/ 79393 h 80534"/>
                <a:gd name="connsiteX7" fmla="*/ 39647 w 267406"/>
                <a:gd name="connsiteY7" fmla="*/ 80534 h 8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406" h="80534">
                  <a:moveTo>
                    <a:pt x="39697" y="80534"/>
                  </a:moveTo>
                  <a:cubicBezTo>
                    <a:pt x="17773" y="80534"/>
                    <a:pt x="0" y="62760"/>
                    <a:pt x="0" y="40838"/>
                  </a:cubicBezTo>
                  <a:cubicBezTo>
                    <a:pt x="0" y="18915"/>
                    <a:pt x="17773" y="1141"/>
                    <a:pt x="39697" y="1141"/>
                  </a:cubicBezTo>
                  <a:lnTo>
                    <a:pt x="227710" y="0"/>
                  </a:lnTo>
                  <a:lnTo>
                    <a:pt x="227710" y="0"/>
                  </a:lnTo>
                  <a:cubicBezTo>
                    <a:pt x="249632" y="0"/>
                    <a:pt x="267406" y="17774"/>
                    <a:pt x="267406" y="39697"/>
                  </a:cubicBezTo>
                  <a:cubicBezTo>
                    <a:pt x="267406" y="61619"/>
                    <a:pt x="249632" y="79393"/>
                    <a:pt x="227710" y="79393"/>
                  </a:cubicBezTo>
                  <a:lnTo>
                    <a:pt x="39647" y="8053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67">
            <a:extLst>
              <a:ext uri="{FF2B5EF4-FFF2-40B4-BE49-F238E27FC236}">
                <a16:creationId xmlns:a16="http://schemas.microsoft.com/office/drawing/2014/main" id="{339EB1D6-6B7E-4CCE-8CBE-C451ABD4FB1F}"/>
              </a:ext>
            </a:extLst>
          </p:cNvPr>
          <p:cNvGrpSpPr>
            <a:grpSpLocks noChangeAspect="1"/>
          </p:cNvGrpSpPr>
          <p:nvPr/>
        </p:nvGrpSpPr>
        <p:grpSpPr>
          <a:xfrm>
            <a:off x="5455865" y="3773948"/>
            <a:ext cx="842783" cy="600410"/>
            <a:chOff x="5455865" y="3773948"/>
            <a:chExt cx="842783" cy="600410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856A2C22-0680-9C43-824C-93D79FE3DA0C}"/>
                </a:ext>
              </a:extLst>
            </p:cNvPr>
            <p:cNvSpPr/>
            <p:nvPr/>
          </p:nvSpPr>
          <p:spPr>
            <a:xfrm>
              <a:off x="5633210" y="4109037"/>
              <a:ext cx="478641" cy="111497"/>
            </a:xfrm>
            <a:custGeom>
              <a:avLst/>
              <a:gdLst>
                <a:gd name="connsiteX0" fmla="*/ 285816 w 478641"/>
                <a:gd name="connsiteY0" fmla="*/ 111498 h 111497"/>
                <a:gd name="connsiteX1" fmla="*/ 199575 w 478641"/>
                <a:gd name="connsiteY1" fmla="*/ 111498 h 111497"/>
                <a:gd name="connsiteX2" fmla="*/ 174070 w 478641"/>
                <a:gd name="connsiteY2" fmla="*/ 102219 h 111497"/>
                <a:gd name="connsiteX3" fmla="*/ 147324 w 478641"/>
                <a:gd name="connsiteY3" fmla="*/ 79393 h 111497"/>
                <a:gd name="connsiteX4" fmla="*/ 39697 w 478641"/>
                <a:gd name="connsiteY4" fmla="*/ 79393 h 111497"/>
                <a:gd name="connsiteX5" fmla="*/ 0 w 478641"/>
                <a:gd name="connsiteY5" fmla="*/ 39697 h 111497"/>
                <a:gd name="connsiteX6" fmla="*/ 39697 w 478641"/>
                <a:gd name="connsiteY6" fmla="*/ 0 h 111497"/>
                <a:gd name="connsiteX7" fmla="*/ 161516 w 478641"/>
                <a:gd name="connsiteY7" fmla="*/ 0 h 111497"/>
                <a:gd name="connsiteX8" fmla="*/ 187021 w 478641"/>
                <a:gd name="connsiteY8" fmla="*/ 9279 h 111497"/>
                <a:gd name="connsiteX9" fmla="*/ 214014 w 478641"/>
                <a:gd name="connsiteY9" fmla="*/ 32105 h 111497"/>
                <a:gd name="connsiteX10" fmla="*/ 269738 w 478641"/>
                <a:gd name="connsiteY10" fmla="*/ 32105 h 111497"/>
                <a:gd name="connsiteX11" fmla="*/ 291224 w 478641"/>
                <a:gd name="connsiteY11" fmla="*/ 11165 h 111497"/>
                <a:gd name="connsiteX12" fmla="*/ 318863 w 478641"/>
                <a:gd name="connsiteY12" fmla="*/ 0 h 111497"/>
                <a:gd name="connsiteX13" fmla="*/ 438945 w 478641"/>
                <a:gd name="connsiteY13" fmla="*/ 0 h 111497"/>
                <a:gd name="connsiteX14" fmla="*/ 478642 w 478641"/>
                <a:gd name="connsiteY14" fmla="*/ 39697 h 111497"/>
                <a:gd name="connsiteX15" fmla="*/ 438945 w 478641"/>
                <a:gd name="connsiteY15" fmla="*/ 79393 h 111497"/>
                <a:gd name="connsiteX16" fmla="*/ 334742 w 478641"/>
                <a:gd name="connsiteY16" fmla="*/ 79393 h 111497"/>
                <a:gd name="connsiteX17" fmla="*/ 313256 w 478641"/>
                <a:gd name="connsiteY17" fmla="*/ 100135 h 111497"/>
                <a:gd name="connsiteX18" fmla="*/ 285816 w 478641"/>
                <a:gd name="connsiteY18" fmla="*/ 111498 h 111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78641" h="111497">
                  <a:moveTo>
                    <a:pt x="285816" y="111498"/>
                  </a:moveTo>
                  <a:lnTo>
                    <a:pt x="199575" y="111498"/>
                  </a:lnTo>
                  <a:cubicBezTo>
                    <a:pt x="190247" y="111498"/>
                    <a:pt x="181217" y="108213"/>
                    <a:pt x="174070" y="102219"/>
                  </a:cubicBezTo>
                  <a:lnTo>
                    <a:pt x="147324" y="79393"/>
                  </a:ln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1516" y="0"/>
                  </a:lnTo>
                  <a:cubicBezTo>
                    <a:pt x="170843" y="1"/>
                    <a:pt x="179873" y="3285"/>
                    <a:pt x="187021" y="9279"/>
                  </a:cubicBezTo>
                  <a:lnTo>
                    <a:pt x="214014" y="32105"/>
                  </a:lnTo>
                  <a:lnTo>
                    <a:pt x="269738" y="32105"/>
                  </a:lnTo>
                  <a:lnTo>
                    <a:pt x="291224" y="11165"/>
                  </a:lnTo>
                  <a:cubicBezTo>
                    <a:pt x="298637" y="3994"/>
                    <a:pt x="308552" y="-10"/>
                    <a:pt x="318863" y="0"/>
                  </a:cubicBezTo>
                  <a:lnTo>
                    <a:pt x="438945" y="0"/>
                  </a:lnTo>
                  <a:cubicBezTo>
                    <a:pt x="460868" y="0"/>
                    <a:pt x="478642" y="17773"/>
                    <a:pt x="478642" y="39697"/>
                  </a:cubicBezTo>
                  <a:cubicBezTo>
                    <a:pt x="478642" y="61619"/>
                    <a:pt x="460868" y="79393"/>
                    <a:pt x="438945" y="79393"/>
                  </a:cubicBezTo>
                  <a:lnTo>
                    <a:pt x="334742" y="79393"/>
                  </a:lnTo>
                  <a:lnTo>
                    <a:pt x="313256" y="100135"/>
                  </a:lnTo>
                  <a:cubicBezTo>
                    <a:pt x="305924" y="107330"/>
                    <a:pt x="296088" y="111403"/>
                    <a:pt x="285816" y="11149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27D5EBA5-D8F8-CE4A-BB6F-6726E255F0A5}"/>
                </a:ext>
              </a:extLst>
            </p:cNvPr>
            <p:cNvSpPr/>
            <p:nvPr/>
          </p:nvSpPr>
          <p:spPr>
            <a:xfrm>
              <a:off x="5634400" y="3928418"/>
              <a:ext cx="478592" cy="111100"/>
            </a:xfrm>
            <a:custGeom>
              <a:avLst/>
              <a:gdLst>
                <a:gd name="connsiteX0" fmla="*/ 438895 w 478592"/>
                <a:gd name="connsiteY0" fmla="*/ 111101 h 111100"/>
                <a:gd name="connsiteX1" fmla="*/ 318813 w 478592"/>
                <a:gd name="connsiteY1" fmla="*/ 111101 h 111100"/>
                <a:gd name="connsiteX2" fmla="*/ 291175 w 478592"/>
                <a:gd name="connsiteY2" fmla="*/ 99936 h 111100"/>
                <a:gd name="connsiteX3" fmla="*/ 269738 w 478592"/>
                <a:gd name="connsiteY3" fmla="*/ 79145 h 111100"/>
                <a:gd name="connsiteX4" fmla="*/ 214064 w 478592"/>
                <a:gd name="connsiteY4" fmla="*/ 79145 h 111100"/>
                <a:gd name="connsiteX5" fmla="*/ 187021 w 478592"/>
                <a:gd name="connsiteY5" fmla="*/ 101822 h 111100"/>
                <a:gd name="connsiteX6" fmla="*/ 161516 w 478592"/>
                <a:gd name="connsiteY6" fmla="*/ 111101 h 111100"/>
                <a:gd name="connsiteX7" fmla="*/ 39697 w 478592"/>
                <a:gd name="connsiteY7" fmla="*/ 111101 h 111100"/>
                <a:gd name="connsiteX8" fmla="*/ 0 w 478592"/>
                <a:gd name="connsiteY8" fmla="*/ 71404 h 111100"/>
                <a:gd name="connsiteX9" fmla="*/ 39697 w 478592"/>
                <a:gd name="connsiteY9" fmla="*/ 31708 h 111100"/>
                <a:gd name="connsiteX10" fmla="*/ 147076 w 478592"/>
                <a:gd name="connsiteY10" fmla="*/ 31708 h 111100"/>
                <a:gd name="connsiteX11" fmla="*/ 174070 w 478592"/>
                <a:gd name="connsiteY11" fmla="*/ 9279 h 111100"/>
                <a:gd name="connsiteX12" fmla="*/ 199575 w 478592"/>
                <a:gd name="connsiteY12" fmla="*/ 0 h 111100"/>
                <a:gd name="connsiteX13" fmla="*/ 285816 w 478592"/>
                <a:gd name="connsiteY13" fmla="*/ 0 h 111100"/>
                <a:gd name="connsiteX14" fmla="*/ 313405 w 478592"/>
                <a:gd name="connsiteY14" fmla="*/ 11165 h 111100"/>
                <a:gd name="connsiteX15" fmla="*/ 334692 w 478592"/>
                <a:gd name="connsiteY15" fmla="*/ 31708 h 111100"/>
                <a:gd name="connsiteX16" fmla="*/ 438895 w 478592"/>
                <a:gd name="connsiteY16" fmla="*/ 31708 h 111100"/>
                <a:gd name="connsiteX17" fmla="*/ 478592 w 478592"/>
                <a:gd name="connsiteY17" fmla="*/ 71404 h 111100"/>
                <a:gd name="connsiteX18" fmla="*/ 438895 w 478592"/>
                <a:gd name="connsiteY18" fmla="*/ 111101 h 11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78592" h="111100">
                  <a:moveTo>
                    <a:pt x="438895" y="111101"/>
                  </a:moveTo>
                  <a:lnTo>
                    <a:pt x="318813" y="111101"/>
                  </a:lnTo>
                  <a:cubicBezTo>
                    <a:pt x="308502" y="111111"/>
                    <a:pt x="298587" y="107107"/>
                    <a:pt x="291175" y="99936"/>
                  </a:cubicBezTo>
                  <a:lnTo>
                    <a:pt x="269738" y="79145"/>
                  </a:lnTo>
                  <a:lnTo>
                    <a:pt x="214064" y="79145"/>
                  </a:lnTo>
                  <a:lnTo>
                    <a:pt x="187021" y="101822"/>
                  </a:lnTo>
                  <a:cubicBezTo>
                    <a:pt x="179873" y="107815"/>
                    <a:pt x="170843" y="111100"/>
                    <a:pt x="161516" y="111101"/>
                  </a:cubicBezTo>
                  <a:lnTo>
                    <a:pt x="39697" y="111101"/>
                  </a:lnTo>
                  <a:cubicBezTo>
                    <a:pt x="17773" y="111101"/>
                    <a:pt x="0" y="93328"/>
                    <a:pt x="0" y="71404"/>
                  </a:cubicBezTo>
                  <a:cubicBezTo>
                    <a:pt x="0" y="49480"/>
                    <a:pt x="17773" y="31708"/>
                    <a:pt x="39697" y="31708"/>
                  </a:cubicBezTo>
                  <a:lnTo>
                    <a:pt x="147076" y="31708"/>
                  </a:lnTo>
                  <a:lnTo>
                    <a:pt x="174070" y="9279"/>
                  </a:lnTo>
                  <a:cubicBezTo>
                    <a:pt x="181217" y="3285"/>
                    <a:pt x="190247" y="0"/>
                    <a:pt x="199575" y="0"/>
                  </a:cubicBezTo>
                  <a:lnTo>
                    <a:pt x="285816" y="0"/>
                  </a:lnTo>
                  <a:cubicBezTo>
                    <a:pt x="296112" y="3"/>
                    <a:pt x="306006" y="4006"/>
                    <a:pt x="313405" y="11165"/>
                  </a:cubicBezTo>
                  <a:lnTo>
                    <a:pt x="334692" y="31708"/>
                  </a:lnTo>
                  <a:lnTo>
                    <a:pt x="438895" y="31708"/>
                  </a:lnTo>
                  <a:cubicBezTo>
                    <a:pt x="460818" y="31708"/>
                    <a:pt x="478592" y="49480"/>
                    <a:pt x="478592" y="71404"/>
                  </a:cubicBezTo>
                  <a:cubicBezTo>
                    <a:pt x="478592" y="93328"/>
                    <a:pt x="460818" y="111101"/>
                    <a:pt x="438895" y="1111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5EF43CA8-4523-F840-8904-E02546A7B99D}"/>
                </a:ext>
              </a:extLst>
            </p:cNvPr>
            <p:cNvSpPr/>
            <p:nvPr/>
          </p:nvSpPr>
          <p:spPr>
            <a:xfrm>
              <a:off x="5594257" y="3777422"/>
              <a:ext cx="558729" cy="593810"/>
            </a:xfrm>
            <a:custGeom>
              <a:avLst/>
              <a:gdLst>
                <a:gd name="connsiteX0" fmla="*/ 279365 w 558729"/>
                <a:gd name="connsiteY0" fmla="*/ 593811 h 593810"/>
                <a:gd name="connsiteX1" fmla="*/ 0 w 558729"/>
                <a:gd name="connsiteY1" fmla="*/ 296930 h 593810"/>
                <a:gd name="connsiteX2" fmla="*/ 279365 w 558729"/>
                <a:gd name="connsiteY2" fmla="*/ 0 h 593810"/>
                <a:gd name="connsiteX3" fmla="*/ 558730 w 558729"/>
                <a:gd name="connsiteY3" fmla="*/ 296930 h 593810"/>
                <a:gd name="connsiteX4" fmla="*/ 279365 w 558729"/>
                <a:gd name="connsiteY4" fmla="*/ 593811 h 593810"/>
                <a:gd name="connsiteX5" fmla="*/ 279365 w 558729"/>
                <a:gd name="connsiteY5" fmla="*/ 79393 h 593810"/>
                <a:gd name="connsiteX6" fmla="*/ 79393 w 558729"/>
                <a:gd name="connsiteY6" fmla="*/ 296930 h 593810"/>
                <a:gd name="connsiteX7" fmla="*/ 279365 w 558729"/>
                <a:gd name="connsiteY7" fmla="*/ 514418 h 593810"/>
                <a:gd name="connsiteX8" fmla="*/ 479336 w 558729"/>
                <a:gd name="connsiteY8" fmla="*/ 296930 h 593810"/>
                <a:gd name="connsiteX9" fmla="*/ 279365 w 558729"/>
                <a:gd name="connsiteY9" fmla="*/ 79393 h 5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93810">
                  <a:moveTo>
                    <a:pt x="279365" y="593811"/>
                  </a:moveTo>
                  <a:cubicBezTo>
                    <a:pt x="125540" y="593811"/>
                    <a:pt x="0" y="460629"/>
                    <a:pt x="0" y="296930"/>
                  </a:cubicBezTo>
                  <a:cubicBezTo>
                    <a:pt x="0" y="133232"/>
                    <a:pt x="125342" y="0"/>
                    <a:pt x="279365" y="0"/>
                  </a:cubicBezTo>
                  <a:cubicBezTo>
                    <a:pt x="433388" y="0"/>
                    <a:pt x="558730" y="133182"/>
                    <a:pt x="558730" y="296930"/>
                  </a:cubicBezTo>
                  <a:cubicBezTo>
                    <a:pt x="558730" y="460678"/>
                    <a:pt x="433388" y="593811"/>
                    <a:pt x="279365" y="593811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6997"/>
                    <a:pt x="79393" y="296930"/>
                  </a:cubicBezTo>
                  <a:cubicBezTo>
                    <a:pt x="79393" y="416863"/>
                    <a:pt x="169108" y="514418"/>
                    <a:pt x="279365" y="514418"/>
                  </a:cubicBezTo>
                  <a:cubicBezTo>
                    <a:pt x="389622" y="514418"/>
                    <a:pt x="479336" y="416863"/>
                    <a:pt x="479336" y="296930"/>
                  </a:cubicBezTo>
                  <a:cubicBezTo>
                    <a:pt x="479336" y="176997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9D0BCB5F-686F-E54C-8134-17E6163BD55B}"/>
                </a:ext>
              </a:extLst>
            </p:cNvPr>
            <p:cNvSpPr/>
            <p:nvPr/>
          </p:nvSpPr>
          <p:spPr>
            <a:xfrm>
              <a:off x="5455865" y="3773948"/>
              <a:ext cx="842783" cy="600410"/>
            </a:xfrm>
            <a:custGeom>
              <a:avLst/>
              <a:gdLst>
                <a:gd name="connsiteX0" fmla="*/ 421429 w 842783"/>
                <a:gd name="connsiteY0" fmla="*/ 600410 h 600410"/>
                <a:gd name="connsiteX1" fmla="*/ 5905 w 842783"/>
                <a:gd name="connsiteY1" fmla="*/ 315588 h 600410"/>
                <a:gd name="connsiteX2" fmla="*/ 6550 w 842783"/>
                <a:gd name="connsiteY2" fmla="*/ 272914 h 600410"/>
                <a:gd name="connsiteX3" fmla="*/ 421429 w 842783"/>
                <a:gd name="connsiteY3" fmla="*/ 0 h 600410"/>
                <a:gd name="connsiteX4" fmla="*/ 835861 w 842783"/>
                <a:gd name="connsiteY4" fmla="*/ 272517 h 600410"/>
                <a:gd name="connsiteX5" fmla="*/ 836606 w 842783"/>
                <a:gd name="connsiteY5" fmla="*/ 316183 h 600410"/>
                <a:gd name="connsiteX6" fmla="*/ 421429 w 842783"/>
                <a:gd name="connsiteY6" fmla="*/ 600410 h 600410"/>
                <a:gd name="connsiteX7" fmla="*/ 88027 w 842783"/>
                <a:gd name="connsiteY7" fmla="*/ 295590 h 600410"/>
                <a:gd name="connsiteX8" fmla="*/ 421429 w 842783"/>
                <a:gd name="connsiteY8" fmla="*/ 521017 h 600410"/>
                <a:gd name="connsiteX9" fmla="*/ 754235 w 842783"/>
                <a:gd name="connsiteY9" fmla="*/ 295640 h 600410"/>
                <a:gd name="connsiteX10" fmla="*/ 421429 w 842783"/>
                <a:gd name="connsiteY10" fmla="*/ 79393 h 600410"/>
                <a:gd name="connsiteX11" fmla="*/ 177295 w 842783"/>
                <a:gd name="connsiteY11" fmla="*/ 196349 h 600410"/>
                <a:gd name="connsiteX12" fmla="*/ 88027 w 842783"/>
                <a:gd name="connsiteY12" fmla="*/ 295590 h 60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83" h="600410">
                  <a:moveTo>
                    <a:pt x="421429" y="600410"/>
                  </a:moveTo>
                  <a:cubicBezTo>
                    <a:pt x="182703" y="600410"/>
                    <a:pt x="13001" y="327199"/>
                    <a:pt x="5905" y="315588"/>
                  </a:cubicBezTo>
                  <a:cubicBezTo>
                    <a:pt x="-2195" y="302448"/>
                    <a:pt x="-1944" y="285803"/>
                    <a:pt x="6550" y="272914"/>
                  </a:cubicBezTo>
                  <a:cubicBezTo>
                    <a:pt x="13894" y="261948"/>
                    <a:pt x="188410" y="0"/>
                    <a:pt x="421429" y="0"/>
                  </a:cubicBezTo>
                  <a:cubicBezTo>
                    <a:pt x="647303" y="0"/>
                    <a:pt x="828319" y="261352"/>
                    <a:pt x="835861" y="272517"/>
                  </a:cubicBezTo>
                  <a:cubicBezTo>
                    <a:pt x="844813" y="285616"/>
                    <a:pt x="845106" y="302787"/>
                    <a:pt x="836606" y="316183"/>
                  </a:cubicBezTo>
                  <a:cubicBezTo>
                    <a:pt x="829212" y="327794"/>
                    <a:pt x="653058" y="600410"/>
                    <a:pt x="421429" y="600410"/>
                  </a:cubicBezTo>
                  <a:close/>
                  <a:moveTo>
                    <a:pt x="88027" y="295590"/>
                  </a:moveTo>
                  <a:cubicBezTo>
                    <a:pt x="130453" y="355631"/>
                    <a:pt x="261799" y="521017"/>
                    <a:pt x="421429" y="521017"/>
                  </a:cubicBezTo>
                  <a:cubicBezTo>
                    <a:pt x="575501" y="521017"/>
                    <a:pt x="709924" y="356326"/>
                    <a:pt x="754235" y="295640"/>
                  </a:cubicBezTo>
                  <a:cubicBezTo>
                    <a:pt x="708584" y="237038"/>
                    <a:pt x="571829" y="79393"/>
                    <a:pt x="421429" y="79393"/>
                  </a:cubicBezTo>
                  <a:cubicBezTo>
                    <a:pt x="367442" y="79393"/>
                    <a:pt x="281300" y="99688"/>
                    <a:pt x="177295" y="196349"/>
                  </a:cubicBezTo>
                  <a:cubicBezTo>
                    <a:pt x="144739" y="226799"/>
                    <a:pt x="114872" y="260003"/>
                    <a:pt x="88027" y="2955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7" name="Picture Placeholder 69">
            <a:extLst>
              <a:ext uri="{FF2B5EF4-FFF2-40B4-BE49-F238E27FC236}">
                <a16:creationId xmlns:a16="http://schemas.microsoft.com/office/drawing/2014/main" id="{5F18C5DD-74D7-4096-A161-C3DB42893B02}"/>
              </a:ext>
            </a:extLst>
          </p:cNvPr>
          <p:cNvGrpSpPr>
            <a:grpSpLocks noChangeAspect="1"/>
          </p:cNvGrpSpPr>
          <p:nvPr/>
        </p:nvGrpSpPr>
        <p:grpSpPr>
          <a:xfrm>
            <a:off x="6773448" y="3786354"/>
            <a:ext cx="842714" cy="575599"/>
            <a:chOff x="6773448" y="3786354"/>
            <a:chExt cx="842714" cy="575599"/>
          </a:xfrm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C148EB48-9550-C749-B69B-18985A5650CA}"/>
                </a:ext>
              </a:extLst>
            </p:cNvPr>
            <p:cNvSpPr/>
            <p:nvPr/>
          </p:nvSpPr>
          <p:spPr>
            <a:xfrm>
              <a:off x="6911765" y="3789678"/>
              <a:ext cx="558729" cy="569298"/>
            </a:xfrm>
            <a:custGeom>
              <a:avLst/>
              <a:gdLst>
                <a:gd name="connsiteX0" fmla="*/ 279365 w 558729"/>
                <a:gd name="connsiteY0" fmla="*/ 569298 h 569298"/>
                <a:gd name="connsiteX1" fmla="*/ 0 w 558729"/>
                <a:gd name="connsiteY1" fmla="*/ 284674 h 569298"/>
                <a:gd name="connsiteX2" fmla="*/ 279365 w 558729"/>
                <a:gd name="connsiteY2" fmla="*/ 0 h 569298"/>
                <a:gd name="connsiteX3" fmla="*/ 558730 w 558729"/>
                <a:gd name="connsiteY3" fmla="*/ 284674 h 569298"/>
                <a:gd name="connsiteX4" fmla="*/ 279365 w 558729"/>
                <a:gd name="connsiteY4" fmla="*/ 569298 h 569298"/>
                <a:gd name="connsiteX5" fmla="*/ 279365 w 558729"/>
                <a:gd name="connsiteY5" fmla="*/ 79393 h 569298"/>
                <a:gd name="connsiteX6" fmla="*/ 79393 w 558729"/>
                <a:gd name="connsiteY6" fmla="*/ 284674 h 569298"/>
                <a:gd name="connsiteX7" fmla="*/ 279365 w 558729"/>
                <a:gd name="connsiteY7" fmla="*/ 489905 h 569298"/>
                <a:gd name="connsiteX8" fmla="*/ 479336 w 558729"/>
                <a:gd name="connsiteY8" fmla="*/ 284674 h 569298"/>
                <a:gd name="connsiteX9" fmla="*/ 279365 w 558729"/>
                <a:gd name="connsiteY9" fmla="*/ 79393 h 5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69298">
                  <a:moveTo>
                    <a:pt x="279365" y="569298"/>
                  </a:moveTo>
                  <a:cubicBezTo>
                    <a:pt x="125540" y="569298"/>
                    <a:pt x="0" y="441624"/>
                    <a:pt x="0" y="284674"/>
                  </a:cubicBezTo>
                  <a:cubicBezTo>
                    <a:pt x="0" y="127724"/>
                    <a:pt x="125342" y="0"/>
                    <a:pt x="279365" y="0"/>
                  </a:cubicBezTo>
                  <a:cubicBezTo>
                    <a:pt x="433388" y="0"/>
                    <a:pt x="558730" y="127674"/>
                    <a:pt x="558730" y="284674"/>
                  </a:cubicBezTo>
                  <a:cubicBezTo>
                    <a:pt x="558730" y="441674"/>
                    <a:pt x="433388" y="569298"/>
                    <a:pt x="279365" y="569298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1489"/>
                    <a:pt x="79393" y="284674"/>
                  </a:cubicBezTo>
                  <a:cubicBezTo>
                    <a:pt x="79393" y="397859"/>
                    <a:pt x="169108" y="489905"/>
                    <a:pt x="279365" y="489905"/>
                  </a:cubicBezTo>
                  <a:cubicBezTo>
                    <a:pt x="389622" y="489905"/>
                    <a:pt x="479336" y="397859"/>
                    <a:pt x="479336" y="284674"/>
                  </a:cubicBezTo>
                  <a:cubicBezTo>
                    <a:pt x="479336" y="171489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B3004CB-2906-2C4C-99A9-01DBCF5DFD79}"/>
                </a:ext>
              </a:extLst>
            </p:cNvPr>
            <p:cNvSpPr/>
            <p:nvPr/>
          </p:nvSpPr>
          <p:spPr>
            <a:xfrm>
              <a:off x="7147661" y="3923704"/>
              <a:ext cx="183597" cy="234110"/>
            </a:xfrm>
            <a:custGeom>
              <a:avLst/>
              <a:gdLst>
                <a:gd name="connsiteX0" fmla="*/ 143901 w 183597"/>
                <a:gd name="connsiteY0" fmla="*/ 234110 h 234110"/>
                <a:gd name="connsiteX1" fmla="*/ 39698 w 183597"/>
                <a:gd name="connsiteY1" fmla="*/ 234110 h 234110"/>
                <a:gd name="connsiteX2" fmla="*/ 0 w 183597"/>
                <a:gd name="connsiteY2" fmla="*/ 194415 h 234110"/>
                <a:gd name="connsiteX3" fmla="*/ 1 w 183597"/>
                <a:gd name="connsiteY3" fmla="*/ 194116 h 234110"/>
                <a:gd name="connsiteX4" fmla="*/ 1142 w 183597"/>
                <a:gd name="connsiteY4" fmla="*/ 39399 h 234110"/>
                <a:gd name="connsiteX5" fmla="*/ 40839 w 183597"/>
                <a:gd name="connsiteY5" fmla="*/ 0 h 234110"/>
                <a:gd name="connsiteX6" fmla="*/ 41137 w 183597"/>
                <a:gd name="connsiteY6" fmla="*/ 0 h 234110"/>
                <a:gd name="connsiteX7" fmla="*/ 80535 w 183597"/>
                <a:gd name="connsiteY7" fmla="*/ 39992 h 234110"/>
                <a:gd name="connsiteX8" fmla="*/ 80535 w 183597"/>
                <a:gd name="connsiteY8" fmla="*/ 39994 h 234110"/>
                <a:gd name="connsiteX9" fmla="*/ 79692 w 183597"/>
                <a:gd name="connsiteY9" fmla="*/ 154717 h 234110"/>
                <a:gd name="connsiteX10" fmla="*/ 143901 w 183597"/>
                <a:gd name="connsiteY10" fmla="*/ 154717 h 234110"/>
                <a:gd name="connsiteX11" fmla="*/ 183598 w 183597"/>
                <a:gd name="connsiteY11" fmla="*/ 194414 h 234110"/>
                <a:gd name="connsiteX12" fmla="*/ 143901 w 183597"/>
                <a:gd name="connsiteY12" fmla="*/ 234110 h 234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597" h="234110">
                  <a:moveTo>
                    <a:pt x="143901" y="234110"/>
                  </a:moveTo>
                  <a:lnTo>
                    <a:pt x="39698" y="234110"/>
                  </a:lnTo>
                  <a:cubicBezTo>
                    <a:pt x="17774" y="234110"/>
                    <a:pt x="0" y="216341"/>
                    <a:pt x="0" y="194415"/>
                  </a:cubicBezTo>
                  <a:cubicBezTo>
                    <a:pt x="0" y="194315"/>
                    <a:pt x="0" y="194216"/>
                    <a:pt x="1" y="194116"/>
                  </a:cubicBezTo>
                  <a:lnTo>
                    <a:pt x="1142" y="39399"/>
                  </a:lnTo>
                  <a:cubicBezTo>
                    <a:pt x="1306" y="17592"/>
                    <a:pt x="19031" y="0"/>
                    <a:pt x="40839" y="0"/>
                  </a:cubicBezTo>
                  <a:lnTo>
                    <a:pt x="41137" y="0"/>
                  </a:lnTo>
                  <a:cubicBezTo>
                    <a:pt x="63060" y="164"/>
                    <a:pt x="80699" y="18069"/>
                    <a:pt x="80535" y="39992"/>
                  </a:cubicBezTo>
                  <a:cubicBezTo>
                    <a:pt x="80535" y="39993"/>
                    <a:pt x="80535" y="39993"/>
                    <a:pt x="80535" y="39994"/>
                  </a:cubicBezTo>
                  <a:lnTo>
                    <a:pt x="79692" y="154717"/>
                  </a:lnTo>
                  <a:lnTo>
                    <a:pt x="143901" y="154717"/>
                  </a:lnTo>
                  <a:cubicBezTo>
                    <a:pt x="165824" y="154717"/>
                    <a:pt x="183598" y="172490"/>
                    <a:pt x="183598" y="194414"/>
                  </a:cubicBezTo>
                  <a:cubicBezTo>
                    <a:pt x="183598" y="216336"/>
                    <a:pt x="165824" y="234110"/>
                    <a:pt x="143901" y="2341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F3998CCA-28F0-E14D-890D-3F60B4FD3663}"/>
                </a:ext>
              </a:extLst>
            </p:cNvPr>
            <p:cNvSpPr/>
            <p:nvPr/>
          </p:nvSpPr>
          <p:spPr>
            <a:xfrm>
              <a:off x="6773448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1" name="Picture Placeholder 71">
            <a:extLst>
              <a:ext uri="{FF2B5EF4-FFF2-40B4-BE49-F238E27FC236}">
                <a16:creationId xmlns:a16="http://schemas.microsoft.com/office/drawing/2014/main" id="{F1DB22DC-DA47-4F93-8C2C-0B819CFE9ED6}"/>
              </a:ext>
            </a:extLst>
          </p:cNvPr>
          <p:cNvGrpSpPr>
            <a:grpSpLocks noChangeAspect="1"/>
          </p:cNvGrpSpPr>
          <p:nvPr/>
        </p:nvGrpSpPr>
        <p:grpSpPr>
          <a:xfrm>
            <a:off x="8090956" y="3786354"/>
            <a:ext cx="842714" cy="575599"/>
            <a:chOff x="8090956" y="3786354"/>
            <a:chExt cx="842714" cy="575599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CF09D7F6-A0DA-B745-8F94-9B982229AA7A}"/>
                </a:ext>
              </a:extLst>
            </p:cNvPr>
            <p:cNvSpPr/>
            <p:nvPr/>
          </p:nvSpPr>
          <p:spPr>
            <a:xfrm>
              <a:off x="8360967" y="3920577"/>
              <a:ext cx="301793" cy="306556"/>
            </a:xfrm>
            <a:custGeom>
              <a:avLst/>
              <a:gdLst>
                <a:gd name="connsiteX0" fmla="*/ 150996 w 301793"/>
                <a:gd name="connsiteY0" fmla="*/ 306557 h 306556"/>
                <a:gd name="connsiteX1" fmla="*/ 0 w 301793"/>
                <a:gd name="connsiteY1" fmla="*/ 153278 h 306556"/>
                <a:gd name="connsiteX2" fmla="*/ 150996 w 301793"/>
                <a:gd name="connsiteY2" fmla="*/ 0 h 306556"/>
                <a:gd name="connsiteX3" fmla="*/ 301793 w 301793"/>
                <a:gd name="connsiteY3" fmla="*/ 153278 h 306556"/>
                <a:gd name="connsiteX4" fmla="*/ 150996 w 301793"/>
                <a:gd name="connsiteY4" fmla="*/ 306557 h 306556"/>
                <a:gd name="connsiteX5" fmla="*/ 150996 w 301793"/>
                <a:gd name="connsiteY5" fmla="*/ 79393 h 306556"/>
                <a:gd name="connsiteX6" fmla="*/ 74574 w 301793"/>
                <a:gd name="connsiteY6" fmla="*/ 150754 h 306556"/>
                <a:gd name="connsiteX7" fmla="*/ 145935 w 301793"/>
                <a:gd name="connsiteY7" fmla="*/ 227178 h 306556"/>
                <a:gd name="connsiteX8" fmla="*/ 222356 w 301793"/>
                <a:gd name="connsiteY8" fmla="*/ 155815 h 306556"/>
                <a:gd name="connsiteX9" fmla="*/ 222400 w 301793"/>
                <a:gd name="connsiteY9" fmla="*/ 153278 h 306556"/>
                <a:gd name="connsiteX10" fmla="*/ 150996 w 301793"/>
                <a:gd name="connsiteY10" fmla="*/ 79393 h 30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1793" h="306556">
                  <a:moveTo>
                    <a:pt x="150996" y="306557"/>
                  </a:moveTo>
                  <a:cubicBezTo>
                    <a:pt x="67832" y="306557"/>
                    <a:pt x="0" y="237782"/>
                    <a:pt x="0" y="153278"/>
                  </a:cubicBezTo>
                  <a:cubicBezTo>
                    <a:pt x="0" y="68774"/>
                    <a:pt x="67832" y="0"/>
                    <a:pt x="150996" y="0"/>
                  </a:cubicBezTo>
                  <a:cubicBezTo>
                    <a:pt x="234160" y="0"/>
                    <a:pt x="301793" y="68774"/>
                    <a:pt x="301793" y="153278"/>
                  </a:cubicBezTo>
                  <a:cubicBezTo>
                    <a:pt x="301793" y="237782"/>
                    <a:pt x="234160" y="306557"/>
                    <a:pt x="150996" y="306557"/>
                  </a:cubicBezTo>
                  <a:close/>
                  <a:moveTo>
                    <a:pt x="150996" y="79393"/>
                  </a:moveTo>
                  <a:cubicBezTo>
                    <a:pt x="110187" y="77995"/>
                    <a:pt x="75971" y="109945"/>
                    <a:pt x="74574" y="150754"/>
                  </a:cubicBezTo>
                  <a:cubicBezTo>
                    <a:pt x="73176" y="191563"/>
                    <a:pt x="105126" y="225779"/>
                    <a:pt x="145935" y="227178"/>
                  </a:cubicBezTo>
                  <a:cubicBezTo>
                    <a:pt x="186744" y="228573"/>
                    <a:pt x="220961" y="196624"/>
                    <a:pt x="222356" y="155815"/>
                  </a:cubicBezTo>
                  <a:cubicBezTo>
                    <a:pt x="222385" y="154970"/>
                    <a:pt x="222400" y="154124"/>
                    <a:pt x="222400" y="153278"/>
                  </a:cubicBezTo>
                  <a:cubicBezTo>
                    <a:pt x="223035" y="113177"/>
                    <a:pt x="191095" y="80126"/>
                    <a:pt x="15099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D74C92BF-1A70-4D4F-B6A4-1C783E4DCE44}"/>
                </a:ext>
              </a:extLst>
            </p:cNvPr>
            <p:cNvSpPr/>
            <p:nvPr/>
          </p:nvSpPr>
          <p:spPr>
            <a:xfrm>
              <a:off x="8090956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4" name="Picture Placeholder 73">
            <a:extLst>
              <a:ext uri="{FF2B5EF4-FFF2-40B4-BE49-F238E27FC236}">
                <a16:creationId xmlns:a16="http://schemas.microsoft.com/office/drawing/2014/main" id="{D94EF01F-EC72-4293-BF6B-3516E79560DA}"/>
              </a:ext>
            </a:extLst>
          </p:cNvPr>
          <p:cNvGrpSpPr>
            <a:grpSpLocks noChangeAspect="1"/>
          </p:cNvGrpSpPr>
          <p:nvPr/>
        </p:nvGrpSpPr>
        <p:grpSpPr>
          <a:xfrm>
            <a:off x="9408463" y="3786354"/>
            <a:ext cx="842714" cy="575599"/>
            <a:chOff x="9408463" y="3786354"/>
            <a:chExt cx="842714" cy="575599"/>
          </a:xfrm>
        </p:grpSpPr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4F528477-87BC-6642-A6B6-B391FCE38A2A}"/>
                </a:ext>
              </a:extLst>
            </p:cNvPr>
            <p:cNvSpPr/>
            <p:nvPr/>
          </p:nvSpPr>
          <p:spPr>
            <a:xfrm>
              <a:off x="9546780" y="3789678"/>
              <a:ext cx="558729" cy="569298"/>
            </a:xfrm>
            <a:custGeom>
              <a:avLst/>
              <a:gdLst>
                <a:gd name="connsiteX0" fmla="*/ 279365 w 558729"/>
                <a:gd name="connsiteY0" fmla="*/ 569298 h 569298"/>
                <a:gd name="connsiteX1" fmla="*/ 0 w 558729"/>
                <a:gd name="connsiteY1" fmla="*/ 284674 h 569298"/>
                <a:gd name="connsiteX2" fmla="*/ 279365 w 558729"/>
                <a:gd name="connsiteY2" fmla="*/ 0 h 569298"/>
                <a:gd name="connsiteX3" fmla="*/ 558730 w 558729"/>
                <a:gd name="connsiteY3" fmla="*/ 284674 h 569298"/>
                <a:gd name="connsiteX4" fmla="*/ 279365 w 558729"/>
                <a:gd name="connsiteY4" fmla="*/ 569298 h 569298"/>
                <a:gd name="connsiteX5" fmla="*/ 279365 w 558729"/>
                <a:gd name="connsiteY5" fmla="*/ 79393 h 569298"/>
                <a:gd name="connsiteX6" fmla="*/ 79393 w 558729"/>
                <a:gd name="connsiteY6" fmla="*/ 284674 h 569298"/>
                <a:gd name="connsiteX7" fmla="*/ 279365 w 558729"/>
                <a:gd name="connsiteY7" fmla="*/ 489905 h 569298"/>
                <a:gd name="connsiteX8" fmla="*/ 479336 w 558729"/>
                <a:gd name="connsiteY8" fmla="*/ 284674 h 569298"/>
                <a:gd name="connsiteX9" fmla="*/ 279365 w 558729"/>
                <a:gd name="connsiteY9" fmla="*/ 79393 h 5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729" h="569298">
                  <a:moveTo>
                    <a:pt x="279365" y="569298"/>
                  </a:moveTo>
                  <a:cubicBezTo>
                    <a:pt x="125540" y="569298"/>
                    <a:pt x="0" y="441624"/>
                    <a:pt x="0" y="284674"/>
                  </a:cubicBezTo>
                  <a:cubicBezTo>
                    <a:pt x="0" y="127724"/>
                    <a:pt x="125342" y="0"/>
                    <a:pt x="279365" y="0"/>
                  </a:cubicBezTo>
                  <a:cubicBezTo>
                    <a:pt x="433388" y="0"/>
                    <a:pt x="558730" y="127674"/>
                    <a:pt x="558730" y="284674"/>
                  </a:cubicBezTo>
                  <a:cubicBezTo>
                    <a:pt x="558730" y="441674"/>
                    <a:pt x="433388" y="569298"/>
                    <a:pt x="279365" y="569298"/>
                  </a:cubicBezTo>
                  <a:close/>
                  <a:moveTo>
                    <a:pt x="279365" y="79393"/>
                  </a:moveTo>
                  <a:cubicBezTo>
                    <a:pt x="169108" y="79393"/>
                    <a:pt x="79393" y="171489"/>
                    <a:pt x="79393" y="284674"/>
                  </a:cubicBezTo>
                  <a:cubicBezTo>
                    <a:pt x="79393" y="397859"/>
                    <a:pt x="169108" y="489905"/>
                    <a:pt x="279365" y="489905"/>
                  </a:cubicBezTo>
                  <a:cubicBezTo>
                    <a:pt x="389622" y="489905"/>
                    <a:pt x="479336" y="397859"/>
                    <a:pt x="479336" y="284674"/>
                  </a:cubicBezTo>
                  <a:cubicBezTo>
                    <a:pt x="479336" y="171489"/>
                    <a:pt x="389721" y="79393"/>
                    <a:pt x="27936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1F0DFD82-C277-1C4E-894C-30FEC22E5A50}"/>
                </a:ext>
              </a:extLst>
            </p:cNvPr>
            <p:cNvSpPr/>
            <p:nvPr/>
          </p:nvSpPr>
          <p:spPr>
            <a:xfrm>
              <a:off x="9598162" y="3981252"/>
              <a:ext cx="342445" cy="265681"/>
            </a:xfrm>
            <a:custGeom>
              <a:avLst/>
              <a:gdLst>
                <a:gd name="connsiteX0" fmla="*/ 39573 w 342445"/>
                <a:gd name="connsiteY0" fmla="*/ 265681 h 265681"/>
                <a:gd name="connsiteX1" fmla="*/ 0 w 342445"/>
                <a:gd name="connsiteY1" fmla="*/ 225860 h 265681"/>
                <a:gd name="connsiteX2" fmla="*/ 8709 w 342445"/>
                <a:gd name="connsiteY2" fmla="*/ 201174 h 265681"/>
                <a:gd name="connsiteX3" fmla="*/ 112912 w 342445"/>
                <a:gd name="connsiteY3" fmla="*/ 72160 h 265681"/>
                <a:gd name="connsiteX4" fmla="*/ 140204 w 342445"/>
                <a:gd name="connsiteY4" fmla="*/ 57572 h 265681"/>
                <a:gd name="connsiteX5" fmla="*/ 169629 w 342445"/>
                <a:gd name="connsiteY5" fmla="*/ 66901 h 265681"/>
                <a:gd name="connsiteX6" fmla="*/ 213791 w 342445"/>
                <a:gd name="connsiteY6" fmla="*/ 104860 h 265681"/>
                <a:gd name="connsiteX7" fmla="*/ 269317 w 342445"/>
                <a:gd name="connsiteY7" fmla="*/ 18272 h 265681"/>
                <a:gd name="connsiteX8" fmla="*/ 324173 w 342445"/>
                <a:gd name="connsiteY8" fmla="*/ 6289 h 265681"/>
                <a:gd name="connsiteX9" fmla="*/ 336156 w 342445"/>
                <a:gd name="connsiteY9" fmla="*/ 61145 h 265681"/>
                <a:gd name="connsiteX10" fmla="*/ 256018 w 342445"/>
                <a:gd name="connsiteY10" fmla="*/ 186189 h 265681"/>
                <a:gd name="connsiteX11" fmla="*/ 201215 w 342445"/>
                <a:gd name="connsiteY11" fmla="*/ 198366 h 265681"/>
                <a:gd name="connsiteX12" fmla="*/ 196474 w 342445"/>
                <a:gd name="connsiteY12" fmla="*/ 194823 h 265681"/>
                <a:gd name="connsiteX13" fmla="*/ 148689 w 342445"/>
                <a:gd name="connsiteY13" fmla="*/ 153786 h 265681"/>
                <a:gd name="connsiteX14" fmla="*/ 70387 w 342445"/>
                <a:gd name="connsiteY14" fmla="*/ 250944 h 265681"/>
                <a:gd name="connsiteX15" fmla="*/ 39573 w 342445"/>
                <a:gd name="connsiteY15" fmla="*/ 265681 h 2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2445" h="265681">
                  <a:moveTo>
                    <a:pt x="39573" y="265681"/>
                  </a:moveTo>
                  <a:cubicBezTo>
                    <a:pt x="17649" y="265612"/>
                    <a:pt x="-68" y="247783"/>
                    <a:pt x="0" y="225860"/>
                  </a:cubicBezTo>
                  <a:cubicBezTo>
                    <a:pt x="28" y="216884"/>
                    <a:pt x="3098" y="208181"/>
                    <a:pt x="8709" y="201174"/>
                  </a:cubicBezTo>
                  <a:lnTo>
                    <a:pt x="112912" y="72160"/>
                  </a:lnTo>
                  <a:cubicBezTo>
                    <a:pt x="119661" y="63806"/>
                    <a:pt x="129507" y="58542"/>
                    <a:pt x="140204" y="57572"/>
                  </a:cubicBezTo>
                  <a:cubicBezTo>
                    <a:pt x="150869" y="56584"/>
                    <a:pt x="161481" y="59949"/>
                    <a:pt x="169629" y="66901"/>
                  </a:cubicBezTo>
                  <a:lnTo>
                    <a:pt x="213791" y="104860"/>
                  </a:lnTo>
                  <a:lnTo>
                    <a:pt x="269317" y="18272"/>
                  </a:lnTo>
                  <a:cubicBezTo>
                    <a:pt x="281156" y="-185"/>
                    <a:pt x="305714" y="-5550"/>
                    <a:pt x="324173" y="6289"/>
                  </a:cubicBezTo>
                  <a:cubicBezTo>
                    <a:pt x="342631" y="18128"/>
                    <a:pt x="347995" y="42688"/>
                    <a:pt x="336156" y="61145"/>
                  </a:cubicBezTo>
                  <a:lnTo>
                    <a:pt x="256018" y="186189"/>
                  </a:lnTo>
                  <a:cubicBezTo>
                    <a:pt x="244247" y="204682"/>
                    <a:pt x="219710" y="210136"/>
                    <a:pt x="201215" y="198366"/>
                  </a:cubicBezTo>
                  <a:cubicBezTo>
                    <a:pt x="199549" y="197304"/>
                    <a:pt x="197964" y="196118"/>
                    <a:pt x="196474" y="194823"/>
                  </a:cubicBezTo>
                  <a:lnTo>
                    <a:pt x="148689" y="153786"/>
                  </a:lnTo>
                  <a:lnTo>
                    <a:pt x="70387" y="250944"/>
                  </a:lnTo>
                  <a:cubicBezTo>
                    <a:pt x="62862" y="260248"/>
                    <a:pt x="51541" y="265666"/>
                    <a:pt x="39573" y="26568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C80C3582-8B3C-8F41-AE1D-2006088B2E86}"/>
                </a:ext>
              </a:extLst>
            </p:cNvPr>
            <p:cNvSpPr/>
            <p:nvPr/>
          </p:nvSpPr>
          <p:spPr>
            <a:xfrm>
              <a:off x="9408463" y="3786354"/>
              <a:ext cx="842714" cy="575599"/>
            </a:xfrm>
            <a:custGeom>
              <a:avLst/>
              <a:gdLst>
                <a:gd name="connsiteX0" fmla="*/ 421354 w 842714"/>
                <a:gd name="connsiteY0" fmla="*/ 575600 h 575599"/>
                <a:gd name="connsiteX1" fmla="*/ 6277 w 842714"/>
                <a:gd name="connsiteY1" fmla="*/ 304175 h 575599"/>
                <a:gd name="connsiteX2" fmla="*/ 7021 w 842714"/>
                <a:gd name="connsiteY2" fmla="*/ 260211 h 575599"/>
                <a:gd name="connsiteX3" fmla="*/ 421354 w 842714"/>
                <a:gd name="connsiteY3" fmla="*/ 0 h 575599"/>
                <a:gd name="connsiteX4" fmla="*/ 835290 w 842714"/>
                <a:gd name="connsiteY4" fmla="*/ 259615 h 575599"/>
                <a:gd name="connsiteX5" fmla="*/ 836035 w 842714"/>
                <a:gd name="connsiteY5" fmla="*/ 304770 h 575599"/>
                <a:gd name="connsiteX6" fmla="*/ 421354 w 842714"/>
                <a:gd name="connsiteY6" fmla="*/ 575600 h 575599"/>
                <a:gd name="connsiteX7" fmla="*/ 88895 w 842714"/>
                <a:gd name="connsiteY7" fmla="*/ 283433 h 575599"/>
                <a:gd name="connsiteX8" fmla="*/ 421354 w 842714"/>
                <a:gd name="connsiteY8" fmla="*/ 496207 h 575599"/>
                <a:gd name="connsiteX9" fmla="*/ 753218 w 842714"/>
                <a:gd name="connsiteY9" fmla="*/ 283533 h 575599"/>
                <a:gd name="connsiteX10" fmla="*/ 421354 w 842714"/>
                <a:gd name="connsiteY10" fmla="*/ 79393 h 575599"/>
                <a:gd name="connsiteX11" fmla="*/ 176476 w 842714"/>
                <a:gd name="connsiteY11" fmla="*/ 191040 h 575599"/>
                <a:gd name="connsiteX12" fmla="*/ 88846 w 842714"/>
                <a:gd name="connsiteY12" fmla="*/ 283433 h 57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2714" h="575599">
                  <a:moveTo>
                    <a:pt x="421354" y="575600"/>
                  </a:moveTo>
                  <a:cubicBezTo>
                    <a:pt x="183175" y="575600"/>
                    <a:pt x="13372" y="315091"/>
                    <a:pt x="6277" y="304175"/>
                  </a:cubicBezTo>
                  <a:cubicBezTo>
                    <a:pt x="-2355" y="290709"/>
                    <a:pt x="-2062" y="273377"/>
                    <a:pt x="7021" y="260211"/>
                  </a:cubicBezTo>
                  <a:cubicBezTo>
                    <a:pt x="14315" y="249592"/>
                    <a:pt x="188931" y="0"/>
                    <a:pt x="421354" y="0"/>
                  </a:cubicBezTo>
                  <a:cubicBezTo>
                    <a:pt x="646682" y="0"/>
                    <a:pt x="827698" y="248997"/>
                    <a:pt x="835290" y="259615"/>
                  </a:cubicBezTo>
                  <a:cubicBezTo>
                    <a:pt x="844912" y="273046"/>
                    <a:pt x="845205" y="291030"/>
                    <a:pt x="836035" y="304770"/>
                  </a:cubicBezTo>
                  <a:cubicBezTo>
                    <a:pt x="828641" y="315836"/>
                    <a:pt x="652388" y="575600"/>
                    <a:pt x="421354" y="575600"/>
                  </a:cubicBezTo>
                  <a:close/>
                  <a:moveTo>
                    <a:pt x="88895" y="283433"/>
                  </a:moveTo>
                  <a:cubicBezTo>
                    <a:pt x="132661" y="341986"/>
                    <a:pt x="262965" y="496207"/>
                    <a:pt x="421354" y="496207"/>
                  </a:cubicBezTo>
                  <a:cubicBezTo>
                    <a:pt x="574236" y="496207"/>
                    <a:pt x="707517" y="342730"/>
                    <a:pt x="753218" y="283533"/>
                  </a:cubicBezTo>
                  <a:cubicBezTo>
                    <a:pt x="706177" y="226370"/>
                    <a:pt x="570613" y="79393"/>
                    <a:pt x="421354" y="79393"/>
                  </a:cubicBezTo>
                  <a:cubicBezTo>
                    <a:pt x="367119" y="79393"/>
                    <a:pt x="280630" y="98745"/>
                    <a:pt x="176476" y="191040"/>
                  </a:cubicBezTo>
                  <a:cubicBezTo>
                    <a:pt x="144697" y="219295"/>
                    <a:pt x="115381" y="250204"/>
                    <a:pt x="88846" y="2834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801213C6-1708-BF40-ABC2-AB23B336A964}"/>
                </a:ext>
              </a:extLst>
            </p:cNvPr>
            <p:cNvSpPr/>
            <p:nvPr/>
          </p:nvSpPr>
          <p:spPr>
            <a:xfrm>
              <a:off x="9816280" y="3937526"/>
              <a:ext cx="160278" cy="156482"/>
            </a:xfrm>
            <a:custGeom>
              <a:avLst/>
              <a:gdLst>
                <a:gd name="connsiteX0" fmla="*/ 120817 w 160278"/>
                <a:gd name="connsiteY0" fmla="*/ 156376 h 156482"/>
                <a:gd name="connsiteX1" fmla="*/ 81518 w 160278"/>
                <a:gd name="connsiteY1" fmla="*/ 121642 h 156482"/>
                <a:gd name="connsiteX2" fmla="*/ 77151 w 160278"/>
                <a:gd name="connsiteY2" fmla="*/ 88346 h 156482"/>
                <a:gd name="connsiteX3" fmla="*/ 49810 w 160278"/>
                <a:gd name="connsiteY3" fmla="*/ 94797 h 156482"/>
                <a:gd name="connsiteX4" fmla="*/ 1317 w 160278"/>
                <a:gd name="connsiteY4" fmla="*/ 66512 h 156482"/>
                <a:gd name="connsiteX5" fmla="*/ 29603 w 160278"/>
                <a:gd name="connsiteY5" fmla="*/ 18018 h 156482"/>
                <a:gd name="connsiteX6" fmla="*/ 31649 w 160278"/>
                <a:gd name="connsiteY6" fmla="*/ 17537 h 156482"/>
                <a:gd name="connsiteX7" fmla="*/ 101713 w 160278"/>
                <a:gd name="connsiteY7" fmla="*/ 1014 h 156482"/>
                <a:gd name="connsiteX8" fmla="*/ 149280 w 160278"/>
                <a:gd name="connsiteY8" fmla="*/ 30829 h 156482"/>
                <a:gd name="connsiteX9" fmla="*/ 149994 w 160278"/>
                <a:gd name="connsiteY9" fmla="*/ 34905 h 156482"/>
                <a:gd name="connsiteX10" fmla="*/ 159918 w 160278"/>
                <a:gd name="connsiteY10" fmla="*/ 111767 h 156482"/>
                <a:gd name="connsiteX11" fmla="*/ 125874 w 160278"/>
                <a:gd name="connsiteY11" fmla="*/ 156406 h 156482"/>
                <a:gd name="connsiteX12" fmla="*/ 125730 w 160278"/>
                <a:gd name="connsiteY12" fmla="*/ 156426 h 156482"/>
                <a:gd name="connsiteX13" fmla="*/ 120817 w 160278"/>
                <a:gd name="connsiteY13" fmla="*/ 156376 h 15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0278" h="156482">
                  <a:moveTo>
                    <a:pt x="120817" y="156376"/>
                  </a:moveTo>
                  <a:cubicBezTo>
                    <a:pt x="100845" y="156333"/>
                    <a:pt x="84014" y="141458"/>
                    <a:pt x="81518" y="121642"/>
                  </a:cubicBezTo>
                  <a:lnTo>
                    <a:pt x="77151" y="88346"/>
                  </a:lnTo>
                  <a:lnTo>
                    <a:pt x="49810" y="94797"/>
                  </a:lnTo>
                  <a:cubicBezTo>
                    <a:pt x="28608" y="100377"/>
                    <a:pt x="6897" y="87714"/>
                    <a:pt x="1317" y="66512"/>
                  </a:cubicBezTo>
                  <a:cubicBezTo>
                    <a:pt x="-4263" y="45310"/>
                    <a:pt x="8401" y="23599"/>
                    <a:pt x="29603" y="18018"/>
                  </a:cubicBezTo>
                  <a:cubicBezTo>
                    <a:pt x="30280" y="17840"/>
                    <a:pt x="30963" y="17680"/>
                    <a:pt x="31649" y="17537"/>
                  </a:cubicBezTo>
                  <a:lnTo>
                    <a:pt x="101713" y="1014"/>
                  </a:lnTo>
                  <a:cubicBezTo>
                    <a:pt x="123080" y="-3888"/>
                    <a:pt x="144377" y="9461"/>
                    <a:pt x="149280" y="30829"/>
                  </a:cubicBezTo>
                  <a:cubicBezTo>
                    <a:pt x="149587" y="32175"/>
                    <a:pt x="149826" y="33535"/>
                    <a:pt x="149994" y="34905"/>
                  </a:cubicBezTo>
                  <a:lnTo>
                    <a:pt x="159918" y="111767"/>
                  </a:lnTo>
                  <a:cubicBezTo>
                    <a:pt x="162846" y="133495"/>
                    <a:pt x="147603" y="153480"/>
                    <a:pt x="125874" y="156406"/>
                  </a:cubicBezTo>
                  <a:cubicBezTo>
                    <a:pt x="125829" y="156413"/>
                    <a:pt x="125779" y="156419"/>
                    <a:pt x="125730" y="156426"/>
                  </a:cubicBezTo>
                  <a:cubicBezTo>
                    <a:pt x="124092" y="156516"/>
                    <a:pt x="122450" y="156499"/>
                    <a:pt x="120817" y="15637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9" name="Picture Placeholder 75">
            <a:extLst>
              <a:ext uri="{FF2B5EF4-FFF2-40B4-BE49-F238E27FC236}">
                <a16:creationId xmlns:a16="http://schemas.microsoft.com/office/drawing/2014/main" id="{1D44F8F5-AD6B-424A-A01A-E7C29AA8ACD9}"/>
              </a:ext>
            </a:extLst>
          </p:cNvPr>
          <p:cNvGrpSpPr>
            <a:grpSpLocks noChangeAspect="1"/>
          </p:cNvGrpSpPr>
          <p:nvPr/>
        </p:nvGrpSpPr>
        <p:grpSpPr>
          <a:xfrm>
            <a:off x="1523564" y="4776373"/>
            <a:ext cx="832834" cy="832833"/>
            <a:chOff x="1523564" y="4776373"/>
            <a:chExt cx="832834" cy="832833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88525B6F-BACD-314A-87B2-2F59498EE188}"/>
                </a:ext>
              </a:extLst>
            </p:cNvPr>
            <p:cNvSpPr/>
            <p:nvPr/>
          </p:nvSpPr>
          <p:spPr>
            <a:xfrm>
              <a:off x="2084933" y="5008335"/>
              <a:ext cx="243075" cy="148429"/>
            </a:xfrm>
            <a:custGeom>
              <a:avLst/>
              <a:gdLst>
                <a:gd name="connsiteX0" fmla="*/ 39687 w 243075"/>
                <a:gd name="connsiteY0" fmla="*/ 148429 h 148429"/>
                <a:gd name="connsiteX1" fmla="*/ 0 w 243075"/>
                <a:gd name="connsiteY1" fmla="*/ 108724 h 148429"/>
                <a:gd name="connsiteX2" fmla="*/ 24255 w 243075"/>
                <a:gd name="connsiteY2" fmla="*/ 72162 h 148429"/>
                <a:gd name="connsiteX3" fmla="*/ 187457 w 243075"/>
                <a:gd name="connsiteY3" fmla="*/ 3339 h 148429"/>
                <a:gd name="connsiteX4" fmla="*/ 239738 w 243075"/>
                <a:gd name="connsiteY4" fmla="*/ 23795 h 148429"/>
                <a:gd name="connsiteX5" fmla="*/ 219279 w 243075"/>
                <a:gd name="connsiteY5" fmla="*/ 76075 h 148429"/>
                <a:gd name="connsiteX6" fmla="*/ 218321 w 243075"/>
                <a:gd name="connsiteY6" fmla="*/ 76479 h 148429"/>
                <a:gd name="connsiteX7" fmla="*/ 55119 w 243075"/>
                <a:gd name="connsiteY7" fmla="*/ 145303 h 148429"/>
                <a:gd name="connsiteX8" fmla="*/ 39687 w 243075"/>
                <a:gd name="connsiteY8" fmla="*/ 148429 h 14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75" h="148429">
                  <a:moveTo>
                    <a:pt x="39687" y="148429"/>
                  </a:moveTo>
                  <a:cubicBezTo>
                    <a:pt x="17764" y="148424"/>
                    <a:pt x="-5" y="130648"/>
                    <a:pt x="0" y="108724"/>
                  </a:cubicBezTo>
                  <a:cubicBezTo>
                    <a:pt x="0" y="92770"/>
                    <a:pt x="9557" y="78368"/>
                    <a:pt x="24255" y="72162"/>
                  </a:cubicBezTo>
                  <a:lnTo>
                    <a:pt x="187457" y="3339"/>
                  </a:lnTo>
                  <a:cubicBezTo>
                    <a:pt x="207544" y="-5449"/>
                    <a:pt x="230950" y="3710"/>
                    <a:pt x="239738" y="23795"/>
                  </a:cubicBezTo>
                  <a:cubicBezTo>
                    <a:pt x="248525" y="43881"/>
                    <a:pt x="239366" y="67287"/>
                    <a:pt x="219279" y="76075"/>
                  </a:cubicBezTo>
                  <a:cubicBezTo>
                    <a:pt x="218961" y="76214"/>
                    <a:pt x="218644" y="76349"/>
                    <a:pt x="218321" y="76479"/>
                  </a:cubicBezTo>
                  <a:lnTo>
                    <a:pt x="55119" y="145303"/>
                  </a:lnTo>
                  <a:cubicBezTo>
                    <a:pt x="50236" y="147374"/>
                    <a:pt x="44991" y="148438"/>
                    <a:pt x="39687" y="148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A6CCF110-3A74-5A4B-AD0D-7E6852F38B15}"/>
                </a:ext>
              </a:extLst>
            </p:cNvPr>
            <p:cNvSpPr/>
            <p:nvPr/>
          </p:nvSpPr>
          <p:spPr>
            <a:xfrm>
              <a:off x="1558109" y="5226666"/>
              <a:ext cx="245805" cy="149719"/>
            </a:xfrm>
            <a:custGeom>
              <a:avLst/>
              <a:gdLst>
                <a:gd name="connsiteX0" fmla="*/ 39688 w 245805"/>
                <a:gd name="connsiteY0" fmla="*/ 149720 h 149719"/>
                <a:gd name="connsiteX1" fmla="*/ 0 w 245805"/>
                <a:gd name="connsiteY1" fmla="*/ 110013 h 149719"/>
                <a:gd name="connsiteX2" fmla="*/ 24256 w 245805"/>
                <a:gd name="connsiteY2" fmla="*/ 73453 h 149719"/>
                <a:gd name="connsiteX3" fmla="*/ 190187 w 245805"/>
                <a:gd name="connsiteY3" fmla="*/ 3339 h 149719"/>
                <a:gd name="connsiteX4" fmla="*/ 242467 w 245805"/>
                <a:gd name="connsiteY4" fmla="*/ 23795 h 149719"/>
                <a:gd name="connsiteX5" fmla="*/ 222011 w 245805"/>
                <a:gd name="connsiteY5" fmla="*/ 76073 h 149719"/>
                <a:gd name="connsiteX6" fmla="*/ 221051 w 245805"/>
                <a:gd name="connsiteY6" fmla="*/ 76479 h 149719"/>
                <a:gd name="connsiteX7" fmla="*/ 55120 w 245805"/>
                <a:gd name="connsiteY7" fmla="*/ 146593 h 149719"/>
                <a:gd name="connsiteX8" fmla="*/ 39688 w 245805"/>
                <a:gd name="connsiteY8" fmla="*/ 149720 h 14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805" h="149719">
                  <a:moveTo>
                    <a:pt x="39688" y="149720"/>
                  </a:moveTo>
                  <a:cubicBezTo>
                    <a:pt x="17764" y="149715"/>
                    <a:pt x="-5" y="131940"/>
                    <a:pt x="0" y="110013"/>
                  </a:cubicBezTo>
                  <a:cubicBezTo>
                    <a:pt x="3" y="94060"/>
                    <a:pt x="9558" y="79660"/>
                    <a:pt x="24256" y="73453"/>
                  </a:cubicBezTo>
                  <a:lnTo>
                    <a:pt x="190187" y="3339"/>
                  </a:lnTo>
                  <a:cubicBezTo>
                    <a:pt x="210273" y="-5449"/>
                    <a:pt x="233679" y="3710"/>
                    <a:pt x="242467" y="23795"/>
                  </a:cubicBezTo>
                  <a:cubicBezTo>
                    <a:pt x="251255" y="43879"/>
                    <a:pt x="242096" y="67285"/>
                    <a:pt x="222011" y="76073"/>
                  </a:cubicBezTo>
                  <a:cubicBezTo>
                    <a:pt x="221693" y="76211"/>
                    <a:pt x="221373" y="76350"/>
                    <a:pt x="221051" y="76479"/>
                  </a:cubicBezTo>
                  <a:lnTo>
                    <a:pt x="55120" y="146593"/>
                  </a:lnTo>
                  <a:cubicBezTo>
                    <a:pt x="50236" y="148658"/>
                    <a:pt x="44989" y="149720"/>
                    <a:pt x="39688" y="1497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E7CBFC00-387C-B54E-A957-D108E241D266}"/>
                </a:ext>
              </a:extLst>
            </p:cNvPr>
            <p:cNvSpPr/>
            <p:nvPr/>
          </p:nvSpPr>
          <p:spPr>
            <a:xfrm>
              <a:off x="1754045" y="4808154"/>
              <a:ext cx="149470" cy="245251"/>
            </a:xfrm>
            <a:custGeom>
              <a:avLst/>
              <a:gdLst>
                <a:gd name="connsiteX0" fmla="*/ 109768 w 149470"/>
                <a:gd name="connsiteY0" fmla="*/ 245251 h 245251"/>
                <a:gd name="connsiteX1" fmla="*/ 73197 w 149470"/>
                <a:gd name="connsiteY1" fmla="*/ 220987 h 245251"/>
                <a:gd name="connsiteX2" fmla="*/ 2934 w 149470"/>
                <a:gd name="connsiteY2" fmla="*/ 54658 h 245251"/>
                <a:gd name="connsiteX3" fmla="*/ 24754 w 149470"/>
                <a:gd name="connsiteY3" fmla="*/ 2933 h 245251"/>
                <a:gd name="connsiteX4" fmla="*/ 76075 w 149470"/>
                <a:gd name="connsiteY4" fmla="*/ 23794 h 245251"/>
                <a:gd name="connsiteX5" fmla="*/ 146338 w 149470"/>
                <a:gd name="connsiteY5" fmla="*/ 190123 h 245251"/>
                <a:gd name="connsiteX6" fmla="*/ 125196 w 149470"/>
                <a:gd name="connsiteY6" fmla="*/ 242129 h 245251"/>
                <a:gd name="connsiteX7" fmla="*/ 109768 w 149470"/>
                <a:gd name="connsiteY7" fmla="*/ 245251 h 24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70" h="245251">
                  <a:moveTo>
                    <a:pt x="109768" y="245251"/>
                  </a:moveTo>
                  <a:cubicBezTo>
                    <a:pt x="93808" y="245250"/>
                    <a:pt x="79401" y="235691"/>
                    <a:pt x="73197" y="220987"/>
                  </a:cubicBezTo>
                  <a:lnTo>
                    <a:pt x="2934" y="54658"/>
                  </a:lnTo>
                  <a:cubicBezTo>
                    <a:pt x="-5324" y="34349"/>
                    <a:pt x="4445" y="11191"/>
                    <a:pt x="24754" y="2933"/>
                  </a:cubicBezTo>
                  <a:cubicBezTo>
                    <a:pt x="44688" y="-5172"/>
                    <a:pt x="67450" y="4080"/>
                    <a:pt x="76075" y="23794"/>
                  </a:cubicBezTo>
                  <a:lnTo>
                    <a:pt x="146338" y="190123"/>
                  </a:lnTo>
                  <a:cubicBezTo>
                    <a:pt x="154861" y="210322"/>
                    <a:pt x="145395" y="233606"/>
                    <a:pt x="125196" y="242129"/>
                  </a:cubicBezTo>
                  <a:cubicBezTo>
                    <a:pt x="120313" y="244189"/>
                    <a:pt x="115067" y="245251"/>
                    <a:pt x="109768" y="24525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6F51C792-2C0A-A244-A478-5D1C0BB5CB2C}"/>
                </a:ext>
              </a:extLst>
            </p:cNvPr>
            <p:cNvSpPr/>
            <p:nvPr/>
          </p:nvSpPr>
          <p:spPr>
            <a:xfrm>
              <a:off x="1982241" y="5331786"/>
              <a:ext cx="149547" cy="245563"/>
            </a:xfrm>
            <a:custGeom>
              <a:avLst/>
              <a:gdLst>
                <a:gd name="connsiteX0" fmla="*/ 109827 w 149547"/>
                <a:gd name="connsiteY0" fmla="*/ 245563 h 245563"/>
                <a:gd name="connsiteX1" fmla="*/ 73257 w 149547"/>
                <a:gd name="connsiteY1" fmla="*/ 221299 h 245563"/>
                <a:gd name="connsiteX2" fmla="*/ 3143 w 149547"/>
                <a:gd name="connsiteY2" fmla="*/ 55169 h 245563"/>
                <a:gd name="connsiteX3" fmla="*/ 24256 w 149547"/>
                <a:gd name="connsiteY3" fmla="*/ 3142 h 245563"/>
                <a:gd name="connsiteX4" fmla="*/ 76284 w 149547"/>
                <a:gd name="connsiteY4" fmla="*/ 24255 h 245563"/>
                <a:gd name="connsiteX5" fmla="*/ 146398 w 149547"/>
                <a:gd name="connsiteY5" fmla="*/ 190187 h 245563"/>
                <a:gd name="connsiteX6" fmla="*/ 125314 w 149547"/>
                <a:gd name="connsiteY6" fmla="*/ 242214 h 245563"/>
                <a:gd name="connsiteX7" fmla="*/ 125259 w 149547"/>
                <a:gd name="connsiteY7" fmla="*/ 242239 h 245563"/>
                <a:gd name="connsiteX8" fmla="*/ 109827 w 149547"/>
                <a:gd name="connsiteY8" fmla="*/ 245563 h 24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547" h="245563">
                  <a:moveTo>
                    <a:pt x="109827" y="245563"/>
                  </a:moveTo>
                  <a:cubicBezTo>
                    <a:pt x="93869" y="245563"/>
                    <a:pt x="79459" y="236002"/>
                    <a:pt x="73257" y="221299"/>
                  </a:cubicBezTo>
                  <a:lnTo>
                    <a:pt x="3143" y="55169"/>
                  </a:lnTo>
                  <a:cubicBezTo>
                    <a:pt x="-5394" y="34973"/>
                    <a:pt x="4059" y="11676"/>
                    <a:pt x="24256" y="3142"/>
                  </a:cubicBezTo>
                  <a:cubicBezTo>
                    <a:pt x="44452" y="-5393"/>
                    <a:pt x="67749" y="4060"/>
                    <a:pt x="76284" y="24255"/>
                  </a:cubicBezTo>
                  <a:lnTo>
                    <a:pt x="146398" y="190187"/>
                  </a:lnTo>
                  <a:cubicBezTo>
                    <a:pt x="154942" y="210377"/>
                    <a:pt x="145505" y="233669"/>
                    <a:pt x="125314" y="242214"/>
                  </a:cubicBezTo>
                  <a:cubicBezTo>
                    <a:pt x="125294" y="242224"/>
                    <a:pt x="125279" y="242229"/>
                    <a:pt x="125259" y="242239"/>
                  </a:cubicBezTo>
                  <a:cubicBezTo>
                    <a:pt x="120382" y="244348"/>
                    <a:pt x="115142" y="245479"/>
                    <a:pt x="109827" y="2455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EEC1A124-0A89-F447-92DD-ECDA0B2704F7}"/>
                </a:ext>
              </a:extLst>
            </p:cNvPr>
            <p:cNvSpPr/>
            <p:nvPr/>
          </p:nvSpPr>
          <p:spPr>
            <a:xfrm>
              <a:off x="2077117" y="5229876"/>
              <a:ext cx="244878" cy="146658"/>
            </a:xfrm>
            <a:custGeom>
              <a:avLst/>
              <a:gdLst>
                <a:gd name="connsiteX0" fmla="*/ 205296 w 244878"/>
                <a:gd name="connsiteY0" fmla="*/ 146659 h 146658"/>
                <a:gd name="connsiteX1" fmla="*/ 190410 w 244878"/>
                <a:gd name="connsiteY1" fmla="*/ 143731 h 146658"/>
                <a:gd name="connsiteX2" fmla="*/ 26215 w 244878"/>
                <a:gd name="connsiteY2" fmla="*/ 77041 h 146658"/>
                <a:gd name="connsiteX3" fmla="*/ 2372 w 244878"/>
                <a:gd name="connsiteY3" fmla="*/ 26214 h 146658"/>
                <a:gd name="connsiteX4" fmla="*/ 53199 w 244878"/>
                <a:gd name="connsiteY4" fmla="*/ 2374 h 146658"/>
                <a:gd name="connsiteX5" fmla="*/ 55988 w 244878"/>
                <a:gd name="connsiteY5" fmla="*/ 3503 h 146658"/>
                <a:gd name="connsiteX6" fmla="*/ 220133 w 244878"/>
                <a:gd name="connsiteY6" fmla="*/ 70193 h 146658"/>
                <a:gd name="connsiteX7" fmla="*/ 241941 w 244878"/>
                <a:gd name="connsiteY7" fmla="*/ 121923 h 146658"/>
                <a:gd name="connsiteX8" fmla="*/ 205247 w 244878"/>
                <a:gd name="connsiteY8" fmla="*/ 146659 h 1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4878" h="146658">
                  <a:moveTo>
                    <a:pt x="205296" y="146659"/>
                  </a:moveTo>
                  <a:cubicBezTo>
                    <a:pt x="200190" y="146649"/>
                    <a:pt x="195139" y="145656"/>
                    <a:pt x="190410" y="143731"/>
                  </a:cubicBezTo>
                  <a:lnTo>
                    <a:pt x="26215" y="77041"/>
                  </a:lnTo>
                  <a:cubicBezTo>
                    <a:pt x="5598" y="69588"/>
                    <a:pt x="-5076" y="46832"/>
                    <a:pt x="2372" y="26214"/>
                  </a:cubicBezTo>
                  <a:cubicBezTo>
                    <a:pt x="9825" y="5597"/>
                    <a:pt x="32581" y="-5078"/>
                    <a:pt x="53199" y="2374"/>
                  </a:cubicBezTo>
                  <a:cubicBezTo>
                    <a:pt x="54142" y="2715"/>
                    <a:pt x="55075" y="3092"/>
                    <a:pt x="55988" y="3503"/>
                  </a:cubicBezTo>
                  <a:lnTo>
                    <a:pt x="220133" y="70193"/>
                  </a:lnTo>
                  <a:cubicBezTo>
                    <a:pt x="240438" y="78455"/>
                    <a:pt x="250203" y="101618"/>
                    <a:pt x="241941" y="121923"/>
                  </a:cubicBezTo>
                  <a:cubicBezTo>
                    <a:pt x="235863" y="136854"/>
                    <a:pt x="221364" y="146629"/>
                    <a:pt x="205247" y="1466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44DFC2E-7A59-B24D-B48E-EC036C8D2FDF}"/>
                </a:ext>
              </a:extLst>
            </p:cNvPr>
            <p:cNvSpPr/>
            <p:nvPr/>
          </p:nvSpPr>
          <p:spPr>
            <a:xfrm>
              <a:off x="1547267" y="5017599"/>
              <a:ext cx="247706" cy="147899"/>
            </a:xfrm>
            <a:custGeom>
              <a:avLst/>
              <a:gdLst>
                <a:gd name="connsiteX0" fmla="*/ 207976 w 247706"/>
                <a:gd name="connsiteY0" fmla="*/ 147899 h 147899"/>
                <a:gd name="connsiteX1" fmla="*/ 193090 w 247706"/>
                <a:gd name="connsiteY1" fmla="*/ 144971 h 147899"/>
                <a:gd name="connsiteX2" fmla="*/ 26215 w 247706"/>
                <a:gd name="connsiteY2" fmla="*/ 77041 h 147899"/>
                <a:gd name="connsiteX3" fmla="*/ 2374 w 247706"/>
                <a:gd name="connsiteY3" fmla="*/ 26215 h 147899"/>
                <a:gd name="connsiteX4" fmla="*/ 53199 w 247706"/>
                <a:gd name="connsiteY4" fmla="*/ 2374 h 147899"/>
                <a:gd name="connsiteX5" fmla="*/ 55988 w 247706"/>
                <a:gd name="connsiteY5" fmla="*/ 3503 h 147899"/>
                <a:gd name="connsiteX6" fmla="*/ 222962 w 247706"/>
                <a:gd name="connsiteY6" fmla="*/ 71285 h 147899"/>
                <a:gd name="connsiteX7" fmla="*/ 244769 w 247706"/>
                <a:gd name="connsiteY7" fmla="*/ 123016 h 147899"/>
                <a:gd name="connsiteX8" fmla="*/ 208076 w 247706"/>
                <a:gd name="connsiteY8" fmla="*/ 147750 h 147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706" h="147899">
                  <a:moveTo>
                    <a:pt x="207976" y="147899"/>
                  </a:moveTo>
                  <a:cubicBezTo>
                    <a:pt x="202869" y="147921"/>
                    <a:pt x="197809" y="146926"/>
                    <a:pt x="193090" y="144971"/>
                  </a:cubicBezTo>
                  <a:lnTo>
                    <a:pt x="26215" y="77041"/>
                  </a:lnTo>
                  <a:cubicBezTo>
                    <a:pt x="5597" y="69589"/>
                    <a:pt x="-5077" y="46834"/>
                    <a:pt x="2374" y="26215"/>
                  </a:cubicBezTo>
                  <a:cubicBezTo>
                    <a:pt x="9825" y="5597"/>
                    <a:pt x="32581" y="-5078"/>
                    <a:pt x="53199" y="2374"/>
                  </a:cubicBezTo>
                  <a:cubicBezTo>
                    <a:pt x="54143" y="2715"/>
                    <a:pt x="55073" y="3092"/>
                    <a:pt x="55988" y="3503"/>
                  </a:cubicBezTo>
                  <a:lnTo>
                    <a:pt x="222962" y="71285"/>
                  </a:lnTo>
                  <a:cubicBezTo>
                    <a:pt x="243269" y="79548"/>
                    <a:pt x="253032" y="102709"/>
                    <a:pt x="244769" y="123016"/>
                  </a:cubicBezTo>
                  <a:cubicBezTo>
                    <a:pt x="238694" y="137945"/>
                    <a:pt x="224194" y="147719"/>
                    <a:pt x="208076" y="1477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EF69793E-FED8-514E-9168-9A08A62D1357}"/>
                </a:ext>
              </a:extLst>
            </p:cNvPr>
            <p:cNvSpPr/>
            <p:nvPr/>
          </p:nvSpPr>
          <p:spPr>
            <a:xfrm>
              <a:off x="1972265" y="4810037"/>
              <a:ext cx="147577" cy="247288"/>
            </a:xfrm>
            <a:custGeom>
              <a:avLst/>
              <a:gdLst>
                <a:gd name="connsiteX0" fmla="*/ 39666 w 147577"/>
                <a:gd name="connsiteY0" fmla="*/ 247288 h 247288"/>
                <a:gd name="connsiteX1" fmla="*/ 0 w 147577"/>
                <a:gd name="connsiteY1" fmla="*/ 207561 h 247288"/>
                <a:gd name="connsiteX2" fmla="*/ 2897 w 147577"/>
                <a:gd name="connsiteY2" fmla="*/ 192706 h 247288"/>
                <a:gd name="connsiteX3" fmla="*/ 70828 w 147577"/>
                <a:gd name="connsiteY3" fmla="*/ 25434 h 247288"/>
                <a:gd name="connsiteX4" fmla="*/ 122140 w 147577"/>
                <a:gd name="connsiteY4" fmla="*/ 2665 h 247288"/>
                <a:gd name="connsiteX5" fmla="*/ 144911 w 147577"/>
                <a:gd name="connsiteY5" fmla="*/ 53980 h 247288"/>
                <a:gd name="connsiteX6" fmla="*/ 144415 w 147577"/>
                <a:gd name="connsiteY6" fmla="*/ 55207 h 247288"/>
                <a:gd name="connsiteX7" fmla="*/ 76435 w 147577"/>
                <a:gd name="connsiteY7" fmla="*/ 222528 h 247288"/>
                <a:gd name="connsiteX8" fmla="*/ 39666 w 147577"/>
                <a:gd name="connsiteY8" fmla="*/ 247288 h 24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77" h="247288">
                  <a:moveTo>
                    <a:pt x="39666" y="247288"/>
                  </a:moveTo>
                  <a:cubicBezTo>
                    <a:pt x="17742" y="247272"/>
                    <a:pt x="-17" y="229485"/>
                    <a:pt x="0" y="207561"/>
                  </a:cubicBezTo>
                  <a:cubicBezTo>
                    <a:pt x="4" y="202470"/>
                    <a:pt x="987" y="197426"/>
                    <a:pt x="2897" y="192706"/>
                  </a:cubicBezTo>
                  <a:lnTo>
                    <a:pt x="70828" y="25434"/>
                  </a:lnTo>
                  <a:cubicBezTo>
                    <a:pt x="78712" y="4977"/>
                    <a:pt x="101687" y="-5217"/>
                    <a:pt x="122140" y="2665"/>
                  </a:cubicBezTo>
                  <a:cubicBezTo>
                    <a:pt x="142599" y="10548"/>
                    <a:pt x="152796" y="33522"/>
                    <a:pt x="144911" y="53980"/>
                  </a:cubicBezTo>
                  <a:cubicBezTo>
                    <a:pt x="144753" y="54392"/>
                    <a:pt x="144589" y="54801"/>
                    <a:pt x="144415" y="55207"/>
                  </a:cubicBezTo>
                  <a:lnTo>
                    <a:pt x="76435" y="222528"/>
                  </a:lnTo>
                  <a:cubicBezTo>
                    <a:pt x="70356" y="237493"/>
                    <a:pt x="55817" y="247284"/>
                    <a:pt x="39666" y="2472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4C52658A-2DB2-C249-B6AC-768103D34454}"/>
                </a:ext>
              </a:extLst>
            </p:cNvPr>
            <p:cNvSpPr/>
            <p:nvPr/>
          </p:nvSpPr>
          <p:spPr>
            <a:xfrm>
              <a:off x="1761228" y="5336426"/>
              <a:ext cx="147719" cy="247672"/>
            </a:xfrm>
            <a:custGeom>
              <a:avLst/>
              <a:gdLst>
                <a:gd name="connsiteX0" fmla="*/ 39666 w 147719"/>
                <a:gd name="connsiteY0" fmla="*/ 247672 h 247672"/>
                <a:gd name="connsiteX1" fmla="*/ 0 w 147719"/>
                <a:gd name="connsiteY1" fmla="*/ 207946 h 247672"/>
                <a:gd name="connsiteX2" fmla="*/ 2897 w 147719"/>
                <a:gd name="connsiteY2" fmla="*/ 193089 h 247672"/>
                <a:gd name="connsiteX3" fmla="*/ 70679 w 147719"/>
                <a:gd name="connsiteY3" fmla="*/ 26215 h 247672"/>
                <a:gd name="connsiteX4" fmla="*/ 121504 w 147719"/>
                <a:gd name="connsiteY4" fmla="*/ 2372 h 247672"/>
                <a:gd name="connsiteX5" fmla="*/ 145346 w 147719"/>
                <a:gd name="connsiteY5" fmla="*/ 53199 h 247672"/>
                <a:gd name="connsiteX6" fmla="*/ 144217 w 147719"/>
                <a:gd name="connsiteY6" fmla="*/ 55987 h 247672"/>
                <a:gd name="connsiteX7" fmla="*/ 76435 w 147719"/>
                <a:gd name="connsiteY7" fmla="*/ 222862 h 247672"/>
                <a:gd name="connsiteX8" fmla="*/ 39666 w 147719"/>
                <a:gd name="connsiteY8" fmla="*/ 247672 h 24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19" h="247672">
                  <a:moveTo>
                    <a:pt x="39666" y="247672"/>
                  </a:moveTo>
                  <a:cubicBezTo>
                    <a:pt x="17742" y="247657"/>
                    <a:pt x="-17" y="229868"/>
                    <a:pt x="0" y="207946"/>
                  </a:cubicBezTo>
                  <a:cubicBezTo>
                    <a:pt x="4" y="202855"/>
                    <a:pt x="987" y="197808"/>
                    <a:pt x="2897" y="193089"/>
                  </a:cubicBezTo>
                  <a:lnTo>
                    <a:pt x="70679" y="26215"/>
                  </a:lnTo>
                  <a:cubicBezTo>
                    <a:pt x="78130" y="5598"/>
                    <a:pt x="100885" y="-5076"/>
                    <a:pt x="121504" y="2372"/>
                  </a:cubicBezTo>
                  <a:cubicBezTo>
                    <a:pt x="142123" y="9825"/>
                    <a:pt x="152797" y="32581"/>
                    <a:pt x="145346" y="53199"/>
                  </a:cubicBezTo>
                  <a:cubicBezTo>
                    <a:pt x="145005" y="54142"/>
                    <a:pt x="144628" y="55074"/>
                    <a:pt x="144217" y="55987"/>
                  </a:cubicBezTo>
                  <a:lnTo>
                    <a:pt x="76435" y="222862"/>
                  </a:lnTo>
                  <a:cubicBezTo>
                    <a:pt x="70373" y="237847"/>
                    <a:pt x="55830" y="247657"/>
                    <a:pt x="39666" y="2476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F500FBAC-7768-6C47-8080-1552E624FBE3}"/>
                </a:ext>
              </a:extLst>
            </p:cNvPr>
            <p:cNvSpPr/>
            <p:nvPr/>
          </p:nvSpPr>
          <p:spPr>
            <a:xfrm>
              <a:off x="1523564" y="4776373"/>
              <a:ext cx="832834" cy="832833"/>
            </a:xfrm>
            <a:custGeom>
              <a:avLst/>
              <a:gdLst>
                <a:gd name="connsiteX0" fmla="*/ 416417 w 832834"/>
                <a:gd name="connsiteY0" fmla="*/ 832834 h 832833"/>
                <a:gd name="connsiteX1" fmla="*/ 0 w 832834"/>
                <a:gd name="connsiteY1" fmla="*/ 416417 h 832833"/>
                <a:gd name="connsiteX2" fmla="*/ 416417 w 832834"/>
                <a:gd name="connsiteY2" fmla="*/ 0 h 832833"/>
                <a:gd name="connsiteX3" fmla="*/ 832835 w 832834"/>
                <a:gd name="connsiteY3" fmla="*/ 416417 h 832833"/>
                <a:gd name="connsiteX4" fmla="*/ 416417 w 832834"/>
                <a:gd name="connsiteY4" fmla="*/ 832834 h 832833"/>
                <a:gd name="connsiteX5" fmla="*/ 416417 w 832834"/>
                <a:gd name="connsiteY5" fmla="*/ 79393 h 832833"/>
                <a:gd name="connsiteX6" fmla="*/ 79393 w 832834"/>
                <a:gd name="connsiteY6" fmla="*/ 416417 h 832833"/>
                <a:gd name="connsiteX7" fmla="*/ 416417 w 832834"/>
                <a:gd name="connsiteY7" fmla="*/ 753441 h 832833"/>
                <a:gd name="connsiteX8" fmla="*/ 753441 w 832834"/>
                <a:gd name="connsiteY8" fmla="*/ 416417 h 832833"/>
                <a:gd name="connsiteX9" fmla="*/ 416417 w 832834"/>
                <a:gd name="connsiteY9" fmla="*/ 79393 h 832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2834" h="832833">
                  <a:moveTo>
                    <a:pt x="416417" y="832834"/>
                  </a:moveTo>
                  <a:cubicBezTo>
                    <a:pt x="186437" y="832834"/>
                    <a:pt x="0" y="646399"/>
                    <a:pt x="0" y="416417"/>
                  </a:cubicBezTo>
                  <a:cubicBezTo>
                    <a:pt x="0" y="186436"/>
                    <a:pt x="186437" y="0"/>
                    <a:pt x="416417" y="0"/>
                  </a:cubicBezTo>
                  <a:cubicBezTo>
                    <a:pt x="646400" y="0"/>
                    <a:pt x="832835" y="186436"/>
                    <a:pt x="832835" y="416417"/>
                  </a:cubicBezTo>
                  <a:cubicBezTo>
                    <a:pt x="832616" y="646304"/>
                    <a:pt x="646305" y="832615"/>
                    <a:pt x="416417" y="832834"/>
                  </a:cubicBezTo>
                  <a:close/>
                  <a:moveTo>
                    <a:pt x="416417" y="79393"/>
                  </a:moveTo>
                  <a:cubicBezTo>
                    <a:pt x="230284" y="79393"/>
                    <a:pt x="79393" y="230284"/>
                    <a:pt x="79393" y="416417"/>
                  </a:cubicBezTo>
                  <a:cubicBezTo>
                    <a:pt x="79393" y="602549"/>
                    <a:pt x="230284" y="753441"/>
                    <a:pt x="416417" y="753441"/>
                  </a:cubicBezTo>
                  <a:cubicBezTo>
                    <a:pt x="602550" y="753441"/>
                    <a:pt x="753441" y="602549"/>
                    <a:pt x="753441" y="416417"/>
                  </a:cubicBezTo>
                  <a:cubicBezTo>
                    <a:pt x="753223" y="230374"/>
                    <a:pt x="602460" y="79612"/>
                    <a:pt x="41641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DC082623-F675-5A49-92B9-4AF67E6FE889}"/>
                </a:ext>
              </a:extLst>
            </p:cNvPr>
            <p:cNvSpPr/>
            <p:nvPr/>
          </p:nvSpPr>
          <p:spPr>
            <a:xfrm>
              <a:off x="1711726" y="4964336"/>
              <a:ext cx="456510" cy="456510"/>
            </a:xfrm>
            <a:custGeom>
              <a:avLst/>
              <a:gdLst>
                <a:gd name="connsiteX0" fmla="*/ 228255 w 456510"/>
                <a:gd name="connsiteY0" fmla="*/ 456510 h 456510"/>
                <a:gd name="connsiteX1" fmla="*/ 0 w 456510"/>
                <a:gd name="connsiteY1" fmla="*/ 228255 h 456510"/>
                <a:gd name="connsiteX2" fmla="*/ 228255 w 456510"/>
                <a:gd name="connsiteY2" fmla="*/ 0 h 456510"/>
                <a:gd name="connsiteX3" fmla="*/ 456511 w 456510"/>
                <a:gd name="connsiteY3" fmla="*/ 228255 h 456510"/>
                <a:gd name="connsiteX4" fmla="*/ 228255 w 456510"/>
                <a:gd name="connsiteY4" fmla="*/ 456510 h 456510"/>
                <a:gd name="connsiteX5" fmla="*/ 228255 w 456510"/>
                <a:gd name="connsiteY5" fmla="*/ 79790 h 456510"/>
                <a:gd name="connsiteX6" fmla="*/ 79393 w 456510"/>
                <a:gd name="connsiteY6" fmla="*/ 228652 h 456510"/>
                <a:gd name="connsiteX7" fmla="*/ 228255 w 456510"/>
                <a:gd name="connsiteY7" fmla="*/ 377514 h 456510"/>
                <a:gd name="connsiteX8" fmla="*/ 377118 w 456510"/>
                <a:gd name="connsiteY8" fmla="*/ 228652 h 456510"/>
                <a:gd name="connsiteX9" fmla="*/ 228255 w 456510"/>
                <a:gd name="connsiteY9" fmla="*/ 79790 h 45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510" h="456510">
                  <a:moveTo>
                    <a:pt x="228255" y="456510"/>
                  </a:moveTo>
                  <a:cubicBezTo>
                    <a:pt x="102193" y="456510"/>
                    <a:pt x="0" y="354317"/>
                    <a:pt x="0" y="228255"/>
                  </a:cubicBezTo>
                  <a:cubicBezTo>
                    <a:pt x="0" y="102193"/>
                    <a:pt x="102193" y="0"/>
                    <a:pt x="228255" y="0"/>
                  </a:cubicBezTo>
                  <a:cubicBezTo>
                    <a:pt x="354317" y="0"/>
                    <a:pt x="456511" y="102193"/>
                    <a:pt x="456511" y="228255"/>
                  </a:cubicBezTo>
                  <a:cubicBezTo>
                    <a:pt x="456511" y="354317"/>
                    <a:pt x="354317" y="456510"/>
                    <a:pt x="228255" y="456510"/>
                  </a:cubicBezTo>
                  <a:close/>
                  <a:moveTo>
                    <a:pt x="228255" y="79790"/>
                  </a:moveTo>
                  <a:cubicBezTo>
                    <a:pt x="146041" y="79790"/>
                    <a:pt x="79393" y="146438"/>
                    <a:pt x="79393" y="228652"/>
                  </a:cubicBezTo>
                  <a:cubicBezTo>
                    <a:pt x="79393" y="310869"/>
                    <a:pt x="146041" y="377514"/>
                    <a:pt x="228255" y="377514"/>
                  </a:cubicBezTo>
                  <a:cubicBezTo>
                    <a:pt x="310472" y="377514"/>
                    <a:pt x="377118" y="310869"/>
                    <a:pt x="377118" y="228652"/>
                  </a:cubicBezTo>
                  <a:cubicBezTo>
                    <a:pt x="377118" y="146438"/>
                    <a:pt x="310472" y="79790"/>
                    <a:pt x="228255" y="797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0" name="Picture Placeholder 77">
            <a:extLst>
              <a:ext uri="{FF2B5EF4-FFF2-40B4-BE49-F238E27FC236}">
                <a16:creationId xmlns:a16="http://schemas.microsoft.com/office/drawing/2014/main" id="{206EC5D3-7C44-4465-8754-297BA040D431}"/>
              </a:ext>
            </a:extLst>
          </p:cNvPr>
          <p:cNvGrpSpPr>
            <a:grpSpLocks noChangeAspect="1"/>
          </p:cNvGrpSpPr>
          <p:nvPr/>
        </p:nvGrpSpPr>
        <p:grpSpPr>
          <a:xfrm>
            <a:off x="2860526" y="4864050"/>
            <a:ext cx="793950" cy="657476"/>
            <a:chOff x="2860526" y="4864050"/>
            <a:chExt cx="793950" cy="657476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A25D702C-0876-274A-8C21-2865B6568B03}"/>
                </a:ext>
              </a:extLst>
            </p:cNvPr>
            <p:cNvSpPr/>
            <p:nvPr/>
          </p:nvSpPr>
          <p:spPr>
            <a:xfrm>
              <a:off x="2860526" y="4864050"/>
              <a:ext cx="793950" cy="657476"/>
            </a:xfrm>
            <a:custGeom>
              <a:avLst/>
              <a:gdLst>
                <a:gd name="connsiteX0" fmla="*/ 447229 w 793950"/>
                <a:gd name="connsiteY0" fmla="*/ 657477 h 657476"/>
                <a:gd name="connsiteX1" fmla="*/ 353297 w 793950"/>
                <a:gd name="connsiteY1" fmla="*/ 626910 h 657476"/>
                <a:gd name="connsiteX2" fmla="*/ 311714 w 793950"/>
                <a:gd name="connsiteY2" fmla="*/ 485839 h 657476"/>
                <a:gd name="connsiteX3" fmla="*/ 311317 w 793950"/>
                <a:gd name="connsiteY3" fmla="*/ 417908 h 657476"/>
                <a:gd name="connsiteX4" fmla="*/ 167020 w 793950"/>
                <a:gd name="connsiteY4" fmla="*/ 461376 h 657476"/>
                <a:gd name="connsiteX5" fmla="*/ 102017 w 793950"/>
                <a:gd name="connsiteY5" fmla="*/ 495763 h 657476"/>
                <a:gd name="connsiteX6" fmla="*/ 18108 w 793950"/>
                <a:gd name="connsiteY6" fmla="*/ 441180 h 657476"/>
                <a:gd name="connsiteX7" fmla="*/ 1237 w 793950"/>
                <a:gd name="connsiteY7" fmla="*/ 336977 h 657476"/>
                <a:gd name="connsiteX8" fmla="*/ 53438 w 793950"/>
                <a:gd name="connsiteY8" fmla="*/ 206425 h 657476"/>
                <a:gd name="connsiteX9" fmla="*/ 426090 w 793950"/>
                <a:gd name="connsiteY9" fmla="*/ 350 h 657476"/>
                <a:gd name="connsiteX10" fmla="*/ 772939 w 793950"/>
                <a:gd name="connsiteY10" fmla="*/ 228853 h 657476"/>
                <a:gd name="connsiteX11" fmla="*/ 771848 w 793950"/>
                <a:gd name="connsiteY11" fmla="*/ 448524 h 657476"/>
                <a:gd name="connsiteX12" fmla="*/ 566765 w 793950"/>
                <a:gd name="connsiteY12" fmla="*/ 632716 h 657476"/>
                <a:gd name="connsiteX13" fmla="*/ 566318 w 793950"/>
                <a:gd name="connsiteY13" fmla="*/ 632716 h 657476"/>
                <a:gd name="connsiteX14" fmla="*/ 447229 w 793950"/>
                <a:gd name="connsiteY14" fmla="*/ 657477 h 657476"/>
                <a:gd name="connsiteX15" fmla="*/ 276632 w 793950"/>
                <a:gd name="connsiteY15" fmla="*/ 329980 h 657476"/>
                <a:gd name="connsiteX16" fmla="*/ 351361 w 793950"/>
                <a:gd name="connsiteY16" fmla="*/ 349829 h 657476"/>
                <a:gd name="connsiteX17" fmla="*/ 389867 w 793950"/>
                <a:gd name="connsiteY17" fmla="*/ 500229 h 657476"/>
                <a:gd name="connsiteX18" fmla="*/ 404356 w 793950"/>
                <a:gd name="connsiteY18" fmla="*/ 566621 h 657476"/>
                <a:gd name="connsiteX19" fmla="*/ 539225 w 793950"/>
                <a:gd name="connsiteY19" fmla="*/ 558781 h 657476"/>
                <a:gd name="connsiteX20" fmla="*/ 539225 w 793950"/>
                <a:gd name="connsiteY20" fmla="*/ 558781 h 657476"/>
                <a:gd name="connsiteX21" fmla="*/ 539622 w 793950"/>
                <a:gd name="connsiteY21" fmla="*/ 558781 h 657476"/>
                <a:gd name="connsiteX22" fmla="*/ 698409 w 793950"/>
                <a:gd name="connsiteY22" fmla="*/ 418652 h 657476"/>
                <a:gd name="connsiteX23" fmla="*/ 698955 w 793950"/>
                <a:gd name="connsiteY23" fmla="*/ 258675 h 657476"/>
                <a:gd name="connsiteX24" fmla="*/ 430109 w 793950"/>
                <a:gd name="connsiteY24" fmla="*/ 80339 h 657476"/>
                <a:gd name="connsiteX25" fmla="*/ 117995 w 793950"/>
                <a:gd name="connsiteY25" fmla="*/ 252622 h 657476"/>
                <a:gd name="connsiteX26" fmla="*/ 88768 w 793950"/>
                <a:gd name="connsiteY26" fmla="*/ 404759 h 657476"/>
                <a:gd name="connsiteX27" fmla="*/ 96857 w 793950"/>
                <a:gd name="connsiteY27" fmla="*/ 416171 h 657476"/>
                <a:gd name="connsiteX28" fmla="*/ 107525 w 793950"/>
                <a:gd name="connsiteY28" fmla="*/ 408778 h 657476"/>
                <a:gd name="connsiteX29" fmla="*/ 276632 w 793950"/>
                <a:gd name="connsiteY29" fmla="*/ 329732 h 65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50" h="657476">
                  <a:moveTo>
                    <a:pt x="447229" y="657477"/>
                  </a:moveTo>
                  <a:cubicBezTo>
                    <a:pt x="408971" y="657477"/>
                    <a:pt x="377760" y="647305"/>
                    <a:pt x="353297" y="626910"/>
                  </a:cubicBezTo>
                  <a:cubicBezTo>
                    <a:pt x="316428" y="595947"/>
                    <a:pt x="301294" y="544540"/>
                    <a:pt x="311714" y="485839"/>
                  </a:cubicBezTo>
                  <a:cubicBezTo>
                    <a:pt x="322482" y="425202"/>
                    <a:pt x="311714" y="418206"/>
                    <a:pt x="311317" y="417908"/>
                  </a:cubicBezTo>
                  <a:cubicBezTo>
                    <a:pt x="265468" y="391163"/>
                    <a:pt x="192972" y="431951"/>
                    <a:pt x="167020" y="461376"/>
                  </a:cubicBezTo>
                  <a:cubicBezTo>
                    <a:pt x="150463" y="480624"/>
                    <a:pt x="127246" y="492905"/>
                    <a:pt x="102017" y="495763"/>
                  </a:cubicBezTo>
                  <a:cubicBezTo>
                    <a:pt x="68672" y="499038"/>
                    <a:pt x="37510" y="478545"/>
                    <a:pt x="18108" y="441180"/>
                  </a:cubicBezTo>
                  <a:cubicBezTo>
                    <a:pt x="3222" y="412053"/>
                    <a:pt x="-2832" y="374986"/>
                    <a:pt x="1237" y="336977"/>
                  </a:cubicBezTo>
                  <a:cubicBezTo>
                    <a:pt x="7106" y="289691"/>
                    <a:pt x="25087" y="244722"/>
                    <a:pt x="53438" y="206425"/>
                  </a:cubicBezTo>
                  <a:cubicBezTo>
                    <a:pt x="146825" y="75972"/>
                    <a:pt x="268693" y="8686"/>
                    <a:pt x="426090" y="350"/>
                  </a:cubicBezTo>
                  <a:cubicBezTo>
                    <a:pt x="562349" y="-6845"/>
                    <a:pt x="721284" y="97805"/>
                    <a:pt x="772939" y="228853"/>
                  </a:cubicBezTo>
                  <a:cubicBezTo>
                    <a:pt x="801327" y="299400"/>
                    <a:pt x="800935" y="378263"/>
                    <a:pt x="771848" y="448524"/>
                  </a:cubicBezTo>
                  <a:cubicBezTo>
                    <a:pt x="737113" y="531639"/>
                    <a:pt x="664319" y="597039"/>
                    <a:pt x="566765" y="632716"/>
                  </a:cubicBezTo>
                  <a:lnTo>
                    <a:pt x="566318" y="632716"/>
                  </a:lnTo>
                  <a:cubicBezTo>
                    <a:pt x="521228" y="649225"/>
                    <a:pt x="481531" y="657477"/>
                    <a:pt x="447229" y="657477"/>
                  </a:cubicBezTo>
                  <a:close/>
                  <a:moveTo>
                    <a:pt x="276632" y="329980"/>
                  </a:moveTo>
                  <a:cubicBezTo>
                    <a:pt x="302868" y="329796"/>
                    <a:pt x="328674" y="336650"/>
                    <a:pt x="351361" y="349829"/>
                  </a:cubicBezTo>
                  <a:cubicBezTo>
                    <a:pt x="410460" y="384315"/>
                    <a:pt x="396020" y="465544"/>
                    <a:pt x="389867" y="500229"/>
                  </a:cubicBezTo>
                  <a:cubicBezTo>
                    <a:pt x="387882" y="511294"/>
                    <a:pt x="383119" y="548758"/>
                    <a:pt x="404356" y="566621"/>
                  </a:cubicBezTo>
                  <a:cubicBezTo>
                    <a:pt x="425594" y="584485"/>
                    <a:pt x="475314" y="582053"/>
                    <a:pt x="539225" y="558781"/>
                  </a:cubicBezTo>
                  <a:lnTo>
                    <a:pt x="539225" y="558781"/>
                  </a:lnTo>
                  <a:lnTo>
                    <a:pt x="539622" y="558781"/>
                  </a:lnTo>
                  <a:cubicBezTo>
                    <a:pt x="615989" y="530894"/>
                    <a:pt x="672457" y="481075"/>
                    <a:pt x="698409" y="418652"/>
                  </a:cubicBezTo>
                  <a:cubicBezTo>
                    <a:pt x="719503" y="367450"/>
                    <a:pt x="719701" y="310020"/>
                    <a:pt x="698955" y="258675"/>
                  </a:cubicBezTo>
                  <a:cubicBezTo>
                    <a:pt x="660052" y="159980"/>
                    <a:pt x="531931" y="75079"/>
                    <a:pt x="430109" y="80339"/>
                  </a:cubicBezTo>
                  <a:cubicBezTo>
                    <a:pt x="298515" y="86541"/>
                    <a:pt x="196396" y="143109"/>
                    <a:pt x="117995" y="252622"/>
                  </a:cubicBezTo>
                  <a:cubicBezTo>
                    <a:pt x="68672" y="321297"/>
                    <a:pt x="76413" y="380841"/>
                    <a:pt x="88768" y="404759"/>
                  </a:cubicBezTo>
                  <a:cubicBezTo>
                    <a:pt x="90741" y="409026"/>
                    <a:pt x="93483" y="412896"/>
                    <a:pt x="96857" y="416171"/>
                  </a:cubicBezTo>
                  <a:cubicBezTo>
                    <a:pt x="101006" y="414698"/>
                    <a:pt x="104688" y="412147"/>
                    <a:pt x="107525" y="408778"/>
                  </a:cubicBezTo>
                  <a:cubicBezTo>
                    <a:pt x="141912" y="369875"/>
                    <a:pt x="209347" y="329732"/>
                    <a:pt x="276632" y="32973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6ECEBC38-4A6D-004D-9AE4-6562BFC1EB87}"/>
                </a:ext>
              </a:extLst>
            </p:cNvPr>
            <p:cNvSpPr/>
            <p:nvPr/>
          </p:nvSpPr>
          <p:spPr>
            <a:xfrm>
              <a:off x="3351371" y="5269706"/>
              <a:ext cx="79443" cy="79388"/>
            </a:xfrm>
            <a:custGeom>
              <a:avLst/>
              <a:gdLst>
                <a:gd name="connsiteX0" fmla="*/ 39697 w 79443"/>
                <a:gd name="connsiteY0" fmla="*/ 79389 h 79388"/>
                <a:gd name="connsiteX1" fmla="*/ 31956 w 79443"/>
                <a:gd name="connsiteY1" fmla="*/ 78595 h 79388"/>
                <a:gd name="connsiteX2" fmla="*/ 24513 w 79443"/>
                <a:gd name="connsiteY2" fmla="*/ 76312 h 79388"/>
                <a:gd name="connsiteX3" fmla="*/ 17665 w 79443"/>
                <a:gd name="connsiteY3" fmla="*/ 72690 h 79388"/>
                <a:gd name="connsiteX4" fmla="*/ 11611 w 79443"/>
                <a:gd name="connsiteY4" fmla="*/ 67728 h 79388"/>
                <a:gd name="connsiteX5" fmla="*/ 0 w 79443"/>
                <a:gd name="connsiteY5" fmla="*/ 39692 h 79388"/>
                <a:gd name="connsiteX6" fmla="*/ 744 w 79443"/>
                <a:gd name="connsiteY6" fmla="*/ 31902 h 79388"/>
                <a:gd name="connsiteX7" fmla="*/ 3027 w 79443"/>
                <a:gd name="connsiteY7" fmla="*/ 24508 h 79388"/>
                <a:gd name="connsiteX8" fmla="*/ 6699 w 79443"/>
                <a:gd name="connsiteY8" fmla="*/ 17611 h 79388"/>
                <a:gd name="connsiteX9" fmla="*/ 11661 w 79443"/>
                <a:gd name="connsiteY9" fmla="*/ 11607 h 79388"/>
                <a:gd name="connsiteX10" fmla="*/ 17715 w 79443"/>
                <a:gd name="connsiteY10" fmla="*/ 6645 h 79388"/>
                <a:gd name="connsiteX11" fmla="*/ 24562 w 79443"/>
                <a:gd name="connsiteY11" fmla="*/ 3022 h 79388"/>
                <a:gd name="connsiteX12" fmla="*/ 31956 w 79443"/>
                <a:gd name="connsiteY12" fmla="*/ 740 h 79388"/>
                <a:gd name="connsiteX13" fmla="*/ 67782 w 79443"/>
                <a:gd name="connsiteY13" fmla="*/ 11607 h 79388"/>
                <a:gd name="connsiteX14" fmla="*/ 72744 w 79443"/>
                <a:gd name="connsiteY14" fmla="*/ 17611 h 79388"/>
                <a:gd name="connsiteX15" fmla="*/ 76366 w 79443"/>
                <a:gd name="connsiteY15" fmla="*/ 24508 h 79388"/>
                <a:gd name="connsiteX16" fmla="*/ 78649 w 79443"/>
                <a:gd name="connsiteY16" fmla="*/ 31902 h 79388"/>
                <a:gd name="connsiteX17" fmla="*/ 79443 w 79443"/>
                <a:gd name="connsiteY17" fmla="*/ 39692 h 79388"/>
                <a:gd name="connsiteX18" fmla="*/ 67782 w 79443"/>
                <a:gd name="connsiteY18" fmla="*/ 67728 h 79388"/>
                <a:gd name="connsiteX19" fmla="*/ 61778 w 79443"/>
                <a:gd name="connsiteY19" fmla="*/ 72690 h 79388"/>
                <a:gd name="connsiteX20" fmla="*/ 54930 w 79443"/>
                <a:gd name="connsiteY20" fmla="*/ 76312 h 79388"/>
                <a:gd name="connsiteX21" fmla="*/ 39746 w 79443"/>
                <a:gd name="connsiteY21" fmla="*/ 79389 h 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3" h="79388">
                  <a:moveTo>
                    <a:pt x="39697" y="79389"/>
                  </a:moveTo>
                  <a:cubicBezTo>
                    <a:pt x="37096" y="79374"/>
                    <a:pt x="34506" y="79106"/>
                    <a:pt x="31956" y="78595"/>
                  </a:cubicBezTo>
                  <a:cubicBezTo>
                    <a:pt x="29405" y="78089"/>
                    <a:pt x="26909" y="77324"/>
                    <a:pt x="24513" y="76312"/>
                  </a:cubicBezTo>
                  <a:cubicBezTo>
                    <a:pt x="22116" y="75335"/>
                    <a:pt x="19824" y="74119"/>
                    <a:pt x="17665" y="72690"/>
                  </a:cubicBezTo>
                  <a:cubicBezTo>
                    <a:pt x="15497" y="71226"/>
                    <a:pt x="13472" y="69569"/>
                    <a:pt x="11611" y="67728"/>
                  </a:cubicBezTo>
                  <a:cubicBezTo>
                    <a:pt x="4183" y="60290"/>
                    <a:pt x="5" y="50207"/>
                    <a:pt x="0" y="39692"/>
                  </a:cubicBezTo>
                  <a:cubicBezTo>
                    <a:pt x="0" y="37077"/>
                    <a:pt x="248" y="34467"/>
                    <a:pt x="744" y="31902"/>
                  </a:cubicBezTo>
                  <a:cubicBezTo>
                    <a:pt x="1280" y="29371"/>
                    <a:pt x="2044" y="26900"/>
                    <a:pt x="3027" y="24508"/>
                  </a:cubicBezTo>
                  <a:cubicBezTo>
                    <a:pt x="4019" y="22092"/>
                    <a:pt x="5250" y="19784"/>
                    <a:pt x="6699" y="17611"/>
                  </a:cubicBezTo>
                  <a:cubicBezTo>
                    <a:pt x="8158" y="15457"/>
                    <a:pt x="9820" y="13443"/>
                    <a:pt x="11661" y="11607"/>
                  </a:cubicBezTo>
                  <a:cubicBezTo>
                    <a:pt x="13522" y="9766"/>
                    <a:pt x="15546" y="8109"/>
                    <a:pt x="17715" y="6645"/>
                  </a:cubicBezTo>
                  <a:cubicBezTo>
                    <a:pt x="19878" y="5226"/>
                    <a:pt x="22171" y="4010"/>
                    <a:pt x="24562" y="3022"/>
                  </a:cubicBezTo>
                  <a:cubicBezTo>
                    <a:pt x="26954" y="2040"/>
                    <a:pt x="29425" y="1276"/>
                    <a:pt x="31956" y="740"/>
                  </a:cubicBezTo>
                  <a:cubicBezTo>
                    <a:pt x="44961" y="-1796"/>
                    <a:pt x="58379" y="2273"/>
                    <a:pt x="67782" y="11607"/>
                  </a:cubicBezTo>
                  <a:cubicBezTo>
                    <a:pt x="69623" y="13448"/>
                    <a:pt x="71285" y="15457"/>
                    <a:pt x="72744" y="17611"/>
                  </a:cubicBezTo>
                  <a:cubicBezTo>
                    <a:pt x="74173" y="19784"/>
                    <a:pt x="75389" y="22097"/>
                    <a:pt x="76366" y="24508"/>
                  </a:cubicBezTo>
                  <a:cubicBezTo>
                    <a:pt x="77393" y="26880"/>
                    <a:pt x="78163" y="29361"/>
                    <a:pt x="78649" y="31902"/>
                  </a:cubicBezTo>
                  <a:cubicBezTo>
                    <a:pt x="79185" y="34462"/>
                    <a:pt x="79453" y="37077"/>
                    <a:pt x="79443" y="39692"/>
                  </a:cubicBezTo>
                  <a:cubicBezTo>
                    <a:pt x="79398" y="50207"/>
                    <a:pt x="75210" y="60280"/>
                    <a:pt x="67782" y="67728"/>
                  </a:cubicBezTo>
                  <a:cubicBezTo>
                    <a:pt x="65951" y="69579"/>
                    <a:pt x="63941" y="71241"/>
                    <a:pt x="61778" y="72690"/>
                  </a:cubicBezTo>
                  <a:cubicBezTo>
                    <a:pt x="59614" y="74109"/>
                    <a:pt x="57322" y="75325"/>
                    <a:pt x="54930" y="76312"/>
                  </a:cubicBezTo>
                  <a:cubicBezTo>
                    <a:pt x="50122" y="78327"/>
                    <a:pt x="44961" y="79369"/>
                    <a:pt x="39746" y="793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9FDE1073-11BD-E949-9278-116EA101CC8F}"/>
                </a:ext>
              </a:extLst>
            </p:cNvPr>
            <p:cNvSpPr/>
            <p:nvPr/>
          </p:nvSpPr>
          <p:spPr>
            <a:xfrm>
              <a:off x="3420840" y="5135521"/>
              <a:ext cx="79292" cy="79597"/>
            </a:xfrm>
            <a:custGeom>
              <a:avLst/>
              <a:gdLst>
                <a:gd name="connsiteX0" fmla="*/ 39697 w 79292"/>
                <a:gd name="connsiteY0" fmla="*/ 79598 h 79597"/>
                <a:gd name="connsiteX1" fmla="*/ 31956 w 79292"/>
                <a:gd name="connsiteY1" fmla="*/ 78804 h 79597"/>
                <a:gd name="connsiteX2" fmla="*/ 24513 w 79292"/>
                <a:gd name="connsiteY2" fmla="*/ 76521 h 79597"/>
                <a:gd name="connsiteX3" fmla="*/ 17665 w 79292"/>
                <a:gd name="connsiteY3" fmla="*/ 72899 h 79597"/>
                <a:gd name="connsiteX4" fmla="*/ 11611 w 79292"/>
                <a:gd name="connsiteY4" fmla="*/ 67937 h 79597"/>
                <a:gd name="connsiteX5" fmla="*/ 0 w 79292"/>
                <a:gd name="connsiteY5" fmla="*/ 39901 h 79597"/>
                <a:gd name="connsiteX6" fmla="*/ 744 w 79292"/>
                <a:gd name="connsiteY6" fmla="*/ 32161 h 79597"/>
                <a:gd name="connsiteX7" fmla="*/ 2878 w 79292"/>
                <a:gd name="connsiteY7" fmla="*/ 24519 h 79597"/>
                <a:gd name="connsiteX8" fmla="*/ 6550 w 79292"/>
                <a:gd name="connsiteY8" fmla="*/ 17671 h 79597"/>
                <a:gd name="connsiteX9" fmla="*/ 11512 w 79292"/>
                <a:gd name="connsiteY9" fmla="*/ 11618 h 79597"/>
                <a:gd name="connsiteX10" fmla="*/ 67633 w 79292"/>
                <a:gd name="connsiteY10" fmla="*/ 11618 h 79597"/>
                <a:gd name="connsiteX11" fmla="*/ 72595 w 79292"/>
                <a:gd name="connsiteY11" fmla="*/ 17671 h 79597"/>
                <a:gd name="connsiteX12" fmla="*/ 76217 w 79292"/>
                <a:gd name="connsiteY12" fmla="*/ 24519 h 79597"/>
                <a:gd name="connsiteX13" fmla="*/ 78500 w 79292"/>
                <a:gd name="connsiteY13" fmla="*/ 31912 h 79597"/>
                <a:gd name="connsiteX14" fmla="*/ 78500 w 79292"/>
                <a:gd name="connsiteY14" fmla="*/ 47444 h 79597"/>
                <a:gd name="connsiteX15" fmla="*/ 76217 w 79292"/>
                <a:gd name="connsiteY15" fmla="*/ 54887 h 79597"/>
                <a:gd name="connsiteX16" fmla="*/ 72595 w 79292"/>
                <a:gd name="connsiteY16" fmla="*/ 61734 h 79597"/>
                <a:gd name="connsiteX17" fmla="*/ 61629 w 79292"/>
                <a:gd name="connsiteY17" fmla="*/ 72701 h 79597"/>
                <a:gd name="connsiteX18" fmla="*/ 54781 w 79292"/>
                <a:gd name="connsiteY18" fmla="*/ 76323 h 79597"/>
                <a:gd name="connsiteX19" fmla="*/ 47338 w 79292"/>
                <a:gd name="connsiteY19" fmla="*/ 78606 h 79597"/>
                <a:gd name="connsiteX20" fmla="*/ 39697 w 79292"/>
                <a:gd name="connsiteY20" fmla="*/ 79598 h 79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92" h="79597">
                  <a:moveTo>
                    <a:pt x="39697" y="79598"/>
                  </a:moveTo>
                  <a:cubicBezTo>
                    <a:pt x="37096" y="79582"/>
                    <a:pt x="34506" y="79316"/>
                    <a:pt x="31956" y="78804"/>
                  </a:cubicBezTo>
                  <a:cubicBezTo>
                    <a:pt x="29405" y="78300"/>
                    <a:pt x="26909" y="77535"/>
                    <a:pt x="24513" y="76521"/>
                  </a:cubicBezTo>
                  <a:cubicBezTo>
                    <a:pt x="22116" y="75543"/>
                    <a:pt x="19824" y="74329"/>
                    <a:pt x="17665" y="72899"/>
                  </a:cubicBezTo>
                  <a:cubicBezTo>
                    <a:pt x="15487" y="71453"/>
                    <a:pt x="13457" y="69790"/>
                    <a:pt x="11611" y="67937"/>
                  </a:cubicBezTo>
                  <a:cubicBezTo>
                    <a:pt x="4203" y="60483"/>
                    <a:pt x="30" y="50410"/>
                    <a:pt x="0" y="39901"/>
                  </a:cubicBezTo>
                  <a:cubicBezTo>
                    <a:pt x="0" y="37303"/>
                    <a:pt x="253" y="34711"/>
                    <a:pt x="744" y="32161"/>
                  </a:cubicBezTo>
                  <a:cubicBezTo>
                    <a:pt x="1216" y="29552"/>
                    <a:pt x="1930" y="26994"/>
                    <a:pt x="2878" y="24519"/>
                  </a:cubicBezTo>
                  <a:cubicBezTo>
                    <a:pt x="3865" y="22116"/>
                    <a:pt x="5096" y="19821"/>
                    <a:pt x="6550" y="17671"/>
                  </a:cubicBezTo>
                  <a:cubicBezTo>
                    <a:pt x="7994" y="15490"/>
                    <a:pt x="9656" y="13462"/>
                    <a:pt x="11512" y="11618"/>
                  </a:cubicBezTo>
                  <a:cubicBezTo>
                    <a:pt x="27014" y="-3873"/>
                    <a:pt x="52132" y="-3873"/>
                    <a:pt x="67633" y="11618"/>
                  </a:cubicBezTo>
                  <a:cubicBezTo>
                    <a:pt x="69489" y="13463"/>
                    <a:pt x="71151" y="15491"/>
                    <a:pt x="72595" y="17671"/>
                  </a:cubicBezTo>
                  <a:cubicBezTo>
                    <a:pt x="74034" y="19823"/>
                    <a:pt x="75250" y="22118"/>
                    <a:pt x="76217" y="24519"/>
                  </a:cubicBezTo>
                  <a:cubicBezTo>
                    <a:pt x="77225" y="26901"/>
                    <a:pt x="77989" y="29378"/>
                    <a:pt x="78500" y="31912"/>
                  </a:cubicBezTo>
                  <a:cubicBezTo>
                    <a:pt x="79557" y="37035"/>
                    <a:pt x="79557" y="42321"/>
                    <a:pt x="78500" y="47444"/>
                  </a:cubicBezTo>
                  <a:cubicBezTo>
                    <a:pt x="77984" y="49993"/>
                    <a:pt x="77215" y="52485"/>
                    <a:pt x="76217" y="54887"/>
                  </a:cubicBezTo>
                  <a:cubicBezTo>
                    <a:pt x="75230" y="57278"/>
                    <a:pt x="74014" y="59571"/>
                    <a:pt x="72595" y="61734"/>
                  </a:cubicBezTo>
                  <a:cubicBezTo>
                    <a:pt x="69668" y="66051"/>
                    <a:pt x="65946" y="69773"/>
                    <a:pt x="61629" y="72701"/>
                  </a:cubicBezTo>
                  <a:cubicBezTo>
                    <a:pt x="59466" y="74121"/>
                    <a:pt x="57173" y="75334"/>
                    <a:pt x="54781" y="76323"/>
                  </a:cubicBezTo>
                  <a:cubicBezTo>
                    <a:pt x="52380" y="77322"/>
                    <a:pt x="49889" y="78087"/>
                    <a:pt x="47338" y="78606"/>
                  </a:cubicBezTo>
                  <a:cubicBezTo>
                    <a:pt x="44827" y="79176"/>
                    <a:pt x="42267" y="79508"/>
                    <a:pt x="39697" y="7959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ECB2F44B-A364-9B40-A473-1D1318A482BC}"/>
                </a:ext>
              </a:extLst>
            </p:cNvPr>
            <p:cNvSpPr/>
            <p:nvPr/>
          </p:nvSpPr>
          <p:spPr>
            <a:xfrm>
              <a:off x="3321450" y="5021346"/>
              <a:ext cx="79690" cy="79645"/>
            </a:xfrm>
            <a:custGeom>
              <a:avLst/>
              <a:gdLst>
                <a:gd name="connsiteX0" fmla="*/ 39846 w 79690"/>
                <a:gd name="connsiteY0" fmla="*/ 79646 h 79645"/>
                <a:gd name="connsiteX1" fmla="*/ 32105 w 79690"/>
                <a:gd name="connsiteY1" fmla="*/ 78852 h 79645"/>
                <a:gd name="connsiteX2" fmla="*/ 11760 w 79690"/>
                <a:gd name="connsiteY2" fmla="*/ 67985 h 79645"/>
                <a:gd name="connsiteX3" fmla="*/ 6798 w 79690"/>
                <a:gd name="connsiteY3" fmla="*/ 61981 h 79645"/>
                <a:gd name="connsiteX4" fmla="*/ 3027 w 79690"/>
                <a:gd name="connsiteY4" fmla="*/ 54835 h 79645"/>
                <a:gd name="connsiteX5" fmla="*/ 794 w 79690"/>
                <a:gd name="connsiteY5" fmla="*/ 47392 h 79645"/>
                <a:gd name="connsiteX6" fmla="*/ 0 w 79690"/>
                <a:gd name="connsiteY6" fmla="*/ 39651 h 79645"/>
                <a:gd name="connsiteX7" fmla="*/ 794 w 79690"/>
                <a:gd name="connsiteY7" fmla="*/ 31861 h 79645"/>
                <a:gd name="connsiteX8" fmla="*/ 3027 w 79690"/>
                <a:gd name="connsiteY8" fmla="*/ 24567 h 79645"/>
                <a:gd name="connsiteX9" fmla="*/ 6699 w 79690"/>
                <a:gd name="connsiteY9" fmla="*/ 17719 h 79645"/>
                <a:gd name="connsiteX10" fmla="*/ 11661 w 79690"/>
                <a:gd name="connsiteY10" fmla="*/ 11665 h 79645"/>
                <a:gd name="connsiteX11" fmla="*/ 47686 w 79690"/>
                <a:gd name="connsiteY11" fmla="*/ 798 h 79645"/>
                <a:gd name="connsiteX12" fmla="*/ 55129 w 79690"/>
                <a:gd name="connsiteY12" fmla="*/ 3081 h 79645"/>
                <a:gd name="connsiteX13" fmla="*/ 61976 w 79690"/>
                <a:gd name="connsiteY13" fmla="*/ 6753 h 79645"/>
                <a:gd name="connsiteX14" fmla="*/ 68030 w 79690"/>
                <a:gd name="connsiteY14" fmla="*/ 11715 h 79645"/>
                <a:gd name="connsiteX15" fmla="*/ 72992 w 79690"/>
                <a:gd name="connsiteY15" fmla="*/ 17769 h 79645"/>
                <a:gd name="connsiteX16" fmla="*/ 76664 w 79690"/>
                <a:gd name="connsiteY16" fmla="*/ 24616 h 79645"/>
                <a:gd name="connsiteX17" fmla="*/ 78897 w 79690"/>
                <a:gd name="connsiteY17" fmla="*/ 32010 h 79645"/>
                <a:gd name="connsiteX18" fmla="*/ 79691 w 79690"/>
                <a:gd name="connsiteY18" fmla="*/ 39800 h 79645"/>
                <a:gd name="connsiteX19" fmla="*/ 78897 w 79690"/>
                <a:gd name="connsiteY19" fmla="*/ 47541 h 79645"/>
                <a:gd name="connsiteX20" fmla="*/ 76664 w 79690"/>
                <a:gd name="connsiteY20" fmla="*/ 54984 h 79645"/>
                <a:gd name="connsiteX21" fmla="*/ 72992 w 79690"/>
                <a:gd name="connsiteY21" fmla="*/ 61832 h 79645"/>
                <a:gd name="connsiteX22" fmla="*/ 68030 w 79690"/>
                <a:gd name="connsiteY22" fmla="*/ 67836 h 79645"/>
                <a:gd name="connsiteX23" fmla="*/ 39846 w 79690"/>
                <a:gd name="connsiteY23" fmla="*/ 79646 h 7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690" h="79645">
                  <a:moveTo>
                    <a:pt x="39846" y="79646"/>
                  </a:moveTo>
                  <a:cubicBezTo>
                    <a:pt x="37245" y="79629"/>
                    <a:pt x="34655" y="79364"/>
                    <a:pt x="32105" y="78852"/>
                  </a:cubicBezTo>
                  <a:cubicBezTo>
                    <a:pt x="24399" y="77323"/>
                    <a:pt x="17318" y="73541"/>
                    <a:pt x="11760" y="67985"/>
                  </a:cubicBezTo>
                  <a:cubicBezTo>
                    <a:pt x="9894" y="66169"/>
                    <a:pt x="8232" y="64155"/>
                    <a:pt x="6798" y="61981"/>
                  </a:cubicBezTo>
                  <a:cubicBezTo>
                    <a:pt x="5309" y="59727"/>
                    <a:pt x="4049" y="57334"/>
                    <a:pt x="3027" y="54835"/>
                  </a:cubicBezTo>
                  <a:cubicBezTo>
                    <a:pt x="2044" y="52433"/>
                    <a:pt x="1295" y="49940"/>
                    <a:pt x="794" y="47392"/>
                  </a:cubicBezTo>
                  <a:cubicBezTo>
                    <a:pt x="258" y="44847"/>
                    <a:pt x="-5" y="42252"/>
                    <a:pt x="0" y="39651"/>
                  </a:cubicBezTo>
                  <a:cubicBezTo>
                    <a:pt x="-5" y="37034"/>
                    <a:pt x="258" y="34423"/>
                    <a:pt x="794" y="31861"/>
                  </a:cubicBezTo>
                  <a:cubicBezTo>
                    <a:pt x="1295" y="29361"/>
                    <a:pt x="2044" y="26918"/>
                    <a:pt x="3027" y="24567"/>
                  </a:cubicBezTo>
                  <a:cubicBezTo>
                    <a:pt x="4014" y="22164"/>
                    <a:pt x="5245" y="19869"/>
                    <a:pt x="6699" y="17719"/>
                  </a:cubicBezTo>
                  <a:cubicBezTo>
                    <a:pt x="8143" y="15538"/>
                    <a:pt x="9805" y="13510"/>
                    <a:pt x="11661" y="11665"/>
                  </a:cubicBezTo>
                  <a:cubicBezTo>
                    <a:pt x="21079" y="2220"/>
                    <a:pt x="34615" y="-1862"/>
                    <a:pt x="47686" y="798"/>
                  </a:cubicBezTo>
                  <a:cubicBezTo>
                    <a:pt x="50231" y="1333"/>
                    <a:pt x="52722" y="2096"/>
                    <a:pt x="55129" y="3081"/>
                  </a:cubicBezTo>
                  <a:cubicBezTo>
                    <a:pt x="57525" y="4078"/>
                    <a:pt x="59818" y="5308"/>
                    <a:pt x="61976" y="6753"/>
                  </a:cubicBezTo>
                  <a:cubicBezTo>
                    <a:pt x="64160" y="8197"/>
                    <a:pt x="66184" y="9860"/>
                    <a:pt x="68030" y="11715"/>
                  </a:cubicBezTo>
                  <a:cubicBezTo>
                    <a:pt x="69871" y="13572"/>
                    <a:pt x="71533" y="15599"/>
                    <a:pt x="72992" y="17769"/>
                  </a:cubicBezTo>
                  <a:cubicBezTo>
                    <a:pt x="74446" y="19919"/>
                    <a:pt x="75677" y="22214"/>
                    <a:pt x="76664" y="24616"/>
                  </a:cubicBezTo>
                  <a:cubicBezTo>
                    <a:pt x="77632" y="27007"/>
                    <a:pt x="78381" y="29483"/>
                    <a:pt x="78897" y="32010"/>
                  </a:cubicBezTo>
                  <a:cubicBezTo>
                    <a:pt x="79408" y="34576"/>
                    <a:pt x="79671" y="37184"/>
                    <a:pt x="79691" y="39800"/>
                  </a:cubicBezTo>
                  <a:cubicBezTo>
                    <a:pt x="79671" y="42400"/>
                    <a:pt x="79408" y="44991"/>
                    <a:pt x="78897" y="47541"/>
                  </a:cubicBezTo>
                  <a:cubicBezTo>
                    <a:pt x="78371" y="50083"/>
                    <a:pt x="77627" y="52573"/>
                    <a:pt x="76664" y="54984"/>
                  </a:cubicBezTo>
                  <a:cubicBezTo>
                    <a:pt x="75657" y="57377"/>
                    <a:pt x="74426" y="59669"/>
                    <a:pt x="72992" y="61832"/>
                  </a:cubicBezTo>
                  <a:cubicBezTo>
                    <a:pt x="71543" y="63995"/>
                    <a:pt x="69881" y="66007"/>
                    <a:pt x="68030" y="67836"/>
                  </a:cubicBezTo>
                  <a:cubicBezTo>
                    <a:pt x="60557" y="75330"/>
                    <a:pt x="50430" y="79573"/>
                    <a:pt x="39846" y="796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D17CC52D-EEC6-104E-8E2A-97207FDB8D7F}"/>
                </a:ext>
              </a:extLst>
            </p:cNvPr>
            <p:cNvSpPr/>
            <p:nvPr/>
          </p:nvSpPr>
          <p:spPr>
            <a:xfrm>
              <a:off x="3177696" y="5026560"/>
              <a:ext cx="79396" cy="79393"/>
            </a:xfrm>
            <a:custGeom>
              <a:avLst/>
              <a:gdLst>
                <a:gd name="connsiteX0" fmla="*/ 39699 w 79396"/>
                <a:gd name="connsiteY0" fmla="*/ 79393 h 79393"/>
                <a:gd name="connsiteX1" fmla="*/ 11614 w 79396"/>
                <a:gd name="connsiteY1" fmla="*/ 67732 h 79393"/>
                <a:gd name="connsiteX2" fmla="*/ 6652 w 79396"/>
                <a:gd name="connsiteY2" fmla="*/ 61728 h 79393"/>
                <a:gd name="connsiteX3" fmla="*/ 2881 w 79396"/>
                <a:gd name="connsiteY3" fmla="*/ 54583 h 79393"/>
                <a:gd name="connsiteX4" fmla="*/ 598 w 79396"/>
                <a:gd name="connsiteY4" fmla="*/ 47140 h 79393"/>
                <a:gd name="connsiteX5" fmla="*/ 3 w 79396"/>
                <a:gd name="connsiteY5" fmla="*/ 39697 h 79393"/>
                <a:gd name="connsiteX6" fmla="*/ 39699 w 79396"/>
                <a:gd name="connsiteY6" fmla="*/ 0 h 79393"/>
                <a:gd name="connsiteX7" fmla="*/ 79396 w 79396"/>
                <a:gd name="connsiteY7" fmla="*/ 39697 h 79393"/>
                <a:gd name="connsiteX8" fmla="*/ 78602 w 79396"/>
                <a:gd name="connsiteY8" fmla="*/ 47437 h 79393"/>
                <a:gd name="connsiteX9" fmla="*/ 76369 w 79396"/>
                <a:gd name="connsiteY9" fmla="*/ 54880 h 79393"/>
                <a:gd name="connsiteX10" fmla="*/ 72697 w 79396"/>
                <a:gd name="connsiteY10" fmla="*/ 61728 h 79393"/>
                <a:gd name="connsiteX11" fmla="*/ 67735 w 79396"/>
                <a:gd name="connsiteY11" fmla="*/ 67732 h 79393"/>
                <a:gd name="connsiteX12" fmla="*/ 39699 w 79396"/>
                <a:gd name="connsiteY12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396" h="79393">
                  <a:moveTo>
                    <a:pt x="39699" y="79393"/>
                  </a:moveTo>
                  <a:cubicBezTo>
                    <a:pt x="29167" y="79356"/>
                    <a:pt x="19075" y="75165"/>
                    <a:pt x="11614" y="67732"/>
                  </a:cubicBezTo>
                  <a:cubicBezTo>
                    <a:pt x="9760" y="65905"/>
                    <a:pt x="8097" y="63894"/>
                    <a:pt x="6652" y="61728"/>
                  </a:cubicBezTo>
                  <a:cubicBezTo>
                    <a:pt x="5165" y="59475"/>
                    <a:pt x="3901" y="57082"/>
                    <a:pt x="2881" y="54583"/>
                  </a:cubicBezTo>
                  <a:cubicBezTo>
                    <a:pt x="1903" y="52174"/>
                    <a:pt x="1140" y="49683"/>
                    <a:pt x="598" y="47140"/>
                  </a:cubicBezTo>
                  <a:cubicBezTo>
                    <a:pt x="173" y="44682"/>
                    <a:pt x="-26" y="42190"/>
                    <a:pt x="3" y="39697"/>
                  </a:cubicBezTo>
                  <a:cubicBezTo>
                    <a:pt x="3" y="17773"/>
                    <a:pt x="17775" y="0"/>
                    <a:pt x="39699" y="0"/>
                  </a:cubicBezTo>
                  <a:cubicBezTo>
                    <a:pt x="61623" y="0"/>
                    <a:pt x="79396" y="17773"/>
                    <a:pt x="79396" y="39697"/>
                  </a:cubicBezTo>
                  <a:cubicBezTo>
                    <a:pt x="79402" y="42298"/>
                    <a:pt x="79136" y="44892"/>
                    <a:pt x="78602" y="47437"/>
                  </a:cubicBezTo>
                  <a:cubicBezTo>
                    <a:pt x="78101" y="49985"/>
                    <a:pt x="77353" y="52478"/>
                    <a:pt x="76369" y="54880"/>
                  </a:cubicBezTo>
                  <a:cubicBezTo>
                    <a:pt x="75362" y="57273"/>
                    <a:pt x="74133" y="59566"/>
                    <a:pt x="72697" y="61728"/>
                  </a:cubicBezTo>
                  <a:cubicBezTo>
                    <a:pt x="71251" y="63892"/>
                    <a:pt x="69588" y="65904"/>
                    <a:pt x="67735" y="67732"/>
                  </a:cubicBezTo>
                  <a:cubicBezTo>
                    <a:pt x="60289" y="75158"/>
                    <a:pt x="50215" y="79348"/>
                    <a:pt x="3969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F2AF5701-FB09-5049-89E8-1A10775544DB}"/>
                </a:ext>
              </a:extLst>
            </p:cNvPr>
            <p:cNvSpPr/>
            <p:nvPr/>
          </p:nvSpPr>
          <p:spPr>
            <a:xfrm>
              <a:off x="3033650" y="5080907"/>
              <a:ext cx="79443" cy="79629"/>
            </a:xfrm>
            <a:custGeom>
              <a:avLst/>
              <a:gdLst>
                <a:gd name="connsiteX0" fmla="*/ 39845 w 79443"/>
                <a:gd name="connsiteY0" fmla="*/ 79629 h 79629"/>
                <a:gd name="connsiteX1" fmla="*/ 32105 w 79443"/>
                <a:gd name="connsiteY1" fmla="*/ 78885 h 79629"/>
                <a:gd name="connsiteX2" fmla="*/ 11760 w 79443"/>
                <a:gd name="connsiteY2" fmla="*/ 68018 h 79629"/>
                <a:gd name="connsiteX3" fmla="*/ 6798 w 79443"/>
                <a:gd name="connsiteY3" fmla="*/ 62014 h 79629"/>
                <a:gd name="connsiteX4" fmla="*/ 3027 w 79443"/>
                <a:gd name="connsiteY4" fmla="*/ 54819 h 79629"/>
                <a:gd name="connsiteX5" fmla="*/ 744 w 79443"/>
                <a:gd name="connsiteY5" fmla="*/ 47376 h 79629"/>
                <a:gd name="connsiteX6" fmla="*/ 744 w 79443"/>
                <a:gd name="connsiteY6" fmla="*/ 31844 h 79629"/>
                <a:gd name="connsiteX7" fmla="*/ 3027 w 79443"/>
                <a:gd name="connsiteY7" fmla="*/ 24550 h 79629"/>
                <a:gd name="connsiteX8" fmla="*/ 6699 w 79443"/>
                <a:gd name="connsiteY8" fmla="*/ 17703 h 79629"/>
                <a:gd name="connsiteX9" fmla="*/ 11661 w 79443"/>
                <a:gd name="connsiteY9" fmla="*/ 11649 h 79629"/>
                <a:gd name="connsiteX10" fmla="*/ 17715 w 79443"/>
                <a:gd name="connsiteY10" fmla="*/ 6687 h 79629"/>
                <a:gd name="connsiteX11" fmla="*/ 24562 w 79443"/>
                <a:gd name="connsiteY11" fmla="*/ 3064 h 79629"/>
                <a:gd name="connsiteX12" fmla="*/ 32005 w 79443"/>
                <a:gd name="connsiteY12" fmla="*/ 782 h 79629"/>
                <a:gd name="connsiteX13" fmla="*/ 47487 w 79443"/>
                <a:gd name="connsiteY13" fmla="*/ 782 h 79629"/>
                <a:gd name="connsiteX14" fmla="*/ 54930 w 79443"/>
                <a:gd name="connsiteY14" fmla="*/ 3064 h 79629"/>
                <a:gd name="connsiteX15" fmla="*/ 61778 w 79443"/>
                <a:gd name="connsiteY15" fmla="*/ 6687 h 79629"/>
                <a:gd name="connsiteX16" fmla="*/ 72744 w 79443"/>
                <a:gd name="connsiteY16" fmla="*/ 17703 h 79629"/>
                <a:gd name="connsiteX17" fmla="*/ 76366 w 79443"/>
                <a:gd name="connsiteY17" fmla="*/ 24550 h 79629"/>
                <a:gd name="connsiteX18" fmla="*/ 78649 w 79443"/>
                <a:gd name="connsiteY18" fmla="*/ 31944 h 79629"/>
                <a:gd name="connsiteX19" fmla="*/ 78649 w 79443"/>
                <a:gd name="connsiteY19" fmla="*/ 47475 h 79629"/>
                <a:gd name="connsiteX20" fmla="*/ 76466 w 79443"/>
                <a:gd name="connsiteY20" fmla="*/ 54819 h 79629"/>
                <a:gd name="connsiteX21" fmla="*/ 72843 w 79443"/>
                <a:gd name="connsiteY21" fmla="*/ 61666 h 79629"/>
                <a:gd name="connsiteX22" fmla="*/ 67881 w 79443"/>
                <a:gd name="connsiteY22" fmla="*/ 67671 h 79629"/>
                <a:gd name="connsiteX23" fmla="*/ 61877 w 79443"/>
                <a:gd name="connsiteY23" fmla="*/ 72633 h 79629"/>
                <a:gd name="connsiteX24" fmla="*/ 55029 w 79443"/>
                <a:gd name="connsiteY24" fmla="*/ 76255 h 79629"/>
                <a:gd name="connsiteX25" fmla="*/ 39845 w 79443"/>
                <a:gd name="connsiteY25" fmla="*/ 79282 h 7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43" h="79629">
                  <a:moveTo>
                    <a:pt x="39845" y="79629"/>
                  </a:moveTo>
                  <a:cubicBezTo>
                    <a:pt x="37247" y="79630"/>
                    <a:pt x="34655" y="79381"/>
                    <a:pt x="32105" y="78885"/>
                  </a:cubicBezTo>
                  <a:cubicBezTo>
                    <a:pt x="24397" y="77356"/>
                    <a:pt x="17317" y="73574"/>
                    <a:pt x="11760" y="68018"/>
                  </a:cubicBezTo>
                  <a:cubicBezTo>
                    <a:pt x="9906" y="66191"/>
                    <a:pt x="8243" y="64179"/>
                    <a:pt x="6798" y="62014"/>
                  </a:cubicBezTo>
                  <a:cubicBezTo>
                    <a:pt x="5308" y="59745"/>
                    <a:pt x="4045" y="57335"/>
                    <a:pt x="3027" y="54819"/>
                  </a:cubicBezTo>
                  <a:cubicBezTo>
                    <a:pt x="2049" y="52410"/>
                    <a:pt x="1286" y="49919"/>
                    <a:pt x="744" y="47376"/>
                  </a:cubicBezTo>
                  <a:cubicBezTo>
                    <a:pt x="-248" y="42246"/>
                    <a:pt x="-248" y="36974"/>
                    <a:pt x="744" y="31844"/>
                  </a:cubicBezTo>
                  <a:cubicBezTo>
                    <a:pt x="1284" y="29350"/>
                    <a:pt x="2048" y="26908"/>
                    <a:pt x="3027" y="24550"/>
                  </a:cubicBezTo>
                  <a:cubicBezTo>
                    <a:pt x="4012" y="22148"/>
                    <a:pt x="5242" y="19853"/>
                    <a:pt x="6699" y="17703"/>
                  </a:cubicBezTo>
                  <a:cubicBezTo>
                    <a:pt x="8143" y="15522"/>
                    <a:pt x="9806" y="13493"/>
                    <a:pt x="11661" y="11649"/>
                  </a:cubicBezTo>
                  <a:cubicBezTo>
                    <a:pt x="13520" y="9809"/>
                    <a:pt x="15546" y="8148"/>
                    <a:pt x="17715" y="6687"/>
                  </a:cubicBezTo>
                  <a:cubicBezTo>
                    <a:pt x="19878" y="5265"/>
                    <a:pt x="22170" y="4052"/>
                    <a:pt x="24562" y="3064"/>
                  </a:cubicBezTo>
                  <a:cubicBezTo>
                    <a:pt x="26958" y="2051"/>
                    <a:pt x="29453" y="1286"/>
                    <a:pt x="32005" y="782"/>
                  </a:cubicBezTo>
                  <a:cubicBezTo>
                    <a:pt x="37113" y="-261"/>
                    <a:pt x="42379" y="-261"/>
                    <a:pt x="47487" y="782"/>
                  </a:cubicBezTo>
                  <a:cubicBezTo>
                    <a:pt x="50036" y="1300"/>
                    <a:pt x="52529" y="2065"/>
                    <a:pt x="54930" y="3064"/>
                  </a:cubicBezTo>
                  <a:cubicBezTo>
                    <a:pt x="57312" y="4074"/>
                    <a:pt x="59603" y="5285"/>
                    <a:pt x="61778" y="6687"/>
                  </a:cubicBezTo>
                  <a:cubicBezTo>
                    <a:pt x="66112" y="9614"/>
                    <a:pt x="69836" y="13355"/>
                    <a:pt x="72744" y="17703"/>
                  </a:cubicBezTo>
                  <a:cubicBezTo>
                    <a:pt x="74184" y="19854"/>
                    <a:pt x="75398" y="22149"/>
                    <a:pt x="76366" y="24550"/>
                  </a:cubicBezTo>
                  <a:cubicBezTo>
                    <a:pt x="77373" y="26932"/>
                    <a:pt x="78138" y="29409"/>
                    <a:pt x="78649" y="31944"/>
                  </a:cubicBezTo>
                  <a:cubicBezTo>
                    <a:pt x="79708" y="37067"/>
                    <a:pt x="79708" y="42352"/>
                    <a:pt x="78649" y="47475"/>
                  </a:cubicBezTo>
                  <a:cubicBezTo>
                    <a:pt x="78156" y="49987"/>
                    <a:pt x="77425" y="52446"/>
                    <a:pt x="76466" y="54819"/>
                  </a:cubicBezTo>
                  <a:cubicBezTo>
                    <a:pt x="75476" y="57210"/>
                    <a:pt x="74263" y="59503"/>
                    <a:pt x="72843" y="61666"/>
                  </a:cubicBezTo>
                  <a:cubicBezTo>
                    <a:pt x="71397" y="63830"/>
                    <a:pt x="69734" y="65842"/>
                    <a:pt x="67881" y="67671"/>
                  </a:cubicBezTo>
                  <a:cubicBezTo>
                    <a:pt x="66064" y="69535"/>
                    <a:pt x="64051" y="71199"/>
                    <a:pt x="61877" y="72633"/>
                  </a:cubicBezTo>
                  <a:cubicBezTo>
                    <a:pt x="59714" y="74053"/>
                    <a:pt x="57421" y="75266"/>
                    <a:pt x="55029" y="76255"/>
                  </a:cubicBezTo>
                  <a:cubicBezTo>
                    <a:pt x="50224" y="78277"/>
                    <a:pt x="45059" y="79307"/>
                    <a:pt x="39845" y="7928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7" name="Picture Placeholder 79">
            <a:extLst>
              <a:ext uri="{FF2B5EF4-FFF2-40B4-BE49-F238E27FC236}">
                <a16:creationId xmlns:a16="http://schemas.microsoft.com/office/drawing/2014/main" id="{D99D9C09-9D5D-4661-BE49-571B65CAF0A5}"/>
              </a:ext>
            </a:extLst>
          </p:cNvPr>
          <p:cNvGrpSpPr>
            <a:grpSpLocks noChangeAspect="1"/>
          </p:cNvGrpSpPr>
          <p:nvPr/>
        </p:nvGrpSpPr>
        <p:grpSpPr>
          <a:xfrm>
            <a:off x="4200323" y="4790440"/>
            <a:ext cx="751640" cy="738479"/>
            <a:chOff x="4200323" y="4790440"/>
            <a:chExt cx="751640" cy="738479"/>
          </a:xfrm>
        </p:grpSpPr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BB051720-B70B-6E43-9E20-6B72341874AB}"/>
                </a:ext>
              </a:extLst>
            </p:cNvPr>
            <p:cNvSpPr/>
            <p:nvPr/>
          </p:nvSpPr>
          <p:spPr>
            <a:xfrm>
              <a:off x="4200323" y="5034020"/>
              <a:ext cx="506573" cy="494900"/>
            </a:xfrm>
            <a:custGeom>
              <a:avLst/>
              <a:gdLst>
                <a:gd name="connsiteX0" fmla="*/ 39734 w 506573"/>
                <a:gd name="connsiteY0" fmla="*/ 494900 h 494900"/>
                <a:gd name="connsiteX1" fmla="*/ 0 w 506573"/>
                <a:gd name="connsiteY1" fmla="*/ 455243 h 494900"/>
                <a:gd name="connsiteX2" fmla="*/ 12045 w 506573"/>
                <a:gd name="connsiteY2" fmla="*/ 426721 h 494900"/>
                <a:gd name="connsiteX3" fmla="*/ 439181 w 506573"/>
                <a:gd name="connsiteY3" fmla="*/ 11247 h 494900"/>
                <a:gd name="connsiteX4" fmla="*/ 495327 w 506573"/>
                <a:gd name="connsiteY4" fmla="*/ 12016 h 494900"/>
                <a:gd name="connsiteX5" fmla="*/ 494558 w 506573"/>
                <a:gd name="connsiteY5" fmla="*/ 68162 h 494900"/>
                <a:gd name="connsiteX6" fmla="*/ 67124 w 506573"/>
                <a:gd name="connsiteY6" fmla="*/ 483785 h 494900"/>
                <a:gd name="connsiteX7" fmla="*/ 39734 w 506573"/>
                <a:gd name="connsiteY7" fmla="*/ 494900 h 49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6573" h="494900">
                  <a:moveTo>
                    <a:pt x="39734" y="494900"/>
                  </a:moveTo>
                  <a:cubicBezTo>
                    <a:pt x="17810" y="494920"/>
                    <a:pt x="20" y="477166"/>
                    <a:pt x="0" y="455243"/>
                  </a:cubicBezTo>
                  <a:cubicBezTo>
                    <a:pt x="-10" y="444496"/>
                    <a:pt x="4336" y="434204"/>
                    <a:pt x="12045" y="426721"/>
                  </a:cubicBezTo>
                  <a:lnTo>
                    <a:pt x="439181" y="11247"/>
                  </a:lnTo>
                  <a:cubicBezTo>
                    <a:pt x="454896" y="-4044"/>
                    <a:pt x="480034" y="-3700"/>
                    <a:pt x="495327" y="12016"/>
                  </a:cubicBezTo>
                  <a:cubicBezTo>
                    <a:pt x="510620" y="27733"/>
                    <a:pt x="510272" y="52870"/>
                    <a:pt x="494558" y="68162"/>
                  </a:cubicBezTo>
                  <a:lnTo>
                    <a:pt x="67124" y="483785"/>
                  </a:lnTo>
                  <a:cubicBezTo>
                    <a:pt x="59766" y="490876"/>
                    <a:pt x="49955" y="494860"/>
                    <a:pt x="39734" y="49490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5095A26E-86E6-E943-9807-F184EAA3C048}"/>
                </a:ext>
              </a:extLst>
            </p:cNvPr>
            <p:cNvSpPr/>
            <p:nvPr/>
          </p:nvSpPr>
          <p:spPr>
            <a:xfrm>
              <a:off x="4562098" y="4906070"/>
              <a:ext cx="129902" cy="84662"/>
            </a:xfrm>
            <a:custGeom>
              <a:avLst/>
              <a:gdLst>
                <a:gd name="connsiteX0" fmla="*/ 88223 w 129902"/>
                <a:gd name="connsiteY0" fmla="*/ 84217 h 84662"/>
                <a:gd name="connsiteX1" fmla="*/ 84253 w 129902"/>
                <a:gd name="connsiteY1" fmla="*/ 84217 h 84662"/>
                <a:gd name="connsiteX2" fmla="*/ 36369 w 129902"/>
                <a:gd name="connsiteY2" fmla="*/ 79255 h 84662"/>
                <a:gd name="connsiteX3" fmla="*/ 142 w 129902"/>
                <a:gd name="connsiteY3" fmla="*/ 36369 h 84662"/>
                <a:gd name="connsiteX4" fmla="*/ 43028 w 129902"/>
                <a:gd name="connsiteY4" fmla="*/ 142 h 84662"/>
                <a:gd name="connsiteX5" fmla="*/ 44209 w 129902"/>
                <a:gd name="connsiteY5" fmla="*/ 259 h 84662"/>
                <a:gd name="connsiteX6" fmla="*/ 92093 w 129902"/>
                <a:gd name="connsiteY6" fmla="*/ 5221 h 84662"/>
                <a:gd name="connsiteX7" fmla="*/ 129855 w 129902"/>
                <a:gd name="connsiteY7" fmla="*/ 46853 h 84662"/>
                <a:gd name="connsiteX8" fmla="*/ 88223 w 129902"/>
                <a:gd name="connsiteY8" fmla="*/ 84614 h 8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02" h="84662">
                  <a:moveTo>
                    <a:pt x="88223" y="84217"/>
                  </a:moveTo>
                  <a:cubicBezTo>
                    <a:pt x="86903" y="84291"/>
                    <a:pt x="85573" y="84291"/>
                    <a:pt x="84253" y="84217"/>
                  </a:cubicBezTo>
                  <a:lnTo>
                    <a:pt x="36369" y="79255"/>
                  </a:lnTo>
                  <a:cubicBezTo>
                    <a:pt x="14523" y="77416"/>
                    <a:pt x="-1697" y="58216"/>
                    <a:pt x="142" y="36369"/>
                  </a:cubicBezTo>
                  <a:cubicBezTo>
                    <a:pt x="1981" y="14523"/>
                    <a:pt x="21182" y="-1697"/>
                    <a:pt x="43028" y="142"/>
                  </a:cubicBezTo>
                  <a:cubicBezTo>
                    <a:pt x="43423" y="175"/>
                    <a:pt x="43816" y="214"/>
                    <a:pt x="44209" y="259"/>
                  </a:cubicBezTo>
                  <a:lnTo>
                    <a:pt x="92093" y="5221"/>
                  </a:lnTo>
                  <a:cubicBezTo>
                    <a:pt x="114016" y="6290"/>
                    <a:pt x="130922" y="24929"/>
                    <a:pt x="129855" y="46853"/>
                  </a:cubicBezTo>
                  <a:cubicBezTo>
                    <a:pt x="128788" y="68777"/>
                    <a:pt x="110145" y="85683"/>
                    <a:pt x="88223" y="846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077F7772-3F92-4645-BC6A-9398E11DB68C}"/>
                </a:ext>
              </a:extLst>
            </p:cNvPr>
            <p:cNvSpPr/>
            <p:nvPr/>
          </p:nvSpPr>
          <p:spPr>
            <a:xfrm>
              <a:off x="4708675" y="4946403"/>
              <a:ext cx="79343" cy="79462"/>
            </a:xfrm>
            <a:custGeom>
              <a:avLst/>
              <a:gdLst>
                <a:gd name="connsiteX0" fmla="*/ 39548 w 79343"/>
                <a:gd name="connsiteY0" fmla="*/ 79463 h 79462"/>
                <a:gd name="connsiteX1" fmla="*/ 31807 w 79343"/>
                <a:gd name="connsiteY1" fmla="*/ 78669 h 79462"/>
                <a:gd name="connsiteX2" fmla="*/ 17665 w 79343"/>
                <a:gd name="connsiteY2" fmla="*/ 72764 h 79462"/>
                <a:gd name="connsiteX3" fmla="*/ 6699 w 79343"/>
                <a:gd name="connsiteY3" fmla="*/ 61798 h 79462"/>
                <a:gd name="connsiteX4" fmla="*/ 3027 w 79343"/>
                <a:gd name="connsiteY4" fmla="*/ 54950 h 79462"/>
                <a:gd name="connsiteX5" fmla="*/ 794 w 79343"/>
                <a:gd name="connsiteY5" fmla="*/ 47507 h 79462"/>
                <a:gd name="connsiteX6" fmla="*/ 0 w 79343"/>
                <a:gd name="connsiteY6" fmla="*/ 39766 h 79462"/>
                <a:gd name="connsiteX7" fmla="*/ 794 w 79343"/>
                <a:gd name="connsiteY7" fmla="*/ 31976 h 79462"/>
                <a:gd name="connsiteX8" fmla="*/ 2779 w 79343"/>
                <a:gd name="connsiteY8" fmla="*/ 24582 h 79462"/>
                <a:gd name="connsiteX9" fmla="*/ 6451 w 79343"/>
                <a:gd name="connsiteY9" fmla="*/ 17735 h 79462"/>
                <a:gd name="connsiteX10" fmla="*/ 11413 w 79343"/>
                <a:gd name="connsiteY10" fmla="*/ 11681 h 79462"/>
                <a:gd name="connsiteX11" fmla="*/ 47437 w 79343"/>
                <a:gd name="connsiteY11" fmla="*/ 764 h 79462"/>
                <a:gd name="connsiteX12" fmla="*/ 54831 w 79343"/>
                <a:gd name="connsiteY12" fmla="*/ 3047 h 79462"/>
                <a:gd name="connsiteX13" fmla="*/ 61679 w 79343"/>
                <a:gd name="connsiteY13" fmla="*/ 6719 h 79462"/>
                <a:gd name="connsiteX14" fmla="*/ 72645 w 79343"/>
                <a:gd name="connsiteY14" fmla="*/ 17685 h 79462"/>
                <a:gd name="connsiteX15" fmla="*/ 76317 w 79343"/>
                <a:gd name="connsiteY15" fmla="*/ 24533 h 79462"/>
                <a:gd name="connsiteX16" fmla="*/ 78550 w 79343"/>
                <a:gd name="connsiteY16" fmla="*/ 31926 h 79462"/>
                <a:gd name="connsiteX17" fmla="*/ 79344 w 79343"/>
                <a:gd name="connsiteY17" fmla="*/ 39716 h 79462"/>
                <a:gd name="connsiteX18" fmla="*/ 78550 w 79343"/>
                <a:gd name="connsiteY18" fmla="*/ 47457 h 79462"/>
                <a:gd name="connsiteX19" fmla="*/ 76317 w 79343"/>
                <a:gd name="connsiteY19" fmla="*/ 54900 h 79462"/>
                <a:gd name="connsiteX20" fmla="*/ 72645 w 79343"/>
                <a:gd name="connsiteY20" fmla="*/ 61748 h 79462"/>
                <a:gd name="connsiteX21" fmla="*/ 67683 w 79343"/>
                <a:gd name="connsiteY21" fmla="*/ 67802 h 79462"/>
                <a:gd name="connsiteX22" fmla="*/ 61629 w 79343"/>
                <a:gd name="connsiteY22" fmla="*/ 72764 h 79462"/>
                <a:gd name="connsiteX23" fmla="*/ 47437 w 79343"/>
                <a:gd name="connsiteY23" fmla="*/ 78669 h 79462"/>
                <a:gd name="connsiteX24" fmla="*/ 39548 w 79343"/>
                <a:gd name="connsiteY24" fmla="*/ 79463 h 7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43" h="79462">
                  <a:moveTo>
                    <a:pt x="39548" y="79463"/>
                  </a:moveTo>
                  <a:cubicBezTo>
                    <a:pt x="36948" y="79447"/>
                    <a:pt x="34357" y="79181"/>
                    <a:pt x="31807" y="78669"/>
                  </a:cubicBezTo>
                  <a:cubicBezTo>
                    <a:pt x="26765" y="77604"/>
                    <a:pt x="21967" y="75601"/>
                    <a:pt x="17665" y="72764"/>
                  </a:cubicBezTo>
                  <a:cubicBezTo>
                    <a:pt x="13318" y="69872"/>
                    <a:pt x="9592" y="66144"/>
                    <a:pt x="6699" y="61798"/>
                  </a:cubicBezTo>
                  <a:cubicBezTo>
                    <a:pt x="5265" y="59635"/>
                    <a:pt x="4034" y="57343"/>
                    <a:pt x="3027" y="54950"/>
                  </a:cubicBezTo>
                  <a:cubicBezTo>
                    <a:pt x="2044" y="52547"/>
                    <a:pt x="1295" y="50054"/>
                    <a:pt x="794" y="47507"/>
                  </a:cubicBezTo>
                  <a:cubicBezTo>
                    <a:pt x="258" y="44961"/>
                    <a:pt x="-5" y="42367"/>
                    <a:pt x="0" y="39766"/>
                  </a:cubicBezTo>
                  <a:cubicBezTo>
                    <a:pt x="-5" y="37149"/>
                    <a:pt x="258" y="34538"/>
                    <a:pt x="794" y="31976"/>
                  </a:cubicBezTo>
                  <a:cubicBezTo>
                    <a:pt x="1206" y="29451"/>
                    <a:pt x="1871" y="26974"/>
                    <a:pt x="2779" y="24582"/>
                  </a:cubicBezTo>
                  <a:cubicBezTo>
                    <a:pt x="3766" y="22180"/>
                    <a:pt x="4997" y="19885"/>
                    <a:pt x="6451" y="17735"/>
                  </a:cubicBezTo>
                  <a:cubicBezTo>
                    <a:pt x="7895" y="15555"/>
                    <a:pt x="9557" y="13527"/>
                    <a:pt x="11413" y="11681"/>
                  </a:cubicBezTo>
                  <a:cubicBezTo>
                    <a:pt x="20851" y="2265"/>
                    <a:pt x="34362" y="-1828"/>
                    <a:pt x="47437" y="764"/>
                  </a:cubicBezTo>
                  <a:cubicBezTo>
                    <a:pt x="49968" y="1299"/>
                    <a:pt x="52439" y="2063"/>
                    <a:pt x="54831" y="3047"/>
                  </a:cubicBezTo>
                  <a:cubicBezTo>
                    <a:pt x="57233" y="4032"/>
                    <a:pt x="59530" y="5262"/>
                    <a:pt x="61679" y="6719"/>
                  </a:cubicBezTo>
                  <a:cubicBezTo>
                    <a:pt x="66055" y="9574"/>
                    <a:pt x="69792" y="13308"/>
                    <a:pt x="72645" y="17685"/>
                  </a:cubicBezTo>
                  <a:cubicBezTo>
                    <a:pt x="74099" y="19835"/>
                    <a:pt x="75329" y="22130"/>
                    <a:pt x="76317" y="24533"/>
                  </a:cubicBezTo>
                  <a:cubicBezTo>
                    <a:pt x="77309" y="26916"/>
                    <a:pt x="78053" y="29393"/>
                    <a:pt x="78550" y="31926"/>
                  </a:cubicBezTo>
                  <a:cubicBezTo>
                    <a:pt x="79086" y="34488"/>
                    <a:pt x="79349" y="37099"/>
                    <a:pt x="79344" y="39716"/>
                  </a:cubicBezTo>
                  <a:cubicBezTo>
                    <a:pt x="79349" y="42318"/>
                    <a:pt x="79086" y="44912"/>
                    <a:pt x="78550" y="47457"/>
                  </a:cubicBezTo>
                  <a:cubicBezTo>
                    <a:pt x="78049" y="50005"/>
                    <a:pt x="77299" y="52498"/>
                    <a:pt x="76317" y="54900"/>
                  </a:cubicBezTo>
                  <a:cubicBezTo>
                    <a:pt x="75309" y="57293"/>
                    <a:pt x="74079" y="59586"/>
                    <a:pt x="72645" y="61748"/>
                  </a:cubicBezTo>
                  <a:cubicBezTo>
                    <a:pt x="71201" y="63929"/>
                    <a:pt x="69539" y="65957"/>
                    <a:pt x="67683" y="67802"/>
                  </a:cubicBezTo>
                  <a:cubicBezTo>
                    <a:pt x="65827" y="69643"/>
                    <a:pt x="63797" y="71304"/>
                    <a:pt x="61629" y="72764"/>
                  </a:cubicBezTo>
                  <a:cubicBezTo>
                    <a:pt x="57312" y="75606"/>
                    <a:pt x="52499" y="77610"/>
                    <a:pt x="47437" y="78669"/>
                  </a:cubicBezTo>
                  <a:cubicBezTo>
                    <a:pt x="44842" y="79190"/>
                    <a:pt x="42198" y="79456"/>
                    <a:pt x="39548" y="794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B3CBC964-1650-C945-8212-045B10D5DA73}"/>
                </a:ext>
              </a:extLst>
            </p:cNvPr>
            <p:cNvSpPr/>
            <p:nvPr/>
          </p:nvSpPr>
          <p:spPr>
            <a:xfrm>
              <a:off x="4795750" y="4824775"/>
              <a:ext cx="113105" cy="114800"/>
            </a:xfrm>
            <a:custGeom>
              <a:avLst/>
              <a:gdLst>
                <a:gd name="connsiteX0" fmla="*/ 39756 w 113105"/>
                <a:gd name="connsiteY0" fmla="*/ 114800 h 114800"/>
                <a:gd name="connsiteX1" fmla="*/ 0 w 113105"/>
                <a:gd name="connsiteY1" fmla="*/ 75165 h 114800"/>
                <a:gd name="connsiteX2" fmla="*/ 10728 w 113105"/>
                <a:gd name="connsiteY2" fmla="*/ 47961 h 114800"/>
                <a:gd name="connsiteX3" fmla="*/ 43825 w 113105"/>
                <a:gd name="connsiteY3" fmla="*/ 13227 h 114800"/>
                <a:gd name="connsiteX4" fmla="*/ 99877 w 113105"/>
                <a:gd name="connsiteY4" fmla="*/ 10114 h 114800"/>
                <a:gd name="connsiteX5" fmla="*/ 102993 w 113105"/>
                <a:gd name="connsiteY5" fmla="*/ 66167 h 114800"/>
                <a:gd name="connsiteX6" fmla="*/ 101435 w 113105"/>
                <a:gd name="connsiteY6" fmla="*/ 67810 h 114800"/>
                <a:gd name="connsiteX7" fmla="*/ 68338 w 113105"/>
                <a:gd name="connsiteY7" fmla="*/ 102544 h 114800"/>
                <a:gd name="connsiteX8" fmla="*/ 39756 w 113105"/>
                <a:gd name="connsiteY8" fmla="*/ 114800 h 11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105" h="114800">
                  <a:moveTo>
                    <a:pt x="39756" y="114800"/>
                  </a:moveTo>
                  <a:cubicBezTo>
                    <a:pt x="17834" y="114834"/>
                    <a:pt x="35" y="97089"/>
                    <a:pt x="0" y="75165"/>
                  </a:cubicBezTo>
                  <a:cubicBezTo>
                    <a:pt x="-15" y="65062"/>
                    <a:pt x="3821" y="55333"/>
                    <a:pt x="10728" y="47961"/>
                  </a:cubicBezTo>
                  <a:lnTo>
                    <a:pt x="43825" y="13227"/>
                  </a:lnTo>
                  <a:cubicBezTo>
                    <a:pt x="58443" y="-3111"/>
                    <a:pt x="83542" y="-4505"/>
                    <a:pt x="99877" y="10114"/>
                  </a:cubicBezTo>
                  <a:cubicBezTo>
                    <a:pt x="116217" y="24733"/>
                    <a:pt x="117611" y="49829"/>
                    <a:pt x="102993" y="66167"/>
                  </a:cubicBezTo>
                  <a:cubicBezTo>
                    <a:pt x="102487" y="66729"/>
                    <a:pt x="101971" y="67277"/>
                    <a:pt x="101435" y="67810"/>
                  </a:cubicBezTo>
                  <a:lnTo>
                    <a:pt x="68338" y="102544"/>
                  </a:lnTo>
                  <a:cubicBezTo>
                    <a:pt x="60875" y="110346"/>
                    <a:pt x="50554" y="114772"/>
                    <a:pt x="39756" y="1148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237D5014-5543-334D-A159-59D86482C666}"/>
                </a:ext>
              </a:extLst>
            </p:cNvPr>
            <p:cNvSpPr/>
            <p:nvPr/>
          </p:nvSpPr>
          <p:spPr>
            <a:xfrm>
              <a:off x="4822061" y="4963035"/>
              <a:ext cx="129903" cy="84662"/>
            </a:xfrm>
            <a:custGeom>
              <a:avLst/>
              <a:gdLst>
                <a:gd name="connsiteX0" fmla="*/ 88224 w 129903"/>
                <a:gd name="connsiteY0" fmla="*/ 84217 h 84662"/>
                <a:gd name="connsiteX1" fmla="*/ 84204 w 129903"/>
                <a:gd name="connsiteY1" fmla="*/ 84217 h 84662"/>
                <a:gd name="connsiteX2" fmla="*/ 36370 w 129903"/>
                <a:gd name="connsiteY2" fmla="*/ 79255 h 84662"/>
                <a:gd name="connsiteX3" fmla="*/ 142 w 129903"/>
                <a:gd name="connsiteY3" fmla="*/ 36369 h 84662"/>
                <a:gd name="connsiteX4" fmla="*/ 43029 w 129903"/>
                <a:gd name="connsiteY4" fmla="*/ 142 h 84662"/>
                <a:gd name="connsiteX5" fmla="*/ 44210 w 129903"/>
                <a:gd name="connsiteY5" fmla="*/ 259 h 84662"/>
                <a:gd name="connsiteX6" fmla="*/ 92094 w 129903"/>
                <a:gd name="connsiteY6" fmla="*/ 5221 h 84662"/>
                <a:gd name="connsiteX7" fmla="*/ 129855 w 129903"/>
                <a:gd name="connsiteY7" fmla="*/ 46853 h 84662"/>
                <a:gd name="connsiteX8" fmla="*/ 88224 w 129903"/>
                <a:gd name="connsiteY8" fmla="*/ 84614 h 8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03" h="84662">
                  <a:moveTo>
                    <a:pt x="88224" y="84217"/>
                  </a:moveTo>
                  <a:cubicBezTo>
                    <a:pt x="86884" y="84291"/>
                    <a:pt x="85544" y="84291"/>
                    <a:pt x="84204" y="84217"/>
                  </a:cubicBezTo>
                  <a:lnTo>
                    <a:pt x="36370" y="79255"/>
                  </a:lnTo>
                  <a:cubicBezTo>
                    <a:pt x="14522" y="77416"/>
                    <a:pt x="-1694" y="58216"/>
                    <a:pt x="142" y="36369"/>
                  </a:cubicBezTo>
                  <a:cubicBezTo>
                    <a:pt x="1983" y="14523"/>
                    <a:pt x="21181" y="-1697"/>
                    <a:pt x="43029" y="142"/>
                  </a:cubicBezTo>
                  <a:cubicBezTo>
                    <a:pt x="43421" y="175"/>
                    <a:pt x="43818" y="214"/>
                    <a:pt x="44210" y="259"/>
                  </a:cubicBezTo>
                  <a:lnTo>
                    <a:pt x="92094" y="5221"/>
                  </a:lnTo>
                  <a:cubicBezTo>
                    <a:pt x="114016" y="6290"/>
                    <a:pt x="130922" y="24929"/>
                    <a:pt x="129855" y="46853"/>
                  </a:cubicBezTo>
                  <a:cubicBezTo>
                    <a:pt x="128788" y="68777"/>
                    <a:pt x="110146" y="85683"/>
                    <a:pt x="88224" y="846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13392111-5677-BA44-8DE6-1ABFF22493C9}"/>
                </a:ext>
              </a:extLst>
            </p:cNvPr>
            <p:cNvSpPr/>
            <p:nvPr/>
          </p:nvSpPr>
          <p:spPr>
            <a:xfrm>
              <a:off x="4741123" y="5044477"/>
              <a:ext cx="82916" cy="127474"/>
            </a:xfrm>
            <a:custGeom>
              <a:avLst/>
              <a:gdLst>
                <a:gd name="connsiteX0" fmla="*/ 39502 w 82916"/>
                <a:gd name="connsiteY0" fmla="*/ 127472 h 127474"/>
                <a:gd name="connsiteX1" fmla="*/ 36773 w 82916"/>
                <a:gd name="connsiteY1" fmla="*/ 127472 h 127474"/>
                <a:gd name="connsiteX2" fmla="*/ 103 w 82916"/>
                <a:gd name="connsiteY2" fmla="*/ 85046 h 127474"/>
                <a:gd name="connsiteX3" fmla="*/ 3428 w 82916"/>
                <a:gd name="connsiteY3" fmla="*/ 37063 h 127474"/>
                <a:gd name="connsiteX4" fmla="*/ 45853 w 82916"/>
                <a:gd name="connsiteY4" fmla="*/ 95 h 127474"/>
                <a:gd name="connsiteX5" fmla="*/ 82821 w 82916"/>
                <a:gd name="connsiteY5" fmla="*/ 42521 h 127474"/>
                <a:gd name="connsiteX6" fmla="*/ 79546 w 82916"/>
                <a:gd name="connsiteY6" fmla="*/ 90504 h 127474"/>
                <a:gd name="connsiteX7" fmla="*/ 39502 w 82916"/>
                <a:gd name="connsiteY7" fmla="*/ 127472 h 12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916" h="127474">
                  <a:moveTo>
                    <a:pt x="39502" y="127472"/>
                  </a:moveTo>
                  <a:lnTo>
                    <a:pt x="36773" y="127472"/>
                  </a:lnTo>
                  <a:cubicBezTo>
                    <a:pt x="14945" y="125858"/>
                    <a:pt x="-1460" y="106879"/>
                    <a:pt x="103" y="85046"/>
                  </a:cubicBezTo>
                  <a:lnTo>
                    <a:pt x="3428" y="37063"/>
                  </a:lnTo>
                  <a:cubicBezTo>
                    <a:pt x="4936" y="15139"/>
                    <a:pt x="23931" y="-1412"/>
                    <a:pt x="45853" y="95"/>
                  </a:cubicBezTo>
                  <a:cubicBezTo>
                    <a:pt x="67776" y="1603"/>
                    <a:pt x="84329" y="20597"/>
                    <a:pt x="82821" y="42521"/>
                  </a:cubicBezTo>
                  <a:lnTo>
                    <a:pt x="79546" y="90504"/>
                  </a:lnTo>
                  <a:cubicBezTo>
                    <a:pt x="78102" y="111490"/>
                    <a:pt x="60536" y="127705"/>
                    <a:pt x="39502" y="1274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9BADCFD9-93EC-9E4B-B67A-296942D4CB63}"/>
                </a:ext>
              </a:extLst>
            </p:cNvPr>
            <p:cNvSpPr/>
            <p:nvPr/>
          </p:nvSpPr>
          <p:spPr>
            <a:xfrm>
              <a:off x="4686445" y="4790440"/>
              <a:ext cx="84750" cy="127452"/>
            </a:xfrm>
            <a:custGeom>
              <a:avLst/>
              <a:gdLst>
                <a:gd name="connsiteX0" fmla="*/ 44857 w 84750"/>
                <a:gd name="connsiteY0" fmla="*/ 127451 h 127452"/>
                <a:gd name="connsiteX1" fmla="*/ 5160 w 84750"/>
                <a:gd name="connsiteY1" fmla="*/ 91724 h 127452"/>
                <a:gd name="connsiteX2" fmla="*/ 198 w 84750"/>
                <a:gd name="connsiteY2" fmla="*/ 43840 h 127452"/>
                <a:gd name="connsiteX3" fmla="*/ 35950 w 84750"/>
                <a:gd name="connsiteY3" fmla="*/ 198 h 127452"/>
                <a:gd name="connsiteX4" fmla="*/ 79592 w 84750"/>
                <a:gd name="connsiteY4" fmla="*/ 35950 h 127452"/>
                <a:gd name="connsiteX5" fmla="*/ 84554 w 84750"/>
                <a:gd name="connsiteY5" fmla="*/ 83834 h 127452"/>
                <a:gd name="connsiteX6" fmla="*/ 49025 w 84750"/>
                <a:gd name="connsiteY6" fmla="*/ 127252 h 127452"/>
                <a:gd name="connsiteX7" fmla="*/ 44857 w 84750"/>
                <a:gd name="connsiteY7" fmla="*/ 127451 h 1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750" h="127452">
                  <a:moveTo>
                    <a:pt x="44857" y="127451"/>
                  </a:moveTo>
                  <a:cubicBezTo>
                    <a:pt x="24393" y="127553"/>
                    <a:pt x="7205" y="112084"/>
                    <a:pt x="5160" y="91724"/>
                  </a:cubicBezTo>
                  <a:lnTo>
                    <a:pt x="198" y="43840"/>
                  </a:lnTo>
                  <a:cubicBezTo>
                    <a:pt x="-1980" y="21916"/>
                    <a:pt x="14028" y="2377"/>
                    <a:pt x="35950" y="198"/>
                  </a:cubicBezTo>
                  <a:cubicBezTo>
                    <a:pt x="57873" y="-1980"/>
                    <a:pt x="77413" y="14026"/>
                    <a:pt x="79592" y="35950"/>
                  </a:cubicBezTo>
                  <a:lnTo>
                    <a:pt x="84554" y="83834"/>
                  </a:lnTo>
                  <a:cubicBezTo>
                    <a:pt x="86717" y="105630"/>
                    <a:pt x="70819" y="125060"/>
                    <a:pt x="49025" y="127252"/>
                  </a:cubicBezTo>
                  <a:cubicBezTo>
                    <a:pt x="47641" y="127398"/>
                    <a:pt x="46251" y="127465"/>
                    <a:pt x="44857" y="12745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5" name="Picture Placeholder 81">
            <a:extLst>
              <a:ext uri="{FF2B5EF4-FFF2-40B4-BE49-F238E27FC236}">
                <a16:creationId xmlns:a16="http://schemas.microsoft.com/office/drawing/2014/main" id="{B6C12731-CF1F-48C3-8DA0-4CF893A7E516}"/>
              </a:ext>
            </a:extLst>
          </p:cNvPr>
          <p:cNvGrpSpPr>
            <a:grpSpLocks noChangeAspect="1"/>
          </p:cNvGrpSpPr>
          <p:nvPr/>
        </p:nvGrpSpPr>
        <p:grpSpPr>
          <a:xfrm>
            <a:off x="5521143" y="4823711"/>
            <a:ext cx="742723" cy="738206"/>
            <a:chOff x="5521143" y="4823711"/>
            <a:chExt cx="742723" cy="738206"/>
          </a:xfrm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EB059836-56F5-7D4D-97A3-B3D7D71365B6}"/>
                </a:ext>
              </a:extLst>
            </p:cNvPr>
            <p:cNvSpPr/>
            <p:nvPr/>
          </p:nvSpPr>
          <p:spPr>
            <a:xfrm>
              <a:off x="5675910" y="4823711"/>
              <a:ext cx="415474" cy="322534"/>
            </a:xfrm>
            <a:custGeom>
              <a:avLst/>
              <a:gdLst>
                <a:gd name="connsiteX0" fmla="*/ 375778 w 415474"/>
                <a:gd name="connsiteY0" fmla="*/ 322534 h 322534"/>
                <a:gd name="connsiteX1" fmla="*/ 336081 w 415474"/>
                <a:gd name="connsiteY1" fmla="*/ 282838 h 322534"/>
                <a:gd name="connsiteX2" fmla="*/ 336081 w 415474"/>
                <a:gd name="connsiteY2" fmla="*/ 79393 h 322534"/>
                <a:gd name="connsiteX3" fmla="*/ 79393 w 415474"/>
                <a:gd name="connsiteY3" fmla="*/ 79393 h 322534"/>
                <a:gd name="connsiteX4" fmla="*/ 79393 w 415474"/>
                <a:gd name="connsiteY4" fmla="*/ 282838 h 322534"/>
                <a:gd name="connsiteX5" fmla="*/ 39697 w 415474"/>
                <a:gd name="connsiteY5" fmla="*/ 322534 h 322534"/>
                <a:gd name="connsiteX6" fmla="*/ 0 w 415474"/>
                <a:gd name="connsiteY6" fmla="*/ 282838 h 322534"/>
                <a:gd name="connsiteX7" fmla="*/ 0 w 415474"/>
                <a:gd name="connsiteY7" fmla="*/ 39697 h 322534"/>
                <a:gd name="connsiteX8" fmla="*/ 39697 w 415474"/>
                <a:gd name="connsiteY8" fmla="*/ 0 h 322534"/>
                <a:gd name="connsiteX9" fmla="*/ 375778 w 415474"/>
                <a:gd name="connsiteY9" fmla="*/ 0 h 322534"/>
                <a:gd name="connsiteX10" fmla="*/ 415475 w 415474"/>
                <a:gd name="connsiteY10" fmla="*/ 39697 h 322534"/>
                <a:gd name="connsiteX11" fmla="*/ 415475 w 415474"/>
                <a:gd name="connsiteY11" fmla="*/ 282838 h 322534"/>
                <a:gd name="connsiteX12" fmla="*/ 375778 w 415474"/>
                <a:gd name="connsiteY12" fmla="*/ 322534 h 3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5474" h="322534">
                  <a:moveTo>
                    <a:pt x="375778" y="322534"/>
                  </a:moveTo>
                  <a:cubicBezTo>
                    <a:pt x="353855" y="322534"/>
                    <a:pt x="336081" y="304762"/>
                    <a:pt x="336081" y="282838"/>
                  </a:cubicBezTo>
                  <a:lnTo>
                    <a:pt x="336081" y="79393"/>
                  </a:lnTo>
                  <a:lnTo>
                    <a:pt x="79393" y="79393"/>
                  </a:lnTo>
                  <a:lnTo>
                    <a:pt x="79393" y="282838"/>
                  </a:lnTo>
                  <a:cubicBezTo>
                    <a:pt x="79393" y="304762"/>
                    <a:pt x="61621" y="322534"/>
                    <a:pt x="39697" y="322534"/>
                  </a:cubicBezTo>
                  <a:cubicBezTo>
                    <a:pt x="17773" y="322534"/>
                    <a:pt x="0" y="304762"/>
                    <a:pt x="0" y="28283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75778" y="0"/>
                  </a:lnTo>
                  <a:cubicBezTo>
                    <a:pt x="397700" y="0"/>
                    <a:pt x="415475" y="17773"/>
                    <a:pt x="415475" y="39697"/>
                  </a:cubicBezTo>
                  <a:lnTo>
                    <a:pt x="415475" y="282838"/>
                  </a:lnTo>
                  <a:cubicBezTo>
                    <a:pt x="415475" y="304762"/>
                    <a:pt x="397700" y="322534"/>
                    <a:pt x="375778" y="3225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F029FC2B-0148-2E45-A342-DD5D6041DE38}"/>
                </a:ext>
              </a:extLst>
            </p:cNvPr>
            <p:cNvSpPr/>
            <p:nvPr/>
          </p:nvSpPr>
          <p:spPr>
            <a:xfrm>
              <a:off x="5521143" y="5070772"/>
              <a:ext cx="742723" cy="365158"/>
            </a:xfrm>
            <a:custGeom>
              <a:avLst/>
              <a:gdLst>
                <a:gd name="connsiteX0" fmla="*/ 703027 w 742723"/>
                <a:gd name="connsiteY0" fmla="*/ 365159 h 365158"/>
                <a:gd name="connsiteX1" fmla="*/ 532629 w 742723"/>
                <a:gd name="connsiteY1" fmla="*/ 365159 h 365158"/>
                <a:gd name="connsiteX2" fmla="*/ 492932 w 742723"/>
                <a:gd name="connsiteY2" fmla="*/ 325462 h 365158"/>
                <a:gd name="connsiteX3" fmla="*/ 532629 w 742723"/>
                <a:gd name="connsiteY3" fmla="*/ 285766 h 365158"/>
                <a:gd name="connsiteX4" fmla="*/ 663181 w 742723"/>
                <a:gd name="connsiteY4" fmla="*/ 285766 h 365158"/>
                <a:gd name="connsiteX5" fmla="*/ 663181 w 742723"/>
                <a:gd name="connsiteY5" fmla="*/ 79393 h 365158"/>
                <a:gd name="connsiteX6" fmla="*/ 79393 w 742723"/>
                <a:gd name="connsiteY6" fmla="*/ 79393 h 365158"/>
                <a:gd name="connsiteX7" fmla="*/ 79393 w 742723"/>
                <a:gd name="connsiteY7" fmla="*/ 285766 h 365158"/>
                <a:gd name="connsiteX8" fmla="*/ 159084 w 742723"/>
                <a:gd name="connsiteY8" fmla="*/ 285766 h 365158"/>
                <a:gd name="connsiteX9" fmla="*/ 198781 w 742723"/>
                <a:gd name="connsiteY9" fmla="*/ 325462 h 365158"/>
                <a:gd name="connsiteX10" fmla="*/ 159084 w 742723"/>
                <a:gd name="connsiteY10" fmla="*/ 365159 h 365158"/>
                <a:gd name="connsiteX11" fmla="*/ 39697 w 742723"/>
                <a:gd name="connsiteY11" fmla="*/ 365159 h 365158"/>
                <a:gd name="connsiteX12" fmla="*/ 0 w 742723"/>
                <a:gd name="connsiteY12" fmla="*/ 325462 h 365158"/>
                <a:gd name="connsiteX13" fmla="*/ 0 w 742723"/>
                <a:gd name="connsiteY13" fmla="*/ 39697 h 365158"/>
                <a:gd name="connsiteX14" fmla="*/ 39697 w 742723"/>
                <a:gd name="connsiteY14" fmla="*/ 0 h 365158"/>
                <a:gd name="connsiteX15" fmla="*/ 703027 w 742723"/>
                <a:gd name="connsiteY15" fmla="*/ 0 h 365158"/>
                <a:gd name="connsiteX16" fmla="*/ 742723 w 742723"/>
                <a:gd name="connsiteY16" fmla="*/ 39697 h 365158"/>
                <a:gd name="connsiteX17" fmla="*/ 742723 w 742723"/>
                <a:gd name="connsiteY17" fmla="*/ 325462 h 365158"/>
                <a:gd name="connsiteX18" fmla="*/ 703027 w 742723"/>
                <a:gd name="connsiteY18" fmla="*/ 365159 h 36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42723" h="365158">
                  <a:moveTo>
                    <a:pt x="703027" y="365159"/>
                  </a:moveTo>
                  <a:lnTo>
                    <a:pt x="532629" y="365159"/>
                  </a:lnTo>
                  <a:cubicBezTo>
                    <a:pt x="510707" y="365159"/>
                    <a:pt x="492932" y="347385"/>
                    <a:pt x="492932" y="325462"/>
                  </a:cubicBezTo>
                  <a:cubicBezTo>
                    <a:pt x="492932" y="303540"/>
                    <a:pt x="510707" y="285766"/>
                    <a:pt x="532629" y="285766"/>
                  </a:cubicBezTo>
                  <a:lnTo>
                    <a:pt x="663181" y="285766"/>
                  </a:lnTo>
                  <a:lnTo>
                    <a:pt x="663181" y="79393"/>
                  </a:lnTo>
                  <a:lnTo>
                    <a:pt x="79393" y="79393"/>
                  </a:lnTo>
                  <a:lnTo>
                    <a:pt x="79393" y="285766"/>
                  </a:lnTo>
                  <a:lnTo>
                    <a:pt x="159084" y="285766"/>
                  </a:lnTo>
                  <a:cubicBezTo>
                    <a:pt x="181008" y="285766"/>
                    <a:pt x="198781" y="303540"/>
                    <a:pt x="198781" y="325462"/>
                  </a:cubicBezTo>
                  <a:cubicBezTo>
                    <a:pt x="198781" y="347385"/>
                    <a:pt x="181008" y="365159"/>
                    <a:pt x="159084" y="365159"/>
                  </a:cubicBezTo>
                  <a:lnTo>
                    <a:pt x="39697" y="365159"/>
                  </a:lnTo>
                  <a:cubicBezTo>
                    <a:pt x="17773" y="365159"/>
                    <a:pt x="0" y="347385"/>
                    <a:pt x="0" y="32546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3027" y="0"/>
                  </a:lnTo>
                  <a:cubicBezTo>
                    <a:pt x="724949" y="0"/>
                    <a:pt x="742723" y="17773"/>
                    <a:pt x="742723" y="39697"/>
                  </a:cubicBezTo>
                  <a:lnTo>
                    <a:pt x="742723" y="325462"/>
                  </a:lnTo>
                  <a:cubicBezTo>
                    <a:pt x="742723" y="347385"/>
                    <a:pt x="724949" y="365159"/>
                    <a:pt x="703027" y="36515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42944636-95E7-9648-9A3A-4A4826E70135}"/>
                </a:ext>
              </a:extLst>
            </p:cNvPr>
            <p:cNvSpPr/>
            <p:nvPr/>
          </p:nvSpPr>
          <p:spPr>
            <a:xfrm>
              <a:off x="6063647" y="5166305"/>
              <a:ext cx="79443" cy="79380"/>
            </a:xfrm>
            <a:custGeom>
              <a:avLst/>
              <a:gdLst>
                <a:gd name="connsiteX0" fmla="*/ 39746 w 79443"/>
                <a:gd name="connsiteY0" fmla="*/ 79380 h 79380"/>
                <a:gd name="connsiteX1" fmla="*/ 11661 w 79443"/>
                <a:gd name="connsiteY1" fmla="*/ 67769 h 79380"/>
                <a:gd name="connsiteX2" fmla="*/ 6699 w 79443"/>
                <a:gd name="connsiteY2" fmla="*/ 61715 h 79380"/>
                <a:gd name="connsiteX3" fmla="*/ 3027 w 79443"/>
                <a:gd name="connsiteY3" fmla="*/ 54868 h 79380"/>
                <a:gd name="connsiteX4" fmla="*/ 794 w 79443"/>
                <a:gd name="connsiteY4" fmla="*/ 47425 h 79380"/>
                <a:gd name="connsiteX5" fmla="*/ 0 w 79443"/>
                <a:gd name="connsiteY5" fmla="*/ 39684 h 79380"/>
                <a:gd name="connsiteX6" fmla="*/ 794 w 79443"/>
                <a:gd name="connsiteY6" fmla="*/ 31893 h 79380"/>
                <a:gd name="connsiteX7" fmla="*/ 3027 w 79443"/>
                <a:gd name="connsiteY7" fmla="*/ 24500 h 79380"/>
                <a:gd name="connsiteX8" fmla="*/ 6699 w 79443"/>
                <a:gd name="connsiteY8" fmla="*/ 17652 h 79380"/>
                <a:gd name="connsiteX9" fmla="*/ 17665 w 79443"/>
                <a:gd name="connsiteY9" fmla="*/ 6686 h 79380"/>
                <a:gd name="connsiteX10" fmla="*/ 24513 w 79443"/>
                <a:gd name="connsiteY10" fmla="*/ 3014 h 79380"/>
                <a:gd name="connsiteX11" fmla="*/ 31956 w 79443"/>
                <a:gd name="connsiteY11" fmla="*/ 732 h 79380"/>
                <a:gd name="connsiteX12" fmla="*/ 67782 w 79443"/>
                <a:gd name="connsiteY12" fmla="*/ 11599 h 79380"/>
                <a:gd name="connsiteX13" fmla="*/ 72744 w 79443"/>
                <a:gd name="connsiteY13" fmla="*/ 17652 h 79380"/>
                <a:gd name="connsiteX14" fmla="*/ 76416 w 79443"/>
                <a:gd name="connsiteY14" fmla="*/ 24500 h 79380"/>
                <a:gd name="connsiteX15" fmla="*/ 78649 w 79443"/>
                <a:gd name="connsiteY15" fmla="*/ 31893 h 79380"/>
                <a:gd name="connsiteX16" fmla="*/ 79443 w 79443"/>
                <a:gd name="connsiteY16" fmla="*/ 39684 h 79380"/>
                <a:gd name="connsiteX17" fmla="*/ 78649 w 79443"/>
                <a:gd name="connsiteY17" fmla="*/ 47425 h 79380"/>
                <a:gd name="connsiteX18" fmla="*/ 76416 w 79443"/>
                <a:gd name="connsiteY18" fmla="*/ 54868 h 79380"/>
                <a:gd name="connsiteX19" fmla="*/ 72744 w 79443"/>
                <a:gd name="connsiteY19" fmla="*/ 61715 h 79380"/>
                <a:gd name="connsiteX20" fmla="*/ 61778 w 79443"/>
                <a:gd name="connsiteY20" fmla="*/ 72682 h 79380"/>
                <a:gd name="connsiteX21" fmla="*/ 54930 w 79443"/>
                <a:gd name="connsiteY21" fmla="*/ 76354 h 79380"/>
                <a:gd name="connsiteX22" fmla="*/ 47487 w 79443"/>
                <a:gd name="connsiteY22" fmla="*/ 78587 h 79380"/>
                <a:gd name="connsiteX23" fmla="*/ 39746 w 79443"/>
                <a:gd name="connsiteY23" fmla="*/ 79380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43" h="79380">
                  <a:moveTo>
                    <a:pt x="39746" y="79380"/>
                  </a:moveTo>
                  <a:cubicBezTo>
                    <a:pt x="29227" y="79330"/>
                    <a:pt x="19144" y="75162"/>
                    <a:pt x="11661" y="67769"/>
                  </a:cubicBezTo>
                  <a:cubicBezTo>
                    <a:pt x="9805" y="65925"/>
                    <a:pt x="8143" y="63896"/>
                    <a:pt x="6699" y="61715"/>
                  </a:cubicBezTo>
                  <a:cubicBezTo>
                    <a:pt x="5255" y="59558"/>
                    <a:pt x="4025" y="57265"/>
                    <a:pt x="3027" y="54868"/>
                  </a:cubicBezTo>
                  <a:cubicBezTo>
                    <a:pt x="2035" y="52468"/>
                    <a:pt x="1290" y="49974"/>
                    <a:pt x="794" y="47425"/>
                  </a:cubicBezTo>
                  <a:cubicBezTo>
                    <a:pt x="258" y="44880"/>
                    <a:pt x="-10" y="42285"/>
                    <a:pt x="0" y="39684"/>
                  </a:cubicBezTo>
                  <a:cubicBezTo>
                    <a:pt x="-5" y="37066"/>
                    <a:pt x="258" y="34456"/>
                    <a:pt x="794" y="31893"/>
                  </a:cubicBezTo>
                  <a:cubicBezTo>
                    <a:pt x="1290" y="29360"/>
                    <a:pt x="2035" y="26883"/>
                    <a:pt x="3027" y="24500"/>
                  </a:cubicBezTo>
                  <a:cubicBezTo>
                    <a:pt x="4015" y="22097"/>
                    <a:pt x="5245" y="19802"/>
                    <a:pt x="6699" y="17652"/>
                  </a:cubicBezTo>
                  <a:cubicBezTo>
                    <a:pt x="9552" y="13276"/>
                    <a:pt x="13289" y="9541"/>
                    <a:pt x="17665" y="6686"/>
                  </a:cubicBezTo>
                  <a:cubicBezTo>
                    <a:pt x="19824" y="5241"/>
                    <a:pt x="22116" y="4012"/>
                    <a:pt x="24513" y="3014"/>
                  </a:cubicBezTo>
                  <a:cubicBezTo>
                    <a:pt x="26920" y="2030"/>
                    <a:pt x="29410" y="1266"/>
                    <a:pt x="31956" y="732"/>
                  </a:cubicBezTo>
                  <a:cubicBezTo>
                    <a:pt x="44962" y="-1786"/>
                    <a:pt x="58369" y="2281"/>
                    <a:pt x="67782" y="11599"/>
                  </a:cubicBezTo>
                  <a:cubicBezTo>
                    <a:pt x="69623" y="13456"/>
                    <a:pt x="71285" y="15483"/>
                    <a:pt x="72744" y="17652"/>
                  </a:cubicBezTo>
                  <a:cubicBezTo>
                    <a:pt x="74198" y="19803"/>
                    <a:pt x="75429" y="22097"/>
                    <a:pt x="76416" y="24500"/>
                  </a:cubicBezTo>
                  <a:cubicBezTo>
                    <a:pt x="77409" y="26883"/>
                    <a:pt x="78153" y="29360"/>
                    <a:pt x="78649" y="31893"/>
                  </a:cubicBezTo>
                  <a:cubicBezTo>
                    <a:pt x="79185" y="34456"/>
                    <a:pt x="79448" y="37067"/>
                    <a:pt x="79443" y="39684"/>
                  </a:cubicBezTo>
                  <a:cubicBezTo>
                    <a:pt x="79453" y="42285"/>
                    <a:pt x="79185" y="44880"/>
                    <a:pt x="78649" y="47425"/>
                  </a:cubicBezTo>
                  <a:cubicBezTo>
                    <a:pt x="78153" y="49974"/>
                    <a:pt x="77409" y="52468"/>
                    <a:pt x="76416" y="54868"/>
                  </a:cubicBezTo>
                  <a:cubicBezTo>
                    <a:pt x="75419" y="57265"/>
                    <a:pt x="74188" y="59558"/>
                    <a:pt x="72744" y="61715"/>
                  </a:cubicBezTo>
                  <a:cubicBezTo>
                    <a:pt x="69891" y="66092"/>
                    <a:pt x="66155" y="69826"/>
                    <a:pt x="61778" y="72682"/>
                  </a:cubicBezTo>
                  <a:cubicBezTo>
                    <a:pt x="59620" y="74127"/>
                    <a:pt x="57327" y="75357"/>
                    <a:pt x="54930" y="76354"/>
                  </a:cubicBezTo>
                  <a:cubicBezTo>
                    <a:pt x="52524" y="77322"/>
                    <a:pt x="50033" y="78069"/>
                    <a:pt x="47487" y="78587"/>
                  </a:cubicBezTo>
                  <a:cubicBezTo>
                    <a:pt x="44942" y="79123"/>
                    <a:pt x="42347" y="79389"/>
                    <a:pt x="39746" y="7938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99CE5783-B84A-EE4F-ACBB-0528680C68C3}"/>
                </a:ext>
              </a:extLst>
            </p:cNvPr>
            <p:cNvSpPr/>
            <p:nvPr/>
          </p:nvSpPr>
          <p:spPr>
            <a:xfrm>
              <a:off x="5675910" y="5248166"/>
              <a:ext cx="415474" cy="313751"/>
            </a:xfrm>
            <a:custGeom>
              <a:avLst/>
              <a:gdLst>
                <a:gd name="connsiteX0" fmla="*/ 375778 w 415474"/>
                <a:gd name="connsiteY0" fmla="*/ 313752 h 313751"/>
                <a:gd name="connsiteX1" fmla="*/ 39697 w 415474"/>
                <a:gd name="connsiteY1" fmla="*/ 313752 h 313751"/>
                <a:gd name="connsiteX2" fmla="*/ 0 w 415474"/>
                <a:gd name="connsiteY2" fmla="*/ 274055 h 313751"/>
                <a:gd name="connsiteX3" fmla="*/ 0 w 415474"/>
                <a:gd name="connsiteY3" fmla="*/ 39697 h 313751"/>
                <a:gd name="connsiteX4" fmla="*/ 39697 w 415474"/>
                <a:gd name="connsiteY4" fmla="*/ 0 h 313751"/>
                <a:gd name="connsiteX5" fmla="*/ 375778 w 415474"/>
                <a:gd name="connsiteY5" fmla="*/ 0 h 313751"/>
                <a:gd name="connsiteX6" fmla="*/ 415475 w 415474"/>
                <a:gd name="connsiteY6" fmla="*/ 39697 h 313751"/>
                <a:gd name="connsiteX7" fmla="*/ 415475 w 415474"/>
                <a:gd name="connsiteY7" fmla="*/ 274055 h 313751"/>
                <a:gd name="connsiteX8" fmla="*/ 375778 w 415474"/>
                <a:gd name="connsiteY8" fmla="*/ 313752 h 313751"/>
                <a:gd name="connsiteX9" fmla="*/ 79393 w 415474"/>
                <a:gd name="connsiteY9" fmla="*/ 234358 h 313751"/>
                <a:gd name="connsiteX10" fmla="*/ 336081 w 415474"/>
                <a:gd name="connsiteY10" fmla="*/ 234358 h 313751"/>
                <a:gd name="connsiteX11" fmla="*/ 336081 w 415474"/>
                <a:gd name="connsiteY11" fmla="*/ 79393 h 313751"/>
                <a:gd name="connsiteX12" fmla="*/ 79393 w 415474"/>
                <a:gd name="connsiteY12" fmla="*/ 79393 h 31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5474" h="313751">
                  <a:moveTo>
                    <a:pt x="375778" y="313752"/>
                  </a:moveTo>
                  <a:lnTo>
                    <a:pt x="39697" y="313752"/>
                  </a:lnTo>
                  <a:cubicBezTo>
                    <a:pt x="17773" y="313752"/>
                    <a:pt x="0" y="295977"/>
                    <a:pt x="0" y="27405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75778" y="0"/>
                  </a:lnTo>
                  <a:cubicBezTo>
                    <a:pt x="397700" y="0"/>
                    <a:pt x="415475" y="17774"/>
                    <a:pt x="415475" y="39697"/>
                  </a:cubicBezTo>
                  <a:lnTo>
                    <a:pt x="415475" y="274055"/>
                  </a:lnTo>
                  <a:cubicBezTo>
                    <a:pt x="415475" y="295977"/>
                    <a:pt x="397700" y="313752"/>
                    <a:pt x="375778" y="313752"/>
                  </a:cubicBezTo>
                  <a:close/>
                  <a:moveTo>
                    <a:pt x="79393" y="234358"/>
                  </a:moveTo>
                  <a:lnTo>
                    <a:pt x="336081" y="234358"/>
                  </a:lnTo>
                  <a:lnTo>
                    <a:pt x="33608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10" name="Picture Placeholder 5">
            <a:extLst>
              <a:ext uri="{FF2B5EF4-FFF2-40B4-BE49-F238E27FC236}">
                <a16:creationId xmlns:a16="http://schemas.microsoft.com/office/drawing/2014/main" id="{7D383F60-0FA6-EE40-B09D-021FDB70D983}"/>
              </a:ext>
            </a:extLst>
          </p:cNvPr>
          <p:cNvGrpSpPr>
            <a:grpSpLocks noChangeAspect="1"/>
          </p:cNvGrpSpPr>
          <p:nvPr/>
        </p:nvGrpSpPr>
        <p:grpSpPr>
          <a:xfrm>
            <a:off x="6805170" y="4779945"/>
            <a:ext cx="809400" cy="825688"/>
            <a:chOff x="6805170" y="4779945"/>
            <a:chExt cx="809400" cy="825688"/>
          </a:xfrm>
        </p:grpSpPr>
        <p:grpSp>
          <p:nvGrpSpPr>
            <p:cNvPr id="211" name="Picture Placeholder 5">
              <a:extLst>
                <a:ext uri="{FF2B5EF4-FFF2-40B4-BE49-F238E27FC236}">
                  <a16:creationId xmlns:a16="http://schemas.microsoft.com/office/drawing/2014/main" id="{7D383F60-0FA6-EE40-B09D-021FDB70D983}"/>
                </a:ext>
              </a:extLst>
            </p:cNvPr>
            <p:cNvGrpSpPr/>
            <p:nvPr/>
          </p:nvGrpSpPr>
          <p:grpSpPr>
            <a:xfrm>
              <a:off x="6880531" y="4779945"/>
              <a:ext cx="660746" cy="825688"/>
              <a:chOff x="6880531" y="4779945"/>
              <a:chExt cx="660746" cy="825688"/>
            </a:xfrm>
          </p:grpSpPr>
          <p:grpSp>
            <p:nvGrpSpPr>
              <p:cNvPr id="212" name="Picture Placeholder 5">
                <a:extLst>
                  <a:ext uri="{FF2B5EF4-FFF2-40B4-BE49-F238E27FC236}">
                    <a16:creationId xmlns:a16="http://schemas.microsoft.com/office/drawing/2014/main" id="{7D383F60-0FA6-EE40-B09D-021FDB70D983}"/>
                  </a:ext>
                </a:extLst>
              </p:cNvPr>
              <p:cNvGrpSpPr/>
              <p:nvPr/>
            </p:nvGrpSpPr>
            <p:grpSpPr>
              <a:xfrm>
                <a:off x="6880531" y="4779945"/>
                <a:ext cx="660746" cy="825688"/>
                <a:chOff x="6880531" y="4779945"/>
                <a:chExt cx="660746" cy="825688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A54207F-0829-7F4E-B2D7-14EA359A8C29}"/>
                    </a:ext>
                  </a:extLst>
                </p:cNvPr>
                <p:cNvSpPr/>
                <p:nvPr/>
              </p:nvSpPr>
              <p:spPr>
                <a:xfrm>
                  <a:off x="7317072" y="4980787"/>
                  <a:ext cx="224033" cy="133105"/>
                </a:xfrm>
                <a:custGeom>
                  <a:avLst/>
                  <a:gdLst>
                    <a:gd name="connsiteX0" fmla="*/ 184215 w 224033"/>
                    <a:gd name="connsiteY0" fmla="*/ 133105 h 133105"/>
                    <a:gd name="connsiteX1" fmla="*/ 170321 w 224033"/>
                    <a:gd name="connsiteY1" fmla="*/ 130624 h 133105"/>
                    <a:gd name="connsiteX2" fmla="*/ 25925 w 224033"/>
                    <a:gd name="connsiteY2" fmla="*/ 77034 h 133105"/>
                    <a:gd name="connsiteX3" fmla="*/ 2603 w 224033"/>
                    <a:gd name="connsiteY3" fmla="*/ 25925 h 133105"/>
                    <a:gd name="connsiteX4" fmla="*/ 53712 w 224033"/>
                    <a:gd name="connsiteY4" fmla="*/ 2603 h 133105"/>
                    <a:gd name="connsiteX5" fmla="*/ 198109 w 224033"/>
                    <a:gd name="connsiteY5" fmla="*/ 56193 h 133105"/>
                    <a:gd name="connsiteX6" fmla="*/ 221430 w 224033"/>
                    <a:gd name="connsiteY6" fmla="*/ 107303 h 133105"/>
                    <a:gd name="connsiteX7" fmla="*/ 184215 w 224033"/>
                    <a:gd name="connsiteY7" fmla="*/ 133105 h 133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033" h="133105">
                      <a:moveTo>
                        <a:pt x="184215" y="133105"/>
                      </a:moveTo>
                      <a:cubicBezTo>
                        <a:pt x="179749" y="133105"/>
                        <a:pt x="174787" y="132113"/>
                        <a:pt x="170321" y="130624"/>
                      </a:cubicBezTo>
                      <a:lnTo>
                        <a:pt x="25925" y="77034"/>
                      </a:lnTo>
                      <a:cubicBezTo>
                        <a:pt x="5580" y="69591"/>
                        <a:pt x="-5336" y="46765"/>
                        <a:pt x="2603" y="25925"/>
                      </a:cubicBezTo>
                      <a:cubicBezTo>
                        <a:pt x="10046" y="5580"/>
                        <a:pt x="32872" y="-5336"/>
                        <a:pt x="53712" y="2603"/>
                      </a:cubicBezTo>
                      <a:lnTo>
                        <a:pt x="198109" y="56193"/>
                      </a:lnTo>
                      <a:cubicBezTo>
                        <a:pt x="218453" y="63636"/>
                        <a:pt x="229370" y="86462"/>
                        <a:pt x="221430" y="107303"/>
                      </a:cubicBezTo>
                      <a:cubicBezTo>
                        <a:pt x="215476" y="123181"/>
                        <a:pt x="200093" y="133105"/>
                        <a:pt x="184215" y="1331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BF49B76E-E38B-BC4F-8EC9-A788DA9B4C43}"/>
                    </a:ext>
                  </a:extLst>
                </p:cNvPr>
                <p:cNvSpPr/>
                <p:nvPr/>
              </p:nvSpPr>
              <p:spPr>
                <a:xfrm>
                  <a:off x="6880531" y="5165498"/>
                  <a:ext cx="659955" cy="440135"/>
                </a:xfrm>
                <a:custGeom>
                  <a:avLst/>
                  <a:gdLst>
                    <a:gd name="connsiteX0" fmla="*/ 329978 w 659955"/>
                    <a:gd name="connsiteY0" fmla="*/ 440135 h 440135"/>
                    <a:gd name="connsiteX1" fmla="*/ 313107 w 659955"/>
                    <a:gd name="connsiteY1" fmla="*/ 436662 h 440135"/>
                    <a:gd name="connsiteX2" fmla="*/ 22826 w 659955"/>
                    <a:gd name="connsiteY2" fmla="*/ 302190 h 440135"/>
                    <a:gd name="connsiteX3" fmla="*/ 0 w 659955"/>
                    <a:gd name="connsiteY3" fmla="*/ 265967 h 440135"/>
                    <a:gd name="connsiteX4" fmla="*/ 0 w 659955"/>
                    <a:gd name="connsiteY4" fmla="*/ 44162 h 440135"/>
                    <a:gd name="connsiteX5" fmla="*/ 39697 w 659955"/>
                    <a:gd name="connsiteY5" fmla="*/ 4466 h 440135"/>
                    <a:gd name="connsiteX6" fmla="*/ 79393 w 659955"/>
                    <a:gd name="connsiteY6" fmla="*/ 44162 h 440135"/>
                    <a:gd name="connsiteX7" fmla="*/ 79393 w 659955"/>
                    <a:gd name="connsiteY7" fmla="*/ 240660 h 440135"/>
                    <a:gd name="connsiteX8" fmla="*/ 329978 w 659955"/>
                    <a:gd name="connsiteY8" fmla="*/ 356773 h 440135"/>
                    <a:gd name="connsiteX9" fmla="*/ 580563 w 659955"/>
                    <a:gd name="connsiteY9" fmla="*/ 240660 h 440135"/>
                    <a:gd name="connsiteX10" fmla="*/ 580563 w 659955"/>
                    <a:gd name="connsiteY10" fmla="*/ 39697 h 440135"/>
                    <a:gd name="connsiteX11" fmla="*/ 620259 w 659955"/>
                    <a:gd name="connsiteY11" fmla="*/ 0 h 440135"/>
                    <a:gd name="connsiteX12" fmla="*/ 659956 w 659955"/>
                    <a:gd name="connsiteY12" fmla="*/ 39697 h 440135"/>
                    <a:gd name="connsiteX13" fmla="*/ 659956 w 659955"/>
                    <a:gd name="connsiteY13" fmla="*/ 265967 h 440135"/>
                    <a:gd name="connsiteX14" fmla="*/ 637130 w 659955"/>
                    <a:gd name="connsiteY14" fmla="*/ 302190 h 440135"/>
                    <a:gd name="connsiteX15" fmla="*/ 346849 w 659955"/>
                    <a:gd name="connsiteY15" fmla="*/ 436166 h 440135"/>
                    <a:gd name="connsiteX16" fmla="*/ 329978 w 659955"/>
                    <a:gd name="connsiteY16" fmla="*/ 440135 h 440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9955" h="440135">
                      <a:moveTo>
                        <a:pt x="329978" y="440135"/>
                      </a:moveTo>
                      <a:cubicBezTo>
                        <a:pt x="324520" y="440135"/>
                        <a:pt x="318565" y="439143"/>
                        <a:pt x="313107" y="436662"/>
                      </a:cubicBezTo>
                      <a:lnTo>
                        <a:pt x="22826" y="302190"/>
                      </a:lnTo>
                      <a:cubicBezTo>
                        <a:pt x="8932" y="295739"/>
                        <a:pt x="0" y="281846"/>
                        <a:pt x="0" y="265967"/>
                      </a:cubicBezTo>
                      <a:lnTo>
                        <a:pt x="0" y="44162"/>
                      </a:lnTo>
                      <a:cubicBezTo>
                        <a:pt x="0" y="22329"/>
                        <a:pt x="17863" y="4466"/>
                        <a:pt x="39697" y="4466"/>
                      </a:cubicBezTo>
                      <a:cubicBezTo>
                        <a:pt x="61530" y="4466"/>
                        <a:pt x="79393" y="22329"/>
                        <a:pt x="79393" y="44162"/>
                      </a:cubicBezTo>
                      <a:lnTo>
                        <a:pt x="79393" y="240660"/>
                      </a:lnTo>
                      <a:lnTo>
                        <a:pt x="329978" y="356773"/>
                      </a:lnTo>
                      <a:lnTo>
                        <a:pt x="580563" y="240660"/>
                      </a:lnTo>
                      <a:lnTo>
                        <a:pt x="580563" y="39697"/>
                      </a:lnTo>
                      <a:cubicBezTo>
                        <a:pt x="580563" y="17863"/>
                        <a:pt x="598426" y="0"/>
                        <a:pt x="620259" y="0"/>
                      </a:cubicBezTo>
                      <a:cubicBezTo>
                        <a:pt x="642092" y="0"/>
                        <a:pt x="659956" y="17863"/>
                        <a:pt x="659956" y="39697"/>
                      </a:cubicBezTo>
                      <a:lnTo>
                        <a:pt x="659956" y="265967"/>
                      </a:lnTo>
                      <a:cubicBezTo>
                        <a:pt x="659956" y="281349"/>
                        <a:pt x="651024" y="295739"/>
                        <a:pt x="637130" y="302190"/>
                      </a:cubicBezTo>
                      <a:lnTo>
                        <a:pt x="346849" y="436166"/>
                      </a:lnTo>
                      <a:cubicBezTo>
                        <a:pt x="341391" y="438647"/>
                        <a:pt x="335932" y="440135"/>
                        <a:pt x="329978" y="4401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8960D622-E9DE-984C-84DF-128259ECEB4F}"/>
                    </a:ext>
                  </a:extLst>
                </p:cNvPr>
                <p:cNvSpPr/>
                <p:nvPr/>
              </p:nvSpPr>
              <p:spPr>
                <a:xfrm>
                  <a:off x="6880609" y="4979498"/>
                  <a:ext cx="228099" cy="134394"/>
                </a:xfrm>
                <a:custGeom>
                  <a:avLst/>
                  <a:gdLst>
                    <a:gd name="connsiteX0" fmla="*/ 39619 w 228099"/>
                    <a:gd name="connsiteY0" fmla="*/ 134394 h 134394"/>
                    <a:gd name="connsiteX1" fmla="*/ 2403 w 228099"/>
                    <a:gd name="connsiteY1" fmla="*/ 108592 h 134394"/>
                    <a:gd name="connsiteX2" fmla="*/ 25725 w 228099"/>
                    <a:gd name="connsiteY2" fmla="*/ 57482 h 134394"/>
                    <a:gd name="connsiteX3" fmla="*/ 174587 w 228099"/>
                    <a:gd name="connsiteY3" fmla="*/ 2403 h 134394"/>
                    <a:gd name="connsiteX4" fmla="*/ 225697 w 228099"/>
                    <a:gd name="connsiteY4" fmla="*/ 25725 h 134394"/>
                    <a:gd name="connsiteX5" fmla="*/ 202375 w 228099"/>
                    <a:gd name="connsiteY5" fmla="*/ 76834 h 134394"/>
                    <a:gd name="connsiteX6" fmla="*/ 53513 w 228099"/>
                    <a:gd name="connsiteY6" fmla="*/ 131913 h 134394"/>
                    <a:gd name="connsiteX7" fmla="*/ 39619 w 228099"/>
                    <a:gd name="connsiteY7" fmla="*/ 134394 h 13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099" h="134394">
                      <a:moveTo>
                        <a:pt x="39619" y="134394"/>
                      </a:moveTo>
                      <a:cubicBezTo>
                        <a:pt x="23740" y="134394"/>
                        <a:pt x="8358" y="124470"/>
                        <a:pt x="2403" y="108592"/>
                      </a:cubicBezTo>
                      <a:cubicBezTo>
                        <a:pt x="-5040" y="88247"/>
                        <a:pt x="5381" y="65422"/>
                        <a:pt x="25725" y="57482"/>
                      </a:cubicBezTo>
                      <a:lnTo>
                        <a:pt x="174587" y="2403"/>
                      </a:lnTo>
                      <a:cubicBezTo>
                        <a:pt x="194932" y="-5040"/>
                        <a:pt x="217757" y="5380"/>
                        <a:pt x="225697" y="25725"/>
                      </a:cubicBezTo>
                      <a:cubicBezTo>
                        <a:pt x="233140" y="46069"/>
                        <a:pt x="222719" y="68895"/>
                        <a:pt x="202375" y="76834"/>
                      </a:cubicBezTo>
                      <a:lnTo>
                        <a:pt x="53513" y="131913"/>
                      </a:lnTo>
                      <a:cubicBezTo>
                        <a:pt x="49047" y="133898"/>
                        <a:pt x="44085" y="134394"/>
                        <a:pt x="39619" y="1343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2DE5C5D6-D129-3E40-9C4D-FC26CFF4E38C}"/>
                    </a:ext>
                  </a:extLst>
                </p:cNvPr>
                <p:cNvSpPr/>
                <p:nvPr/>
              </p:nvSpPr>
              <p:spPr>
                <a:xfrm>
                  <a:off x="7039318" y="4779945"/>
                  <a:ext cx="347345" cy="397461"/>
                </a:xfrm>
                <a:custGeom>
                  <a:avLst/>
                  <a:gdLst>
                    <a:gd name="connsiteX0" fmla="*/ 307649 w 347345"/>
                    <a:gd name="connsiteY0" fmla="*/ 397462 h 397461"/>
                    <a:gd name="connsiteX1" fmla="*/ 267952 w 347345"/>
                    <a:gd name="connsiteY1" fmla="*/ 357765 h 397461"/>
                    <a:gd name="connsiteX2" fmla="*/ 267952 w 347345"/>
                    <a:gd name="connsiteY2" fmla="*/ 79393 h 397461"/>
                    <a:gd name="connsiteX3" fmla="*/ 79393 w 347345"/>
                    <a:gd name="connsiteY3" fmla="*/ 79393 h 397461"/>
                    <a:gd name="connsiteX4" fmla="*/ 79393 w 347345"/>
                    <a:gd name="connsiteY4" fmla="*/ 352803 h 397461"/>
                    <a:gd name="connsiteX5" fmla="*/ 39697 w 347345"/>
                    <a:gd name="connsiteY5" fmla="*/ 392500 h 397461"/>
                    <a:gd name="connsiteX6" fmla="*/ 0 w 347345"/>
                    <a:gd name="connsiteY6" fmla="*/ 352803 h 397461"/>
                    <a:gd name="connsiteX7" fmla="*/ 0 w 347345"/>
                    <a:gd name="connsiteY7" fmla="*/ 39697 h 397461"/>
                    <a:gd name="connsiteX8" fmla="*/ 39697 w 347345"/>
                    <a:gd name="connsiteY8" fmla="*/ 0 h 397461"/>
                    <a:gd name="connsiteX9" fmla="*/ 307649 w 347345"/>
                    <a:gd name="connsiteY9" fmla="*/ 0 h 397461"/>
                    <a:gd name="connsiteX10" fmla="*/ 347345 w 347345"/>
                    <a:gd name="connsiteY10" fmla="*/ 39697 h 397461"/>
                    <a:gd name="connsiteX11" fmla="*/ 347345 w 347345"/>
                    <a:gd name="connsiteY11" fmla="*/ 357765 h 397461"/>
                    <a:gd name="connsiteX12" fmla="*/ 307649 w 347345"/>
                    <a:gd name="connsiteY12" fmla="*/ 397462 h 3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7345" h="397461">
                      <a:moveTo>
                        <a:pt x="307649" y="397462"/>
                      </a:moveTo>
                      <a:cubicBezTo>
                        <a:pt x="285815" y="397462"/>
                        <a:pt x="267952" y="379598"/>
                        <a:pt x="267952" y="357765"/>
                      </a:cubicBezTo>
                      <a:lnTo>
                        <a:pt x="267952" y="79393"/>
                      </a:lnTo>
                      <a:lnTo>
                        <a:pt x="79393" y="79393"/>
                      </a:lnTo>
                      <a:lnTo>
                        <a:pt x="79393" y="352803"/>
                      </a:lnTo>
                      <a:cubicBezTo>
                        <a:pt x="79393" y="374636"/>
                        <a:pt x="61530" y="392500"/>
                        <a:pt x="39697" y="392500"/>
                      </a:cubicBezTo>
                      <a:cubicBezTo>
                        <a:pt x="17863" y="392500"/>
                        <a:pt x="0" y="374636"/>
                        <a:pt x="0" y="352803"/>
                      </a:cubicBezTo>
                      <a:lnTo>
                        <a:pt x="0" y="39697"/>
                      </a:lnTo>
                      <a:cubicBezTo>
                        <a:pt x="0" y="17863"/>
                        <a:pt x="17863" y="0"/>
                        <a:pt x="39697" y="0"/>
                      </a:cubicBezTo>
                      <a:lnTo>
                        <a:pt x="307649" y="0"/>
                      </a:lnTo>
                      <a:cubicBezTo>
                        <a:pt x="329482" y="0"/>
                        <a:pt x="347345" y="17863"/>
                        <a:pt x="347345" y="39697"/>
                      </a:cubicBezTo>
                      <a:lnTo>
                        <a:pt x="347345" y="357765"/>
                      </a:lnTo>
                      <a:cubicBezTo>
                        <a:pt x="347345" y="379598"/>
                        <a:pt x="329482" y="397462"/>
                        <a:pt x="307649" y="397462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A3DED6AF-30AE-8145-A791-C6886E3FDE36}"/>
                    </a:ext>
                  </a:extLst>
                </p:cNvPr>
                <p:cNvSpPr/>
                <p:nvPr/>
              </p:nvSpPr>
              <p:spPr>
                <a:xfrm>
                  <a:off x="6880733" y="5035197"/>
                  <a:ext cx="660545" cy="214159"/>
                </a:xfrm>
                <a:custGeom>
                  <a:avLst/>
                  <a:gdLst>
                    <a:gd name="connsiteX0" fmla="*/ 330273 w 660545"/>
                    <a:gd name="connsiteY0" fmla="*/ 214160 h 214159"/>
                    <a:gd name="connsiteX1" fmla="*/ 313401 w 660545"/>
                    <a:gd name="connsiteY1" fmla="*/ 210686 h 214159"/>
                    <a:gd name="connsiteX2" fmla="*/ 23120 w 660545"/>
                    <a:gd name="connsiteY2" fmla="*/ 75718 h 214159"/>
                    <a:gd name="connsiteX3" fmla="*/ 3768 w 660545"/>
                    <a:gd name="connsiteY3" fmla="*/ 23120 h 214159"/>
                    <a:gd name="connsiteX4" fmla="*/ 56366 w 660545"/>
                    <a:gd name="connsiteY4" fmla="*/ 3768 h 214159"/>
                    <a:gd name="connsiteX5" fmla="*/ 330273 w 660545"/>
                    <a:gd name="connsiteY5" fmla="*/ 130301 h 214159"/>
                    <a:gd name="connsiteX6" fmla="*/ 604179 w 660545"/>
                    <a:gd name="connsiteY6" fmla="*/ 3768 h 214159"/>
                    <a:gd name="connsiteX7" fmla="*/ 656777 w 660545"/>
                    <a:gd name="connsiteY7" fmla="*/ 23120 h 214159"/>
                    <a:gd name="connsiteX8" fmla="*/ 637425 w 660545"/>
                    <a:gd name="connsiteY8" fmla="*/ 75718 h 214159"/>
                    <a:gd name="connsiteX9" fmla="*/ 347144 w 660545"/>
                    <a:gd name="connsiteY9" fmla="*/ 210190 h 214159"/>
                    <a:gd name="connsiteX10" fmla="*/ 330273 w 660545"/>
                    <a:gd name="connsiteY10" fmla="*/ 214160 h 214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0545" h="214159">
                      <a:moveTo>
                        <a:pt x="330273" y="214160"/>
                      </a:moveTo>
                      <a:cubicBezTo>
                        <a:pt x="324814" y="214160"/>
                        <a:pt x="318860" y="213167"/>
                        <a:pt x="313401" y="210686"/>
                      </a:cubicBezTo>
                      <a:lnTo>
                        <a:pt x="23120" y="75718"/>
                      </a:lnTo>
                      <a:cubicBezTo>
                        <a:pt x="3272" y="66290"/>
                        <a:pt x="-5660" y="42968"/>
                        <a:pt x="3768" y="23120"/>
                      </a:cubicBezTo>
                      <a:cubicBezTo>
                        <a:pt x="13196" y="3272"/>
                        <a:pt x="36518" y="-5660"/>
                        <a:pt x="56366" y="3768"/>
                      </a:cubicBezTo>
                      <a:lnTo>
                        <a:pt x="330273" y="130301"/>
                      </a:lnTo>
                      <a:lnTo>
                        <a:pt x="604179" y="3768"/>
                      </a:lnTo>
                      <a:cubicBezTo>
                        <a:pt x="624027" y="-5660"/>
                        <a:pt x="647845" y="3272"/>
                        <a:pt x="656777" y="23120"/>
                      </a:cubicBezTo>
                      <a:cubicBezTo>
                        <a:pt x="666205" y="42968"/>
                        <a:pt x="657273" y="66786"/>
                        <a:pt x="637425" y="75718"/>
                      </a:cubicBezTo>
                      <a:lnTo>
                        <a:pt x="347144" y="210190"/>
                      </a:lnTo>
                      <a:cubicBezTo>
                        <a:pt x="341685" y="212671"/>
                        <a:pt x="336227" y="214160"/>
                        <a:pt x="330273" y="214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  <p:sp>
              <p:nvSpPr>
                <p:cNvPr id="218" name="Freeform 217">
                  <a:extLst>
                    <a:ext uri="{FF2B5EF4-FFF2-40B4-BE49-F238E27FC236}">
                      <a16:creationId xmlns:a16="http://schemas.microsoft.com/office/drawing/2014/main" id="{BB184922-5750-EB48-B34D-9F7B8460DEC2}"/>
                    </a:ext>
                  </a:extLst>
                </p:cNvPr>
                <p:cNvSpPr/>
                <p:nvPr/>
              </p:nvSpPr>
              <p:spPr>
                <a:xfrm>
                  <a:off x="7173294" y="5165498"/>
                  <a:ext cx="79393" cy="408874"/>
                </a:xfrm>
                <a:custGeom>
                  <a:avLst/>
                  <a:gdLst>
                    <a:gd name="connsiteX0" fmla="*/ 39697 w 79393"/>
                    <a:gd name="connsiteY0" fmla="*/ 408874 h 408874"/>
                    <a:gd name="connsiteX1" fmla="*/ 0 w 79393"/>
                    <a:gd name="connsiteY1" fmla="*/ 369178 h 408874"/>
                    <a:gd name="connsiteX2" fmla="*/ 0 w 79393"/>
                    <a:gd name="connsiteY2" fmla="*/ 39697 h 408874"/>
                    <a:gd name="connsiteX3" fmla="*/ 39697 w 79393"/>
                    <a:gd name="connsiteY3" fmla="*/ 0 h 408874"/>
                    <a:gd name="connsiteX4" fmla="*/ 79393 w 79393"/>
                    <a:gd name="connsiteY4" fmla="*/ 39697 h 408874"/>
                    <a:gd name="connsiteX5" fmla="*/ 79393 w 79393"/>
                    <a:gd name="connsiteY5" fmla="*/ 369178 h 408874"/>
                    <a:gd name="connsiteX6" fmla="*/ 39697 w 79393"/>
                    <a:gd name="connsiteY6" fmla="*/ 408874 h 40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393" h="408874">
                      <a:moveTo>
                        <a:pt x="39697" y="408874"/>
                      </a:moveTo>
                      <a:cubicBezTo>
                        <a:pt x="17863" y="408874"/>
                        <a:pt x="0" y="391011"/>
                        <a:pt x="0" y="369178"/>
                      </a:cubicBezTo>
                      <a:lnTo>
                        <a:pt x="0" y="39697"/>
                      </a:lnTo>
                      <a:cubicBezTo>
                        <a:pt x="0" y="17863"/>
                        <a:pt x="17863" y="0"/>
                        <a:pt x="39697" y="0"/>
                      </a:cubicBezTo>
                      <a:cubicBezTo>
                        <a:pt x="61530" y="0"/>
                        <a:pt x="79393" y="17863"/>
                        <a:pt x="79393" y="39697"/>
                      </a:cubicBezTo>
                      <a:lnTo>
                        <a:pt x="79393" y="369178"/>
                      </a:lnTo>
                      <a:cubicBezTo>
                        <a:pt x="79393" y="391507"/>
                        <a:pt x="62026" y="408874"/>
                        <a:pt x="39697" y="408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BE"/>
                </a:p>
              </p:txBody>
            </p:sp>
          </p:grp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F7ADA9FD-9451-534E-A32E-3ECAA24D4776}"/>
                  </a:ext>
                </a:extLst>
              </p:cNvPr>
              <p:cNvSpPr/>
              <p:nvPr/>
            </p:nvSpPr>
            <p:spPr>
              <a:xfrm>
                <a:off x="7137567" y="4911936"/>
                <a:ext cx="143900" cy="79393"/>
              </a:xfrm>
              <a:custGeom>
                <a:avLst/>
                <a:gdLst>
                  <a:gd name="connsiteX0" fmla="*/ 104204 w 143900"/>
                  <a:gd name="connsiteY0" fmla="*/ 79393 h 79393"/>
                  <a:gd name="connsiteX1" fmla="*/ 39697 w 143900"/>
                  <a:gd name="connsiteY1" fmla="*/ 79393 h 79393"/>
                  <a:gd name="connsiteX2" fmla="*/ 0 w 143900"/>
                  <a:gd name="connsiteY2" fmla="*/ 39697 h 79393"/>
                  <a:gd name="connsiteX3" fmla="*/ 39697 w 143900"/>
                  <a:gd name="connsiteY3" fmla="*/ 0 h 79393"/>
                  <a:gd name="connsiteX4" fmla="*/ 104204 w 143900"/>
                  <a:gd name="connsiteY4" fmla="*/ 0 h 79393"/>
                  <a:gd name="connsiteX5" fmla="*/ 143900 w 143900"/>
                  <a:gd name="connsiteY5" fmla="*/ 39697 h 79393"/>
                  <a:gd name="connsiteX6" fmla="*/ 104204 w 14390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900" h="79393">
                    <a:moveTo>
                      <a:pt x="104204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104204" y="0"/>
                    </a:lnTo>
                    <a:cubicBezTo>
                      <a:pt x="126037" y="0"/>
                      <a:pt x="143900" y="17863"/>
                      <a:pt x="143900" y="39697"/>
                    </a:cubicBezTo>
                    <a:cubicBezTo>
                      <a:pt x="143900" y="61530"/>
                      <a:pt x="126037" y="79393"/>
                      <a:pt x="104204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ACFC9F03-17FC-164A-B968-BB7B91684A09}"/>
                  </a:ext>
                </a:extLst>
              </p:cNvPr>
              <p:cNvSpPr/>
              <p:nvPr/>
            </p:nvSpPr>
            <p:spPr>
              <a:xfrm>
                <a:off x="7140048" y="5028049"/>
                <a:ext cx="143900" cy="79393"/>
              </a:xfrm>
              <a:custGeom>
                <a:avLst/>
                <a:gdLst>
                  <a:gd name="connsiteX0" fmla="*/ 104204 w 143900"/>
                  <a:gd name="connsiteY0" fmla="*/ 79393 h 79393"/>
                  <a:gd name="connsiteX1" fmla="*/ 39697 w 143900"/>
                  <a:gd name="connsiteY1" fmla="*/ 79393 h 79393"/>
                  <a:gd name="connsiteX2" fmla="*/ 0 w 143900"/>
                  <a:gd name="connsiteY2" fmla="*/ 39697 h 79393"/>
                  <a:gd name="connsiteX3" fmla="*/ 39697 w 143900"/>
                  <a:gd name="connsiteY3" fmla="*/ 0 h 79393"/>
                  <a:gd name="connsiteX4" fmla="*/ 104204 w 143900"/>
                  <a:gd name="connsiteY4" fmla="*/ 0 h 79393"/>
                  <a:gd name="connsiteX5" fmla="*/ 143900 w 143900"/>
                  <a:gd name="connsiteY5" fmla="*/ 39697 h 79393"/>
                  <a:gd name="connsiteX6" fmla="*/ 104204 w 14390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900" h="79393">
                    <a:moveTo>
                      <a:pt x="104204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104204" y="0"/>
                    </a:lnTo>
                    <a:cubicBezTo>
                      <a:pt x="126037" y="0"/>
                      <a:pt x="143900" y="17863"/>
                      <a:pt x="143900" y="39697"/>
                    </a:cubicBezTo>
                    <a:cubicBezTo>
                      <a:pt x="143900" y="61530"/>
                      <a:pt x="126037" y="79393"/>
                      <a:pt x="104204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6B2B111B-9111-D64E-A984-782EE63B6576}"/>
                </a:ext>
              </a:extLst>
            </p:cNvPr>
            <p:cNvSpPr/>
            <p:nvPr/>
          </p:nvSpPr>
          <p:spPr>
            <a:xfrm>
              <a:off x="6805170" y="5039839"/>
              <a:ext cx="436255" cy="295361"/>
            </a:xfrm>
            <a:custGeom>
              <a:avLst/>
              <a:gdLst>
                <a:gd name="connsiteX0" fmla="*/ 312549 w 436255"/>
                <a:gd name="connsiteY0" fmla="*/ 295362 h 295361"/>
                <a:gd name="connsiteX1" fmla="*/ 295181 w 436255"/>
                <a:gd name="connsiteY1" fmla="*/ 291392 h 295361"/>
                <a:gd name="connsiteX2" fmla="*/ 22267 w 436255"/>
                <a:gd name="connsiteY2" fmla="*/ 159897 h 295361"/>
                <a:gd name="connsiteX3" fmla="*/ 930 w 436255"/>
                <a:gd name="connsiteY3" fmla="*/ 133102 h 295361"/>
                <a:gd name="connsiteX4" fmla="*/ 8374 w 436255"/>
                <a:gd name="connsiteY4" fmla="*/ 99360 h 295361"/>
                <a:gd name="connsiteX5" fmla="*/ 75362 w 436255"/>
                <a:gd name="connsiteY5" fmla="*/ 15005 h 295361"/>
                <a:gd name="connsiteX6" fmla="*/ 130937 w 436255"/>
                <a:gd name="connsiteY6" fmla="*/ 8554 h 295361"/>
                <a:gd name="connsiteX7" fmla="*/ 137387 w 436255"/>
                <a:gd name="connsiteY7" fmla="*/ 64129 h 295361"/>
                <a:gd name="connsiteX8" fmla="*/ 101164 w 436255"/>
                <a:gd name="connsiteY8" fmla="*/ 109780 h 295361"/>
                <a:gd name="connsiteX9" fmla="*/ 303121 w 436255"/>
                <a:gd name="connsiteY9" fmla="*/ 207037 h 295361"/>
                <a:gd name="connsiteX10" fmla="*/ 367628 w 436255"/>
                <a:gd name="connsiteY10" fmla="*/ 137568 h 295361"/>
                <a:gd name="connsiteX11" fmla="*/ 423699 w 436255"/>
                <a:gd name="connsiteY11" fmla="*/ 135583 h 295361"/>
                <a:gd name="connsiteX12" fmla="*/ 425684 w 436255"/>
                <a:gd name="connsiteY12" fmla="*/ 191655 h 295361"/>
                <a:gd name="connsiteX13" fmla="*/ 341329 w 436255"/>
                <a:gd name="connsiteY13" fmla="*/ 282460 h 295361"/>
                <a:gd name="connsiteX14" fmla="*/ 312549 w 436255"/>
                <a:gd name="connsiteY14" fmla="*/ 295362 h 2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6255" h="295361">
                  <a:moveTo>
                    <a:pt x="312549" y="295362"/>
                  </a:moveTo>
                  <a:cubicBezTo>
                    <a:pt x="306594" y="295362"/>
                    <a:pt x="300640" y="293873"/>
                    <a:pt x="295181" y="291392"/>
                  </a:cubicBezTo>
                  <a:lnTo>
                    <a:pt x="22267" y="159897"/>
                  </a:lnTo>
                  <a:cubicBezTo>
                    <a:pt x="11351" y="154439"/>
                    <a:pt x="3411" y="145011"/>
                    <a:pt x="930" y="133102"/>
                  </a:cubicBezTo>
                  <a:cubicBezTo>
                    <a:pt x="-1551" y="121193"/>
                    <a:pt x="930" y="108788"/>
                    <a:pt x="8374" y="99360"/>
                  </a:cubicBezTo>
                  <a:lnTo>
                    <a:pt x="75362" y="15005"/>
                  </a:lnTo>
                  <a:cubicBezTo>
                    <a:pt x="88759" y="-2362"/>
                    <a:pt x="114066" y="-4843"/>
                    <a:pt x="130937" y="8554"/>
                  </a:cubicBezTo>
                  <a:cubicBezTo>
                    <a:pt x="148304" y="21952"/>
                    <a:pt x="150785" y="47258"/>
                    <a:pt x="137387" y="64129"/>
                  </a:cubicBezTo>
                  <a:lnTo>
                    <a:pt x="101164" y="109780"/>
                  </a:lnTo>
                  <a:lnTo>
                    <a:pt x="303121" y="207037"/>
                  </a:lnTo>
                  <a:lnTo>
                    <a:pt x="367628" y="137568"/>
                  </a:lnTo>
                  <a:cubicBezTo>
                    <a:pt x="382514" y="121689"/>
                    <a:pt x="407820" y="120697"/>
                    <a:pt x="423699" y="135583"/>
                  </a:cubicBezTo>
                  <a:cubicBezTo>
                    <a:pt x="439578" y="150469"/>
                    <a:pt x="440570" y="175776"/>
                    <a:pt x="425684" y="191655"/>
                  </a:cubicBezTo>
                  <a:lnTo>
                    <a:pt x="341329" y="282460"/>
                  </a:lnTo>
                  <a:cubicBezTo>
                    <a:pt x="333886" y="290896"/>
                    <a:pt x="323465" y="295362"/>
                    <a:pt x="312549" y="2953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1D582DA-DFC7-304F-800F-AE0B31DC8A18}"/>
                </a:ext>
              </a:extLst>
            </p:cNvPr>
            <p:cNvSpPr/>
            <p:nvPr/>
          </p:nvSpPr>
          <p:spPr>
            <a:xfrm>
              <a:off x="7183150" y="5041328"/>
              <a:ext cx="431420" cy="299827"/>
            </a:xfrm>
            <a:custGeom>
              <a:avLst/>
              <a:gdLst>
                <a:gd name="connsiteX0" fmla="*/ 119157 w 431420"/>
                <a:gd name="connsiteY0" fmla="*/ 299828 h 299827"/>
                <a:gd name="connsiteX1" fmla="*/ 88392 w 431420"/>
                <a:gd name="connsiteY1" fmla="*/ 285438 h 299827"/>
                <a:gd name="connsiteX2" fmla="*/ 8999 w 431420"/>
                <a:gd name="connsiteY2" fmla="*/ 189670 h 299827"/>
                <a:gd name="connsiteX3" fmla="*/ 14458 w 431420"/>
                <a:gd name="connsiteY3" fmla="*/ 133598 h 299827"/>
                <a:gd name="connsiteX4" fmla="*/ 70529 w 431420"/>
                <a:gd name="connsiteY4" fmla="*/ 139057 h 299827"/>
                <a:gd name="connsiteX5" fmla="*/ 129578 w 431420"/>
                <a:gd name="connsiteY5" fmla="*/ 210510 h 299827"/>
                <a:gd name="connsiteX6" fmla="*/ 330542 w 431420"/>
                <a:gd name="connsiteY6" fmla="*/ 110277 h 299827"/>
                <a:gd name="connsiteX7" fmla="*/ 293822 w 431420"/>
                <a:gd name="connsiteY7" fmla="*/ 64129 h 299827"/>
                <a:gd name="connsiteX8" fmla="*/ 300273 w 431420"/>
                <a:gd name="connsiteY8" fmla="*/ 8554 h 299827"/>
                <a:gd name="connsiteX9" fmla="*/ 355848 w 431420"/>
                <a:gd name="connsiteY9" fmla="*/ 15005 h 299827"/>
                <a:gd name="connsiteX10" fmla="*/ 422836 w 431420"/>
                <a:gd name="connsiteY10" fmla="*/ 99360 h 299827"/>
                <a:gd name="connsiteX11" fmla="*/ 430279 w 431420"/>
                <a:gd name="connsiteY11" fmla="*/ 132606 h 299827"/>
                <a:gd name="connsiteX12" fmla="*/ 409439 w 431420"/>
                <a:gd name="connsiteY12" fmla="*/ 159401 h 299827"/>
                <a:gd name="connsiteX13" fmla="*/ 136525 w 431420"/>
                <a:gd name="connsiteY13" fmla="*/ 295858 h 299827"/>
                <a:gd name="connsiteX14" fmla="*/ 119157 w 431420"/>
                <a:gd name="connsiteY14" fmla="*/ 299828 h 29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1420" h="299827">
                  <a:moveTo>
                    <a:pt x="119157" y="299828"/>
                  </a:moveTo>
                  <a:cubicBezTo>
                    <a:pt x="107745" y="299828"/>
                    <a:pt x="96332" y="294866"/>
                    <a:pt x="88392" y="285438"/>
                  </a:cubicBezTo>
                  <a:lnTo>
                    <a:pt x="8999" y="189670"/>
                  </a:lnTo>
                  <a:cubicBezTo>
                    <a:pt x="-4895" y="172799"/>
                    <a:pt x="-2414" y="147988"/>
                    <a:pt x="14458" y="133598"/>
                  </a:cubicBezTo>
                  <a:cubicBezTo>
                    <a:pt x="31329" y="119705"/>
                    <a:pt x="56139" y="122186"/>
                    <a:pt x="70529" y="139057"/>
                  </a:cubicBezTo>
                  <a:lnTo>
                    <a:pt x="129578" y="210510"/>
                  </a:lnTo>
                  <a:lnTo>
                    <a:pt x="330542" y="110277"/>
                  </a:lnTo>
                  <a:lnTo>
                    <a:pt x="293822" y="64129"/>
                  </a:lnTo>
                  <a:cubicBezTo>
                    <a:pt x="280425" y="46762"/>
                    <a:pt x="282906" y="21952"/>
                    <a:pt x="300273" y="8554"/>
                  </a:cubicBezTo>
                  <a:cubicBezTo>
                    <a:pt x="317640" y="-4843"/>
                    <a:pt x="342451" y="-2362"/>
                    <a:pt x="355848" y="15005"/>
                  </a:cubicBezTo>
                  <a:lnTo>
                    <a:pt x="422836" y="99360"/>
                  </a:lnTo>
                  <a:cubicBezTo>
                    <a:pt x="430279" y="108788"/>
                    <a:pt x="433257" y="121193"/>
                    <a:pt x="430279" y="132606"/>
                  </a:cubicBezTo>
                  <a:cubicBezTo>
                    <a:pt x="427798" y="144515"/>
                    <a:pt x="419859" y="153943"/>
                    <a:pt x="409439" y="159401"/>
                  </a:cubicBezTo>
                  <a:lnTo>
                    <a:pt x="136525" y="295858"/>
                  </a:lnTo>
                  <a:cubicBezTo>
                    <a:pt x="131066" y="298339"/>
                    <a:pt x="125112" y="299828"/>
                    <a:pt x="119157" y="2998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3" name="Picture Placeholder 83">
            <a:extLst>
              <a:ext uri="{FF2B5EF4-FFF2-40B4-BE49-F238E27FC236}">
                <a16:creationId xmlns:a16="http://schemas.microsoft.com/office/drawing/2014/main" id="{2D3B42AB-2312-4157-91E6-5DBF1939F782}"/>
              </a:ext>
            </a:extLst>
          </p:cNvPr>
          <p:cNvGrpSpPr>
            <a:grpSpLocks noChangeAspect="1"/>
          </p:cNvGrpSpPr>
          <p:nvPr/>
        </p:nvGrpSpPr>
        <p:grpSpPr>
          <a:xfrm>
            <a:off x="8244827" y="4779995"/>
            <a:ext cx="565732" cy="825588"/>
            <a:chOff x="8244827" y="4779995"/>
            <a:chExt cx="565732" cy="825588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C5A41D52-31DD-7043-BEBE-E17F72A45D24}"/>
                </a:ext>
              </a:extLst>
            </p:cNvPr>
            <p:cNvSpPr/>
            <p:nvPr/>
          </p:nvSpPr>
          <p:spPr>
            <a:xfrm>
              <a:off x="8244827" y="4779995"/>
              <a:ext cx="565732" cy="825588"/>
            </a:xfrm>
            <a:custGeom>
              <a:avLst/>
              <a:gdLst>
                <a:gd name="connsiteX0" fmla="*/ 287458 w 565732"/>
                <a:gd name="connsiteY0" fmla="*/ 825589 h 825588"/>
                <a:gd name="connsiteX1" fmla="*/ 55 w 565732"/>
                <a:gd name="connsiteY1" fmla="*/ 572127 h 825588"/>
                <a:gd name="connsiteX2" fmla="*/ 55 w 565732"/>
                <a:gd name="connsiteY2" fmla="*/ 568306 h 825588"/>
                <a:gd name="connsiteX3" fmla="*/ 55 w 565732"/>
                <a:gd name="connsiteY3" fmla="*/ 210144 h 825588"/>
                <a:gd name="connsiteX4" fmla="*/ 234165 w 565732"/>
                <a:gd name="connsiteY4" fmla="*/ 0 h 825588"/>
                <a:gd name="connsiteX5" fmla="*/ 448626 w 565732"/>
                <a:gd name="connsiteY5" fmla="*/ 210144 h 825588"/>
                <a:gd name="connsiteX6" fmla="*/ 408930 w 565732"/>
                <a:gd name="connsiteY6" fmla="*/ 249840 h 825588"/>
                <a:gd name="connsiteX7" fmla="*/ 369233 w 565732"/>
                <a:gd name="connsiteY7" fmla="*/ 210144 h 825588"/>
                <a:gd name="connsiteX8" fmla="*/ 234165 w 565732"/>
                <a:gd name="connsiteY8" fmla="*/ 79393 h 825588"/>
                <a:gd name="connsiteX9" fmla="*/ 79249 w 565732"/>
                <a:gd name="connsiteY9" fmla="*/ 210144 h 825588"/>
                <a:gd name="connsiteX10" fmla="*/ 79249 w 565732"/>
                <a:gd name="connsiteY10" fmla="*/ 566271 h 825588"/>
                <a:gd name="connsiteX11" fmla="*/ 287657 w 565732"/>
                <a:gd name="connsiteY11" fmla="*/ 746196 h 825588"/>
                <a:gd name="connsiteX12" fmla="*/ 483857 w 565732"/>
                <a:gd name="connsiteY12" fmla="*/ 561061 h 825588"/>
                <a:gd name="connsiteX13" fmla="*/ 486338 w 565732"/>
                <a:gd name="connsiteY13" fmla="*/ 279265 h 825588"/>
                <a:gd name="connsiteX14" fmla="*/ 526035 w 565732"/>
                <a:gd name="connsiteY14" fmla="*/ 239916 h 825588"/>
                <a:gd name="connsiteX15" fmla="*/ 526382 w 565732"/>
                <a:gd name="connsiteY15" fmla="*/ 239916 h 825588"/>
                <a:gd name="connsiteX16" fmla="*/ 565731 w 565732"/>
                <a:gd name="connsiteY16" fmla="*/ 279957 h 825588"/>
                <a:gd name="connsiteX17" fmla="*/ 565731 w 565732"/>
                <a:gd name="connsiteY17" fmla="*/ 279960 h 825588"/>
                <a:gd name="connsiteX18" fmla="*/ 563250 w 565732"/>
                <a:gd name="connsiteY18" fmla="*/ 562798 h 825588"/>
                <a:gd name="connsiteX19" fmla="*/ 563250 w 565732"/>
                <a:gd name="connsiteY19" fmla="*/ 564981 h 825588"/>
                <a:gd name="connsiteX20" fmla="*/ 287458 w 565732"/>
                <a:gd name="connsiteY20" fmla="*/ 825589 h 82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5732" h="825588">
                  <a:moveTo>
                    <a:pt x="287458" y="825589"/>
                  </a:moveTo>
                  <a:cubicBezTo>
                    <a:pt x="163108" y="825589"/>
                    <a:pt x="14544" y="721386"/>
                    <a:pt x="55" y="572127"/>
                  </a:cubicBezTo>
                  <a:cubicBezTo>
                    <a:pt x="-18" y="570856"/>
                    <a:pt x="-18" y="569576"/>
                    <a:pt x="55" y="568306"/>
                  </a:cubicBezTo>
                  <a:lnTo>
                    <a:pt x="55" y="210144"/>
                  </a:lnTo>
                  <a:cubicBezTo>
                    <a:pt x="-144" y="98199"/>
                    <a:pt x="109369" y="0"/>
                    <a:pt x="234165" y="0"/>
                  </a:cubicBezTo>
                  <a:cubicBezTo>
                    <a:pt x="354396" y="0"/>
                    <a:pt x="448626" y="92344"/>
                    <a:pt x="448626" y="210144"/>
                  </a:cubicBezTo>
                  <a:cubicBezTo>
                    <a:pt x="448626" y="232068"/>
                    <a:pt x="430852" y="249840"/>
                    <a:pt x="408930" y="249840"/>
                  </a:cubicBezTo>
                  <a:cubicBezTo>
                    <a:pt x="387007" y="249840"/>
                    <a:pt x="369233" y="232068"/>
                    <a:pt x="369233" y="210144"/>
                  </a:cubicBezTo>
                  <a:cubicBezTo>
                    <a:pt x="369233" y="136854"/>
                    <a:pt x="309688" y="79393"/>
                    <a:pt x="234165" y="79393"/>
                  </a:cubicBezTo>
                  <a:cubicBezTo>
                    <a:pt x="153085" y="79393"/>
                    <a:pt x="79249" y="141717"/>
                    <a:pt x="79249" y="210144"/>
                  </a:cubicBezTo>
                  <a:lnTo>
                    <a:pt x="79249" y="566271"/>
                  </a:lnTo>
                  <a:cubicBezTo>
                    <a:pt x="90364" y="669383"/>
                    <a:pt x="197893" y="746196"/>
                    <a:pt x="287657" y="746196"/>
                  </a:cubicBezTo>
                  <a:cubicBezTo>
                    <a:pt x="402628" y="746196"/>
                    <a:pt x="477555" y="652264"/>
                    <a:pt x="483857" y="561061"/>
                  </a:cubicBezTo>
                  <a:lnTo>
                    <a:pt x="486338" y="279265"/>
                  </a:lnTo>
                  <a:cubicBezTo>
                    <a:pt x="486527" y="257477"/>
                    <a:pt x="504246" y="239915"/>
                    <a:pt x="526035" y="239916"/>
                  </a:cubicBezTo>
                  <a:lnTo>
                    <a:pt x="526382" y="239916"/>
                  </a:lnTo>
                  <a:cubicBezTo>
                    <a:pt x="548304" y="240107"/>
                    <a:pt x="565920" y="258034"/>
                    <a:pt x="565731" y="279957"/>
                  </a:cubicBezTo>
                  <a:cubicBezTo>
                    <a:pt x="565731" y="279958"/>
                    <a:pt x="565731" y="279959"/>
                    <a:pt x="565731" y="279960"/>
                  </a:cubicBezTo>
                  <a:lnTo>
                    <a:pt x="563250" y="562798"/>
                  </a:lnTo>
                  <a:cubicBezTo>
                    <a:pt x="563250" y="563493"/>
                    <a:pt x="563250" y="564237"/>
                    <a:pt x="563250" y="564981"/>
                  </a:cubicBezTo>
                  <a:cubicBezTo>
                    <a:pt x="553673" y="711164"/>
                    <a:pt x="432648" y="825589"/>
                    <a:pt x="287458" y="82558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239498EA-9CE6-664C-82BD-F12AF94A8D77}"/>
                </a:ext>
              </a:extLst>
            </p:cNvPr>
            <p:cNvSpPr/>
            <p:nvPr/>
          </p:nvSpPr>
          <p:spPr>
            <a:xfrm>
              <a:off x="8613811" y="4948209"/>
              <a:ext cx="79393" cy="405500"/>
            </a:xfrm>
            <a:custGeom>
              <a:avLst/>
              <a:gdLst>
                <a:gd name="connsiteX0" fmla="*/ 39697 w 79393"/>
                <a:gd name="connsiteY0" fmla="*/ 405500 h 405500"/>
                <a:gd name="connsiteX1" fmla="*/ 0 w 79393"/>
                <a:gd name="connsiteY1" fmla="*/ 365804 h 405500"/>
                <a:gd name="connsiteX2" fmla="*/ 0 w 79393"/>
                <a:gd name="connsiteY2" fmla="*/ 39697 h 405500"/>
                <a:gd name="connsiteX3" fmla="*/ 39697 w 79393"/>
                <a:gd name="connsiteY3" fmla="*/ 0 h 405500"/>
                <a:gd name="connsiteX4" fmla="*/ 79393 w 79393"/>
                <a:gd name="connsiteY4" fmla="*/ 39697 h 405500"/>
                <a:gd name="connsiteX5" fmla="*/ 79393 w 79393"/>
                <a:gd name="connsiteY5" fmla="*/ 365804 h 405500"/>
                <a:gd name="connsiteX6" fmla="*/ 39697 w 79393"/>
                <a:gd name="connsiteY6" fmla="*/ 405500 h 40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5500">
                  <a:moveTo>
                    <a:pt x="39697" y="405500"/>
                  </a:moveTo>
                  <a:cubicBezTo>
                    <a:pt x="17774" y="405500"/>
                    <a:pt x="0" y="387726"/>
                    <a:pt x="0" y="36580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65804"/>
                  </a:lnTo>
                  <a:cubicBezTo>
                    <a:pt x="79393" y="387726"/>
                    <a:pt x="61619" y="405500"/>
                    <a:pt x="39697" y="4055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B02CC32B-5F5B-D74F-9D5C-CF77E1488227}"/>
                </a:ext>
              </a:extLst>
            </p:cNvPr>
            <p:cNvSpPr/>
            <p:nvPr/>
          </p:nvSpPr>
          <p:spPr>
            <a:xfrm>
              <a:off x="8355287" y="4895810"/>
              <a:ext cx="337966" cy="583440"/>
            </a:xfrm>
            <a:custGeom>
              <a:avLst/>
              <a:gdLst>
                <a:gd name="connsiteX0" fmla="*/ 171787 w 337966"/>
                <a:gd name="connsiteY0" fmla="*/ 583440 h 583440"/>
                <a:gd name="connsiteX1" fmla="*/ 0 w 337966"/>
                <a:gd name="connsiteY1" fmla="*/ 405897 h 583440"/>
                <a:gd name="connsiteX2" fmla="*/ 0 w 337966"/>
                <a:gd name="connsiteY2" fmla="*/ 403367 h 583440"/>
                <a:gd name="connsiteX3" fmla="*/ 0 w 337966"/>
                <a:gd name="connsiteY3" fmla="*/ 127079 h 583440"/>
                <a:gd name="connsiteX4" fmla="*/ 116113 w 337966"/>
                <a:gd name="connsiteY4" fmla="*/ 0 h 583440"/>
                <a:gd name="connsiteX5" fmla="*/ 222351 w 337966"/>
                <a:gd name="connsiteY5" fmla="*/ 127079 h 583440"/>
                <a:gd name="connsiteX6" fmla="*/ 222351 w 337966"/>
                <a:gd name="connsiteY6" fmla="*/ 378457 h 583440"/>
                <a:gd name="connsiteX7" fmla="*/ 182654 w 337966"/>
                <a:gd name="connsiteY7" fmla="*/ 418154 h 583440"/>
                <a:gd name="connsiteX8" fmla="*/ 142957 w 337966"/>
                <a:gd name="connsiteY8" fmla="*/ 378457 h 583440"/>
                <a:gd name="connsiteX9" fmla="*/ 142957 w 337966"/>
                <a:gd name="connsiteY9" fmla="*/ 127079 h 583440"/>
                <a:gd name="connsiteX10" fmla="*/ 116113 w 337966"/>
                <a:gd name="connsiteY10" fmla="*/ 79393 h 583440"/>
                <a:gd name="connsiteX11" fmla="*/ 79393 w 337966"/>
                <a:gd name="connsiteY11" fmla="*/ 127079 h 583440"/>
                <a:gd name="connsiteX12" fmla="*/ 79393 w 337966"/>
                <a:gd name="connsiteY12" fmla="*/ 402027 h 583440"/>
                <a:gd name="connsiteX13" fmla="*/ 171837 w 337966"/>
                <a:gd name="connsiteY13" fmla="*/ 504047 h 583440"/>
                <a:gd name="connsiteX14" fmla="*/ 258574 w 337966"/>
                <a:gd name="connsiteY14" fmla="*/ 407088 h 583440"/>
                <a:gd name="connsiteX15" fmla="*/ 298270 w 337966"/>
                <a:gd name="connsiteY15" fmla="*/ 367392 h 583440"/>
                <a:gd name="connsiteX16" fmla="*/ 337967 w 337966"/>
                <a:gd name="connsiteY16" fmla="*/ 407088 h 583440"/>
                <a:gd name="connsiteX17" fmla="*/ 171787 w 337966"/>
                <a:gd name="connsiteY17" fmla="*/ 583440 h 58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7966" h="583440">
                  <a:moveTo>
                    <a:pt x="171787" y="583440"/>
                  </a:moveTo>
                  <a:cubicBezTo>
                    <a:pt x="74332" y="583440"/>
                    <a:pt x="6947" y="513971"/>
                    <a:pt x="0" y="405897"/>
                  </a:cubicBezTo>
                  <a:cubicBezTo>
                    <a:pt x="0" y="405054"/>
                    <a:pt x="0" y="404210"/>
                    <a:pt x="0" y="403367"/>
                  </a:cubicBezTo>
                  <a:lnTo>
                    <a:pt x="0" y="127079"/>
                  </a:lnTo>
                  <a:cubicBezTo>
                    <a:pt x="0" y="49869"/>
                    <a:pt x="45552" y="0"/>
                    <a:pt x="116113" y="0"/>
                  </a:cubicBezTo>
                  <a:cubicBezTo>
                    <a:pt x="155809" y="0"/>
                    <a:pt x="222351" y="16474"/>
                    <a:pt x="222351" y="127079"/>
                  </a:cubicBezTo>
                  <a:lnTo>
                    <a:pt x="222351" y="378457"/>
                  </a:lnTo>
                  <a:cubicBezTo>
                    <a:pt x="222351" y="400379"/>
                    <a:pt x="204578" y="418154"/>
                    <a:pt x="182654" y="418154"/>
                  </a:cubicBezTo>
                  <a:cubicBezTo>
                    <a:pt x="160730" y="418154"/>
                    <a:pt x="142957" y="400379"/>
                    <a:pt x="142957" y="378457"/>
                  </a:cubicBezTo>
                  <a:lnTo>
                    <a:pt x="142957" y="127079"/>
                  </a:lnTo>
                  <a:cubicBezTo>
                    <a:pt x="142957" y="79393"/>
                    <a:pt x="129907" y="79393"/>
                    <a:pt x="116113" y="79393"/>
                  </a:cubicBezTo>
                  <a:cubicBezTo>
                    <a:pt x="104204" y="79393"/>
                    <a:pt x="79393" y="79393"/>
                    <a:pt x="79393" y="127079"/>
                  </a:cubicBezTo>
                  <a:lnTo>
                    <a:pt x="79393" y="402027"/>
                  </a:lnTo>
                  <a:cubicBezTo>
                    <a:pt x="83909" y="466881"/>
                    <a:pt x="117552" y="504047"/>
                    <a:pt x="171837" y="504047"/>
                  </a:cubicBezTo>
                  <a:cubicBezTo>
                    <a:pt x="248253" y="504047"/>
                    <a:pt x="258574" y="455022"/>
                    <a:pt x="258574" y="407088"/>
                  </a:cubicBezTo>
                  <a:cubicBezTo>
                    <a:pt x="258574" y="385166"/>
                    <a:pt x="276348" y="367392"/>
                    <a:pt x="298270" y="367392"/>
                  </a:cubicBezTo>
                  <a:cubicBezTo>
                    <a:pt x="320193" y="367392"/>
                    <a:pt x="337967" y="385166"/>
                    <a:pt x="337967" y="407088"/>
                  </a:cubicBezTo>
                  <a:cubicBezTo>
                    <a:pt x="337917" y="517494"/>
                    <a:pt x="275792" y="583440"/>
                    <a:pt x="171787" y="5834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7" name="Picture Placeholder 85">
            <a:extLst>
              <a:ext uri="{FF2B5EF4-FFF2-40B4-BE49-F238E27FC236}">
                <a16:creationId xmlns:a16="http://schemas.microsoft.com/office/drawing/2014/main" id="{7AB7D81E-F2F5-4853-AFA6-00A57F75F70C}"/>
              </a:ext>
            </a:extLst>
          </p:cNvPr>
          <p:cNvGrpSpPr>
            <a:grpSpLocks noChangeAspect="1"/>
          </p:cNvGrpSpPr>
          <p:nvPr/>
        </p:nvGrpSpPr>
        <p:grpSpPr>
          <a:xfrm>
            <a:off x="9451387" y="4869908"/>
            <a:ext cx="787282" cy="645763"/>
            <a:chOff x="9451387" y="4869908"/>
            <a:chExt cx="787282" cy="645763"/>
          </a:xfrm>
        </p:grpSpPr>
        <p:grpSp>
          <p:nvGrpSpPr>
            <p:cNvPr id="228" name="Picture Placeholder 85">
              <a:extLst>
                <a:ext uri="{FF2B5EF4-FFF2-40B4-BE49-F238E27FC236}">
                  <a16:creationId xmlns:a16="http://schemas.microsoft.com/office/drawing/2014/main" id="{7AB7D81E-F2F5-4853-AFA6-00A57F75F70C}"/>
                </a:ext>
              </a:extLst>
            </p:cNvPr>
            <p:cNvGrpSpPr/>
            <p:nvPr/>
          </p:nvGrpSpPr>
          <p:grpSpPr>
            <a:xfrm>
              <a:off x="9992848" y="4874622"/>
              <a:ext cx="79393" cy="641049"/>
              <a:chOff x="9992848" y="4874622"/>
              <a:chExt cx="79393" cy="641049"/>
            </a:xfrm>
            <a:solidFill>
              <a:srgbClr val="FFFFFF"/>
            </a:solidFill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6154B91C-3E4D-4642-B8FC-E1755ED3CF3F}"/>
                  </a:ext>
                </a:extLst>
              </p:cNvPr>
              <p:cNvSpPr/>
              <p:nvPr/>
            </p:nvSpPr>
            <p:spPr>
              <a:xfrm>
                <a:off x="9992848" y="5230352"/>
                <a:ext cx="79393" cy="285318"/>
              </a:xfrm>
              <a:custGeom>
                <a:avLst/>
                <a:gdLst>
                  <a:gd name="connsiteX0" fmla="*/ 39697 w 79393"/>
                  <a:gd name="connsiteY0" fmla="*/ 285319 h 285318"/>
                  <a:gd name="connsiteX1" fmla="*/ 0 w 79393"/>
                  <a:gd name="connsiteY1" fmla="*/ 245622 h 285318"/>
                  <a:gd name="connsiteX2" fmla="*/ 0 w 79393"/>
                  <a:gd name="connsiteY2" fmla="*/ 39697 h 285318"/>
                  <a:gd name="connsiteX3" fmla="*/ 39697 w 79393"/>
                  <a:gd name="connsiteY3" fmla="*/ 0 h 285318"/>
                  <a:gd name="connsiteX4" fmla="*/ 79393 w 79393"/>
                  <a:gd name="connsiteY4" fmla="*/ 39697 h 285318"/>
                  <a:gd name="connsiteX5" fmla="*/ 79393 w 79393"/>
                  <a:gd name="connsiteY5" fmla="*/ 245622 h 285318"/>
                  <a:gd name="connsiteX6" fmla="*/ 39697 w 79393"/>
                  <a:gd name="connsiteY6" fmla="*/ 285319 h 2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85318">
                    <a:moveTo>
                      <a:pt x="39697" y="285319"/>
                    </a:moveTo>
                    <a:cubicBezTo>
                      <a:pt x="17774" y="285319"/>
                      <a:pt x="0" y="267545"/>
                      <a:pt x="0" y="24562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45622"/>
                    </a:lnTo>
                    <a:cubicBezTo>
                      <a:pt x="79393" y="267545"/>
                      <a:pt x="61619" y="285319"/>
                      <a:pt x="39697" y="2853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9C531317-248F-F64F-8A2A-071B6E744C2A}"/>
                  </a:ext>
                </a:extLst>
              </p:cNvPr>
              <p:cNvSpPr/>
              <p:nvPr/>
            </p:nvSpPr>
            <p:spPr>
              <a:xfrm>
                <a:off x="9992848" y="4874622"/>
                <a:ext cx="79393" cy="299907"/>
              </a:xfrm>
              <a:custGeom>
                <a:avLst/>
                <a:gdLst>
                  <a:gd name="connsiteX0" fmla="*/ 39697 w 79393"/>
                  <a:gd name="connsiteY0" fmla="*/ 299907 h 299907"/>
                  <a:gd name="connsiteX1" fmla="*/ 0 w 79393"/>
                  <a:gd name="connsiteY1" fmla="*/ 260211 h 299907"/>
                  <a:gd name="connsiteX2" fmla="*/ 0 w 79393"/>
                  <a:gd name="connsiteY2" fmla="*/ 39697 h 299907"/>
                  <a:gd name="connsiteX3" fmla="*/ 39697 w 79393"/>
                  <a:gd name="connsiteY3" fmla="*/ 0 h 299907"/>
                  <a:gd name="connsiteX4" fmla="*/ 79393 w 79393"/>
                  <a:gd name="connsiteY4" fmla="*/ 39697 h 299907"/>
                  <a:gd name="connsiteX5" fmla="*/ 79393 w 79393"/>
                  <a:gd name="connsiteY5" fmla="*/ 260211 h 299907"/>
                  <a:gd name="connsiteX6" fmla="*/ 39697 w 79393"/>
                  <a:gd name="connsiteY6" fmla="*/ 299907 h 299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99907">
                    <a:moveTo>
                      <a:pt x="39697" y="299907"/>
                    </a:moveTo>
                    <a:cubicBezTo>
                      <a:pt x="17774" y="299907"/>
                      <a:pt x="0" y="282135"/>
                      <a:pt x="0" y="260211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260211"/>
                    </a:lnTo>
                    <a:cubicBezTo>
                      <a:pt x="79393" y="282135"/>
                      <a:pt x="61619" y="299907"/>
                      <a:pt x="39697" y="299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AAB462B3-6552-0843-8811-71CE359E9CB1}"/>
                </a:ext>
              </a:extLst>
            </p:cNvPr>
            <p:cNvSpPr/>
            <p:nvPr/>
          </p:nvSpPr>
          <p:spPr>
            <a:xfrm>
              <a:off x="9992565" y="5065562"/>
              <a:ext cx="246103" cy="266512"/>
            </a:xfrm>
            <a:custGeom>
              <a:avLst/>
              <a:gdLst>
                <a:gd name="connsiteX0" fmla="*/ 115452 w 246103"/>
                <a:gd name="connsiteY0" fmla="*/ 266513 h 266512"/>
                <a:gd name="connsiteX1" fmla="*/ 7130 w 246103"/>
                <a:gd name="connsiteY1" fmla="*/ 219175 h 266512"/>
                <a:gd name="connsiteX2" fmla="*/ 17700 w 246103"/>
                <a:gd name="connsiteY2" fmla="*/ 163947 h 266512"/>
                <a:gd name="connsiteX3" fmla="*/ 72927 w 246103"/>
                <a:gd name="connsiteY3" fmla="*/ 174516 h 266512"/>
                <a:gd name="connsiteX4" fmla="*/ 115452 w 246103"/>
                <a:gd name="connsiteY4" fmla="*/ 186921 h 266512"/>
                <a:gd name="connsiteX5" fmla="*/ 166711 w 246103"/>
                <a:gd name="connsiteY5" fmla="*/ 135663 h 266512"/>
                <a:gd name="connsiteX6" fmla="*/ 115452 w 246103"/>
                <a:gd name="connsiteY6" fmla="*/ 79393 h 266512"/>
                <a:gd name="connsiteX7" fmla="*/ 72332 w 246103"/>
                <a:gd name="connsiteY7" fmla="*/ 97951 h 266512"/>
                <a:gd name="connsiteX8" fmla="*/ 17079 w 246103"/>
                <a:gd name="connsiteY8" fmla="*/ 107950 h 266512"/>
                <a:gd name="connsiteX9" fmla="*/ 7081 w 246103"/>
                <a:gd name="connsiteY9" fmla="*/ 52697 h 266512"/>
                <a:gd name="connsiteX10" fmla="*/ 115452 w 246103"/>
                <a:gd name="connsiteY10" fmla="*/ 0 h 266512"/>
                <a:gd name="connsiteX11" fmla="*/ 246104 w 246103"/>
                <a:gd name="connsiteY11" fmla="*/ 135663 h 266512"/>
                <a:gd name="connsiteX12" fmla="*/ 115452 w 246103"/>
                <a:gd name="connsiteY12" fmla="*/ 266513 h 266512"/>
                <a:gd name="connsiteX13" fmla="*/ 72927 w 246103"/>
                <a:gd name="connsiteY13" fmla="*/ 97306 h 266512"/>
                <a:gd name="connsiteX14" fmla="*/ 72580 w 246103"/>
                <a:gd name="connsiteY14" fmla="*/ 97753 h 26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6103" h="266512">
                  <a:moveTo>
                    <a:pt x="115452" y="266513"/>
                  </a:moveTo>
                  <a:cubicBezTo>
                    <a:pt x="82703" y="266513"/>
                    <a:pt x="36059" y="261551"/>
                    <a:pt x="7130" y="219175"/>
                  </a:cubicBezTo>
                  <a:cubicBezTo>
                    <a:pt x="-5200" y="201003"/>
                    <a:pt x="-472" y="176279"/>
                    <a:pt x="17700" y="163947"/>
                  </a:cubicBezTo>
                  <a:cubicBezTo>
                    <a:pt x="35871" y="151615"/>
                    <a:pt x="60597" y="156347"/>
                    <a:pt x="72927" y="174516"/>
                  </a:cubicBezTo>
                  <a:cubicBezTo>
                    <a:pt x="77046" y="180669"/>
                    <a:pt x="85382" y="186921"/>
                    <a:pt x="115452" y="186921"/>
                  </a:cubicBezTo>
                  <a:cubicBezTo>
                    <a:pt x="143751" y="186894"/>
                    <a:pt x="166681" y="163961"/>
                    <a:pt x="166711" y="135663"/>
                  </a:cubicBezTo>
                  <a:cubicBezTo>
                    <a:pt x="166711" y="106238"/>
                    <a:pt x="142297" y="79393"/>
                    <a:pt x="115452" y="79393"/>
                  </a:cubicBezTo>
                  <a:cubicBezTo>
                    <a:pt x="99375" y="80453"/>
                    <a:pt x="84152" y="87004"/>
                    <a:pt x="72332" y="97951"/>
                  </a:cubicBezTo>
                  <a:cubicBezTo>
                    <a:pt x="59838" y="115970"/>
                    <a:pt x="35097" y="120446"/>
                    <a:pt x="17079" y="107950"/>
                  </a:cubicBezTo>
                  <a:cubicBezTo>
                    <a:pt x="-938" y="95453"/>
                    <a:pt x="-5414" y="70716"/>
                    <a:pt x="7081" y="52697"/>
                  </a:cubicBezTo>
                  <a:cubicBezTo>
                    <a:pt x="21421" y="31459"/>
                    <a:pt x="65782" y="0"/>
                    <a:pt x="115452" y="0"/>
                  </a:cubicBezTo>
                  <a:cubicBezTo>
                    <a:pt x="186311" y="0"/>
                    <a:pt x="246104" y="62125"/>
                    <a:pt x="246104" y="135663"/>
                  </a:cubicBezTo>
                  <a:cubicBezTo>
                    <a:pt x="246134" y="207861"/>
                    <a:pt x="187651" y="266428"/>
                    <a:pt x="115452" y="266513"/>
                  </a:cubicBezTo>
                  <a:close/>
                  <a:moveTo>
                    <a:pt x="72927" y="97306"/>
                  </a:moveTo>
                  <a:lnTo>
                    <a:pt x="72580" y="9775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232" name="Picture Placeholder 85">
              <a:extLst>
                <a:ext uri="{FF2B5EF4-FFF2-40B4-BE49-F238E27FC236}">
                  <a16:creationId xmlns:a16="http://schemas.microsoft.com/office/drawing/2014/main" id="{7AB7D81E-F2F5-4853-AFA6-00A57F75F70C}"/>
                </a:ext>
              </a:extLst>
            </p:cNvPr>
            <p:cNvGrpSpPr/>
            <p:nvPr/>
          </p:nvGrpSpPr>
          <p:grpSpPr>
            <a:xfrm>
              <a:off x="9455505" y="5436080"/>
              <a:ext cx="615991" cy="79393"/>
              <a:chOff x="9455505" y="5436080"/>
              <a:chExt cx="615991" cy="79393"/>
            </a:xfrm>
            <a:solidFill>
              <a:srgbClr val="FFFFFF"/>
            </a:solidFill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F4BFBE7C-2555-F64C-94DB-C7572CB90911}"/>
                  </a:ext>
                </a:extLst>
              </p:cNvPr>
              <p:cNvSpPr/>
              <p:nvPr/>
            </p:nvSpPr>
            <p:spPr>
              <a:xfrm>
                <a:off x="9786178" y="5436080"/>
                <a:ext cx="285319" cy="79393"/>
              </a:xfrm>
              <a:custGeom>
                <a:avLst/>
                <a:gdLst>
                  <a:gd name="connsiteX0" fmla="*/ 245623 w 285319"/>
                  <a:gd name="connsiteY0" fmla="*/ 79393 h 79393"/>
                  <a:gd name="connsiteX1" fmla="*/ 39697 w 285319"/>
                  <a:gd name="connsiteY1" fmla="*/ 79393 h 79393"/>
                  <a:gd name="connsiteX2" fmla="*/ 0 w 285319"/>
                  <a:gd name="connsiteY2" fmla="*/ 39697 h 79393"/>
                  <a:gd name="connsiteX3" fmla="*/ 39697 w 285319"/>
                  <a:gd name="connsiteY3" fmla="*/ 0 h 79393"/>
                  <a:gd name="connsiteX4" fmla="*/ 245623 w 285319"/>
                  <a:gd name="connsiteY4" fmla="*/ 0 h 79393"/>
                  <a:gd name="connsiteX5" fmla="*/ 285319 w 285319"/>
                  <a:gd name="connsiteY5" fmla="*/ 39697 h 79393"/>
                  <a:gd name="connsiteX6" fmla="*/ 245623 w 28531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319" h="79393">
                    <a:moveTo>
                      <a:pt x="24562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245623" y="0"/>
                    </a:lnTo>
                    <a:cubicBezTo>
                      <a:pt x="267545" y="0"/>
                      <a:pt x="285319" y="17774"/>
                      <a:pt x="285319" y="39697"/>
                    </a:cubicBezTo>
                    <a:cubicBezTo>
                      <a:pt x="285319" y="61619"/>
                      <a:pt x="267545" y="79393"/>
                      <a:pt x="245623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152349E1-FAB7-A649-850E-4656FC9CB15C}"/>
                  </a:ext>
                </a:extLst>
              </p:cNvPr>
              <p:cNvSpPr/>
              <p:nvPr/>
            </p:nvSpPr>
            <p:spPr>
              <a:xfrm>
                <a:off x="9455505" y="5436080"/>
                <a:ext cx="274799" cy="79393"/>
              </a:xfrm>
              <a:custGeom>
                <a:avLst/>
                <a:gdLst>
                  <a:gd name="connsiteX0" fmla="*/ 235103 w 274799"/>
                  <a:gd name="connsiteY0" fmla="*/ 79393 h 79393"/>
                  <a:gd name="connsiteX1" fmla="*/ 39697 w 274799"/>
                  <a:gd name="connsiteY1" fmla="*/ 79393 h 79393"/>
                  <a:gd name="connsiteX2" fmla="*/ 0 w 274799"/>
                  <a:gd name="connsiteY2" fmla="*/ 39697 h 79393"/>
                  <a:gd name="connsiteX3" fmla="*/ 39697 w 274799"/>
                  <a:gd name="connsiteY3" fmla="*/ 0 h 79393"/>
                  <a:gd name="connsiteX4" fmla="*/ 235103 w 274799"/>
                  <a:gd name="connsiteY4" fmla="*/ 0 h 79393"/>
                  <a:gd name="connsiteX5" fmla="*/ 274800 w 274799"/>
                  <a:gd name="connsiteY5" fmla="*/ 39697 h 79393"/>
                  <a:gd name="connsiteX6" fmla="*/ 235103 w 27479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799" h="79393">
                    <a:moveTo>
                      <a:pt x="235103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235103" y="0"/>
                    </a:lnTo>
                    <a:cubicBezTo>
                      <a:pt x="257027" y="0"/>
                      <a:pt x="274800" y="17774"/>
                      <a:pt x="274800" y="39697"/>
                    </a:cubicBezTo>
                    <a:cubicBezTo>
                      <a:pt x="274800" y="61619"/>
                      <a:pt x="257027" y="79393"/>
                      <a:pt x="235103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E7426A61-7FA7-5E4D-8004-811CED6029BF}"/>
                </a:ext>
              </a:extLst>
            </p:cNvPr>
            <p:cNvSpPr/>
            <p:nvPr/>
          </p:nvSpPr>
          <p:spPr>
            <a:xfrm>
              <a:off x="9621586" y="5269702"/>
              <a:ext cx="266314" cy="245888"/>
            </a:xfrm>
            <a:custGeom>
              <a:avLst/>
              <a:gdLst>
                <a:gd name="connsiteX0" fmla="*/ 74828 w 266314"/>
                <a:gd name="connsiteY0" fmla="*/ 245771 h 245888"/>
                <a:gd name="connsiteX1" fmla="*/ 52697 w 266314"/>
                <a:gd name="connsiteY1" fmla="*/ 238973 h 245888"/>
                <a:gd name="connsiteX2" fmla="*/ 0 w 266314"/>
                <a:gd name="connsiteY2" fmla="*/ 130651 h 245888"/>
                <a:gd name="connsiteX3" fmla="*/ 135614 w 266314"/>
                <a:gd name="connsiteY3" fmla="*/ 0 h 245888"/>
                <a:gd name="connsiteX4" fmla="*/ 266315 w 266314"/>
                <a:gd name="connsiteY4" fmla="*/ 130701 h 245888"/>
                <a:gd name="connsiteX5" fmla="*/ 218927 w 266314"/>
                <a:gd name="connsiteY5" fmla="*/ 239023 h 245888"/>
                <a:gd name="connsiteX6" fmla="*/ 163699 w 266314"/>
                <a:gd name="connsiteY6" fmla="*/ 228454 h 245888"/>
                <a:gd name="connsiteX7" fmla="*/ 174268 w 266314"/>
                <a:gd name="connsiteY7" fmla="*/ 173226 h 245888"/>
                <a:gd name="connsiteX8" fmla="*/ 186673 w 266314"/>
                <a:gd name="connsiteY8" fmla="*/ 130701 h 245888"/>
                <a:gd name="connsiteX9" fmla="*/ 135614 w 266314"/>
                <a:gd name="connsiteY9" fmla="*/ 79393 h 245888"/>
                <a:gd name="connsiteX10" fmla="*/ 79393 w 266314"/>
                <a:gd name="connsiteY10" fmla="*/ 130701 h 245888"/>
                <a:gd name="connsiteX11" fmla="*/ 97108 w 266314"/>
                <a:gd name="connsiteY11" fmla="*/ 173226 h 245888"/>
                <a:gd name="connsiteX12" fmla="*/ 107792 w 266314"/>
                <a:gd name="connsiteY12" fmla="*/ 228340 h 245888"/>
                <a:gd name="connsiteX13" fmla="*/ 74828 w 266314"/>
                <a:gd name="connsiteY13" fmla="*/ 245821 h 245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6314" h="245888">
                  <a:moveTo>
                    <a:pt x="74828" y="245771"/>
                  </a:moveTo>
                  <a:cubicBezTo>
                    <a:pt x="66935" y="245786"/>
                    <a:pt x="59221" y="243414"/>
                    <a:pt x="52697" y="238973"/>
                  </a:cubicBezTo>
                  <a:cubicBezTo>
                    <a:pt x="18707" y="216048"/>
                    <a:pt x="0" y="177592"/>
                    <a:pt x="0" y="130651"/>
                  </a:cubicBezTo>
                  <a:cubicBezTo>
                    <a:pt x="0" y="59793"/>
                    <a:pt x="62175" y="0"/>
                    <a:pt x="135614" y="0"/>
                  </a:cubicBezTo>
                  <a:cubicBezTo>
                    <a:pt x="207764" y="84"/>
                    <a:pt x="266233" y="58552"/>
                    <a:pt x="266315" y="130701"/>
                  </a:cubicBezTo>
                  <a:cubicBezTo>
                    <a:pt x="266315" y="163451"/>
                    <a:pt x="261352" y="210094"/>
                    <a:pt x="218927" y="239023"/>
                  </a:cubicBezTo>
                  <a:cubicBezTo>
                    <a:pt x="200757" y="251354"/>
                    <a:pt x="176031" y="246625"/>
                    <a:pt x="163699" y="228454"/>
                  </a:cubicBezTo>
                  <a:cubicBezTo>
                    <a:pt x="151367" y="210283"/>
                    <a:pt x="156099" y="185557"/>
                    <a:pt x="174268" y="173226"/>
                  </a:cubicBezTo>
                  <a:cubicBezTo>
                    <a:pt x="180371" y="169058"/>
                    <a:pt x="186673" y="160771"/>
                    <a:pt x="186673" y="130701"/>
                  </a:cubicBezTo>
                  <a:cubicBezTo>
                    <a:pt x="186646" y="102472"/>
                    <a:pt x="163842" y="79557"/>
                    <a:pt x="135614" y="79393"/>
                  </a:cubicBezTo>
                  <a:cubicBezTo>
                    <a:pt x="106188" y="79393"/>
                    <a:pt x="79393" y="103856"/>
                    <a:pt x="79393" y="130701"/>
                  </a:cubicBezTo>
                  <a:cubicBezTo>
                    <a:pt x="79393" y="144644"/>
                    <a:pt x="82470" y="163351"/>
                    <a:pt x="97108" y="173226"/>
                  </a:cubicBezTo>
                  <a:cubicBezTo>
                    <a:pt x="115277" y="185497"/>
                    <a:pt x="120060" y="210168"/>
                    <a:pt x="107792" y="228340"/>
                  </a:cubicBezTo>
                  <a:cubicBezTo>
                    <a:pt x="100398" y="239291"/>
                    <a:pt x="88041" y="245841"/>
                    <a:pt x="74828" y="2458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553584E4-5274-744B-9CC6-6FAE399BA9F0}"/>
                </a:ext>
              </a:extLst>
            </p:cNvPr>
            <p:cNvSpPr/>
            <p:nvPr/>
          </p:nvSpPr>
          <p:spPr>
            <a:xfrm>
              <a:off x="9451387" y="4869908"/>
              <a:ext cx="621202" cy="645068"/>
            </a:xfrm>
            <a:custGeom>
              <a:avLst/>
              <a:gdLst>
                <a:gd name="connsiteX0" fmla="*/ 39697 w 621202"/>
                <a:gd name="connsiteY0" fmla="*/ 645069 h 645068"/>
                <a:gd name="connsiteX1" fmla="*/ 0 w 621202"/>
                <a:gd name="connsiteY1" fmla="*/ 605372 h 645068"/>
                <a:gd name="connsiteX2" fmla="*/ 0 w 621202"/>
                <a:gd name="connsiteY2" fmla="*/ 39697 h 645068"/>
                <a:gd name="connsiteX3" fmla="*/ 39697 w 621202"/>
                <a:gd name="connsiteY3" fmla="*/ 0 h 645068"/>
                <a:gd name="connsiteX4" fmla="*/ 39697 w 621202"/>
                <a:gd name="connsiteY4" fmla="*/ 0 h 645068"/>
                <a:gd name="connsiteX5" fmla="*/ 581506 w 621202"/>
                <a:gd name="connsiteY5" fmla="*/ 645 h 645068"/>
                <a:gd name="connsiteX6" fmla="*/ 621202 w 621202"/>
                <a:gd name="connsiteY6" fmla="*/ 40342 h 645068"/>
                <a:gd name="connsiteX7" fmla="*/ 581506 w 621202"/>
                <a:gd name="connsiteY7" fmla="*/ 80038 h 645068"/>
                <a:gd name="connsiteX8" fmla="*/ 581506 w 621202"/>
                <a:gd name="connsiteY8" fmla="*/ 80038 h 645068"/>
                <a:gd name="connsiteX9" fmla="*/ 79393 w 621202"/>
                <a:gd name="connsiteY9" fmla="*/ 79443 h 645068"/>
                <a:gd name="connsiteX10" fmla="*/ 79393 w 621202"/>
                <a:gd name="connsiteY10" fmla="*/ 605422 h 645068"/>
                <a:gd name="connsiteX11" fmla="*/ 39697 w 621202"/>
                <a:gd name="connsiteY11" fmla="*/ 645069 h 6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202" h="645068">
                  <a:moveTo>
                    <a:pt x="39697" y="645069"/>
                  </a:moveTo>
                  <a:cubicBezTo>
                    <a:pt x="17773" y="645069"/>
                    <a:pt x="0" y="627295"/>
                    <a:pt x="0" y="6053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81506" y="645"/>
                  </a:lnTo>
                  <a:cubicBezTo>
                    <a:pt x="603428" y="645"/>
                    <a:pt x="621202" y="18418"/>
                    <a:pt x="621202" y="40342"/>
                  </a:cubicBezTo>
                  <a:cubicBezTo>
                    <a:pt x="621202" y="62266"/>
                    <a:pt x="603428" y="80038"/>
                    <a:pt x="581506" y="80038"/>
                  </a:cubicBezTo>
                  <a:lnTo>
                    <a:pt x="581506" y="80038"/>
                  </a:lnTo>
                  <a:lnTo>
                    <a:pt x="79393" y="79443"/>
                  </a:lnTo>
                  <a:lnTo>
                    <a:pt x="79393" y="605422"/>
                  </a:lnTo>
                  <a:cubicBezTo>
                    <a:pt x="79366" y="627325"/>
                    <a:pt x="61601" y="645069"/>
                    <a:pt x="39697" y="6450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9139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93A47A94-B53C-4F68-A7CE-A894B327B0B7}"/>
              </a:ext>
            </a:extLst>
          </p:cNvPr>
          <p:cNvGrpSpPr>
            <a:grpSpLocks noChangeAspect="1"/>
          </p:cNvGrpSpPr>
          <p:nvPr/>
        </p:nvGrpSpPr>
        <p:grpSpPr>
          <a:xfrm>
            <a:off x="1488180" y="1421159"/>
            <a:ext cx="842844" cy="831444"/>
            <a:chOff x="1488180" y="1421159"/>
            <a:chExt cx="842844" cy="831444"/>
          </a:xfrm>
        </p:grpSpPr>
        <p:grpSp>
          <p:nvGrpSpPr>
            <p:cNvPr id="6" name="Picture Placeholder 33">
              <a:extLst>
                <a:ext uri="{FF2B5EF4-FFF2-40B4-BE49-F238E27FC236}">
                  <a16:creationId xmlns:a16="http://schemas.microsoft.com/office/drawing/2014/main" id="{93A47A94-B53C-4F68-A7CE-A894B327B0B7}"/>
                </a:ext>
              </a:extLst>
            </p:cNvPr>
            <p:cNvGrpSpPr/>
            <p:nvPr/>
          </p:nvGrpSpPr>
          <p:grpSpPr>
            <a:xfrm>
              <a:off x="1488180" y="1848493"/>
              <a:ext cx="842844" cy="404110"/>
              <a:chOff x="1488180" y="1848493"/>
              <a:chExt cx="842844" cy="404110"/>
            </a:xfrm>
          </p:grpSpPr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CE200B11-D85E-824A-88FD-2942FDF419CC}"/>
                  </a:ext>
                </a:extLst>
              </p:cNvPr>
              <p:cNvSpPr/>
              <p:nvPr/>
            </p:nvSpPr>
            <p:spPr>
              <a:xfrm>
                <a:off x="1488180" y="1848493"/>
                <a:ext cx="842844" cy="403968"/>
              </a:xfrm>
              <a:custGeom>
                <a:avLst/>
                <a:gdLst>
                  <a:gd name="connsiteX0" fmla="*/ 40590 w 842844"/>
                  <a:gd name="connsiteY0" fmla="*/ 403962 h 403968"/>
                  <a:gd name="connsiteX1" fmla="*/ 893 w 842844"/>
                  <a:gd name="connsiteY1" fmla="*/ 364265 h 403968"/>
                  <a:gd name="connsiteX2" fmla="*/ 0 w 842844"/>
                  <a:gd name="connsiteY2" fmla="*/ 73339 h 403968"/>
                  <a:gd name="connsiteX3" fmla="*/ 39349 w 842844"/>
                  <a:gd name="connsiteY3" fmla="*/ 33643 h 403968"/>
                  <a:gd name="connsiteX4" fmla="*/ 186723 w 842844"/>
                  <a:gd name="connsiteY4" fmla="*/ 32253 h 403968"/>
                  <a:gd name="connsiteX5" fmla="*/ 215850 w 842844"/>
                  <a:gd name="connsiteY5" fmla="*/ 37216 h 403968"/>
                  <a:gd name="connsiteX6" fmla="*/ 238924 w 842844"/>
                  <a:gd name="connsiteY6" fmla="*/ 24661 h 403968"/>
                  <a:gd name="connsiteX7" fmla="*/ 241752 w 842844"/>
                  <a:gd name="connsiteY7" fmla="*/ 23272 h 403968"/>
                  <a:gd name="connsiteX8" fmla="*/ 332509 w 842844"/>
                  <a:gd name="connsiteY8" fmla="*/ 496 h 403968"/>
                  <a:gd name="connsiteX9" fmla="*/ 334841 w 842844"/>
                  <a:gd name="connsiteY9" fmla="*/ 496 h 403968"/>
                  <a:gd name="connsiteX10" fmla="*/ 498292 w 842844"/>
                  <a:gd name="connsiteY10" fmla="*/ 0 h 403968"/>
                  <a:gd name="connsiteX11" fmla="*/ 585376 w 842844"/>
                  <a:gd name="connsiteY11" fmla="*/ 70759 h 403968"/>
                  <a:gd name="connsiteX12" fmla="*/ 689580 w 842844"/>
                  <a:gd name="connsiteY12" fmla="*/ 31658 h 403968"/>
                  <a:gd name="connsiteX13" fmla="*/ 760041 w 842844"/>
                  <a:gd name="connsiteY13" fmla="*/ 13149 h 403968"/>
                  <a:gd name="connsiteX14" fmla="*/ 827277 w 842844"/>
                  <a:gd name="connsiteY14" fmla="*/ 48777 h 403968"/>
                  <a:gd name="connsiteX15" fmla="*/ 839186 w 842844"/>
                  <a:gd name="connsiteY15" fmla="*/ 121422 h 403968"/>
                  <a:gd name="connsiteX16" fmla="*/ 796115 w 842844"/>
                  <a:gd name="connsiteY16" fmla="*/ 181463 h 403968"/>
                  <a:gd name="connsiteX17" fmla="*/ 790508 w 842844"/>
                  <a:gd name="connsiteY17" fmla="*/ 185284 h 403968"/>
                  <a:gd name="connsiteX18" fmla="*/ 668937 w 842844"/>
                  <a:gd name="connsiteY18" fmla="*/ 252123 h 403968"/>
                  <a:gd name="connsiteX19" fmla="*/ 579620 w 842844"/>
                  <a:gd name="connsiteY19" fmla="*/ 300156 h 403968"/>
                  <a:gd name="connsiteX20" fmla="*/ 513227 w 842844"/>
                  <a:gd name="connsiteY20" fmla="*/ 320004 h 403968"/>
                  <a:gd name="connsiteX21" fmla="*/ 512136 w 842844"/>
                  <a:gd name="connsiteY21" fmla="*/ 320004 h 403968"/>
                  <a:gd name="connsiteX22" fmla="*/ 510101 w 842844"/>
                  <a:gd name="connsiteY22" fmla="*/ 320004 h 403968"/>
                  <a:gd name="connsiteX23" fmla="*/ 321542 w 842844"/>
                  <a:gd name="connsiteY23" fmla="*/ 323676 h 403968"/>
                  <a:gd name="connsiteX24" fmla="*/ 320997 w 842844"/>
                  <a:gd name="connsiteY24" fmla="*/ 323676 h 403968"/>
                  <a:gd name="connsiteX25" fmla="*/ 285815 w 842844"/>
                  <a:gd name="connsiteY25" fmla="*/ 335138 h 403968"/>
                  <a:gd name="connsiteX26" fmla="*/ 278571 w 842844"/>
                  <a:gd name="connsiteY26" fmla="*/ 348585 h 403968"/>
                  <a:gd name="connsiteX27" fmla="*/ 240512 w 842844"/>
                  <a:gd name="connsiteY27" fmla="*/ 372006 h 403968"/>
                  <a:gd name="connsiteX28" fmla="*/ 46991 w 842844"/>
                  <a:gd name="connsiteY28" fmla="*/ 403565 h 403968"/>
                  <a:gd name="connsiteX29" fmla="*/ 40590 w 842844"/>
                  <a:gd name="connsiteY29" fmla="*/ 403962 h 403968"/>
                  <a:gd name="connsiteX30" fmla="*/ 79542 w 842844"/>
                  <a:gd name="connsiteY30" fmla="*/ 112689 h 403968"/>
                  <a:gd name="connsiteX31" fmla="*/ 80138 w 842844"/>
                  <a:gd name="connsiteY31" fmla="*/ 317622 h 403968"/>
                  <a:gd name="connsiteX32" fmla="*/ 213022 w 842844"/>
                  <a:gd name="connsiteY32" fmla="*/ 295987 h 403968"/>
                  <a:gd name="connsiteX33" fmla="*/ 225377 w 842844"/>
                  <a:gd name="connsiteY33" fmla="*/ 280010 h 403968"/>
                  <a:gd name="connsiteX34" fmla="*/ 320451 w 842844"/>
                  <a:gd name="connsiteY34" fmla="*/ 244183 h 403968"/>
                  <a:gd name="connsiteX35" fmla="*/ 507819 w 842844"/>
                  <a:gd name="connsiteY35" fmla="*/ 240511 h 403968"/>
                  <a:gd name="connsiteX36" fmla="*/ 538087 w 842844"/>
                  <a:gd name="connsiteY36" fmla="*/ 232572 h 403968"/>
                  <a:gd name="connsiteX37" fmla="*/ 540916 w 842844"/>
                  <a:gd name="connsiteY37" fmla="*/ 230885 h 403968"/>
                  <a:gd name="connsiteX38" fmla="*/ 631821 w 842844"/>
                  <a:gd name="connsiteY38" fmla="*/ 181909 h 403968"/>
                  <a:gd name="connsiteX39" fmla="*/ 632863 w 842844"/>
                  <a:gd name="connsiteY39" fmla="*/ 181364 h 403968"/>
                  <a:gd name="connsiteX40" fmla="*/ 748827 w 842844"/>
                  <a:gd name="connsiteY40" fmla="*/ 117551 h 403968"/>
                  <a:gd name="connsiteX41" fmla="*/ 763068 w 842844"/>
                  <a:gd name="connsiteY41" fmla="*/ 99043 h 403968"/>
                  <a:gd name="connsiteX42" fmla="*/ 763068 w 842844"/>
                  <a:gd name="connsiteY42" fmla="*/ 95421 h 403968"/>
                  <a:gd name="connsiteX43" fmla="*/ 754533 w 842844"/>
                  <a:gd name="connsiteY43" fmla="*/ 92295 h 403968"/>
                  <a:gd name="connsiteX44" fmla="*/ 754533 w 842844"/>
                  <a:gd name="connsiteY44" fmla="*/ 92295 h 403968"/>
                  <a:gd name="connsiteX45" fmla="*/ 729177 w 842844"/>
                  <a:gd name="connsiteY45" fmla="*/ 100432 h 403968"/>
                  <a:gd name="connsiteX46" fmla="*/ 721684 w 842844"/>
                  <a:gd name="connsiteY46" fmla="*/ 104253 h 403968"/>
                  <a:gd name="connsiteX47" fmla="*/ 497597 w 842844"/>
                  <a:gd name="connsiteY47" fmla="*/ 180073 h 403968"/>
                  <a:gd name="connsiteX48" fmla="*/ 435075 w 842844"/>
                  <a:gd name="connsiteY48" fmla="*/ 175905 h 403968"/>
                  <a:gd name="connsiteX49" fmla="*/ 397996 w 842844"/>
                  <a:gd name="connsiteY49" fmla="*/ 133753 h 403968"/>
                  <a:gd name="connsiteX50" fmla="*/ 430658 w 842844"/>
                  <a:gd name="connsiteY50" fmla="*/ 97207 h 403968"/>
                  <a:gd name="connsiteX51" fmla="*/ 496009 w 842844"/>
                  <a:gd name="connsiteY51" fmla="*/ 85397 h 403968"/>
                  <a:gd name="connsiteX52" fmla="*/ 506529 w 842844"/>
                  <a:gd name="connsiteY52" fmla="*/ 81378 h 403968"/>
                  <a:gd name="connsiteX53" fmla="*/ 498093 w 842844"/>
                  <a:gd name="connsiteY53" fmla="*/ 79294 h 403968"/>
                  <a:gd name="connsiteX54" fmla="*/ 335833 w 842844"/>
                  <a:gd name="connsiteY54" fmla="*/ 79790 h 403968"/>
                  <a:gd name="connsiteX55" fmla="*/ 275494 w 842844"/>
                  <a:gd name="connsiteY55" fmla="*/ 95073 h 403968"/>
                  <a:gd name="connsiteX56" fmla="*/ 229000 w 842844"/>
                  <a:gd name="connsiteY56" fmla="*/ 120429 h 403968"/>
                  <a:gd name="connsiteX57" fmla="*/ 194265 w 842844"/>
                  <a:gd name="connsiteY57" fmla="*/ 122017 h 403968"/>
                  <a:gd name="connsiteX58" fmla="*/ 180123 w 842844"/>
                  <a:gd name="connsiteY58" fmla="*/ 111746 h 403968"/>
                  <a:gd name="connsiteX59" fmla="*/ 227958 w 842844"/>
                  <a:gd name="connsiteY59" fmla="*/ 293556 h 403968"/>
                  <a:gd name="connsiteX60" fmla="*/ 227958 w 842844"/>
                  <a:gd name="connsiteY60" fmla="*/ 293556 h 403968"/>
                  <a:gd name="connsiteX61" fmla="*/ 771206 w 842844"/>
                  <a:gd name="connsiteY61" fmla="*/ 150450 h 403968"/>
                  <a:gd name="connsiteX62" fmla="*/ 771206 w 842844"/>
                  <a:gd name="connsiteY62" fmla="*/ 150450 h 403968"/>
                  <a:gd name="connsiteX63" fmla="*/ 171688 w 842844"/>
                  <a:gd name="connsiteY63" fmla="*/ 95867 h 403968"/>
                  <a:gd name="connsiteX64" fmla="*/ 171688 w 842844"/>
                  <a:gd name="connsiteY64" fmla="*/ 95867 h 40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842844" h="403968">
                    <a:moveTo>
                      <a:pt x="40590" y="403962"/>
                    </a:moveTo>
                    <a:cubicBezTo>
                      <a:pt x="18666" y="403962"/>
                      <a:pt x="893" y="386188"/>
                      <a:pt x="893" y="364265"/>
                    </a:cubicBezTo>
                    <a:lnTo>
                      <a:pt x="0" y="73339"/>
                    </a:lnTo>
                    <a:cubicBezTo>
                      <a:pt x="-1" y="51551"/>
                      <a:pt x="17561" y="33833"/>
                      <a:pt x="39349" y="33643"/>
                    </a:cubicBezTo>
                    <a:lnTo>
                      <a:pt x="186723" y="32253"/>
                    </a:lnTo>
                    <a:cubicBezTo>
                      <a:pt x="196697" y="31379"/>
                      <a:pt x="206728" y="33088"/>
                      <a:pt x="215850" y="37216"/>
                    </a:cubicBezTo>
                    <a:lnTo>
                      <a:pt x="238924" y="24661"/>
                    </a:lnTo>
                    <a:cubicBezTo>
                      <a:pt x="239836" y="24139"/>
                      <a:pt x="240781" y="23675"/>
                      <a:pt x="241752" y="23272"/>
                    </a:cubicBezTo>
                    <a:cubicBezTo>
                      <a:pt x="270184" y="9706"/>
                      <a:pt x="301041" y="1962"/>
                      <a:pt x="332509" y="496"/>
                    </a:cubicBezTo>
                    <a:lnTo>
                      <a:pt x="334841" y="496"/>
                    </a:lnTo>
                    <a:lnTo>
                      <a:pt x="498292" y="0"/>
                    </a:lnTo>
                    <a:cubicBezTo>
                      <a:pt x="549897" y="496"/>
                      <a:pt x="580414" y="35231"/>
                      <a:pt x="585376" y="70759"/>
                    </a:cubicBezTo>
                    <a:cubicBezTo>
                      <a:pt x="617580" y="58999"/>
                      <a:pt x="654498" y="45105"/>
                      <a:pt x="689580" y="31658"/>
                    </a:cubicBezTo>
                    <a:cubicBezTo>
                      <a:pt x="710569" y="18304"/>
                      <a:pt x="735201" y="11834"/>
                      <a:pt x="760041" y="13149"/>
                    </a:cubicBezTo>
                    <a:cubicBezTo>
                      <a:pt x="786618" y="14496"/>
                      <a:pt x="811240" y="27541"/>
                      <a:pt x="827277" y="48777"/>
                    </a:cubicBezTo>
                    <a:cubicBezTo>
                      <a:pt x="842392" y="69796"/>
                      <a:pt x="846798" y="96676"/>
                      <a:pt x="839186" y="121422"/>
                    </a:cubicBezTo>
                    <a:cubicBezTo>
                      <a:pt x="832735" y="143453"/>
                      <a:pt x="818246" y="163649"/>
                      <a:pt x="796115" y="181463"/>
                    </a:cubicBezTo>
                    <a:cubicBezTo>
                      <a:pt x="794369" y="182912"/>
                      <a:pt x="792493" y="184187"/>
                      <a:pt x="790508" y="185284"/>
                    </a:cubicBezTo>
                    <a:cubicBezTo>
                      <a:pt x="779492" y="191387"/>
                      <a:pt x="683923" y="244481"/>
                      <a:pt x="668937" y="252123"/>
                    </a:cubicBezTo>
                    <a:lnTo>
                      <a:pt x="579620" y="300156"/>
                    </a:lnTo>
                    <a:cubicBezTo>
                      <a:pt x="555951" y="315042"/>
                      <a:pt x="534961" y="318019"/>
                      <a:pt x="513227" y="320004"/>
                    </a:cubicBezTo>
                    <a:lnTo>
                      <a:pt x="512136" y="320004"/>
                    </a:lnTo>
                    <a:lnTo>
                      <a:pt x="510101" y="320004"/>
                    </a:lnTo>
                    <a:lnTo>
                      <a:pt x="321542" y="323676"/>
                    </a:lnTo>
                    <a:lnTo>
                      <a:pt x="320997" y="323676"/>
                    </a:lnTo>
                    <a:cubicBezTo>
                      <a:pt x="308536" y="324698"/>
                      <a:pt x="296488" y="328623"/>
                      <a:pt x="285815" y="335138"/>
                    </a:cubicBezTo>
                    <a:cubicBezTo>
                      <a:pt x="283995" y="339917"/>
                      <a:pt x="281560" y="344437"/>
                      <a:pt x="278571" y="348585"/>
                    </a:cubicBezTo>
                    <a:cubicBezTo>
                      <a:pt x="269564" y="361209"/>
                      <a:pt x="255839" y="369654"/>
                      <a:pt x="240512" y="372006"/>
                    </a:cubicBezTo>
                    <a:lnTo>
                      <a:pt x="46991" y="403565"/>
                    </a:lnTo>
                    <a:cubicBezTo>
                      <a:pt x="44872" y="403868"/>
                      <a:pt x="42731" y="404002"/>
                      <a:pt x="40590" y="403962"/>
                    </a:cubicBezTo>
                    <a:close/>
                    <a:moveTo>
                      <a:pt x="79542" y="112689"/>
                    </a:moveTo>
                    <a:lnTo>
                      <a:pt x="80138" y="317622"/>
                    </a:lnTo>
                    <a:lnTo>
                      <a:pt x="213022" y="295987"/>
                    </a:lnTo>
                    <a:cubicBezTo>
                      <a:pt x="215694" y="289686"/>
                      <a:pt x="219950" y="284183"/>
                      <a:pt x="225377" y="280010"/>
                    </a:cubicBezTo>
                    <a:cubicBezTo>
                      <a:pt x="229992" y="276387"/>
                      <a:pt x="272021" y="244580"/>
                      <a:pt x="320451" y="244183"/>
                    </a:cubicBezTo>
                    <a:lnTo>
                      <a:pt x="507819" y="240511"/>
                    </a:lnTo>
                    <a:cubicBezTo>
                      <a:pt x="523648" y="239172"/>
                      <a:pt x="530049" y="237832"/>
                      <a:pt x="538087" y="232572"/>
                    </a:cubicBezTo>
                    <a:lnTo>
                      <a:pt x="540916" y="230885"/>
                    </a:lnTo>
                    <a:lnTo>
                      <a:pt x="631821" y="181909"/>
                    </a:lnTo>
                    <a:lnTo>
                      <a:pt x="632863" y="181364"/>
                    </a:lnTo>
                    <a:cubicBezTo>
                      <a:pt x="641050" y="177295"/>
                      <a:pt x="706947" y="140824"/>
                      <a:pt x="748827" y="117551"/>
                    </a:cubicBezTo>
                    <a:cubicBezTo>
                      <a:pt x="755228" y="112852"/>
                      <a:pt x="760165" y="106436"/>
                      <a:pt x="763068" y="99043"/>
                    </a:cubicBezTo>
                    <a:cubicBezTo>
                      <a:pt x="763068" y="98199"/>
                      <a:pt x="763812" y="96264"/>
                      <a:pt x="763068" y="95421"/>
                    </a:cubicBezTo>
                    <a:cubicBezTo>
                      <a:pt x="760726" y="93332"/>
                      <a:pt x="757674" y="92215"/>
                      <a:pt x="754533" y="92295"/>
                    </a:cubicBezTo>
                    <a:lnTo>
                      <a:pt x="754533" y="92295"/>
                    </a:lnTo>
                    <a:cubicBezTo>
                      <a:pt x="745423" y="92200"/>
                      <a:pt x="736531" y="95053"/>
                      <a:pt x="729177" y="100432"/>
                    </a:cubicBezTo>
                    <a:cubicBezTo>
                      <a:pt x="726830" y="101980"/>
                      <a:pt x="724314" y="103261"/>
                      <a:pt x="721684" y="104253"/>
                    </a:cubicBezTo>
                    <a:cubicBezTo>
                      <a:pt x="520621" y="181612"/>
                      <a:pt x="507322" y="180669"/>
                      <a:pt x="497597" y="180073"/>
                    </a:cubicBezTo>
                    <a:lnTo>
                      <a:pt x="435075" y="175905"/>
                    </a:lnTo>
                    <a:cubicBezTo>
                      <a:pt x="413196" y="174506"/>
                      <a:pt x="396595" y="155630"/>
                      <a:pt x="397996" y="133753"/>
                    </a:cubicBezTo>
                    <a:cubicBezTo>
                      <a:pt x="399164" y="115502"/>
                      <a:pt x="412652" y="100412"/>
                      <a:pt x="430658" y="97207"/>
                    </a:cubicBezTo>
                    <a:lnTo>
                      <a:pt x="496009" y="85397"/>
                    </a:lnTo>
                    <a:cubicBezTo>
                      <a:pt x="499830" y="85099"/>
                      <a:pt x="503482" y="83705"/>
                      <a:pt x="506529" y="81378"/>
                    </a:cubicBezTo>
                    <a:cubicBezTo>
                      <a:pt x="504038" y="79740"/>
                      <a:pt x="501060" y="79006"/>
                      <a:pt x="498093" y="79294"/>
                    </a:cubicBezTo>
                    <a:lnTo>
                      <a:pt x="335833" y="79790"/>
                    </a:lnTo>
                    <a:cubicBezTo>
                      <a:pt x="314895" y="80758"/>
                      <a:pt x="294369" y="85958"/>
                      <a:pt x="275494" y="95073"/>
                    </a:cubicBezTo>
                    <a:lnTo>
                      <a:pt x="229000" y="120429"/>
                    </a:lnTo>
                    <a:cubicBezTo>
                      <a:pt x="218282" y="126270"/>
                      <a:pt x="205472" y="126855"/>
                      <a:pt x="194265" y="122017"/>
                    </a:cubicBezTo>
                    <a:cubicBezTo>
                      <a:pt x="188827" y="119720"/>
                      <a:pt x="183989" y="116207"/>
                      <a:pt x="180123" y="111746"/>
                    </a:cubicBezTo>
                    <a:close/>
                    <a:moveTo>
                      <a:pt x="227958" y="293556"/>
                    </a:moveTo>
                    <a:lnTo>
                      <a:pt x="227958" y="293556"/>
                    </a:lnTo>
                    <a:close/>
                    <a:moveTo>
                      <a:pt x="771206" y="150450"/>
                    </a:moveTo>
                    <a:lnTo>
                      <a:pt x="771206" y="150450"/>
                    </a:lnTo>
                    <a:close/>
                    <a:moveTo>
                      <a:pt x="171688" y="95867"/>
                    </a:moveTo>
                    <a:lnTo>
                      <a:pt x="171688" y="95867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DF4AB45B-B9C0-A743-BC54-DFE9EDCC0E79}"/>
                  </a:ext>
                </a:extLst>
              </p:cNvPr>
              <p:cNvSpPr/>
              <p:nvPr/>
            </p:nvSpPr>
            <p:spPr>
              <a:xfrm>
                <a:off x="1661112" y="1894545"/>
                <a:ext cx="109201" cy="324795"/>
              </a:xfrm>
              <a:custGeom>
                <a:avLst/>
                <a:gdLst>
                  <a:gd name="connsiteX0" fmla="*/ 69415 w 109201"/>
                  <a:gd name="connsiteY0" fmla="*/ 324764 h 324795"/>
                  <a:gd name="connsiteX1" fmla="*/ 30066 w 109201"/>
                  <a:gd name="connsiteY1" fmla="*/ 290029 h 324795"/>
                  <a:gd name="connsiteX2" fmla="*/ 294 w 109201"/>
                  <a:gd name="connsiteY2" fmla="*/ 44506 h 324795"/>
                  <a:gd name="connsiteX3" fmla="*/ 34929 w 109201"/>
                  <a:gd name="connsiteY3" fmla="*/ 294 h 324795"/>
                  <a:gd name="connsiteX4" fmla="*/ 79141 w 109201"/>
                  <a:gd name="connsiteY4" fmla="*/ 34929 h 324795"/>
                  <a:gd name="connsiteX5" fmla="*/ 108914 w 109201"/>
                  <a:gd name="connsiteY5" fmla="*/ 280502 h 324795"/>
                  <a:gd name="connsiteX6" fmla="*/ 74244 w 109201"/>
                  <a:gd name="connsiteY6" fmla="*/ 324654 h 324795"/>
                  <a:gd name="connsiteX7" fmla="*/ 74179 w 109201"/>
                  <a:gd name="connsiteY7" fmla="*/ 324664 h 324795"/>
                  <a:gd name="connsiteX8" fmla="*/ 69415 w 109201"/>
                  <a:gd name="connsiteY8" fmla="*/ 324764 h 32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201" h="324795">
                    <a:moveTo>
                      <a:pt x="69415" y="324764"/>
                    </a:moveTo>
                    <a:cubicBezTo>
                      <a:pt x="49424" y="324744"/>
                      <a:pt x="32565" y="309862"/>
                      <a:pt x="30066" y="290029"/>
                    </a:cubicBezTo>
                    <a:lnTo>
                      <a:pt x="294" y="44506"/>
                    </a:lnTo>
                    <a:cubicBezTo>
                      <a:pt x="-2351" y="22732"/>
                      <a:pt x="13156" y="2939"/>
                      <a:pt x="34929" y="294"/>
                    </a:cubicBezTo>
                    <a:cubicBezTo>
                      <a:pt x="56702" y="-2351"/>
                      <a:pt x="76496" y="13155"/>
                      <a:pt x="79141" y="34929"/>
                    </a:cubicBezTo>
                    <a:lnTo>
                      <a:pt x="108914" y="280502"/>
                    </a:lnTo>
                    <a:cubicBezTo>
                      <a:pt x="111533" y="302270"/>
                      <a:pt x="96011" y="322039"/>
                      <a:pt x="74244" y="324654"/>
                    </a:cubicBezTo>
                    <a:cubicBezTo>
                      <a:pt x="74222" y="324659"/>
                      <a:pt x="74200" y="324659"/>
                      <a:pt x="74179" y="324664"/>
                    </a:cubicBezTo>
                    <a:cubicBezTo>
                      <a:pt x="72595" y="324793"/>
                      <a:pt x="71004" y="324828"/>
                      <a:pt x="69415" y="32476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76892804-AA25-6C42-87BD-94688ABC2AB9}"/>
                  </a:ext>
                </a:extLst>
              </p:cNvPr>
              <p:cNvSpPr/>
              <p:nvPr/>
            </p:nvSpPr>
            <p:spPr>
              <a:xfrm>
                <a:off x="1490264" y="1880823"/>
                <a:ext cx="273857" cy="371780"/>
              </a:xfrm>
              <a:custGeom>
                <a:avLst/>
                <a:gdLst>
                  <a:gd name="connsiteX0" fmla="*/ 40391 w 273857"/>
                  <a:gd name="connsiteY0" fmla="*/ 371780 h 371780"/>
                  <a:gd name="connsiteX1" fmla="*/ 695 w 273857"/>
                  <a:gd name="connsiteY1" fmla="*/ 332084 h 371780"/>
                  <a:gd name="connsiteX2" fmla="*/ 0 w 273857"/>
                  <a:gd name="connsiteY2" fmla="*/ 41307 h 371780"/>
                  <a:gd name="connsiteX3" fmla="*/ 39349 w 273857"/>
                  <a:gd name="connsiteY3" fmla="*/ 1610 h 371780"/>
                  <a:gd name="connsiteX4" fmla="*/ 186723 w 273857"/>
                  <a:gd name="connsiteY4" fmla="*/ 221 h 371780"/>
                  <a:gd name="connsiteX5" fmla="*/ 248104 w 273857"/>
                  <a:gd name="connsiteY5" fmla="*/ 43142 h 371780"/>
                  <a:gd name="connsiteX6" fmla="*/ 220068 w 273857"/>
                  <a:gd name="connsiteY6" fmla="*/ 91781 h 371780"/>
                  <a:gd name="connsiteX7" fmla="*/ 179875 w 273857"/>
                  <a:gd name="connsiteY7" fmla="*/ 79564 h 371780"/>
                  <a:gd name="connsiteX8" fmla="*/ 79393 w 273857"/>
                  <a:gd name="connsiteY8" fmla="*/ 80507 h 371780"/>
                  <a:gd name="connsiteX9" fmla="*/ 79989 w 273857"/>
                  <a:gd name="connsiteY9" fmla="*/ 285391 h 371780"/>
                  <a:gd name="connsiteX10" fmla="*/ 227759 w 273857"/>
                  <a:gd name="connsiteY10" fmla="*/ 261225 h 371780"/>
                  <a:gd name="connsiteX11" fmla="*/ 273336 w 273857"/>
                  <a:gd name="connsiteY11" fmla="*/ 294050 h 371780"/>
                  <a:gd name="connsiteX12" fmla="*/ 240512 w 273857"/>
                  <a:gd name="connsiteY12" fmla="*/ 339626 h 371780"/>
                  <a:gd name="connsiteX13" fmla="*/ 46991 w 273857"/>
                  <a:gd name="connsiteY13" fmla="*/ 371135 h 371780"/>
                  <a:gd name="connsiteX14" fmla="*/ 40391 w 273857"/>
                  <a:gd name="connsiteY14" fmla="*/ 371780 h 371780"/>
                  <a:gd name="connsiteX15" fmla="*/ 171440 w 273857"/>
                  <a:gd name="connsiteY15" fmla="*/ 63537 h 371780"/>
                  <a:gd name="connsiteX16" fmla="*/ 171440 w 273857"/>
                  <a:gd name="connsiteY16" fmla="*/ 63537 h 37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3857" h="371780">
                    <a:moveTo>
                      <a:pt x="40391" y="371780"/>
                    </a:moveTo>
                    <a:cubicBezTo>
                      <a:pt x="18467" y="371780"/>
                      <a:pt x="695" y="354006"/>
                      <a:pt x="695" y="332084"/>
                    </a:cubicBezTo>
                    <a:lnTo>
                      <a:pt x="0" y="41307"/>
                    </a:lnTo>
                    <a:cubicBezTo>
                      <a:pt x="-1" y="19518"/>
                      <a:pt x="17561" y="1800"/>
                      <a:pt x="39349" y="1610"/>
                    </a:cubicBezTo>
                    <a:lnTo>
                      <a:pt x="186723" y="221"/>
                    </a:lnTo>
                    <a:cubicBezTo>
                      <a:pt x="214877" y="-2223"/>
                      <a:pt x="240736" y="15860"/>
                      <a:pt x="248104" y="43142"/>
                    </a:cubicBezTo>
                    <a:cubicBezTo>
                      <a:pt x="253793" y="64316"/>
                      <a:pt x="241240" y="86089"/>
                      <a:pt x="220068" y="91781"/>
                    </a:cubicBezTo>
                    <a:cubicBezTo>
                      <a:pt x="205436" y="95711"/>
                      <a:pt x="189844" y="90972"/>
                      <a:pt x="179875" y="79564"/>
                    </a:cubicBezTo>
                    <a:lnTo>
                      <a:pt x="79393" y="80507"/>
                    </a:lnTo>
                    <a:lnTo>
                      <a:pt x="79989" y="285391"/>
                    </a:lnTo>
                    <a:lnTo>
                      <a:pt x="227759" y="261225"/>
                    </a:lnTo>
                    <a:cubicBezTo>
                      <a:pt x="249409" y="257702"/>
                      <a:pt x="269814" y="272400"/>
                      <a:pt x="273336" y="294050"/>
                    </a:cubicBezTo>
                    <a:cubicBezTo>
                      <a:pt x="276857" y="315699"/>
                      <a:pt x="262162" y="336103"/>
                      <a:pt x="240512" y="339626"/>
                    </a:cubicBezTo>
                    <a:lnTo>
                      <a:pt x="46991" y="371135"/>
                    </a:lnTo>
                    <a:cubicBezTo>
                      <a:pt x="44813" y="371537"/>
                      <a:pt x="42605" y="371755"/>
                      <a:pt x="40391" y="371780"/>
                    </a:cubicBezTo>
                    <a:close/>
                    <a:moveTo>
                      <a:pt x="171440" y="63537"/>
                    </a:moveTo>
                    <a:lnTo>
                      <a:pt x="171440" y="63537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grpSp>
          <p:nvGrpSpPr>
            <p:cNvPr id="10" name="Picture Placeholder 33">
              <a:extLst>
                <a:ext uri="{FF2B5EF4-FFF2-40B4-BE49-F238E27FC236}">
                  <a16:creationId xmlns:a16="http://schemas.microsoft.com/office/drawing/2014/main" id="{93A47A94-B53C-4F68-A7CE-A894B327B0B7}"/>
                </a:ext>
              </a:extLst>
            </p:cNvPr>
            <p:cNvGrpSpPr/>
            <p:nvPr/>
          </p:nvGrpSpPr>
          <p:grpSpPr>
            <a:xfrm>
              <a:off x="1846769" y="1421159"/>
              <a:ext cx="403436" cy="407038"/>
              <a:chOff x="1846769" y="1421159"/>
              <a:chExt cx="403436" cy="407038"/>
            </a:xfrm>
            <a:solidFill>
              <a:srgbClr val="FFFFFF"/>
            </a:solidFill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B150FB75-715C-144B-988A-2610ACBEEF0B}"/>
                  </a:ext>
                </a:extLst>
              </p:cNvPr>
              <p:cNvSpPr/>
              <p:nvPr/>
            </p:nvSpPr>
            <p:spPr>
              <a:xfrm>
                <a:off x="1895289" y="1468965"/>
                <a:ext cx="130972" cy="129141"/>
              </a:xfrm>
              <a:custGeom>
                <a:avLst/>
                <a:gdLst>
                  <a:gd name="connsiteX0" fmla="*/ 91182 w 130972"/>
                  <a:gd name="connsiteY0" fmla="*/ 129141 h 129141"/>
                  <a:gd name="connsiteX1" fmla="*/ 63543 w 130972"/>
                  <a:gd name="connsiteY1" fmla="*/ 117927 h 129141"/>
                  <a:gd name="connsiteX2" fmla="*/ 12136 w 130972"/>
                  <a:gd name="connsiteY2" fmla="*/ 68306 h 129141"/>
                  <a:gd name="connsiteX3" fmla="*/ 11143 w 130972"/>
                  <a:gd name="connsiteY3" fmla="*/ 12136 h 129141"/>
                  <a:gd name="connsiteX4" fmla="*/ 67314 w 130972"/>
                  <a:gd name="connsiteY4" fmla="*/ 11143 h 129141"/>
                  <a:gd name="connsiteX5" fmla="*/ 118721 w 130972"/>
                  <a:gd name="connsiteY5" fmla="*/ 60764 h 129141"/>
                  <a:gd name="connsiteX6" fmla="*/ 119957 w 130972"/>
                  <a:gd name="connsiteY6" fmla="*/ 116890 h 129141"/>
                  <a:gd name="connsiteX7" fmla="*/ 91182 w 130972"/>
                  <a:gd name="connsiteY7" fmla="*/ 129141 h 12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972" h="129141">
                    <a:moveTo>
                      <a:pt x="91182" y="129141"/>
                    </a:moveTo>
                    <a:cubicBezTo>
                      <a:pt x="80861" y="129138"/>
                      <a:pt x="70948" y="125116"/>
                      <a:pt x="63543" y="117927"/>
                    </a:cubicBezTo>
                    <a:lnTo>
                      <a:pt x="12136" y="68306"/>
                    </a:lnTo>
                    <a:cubicBezTo>
                      <a:pt x="-3650" y="53069"/>
                      <a:pt x="-4094" y="27921"/>
                      <a:pt x="11143" y="12136"/>
                    </a:cubicBezTo>
                    <a:cubicBezTo>
                      <a:pt x="26380" y="-3650"/>
                      <a:pt x="51529" y="-4094"/>
                      <a:pt x="67314" y="11143"/>
                    </a:cubicBezTo>
                    <a:lnTo>
                      <a:pt x="118721" y="60764"/>
                    </a:lnTo>
                    <a:cubicBezTo>
                      <a:pt x="134560" y="75922"/>
                      <a:pt x="135116" y="101050"/>
                      <a:pt x="119957" y="116890"/>
                    </a:cubicBezTo>
                    <a:cubicBezTo>
                      <a:pt x="112444" y="124740"/>
                      <a:pt x="102044" y="129167"/>
                      <a:pt x="91182" y="1291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21736618-56BE-AB49-9A3D-F949488072C1}"/>
                  </a:ext>
                </a:extLst>
              </p:cNvPr>
              <p:cNvSpPr/>
              <p:nvPr/>
            </p:nvSpPr>
            <p:spPr>
              <a:xfrm>
                <a:off x="2010731" y="1421159"/>
                <a:ext cx="80544" cy="151293"/>
              </a:xfrm>
              <a:custGeom>
                <a:avLst/>
                <a:gdLst>
                  <a:gd name="connsiteX0" fmla="*/ 39701 w 80544"/>
                  <a:gd name="connsiteY0" fmla="*/ 151293 h 151293"/>
                  <a:gd name="connsiteX1" fmla="*/ 39106 w 80544"/>
                  <a:gd name="connsiteY1" fmla="*/ 151293 h 151293"/>
                  <a:gd name="connsiteX2" fmla="*/ 5 w 80544"/>
                  <a:gd name="connsiteY2" fmla="*/ 111010 h 151293"/>
                  <a:gd name="connsiteX3" fmla="*/ 5 w 80544"/>
                  <a:gd name="connsiteY3" fmla="*/ 111001 h 151293"/>
                  <a:gd name="connsiteX4" fmla="*/ 1146 w 80544"/>
                  <a:gd name="connsiteY4" fmla="*/ 39101 h 151293"/>
                  <a:gd name="connsiteX5" fmla="*/ 40842 w 80544"/>
                  <a:gd name="connsiteY5" fmla="*/ 0 h 151293"/>
                  <a:gd name="connsiteX6" fmla="*/ 41487 w 80544"/>
                  <a:gd name="connsiteY6" fmla="*/ 0 h 151293"/>
                  <a:gd name="connsiteX7" fmla="*/ 80539 w 80544"/>
                  <a:gd name="connsiteY7" fmla="*/ 40331 h 151293"/>
                  <a:gd name="connsiteX8" fmla="*/ 80539 w 80544"/>
                  <a:gd name="connsiteY8" fmla="*/ 40342 h 151293"/>
                  <a:gd name="connsiteX9" fmla="*/ 79447 w 80544"/>
                  <a:gd name="connsiteY9" fmla="*/ 112192 h 151293"/>
                  <a:gd name="connsiteX10" fmla="*/ 39701 w 80544"/>
                  <a:gd name="connsiteY10" fmla="*/ 151293 h 151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0544" h="151293">
                    <a:moveTo>
                      <a:pt x="39701" y="151293"/>
                    </a:moveTo>
                    <a:lnTo>
                      <a:pt x="39106" y="151293"/>
                    </a:lnTo>
                    <a:cubicBezTo>
                      <a:pt x="17183" y="150967"/>
                      <a:pt x="-323" y="132932"/>
                      <a:pt x="5" y="111010"/>
                    </a:cubicBezTo>
                    <a:cubicBezTo>
                      <a:pt x="5" y="111007"/>
                      <a:pt x="5" y="111004"/>
                      <a:pt x="5" y="111001"/>
                    </a:cubicBezTo>
                    <a:lnTo>
                      <a:pt x="1146" y="39101"/>
                    </a:lnTo>
                    <a:cubicBezTo>
                      <a:pt x="1473" y="17410"/>
                      <a:pt x="19148" y="-2"/>
                      <a:pt x="40842" y="0"/>
                    </a:cubicBezTo>
                    <a:lnTo>
                      <a:pt x="41487" y="0"/>
                    </a:lnTo>
                    <a:cubicBezTo>
                      <a:pt x="63410" y="353"/>
                      <a:pt x="80891" y="18410"/>
                      <a:pt x="80539" y="40331"/>
                    </a:cubicBezTo>
                    <a:cubicBezTo>
                      <a:pt x="80539" y="40335"/>
                      <a:pt x="80539" y="40338"/>
                      <a:pt x="80539" y="40342"/>
                    </a:cubicBezTo>
                    <a:lnTo>
                      <a:pt x="79447" y="112192"/>
                    </a:lnTo>
                    <a:cubicBezTo>
                      <a:pt x="79120" y="133902"/>
                      <a:pt x="61415" y="151323"/>
                      <a:pt x="39701" y="1512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B05EB708-B431-0C4D-9450-629ACCA5C4CC}"/>
                  </a:ext>
                </a:extLst>
              </p:cNvPr>
              <p:cNvSpPr/>
              <p:nvPr/>
            </p:nvSpPr>
            <p:spPr>
              <a:xfrm>
                <a:off x="2083335" y="1479328"/>
                <a:ext cx="119840" cy="115454"/>
              </a:xfrm>
              <a:custGeom>
                <a:avLst/>
                <a:gdLst>
                  <a:gd name="connsiteX0" fmla="*/ 39940 w 119840"/>
                  <a:gd name="connsiteY0" fmla="*/ 115454 h 115454"/>
                  <a:gd name="connsiteX1" fmla="*/ 1 w 119840"/>
                  <a:gd name="connsiteY1" fmla="*/ 76000 h 115454"/>
                  <a:gd name="connsiteX2" fmla="*/ 13443 w 119840"/>
                  <a:gd name="connsiteY2" fmla="*/ 45985 h 115454"/>
                  <a:gd name="connsiteX3" fmla="*/ 53437 w 119840"/>
                  <a:gd name="connsiteY3" fmla="*/ 10159 h 115454"/>
                  <a:gd name="connsiteX4" fmla="*/ 109682 w 119840"/>
                  <a:gd name="connsiteY4" fmla="*/ 13260 h 115454"/>
                  <a:gd name="connsiteX5" fmla="*/ 106581 w 119840"/>
                  <a:gd name="connsiteY5" fmla="*/ 69505 h 115454"/>
                  <a:gd name="connsiteX6" fmla="*/ 66636 w 119840"/>
                  <a:gd name="connsiteY6" fmla="*/ 105331 h 115454"/>
                  <a:gd name="connsiteX7" fmla="*/ 39940 w 119840"/>
                  <a:gd name="connsiteY7" fmla="*/ 115454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840" h="115454">
                    <a:moveTo>
                      <a:pt x="39940" y="115454"/>
                    </a:moveTo>
                    <a:cubicBezTo>
                      <a:pt x="18018" y="115588"/>
                      <a:pt x="135" y="97923"/>
                      <a:pt x="1" y="76000"/>
                    </a:cubicBezTo>
                    <a:cubicBezTo>
                      <a:pt x="-69" y="64522"/>
                      <a:pt x="4834" y="53577"/>
                      <a:pt x="13443" y="45985"/>
                    </a:cubicBezTo>
                    <a:lnTo>
                      <a:pt x="53437" y="10159"/>
                    </a:lnTo>
                    <a:cubicBezTo>
                      <a:pt x="69827" y="-4516"/>
                      <a:pt x="95010" y="-3128"/>
                      <a:pt x="109682" y="13260"/>
                    </a:cubicBezTo>
                    <a:cubicBezTo>
                      <a:pt x="124355" y="29648"/>
                      <a:pt x="122971" y="54830"/>
                      <a:pt x="106581" y="69505"/>
                    </a:cubicBezTo>
                    <a:lnTo>
                      <a:pt x="66636" y="105331"/>
                    </a:lnTo>
                    <a:cubicBezTo>
                      <a:pt x="59302" y="111900"/>
                      <a:pt x="49785" y="115508"/>
                      <a:pt x="39940" y="1154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606DE60A-E887-7C46-8AF5-5E13EA34FA2A}"/>
                  </a:ext>
                </a:extLst>
              </p:cNvPr>
              <p:cNvSpPr/>
              <p:nvPr/>
            </p:nvSpPr>
            <p:spPr>
              <a:xfrm>
                <a:off x="2106453" y="1585502"/>
                <a:ext cx="143752" cy="80238"/>
              </a:xfrm>
              <a:custGeom>
                <a:avLst/>
                <a:gdLst>
                  <a:gd name="connsiteX0" fmla="*/ 103857 w 143752"/>
                  <a:gd name="connsiteY0" fmla="*/ 80188 h 80238"/>
                  <a:gd name="connsiteX1" fmla="*/ 103311 w 143752"/>
                  <a:gd name="connsiteY1" fmla="*/ 80188 h 80238"/>
                  <a:gd name="connsiteX2" fmla="*/ 39449 w 143752"/>
                  <a:gd name="connsiteY2" fmla="*/ 79394 h 80238"/>
                  <a:gd name="connsiteX3" fmla="*/ 1 w 143752"/>
                  <a:gd name="connsiteY3" fmla="*/ 39449 h 80238"/>
                  <a:gd name="connsiteX4" fmla="*/ 39945 w 143752"/>
                  <a:gd name="connsiteY4" fmla="*/ 1 h 80238"/>
                  <a:gd name="connsiteX5" fmla="*/ 40442 w 143752"/>
                  <a:gd name="connsiteY5" fmla="*/ 1 h 80238"/>
                  <a:gd name="connsiteX6" fmla="*/ 104304 w 143752"/>
                  <a:gd name="connsiteY6" fmla="*/ 844 h 80238"/>
                  <a:gd name="connsiteX7" fmla="*/ 143752 w 143752"/>
                  <a:gd name="connsiteY7" fmla="*/ 40789 h 80238"/>
                  <a:gd name="connsiteX8" fmla="*/ 103807 w 143752"/>
                  <a:gd name="connsiteY8" fmla="*/ 80237 h 8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3752" h="80238">
                    <a:moveTo>
                      <a:pt x="103857" y="80188"/>
                    </a:moveTo>
                    <a:lnTo>
                      <a:pt x="103311" y="80188"/>
                    </a:lnTo>
                    <a:lnTo>
                      <a:pt x="39449" y="79394"/>
                    </a:lnTo>
                    <a:cubicBezTo>
                      <a:pt x="17527" y="79257"/>
                      <a:pt x="-138" y="61373"/>
                      <a:pt x="1" y="39449"/>
                    </a:cubicBezTo>
                    <a:cubicBezTo>
                      <a:pt x="140" y="17525"/>
                      <a:pt x="18023" y="-136"/>
                      <a:pt x="39945" y="1"/>
                    </a:cubicBezTo>
                    <a:lnTo>
                      <a:pt x="40442" y="1"/>
                    </a:lnTo>
                    <a:lnTo>
                      <a:pt x="104304" y="844"/>
                    </a:lnTo>
                    <a:cubicBezTo>
                      <a:pt x="126226" y="981"/>
                      <a:pt x="143891" y="18865"/>
                      <a:pt x="143752" y="40789"/>
                    </a:cubicBezTo>
                    <a:cubicBezTo>
                      <a:pt x="143613" y="62713"/>
                      <a:pt x="125730" y="80374"/>
                      <a:pt x="103807" y="80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FFC80F72-8D75-334E-850F-4F745AB014F1}"/>
                  </a:ext>
                </a:extLst>
              </p:cNvPr>
              <p:cNvSpPr/>
              <p:nvPr/>
            </p:nvSpPr>
            <p:spPr>
              <a:xfrm>
                <a:off x="2078185" y="1665586"/>
                <a:ext cx="117684" cy="119193"/>
              </a:xfrm>
              <a:custGeom>
                <a:avLst/>
                <a:gdLst>
                  <a:gd name="connsiteX0" fmla="*/ 78237 w 117684"/>
                  <a:gd name="connsiteY0" fmla="*/ 119193 h 119193"/>
                  <a:gd name="connsiteX1" fmla="*/ 49655 w 117684"/>
                  <a:gd name="connsiteY1" fmla="*/ 107086 h 119193"/>
                  <a:gd name="connsiteX2" fmla="*/ 12837 w 117684"/>
                  <a:gd name="connsiteY2" fmla="*/ 68928 h 119193"/>
                  <a:gd name="connsiteX3" fmla="*/ 10465 w 117684"/>
                  <a:gd name="connsiteY3" fmla="*/ 12838 h 119193"/>
                  <a:gd name="connsiteX4" fmla="*/ 66556 w 117684"/>
                  <a:gd name="connsiteY4" fmla="*/ 10466 h 119193"/>
                  <a:gd name="connsiteX5" fmla="*/ 69950 w 117684"/>
                  <a:gd name="connsiteY5" fmla="*/ 13997 h 119193"/>
                  <a:gd name="connsiteX6" fmla="*/ 106769 w 117684"/>
                  <a:gd name="connsiteY6" fmla="*/ 52156 h 119193"/>
                  <a:gd name="connsiteX7" fmla="*/ 105330 w 117684"/>
                  <a:gd name="connsiteY7" fmla="*/ 108277 h 119193"/>
                  <a:gd name="connsiteX8" fmla="*/ 78237 w 117684"/>
                  <a:gd name="connsiteY8" fmla="*/ 119193 h 119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684" h="119193">
                    <a:moveTo>
                      <a:pt x="78237" y="119193"/>
                    </a:moveTo>
                    <a:cubicBezTo>
                      <a:pt x="67459" y="119204"/>
                      <a:pt x="57143" y="114834"/>
                      <a:pt x="49655" y="107086"/>
                    </a:cubicBezTo>
                    <a:lnTo>
                      <a:pt x="12837" y="68928"/>
                    </a:lnTo>
                    <a:cubicBezTo>
                      <a:pt x="-3305" y="54094"/>
                      <a:pt x="-4367" y="28982"/>
                      <a:pt x="10465" y="12838"/>
                    </a:cubicBezTo>
                    <a:cubicBezTo>
                      <a:pt x="25296" y="-3305"/>
                      <a:pt x="50409" y="-4368"/>
                      <a:pt x="66556" y="10466"/>
                    </a:cubicBezTo>
                    <a:cubicBezTo>
                      <a:pt x="67757" y="11572"/>
                      <a:pt x="68893" y="12751"/>
                      <a:pt x="69950" y="13997"/>
                    </a:cubicBezTo>
                    <a:lnTo>
                      <a:pt x="106769" y="52156"/>
                    </a:lnTo>
                    <a:cubicBezTo>
                      <a:pt x="121868" y="68050"/>
                      <a:pt x="121223" y="93176"/>
                      <a:pt x="105330" y="108277"/>
                    </a:cubicBezTo>
                    <a:cubicBezTo>
                      <a:pt x="98016" y="115227"/>
                      <a:pt x="88330" y="119130"/>
                      <a:pt x="78237" y="119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0EFEA08C-0F2E-AA43-ADDF-8813AAB8577F}"/>
                  </a:ext>
                </a:extLst>
              </p:cNvPr>
              <p:cNvSpPr/>
              <p:nvPr/>
            </p:nvSpPr>
            <p:spPr>
              <a:xfrm>
                <a:off x="2007808" y="1686928"/>
                <a:ext cx="79393" cy="141270"/>
              </a:xfrm>
              <a:custGeom>
                <a:avLst/>
                <a:gdLst>
                  <a:gd name="connsiteX0" fmla="*/ 39697 w 79393"/>
                  <a:gd name="connsiteY0" fmla="*/ 141270 h 141270"/>
                  <a:gd name="connsiteX1" fmla="*/ 0 w 79393"/>
                  <a:gd name="connsiteY1" fmla="*/ 101574 h 141270"/>
                  <a:gd name="connsiteX2" fmla="*/ 0 w 79393"/>
                  <a:gd name="connsiteY2" fmla="*/ 39697 h 141270"/>
                  <a:gd name="connsiteX3" fmla="*/ 39697 w 79393"/>
                  <a:gd name="connsiteY3" fmla="*/ 0 h 141270"/>
                  <a:gd name="connsiteX4" fmla="*/ 39697 w 79393"/>
                  <a:gd name="connsiteY4" fmla="*/ 0 h 141270"/>
                  <a:gd name="connsiteX5" fmla="*/ 79393 w 79393"/>
                  <a:gd name="connsiteY5" fmla="*/ 39697 h 141270"/>
                  <a:gd name="connsiteX6" fmla="*/ 79393 w 79393"/>
                  <a:gd name="connsiteY6" fmla="*/ 101524 h 141270"/>
                  <a:gd name="connsiteX7" fmla="*/ 39697 w 79393"/>
                  <a:gd name="connsiteY7" fmla="*/ 141220 h 14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393" h="141270">
                    <a:moveTo>
                      <a:pt x="39697" y="141270"/>
                    </a:moveTo>
                    <a:cubicBezTo>
                      <a:pt x="17774" y="141270"/>
                      <a:pt x="0" y="123497"/>
                      <a:pt x="0" y="101574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lnTo>
                      <a:pt x="39697" y="0"/>
                    </a:ln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01524"/>
                    </a:lnTo>
                    <a:cubicBezTo>
                      <a:pt x="79393" y="123448"/>
                      <a:pt x="61619" y="141220"/>
                      <a:pt x="39697" y="1412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8723A07F-8B6E-0E4D-9CDC-CAD3C949FE75}"/>
                  </a:ext>
                </a:extLst>
              </p:cNvPr>
              <p:cNvSpPr/>
              <p:nvPr/>
            </p:nvSpPr>
            <p:spPr>
              <a:xfrm>
                <a:off x="1898360" y="1651095"/>
                <a:ext cx="121735" cy="122570"/>
              </a:xfrm>
              <a:custGeom>
                <a:avLst/>
                <a:gdLst>
                  <a:gd name="connsiteX0" fmla="*/ 39731 w 121735"/>
                  <a:gd name="connsiteY0" fmla="*/ 122570 h 122570"/>
                  <a:gd name="connsiteX1" fmla="*/ 0 w 121735"/>
                  <a:gd name="connsiteY1" fmla="*/ 82907 h 122570"/>
                  <a:gd name="connsiteX2" fmla="*/ 11348 w 121735"/>
                  <a:gd name="connsiteY2" fmla="*/ 55086 h 122570"/>
                  <a:gd name="connsiteX3" fmla="*/ 53674 w 121735"/>
                  <a:gd name="connsiteY3" fmla="*/ 11916 h 122570"/>
                  <a:gd name="connsiteX4" fmla="*/ 109820 w 121735"/>
                  <a:gd name="connsiteY4" fmla="*/ 11345 h 122570"/>
                  <a:gd name="connsiteX5" fmla="*/ 110391 w 121735"/>
                  <a:gd name="connsiteY5" fmla="*/ 67491 h 122570"/>
                  <a:gd name="connsiteX6" fmla="*/ 68263 w 121735"/>
                  <a:gd name="connsiteY6" fmla="*/ 110661 h 122570"/>
                  <a:gd name="connsiteX7" fmla="*/ 39731 w 121735"/>
                  <a:gd name="connsiteY7" fmla="*/ 122570 h 12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735" h="122570">
                    <a:moveTo>
                      <a:pt x="39731" y="122570"/>
                    </a:moveTo>
                    <a:cubicBezTo>
                      <a:pt x="17807" y="122589"/>
                      <a:pt x="19" y="104831"/>
                      <a:pt x="0" y="82907"/>
                    </a:cubicBezTo>
                    <a:cubicBezTo>
                      <a:pt x="-9" y="72505"/>
                      <a:pt x="4066" y="62514"/>
                      <a:pt x="11348" y="55086"/>
                    </a:cubicBezTo>
                    <a:lnTo>
                      <a:pt x="53674" y="11916"/>
                    </a:lnTo>
                    <a:cubicBezTo>
                      <a:pt x="69021" y="-3746"/>
                      <a:pt x="94160" y="-4002"/>
                      <a:pt x="109820" y="11345"/>
                    </a:cubicBezTo>
                    <a:cubicBezTo>
                      <a:pt x="125480" y="26692"/>
                      <a:pt x="125738" y="51829"/>
                      <a:pt x="110391" y="67491"/>
                    </a:cubicBezTo>
                    <a:lnTo>
                      <a:pt x="68263" y="110661"/>
                    </a:lnTo>
                    <a:cubicBezTo>
                      <a:pt x="60752" y="118323"/>
                      <a:pt x="50460" y="122619"/>
                      <a:pt x="39731" y="1225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D48FD551-30E6-DC4D-988C-EF207B4CE917}"/>
                  </a:ext>
                </a:extLst>
              </p:cNvPr>
              <p:cNvSpPr/>
              <p:nvPr/>
            </p:nvSpPr>
            <p:spPr>
              <a:xfrm>
                <a:off x="1846769" y="1579901"/>
                <a:ext cx="147106" cy="82574"/>
              </a:xfrm>
              <a:custGeom>
                <a:avLst/>
                <a:gdLst>
                  <a:gd name="connsiteX0" fmla="*/ 106456 w 147106"/>
                  <a:gd name="connsiteY0" fmla="*/ 82564 h 82574"/>
                  <a:gd name="connsiteX1" fmla="*/ 104570 w 147106"/>
                  <a:gd name="connsiteY1" fmla="*/ 82564 h 82574"/>
                  <a:gd name="connsiteX2" fmla="*/ 37880 w 147106"/>
                  <a:gd name="connsiteY2" fmla="*/ 79437 h 82574"/>
                  <a:gd name="connsiteX3" fmla="*/ 44 w 147106"/>
                  <a:gd name="connsiteY3" fmla="*/ 37880 h 82574"/>
                  <a:gd name="connsiteX4" fmla="*/ 41602 w 147106"/>
                  <a:gd name="connsiteY4" fmla="*/ 44 h 82574"/>
                  <a:gd name="connsiteX5" fmla="*/ 108342 w 147106"/>
                  <a:gd name="connsiteY5" fmla="*/ 3170 h 82574"/>
                  <a:gd name="connsiteX6" fmla="*/ 147095 w 147106"/>
                  <a:gd name="connsiteY6" fmla="*/ 43810 h 82574"/>
                  <a:gd name="connsiteX7" fmla="*/ 106456 w 147106"/>
                  <a:gd name="connsiteY7" fmla="*/ 82564 h 8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106" h="82574">
                    <a:moveTo>
                      <a:pt x="106456" y="82564"/>
                    </a:moveTo>
                    <a:lnTo>
                      <a:pt x="104570" y="82564"/>
                    </a:lnTo>
                    <a:lnTo>
                      <a:pt x="37880" y="79437"/>
                    </a:lnTo>
                    <a:cubicBezTo>
                      <a:pt x="15956" y="78410"/>
                      <a:pt x="-983" y="59804"/>
                      <a:pt x="44" y="37880"/>
                    </a:cubicBezTo>
                    <a:cubicBezTo>
                      <a:pt x="1072" y="15956"/>
                      <a:pt x="19678" y="-983"/>
                      <a:pt x="41602" y="44"/>
                    </a:cubicBezTo>
                    <a:lnTo>
                      <a:pt x="108342" y="3170"/>
                    </a:lnTo>
                    <a:cubicBezTo>
                      <a:pt x="130264" y="3691"/>
                      <a:pt x="147616" y="21886"/>
                      <a:pt x="147095" y="43810"/>
                    </a:cubicBezTo>
                    <a:cubicBezTo>
                      <a:pt x="146574" y="65734"/>
                      <a:pt x="128379" y="83084"/>
                      <a:pt x="106456" y="825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EBAB9704-B66E-A34B-A7F9-C4886B7CA860}"/>
                  </a:ext>
                </a:extLst>
              </p:cNvPr>
              <p:cNvSpPr/>
              <p:nvPr/>
            </p:nvSpPr>
            <p:spPr>
              <a:xfrm>
                <a:off x="1918165" y="1493061"/>
                <a:ext cx="267953" cy="267951"/>
              </a:xfrm>
              <a:custGeom>
                <a:avLst/>
                <a:gdLst>
                  <a:gd name="connsiteX0" fmla="*/ 133458 w 267953"/>
                  <a:gd name="connsiteY0" fmla="*/ 267951 h 267951"/>
                  <a:gd name="connsiteX1" fmla="*/ 1 w 267953"/>
                  <a:gd name="connsiteY1" fmla="*/ 133458 h 267951"/>
                  <a:gd name="connsiteX2" fmla="*/ 134496 w 267953"/>
                  <a:gd name="connsiteY2" fmla="*/ 1 h 267951"/>
                  <a:gd name="connsiteX3" fmla="*/ 230616 w 267953"/>
                  <a:gd name="connsiteY3" fmla="*/ 41184 h 267951"/>
                  <a:gd name="connsiteX4" fmla="*/ 230616 w 267953"/>
                  <a:gd name="connsiteY4" fmla="*/ 41184 h 267951"/>
                  <a:gd name="connsiteX5" fmla="*/ 226770 w 267953"/>
                  <a:gd name="connsiteY5" fmla="*/ 230616 h 267951"/>
                  <a:gd name="connsiteX6" fmla="*/ 133458 w 267953"/>
                  <a:gd name="connsiteY6" fmla="*/ 267951 h 267951"/>
                  <a:gd name="connsiteX7" fmla="*/ 133458 w 267953"/>
                  <a:gd name="connsiteY7" fmla="*/ 78995 h 267951"/>
                  <a:gd name="connsiteX8" fmla="*/ 79020 w 267953"/>
                  <a:gd name="connsiteY8" fmla="*/ 133719 h 267951"/>
                  <a:gd name="connsiteX9" fmla="*/ 133741 w 267953"/>
                  <a:gd name="connsiteY9" fmla="*/ 188160 h 267951"/>
                  <a:gd name="connsiteX10" fmla="*/ 188185 w 267953"/>
                  <a:gd name="connsiteY10" fmla="*/ 133436 h 267951"/>
                  <a:gd name="connsiteX11" fmla="*/ 173155 w 267953"/>
                  <a:gd name="connsiteY11" fmla="*/ 95965 h 267951"/>
                  <a:gd name="connsiteX12" fmla="*/ 133409 w 267953"/>
                  <a:gd name="connsiteY12" fmla="*/ 78995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953" h="267951">
                    <a:moveTo>
                      <a:pt x="133458" y="267951"/>
                    </a:moveTo>
                    <a:cubicBezTo>
                      <a:pt x="59464" y="267665"/>
                      <a:pt x="-285" y="207451"/>
                      <a:pt x="1" y="133458"/>
                    </a:cubicBezTo>
                    <a:cubicBezTo>
                      <a:pt x="287" y="59466"/>
                      <a:pt x="60501" y="-285"/>
                      <a:pt x="134496" y="1"/>
                    </a:cubicBezTo>
                    <a:cubicBezTo>
                      <a:pt x="170788" y="141"/>
                      <a:pt x="205478" y="15002"/>
                      <a:pt x="230616" y="41184"/>
                    </a:cubicBezTo>
                    <a:lnTo>
                      <a:pt x="230616" y="41184"/>
                    </a:lnTo>
                    <a:cubicBezTo>
                      <a:pt x="281864" y="94557"/>
                      <a:pt x="280142" y="179368"/>
                      <a:pt x="226770" y="230616"/>
                    </a:cubicBezTo>
                    <a:cubicBezTo>
                      <a:pt x="201687" y="254697"/>
                      <a:pt x="168228" y="268085"/>
                      <a:pt x="133458" y="267951"/>
                    </a:cubicBezTo>
                    <a:close/>
                    <a:moveTo>
                      <a:pt x="133458" y="78995"/>
                    </a:moveTo>
                    <a:cubicBezTo>
                      <a:pt x="103314" y="79074"/>
                      <a:pt x="78940" y="103574"/>
                      <a:pt x="79020" y="133719"/>
                    </a:cubicBezTo>
                    <a:cubicBezTo>
                      <a:pt x="79094" y="163864"/>
                      <a:pt x="103597" y="188239"/>
                      <a:pt x="133741" y="188160"/>
                    </a:cubicBezTo>
                    <a:cubicBezTo>
                      <a:pt x="163886" y="188082"/>
                      <a:pt x="188260" y="163581"/>
                      <a:pt x="188185" y="133436"/>
                    </a:cubicBezTo>
                    <a:cubicBezTo>
                      <a:pt x="188146" y="119484"/>
                      <a:pt x="182772" y="106076"/>
                      <a:pt x="173155" y="95965"/>
                    </a:cubicBezTo>
                    <a:cubicBezTo>
                      <a:pt x="162804" y="85081"/>
                      <a:pt x="148429" y="78943"/>
                      <a:pt x="133409" y="789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20" name="Picture Placeholder 35">
            <a:extLst>
              <a:ext uri="{FF2B5EF4-FFF2-40B4-BE49-F238E27FC236}">
                <a16:creationId xmlns:a16="http://schemas.microsoft.com/office/drawing/2014/main" id="{1054B517-0275-4ADB-AF57-1F05E9865EC3}"/>
              </a:ext>
            </a:extLst>
          </p:cNvPr>
          <p:cNvGrpSpPr>
            <a:grpSpLocks noChangeAspect="1"/>
          </p:cNvGrpSpPr>
          <p:nvPr/>
        </p:nvGrpSpPr>
        <p:grpSpPr>
          <a:xfrm>
            <a:off x="2805688" y="1443927"/>
            <a:ext cx="842841" cy="785908"/>
            <a:chOff x="2805688" y="1443927"/>
            <a:chExt cx="842841" cy="785908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B930168-A60F-314C-B295-0B8F32DE5DCF}"/>
                </a:ext>
              </a:extLst>
            </p:cNvPr>
            <p:cNvSpPr/>
            <p:nvPr/>
          </p:nvSpPr>
          <p:spPr>
            <a:xfrm>
              <a:off x="3317132" y="1684625"/>
              <a:ext cx="156241" cy="259883"/>
            </a:xfrm>
            <a:custGeom>
              <a:avLst/>
              <a:gdLst>
                <a:gd name="connsiteX0" fmla="*/ 41430 w 156241"/>
                <a:gd name="connsiteY0" fmla="*/ 259883 h 259883"/>
                <a:gd name="connsiteX1" fmla="*/ 3718 w 156241"/>
                <a:gd name="connsiteY1" fmla="*/ 232542 h 259883"/>
                <a:gd name="connsiteX2" fmla="*/ 84848 w 156241"/>
                <a:gd name="connsiteY2" fmla="*/ 15799 h 259883"/>
                <a:gd name="connsiteX3" fmla="*/ 140443 w 156241"/>
                <a:gd name="connsiteY3" fmla="*/ 8003 h 259883"/>
                <a:gd name="connsiteX4" fmla="*/ 148238 w 156241"/>
                <a:gd name="connsiteY4" fmla="*/ 63599 h 259883"/>
                <a:gd name="connsiteX5" fmla="*/ 147072 w 156241"/>
                <a:gd name="connsiteY5" fmla="*/ 65072 h 259883"/>
                <a:gd name="connsiteX6" fmla="*/ 79290 w 156241"/>
                <a:gd name="connsiteY6" fmla="*/ 207980 h 259883"/>
                <a:gd name="connsiteX7" fmla="*/ 53726 w 156241"/>
                <a:gd name="connsiteY7" fmla="*/ 257958 h 259883"/>
                <a:gd name="connsiteX8" fmla="*/ 41430 w 156241"/>
                <a:gd name="connsiteY8" fmla="*/ 259883 h 25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241" h="259883">
                  <a:moveTo>
                    <a:pt x="41430" y="259883"/>
                  </a:moveTo>
                  <a:cubicBezTo>
                    <a:pt x="24271" y="259878"/>
                    <a:pt x="9057" y="248848"/>
                    <a:pt x="3718" y="232542"/>
                  </a:cubicBezTo>
                  <a:cubicBezTo>
                    <a:pt x="-599" y="219244"/>
                    <a:pt x="-17470" y="144813"/>
                    <a:pt x="84848" y="15799"/>
                  </a:cubicBezTo>
                  <a:cubicBezTo>
                    <a:pt x="98047" y="-1706"/>
                    <a:pt x="122937" y="-5196"/>
                    <a:pt x="140443" y="8003"/>
                  </a:cubicBezTo>
                  <a:cubicBezTo>
                    <a:pt x="157949" y="21203"/>
                    <a:pt x="161437" y="46094"/>
                    <a:pt x="148238" y="63599"/>
                  </a:cubicBezTo>
                  <a:cubicBezTo>
                    <a:pt x="147861" y="64099"/>
                    <a:pt x="147474" y="64591"/>
                    <a:pt x="147072" y="65072"/>
                  </a:cubicBezTo>
                  <a:cubicBezTo>
                    <a:pt x="73336" y="158210"/>
                    <a:pt x="79141" y="207583"/>
                    <a:pt x="79290" y="207980"/>
                  </a:cubicBezTo>
                  <a:cubicBezTo>
                    <a:pt x="86034" y="228841"/>
                    <a:pt x="74586" y="251220"/>
                    <a:pt x="53726" y="257958"/>
                  </a:cubicBezTo>
                  <a:cubicBezTo>
                    <a:pt x="49751" y="259243"/>
                    <a:pt x="45603" y="259893"/>
                    <a:pt x="41430" y="2598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1E9B1E3A-0B31-BD41-A016-2118640ED3B8}"/>
                </a:ext>
              </a:extLst>
            </p:cNvPr>
            <p:cNvSpPr/>
            <p:nvPr/>
          </p:nvSpPr>
          <p:spPr>
            <a:xfrm>
              <a:off x="3221541" y="1613027"/>
              <a:ext cx="181367" cy="325577"/>
            </a:xfrm>
            <a:custGeom>
              <a:avLst/>
              <a:gdLst>
                <a:gd name="connsiteX0" fmla="*/ 135284 w 181367"/>
                <a:gd name="connsiteY0" fmla="*/ 325577 h 325577"/>
                <a:gd name="connsiteX1" fmla="*/ 125360 w 181367"/>
                <a:gd name="connsiteY1" fmla="*/ 324337 h 325577"/>
                <a:gd name="connsiteX2" fmla="*/ 96759 w 181367"/>
                <a:gd name="connsiteY2" fmla="*/ 276028 h 325577"/>
                <a:gd name="connsiteX3" fmla="*/ 96779 w 181367"/>
                <a:gd name="connsiteY3" fmla="*/ 275956 h 325577"/>
                <a:gd name="connsiteX4" fmla="*/ 18179 w 181367"/>
                <a:gd name="connsiteY4" fmla="*/ 73057 h 325577"/>
                <a:gd name="connsiteX5" fmla="*/ 6346 w 181367"/>
                <a:gd name="connsiteY5" fmla="*/ 18179 h 325577"/>
                <a:gd name="connsiteX6" fmla="*/ 57628 w 181367"/>
                <a:gd name="connsiteY6" fmla="*/ 4283 h 325577"/>
                <a:gd name="connsiteX7" fmla="*/ 173790 w 181367"/>
                <a:gd name="connsiteY7" fmla="*/ 295457 h 325577"/>
                <a:gd name="connsiteX8" fmla="*/ 135284 w 181367"/>
                <a:gd name="connsiteY8" fmla="*/ 325577 h 32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367" h="325577">
                  <a:moveTo>
                    <a:pt x="135284" y="325577"/>
                  </a:moveTo>
                  <a:cubicBezTo>
                    <a:pt x="131935" y="325592"/>
                    <a:pt x="128600" y="325175"/>
                    <a:pt x="125360" y="324337"/>
                  </a:cubicBezTo>
                  <a:cubicBezTo>
                    <a:pt x="104122" y="318893"/>
                    <a:pt x="91315" y="297268"/>
                    <a:pt x="96759" y="276028"/>
                  </a:cubicBezTo>
                  <a:cubicBezTo>
                    <a:pt x="96769" y="276005"/>
                    <a:pt x="96774" y="275980"/>
                    <a:pt x="96779" y="275956"/>
                  </a:cubicBezTo>
                  <a:cubicBezTo>
                    <a:pt x="98218" y="269952"/>
                    <a:pt x="129230" y="136522"/>
                    <a:pt x="18179" y="73057"/>
                  </a:cubicBezTo>
                  <a:cubicBezTo>
                    <a:pt x="-243" y="61171"/>
                    <a:pt x="-5541" y="36602"/>
                    <a:pt x="6346" y="18179"/>
                  </a:cubicBezTo>
                  <a:cubicBezTo>
                    <a:pt x="17363" y="1104"/>
                    <a:pt x="39497" y="-4894"/>
                    <a:pt x="57628" y="4283"/>
                  </a:cubicBezTo>
                  <a:cubicBezTo>
                    <a:pt x="188875" y="79310"/>
                    <a:pt x="191008" y="227576"/>
                    <a:pt x="173790" y="295457"/>
                  </a:cubicBezTo>
                  <a:cubicBezTo>
                    <a:pt x="169394" y="313147"/>
                    <a:pt x="153515" y="325567"/>
                    <a:pt x="135284" y="3255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DAFA9011-6503-DB44-A6CE-42E0F2F416AF}"/>
                </a:ext>
              </a:extLst>
            </p:cNvPr>
            <p:cNvSpPr/>
            <p:nvPr/>
          </p:nvSpPr>
          <p:spPr>
            <a:xfrm>
              <a:off x="3380765" y="1530106"/>
              <a:ext cx="245922" cy="255368"/>
            </a:xfrm>
            <a:custGeom>
              <a:avLst/>
              <a:gdLst>
                <a:gd name="connsiteX0" fmla="*/ 103486 w 245922"/>
                <a:gd name="connsiteY0" fmla="*/ 255369 h 255368"/>
                <a:gd name="connsiteX1" fmla="*/ 41956 w 245922"/>
                <a:gd name="connsiteY1" fmla="*/ 234379 h 255368"/>
                <a:gd name="connsiteX2" fmla="*/ 4691 w 245922"/>
                <a:gd name="connsiteY2" fmla="*/ 119209 h 255368"/>
                <a:gd name="connsiteX3" fmla="*/ 80363 w 245922"/>
                <a:gd name="connsiteY3" fmla="*/ 32324 h 255368"/>
                <a:gd name="connsiteX4" fmla="*/ 204861 w 245922"/>
                <a:gd name="connsiteY4" fmla="*/ 20 h 255368"/>
                <a:gd name="connsiteX5" fmla="*/ 238554 w 245922"/>
                <a:gd name="connsiteY5" fmla="*/ 16495 h 255368"/>
                <a:gd name="connsiteX6" fmla="*/ 243267 w 245922"/>
                <a:gd name="connsiteY6" fmla="*/ 53809 h 255368"/>
                <a:gd name="connsiteX7" fmla="*/ 236321 w 245922"/>
                <a:gd name="connsiteY7" fmla="*/ 90429 h 255368"/>
                <a:gd name="connsiteX8" fmla="*/ 234385 w 245922"/>
                <a:gd name="connsiteY8" fmla="*/ 106060 h 255368"/>
                <a:gd name="connsiteX9" fmla="*/ 208037 w 245922"/>
                <a:gd name="connsiteY9" fmla="*/ 190415 h 255368"/>
                <a:gd name="connsiteX10" fmla="*/ 123681 w 245922"/>
                <a:gd name="connsiteY10" fmla="*/ 253384 h 255368"/>
                <a:gd name="connsiteX11" fmla="*/ 103486 w 245922"/>
                <a:gd name="connsiteY11" fmla="*/ 255369 h 255368"/>
                <a:gd name="connsiteX12" fmla="*/ 156828 w 245922"/>
                <a:gd name="connsiteY12" fmla="*/ 86906 h 255368"/>
                <a:gd name="connsiteX13" fmla="*/ 118174 w 245922"/>
                <a:gd name="connsiteY13" fmla="*/ 102090 h 255368"/>
                <a:gd name="connsiteX14" fmla="*/ 80859 w 245922"/>
                <a:gd name="connsiteY14" fmla="*/ 141787 h 255368"/>
                <a:gd name="connsiteX15" fmla="*/ 89691 w 245922"/>
                <a:gd name="connsiteY15" fmla="*/ 171063 h 255368"/>
                <a:gd name="connsiteX16" fmla="*/ 89691 w 245922"/>
                <a:gd name="connsiteY16" fmla="*/ 171063 h 255368"/>
                <a:gd name="connsiteX17" fmla="*/ 107952 w 245922"/>
                <a:gd name="connsiteY17" fmla="*/ 175578 h 255368"/>
                <a:gd name="connsiteX18" fmla="*/ 139659 w 245922"/>
                <a:gd name="connsiteY18" fmla="*/ 150222 h 255368"/>
                <a:gd name="connsiteX19" fmla="*/ 155786 w 245922"/>
                <a:gd name="connsiteY19" fmla="*/ 95292 h 255368"/>
                <a:gd name="connsiteX20" fmla="*/ 156828 w 245922"/>
                <a:gd name="connsiteY20" fmla="*/ 86906 h 255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5922" h="255368">
                  <a:moveTo>
                    <a:pt x="103486" y="255369"/>
                  </a:moveTo>
                  <a:cubicBezTo>
                    <a:pt x="81231" y="255284"/>
                    <a:pt x="59621" y="247911"/>
                    <a:pt x="41956" y="234379"/>
                  </a:cubicBezTo>
                  <a:cubicBezTo>
                    <a:pt x="6502" y="207679"/>
                    <a:pt x="-8399" y="161616"/>
                    <a:pt x="4691" y="119209"/>
                  </a:cubicBezTo>
                  <a:cubicBezTo>
                    <a:pt x="15111" y="83979"/>
                    <a:pt x="41956" y="53115"/>
                    <a:pt x="80363" y="32324"/>
                  </a:cubicBezTo>
                  <a:cubicBezTo>
                    <a:pt x="118888" y="12290"/>
                    <a:pt x="161453" y="1246"/>
                    <a:pt x="204861" y="20"/>
                  </a:cubicBezTo>
                  <a:cubicBezTo>
                    <a:pt x="218125" y="-403"/>
                    <a:pt x="230743" y="5765"/>
                    <a:pt x="238554" y="16495"/>
                  </a:cubicBezTo>
                  <a:cubicBezTo>
                    <a:pt x="246289" y="27352"/>
                    <a:pt x="248061" y="41369"/>
                    <a:pt x="243267" y="53809"/>
                  </a:cubicBezTo>
                  <a:cubicBezTo>
                    <a:pt x="239531" y="65703"/>
                    <a:pt x="237199" y="77993"/>
                    <a:pt x="236321" y="90429"/>
                  </a:cubicBezTo>
                  <a:cubicBezTo>
                    <a:pt x="235725" y="95689"/>
                    <a:pt x="235130" y="100899"/>
                    <a:pt x="234385" y="106060"/>
                  </a:cubicBezTo>
                  <a:cubicBezTo>
                    <a:pt x="230962" y="130225"/>
                    <a:pt x="224908" y="161635"/>
                    <a:pt x="208037" y="190415"/>
                  </a:cubicBezTo>
                  <a:cubicBezTo>
                    <a:pt x="188784" y="223115"/>
                    <a:pt x="157175" y="246635"/>
                    <a:pt x="123681" y="253384"/>
                  </a:cubicBezTo>
                  <a:cubicBezTo>
                    <a:pt x="117027" y="254695"/>
                    <a:pt x="110264" y="255360"/>
                    <a:pt x="103486" y="255369"/>
                  </a:cubicBezTo>
                  <a:close/>
                  <a:moveTo>
                    <a:pt x="156828" y="86906"/>
                  </a:moveTo>
                  <a:cubicBezTo>
                    <a:pt x="143416" y="90501"/>
                    <a:pt x="130450" y="95594"/>
                    <a:pt x="118174" y="102090"/>
                  </a:cubicBezTo>
                  <a:cubicBezTo>
                    <a:pt x="106761" y="108293"/>
                    <a:pt x="86764" y="121641"/>
                    <a:pt x="80859" y="141787"/>
                  </a:cubicBezTo>
                  <a:cubicBezTo>
                    <a:pt x="77241" y="152430"/>
                    <a:pt x="80794" y="164195"/>
                    <a:pt x="89691" y="171063"/>
                  </a:cubicBezTo>
                  <a:lnTo>
                    <a:pt x="89691" y="171063"/>
                  </a:lnTo>
                  <a:cubicBezTo>
                    <a:pt x="94753" y="175315"/>
                    <a:pt x="101496" y="176982"/>
                    <a:pt x="107952" y="175578"/>
                  </a:cubicBezTo>
                  <a:cubicBezTo>
                    <a:pt x="119464" y="173296"/>
                    <a:pt x="131919" y="163322"/>
                    <a:pt x="139659" y="150222"/>
                  </a:cubicBezTo>
                  <a:cubicBezTo>
                    <a:pt x="149335" y="133748"/>
                    <a:pt x="153255" y="113205"/>
                    <a:pt x="155786" y="95292"/>
                  </a:cubicBezTo>
                  <a:cubicBezTo>
                    <a:pt x="156431" y="92464"/>
                    <a:pt x="156431" y="89685"/>
                    <a:pt x="156828" y="8690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08E0DC2A-98A6-454F-B7B6-4F3A781C5DF2}"/>
                </a:ext>
              </a:extLst>
            </p:cNvPr>
            <p:cNvSpPr/>
            <p:nvPr/>
          </p:nvSpPr>
          <p:spPr>
            <a:xfrm>
              <a:off x="3072563" y="1443927"/>
              <a:ext cx="250954" cy="251089"/>
            </a:xfrm>
            <a:custGeom>
              <a:avLst/>
              <a:gdLst>
                <a:gd name="connsiteX0" fmla="*/ 147060 w 250954"/>
                <a:gd name="connsiteY0" fmla="*/ 251089 h 251089"/>
                <a:gd name="connsiteX1" fmla="*/ 131083 w 250954"/>
                <a:gd name="connsiteY1" fmla="*/ 249849 h 251089"/>
                <a:gd name="connsiteX2" fmla="*/ 44048 w 250954"/>
                <a:gd name="connsiteY2" fmla="*/ 190304 h 251089"/>
                <a:gd name="connsiteX3" fmla="*/ 14275 w 250954"/>
                <a:gd name="connsiteY3" fmla="*/ 107338 h 251089"/>
                <a:gd name="connsiteX4" fmla="*/ 11645 w 250954"/>
                <a:gd name="connsiteY4" fmla="*/ 91708 h 251089"/>
                <a:gd name="connsiteX5" fmla="*/ 3260 w 250954"/>
                <a:gd name="connsiteY5" fmla="*/ 55435 h 251089"/>
                <a:gd name="connsiteX6" fmla="*/ 23977 w 250954"/>
                <a:gd name="connsiteY6" fmla="*/ 3258 h 251089"/>
                <a:gd name="connsiteX7" fmla="*/ 39681 w 250954"/>
                <a:gd name="connsiteY7" fmla="*/ 8 h 251089"/>
                <a:gd name="connsiteX8" fmla="*/ 41468 w 250954"/>
                <a:gd name="connsiteY8" fmla="*/ 8 h 251089"/>
                <a:gd name="connsiteX9" fmla="*/ 165519 w 250954"/>
                <a:gd name="connsiteY9" fmla="*/ 27201 h 251089"/>
                <a:gd name="connsiteX10" fmla="*/ 244913 w 250954"/>
                <a:gd name="connsiteY10" fmla="*/ 110960 h 251089"/>
                <a:gd name="connsiteX11" fmla="*/ 212361 w 250954"/>
                <a:gd name="connsiteY11" fmla="*/ 227569 h 251089"/>
                <a:gd name="connsiteX12" fmla="*/ 212361 w 250954"/>
                <a:gd name="connsiteY12" fmla="*/ 227569 h 251089"/>
                <a:gd name="connsiteX13" fmla="*/ 147060 w 250954"/>
                <a:gd name="connsiteY13" fmla="*/ 251089 h 251089"/>
                <a:gd name="connsiteX14" fmla="*/ 186757 w 250954"/>
                <a:gd name="connsiteY14" fmla="*/ 196953 h 251089"/>
                <a:gd name="connsiteX15" fmla="*/ 186757 w 250954"/>
                <a:gd name="connsiteY15" fmla="*/ 196953 h 251089"/>
                <a:gd name="connsiteX16" fmla="*/ 91187 w 250954"/>
                <a:gd name="connsiteY16" fmla="*/ 84909 h 251089"/>
                <a:gd name="connsiteX17" fmla="*/ 92577 w 250954"/>
                <a:gd name="connsiteY17" fmla="*/ 93097 h 251089"/>
                <a:gd name="connsiteX18" fmla="*/ 110937 w 250954"/>
                <a:gd name="connsiteY18" fmla="*/ 147332 h 251089"/>
                <a:gd name="connsiteX19" fmla="*/ 143637 w 250954"/>
                <a:gd name="connsiteY19" fmla="*/ 171398 h 251089"/>
                <a:gd name="connsiteX20" fmla="*/ 161947 w 250954"/>
                <a:gd name="connsiteY20" fmla="*/ 166139 h 251089"/>
                <a:gd name="connsiteX21" fmla="*/ 169588 w 250954"/>
                <a:gd name="connsiteY21" fmla="*/ 136366 h 251089"/>
                <a:gd name="connsiteX22" fmla="*/ 130686 w 250954"/>
                <a:gd name="connsiteY22" fmla="*/ 98357 h 251089"/>
                <a:gd name="connsiteX23" fmla="*/ 91187 w 250954"/>
                <a:gd name="connsiteY23" fmla="*/ 84909 h 25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0954" h="251089">
                  <a:moveTo>
                    <a:pt x="147060" y="251089"/>
                  </a:moveTo>
                  <a:cubicBezTo>
                    <a:pt x="141710" y="251094"/>
                    <a:pt x="136368" y="250679"/>
                    <a:pt x="131083" y="249849"/>
                  </a:cubicBezTo>
                  <a:cubicBezTo>
                    <a:pt x="97142" y="244490"/>
                    <a:pt x="64591" y="222260"/>
                    <a:pt x="44048" y="190304"/>
                  </a:cubicBezTo>
                  <a:cubicBezTo>
                    <a:pt x="26035" y="162467"/>
                    <a:pt x="18692" y="131354"/>
                    <a:pt x="14275" y="107338"/>
                  </a:cubicBezTo>
                  <a:cubicBezTo>
                    <a:pt x="13333" y="102376"/>
                    <a:pt x="12489" y="96967"/>
                    <a:pt x="11645" y="91708"/>
                  </a:cubicBezTo>
                  <a:cubicBezTo>
                    <a:pt x="10268" y="79332"/>
                    <a:pt x="7454" y="67159"/>
                    <a:pt x="3260" y="55435"/>
                  </a:cubicBezTo>
                  <a:cubicBezTo>
                    <a:pt x="-5428" y="35306"/>
                    <a:pt x="3848" y="11945"/>
                    <a:pt x="23977" y="3258"/>
                  </a:cubicBezTo>
                  <a:cubicBezTo>
                    <a:pt x="28936" y="1118"/>
                    <a:pt x="34280" y="12"/>
                    <a:pt x="39681" y="8"/>
                  </a:cubicBezTo>
                  <a:lnTo>
                    <a:pt x="41468" y="8"/>
                  </a:lnTo>
                  <a:cubicBezTo>
                    <a:pt x="84331" y="-321"/>
                    <a:pt x="126723" y="8971"/>
                    <a:pt x="165519" y="27201"/>
                  </a:cubicBezTo>
                  <a:cubicBezTo>
                    <a:pt x="204720" y="46453"/>
                    <a:pt x="232855" y="76176"/>
                    <a:pt x="244913" y="110960"/>
                  </a:cubicBezTo>
                  <a:cubicBezTo>
                    <a:pt x="259724" y="152805"/>
                    <a:pt x="246709" y="199446"/>
                    <a:pt x="212361" y="227569"/>
                  </a:cubicBezTo>
                  <a:lnTo>
                    <a:pt x="212361" y="227569"/>
                  </a:lnTo>
                  <a:cubicBezTo>
                    <a:pt x="194036" y="242841"/>
                    <a:pt x="170916" y="251169"/>
                    <a:pt x="147060" y="251089"/>
                  </a:cubicBezTo>
                  <a:close/>
                  <a:moveTo>
                    <a:pt x="186757" y="196953"/>
                  </a:moveTo>
                  <a:lnTo>
                    <a:pt x="186757" y="196953"/>
                  </a:lnTo>
                  <a:close/>
                  <a:moveTo>
                    <a:pt x="91187" y="84909"/>
                  </a:moveTo>
                  <a:cubicBezTo>
                    <a:pt x="91634" y="87639"/>
                    <a:pt x="92081" y="90368"/>
                    <a:pt x="92577" y="93097"/>
                  </a:cubicBezTo>
                  <a:cubicBezTo>
                    <a:pt x="95852" y="110911"/>
                    <a:pt x="100566" y="131305"/>
                    <a:pt x="110937" y="147332"/>
                  </a:cubicBezTo>
                  <a:cubicBezTo>
                    <a:pt x="119223" y="160134"/>
                    <a:pt x="132025" y="169562"/>
                    <a:pt x="143637" y="171398"/>
                  </a:cubicBezTo>
                  <a:cubicBezTo>
                    <a:pt x="150227" y="172603"/>
                    <a:pt x="157000" y="170657"/>
                    <a:pt x="161947" y="166139"/>
                  </a:cubicBezTo>
                  <a:cubicBezTo>
                    <a:pt x="170604" y="158874"/>
                    <a:pt x="173677" y="146903"/>
                    <a:pt x="169588" y="136366"/>
                  </a:cubicBezTo>
                  <a:cubicBezTo>
                    <a:pt x="162889" y="116518"/>
                    <a:pt x="142346" y="104063"/>
                    <a:pt x="130686" y="98357"/>
                  </a:cubicBezTo>
                  <a:cubicBezTo>
                    <a:pt x="118096" y="92331"/>
                    <a:pt x="104838" y="87817"/>
                    <a:pt x="91187" y="8490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C25C00F0-CFC2-F147-962F-399CDEBAAF23}"/>
                </a:ext>
              </a:extLst>
            </p:cNvPr>
            <p:cNvSpPr/>
            <p:nvPr/>
          </p:nvSpPr>
          <p:spPr>
            <a:xfrm>
              <a:off x="2805688" y="1825667"/>
              <a:ext cx="842841" cy="404061"/>
            </a:xfrm>
            <a:custGeom>
              <a:avLst/>
              <a:gdLst>
                <a:gd name="connsiteX0" fmla="*/ 40590 w 842841"/>
                <a:gd name="connsiteY0" fmla="*/ 404061 h 404061"/>
                <a:gd name="connsiteX1" fmla="*/ 893 w 842841"/>
                <a:gd name="connsiteY1" fmla="*/ 364365 h 404061"/>
                <a:gd name="connsiteX2" fmla="*/ 0 w 842841"/>
                <a:gd name="connsiteY2" fmla="*/ 73439 h 404061"/>
                <a:gd name="connsiteX3" fmla="*/ 39349 w 842841"/>
                <a:gd name="connsiteY3" fmla="*/ 33742 h 404061"/>
                <a:gd name="connsiteX4" fmla="*/ 186723 w 842841"/>
                <a:gd name="connsiteY4" fmla="*/ 32353 h 404061"/>
                <a:gd name="connsiteX5" fmla="*/ 215850 w 842841"/>
                <a:gd name="connsiteY5" fmla="*/ 37315 h 404061"/>
                <a:gd name="connsiteX6" fmla="*/ 238924 w 842841"/>
                <a:gd name="connsiteY6" fmla="*/ 24761 h 404061"/>
                <a:gd name="connsiteX7" fmla="*/ 241703 w 842841"/>
                <a:gd name="connsiteY7" fmla="*/ 23371 h 404061"/>
                <a:gd name="connsiteX8" fmla="*/ 332509 w 842841"/>
                <a:gd name="connsiteY8" fmla="*/ 595 h 404061"/>
                <a:gd name="connsiteX9" fmla="*/ 334841 w 842841"/>
                <a:gd name="connsiteY9" fmla="*/ 595 h 404061"/>
                <a:gd name="connsiteX10" fmla="*/ 498292 w 842841"/>
                <a:gd name="connsiteY10" fmla="*/ 0 h 404061"/>
                <a:gd name="connsiteX11" fmla="*/ 585376 w 842841"/>
                <a:gd name="connsiteY11" fmla="*/ 70759 h 404061"/>
                <a:gd name="connsiteX12" fmla="*/ 689580 w 842841"/>
                <a:gd name="connsiteY12" fmla="*/ 31658 h 404061"/>
                <a:gd name="connsiteX13" fmla="*/ 760041 w 842841"/>
                <a:gd name="connsiteY13" fmla="*/ 13149 h 404061"/>
                <a:gd name="connsiteX14" fmla="*/ 760041 w 842841"/>
                <a:gd name="connsiteY14" fmla="*/ 13149 h 404061"/>
                <a:gd name="connsiteX15" fmla="*/ 827277 w 842841"/>
                <a:gd name="connsiteY15" fmla="*/ 48777 h 404061"/>
                <a:gd name="connsiteX16" fmla="*/ 839186 w 842841"/>
                <a:gd name="connsiteY16" fmla="*/ 121372 h 404061"/>
                <a:gd name="connsiteX17" fmla="*/ 796165 w 842841"/>
                <a:gd name="connsiteY17" fmla="*/ 181463 h 404061"/>
                <a:gd name="connsiteX18" fmla="*/ 790508 w 842841"/>
                <a:gd name="connsiteY18" fmla="*/ 185234 h 404061"/>
                <a:gd name="connsiteX19" fmla="*/ 668937 w 842841"/>
                <a:gd name="connsiteY19" fmla="*/ 252073 h 404061"/>
                <a:gd name="connsiteX20" fmla="*/ 579620 w 842841"/>
                <a:gd name="connsiteY20" fmla="*/ 300156 h 404061"/>
                <a:gd name="connsiteX21" fmla="*/ 513227 w 842841"/>
                <a:gd name="connsiteY21" fmla="*/ 320004 h 404061"/>
                <a:gd name="connsiteX22" fmla="*/ 510101 w 842841"/>
                <a:gd name="connsiteY22" fmla="*/ 320004 h 404061"/>
                <a:gd name="connsiteX23" fmla="*/ 321542 w 842841"/>
                <a:gd name="connsiteY23" fmla="*/ 323676 h 404061"/>
                <a:gd name="connsiteX24" fmla="*/ 320997 w 842841"/>
                <a:gd name="connsiteY24" fmla="*/ 323676 h 404061"/>
                <a:gd name="connsiteX25" fmla="*/ 285815 w 842841"/>
                <a:gd name="connsiteY25" fmla="*/ 335188 h 404061"/>
                <a:gd name="connsiteX26" fmla="*/ 278620 w 842841"/>
                <a:gd name="connsiteY26" fmla="*/ 348585 h 404061"/>
                <a:gd name="connsiteX27" fmla="*/ 240512 w 842841"/>
                <a:gd name="connsiteY27" fmla="*/ 372056 h 404061"/>
                <a:gd name="connsiteX28" fmla="*/ 46991 w 842841"/>
                <a:gd name="connsiteY28" fmla="*/ 403565 h 404061"/>
                <a:gd name="connsiteX29" fmla="*/ 40590 w 842841"/>
                <a:gd name="connsiteY29" fmla="*/ 404061 h 404061"/>
                <a:gd name="connsiteX30" fmla="*/ 79542 w 842841"/>
                <a:gd name="connsiteY30" fmla="*/ 112937 h 404061"/>
                <a:gd name="connsiteX31" fmla="*/ 80138 w 842841"/>
                <a:gd name="connsiteY31" fmla="*/ 317820 h 404061"/>
                <a:gd name="connsiteX32" fmla="*/ 213022 w 842841"/>
                <a:gd name="connsiteY32" fmla="*/ 296186 h 404061"/>
                <a:gd name="connsiteX33" fmla="*/ 225377 w 842841"/>
                <a:gd name="connsiteY33" fmla="*/ 280059 h 404061"/>
                <a:gd name="connsiteX34" fmla="*/ 320451 w 842841"/>
                <a:gd name="connsiteY34" fmla="*/ 244233 h 404061"/>
                <a:gd name="connsiteX35" fmla="*/ 507819 w 842841"/>
                <a:gd name="connsiteY35" fmla="*/ 240611 h 404061"/>
                <a:gd name="connsiteX36" fmla="*/ 538087 w 842841"/>
                <a:gd name="connsiteY36" fmla="*/ 232622 h 404061"/>
                <a:gd name="connsiteX37" fmla="*/ 540916 w 842841"/>
                <a:gd name="connsiteY37" fmla="*/ 230984 h 404061"/>
                <a:gd name="connsiteX38" fmla="*/ 631821 w 842841"/>
                <a:gd name="connsiteY38" fmla="*/ 181959 h 404061"/>
                <a:gd name="connsiteX39" fmla="*/ 632863 w 842841"/>
                <a:gd name="connsiteY39" fmla="*/ 181413 h 404061"/>
                <a:gd name="connsiteX40" fmla="*/ 748827 w 842841"/>
                <a:gd name="connsiteY40" fmla="*/ 117651 h 404061"/>
                <a:gd name="connsiteX41" fmla="*/ 763068 w 842841"/>
                <a:gd name="connsiteY41" fmla="*/ 99093 h 404061"/>
                <a:gd name="connsiteX42" fmla="*/ 763068 w 842841"/>
                <a:gd name="connsiteY42" fmla="*/ 95520 h 404061"/>
                <a:gd name="connsiteX43" fmla="*/ 754533 w 842841"/>
                <a:gd name="connsiteY43" fmla="*/ 92344 h 404061"/>
                <a:gd name="connsiteX44" fmla="*/ 729177 w 842841"/>
                <a:gd name="connsiteY44" fmla="*/ 100482 h 404061"/>
                <a:gd name="connsiteX45" fmla="*/ 721684 w 842841"/>
                <a:gd name="connsiteY45" fmla="*/ 104352 h 404061"/>
                <a:gd name="connsiteX46" fmla="*/ 497597 w 842841"/>
                <a:gd name="connsiteY46" fmla="*/ 180123 h 404061"/>
                <a:gd name="connsiteX47" fmla="*/ 435075 w 842841"/>
                <a:gd name="connsiteY47" fmla="*/ 175955 h 404061"/>
                <a:gd name="connsiteX48" fmla="*/ 398209 w 842841"/>
                <a:gd name="connsiteY48" fmla="*/ 133614 h 404061"/>
                <a:gd name="connsiteX49" fmla="*/ 430658 w 842841"/>
                <a:gd name="connsiteY49" fmla="*/ 97306 h 404061"/>
                <a:gd name="connsiteX50" fmla="*/ 496009 w 842841"/>
                <a:gd name="connsiteY50" fmla="*/ 85496 h 404061"/>
                <a:gd name="connsiteX51" fmla="*/ 506529 w 842841"/>
                <a:gd name="connsiteY51" fmla="*/ 81428 h 404061"/>
                <a:gd name="connsiteX52" fmla="*/ 498043 w 842841"/>
                <a:gd name="connsiteY52" fmla="*/ 79393 h 404061"/>
                <a:gd name="connsiteX53" fmla="*/ 335734 w 842841"/>
                <a:gd name="connsiteY53" fmla="*/ 79840 h 404061"/>
                <a:gd name="connsiteX54" fmla="*/ 275494 w 842841"/>
                <a:gd name="connsiteY54" fmla="*/ 95172 h 404061"/>
                <a:gd name="connsiteX55" fmla="*/ 229000 w 842841"/>
                <a:gd name="connsiteY55" fmla="*/ 120479 h 404061"/>
                <a:gd name="connsiteX56" fmla="*/ 180173 w 842841"/>
                <a:gd name="connsiteY56" fmla="*/ 111845 h 404061"/>
                <a:gd name="connsiteX57" fmla="*/ 227958 w 842841"/>
                <a:gd name="connsiteY57" fmla="*/ 293754 h 404061"/>
                <a:gd name="connsiteX58" fmla="*/ 227958 w 842841"/>
                <a:gd name="connsiteY58" fmla="*/ 293754 h 404061"/>
                <a:gd name="connsiteX59" fmla="*/ 171638 w 842841"/>
                <a:gd name="connsiteY59" fmla="*/ 95818 h 404061"/>
                <a:gd name="connsiteX60" fmla="*/ 171638 w 842841"/>
                <a:gd name="connsiteY60" fmla="*/ 95818 h 40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2841" h="404061">
                  <a:moveTo>
                    <a:pt x="40590" y="404061"/>
                  </a:moveTo>
                  <a:cubicBezTo>
                    <a:pt x="18666" y="404061"/>
                    <a:pt x="893" y="386287"/>
                    <a:pt x="893" y="364365"/>
                  </a:cubicBezTo>
                  <a:lnTo>
                    <a:pt x="0" y="73439"/>
                  </a:lnTo>
                  <a:cubicBezTo>
                    <a:pt x="-1" y="51650"/>
                    <a:pt x="17561" y="33933"/>
                    <a:pt x="39349" y="33742"/>
                  </a:cubicBezTo>
                  <a:lnTo>
                    <a:pt x="186723" y="32353"/>
                  </a:lnTo>
                  <a:cubicBezTo>
                    <a:pt x="196696" y="31503"/>
                    <a:pt x="206721" y="33211"/>
                    <a:pt x="215850" y="37315"/>
                  </a:cubicBezTo>
                  <a:lnTo>
                    <a:pt x="238924" y="24761"/>
                  </a:lnTo>
                  <a:cubicBezTo>
                    <a:pt x="239817" y="24265"/>
                    <a:pt x="240760" y="23818"/>
                    <a:pt x="241703" y="23371"/>
                  </a:cubicBezTo>
                  <a:cubicBezTo>
                    <a:pt x="270154" y="9813"/>
                    <a:pt x="301026" y="2070"/>
                    <a:pt x="332509" y="595"/>
                  </a:cubicBezTo>
                  <a:lnTo>
                    <a:pt x="334841" y="595"/>
                  </a:lnTo>
                  <a:lnTo>
                    <a:pt x="498292" y="0"/>
                  </a:lnTo>
                  <a:cubicBezTo>
                    <a:pt x="549897" y="447"/>
                    <a:pt x="580414" y="35231"/>
                    <a:pt x="585376" y="70759"/>
                  </a:cubicBezTo>
                  <a:cubicBezTo>
                    <a:pt x="617580" y="58949"/>
                    <a:pt x="654498" y="45105"/>
                    <a:pt x="689580" y="31658"/>
                  </a:cubicBezTo>
                  <a:cubicBezTo>
                    <a:pt x="710554" y="18280"/>
                    <a:pt x="735196" y="11807"/>
                    <a:pt x="760041" y="13149"/>
                  </a:cubicBezTo>
                  <a:lnTo>
                    <a:pt x="760041" y="13149"/>
                  </a:lnTo>
                  <a:cubicBezTo>
                    <a:pt x="786623" y="14475"/>
                    <a:pt x="811250" y="27525"/>
                    <a:pt x="827277" y="48777"/>
                  </a:cubicBezTo>
                  <a:cubicBezTo>
                    <a:pt x="842387" y="69779"/>
                    <a:pt x="846793" y="96641"/>
                    <a:pt x="839186" y="121372"/>
                  </a:cubicBezTo>
                  <a:cubicBezTo>
                    <a:pt x="832735" y="143404"/>
                    <a:pt x="818246" y="163599"/>
                    <a:pt x="796165" y="181463"/>
                  </a:cubicBezTo>
                  <a:cubicBezTo>
                    <a:pt x="794383" y="182867"/>
                    <a:pt x="792488" y="184127"/>
                    <a:pt x="790508" y="185234"/>
                  </a:cubicBezTo>
                  <a:cubicBezTo>
                    <a:pt x="779492" y="191337"/>
                    <a:pt x="683873" y="244481"/>
                    <a:pt x="668937" y="252073"/>
                  </a:cubicBezTo>
                  <a:lnTo>
                    <a:pt x="579620" y="300156"/>
                  </a:lnTo>
                  <a:cubicBezTo>
                    <a:pt x="555951" y="315042"/>
                    <a:pt x="534961" y="317969"/>
                    <a:pt x="513227" y="320004"/>
                  </a:cubicBez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7" y="324738"/>
                    <a:pt x="296494" y="328683"/>
                    <a:pt x="285815" y="335188"/>
                  </a:cubicBezTo>
                  <a:cubicBezTo>
                    <a:pt x="283992" y="339941"/>
                    <a:pt x="281575" y="344442"/>
                    <a:pt x="278620" y="348585"/>
                  </a:cubicBezTo>
                  <a:cubicBezTo>
                    <a:pt x="269565" y="361189"/>
                    <a:pt x="255841" y="369639"/>
                    <a:pt x="240512" y="372056"/>
                  </a:cubicBezTo>
                  <a:lnTo>
                    <a:pt x="46991" y="403565"/>
                  </a:lnTo>
                  <a:cubicBezTo>
                    <a:pt x="44874" y="403902"/>
                    <a:pt x="42733" y="404071"/>
                    <a:pt x="40590" y="404061"/>
                  </a:cubicBezTo>
                  <a:close/>
                  <a:moveTo>
                    <a:pt x="79542" y="112937"/>
                  </a:moveTo>
                  <a:lnTo>
                    <a:pt x="80138" y="317820"/>
                  </a:lnTo>
                  <a:lnTo>
                    <a:pt x="213022" y="296186"/>
                  </a:lnTo>
                  <a:cubicBezTo>
                    <a:pt x="215672" y="289829"/>
                    <a:pt x="219930" y="284272"/>
                    <a:pt x="225377" y="280059"/>
                  </a:cubicBezTo>
                  <a:cubicBezTo>
                    <a:pt x="229992" y="276437"/>
                    <a:pt x="272021" y="244680"/>
                    <a:pt x="320451" y="244233"/>
                  </a:cubicBezTo>
                  <a:lnTo>
                    <a:pt x="507819" y="240611"/>
                  </a:lnTo>
                  <a:cubicBezTo>
                    <a:pt x="523648" y="239221"/>
                    <a:pt x="530049" y="237882"/>
                    <a:pt x="538087" y="232622"/>
                  </a:cubicBezTo>
                  <a:cubicBezTo>
                    <a:pt x="539045" y="232026"/>
                    <a:pt x="539988" y="231481"/>
                    <a:pt x="540916" y="230984"/>
                  </a:cubicBezTo>
                  <a:lnTo>
                    <a:pt x="631821" y="181959"/>
                  </a:lnTo>
                  <a:lnTo>
                    <a:pt x="632863" y="181413"/>
                  </a:lnTo>
                  <a:cubicBezTo>
                    <a:pt x="641001" y="177344"/>
                    <a:pt x="706947" y="140923"/>
                    <a:pt x="748827" y="117651"/>
                  </a:cubicBezTo>
                  <a:cubicBezTo>
                    <a:pt x="755238" y="112937"/>
                    <a:pt x="760175" y="106501"/>
                    <a:pt x="763068" y="99093"/>
                  </a:cubicBezTo>
                  <a:cubicBezTo>
                    <a:pt x="763068" y="98299"/>
                    <a:pt x="763812" y="96314"/>
                    <a:pt x="763068" y="95520"/>
                  </a:cubicBezTo>
                  <a:cubicBezTo>
                    <a:pt x="760721" y="93431"/>
                    <a:pt x="757674" y="92299"/>
                    <a:pt x="754533" y="92344"/>
                  </a:cubicBezTo>
                  <a:cubicBezTo>
                    <a:pt x="745423" y="92250"/>
                    <a:pt x="736531" y="95103"/>
                    <a:pt x="729177" y="100482"/>
                  </a:cubicBezTo>
                  <a:cubicBezTo>
                    <a:pt x="726820" y="102025"/>
                    <a:pt x="724309" y="103320"/>
                    <a:pt x="721684" y="104352"/>
                  </a:cubicBezTo>
                  <a:cubicBezTo>
                    <a:pt x="520621" y="181661"/>
                    <a:pt x="507322" y="180768"/>
                    <a:pt x="497597" y="180123"/>
                  </a:cubicBezTo>
                  <a:lnTo>
                    <a:pt x="435075" y="175955"/>
                  </a:lnTo>
                  <a:cubicBezTo>
                    <a:pt x="413203" y="174442"/>
                    <a:pt x="396698" y="155486"/>
                    <a:pt x="398209" y="133614"/>
                  </a:cubicBezTo>
                  <a:cubicBezTo>
                    <a:pt x="399460" y="115522"/>
                    <a:pt x="412817" y="100576"/>
                    <a:pt x="430658" y="97306"/>
                  </a:cubicBezTo>
                  <a:lnTo>
                    <a:pt x="496009" y="85496"/>
                  </a:lnTo>
                  <a:cubicBezTo>
                    <a:pt x="499835" y="85184"/>
                    <a:pt x="503492" y="83775"/>
                    <a:pt x="506529" y="81428"/>
                  </a:cubicBezTo>
                  <a:cubicBezTo>
                    <a:pt x="504003" y="79835"/>
                    <a:pt x="501021" y="79120"/>
                    <a:pt x="498043" y="79393"/>
                  </a:cubicBezTo>
                  <a:lnTo>
                    <a:pt x="335734" y="79840"/>
                  </a:lnTo>
                  <a:cubicBezTo>
                    <a:pt x="314826" y="80842"/>
                    <a:pt x="294337" y="86057"/>
                    <a:pt x="275494" y="95172"/>
                  </a:cubicBezTo>
                  <a:lnTo>
                    <a:pt x="229000" y="120479"/>
                  </a:lnTo>
                  <a:cubicBezTo>
                    <a:pt x="212707" y="129371"/>
                    <a:pt x="192429" y="125783"/>
                    <a:pt x="180173" y="111845"/>
                  </a:cubicBezTo>
                  <a:close/>
                  <a:moveTo>
                    <a:pt x="227958" y="293754"/>
                  </a:moveTo>
                  <a:lnTo>
                    <a:pt x="227958" y="293754"/>
                  </a:lnTo>
                  <a:close/>
                  <a:moveTo>
                    <a:pt x="171638" y="95818"/>
                  </a:moveTo>
                  <a:lnTo>
                    <a:pt x="171638" y="9581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C383502B-83EB-C243-B22B-F8A9E17F5D92}"/>
                </a:ext>
              </a:extLst>
            </p:cNvPr>
            <p:cNvSpPr/>
            <p:nvPr/>
          </p:nvSpPr>
          <p:spPr>
            <a:xfrm>
              <a:off x="2978623" y="1871846"/>
              <a:ext cx="109204" cy="324816"/>
            </a:xfrm>
            <a:custGeom>
              <a:avLst/>
              <a:gdLst>
                <a:gd name="connsiteX0" fmla="*/ 69412 w 109204"/>
                <a:gd name="connsiteY0" fmla="*/ 324785 h 324816"/>
                <a:gd name="connsiteX1" fmla="*/ 30063 w 109204"/>
                <a:gd name="connsiteY1" fmla="*/ 290051 h 324816"/>
                <a:gd name="connsiteX2" fmla="*/ 291 w 109204"/>
                <a:gd name="connsiteY2" fmla="*/ 44478 h 324816"/>
                <a:gd name="connsiteX3" fmla="*/ 34951 w 109204"/>
                <a:gd name="connsiteY3" fmla="*/ 291 h 324816"/>
                <a:gd name="connsiteX4" fmla="*/ 79138 w 109204"/>
                <a:gd name="connsiteY4" fmla="*/ 34951 h 324816"/>
                <a:gd name="connsiteX5" fmla="*/ 108911 w 109204"/>
                <a:gd name="connsiteY5" fmla="*/ 280474 h 324816"/>
                <a:gd name="connsiteX6" fmla="*/ 74296 w 109204"/>
                <a:gd name="connsiteY6" fmla="*/ 324671 h 324816"/>
                <a:gd name="connsiteX7" fmla="*/ 74176 w 109204"/>
                <a:gd name="connsiteY7" fmla="*/ 324686 h 324816"/>
                <a:gd name="connsiteX8" fmla="*/ 69412 w 109204"/>
                <a:gd name="connsiteY8" fmla="*/ 324785 h 32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4" h="324816">
                  <a:moveTo>
                    <a:pt x="69412" y="324785"/>
                  </a:moveTo>
                  <a:cubicBezTo>
                    <a:pt x="49421" y="324765"/>
                    <a:pt x="32562" y="309884"/>
                    <a:pt x="30063" y="290051"/>
                  </a:cubicBezTo>
                  <a:lnTo>
                    <a:pt x="291" y="44478"/>
                  </a:lnTo>
                  <a:cubicBezTo>
                    <a:pt x="-2340" y="22705"/>
                    <a:pt x="13178" y="2922"/>
                    <a:pt x="34951" y="291"/>
                  </a:cubicBezTo>
                  <a:cubicBezTo>
                    <a:pt x="56724" y="-2340"/>
                    <a:pt x="76507" y="13178"/>
                    <a:pt x="79138" y="34951"/>
                  </a:cubicBezTo>
                  <a:lnTo>
                    <a:pt x="108911" y="280474"/>
                  </a:lnTo>
                  <a:cubicBezTo>
                    <a:pt x="111557" y="302238"/>
                    <a:pt x="96059" y="322026"/>
                    <a:pt x="74296" y="324671"/>
                  </a:cubicBezTo>
                  <a:cubicBezTo>
                    <a:pt x="74256" y="324676"/>
                    <a:pt x="74216" y="324681"/>
                    <a:pt x="74176" y="324686"/>
                  </a:cubicBezTo>
                  <a:cubicBezTo>
                    <a:pt x="72592" y="324815"/>
                    <a:pt x="71001" y="324850"/>
                    <a:pt x="69412" y="3247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CEA9AF4E-661F-0140-A0A0-4A6D666518A3}"/>
                </a:ext>
              </a:extLst>
            </p:cNvPr>
            <p:cNvSpPr/>
            <p:nvPr/>
          </p:nvSpPr>
          <p:spPr>
            <a:xfrm>
              <a:off x="2807772" y="1858045"/>
              <a:ext cx="273233" cy="371790"/>
            </a:xfrm>
            <a:custGeom>
              <a:avLst/>
              <a:gdLst>
                <a:gd name="connsiteX0" fmla="*/ 40391 w 273233"/>
                <a:gd name="connsiteY0" fmla="*/ 371783 h 371790"/>
                <a:gd name="connsiteX1" fmla="*/ 695 w 273233"/>
                <a:gd name="connsiteY1" fmla="*/ 332086 h 371790"/>
                <a:gd name="connsiteX2" fmla="*/ 0 w 273233"/>
                <a:gd name="connsiteY2" fmla="*/ 41309 h 371790"/>
                <a:gd name="connsiteX3" fmla="*/ 39349 w 273233"/>
                <a:gd name="connsiteY3" fmla="*/ 1612 h 371790"/>
                <a:gd name="connsiteX4" fmla="*/ 186723 w 273233"/>
                <a:gd name="connsiteY4" fmla="*/ 223 h 371790"/>
                <a:gd name="connsiteX5" fmla="*/ 248104 w 273233"/>
                <a:gd name="connsiteY5" fmla="*/ 43194 h 371790"/>
                <a:gd name="connsiteX6" fmla="*/ 219874 w 273233"/>
                <a:gd name="connsiteY6" fmla="*/ 91718 h 371790"/>
                <a:gd name="connsiteX7" fmla="*/ 179925 w 273233"/>
                <a:gd name="connsiteY7" fmla="*/ 79566 h 371790"/>
                <a:gd name="connsiteX8" fmla="*/ 79393 w 273233"/>
                <a:gd name="connsiteY8" fmla="*/ 80559 h 371790"/>
                <a:gd name="connsiteX9" fmla="*/ 79989 w 273233"/>
                <a:gd name="connsiteY9" fmla="*/ 285492 h 371790"/>
                <a:gd name="connsiteX10" fmla="*/ 227809 w 273233"/>
                <a:gd name="connsiteY10" fmla="*/ 261426 h 371790"/>
                <a:gd name="connsiteX11" fmla="*/ 272814 w 273233"/>
                <a:gd name="connsiteY11" fmla="*/ 294985 h 371790"/>
                <a:gd name="connsiteX12" fmla="*/ 240561 w 273233"/>
                <a:gd name="connsiteY12" fmla="*/ 339777 h 371790"/>
                <a:gd name="connsiteX13" fmla="*/ 47040 w 273233"/>
                <a:gd name="connsiteY13" fmla="*/ 371336 h 371790"/>
                <a:gd name="connsiteX14" fmla="*/ 40391 w 273233"/>
                <a:gd name="connsiteY14" fmla="*/ 371783 h 37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233" h="371790">
                  <a:moveTo>
                    <a:pt x="40391" y="371783"/>
                  </a:moveTo>
                  <a:cubicBezTo>
                    <a:pt x="18467" y="371783"/>
                    <a:pt x="695" y="354008"/>
                    <a:pt x="695" y="332086"/>
                  </a:cubicBezTo>
                  <a:lnTo>
                    <a:pt x="0" y="41309"/>
                  </a:lnTo>
                  <a:cubicBezTo>
                    <a:pt x="-1" y="19520"/>
                    <a:pt x="17561" y="1803"/>
                    <a:pt x="39349" y="1612"/>
                  </a:cubicBezTo>
                  <a:lnTo>
                    <a:pt x="186723" y="223"/>
                  </a:lnTo>
                  <a:cubicBezTo>
                    <a:pt x="214897" y="-2236"/>
                    <a:pt x="240773" y="15879"/>
                    <a:pt x="248104" y="43194"/>
                  </a:cubicBezTo>
                  <a:cubicBezTo>
                    <a:pt x="253708" y="64387"/>
                    <a:pt x="241069" y="86116"/>
                    <a:pt x="219874" y="91718"/>
                  </a:cubicBezTo>
                  <a:cubicBezTo>
                    <a:pt x="205331" y="95564"/>
                    <a:pt x="189863" y="90860"/>
                    <a:pt x="179925" y="79566"/>
                  </a:cubicBezTo>
                  <a:lnTo>
                    <a:pt x="79393" y="80559"/>
                  </a:lnTo>
                  <a:lnTo>
                    <a:pt x="79989" y="285492"/>
                  </a:lnTo>
                  <a:lnTo>
                    <a:pt x="227809" y="261426"/>
                  </a:lnTo>
                  <a:cubicBezTo>
                    <a:pt x="249504" y="258265"/>
                    <a:pt x="269653" y="273291"/>
                    <a:pt x="272814" y="294985"/>
                  </a:cubicBezTo>
                  <a:cubicBezTo>
                    <a:pt x="275901" y="316168"/>
                    <a:pt x="261632" y="335986"/>
                    <a:pt x="240561" y="339777"/>
                  </a:cubicBezTo>
                  <a:lnTo>
                    <a:pt x="47040" y="371336"/>
                  </a:lnTo>
                  <a:cubicBezTo>
                    <a:pt x="44841" y="371673"/>
                    <a:pt x="42616" y="371827"/>
                    <a:pt x="40391" y="3717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8" name="Picture Placeholder 37">
            <a:extLst>
              <a:ext uri="{FF2B5EF4-FFF2-40B4-BE49-F238E27FC236}">
                <a16:creationId xmlns:a16="http://schemas.microsoft.com/office/drawing/2014/main" id="{8952707C-FD62-4C19-AD2E-7688C6C74B44}"/>
              </a:ext>
            </a:extLst>
          </p:cNvPr>
          <p:cNvGrpSpPr>
            <a:grpSpLocks noChangeAspect="1"/>
          </p:cNvGrpSpPr>
          <p:nvPr/>
        </p:nvGrpSpPr>
        <p:grpSpPr>
          <a:xfrm>
            <a:off x="4123196" y="1575777"/>
            <a:ext cx="842841" cy="522208"/>
            <a:chOff x="4123196" y="1575777"/>
            <a:chExt cx="842841" cy="522208"/>
          </a:xfrm>
        </p:grpSpPr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B8F59E82-0D5A-1A49-9964-B46ACC13A1E7}"/>
                </a:ext>
              </a:extLst>
            </p:cNvPr>
            <p:cNvSpPr/>
            <p:nvPr/>
          </p:nvSpPr>
          <p:spPr>
            <a:xfrm>
              <a:off x="4123196" y="1694024"/>
              <a:ext cx="842841" cy="403813"/>
            </a:xfrm>
            <a:custGeom>
              <a:avLst/>
              <a:gdLst>
                <a:gd name="connsiteX0" fmla="*/ 40590 w 842841"/>
                <a:gd name="connsiteY0" fmla="*/ 403813 h 403813"/>
                <a:gd name="connsiteX1" fmla="*/ 893 w 842841"/>
                <a:gd name="connsiteY1" fmla="*/ 364117 h 403813"/>
                <a:gd name="connsiteX2" fmla="*/ 0 w 842841"/>
                <a:gd name="connsiteY2" fmla="*/ 73339 h 403813"/>
                <a:gd name="connsiteX3" fmla="*/ 39349 w 842841"/>
                <a:gd name="connsiteY3" fmla="*/ 33643 h 403813"/>
                <a:gd name="connsiteX4" fmla="*/ 186723 w 842841"/>
                <a:gd name="connsiteY4" fmla="*/ 32253 h 403813"/>
                <a:gd name="connsiteX5" fmla="*/ 215850 w 842841"/>
                <a:gd name="connsiteY5" fmla="*/ 37216 h 403813"/>
                <a:gd name="connsiteX6" fmla="*/ 238924 w 842841"/>
                <a:gd name="connsiteY6" fmla="*/ 24661 h 403813"/>
                <a:gd name="connsiteX7" fmla="*/ 241703 w 842841"/>
                <a:gd name="connsiteY7" fmla="*/ 23272 h 403813"/>
                <a:gd name="connsiteX8" fmla="*/ 332509 w 842841"/>
                <a:gd name="connsiteY8" fmla="*/ 496 h 403813"/>
                <a:gd name="connsiteX9" fmla="*/ 334841 w 842841"/>
                <a:gd name="connsiteY9" fmla="*/ 496 h 403813"/>
                <a:gd name="connsiteX10" fmla="*/ 498292 w 842841"/>
                <a:gd name="connsiteY10" fmla="*/ 0 h 403813"/>
                <a:gd name="connsiteX11" fmla="*/ 585376 w 842841"/>
                <a:gd name="connsiteY11" fmla="*/ 70759 h 403813"/>
                <a:gd name="connsiteX12" fmla="*/ 689580 w 842841"/>
                <a:gd name="connsiteY12" fmla="*/ 31708 h 403813"/>
                <a:gd name="connsiteX13" fmla="*/ 760041 w 842841"/>
                <a:gd name="connsiteY13" fmla="*/ 13149 h 403813"/>
                <a:gd name="connsiteX14" fmla="*/ 760041 w 842841"/>
                <a:gd name="connsiteY14" fmla="*/ 13149 h 403813"/>
                <a:gd name="connsiteX15" fmla="*/ 827277 w 842841"/>
                <a:gd name="connsiteY15" fmla="*/ 48827 h 403813"/>
                <a:gd name="connsiteX16" fmla="*/ 839186 w 842841"/>
                <a:gd name="connsiteY16" fmla="*/ 121422 h 403813"/>
                <a:gd name="connsiteX17" fmla="*/ 796165 w 842841"/>
                <a:gd name="connsiteY17" fmla="*/ 181463 h 403813"/>
                <a:gd name="connsiteX18" fmla="*/ 790508 w 842841"/>
                <a:gd name="connsiteY18" fmla="*/ 185284 h 403813"/>
                <a:gd name="connsiteX19" fmla="*/ 668937 w 842841"/>
                <a:gd name="connsiteY19" fmla="*/ 252123 h 403813"/>
                <a:gd name="connsiteX20" fmla="*/ 579620 w 842841"/>
                <a:gd name="connsiteY20" fmla="*/ 300156 h 403813"/>
                <a:gd name="connsiteX21" fmla="*/ 513227 w 842841"/>
                <a:gd name="connsiteY21" fmla="*/ 320004 h 403813"/>
                <a:gd name="connsiteX22" fmla="*/ 512136 w 842841"/>
                <a:gd name="connsiteY22" fmla="*/ 320004 h 403813"/>
                <a:gd name="connsiteX23" fmla="*/ 510101 w 842841"/>
                <a:gd name="connsiteY23" fmla="*/ 320004 h 403813"/>
                <a:gd name="connsiteX24" fmla="*/ 321542 w 842841"/>
                <a:gd name="connsiteY24" fmla="*/ 323676 h 403813"/>
                <a:gd name="connsiteX25" fmla="*/ 320997 w 842841"/>
                <a:gd name="connsiteY25" fmla="*/ 323676 h 403813"/>
                <a:gd name="connsiteX26" fmla="*/ 285815 w 842841"/>
                <a:gd name="connsiteY26" fmla="*/ 335188 h 403813"/>
                <a:gd name="connsiteX27" fmla="*/ 278620 w 842841"/>
                <a:gd name="connsiteY27" fmla="*/ 348536 h 403813"/>
                <a:gd name="connsiteX28" fmla="*/ 240512 w 842841"/>
                <a:gd name="connsiteY28" fmla="*/ 372056 h 403813"/>
                <a:gd name="connsiteX29" fmla="*/ 46743 w 842841"/>
                <a:gd name="connsiteY29" fmla="*/ 403367 h 403813"/>
                <a:gd name="connsiteX30" fmla="*/ 40590 w 842841"/>
                <a:gd name="connsiteY30" fmla="*/ 403813 h 403813"/>
                <a:gd name="connsiteX31" fmla="*/ 79542 w 842841"/>
                <a:gd name="connsiteY31" fmla="*/ 112540 h 403813"/>
                <a:gd name="connsiteX32" fmla="*/ 80138 w 842841"/>
                <a:gd name="connsiteY32" fmla="*/ 317473 h 403813"/>
                <a:gd name="connsiteX33" fmla="*/ 213022 w 842841"/>
                <a:gd name="connsiteY33" fmla="*/ 295839 h 403813"/>
                <a:gd name="connsiteX34" fmla="*/ 225377 w 842841"/>
                <a:gd name="connsiteY34" fmla="*/ 279861 h 403813"/>
                <a:gd name="connsiteX35" fmla="*/ 320451 w 842841"/>
                <a:gd name="connsiteY35" fmla="*/ 244035 h 403813"/>
                <a:gd name="connsiteX36" fmla="*/ 507819 w 842841"/>
                <a:gd name="connsiteY36" fmla="*/ 240412 h 403813"/>
                <a:gd name="connsiteX37" fmla="*/ 538087 w 842841"/>
                <a:gd name="connsiteY37" fmla="*/ 232423 h 403813"/>
                <a:gd name="connsiteX38" fmla="*/ 540916 w 842841"/>
                <a:gd name="connsiteY38" fmla="*/ 230736 h 403813"/>
                <a:gd name="connsiteX39" fmla="*/ 631821 w 842841"/>
                <a:gd name="connsiteY39" fmla="*/ 181761 h 403813"/>
                <a:gd name="connsiteX40" fmla="*/ 632863 w 842841"/>
                <a:gd name="connsiteY40" fmla="*/ 181215 h 403813"/>
                <a:gd name="connsiteX41" fmla="*/ 748827 w 842841"/>
                <a:gd name="connsiteY41" fmla="*/ 117403 h 403813"/>
                <a:gd name="connsiteX42" fmla="*/ 763068 w 842841"/>
                <a:gd name="connsiteY42" fmla="*/ 98894 h 403813"/>
                <a:gd name="connsiteX43" fmla="*/ 763068 w 842841"/>
                <a:gd name="connsiteY43" fmla="*/ 95321 h 403813"/>
                <a:gd name="connsiteX44" fmla="*/ 754533 w 842841"/>
                <a:gd name="connsiteY44" fmla="*/ 92146 h 403813"/>
                <a:gd name="connsiteX45" fmla="*/ 729177 w 842841"/>
                <a:gd name="connsiteY45" fmla="*/ 100283 h 403813"/>
                <a:gd name="connsiteX46" fmla="*/ 721684 w 842841"/>
                <a:gd name="connsiteY46" fmla="*/ 104154 h 403813"/>
                <a:gd name="connsiteX47" fmla="*/ 497597 w 842841"/>
                <a:gd name="connsiteY47" fmla="*/ 180073 h 403813"/>
                <a:gd name="connsiteX48" fmla="*/ 435075 w 842841"/>
                <a:gd name="connsiteY48" fmla="*/ 175905 h 403813"/>
                <a:gd name="connsiteX49" fmla="*/ 397996 w 842841"/>
                <a:gd name="connsiteY49" fmla="*/ 133754 h 403813"/>
                <a:gd name="connsiteX50" fmla="*/ 430658 w 842841"/>
                <a:gd name="connsiteY50" fmla="*/ 97207 h 403813"/>
                <a:gd name="connsiteX51" fmla="*/ 496009 w 842841"/>
                <a:gd name="connsiteY51" fmla="*/ 85397 h 403813"/>
                <a:gd name="connsiteX52" fmla="*/ 506529 w 842841"/>
                <a:gd name="connsiteY52" fmla="*/ 81378 h 403813"/>
                <a:gd name="connsiteX53" fmla="*/ 498043 w 842841"/>
                <a:gd name="connsiteY53" fmla="*/ 79294 h 403813"/>
                <a:gd name="connsiteX54" fmla="*/ 335734 w 842841"/>
                <a:gd name="connsiteY54" fmla="*/ 79790 h 403813"/>
                <a:gd name="connsiteX55" fmla="*/ 275494 w 842841"/>
                <a:gd name="connsiteY55" fmla="*/ 94924 h 403813"/>
                <a:gd name="connsiteX56" fmla="*/ 229000 w 842841"/>
                <a:gd name="connsiteY56" fmla="*/ 120529 h 403813"/>
                <a:gd name="connsiteX57" fmla="*/ 180173 w 842841"/>
                <a:gd name="connsiteY57" fmla="*/ 111895 h 403813"/>
                <a:gd name="connsiteX58" fmla="*/ 227958 w 842841"/>
                <a:gd name="connsiteY58" fmla="*/ 293407 h 403813"/>
                <a:gd name="connsiteX59" fmla="*/ 227958 w 842841"/>
                <a:gd name="connsiteY59" fmla="*/ 293407 h 403813"/>
                <a:gd name="connsiteX60" fmla="*/ 171638 w 842841"/>
                <a:gd name="connsiteY60" fmla="*/ 95718 h 403813"/>
                <a:gd name="connsiteX61" fmla="*/ 171638 w 842841"/>
                <a:gd name="connsiteY61" fmla="*/ 95718 h 40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842841" h="403813">
                  <a:moveTo>
                    <a:pt x="40590" y="403813"/>
                  </a:moveTo>
                  <a:cubicBezTo>
                    <a:pt x="18666" y="403813"/>
                    <a:pt x="893" y="386039"/>
                    <a:pt x="893" y="364117"/>
                  </a:cubicBezTo>
                  <a:lnTo>
                    <a:pt x="0" y="73339"/>
                  </a:lnTo>
                  <a:cubicBezTo>
                    <a:pt x="-1" y="51550"/>
                    <a:pt x="17561" y="33833"/>
                    <a:pt x="39349" y="33643"/>
                  </a:cubicBezTo>
                  <a:lnTo>
                    <a:pt x="186723" y="32253"/>
                  </a:lnTo>
                  <a:cubicBezTo>
                    <a:pt x="196696" y="31403"/>
                    <a:pt x="206721" y="33111"/>
                    <a:pt x="215850" y="37216"/>
                  </a:cubicBezTo>
                  <a:lnTo>
                    <a:pt x="238924" y="24661"/>
                  </a:lnTo>
                  <a:cubicBezTo>
                    <a:pt x="239824" y="24149"/>
                    <a:pt x="240752" y="23685"/>
                    <a:pt x="241703" y="23272"/>
                  </a:cubicBezTo>
                  <a:cubicBezTo>
                    <a:pt x="270154" y="9714"/>
                    <a:pt x="301026" y="1970"/>
                    <a:pt x="332509" y="496"/>
                  </a:cubicBezTo>
                  <a:lnTo>
                    <a:pt x="334841" y="496"/>
                  </a:lnTo>
                  <a:lnTo>
                    <a:pt x="498292" y="0"/>
                  </a:lnTo>
                  <a:cubicBezTo>
                    <a:pt x="549897" y="496"/>
                    <a:pt x="580414" y="35280"/>
                    <a:pt x="585376" y="70759"/>
                  </a:cubicBezTo>
                  <a:cubicBezTo>
                    <a:pt x="617580" y="58999"/>
                    <a:pt x="654498" y="45105"/>
                    <a:pt x="689580" y="31708"/>
                  </a:cubicBezTo>
                  <a:cubicBezTo>
                    <a:pt x="710559" y="18333"/>
                    <a:pt x="735196" y="11845"/>
                    <a:pt x="760041" y="13149"/>
                  </a:cubicBezTo>
                  <a:lnTo>
                    <a:pt x="760041" y="13149"/>
                  </a:lnTo>
                  <a:cubicBezTo>
                    <a:pt x="786628" y="14515"/>
                    <a:pt x="811245" y="27577"/>
                    <a:pt x="827277" y="48827"/>
                  </a:cubicBezTo>
                  <a:cubicBezTo>
                    <a:pt x="842387" y="69828"/>
                    <a:pt x="846793" y="96693"/>
                    <a:pt x="839186" y="121422"/>
                  </a:cubicBezTo>
                  <a:cubicBezTo>
                    <a:pt x="832735" y="143453"/>
                    <a:pt x="818246" y="163649"/>
                    <a:pt x="796165" y="181463"/>
                  </a:cubicBezTo>
                  <a:cubicBezTo>
                    <a:pt x="794393" y="182899"/>
                    <a:pt x="792503" y="184178"/>
                    <a:pt x="790508" y="185284"/>
                  </a:cubicBezTo>
                  <a:cubicBezTo>
                    <a:pt x="779492" y="191387"/>
                    <a:pt x="683873" y="244481"/>
                    <a:pt x="668937" y="252123"/>
                  </a:cubicBezTo>
                  <a:lnTo>
                    <a:pt x="579620" y="300156"/>
                  </a:lnTo>
                  <a:cubicBezTo>
                    <a:pt x="555951" y="315042"/>
                    <a:pt x="534961" y="318019"/>
                    <a:pt x="513227" y="320004"/>
                  </a:cubicBezTo>
                  <a:lnTo>
                    <a:pt x="512136" y="320004"/>
                  </a:ln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2" y="324718"/>
                    <a:pt x="296484" y="328658"/>
                    <a:pt x="285815" y="335188"/>
                  </a:cubicBezTo>
                  <a:cubicBezTo>
                    <a:pt x="283992" y="339922"/>
                    <a:pt x="281574" y="344407"/>
                    <a:pt x="278620" y="348536"/>
                  </a:cubicBezTo>
                  <a:cubicBezTo>
                    <a:pt x="269586" y="361169"/>
                    <a:pt x="255855" y="369644"/>
                    <a:pt x="240512" y="372056"/>
                  </a:cubicBezTo>
                  <a:lnTo>
                    <a:pt x="46743" y="403367"/>
                  </a:lnTo>
                  <a:cubicBezTo>
                    <a:pt x="44706" y="403674"/>
                    <a:pt x="42649" y="403823"/>
                    <a:pt x="40590" y="403813"/>
                  </a:cubicBezTo>
                  <a:close/>
                  <a:moveTo>
                    <a:pt x="79542" y="112540"/>
                  </a:moveTo>
                  <a:lnTo>
                    <a:pt x="80138" y="317473"/>
                  </a:lnTo>
                  <a:lnTo>
                    <a:pt x="213022" y="295839"/>
                  </a:lnTo>
                  <a:cubicBezTo>
                    <a:pt x="215694" y="289537"/>
                    <a:pt x="219950" y="284034"/>
                    <a:pt x="225377" y="279861"/>
                  </a:cubicBezTo>
                  <a:cubicBezTo>
                    <a:pt x="229992" y="276238"/>
                    <a:pt x="272021" y="244481"/>
                    <a:pt x="320451" y="244035"/>
                  </a:cubicBezTo>
                  <a:lnTo>
                    <a:pt x="507819" y="240412"/>
                  </a:lnTo>
                  <a:cubicBezTo>
                    <a:pt x="523648" y="239023"/>
                    <a:pt x="530049" y="237683"/>
                    <a:pt x="538087" y="232423"/>
                  </a:cubicBezTo>
                  <a:lnTo>
                    <a:pt x="540916" y="230736"/>
                  </a:lnTo>
                  <a:lnTo>
                    <a:pt x="631821" y="181761"/>
                  </a:lnTo>
                  <a:lnTo>
                    <a:pt x="632863" y="181215"/>
                  </a:lnTo>
                  <a:cubicBezTo>
                    <a:pt x="641001" y="177146"/>
                    <a:pt x="706947" y="140675"/>
                    <a:pt x="748827" y="117403"/>
                  </a:cubicBezTo>
                  <a:cubicBezTo>
                    <a:pt x="755228" y="112704"/>
                    <a:pt x="760165" y="106287"/>
                    <a:pt x="763068" y="98894"/>
                  </a:cubicBezTo>
                  <a:cubicBezTo>
                    <a:pt x="763068" y="98050"/>
                    <a:pt x="763812" y="96115"/>
                    <a:pt x="763068" y="95321"/>
                  </a:cubicBezTo>
                  <a:cubicBezTo>
                    <a:pt x="760746" y="93188"/>
                    <a:pt x="757684" y="92048"/>
                    <a:pt x="754533" y="92146"/>
                  </a:cubicBezTo>
                  <a:cubicBezTo>
                    <a:pt x="745423" y="92045"/>
                    <a:pt x="736526" y="94901"/>
                    <a:pt x="729177" y="100283"/>
                  </a:cubicBezTo>
                  <a:cubicBezTo>
                    <a:pt x="726820" y="101827"/>
                    <a:pt x="724309" y="103124"/>
                    <a:pt x="721684" y="104154"/>
                  </a:cubicBezTo>
                  <a:cubicBezTo>
                    <a:pt x="520621" y="181463"/>
                    <a:pt x="507372" y="180520"/>
                    <a:pt x="497597" y="180073"/>
                  </a:cubicBezTo>
                  <a:lnTo>
                    <a:pt x="435075" y="175905"/>
                  </a:lnTo>
                  <a:cubicBezTo>
                    <a:pt x="413196" y="174505"/>
                    <a:pt x="396595" y="155633"/>
                    <a:pt x="397996" y="133754"/>
                  </a:cubicBezTo>
                  <a:cubicBezTo>
                    <a:pt x="399164" y="115502"/>
                    <a:pt x="412652" y="100410"/>
                    <a:pt x="430658" y="97207"/>
                  </a:cubicBezTo>
                  <a:lnTo>
                    <a:pt x="496009" y="85397"/>
                  </a:lnTo>
                  <a:cubicBezTo>
                    <a:pt x="499830" y="85101"/>
                    <a:pt x="503482" y="83705"/>
                    <a:pt x="506529" y="81378"/>
                  </a:cubicBezTo>
                  <a:cubicBezTo>
                    <a:pt x="504023" y="79732"/>
                    <a:pt x="501026" y="78997"/>
                    <a:pt x="498043" y="79294"/>
                  </a:cubicBezTo>
                  <a:lnTo>
                    <a:pt x="335734" y="79790"/>
                  </a:lnTo>
                  <a:cubicBezTo>
                    <a:pt x="314844" y="80756"/>
                    <a:pt x="294360" y="85902"/>
                    <a:pt x="275494" y="94924"/>
                  </a:cubicBezTo>
                  <a:lnTo>
                    <a:pt x="229000" y="120529"/>
                  </a:lnTo>
                  <a:cubicBezTo>
                    <a:pt x="212707" y="129419"/>
                    <a:pt x="192429" y="125834"/>
                    <a:pt x="180173" y="111895"/>
                  </a:cubicBezTo>
                  <a:close/>
                  <a:moveTo>
                    <a:pt x="227958" y="293407"/>
                  </a:moveTo>
                  <a:lnTo>
                    <a:pt x="227958" y="293407"/>
                  </a:lnTo>
                  <a:close/>
                  <a:moveTo>
                    <a:pt x="171638" y="95718"/>
                  </a:moveTo>
                  <a:lnTo>
                    <a:pt x="171638" y="9571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B5727484-EB2B-064C-899D-C80236E485F7}"/>
                </a:ext>
              </a:extLst>
            </p:cNvPr>
            <p:cNvSpPr/>
            <p:nvPr/>
          </p:nvSpPr>
          <p:spPr>
            <a:xfrm>
              <a:off x="4296128" y="1739927"/>
              <a:ext cx="109201" cy="324795"/>
            </a:xfrm>
            <a:custGeom>
              <a:avLst/>
              <a:gdLst>
                <a:gd name="connsiteX0" fmla="*/ 69415 w 109201"/>
                <a:gd name="connsiteY0" fmla="*/ 324763 h 324795"/>
                <a:gd name="connsiteX1" fmla="*/ 30066 w 109201"/>
                <a:gd name="connsiteY1" fmla="*/ 290029 h 324795"/>
                <a:gd name="connsiteX2" fmla="*/ 294 w 109201"/>
                <a:gd name="connsiteY2" fmla="*/ 44506 h 324795"/>
                <a:gd name="connsiteX3" fmla="*/ 34929 w 109201"/>
                <a:gd name="connsiteY3" fmla="*/ 294 h 324795"/>
                <a:gd name="connsiteX4" fmla="*/ 79141 w 109201"/>
                <a:gd name="connsiteY4" fmla="*/ 34929 h 324795"/>
                <a:gd name="connsiteX5" fmla="*/ 108914 w 109201"/>
                <a:gd name="connsiteY5" fmla="*/ 280502 h 324795"/>
                <a:gd name="connsiteX6" fmla="*/ 74244 w 109201"/>
                <a:gd name="connsiteY6" fmla="*/ 324654 h 324795"/>
                <a:gd name="connsiteX7" fmla="*/ 74179 w 109201"/>
                <a:gd name="connsiteY7" fmla="*/ 324664 h 324795"/>
                <a:gd name="connsiteX8" fmla="*/ 69415 w 109201"/>
                <a:gd name="connsiteY8" fmla="*/ 324763 h 32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1" h="324795">
                  <a:moveTo>
                    <a:pt x="69415" y="324763"/>
                  </a:moveTo>
                  <a:cubicBezTo>
                    <a:pt x="49424" y="324744"/>
                    <a:pt x="32565" y="309862"/>
                    <a:pt x="30066" y="290029"/>
                  </a:cubicBezTo>
                  <a:lnTo>
                    <a:pt x="294" y="44506"/>
                  </a:lnTo>
                  <a:cubicBezTo>
                    <a:pt x="-2351" y="22733"/>
                    <a:pt x="13156" y="2939"/>
                    <a:pt x="34929" y="294"/>
                  </a:cubicBezTo>
                  <a:cubicBezTo>
                    <a:pt x="56702" y="-2351"/>
                    <a:pt x="76496" y="13156"/>
                    <a:pt x="79141" y="34929"/>
                  </a:cubicBezTo>
                  <a:lnTo>
                    <a:pt x="108914" y="280502"/>
                  </a:lnTo>
                  <a:cubicBezTo>
                    <a:pt x="111533" y="302270"/>
                    <a:pt x="96011" y="322039"/>
                    <a:pt x="74244" y="324654"/>
                  </a:cubicBezTo>
                  <a:cubicBezTo>
                    <a:pt x="74222" y="324659"/>
                    <a:pt x="74200" y="324659"/>
                    <a:pt x="74179" y="324664"/>
                  </a:cubicBezTo>
                  <a:cubicBezTo>
                    <a:pt x="72595" y="324793"/>
                    <a:pt x="71004" y="324828"/>
                    <a:pt x="69415" y="3247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15248BE-8151-7546-AA99-AC1F3A45E097}"/>
                </a:ext>
              </a:extLst>
            </p:cNvPr>
            <p:cNvSpPr/>
            <p:nvPr/>
          </p:nvSpPr>
          <p:spPr>
            <a:xfrm>
              <a:off x="4125280" y="1726251"/>
              <a:ext cx="273906" cy="371734"/>
            </a:xfrm>
            <a:custGeom>
              <a:avLst/>
              <a:gdLst>
                <a:gd name="connsiteX0" fmla="*/ 40391 w 273906"/>
                <a:gd name="connsiteY0" fmla="*/ 371734 h 371734"/>
                <a:gd name="connsiteX1" fmla="*/ 695 w 273906"/>
                <a:gd name="connsiteY1" fmla="*/ 332037 h 371734"/>
                <a:gd name="connsiteX2" fmla="*/ 0 w 273906"/>
                <a:gd name="connsiteY2" fmla="*/ 41260 h 371734"/>
                <a:gd name="connsiteX3" fmla="*/ 39349 w 273906"/>
                <a:gd name="connsiteY3" fmla="*/ 1564 h 371734"/>
                <a:gd name="connsiteX4" fmla="*/ 186723 w 273906"/>
                <a:gd name="connsiteY4" fmla="*/ 224 h 371734"/>
                <a:gd name="connsiteX5" fmla="*/ 248104 w 273906"/>
                <a:gd name="connsiteY5" fmla="*/ 43146 h 371734"/>
                <a:gd name="connsiteX6" fmla="*/ 219874 w 273906"/>
                <a:gd name="connsiteY6" fmla="*/ 91671 h 371734"/>
                <a:gd name="connsiteX7" fmla="*/ 179925 w 273906"/>
                <a:gd name="connsiteY7" fmla="*/ 79518 h 371734"/>
                <a:gd name="connsiteX8" fmla="*/ 79393 w 273906"/>
                <a:gd name="connsiteY8" fmla="*/ 80461 h 371734"/>
                <a:gd name="connsiteX9" fmla="*/ 79989 w 273906"/>
                <a:gd name="connsiteY9" fmla="*/ 285344 h 371734"/>
                <a:gd name="connsiteX10" fmla="*/ 227809 w 273906"/>
                <a:gd name="connsiteY10" fmla="*/ 261278 h 371734"/>
                <a:gd name="connsiteX11" fmla="*/ 273386 w 273906"/>
                <a:gd name="connsiteY11" fmla="*/ 294102 h 371734"/>
                <a:gd name="connsiteX12" fmla="*/ 240561 w 273906"/>
                <a:gd name="connsiteY12" fmla="*/ 339679 h 371734"/>
                <a:gd name="connsiteX13" fmla="*/ 47040 w 273906"/>
                <a:gd name="connsiteY13" fmla="*/ 371188 h 371734"/>
                <a:gd name="connsiteX14" fmla="*/ 40391 w 273906"/>
                <a:gd name="connsiteY14" fmla="*/ 371734 h 371734"/>
                <a:gd name="connsiteX15" fmla="*/ 171440 w 273906"/>
                <a:gd name="connsiteY15" fmla="*/ 63490 h 371734"/>
                <a:gd name="connsiteX16" fmla="*/ 171440 w 273906"/>
                <a:gd name="connsiteY16" fmla="*/ 63490 h 37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3906" h="371734">
                  <a:moveTo>
                    <a:pt x="40391" y="371734"/>
                  </a:moveTo>
                  <a:cubicBezTo>
                    <a:pt x="18467" y="371734"/>
                    <a:pt x="695" y="353960"/>
                    <a:pt x="695" y="332037"/>
                  </a:cubicBezTo>
                  <a:lnTo>
                    <a:pt x="0" y="41260"/>
                  </a:lnTo>
                  <a:cubicBezTo>
                    <a:pt x="-1" y="19471"/>
                    <a:pt x="17561" y="1754"/>
                    <a:pt x="39349" y="1564"/>
                  </a:cubicBezTo>
                  <a:lnTo>
                    <a:pt x="186723" y="224"/>
                  </a:lnTo>
                  <a:cubicBezTo>
                    <a:pt x="214883" y="-2240"/>
                    <a:pt x="240753" y="15851"/>
                    <a:pt x="248104" y="43146"/>
                  </a:cubicBezTo>
                  <a:cubicBezTo>
                    <a:pt x="253708" y="64341"/>
                    <a:pt x="241069" y="86067"/>
                    <a:pt x="219874" y="91671"/>
                  </a:cubicBezTo>
                  <a:cubicBezTo>
                    <a:pt x="205331" y="95517"/>
                    <a:pt x="189863" y="90811"/>
                    <a:pt x="179925" y="79518"/>
                  </a:cubicBezTo>
                  <a:lnTo>
                    <a:pt x="79393" y="80461"/>
                  </a:lnTo>
                  <a:lnTo>
                    <a:pt x="79989" y="285344"/>
                  </a:lnTo>
                  <a:lnTo>
                    <a:pt x="227809" y="261278"/>
                  </a:lnTo>
                  <a:cubicBezTo>
                    <a:pt x="249458" y="257755"/>
                    <a:pt x="269864" y="272453"/>
                    <a:pt x="273386" y="294102"/>
                  </a:cubicBezTo>
                  <a:cubicBezTo>
                    <a:pt x="276907" y="315752"/>
                    <a:pt x="262211" y="336156"/>
                    <a:pt x="240561" y="339679"/>
                  </a:cubicBezTo>
                  <a:lnTo>
                    <a:pt x="47040" y="371188"/>
                  </a:lnTo>
                  <a:cubicBezTo>
                    <a:pt x="44844" y="371560"/>
                    <a:pt x="42619" y="371744"/>
                    <a:pt x="40391" y="371734"/>
                  </a:cubicBezTo>
                  <a:close/>
                  <a:moveTo>
                    <a:pt x="171440" y="63490"/>
                  </a:moveTo>
                  <a:lnTo>
                    <a:pt x="171440" y="6349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3A65A32D-62EA-B14B-AD3C-6275FA5828B2}"/>
                </a:ext>
              </a:extLst>
            </p:cNvPr>
            <p:cNvSpPr/>
            <p:nvPr/>
          </p:nvSpPr>
          <p:spPr>
            <a:xfrm>
              <a:off x="4301185" y="1575777"/>
              <a:ext cx="649039" cy="81229"/>
            </a:xfrm>
            <a:custGeom>
              <a:avLst/>
              <a:gdLst>
                <a:gd name="connsiteX0" fmla="*/ 609442 w 649039"/>
                <a:gd name="connsiteY0" fmla="*/ 81229 h 81229"/>
                <a:gd name="connsiteX1" fmla="*/ 609442 w 649039"/>
                <a:gd name="connsiteY1" fmla="*/ 81229 h 81229"/>
                <a:gd name="connsiteX2" fmla="*/ 39697 w 649039"/>
                <a:gd name="connsiteY2" fmla="*/ 79393 h 81229"/>
                <a:gd name="connsiteX3" fmla="*/ 0 w 649039"/>
                <a:gd name="connsiteY3" fmla="*/ 39697 h 81229"/>
                <a:gd name="connsiteX4" fmla="*/ 39697 w 649039"/>
                <a:gd name="connsiteY4" fmla="*/ 0 h 81229"/>
                <a:gd name="connsiteX5" fmla="*/ 39697 w 649039"/>
                <a:gd name="connsiteY5" fmla="*/ 0 h 81229"/>
                <a:gd name="connsiteX6" fmla="*/ 609343 w 649039"/>
                <a:gd name="connsiteY6" fmla="*/ 1836 h 81229"/>
                <a:gd name="connsiteX7" fmla="*/ 649039 w 649039"/>
                <a:gd name="connsiteY7" fmla="*/ 41533 h 81229"/>
                <a:gd name="connsiteX8" fmla="*/ 609343 w 649039"/>
                <a:gd name="connsiteY8" fmla="*/ 81229 h 8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9039" h="81229">
                  <a:moveTo>
                    <a:pt x="609442" y="81229"/>
                  </a:moveTo>
                  <a:lnTo>
                    <a:pt x="609442" y="8122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609343" y="1836"/>
                  </a:lnTo>
                  <a:cubicBezTo>
                    <a:pt x="631265" y="1836"/>
                    <a:pt x="649039" y="19609"/>
                    <a:pt x="649039" y="41533"/>
                  </a:cubicBezTo>
                  <a:cubicBezTo>
                    <a:pt x="649039" y="63456"/>
                    <a:pt x="631265" y="81229"/>
                    <a:pt x="609343" y="812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33" name="Picture Placeholder 39">
            <a:extLst>
              <a:ext uri="{FF2B5EF4-FFF2-40B4-BE49-F238E27FC236}">
                <a16:creationId xmlns:a16="http://schemas.microsoft.com/office/drawing/2014/main" id="{9187E175-57CE-4F22-957C-AF353CDDC643}"/>
              </a:ext>
            </a:extLst>
          </p:cNvPr>
          <p:cNvGrpSpPr>
            <a:grpSpLocks noChangeAspect="1"/>
          </p:cNvGrpSpPr>
          <p:nvPr/>
        </p:nvGrpSpPr>
        <p:grpSpPr>
          <a:xfrm>
            <a:off x="5440704" y="1422332"/>
            <a:ext cx="842844" cy="829477"/>
            <a:chOff x="5440704" y="1422332"/>
            <a:chExt cx="842844" cy="829477"/>
          </a:xfrm>
        </p:grpSpPr>
        <p:grpSp>
          <p:nvGrpSpPr>
            <p:cNvPr id="35" name="Picture Placeholder 39">
              <a:extLst>
                <a:ext uri="{FF2B5EF4-FFF2-40B4-BE49-F238E27FC236}">
                  <a16:creationId xmlns:a16="http://schemas.microsoft.com/office/drawing/2014/main" id="{9187E175-57CE-4F22-957C-AF353CDDC643}"/>
                </a:ext>
              </a:extLst>
            </p:cNvPr>
            <p:cNvGrpSpPr/>
            <p:nvPr/>
          </p:nvGrpSpPr>
          <p:grpSpPr>
            <a:xfrm>
              <a:off x="5440704" y="1847699"/>
              <a:ext cx="842844" cy="404111"/>
              <a:chOff x="5440704" y="1847699"/>
              <a:chExt cx="842844" cy="404111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B5C27F6-200B-E043-BBAD-06B3D082C810}"/>
                  </a:ext>
                </a:extLst>
              </p:cNvPr>
              <p:cNvSpPr/>
              <p:nvPr/>
            </p:nvSpPr>
            <p:spPr>
              <a:xfrm>
                <a:off x="5440704" y="1847699"/>
                <a:ext cx="842844" cy="403962"/>
              </a:xfrm>
              <a:custGeom>
                <a:avLst/>
                <a:gdLst>
                  <a:gd name="connsiteX0" fmla="*/ 40590 w 842844"/>
                  <a:gd name="connsiteY0" fmla="*/ 403962 h 403962"/>
                  <a:gd name="connsiteX1" fmla="*/ 893 w 842844"/>
                  <a:gd name="connsiteY1" fmla="*/ 364265 h 403962"/>
                  <a:gd name="connsiteX2" fmla="*/ 0 w 842844"/>
                  <a:gd name="connsiteY2" fmla="*/ 73339 h 403962"/>
                  <a:gd name="connsiteX3" fmla="*/ 39349 w 842844"/>
                  <a:gd name="connsiteY3" fmla="*/ 33643 h 403962"/>
                  <a:gd name="connsiteX4" fmla="*/ 186723 w 842844"/>
                  <a:gd name="connsiteY4" fmla="*/ 32253 h 403962"/>
                  <a:gd name="connsiteX5" fmla="*/ 215850 w 842844"/>
                  <a:gd name="connsiteY5" fmla="*/ 37216 h 403962"/>
                  <a:gd name="connsiteX6" fmla="*/ 238874 w 842844"/>
                  <a:gd name="connsiteY6" fmla="*/ 24661 h 403962"/>
                  <a:gd name="connsiteX7" fmla="*/ 241752 w 842844"/>
                  <a:gd name="connsiteY7" fmla="*/ 23272 h 403962"/>
                  <a:gd name="connsiteX8" fmla="*/ 332509 w 842844"/>
                  <a:gd name="connsiteY8" fmla="*/ 496 h 403962"/>
                  <a:gd name="connsiteX9" fmla="*/ 334841 w 842844"/>
                  <a:gd name="connsiteY9" fmla="*/ 496 h 403962"/>
                  <a:gd name="connsiteX10" fmla="*/ 498292 w 842844"/>
                  <a:gd name="connsiteY10" fmla="*/ 0 h 403962"/>
                  <a:gd name="connsiteX11" fmla="*/ 585376 w 842844"/>
                  <a:gd name="connsiteY11" fmla="*/ 70759 h 403962"/>
                  <a:gd name="connsiteX12" fmla="*/ 689580 w 842844"/>
                  <a:gd name="connsiteY12" fmla="*/ 31658 h 403962"/>
                  <a:gd name="connsiteX13" fmla="*/ 760041 w 842844"/>
                  <a:gd name="connsiteY13" fmla="*/ 13149 h 403962"/>
                  <a:gd name="connsiteX14" fmla="*/ 760041 w 842844"/>
                  <a:gd name="connsiteY14" fmla="*/ 13149 h 403962"/>
                  <a:gd name="connsiteX15" fmla="*/ 827277 w 842844"/>
                  <a:gd name="connsiteY15" fmla="*/ 48777 h 403962"/>
                  <a:gd name="connsiteX16" fmla="*/ 839186 w 842844"/>
                  <a:gd name="connsiteY16" fmla="*/ 121422 h 403962"/>
                  <a:gd name="connsiteX17" fmla="*/ 796115 w 842844"/>
                  <a:gd name="connsiteY17" fmla="*/ 181463 h 403962"/>
                  <a:gd name="connsiteX18" fmla="*/ 790508 w 842844"/>
                  <a:gd name="connsiteY18" fmla="*/ 185284 h 403962"/>
                  <a:gd name="connsiteX19" fmla="*/ 668937 w 842844"/>
                  <a:gd name="connsiteY19" fmla="*/ 252123 h 403962"/>
                  <a:gd name="connsiteX20" fmla="*/ 579620 w 842844"/>
                  <a:gd name="connsiteY20" fmla="*/ 300156 h 403962"/>
                  <a:gd name="connsiteX21" fmla="*/ 513227 w 842844"/>
                  <a:gd name="connsiteY21" fmla="*/ 320004 h 403962"/>
                  <a:gd name="connsiteX22" fmla="*/ 512136 w 842844"/>
                  <a:gd name="connsiteY22" fmla="*/ 320004 h 403962"/>
                  <a:gd name="connsiteX23" fmla="*/ 510101 w 842844"/>
                  <a:gd name="connsiteY23" fmla="*/ 320004 h 403962"/>
                  <a:gd name="connsiteX24" fmla="*/ 321542 w 842844"/>
                  <a:gd name="connsiteY24" fmla="*/ 323676 h 403962"/>
                  <a:gd name="connsiteX25" fmla="*/ 320997 w 842844"/>
                  <a:gd name="connsiteY25" fmla="*/ 323676 h 403962"/>
                  <a:gd name="connsiteX26" fmla="*/ 285815 w 842844"/>
                  <a:gd name="connsiteY26" fmla="*/ 335138 h 403962"/>
                  <a:gd name="connsiteX27" fmla="*/ 278571 w 842844"/>
                  <a:gd name="connsiteY27" fmla="*/ 348585 h 403962"/>
                  <a:gd name="connsiteX28" fmla="*/ 240512 w 842844"/>
                  <a:gd name="connsiteY28" fmla="*/ 372006 h 403962"/>
                  <a:gd name="connsiteX29" fmla="*/ 46743 w 842844"/>
                  <a:gd name="connsiteY29" fmla="*/ 403515 h 403962"/>
                  <a:gd name="connsiteX30" fmla="*/ 40590 w 842844"/>
                  <a:gd name="connsiteY30" fmla="*/ 403962 h 403962"/>
                  <a:gd name="connsiteX31" fmla="*/ 79542 w 842844"/>
                  <a:gd name="connsiteY31" fmla="*/ 112689 h 403962"/>
                  <a:gd name="connsiteX32" fmla="*/ 80138 w 842844"/>
                  <a:gd name="connsiteY32" fmla="*/ 317622 h 403962"/>
                  <a:gd name="connsiteX33" fmla="*/ 213022 w 842844"/>
                  <a:gd name="connsiteY33" fmla="*/ 295987 h 403962"/>
                  <a:gd name="connsiteX34" fmla="*/ 225377 w 842844"/>
                  <a:gd name="connsiteY34" fmla="*/ 280010 h 403962"/>
                  <a:gd name="connsiteX35" fmla="*/ 320451 w 842844"/>
                  <a:gd name="connsiteY35" fmla="*/ 244183 h 403962"/>
                  <a:gd name="connsiteX36" fmla="*/ 507819 w 842844"/>
                  <a:gd name="connsiteY36" fmla="*/ 240511 h 403962"/>
                  <a:gd name="connsiteX37" fmla="*/ 538087 w 842844"/>
                  <a:gd name="connsiteY37" fmla="*/ 232572 h 403962"/>
                  <a:gd name="connsiteX38" fmla="*/ 540916 w 842844"/>
                  <a:gd name="connsiteY38" fmla="*/ 230885 h 403962"/>
                  <a:gd name="connsiteX39" fmla="*/ 631821 w 842844"/>
                  <a:gd name="connsiteY39" fmla="*/ 181909 h 403962"/>
                  <a:gd name="connsiteX40" fmla="*/ 632863 w 842844"/>
                  <a:gd name="connsiteY40" fmla="*/ 181364 h 403962"/>
                  <a:gd name="connsiteX41" fmla="*/ 748827 w 842844"/>
                  <a:gd name="connsiteY41" fmla="*/ 117551 h 403962"/>
                  <a:gd name="connsiteX42" fmla="*/ 763068 w 842844"/>
                  <a:gd name="connsiteY42" fmla="*/ 99043 h 403962"/>
                  <a:gd name="connsiteX43" fmla="*/ 763068 w 842844"/>
                  <a:gd name="connsiteY43" fmla="*/ 95421 h 403962"/>
                  <a:gd name="connsiteX44" fmla="*/ 754533 w 842844"/>
                  <a:gd name="connsiteY44" fmla="*/ 92294 h 403962"/>
                  <a:gd name="connsiteX45" fmla="*/ 754533 w 842844"/>
                  <a:gd name="connsiteY45" fmla="*/ 92294 h 403962"/>
                  <a:gd name="connsiteX46" fmla="*/ 729177 w 842844"/>
                  <a:gd name="connsiteY46" fmla="*/ 100432 h 403962"/>
                  <a:gd name="connsiteX47" fmla="*/ 721684 w 842844"/>
                  <a:gd name="connsiteY47" fmla="*/ 104253 h 403962"/>
                  <a:gd name="connsiteX48" fmla="*/ 497597 w 842844"/>
                  <a:gd name="connsiteY48" fmla="*/ 180073 h 403962"/>
                  <a:gd name="connsiteX49" fmla="*/ 435075 w 842844"/>
                  <a:gd name="connsiteY49" fmla="*/ 175905 h 403962"/>
                  <a:gd name="connsiteX50" fmla="*/ 397996 w 842844"/>
                  <a:gd name="connsiteY50" fmla="*/ 133753 h 403962"/>
                  <a:gd name="connsiteX51" fmla="*/ 430658 w 842844"/>
                  <a:gd name="connsiteY51" fmla="*/ 97207 h 403962"/>
                  <a:gd name="connsiteX52" fmla="*/ 496009 w 842844"/>
                  <a:gd name="connsiteY52" fmla="*/ 85397 h 403962"/>
                  <a:gd name="connsiteX53" fmla="*/ 506529 w 842844"/>
                  <a:gd name="connsiteY53" fmla="*/ 81378 h 403962"/>
                  <a:gd name="connsiteX54" fmla="*/ 498093 w 842844"/>
                  <a:gd name="connsiteY54" fmla="*/ 79294 h 403962"/>
                  <a:gd name="connsiteX55" fmla="*/ 335833 w 842844"/>
                  <a:gd name="connsiteY55" fmla="*/ 79790 h 403962"/>
                  <a:gd name="connsiteX56" fmla="*/ 275494 w 842844"/>
                  <a:gd name="connsiteY56" fmla="*/ 95073 h 403962"/>
                  <a:gd name="connsiteX57" fmla="*/ 229000 w 842844"/>
                  <a:gd name="connsiteY57" fmla="*/ 120678 h 403962"/>
                  <a:gd name="connsiteX58" fmla="*/ 194265 w 842844"/>
                  <a:gd name="connsiteY58" fmla="*/ 122265 h 403962"/>
                  <a:gd name="connsiteX59" fmla="*/ 180123 w 842844"/>
                  <a:gd name="connsiteY59" fmla="*/ 111994 h 403962"/>
                  <a:gd name="connsiteX60" fmla="*/ 227958 w 842844"/>
                  <a:gd name="connsiteY60" fmla="*/ 293556 h 403962"/>
                  <a:gd name="connsiteX61" fmla="*/ 227958 w 842844"/>
                  <a:gd name="connsiteY61" fmla="*/ 293556 h 403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842844" h="403962">
                    <a:moveTo>
                      <a:pt x="40590" y="403962"/>
                    </a:moveTo>
                    <a:cubicBezTo>
                      <a:pt x="18666" y="403962"/>
                      <a:pt x="893" y="386188"/>
                      <a:pt x="893" y="364265"/>
                    </a:cubicBezTo>
                    <a:lnTo>
                      <a:pt x="0" y="73339"/>
                    </a:lnTo>
                    <a:cubicBezTo>
                      <a:pt x="-1" y="51551"/>
                      <a:pt x="17561" y="33833"/>
                      <a:pt x="39349" y="33643"/>
                    </a:cubicBezTo>
                    <a:lnTo>
                      <a:pt x="186723" y="32253"/>
                    </a:lnTo>
                    <a:cubicBezTo>
                      <a:pt x="196696" y="31403"/>
                      <a:pt x="206721" y="33111"/>
                      <a:pt x="215850" y="37216"/>
                    </a:cubicBezTo>
                    <a:lnTo>
                      <a:pt x="238874" y="24661"/>
                    </a:lnTo>
                    <a:cubicBezTo>
                      <a:pt x="239809" y="24149"/>
                      <a:pt x="240769" y="23685"/>
                      <a:pt x="241752" y="23272"/>
                    </a:cubicBezTo>
                    <a:cubicBezTo>
                      <a:pt x="270184" y="9706"/>
                      <a:pt x="301041" y="1962"/>
                      <a:pt x="332509" y="496"/>
                    </a:cubicBezTo>
                    <a:lnTo>
                      <a:pt x="334841" y="496"/>
                    </a:lnTo>
                    <a:lnTo>
                      <a:pt x="498292" y="0"/>
                    </a:lnTo>
                    <a:cubicBezTo>
                      <a:pt x="549897" y="447"/>
                      <a:pt x="580414" y="35231"/>
                      <a:pt x="585376" y="70759"/>
                    </a:cubicBezTo>
                    <a:cubicBezTo>
                      <a:pt x="617580" y="58999"/>
                      <a:pt x="654498" y="45105"/>
                      <a:pt x="689580" y="31658"/>
                    </a:cubicBezTo>
                    <a:cubicBezTo>
                      <a:pt x="710569" y="18304"/>
                      <a:pt x="735201" y="11834"/>
                      <a:pt x="760041" y="13149"/>
                    </a:cubicBezTo>
                    <a:lnTo>
                      <a:pt x="760041" y="13149"/>
                    </a:lnTo>
                    <a:cubicBezTo>
                      <a:pt x="786618" y="14496"/>
                      <a:pt x="811240" y="27541"/>
                      <a:pt x="827277" y="48777"/>
                    </a:cubicBezTo>
                    <a:cubicBezTo>
                      <a:pt x="842392" y="69796"/>
                      <a:pt x="846798" y="96676"/>
                      <a:pt x="839186" y="121422"/>
                    </a:cubicBezTo>
                    <a:cubicBezTo>
                      <a:pt x="832735" y="143453"/>
                      <a:pt x="818246" y="163649"/>
                      <a:pt x="796115" y="181463"/>
                    </a:cubicBezTo>
                    <a:cubicBezTo>
                      <a:pt x="794369" y="182912"/>
                      <a:pt x="792493" y="184187"/>
                      <a:pt x="790508" y="185284"/>
                    </a:cubicBezTo>
                    <a:cubicBezTo>
                      <a:pt x="779492" y="191387"/>
                      <a:pt x="683873" y="244481"/>
                      <a:pt x="668937" y="252123"/>
                    </a:cubicBezTo>
                    <a:lnTo>
                      <a:pt x="579620" y="300156"/>
                    </a:lnTo>
                    <a:cubicBezTo>
                      <a:pt x="555951" y="315042"/>
                      <a:pt x="534961" y="318019"/>
                      <a:pt x="513227" y="320004"/>
                    </a:cubicBezTo>
                    <a:lnTo>
                      <a:pt x="512136" y="320004"/>
                    </a:lnTo>
                    <a:lnTo>
                      <a:pt x="510101" y="320004"/>
                    </a:lnTo>
                    <a:lnTo>
                      <a:pt x="321542" y="323676"/>
                    </a:lnTo>
                    <a:lnTo>
                      <a:pt x="320997" y="323676"/>
                    </a:lnTo>
                    <a:cubicBezTo>
                      <a:pt x="308536" y="324698"/>
                      <a:pt x="296488" y="328623"/>
                      <a:pt x="285815" y="335138"/>
                    </a:cubicBezTo>
                    <a:cubicBezTo>
                      <a:pt x="283995" y="339917"/>
                      <a:pt x="281560" y="344437"/>
                      <a:pt x="278571" y="348585"/>
                    </a:cubicBezTo>
                    <a:cubicBezTo>
                      <a:pt x="269564" y="361209"/>
                      <a:pt x="255839" y="369654"/>
                      <a:pt x="240512" y="372006"/>
                    </a:cubicBezTo>
                    <a:lnTo>
                      <a:pt x="46743" y="403515"/>
                    </a:lnTo>
                    <a:cubicBezTo>
                      <a:pt x="44706" y="403823"/>
                      <a:pt x="42649" y="403972"/>
                      <a:pt x="40590" y="403962"/>
                    </a:cubicBezTo>
                    <a:close/>
                    <a:moveTo>
                      <a:pt x="79542" y="112689"/>
                    </a:moveTo>
                    <a:lnTo>
                      <a:pt x="80138" y="317622"/>
                    </a:lnTo>
                    <a:lnTo>
                      <a:pt x="213022" y="295987"/>
                    </a:lnTo>
                    <a:cubicBezTo>
                      <a:pt x="215694" y="289686"/>
                      <a:pt x="219950" y="284183"/>
                      <a:pt x="225377" y="280010"/>
                    </a:cubicBezTo>
                    <a:cubicBezTo>
                      <a:pt x="229992" y="276387"/>
                      <a:pt x="272021" y="244580"/>
                      <a:pt x="320451" y="244183"/>
                    </a:cubicBezTo>
                    <a:lnTo>
                      <a:pt x="507819" y="240511"/>
                    </a:lnTo>
                    <a:cubicBezTo>
                      <a:pt x="523648" y="239172"/>
                      <a:pt x="530049" y="237832"/>
                      <a:pt x="538087" y="232572"/>
                    </a:cubicBezTo>
                    <a:lnTo>
                      <a:pt x="540916" y="230885"/>
                    </a:lnTo>
                    <a:lnTo>
                      <a:pt x="631821" y="181909"/>
                    </a:lnTo>
                    <a:lnTo>
                      <a:pt x="632863" y="181364"/>
                    </a:lnTo>
                    <a:cubicBezTo>
                      <a:pt x="641001" y="177295"/>
                      <a:pt x="706947" y="140824"/>
                      <a:pt x="748827" y="117551"/>
                    </a:cubicBezTo>
                    <a:cubicBezTo>
                      <a:pt x="755228" y="112852"/>
                      <a:pt x="760165" y="106436"/>
                      <a:pt x="763068" y="99043"/>
                    </a:cubicBezTo>
                    <a:cubicBezTo>
                      <a:pt x="763068" y="98199"/>
                      <a:pt x="763812" y="96264"/>
                      <a:pt x="763068" y="95421"/>
                    </a:cubicBezTo>
                    <a:cubicBezTo>
                      <a:pt x="760726" y="93332"/>
                      <a:pt x="757674" y="92215"/>
                      <a:pt x="754533" y="92294"/>
                    </a:cubicBezTo>
                    <a:lnTo>
                      <a:pt x="754533" y="92294"/>
                    </a:lnTo>
                    <a:cubicBezTo>
                      <a:pt x="745423" y="92200"/>
                      <a:pt x="736531" y="95053"/>
                      <a:pt x="729177" y="100432"/>
                    </a:cubicBezTo>
                    <a:cubicBezTo>
                      <a:pt x="726830" y="101980"/>
                      <a:pt x="724314" y="103261"/>
                      <a:pt x="721684" y="104253"/>
                    </a:cubicBezTo>
                    <a:cubicBezTo>
                      <a:pt x="520621" y="181612"/>
                      <a:pt x="507322" y="180669"/>
                      <a:pt x="497597" y="180073"/>
                    </a:cubicBezTo>
                    <a:lnTo>
                      <a:pt x="435075" y="175905"/>
                    </a:lnTo>
                    <a:cubicBezTo>
                      <a:pt x="413196" y="174506"/>
                      <a:pt x="396595" y="155630"/>
                      <a:pt x="397996" y="133753"/>
                    </a:cubicBezTo>
                    <a:cubicBezTo>
                      <a:pt x="399164" y="115502"/>
                      <a:pt x="412652" y="100412"/>
                      <a:pt x="430658" y="97207"/>
                    </a:cubicBezTo>
                    <a:lnTo>
                      <a:pt x="496009" y="85397"/>
                    </a:lnTo>
                    <a:cubicBezTo>
                      <a:pt x="499830" y="85099"/>
                      <a:pt x="503482" y="83705"/>
                      <a:pt x="506529" y="81378"/>
                    </a:cubicBezTo>
                    <a:cubicBezTo>
                      <a:pt x="504038" y="79740"/>
                      <a:pt x="501060" y="79006"/>
                      <a:pt x="498093" y="79294"/>
                    </a:cubicBezTo>
                    <a:lnTo>
                      <a:pt x="335833" y="79790"/>
                    </a:lnTo>
                    <a:cubicBezTo>
                      <a:pt x="314895" y="80758"/>
                      <a:pt x="294369" y="85958"/>
                      <a:pt x="275494" y="95073"/>
                    </a:cubicBezTo>
                    <a:lnTo>
                      <a:pt x="229000" y="120678"/>
                    </a:lnTo>
                    <a:cubicBezTo>
                      <a:pt x="218282" y="126518"/>
                      <a:pt x="205472" y="127103"/>
                      <a:pt x="194265" y="122265"/>
                    </a:cubicBezTo>
                    <a:cubicBezTo>
                      <a:pt x="188827" y="119968"/>
                      <a:pt x="183989" y="116455"/>
                      <a:pt x="180123" y="111994"/>
                    </a:cubicBezTo>
                    <a:close/>
                    <a:moveTo>
                      <a:pt x="227958" y="293556"/>
                    </a:moveTo>
                    <a:lnTo>
                      <a:pt x="227958" y="293556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26E4CCE1-E0D4-6E43-89E4-922DF2F141D2}"/>
                  </a:ext>
                </a:extLst>
              </p:cNvPr>
              <p:cNvSpPr/>
              <p:nvPr/>
            </p:nvSpPr>
            <p:spPr>
              <a:xfrm>
                <a:off x="5613636" y="1893751"/>
                <a:ext cx="109201" cy="324795"/>
              </a:xfrm>
              <a:custGeom>
                <a:avLst/>
                <a:gdLst>
                  <a:gd name="connsiteX0" fmla="*/ 69415 w 109201"/>
                  <a:gd name="connsiteY0" fmla="*/ 324764 h 324795"/>
                  <a:gd name="connsiteX1" fmla="*/ 30066 w 109201"/>
                  <a:gd name="connsiteY1" fmla="*/ 290029 h 324795"/>
                  <a:gd name="connsiteX2" fmla="*/ 294 w 109201"/>
                  <a:gd name="connsiteY2" fmla="*/ 44506 h 324795"/>
                  <a:gd name="connsiteX3" fmla="*/ 34929 w 109201"/>
                  <a:gd name="connsiteY3" fmla="*/ 294 h 324795"/>
                  <a:gd name="connsiteX4" fmla="*/ 79141 w 109201"/>
                  <a:gd name="connsiteY4" fmla="*/ 34929 h 324795"/>
                  <a:gd name="connsiteX5" fmla="*/ 108914 w 109201"/>
                  <a:gd name="connsiteY5" fmla="*/ 280502 h 324795"/>
                  <a:gd name="connsiteX6" fmla="*/ 74244 w 109201"/>
                  <a:gd name="connsiteY6" fmla="*/ 324654 h 324795"/>
                  <a:gd name="connsiteX7" fmla="*/ 74179 w 109201"/>
                  <a:gd name="connsiteY7" fmla="*/ 324664 h 324795"/>
                  <a:gd name="connsiteX8" fmla="*/ 69415 w 109201"/>
                  <a:gd name="connsiteY8" fmla="*/ 324764 h 32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201" h="324795">
                    <a:moveTo>
                      <a:pt x="69415" y="324764"/>
                    </a:moveTo>
                    <a:cubicBezTo>
                      <a:pt x="49424" y="324744"/>
                      <a:pt x="32565" y="309862"/>
                      <a:pt x="30066" y="290029"/>
                    </a:cubicBezTo>
                    <a:lnTo>
                      <a:pt x="294" y="44506"/>
                    </a:lnTo>
                    <a:cubicBezTo>
                      <a:pt x="-2351" y="22732"/>
                      <a:pt x="13156" y="2939"/>
                      <a:pt x="34929" y="294"/>
                    </a:cubicBezTo>
                    <a:cubicBezTo>
                      <a:pt x="56702" y="-2351"/>
                      <a:pt x="76496" y="13155"/>
                      <a:pt x="79141" y="34929"/>
                    </a:cubicBezTo>
                    <a:lnTo>
                      <a:pt x="108914" y="280502"/>
                    </a:lnTo>
                    <a:cubicBezTo>
                      <a:pt x="111533" y="302270"/>
                      <a:pt x="96011" y="322039"/>
                      <a:pt x="74244" y="324654"/>
                    </a:cubicBezTo>
                    <a:cubicBezTo>
                      <a:pt x="74222" y="324659"/>
                      <a:pt x="74200" y="324659"/>
                      <a:pt x="74179" y="324664"/>
                    </a:cubicBezTo>
                    <a:cubicBezTo>
                      <a:pt x="72595" y="324793"/>
                      <a:pt x="71004" y="324828"/>
                      <a:pt x="69415" y="32476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6842EDCB-8CC4-FE48-AEE1-4BAC329C9CEA}"/>
                  </a:ext>
                </a:extLst>
              </p:cNvPr>
              <p:cNvSpPr/>
              <p:nvPr/>
            </p:nvSpPr>
            <p:spPr>
              <a:xfrm>
                <a:off x="5442788" y="1880033"/>
                <a:ext cx="273906" cy="371777"/>
              </a:xfrm>
              <a:custGeom>
                <a:avLst/>
                <a:gdLst>
                  <a:gd name="connsiteX0" fmla="*/ 40391 w 273906"/>
                  <a:gd name="connsiteY0" fmla="*/ 371777 h 371777"/>
                  <a:gd name="connsiteX1" fmla="*/ 695 w 273906"/>
                  <a:gd name="connsiteY1" fmla="*/ 332080 h 371777"/>
                  <a:gd name="connsiteX2" fmla="*/ 0 w 273906"/>
                  <a:gd name="connsiteY2" fmla="*/ 41303 h 371777"/>
                  <a:gd name="connsiteX3" fmla="*/ 39349 w 273906"/>
                  <a:gd name="connsiteY3" fmla="*/ 1606 h 371777"/>
                  <a:gd name="connsiteX4" fmla="*/ 186723 w 273906"/>
                  <a:gd name="connsiteY4" fmla="*/ 217 h 371777"/>
                  <a:gd name="connsiteX5" fmla="*/ 248104 w 273906"/>
                  <a:gd name="connsiteY5" fmla="*/ 43139 h 371777"/>
                  <a:gd name="connsiteX6" fmla="*/ 220068 w 273906"/>
                  <a:gd name="connsiteY6" fmla="*/ 91777 h 371777"/>
                  <a:gd name="connsiteX7" fmla="*/ 179875 w 273906"/>
                  <a:gd name="connsiteY7" fmla="*/ 79561 h 371777"/>
                  <a:gd name="connsiteX8" fmla="*/ 79393 w 273906"/>
                  <a:gd name="connsiteY8" fmla="*/ 80503 h 371777"/>
                  <a:gd name="connsiteX9" fmla="*/ 79989 w 273906"/>
                  <a:gd name="connsiteY9" fmla="*/ 285387 h 371777"/>
                  <a:gd name="connsiteX10" fmla="*/ 227809 w 273906"/>
                  <a:gd name="connsiteY10" fmla="*/ 261321 h 371777"/>
                  <a:gd name="connsiteX11" fmla="*/ 273386 w 273906"/>
                  <a:gd name="connsiteY11" fmla="*/ 294145 h 371777"/>
                  <a:gd name="connsiteX12" fmla="*/ 240561 w 273906"/>
                  <a:gd name="connsiteY12" fmla="*/ 339722 h 371777"/>
                  <a:gd name="connsiteX13" fmla="*/ 47040 w 273906"/>
                  <a:gd name="connsiteY13" fmla="*/ 371231 h 371777"/>
                  <a:gd name="connsiteX14" fmla="*/ 40391 w 273906"/>
                  <a:gd name="connsiteY14" fmla="*/ 371777 h 371777"/>
                  <a:gd name="connsiteX15" fmla="*/ 171440 w 273906"/>
                  <a:gd name="connsiteY15" fmla="*/ 63533 h 371777"/>
                  <a:gd name="connsiteX16" fmla="*/ 171440 w 273906"/>
                  <a:gd name="connsiteY16" fmla="*/ 63533 h 3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3906" h="371777">
                    <a:moveTo>
                      <a:pt x="40391" y="371777"/>
                    </a:moveTo>
                    <a:cubicBezTo>
                      <a:pt x="18467" y="371777"/>
                      <a:pt x="695" y="354003"/>
                      <a:pt x="695" y="332080"/>
                    </a:cubicBezTo>
                    <a:lnTo>
                      <a:pt x="0" y="41303"/>
                    </a:lnTo>
                    <a:cubicBezTo>
                      <a:pt x="-1" y="19515"/>
                      <a:pt x="17561" y="1797"/>
                      <a:pt x="39349" y="1606"/>
                    </a:cubicBezTo>
                    <a:lnTo>
                      <a:pt x="186723" y="217"/>
                    </a:lnTo>
                    <a:cubicBezTo>
                      <a:pt x="214872" y="-2205"/>
                      <a:pt x="240719" y="15869"/>
                      <a:pt x="248104" y="43139"/>
                    </a:cubicBezTo>
                    <a:cubicBezTo>
                      <a:pt x="253793" y="64312"/>
                      <a:pt x="241240" y="86086"/>
                      <a:pt x="220068" y="91777"/>
                    </a:cubicBezTo>
                    <a:cubicBezTo>
                      <a:pt x="205436" y="95707"/>
                      <a:pt x="189844" y="90968"/>
                      <a:pt x="179875" y="79561"/>
                    </a:cubicBezTo>
                    <a:lnTo>
                      <a:pt x="79393" y="80503"/>
                    </a:lnTo>
                    <a:lnTo>
                      <a:pt x="79989" y="285387"/>
                    </a:lnTo>
                    <a:lnTo>
                      <a:pt x="227809" y="261321"/>
                    </a:lnTo>
                    <a:cubicBezTo>
                      <a:pt x="249458" y="257798"/>
                      <a:pt x="269864" y="272496"/>
                      <a:pt x="273386" y="294145"/>
                    </a:cubicBezTo>
                    <a:cubicBezTo>
                      <a:pt x="276907" y="315795"/>
                      <a:pt x="262211" y="336199"/>
                      <a:pt x="240561" y="339722"/>
                    </a:cubicBezTo>
                    <a:lnTo>
                      <a:pt x="47040" y="371231"/>
                    </a:lnTo>
                    <a:cubicBezTo>
                      <a:pt x="44844" y="371603"/>
                      <a:pt x="42619" y="371787"/>
                      <a:pt x="40391" y="371777"/>
                    </a:cubicBezTo>
                    <a:close/>
                    <a:moveTo>
                      <a:pt x="171440" y="63533"/>
                    </a:moveTo>
                    <a:lnTo>
                      <a:pt x="171440" y="63533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BEAC16F-CE71-E142-90E0-1E1566A3F01F}"/>
                </a:ext>
              </a:extLst>
            </p:cNvPr>
            <p:cNvSpPr/>
            <p:nvPr/>
          </p:nvSpPr>
          <p:spPr>
            <a:xfrm>
              <a:off x="5765323" y="1422332"/>
              <a:ext cx="267951" cy="240181"/>
            </a:xfrm>
            <a:custGeom>
              <a:avLst/>
              <a:gdLst>
                <a:gd name="connsiteX0" fmla="*/ 67037 w 267951"/>
                <a:gd name="connsiteY0" fmla="*/ 240182 h 240181"/>
                <a:gd name="connsiteX1" fmla="*/ 39002 w 267951"/>
                <a:gd name="connsiteY1" fmla="*/ 228472 h 240181"/>
                <a:gd name="connsiteX2" fmla="*/ 39480 w 267951"/>
                <a:gd name="connsiteY2" fmla="*/ 39002 h 240181"/>
                <a:gd name="connsiteX3" fmla="*/ 228950 w 267951"/>
                <a:gd name="connsiteY3" fmla="*/ 39480 h 240181"/>
                <a:gd name="connsiteX4" fmla="*/ 267952 w 267951"/>
                <a:gd name="connsiteY4" fmla="*/ 133746 h 240181"/>
                <a:gd name="connsiteX5" fmla="*/ 228255 w 267951"/>
                <a:gd name="connsiteY5" fmla="*/ 173442 h 240181"/>
                <a:gd name="connsiteX6" fmla="*/ 188559 w 267951"/>
                <a:gd name="connsiteY6" fmla="*/ 133746 h 240181"/>
                <a:gd name="connsiteX7" fmla="*/ 133659 w 267951"/>
                <a:gd name="connsiteY7" fmla="*/ 79482 h 240181"/>
                <a:gd name="connsiteX8" fmla="*/ 79395 w 267951"/>
                <a:gd name="connsiteY8" fmla="*/ 134381 h 240181"/>
                <a:gd name="connsiteX9" fmla="*/ 95172 w 267951"/>
                <a:gd name="connsiteY9" fmla="*/ 172450 h 240181"/>
                <a:gd name="connsiteX10" fmla="*/ 95104 w 267951"/>
                <a:gd name="connsiteY10" fmla="*/ 228589 h 240181"/>
                <a:gd name="connsiteX11" fmla="*/ 67087 w 267951"/>
                <a:gd name="connsiteY11" fmla="*/ 240182 h 240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1" h="240181">
                  <a:moveTo>
                    <a:pt x="67037" y="240182"/>
                  </a:moveTo>
                  <a:cubicBezTo>
                    <a:pt x="56509" y="240151"/>
                    <a:pt x="46425" y="235938"/>
                    <a:pt x="39002" y="228472"/>
                  </a:cubicBezTo>
                  <a:cubicBezTo>
                    <a:pt x="-13187" y="176018"/>
                    <a:pt x="-12973" y="91190"/>
                    <a:pt x="39480" y="39002"/>
                  </a:cubicBezTo>
                  <a:cubicBezTo>
                    <a:pt x="91933" y="-13187"/>
                    <a:pt x="176764" y="-12973"/>
                    <a:pt x="228950" y="39480"/>
                  </a:cubicBezTo>
                  <a:cubicBezTo>
                    <a:pt x="253874" y="64529"/>
                    <a:pt x="267892" y="98410"/>
                    <a:pt x="267952" y="133746"/>
                  </a:cubicBezTo>
                  <a:cubicBezTo>
                    <a:pt x="267952" y="155670"/>
                    <a:pt x="250178" y="173442"/>
                    <a:pt x="228255" y="173442"/>
                  </a:cubicBezTo>
                  <a:cubicBezTo>
                    <a:pt x="206333" y="173442"/>
                    <a:pt x="188559" y="155670"/>
                    <a:pt x="188559" y="133746"/>
                  </a:cubicBezTo>
                  <a:cubicBezTo>
                    <a:pt x="188385" y="103601"/>
                    <a:pt x="163803" y="79306"/>
                    <a:pt x="133659" y="79482"/>
                  </a:cubicBezTo>
                  <a:cubicBezTo>
                    <a:pt x="103514" y="79657"/>
                    <a:pt x="79219" y="104237"/>
                    <a:pt x="79395" y="134381"/>
                  </a:cubicBezTo>
                  <a:cubicBezTo>
                    <a:pt x="79478" y="148645"/>
                    <a:pt x="85141" y="162309"/>
                    <a:pt x="95172" y="172450"/>
                  </a:cubicBezTo>
                  <a:cubicBezTo>
                    <a:pt x="110656" y="187971"/>
                    <a:pt x="110626" y="213105"/>
                    <a:pt x="95104" y="228589"/>
                  </a:cubicBezTo>
                  <a:cubicBezTo>
                    <a:pt x="87667" y="236008"/>
                    <a:pt x="77592" y="240177"/>
                    <a:pt x="67087" y="24018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291DB47-E979-D040-8C8C-E897DF851C13}"/>
                </a:ext>
              </a:extLst>
            </p:cNvPr>
            <p:cNvSpPr/>
            <p:nvPr/>
          </p:nvSpPr>
          <p:spPr>
            <a:xfrm>
              <a:off x="5792345" y="1582713"/>
              <a:ext cx="240824" cy="246725"/>
            </a:xfrm>
            <a:custGeom>
              <a:avLst/>
              <a:gdLst>
                <a:gd name="connsiteX0" fmla="*/ 201233 w 240824"/>
                <a:gd name="connsiteY0" fmla="*/ 246725 h 246725"/>
                <a:gd name="connsiteX1" fmla="*/ 172651 w 240824"/>
                <a:gd name="connsiteY1" fmla="*/ 234568 h 246725"/>
                <a:gd name="connsiteX2" fmla="*/ 10193 w 240824"/>
                <a:gd name="connsiteY2" fmla="*/ 66255 h 246725"/>
                <a:gd name="connsiteX3" fmla="*/ 13139 w 240824"/>
                <a:gd name="connsiteY3" fmla="*/ 10193 h 246725"/>
                <a:gd name="connsiteX4" fmla="*/ 67257 w 240824"/>
                <a:gd name="connsiteY4" fmla="*/ 11126 h 246725"/>
                <a:gd name="connsiteX5" fmla="*/ 229765 w 240824"/>
                <a:gd name="connsiteY5" fmla="*/ 179539 h 246725"/>
                <a:gd name="connsiteX6" fmla="*/ 228619 w 240824"/>
                <a:gd name="connsiteY6" fmla="*/ 235666 h 246725"/>
                <a:gd name="connsiteX7" fmla="*/ 201233 w 240824"/>
                <a:gd name="connsiteY7" fmla="*/ 246725 h 24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824" h="246725">
                  <a:moveTo>
                    <a:pt x="201233" y="246725"/>
                  </a:moveTo>
                  <a:cubicBezTo>
                    <a:pt x="190450" y="246723"/>
                    <a:pt x="180134" y="242334"/>
                    <a:pt x="172651" y="234568"/>
                  </a:cubicBezTo>
                  <a:lnTo>
                    <a:pt x="10193" y="66255"/>
                  </a:lnTo>
                  <a:cubicBezTo>
                    <a:pt x="-4475" y="49960"/>
                    <a:pt x="-3156" y="24860"/>
                    <a:pt x="13139" y="10193"/>
                  </a:cubicBezTo>
                  <a:cubicBezTo>
                    <a:pt x="28627" y="-3749"/>
                    <a:pt x="52259" y="-3341"/>
                    <a:pt x="67257" y="11126"/>
                  </a:cubicBezTo>
                  <a:lnTo>
                    <a:pt x="229765" y="179539"/>
                  </a:lnTo>
                  <a:cubicBezTo>
                    <a:pt x="244949" y="195355"/>
                    <a:pt x="244433" y="220484"/>
                    <a:pt x="228619" y="235666"/>
                  </a:cubicBezTo>
                  <a:cubicBezTo>
                    <a:pt x="221250" y="242737"/>
                    <a:pt x="211445" y="246698"/>
                    <a:pt x="201233" y="24672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FD63E71-3CAB-3D4C-AF30-9A959D37F61D}"/>
                </a:ext>
              </a:extLst>
            </p:cNvPr>
            <p:cNvSpPr/>
            <p:nvPr/>
          </p:nvSpPr>
          <p:spPr>
            <a:xfrm>
              <a:off x="5954328" y="1422898"/>
              <a:ext cx="267952" cy="226020"/>
            </a:xfrm>
            <a:custGeom>
              <a:avLst/>
              <a:gdLst>
                <a:gd name="connsiteX0" fmla="*/ 212327 w 267952"/>
                <a:gd name="connsiteY0" fmla="*/ 226021 h 226020"/>
                <a:gd name="connsiteX1" fmla="*/ 172670 w 267952"/>
                <a:gd name="connsiteY1" fmla="*/ 186285 h 226020"/>
                <a:gd name="connsiteX2" fmla="*/ 179478 w 267952"/>
                <a:gd name="connsiteY2" fmla="*/ 164094 h 226020"/>
                <a:gd name="connsiteX3" fmla="*/ 164121 w 267952"/>
                <a:gd name="connsiteY3" fmla="*/ 88445 h 226020"/>
                <a:gd name="connsiteX4" fmla="*/ 88474 w 267952"/>
                <a:gd name="connsiteY4" fmla="*/ 103803 h 226020"/>
                <a:gd name="connsiteX5" fmla="*/ 79393 w 267952"/>
                <a:gd name="connsiteY5" fmla="*/ 133627 h 226020"/>
                <a:gd name="connsiteX6" fmla="*/ 39697 w 267952"/>
                <a:gd name="connsiteY6" fmla="*/ 173323 h 226020"/>
                <a:gd name="connsiteX7" fmla="*/ 0 w 267952"/>
                <a:gd name="connsiteY7" fmla="*/ 133627 h 226020"/>
                <a:gd name="connsiteX8" fmla="*/ 134323 w 267952"/>
                <a:gd name="connsiteY8" fmla="*/ 0 h 226020"/>
                <a:gd name="connsiteX9" fmla="*/ 267952 w 267952"/>
                <a:gd name="connsiteY9" fmla="*/ 134325 h 226020"/>
                <a:gd name="connsiteX10" fmla="*/ 245275 w 267952"/>
                <a:gd name="connsiteY10" fmla="*/ 208554 h 226020"/>
                <a:gd name="connsiteX11" fmla="*/ 212327 w 267952"/>
                <a:gd name="connsiteY11" fmla="*/ 226021 h 22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2" h="226020">
                  <a:moveTo>
                    <a:pt x="212327" y="226021"/>
                  </a:moveTo>
                  <a:cubicBezTo>
                    <a:pt x="190405" y="225999"/>
                    <a:pt x="172650" y="208208"/>
                    <a:pt x="172670" y="186285"/>
                  </a:cubicBezTo>
                  <a:cubicBezTo>
                    <a:pt x="172680" y="178375"/>
                    <a:pt x="175047" y="170647"/>
                    <a:pt x="179478" y="164094"/>
                  </a:cubicBezTo>
                  <a:cubicBezTo>
                    <a:pt x="196126" y="138963"/>
                    <a:pt x="189254" y="105095"/>
                    <a:pt x="164121" y="88445"/>
                  </a:cubicBezTo>
                  <a:cubicBezTo>
                    <a:pt x="138988" y="71797"/>
                    <a:pt x="105122" y="78672"/>
                    <a:pt x="88474" y="103803"/>
                  </a:cubicBezTo>
                  <a:cubicBezTo>
                    <a:pt x="82609" y="112650"/>
                    <a:pt x="79458" y="123015"/>
                    <a:pt x="79393" y="133627"/>
                  </a:cubicBezTo>
                  <a:cubicBezTo>
                    <a:pt x="79393" y="155551"/>
                    <a:pt x="61619" y="173323"/>
                    <a:pt x="39697" y="173323"/>
                  </a:cubicBezTo>
                  <a:cubicBezTo>
                    <a:pt x="17774" y="173323"/>
                    <a:pt x="0" y="155551"/>
                    <a:pt x="0" y="133627"/>
                  </a:cubicBezTo>
                  <a:cubicBezTo>
                    <a:pt x="194" y="59635"/>
                    <a:pt x="60334" y="-192"/>
                    <a:pt x="134323" y="0"/>
                  </a:cubicBezTo>
                  <a:cubicBezTo>
                    <a:pt x="208318" y="193"/>
                    <a:pt x="268146" y="60332"/>
                    <a:pt x="267952" y="134325"/>
                  </a:cubicBezTo>
                  <a:cubicBezTo>
                    <a:pt x="267883" y="160763"/>
                    <a:pt x="259993" y="186591"/>
                    <a:pt x="245275" y="208554"/>
                  </a:cubicBezTo>
                  <a:cubicBezTo>
                    <a:pt x="237882" y="219494"/>
                    <a:pt x="225531" y="226040"/>
                    <a:pt x="212327" y="22602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FE2C146-1DC4-1C43-B4A2-26BB9270DEF7}"/>
                </a:ext>
              </a:extLst>
            </p:cNvPr>
            <p:cNvSpPr/>
            <p:nvPr/>
          </p:nvSpPr>
          <p:spPr>
            <a:xfrm>
              <a:off x="5953881" y="1423672"/>
              <a:ext cx="267952" cy="240082"/>
            </a:xfrm>
            <a:custGeom>
              <a:avLst/>
              <a:gdLst>
                <a:gd name="connsiteX0" fmla="*/ 200865 w 267952"/>
                <a:gd name="connsiteY0" fmla="*/ 240083 h 240082"/>
                <a:gd name="connsiteX1" fmla="*/ 161431 w 267952"/>
                <a:gd name="connsiteY1" fmla="*/ 200123 h 240082"/>
                <a:gd name="connsiteX2" fmla="*/ 172829 w 267952"/>
                <a:gd name="connsiteY2" fmla="*/ 172549 h 240082"/>
                <a:gd name="connsiteX3" fmla="*/ 172308 w 267952"/>
                <a:gd name="connsiteY3" fmla="*/ 95359 h 240082"/>
                <a:gd name="connsiteX4" fmla="*/ 95118 w 267952"/>
                <a:gd name="connsiteY4" fmla="*/ 95881 h 240082"/>
                <a:gd name="connsiteX5" fmla="*/ 79393 w 267952"/>
                <a:gd name="connsiteY5" fmla="*/ 133646 h 240082"/>
                <a:gd name="connsiteX6" fmla="*/ 39697 w 267952"/>
                <a:gd name="connsiteY6" fmla="*/ 173343 h 240082"/>
                <a:gd name="connsiteX7" fmla="*/ 0 w 267952"/>
                <a:gd name="connsiteY7" fmla="*/ 133646 h 240082"/>
                <a:gd name="connsiteX8" fmla="*/ 134303 w 267952"/>
                <a:gd name="connsiteY8" fmla="*/ 0 h 240082"/>
                <a:gd name="connsiteX9" fmla="*/ 267952 w 267952"/>
                <a:gd name="connsiteY9" fmla="*/ 134306 h 240082"/>
                <a:gd name="connsiteX10" fmla="*/ 228950 w 267952"/>
                <a:gd name="connsiteY10" fmla="*/ 228471 h 240082"/>
                <a:gd name="connsiteX11" fmla="*/ 200865 w 267952"/>
                <a:gd name="connsiteY11" fmla="*/ 240083 h 24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952" h="240082">
                  <a:moveTo>
                    <a:pt x="200865" y="240083"/>
                  </a:moveTo>
                  <a:cubicBezTo>
                    <a:pt x="178942" y="239937"/>
                    <a:pt x="161287" y="222046"/>
                    <a:pt x="161431" y="200123"/>
                  </a:cubicBezTo>
                  <a:cubicBezTo>
                    <a:pt x="161501" y="189799"/>
                    <a:pt x="165589" y="179909"/>
                    <a:pt x="172829" y="172549"/>
                  </a:cubicBezTo>
                  <a:cubicBezTo>
                    <a:pt x="194002" y="151089"/>
                    <a:pt x="193769" y="116530"/>
                    <a:pt x="172308" y="95359"/>
                  </a:cubicBezTo>
                  <a:cubicBezTo>
                    <a:pt x="150847" y="74188"/>
                    <a:pt x="116286" y="74421"/>
                    <a:pt x="95118" y="95881"/>
                  </a:cubicBezTo>
                  <a:cubicBezTo>
                    <a:pt x="85179" y="105955"/>
                    <a:pt x="79542" y="119495"/>
                    <a:pt x="79393" y="133646"/>
                  </a:cubicBezTo>
                  <a:cubicBezTo>
                    <a:pt x="79393" y="155570"/>
                    <a:pt x="61619" y="173343"/>
                    <a:pt x="39697" y="173343"/>
                  </a:cubicBezTo>
                  <a:cubicBezTo>
                    <a:pt x="17774" y="173343"/>
                    <a:pt x="0" y="155570"/>
                    <a:pt x="0" y="133646"/>
                  </a:cubicBezTo>
                  <a:cubicBezTo>
                    <a:pt x="184" y="59654"/>
                    <a:pt x="60314" y="-182"/>
                    <a:pt x="134303" y="0"/>
                  </a:cubicBezTo>
                  <a:cubicBezTo>
                    <a:pt x="208298" y="182"/>
                    <a:pt x="268136" y="60313"/>
                    <a:pt x="267952" y="134306"/>
                  </a:cubicBezTo>
                  <a:cubicBezTo>
                    <a:pt x="267863" y="169606"/>
                    <a:pt x="253850" y="203447"/>
                    <a:pt x="228950" y="228471"/>
                  </a:cubicBezTo>
                  <a:cubicBezTo>
                    <a:pt x="221497" y="235914"/>
                    <a:pt x="211394" y="240091"/>
                    <a:pt x="200865" y="2400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5CFF6AB-FA70-8544-8D72-5043689BE9B8}"/>
                </a:ext>
              </a:extLst>
            </p:cNvPr>
            <p:cNvSpPr/>
            <p:nvPr/>
          </p:nvSpPr>
          <p:spPr>
            <a:xfrm>
              <a:off x="5953842" y="1581941"/>
              <a:ext cx="242913" cy="248836"/>
            </a:xfrm>
            <a:custGeom>
              <a:avLst/>
              <a:gdLst>
                <a:gd name="connsiteX0" fmla="*/ 39736 w 242913"/>
                <a:gd name="connsiteY0" fmla="*/ 248837 h 248836"/>
                <a:gd name="connsiteX1" fmla="*/ 0 w 242913"/>
                <a:gd name="connsiteY1" fmla="*/ 209180 h 248836"/>
                <a:gd name="connsiteX2" fmla="*/ 11155 w 242913"/>
                <a:gd name="connsiteY2" fmla="*/ 181551 h 248836"/>
                <a:gd name="connsiteX3" fmla="*/ 173712 w 242913"/>
                <a:gd name="connsiteY3" fmla="*/ 13139 h 248836"/>
                <a:gd name="connsiteX4" fmla="*/ 229774 w 242913"/>
                <a:gd name="connsiteY4" fmla="*/ 10193 h 248836"/>
                <a:gd name="connsiteX5" fmla="*/ 232721 w 242913"/>
                <a:gd name="connsiteY5" fmla="*/ 66255 h 248836"/>
                <a:gd name="connsiteX6" fmla="*/ 230776 w 242913"/>
                <a:gd name="connsiteY6" fmla="*/ 68267 h 248836"/>
                <a:gd name="connsiteX7" fmla="*/ 68268 w 242913"/>
                <a:gd name="connsiteY7" fmla="*/ 236680 h 248836"/>
                <a:gd name="connsiteX8" fmla="*/ 39736 w 242913"/>
                <a:gd name="connsiteY8" fmla="*/ 248837 h 24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913" h="248836">
                  <a:moveTo>
                    <a:pt x="39736" y="248837"/>
                  </a:moveTo>
                  <a:cubicBezTo>
                    <a:pt x="17814" y="248859"/>
                    <a:pt x="20" y="231103"/>
                    <a:pt x="0" y="209180"/>
                  </a:cubicBezTo>
                  <a:cubicBezTo>
                    <a:pt x="-10" y="198871"/>
                    <a:pt x="3990" y="188963"/>
                    <a:pt x="11155" y="181551"/>
                  </a:cubicBezTo>
                  <a:lnTo>
                    <a:pt x="173712" y="13139"/>
                  </a:lnTo>
                  <a:cubicBezTo>
                    <a:pt x="188380" y="-3156"/>
                    <a:pt x="213478" y="-4475"/>
                    <a:pt x="229774" y="10193"/>
                  </a:cubicBezTo>
                  <a:cubicBezTo>
                    <a:pt x="246069" y="24861"/>
                    <a:pt x="247389" y="49961"/>
                    <a:pt x="232721" y="66255"/>
                  </a:cubicBezTo>
                  <a:cubicBezTo>
                    <a:pt x="232096" y="66948"/>
                    <a:pt x="231446" y="67620"/>
                    <a:pt x="230776" y="68267"/>
                  </a:cubicBezTo>
                  <a:lnTo>
                    <a:pt x="68268" y="236680"/>
                  </a:lnTo>
                  <a:cubicBezTo>
                    <a:pt x="60800" y="244434"/>
                    <a:pt x="50504" y="248821"/>
                    <a:pt x="39736" y="2488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3" name="Picture Placeholder 41">
            <a:extLst>
              <a:ext uri="{FF2B5EF4-FFF2-40B4-BE49-F238E27FC236}">
                <a16:creationId xmlns:a16="http://schemas.microsoft.com/office/drawing/2014/main" id="{65E50886-1CFD-45A2-8FE8-494BA6570326}"/>
              </a:ext>
            </a:extLst>
          </p:cNvPr>
          <p:cNvGrpSpPr>
            <a:grpSpLocks noChangeAspect="1"/>
          </p:cNvGrpSpPr>
          <p:nvPr/>
        </p:nvGrpSpPr>
        <p:grpSpPr>
          <a:xfrm>
            <a:off x="6881439" y="1421931"/>
            <a:ext cx="596422" cy="829977"/>
            <a:chOff x="6881439" y="1421931"/>
            <a:chExt cx="596422" cy="829977"/>
          </a:xfrm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6307053-9578-404F-8D6F-54E0BEEA4DA9}"/>
                </a:ext>
              </a:extLst>
            </p:cNvPr>
            <p:cNvSpPr/>
            <p:nvPr/>
          </p:nvSpPr>
          <p:spPr>
            <a:xfrm>
              <a:off x="6886658" y="1421931"/>
              <a:ext cx="459472" cy="435443"/>
            </a:xfrm>
            <a:custGeom>
              <a:avLst/>
              <a:gdLst>
                <a:gd name="connsiteX0" fmla="*/ 137322 w 459472"/>
                <a:gd name="connsiteY0" fmla="*/ 435394 h 435443"/>
                <a:gd name="connsiteX1" fmla="*/ 118020 w 459472"/>
                <a:gd name="connsiteY1" fmla="*/ 430432 h 435443"/>
                <a:gd name="connsiteX2" fmla="*/ 29040 w 459472"/>
                <a:gd name="connsiteY2" fmla="*/ 118019 h 435443"/>
                <a:gd name="connsiteX3" fmla="*/ 341452 w 459472"/>
                <a:gd name="connsiteY3" fmla="*/ 29040 h 435443"/>
                <a:gd name="connsiteX4" fmla="*/ 433756 w 459472"/>
                <a:gd name="connsiteY4" fmla="*/ 335259 h 435443"/>
                <a:gd name="connsiteX5" fmla="*/ 380240 w 459472"/>
                <a:gd name="connsiteY5" fmla="*/ 352254 h 435443"/>
                <a:gd name="connsiteX6" fmla="*/ 363245 w 459472"/>
                <a:gd name="connsiteY6" fmla="*/ 298738 h 435443"/>
                <a:gd name="connsiteX7" fmla="*/ 298544 w 459472"/>
                <a:gd name="connsiteY7" fmla="*/ 96489 h 435443"/>
                <a:gd name="connsiteX8" fmla="*/ 96294 w 459472"/>
                <a:gd name="connsiteY8" fmla="*/ 161189 h 435443"/>
                <a:gd name="connsiteX9" fmla="*/ 156476 w 459472"/>
                <a:gd name="connsiteY9" fmla="*/ 361012 h 435443"/>
                <a:gd name="connsiteX10" fmla="*/ 171993 w 459472"/>
                <a:gd name="connsiteY10" fmla="*/ 414965 h 435443"/>
                <a:gd name="connsiteX11" fmla="*/ 137124 w 459472"/>
                <a:gd name="connsiteY11" fmla="*/ 435443 h 43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472" h="435443">
                  <a:moveTo>
                    <a:pt x="137322" y="435394"/>
                  </a:moveTo>
                  <a:cubicBezTo>
                    <a:pt x="130569" y="435422"/>
                    <a:pt x="123922" y="433713"/>
                    <a:pt x="118020" y="430432"/>
                  </a:cubicBezTo>
                  <a:cubicBezTo>
                    <a:pt x="7178" y="368732"/>
                    <a:pt x="-32659" y="228861"/>
                    <a:pt x="29040" y="118019"/>
                  </a:cubicBezTo>
                  <a:cubicBezTo>
                    <a:pt x="90739" y="7178"/>
                    <a:pt x="230611" y="-32659"/>
                    <a:pt x="341452" y="29040"/>
                  </a:cubicBezTo>
                  <a:cubicBezTo>
                    <a:pt x="449903" y="89408"/>
                    <a:pt x="490781" y="225013"/>
                    <a:pt x="433756" y="335259"/>
                  </a:cubicBezTo>
                  <a:cubicBezTo>
                    <a:pt x="423673" y="354730"/>
                    <a:pt x="399712" y="362339"/>
                    <a:pt x="380240" y="352254"/>
                  </a:cubicBezTo>
                  <a:cubicBezTo>
                    <a:pt x="360769" y="342169"/>
                    <a:pt x="353160" y="318210"/>
                    <a:pt x="363245" y="298738"/>
                  </a:cubicBezTo>
                  <a:cubicBezTo>
                    <a:pt x="401230" y="225022"/>
                    <a:pt x="372261" y="134472"/>
                    <a:pt x="298544" y="96489"/>
                  </a:cubicBezTo>
                  <a:cubicBezTo>
                    <a:pt x="224827" y="58505"/>
                    <a:pt x="134277" y="87473"/>
                    <a:pt x="96294" y="161189"/>
                  </a:cubicBezTo>
                  <a:cubicBezTo>
                    <a:pt x="59225" y="233131"/>
                    <a:pt x="85842" y="321508"/>
                    <a:pt x="156476" y="361012"/>
                  </a:cubicBezTo>
                  <a:cubicBezTo>
                    <a:pt x="175659" y="371626"/>
                    <a:pt x="182606" y="395781"/>
                    <a:pt x="171993" y="414965"/>
                  </a:cubicBezTo>
                  <a:cubicBezTo>
                    <a:pt x="164978" y="427643"/>
                    <a:pt x="151613" y="435493"/>
                    <a:pt x="137124" y="435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5BB26A6-69B5-0B49-9B74-621A12904F7E}"/>
                </a:ext>
              </a:extLst>
            </p:cNvPr>
            <p:cNvSpPr/>
            <p:nvPr/>
          </p:nvSpPr>
          <p:spPr>
            <a:xfrm>
              <a:off x="6881439" y="1554589"/>
              <a:ext cx="596422" cy="697319"/>
            </a:xfrm>
            <a:custGeom>
              <a:avLst/>
              <a:gdLst>
                <a:gd name="connsiteX0" fmla="*/ 320481 w 596422"/>
                <a:gd name="connsiteY0" fmla="*/ 697320 h 697319"/>
                <a:gd name="connsiteX1" fmla="*/ 66274 w 596422"/>
                <a:gd name="connsiteY1" fmla="*/ 491791 h 697319"/>
                <a:gd name="connsiteX2" fmla="*/ 5390 w 596422"/>
                <a:gd name="connsiteY2" fmla="*/ 311866 h 697319"/>
                <a:gd name="connsiteX3" fmla="*/ 4893 w 596422"/>
                <a:gd name="connsiteY3" fmla="*/ 310626 h 697319"/>
                <a:gd name="connsiteX4" fmla="*/ 4893 w 596422"/>
                <a:gd name="connsiteY4" fmla="*/ 310129 h 697319"/>
                <a:gd name="connsiteX5" fmla="*/ 8913 w 596422"/>
                <a:gd name="connsiteY5" fmla="*/ 252768 h 697319"/>
                <a:gd name="connsiteX6" fmla="*/ 54564 w 596422"/>
                <a:gd name="connsiteY6" fmla="*/ 220266 h 697319"/>
                <a:gd name="connsiteX7" fmla="*/ 81855 w 596422"/>
                <a:gd name="connsiteY7" fmla="*/ 217190 h 697319"/>
                <a:gd name="connsiteX8" fmla="*/ 81855 w 596422"/>
                <a:gd name="connsiteY8" fmla="*/ 217190 h 697319"/>
                <a:gd name="connsiteX9" fmla="*/ 132171 w 596422"/>
                <a:gd name="connsiteY9" fmla="*/ 228900 h 697319"/>
                <a:gd name="connsiteX10" fmla="*/ 132171 w 596422"/>
                <a:gd name="connsiteY10" fmla="*/ 86290 h 697319"/>
                <a:gd name="connsiteX11" fmla="*/ 223076 w 596422"/>
                <a:gd name="connsiteY11" fmla="*/ 0 h 697319"/>
                <a:gd name="connsiteX12" fmla="*/ 313981 w 596422"/>
                <a:gd name="connsiteY12" fmla="*/ 86290 h 697319"/>
                <a:gd name="connsiteX13" fmla="*/ 313981 w 596422"/>
                <a:gd name="connsiteY13" fmla="*/ 152931 h 697319"/>
                <a:gd name="connsiteX14" fmla="*/ 320531 w 596422"/>
                <a:gd name="connsiteY14" fmla="*/ 152633 h 697319"/>
                <a:gd name="connsiteX15" fmla="*/ 325046 w 596422"/>
                <a:gd name="connsiteY15" fmla="*/ 152633 h 697319"/>
                <a:gd name="connsiteX16" fmla="*/ 372087 w 596422"/>
                <a:gd name="connsiteY16" fmla="*/ 167519 h 697319"/>
                <a:gd name="connsiteX17" fmla="*/ 408062 w 596422"/>
                <a:gd name="connsiteY17" fmla="*/ 161366 h 697319"/>
                <a:gd name="connsiteX18" fmla="*/ 463439 w 596422"/>
                <a:gd name="connsiteY18" fmla="*/ 176898 h 697319"/>
                <a:gd name="connsiteX19" fmla="*/ 500555 w 596422"/>
                <a:gd name="connsiteY19" fmla="*/ 170646 h 697319"/>
                <a:gd name="connsiteX20" fmla="*/ 596422 w 596422"/>
                <a:gd name="connsiteY20" fmla="*/ 256886 h 697319"/>
                <a:gd name="connsiteX21" fmla="*/ 596422 w 596422"/>
                <a:gd name="connsiteY21" fmla="*/ 460778 h 697319"/>
                <a:gd name="connsiteX22" fmla="*/ 531072 w 596422"/>
                <a:gd name="connsiteY22" fmla="*/ 627652 h 697319"/>
                <a:gd name="connsiteX23" fmla="*/ 320481 w 596422"/>
                <a:gd name="connsiteY23" fmla="*/ 697320 h 697319"/>
                <a:gd name="connsiteX24" fmla="*/ 85626 w 596422"/>
                <a:gd name="connsiteY24" fmla="*/ 296930 h 697319"/>
                <a:gd name="connsiteX25" fmla="*/ 145171 w 596422"/>
                <a:gd name="connsiteY25" fmla="*/ 482859 h 697319"/>
                <a:gd name="connsiteX26" fmla="*/ 320531 w 596422"/>
                <a:gd name="connsiteY26" fmla="*/ 617926 h 697319"/>
                <a:gd name="connsiteX27" fmla="*/ 474802 w 596422"/>
                <a:gd name="connsiteY27" fmla="*/ 571630 h 697319"/>
                <a:gd name="connsiteX28" fmla="*/ 516979 w 596422"/>
                <a:gd name="connsiteY28" fmla="*/ 460827 h 697319"/>
                <a:gd name="connsiteX29" fmla="*/ 516979 w 596422"/>
                <a:gd name="connsiteY29" fmla="*/ 257730 h 697319"/>
                <a:gd name="connsiteX30" fmla="*/ 500555 w 596422"/>
                <a:gd name="connsiteY30" fmla="*/ 250039 h 697319"/>
                <a:gd name="connsiteX31" fmla="*/ 485669 w 596422"/>
                <a:gd name="connsiteY31" fmla="*/ 254058 h 697319"/>
                <a:gd name="connsiteX32" fmla="*/ 429538 w 596422"/>
                <a:gd name="connsiteY32" fmla="*/ 253088 h 697319"/>
                <a:gd name="connsiteX33" fmla="*/ 424437 w 596422"/>
                <a:gd name="connsiteY33" fmla="*/ 246565 h 697319"/>
                <a:gd name="connsiteX34" fmla="*/ 408260 w 596422"/>
                <a:gd name="connsiteY34" fmla="*/ 241008 h 697319"/>
                <a:gd name="connsiteX35" fmla="*/ 393374 w 596422"/>
                <a:gd name="connsiteY35" fmla="*/ 245027 h 697319"/>
                <a:gd name="connsiteX36" fmla="*/ 337243 w 596422"/>
                <a:gd name="connsiteY36" fmla="*/ 244048 h 697319"/>
                <a:gd name="connsiteX37" fmla="*/ 331844 w 596422"/>
                <a:gd name="connsiteY37" fmla="*/ 237038 h 697319"/>
                <a:gd name="connsiteX38" fmla="*/ 321920 w 596422"/>
                <a:gd name="connsiteY38" fmla="*/ 232076 h 697319"/>
                <a:gd name="connsiteX39" fmla="*/ 321424 w 596422"/>
                <a:gd name="connsiteY39" fmla="*/ 232076 h 697319"/>
                <a:gd name="connsiteX40" fmla="*/ 295621 w 596422"/>
                <a:gd name="connsiteY40" fmla="*/ 236095 h 697319"/>
                <a:gd name="connsiteX41" fmla="*/ 241052 w 596422"/>
                <a:gd name="connsiteY41" fmla="*/ 222910 h 697319"/>
                <a:gd name="connsiteX42" fmla="*/ 235233 w 596422"/>
                <a:gd name="connsiteY42" fmla="*/ 202254 h 697319"/>
                <a:gd name="connsiteX43" fmla="*/ 235233 w 596422"/>
                <a:gd name="connsiteY43" fmla="*/ 86290 h 697319"/>
                <a:gd name="connsiteX44" fmla="*/ 223721 w 596422"/>
                <a:gd name="connsiteY44" fmla="*/ 79393 h 697319"/>
                <a:gd name="connsiteX45" fmla="*/ 212209 w 596422"/>
                <a:gd name="connsiteY45" fmla="*/ 86290 h 697319"/>
                <a:gd name="connsiteX46" fmla="*/ 212209 w 596422"/>
                <a:gd name="connsiteY46" fmla="*/ 349280 h 697319"/>
                <a:gd name="connsiteX47" fmla="*/ 172512 w 596422"/>
                <a:gd name="connsiteY47" fmla="*/ 388977 h 697319"/>
                <a:gd name="connsiteX48" fmla="*/ 167947 w 596422"/>
                <a:gd name="connsiteY48" fmla="*/ 388977 h 697319"/>
                <a:gd name="connsiteX49" fmla="*/ 128945 w 596422"/>
                <a:gd name="connsiteY49" fmla="*/ 359204 h 697319"/>
                <a:gd name="connsiteX50" fmla="*/ 120361 w 596422"/>
                <a:gd name="connsiteY50" fmla="*/ 327000 h 697319"/>
                <a:gd name="connsiteX51" fmla="*/ 85626 w 596422"/>
                <a:gd name="connsiteY51" fmla="*/ 296930 h 697319"/>
                <a:gd name="connsiteX52" fmla="*/ 485867 w 596422"/>
                <a:gd name="connsiteY52" fmla="*/ 253711 h 697319"/>
                <a:gd name="connsiteX53" fmla="*/ 485867 w 596422"/>
                <a:gd name="connsiteY53" fmla="*/ 253711 h 697319"/>
                <a:gd name="connsiteX54" fmla="*/ 424387 w 596422"/>
                <a:gd name="connsiteY54" fmla="*/ 246764 h 697319"/>
                <a:gd name="connsiteX55" fmla="*/ 424387 w 596422"/>
                <a:gd name="connsiteY55" fmla="*/ 246764 h 697319"/>
                <a:gd name="connsiteX56" fmla="*/ 393374 w 596422"/>
                <a:gd name="connsiteY56" fmla="*/ 244729 h 697319"/>
                <a:gd name="connsiteX57" fmla="*/ 393374 w 596422"/>
                <a:gd name="connsiteY57" fmla="*/ 244729 h 697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96422" h="697319">
                  <a:moveTo>
                    <a:pt x="320481" y="697320"/>
                  </a:moveTo>
                  <a:cubicBezTo>
                    <a:pt x="184471" y="697320"/>
                    <a:pt x="79920" y="612964"/>
                    <a:pt x="66274" y="491791"/>
                  </a:cubicBezTo>
                  <a:cubicBezTo>
                    <a:pt x="60667" y="442517"/>
                    <a:pt x="19432" y="342929"/>
                    <a:pt x="5390" y="311866"/>
                  </a:cubicBezTo>
                  <a:lnTo>
                    <a:pt x="4893" y="310626"/>
                  </a:lnTo>
                  <a:cubicBezTo>
                    <a:pt x="4874" y="310461"/>
                    <a:pt x="4874" y="310294"/>
                    <a:pt x="4893" y="310129"/>
                  </a:cubicBezTo>
                  <a:cubicBezTo>
                    <a:pt x="-2835" y="291436"/>
                    <a:pt x="-1346" y="270201"/>
                    <a:pt x="8913" y="252768"/>
                  </a:cubicBezTo>
                  <a:cubicBezTo>
                    <a:pt x="18891" y="236004"/>
                    <a:pt x="35458" y="224210"/>
                    <a:pt x="54564" y="220266"/>
                  </a:cubicBezTo>
                  <a:cubicBezTo>
                    <a:pt x="63521" y="218248"/>
                    <a:pt x="72673" y="217216"/>
                    <a:pt x="81855" y="217190"/>
                  </a:cubicBezTo>
                  <a:lnTo>
                    <a:pt x="81855" y="217190"/>
                  </a:lnTo>
                  <a:cubicBezTo>
                    <a:pt x="99304" y="217177"/>
                    <a:pt x="116521" y="221184"/>
                    <a:pt x="132171" y="228900"/>
                  </a:cubicBezTo>
                  <a:lnTo>
                    <a:pt x="132171" y="86290"/>
                  </a:lnTo>
                  <a:cubicBezTo>
                    <a:pt x="132171" y="38704"/>
                    <a:pt x="172959" y="0"/>
                    <a:pt x="223076" y="0"/>
                  </a:cubicBezTo>
                  <a:cubicBezTo>
                    <a:pt x="273193" y="0"/>
                    <a:pt x="313981" y="38605"/>
                    <a:pt x="313981" y="86290"/>
                  </a:cubicBezTo>
                  <a:lnTo>
                    <a:pt x="313981" y="152931"/>
                  </a:lnTo>
                  <a:cubicBezTo>
                    <a:pt x="317951" y="152931"/>
                    <a:pt x="320432" y="152633"/>
                    <a:pt x="320531" y="152633"/>
                  </a:cubicBezTo>
                  <a:cubicBezTo>
                    <a:pt x="322020" y="152633"/>
                    <a:pt x="323558" y="152633"/>
                    <a:pt x="325046" y="152633"/>
                  </a:cubicBezTo>
                  <a:cubicBezTo>
                    <a:pt x="341776" y="153301"/>
                    <a:pt x="358019" y="158441"/>
                    <a:pt x="372087" y="167519"/>
                  </a:cubicBezTo>
                  <a:cubicBezTo>
                    <a:pt x="383673" y="163570"/>
                    <a:pt x="395820" y="161493"/>
                    <a:pt x="408062" y="161366"/>
                  </a:cubicBezTo>
                  <a:cubicBezTo>
                    <a:pt x="427568" y="161553"/>
                    <a:pt x="446677" y="166913"/>
                    <a:pt x="463439" y="176898"/>
                  </a:cubicBezTo>
                  <a:cubicBezTo>
                    <a:pt x="475387" y="172809"/>
                    <a:pt x="487927" y="170698"/>
                    <a:pt x="500555" y="170646"/>
                  </a:cubicBezTo>
                  <a:cubicBezTo>
                    <a:pt x="552508" y="170646"/>
                    <a:pt x="596422" y="210342"/>
                    <a:pt x="596422" y="256886"/>
                  </a:cubicBezTo>
                  <a:lnTo>
                    <a:pt x="596422" y="460778"/>
                  </a:lnTo>
                  <a:cubicBezTo>
                    <a:pt x="596422" y="526079"/>
                    <a:pt x="573200" y="585326"/>
                    <a:pt x="531072" y="627652"/>
                  </a:cubicBezTo>
                  <a:cubicBezTo>
                    <a:pt x="496536" y="662337"/>
                    <a:pt x="418036" y="697320"/>
                    <a:pt x="320481" y="697320"/>
                  </a:cubicBezTo>
                  <a:close/>
                  <a:moveTo>
                    <a:pt x="85626" y="296930"/>
                  </a:moveTo>
                  <a:cubicBezTo>
                    <a:pt x="102051" y="335436"/>
                    <a:pt x="138869" y="426490"/>
                    <a:pt x="145171" y="482859"/>
                  </a:cubicBezTo>
                  <a:cubicBezTo>
                    <a:pt x="154301" y="563641"/>
                    <a:pt x="224564" y="617926"/>
                    <a:pt x="320531" y="617926"/>
                  </a:cubicBezTo>
                  <a:cubicBezTo>
                    <a:pt x="382160" y="617926"/>
                    <a:pt x="448503" y="598078"/>
                    <a:pt x="474802" y="571630"/>
                  </a:cubicBezTo>
                  <a:cubicBezTo>
                    <a:pt x="501994" y="544339"/>
                    <a:pt x="516979" y="504990"/>
                    <a:pt x="516979" y="460827"/>
                  </a:cubicBezTo>
                  <a:lnTo>
                    <a:pt x="516979" y="257730"/>
                  </a:lnTo>
                  <a:cubicBezTo>
                    <a:pt x="512906" y="252868"/>
                    <a:pt x="506896" y="250053"/>
                    <a:pt x="500555" y="250039"/>
                  </a:cubicBezTo>
                  <a:cubicBezTo>
                    <a:pt x="495345" y="250184"/>
                    <a:pt x="490244" y="251561"/>
                    <a:pt x="485669" y="254058"/>
                  </a:cubicBezTo>
                  <a:cubicBezTo>
                    <a:pt x="469899" y="269290"/>
                    <a:pt x="444771" y="268856"/>
                    <a:pt x="429538" y="253088"/>
                  </a:cubicBezTo>
                  <a:cubicBezTo>
                    <a:pt x="427612" y="251098"/>
                    <a:pt x="425906" y="248912"/>
                    <a:pt x="424437" y="246565"/>
                  </a:cubicBezTo>
                  <a:cubicBezTo>
                    <a:pt x="419772" y="243040"/>
                    <a:pt x="414106" y="241093"/>
                    <a:pt x="408260" y="241008"/>
                  </a:cubicBezTo>
                  <a:cubicBezTo>
                    <a:pt x="403050" y="241161"/>
                    <a:pt x="397954" y="242537"/>
                    <a:pt x="393374" y="245027"/>
                  </a:cubicBezTo>
                  <a:cubicBezTo>
                    <a:pt x="377605" y="260257"/>
                    <a:pt x="352473" y="259818"/>
                    <a:pt x="337243" y="244048"/>
                  </a:cubicBezTo>
                  <a:cubicBezTo>
                    <a:pt x="335188" y="241920"/>
                    <a:pt x="333377" y="239569"/>
                    <a:pt x="331844" y="237038"/>
                  </a:cubicBezTo>
                  <a:cubicBezTo>
                    <a:pt x="329482" y="233939"/>
                    <a:pt x="325818" y="232107"/>
                    <a:pt x="321920" y="232076"/>
                  </a:cubicBezTo>
                  <a:lnTo>
                    <a:pt x="321424" y="232076"/>
                  </a:lnTo>
                  <a:cubicBezTo>
                    <a:pt x="312694" y="232386"/>
                    <a:pt x="304032" y="233735"/>
                    <a:pt x="295621" y="236095"/>
                  </a:cubicBezTo>
                  <a:cubicBezTo>
                    <a:pt x="276911" y="247523"/>
                    <a:pt x="252480" y="241619"/>
                    <a:pt x="241052" y="222910"/>
                  </a:cubicBezTo>
                  <a:cubicBezTo>
                    <a:pt x="237253" y="216690"/>
                    <a:pt x="235239" y="209543"/>
                    <a:pt x="235233" y="202254"/>
                  </a:cubicBezTo>
                  <a:lnTo>
                    <a:pt x="235233" y="86290"/>
                  </a:lnTo>
                  <a:cubicBezTo>
                    <a:pt x="235233" y="83561"/>
                    <a:pt x="230618" y="79393"/>
                    <a:pt x="223721" y="79393"/>
                  </a:cubicBezTo>
                  <a:cubicBezTo>
                    <a:pt x="216824" y="79393"/>
                    <a:pt x="212209" y="83561"/>
                    <a:pt x="212209" y="86290"/>
                  </a:cubicBezTo>
                  <a:lnTo>
                    <a:pt x="212209" y="349280"/>
                  </a:lnTo>
                  <a:cubicBezTo>
                    <a:pt x="212209" y="371202"/>
                    <a:pt x="194436" y="388977"/>
                    <a:pt x="172512" y="388977"/>
                  </a:cubicBezTo>
                  <a:lnTo>
                    <a:pt x="167947" y="388977"/>
                  </a:lnTo>
                  <a:cubicBezTo>
                    <a:pt x="149635" y="389240"/>
                    <a:pt x="133522" y="376939"/>
                    <a:pt x="128945" y="359204"/>
                  </a:cubicBezTo>
                  <a:lnTo>
                    <a:pt x="120361" y="327000"/>
                  </a:lnTo>
                  <a:cubicBezTo>
                    <a:pt x="116093" y="317175"/>
                    <a:pt x="105624" y="299014"/>
                    <a:pt x="85626" y="296930"/>
                  </a:cubicBezTo>
                  <a:close/>
                  <a:moveTo>
                    <a:pt x="485867" y="253711"/>
                  </a:moveTo>
                  <a:lnTo>
                    <a:pt x="485867" y="253711"/>
                  </a:lnTo>
                  <a:close/>
                  <a:moveTo>
                    <a:pt x="424387" y="246764"/>
                  </a:moveTo>
                  <a:lnTo>
                    <a:pt x="424387" y="246764"/>
                  </a:lnTo>
                  <a:close/>
                  <a:moveTo>
                    <a:pt x="393374" y="244729"/>
                  </a:moveTo>
                  <a:lnTo>
                    <a:pt x="393374" y="244729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08A4155-5B3B-8447-A51B-E23C2E32F5D8}"/>
                </a:ext>
              </a:extLst>
            </p:cNvPr>
            <p:cNvSpPr/>
            <p:nvPr/>
          </p:nvSpPr>
          <p:spPr>
            <a:xfrm>
              <a:off x="7208818" y="1743247"/>
              <a:ext cx="79393" cy="202204"/>
            </a:xfrm>
            <a:custGeom>
              <a:avLst/>
              <a:gdLst>
                <a:gd name="connsiteX0" fmla="*/ 39697 w 79393"/>
                <a:gd name="connsiteY0" fmla="*/ 202204 h 202204"/>
                <a:gd name="connsiteX1" fmla="*/ 0 w 79393"/>
                <a:gd name="connsiteY1" fmla="*/ 162508 h 202204"/>
                <a:gd name="connsiteX2" fmla="*/ 0 w 79393"/>
                <a:gd name="connsiteY2" fmla="*/ 39697 h 202204"/>
                <a:gd name="connsiteX3" fmla="*/ 39697 w 79393"/>
                <a:gd name="connsiteY3" fmla="*/ 0 h 202204"/>
                <a:gd name="connsiteX4" fmla="*/ 79393 w 79393"/>
                <a:gd name="connsiteY4" fmla="*/ 39697 h 202204"/>
                <a:gd name="connsiteX5" fmla="*/ 79393 w 79393"/>
                <a:gd name="connsiteY5" fmla="*/ 162508 h 202204"/>
                <a:gd name="connsiteX6" fmla="*/ 39697 w 79393"/>
                <a:gd name="connsiteY6" fmla="*/ 202204 h 20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2204">
                  <a:moveTo>
                    <a:pt x="39697" y="202204"/>
                  </a:moveTo>
                  <a:cubicBezTo>
                    <a:pt x="17773" y="202204"/>
                    <a:pt x="0" y="184430"/>
                    <a:pt x="0" y="1625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62508"/>
                  </a:lnTo>
                  <a:cubicBezTo>
                    <a:pt x="79393" y="184430"/>
                    <a:pt x="61619" y="202204"/>
                    <a:pt x="39697" y="20220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902AE1D3-BFA8-534B-8BD8-223A6D9D16BA}"/>
                </a:ext>
              </a:extLst>
            </p:cNvPr>
            <p:cNvSpPr/>
            <p:nvPr/>
          </p:nvSpPr>
          <p:spPr>
            <a:xfrm>
              <a:off x="7113992" y="1686283"/>
              <a:ext cx="79393" cy="242694"/>
            </a:xfrm>
            <a:custGeom>
              <a:avLst/>
              <a:gdLst>
                <a:gd name="connsiteX0" fmla="*/ 39697 w 79393"/>
                <a:gd name="connsiteY0" fmla="*/ 242695 h 242694"/>
                <a:gd name="connsiteX1" fmla="*/ 0 w 79393"/>
                <a:gd name="connsiteY1" fmla="*/ 202998 h 242694"/>
                <a:gd name="connsiteX2" fmla="*/ 0 w 79393"/>
                <a:gd name="connsiteY2" fmla="*/ 39697 h 242694"/>
                <a:gd name="connsiteX3" fmla="*/ 39697 w 79393"/>
                <a:gd name="connsiteY3" fmla="*/ 0 h 242694"/>
                <a:gd name="connsiteX4" fmla="*/ 79393 w 79393"/>
                <a:gd name="connsiteY4" fmla="*/ 39697 h 242694"/>
                <a:gd name="connsiteX5" fmla="*/ 79393 w 79393"/>
                <a:gd name="connsiteY5" fmla="*/ 202998 h 242694"/>
                <a:gd name="connsiteX6" fmla="*/ 39697 w 79393"/>
                <a:gd name="connsiteY6" fmla="*/ 242695 h 24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694">
                  <a:moveTo>
                    <a:pt x="39697" y="242695"/>
                  </a:moveTo>
                  <a:cubicBezTo>
                    <a:pt x="17773" y="242695"/>
                    <a:pt x="0" y="224921"/>
                    <a:pt x="0" y="20299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2998"/>
                  </a:lnTo>
                  <a:cubicBezTo>
                    <a:pt x="79393" y="224921"/>
                    <a:pt x="61621" y="242695"/>
                    <a:pt x="39697" y="2426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1BC981A-7931-D44A-ADFE-63110F1AA702}"/>
                </a:ext>
              </a:extLst>
            </p:cNvPr>
            <p:cNvSpPr/>
            <p:nvPr/>
          </p:nvSpPr>
          <p:spPr>
            <a:xfrm>
              <a:off x="7301162" y="1753171"/>
              <a:ext cx="79393" cy="218727"/>
            </a:xfrm>
            <a:custGeom>
              <a:avLst/>
              <a:gdLst>
                <a:gd name="connsiteX0" fmla="*/ 39697 w 79393"/>
                <a:gd name="connsiteY0" fmla="*/ 218728 h 218727"/>
                <a:gd name="connsiteX1" fmla="*/ 0 w 79393"/>
                <a:gd name="connsiteY1" fmla="*/ 179031 h 218727"/>
                <a:gd name="connsiteX2" fmla="*/ 0 w 79393"/>
                <a:gd name="connsiteY2" fmla="*/ 39697 h 218727"/>
                <a:gd name="connsiteX3" fmla="*/ 39697 w 79393"/>
                <a:gd name="connsiteY3" fmla="*/ 0 h 218727"/>
                <a:gd name="connsiteX4" fmla="*/ 79393 w 79393"/>
                <a:gd name="connsiteY4" fmla="*/ 39697 h 218727"/>
                <a:gd name="connsiteX5" fmla="*/ 79393 w 79393"/>
                <a:gd name="connsiteY5" fmla="*/ 179031 h 218727"/>
                <a:gd name="connsiteX6" fmla="*/ 39697 w 79393"/>
                <a:gd name="connsiteY6" fmla="*/ 218728 h 21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8727">
                  <a:moveTo>
                    <a:pt x="39697" y="218728"/>
                  </a:moveTo>
                  <a:cubicBezTo>
                    <a:pt x="17774" y="218728"/>
                    <a:pt x="0" y="200954"/>
                    <a:pt x="0" y="17903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79031"/>
                  </a:lnTo>
                  <a:cubicBezTo>
                    <a:pt x="79393" y="200954"/>
                    <a:pt x="61619" y="218728"/>
                    <a:pt x="39697" y="2187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5" name="Picture Placeholder 43">
            <a:extLst>
              <a:ext uri="{FF2B5EF4-FFF2-40B4-BE49-F238E27FC236}">
                <a16:creationId xmlns:a16="http://schemas.microsoft.com/office/drawing/2014/main" id="{5372B1BA-F62C-4CCD-8688-06CC5EDB7BDC}"/>
              </a:ext>
            </a:extLst>
          </p:cNvPr>
          <p:cNvGrpSpPr>
            <a:grpSpLocks noChangeAspect="1"/>
          </p:cNvGrpSpPr>
          <p:nvPr/>
        </p:nvGrpSpPr>
        <p:grpSpPr>
          <a:xfrm>
            <a:off x="8080285" y="1468448"/>
            <a:ext cx="833628" cy="736867"/>
            <a:chOff x="8080285" y="1468448"/>
            <a:chExt cx="833628" cy="736867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6055B7A-C668-5F40-877E-C72A037084A1}"/>
                </a:ext>
              </a:extLst>
            </p:cNvPr>
            <p:cNvSpPr/>
            <p:nvPr/>
          </p:nvSpPr>
          <p:spPr>
            <a:xfrm>
              <a:off x="8247060" y="1686332"/>
              <a:ext cx="181413" cy="181413"/>
            </a:xfrm>
            <a:custGeom>
              <a:avLst/>
              <a:gdLst>
                <a:gd name="connsiteX0" fmla="*/ 90707 w 181413"/>
                <a:gd name="connsiteY0" fmla="*/ 181413 h 181413"/>
                <a:gd name="connsiteX1" fmla="*/ 0 w 181413"/>
                <a:gd name="connsiteY1" fmla="*/ 90707 h 181413"/>
                <a:gd name="connsiteX2" fmla="*/ 90707 w 181413"/>
                <a:gd name="connsiteY2" fmla="*/ 0 h 181413"/>
                <a:gd name="connsiteX3" fmla="*/ 181413 w 181413"/>
                <a:gd name="connsiteY3" fmla="*/ 90707 h 181413"/>
                <a:gd name="connsiteX4" fmla="*/ 90707 w 181413"/>
                <a:gd name="connsiteY4" fmla="*/ 181413 h 181413"/>
                <a:gd name="connsiteX5" fmla="*/ 90707 w 181413"/>
                <a:gd name="connsiteY5" fmla="*/ 79443 h 181413"/>
                <a:gd name="connsiteX6" fmla="*/ 79393 w 181413"/>
                <a:gd name="connsiteY6" fmla="*/ 90756 h 181413"/>
                <a:gd name="connsiteX7" fmla="*/ 90707 w 181413"/>
                <a:gd name="connsiteY7" fmla="*/ 102070 h 181413"/>
                <a:gd name="connsiteX8" fmla="*/ 102020 w 181413"/>
                <a:gd name="connsiteY8" fmla="*/ 90756 h 181413"/>
                <a:gd name="connsiteX9" fmla="*/ 102020 w 181413"/>
                <a:gd name="connsiteY9" fmla="*/ 90707 h 181413"/>
                <a:gd name="connsiteX10" fmla="*/ 90707 w 181413"/>
                <a:gd name="connsiteY10" fmla="*/ 79443 h 18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413" h="181413">
                  <a:moveTo>
                    <a:pt x="90707" y="181413"/>
                  </a:moveTo>
                  <a:cubicBezTo>
                    <a:pt x="40611" y="181413"/>
                    <a:pt x="0" y="140803"/>
                    <a:pt x="0" y="90707"/>
                  </a:cubicBezTo>
                  <a:cubicBezTo>
                    <a:pt x="0" y="40611"/>
                    <a:pt x="40611" y="0"/>
                    <a:pt x="90707" y="0"/>
                  </a:cubicBezTo>
                  <a:cubicBezTo>
                    <a:pt x="140803" y="0"/>
                    <a:pt x="181413" y="40611"/>
                    <a:pt x="181413" y="90707"/>
                  </a:cubicBezTo>
                  <a:cubicBezTo>
                    <a:pt x="181359" y="140780"/>
                    <a:pt x="140780" y="181359"/>
                    <a:pt x="90707" y="181413"/>
                  </a:cubicBezTo>
                  <a:close/>
                  <a:moveTo>
                    <a:pt x="90707" y="79443"/>
                  </a:moveTo>
                  <a:cubicBezTo>
                    <a:pt x="84458" y="79443"/>
                    <a:pt x="79393" y="84508"/>
                    <a:pt x="79393" y="90756"/>
                  </a:cubicBezTo>
                  <a:cubicBezTo>
                    <a:pt x="79393" y="97004"/>
                    <a:pt x="84458" y="102070"/>
                    <a:pt x="90707" y="102070"/>
                  </a:cubicBezTo>
                  <a:cubicBezTo>
                    <a:pt x="96955" y="102070"/>
                    <a:pt x="102020" y="97004"/>
                    <a:pt x="102020" y="90756"/>
                  </a:cubicBezTo>
                  <a:cubicBezTo>
                    <a:pt x="102020" y="90739"/>
                    <a:pt x="102020" y="90723"/>
                    <a:pt x="102020" y="90707"/>
                  </a:cubicBezTo>
                  <a:cubicBezTo>
                    <a:pt x="101993" y="84478"/>
                    <a:pt x="96936" y="79443"/>
                    <a:pt x="90707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BD77F8A-3381-1D41-ABE0-AC63FE0C40AB}"/>
                </a:ext>
              </a:extLst>
            </p:cNvPr>
            <p:cNvSpPr/>
            <p:nvPr/>
          </p:nvSpPr>
          <p:spPr>
            <a:xfrm>
              <a:off x="8196645" y="1850626"/>
              <a:ext cx="282242" cy="215155"/>
            </a:xfrm>
            <a:custGeom>
              <a:avLst/>
              <a:gdLst>
                <a:gd name="connsiteX0" fmla="*/ 242546 w 282242"/>
                <a:gd name="connsiteY0" fmla="*/ 215155 h 215155"/>
                <a:gd name="connsiteX1" fmla="*/ 202850 w 282242"/>
                <a:gd name="connsiteY1" fmla="*/ 175459 h 215155"/>
                <a:gd name="connsiteX2" fmla="*/ 202850 w 282242"/>
                <a:gd name="connsiteY2" fmla="*/ 141121 h 215155"/>
                <a:gd name="connsiteX3" fmla="*/ 141121 w 282242"/>
                <a:gd name="connsiteY3" fmla="*/ 79393 h 215155"/>
                <a:gd name="connsiteX4" fmla="*/ 79393 w 282242"/>
                <a:gd name="connsiteY4" fmla="*/ 141121 h 215155"/>
                <a:gd name="connsiteX5" fmla="*/ 79393 w 282242"/>
                <a:gd name="connsiteY5" fmla="*/ 175459 h 215155"/>
                <a:gd name="connsiteX6" fmla="*/ 39697 w 282242"/>
                <a:gd name="connsiteY6" fmla="*/ 215155 h 215155"/>
                <a:gd name="connsiteX7" fmla="*/ 0 w 282242"/>
                <a:gd name="connsiteY7" fmla="*/ 175459 h 215155"/>
                <a:gd name="connsiteX8" fmla="*/ 0 w 282242"/>
                <a:gd name="connsiteY8" fmla="*/ 141121 h 215155"/>
                <a:gd name="connsiteX9" fmla="*/ 141121 w 282242"/>
                <a:gd name="connsiteY9" fmla="*/ 0 h 215155"/>
                <a:gd name="connsiteX10" fmla="*/ 282243 w 282242"/>
                <a:gd name="connsiteY10" fmla="*/ 141121 h 215155"/>
                <a:gd name="connsiteX11" fmla="*/ 282243 w 282242"/>
                <a:gd name="connsiteY11" fmla="*/ 175459 h 215155"/>
                <a:gd name="connsiteX12" fmla="*/ 242546 w 282242"/>
                <a:gd name="connsiteY12" fmla="*/ 215155 h 21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242" h="215155">
                  <a:moveTo>
                    <a:pt x="242546" y="215155"/>
                  </a:moveTo>
                  <a:cubicBezTo>
                    <a:pt x="220622" y="215155"/>
                    <a:pt x="202850" y="197381"/>
                    <a:pt x="202850" y="175459"/>
                  </a:cubicBezTo>
                  <a:lnTo>
                    <a:pt x="202850" y="141121"/>
                  </a:lnTo>
                  <a:cubicBezTo>
                    <a:pt x="202850" y="107032"/>
                    <a:pt x="175213" y="79393"/>
                    <a:pt x="141121" y="79393"/>
                  </a:cubicBezTo>
                  <a:cubicBezTo>
                    <a:pt x="107030" y="79393"/>
                    <a:pt x="79393" y="107032"/>
                    <a:pt x="79393" y="141121"/>
                  </a:cubicBezTo>
                  <a:lnTo>
                    <a:pt x="79393" y="175459"/>
                  </a:lnTo>
                  <a:cubicBezTo>
                    <a:pt x="79393" y="197381"/>
                    <a:pt x="61621" y="215155"/>
                    <a:pt x="39697" y="215155"/>
                  </a:cubicBezTo>
                  <a:cubicBezTo>
                    <a:pt x="17773" y="215155"/>
                    <a:pt x="0" y="197381"/>
                    <a:pt x="0" y="175459"/>
                  </a:cubicBezTo>
                  <a:lnTo>
                    <a:pt x="0" y="141121"/>
                  </a:lnTo>
                  <a:cubicBezTo>
                    <a:pt x="0" y="63182"/>
                    <a:pt x="63182" y="0"/>
                    <a:pt x="141121" y="0"/>
                  </a:cubicBezTo>
                  <a:cubicBezTo>
                    <a:pt x="219061" y="0"/>
                    <a:pt x="282243" y="63182"/>
                    <a:pt x="282243" y="141121"/>
                  </a:cubicBezTo>
                  <a:lnTo>
                    <a:pt x="282243" y="175459"/>
                  </a:lnTo>
                  <a:cubicBezTo>
                    <a:pt x="282243" y="197381"/>
                    <a:pt x="264470" y="215155"/>
                    <a:pt x="242546" y="2151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9F98427-6CB8-C14B-AF5E-F6AFD09D852A}"/>
                </a:ext>
              </a:extLst>
            </p:cNvPr>
            <p:cNvSpPr/>
            <p:nvPr/>
          </p:nvSpPr>
          <p:spPr>
            <a:xfrm>
              <a:off x="8507867" y="172558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20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601C04A6-04DB-7D4D-8711-6846C471BF8D}"/>
                </a:ext>
              </a:extLst>
            </p:cNvPr>
            <p:cNvSpPr/>
            <p:nvPr/>
          </p:nvSpPr>
          <p:spPr>
            <a:xfrm>
              <a:off x="8507867" y="1844672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3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1A1F4B8B-D05B-3242-86E1-8227EDA1F65E}"/>
                </a:ext>
              </a:extLst>
            </p:cNvPr>
            <p:cNvSpPr/>
            <p:nvPr/>
          </p:nvSpPr>
          <p:spPr>
            <a:xfrm>
              <a:off x="8507867" y="1973686"/>
              <a:ext cx="267952" cy="79393"/>
            </a:xfrm>
            <a:custGeom>
              <a:avLst/>
              <a:gdLst>
                <a:gd name="connsiteX0" fmla="*/ 228255 w 267952"/>
                <a:gd name="connsiteY0" fmla="*/ 79393 h 79393"/>
                <a:gd name="connsiteX1" fmla="*/ 39697 w 267952"/>
                <a:gd name="connsiteY1" fmla="*/ 79393 h 79393"/>
                <a:gd name="connsiteX2" fmla="*/ 0 w 267952"/>
                <a:gd name="connsiteY2" fmla="*/ 39697 h 79393"/>
                <a:gd name="connsiteX3" fmla="*/ 39697 w 267952"/>
                <a:gd name="connsiteY3" fmla="*/ 0 h 79393"/>
                <a:gd name="connsiteX4" fmla="*/ 228255 w 267952"/>
                <a:gd name="connsiteY4" fmla="*/ 0 h 79393"/>
                <a:gd name="connsiteX5" fmla="*/ 267952 w 267952"/>
                <a:gd name="connsiteY5" fmla="*/ 39697 h 79393"/>
                <a:gd name="connsiteX6" fmla="*/ 228255 w 2679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52" h="79393">
                  <a:moveTo>
                    <a:pt x="22825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28255" y="0"/>
                  </a:lnTo>
                  <a:cubicBezTo>
                    <a:pt x="250178" y="0"/>
                    <a:pt x="267952" y="17774"/>
                    <a:pt x="267952" y="39697"/>
                  </a:cubicBezTo>
                  <a:cubicBezTo>
                    <a:pt x="267952" y="61619"/>
                    <a:pt x="250178" y="79393"/>
                    <a:pt x="22825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82E85B9-602E-9048-99AD-FA770F829F90}"/>
                </a:ext>
              </a:extLst>
            </p:cNvPr>
            <p:cNvSpPr/>
            <p:nvPr/>
          </p:nvSpPr>
          <p:spPr>
            <a:xfrm>
              <a:off x="8463704" y="1468448"/>
              <a:ext cx="362997" cy="163748"/>
            </a:xfrm>
            <a:custGeom>
              <a:avLst/>
              <a:gdLst>
                <a:gd name="connsiteX0" fmla="*/ 39697 w 362997"/>
                <a:gd name="connsiteY0" fmla="*/ 163748 h 163748"/>
                <a:gd name="connsiteX1" fmla="*/ 0 w 362997"/>
                <a:gd name="connsiteY1" fmla="*/ 124052 h 163748"/>
                <a:gd name="connsiteX2" fmla="*/ 0 w 362997"/>
                <a:gd name="connsiteY2" fmla="*/ 39697 h 163748"/>
                <a:gd name="connsiteX3" fmla="*/ 39697 w 362997"/>
                <a:gd name="connsiteY3" fmla="*/ 0 h 163748"/>
                <a:gd name="connsiteX4" fmla="*/ 320649 w 362997"/>
                <a:gd name="connsiteY4" fmla="*/ 0 h 163748"/>
                <a:gd name="connsiteX5" fmla="*/ 360346 w 362997"/>
                <a:gd name="connsiteY5" fmla="*/ 38406 h 163748"/>
                <a:gd name="connsiteX6" fmla="*/ 362976 w 362997"/>
                <a:gd name="connsiteY6" fmla="*/ 117800 h 163748"/>
                <a:gd name="connsiteX7" fmla="*/ 324594 w 362997"/>
                <a:gd name="connsiteY7" fmla="*/ 158811 h 163748"/>
                <a:gd name="connsiteX8" fmla="*/ 283583 w 362997"/>
                <a:gd name="connsiteY8" fmla="*/ 120429 h 163748"/>
                <a:gd name="connsiteX9" fmla="*/ 282243 w 362997"/>
                <a:gd name="connsiteY9" fmla="*/ 79393 h 163748"/>
                <a:gd name="connsiteX10" fmla="*/ 79393 w 362997"/>
                <a:gd name="connsiteY10" fmla="*/ 79393 h 163748"/>
                <a:gd name="connsiteX11" fmla="*/ 79393 w 362997"/>
                <a:gd name="connsiteY11" fmla="*/ 124052 h 163748"/>
                <a:gd name="connsiteX12" fmla="*/ 39697 w 362997"/>
                <a:gd name="connsiteY12" fmla="*/ 163748 h 1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997" h="163748">
                  <a:moveTo>
                    <a:pt x="39697" y="163748"/>
                  </a:moveTo>
                  <a:cubicBezTo>
                    <a:pt x="17773" y="163748"/>
                    <a:pt x="0" y="145976"/>
                    <a:pt x="0" y="1240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0649" y="0"/>
                  </a:lnTo>
                  <a:cubicBezTo>
                    <a:pt x="342080" y="-11"/>
                    <a:pt x="359651" y="16988"/>
                    <a:pt x="360346" y="38406"/>
                  </a:cubicBezTo>
                  <a:lnTo>
                    <a:pt x="362976" y="117800"/>
                  </a:lnTo>
                  <a:cubicBezTo>
                    <a:pt x="363700" y="139723"/>
                    <a:pt x="346517" y="158085"/>
                    <a:pt x="324594" y="158811"/>
                  </a:cubicBezTo>
                  <a:cubicBezTo>
                    <a:pt x="302672" y="159537"/>
                    <a:pt x="284307" y="142353"/>
                    <a:pt x="283583" y="120429"/>
                  </a:cubicBezTo>
                  <a:lnTo>
                    <a:pt x="282243" y="79393"/>
                  </a:lnTo>
                  <a:lnTo>
                    <a:pt x="79393" y="79393"/>
                  </a:lnTo>
                  <a:lnTo>
                    <a:pt x="79393" y="124052"/>
                  </a:lnTo>
                  <a:cubicBezTo>
                    <a:pt x="79393" y="145976"/>
                    <a:pt x="61621" y="163748"/>
                    <a:pt x="39697" y="1637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969E67AE-69EE-134A-BEC5-C6EC5DB3AD02}"/>
                </a:ext>
              </a:extLst>
            </p:cNvPr>
            <p:cNvSpPr/>
            <p:nvPr/>
          </p:nvSpPr>
          <p:spPr>
            <a:xfrm>
              <a:off x="8080285" y="1470926"/>
              <a:ext cx="833628" cy="734389"/>
            </a:xfrm>
            <a:custGeom>
              <a:avLst/>
              <a:gdLst>
                <a:gd name="connsiteX0" fmla="*/ 793932 w 833628"/>
                <a:gd name="connsiteY0" fmla="*/ 734389 h 734389"/>
                <a:gd name="connsiteX1" fmla="*/ 39697 w 833628"/>
                <a:gd name="connsiteY1" fmla="*/ 734389 h 734389"/>
                <a:gd name="connsiteX2" fmla="*/ 0 w 833628"/>
                <a:gd name="connsiteY2" fmla="*/ 694693 h 734389"/>
                <a:gd name="connsiteX3" fmla="*/ 0 w 833628"/>
                <a:gd name="connsiteY3" fmla="*/ 39700 h 734389"/>
                <a:gd name="connsiteX4" fmla="*/ 11711 w 833628"/>
                <a:gd name="connsiteY4" fmla="*/ 11515 h 734389"/>
                <a:gd name="connsiteX5" fmla="*/ 39994 w 833628"/>
                <a:gd name="connsiteY5" fmla="*/ 3 h 734389"/>
                <a:gd name="connsiteX6" fmla="*/ 323478 w 833628"/>
                <a:gd name="connsiteY6" fmla="*/ 2087 h 734389"/>
                <a:gd name="connsiteX7" fmla="*/ 362877 w 833628"/>
                <a:gd name="connsiteY7" fmla="*/ 41784 h 734389"/>
                <a:gd name="connsiteX8" fmla="*/ 362877 w 833628"/>
                <a:gd name="connsiteY8" fmla="*/ 89370 h 734389"/>
                <a:gd name="connsiteX9" fmla="*/ 793932 w 833628"/>
                <a:gd name="connsiteY9" fmla="*/ 89370 h 734389"/>
                <a:gd name="connsiteX10" fmla="*/ 833629 w 833628"/>
                <a:gd name="connsiteY10" fmla="*/ 129066 h 734389"/>
                <a:gd name="connsiteX11" fmla="*/ 833629 w 833628"/>
                <a:gd name="connsiteY11" fmla="*/ 694742 h 734389"/>
                <a:gd name="connsiteX12" fmla="*/ 793932 w 833628"/>
                <a:gd name="connsiteY12" fmla="*/ 734389 h 734389"/>
                <a:gd name="connsiteX13" fmla="*/ 79393 w 833628"/>
                <a:gd name="connsiteY13" fmla="*/ 654996 h 734389"/>
                <a:gd name="connsiteX14" fmla="*/ 754235 w 833628"/>
                <a:gd name="connsiteY14" fmla="*/ 654996 h 734389"/>
                <a:gd name="connsiteX15" fmla="*/ 754235 w 833628"/>
                <a:gd name="connsiteY15" fmla="*/ 168713 h 734389"/>
                <a:gd name="connsiteX16" fmla="*/ 323279 w 833628"/>
                <a:gd name="connsiteY16" fmla="*/ 168713 h 734389"/>
                <a:gd name="connsiteX17" fmla="*/ 283583 w 833628"/>
                <a:gd name="connsiteY17" fmla="*/ 129017 h 734389"/>
                <a:gd name="connsiteX18" fmla="*/ 283583 w 833628"/>
                <a:gd name="connsiteY18" fmla="*/ 81183 h 734389"/>
                <a:gd name="connsiteX19" fmla="*/ 79393 w 833628"/>
                <a:gd name="connsiteY19" fmla="*/ 79644 h 73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3628" h="734389">
                  <a:moveTo>
                    <a:pt x="793932" y="734389"/>
                  </a:moveTo>
                  <a:lnTo>
                    <a:pt x="39697" y="734389"/>
                  </a:lnTo>
                  <a:cubicBezTo>
                    <a:pt x="17773" y="734389"/>
                    <a:pt x="0" y="716615"/>
                    <a:pt x="0" y="694693"/>
                  </a:cubicBezTo>
                  <a:lnTo>
                    <a:pt x="0" y="39700"/>
                  </a:lnTo>
                  <a:cubicBezTo>
                    <a:pt x="-8" y="29119"/>
                    <a:pt x="4207" y="18974"/>
                    <a:pt x="11711" y="11515"/>
                  </a:cubicBezTo>
                  <a:cubicBezTo>
                    <a:pt x="19201" y="4022"/>
                    <a:pt x="29400" y="-129"/>
                    <a:pt x="39994" y="3"/>
                  </a:cubicBezTo>
                  <a:lnTo>
                    <a:pt x="323478" y="2087"/>
                  </a:lnTo>
                  <a:cubicBezTo>
                    <a:pt x="345285" y="2251"/>
                    <a:pt x="362877" y="19975"/>
                    <a:pt x="362877" y="41784"/>
                  </a:cubicBezTo>
                  <a:lnTo>
                    <a:pt x="362877" y="89370"/>
                  </a:lnTo>
                  <a:lnTo>
                    <a:pt x="793932" y="89370"/>
                  </a:lnTo>
                  <a:cubicBezTo>
                    <a:pt x="815854" y="89370"/>
                    <a:pt x="833629" y="107143"/>
                    <a:pt x="833629" y="129066"/>
                  </a:cubicBezTo>
                  <a:lnTo>
                    <a:pt x="833629" y="694742"/>
                  </a:lnTo>
                  <a:cubicBezTo>
                    <a:pt x="833599" y="716645"/>
                    <a:pt x="815835" y="734389"/>
                    <a:pt x="793932" y="734389"/>
                  </a:cubicBezTo>
                  <a:close/>
                  <a:moveTo>
                    <a:pt x="79393" y="654996"/>
                  </a:moveTo>
                  <a:lnTo>
                    <a:pt x="754235" y="654996"/>
                  </a:lnTo>
                  <a:lnTo>
                    <a:pt x="754235" y="168713"/>
                  </a:lnTo>
                  <a:lnTo>
                    <a:pt x="323279" y="168713"/>
                  </a:lnTo>
                  <a:cubicBezTo>
                    <a:pt x="301355" y="168713"/>
                    <a:pt x="283583" y="150941"/>
                    <a:pt x="283583" y="129017"/>
                  </a:cubicBezTo>
                  <a:lnTo>
                    <a:pt x="283583" y="81183"/>
                  </a:lnTo>
                  <a:lnTo>
                    <a:pt x="79393" y="7964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1" name="Picture Placeholder 45">
            <a:extLst>
              <a:ext uri="{FF2B5EF4-FFF2-40B4-BE49-F238E27FC236}">
                <a16:creationId xmlns:a16="http://schemas.microsoft.com/office/drawing/2014/main" id="{88F6137A-30F2-4AAA-937C-19DA5C1DD208}"/>
              </a:ext>
            </a:extLst>
          </p:cNvPr>
          <p:cNvGrpSpPr>
            <a:grpSpLocks noChangeAspect="1"/>
          </p:cNvGrpSpPr>
          <p:nvPr/>
        </p:nvGrpSpPr>
        <p:grpSpPr>
          <a:xfrm>
            <a:off x="9445180" y="1420068"/>
            <a:ext cx="739100" cy="833627"/>
            <a:chOff x="9445180" y="1420068"/>
            <a:chExt cx="739100" cy="833627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440355A5-D6D4-DB4F-9380-6793BC32CF2B}"/>
                </a:ext>
              </a:extLst>
            </p:cNvPr>
            <p:cNvSpPr/>
            <p:nvPr/>
          </p:nvSpPr>
          <p:spPr>
            <a:xfrm>
              <a:off x="9671351" y="1541936"/>
              <a:ext cx="196597" cy="196597"/>
            </a:xfrm>
            <a:custGeom>
              <a:avLst/>
              <a:gdLst>
                <a:gd name="connsiteX0" fmla="*/ 98299 w 196597"/>
                <a:gd name="connsiteY0" fmla="*/ 196597 h 196597"/>
                <a:gd name="connsiteX1" fmla="*/ 0 w 196597"/>
                <a:gd name="connsiteY1" fmla="*/ 98299 h 196597"/>
                <a:gd name="connsiteX2" fmla="*/ 98299 w 196597"/>
                <a:gd name="connsiteY2" fmla="*/ 0 h 196597"/>
                <a:gd name="connsiteX3" fmla="*/ 196597 w 196597"/>
                <a:gd name="connsiteY3" fmla="*/ 98299 h 196597"/>
                <a:gd name="connsiteX4" fmla="*/ 98299 w 196597"/>
                <a:gd name="connsiteY4" fmla="*/ 196597 h 196597"/>
                <a:gd name="connsiteX5" fmla="*/ 98299 w 196597"/>
                <a:gd name="connsiteY5" fmla="*/ 79393 h 196597"/>
                <a:gd name="connsiteX6" fmla="*/ 79393 w 196597"/>
                <a:gd name="connsiteY6" fmla="*/ 98299 h 196597"/>
                <a:gd name="connsiteX7" fmla="*/ 98299 w 196597"/>
                <a:gd name="connsiteY7" fmla="*/ 117204 h 196597"/>
                <a:gd name="connsiteX8" fmla="*/ 117204 w 196597"/>
                <a:gd name="connsiteY8" fmla="*/ 98299 h 196597"/>
                <a:gd name="connsiteX9" fmla="*/ 98299 w 196597"/>
                <a:gd name="connsiteY9" fmla="*/ 79393 h 19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597" h="196597">
                  <a:moveTo>
                    <a:pt x="98299" y="196597"/>
                  </a:moveTo>
                  <a:cubicBezTo>
                    <a:pt x="44010" y="196597"/>
                    <a:pt x="0" y="152588"/>
                    <a:pt x="0" y="98299"/>
                  </a:cubicBezTo>
                  <a:cubicBezTo>
                    <a:pt x="0" y="44010"/>
                    <a:pt x="44010" y="0"/>
                    <a:pt x="98299" y="0"/>
                  </a:cubicBezTo>
                  <a:cubicBezTo>
                    <a:pt x="152588" y="0"/>
                    <a:pt x="196597" y="44010"/>
                    <a:pt x="196597" y="98299"/>
                  </a:cubicBezTo>
                  <a:cubicBezTo>
                    <a:pt x="196515" y="152553"/>
                    <a:pt x="152554" y="196515"/>
                    <a:pt x="98299" y="196597"/>
                  </a:cubicBezTo>
                  <a:close/>
                  <a:moveTo>
                    <a:pt x="98299" y="79393"/>
                  </a:moveTo>
                  <a:cubicBezTo>
                    <a:pt x="87857" y="79393"/>
                    <a:pt x="79393" y="87857"/>
                    <a:pt x="79393" y="98299"/>
                  </a:cubicBezTo>
                  <a:cubicBezTo>
                    <a:pt x="79393" y="108740"/>
                    <a:pt x="87857" y="117204"/>
                    <a:pt x="98299" y="117204"/>
                  </a:cubicBezTo>
                  <a:cubicBezTo>
                    <a:pt x="108740" y="117204"/>
                    <a:pt x="117204" y="108740"/>
                    <a:pt x="117204" y="98299"/>
                  </a:cubicBezTo>
                  <a:cubicBezTo>
                    <a:pt x="117177" y="87869"/>
                    <a:pt x="108728" y="79420"/>
                    <a:pt x="9829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C4754029-A092-AB4E-9031-5CE8DF3F35B8}"/>
                </a:ext>
              </a:extLst>
            </p:cNvPr>
            <p:cNvSpPr/>
            <p:nvPr/>
          </p:nvSpPr>
          <p:spPr>
            <a:xfrm>
              <a:off x="9613295" y="1730445"/>
              <a:ext cx="312610" cy="235698"/>
            </a:xfrm>
            <a:custGeom>
              <a:avLst/>
              <a:gdLst>
                <a:gd name="connsiteX0" fmla="*/ 272914 w 312610"/>
                <a:gd name="connsiteY0" fmla="*/ 235698 h 235698"/>
                <a:gd name="connsiteX1" fmla="*/ 233217 w 312610"/>
                <a:gd name="connsiteY1" fmla="*/ 196002 h 235698"/>
                <a:gd name="connsiteX2" fmla="*/ 233217 w 312610"/>
                <a:gd name="connsiteY2" fmla="*/ 156305 h 235698"/>
                <a:gd name="connsiteX3" fmla="*/ 156305 w 312610"/>
                <a:gd name="connsiteY3" fmla="*/ 79393 h 235698"/>
                <a:gd name="connsiteX4" fmla="*/ 79393 w 312610"/>
                <a:gd name="connsiteY4" fmla="*/ 156305 h 235698"/>
                <a:gd name="connsiteX5" fmla="*/ 79393 w 312610"/>
                <a:gd name="connsiteY5" fmla="*/ 196002 h 235698"/>
                <a:gd name="connsiteX6" fmla="*/ 39697 w 312610"/>
                <a:gd name="connsiteY6" fmla="*/ 235698 h 235698"/>
                <a:gd name="connsiteX7" fmla="*/ 0 w 312610"/>
                <a:gd name="connsiteY7" fmla="*/ 196002 h 235698"/>
                <a:gd name="connsiteX8" fmla="*/ 0 w 312610"/>
                <a:gd name="connsiteY8" fmla="*/ 156305 h 235698"/>
                <a:gd name="connsiteX9" fmla="*/ 156305 w 312610"/>
                <a:gd name="connsiteY9" fmla="*/ 0 h 235698"/>
                <a:gd name="connsiteX10" fmla="*/ 312611 w 312610"/>
                <a:gd name="connsiteY10" fmla="*/ 156305 h 235698"/>
                <a:gd name="connsiteX11" fmla="*/ 312611 w 312610"/>
                <a:gd name="connsiteY11" fmla="*/ 196002 h 235698"/>
                <a:gd name="connsiteX12" fmla="*/ 272914 w 312610"/>
                <a:gd name="connsiteY12" fmla="*/ 235698 h 23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2610" h="235698">
                  <a:moveTo>
                    <a:pt x="272914" y="235698"/>
                  </a:moveTo>
                  <a:cubicBezTo>
                    <a:pt x="250990" y="235698"/>
                    <a:pt x="233217" y="217924"/>
                    <a:pt x="233217" y="196002"/>
                  </a:cubicBezTo>
                  <a:lnTo>
                    <a:pt x="233217" y="156305"/>
                  </a:lnTo>
                  <a:cubicBezTo>
                    <a:pt x="233217" y="113828"/>
                    <a:pt x="198783" y="79393"/>
                    <a:pt x="156305" y="79393"/>
                  </a:cubicBezTo>
                  <a:cubicBezTo>
                    <a:pt x="113828" y="79393"/>
                    <a:pt x="79393" y="113828"/>
                    <a:pt x="79393" y="156305"/>
                  </a:cubicBezTo>
                  <a:lnTo>
                    <a:pt x="79393" y="196002"/>
                  </a:lnTo>
                  <a:cubicBezTo>
                    <a:pt x="79393" y="217924"/>
                    <a:pt x="61621" y="235698"/>
                    <a:pt x="39697" y="235698"/>
                  </a:cubicBezTo>
                  <a:cubicBezTo>
                    <a:pt x="17773" y="235698"/>
                    <a:pt x="0" y="217924"/>
                    <a:pt x="0" y="196002"/>
                  </a:cubicBezTo>
                  <a:lnTo>
                    <a:pt x="0" y="156305"/>
                  </a:lnTo>
                  <a:cubicBezTo>
                    <a:pt x="0" y="69980"/>
                    <a:pt x="69980" y="0"/>
                    <a:pt x="156305" y="0"/>
                  </a:cubicBezTo>
                  <a:cubicBezTo>
                    <a:pt x="242631" y="0"/>
                    <a:pt x="312611" y="69980"/>
                    <a:pt x="312611" y="156305"/>
                  </a:cubicBezTo>
                  <a:lnTo>
                    <a:pt x="312611" y="196002"/>
                  </a:lnTo>
                  <a:cubicBezTo>
                    <a:pt x="312611" y="217924"/>
                    <a:pt x="294837" y="235698"/>
                    <a:pt x="272914" y="23569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E255437-ACBE-8E49-BF33-A863FFA2C744}"/>
                </a:ext>
              </a:extLst>
            </p:cNvPr>
            <p:cNvSpPr/>
            <p:nvPr/>
          </p:nvSpPr>
          <p:spPr>
            <a:xfrm>
              <a:off x="10015146" y="1803636"/>
              <a:ext cx="169134" cy="357271"/>
            </a:xfrm>
            <a:custGeom>
              <a:avLst/>
              <a:gdLst>
                <a:gd name="connsiteX0" fmla="*/ 40121 w 169134"/>
                <a:gd name="connsiteY0" fmla="*/ 357269 h 357271"/>
                <a:gd name="connsiteX1" fmla="*/ 2 w 169134"/>
                <a:gd name="connsiteY1" fmla="*/ 317994 h 357271"/>
                <a:gd name="connsiteX2" fmla="*/ 39277 w 169134"/>
                <a:gd name="connsiteY2" fmla="*/ 277876 h 357271"/>
                <a:gd name="connsiteX3" fmla="*/ 89741 w 169134"/>
                <a:gd name="connsiteY3" fmla="*/ 276834 h 357271"/>
                <a:gd name="connsiteX4" fmla="*/ 89741 w 169134"/>
                <a:gd name="connsiteY4" fmla="*/ 79393 h 357271"/>
                <a:gd name="connsiteX5" fmla="*/ 50045 w 169134"/>
                <a:gd name="connsiteY5" fmla="*/ 79393 h 357271"/>
                <a:gd name="connsiteX6" fmla="*/ 10348 w 169134"/>
                <a:gd name="connsiteY6" fmla="*/ 39697 h 357271"/>
                <a:gd name="connsiteX7" fmla="*/ 50045 w 169134"/>
                <a:gd name="connsiteY7" fmla="*/ 0 h 357271"/>
                <a:gd name="connsiteX8" fmla="*/ 129438 w 169134"/>
                <a:gd name="connsiteY8" fmla="*/ 0 h 357271"/>
                <a:gd name="connsiteX9" fmla="*/ 169135 w 169134"/>
                <a:gd name="connsiteY9" fmla="*/ 39697 h 357271"/>
                <a:gd name="connsiteX10" fmla="*/ 169135 w 169134"/>
                <a:gd name="connsiteY10" fmla="*/ 315687 h 357271"/>
                <a:gd name="connsiteX11" fmla="*/ 130282 w 169134"/>
                <a:gd name="connsiteY11" fmla="*/ 355383 h 357271"/>
                <a:gd name="connsiteX12" fmla="*/ 40964 w 169134"/>
                <a:gd name="connsiteY12" fmla="*/ 357269 h 35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134" h="357271">
                  <a:moveTo>
                    <a:pt x="40121" y="357269"/>
                  </a:moveTo>
                  <a:cubicBezTo>
                    <a:pt x="18198" y="357502"/>
                    <a:pt x="235" y="339917"/>
                    <a:pt x="2" y="317994"/>
                  </a:cubicBezTo>
                  <a:cubicBezTo>
                    <a:pt x="-231" y="296072"/>
                    <a:pt x="17355" y="278109"/>
                    <a:pt x="39277" y="277876"/>
                  </a:cubicBezTo>
                  <a:lnTo>
                    <a:pt x="89741" y="276834"/>
                  </a:lnTo>
                  <a:lnTo>
                    <a:pt x="89741" y="79393"/>
                  </a:lnTo>
                  <a:lnTo>
                    <a:pt x="50045" y="79393"/>
                  </a:lnTo>
                  <a:cubicBezTo>
                    <a:pt x="28122" y="79393"/>
                    <a:pt x="10348" y="61620"/>
                    <a:pt x="10348" y="39697"/>
                  </a:cubicBezTo>
                  <a:cubicBezTo>
                    <a:pt x="10348" y="17773"/>
                    <a:pt x="28122" y="0"/>
                    <a:pt x="50045" y="0"/>
                  </a:cubicBezTo>
                  <a:lnTo>
                    <a:pt x="129438" y="0"/>
                  </a:lnTo>
                  <a:cubicBezTo>
                    <a:pt x="151360" y="0"/>
                    <a:pt x="169135" y="17773"/>
                    <a:pt x="169135" y="39697"/>
                  </a:cubicBezTo>
                  <a:lnTo>
                    <a:pt x="169135" y="315687"/>
                  </a:lnTo>
                  <a:cubicBezTo>
                    <a:pt x="169140" y="337287"/>
                    <a:pt x="151877" y="354922"/>
                    <a:pt x="130282" y="355383"/>
                  </a:cubicBezTo>
                  <a:lnTo>
                    <a:pt x="40964" y="35726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BBCCBD9F-00AA-DA4F-9D81-2B4AD745EECA}"/>
                </a:ext>
              </a:extLst>
            </p:cNvPr>
            <p:cNvSpPr/>
            <p:nvPr/>
          </p:nvSpPr>
          <p:spPr>
            <a:xfrm>
              <a:off x="9592454" y="2021322"/>
              <a:ext cx="367193" cy="79393"/>
            </a:xfrm>
            <a:custGeom>
              <a:avLst/>
              <a:gdLst>
                <a:gd name="connsiteX0" fmla="*/ 327497 w 367193"/>
                <a:gd name="connsiteY0" fmla="*/ 79393 h 79393"/>
                <a:gd name="connsiteX1" fmla="*/ 39697 w 367193"/>
                <a:gd name="connsiteY1" fmla="*/ 79393 h 79393"/>
                <a:gd name="connsiteX2" fmla="*/ 0 w 367193"/>
                <a:gd name="connsiteY2" fmla="*/ 39697 h 79393"/>
                <a:gd name="connsiteX3" fmla="*/ 39697 w 367193"/>
                <a:gd name="connsiteY3" fmla="*/ 0 h 79393"/>
                <a:gd name="connsiteX4" fmla="*/ 327497 w 367193"/>
                <a:gd name="connsiteY4" fmla="*/ 0 h 79393"/>
                <a:gd name="connsiteX5" fmla="*/ 367194 w 367193"/>
                <a:gd name="connsiteY5" fmla="*/ 39697 h 79393"/>
                <a:gd name="connsiteX6" fmla="*/ 327497 w 36719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7193" h="79393">
                  <a:moveTo>
                    <a:pt x="327497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27497" y="0"/>
                  </a:lnTo>
                  <a:cubicBezTo>
                    <a:pt x="349419" y="0"/>
                    <a:pt x="367194" y="17774"/>
                    <a:pt x="367194" y="39697"/>
                  </a:cubicBezTo>
                  <a:cubicBezTo>
                    <a:pt x="367194" y="61619"/>
                    <a:pt x="349419" y="79393"/>
                    <a:pt x="32749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A7776FE8-56C6-5343-AE0B-252F33708B8B}"/>
                </a:ext>
              </a:extLst>
            </p:cNvPr>
            <p:cNvSpPr/>
            <p:nvPr/>
          </p:nvSpPr>
          <p:spPr>
            <a:xfrm>
              <a:off x="9445180" y="1420068"/>
              <a:ext cx="734387" cy="833627"/>
            </a:xfrm>
            <a:custGeom>
              <a:avLst/>
              <a:gdLst>
                <a:gd name="connsiteX0" fmla="*/ 605373 w 734387"/>
                <a:gd name="connsiteY0" fmla="*/ 833628 h 833627"/>
                <a:gd name="connsiteX1" fmla="*/ 39697 w 734387"/>
                <a:gd name="connsiteY1" fmla="*/ 833628 h 833627"/>
                <a:gd name="connsiteX2" fmla="*/ 0 w 734387"/>
                <a:gd name="connsiteY2" fmla="*/ 793931 h 833627"/>
                <a:gd name="connsiteX3" fmla="*/ 0 w 734387"/>
                <a:gd name="connsiteY3" fmla="*/ 39697 h 833627"/>
                <a:gd name="connsiteX4" fmla="*/ 39697 w 734387"/>
                <a:gd name="connsiteY4" fmla="*/ 0 h 833627"/>
                <a:gd name="connsiteX5" fmla="*/ 694690 w 734387"/>
                <a:gd name="connsiteY5" fmla="*/ 0 h 833627"/>
                <a:gd name="connsiteX6" fmla="*/ 734387 w 734387"/>
                <a:gd name="connsiteY6" fmla="*/ 39697 h 833627"/>
                <a:gd name="connsiteX7" fmla="*/ 734139 w 734387"/>
                <a:gd name="connsiteY7" fmla="*/ 314198 h 833627"/>
                <a:gd name="connsiteX8" fmla="*/ 722379 w 734387"/>
                <a:gd name="connsiteY8" fmla="*/ 342333 h 833627"/>
                <a:gd name="connsiteX9" fmla="*/ 694095 w 734387"/>
                <a:gd name="connsiteY9" fmla="*/ 353796 h 833627"/>
                <a:gd name="connsiteX10" fmla="*/ 645318 w 734387"/>
                <a:gd name="connsiteY10" fmla="*/ 353399 h 833627"/>
                <a:gd name="connsiteX11" fmla="*/ 645318 w 734387"/>
                <a:gd name="connsiteY11" fmla="*/ 793931 h 833627"/>
                <a:gd name="connsiteX12" fmla="*/ 605621 w 734387"/>
                <a:gd name="connsiteY12" fmla="*/ 833628 h 833627"/>
                <a:gd name="connsiteX13" fmla="*/ 605373 w 734387"/>
                <a:gd name="connsiteY13" fmla="*/ 833628 h 833627"/>
                <a:gd name="connsiteX14" fmla="*/ 79393 w 734387"/>
                <a:gd name="connsiteY14" fmla="*/ 754234 h 833627"/>
                <a:gd name="connsiteX15" fmla="*/ 565677 w 734387"/>
                <a:gd name="connsiteY15" fmla="*/ 754234 h 833627"/>
                <a:gd name="connsiteX16" fmla="*/ 565677 w 734387"/>
                <a:gd name="connsiteY16" fmla="*/ 313355 h 833627"/>
                <a:gd name="connsiteX17" fmla="*/ 605373 w 734387"/>
                <a:gd name="connsiteY17" fmla="*/ 273658 h 833627"/>
                <a:gd name="connsiteX18" fmla="*/ 605720 w 734387"/>
                <a:gd name="connsiteY18" fmla="*/ 273658 h 833627"/>
                <a:gd name="connsiteX19" fmla="*/ 654547 w 734387"/>
                <a:gd name="connsiteY19" fmla="*/ 274055 h 833627"/>
                <a:gd name="connsiteX20" fmla="*/ 654746 w 734387"/>
                <a:gd name="connsiteY20" fmla="*/ 79393 h 833627"/>
                <a:gd name="connsiteX21" fmla="*/ 79145 w 734387"/>
                <a:gd name="connsiteY21" fmla="*/ 79393 h 83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34387" h="833627">
                  <a:moveTo>
                    <a:pt x="605373" y="833628"/>
                  </a:moveTo>
                  <a:lnTo>
                    <a:pt x="39697" y="833628"/>
                  </a:lnTo>
                  <a:cubicBezTo>
                    <a:pt x="17773" y="833628"/>
                    <a:pt x="0" y="815853"/>
                    <a:pt x="0" y="7939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94690" y="0"/>
                  </a:lnTo>
                  <a:cubicBezTo>
                    <a:pt x="716613" y="0"/>
                    <a:pt x="734387" y="17773"/>
                    <a:pt x="734387" y="39697"/>
                  </a:cubicBezTo>
                  <a:lnTo>
                    <a:pt x="734139" y="314198"/>
                  </a:lnTo>
                  <a:cubicBezTo>
                    <a:pt x="734119" y="324768"/>
                    <a:pt x="729886" y="334894"/>
                    <a:pt x="722379" y="342333"/>
                  </a:cubicBezTo>
                  <a:cubicBezTo>
                    <a:pt x="714802" y="349692"/>
                    <a:pt x="704654" y="353804"/>
                    <a:pt x="694095" y="353796"/>
                  </a:cubicBezTo>
                  <a:lnTo>
                    <a:pt x="645318" y="353399"/>
                  </a:lnTo>
                  <a:lnTo>
                    <a:pt x="645318" y="793931"/>
                  </a:lnTo>
                  <a:cubicBezTo>
                    <a:pt x="645318" y="815853"/>
                    <a:pt x="627544" y="833628"/>
                    <a:pt x="605621" y="833628"/>
                  </a:cubicBezTo>
                  <a:cubicBezTo>
                    <a:pt x="605537" y="833628"/>
                    <a:pt x="605457" y="833628"/>
                    <a:pt x="605373" y="833628"/>
                  </a:cubicBezTo>
                  <a:close/>
                  <a:moveTo>
                    <a:pt x="79393" y="754234"/>
                  </a:moveTo>
                  <a:lnTo>
                    <a:pt x="565677" y="754234"/>
                  </a:lnTo>
                  <a:lnTo>
                    <a:pt x="565677" y="313355"/>
                  </a:lnTo>
                  <a:cubicBezTo>
                    <a:pt x="565677" y="291431"/>
                    <a:pt x="583451" y="273658"/>
                    <a:pt x="605373" y="273658"/>
                  </a:cubicBezTo>
                  <a:lnTo>
                    <a:pt x="605720" y="273658"/>
                  </a:lnTo>
                  <a:lnTo>
                    <a:pt x="654547" y="274055"/>
                  </a:lnTo>
                  <a:lnTo>
                    <a:pt x="654746" y="79393"/>
                  </a:lnTo>
                  <a:lnTo>
                    <a:pt x="79145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1" name="Picture Placeholder 47">
            <a:extLst>
              <a:ext uri="{FF2B5EF4-FFF2-40B4-BE49-F238E27FC236}">
                <a16:creationId xmlns:a16="http://schemas.microsoft.com/office/drawing/2014/main" id="{A6DE021B-9F65-4562-A4B5-8170B6BF9038}"/>
              </a:ext>
            </a:extLst>
          </p:cNvPr>
          <p:cNvGrpSpPr>
            <a:grpSpLocks noChangeAspect="1"/>
          </p:cNvGrpSpPr>
          <p:nvPr/>
        </p:nvGrpSpPr>
        <p:grpSpPr>
          <a:xfrm>
            <a:off x="1624565" y="2539994"/>
            <a:ext cx="600410" cy="831047"/>
            <a:chOff x="1624565" y="2539994"/>
            <a:chExt cx="600410" cy="831047"/>
          </a:xfrm>
        </p:grpSpPr>
        <p:grpSp>
          <p:nvGrpSpPr>
            <p:cNvPr id="92" name="Picture Placeholder 47">
              <a:extLst>
                <a:ext uri="{FF2B5EF4-FFF2-40B4-BE49-F238E27FC236}">
                  <a16:creationId xmlns:a16="http://schemas.microsoft.com/office/drawing/2014/main" id="{A6DE021B-9F65-4562-A4B5-8170B6BF9038}"/>
                </a:ext>
              </a:extLst>
            </p:cNvPr>
            <p:cNvGrpSpPr/>
            <p:nvPr/>
          </p:nvGrpSpPr>
          <p:grpSpPr>
            <a:xfrm>
              <a:off x="1624565" y="2539994"/>
              <a:ext cx="600410" cy="831047"/>
              <a:chOff x="1624565" y="2539994"/>
              <a:chExt cx="600410" cy="831047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8F8E0CEF-614E-6948-865E-67837A879DDB}"/>
                  </a:ext>
                </a:extLst>
              </p:cNvPr>
              <p:cNvSpPr/>
              <p:nvPr/>
            </p:nvSpPr>
            <p:spPr>
              <a:xfrm>
                <a:off x="1624565" y="2821542"/>
                <a:ext cx="595448" cy="79393"/>
              </a:xfrm>
              <a:custGeom>
                <a:avLst/>
                <a:gdLst>
                  <a:gd name="connsiteX0" fmla="*/ 555752 w 595448"/>
                  <a:gd name="connsiteY0" fmla="*/ 79393 h 79393"/>
                  <a:gd name="connsiteX1" fmla="*/ 39697 w 595448"/>
                  <a:gd name="connsiteY1" fmla="*/ 79393 h 79393"/>
                  <a:gd name="connsiteX2" fmla="*/ 0 w 595448"/>
                  <a:gd name="connsiteY2" fmla="*/ 39697 h 79393"/>
                  <a:gd name="connsiteX3" fmla="*/ 39697 w 595448"/>
                  <a:gd name="connsiteY3" fmla="*/ 0 h 79393"/>
                  <a:gd name="connsiteX4" fmla="*/ 555752 w 595448"/>
                  <a:gd name="connsiteY4" fmla="*/ 0 h 79393"/>
                  <a:gd name="connsiteX5" fmla="*/ 595449 w 595448"/>
                  <a:gd name="connsiteY5" fmla="*/ 39697 h 79393"/>
                  <a:gd name="connsiteX6" fmla="*/ 555752 w 595448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5448" h="79393">
                    <a:moveTo>
                      <a:pt x="5557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555752" y="0"/>
                    </a:lnTo>
                    <a:cubicBezTo>
                      <a:pt x="577675" y="0"/>
                      <a:pt x="595449" y="17773"/>
                      <a:pt x="595449" y="39697"/>
                    </a:cubicBezTo>
                    <a:cubicBezTo>
                      <a:pt x="595449" y="61620"/>
                      <a:pt x="577675" y="79393"/>
                      <a:pt x="555752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633AD53-8C15-414D-B264-CF56F988FCD1}"/>
                  </a:ext>
                </a:extLst>
              </p:cNvPr>
              <p:cNvSpPr/>
              <p:nvPr/>
            </p:nvSpPr>
            <p:spPr>
              <a:xfrm>
                <a:off x="1624565" y="2539994"/>
                <a:ext cx="600410" cy="831047"/>
              </a:xfrm>
              <a:custGeom>
                <a:avLst/>
                <a:gdLst>
                  <a:gd name="connsiteX0" fmla="*/ 560714 w 600410"/>
                  <a:gd name="connsiteY0" fmla="*/ 831047 h 831047"/>
                  <a:gd name="connsiteX1" fmla="*/ 39697 w 600410"/>
                  <a:gd name="connsiteY1" fmla="*/ 831047 h 831047"/>
                  <a:gd name="connsiteX2" fmla="*/ 0 w 600410"/>
                  <a:gd name="connsiteY2" fmla="*/ 791351 h 831047"/>
                  <a:gd name="connsiteX3" fmla="*/ 0 w 600410"/>
                  <a:gd name="connsiteY3" fmla="*/ 39697 h 831047"/>
                  <a:gd name="connsiteX4" fmla="*/ 39697 w 600410"/>
                  <a:gd name="connsiteY4" fmla="*/ 0 h 831047"/>
                  <a:gd name="connsiteX5" fmla="*/ 39697 w 600410"/>
                  <a:gd name="connsiteY5" fmla="*/ 0 h 831047"/>
                  <a:gd name="connsiteX6" fmla="*/ 560714 w 600410"/>
                  <a:gd name="connsiteY6" fmla="*/ 794 h 831047"/>
                  <a:gd name="connsiteX7" fmla="*/ 600411 w 600410"/>
                  <a:gd name="connsiteY7" fmla="*/ 40490 h 831047"/>
                  <a:gd name="connsiteX8" fmla="*/ 600411 w 600410"/>
                  <a:gd name="connsiteY8" fmla="*/ 791351 h 831047"/>
                  <a:gd name="connsiteX9" fmla="*/ 560714 w 600410"/>
                  <a:gd name="connsiteY9" fmla="*/ 831047 h 831047"/>
                  <a:gd name="connsiteX10" fmla="*/ 79393 w 600410"/>
                  <a:gd name="connsiteY10" fmla="*/ 751654 h 831047"/>
                  <a:gd name="connsiteX11" fmla="*/ 521018 w 600410"/>
                  <a:gd name="connsiteY11" fmla="*/ 751654 h 831047"/>
                  <a:gd name="connsiteX12" fmla="*/ 521018 w 600410"/>
                  <a:gd name="connsiteY12" fmla="*/ 80137 h 831047"/>
                  <a:gd name="connsiteX13" fmla="*/ 79393 w 600410"/>
                  <a:gd name="connsiteY13" fmla="*/ 79443 h 831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0410" h="831047">
                    <a:moveTo>
                      <a:pt x="560714" y="831047"/>
                    </a:moveTo>
                    <a:lnTo>
                      <a:pt x="39697" y="831047"/>
                    </a:lnTo>
                    <a:cubicBezTo>
                      <a:pt x="17773" y="831047"/>
                      <a:pt x="0" y="813273"/>
                      <a:pt x="0" y="79135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lnTo>
                      <a:pt x="560714" y="794"/>
                    </a:lnTo>
                    <a:cubicBezTo>
                      <a:pt x="582637" y="794"/>
                      <a:pt x="600411" y="18567"/>
                      <a:pt x="600411" y="40490"/>
                    </a:cubicBezTo>
                    <a:lnTo>
                      <a:pt x="600411" y="791351"/>
                    </a:lnTo>
                    <a:cubicBezTo>
                      <a:pt x="600411" y="813273"/>
                      <a:pt x="582637" y="831047"/>
                      <a:pt x="560714" y="831047"/>
                    </a:cubicBezTo>
                    <a:close/>
                    <a:moveTo>
                      <a:pt x="79393" y="751654"/>
                    </a:moveTo>
                    <a:lnTo>
                      <a:pt x="521018" y="751654"/>
                    </a:lnTo>
                    <a:lnTo>
                      <a:pt x="521018" y="80137"/>
                    </a:lnTo>
                    <a:lnTo>
                      <a:pt x="79393" y="7944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36B45C20-59B0-C243-A31A-8B04D9891A44}"/>
                  </a:ext>
                </a:extLst>
              </p:cNvPr>
              <p:cNvSpPr/>
              <p:nvPr/>
            </p:nvSpPr>
            <p:spPr>
              <a:xfrm>
                <a:off x="1738196" y="2680123"/>
                <a:ext cx="130601" cy="79393"/>
              </a:xfrm>
              <a:custGeom>
                <a:avLst/>
                <a:gdLst>
                  <a:gd name="connsiteX0" fmla="*/ 90905 w 130601"/>
                  <a:gd name="connsiteY0" fmla="*/ 79393 h 79393"/>
                  <a:gd name="connsiteX1" fmla="*/ 39697 w 130601"/>
                  <a:gd name="connsiteY1" fmla="*/ 79393 h 79393"/>
                  <a:gd name="connsiteX2" fmla="*/ 0 w 130601"/>
                  <a:gd name="connsiteY2" fmla="*/ 39697 h 79393"/>
                  <a:gd name="connsiteX3" fmla="*/ 39697 w 130601"/>
                  <a:gd name="connsiteY3" fmla="*/ 0 h 79393"/>
                  <a:gd name="connsiteX4" fmla="*/ 90905 w 130601"/>
                  <a:gd name="connsiteY4" fmla="*/ 0 h 79393"/>
                  <a:gd name="connsiteX5" fmla="*/ 130602 w 130601"/>
                  <a:gd name="connsiteY5" fmla="*/ 39697 h 79393"/>
                  <a:gd name="connsiteX6" fmla="*/ 90905 w 13060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601" h="79393">
                    <a:moveTo>
                      <a:pt x="9090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90905" y="0"/>
                    </a:lnTo>
                    <a:cubicBezTo>
                      <a:pt x="112829" y="0"/>
                      <a:pt x="130602" y="17773"/>
                      <a:pt x="130602" y="39697"/>
                    </a:cubicBezTo>
                    <a:cubicBezTo>
                      <a:pt x="130602" y="61620"/>
                      <a:pt x="112829" y="79393"/>
                      <a:pt x="9090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44B9090-8881-2D45-9B12-8D4A77005809}"/>
                </a:ext>
              </a:extLst>
            </p:cNvPr>
            <p:cNvSpPr/>
            <p:nvPr/>
          </p:nvSpPr>
          <p:spPr>
            <a:xfrm>
              <a:off x="1734524" y="2965987"/>
              <a:ext cx="130601" cy="79393"/>
            </a:xfrm>
            <a:custGeom>
              <a:avLst/>
              <a:gdLst>
                <a:gd name="connsiteX0" fmla="*/ 90905 w 130601"/>
                <a:gd name="connsiteY0" fmla="*/ 79393 h 79393"/>
                <a:gd name="connsiteX1" fmla="*/ 39697 w 130601"/>
                <a:gd name="connsiteY1" fmla="*/ 79393 h 79393"/>
                <a:gd name="connsiteX2" fmla="*/ 0 w 130601"/>
                <a:gd name="connsiteY2" fmla="*/ 39697 h 79393"/>
                <a:gd name="connsiteX3" fmla="*/ 39697 w 130601"/>
                <a:gd name="connsiteY3" fmla="*/ 0 h 79393"/>
                <a:gd name="connsiteX4" fmla="*/ 90905 w 130601"/>
                <a:gd name="connsiteY4" fmla="*/ 0 h 79393"/>
                <a:gd name="connsiteX5" fmla="*/ 130602 w 130601"/>
                <a:gd name="connsiteY5" fmla="*/ 39697 h 79393"/>
                <a:gd name="connsiteX6" fmla="*/ 90905 w 1306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601" h="79393">
                  <a:moveTo>
                    <a:pt x="9090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0905" y="0"/>
                  </a:lnTo>
                  <a:cubicBezTo>
                    <a:pt x="112829" y="0"/>
                    <a:pt x="130602" y="17773"/>
                    <a:pt x="130602" y="39697"/>
                  </a:cubicBezTo>
                  <a:cubicBezTo>
                    <a:pt x="130602" y="61619"/>
                    <a:pt x="112829" y="79393"/>
                    <a:pt x="9090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7" name="Picture Placeholder 49">
            <a:extLst>
              <a:ext uri="{FF2B5EF4-FFF2-40B4-BE49-F238E27FC236}">
                <a16:creationId xmlns:a16="http://schemas.microsoft.com/office/drawing/2014/main" id="{F7754421-5D52-4486-825C-9EAA48988802}"/>
              </a:ext>
            </a:extLst>
          </p:cNvPr>
          <p:cNvGrpSpPr>
            <a:grpSpLocks noChangeAspect="1"/>
          </p:cNvGrpSpPr>
          <p:nvPr/>
        </p:nvGrpSpPr>
        <p:grpSpPr>
          <a:xfrm>
            <a:off x="2991098" y="2585802"/>
            <a:ext cx="502362" cy="739389"/>
            <a:chOff x="2991098" y="2585802"/>
            <a:chExt cx="502362" cy="739389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95A61E4-4BEB-5F40-938D-FFA6B1360BCD}"/>
                </a:ext>
              </a:extLst>
            </p:cNvPr>
            <p:cNvSpPr/>
            <p:nvPr/>
          </p:nvSpPr>
          <p:spPr>
            <a:xfrm>
              <a:off x="3083144" y="2766612"/>
              <a:ext cx="79393" cy="558580"/>
            </a:xfrm>
            <a:custGeom>
              <a:avLst/>
              <a:gdLst>
                <a:gd name="connsiteX0" fmla="*/ 39697 w 79393"/>
                <a:gd name="connsiteY0" fmla="*/ 558580 h 558580"/>
                <a:gd name="connsiteX1" fmla="*/ 0 w 79393"/>
                <a:gd name="connsiteY1" fmla="*/ 518884 h 558580"/>
                <a:gd name="connsiteX2" fmla="*/ 0 w 79393"/>
                <a:gd name="connsiteY2" fmla="*/ 39697 h 558580"/>
                <a:gd name="connsiteX3" fmla="*/ 39697 w 79393"/>
                <a:gd name="connsiteY3" fmla="*/ 0 h 558580"/>
                <a:gd name="connsiteX4" fmla="*/ 79393 w 79393"/>
                <a:gd name="connsiteY4" fmla="*/ 39697 h 558580"/>
                <a:gd name="connsiteX5" fmla="*/ 79393 w 79393"/>
                <a:gd name="connsiteY5" fmla="*/ 518884 h 558580"/>
                <a:gd name="connsiteX6" fmla="*/ 39697 w 79393"/>
                <a:gd name="connsiteY6" fmla="*/ 558580 h 55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58580">
                  <a:moveTo>
                    <a:pt x="39697" y="558580"/>
                  </a:moveTo>
                  <a:cubicBezTo>
                    <a:pt x="17773" y="558580"/>
                    <a:pt x="0" y="540806"/>
                    <a:pt x="0" y="51888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18884"/>
                  </a:lnTo>
                  <a:cubicBezTo>
                    <a:pt x="79393" y="540806"/>
                    <a:pt x="61621" y="558580"/>
                    <a:pt x="39697" y="55858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A712ECD2-4FDF-6941-9DE2-2F5B434AAF39}"/>
                </a:ext>
              </a:extLst>
            </p:cNvPr>
            <p:cNvSpPr/>
            <p:nvPr/>
          </p:nvSpPr>
          <p:spPr>
            <a:xfrm>
              <a:off x="3085377" y="2597107"/>
              <a:ext cx="79393" cy="258027"/>
            </a:xfrm>
            <a:custGeom>
              <a:avLst/>
              <a:gdLst>
                <a:gd name="connsiteX0" fmla="*/ 39697 w 79393"/>
                <a:gd name="connsiteY0" fmla="*/ 258028 h 258027"/>
                <a:gd name="connsiteX1" fmla="*/ 0 w 79393"/>
                <a:gd name="connsiteY1" fmla="*/ 218331 h 258027"/>
                <a:gd name="connsiteX2" fmla="*/ 0 w 79393"/>
                <a:gd name="connsiteY2" fmla="*/ 39697 h 258027"/>
                <a:gd name="connsiteX3" fmla="*/ 39697 w 79393"/>
                <a:gd name="connsiteY3" fmla="*/ 0 h 258027"/>
                <a:gd name="connsiteX4" fmla="*/ 79393 w 79393"/>
                <a:gd name="connsiteY4" fmla="*/ 39697 h 258027"/>
                <a:gd name="connsiteX5" fmla="*/ 79393 w 79393"/>
                <a:gd name="connsiteY5" fmla="*/ 218331 h 258027"/>
                <a:gd name="connsiteX6" fmla="*/ 39697 w 79393"/>
                <a:gd name="connsiteY6" fmla="*/ 258028 h 25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8027">
                  <a:moveTo>
                    <a:pt x="39697" y="258028"/>
                  </a:moveTo>
                  <a:cubicBezTo>
                    <a:pt x="17773" y="258028"/>
                    <a:pt x="0" y="240255"/>
                    <a:pt x="0" y="2183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8331"/>
                  </a:lnTo>
                  <a:cubicBezTo>
                    <a:pt x="79393" y="240255"/>
                    <a:pt x="61621" y="258028"/>
                    <a:pt x="39697" y="2580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5FDD251B-2941-0F42-A201-9D29F00E0DC1}"/>
                </a:ext>
              </a:extLst>
            </p:cNvPr>
            <p:cNvSpPr/>
            <p:nvPr/>
          </p:nvSpPr>
          <p:spPr>
            <a:xfrm>
              <a:off x="2991098" y="2597107"/>
              <a:ext cx="264825" cy="262989"/>
            </a:xfrm>
            <a:custGeom>
              <a:avLst/>
              <a:gdLst>
                <a:gd name="connsiteX0" fmla="*/ 181463 w 264825"/>
                <a:gd name="connsiteY0" fmla="*/ 262990 h 262989"/>
                <a:gd name="connsiteX1" fmla="*/ 79989 w 264825"/>
                <a:gd name="connsiteY1" fmla="*/ 262990 h 262989"/>
                <a:gd name="connsiteX2" fmla="*/ 0 w 264825"/>
                <a:gd name="connsiteY2" fmla="*/ 183200 h 262989"/>
                <a:gd name="connsiteX3" fmla="*/ 0 w 264825"/>
                <a:gd name="connsiteY3" fmla="*/ 183150 h 262989"/>
                <a:gd name="connsiteX4" fmla="*/ 0 w 264825"/>
                <a:gd name="connsiteY4" fmla="*/ 39697 h 262989"/>
                <a:gd name="connsiteX5" fmla="*/ 39697 w 264825"/>
                <a:gd name="connsiteY5" fmla="*/ 0 h 262989"/>
                <a:gd name="connsiteX6" fmla="*/ 79393 w 264825"/>
                <a:gd name="connsiteY6" fmla="*/ 39697 h 262989"/>
                <a:gd name="connsiteX7" fmla="*/ 79393 w 264825"/>
                <a:gd name="connsiteY7" fmla="*/ 183150 h 262989"/>
                <a:gd name="connsiteX8" fmla="*/ 79840 w 264825"/>
                <a:gd name="connsiteY8" fmla="*/ 183597 h 262989"/>
                <a:gd name="connsiteX9" fmla="*/ 181463 w 264825"/>
                <a:gd name="connsiteY9" fmla="*/ 183597 h 262989"/>
                <a:gd name="connsiteX10" fmla="*/ 185433 w 264825"/>
                <a:gd name="connsiteY10" fmla="*/ 179627 h 262989"/>
                <a:gd name="connsiteX11" fmla="*/ 185433 w 264825"/>
                <a:gd name="connsiteY11" fmla="*/ 39746 h 262989"/>
                <a:gd name="connsiteX12" fmla="*/ 225129 w 264825"/>
                <a:gd name="connsiteY12" fmla="*/ 50 h 262989"/>
                <a:gd name="connsiteX13" fmla="*/ 264826 w 264825"/>
                <a:gd name="connsiteY13" fmla="*/ 39746 h 262989"/>
                <a:gd name="connsiteX14" fmla="*/ 264826 w 264825"/>
                <a:gd name="connsiteY14" fmla="*/ 179627 h 262989"/>
                <a:gd name="connsiteX15" fmla="*/ 181463 w 264825"/>
                <a:gd name="connsiteY15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4825" h="262989">
                  <a:moveTo>
                    <a:pt x="181463" y="262990"/>
                  </a:moveTo>
                  <a:lnTo>
                    <a:pt x="79989" y="262990"/>
                  </a:lnTo>
                  <a:cubicBezTo>
                    <a:pt x="35867" y="263044"/>
                    <a:pt x="55" y="227321"/>
                    <a:pt x="0" y="183200"/>
                  </a:cubicBezTo>
                  <a:cubicBezTo>
                    <a:pt x="0" y="183183"/>
                    <a:pt x="0" y="183166"/>
                    <a:pt x="0" y="183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3150"/>
                  </a:lnTo>
                  <a:cubicBezTo>
                    <a:pt x="79393" y="183397"/>
                    <a:pt x="79593" y="183597"/>
                    <a:pt x="79840" y="183597"/>
                  </a:cubicBezTo>
                  <a:lnTo>
                    <a:pt x="181463" y="183597"/>
                  </a:lnTo>
                  <a:cubicBezTo>
                    <a:pt x="183655" y="183597"/>
                    <a:pt x="185433" y="181819"/>
                    <a:pt x="185433" y="179627"/>
                  </a:cubicBezTo>
                  <a:lnTo>
                    <a:pt x="185433" y="39746"/>
                  </a:lnTo>
                  <a:cubicBezTo>
                    <a:pt x="185433" y="17822"/>
                    <a:pt x="203205" y="50"/>
                    <a:pt x="225129" y="50"/>
                  </a:cubicBezTo>
                  <a:cubicBezTo>
                    <a:pt x="247053" y="50"/>
                    <a:pt x="264826" y="17822"/>
                    <a:pt x="264826" y="39746"/>
                  </a:cubicBezTo>
                  <a:lnTo>
                    <a:pt x="264826" y="179627"/>
                  </a:lnTo>
                  <a:cubicBezTo>
                    <a:pt x="264771" y="225644"/>
                    <a:pt x="227480" y="262935"/>
                    <a:pt x="181463" y="2629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D49F4391-532E-C944-BADC-8618D7E66566}"/>
                </a:ext>
              </a:extLst>
            </p:cNvPr>
            <p:cNvSpPr/>
            <p:nvPr/>
          </p:nvSpPr>
          <p:spPr>
            <a:xfrm>
              <a:off x="3412626" y="2588126"/>
              <a:ext cx="79393" cy="737065"/>
            </a:xfrm>
            <a:custGeom>
              <a:avLst/>
              <a:gdLst>
                <a:gd name="connsiteX0" fmla="*/ 39697 w 79393"/>
                <a:gd name="connsiteY0" fmla="*/ 737066 h 737065"/>
                <a:gd name="connsiteX1" fmla="*/ 0 w 79393"/>
                <a:gd name="connsiteY1" fmla="*/ 697369 h 737065"/>
                <a:gd name="connsiteX2" fmla="*/ 0 w 79393"/>
                <a:gd name="connsiteY2" fmla="*/ 39697 h 737065"/>
                <a:gd name="connsiteX3" fmla="*/ 39697 w 79393"/>
                <a:gd name="connsiteY3" fmla="*/ 0 h 737065"/>
                <a:gd name="connsiteX4" fmla="*/ 79393 w 79393"/>
                <a:gd name="connsiteY4" fmla="*/ 39697 h 737065"/>
                <a:gd name="connsiteX5" fmla="*/ 79393 w 79393"/>
                <a:gd name="connsiteY5" fmla="*/ 697369 h 737065"/>
                <a:gd name="connsiteX6" fmla="*/ 39697 w 79393"/>
                <a:gd name="connsiteY6" fmla="*/ 737066 h 73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737065">
                  <a:moveTo>
                    <a:pt x="39697" y="737066"/>
                  </a:moveTo>
                  <a:cubicBezTo>
                    <a:pt x="17774" y="737066"/>
                    <a:pt x="0" y="719292"/>
                    <a:pt x="0" y="697369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697369"/>
                  </a:lnTo>
                  <a:cubicBezTo>
                    <a:pt x="79393" y="719292"/>
                    <a:pt x="61619" y="737066"/>
                    <a:pt x="39697" y="7370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04049D0B-5FFF-1548-892B-EC5A9C49BE03}"/>
                </a:ext>
              </a:extLst>
            </p:cNvPr>
            <p:cNvSpPr/>
            <p:nvPr/>
          </p:nvSpPr>
          <p:spPr>
            <a:xfrm>
              <a:off x="3319776" y="2585802"/>
              <a:ext cx="173684" cy="320293"/>
            </a:xfrm>
            <a:custGeom>
              <a:avLst/>
              <a:gdLst>
                <a:gd name="connsiteX0" fmla="*/ 132696 w 173684"/>
                <a:gd name="connsiteY0" fmla="*/ 320293 h 320293"/>
                <a:gd name="connsiteX1" fmla="*/ 39707 w 173684"/>
                <a:gd name="connsiteY1" fmla="*/ 320293 h 320293"/>
                <a:gd name="connsiteX2" fmla="*/ 0 w 173684"/>
                <a:gd name="connsiteY2" fmla="*/ 280606 h 320293"/>
                <a:gd name="connsiteX3" fmla="*/ 2739 w 173684"/>
                <a:gd name="connsiteY3" fmla="*/ 266107 h 320293"/>
                <a:gd name="connsiteX4" fmla="*/ 97018 w 173684"/>
                <a:gd name="connsiteY4" fmla="*/ 25248 h 320293"/>
                <a:gd name="connsiteX5" fmla="*/ 148445 w 173684"/>
                <a:gd name="connsiteY5" fmla="*/ 2738 h 320293"/>
                <a:gd name="connsiteX6" fmla="*/ 173683 w 173684"/>
                <a:gd name="connsiteY6" fmla="*/ 40135 h 320293"/>
                <a:gd name="connsiteX7" fmla="*/ 172392 w 173684"/>
                <a:gd name="connsiteY7" fmla="*/ 280993 h 320293"/>
                <a:gd name="connsiteX8" fmla="*/ 132696 w 173684"/>
                <a:gd name="connsiteY8" fmla="*/ 320293 h 32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684" h="320293">
                  <a:moveTo>
                    <a:pt x="132696" y="320293"/>
                  </a:moveTo>
                  <a:lnTo>
                    <a:pt x="39707" y="320293"/>
                  </a:lnTo>
                  <a:cubicBezTo>
                    <a:pt x="17784" y="320299"/>
                    <a:pt x="5" y="302530"/>
                    <a:pt x="0" y="280606"/>
                  </a:cubicBezTo>
                  <a:cubicBezTo>
                    <a:pt x="0" y="275644"/>
                    <a:pt x="928" y="270726"/>
                    <a:pt x="2739" y="266107"/>
                  </a:cubicBezTo>
                  <a:lnTo>
                    <a:pt x="97018" y="25248"/>
                  </a:lnTo>
                  <a:cubicBezTo>
                    <a:pt x="105002" y="4831"/>
                    <a:pt x="128031" y="-5248"/>
                    <a:pt x="148445" y="2738"/>
                  </a:cubicBezTo>
                  <a:cubicBezTo>
                    <a:pt x="163813" y="8747"/>
                    <a:pt x="173861" y="23636"/>
                    <a:pt x="173683" y="40135"/>
                  </a:cubicBezTo>
                  <a:lnTo>
                    <a:pt x="172392" y="280993"/>
                  </a:lnTo>
                  <a:cubicBezTo>
                    <a:pt x="172174" y="302762"/>
                    <a:pt x="154464" y="320294"/>
                    <a:pt x="132696" y="3202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1">
            <a:extLst>
              <a:ext uri="{FF2B5EF4-FFF2-40B4-BE49-F238E27FC236}">
                <a16:creationId xmlns:a16="http://schemas.microsoft.com/office/drawing/2014/main" id="{355ACE0C-A48F-4573-9278-80B551AB19B5}"/>
              </a:ext>
            </a:extLst>
          </p:cNvPr>
          <p:cNvGrpSpPr>
            <a:grpSpLocks noChangeAspect="1"/>
          </p:cNvGrpSpPr>
          <p:nvPr/>
        </p:nvGrpSpPr>
        <p:grpSpPr>
          <a:xfrm>
            <a:off x="4215982" y="2541832"/>
            <a:ext cx="687478" cy="827224"/>
            <a:chOff x="4215982" y="2541832"/>
            <a:chExt cx="687478" cy="827224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7014F89F-F1EB-AC4F-BFBB-1A3378293F80}"/>
                </a:ext>
              </a:extLst>
            </p:cNvPr>
            <p:cNvSpPr/>
            <p:nvPr/>
          </p:nvSpPr>
          <p:spPr>
            <a:xfrm>
              <a:off x="4546095" y="2541832"/>
              <a:ext cx="357364" cy="357416"/>
            </a:xfrm>
            <a:custGeom>
              <a:avLst/>
              <a:gdLst>
                <a:gd name="connsiteX0" fmla="*/ 178679 w 357364"/>
                <a:gd name="connsiteY0" fmla="*/ 357416 h 357416"/>
                <a:gd name="connsiteX1" fmla="*/ 85293 w 357364"/>
                <a:gd name="connsiteY1" fmla="*/ 331068 h 357416"/>
                <a:gd name="connsiteX2" fmla="*/ 73634 w 357364"/>
                <a:gd name="connsiteY2" fmla="*/ 276152 h 357416"/>
                <a:gd name="connsiteX3" fmla="*/ 126826 w 357364"/>
                <a:gd name="connsiteY3" fmla="*/ 263435 h 357416"/>
                <a:gd name="connsiteX4" fmla="*/ 263303 w 357364"/>
                <a:gd name="connsiteY4" fmla="*/ 230692 h 357416"/>
                <a:gd name="connsiteX5" fmla="*/ 230558 w 357364"/>
                <a:gd name="connsiteY5" fmla="*/ 94216 h 357416"/>
                <a:gd name="connsiteX6" fmla="*/ 94081 w 357364"/>
                <a:gd name="connsiteY6" fmla="*/ 126959 h 357416"/>
                <a:gd name="connsiteX7" fmla="*/ 84102 w 357364"/>
                <a:gd name="connsiteY7" fmla="*/ 208852 h 357416"/>
                <a:gd name="connsiteX8" fmla="*/ 59786 w 357364"/>
                <a:gd name="connsiteY8" fmla="*/ 259452 h 357416"/>
                <a:gd name="connsiteX9" fmla="*/ 9186 w 357364"/>
                <a:gd name="connsiteY9" fmla="*/ 235135 h 357416"/>
                <a:gd name="connsiteX10" fmla="*/ 8480 w 357364"/>
                <a:gd name="connsiteY10" fmla="*/ 232918 h 357416"/>
                <a:gd name="connsiteX11" fmla="*/ 124449 w 357364"/>
                <a:gd name="connsiteY11" fmla="*/ 8480 h 357416"/>
                <a:gd name="connsiteX12" fmla="*/ 348884 w 357364"/>
                <a:gd name="connsiteY12" fmla="*/ 124447 h 357416"/>
                <a:gd name="connsiteX13" fmla="*/ 232920 w 357364"/>
                <a:gd name="connsiteY13" fmla="*/ 348885 h 357416"/>
                <a:gd name="connsiteX14" fmla="*/ 178679 w 357364"/>
                <a:gd name="connsiteY14" fmla="*/ 357317 h 35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364" h="357416">
                  <a:moveTo>
                    <a:pt x="178679" y="357416"/>
                  </a:moveTo>
                  <a:cubicBezTo>
                    <a:pt x="145716" y="357418"/>
                    <a:pt x="113393" y="348298"/>
                    <a:pt x="85293" y="331068"/>
                  </a:cubicBezTo>
                  <a:cubicBezTo>
                    <a:pt x="66909" y="319123"/>
                    <a:pt x="61689" y="294536"/>
                    <a:pt x="73634" y="276152"/>
                  </a:cubicBezTo>
                  <a:cubicBezTo>
                    <a:pt x="85149" y="258427"/>
                    <a:pt x="108536" y="252836"/>
                    <a:pt x="126826" y="263435"/>
                  </a:cubicBezTo>
                  <a:cubicBezTo>
                    <a:pt x="173554" y="292080"/>
                    <a:pt x="234657" y="277420"/>
                    <a:pt x="263303" y="230692"/>
                  </a:cubicBezTo>
                  <a:cubicBezTo>
                    <a:pt x="291949" y="183964"/>
                    <a:pt x="277286" y="122862"/>
                    <a:pt x="230558" y="94216"/>
                  </a:cubicBezTo>
                  <a:cubicBezTo>
                    <a:pt x="183830" y="65571"/>
                    <a:pt x="122727" y="80231"/>
                    <a:pt x="94081" y="126959"/>
                  </a:cubicBezTo>
                  <a:cubicBezTo>
                    <a:pt x="79031" y="151515"/>
                    <a:pt x="75388" y="181399"/>
                    <a:pt x="84102" y="208852"/>
                  </a:cubicBezTo>
                  <a:cubicBezTo>
                    <a:pt x="91362" y="229539"/>
                    <a:pt x="80475" y="252193"/>
                    <a:pt x="59786" y="259452"/>
                  </a:cubicBezTo>
                  <a:cubicBezTo>
                    <a:pt x="39098" y="266710"/>
                    <a:pt x="16444" y="255823"/>
                    <a:pt x="9186" y="235135"/>
                  </a:cubicBezTo>
                  <a:cubicBezTo>
                    <a:pt x="8929" y="234403"/>
                    <a:pt x="8694" y="233664"/>
                    <a:pt x="8480" y="232918"/>
                  </a:cubicBezTo>
                  <a:cubicBezTo>
                    <a:pt x="-21473" y="138918"/>
                    <a:pt x="30447" y="38434"/>
                    <a:pt x="124449" y="8480"/>
                  </a:cubicBezTo>
                  <a:cubicBezTo>
                    <a:pt x="218446" y="-21473"/>
                    <a:pt x="318933" y="30447"/>
                    <a:pt x="348884" y="124447"/>
                  </a:cubicBezTo>
                  <a:cubicBezTo>
                    <a:pt x="378840" y="218447"/>
                    <a:pt x="326916" y="318931"/>
                    <a:pt x="232920" y="348885"/>
                  </a:cubicBezTo>
                  <a:cubicBezTo>
                    <a:pt x="215379" y="354473"/>
                    <a:pt x="197084" y="357317"/>
                    <a:pt x="178679" y="35731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B89A1F09-0584-AF46-B23E-9D84902CD6B6}"/>
                </a:ext>
              </a:extLst>
            </p:cNvPr>
            <p:cNvSpPr/>
            <p:nvPr/>
          </p:nvSpPr>
          <p:spPr>
            <a:xfrm>
              <a:off x="4215982" y="2722945"/>
              <a:ext cx="551943" cy="317770"/>
            </a:xfrm>
            <a:custGeom>
              <a:avLst/>
              <a:gdLst>
                <a:gd name="connsiteX0" fmla="*/ 274236 w 551943"/>
                <a:gd name="connsiteY0" fmla="*/ 317771 h 317770"/>
                <a:gd name="connsiteX1" fmla="*/ 274236 w 551943"/>
                <a:gd name="connsiteY1" fmla="*/ 317771 h 317770"/>
                <a:gd name="connsiteX2" fmla="*/ 246101 w 551943"/>
                <a:gd name="connsiteY2" fmla="*/ 306011 h 317770"/>
                <a:gd name="connsiteX3" fmla="*/ 11692 w 551943"/>
                <a:gd name="connsiteY3" fmla="*/ 69667 h 317770"/>
                <a:gd name="connsiteX4" fmla="*/ 11562 w 551943"/>
                <a:gd name="connsiteY4" fmla="*/ 13528 h 317770"/>
                <a:gd name="connsiteX5" fmla="*/ 39728 w 551943"/>
                <a:gd name="connsiteY5" fmla="*/ 1836 h 317770"/>
                <a:gd name="connsiteX6" fmla="*/ 512266 w 551943"/>
                <a:gd name="connsiteY6" fmla="*/ 0 h 317770"/>
                <a:gd name="connsiteX7" fmla="*/ 512266 w 551943"/>
                <a:gd name="connsiteY7" fmla="*/ 0 h 317770"/>
                <a:gd name="connsiteX8" fmla="*/ 551943 w 551943"/>
                <a:gd name="connsiteY8" fmla="*/ 39715 h 317770"/>
                <a:gd name="connsiteX9" fmla="*/ 540352 w 551943"/>
                <a:gd name="connsiteY9" fmla="*/ 67732 h 317770"/>
                <a:gd name="connsiteX10" fmla="*/ 302172 w 551943"/>
                <a:gd name="connsiteY10" fmla="*/ 305912 h 317770"/>
                <a:gd name="connsiteX11" fmla="*/ 274236 w 551943"/>
                <a:gd name="connsiteY11" fmla="*/ 317771 h 317770"/>
                <a:gd name="connsiteX12" fmla="*/ 134801 w 551943"/>
                <a:gd name="connsiteY12" fmla="*/ 81229 h 317770"/>
                <a:gd name="connsiteX13" fmla="*/ 274384 w 551943"/>
                <a:gd name="connsiteY13" fmla="*/ 221804 h 317770"/>
                <a:gd name="connsiteX14" fmla="*/ 416250 w 551943"/>
                <a:gd name="connsiteY14" fmla="*/ 79939 h 31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1943" h="317770">
                  <a:moveTo>
                    <a:pt x="274236" y="317771"/>
                  </a:moveTo>
                  <a:lnTo>
                    <a:pt x="274236" y="317771"/>
                  </a:lnTo>
                  <a:cubicBezTo>
                    <a:pt x="263665" y="317751"/>
                    <a:pt x="253539" y="313518"/>
                    <a:pt x="246101" y="306011"/>
                  </a:cubicBezTo>
                  <a:lnTo>
                    <a:pt x="11692" y="69667"/>
                  </a:lnTo>
                  <a:cubicBezTo>
                    <a:pt x="-3846" y="54201"/>
                    <a:pt x="-3905" y="29067"/>
                    <a:pt x="11562" y="13528"/>
                  </a:cubicBezTo>
                  <a:cubicBezTo>
                    <a:pt x="19019" y="6036"/>
                    <a:pt x="29157" y="1828"/>
                    <a:pt x="39728" y="1836"/>
                  </a:cubicBezTo>
                  <a:lnTo>
                    <a:pt x="512266" y="0"/>
                  </a:lnTo>
                  <a:lnTo>
                    <a:pt x="512266" y="0"/>
                  </a:lnTo>
                  <a:cubicBezTo>
                    <a:pt x="534189" y="10"/>
                    <a:pt x="551953" y="17791"/>
                    <a:pt x="551943" y="39715"/>
                  </a:cubicBezTo>
                  <a:cubicBezTo>
                    <a:pt x="551938" y="50220"/>
                    <a:pt x="547770" y="60295"/>
                    <a:pt x="540352" y="67732"/>
                  </a:cubicBezTo>
                  <a:lnTo>
                    <a:pt x="302172" y="305912"/>
                  </a:lnTo>
                  <a:cubicBezTo>
                    <a:pt x="294798" y="313409"/>
                    <a:pt x="284751" y="317672"/>
                    <a:pt x="274236" y="317771"/>
                  </a:cubicBezTo>
                  <a:close/>
                  <a:moveTo>
                    <a:pt x="134801" y="81229"/>
                  </a:moveTo>
                  <a:lnTo>
                    <a:pt x="274384" y="221804"/>
                  </a:lnTo>
                  <a:lnTo>
                    <a:pt x="416250" y="79939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B2C39A3-4F61-4C4E-9947-A6EB187DAB04}"/>
                </a:ext>
              </a:extLst>
            </p:cNvPr>
            <p:cNvSpPr/>
            <p:nvPr/>
          </p:nvSpPr>
          <p:spPr>
            <a:xfrm>
              <a:off x="4451414" y="2971495"/>
              <a:ext cx="79839" cy="392003"/>
            </a:xfrm>
            <a:custGeom>
              <a:avLst/>
              <a:gdLst>
                <a:gd name="connsiteX0" fmla="*/ 40143 w 79839"/>
                <a:gd name="connsiteY0" fmla="*/ 392003 h 392003"/>
                <a:gd name="connsiteX1" fmla="*/ 447 w 79839"/>
                <a:gd name="connsiteY1" fmla="*/ 352307 h 392003"/>
                <a:gd name="connsiteX2" fmla="*/ 0 w 79839"/>
                <a:gd name="connsiteY2" fmla="*/ 39697 h 392003"/>
                <a:gd name="connsiteX3" fmla="*/ 39697 w 79839"/>
                <a:gd name="connsiteY3" fmla="*/ 0 h 392003"/>
                <a:gd name="connsiteX4" fmla="*/ 39697 w 79839"/>
                <a:gd name="connsiteY4" fmla="*/ 0 h 392003"/>
                <a:gd name="connsiteX5" fmla="*/ 79393 w 79839"/>
                <a:gd name="connsiteY5" fmla="*/ 39697 h 392003"/>
                <a:gd name="connsiteX6" fmla="*/ 79840 w 79839"/>
                <a:gd name="connsiteY6" fmla="*/ 352307 h 392003"/>
                <a:gd name="connsiteX7" fmla="*/ 40143 w 79839"/>
                <a:gd name="connsiteY7" fmla="*/ 392003 h 39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392003">
                  <a:moveTo>
                    <a:pt x="40143" y="392003"/>
                  </a:moveTo>
                  <a:cubicBezTo>
                    <a:pt x="18219" y="392003"/>
                    <a:pt x="447" y="374229"/>
                    <a:pt x="447" y="3523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840" y="352307"/>
                  </a:lnTo>
                  <a:cubicBezTo>
                    <a:pt x="79840" y="374229"/>
                    <a:pt x="62067" y="392003"/>
                    <a:pt x="40143" y="39200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D186F230-B1AB-734F-BA0E-5B749998D9FC}"/>
                </a:ext>
              </a:extLst>
            </p:cNvPr>
            <p:cNvSpPr/>
            <p:nvPr/>
          </p:nvSpPr>
          <p:spPr>
            <a:xfrm>
              <a:off x="4356291" y="3289217"/>
              <a:ext cx="262989" cy="79839"/>
            </a:xfrm>
            <a:custGeom>
              <a:avLst/>
              <a:gdLst>
                <a:gd name="connsiteX0" fmla="*/ 39697 w 262989"/>
                <a:gd name="connsiteY0" fmla="*/ 79840 h 79839"/>
                <a:gd name="connsiteX1" fmla="*/ 0 w 262989"/>
                <a:gd name="connsiteY1" fmla="*/ 40143 h 79839"/>
                <a:gd name="connsiteX2" fmla="*/ 39697 w 262989"/>
                <a:gd name="connsiteY2" fmla="*/ 447 h 79839"/>
                <a:gd name="connsiteX3" fmla="*/ 223293 w 262989"/>
                <a:gd name="connsiteY3" fmla="*/ 0 h 79839"/>
                <a:gd name="connsiteX4" fmla="*/ 223293 w 262989"/>
                <a:gd name="connsiteY4" fmla="*/ 0 h 79839"/>
                <a:gd name="connsiteX5" fmla="*/ 262990 w 262989"/>
                <a:gd name="connsiteY5" fmla="*/ 39697 h 79839"/>
                <a:gd name="connsiteX6" fmla="*/ 223293 w 262989"/>
                <a:gd name="connsiteY6" fmla="*/ 79393 h 79839"/>
                <a:gd name="connsiteX7" fmla="*/ 39697 w 262989"/>
                <a:gd name="connsiteY7" fmla="*/ 79840 h 7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89" h="79839">
                  <a:moveTo>
                    <a:pt x="39697" y="79840"/>
                  </a:moveTo>
                  <a:cubicBezTo>
                    <a:pt x="17773" y="79840"/>
                    <a:pt x="0" y="62066"/>
                    <a:pt x="0" y="40143"/>
                  </a:cubicBezTo>
                  <a:cubicBezTo>
                    <a:pt x="0" y="18221"/>
                    <a:pt x="17773" y="447"/>
                    <a:pt x="39697" y="447"/>
                  </a:cubicBezTo>
                  <a:lnTo>
                    <a:pt x="223293" y="0"/>
                  </a:lnTo>
                  <a:lnTo>
                    <a:pt x="223293" y="0"/>
                  </a:lnTo>
                  <a:cubicBezTo>
                    <a:pt x="245217" y="0"/>
                    <a:pt x="262990" y="17774"/>
                    <a:pt x="262990" y="39697"/>
                  </a:cubicBezTo>
                  <a:cubicBezTo>
                    <a:pt x="262990" y="61619"/>
                    <a:pt x="245217" y="79393"/>
                    <a:pt x="223293" y="79393"/>
                  </a:cubicBezTo>
                  <a:lnTo>
                    <a:pt x="39697" y="7984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8" name="Picture Placeholder 53">
            <a:extLst>
              <a:ext uri="{FF2B5EF4-FFF2-40B4-BE49-F238E27FC236}">
                <a16:creationId xmlns:a16="http://schemas.microsoft.com/office/drawing/2014/main" id="{791B1DCD-D4F6-4F0B-A047-EB21C91B589F}"/>
              </a:ext>
            </a:extLst>
          </p:cNvPr>
          <p:cNvGrpSpPr>
            <a:grpSpLocks noChangeAspect="1"/>
          </p:cNvGrpSpPr>
          <p:nvPr/>
        </p:nvGrpSpPr>
        <p:grpSpPr>
          <a:xfrm>
            <a:off x="5530743" y="2540271"/>
            <a:ext cx="693102" cy="830472"/>
            <a:chOff x="5530743" y="2540271"/>
            <a:chExt cx="693102" cy="830472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97E0A00-416E-CA41-9415-A707C3CBCF88}"/>
                </a:ext>
              </a:extLst>
            </p:cNvPr>
            <p:cNvSpPr/>
            <p:nvPr/>
          </p:nvSpPr>
          <p:spPr>
            <a:xfrm>
              <a:off x="6001098" y="2862082"/>
              <a:ext cx="222747" cy="411851"/>
            </a:xfrm>
            <a:custGeom>
              <a:avLst/>
              <a:gdLst>
                <a:gd name="connsiteX0" fmla="*/ 183051 w 222747"/>
                <a:gd name="connsiteY0" fmla="*/ 411852 h 411851"/>
                <a:gd name="connsiteX1" fmla="*/ 39697 w 222747"/>
                <a:gd name="connsiteY1" fmla="*/ 411852 h 411851"/>
                <a:gd name="connsiteX2" fmla="*/ 0 w 222747"/>
                <a:gd name="connsiteY2" fmla="*/ 372155 h 411851"/>
                <a:gd name="connsiteX3" fmla="*/ 39697 w 222747"/>
                <a:gd name="connsiteY3" fmla="*/ 332459 h 411851"/>
                <a:gd name="connsiteX4" fmla="*/ 143354 w 222747"/>
                <a:gd name="connsiteY4" fmla="*/ 332459 h 411851"/>
                <a:gd name="connsiteX5" fmla="*/ 143354 w 222747"/>
                <a:gd name="connsiteY5" fmla="*/ 79393 h 411851"/>
                <a:gd name="connsiteX6" fmla="*/ 39697 w 222747"/>
                <a:gd name="connsiteY6" fmla="*/ 79393 h 411851"/>
                <a:gd name="connsiteX7" fmla="*/ 0 w 222747"/>
                <a:gd name="connsiteY7" fmla="*/ 39697 h 411851"/>
                <a:gd name="connsiteX8" fmla="*/ 39697 w 222747"/>
                <a:gd name="connsiteY8" fmla="*/ 0 h 411851"/>
                <a:gd name="connsiteX9" fmla="*/ 183051 w 222747"/>
                <a:gd name="connsiteY9" fmla="*/ 0 h 411851"/>
                <a:gd name="connsiteX10" fmla="*/ 222748 w 222747"/>
                <a:gd name="connsiteY10" fmla="*/ 39697 h 411851"/>
                <a:gd name="connsiteX11" fmla="*/ 222748 w 222747"/>
                <a:gd name="connsiteY11" fmla="*/ 372155 h 411851"/>
                <a:gd name="connsiteX12" fmla="*/ 183051 w 222747"/>
                <a:gd name="connsiteY12" fmla="*/ 411852 h 411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747" h="411851">
                  <a:moveTo>
                    <a:pt x="183051" y="411852"/>
                  </a:moveTo>
                  <a:lnTo>
                    <a:pt x="39697" y="411852"/>
                  </a:lnTo>
                  <a:cubicBezTo>
                    <a:pt x="17774" y="411852"/>
                    <a:pt x="0" y="394078"/>
                    <a:pt x="0" y="372155"/>
                  </a:cubicBezTo>
                  <a:cubicBezTo>
                    <a:pt x="0" y="350233"/>
                    <a:pt x="17774" y="332459"/>
                    <a:pt x="39697" y="332459"/>
                  </a:cubicBezTo>
                  <a:lnTo>
                    <a:pt x="143354" y="332459"/>
                  </a:lnTo>
                  <a:lnTo>
                    <a:pt x="143354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83051" y="0"/>
                  </a:lnTo>
                  <a:cubicBezTo>
                    <a:pt x="204973" y="0"/>
                    <a:pt x="222748" y="17773"/>
                    <a:pt x="222748" y="39697"/>
                  </a:cubicBezTo>
                  <a:lnTo>
                    <a:pt x="222748" y="372155"/>
                  </a:lnTo>
                  <a:cubicBezTo>
                    <a:pt x="222748" y="394078"/>
                    <a:pt x="204973" y="411852"/>
                    <a:pt x="183051" y="41185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CDE30F-06CD-0F44-B193-2A868D63B0A1}"/>
                </a:ext>
              </a:extLst>
            </p:cNvPr>
            <p:cNvSpPr/>
            <p:nvPr/>
          </p:nvSpPr>
          <p:spPr>
            <a:xfrm>
              <a:off x="5533905" y="2540271"/>
              <a:ext cx="543310" cy="253979"/>
            </a:xfrm>
            <a:custGeom>
              <a:avLst/>
              <a:gdLst>
                <a:gd name="connsiteX0" fmla="*/ 39710 w 543310"/>
                <a:gd name="connsiteY0" fmla="*/ 253979 h 253979"/>
                <a:gd name="connsiteX1" fmla="*/ 28893 w 543310"/>
                <a:gd name="connsiteY1" fmla="*/ 252441 h 253979"/>
                <a:gd name="connsiteX2" fmla="*/ 1502 w 543310"/>
                <a:gd name="connsiteY2" fmla="*/ 203465 h 253979"/>
                <a:gd name="connsiteX3" fmla="*/ 160288 w 543310"/>
                <a:gd name="connsiteY3" fmla="*/ 74849 h 253979"/>
                <a:gd name="connsiteX4" fmla="*/ 368240 w 543310"/>
                <a:gd name="connsiteY4" fmla="*/ 21026 h 253979"/>
                <a:gd name="connsiteX5" fmla="*/ 415339 w 543310"/>
                <a:gd name="connsiteY5" fmla="*/ 64428 h 253979"/>
                <a:gd name="connsiteX6" fmla="*/ 543311 w 543310"/>
                <a:gd name="connsiteY6" fmla="*/ 214283 h 253979"/>
                <a:gd name="connsiteX7" fmla="*/ 503614 w 543310"/>
                <a:gd name="connsiteY7" fmla="*/ 253979 h 253979"/>
                <a:gd name="connsiteX8" fmla="*/ 463918 w 543310"/>
                <a:gd name="connsiteY8" fmla="*/ 214283 h 253979"/>
                <a:gd name="connsiteX9" fmla="*/ 391719 w 543310"/>
                <a:gd name="connsiteY9" fmla="*/ 141886 h 253979"/>
                <a:gd name="connsiteX10" fmla="*/ 356390 w 543310"/>
                <a:gd name="connsiteY10" fmla="*/ 120003 h 253979"/>
                <a:gd name="connsiteX11" fmla="*/ 259408 w 543310"/>
                <a:gd name="connsiteY11" fmla="*/ 86965 h 253979"/>
                <a:gd name="connsiteX12" fmla="*/ 222711 w 543310"/>
                <a:gd name="connsiteY12" fmla="*/ 128885 h 253979"/>
                <a:gd name="connsiteX13" fmla="*/ 179839 w 543310"/>
                <a:gd name="connsiteY13" fmla="*/ 155482 h 253979"/>
                <a:gd name="connsiteX14" fmla="*/ 166590 w 543310"/>
                <a:gd name="connsiteY14" fmla="*/ 154440 h 253979"/>
                <a:gd name="connsiteX15" fmla="*/ 77868 w 543310"/>
                <a:gd name="connsiteY15" fmla="*/ 225447 h 253979"/>
                <a:gd name="connsiteX16" fmla="*/ 39710 w 543310"/>
                <a:gd name="connsiteY16" fmla="*/ 253979 h 253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3310" h="253979">
                  <a:moveTo>
                    <a:pt x="39710" y="253979"/>
                  </a:moveTo>
                  <a:cubicBezTo>
                    <a:pt x="36050" y="253977"/>
                    <a:pt x="32408" y="253459"/>
                    <a:pt x="28893" y="252441"/>
                  </a:cubicBezTo>
                  <a:cubicBezTo>
                    <a:pt x="7811" y="246472"/>
                    <a:pt x="-4448" y="224552"/>
                    <a:pt x="1502" y="203465"/>
                  </a:cubicBezTo>
                  <a:cubicBezTo>
                    <a:pt x="23037" y="127347"/>
                    <a:pt x="85063" y="77429"/>
                    <a:pt x="160288" y="74849"/>
                  </a:cubicBezTo>
                  <a:cubicBezTo>
                    <a:pt x="202850" y="2562"/>
                    <a:pt x="295953" y="-21535"/>
                    <a:pt x="368240" y="21026"/>
                  </a:cubicBezTo>
                  <a:cubicBezTo>
                    <a:pt x="386846" y="31982"/>
                    <a:pt x="402902" y="46778"/>
                    <a:pt x="415339" y="64428"/>
                  </a:cubicBezTo>
                  <a:cubicBezTo>
                    <a:pt x="488867" y="76424"/>
                    <a:pt x="542973" y="139782"/>
                    <a:pt x="543311" y="214283"/>
                  </a:cubicBezTo>
                  <a:cubicBezTo>
                    <a:pt x="543311" y="236207"/>
                    <a:pt x="525537" y="253979"/>
                    <a:pt x="503614" y="253979"/>
                  </a:cubicBezTo>
                  <a:cubicBezTo>
                    <a:pt x="481692" y="253979"/>
                    <a:pt x="463918" y="236207"/>
                    <a:pt x="463918" y="214283"/>
                  </a:cubicBezTo>
                  <a:cubicBezTo>
                    <a:pt x="463729" y="174455"/>
                    <a:pt x="431545" y="142184"/>
                    <a:pt x="391719" y="141886"/>
                  </a:cubicBezTo>
                  <a:cubicBezTo>
                    <a:pt x="376760" y="141831"/>
                    <a:pt x="363102" y="133372"/>
                    <a:pt x="356390" y="120003"/>
                  </a:cubicBezTo>
                  <a:cubicBezTo>
                    <a:pt x="338732" y="84099"/>
                    <a:pt x="295312" y="69307"/>
                    <a:pt x="259408" y="86965"/>
                  </a:cubicBezTo>
                  <a:cubicBezTo>
                    <a:pt x="242077" y="95488"/>
                    <a:pt x="228867" y="110579"/>
                    <a:pt x="222711" y="128885"/>
                  </a:cubicBezTo>
                  <a:cubicBezTo>
                    <a:pt x="216616" y="146860"/>
                    <a:pt x="198650" y="158006"/>
                    <a:pt x="179839" y="155482"/>
                  </a:cubicBezTo>
                  <a:cubicBezTo>
                    <a:pt x="175450" y="154846"/>
                    <a:pt x="171024" y="154498"/>
                    <a:pt x="166590" y="154440"/>
                  </a:cubicBezTo>
                  <a:cubicBezTo>
                    <a:pt x="124264" y="154440"/>
                    <a:pt x="90273" y="181632"/>
                    <a:pt x="77868" y="225447"/>
                  </a:cubicBezTo>
                  <a:cubicBezTo>
                    <a:pt x="72905" y="242382"/>
                    <a:pt x="57358" y="254007"/>
                    <a:pt x="39710" y="2539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206AB0A-67FB-054A-940A-8AEBDB744406}"/>
                </a:ext>
              </a:extLst>
            </p:cNvPr>
            <p:cNvSpPr/>
            <p:nvPr/>
          </p:nvSpPr>
          <p:spPr>
            <a:xfrm>
              <a:off x="5530743" y="2713071"/>
              <a:ext cx="549202" cy="657672"/>
            </a:xfrm>
            <a:custGeom>
              <a:avLst/>
              <a:gdLst>
                <a:gd name="connsiteX0" fmla="*/ 509506 w 549202"/>
                <a:gd name="connsiteY0" fmla="*/ 657673 h 657672"/>
                <a:gd name="connsiteX1" fmla="*/ 39697 w 549202"/>
                <a:gd name="connsiteY1" fmla="*/ 657673 h 657672"/>
                <a:gd name="connsiteX2" fmla="*/ 0 w 549202"/>
                <a:gd name="connsiteY2" fmla="*/ 617976 h 657672"/>
                <a:gd name="connsiteX3" fmla="*/ 943 w 549202"/>
                <a:gd name="connsiteY3" fmla="*/ 39697 h 657672"/>
                <a:gd name="connsiteX4" fmla="*/ 40639 w 549202"/>
                <a:gd name="connsiteY4" fmla="*/ 0 h 657672"/>
                <a:gd name="connsiteX5" fmla="*/ 40639 w 549202"/>
                <a:gd name="connsiteY5" fmla="*/ 0 h 657672"/>
                <a:gd name="connsiteX6" fmla="*/ 80336 w 549202"/>
                <a:gd name="connsiteY6" fmla="*/ 39697 h 657672"/>
                <a:gd name="connsiteX7" fmla="*/ 79443 w 549202"/>
                <a:gd name="connsiteY7" fmla="*/ 578230 h 657672"/>
                <a:gd name="connsiteX8" fmla="*/ 469809 w 549202"/>
                <a:gd name="connsiteY8" fmla="*/ 578230 h 657672"/>
                <a:gd name="connsiteX9" fmla="*/ 469809 w 549202"/>
                <a:gd name="connsiteY9" fmla="*/ 39697 h 657672"/>
                <a:gd name="connsiteX10" fmla="*/ 509506 w 549202"/>
                <a:gd name="connsiteY10" fmla="*/ 0 h 657672"/>
                <a:gd name="connsiteX11" fmla="*/ 549202 w 549202"/>
                <a:gd name="connsiteY11" fmla="*/ 39697 h 657672"/>
                <a:gd name="connsiteX12" fmla="*/ 549202 w 549202"/>
                <a:gd name="connsiteY12" fmla="*/ 617976 h 657672"/>
                <a:gd name="connsiteX13" fmla="*/ 509506 w 549202"/>
                <a:gd name="connsiteY13" fmla="*/ 657673 h 65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9202" h="657672">
                  <a:moveTo>
                    <a:pt x="509506" y="657673"/>
                  </a:moveTo>
                  <a:lnTo>
                    <a:pt x="39697" y="657673"/>
                  </a:lnTo>
                  <a:cubicBezTo>
                    <a:pt x="17773" y="657673"/>
                    <a:pt x="0" y="639899"/>
                    <a:pt x="0" y="617976"/>
                  </a:cubicBezTo>
                  <a:lnTo>
                    <a:pt x="943" y="39697"/>
                  </a:lnTo>
                  <a:cubicBezTo>
                    <a:pt x="943" y="17773"/>
                    <a:pt x="18715" y="0"/>
                    <a:pt x="40639" y="0"/>
                  </a:cubicBezTo>
                  <a:lnTo>
                    <a:pt x="40639" y="0"/>
                  </a:lnTo>
                  <a:cubicBezTo>
                    <a:pt x="62563" y="0"/>
                    <a:pt x="80336" y="17773"/>
                    <a:pt x="80336" y="39697"/>
                  </a:cubicBezTo>
                  <a:lnTo>
                    <a:pt x="79443" y="578230"/>
                  </a:lnTo>
                  <a:lnTo>
                    <a:pt x="469809" y="578230"/>
                  </a:lnTo>
                  <a:lnTo>
                    <a:pt x="469809" y="39697"/>
                  </a:lnTo>
                  <a:cubicBezTo>
                    <a:pt x="469809" y="17773"/>
                    <a:pt x="487583" y="0"/>
                    <a:pt x="509506" y="0"/>
                  </a:cubicBezTo>
                  <a:cubicBezTo>
                    <a:pt x="531428" y="0"/>
                    <a:pt x="549202" y="17773"/>
                    <a:pt x="549202" y="39697"/>
                  </a:cubicBezTo>
                  <a:lnTo>
                    <a:pt x="549202" y="617976"/>
                  </a:lnTo>
                  <a:cubicBezTo>
                    <a:pt x="549202" y="639899"/>
                    <a:pt x="531428" y="657673"/>
                    <a:pt x="509506" y="6576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A0585DF6-3D5B-7B48-8C19-A4C1E81847AE}"/>
                </a:ext>
              </a:extLst>
            </p:cNvPr>
            <p:cNvSpPr/>
            <p:nvPr/>
          </p:nvSpPr>
          <p:spPr>
            <a:xfrm>
              <a:off x="5534514" y="2713815"/>
              <a:ext cx="542404" cy="79393"/>
            </a:xfrm>
            <a:custGeom>
              <a:avLst/>
              <a:gdLst>
                <a:gd name="connsiteX0" fmla="*/ 502708 w 542404"/>
                <a:gd name="connsiteY0" fmla="*/ 79393 h 79393"/>
                <a:gd name="connsiteX1" fmla="*/ 39697 w 542404"/>
                <a:gd name="connsiteY1" fmla="*/ 79393 h 79393"/>
                <a:gd name="connsiteX2" fmla="*/ 0 w 542404"/>
                <a:gd name="connsiteY2" fmla="*/ 39697 h 79393"/>
                <a:gd name="connsiteX3" fmla="*/ 39697 w 542404"/>
                <a:gd name="connsiteY3" fmla="*/ 0 h 79393"/>
                <a:gd name="connsiteX4" fmla="*/ 502708 w 542404"/>
                <a:gd name="connsiteY4" fmla="*/ 0 h 79393"/>
                <a:gd name="connsiteX5" fmla="*/ 542404 w 542404"/>
                <a:gd name="connsiteY5" fmla="*/ 39697 h 79393"/>
                <a:gd name="connsiteX6" fmla="*/ 502708 w 5424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404" h="79393">
                  <a:moveTo>
                    <a:pt x="5027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2708" y="0"/>
                  </a:lnTo>
                  <a:cubicBezTo>
                    <a:pt x="524630" y="0"/>
                    <a:pt x="542404" y="17773"/>
                    <a:pt x="542404" y="39697"/>
                  </a:cubicBezTo>
                  <a:cubicBezTo>
                    <a:pt x="542404" y="61620"/>
                    <a:pt x="524630" y="79393"/>
                    <a:pt x="5027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3" name="Picture Placeholder 55">
            <a:extLst>
              <a:ext uri="{FF2B5EF4-FFF2-40B4-BE49-F238E27FC236}">
                <a16:creationId xmlns:a16="http://schemas.microsoft.com/office/drawing/2014/main" id="{6DBB0515-2E2C-4C40-BDAF-5F9259405117}"/>
              </a:ext>
            </a:extLst>
          </p:cNvPr>
          <p:cNvGrpSpPr>
            <a:grpSpLocks noChangeAspect="1"/>
          </p:cNvGrpSpPr>
          <p:nvPr/>
        </p:nvGrpSpPr>
        <p:grpSpPr>
          <a:xfrm>
            <a:off x="6783396" y="2541185"/>
            <a:ext cx="819538" cy="828665"/>
            <a:chOff x="6783396" y="2541185"/>
            <a:chExt cx="819538" cy="828665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B559EECD-128E-9643-A30D-BFEDC7ECBDDA}"/>
                </a:ext>
              </a:extLst>
            </p:cNvPr>
            <p:cNvSpPr/>
            <p:nvPr/>
          </p:nvSpPr>
          <p:spPr>
            <a:xfrm>
              <a:off x="7352359" y="2842450"/>
              <a:ext cx="250575" cy="413530"/>
            </a:xfrm>
            <a:custGeom>
              <a:avLst/>
              <a:gdLst>
                <a:gd name="connsiteX0" fmla="*/ 54274 w 250575"/>
                <a:gd name="connsiteY0" fmla="*/ 413521 h 413530"/>
                <a:gd name="connsiteX1" fmla="*/ 13734 w 250575"/>
                <a:gd name="connsiteY1" fmla="*/ 374668 h 413530"/>
                <a:gd name="connsiteX2" fmla="*/ 52587 w 250575"/>
                <a:gd name="connsiteY2" fmla="*/ 334128 h 413530"/>
                <a:gd name="connsiteX3" fmla="*/ 174356 w 250575"/>
                <a:gd name="connsiteY3" fmla="*/ 201244 h 413530"/>
                <a:gd name="connsiteX4" fmla="*/ 41472 w 250575"/>
                <a:gd name="connsiteY4" fmla="*/ 79475 h 413530"/>
                <a:gd name="connsiteX5" fmla="*/ 39 w 250575"/>
                <a:gd name="connsiteY5" fmla="*/ 41515 h 413530"/>
                <a:gd name="connsiteX6" fmla="*/ 37998 w 250575"/>
                <a:gd name="connsiteY6" fmla="*/ 82 h 413530"/>
                <a:gd name="connsiteX7" fmla="*/ 250494 w 250575"/>
                <a:gd name="connsiteY7" fmla="*/ 201065 h 413530"/>
                <a:gd name="connsiteX8" fmla="*/ 56060 w 250575"/>
                <a:gd name="connsiteY8" fmla="*/ 413273 h 4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575" h="413530">
                  <a:moveTo>
                    <a:pt x="54274" y="413521"/>
                  </a:moveTo>
                  <a:cubicBezTo>
                    <a:pt x="32352" y="413988"/>
                    <a:pt x="14200" y="396591"/>
                    <a:pt x="13734" y="374668"/>
                  </a:cubicBezTo>
                  <a:cubicBezTo>
                    <a:pt x="13267" y="352746"/>
                    <a:pt x="30664" y="334595"/>
                    <a:pt x="52587" y="334128"/>
                  </a:cubicBezTo>
                  <a:cubicBezTo>
                    <a:pt x="122909" y="331057"/>
                    <a:pt x="177428" y="271566"/>
                    <a:pt x="174356" y="201244"/>
                  </a:cubicBezTo>
                  <a:cubicBezTo>
                    <a:pt x="171285" y="130923"/>
                    <a:pt x="111794" y="76405"/>
                    <a:pt x="41472" y="79475"/>
                  </a:cubicBezTo>
                  <a:cubicBezTo>
                    <a:pt x="19549" y="80434"/>
                    <a:pt x="996" y="63439"/>
                    <a:pt x="39" y="41515"/>
                  </a:cubicBezTo>
                  <a:cubicBezTo>
                    <a:pt x="-919" y="19591"/>
                    <a:pt x="16076" y="1041"/>
                    <a:pt x="37998" y="82"/>
                  </a:cubicBezTo>
                  <a:cubicBezTo>
                    <a:pt x="152176" y="-3097"/>
                    <a:pt x="247314" y="86887"/>
                    <a:pt x="250494" y="201065"/>
                  </a:cubicBezTo>
                  <a:cubicBezTo>
                    <a:pt x="253601" y="312692"/>
                    <a:pt x="167533" y="406629"/>
                    <a:pt x="56060" y="4132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99D92FE3-FA5E-8D40-B948-774A7F618442}"/>
                </a:ext>
              </a:extLst>
            </p:cNvPr>
            <p:cNvSpPr/>
            <p:nvPr/>
          </p:nvSpPr>
          <p:spPr>
            <a:xfrm>
              <a:off x="6783396" y="2733515"/>
              <a:ext cx="636386" cy="636335"/>
            </a:xfrm>
            <a:custGeom>
              <a:avLst/>
              <a:gdLst>
                <a:gd name="connsiteX0" fmla="*/ 596689 w 636386"/>
                <a:gd name="connsiteY0" fmla="*/ 636336 h 636335"/>
                <a:gd name="connsiteX1" fmla="*/ 39697 w 636386"/>
                <a:gd name="connsiteY1" fmla="*/ 636336 h 636335"/>
                <a:gd name="connsiteX2" fmla="*/ 0 w 636386"/>
                <a:gd name="connsiteY2" fmla="*/ 596639 h 636335"/>
                <a:gd name="connsiteX3" fmla="*/ 0 w 636386"/>
                <a:gd name="connsiteY3" fmla="*/ 39697 h 636335"/>
                <a:gd name="connsiteX4" fmla="*/ 39697 w 636386"/>
                <a:gd name="connsiteY4" fmla="*/ 0 h 636335"/>
                <a:gd name="connsiteX5" fmla="*/ 594804 w 636386"/>
                <a:gd name="connsiteY5" fmla="*/ 0 h 636335"/>
                <a:gd name="connsiteX6" fmla="*/ 634501 w 636386"/>
                <a:gd name="connsiteY6" fmla="*/ 39697 h 636335"/>
                <a:gd name="connsiteX7" fmla="*/ 636386 w 636386"/>
                <a:gd name="connsiteY7" fmla="*/ 596639 h 636335"/>
                <a:gd name="connsiteX8" fmla="*/ 596689 w 636386"/>
                <a:gd name="connsiteY8" fmla="*/ 636336 h 636335"/>
                <a:gd name="connsiteX9" fmla="*/ 79393 w 636386"/>
                <a:gd name="connsiteY9" fmla="*/ 556943 h 636335"/>
                <a:gd name="connsiteX10" fmla="*/ 556894 w 636386"/>
                <a:gd name="connsiteY10" fmla="*/ 556943 h 636335"/>
                <a:gd name="connsiteX11" fmla="*/ 555256 w 636386"/>
                <a:gd name="connsiteY11" fmla="*/ 79294 h 636335"/>
                <a:gd name="connsiteX12" fmla="*/ 79393 w 636386"/>
                <a:gd name="connsiteY12" fmla="*/ 79294 h 6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6386" h="636335">
                  <a:moveTo>
                    <a:pt x="596689" y="636336"/>
                  </a:moveTo>
                  <a:lnTo>
                    <a:pt x="39697" y="636336"/>
                  </a:lnTo>
                  <a:cubicBezTo>
                    <a:pt x="17773" y="636336"/>
                    <a:pt x="0" y="618562"/>
                    <a:pt x="0" y="5966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94804" y="0"/>
                  </a:lnTo>
                  <a:cubicBezTo>
                    <a:pt x="616726" y="0"/>
                    <a:pt x="634501" y="17773"/>
                    <a:pt x="634501" y="39697"/>
                  </a:cubicBezTo>
                  <a:lnTo>
                    <a:pt x="636386" y="596639"/>
                  </a:lnTo>
                  <a:cubicBezTo>
                    <a:pt x="636386" y="618562"/>
                    <a:pt x="618612" y="636336"/>
                    <a:pt x="596689" y="636336"/>
                  </a:cubicBezTo>
                  <a:close/>
                  <a:moveTo>
                    <a:pt x="79393" y="556943"/>
                  </a:moveTo>
                  <a:lnTo>
                    <a:pt x="556894" y="556943"/>
                  </a:lnTo>
                  <a:lnTo>
                    <a:pt x="555256" y="79294"/>
                  </a:lnTo>
                  <a:lnTo>
                    <a:pt x="79393" y="7929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A04380D-BB88-AA4C-AD41-F67E29057F78}"/>
                </a:ext>
              </a:extLst>
            </p:cNvPr>
            <p:cNvSpPr/>
            <p:nvPr/>
          </p:nvSpPr>
          <p:spPr>
            <a:xfrm>
              <a:off x="6970764" y="2596810"/>
              <a:ext cx="79393" cy="119883"/>
            </a:xfrm>
            <a:custGeom>
              <a:avLst/>
              <a:gdLst>
                <a:gd name="connsiteX0" fmla="*/ 39697 w 79393"/>
                <a:gd name="connsiteY0" fmla="*/ 119884 h 119883"/>
                <a:gd name="connsiteX1" fmla="*/ 0 w 79393"/>
                <a:gd name="connsiteY1" fmla="*/ 80187 h 119883"/>
                <a:gd name="connsiteX2" fmla="*/ 0 w 79393"/>
                <a:gd name="connsiteY2" fmla="*/ 39697 h 119883"/>
                <a:gd name="connsiteX3" fmla="*/ 39697 w 79393"/>
                <a:gd name="connsiteY3" fmla="*/ 0 h 119883"/>
                <a:gd name="connsiteX4" fmla="*/ 79393 w 79393"/>
                <a:gd name="connsiteY4" fmla="*/ 39697 h 119883"/>
                <a:gd name="connsiteX5" fmla="*/ 79393 w 79393"/>
                <a:gd name="connsiteY5" fmla="*/ 80187 h 119883"/>
                <a:gd name="connsiteX6" fmla="*/ 39697 w 79393"/>
                <a:gd name="connsiteY6" fmla="*/ 119884 h 11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883">
                  <a:moveTo>
                    <a:pt x="39697" y="119884"/>
                  </a:moveTo>
                  <a:cubicBezTo>
                    <a:pt x="17773" y="119884"/>
                    <a:pt x="0" y="102111"/>
                    <a:pt x="0" y="801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0187"/>
                  </a:lnTo>
                  <a:cubicBezTo>
                    <a:pt x="79393" y="102111"/>
                    <a:pt x="61621" y="119884"/>
                    <a:pt x="39697" y="11988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78F328D-4F3B-FA4D-ABBA-70827A5ACE14}"/>
                </a:ext>
              </a:extLst>
            </p:cNvPr>
            <p:cNvSpPr/>
            <p:nvPr/>
          </p:nvSpPr>
          <p:spPr>
            <a:xfrm>
              <a:off x="7061918" y="2541185"/>
              <a:ext cx="79393" cy="175508"/>
            </a:xfrm>
            <a:custGeom>
              <a:avLst/>
              <a:gdLst>
                <a:gd name="connsiteX0" fmla="*/ 39697 w 79393"/>
                <a:gd name="connsiteY0" fmla="*/ 175508 h 175508"/>
                <a:gd name="connsiteX1" fmla="*/ 0 w 79393"/>
                <a:gd name="connsiteY1" fmla="*/ 135812 h 175508"/>
                <a:gd name="connsiteX2" fmla="*/ 0 w 79393"/>
                <a:gd name="connsiteY2" fmla="*/ 39697 h 175508"/>
                <a:gd name="connsiteX3" fmla="*/ 39697 w 79393"/>
                <a:gd name="connsiteY3" fmla="*/ 0 h 175508"/>
                <a:gd name="connsiteX4" fmla="*/ 79393 w 79393"/>
                <a:gd name="connsiteY4" fmla="*/ 39697 h 175508"/>
                <a:gd name="connsiteX5" fmla="*/ 79393 w 79393"/>
                <a:gd name="connsiteY5" fmla="*/ 135812 h 175508"/>
                <a:gd name="connsiteX6" fmla="*/ 39697 w 79393"/>
                <a:gd name="connsiteY6" fmla="*/ 175508 h 17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508">
                  <a:moveTo>
                    <a:pt x="39697" y="175508"/>
                  </a:moveTo>
                  <a:cubicBezTo>
                    <a:pt x="17773" y="175508"/>
                    <a:pt x="0" y="157736"/>
                    <a:pt x="0" y="13581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5812"/>
                  </a:lnTo>
                  <a:cubicBezTo>
                    <a:pt x="79393" y="157736"/>
                    <a:pt x="61621" y="175508"/>
                    <a:pt x="39697" y="1755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F92D267D-11DC-C546-B150-332FC7E6008C}"/>
                </a:ext>
              </a:extLst>
            </p:cNvPr>
            <p:cNvSpPr/>
            <p:nvPr/>
          </p:nvSpPr>
          <p:spPr>
            <a:xfrm>
              <a:off x="7158132" y="2596810"/>
              <a:ext cx="79393" cy="119883"/>
            </a:xfrm>
            <a:custGeom>
              <a:avLst/>
              <a:gdLst>
                <a:gd name="connsiteX0" fmla="*/ 39697 w 79393"/>
                <a:gd name="connsiteY0" fmla="*/ 119884 h 119883"/>
                <a:gd name="connsiteX1" fmla="*/ 0 w 79393"/>
                <a:gd name="connsiteY1" fmla="*/ 80187 h 119883"/>
                <a:gd name="connsiteX2" fmla="*/ 0 w 79393"/>
                <a:gd name="connsiteY2" fmla="*/ 39697 h 119883"/>
                <a:gd name="connsiteX3" fmla="*/ 39697 w 79393"/>
                <a:gd name="connsiteY3" fmla="*/ 0 h 119883"/>
                <a:gd name="connsiteX4" fmla="*/ 79393 w 79393"/>
                <a:gd name="connsiteY4" fmla="*/ 39697 h 119883"/>
                <a:gd name="connsiteX5" fmla="*/ 79393 w 79393"/>
                <a:gd name="connsiteY5" fmla="*/ 80187 h 119883"/>
                <a:gd name="connsiteX6" fmla="*/ 39697 w 79393"/>
                <a:gd name="connsiteY6" fmla="*/ 119884 h 11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19883">
                  <a:moveTo>
                    <a:pt x="39697" y="119884"/>
                  </a:moveTo>
                  <a:cubicBezTo>
                    <a:pt x="17773" y="119884"/>
                    <a:pt x="0" y="102111"/>
                    <a:pt x="0" y="8018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80187"/>
                  </a:lnTo>
                  <a:cubicBezTo>
                    <a:pt x="79393" y="102111"/>
                    <a:pt x="61621" y="119884"/>
                    <a:pt x="39697" y="11988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9" name="Picture Placeholder 57">
            <a:extLst>
              <a:ext uri="{FF2B5EF4-FFF2-40B4-BE49-F238E27FC236}">
                <a16:creationId xmlns:a16="http://schemas.microsoft.com/office/drawing/2014/main" id="{DBFAF405-A433-48E2-930E-5C90BCC5AD6C}"/>
              </a:ext>
            </a:extLst>
          </p:cNvPr>
          <p:cNvGrpSpPr>
            <a:grpSpLocks noChangeAspect="1"/>
          </p:cNvGrpSpPr>
          <p:nvPr/>
        </p:nvGrpSpPr>
        <p:grpSpPr>
          <a:xfrm>
            <a:off x="8161074" y="2538703"/>
            <a:ext cx="702649" cy="833628"/>
            <a:chOff x="8161074" y="2538703"/>
            <a:chExt cx="702649" cy="833628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78FF4FE8-8EA4-764A-9957-473FC7D1F93C}"/>
                </a:ext>
              </a:extLst>
            </p:cNvPr>
            <p:cNvSpPr/>
            <p:nvPr/>
          </p:nvSpPr>
          <p:spPr>
            <a:xfrm>
              <a:off x="8492263" y="2758176"/>
              <a:ext cx="201162" cy="190344"/>
            </a:xfrm>
            <a:custGeom>
              <a:avLst/>
              <a:gdLst>
                <a:gd name="connsiteX0" fmla="*/ 39697 w 201162"/>
                <a:gd name="connsiteY0" fmla="*/ 190345 h 190344"/>
                <a:gd name="connsiteX1" fmla="*/ 0 w 201162"/>
                <a:gd name="connsiteY1" fmla="*/ 150648 h 190344"/>
                <a:gd name="connsiteX2" fmla="*/ 0 w 201162"/>
                <a:gd name="connsiteY2" fmla="*/ 42674 h 190344"/>
                <a:gd name="connsiteX3" fmla="*/ 42723 w 201162"/>
                <a:gd name="connsiteY3" fmla="*/ 0 h 190344"/>
                <a:gd name="connsiteX4" fmla="*/ 161466 w 201162"/>
                <a:gd name="connsiteY4" fmla="*/ 0 h 190344"/>
                <a:gd name="connsiteX5" fmla="*/ 201163 w 201162"/>
                <a:gd name="connsiteY5" fmla="*/ 39697 h 190344"/>
                <a:gd name="connsiteX6" fmla="*/ 161466 w 201162"/>
                <a:gd name="connsiteY6" fmla="*/ 79393 h 190344"/>
                <a:gd name="connsiteX7" fmla="*/ 79393 w 201162"/>
                <a:gd name="connsiteY7" fmla="*/ 79393 h 190344"/>
                <a:gd name="connsiteX8" fmla="*/ 79393 w 201162"/>
                <a:gd name="connsiteY8" fmla="*/ 150648 h 190344"/>
                <a:gd name="connsiteX9" fmla="*/ 39697 w 201162"/>
                <a:gd name="connsiteY9" fmla="*/ 190345 h 1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1162" h="190344">
                  <a:moveTo>
                    <a:pt x="39697" y="190345"/>
                  </a:moveTo>
                  <a:cubicBezTo>
                    <a:pt x="17773" y="190345"/>
                    <a:pt x="0" y="172572"/>
                    <a:pt x="0" y="150648"/>
                  </a:cubicBezTo>
                  <a:lnTo>
                    <a:pt x="0" y="42674"/>
                  </a:lnTo>
                  <a:cubicBezTo>
                    <a:pt x="27" y="19098"/>
                    <a:pt x="19147" y="0"/>
                    <a:pt x="42723" y="0"/>
                  </a:cubicBezTo>
                  <a:lnTo>
                    <a:pt x="161466" y="0"/>
                  </a:lnTo>
                  <a:cubicBezTo>
                    <a:pt x="183388" y="0"/>
                    <a:pt x="201163" y="17773"/>
                    <a:pt x="201163" y="39697"/>
                  </a:cubicBezTo>
                  <a:cubicBezTo>
                    <a:pt x="201163" y="61620"/>
                    <a:pt x="183388" y="79393"/>
                    <a:pt x="161466" y="79393"/>
                  </a:cubicBezTo>
                  <a:lnTo>
                    <a:pt x="79393" y="79393"/>
                  </a:lnTo>
                  <a:lnTo>
                    <a:pt x="79393" y="150648"/>
                  </a:lnTo>
                  <a:cubicBezTo>
                    <a:pt x="79393" y="172572"/>
                    <a:pt x="61621" y="190345"/>
                    <a:pt x="39697" y="19034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ACD8B7C9-FEA6-4141-9843-743517D4D7F4}"/>
                </a:ext>
              </a:extLst>
            </p:cNvPr>
            <p:cNvSpPr/>
            <p:nvPr/>
          </p:nvSpPr>
          <p:spPr>
            <a:xfrm>
              <a:off x="8529280" y="2758176"/>
              <a:ext cx="334443" cy="614155"/>
            </a:xfrm>
            <a:custGeom>
              <a:avLst/>
              <a:gdLst>
                <a:gd name="connsiteX0" fmla="*/ 294648 w 334443"/>
                <a:gd name="connsiteY0" fmla="*/ 614155 h 614155"/>
                <a:gd name="connsiteX1" fmla="*/ 39697 w 334443"/>
                <a:gd name="connsiteY1" fmla="*/ 614155 h 614155"/>
                <a:gd name="connsiteX2" fmla="*/ 0 w 334443"/>
                <a:gd name="connsiteY2" fmla="*/ 574459 h 614155"/>
                <a:gd name="connsiteX3" fmla="*/ 39697 w 334443"/>
                <a:gd name="connsiteY3" fmla="*/ 534762 h 614155"/>
                <a:gd name="connsiteX4" fmla="*/ 254951 w 334443"/>
                <a:gd name="connsiteY4" fmla="*/ 534762 h 614155"/>
                <a:gd name="connsiteX5" fmla="*/ 254951 w 334443"/>
                <a:gd name="connsiteY5" fmla="*/ 79393 h 614155"/>
                <a:gd name="connsiteX6" fmla="*/ 124449 w 334443"/>
                <a:gd name="connsiteY6" fmla="*/ 79393 h 614155"/>
                <a:gd name="connsiteX7" fmla="*/ 84752 w 334443"/>
                <a:gd name="connsiteY7" fmla="*/ 39697 h 614155"/>
                <a:gd name="connsiteX8" fmla="*/ 124449 w 334443"/>
                <a:gd name="connsiteY8" fmla="*/ 0 h 614155"/>
                <a:gd name="connsiteX9" fmla="*/ 290926 w 334443"/>
                <a:gd name="connsiteY9" fmla="*/ 0 h 614155"/>
                <a:gd name="connsiteX10" fmla="*/ 334444 w 334443"/>
                <a:gd name="connsiteY10" fmla="*/ 43517 h 614155"/>
                <a:gd name="connsiteX11" fmla="*/ 334444 w 334443"/>
                <a:gd name="connsiteY11" fmla="*/ 574459 h 614155"/>
                <a:gd name="connsiteX12" fmla="*/ 294747 w 334443"/>
                <a:gd name="connsiteY12" fmla="*/ 614155 h 614155"/>
                <a:gd name="connsiteX13" fmla="*/ 294648 w 334443"/>
                <a:gd name="connsiteY13" fmla="*/ 614155 h 614155"/>
                <a:gd name="connsiteX14" fmla="*/ 290827 w 334443"/>
                <a:gd name="connsiteY14" fmla="*/ 79393 h 614155"/>
                <a:gd name="connsiteX15" fmla="*/ 290827 w 334443"/>
                <a:gd name="connsiteY15" fmla="*/ 79393 h 6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4443" h="614155">
                  <a:moveTo>
                    <a:pt x="294648" y="614155"/>
                  </a:moveTo>
                  <a:lnTo>
                    <a:pt x="39697" y="614155"/>
                  </a:lnTo>
                  <a:cubicBezTo>
                    <a:pt x="17773" y="614155"/>
                    <a:pt x="0" y="596381"/>
                    <a:pt x="0" y="574459"/>
                  </a:cubicBezTo>
                  <a:cubicBezTo>
                    <a:pt x="0" y="552536"/>
                    <a:pt x="17773" y="534762"/>
                    <a:pt x="39697" y="534762"/>
                  </a:cubicBezTo>
                  <a:lnTo>
                    <a:pt x="254951" y="534762"/>
                  </a:lnTo>
                  <a:lnTo>
                    <a:pt x="254951" y="79393"/>
                  </a:lnTo>
                  <a:lnTo>
                    <a:pt x="124449" y="79393"/>
                  </a:lnTo>
                  <a:cubicBezTo>
                    <a:pt x="102526" y="79393"/>
                    <a:pt x="84752" y="61620"/>
                    <a:pt x="84752" y="39697"/>
                  </a:cubicBezTo>
                  <a:cubicBezTo>
                    <a:pt x="84752" y="17773"/>
                    <a:pt x="102526" y="0"/>
                    <a:pt x="124449" y="0"/>
                  </a:cubicBezTo>
                  <a:lnTo>
                    <a:pt x="290926" y="0"/>
                  </a:lnTo>
                  <a:cubicBezTo>
                    <a:pt x="314948" y="27"/>
                    <a:pt x="334414" y="19494"/>
                    <a:pt x="334444" y="43517"/>
                  </a:cubicBezTo>
                  <a:lnTo>
                    <a:pt x="334444" y="574459"/>
                  </a:lnTo>
                  <a:cubicBezTo>
                    <a:pt x="334444" y="596381"/>
                    <a:pt x="316670" y="614155"/>
                    <a:pt x="294747" y="614155"/>
                  </a:cubicBezTo>
                  <a:cubicBezTo>
                    <a:pt x="294713" y="614155"/>
                    <a:pt x="294683" y="614155"/>
                    <a:pt x="294648" y="614155"/>
                  </a:cubicBezTo>
                  <a:close/>
                  <a:moveTo>
                    <a:pt x="290827" y="79393"/>
                  </a:moveTo>
                  <a:lnTo>
                    <a:pt x="290827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36292CA-8027-AB4E-A896-CD7715F663E6}"/>
                </a:ext>
              </a:extLst>
            </p:cNvPr>
            <p:cNvSpPr/>
            <p:nvPr/>
          </p:nvSpPr>
          <p:spPr>
            <a:xfrm>
              <a:off x="8528734" y="2665236"/>
              <a:ext cx="298369" cy="172332"/>
            </a:xfrm>
            <a:custGeom>
              <a:avLst/>
              <a:gdLst>
                <a:gd name="connsiteX0" fmla="*/ 258673 w 298369"/>
                <a:gd name="connsiteY0" fmla="*/ 172333 h 172332"/>
                <a:gd name="connsiteX1" fmla="*/ 218976 w 298369"/>
                <a:gd name="connsiteY1" fmla="*/ 132636 h 172332"/>
                <a:gd name="connsiteX2" fmla="*/ 218976 w 298369"/>
                <a:gd name="connsiteY2" fmla="*/ 79393 h 172332"/>
                <a:gd name="connsiteX3" fmla="*/ 79393 w 298369"/>
                <a:gd name="connsiteY3" fmla="*/ 79393 h 172332"/>
                <a:gd name="connsiteX4" fmla="*/ 79393 w 298369"/>
                <a:gd name="connsiteY4" fmla="*/ 132636 h 172332"/>
                <a:gd name="connsiteX5" fmla="*/ 39697 w 298369"/>
                <a:gd name="connsiteY5" fmla="*/ 172333 h 172332"/>
                <a:gd name="connsiteX6" fmla="*/ 0 w 298369"/>
                <a:gd name="connsiteY6" fmla="*/ 132636 h 172332"/>
                <a:gd name="connsiteX7" fmla="*/ 0 w 298369"/>
                <a:gd name="connsiteY7" fmla="*/ 42575 h 172332"/>
                <a:gd name="connsiteX8" fmla="*/ 42475 w 298369"/>
                <a:gd name="connsiteY8" fmla="*/ 0 h 172332"/>
                <a:gd name="connsiteX9" fmla="*/ 258673 w 298369"/>
                <a:gd name="connsiteY9" fmla="*/ 0 h 172332"/>
                <a:gd name="connsiteX10" fmla="*/ 298370 w 298369"/>
                <a:gd name="connsiteY10" fmla="*/ 39697 h 172332"/>
                <a:gd name="connsiteX11" fmla="*/ 298370 w 298369"/>
                <a:gd name="connsiteY11" fmla="*/ 132636 h 172332"/>
                <a:gd name="connsiteX12" fmla="*/ 258673 w 298369"/>
                <a:gd name="connsiteY12" fmla="*/ 172333 h 17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8369" h="172332">
                  <a:moveTo>
                    <a:pt x="258673" y="172333"/>
                  </a:moveTo>
                  <a:cubicBezTo>
                    <a:pt x="236751" y="172333"/>
                    <a:pt x="218976" y="154560"/>
                    <a:pt x="218976" y="132636"/>
                  </a:cubicBezTo>
                  <a:lnTo>
                    <a:pt x="218976" y="79393"/>
                  </a:lnTo>
                  <a:lnTo>
                    <a:pt x="79393" y="79393"/>
                  </a:lnTo>
                  <a:lnTo>
                    <a:pt x="79393" y="132636"/>
                  </a:lnTo>
                  <a:cubicBezTo>
                    <a:pt x="79393" y="154560"/>
                    <a:pt x="61619" y="172333"/>
                    <a:pt x="39697" y="172333"/>
                  </a:cubicBezTo>
                  <a:cubicBezTo>
                    <a:pt x="17773" y="172333"/>
                    <a:pt x="0" y="154560"/>
                    <a:pt x="0" y="132636"/>
                  </a:cubicBezTo>
                  <a:lnTo>
                    <a:pt x="0" y="42575"/>
                  </a:lnTo>
                  <a:cubicBezTo>
                    <a:pt x="-27" y="19089"/>
                    <a:pt x="18989" y="27"/>
                    <a:pt x="42475" y="0"/>
                  </a:cubicBezTo>
                  <a:lnTo>
                    <a:pt x="258673" y="0"/>
                  </a:lnTo>
                  <a:cubicBezTo>
                    <a:pt x="280595" y="0"/>
                    <a:pt x="298370" y="17773"/>
                    <a:pt x="298370" y="39697"/>
                  </a:cubicBezTo>
                  <a:lnTo>
                    <a:pt x="298370" y="132636"/>
                  </a:lnTo>
                  <a:cubicBezTo>
                    <a:pt x="298370" y="154560"/>
                    <a:pt x="280595" y="172333"/>
                    <a:pt x="258673" y="1723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951C240D-ABD1-EC42-B9AC-4F48EA5834E9}"/>
                </a:ext>
              </a:extLst>
            </p:cNvPr>
            <p:cNvSpPr/>
            <p:nvPr/>
          </p:nvSpPr>
          <p:spPr>
            <a:xfrm>
              <a:off x="8581892" y="2538703"/>
              <a:ext cx="192360" cy="206011"/>
            </a:xfrm>
            <a:custGeom>
              <a:avLst/>
              <a:gdLst>
                <a:gd name="connsiteX0" fmla="*/ 152322 w 192360"/>
                <a:gd name="connsiteY0" fmla="*/ 205926 h 206011"/>
                <a:gd name="connsiteX1" fmla="*/ 112626 w 192360"/>
                <a:gd name="connsiteY1" fmla="*/ 170001 h 206011"/>
                <a:gd name="connsiteX2" fmla="*/ 104141 w 192360"/>
                <a:gd name="connsiteY2" fmla="*/ 79394 h 206011"/>
                <a:gd name="connsiteX3" fmla="*/ 87915 w 192360"/>
                <a:gd name="connsiteY3" fmla="*/ 79394 h 206011"/>
                <a:gd name="connsiteX4" fmla="*/ 79231 w 192360"/>
                <a:gd name="connsiteY4" fmla="*/ 170100 h 206011"/>
                <a:gd name="connsiteX5" fmla="*/ 35912 w 192360"/>
                <a:gd name="connsiteY5" fmla="*/ 205827 h 206011"/>
                <a:gd name="connsiteX6" fmla="*/ 185 w 192360"/>
                <a:gd name="connsiteY6" fmla="*/ 162508 h 206011"/>
                <a:gd name="connsiteX7" fmla="*/ 12293 w 192360"/>
                <a:gd name="connsiteY7" fmla="*/ 35926 h 206011"/>
                <a:gd name="connsiteX8" fmla="*/ 51989 w 192360"/>
                <a:gd name="connsiteY8" fmla="*/ 0 h 206011"/>
                <a:gd name="connsiteX9" fmla="*/ 140314 w 192360"/>
                <a:gd name="connsiteY9" fmla="*/ 0 h 206011"/>
                <a:gd name="connsiteX10" fmla="*/ 180011 w 192360"/>
                <a:gd name="connsiteY10" fmla="*/ 35926 h 206011"/>
                <a:gd name="connsiteX11" fmla="*/ 192168 w 192360"/>
                <a:gd name="connsiteY11" fmla="*/ 162508 h 206011"/>
                <a:gd name="connsiteX12" fmla="*/ 156540 w 192360"/>
                <a:gd name="connsiteY12" fmla="*/ 205894 h 206011"/>
                <a:gd name="connsiteX13" fmla="*/ 156193 w 192360"/>
                <a:gd name="connsiteY13" fmla="*/ 205926 h 206011"/>
                <a:gd name="connsiteX14" fmla="*/ 152322 w 192360"/>
                <a:gd name="connsiteY14" fmla="*/ 205926 h 20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360" h="206011">
                  <a:moveTo>
                    <a:pt x="152322" y="205926"/>
                  </a:moveTo>
                  <a:cubicBezTo>
                    <a:pt x="131789" y="206019"/>
                    <a:pt x="114576" y="190440"/>
                    <a:pt x="112626" y="170001"/>
                  </a:cubicBezTo>
                  <a:lnTo>
                    <a:pt x="104141" y="79394"/>
                  </a:lnTo>
                  <a:lnTo>
                    <a:pt x="87915" y="79394"/>
                  </a:lnTo>
                  <a:lnTo>
                    <a:pt x="79231" y="170100"/>
                  </a:lnTo>
                  <a:cubicBezTo>
                    <a:pt x="77132" y="191928"/>
                    <a:pt x="57740" y="207923"/>
                    <a:pt x="35912" y="205827"/>
                  </a:cubicBezTo>
                  <a:cubicBezTo>
                    <a:pt x="14084" y="203731"/>
                    <a:pt x="-1914" y="184336"/>
                    <a:pt x="185" y="162508"/>
                  </a:cubicBezTo>
                  <a:lnTo>
                    <a:pt x="12293" y="35926"/>
                  </a:lnTo>
                  <a:cubicBezTo>
                    <a:pt x="14243" y="15487"/>
                    <a:pt x="31456" y="-92"/>
                    <a:pt x="51989" y="0"/>
                  </a:cubicBezTo>
                  <a:lnTo>
                    <a:pt x="140314" y="0"/>
                  </a:lnTo>
                  <a:cubicBezTo>
                    <a:pt x="160847" y="-92"/>
                    <a:pt x="178061" y="15487"/>
                    <a:pt x="180011" y="35926"/>
                  </a:cubicBezTo>
                  <a:lnTo>
                    <a:pt x="192168" y="162508"/>
                  </a:lnTo>
                  <a:cubicBezTo>
                    <a:pt x="194311" y="184327"/>
                    <a:pt x="178358" y="203751"/>
                    <a:pt x="156540" y="205894"/>
                  </a:cubicBezTo>
                  <a:cubicBezTo>
                    <a:pt x="156426" y="205905"/>
                    <a:pt x="156307" y="205916"/>
                    <a:pt x="156193" y="205926"/>
                  </a:cubicBezTo>
                  <a:cubicBezTo>
                    <a:pt x="154903" y="205926"/>
                    <a:pt x="153612" y="205926"/>
                    <a:pt x="152322" y="2059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A0D9045-E3E8-A24E-96B1-6C8BC2B8BD86}"/>
                </a:ext>
              </a:extLst>
            </p:cNvPr>
            <p:cNvSpPr/>
            <p:nvPr/>
          </p:nvSpPr>
          <p:spPr>
            <a:xfrm>
              <a:off x="8161074" y="2623853"/>
              <a:ext cx="453723" cy="748478"/>
            </a:xfrm>
            <a:custGeom>
              <a:avLst/>
              <a:gdLst>
                <a:gd name="connsiteX0" fmla="*/ 403338 w 453723"/>
                <a:gd name="connsiteY0" fmla="*/ 748478 h 748478"/>
                <a:gd name="connsiteX1" fmla="*/ 51030 w 453723"/>
                <a:gd name="connsiteY1" fmla="*/ 748478 h 748478"/>
                <a:gd name="connsiteX2" fmla="*/ 10689 w 453723"/>
                <a:gd name="connsiteY2" fmla="*/ 709477 h 748478"/>
                <a:gd name="connsiteX3" fmla="*/ 70 w 453723"/>
                <a:gd name="connsiteY3" fmla="*/ 401481 h 748478"/>
                <a:gd name="connsiteX4" fmla="*/ 30487 w 453723"/>
                <a:gd name="connsiteY4" fmla="*/ 301545 h 748478"/>
                <a:gd name="connsiteX5" fmla="*/ 120202 w 453723"/>
                <a:gd name="connsiteY5" fmla="*/ 39697 h 748478"/>
                <a:gd name="connsiteX6" fmla="*/ 159898 w 453723"/>
                <a:gd name="connsiteY6" fmla="*/ 0 h 748478"/>
                <a:gd name="connsiteX7" fmla="*/ 199595 w 453723"/>
                <a:gd name="connsiteY7" fmla="*/ 39697 h 748478"/>
                <a:gd name="connsiteX8" fmla="*/ 95391 w 453723"/>
                <a:gd name="connsiteY8" fmla="*/ 347345 h 748478"/>
                <a:gd name="connsiteX9" fmla="*/ 79364 w 453723"/>
                <a:gd name="connsiteY9" fmla="*/ 398653 h 748478"/>
                <a:gd name="connsiteX10" fmla="*/ 88692 w 453723"/>
                <a:gd name="connsiteY10" fmla="*/ 668986 h 748478"/>
                <a:gd name="connsiteX11" fmla="*/ 364782 w 453723"/>
                <a:gd name="connsiteY11" fmla="*/ 668986 h 748478"/>
                <a:gd name="connsiteX12" fmla="*/ 374111 w 453723"/>
                <a:gd name="connsiteY12" fmla="*/ 398653 h 748478"/>
                <a:gd name="connsiteX13" fmla="*/ 358332 w 453723"/>
                <a:gd name="connsiteY13" fmla="*/ 347543 h 748478"/>
                <a:gd name="connsiteX14" fmla="*/ 254128 w 453723"/>
                <a:gd name="connsiteY14" fmla="*/ 39895 h 748478"/>
                <a:gd name="connsiteX15" fmla="*/ 293825 w 453723"/>
                <a:gd name="connsiteY15" fmla="*/ 198 h 748478"/>
                <a:gd name="connsiteX16" fmla="*/ 333521 w 453723"/>
                <a:gd name="connsiteY16" fmla="*/ 39895 h 748478"/>
                <a:gd name="connsiteX17" fmla="*/ 423236 w 453723"/>
                <a:gd name="connsiteY17" fmla="*/ 301694 h 748478"/>
                <a:gd name="connsiteX18" fmla="*/ 453653 w 453723"/>
                <a:gd name="connsiteY18" fmla="*/ 401679 h 748478"/>
                <a:gd name="connsiteX19" fmla="*/ 443034 w 453723"/>
                <a:gd name="connsiteY19" fmla="*/ 710171 h 748478"/>
                <a:gd name="connsiteX20" fmla="*/ 403338 w 453723"/>
                <a:gd name="connsiteY20" fmla="*/ 748478 h 74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3723" h="748478">
                  <a:moveTo>
                    <a:pt x="403338" y="748478"/>
                  </a:moveTo>
                  <a:lnTo>
                    <a:pt x="51030" y="748478"/>
                  </a:lnTo>
                  <a:cubicBezTo>
                    <a:pt x="29231" y="748568"/>
                    <a:pt x="11334" y="731265"/>
                    <a:pt x="10689" y="709477"/>
                  </a:cubicBezTo>
                  <a:lnTo>
                    <a:pt x="70" y="401481"/>
                  </a:lnTo>
                  <a:cubicBezTo>
                    <a:pt x="-974" y="365742"/>
                    <a:pt x="9710" y="330642"/>
                    <a:pt x="30487" y="301545"/>
                  </a:cubicBezTo>
                  <a:cubicBezTo>
                    <a:pt x="63981" y="254455"/>
                    <a:pt x="120202" y="157645"/>
                    <a:pt x="120202" y="39697"/>
                  </a:cubicBezTo>
                  <a:cubicBezTo>
                    <a:pt x="120202" y="17773"/>
                    <a:pt x="137974" y="0"/>
                    <a:pt x="159898" y="0"/>
                  </a:cubicBezTo>
                  <a:cubicBezTo>
                    <a:pt x="181822" y="0"/>
                    <a:pt x="199595" y="17773"/>
                    <a:pt x="199595" y="39697"/>
                  </a:cubicBezTo>
                  <a:cubicBezTo>
                    <a:pt x="199595" y="179925"/>
                    <a:pt x="134145" y="292762"/>
                    <a:pt x="95391" y="347345"/>
                  </a:cubicBezTo>
                  <a:cubicBezTo>
                    <a:pt x="84493" y="362190"/>
                    <a:pt x="78853" y="380244"/>
                    <a:pt x="79364" y="398653"/>
                  </a:cubicBezTo>
                  <a:lnTo>
                    <a:pt x="88692" y="668986"/>
                  </a:lnTo>
                  <a:lnTo>
                    <a:pt x="364782" y="668986"/>
                  </a:lnTo>
                  <a:lnTo>
                    <a:pt x="374111" y="398653"/>
                  </a:lnTo>
                  <a:cubicBezTo>
                    <a:pt x="374645" y="380340"/>
                    <a:pt x="369096" y="362367"/>
                    <a:pt x="358332" y="347543"/>
                  </a:cubicBezTo>
                  <a:cubicBezTo>
                    <a:pt x="319379" y="292961"/>
                    <a:pt x="254128" y="179925"/>
                    <a:pt x="254128" y="39895"/>
                  </a:cubicBezTo>
                  <a:cubicBezTo>
                    <a:pt x="254128" y="17971"/>
                    <a:pt x="271901" y="198"/>
                    <a:pt x="293825" y="198"/>
                  </a:cubicBezTo>
                  <a:cubicBezTo>
                    <a:pt x="315749" y="198"/>
                    <a:pt x="333521" y="17971"/>
                    <a:pt x="333521" y="39895"/>
                  </a:cubicBezTo>
                  <a:cubicBezTo>
                    <a:pt x="333521" y="158092"/>
                    <a:pt x="389742" y="254653"/>
                    <a:pt x="423236" y="301694"/>
                  </a:cubicBezTo>
                  <a:cubicBezTo>
                    <a:pt x="444022" y="330805"/>
                    <a:pt x="454705" y="365923"/>
                    <a:pt x="453653" y="401679"/>
                  </a:cubicBezTo>
                  <a:lnTo>
                    <a:pt x="443034" y="710171"/>
                  </a:lnTo>
                  <a:cubicBezTo>
                    <a:pt x="442285" y="731553"/>
                    <a:pt x="424729" y="748493"/>
                    <a:pt x="403338" y="7484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2FD768E-5EE1-AD4D-817D-28685B23FC12}"/>
                </a:ext>
              </a:extLst>
            </p:cNvPr>
            <p:cNvSpPr/>
            <p:nvPr/>
          </p:nvSpPr>
          <p:spPr>
            <a:xfrm>
              <a:off x="8281027" y="2538902"/>
              <a:ext cx="213371" cy="189203"/>
            </a:xfrm>
            <a:custGeom>
              <a:avLst/>
              <a:gdLst>
                <a:gd name="connsiteX0" fmla="*/ 173674 w 213371"/>
                <a:gd name="connsiteY0" fmla="*/ 189204 h 189203"/>
                <a:gd name="connsiteX1" fmla="*/ 39698 w 213371"/>
                <a:gd name="connsiteY1" fmla="*/ 189204 h 189203"/>
                <a:gd name="connsiteX2" fmla="*/ 1 w 213371"/>
                <a:gd name="connsiteY2" fmla="*/ 149507 h 189203"/>
                <a:gd name="connsiteX3" fmla="*/ 1 w 213371"/>
                <a:gd name="connsiteY3" fmla="*/ 44659 h 189203"/>
                <a:gd name="connsiteX4" fmla="*/ 43667 w 213371"/>
                <a:gd name="connsiteY4" fmla="*/ 0 h 189203"/>
                <a:gd name="connsiteX5" fmla="*/ 170796 w 213371"/>
                <a:gd name="connsiteY5" fmla="*/ 0 h 189203"/>
                <a:gd name="connsiteX6" fmla="*/ 213370 w 213371"/>
                <a:gd name="connsiteY6" fmla="*/ 43418 h 189203"/>
                <a:gd name="connsiteX7" fmla="*/ 213370 w 213371"/>
                <a:gd name="connsiteY7" fmla="*/ 149507 h 189203"/>
                <a:gd name="connsiteX8" fmla="*/ 173674 w 213371"/>
                <a:gd name="connsiteY8" fmla="*/ 189204 h 189203"/>
                <a:gd name="connsiteX9" fmla="*/ 79394 w 213371"/>
                <a:gd name="connsiteY9" fmla="*/ 109811 h 189203"/>
                <a:gd name="connsiteX10" fmla="*/ 133977 w 213371"/>
                <a:gd name="connsiteY10" fmla="*/ 109811 h 189203"/>
                <a:gd name="connsiteX11" fmla="*/ 133977 w 213371"/>
                <a:gd name="connsiteY11" fmla="*/ 79195 h 189203"/>
                <a:gd name="connsiteX12" fmla="*/ 79394 w 213371"/>
                <a:gd name="connsiteY12" fmla="*/ 79195 h 18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371" h="189203">
                  <a:moveTo>
                    <a:pt x="173674" y="189204"/>
                  </a:moveTo>
                  <a:lnTo>
                    <a:pt x="39698" y="189204"/>
                  </a:lnTo>
                  <a:cubicBezTo>
                    <a:pt x="17774" y="189204"/>
                    <a:pt x="1" y="171431"/>
                    <a:pt x="1" y="149507"/>
                  </a:cubicBezTo>
                  <a:lnTo>
                    <a:pt x="1" y="44659"/>
                  </a:lnTo>
                  <a:cubicBezTo>
                    <a:pt x="-165" y="20312"/>
                    <a:pt x="19323" y="381"/>
                    <a:pt x="43667" y="0"/>
                  </a:cubicBezTo>
                  <a:lnTo>
                    <a:pt x="170796" y="0"/>
                  </a:lnTo>
                  <a:cubicBezTo>
                    <a:pt x="194525" y="273"/>
                    <a:pt x="213563" y="19688"/>
                    <a:pt x="213370" y="43418"/>
                  </a:cubicBezTo>
                  <a:lnTo>
                    <a:pt x="213370" y="149507"/>
                  </a:lnTo>
                  <a:cubicBezTo>
                    <a:pt x="213370" y="171431"/>
                    <a:pt x="195598" y="189204"/>
                    <a:pt x="173674" y="189204"/>
                  </a:cubicBezTo>
                  <a:close/>
                  <a:moveTo>
                    <a:pt x="79394" y="109811"/>
                  </a:moveTo>
                  <a:lnTo>
                    <a:pt x="133977" y="109811"/>
                  </a:lnTo>
                  <a:lnTo>
                    <a:pt x="133977" y="79195"/>
                  </a:lnTo>
                  <a:lnTo>
                    <a:pt x="79394" y="7919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6" name="Picture Placeholder 59">
            <a:extLst>
              <a:ext uri="{FF2B5EF4-FFF2-40B4-BE49-F238E27FC236}">
                <a16:creationId xmlns:a16="http://schemas.microsoft.com/office/drawing/2014/main" id="{38AB2257-E5AA-4082-87B0-7D2FCBFDC49E}"/>
              </a:ext>
            </a:extLst>
          </p:cNvPr>
          <p:cNvGrpSpPr>
            <a:grpSpLocks noChangeAspect="1"/>
          </p:cNvGrpSpPr>
          <p:nvPr/>
        </p:nvGrpSpPr>
        <p:grpSpPr>
          <a:xfrm>
            <a:off x="9405847" y="2571100"/>
            <a:ext cx="848264" cy="768977"/>
            <a:chOff x="9405847" y="2571100"/>
            <a:chExt cx="848264" cy="768977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6E7A4927-30F8-564B-AB3A-383B8AC4E518}"/>
                </a:ext>
              </a:extLst>
            </p:cNvPr>
            <p:cNvSpPr/>
            <p:nvPr/>
          </p:nvSpPr>
          <p:spPr>
            <a:xfrm>
              <a:off x="9611173" y="2605049"/>
              <a:ext cx="253207" cy="261994"/>
            </a:xfrm>
            <a:custGeom>
              <a:avLst/>
              <a:gdLst>
                <a:gd name="connsiteX0" fmla="*/ 67300 w 253207"/>
                <a:gd name="connsiteY0" fmla="*/ 261994 h 261994"/>
                <a:gd name="connsiteX1" fmla="*/ 28199 w 253207"/>
                <a:gd name="connsiteY1" fmla="*/ 228897 h 261994"/>
                <a:gd name="connsiteX2" fmla="*/ 759 w 253207"/>
                <a:gd name="connsiteY2" fmla="*/ 70558 h 261994"/>
                <a:gd name="connsiteX3" fmla="*/ 411 w 253207"/>
                <a:gd name="connsiteY3" fmla="*/ 68374 h 261994"/>
                <a:gd name="connsiteX4" fmla="*/ 54294 w 253207"/>
                <a:gd name="connsiteY4" fmla="*/ 406 h 261994"/>
                <a:gd name="connsiteX5" fmla="*/ 63728 w 253207"/>
                <a:gd name="connsiteY5" fmla="*/ 47 h 261994"/>
                <a:gd name="connsiteX6" fmla="*/ 223804 w 253207"/>
                <a:gd name="connsiteY6" fmla="*/ 34781 h 261994"/>
                <a:gd name="connsiteX7" fmla="*/ 251837 w 253207"/>
                <a:gd name="connsiteY7" fmla="*/ 83420 h 261994"/>
                <a:gd name="connsiteX8" fmla="*/ 203198 w 253207"/>
                <a:gd name="connsiteY8" fmla="*/ 111454 h 261994"/>
                <a:gd name="connsiteX9" fmla="*/ 202120 w 253207"/>
                <a:gd name="connsiteY9" fmla="*/ 111147 h 261994"/>
                <a:gd name="connsiteX10" fmla="*/ 83377 w 253207"/>
                <a:gd name="connsiteY10" fmla="*/ 82268 h 261994"/>
                <a:gd name="connsiteX11" fmla="*/ 106451 w 253207"/>
                <a:gd name="connsiteY11" fmla="*/ 215500 h 261994"/>
                <a:gd name="connsiteX12" fmla="*/ 74139 w 253207"/>
                <a:gd name="connsiteY12" fmla="*/ 261408 h 261994"/>
                <a:gd name="connsiteX13" fmla="*/ 67300 w 253207"/>
                <a:gd name="connsiteY13" fmla="*/ 261994 h 2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207" h="261994">
                  <a:moveTo>
                    <a:pt x="67300" y="261994"/>
                  </a:moveTo>
                  <a:cubicBezTo>
                    <a:pt x="47939" y="261974"/>
                    <a:pt x="31418" y="247989"/>
                    <a:pt x="28199" y="228897"/>
                  </a:cubicBezTo>
                  <a:lnTo>
                    <a:pt x="759" y="70558"/>
                  </a:lnTo>
                  <a:cubicBezTo>
                    <a:pt x="759" y="69863"/>
                    <a:pt x="511" y="69119"/>
                    <a:pt x="411" y="68374"/>
                  </a:cubicBezTo>
                  <a:cubicBezTo>
                    <a:pt x="-3478" y="34726"/>
                    <a:pt x="20646" y="4296"/>
                    <a:pt x="54294" y="406"/>
                  </a:cubicBezTo>
                  <a:cubicBezTo>
                    <a:pt x="57425" y="44"/>
                    <a:pt x="60579" y="-76"/>
                    <a:pt x="63728" y="47"/>
                  </a:cubicBezTo>
                  <a:cubicBezTo>
                    <a:pt x="105905" y="1635"/>
                    <a:pt x="211895" y="31457"/>
                    <a:pt x="223804" y="34781"/>
                  </a:cubicBezTo>
                  <a:cubicBezTo>
                    <a:pt x="244977" y="40472"/>
                    <a:pt x="257527" y="62248"/>
                    <a:pt x="251837" y="83420"/>
                  </a:cubicBezTo>
                  <a:cubicBezTo>
                    <a:pt x="246147" y="104593"/>
                    <a:pt x="224370" y="117144"/>
                    <a:pt x="203198" y="111454"/>
                  </a:cubicBezTo>
                  <a:cubicBezTo>
                    <a:pt x="202837" y="111356"/>
                    <a:pt x="202478" y="111255"/>
                    <a:pt x="202120" y="111147"/>
                  </a:cubicBezTo>
                  <a:cubicBezTo>
                    <a:pt x="169668" y="101918"/>
                    <a:pt x="116772" y="88272"/>
                    <a:pt x="83377" y="82268"/>
                  </a:cubicBezTo>
                  <a:lnTo>
                    <a:pt x="106451" y="215500"/>
                  </a:lnTo>
                  <a:cubicBezTo>
                    <a:pt x="110205" y="237100"/>
                    <a:pt x="95739" y="257654"/>
                    <a:pt x="74139" y="261408"/>
                  </a:cubicBezTo>
                  <a:cubicBezTo>
                    <a:pt x="71881" y="261800"/>
                    <a:pt x="69592" y="261997"/>
                    <a:pt x="67300" y="26199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BD01AAB5-11B1-C34C-A5C7-DBE15E14FA68}"/>
                </a:ext>
              </a:extLst>
            </p:cNvPr>
            <p:cNvSpPr/>
            <p:nvPr/>
          </p:nvSpPr>
          <p:spPr>
            <a:xfrm>
              <a:off x="9405847" y="2717972"/>
              <a:ext cx="439860" cy="622105"/>
            </a:xfrm>
            <a:custGeom>
              <a:avLst/>
              <a:gdLst>
                <a:gd name="connsiteX0" fmla="*/ 238984 w 439860"/>
                <a:gd name="connsiteY0" fmla="*/ 622105 h 622105"/>
                <a:gd name="connsiteX1" fmla="*/ 236553 w 439860"/>
                <a:gd name="connsiteY1" fmla="*/ 622105 h 622105"/>
                <a:gd name="connsiteX2" fmla="*/ 177008 w 439860"/>
                <a:gd name="connsiteY2" fmla="*/ 575115 h 622105"/>
                <a:gd name="connsiteX3" fmla="*/ 175916 w 439860"/>
                <a:gd name="connsiteY3" fmla="*/ 569904 h 622105"/>
                <a:gd name="connsiteX4" fmla="*/ 159244 w 439860"/>
                <a:gd name="connsiteY4" fmla="*/ 449673 h 622105"/>
                <a:gd name="connsiteX5" fmla="*/ 112302 w 439860"/>
                <a:gd name="connsiteY5" fmla="*/ 387697 h 622105"/>
                <a:gd name="connsiteX6" fmla="*/ 109325 w 439860"/>
                <a:gd name="connsiteY6" fmla="*/ 386407 h 622105"/>
                <a:gd name="connsiteX7" fmla="*/ 39409 w 439860"/>
                <a:gd name="connsiteY7" fmla="*/ 353112 h 622105"/>
                <a:gd name="connsiteX8" fmla="*/ 5106 w 439860"/>
                <a:gd name="connsiteY8" fmla="*/ 268580 h 622105"/>
                <a:gd name="connsiteX9" fmla="*/ 53700 w 439860"/>
                <a:gd name="connsiteY9" fmla="*/ 230102 h 622105"/>
                <a:gd name="connsiteX10" fmla="*/ 57372 w 439860"/>
                <a:gd name="connsiteY10" fmla="*/ 229655 h 622105"/>
                <a:gd name="connsiteX11" fmla="*/ 195616 w 439860"/>
                <a:gd name="connsiteY11" fmla="*/ 220227 h 622105"/>
                <a:gd name="connsiteX12" fmla="*/ 289051 w 439860"/>
                <a:gd name="connsiteY12" fmla="*/ 14202 h 622105"/>
                <a:gd name="connsiteX13" fmla="*/ 344974 w 439860"/>
                <a:gd name="connsiteY13" fmla="*/ 9271 h 622105"/>
                <a:gd name="connsiteX14" fmla="*/ 349906 w 439860"/>
                <a:gd name="connsiteY14" fmla="*/ 65193 h 622105"/>
                <a:gd name="connsiteX15" fmla="*/ 348894 w 439860"/>
                <a:gd name="connsiteY15" fmla="*/ 66354 h 622105"/>
                <a:gd name="connsiteX16" fmla="*/ 265978 w 439860"/>
                <a:gd name="connsiteY16" fmla="*/ 266474 h 622105"/>
                <a:gd name="connsiteX17" fmla="*/ 229953 w 439860"/>
                <a:gd name="connsiteY17" fmla="*/ 297437 h 622105"/>
                <a:gd name="connsiteX18" fmla="*/ 122921 w 439860"/>
                <a:gd name="connsiteY18" fmla="*/ 304731 h 622105"/>
                <a:gd name="connsiteX19" fmla="*/ 142075 w 439860"/>
                <a:gd name="connsiteY19" fmla="*/ 313862 h 622105"/>
                <a:gd name="connsiteX20" fmla="*/ 236354 w 439860"/>
                <a:gd name="connsiteY20" fmla="*/ 430718 h 622105"/>
                <a:gd name="connsiteX21" fmla="*/ 237446 w 439860"/>
                <a:gd name="connsiteY21" fmla="*/ 435680 h 622105"/>
                <a:gd name="connsiteX22" fmla="*/ 242408 w 439860"/>
                <a:gd name="connsiteY22" fmla="*/ 473144 h 622105"/>
                <a:gd name="connsiteX23" fmla="*/ 257939 w 439860"/>
                <a:gd name="connsiteY23" fmla="*/ 405908 h 622105"/>
                <a:gd name="connsiteX24" fmla="*/ 295651 w 439860"/>
                <a:gd name="connsiteY24" fmla="*/ 375143 h 622105"/>
                <a:gd name="connsiteX25" fmla="*/ 395438 w 439860"/>
                <a:gd name="connsiteY25" fmla="*/ 367502 h 622105"/>
                <a:gd name="connsiteX26" fmla="*/ 439576 w 439860"/>
                <a:gd name="connsiteY26" fmla="*/ 402211 h 622105"/>
                <a:gd name="connsiteX27" fmla="*/ 404866 w 439860"/>
                <a:gd name="connsiteY27" fmla="*/ 446349 h 622105"/>
                <a:gd name="connsiteX28" fmla="*/ 328549 w 439860"/>
                <a:gd name="connsiteY28" fmla="*/ 452998 h 622105"/>
                <a:gd name="connsiteX29" fmla="*/ 300415 w 439860"/>
                <a:gd name="connsiteY29" fmla="*/ 574718 h 622105"/>
                <a:gd name="connsiteX30" fmla="*/ 299124 w 439860"/>
                <a:gd name="connsiteY30" fmla="*/ 579233 h 622105"/>
                <a:gd name="connsiteX31" fmla="*/ 238984 w 439860"/>
                <a:gd name="connsiteY31" fmla="*/ 622105 h 62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39860" h="622105">
                  <a:moveTo>
                    <a:pt x="238984" y="622105"/>
                  </a:moveTo>
                  <a:lnTo>
                    <a:pt x="236553" y="622105"/>
                  </a:lnTo>
                  <a:cubicBezTo>
                    <a:pt x="208562" y="621158"/>
                    <a:pt x="184438" y="602118"/>
                    <a:pt x="177008" y="575115"/>
                  </a:cubicBezTo>
                  <a:cubicBezTo>
                    <a:pt x="176520" y="573408"/>
                    <a:pt x="176156" y="571666"/>
                    <a:pt x="175916" y="569904"/>
                  </a:cubicBezTo>
                  <a:lnTo>
                    <a:pt x="159244" y="449673"/>
                  </a:lnTo>
                  <a:cubicBezTo>
                    <a:pt x="147136" y="406752"/>
                    <a:pt x="140636" y="398415"/>
                    <a:pt x="112302" y="387697"/>
                  </a:cubicBezTo>
                  <a:lnTo>
                    <a:pt x="109325" y="386407"/>
                  </a:lnTo>
                  <a:lnTo>
                    <a:pt x="39409" y="353112"/>
                  </a:lnTo>
                  <a:cubicBezTo>
                    <a:pt x="6594" y="339243"/>
                    <a:pt x="-8764" y="301397"/>
                    <a:pt x="5106" y="268580"/>
                  </a:cubicBezTo>
                  <a:cubicBezTo>
                    <a:pt x="13677" y="248302"/>
                    <a:pt x="31998" y="233796"/>
                    <a:pt x="53700" y="230102"/>
                  </a:cubicBezTo>
                  <a:cubicBezTo>
                    <a:pt x="54941" y="230102"/>
                    <a:pt x="56132" y="229755"/>
                    <a:pt x="57372" y="229655"/>
                  </a:cubicBezTo>
                  <a:lnTo>
                    <a:pt x="195616" y="220227"/>
                  </a:lnTo>
                  <a:cubicBezTo>
                    <a:pt x="215166" y="146987"/>
                    <a:pt x="249901" y="59059"/>
                    <a:pt x="289051" y="14202"/>
                  </a:cubicBezTo>
                  <a:cubicBezTo>
                    <a:pt x="303132" y="-2602"/>
                    <a:pt x="328169" y="-4810"/>
                    <a:pt x="344974" y="9271"/>
                  </a:cubicBezTo>
                  <a:cubicBezTo>
                    <a:pt x="361778" y="23351"/>
                    <a:pt x="363986" y="48389"/>
                    <a:pt x="349906" y="65193"/>
                  </a:cubicBezTo>
                  <a:cubicBezTo>
                    <a:pt x="349576" y="65586"/>
                    <a:pt x="349239" y="65973"/>
                    <a:pt x="348894" y="66354"/>
                  </a:cubicBezTo>
                  <a:cubicBezTo>
                    <a:pt x="316690" y="103321"/>
                    <a:pt x="281459" y="197104"/>
                    <a:pt x="265978" y="266474"/>
                  </a:cubicBezTo>
                  <a:cubicBezTo>
                    <a:pt x="262151" y="283634"/>
                    <a:pt x="247493" y="296232"/>
                    <a:pt x="229953" y="297437"/>
                  </a:cubicBezTo>
                  <a:lnTo>
                    <a:pt x="122921" y="304731"/>
                  </a:lnTo>
                  <a:lnTo>
                    <a:pt x="142075" y="313862"/>
                  </a:lnTo>
                  <a:cubicBezTo>
                    <a:pt x="206284" y="338672"/>
                    <a:pt x="222262" y="379808"/>
                    <a:pt x="236354" y="430718"/>
                  </a:cubicBezTo>
                  <a:cubicBezTo>
                    <a:pt x="236830" y="432346"/>
                    <a:pt x="237195" y="434003"/>
                    <a:pt x="237446" y="435680"/>
                  </a:cubicBezTo>
                  <a:lnTo>
                    <a:pt x="242408" y="473144"/>
                  </a:lnTo>
                  <a:lnTo>
                    <a:pt x="257939" y="405908"/>
                  </a:lnTo>
                  <a:cubicBezTo>
                    <a:pt x="262012" y="388248"/>
                    <a:pt x="277531" y="375585"/>
                    <a:pt x="295651" y="375143"/>
                  </a:cubicBezTo>
                  <a:cubicBezTo>
                    <a:pt x="314805" y="374697"/>
                    <a:pt x="367651" y="370826"/>
                    <a:pt x="395438" y="367502"/>
                  </a:cubicBezTo>
                  <a:cubicBezTo>
                    <a:pt x="417211" y="364897"/>
                    <a:pt x="436972" y="380438"/>
                    <a:pt x="439576" y="402211"/>
                  </a:cubicBezTo>
                  <a:cubicBezTo>
                    <a:pt x="442180" y="423985"/>
                    <a:pt x="426639" y="443744"/>
                    <a:pt x="404866" y="446349"/>
                  </a:cubicBezTo>
                  <a:cubicBezTo>
                    <a:pt x="384274" y="448830"/>
                    <a:pt x="353310" y="451311"/>
                    <a:pt x="328549" y="452998"/>
                  </a:cubicBezTo>
                  <a:lnTo>
                    <a:pt x="300415" y="574718"/>
                  </a:lnTo>
                  <a:cubicBezTo>
                    <a:pt x="300067" y="576206"/>
                    <a:pt x="299621" y="577744"/>
                    <a:pt x="299124" y="579233"/>
                  </a:cubicBezTo>
                  <a:cubicBezTo>
                    <a:pt x="290150" y="604798"/>
                    <a:pt x="266076" y="621957"/>
                    <a:pt x="238984" y="62210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D37AC3D7-D682-8841-97A7-40662905EDD7}"/>
                </a:ext>
              </a:extLst>
            </p:cNvPr>
            <p:cNvSpPr/>
            <p:nvPr/>
          </p:nvSpPr>
          <p:spPr>
            <a:xfrm>
              <a:off x="9772295" y="3022122"/>
              <a:ext cx="275297" cy="141901"/>
            </a:xfrm>
            <a:custGeom>
              <a:avLst/>
              <a:gdLst>
                <a:gd name="connsiteX0" fmla="*/ 39807 w 275297"/>
                <a:gd name="connsiteY0" fmla="*/ 141902 h 141901"/>
                <a:gd name="connsiteX1" fmla="*/ 0 w 275297"/>
                <a:gd name="connsiteY1" fmla="*/ 102314 h 141901"/>
                <a:gd name="connsiteX2" fmla="*/ 34845 w 275297"/>
                <a:gd name="connsiteY2" fmla="*/ 62806 h 141901"/>
                <a:gd name="connsiteX3" fmla="*/ 218442 w 275297"/>
                <a:gd name="connsiteY3" fmla="*/ 3906 h 141901"/>
                <a:gd name="connsiteX4" fmla="*/ 271392 w 275297"/>
                <a:gd name="connsiteY4" fmla="*/ 22554 h 141901"/>
                <a:gd name="connsiteX5" fmla="*/ 254764 w 275297"/>
                <a:gd name="connsiteY5" fmla="*/ 74467 h 141901"/>
                <a:gd name="connsiteX6" fmla="*/ 45365 w 275297"/>
                <a:gd name="connsiteY6" fmla="*/ 141554 h 141901"/>
                <a:gd name="connsiteX7" fmla="*/ 39807 w 275297"/>
                <a:gd name="connsiteY7" fmla="*/ 141902 h 14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97" h="141901">
                  <a:moveTo>
                    <a:pt x="39807" y="141902"/>
                  </a:moveTo>
                  <a:cubicBezTo>
                    <a:pt x="17883" y="141961"/>
                    <a:pt x="62" y="124242"/>
                    <a:pt x="0" y="102314"/>
                  </a:cubicBezTo>
                  <a:cubicBezTo>
                    <a:pt x="-55" y="82228"/>
                    <a:pt x="14906" y="65262"/>
                    <a:pt x="34845" y="62806"/>
                  </a:cubicBezTo>
                  <a:cubicBezTo>
                    <a:pt x="84466" y="56306"/>
                    <a:pt x="184204" y="21472"/>
                    <a:pt x="218442" y="3906"/>
                  </a:cubicBezTo>
                  <a:cubicBezTo>
                    <a:pt x="238216" y="-5567"/>
                    <a:pt x="261920" y="2780"/>
                    <a:pt x="271392" y="22554"/>
                  </a:cubicBezTo>
                  <a:cubicBezTo>
                    <a:pt x="280488" y="41529"/>
                    <a:pt x="273189" y="64305"/>
                    <a:pt x="254764" y="74467"/>
                  </a:cubicBezTo>
                  <a:cubicBezTo>
                    <a:pt x="214324" y="95308"/>
                    <a:pt x="106150" y="133516"/>
                    <a:pt x="45365" y="141554"/>
                  </a:cubicBezTo>
                  <a:cubicBezTo>
                    <a:pt x="43521" y="141778"/>
                    <a:pt x="41665" y="141897"/>
                    <a:pt x="39807" y="14190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4D66C4F-1E44-1F4B-8849-9DB454EF776B}"/>
                </a:ext>
              </a:extLst>
            </p:cNvPr>
            <p:cNvSpPr/>
            <p:nvPr/>
          </p:nvSpPr>
          <p:spPr>
            <a:xfrm>
              <a:off x="9692120" y="2571100"/>
              <a:ext cx="561991" cy="438453"/>
            </a:xfrm>
            <a:custGeom>
              <a:avLst/>
              <a:gdLst>
                <a:gd name="connsiteX0" fmla="*/ 432544 w 561991"/>
                <a:gd name="connsiteY0" fmla="*/ 438454 h 438453"/>
                <a:gd name="connsiteX1" fmla="*/ 392892 w 561991"/>
                <a:gd name="connsiteY1" fmla="*/ 398712 h 438453"/>
                <a:gd name="connsiteX2" fmla="*/ 400042 w 561991"/>
                <a:gd name="connsiteY2" fmla="*/ 376031 h 438453"/>
                <a:gd name="connsiteX3" fmla="*/ 482562 w 561991"/>
                <a:gd name="connsiteY3" fmla="*/ 105053 h 438453"/>
                <a:gd name="connsiteX4" fmla="*/ 474970 w 561991"/>
                <a:gd name="connsiteY4" fmla="*/ 96022 h 438453"/>
                <a:gd name="connsiteX5" fmla="*/ 67484 w 561991"/>
                <a:gd name="connsiteY5" fmla="*/ 209752 h 438453"/>
                <a:gd name="connsiteX6" fmla="*/ 11313 w 561991"/>
                <a:gd name="connsiteY6" fmla="*/ 209107 h 438453"/>
                <a:gd name="connsiteX7" fmla="*/ 11958 w 561991"/>
                <a:gd name="connsiteY7" fmla="*/ 152937 h 438453"/>
                <a:gd name="connsiteX8" fmla="*/ 496803 w 561991"/>
                <a:gd name="connsiteY8" fmla="*/ 19705 h 438453"/>
                <a:gd name="connsiteX9" fmla="*/ 561955 w 561991"/>
                <a:gd name="connsiteY9" fmla="*/ 103713 h 438453"/>
                <a:gd name="connsiteX10" fmla="*/ 465194 w 561991"/>
                <a:gd name="connsiteY10" fmla="*/ 421285 h 438453"/>
                <a:gd name="connsiteX11" fmla="*/ 432544 w 561991"/>
                <a:gd name="connsiteY11" fmla="*/ 438454 h 438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991" h="438453">
                  <a:moveTo>
                    <a:pt x="432544" y="438454"/>
                  </a:moveTo>
                  <a:cubicBezTo>
                    <a:pt x="410621" y="438429"/>
                    <a:pt x="392867" y="420635"/>
                    <a:pt x="392892" y="398712"/>
                  </a:cubicBezTo>
                  <a:cubicBezTo>
                    <a:pt x="392902" y="390598"/>
                    <a:pt x="395398" y="382683"/>
                    <a:pt x="400042" y="376031"/>
                  </a:cubicBezTo>
                  <a:cubicBezTo>
                    <a:pt x="464251" y="284034"/>
                    <a:pt x="483355" y="153681"/>
                    <a:pt x="482562" y="105053"/>
                  </a:cubicBezTo>
                  <a:cubicBezTo>
                    <a:pt x="482289" y="100701"/>
                    <a:pt x="479207" y="97038"/>
                    <a:pt x="474970" y="96022"/>
                  </a:cubicBezTo>
                  <a:cubicBezTo>
                    <a:pt x="325760" y="53249"/>
                    <a:pt x="188658" y="91506"/>
                    <a:pt x="67484" y="209752"/>
                  </a:cubicBezTo>
                  <a:cubicBezTo>
                    <a:pt x="51795" y="225085"/>
                    <a:pt x="26646" y="224796"/>
                    <a:pt x="11313" y="209107"/>
                  </a:cubicBezTo>
                  <a:cubicBezTo>
                    <a:pt x="-4020" y="193418"/>
                    <a:pt x="-3731" y="168269"/>
                    <a:pt x="11958" y="152937"/>
                  </a:cubicBezTo>
                  <a:cubicBezTo>
                    <a:pt x="190196" y="-20736"/>
                    <a:pt x="374190" y="-15476"/>
                    <a:pt x="496803" y="19705"/>
                  </a:cubicBezTo>
                  <a:cubicBezTo>
                    <a:pt x="534743" y="30170"/>
                    <a:pt x="561260" y="64364"/>
                    <a:pt x="561955" y="103713"/>
                  </a:cubicBezTo>
                  <a:cubicBezTo>
                    <a:pt x="563096" y="171346"/>
                    <a:pt x="537839" y="317379"/>
                    <a:pt x="465194" y="421285"/>
                  </a:cubicBezTo>
                  <a:cubicBezTo>
                    <a:pt x="457791" y="432025"/>
                    <a:pt x="445589" y="438443"/>
                    <a:pt x="432544" y="43845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A2DE1FF7-A94C-AA4B-9520-C86A956C2473}"/>
                </a:ext>
              </a:extLst>
            </p:cNvPr>
            <p:cNvSpPr/>
            <p:nvPr/>
          </p:nvSpPr>
          <p:spPr>
            <a:xfrm>
              <a:off x="9982440" y="2931224"/>
              <a:ext cx="184557" cy="223173"/>
            </a:xfrm>
            <a:custGeom>
              <a:avLst/>
              <a:gdLst>
                <a:gd name="connsiteX0" fmla="*/ 130066 w 184557"/>
                <a:gd name="connsiteY0" fmla="*/ 223173 h 223173"/>
                <a:gd name="connsiteX1" fmla="*/ 95332 w 184557"/>
                <a:gd name="connsiteY1" fmla="*/ 209825 h 223173"/>
                <a:gd name="connsiteX2" fmla="*/ 16584 w 184557"/>
                <a:gd name="connsiteY2" fmla="*/ 157426 h 223173"/>
                <a:gd name="connsiteX3" fmla="*/ 7429 w 184557"/>
                <a:gd name="connsiteY3" fmla="*/ 102039 h 223173"/>
                <a:gd name="connsiteX4" fmla="*/ 60399 w 184557"/>
                <a:gd name="connsiteY4" fmla="*/ 91282 h 223173"/>
                <a:gd name="connsiteX5" fmla="*/ 105057 w 184557"/>
                <a:gd name="connsiteY5" fmla="*/ 121054 h 223173"/>
                <a:gd name="connsiteX6" fmla="*/ 102824 w 184557"/>
                <a:gd name="connsiteY6" fmla="*/ 42256 h 223173"/>
                <a:gd name="connsiteX7" fmla="*/ 140040 w 184557"/>
                <a:gd name="connsiteY7" fmla="*/ 79 h 223173"/>
                <a:gd name="connsiteX8" fmla="*/ 182218 w 184557"/>
                <a:gd name="connsiteY8" fmla="*/ 37294 h 223173"/>
                <a:gd name="connsiteX9" fmla="*/ 181920 w 184557"/>
                <a:gd name="connsiteY9" fmla="*/ 176927 h 223173"/>
                <a:gd name="connsiteX10" fmla="*/ 144605 w 184557"/>
                <a:gd name="connsiteY10" fmla="*/ 220742 h 223173"/>
                <a:gd name="connsiteX11" fmla="*/ 130066 w 184557"/>
                <a:gd name="connsiteY11" fmla="*/ 223173 h 223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57" h="223173">
                  <a:moveTo>
                    <a:pt x="130066" y="223173"/>
                  </a:moveTo>
                  <a:cubicBezTo>
                    <a:pt x="117244" y="223134"/>
                    <a:pt x="104884" y="218380"/>
                    <a:pt x="95332" y="209825"/>
                  </a:cubicBezTo>
                  <a:lnTo>
                    <a:pt x="16584" y="157426"/>
                  </a:lnTo>
                  <a:cubicBezTo>
                    <a:pt x="-1240" y="144659"/>
                    <a:pt x="-5339" y="119858"/>
                    <a:pt x="7429" y="102039"/>
                  </a:cubicBezTo>
                  <a:cubicBezTo>
                    <a:pt x="19541" y="85130"/>
                    <a:pt x="42649" y="80437"/>
                    <a:pt x="60399" y="91282"/>
                  </a:cubicBezTo>
                  <a:lnTo>
                    <a:pt x="105057" y="121054"/>
                  </a:lnTo>
                  <a:cubicBezTo>
                    <a:pt x="105057" y="90488"/>
                    <a:pt x="103718" y="57341"/>
                    <a:pt x="102824" y="42256"/>
                  </a:cubicBezTo>
                  <a:cubicBezTo>
                    <a:pt x="101455" y="20332"/>
                    <a:pt x="118118" y="1449"/>
                    <a:pt x="140040" y="79"/>
                  </a:cubicBezTo>
                  <a:cubicBezTo>
                    <a:pt x="161962" y="-1291"/>
                    <a:pt x="180848" y="15370"/>
                    <a:pt x="182218" y="37294"/>
                  </a:cubicBezTo>
                  <a:cubicBezTo>
                    <a:pt x="182218" y="41065"/>
                    <a:pt x="187676" y="130482"/>
                    <a:pt x="181920" y="176927"/>
                  </a:cubicBezTo>
                  <a:cubicBezTo>
                    <a:pt x="179360" y="197678"/>
                    <a:pt x="164682" y="214907"/>
                    <a:pt x="144605" y="220742"/>
                  </a:cubicBezTo>
                  <a:cubicBezTo>
                    <a:pt x="139901" y="222255"/>
                    <a:pt x="135004" y="223074"/>
                    <a:pt x="130066" y="2231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339604C6-2CE4-F545-8BA8-01F45D400DE6}"/>
                </a:ext>
              </a:extLst>
            </p:cNvPr>
            <p:cNvSpPr/>
            <p:nvPr/>
          </p:nvSpPr>
          <p:spPr>
            <a:xfrm>
              <a:off x="10024677" y="2695003"/>
              <a:ext cx="79443" cy="79401"/>
            </a:xfrm>
            <a:custGeom>
              <a:avLst/>
              <a:gdLst>
                <a:gd name="connsiteX0" fmla="*/ 39697 w 79443"/>
                <a:gd name="connsiteY0" fmla="*/ 79399 h 79401"/>
                <a:gd name="connsiteX1" fmla="*/ 31956 w 79443"/>
                <a:gd name="connsiteY1" fmla="*/ 78605 h 79401"/>
                <a:gd name="connsiteX2" fmla="*/ 24513 w 79443"/>
                <a:gd name="connsiteY2" fmla="*/ 76373 h 79401"/>
                <a:gd name="connsiteX3" fmla="*/ 17665 w 79443"/>
                <a:gd name="connsiteY3" fmla="*/ 72701 h 79401"/>
                <a:gd name="connsiteX4" fmla="*/ 11661 w 79443"/>
                <a:gd name="connsiteY4" fmla="*/ 67739 h 79401"/>
                <a:gd name="connsiteX5" fmla="*/ 0 w 79443"/>
                <a:gd name="connsiteY5" fmla="*/ 39703 h 79401"/>
                <a:gd name="connsiteX6" fmla="*/ 794 w 79443"/>
                <a:gd name="connsiteY6" fmla="*/ 31962 h 79401"/>
                <a:gd name="connsiteX7" fmla="*/ 3027 w 79443"/>
                <a:gd name="connsiteY7" fmla="*/ 24519 h 79401"/>
                <a:gd name="connsiteX8" fmla="*/ 6699 w 79443"/>
                <a:gd name="connsiteY8" fmla="*/ 17671 h 79401"/>
                <a:gd name="connsiteX9" fmla="*/ 11661 w 79443"/>
                <a:gd name="connsiteY9" fmla="*/ 11618 h 79401"/>
                <a:gd name="connsiteX10" fmla="*/ 67782 w 79443"/>
                <a:gd name="connsiteY10" fmla="*/ 11618 h 79401"/>
                <a:gd name="connsiteX11" fmla="*/ 72744 w 79443"/>
                <a:gd name="connsiteY11" fmla="*/ 17671 h 79401"/>
                <a:gd name="connsiteX12" fmla="*/ 76416 w 79443"/>
                <a:gd name="connsiteY12" fmla="*/ 24519 h 79401"/>
                <a:gd name="connsiteX13" fmla="*/ 78649 w 79443"/>
                <a:gd name="connsiteY13" fmla="*/ 31962 h 79401"/>
                <a:gd name="connsiteX14" fmla="*/ 79443 w 79443"/>
                <a:gd name="connsiteY14" fmla="*/ 39703 h 79401"/>
                <a:gd name="connsiteX15" fmla="*/ 67832 w 79443"/>
                <a:gd name="connsiteY15" fmla="*/ 67788 h 79401"/>
                <a:gd name="connsiteX16" fmla="*/ 61778 w 79443"/>
                <a:gd name="connsiteY16" fmla="*/ 72750 h 79401"/>
                <a:gd name="connsiteX17" fmla="*/ 54930 w 79443"/>
                <a:gd name="connsiteY17" fmla="*/ 76422 h 79401"/>
                <a:gd name="connsiteX18" fmla="*/ 47487 w 79443"/>
                <a:gd name="connsiteY18" fmla="*/ 78655 h 79401"/>
                <a:gd name="connsiteX19" fmla="*/ 39697 w 79443"/>
                <a:gd name="connsiteY19" fmla="*/ 79399 h 79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3" h="79401">
                  <a:moveTo>
                    <a:pt x="39697" y="79399"/>
                  </a:moveTo>
                  <a:cubicBezTo>
                    <a:pt x="37097" y="79408"/>
                    <a:pt x="34502" y="79142"/>
                    <a:pt x="31956" y="78605"/>
                  </a:cubicBezTo>
                  <a:cubicBezTo>
                    <a:pt x="29411" y="78104"/>
                    <a:pt x="26915" y="77357"/>
                    <a:pt x="24513" y="76373"/>
                  </a:cubicBezTo>
                  <a:cubicBezTo>
                    <a:pt x="22121" y="75366"/>
                    <a:pt x="19829" y="74137"/>
                    <a:pt x="17665" y="72701"/>
                  </a:cubicBezTo>
                  <a:cubicBezTo>
                    <a:pt x="15492" y="71269"/>
                    <a:pt x="13477" y="69605"/>
                    <a:pt x="11661" y="67739"/>
                  </a:cubicBezTo>
                  <a:cubicBezTo>
                    <a:pt x="4238" y="60290"/>
                    <a:pt x="50" y="50217"/>
                    <a:pt x="0" y="39703"/>
                  </a:cubicBezTo>
                  <a:cubicBezTo>
                    <a:pt x="-10" y="37102"/>
                    <a:pt x="258" y="34507"/>
                    <a:pt x="794" y="31962"/>
                  </a:cubicBezTo>
                  <a:cubicBezTo>
                    <a:pt x="1290" y="29413"/>
                    <a:pt x="2035" y="26919"/>
                    <a:pt x="3027" y="24519"/>
                  </a:cubicBezTo>
                  <a:cubicBezTo>
                    <a:pt x="4025" y="22122"/>
                    <a:pt x="5255" y="19828"/>
                    <a:pt x="6699" y="17671"/>
                  </a:cubicBezTo>
                  <a:cubicBezTo>
                    <a:pt x="8143" y="15491"/>
                    <a:pt x="9805" y="13463"/>
                    <a:pt x="11661" y="11618"/>
                  </a:cubicBezTo>
                  <a:cubicBezTo>
                    <a:pt x="27163" y="-3873"/>
                    <a:pt x="52281" y="-3873"/>
                    <a:pt x="67782" y="11618"/>
                  </a:cubicBezTo>
                  <a:cubicBezTo>
                    <a:pt x="69638" y="13462"/>
                    <a:pt x="71300" y="15490"/>
                    <a:pt x="72744" y="17671"/>
                  </a:cubicBezTo>
                  <a:cubicBezTo>
                    <a:pt x="74188" y="19828"/>
                    <a:pt x="75419" y="22122"/>
                    <a:pt x="76416" y="24519"/>
                  </a:cubicBezTo>
                  <a:cubicBezTo>
                    <a:pt x="77409" y="26919"/>
                    <a:pt x="78153" y="29413"/>
                    <a:pt x="78649" y="31962"/>
                  </a:cubicBezTo>
                  <a:cubicBezTo>
                    <a:pt x="79185" y="34507"/>
                    <a:pt x="79453" y="37102"/>
                    <a:pt x="79443" y="39703"/>
                  </a:cubicBezTo>
                  <a:cubicBezTo>
                    <a:pt x="79423" y="50229"/>
                    <a:pt x="75250" y="60322"/>
                    <a:pt x="67832" y="67788"/>
                  </a:cubicBezTo>
                  <a:cubicBezTo>
                    <a:pt x="65986" y="69644"/>
                    <a:pt x="63961" y="71306"/>
                    <a:pt x="61778" y="72750"/>
                  </a:cubicBezTo>
                  <a:cubicBezTo>
                    <a:pt x="59620" y="74195"/>
                    <a:pt x="57327" y="75425"/>
                    <a:pt x="54930" y="76422"/>
                  </a:cubicBezTo>
                  <a:cubicBezTo>
                    <a:pt x="52529" y="77413"/>
                    <a:pt x="50038" y="78161"/>
                    <a:pt x="47487" y="78655"/>
                  </a:cubicBezTo>
                  <a:cubicBezTo>
                    <a:pt x="44922" y="79179"/>
                    <a:pt x="42312" y="79428"/>
                    <a:pt x="39697" y="7939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3" name="Picture Placeholder 61">
            <a:extLst>
              <a:ext uri="{FF2B5EF4-FFF2-40B4-BE49-F238E27FC236}">
                <a16:creationId xmlns:a16="http://schemas.microsoft.com/office/drawing/2014/main" id="{4DE601EB-2729-4710-8018-C84CBBA6BDA5}"/>
              </a:ext>
            </a:extLst>
          </p:cNvPr>
          <p:cNvGrpSpPr>
            <a:grpSpLocks noChangeAspect="1"/>
          </p:cNvGrpSpPr>
          <p:nvPr/>
        </p:nvGrpSpPr>
        <p:grpSpPr>
          <a:xfrm>
            <a:off x="1675922" y="3654362"/>
            <a:ext cx="496505" cy="839582"/>
            <a:chOff x="1675922" y="3654362"/>
            <a:chExt cx="496505" cy="839582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77CCD225-83A2-6F48-A0BA-B0278E881A4E}"/>
                </a:ext>
              </a:extLst>
            </p:cNvPr>
            <p:cNvSpPr/>
            <p:nvPr/>
          </p:nvSpPr>
          <p:spPr>
            <a:xfrm>
              <a:off x="1779023" y="3742403"/>
              <a:ext cx="161476" cy="751541"/>
            </a:xfrm>
            <a:custGeom>
              <a:avLst/>
              <a:gdLst>
                <a:gd name="connsiteX0" fmla="*/ 121780 w 161476"/>
                <a:gd name="connsiteY0" fmla="*/ 751541 h 751541"/>
                <a:gd name="connsiteX1" fmla="*/ 82084 w 161476"/>
                <a:gd name="connsiteY1" fmla="*/ 711845 h 751541"/>
                <a:gd name="connsiteX2" fmla="*/ 82084 w 161476"/>
                <a:gd name="connsiteY2" fmla="*/ 204473 h 751541"/>
                <a:gd name="connsiteX3" fmla="*/ 4626 w 161476"/>
                <a:gd name="connsiteY3" fmla="*/ 58291 h 751541"/>
                <a:gd name="connsiteX4" fmla="*/ 21125 w 161476"/>
                <a:gd name="connsiteY4" fmla="*/ 4626 h 751541"/>
                <a:gd name="connsiteX5" fmla="*/ 74789 w 161476"/>
                <a:gd name="connsiteY5" fmla="*/ 21125 h 751541"/>
                <a:gd name="connsiteX6" fmla="*/ 156862 w 161476"/>
                <a:gd name="connsiteY6" fmla="*/ 176040 h 751541"/>
                <a:gd name="connsiteX7" fmla="*/ 161477 w 161476"/>
                <a:gd name="connsiteY7" fmla="*/ 194599 h 751541"/>
                <a:gd name="connsiteX8" fmla="*/ 161477 w 161476"/>
                <a:gd name="connsiteY8" fmla="*/ 711845 h 751541"/>
                <a:gd name="connsiteX9" fmla="*/ 121780 w 161476"/>
                <a:gd name="connsiteY9" fmla="*/ 751541 h 75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476" h="751541">
                  <a:moveTo>
                    <a:pt x="121780" y="751541"/>
                  </a:moveTo>
                  <a:cubicBezTo>
                    <a:pt x="99856" y="751541"/>
                    <a:pt x="82084" y="733767"/>
                    <a:pt x="82084" y="711845"/>
                  </a:cubicBezTo>
                  <a:lnTo>
                    <a:pt x="82084" y="204473"/>
                  </a:lnTo>
                  <a:lnTo>
                    <a:pt x="4626" y="58291"/>
                  </a:lnTo>
                  <a:cubicBezTo>
                    <a:pt x="-5637" y="38915"/>
                    <a:pt x="1749" y="14889"/>
                    <a:pt x="21125" y="4626"/>
                  </a:cubicBezTo>
                  <a:cubicBezTo>
                    <a:pt x="40500" y="-5637"/>
                    <a:pt x="64526" y="1749"/>
                    <a:pt x="74789" y="21125"/>
                  </a:cubicBezTo>
                  <a:lnTo>
                    <a:pt x="156862" y="176040"/>
                  </a:lnTo>
                  <a:cubicBezTo>
                    <a:pt x="159890" y="181758"/>
                    <a:pt x="161474" y="188129"/>
                    <a:pt x="161477" y="194599"/>
                  </a:cubicBezTo>
                  <a:lnTo>
                    <a:pt x="161477" y="711845"/>
                  </a:lnTo>
                  <a:cubicBezTo>
                    <a:pt x="161477" y="733767"/>
                    <a:pt x="143704" y="751541"/>
                    <a:pt x="121780" y="75154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04A599B2-E29A-D546-AEDE-78049FDAD598}"/>
                </a:ext>
              </a:extLst>
            </p:cNvPr>
            <p:cNvSpPr/>
            <p:nvPr/>
          </p:nvSpPr>
          <p:spPr>
            <a:xfrm>
              <a:off x="1678422" y="4317470"/>
              <a:ext cx="251948" cy="173447"/>
            </a:xfrm>
            <a:custGeom>
              <a:avLst/>
              <a:gdLst>
                <a:gd name="connsiteX0" fmla="*/ 212408 w 251948"/>
                <a:gd name="connsiteY0" fmla="*/ 173447 h 173447"/>
                <a:gd name="connsiteX1" fmla="*/ 193452 w 251948"/>
                <a:gd name="connsiteY1" fmla="*/ 168485 h 173447"/>
                <a:gd name="connsiteX2" fmla="*/ 18192 w 251948"/>
                <a:gd name="connsiteY2" fmla="*/ 73065 h 173447"/>
                <a:gd name="connsiteX3" fmla="*/ 6338 w 251948"/>
                <a:gd name="connsiteY3" fmla="*/ 18189 h 173447"/>
                <a:gd name="connsiteX4" fmla="*/ 56201 w 251948"/>
                <a:gd name="connsiteY4" fmla="*/ 3596 h 173447"/>
                <a:gd name="connsiteX5" fmla="*/ 231462 w 251948"/>
                <a:gd name="connsiteY5" fmla="*/ 98867 h 173447"/>
                <a:gd name="connsiteX6" fmla="*/ 246979 w 251948"/>
                <a:gd name="connsiteY6" fmla="*/ 152820 h 173447"/>
                <a:gd name="connsiteX7" fmla="*/ 212408 w 251948"/>
                <a:gd name="connsiteY7" fmla="*/ 173298 h 17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1948" h="173447">
                  <a:moveTo>
                    <a:pt x="212408" y="173447"/>
                  </a:moveTo>
                  <a:cubicBezTo>
                    <a:pt x="205774" y="173403"/>
                    <a:pt x="199257" y="171696"/>
                    <a:pt x="193452" y="168485"/>
                  </a:cubicBezTo>
                  <a:lnTo>
                    <a:pt x="18192" y="73065"/>
                  </a:lnTo>
                  <a:cubicBezTo>
                    <a:pt x="-235" y="61185"/>
                    <a:pt x="-5542" y="36618"/>
                    <a:pt x="6338" y="18189"/>
                  </a:cubicBezTo>
                  <a:cubicBezTo>
                    <a:pt x="17025" y="1616"/>
                    <a:pt x="38262" y="-4602"/>
                    <a:pt x="56201" y="3596"/>
                  </a:cubicBezTo>
                  <a:lnTo>
                    <a:pt x="231462" y="98867"/>
                  </a:lnTo>
                  <a:cubicBezTo>
                    <a:pt x="250645" y="109481"/>
                    <a:pt x="257593" y="133637"/>
                    <a:pt x="246979" y="152820"/>
                  </a:cubicBezTo>
                  <a:cubicBezTo>
                    <a:pt x="240017" y="165404"/>
                    <a:pt x="226791" y="173239"/>
                    <a:pt x="212408" y="17329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63A9B956-98ED-D043-8E98-F8C3B3E2D039}"/>
                </a:ext>
              </a:extLst>
            </p:cNvPr>
            <p:cNvSpPr/>
            <p:nvPr/>
          </p:nvSpPr>
          <p:spPr>
            <a:xfrm>
              <a:off x="1675922" y="3657036"/>
              <a:ext cx="396768" cy="737666"/>
            </a:xfrm>
            <a:custGeom>
              <a:avLst/>
              <a:gdLst>
                <a:gd name="connsiteX0" fmla="*/ 39697 w 396768"/>
                <a:gd name="connsiteY0" fmla="*/ 737667 h 737666"/>
                <a:gd name="connsiteX1" fmla="*/ 39697 w 396768"/>
                <a:gd name="connsiteY1" fmla="*/ 737667 h 737666"/>
                <a:gd name="connsiteX2" fmla="*/ 0 w 396768"/>
                <a:gd name="connsiteY2" fmla="*/ 697970 h 737666"/>
                <a:gd name="connsiteX3" fmla="*/ 1489 w 396768"/>
                <a:gd name="connsiteY3" fmla="*/ 232131 h 737666"/>
                <a:gd name="connsiteX4" fmla="*/ 11016 w 396768"/>
                <a:gd name="connsiteY4" fmla="*/ 206229 h 737666"/>
                <a:gd name="connsiteX5" fmla="*/ 93089 w 396768"/>
                <a:gd name="connsiteY5" fmla="*/ 110263 h 737666"/>
                <a:gd name="connsiteX6" fmla="*/ 93089 w 396768"/>
                <a:gd name="connsiteY6" fmla="*/ 66051 h 737666"/>
                <a:gd name="connsiteX7" fmla="*/ 128170 w 396768"/>
                <a:gd name="connsiteY7" fmla="*/ 26603 h 737666"/>
                <a:gd name="connsiteX8" fmla="*/ 351464 w 396768"/>
                <a:gd name="connsiteY8" fmla="*/ 403 h 737666"/>
                <a:gd name="connsiteX9" fmla="*/ 396366 w 396768"/>
                <a:gd name="connsiteY9" fmla="*/ 34096 h 737666"/>
                <a:gd name="connsiteX10" fmla="*/ 362673 w 396768"/>
                <a:gd name="connsiteY10" fmla="*/ 79000 h 737666"/>
                <a:gd name="connsiteX11" fmla="*/ 360495 w 396768"/>
                <a:gd name="connsiteY11" fmla="*/ 79250 h 737666"/>
                <a:gd name="connsiteX12" fmla="*/ 172482 w 396768"/>
                <a:gd name="connsiteY12" fmla="*/ 101331 h 737666"/>
                <a:gd name="connsiteX13" fmla="*/ 172482 w 396768"/>
                <a:gd name="connsiteY13" fmla="*/ 124901 h 737666"/>
                <a:gd name="connsiteX14" fmla="*/ 163004 w 396768"/>
                <a:gd name="connsiteY14" fmla="*/ 150704 h 737666"/>
                <a:gd name="connsiteX15" fmla="*/ 80832 w 396768"/>
                <a:gd name="connsiteY15" fmla="*/ 246819 h 737666"/>
                <a:gd name="connsiteX16" fmla="*/ 79393 w 396768"/>
                <a:gd name="connsiteY16" fmla="*/ 698070 h 737666"/>
                <a:gd name="connsiteX17" fmla="*/ 39697 w 396768"/>
                <a:gd name="connsiteY17" fmla="*/ 737667 h 73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6768" h="737666">
                  <a:moveTo>
                    <a:pt x="39697" y="737667"/>
                  </a:moveTo>
                  <a:lnTo>
                    <a:pt x="39697" y="737667"/>
                  </a:lnTo>
                  <a:cubicBezTo>
                    <a:pt x="17773" y="737667"/>
                    <a:pt x="0" y="719893"/>
                    <a:pt x="0" y="697970"/>
                  </a:cubicBezTo>
                  <a:lnTo>
                    <a:pt x="1489" y="232131"/>
                  </a:lnTo>
                  <a:cubicBezTo>
                    <a:pt x="1464" y="222636"/>
                    <a:pt x="4844" y="213446"/>
                    <a:pt x="11016" y="206229"/>
                  </a:cubicBezTo>
                  <a:lnTo>
                    <a:pt x="93089" y="110263"/>
                  </a:lnTo>
                  <a:lnTo>
                    <a:pt x="93089" y="66051"/>
                  </a:lnTo>
                  <a:cubicBezTo>
                    <a:pt x="93078" y="45904"/>
                    <a:pt x="108160" y="28945"/>
                    <a:pt x="128170" y="26603"/>
                  </a:cubicBezTo>
                  <a:lnTo>
                    <a:pt x="351464" y="403"/>
                  </a:lnTo>
                  <a:cubicBezTo>
                    <a:pt x="373168" y="-2693"/>
                    <a:pt x="393274" y="12392"/>
                    <a:pt x="396366" y="34096"/>
                  </a:cubicBezTo>
                  <a:cubicBezTo>
                    <a:pt x="399462" y="55800"/>
                    <a:pt x="384377" y="75905"/>
                    <a:pt x="362673" y="79000"/>
                  </a:cubicBezTo>
                  <a:cubicBezTo>
                    <a:pt x="361949" y="79104"/>
                    <a:pt x="361224" y="79187"/>
                    <a:pt x="360495" y="79250"/>
                  </a:cubicBezTo>
                  <a:lnTo>
                    <a:pt x="172482" y="101331"/>
                  </a:lnTo>
                  <a:lnTo>
                    <a:pt x="172482" y="124901"/>
                  </a:lnTo>
                  <a:cubicBezTo>
                    <a:pt x="172496" y="134356"/>
                    <a:pt x="169135" y="143506"/>
                    <a:pt x="163004" y="150704"/>
                  </a:cubicBezTo>
                  <a:lnTo>
                    <a:pt x="80832" y="246819"/>
                  </a:lnTo>
                  <a:lnTo>
                    <a:pt x="79393" y="698070"/>
                  </a:lnTo>
                  <a:cubicBezTo>
                    <a:pt x="79339" y="719952"/>
                    <a:pt x="61582" y="737667"/>
                    <a:pt x="39697" y="73766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9424A311-3EA2-7D4C-A62C-14C3DEA0AC0F}"/>
                </a:ext>
              </a:extLst>
            </p:cNvPr>
            <p:cNvSpPr/>
            <p:nvPr/>
          </p:nvSpPr>
          <p:spPr>
            <a:xfrm>
              <a:off x="1693694" y="3853794"/>
              <a:ext cx="470589" cy="128561"/>
            </a:xfrm>
            <a:custGeom>
              <a:avLst/>
              <a:gdLst>
                <a:gd name="connsiteX0" fmla="*/ 213411 w 470589"/>
                <a:gd name="connsiteY0" fmla="*/ 128561 h 128561"/>
                <a:gd name="connsiteX1" fmla="*/ 202593 w 470589"/>
                <a:gd name="connsiteY1" fmla="*/ 127073 h 128561"/>
                <a:gd name="connsiteX2" fmla="*/ 28921 w 470589"/>
                <a:gd name="connsiteY2" fmla="*/ 78048 h 128561"/>
                <a:gd name="connsiteX3" fmla="*/ 1505 w 470589"/>
                <a:gd name="connsiteY3" fmla="*/ 29047 h 128561"/>
                <a:gd name="connsiteX4" fmla="*/ 50506 w 470589"/>
                <a:gd name="connsiteY4" fmla="*/ 1632 h 128561"/>
                <a:gd name="connsiteX5" fmla="*/ 214254 w 470589"/>
                <a:gd name="connsiteY5" fmla="*/ 47928 h 128561"/>
                <a:gd name="connsiteX6" fmla="*/ 422115 w 470589"/>
                <a:gd name="connsiteY6" fmla="*/ 987 h 128561"/>
                <a:gd name="connsiteX7" fmla="*/ 469602 w 470589"/>
                <a:gd name="connsiteY7" fmla="*/ 30957 h 128561"/>
                <a:gd name="connsiteX8" fmla="*/ 439632 w 470589"/>
                <a:gd name="connsiteY8" fmla="*/ 78444 h 128561"/>
                <a:gd name="connsiteX9" fmla="*/ 222144 w 470589"/>
                <a:gd name="connsiteY9" fmla="*/ 127519 h 128561"/>
                <a:gd name="connsiteX10" fmla="*/ 213411 w 470589"/>
                <a:gd name="connsiteY10" fmla="*/ 128561 h 12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589" h="128561">
                  <a:moveTo>
                    <a:pt x="213411" y="128561"/>
                  </a:moveTo>
                  <a:cubicBezTo>
                    <a:pt x="209754" y="128566"/>
                    <a:pt x="206113" y="128065"/>
                    <a:pt x="202593" y="127073"/>
                  </a:cubicBezTo>
                  <a:lnTo>
                    <a:pt x="28921" y="78048"/>
                  </a:lnTo>
                  <a:cubicBezTo>
                    <a:pt x="7819" y="72087"/>
                    <a:pt x="-4455" y="50149"/>
                    <a:pt x="1505" y="29047"/>
                  </a:cubicBezTo>
                  <a:cubicBezTo>
                    <a:pt x="7466" y="7945"/>
                    <a:pt x="29404" y="-4329"/>
                    <a:pt x="50506" y="1632"/>
                  </a:cubicBezTo>
                  <a:lnTo>
                    <a:pt x="214254" y="47928"/>
                  </a:lnTo>
                  <a:lnTo>
                    <a:pt x="422115" y="987"/>
                  </a:lnTo>
                  <a:cubicBezTo>
                    <a:pt x="443507" y="-3850"/>
                    <a:pt x="464764" y="9568"/>
                    <a:pt x="469602" y="30957"/>
                  </a:cubicBezTo>
                  <a:cubicBezTo>
                    <a:pt x="474440" y="52347"/>
                    <a:pt x="461023" y="73607"/>
                    <a:pt x="439632" y="78444"/>
                  </a:cubicBezTo>
                  <a:lnTo>
                    <a:pt x="222144" y="127519"/>
                  </a:lnTo>
                  <a:cubicBezTo>
                    <a:pt x="219280" y="128187"/>
                    <a:pt x="216351" y="128537"/>
                    <a:pt x="213411" y="1285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415AA8BF-CB64-3244-8220-3A31BD30BA90}"/>
                </a:ext>
              </a:extLst>
            </p:cNvPr>
            <p:cNvSpPr/>
            <p:nvPr/>
          </p:nvSpPr>
          <p:spPr>
            <a:xfrm>
              <a:off x="1869862" y="3654362"/>
              <a:ext cx="302565" cy="838739"/>
            </a:xfrm>
            <a:custGeom>
              <a:avLst/>
              <a:gdLst>
                <a:gd name="connsiteX0" fmla="*/ 39625 w 302565"/>
                <a:gd name="connsiteY0" fmla="*/ 838738 h 838739"/>
                <a:gd name="connsiteX1" fmla="*/ 0 w 302565"/>
                <a:gd name="connsiteY1" fmla="*/ 798972 h 838739"/>
                <a:gd name="connsiteX2" fmla="*/ 30246 w 302565"/>
                <a:gd name="connsiteY2" fmla="*/ 760487 h 838739"/>
                <a:gd name="connsiteX3" fmla="*/ 223172 w 302565"/>
                <a:gd name="connsiteY3" fmla="*/ 713347 h 838739"/>
                <a:gd name="connsiteX4" fmla="*/ 223172 w 302565"/>
                <a:gd name="connsiteY4" fmla="*/ 237782 h 838739"/>
                <a:gd name="connsiteX5" fmla="*/ 147153 w 302565"/>
                <a:gd name="connsiteY5" fmla="*/ 116906 h 838739"/>
                <a:gd name="connsiteX6" fmla="*/ 141050 w 302565"/>
                <a:gd name="connsiteY6" fmla="*/ 95768 h 838739"/>
                <a:gd name="connsiteX7" fmla="*/ 141050 w 302565"/>
                <a:gd name="connsiteY7" fmla="*/ 39697 h 838739"/>
                <a:gd name="connsiteX8" fmla="*/ 180746 w 302565"/>
                <a:gd name="connsiteY8" fmla="*/ 0 h 838739"/>
                <a:gd name="connsiteX9" fmla="*/ 220443 w 302565"/>
                <a:gd name="connsiteY9" fmla="*/ 39697 h 838739"/>
                <a:gd name="connsiteX10" fmla="*/ 220443 w 302565"/>
                <a:gd name="connsiteY10" fmla="*/ 84355 h 838739"/>
                <a:gd name="connsiteX11" fmla="*/ 296462 w 302565"/>
                <a:gd name="connsiteY11" fmla="*/ 205231 h 838739"/>
                <a:gd name="connsiteX12" fmla="*/ 302565 w 302565"/>
                <a:gd name="connsiteY12" fmla="*/ 226370 h 838739"/>
                <a:gd name="connsiteX13" fmla="*/ 302565 w 302565"/>
                <a:gd name="connsiteY13" fmla="*/ 744509 h 838739"/>
                <a:gd name="connsiteX14" fmla="*/ 272296 w 302565"/>
                <a:gd name="connsiteY14" fmla="*/ 783064 h 838739"/>
                <a:gd name="connsiteX15" fmla="*/ 49003 w 302565"/>
                <a:gd name="connsiteY15" fmla="*/ 837647 h 838739"/>
                <a:gd name="connsiteX16" fmla="*/ 39625 w 302565"/>
                <a:gd name="connsiteY16" fmla="*/ 838738 h 8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2565" h="838739">
                  <a:moveTo>
                    <a:pt x="39625" y="838738"/>
                  </a:moveTo>
                  <a:cubicBezTo>
                    <a:pt x="17701" y="838699"/>
                    <a:pt x="-40" y="820895"/>
                    <a:pt x="0" y="798972"/>
                  </a:cubicBezTo>
                  <a:cubicBezTo>
                    <a:pt x="33" y="780712"/>
                    <a:pt x="12514" y="764833"/>
                    <a:pt x="30246" y="760487"/>
                  </a:cubicBezTo>
                  <a:lnTo>
                    <a:pt x="223172" y="713347"/>
                  </a:lnTo>
                  <a:lnTo>
                    <a:pt x="223172" y="237782"/>
                  </a:lnTo>
                  <a:lnTo>
                    <a:pt x="147153" y="116906"/>
                  </a:lnTo>
                  <a:cubicBezTo>
                    <a:pt x="143168" y="110576"/>
                    <a:pt x="141050" y="103248"/>
                    <a:pt x="141050" y="95768"/>
                  </a:cubicBezTo>
                  <a:lnTo>
                    <a:pt x="141050" y="39697"/>
                  </a:lnTo>
                  <a:cubicBezTo>
                    <a:pt x="141050" y="17773"/>
                    <a:pt x="158824" y="0"/>
                    <a:pt x="180746" y="0"/>
                  </a:cubicBezTo>
                  <a:cubicBezTo>
                    <a:pt x="202669" y="0"/>
                    <a:pt x="220443" y="17773"/>
                    <a:pt x="220443" y="39697"/>
                  </a:cubicBezTo>
                  <a:lnTo>
                    <a:pt x="220443" y="84355"/>
                  </a:lnTo>
                  <a:lnTo>
                    <a:pt x="296462" y="205231"/>
                  </a:lnTo>
                  <a:cubicBezTo>
                    <a:pt x="300446" y="211561"/>
                    <a:pt x="302565" y="218889"/>
                    <a:pt x="302565" y="226370"/>
                  </a:cubicBezTo>
                  <a:lnTo>
                    <a:pt x="302565" y="744509"/>
                  </a:lnTo>
                  <a:cubicBezTo>
                    <a:pt x="302565" y="762799"/>
                    <a:pt x="290066" y="778722"/>
                    <a:pt x="272296" y="783064"/>
                  </a:cubicBezTo>
                  <a:lnTo>
                    <a:pt x="49003" y="837647"/>
                  </a:lnTo>
                  <a:cubicBezTo>
                    <a:pt x="45932" y="838391"/>
                    <a:pt x="42784" y="838758"/>
                    <a:pt x="39625" y="8387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9" name="Picture Placeholder 63">
            <a:extLst>
              <a:ext uri="{FF2B5EF4-FFF2-40B4-BE49-F238E27FC236}">
                <a16:creationId xmlns:a16="http://schemas.microsoft.com/office/drawing/2014/main" id="{5861DC95-540E-4E52-9BE2-48416F268264}"/>
              </a:ext>
            </a:extLst>
          </p:cNvPr>
          <p:cNvGrpSpPr>
            <a:grpSpLocks noChangeAspect="1"/>
          </p:cNvGrpSpPr>
          <p:nvPr/>
        </p:nvGrpSpPr>
        <p:grpSpPr>
          <a:xfrm>
            <a:off x="2944554" y="3659126"/>
            <a:ext cx="595448" cy="830054"/>
            <a:chOff x="2944554" y="3659126"/>
            <a:chExt cx="595448" cy="83005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8ABA5728-2BB7-BE40-BFA5-08CAC906AF73}"/>
                </a:ext>
              </a:extLst>
            </p:cNvPr>
            <p:cNvSpPr/>
            <p:nvPr/>
          </p:nvSpPr>
          <p:spPr>
            <a:xfrm>
              <a:off x="3124329" y="3801389"/>
              <a:ext cx="79393" cy="351909"/>
            </a:xfrm>
            <a:custGeom>
              <a:avLst/>
              <a:gdLst>
                <a:gd name="connsiteX0" fmla="*/ 39697 w 79393"/>
                <a:gd name="connsiteY0" fmla="*/ 351910 h 351909"/>
                <a:gd name="connsiteX1" fmla="*/ 0 w 79393"/>
                <a:gd name="connsiteY1" fmla="*/ 312213 h 351909"/>
                <a:gd name="connsiteX2" fmla="*/ 0 w 79393"/>
                <a:gd name="connsiteY2" fmla="*/ 39697 h 351909"/>
                <a:gd name="connsiteX3" fmla="*/ 39697 w 79393"/>
                <a:gd name="connsiteY3" fmla="*/ 0 h 351909"/>
                <a:gd name="connsiteX4" fmla="*/ 79393 w 79393"/>
                <a:gd name="connsiteY4" fmla="*/ 39697 h 351909"/>
                <a:gd name="connsiteX5" fmla="*/ 79393 w 79393"/>
                <a:gd name="connsiteY5" fmla="*/ 312213 h 351909"/>
                <a:gd name="connsiteX6" fmla="*/ 39697 w 79393"/>
                <a:gd name="connsiteY6" fmla="*/ 351910 h 35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51909">
                  <a:moveTo>
                    <a:pt x="39697" y="351910"/>
                  </a:moveTo>
                  <a:cubicBezTo>
                    <a:pt x="17773" y="351910"/>
                    <a:pt x="0" y="334137"/>
                    <a:pt x="0" y="31221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12213"/>
                  </a:lnTo>
                  <a:cubicBezTo>
                    <a:pt x="79393" y="334137"/>
                    <a:pt x="61621" y="351910"/>
                    <a:pt x="39697" y="3519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C3ABB3FC-F900-1345-BC55-AF96A431AA63}"/>
                </a:ext>
              </a:extLst>
            </p:cNvPr>
            <p:cNvSpPr/>
            <p:nvPr/>
          </p:nvSpPr>
          <p:spPr>
            <a:xfrm>
              <a:off x="2967776" y="3943651"/>
              <a:ext cx="549003" cy="79393"/>
            </a:xfrm>
            <a:custGeom>
              <a:avLst/>
              <a:gdLst>
                <a:gd name="connsiteX0" fmla="*/ 509307 w 549003"/>
                <a:gd name="connsiteY0" fmla="*/ 79393 h 79393"/>
                <a:gd name="connsiteX1" fmla="*/ 39697 w 549003"/>
                <a:gd name="connsiteY1" fmla="*/ 79393 h 79393"/>
                <a:gd name="connsiteX2" fmla="*/ 0 w 549003"/>
                <a:gd name="connsiteY2" fmla="*/ 39697 h 79393"/>
                <a:gd name="connsiteX3" fmla="*/ 39697 w 549003"/>
                <a:gd name="connsiteY3" fmla="*/ 0 h 79393"/>
                <a:gd name="connsiteX4" fmla="*/ 509307 w 549003"/>
                <a:gd name="connsiteY4" fmla="*/ 0 h 79393"/>
                <a:gd name="connsiteX5" fmla="*/ 549004 w 549003"/>
                <a:gd name="connsiteY5" fmla="*/ 39697 h 79393"/>
                <a:gd name="connsiteX6" fmla="*/ 509307 w 549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003" h="79393">
                  <a:moveTo>
                    <a:pt x="509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cubicBezTo>
                    <a:pt x="549004" y="61620"/>
                    <a:pt x="531230" y="79393"/>
                    <a:pt x="50930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9F2DB6D9-C220-3B48-BFBE-C79BAFFDE9DA}"/>
                </a:ext>
              </a:extLst>
            </p:cNvPr>
            <p:cNvSpPr/>
            <p:nvPr/>
          </p:nvSpPr>
          <p:spPr>
            <a:xfrm>
              <a:off x="3280833" y="3801389"/>
              <a:ext cx="79393" cy="315190"/>
            </a:xfrm>
            <a:custGeom>
              <a:avLst/>
              <a:gdLst>
                <a:gd name="connsiteX0" fmla="*/ 39697 w 79393"/>
                <a:gd name="connsiteY0" fmla="*/ 315191 h 315190"/>
                <a:gd name="connsiteX1" fmla="*/ 0 w 79393"/>
                <a:gd name="connsiteY1" fmla="*/ 275494 h 315190"/>
                <a:gd name="connsiteX2" fmla="*/ 0 w 79393"/>
                <a:gd name="connsiteY2" fmla="*/ 39697 h 315190"/>
                <a:gd name="connsiteX3" fmla="*/ 39697 w 79393"/>
                <a:gd name="connsiteY3" fmla="*/ 0 h 315190"/>
                <a:gd name="connsiteX4" fmla="*/ 79393 w 79393"/>
                <a:gd name="connsiteY4" fmla="*/ 39697 h 315190"/>
                <a:gd name="connsiteX5" fmla="*/ 79393 w 79393"/>
                <a:gd name="connsiteY5" fmla="*/ 275494 h 315190"/>
                <a:gd name="connsiteX6" fmla="*/ 39697 w 79393"/>
                <a:gd name="connsiteY6" fmla="*/ 315191 h 31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5190">
                  <a:moveTo>
                    <a:pt x="39697" y="315191"/>
                  </a:moveTo>
                  <a:cubicBezTo>
                    <a:pt x="17773" y="315191"/>
                    <a:pt x="0" y="297418"/>
                    <a:pt x="0" y="27549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75494"/>
                  </a:lnTo>
                  <a:cubicBezTo>
                    <a:pt x="79393" y="297418"/>
                    <a:pt x="61619" y="315191"/>
                    <a:pt x="39697" y="3151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0BF05BE7-0773-8F4F-A16E-CB25D2A881DF}"/>
                </a:ext>
              </a:extLst>
            </p:cNvPr>
            <p:cNvSpPr/>
            <p:nvPr/>
          </p:nvSpPr>
          <p:spPr>
            <a:xfrm>
              <a:off x="3124329" y="3659126"/>
              <a:ext cx="79393" cy="221655"/>
            </a:xfrm>
            <a:custGeom>
              <a:avLst/>
              <a:gdLst>
                <a:gd name="connsiteX0" fmla="*/ 39697 w 79393"/>
                <a:gd name="connsiteY0" fmla="*/ 221656 h 221655"/>
                <a:gd name="connsiteX1" fmla="*/ 0 w 79393"/>
                <a:gd name="connsiteY1" fmla="*/ 181959 h 221655"/>
                <a:gd name="connsiteX2" fmla="*/ 0 w 79393"/>
                <a:gd name="connsiteY2" fmla="*/ 39697 h 221655"/>
                <a:gd name="connsiteX3" fmla="*/ 39697 w 79393"/>
                <a:gd name="connsiteY3" fmla="*/ 0 h 221655"/>
                <a:gd name="connsiteX4" fmla="*/ 79393 w 79393"/>
                <a:gd name="connsiteY4" fmla="*/ 39697 h 221655"/>
                <a:gd name="connsiteX5" fmla="*/ 79393 w 79393"/>
                <a:gd name="connsiteY5" fmla="*/ 181959 h 221655"/>
                <a:gd name="connsiteX6" fmla="*/ 39697 w 79393"/>
                <a:gd name="connsiteY6" fmla="*/ 221656 h 22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655">
                  <a:moveTo>
                    <a:pt x="39697" y="221656"/>
                  </a:moveTo>
                  <a:cubicBezTo>
                    <a:pt x="17773" y="221656"/>
                    <a:pt x="0" y="203883"/>
                    <a:pt x="0" y="181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1959"/>
                  </a:lnTo>
                  <a:cubicBezTo>
                    <a:pt x="79393" y="203883"/>
                    <a:pt x="61621" y="221656"/>
                    <a:pt x="39697" y="22165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B63C7CD9-4D84-EA4E-B969-5FCEFCB45C02}"/>
                </a:ext>
              </a:extLst>
            </p:cNvPr>
            <p:cNvSpPr/>
            <p:nvPr/>
          </p:nvSpPr>
          <p:spPr>
            <a:xfrm>
              <a:off x="2967776" y="3801389"/>
              <a:ext cx="549003" cy="79393"/>
            </a:xfrm>
            <a:custGeom>
              <a:avLst/>
              <a:gdLst>
                <a:gd name="connsiteX0" fmla="*/ 509307 w 549003"/>
                <a:gd name="connsiteY0" fmla="*/ 79393 h 79393"/>
                <a:gd name="connsiteX1" fmla="*/ 39697 w 549003"/>
                <a:gd name="connsiteY1" fmla="*/ 79393 h 79393"/>
                <a:gd name="connsiteX2" fmla="*/ 0 w 549003"/>
                <a:gd name="connsiteY2" fmla="*/ 39697 h 79393"/>
                <a:gd name="connsiteX3" fmla="*/ 39697 w 549003"/>
                <a:gd name="connsiteY3" fmla="*/ 0 h 79393"/>
                <a:gd name="connsiteX4" fmla="*/ 509307 w 549003"/>
                <a:gd name="connsiteY4" fmla="*/ 0 h 79393"/>
                <a:gd name="connsiteX5" fmla="*/ 549004 w 549003"/>
                <a:gd name="connsiteY5" fmla="*/ 39697 h 79393"/>
                <a:gd name="connsiteX6" fmla="*/ 509307 w 549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003" h="79393">
                  <a:moveTo>
                    <a:pt x="509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cubicBezTo>
                    <a:pt x="549004" y="61620"/>
                    <a:pt x="531230" y="79393"/>
                    <a:pt x="50930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CA14FDA8-A85C-A542-9483-0FCE18E528B5}"/>
                </a:ext>
              </a:extLst>
            </p:cNvPr>
            <p:cNvSpPr/>
            <p:nvPr/>
          </p:nvSpPr>
          <p:spPr>
            <a:xfrm>
              <a:off x="3280833" y="3659126"/>
              <a:ext cx="79393" cy="221655"/>
            </a:xfrm>
            <a:custGeom>
              <a:avLst/>
              <a:gdLst>
                <a:gd name="connsiteX0" fmla="*/ 39697 w 79393"/>
                <a:gd name="connsiteY0" fmla="*/ 221656 h 221655"/>
                <a:gd name="connsiteX1" fmla="*/ 0 w 79393"/>
                <a:gd name="connsiteY1" fmla="*/ 181959 h 221655"/>
                <a:gd name="connsiteX2" fmla="*/ 0 w 79393"/>
                <a:gd name="connsiteY2" fmla="*/ 39697 h 221655"/>
                <a:gd name="connsiteX3" fmla="*/ 39697 w 79393"/>
                <a:gd name="connsiteY3" fmla="*/ 0 h 221655"/>
                <a:gd name="connsiteX4" fmla="*/ 79393 w 79393"/>
                <a:gd name="connsiteY4" fmla="*/ 39697 h 221655"/>
                <a:gd name="connsiteX5" fmla="*/ 79393 w 79393"/>
                <a:gd name="connsiteY5" fmla="*/ 181959 h 221655"/>
                <a:gd name="connsiteX6" fmla="*/ 39697 w 79393"/>
                <a:gd name="connsiteY6" fmla="*/ 221656 h 22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1655">
                  <a:moveTo>
                    <a:pt x="39697" y="221656"/>
                  </a:moveTo>
                  <a:cubicBezTo>
                    <a:pt x="17773" y="221656"/>
                    <a:pt x="0" y="203883"/>
                    <a:pt x="0" y="181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81959"/>
                  </a:lnTo>
                  <a:cubicBezTo>
                    <a:pt x="79393" y="203883"/>
                    <a:pt x="61619" y="221656"/>
                    <a:pt x="39697" y="22165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50D0335B-BAFE-3B43-A637-B22153084D74}"/>
                </a:ext>
              </a:extLst>
            </p:cNvPr>
            <p:cNvSpPr/>
            <p:nvPr/>
          </p:nvSpPr>
          <p:spPr>
            <a:xfrm>
              <a:off x="2967776" y="3659126"/>
              <a:ext cx="549003" cy="541560"/>
            </a:xfrm>
            <a:custGeom>
              <a:avLst/>
              <a:gdLst>
                <a:gd name="connsiteX0" fmla="*/ 39697 w 549003"/>
                <a:gd name="connsiteY0" fmla="*/ 541560 h 541560"/>
                <a:gd name="connsiteX1" fmla="*/ 0 w 549003"/>
                <a:gd name="connsiteY1" fmla="*/ 501864 h 541560"/>
                <a:gd name="connsiteX2" fmla="*/ 0 w 549003"/>
                <a:gd name="connsiteY2" fmla="*/ 39697 h 541560"/>
                <a:gd name="connsiteX3" fmla="*/ 39697 w 549003"/>
                <a:gd name="connsiteY3" fmla="*/ 0 h 541560"/>
                <a:gd name="connsiteX4" fmla="*/ 509307 w 549003"/>
                <a:gd name="connsiteY4" fmla="*/ 0 h 541560"/>
                <a:gd name="connsiteX5" fmla="*/ 549004 w 549003"/>
                <a:gd name="connsiteY5" fmla="*/ 39697 h 541560"/>
                <a:gd name="connsiteX6" fmla="*/ 549004 w 549003"/>
                <a:gd name="connsiteY6" fmla="*/ 383766 h 541560"/>
                <a:gd name="connsiteX7" fmla="*/ 509307 w 549003"/>
                <a:gd name="connsiteY7" fmla="*/ 423463 h 541560"/>
                <a:gd name="connsiteX8" fmla="*/ 469611 w 549003"/>
                <a:gd name="connsiteY8" fmla="*/ 383766 h 541560"/>
                <a:gd name="connsiteX9" fmla="*/ 469611 w 549003"/>
                <a:gd name="connsiteY9" fmla="*/ 79393 h 541560"/>
                <a:gd name="connsiteX10" fmla="*/ 79393 w 549003"/>
                <a:gd name="connsiteY10" fmla="*/ 79393 h 541560"/>
                <a:gd name="connsiteX11" fmla="*/ 79393 w 549003"/>
                <a:gd name="connsiteY11" fmla="*/ 501864 h 541560"/>
                <a:gd name="connsiteX12" fmla="*/ 39697 w 549003"/>
                <a:gd name="connsiteY12" fmla="*/ 541560 h 54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003" h="541560">
                  <a:moveTo>
                    <a:pt x="39697" y="541560"/>
                  </a:moveTo>
                  <a:cubicBezTo>
                    <a:pt x="17773" y="541560"/>
                    <a:pt x="0" y="523786"/>
                    <a:pt x="0" y="50186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09307" y="0"/>
                  </a:lnTo>
                  <a:cubicBezTo>
                    <a:pt x="531230" y="0"/>
                    <a:pt x="549004" y="17773"/>
                    <a:pt x="549004" y="39697"/>
                  </a:cubicBezTo>
                  <a:lnTo>
                    <a:pt x="549004" y="383766"/>
                  </a:lnTo>
                  <a:cubicBezTo>
                    <a:pt x="549004" y="405690"/>
                    <a:pt x="531230" y="423463"/>
                    <a:pt x="509307" y="423463"/>
                  </a:cubicBezTo>
                  <a:cubicBezTo>
                    <a:pt x="487385" y="423463"/>
                    <a:pt x="469611" y="405690"/>
                    <a:pt x="469611" y="383766"/>
                  </a:cubicBezTo>
                  <a:lnTo>
                    <a:pt x="469611" y="79393"/>
                  </a:lnTo>
                  <a:lnTo>
                    <a:pt x="79393" y="79393"/>
                  </a:lnTo>
                  <a:lnTo>
                    <a:pt x="79393" y="501864"/>
                  </a:lnTo>
                  <a:cubicBezTo>
                    <a:pt x="79393" y="523786"/>
                    <a:pt x="61621" y="541560"/>
                    <a:pt x="39697" y="5415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95BF8A09-C0FC-6046-ADE9-747C8ED5AB66}"/>
                </a:ext>
              </a:extLst>
            </p:cNvPr>
            <p:cNvSpPr/>
            <p:nvPr/>
          </p:nvSpPr>
          <p:spPr>
            <a:xfrm>
              <a:off x="2944554" y="3997212"/>
              <a:ext cx="595448" cy="491969"/>
            </a:xfrm>
            <a:custGeom>
              <a:avLst/>
              <a:gdLst>
                <a:gd name="connsiteX0" fmla="*/ 555752 w 595448"/>
                <a:gd name="connsiteY0" fmla="*/ 491969 h 491969"/>
                <a:gd name="connsiteX1" fmla="*/ 39697 w 595448"/>
                <a:gd name="connsiteY1" fmla="*/ 491969 h 491969"/>
                <a:gd name="connsiteX2" fmla="*/ 0 w 595448"/>
                <a:gd name="connsiteY2" fmla="*/ 452273 h 491969"/>
                <a:gd name="connsiteX3" fmla="*/ 0 w 595448"/>
                <a:gd name="connsiteY3" fmla="*/ 173702 h 491969"/>
                <a:gd name="connsiteX4" fmla="*/ 29772 w 595448"/>
                <a:gd name="connsiteY4" fmla="*/ 135246 h 491969"/>
                <a:gd name="connsiteX5" fmla="*/ 545828 w 595448"/>
                <a:gd name="connsiteY5" fmla="*/ 1270 h 491969"/>
                <a:gd name="connsiteX6" fmla="*/ 594189 w 595448"/>
                <a:gd name="connsiteY6" fmla="*/ 29782 h 491969"/>
                <a:gd name="connsiteX7" fmla="*/ 595449 w 595448"/>
                <a:gd name="connsiteY7" fmla="*/ 39726 h 491969"/>
                <a:gd name="connsiteX8" fmla="*/ 595449 w 595448"/>
                <a:gd name="connsiteY8" fmla="*/ 452421 h 491969"/>
                <a:gd name="connsiteX9" fmla="*/ 555752 w 595448"/>
                <a:gd name="connsiteY9" fmla="*/ 491969 h 491969"/>
                <a:gd name="connsiteX10" fmla="*/ 79393 w 595448"/>
                <a:gd name="connsiteY10" fmla="*/ 412576 h 491969"/>
                <a:gd name="connsiteX11" fmla="*/ 516056 w 595448"/>
                <a:gd name="connsiteY11" fmla="*/ 412576 h 491969"/>
                <a:gd name="connsiteX12" fmla="*/ 516056 w 595448"/>
                <a:gd name="connsiteY12" fmla="*/ 90885 h 491969"/>
                <a:gd name="connsiteX13" fmla="*/ 79393 w 595448"/>
                <a:gd name="connsiteY13" fmla="*/ 204467 h 49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5448" h="491969">
                  <a:moveTo>
                    <a:pt x="555752" y="491969"/>
                  </a:moveTo>
                  <a:lnTo>
                    <a:pt x="39697" y="491969"/>
                  </a:lnTo>
                  <a:cubicBezTo>
                    <a:pt x="17773" y="491969"/>
                    <a:pt x="0" y="474195"/>
                    <a:pt x="0" y="452273"/>
                  </a:cubicBezTo>
                  <a:lnTo>
                    <a:pt x="0" y="173702"/>
                  </a:lnTo>
                  <a:cubicBezTo>
                    <a:pt x="-9" y="155595"/>
                    <a:pt x="12238" y="139771"/>
                    <a:pt x="29772" y="135246"/>
                  </a:cubicBezTo>
                  <a:lnTo>
                    <a:pt x="545828" y="1270"/>
                  </a:lnTo>
                  <a:cubicBezTo>
                    <a:pt x="567056" y="-4211"/>
                    <a:pt x="588706" y="8555"/>
                    <a:pt x="594189" y="29782"/>
                  </a:cubicBezTo>
                  <a:cubicBezTo>
                    <a:pt x="595027" y="33030"/>
                    <a:pt x="595449" y="36371"/>
                    <a:pt x="595449" y="39726"/>
                  </a:cubicBezTo>
                  <a:lnTo>
                    <a:pt x="595449" y="452421"/>
                  </a:lnTo>
                  <a:cubicBezTo>
                    <a:pt x="595365" y="474289"/>
                    <a:pt x="577620" y="491969"/>
                    <a:pt x="555752" y="491969"/>
                  </a:cubicBezTo>
                  <a:close/>
                  <a:moveTo>
                    <a:pt x="79393" y="412576"/>
                  </a:moveTo>
                  <a:lnTo>
                    <a:pt x="516056" y="412576"/>
                  </a:lnTo>
                  <a:lnTo>
                    <a:pt x="516056" y="90885"/>
                  </a:lnTo>
                  <a:lnTo>
                    <a:pt x="79393" y="20446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8" name="Picture Placeholder 65">
            <a:extLst>
              <a:ext uri="{FF2B5EF4-FFF2-40B4-BE49-F238E27FC236}">
                <a16:creationId xmlns:a16="http://schemas.microsoft.com/office/drawing/2014/main" id="{91389C2F-B0F7-4A5F-9417-33E8FEF6A406}"/>
              </a:ext>
            </a:extLst>
          </p:cNvPr>
          <p:cNvGrpSpPr>
            <a:grpSpLocks noChangeAspect="1"/>
          </p:cNvGrpSpPr>
          <p:nvPr/>
        </p:nvGrpSpPr>
        <p:grpSpPr>
          <a:xfrm>
            <a:off x="4142724" y="3657092"/>
            <a:ext cx="834124" cy="834123"/>
            <a:chOff x="4142724" y="3657092"/>
            <a:chExt cx="834124" cy="834123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1F1EB7-554B-3C4E-B640-6322FD23C8D4}"/>
                </a:ext>
              </a:extLst>
            </p:cNvPr>
            <p:cNvSpPr/>
            <p:nvPr/>
          </p:nvSpPr>
          <p:spPr>
            <a:xfrm>
              <a:off x="4142724" y="3657092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6725" y="834124"/>
                    <a:pt x="0" y="647401"/>
                    <a:pt x="0" y="417062"/>
                  </a:cubicBezTo>
                  <a:cubicBezTo>
                    <a:pt x="0" y="186725"/>
                    <a:pt x="186725" y="0"/>
                    <a:pt x="417062" y="0"/>
                  </a:cubicBezTo>
                  <a:cubicBezTo>
                    <a:pt x="647402" y="0"/>
                    <a:pt x="834125" y="186725"/>
                    <a:pt x="834125" y="417062"/>
                  </a:cubicBezTo>
                  <a:cubicBezTo>
                    <a:pt x="833877" y="647297"/>
                    <a:pt x="647298" y="833876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573" y="79393"/>
                    <a:pt x="79393" y="230572"/>
                    <a:pt x="79393" y="417062"/>
                  </a:cubicBezTo>
                  <a:cubicBezTo>
                    <a:pt x="79393" y="603551"/>
                    <a:pt x="230573" y="754731"/>
                    <a:pt x="417062" y="754731"/>
                  </a:cubicBezTo>
                  <a:cubicBezTo>
                    <a:pt x="603552" y="754731"/>
                    <a:pt x="754732" y="603551"/>
                    <a:pt x="754732" y="417062"/>
                  </a:cubicBezTo>
                  <a:cubicBezTo>
                    <a:pt x="754513" y="230663"/>
                    <a:pt x="603463" y="79612"/>
                    <a:pt x="4170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A9B90824-A27A-124C-A058-4B6A2D7AEA69}"/>
                </a:ext>
              </a:extLst>
            </p:cNvPr>
            <p:cNvSpPr/>
            <p:nvPr/>
          </p:nvSpPr>
          <p:spPr>
            <a:xfrm>
              <a:off x="4423371" y="3847181"/>
              <a:ext cx="362369" cy="362288"/>
            </a:xfrm>
            <a:custGeom>
              <a:avLst/>
              <a:gdLst>
                <a:gd name="connsiteX0" fmla="*/ 322493 w 362369"/>
                <a:gd name="connsiteY0" fmla="*/ 362288 h 362288"/>
                <a:gd name="connsiteX1" fmla="*/ 294457 w 362369"/>
                <a:gd name="connsiteY1" fmla="*/ 350677 h 362288"/>
                <a:gd name="connsiteX2" fmla="*/ 11619 w 362369"/>
                <a:gd name="connsiteY2" fmla="*/ 67839 h 362288"/>
                <a:gd name="connsiteX3" fmla="*/ 11668 w 362369"/>
                <a:gd name="connsiteY3" fmla="*/ 11619 h 362288"/>
                <a:gd name="connsiteX4" fmla="*/ 67889 w 362369"/>
                <a:gd name="connsiteY4" fmla="*/ 11668 h 362288"/>
                <a:gd name="connsiteX5" fmla="*/ 350727 w 362369"/>
                <a:gd name="connsiteY5" fmla="*/ 294506 h 362288"/>
                <a:gd name="connsiteX6" fmla="*/ 350757 w 362369"/>
                <a:gd name="connsiteY6" fmla="*/ 350647 h 362288"/>
                <a:gd name="connsiteX7" fmla="*/ 322493 w 362369"/>
                <a:gd name="connsiteY7" fmla="*/ 362288 h 36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369" h="362288">
                  <a:moveTo>
                    <a:pt x="322493" y="362288"/>
                  </a:moveTo>
                  <a:cubicBezTo>
                    <a:pt x="311978" y="362283"/>
                    <a:pt x="301895" y="358105"/>
                    <a:pt x="294457" y="350677"/>
                  </a:cubicBezTo>
                  <a:lnTo>
                    <a:pt x="11619" y="67839"/>
                  </a:lnTo>
                  <a:cubicBezTo>
                    <a:pt x="-3892" y="52300"/>
                    <a:pt x="-3870" y="27130"/>
                    <a:pt x="11668" y="11619"/>
                  </a:cubicBezTo>
                  <a:cubicBezTo>
                    <a:pt x="27207" y="-3892"/>
                    <a:pt x="52378" y="-3870"/>
                    <a:pt x="67889" y="11668"/>
                  </a:cubicBezTo>
                  <a:lnTo>
                    <a:pt x="350727" y="294506"/>
                  </a:lnTo>
                  <a:cubicBezTo>
                    <a:pt x="366238" y="309998"/>
                    <a:pt x="366253" y="335136"/>
                    <a:pt x="350757" y="350647"/>
                  </a:cubicBezTo>
                  <a:cubicBezTo>
                    <a:pt x="343269" y="358145"/>
                    <a:pt x="333092" y="362338"/>
                    <a:pt x="322493" y="3622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AD5FE0D6-0DEB-614C-ADF5-C7268E5AB4C2}"/>
                </a:ext>
              </a:extLst>
            </p:cNvPr>
            <p:cNvSpPr/>
            <p:nvPr/>
          </p:nvSpPr>
          <p:spPr>
            <a:xfrm>
              <a:off x="4327264" y="3940575"/>
              <a:ext cx="362905" cy="362924"/>
            </a:xfrm>
            <a:custGeom>
              <a:avLst/>
              <a:gdLst>
                <a:gd name="connsiteX0" fmla="*/ 323229 w 362905"/>
                <a:gd name="connsiteY0" fmla="*/ 362925 h 362924"/>
                <a:gd name="connsiteX1" fmla="*/ 295193 w 362905"/>
                <a:gd name="connsiteY1" fmla="*/ 351314 h 362924"/>
                <a:gd name="connsiteX2" fmla="*/ 12355 w 362905"/>
                <a:gd name="connsiteY2" fmla="*/ 68476 h 362924"/>
                <a:gd name="connsiteX3" fmla="*/ 10917 w 362905"/>
                <a:gd name="connsiteY3" fmla="*/ 12355 h 362924"/>
                <a:gd name="connsiteX4" fmla="*/ 67038 w 362905"/>
                <a:gd name="connsiteY4" fmla="*/ 10917 h 362924"/>
                <a:gd name="connsiteX5" fmla="*/ 68476 w 362905"/>
                <a:gd name="connsiteY5" fmla="*/ 12355 h 362924"/>
                <a:gd name="connsiteX6" fmla="*/ 351314 w 362905"/>
                <a:gd name="connsiteY6" fmla="*/ 295193 h 362924"/>
                <a:gd name="connsiteX7" fmla="*/ 351245 w 362905"/>
                <a:gd name="connsiteY7" fmla="*/ 351334 h 362924"/>
                <a:gd name="connsiteX8" fmla="*/ 323229 w 362905"/>
                <a:gd name="connsiteY8" fmla="*/ 362925 h 3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905" h="362924">
                  <a:moveTo>
                    <a:pt x="323229" y="362925"/>
                  </a:moveTo>
                  <a:cubicBezTo>
                    <a:pt x="312714" y="362920"/>
                    <a:pt x="302631" y="358742"/>
                    <a:pt x="295193" y="351314"/>
                  </a:cubicBezTo>
                  <a:lnTo>
                    <a:pt x="12355" y="68476"/>
                  </a:lnTo>
                  <a:cubicBezTo>
                    <a:pt x="-3540" y="53375"/>
                    <a:pt x="-4183" y="28249"/>
                    <a:pt x="10917" y="12355"/>
                  </a:cubicBezTo>
                  <a:cubicBezTo>
                    <a:pt x="26018" y="-3540"/>
                    <a:pt x="51144" y="-4183"/>
                    <a:pt x="67038" y="10917"/>
                  </a:cubicBezTo>
                  <a:cubicBezTo>
                    <a:pt x="67530" y="11384"/>
                    <a:pt x="68009" y="11864"/>
                    <a:pt x="68476" y="12355"/>
                  </a:cubicBezTo>
                  <a:lnTo>
                    <a:pt x="351314" y="295193"/>
                  </a:lnTo>
                  <a:cubicBezTo>
                    <a:pt x="366796" y="310714"/>
                    <a:pt x="366766" y="335847"/>
                    <a:pt x="351245" y="351334"/>
                  </a:cubicBezTo>
                  <a:cubicBezTo>
                    <a:pt x="343807" y="358752"/>
                    <a:pt x="333734" y="362920"/>
                    <a:pt x="323229" y="3629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2" name="Picture Placeholder 67">
            <a:extLst>
              <a:ext uri="{FF2B5EF4-FFF2-40B4-BE49-F238E27FC236}">
                <a16:creationId xmlns:a16="http://schemas.microsoft.com/office/drawing/2014/main" id="{1D1220B9-8299-47DB-AA50-67E99B645A69}"/>
              </a:ext>
            </a:extLst>
          </p:cNvPr>
          <p:cNvGrpSpPr>
            <a:grpSpLocks noChangeAspect="1"/>
          </p:cNvGrpSpPr>
          <p:nvPr/>
        </p:nvGrpSpPr>
        <p:grpSpPr>
          <a:xfrm>
            <a:off x="5549351" y="3668951"/>
            <a:ext cx="655936" cy="810405"/>
            <a:chOff x="5549351" y="3668951"/>
            <a:chExt cx="655936" cy="810405"/>
          </a:xfrm>
        </p:grpSpPr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64EAA535-573B-A241-92E6-B0885DB3E02C}"/>
                </a:ext>
              </a:extLst>
            </p:cNvPr>
            <p:cNvSpPr/>
            <p:nvPr/>
          </p:nvSpPr>
          <p:spPr>
            <a:xfrm>
              <a:off x="5553232" y="4039995"/>
              <a:ext cx="642510" cy="439361"/>
            </a:xfrm>
            <a:custGeom>
              <a:avLst/>
              <a:gdLst>
                <a:gd name="connsiteX0" fmla="*/ 547455 w 642510"/>
                <a:gd name="connsiteY0" fmla="*/ 439362 h 439361"/>
                <a:gd name="connsiteX1" fmla="*/ 101215 w 642510"/>
                <a:gd name="connsiteY1" fmla="*/ 439362 h 439361"/>
                <a:gd name="connsiteX2" fmla="*/ 62114 w 642510"/>
                <a:gd name="connsiteY2" fmla="*/ 406364 h 439361"/>
                <a:gd name="connsiteX3" fmla="*/ 287 w 642510"/>
                <a:gd name="connsiteY3" fmla="*/ 44430 h 439361"/>
                <a:gd name="connsiteX4" fmla="*/ 34969 w 642510"/>
                <a:gd name="connsiteY4" fmla="*/ 286 h 439361"/>
                <a:gd name="connsiteX5" fmla="*/ 78440 w 642510"/>
                <a:gd name="connsiteY5" fmla="*/ 31033 h 439361"/>
                <a:gd name="connsiteX6" fmla="*/ 134610 w 642510"/>
                <a:gd name="connsiteY6" fmla="*/ 359968 h 439361"/>
                <a:gd name="connsiteX7" fmla="*/ 513415 w 642510"/>
                <a:gd name="connsiteY7" fmla="*/ 359968 h 439361"/>
                <a:gd name="connsiteX8" fmla="*/ 563433 w 642510"/>
                <a:gd name="connsiteY8" fmla="*/ 41205 h 439361"/>
                <a:gd name="connsiteX9" fmla="*/ 607838 w 642510"/>
                <a:gd name="connsiteY9" fmla="*/ 6860 h 439361"/>
                <a:gd name="connsiteX10" fmla="*/ 642186 w 642510"/>
                <a:gd name="connsiteY10" fmla="*/ 51267 h 439361"/>
                <a:gd name="connsiteX11" fmla="*/ 641833 w 642510"/>
                <a:gd name="connsiteY11" fmla="*/ 53511 h 439361"/>
                <a:gd name="connsiteX12" fmla="*/ 586556 w 642510"/>
                <a:gd name="connsiteY12" fmla="*/ 405818 h 439361"/>
                <a:gd name="connsiteX13" fmla="*/ 547455 w 642510"/>
                <a:gd name="connsiteY13" fmla="*/ 439362 h 43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2510" h="439361">
                  <a:moveTo>
                    <a:pt x="547455" y="439362"/>
                  </a:moveTo>
                  <a:lnTo>
                    <a:pt x="101215" y="439362"/>
                  </a:lnTo>
                  <a:cubicBezTo>
                    <a:pt x="81886" y="439347"/>
                    <a:pt x="65376" y="425418"/>
                    <a:pt x="62114" y="406364"/>
                  </a:cubicBezTo>
                  <a:lnTo>
                    <a:pt x="287" y="44430"/>
                  </a:lnTo>
                  <a:cubicBezTo>
                    <a:pt x="-2326" y="22663"/>
                    <a:pt x="13202" y="2898"/>
                    <a:pt x="34969" y="286"/>
                  </a:cubicBezTo>
                  <a:cubicBezTo>
                    <a:pt x="55204" y="-2143"/>
                    <a:pt x="73990" y="11145"/>
                    <a:pt x="78440" y="31033"/>
                  </a:cubicBezTo>
                  <a:lnTo>
                    <a:pt x="134610" y="359968"/>
                  </a:lnTo>
                  <a:lnTo>
                    <a:pt x="513415" y="359968"/>
                  </a:lnTo>
                  <a:lnTo>
                    <a:pt x="563433" y="41205"/>
                  </a:lnTo>
                  <a:cubicBezTo>
                    <a:pt x="566212" y="19458"/>
                    <a:pt x="586095" y="4081"/>
                    <a:pt x="607838" y="6860"/>
                  </a:cubicBezTo>
                  <a:cubicBezTo>
                    <a:pt x="629587" y="9638"/>
                    <a:pt x="644965" y="29520"/>
                    <a:pt x="642186" y="51267"/>
                  </a:cubicBezTo>
                  <a:cubicBezTo>
                    <a:pt x="642092" y="52018"/>
                    <a:pt x="641972" y="52766"/>
                    <a:pt x="641833" y="53511"/>
                  </a:cubicBezTo>
                  <a:lnTo>
                    <a:pt x="586556" y="405818"/>
                  </a:lnTo>
                  <a:cubicBezTo>
                    <a:pt x="583534" y="425086"/>
                    <a:pt x="566961" y="439307"/>
                    <a:pt x="547455" y="4393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342CFC2-3DEB-CC41-9AEF-EF3F7153164B}"/>
                </a:ext>
              </a:extLst>
            </p:cNvPr>
            <p:cNvSpPr/>
            <p:nvPr/>
          </p:nvSpPr>
          <p:spPr>
            <a:xfrm>
              <a:off x="5549351" y="3796439"/>
              <a:ext cx="655936" cy="372192"/>
            </a:xfrm>
            <a:custGeom>
              <a:avLst/>
              <a:gdLst>
                <a:gd name="connsiteX0" fmla="*/ 327795 w 655936"/>
                <a:gd name="connsiteY0" fmla="*/ 372143 h 372192"/>
                <a:gd name="connsiteX1" fmla="*/ 215801 w 655936"/>
                <a:gd name="connsiteY1" fmla="*/ 320885 h 372192"/>
                <a:gd name="connsiteX2" fmla="*/ 118494 w 655936"/>
                <a:gd name="connsiteY2" fmla="*/ 372143 h 372192"/>
                <a:gd name="connsiteX3" fmla="*/ 118494 w 655936"/>
                <a:gd name="connsiteY3" fmla="*/ 372143 h 372192"/>
                <a:gd name="connsiteX4" fmla="*/ 2580 w 655936"/>
                <a:gd name="connsiteY4" fmla="*/ 277864 h 372192"/>
                <a:gd name="connsiteX5" fmla="*/ 1737 w 655936"/>
                <a:gd name="connsiteY5" fmla="*/ 271612 h 372192"/>
                <a:gd name="connsiteX6" fmla="*/ 0 w 655936"/>
                <a:gd name="connsiteY6" fmla="*/ 246305 h 372192"/>
                <a:gd name="connsiteX7" fmla="*/ 259020 w 655936"/>
                <a:gd name="connsiteY7" fmla="*/ 583 h 372192"/>
                <a:gd name="connsiteX8" fmla="*/ 304883 w 655936"/>
                <a:gd name="connsiteY8" fmla="*/ 32960 h 372192"/>
                <a:gd name="connsiteX9" fmla="*/ 272506 w 655936"/>
                <a:gd name="connsiteY9" fmla="*/ 78823 h 372192"/>
                <a:gd name="connsiteX10" fmla="*/ 271822 w 655936"/>
                <a:gd name="connsiteY10" fmla="*/ 78934 h 372192"/>
                <a:gd name="connsiteX11" fmla="*/ 79145 w 655936"/>
                <a:gd name="connsiteY11" fmla="*/ 246156 h 372192"/>
                <a:gd name="connsiteX12" fmla="*/ 80534 w 655936"/>
                <a:gd name="connsiteY12" fmla="*/ 263424 h 372192"/>
                <a:gd name="connsiteX13" fmla="*/ 118246 w 655936"/>
                <a:gd name="connsiteY13" fmla="*/ 292750 h 372192"/>
                <a:gd name="connsiteX14" fmla="*/ 118246 w 655936"/>
                <a:gd name="connsiteY14" fmla="*/ 292750 h 372192"/>
                <a:gd name="connsiteX15" fmla="*/ 178039 w 655936"/>
                <a:gd name="connsiteY15" fmla="*/ 236232 h 372192"/>
                <a:gd name="connsiteX16" fmla="*/ 231290 w 655936"/>
                <a:gd name="connsiteY16" fmla="*/ 218457 h 372192"/>
                <a:gd name="connsiteX17" fmla="*/ 249989 w 655936"/>
                <a:gd name="connsiteY17" fmla="*/ 238217 h 372192"/>
                <a:gd name="connsiteX18" fmla="*/ 327695 w 655936"/>
                <a:gd name="connsiteY18" fmla="*/ 292800 h 372192"/>
                <a:gd name="connsiteX19" fmla="*/ 327695 w 655936"/>
                <a:gd name="connsiteY19" fmla="*/ 292800 h 372192"/>
                <a:gd name="connsiteX20" fmla="*/ 405699 w 655936"/>
                <a:gd name="connsiteY20" fmla="*/ 235190 h 372192"/>
                <a:gd name="connsiteX21" fmla="*/ 459473 w 655936"/>
                <a:gd name="connsiteY21" fmla="*/ 219059 h 372192"/>
                <a:gd name="connsiteX22" fmla="*/ 477302 w 655936"/>
                <a:gd name="connsiteY22" fmla="*/ 238763 h 372192"/>
                <a:gd name="connsiteX23" fmla="*/ 537244 w 655936"/>
                <a:gd name="connsiteY23" fmla="*/ 292800 h 372192"/>
                <a:gd name="connsiteX24" fmla="*/ 574906 w 655936"/>
                <a:gd name="connsiteY24" fmla="*/ 263623 h 372192"/>
                <a:gd name="connsiteX25" fmla="*/ 576543 w 655936"/>
                <a:gd name="connsiteY25" fmla="*/ 246206 h 372192"/>
                <a:gd name="connsiteX26" fmla="*/ 383916 w 655936"/>
                <a:gd name="connsiteY26" fmla="*/ 79034 h 372192"/>
                <a:gd name="connsiteX27" fmla="*/ 350743 w 655936"/>
                <a:gd name="connsiteY27" fmla="*/ 33743 h 372192"/>
                <a:gd name="connsiteX28" fmla="*/ 396033 w 655936"/>
                <a:gd name="connsiteY28" fmla="*/ 571 h 372192"/>
                <a:gd name="connsiteX29" fmla="*/ 396718 w 655936"/>
                <a:gd name="connsiteY29" fmla="*/ 683 h 372192"/>
                <a:gd name="connsiteX30" fmla="*/ 655937 w 655936"/>
                <a:gd name="connsiteY30" fmla="*/ 246206 h 372192"/>
                <a:gd name="connsiteX31" fmla="*/ 652910 w 655936"/>
                <a:gd name="connsiteY31" fmla="*/ 278658 h 372192"/>
                <a:gd name="connsiteX32" fmla="*/ 652215 w 655936"/>
                <a:gd name="connsiteY32" fmla="*/ 281833 h 372192"/>
                <a:gd name="connsiteX33" fmla="*/ 537244 w 655936"/>
                <a:gd name="connsiteY33" fmla="*/ 372193 h 372192"/>
                <a:gd name="connsiteX34" fmla="*/ 440384 w 655936"/>
                <a:gd name="connsiteY34" fmla="*/ 319446 h 372192"/>
                <a:gd name="connsiteX35" fmla="*/ 327795 w 655936"/>
                <a:gd name="connsiteY35" fmla="*/ 372193 h 372192"/>
                <a:gd name="connsiteX36" fmla="*/ 613957 w 655936"/>
                <a:gd name="connsiteY36" fmla="*/ 271959 h 372192"/>
                <a:gd name="connsiteX37" fmla="*/ 613957 w 655936"/>
                <a:gd name="connsiteY37" fmla="*/ 271959 h 372192"/>
                <a:gd name="connsiteX38" fmla="*/ 476558 w 655936"/>
                <a:gd name="connsiteY38" fmla="*/ 271314 h 372192"/>
                <a:gd name="connsiteX39" fmla="*/ 476558 w 655936"/>
                <a:gd name="connsiteY39" fmla="*/ 271314 h 372192"/>
                <a:gd name="connsiteX40" fmla="*/ 476558 w 655936"/>
                <a:gd name="connsiteY40" fmla="*/ 271314 h 372192"/>
                <a:gd name="connsiteX41" fmla="*/ 476558 w 655936"/>
                <a:gd name="connsiteY41" fmla="*/ 271314 h 372192"/>
                <a:gd name="connsiteX42" fmla="*/ 480230 w 655936"/>
                <a:gd name="connsiteY42" fmla="*/ 249133 h 372192"/>
                <a:gd name="connsiteX43" fmla="*/ 476607 w 655936"/>
                <a:gd name="connsiteY43" fmla="*/ 271314 h 372192"/>
                <a:gd name="connsiteX44" fmla="*/ 480230 w 655936"/>
                <a:gd name="connsiteY44" fmla="*/ 249084 h 372192"/>
                <a:gd name="connsiteX45" fmla="*/ 251478 w 655936"/>
                <a:gd name="connsiteY45" fmla="*/ 241889 h 372192"/>
                <a:gd name="connsiteX46" fmla="*/ 251478 w 655936"/>
                <a:gd name="connsiteY46" fmla="*/ 241889 h 372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55936" h="372192">
                  <a:moveTo>
                    <a:pt x="327795" y="372143"/>
                  </a:moveTo>
                  <a:cubicBezTo>
                    <a:pt x="281002" y="372143"/>
                    <a:pt x="242447" y="347035"/>
                    <a:pt x="215801" y="320885"/>
                  </a:cubicBezTo>
                  <a:cubicBezTo>
                    <a:pt x="193471" y="346390"/>
                    <a:pt x="160523" y="372044"/>
                    <a:pt x="118494" y="372143"/>
                  </a:cubicBezTo>
                  <a:lnTo>
                    <a:pt x="118494" y="372143"/>
                  </a:lnTo>
                  <a:cubicBezTo>
                    <a:pt x="62160" y="372828"/>
                    <a:pt x="13384" y="333157"/>
                    <a:pt x="2580" y="277864"/>
                  </a:cubicBezTo>
                  <a:cubicBezTo>
                    <a:pt x="2129" y="275806"/>
                    <a:pt x="1847" y="273715"/>
                    <a:pt x="1737" y="271612"/>
                  </a:cubicBezTo>
                  <a:cubicBezTo>
                    <a:pt x="616" y="263222"/>
                    <a:pt x="35" y="254769"/>
                    <a:pt x="0" y="246305"/>
                  </a:cubicBezTo>
                  <a:cubicBezTo>
                    <a:pt x="0" y="126570"/>
                    <a:pt x="106536" y="25543"/>
                    <a:pt x="259020" y="583"/>
                  </a:cubicBezTo>
                  <a:cubicBezTo>
                    <a:pt x="280626" y="-3141"/>
                    <a:pt x="301159" y="11355"/>
                    <a:pt x="304883" y="32960"/>
                  </a:cubicBezTo>
                  <a:cubicBezTo>
                    <a:pt x="308607" y="54565"/>
                    <a:pt x="294112" y="75099"/>
                    <a:pt x="272506" y="78823"/>
                  </a:cubicBezTo>
                  <a:cubicBezTo>
                    <a:pt x="272278" y="78862"/>
                    <a:pt x="272051" y="78899"/>
                    <a:pt x="271822" y="78934"/>
                  </a:cubicBezTo>
                  <a:cubicBezTo>
                    <a:pt x="160077" y="96996"/>
                    <a:pt x="79145" y="167408"/>
                    <a:pt x="79145" y="246156"/>
                  </a:cubicBezTo>
                  <a:cubicBezTo>
                    <a:pt x="79178" y="251939"/>
                    <a:pt x="79642" y="257711"/>
                    <a:pt x="80534" y="263424"/>
                  </a:cubicBezTo>
                  <a:cubicBezTo>
                    <a:pt x="84253" y="281100"/>
                    <a:pt x="100199" y="293501"/>
                    <a:pt x="118246" y="292750"/>
                  </a:cubicBezTo>
                  <a:lnTo>
                    <a:pt x="118246" y="292750"/>
                  </a:lnTo>
                  <a:cubicBezTo>
                    <a:pt x="141717" y="292750"/>
                    <a:pt x="169157" y="253947"/>
                    <a:pt x="178039" y="236232"/>
                  </a:cubicBezTo>
                  <a:cubicBezTo>
                    <a:pt x="187836" y="216618"/>
                    <a:pt x="211677" y="208661"/>
                    <a:pt x="231290" y="218457"/>
                  </a:cubicBezTo>
                  <a:cubicBezTo>
                    <a:pt x="239656" y="222635"/>
                    <a:pt x="246278" y="229633"/>
                    <a:pt x="249989" y="238217"/>
                  </a:cubicBezTo>
                  <a:cubicBezTo>
                    <a:pt x="257383" y="251217"/>
                    <a:pt x="291571" y="292800"/>
                    <a:pt x="327695" y="292800"/>
                  </a:cubicBezTo>
                  <a:lnTo>
                    <a:pt x="327695" y="292800"/>
                  </a:lnTo>
                  <a:cubicBezTo>
                    <a:pt x="372652" y="292800"/>
                    <a:pt x="405401" y="235785"/>
                    <a:pt x="405699" y="235190"/>
                  </a:cubicBezTo>
                  <a:cubicBezTo>
                    <a:pt x="416095" y="215887"/>
                    <a:pt x="440166" y="208665"/>
                    <a:pt x="459473" y="219059"/>
                  </a:cubicBezTo>
                  <a:cubicBezTo>
                    <a:pt x="467502" y="223384"/>
                    <a:pt x="473799" y="230342"/>
                    <a:pt x="477302" y="238763"/>
                  </a:cubicBezTo>
                  <a:cubicBezTo>
                    <a:pt x="489360" y="258909"/>
                    <a:pt x="522953" y="292800"/>
                    <a:pt x="537244" y="292800"/>
                  </a:cubicBezTo>
                  <a:cubicBezTo>
                    <a:pt x="562501" y="292800"/>
                    <a:pt x="571631" y="275135"/>
                    <a:pt x="574906" y="263623"/>
                  </a:cubicBezTo>
                  <a:cubicBezTo>
                    <a:pt x="575913" y="257870"/>
                    <a:pt x="576459" y="252046"/>
                    <a:pt x="576543" y="246206"/>
                  </a:cubicBezTo>
                  <a:cubicBezTo>
                    <a:pt x="576543" y="167557"/>
                    <a:pt x="495513" y="97344"/>
                    <a:pt x="383916" y="79034"/>
                  </a:cubicBezTo>
                  <a:cubicBezTo>
                    <a:pt x="362249" y="75687"/>
                    <a:pt x="347397" y="55410"/>
                    <a:pt x="350743" y="33743"/>
                  </a:cubicBezTo>
                  <a:cubicBezTo>
                    <a:pt x="354090" y="12076"/>
                    <a:pt x="374367" y="-2775"/>
                    <a:pt x="396033" y="571"/>
                  </a:cubicBezTo>
                  <a:cubicBezTo>
                    <a:pt x="396261" y="606"/>
                    <a:pt x="396490" y="643"/>
                    <a:pt x="396718" y="683"/>
                  </a:cubicBezTo>
                  <a:cubicBezTo>
                    <a:pt x="549302" y="25493"/>
                    <a:pt x="655937" y="126570"/>
                    <a:pt x="655937" y="246206"/>
                  </a:cubicBezTo>
                  <a:cubicBezTo>
                    <a:pt x="655842" y="257089"/>
                    <a:pt x="654830" y="267945"/>
                    <a:pt x="652910" y="278658"/>
                  </a:cubicBezTo>
                  <a:cubicBezTo>
                    <a:pt x="652910" y="279749"/>
                    <a:pt x="652513" y="280791"/>
                    <a:pt x="652215" y="281833"/>
                  </a:cubicBezTo>
                  <a:cubicBezTo>
                    <a:pt x="638222" y="336714"/>
                    <a:pt x="593117" y="372193"/>
                    <a:pt x="537244" y="372193"/>
                  </a:cubicBezTo>
                  <a:cubicBezTo>
                    <a:pt x="498391" y="372193"/>
                    <a:pt x="463755" y="344455"/>
                    <a:pt x="440384" y="319446"/>
                  </a:cubicBezTo>
                  <a:cubicBezTo>
                    <a:pt x="415574" y="345249"/>
                    <a:pt x="377316" y="372093"/>
                    <a:pt x="327795" y="372193"/>
                  </a:cubicBezTo>
                  <a:close/>
                  <a:moveTo>
                    <a:pt x="613957" y="271959"/>
                  </a:moveTo>
                  <a:lnTo>
                    <a:pt x="613957" y="271959"/>
                  </a:lnTo>
                  <a:close/>
                  <a:moveTo>
                    <a:pt x="476558" y="271314"/>
                  </a:moveTo>
                  <a:lnTo>
                    <a:pt x="476558" y="271314"/>
                  </a:lnTo>
                  <a:close/>
                  <a:moveTo>
                    <a:pt x="476558" y="271314"/>
                  </a:moveTo>
                  <a:lnTo>
                    <a:pt x="476558" y="271314"/>
                  </a:lnTo>
                  <a:close/>
                  <a:moveTo>
                    <a:pt x="480230" y="249133"/>
                  </a:moveTo>
                  <a:cubicBezTo>
                    <a:pt x="481182" y="256721"/>
                    <a:pt x="479927" y="264424"/>
                    <a:pt x="476607" y="271314"/>
                  </a:cubicBezTo>
                  <a:cubicBezTo>
                    <a:pt x="479937" y="264409"/>
                    <a:pt x="481192" y="256688"/>
                    <a:pt x="480230" y="249084"/>
                  </a:cubicBezTo>
                  <a:close/>
                  <a:moveTo>
                    <a:pt x="251478" y="241889"/>
                  </a:moveTo>
                  <a:lnTo>
                    <a:pt x="251478" y="24188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ACBFC31A-7DDA-D946-814A-BFF424021D5C}"/>
                </a:ext>
              </a:extLst>
            </p:cNvPr>
            <p:cNvSpPr/>
            <p:nvPr/>
          </p:nvSpPr>
          <p:spPr>
            <a:xfrm>
              <a:off x="5764655" y="3668951"/>
              <a:ext cx="231629" cy="231629"/>
            </a:xfrm>
            <a:custGeom>
              <a:avLst/>
              <a:gdLst>
                <a:gd name="connsiteX0" fmla="*/ 115815 w 231629"/>
                <a:gd name="connsiteY0" fmla="*/ 231629 h 231629"/>
                <a:gd name="connsiteX1" fmla="*/ 0 w 231629"/>
                <a:gd name="connsiteY1" fmla="*/ 115815 h 231629"/>
                <a:gd name="connsiteX2" fmla="*/ 115815 w 231629"/>
                <a:gd name="connsiteY2" fmla="*/ 0 h 231629"/>
                <a:gd name="connsiteX3" fmla="*/ 231630 w 231629"/>
                <a:gd name="connsiteY3" fmla="*/ 115815 h 231629"/>
                <a:gd name="connsiteX4" fmla="*/ 115815 w 231629"/>
                <a:gd name="connsiteY4" fmla="*/ 231629 h 231629"/>
                <a:gd name="connsiteX5" fmla="*/ 115815 w 231629"/>
                <a:gd name="connsiteY5" fmla="*/ 79393 h 231629"/>
                <a:gd name="connsiteX6" fmla="*/ 79393 w 231629"/>
                <a:gd name="connsiteY6" fmla="*/ 115815 h 231629"/>
                <a:gd name="connsiteX7" fmla="*/ 115815 w 231629"/>
                <a:gd name="connsiteY7" fmla="*/ 152236 h 231629"/>
                <a:gd name="connsiteX8" fmla="*/ 152236 w 231629"/>
                <a:gd name="connsiteY8" fmla="*/ 115815 h 231629"/>
                <a:gd name="connsiteX9" fmla="*/ 115815 w 231629"/>
                <a:gd name="connsiteY9" fmla="*/ 79393 h 2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629" h="231629">
                  <a:moveTo>
                    <a:pt x="115815" y="231629"/>
                  </a:moveTo>
                  <a:cubicBezTo>
                    <a:pt x="51852" y="231629"/>
                    <a:pt x="0" y="179777"/>
                    <a:pt x="0" y="115815"/>
                  </a:cubicBezTo>
                  <a:cubicBezTo>
                    <a:pt x="0" y="51852"/>
                    <a:pt x="51852" y="0"/>
                    <a:pt x="115815" y="0"/>
                  </a:cubicBezTo>
                  <a:cubicBezTo>
                    <a:pt x="179776" y="0"/>
                    <a:pt x="231630" y="51852"/>
                    <a:pt x="231630" y="115815"/>
                  </a:cubicBezTo>
                  <a:cubicBezTo>
                    <a:pt x="231545" y="179743"/>
                    <a:pt x="179741" y="231548"/>
                    <a:pt x="115815" y="231629"/>
                  </a:cubicBezTo>
                  <a:close/>
                  <a:moveTo>
                    <a:pt x="115815" y="79393"/>
                  </a:moveTo>
                  <a:cubicBezTo>
                    <a:pt x="95700" y="79393"/>
                    <a:pt x="79393" y="95699"/>
                    <a:pt x="79393" y="115815"/>
                  </a:cubicBezTo>
                  <a:cubicBezTo>
                    <a:pt x="79393" y="135930"/>
                    <a:pt x="95700" y="152236"/>
                    <a:pt x="115815" y="152236"/>
                  </a:cubicBezTo>
                  <a:cubicBezTo>
                    <a:pt x="135930" y="152236"/>
                    <a:pt x="152236" y="135930"/>
                    <a:pt x="152236" y="115815"/>
                  </a:cubicBezTo>
                  <a:cubicBezTo>
                    <a:pt x="152236" y="95699"/>
                    <a:pt x="135930" y="79393"/>
                    <a:pt x="11581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6" name="Picture Placeholder 69">
            <a:extLst>
              <a:ext uri="{FF2B5EF4-FFF2-40B4-BE49-F238E27FC236}">
                <a16:creationId xmlns:a16="http://schemas.microsoft.com/office/drawing/2014/main" id="{036C160C-4F4D-4D03-95DD-84B145C5A999}"/>
              </a:ext>
            </a:extLst>
          </p:cNvPr>
          <p:cNvGrpSpPr>
            <a:grpSpLocks noChangeAspect="1"/>
          </p:cNvGrpSpPr>
          <p:nvPr/>
        </p:nvGrpSpPr>
        <p:grpSpPr>
          <a:xfrm>
            <a:off x="6922989" y="3655901"/>
            <a:ext cx="543398" cy="840822"/>
            <a:chOff x="6922989" y="3655901"/>
            <a:chExt cx="543398" cy="8408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E95EB4A-AC56-6843-A909-CF6B546C31F2}"/>
                </a:ext>
              </a:extLst>
            </p:cNvPr>
            <p:cNvSpPr/>
            <p:nvPr/>
          </p:nvSpPr>
          <p:spPr>
            <a:xfrm>
              <a:off x="6922989" y="3708980"/>
              <a:ext cx="201089" cy="787743"/>
            </a:xfrm>
            <a:custGeom>
              <a:avLst/>
              <a:gdLst>
                <a:gd name="connsiteX0" fmla="*/ 161258 w 201089"/>
                <a:gd name="connsiteY0" fmla="*/ 787744 h 787743"/>
                <a:gd name="connsiteX1" fmla="*/ 140021 w 201089"/>
                <a:gd name="connsiteY1" fmla="*/ 781541 h 787743"/>
                <a:gd name="connsiteX2" fmla="*/ 20435 w 201089"/>
                <a:gd name="connsiteY2" fmla="*/ 692670 h 787743"/>
                <a:gd name="connsiteX3" fmla="*/ 3762 w 201089"/>
                <a:gd name="connsiteY3" fmla="*/ 514036 h 787743"/>
                <a:gd name="connsiteX4" fmla="*/ 1976 w 201089"/>
                <a:gd name="connsiteY4" fmla="*/ 283498 h 787743"/>
                <a:gd name="connsiteX5" fmla="*/ 41672 w 201089"/>
                <a:gd name="connsiteY5" fmla="*/ 67053 h 787743"/>
                <a:gd name="connsiteX6" fmla="*/ 48470 w 201089"/>
                <a:gd name="connsiteY6" fmla="*/ 34799 h 787743"/>
                <a:gd name="connsiteX7" fmla="*/ 95088 w 201089"/>
                <a:gd name="connsiteY7" fmla="*/ 469 h 787743"/>
                <a:gd name="connsiteX8" fmla="*/ 118783 w 201089"/>
                <a:gd name="connsiteY8" fmla="*/ 12917 h 787743"/>
                <a:gd name="connsiteX9" fmla="*/ 129203 w 201089"/>
                <a:gd name="connsiteY9" fmla="*/ 40208 h 787743"/>
                <a:gd name="connsiteX10" fmla="*/ 129203 w 201089"/>
                <a:gd name="connsiteY10" fmla="*/ 40208 h 787743"/>
                <a:gd name="connsiteX11" fmla="*/ 124688 w 201089"/>
                <a:gd name="connsiteY11" fmla="*/ 58419 h 787743"/>
                <a:gd name="connsiteX12" fmla="*/ 119279 w 201089"/>
                <a:gd name="connsiteY12" fmla="*/ 83676 h 787743"/>
                <a:gd name="connsiteX13" fmla="*/ 81270 w 201089"/>
                <a:gd name="connsiteY13" fmla="*/ 289006 h 787743"/>
                <a:gd name="connsiteX14" fmla="*/ 92037 w 201089"/>
                <a:gd name="connsiteY14" fmla="*/ 653271 h 787743"/>
                <a:gd name="connsiteX15" fmla="*/ 182695 w 201089"/>
                <a:gd name="connsiteY15" fmla="*/ 714454 h 787743"/>
                <a:gd name="connsiteX16" fmla="*/ 194882 w 201089"/>
                <a:gd name="connsiteY16" fmla="*/ 769255 h 787743"/>
                <a:gd name="connsiteX17" fmla="*/ 161358 w 201089"/>
                <a:gd name="connsiteY17" fmla="*/ 787644 h 787743"/>
                <a:gd name="connsiteX18" fmla="*/ 48322 w 201089"/>
                <a:gd name="connsiteY18" fmla="*/ 35196 h 787743"/>
                <a:gd name="connsiteX19" fmla="*/ 48322 w 201089"/>
                <a:gd name="connsiteY19" fmla="*/ 36040 h 787743"/>
                <a:gd name="connsiteX20" fmla="*/ 48322 w 201089"/>
                <a:gd name="connsiteY20" fmla="*/ 35196 h 78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1089" h="787743">
                  <a:moveTo>
                    <a:pt x="161258" y="787744"/>
                  </a:moveTo>
                  <a:cubicBezTo>
                    <a:pt x="153731" y="787753"/>
                    <a:pt x="146359" y="785600"/>
                    <a:pt x="140021" y="781541"/>
                  </a:cubicBezTo>
                  <a:cubicBezTo>
                    <a:pt x="31550" y="712667"/>
                    <a:pt x="25149" y="701106"/>
                    <a:pt x="20435" y="692670"/>
                  </a:cubicBezTo>
                  <a:cubicBezTo>
                    <a:pt x="15721" y="684235"/>
                    <a:pt x="10511" y="674807"/>
                    <a:pt x="3762" y="514036"/>
                  </a:cubicBezTo>
                  <a:cubicBezTo>
                    <a:pt x="1728" y="465656"/>
                    <a:pt x="-2490" y="346417"/>
                    <a:pt x="1976" y="283498"/>
                  </a:cubicBezTo>
                  <a:cubicBezTo>
                    <a:pt x="5350" y="235515"/>
                    <a:pt x="28920" y="125903"/>
                    <a:pt x="41672" y="67053"/>
                  </a:cubicBezTo>
                  <a:cubicBezTo>
                    <a:pt x="44699" y="52911"/>
                    <a:pt x="47825" y="38372"/>
                    <a:pt x="48470" y="34799"/>
                  </a:cubicBezTo>
                  <a:cubicBezTo>
                    <a:pt x="51863" y="12447"/>
                    <a:pt x="72734" y="-2923"/>
                    <a:pt x="95088" y="469"/>
                  </a:cubicBezTo>
                  <a:cubicBezTo>
                    <a:pt x="104158" y="1846"/>
                    <a:pt x="112503" y="6230"/>
                    <a:pt x="118783" y="12917"/>
                  </a:cubicBezTo>
                  <a:cubicBezTo>
                    <a:pt x="125511" y="20413"/>
                    <a:pt x="129223" y="30135"/>
                    <a:pt x="129203" y="40208"/>
                  </a:cubicBezTo>
                  <a:lnTo>
                    <a:pt x="129203" y="40208"/>
                  </a:lnTo>
                  <a:cubicBezTo>
                    <a:pt x="129156" y="46549"/>
                    <a:pt x="127609" y="52790"/>
                    <a:pt x="124688" y="58419"/>
                  </a:cubicBezTo>
                  <a:cubicBezTo>
                    <a:pt x="123497" y="64026"/>
                    <a:pt x="121810" y="71965"/>
                    <a:pt x="119279" y="83676"/>
                  </a:cubicBezTo>
                  <a:cubicBezTo>
                    <a:pt x="107916" y="136571"/>
                    <a:pt x="84247" y="246680"/>
                    <a:pt x="81270" y="289006"/>
                  </a:cubicBezTo>
                  <a:cubicBezTo>
                    <a:pt x="75117" y="375296"/>
                    <a:pt x="86232" y="600525"/>
                    <a:pt x="92037" y="653271"/>
                  </a:cubicBezTo>
                  <a:cubicBezTo>
                    <a:pt x="108561" y="665974"/>
                    <a:pt x="148655" y="692968"/>
                    <a:pt x="182695" y="714454"/>
                  </a:cubicBezTo>
                  <a:cubicBezTo>
                    <a:pt x="201193" y="726219"/>
                    <a:pt x="206649" y="750756"/>
                    <a:pt x="194882" y="769255"/>
                  </a:cubicBezTo>
                  <a:cubicBezTo>
                    <a:pt x="187590" y="780717"/>
                    <a:pt x="174943" y="787654"/>
                    <a:pt x="161358" y="787644"/>
                  </a:cubicBezTo>
                  <a:close/>
                  <a:moveTo>
                    <a:pt x="48322" y="35196"/>
                  </a:moveTo>
                  <a:cubicBezTo>
                    <a:pt x="48322" y="35544"/>
                    <a:pt x="48322" y="35841"/>
                    <a:pt x="48322" y="36040"/>
                  </a:cubicBezTo>
                  <a:cubicBezTo>
                    <a:pt x="48322" y="36238"/>
                    <a:pt x="48272" y="35196"/>
                    <a:pt x="48322" y="351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A7D440BE-1F76-B243-B442-B405EA90C103}"/>
                </a:ext>
              </a:extLst>
            </p:cNvPr>
            <p:cNvSpPr/>
            <p:nvPr/>
          </p:nvSpPr>
          <p:spPr>
            <a:xfrm>
              <a:off x="6958496" y="3655901"/>
              <a:ext cx="507890" cy="840822"/>
            </a:xfrm>
            <a:custGeom>
              <a:avLst/>
              <a:gdLst>
                <a:gd name="connsiteX0" fmla="*/ 129274 w 507890"/>
                <a:gd name="connsiteY0" fmla="*/ 840823 h 840822"/>
                <a:gd name="connsiteX1" fmla="*/ 89575 w 507890"/>
                <a:gd name="connsiteY1" fmla="*/ 801131 h 840822"/>
                <a:gd name="connsiteX2" fmla="*/ 89577 w 507890"/>
                <a:gd name="connsiteY2" fmla="*/ 800630 h 840822"/>
                <a:gd name="connsiteX3" fmla="*/ 82134 w 507890"/>
                <a:gd name="connsiteY3" fmla="*/ 359750 h 840822"/>
                <a:gd name="connsiteX4" fmla="*/ 82134 w 507890"/>
                <a:gd name="connsiteY4" fmla="*/ 358609 h 840822"/>
                <a:gd name="connsiteX5" fmla="*/ 21150 w 507890"/>
                <a:gd name="connsiteY5" fmla="*/ 117700 h 840822"/>
                <a:gd name="connsiteX6" fmla="*/ 20158 w 507890"/>
                <a:gd name="connsiteY6" fmla="*/ 114425 h 840822"/>
                <a:gd name="connsiteX7" fmla="*/ 2394 w 507890"/>
                <a:gd name="connsiteY7" fmla="*/ 53243 h 840822"/>
                <a:gd name="connsiteX8" fmla="*/ 26161 w 507890"/>
                <a:gd name="connsiteY8" fmla="*/ 2383 h 840822"/>
                <a:gd name="connsiteX9" fmla="*/ 39609 w 507890"/>
                <a:gd name="connsiteY9" fmla="*/ 0 h 840822"/>
                <a:gd name="connsiteX10" fmla="*/ 413651 w 507890"/>
                <a:gd name="connsiteY10" fmla="*/ 15333 h 840822"/>
                <a:gd name="connsiteX11" fmla="*/ 451561 w 507890"/>
                <a:gd name="connsiteY11" fmla="*/ 51258 h 840822"/>
                <a:gd name="connsiteX12" fmla="*/ 459699 w 507890"/>
                <a:gd name="connsiteY12" fmla="*/ 115765 h 840822"/>
                <a:gd name="connsiteX13" fmla="*/ 472600 w 507890"/>
                <a:gd name="connsiteY13" fmla="*/ 163153 h 840822"/>
                <a:gd name="connsiteX14" fmla="*/ 507334 w 507890"/>
                <a:gd name="connsiteY14" fmla="*/ 479981 h 840822"/>
                <a:gd name="connsiteX15" fmla="*/ 473394 w 507890"/>
                <a:gd name="connsiteY15" fmla="*/ 758452 h 840822"/>
                <a:gd name="connsiteX16" fmla="*/ 448584 w 507890"/>
                <a:gd name="connsiteY16" fmla="*/ 771751 h 840822"/>
                <a:gd name="connsiteX17" fmla="*/ 137462 w 507890"/>
                <a:gd name="connsiteY17" fmla="*/ 839830 h 840822"/>
                <a:gd name="connsiteX18" fmla="*/ 129274 w 507890"/>
                <a:gd name="connsiteY18" fmla="*/ 840823 h 840822"/>
                <a:gd name="connsiteX19" fmla="*/ 161131 w 507890"/>
                <a:gd name="connsiteY19" fmla="*/ 351811 h 840822"/>
                <a:gd name="connsiteX20" fmla="*/ 169417 w 507890"/>
                <a:gd name="connsiteY20" fmla="*/ 751704 h 840822"/>
                <a:gd name="connsiteX21" fmla="*/ 417124 w 507890"/>
                <a:gd name="connsiteY21" fmla="*/ 697468 h 840822"/>
                <a:gd name="connsiteX22" fmla="*/ 428189 w 507890"/>
                <a:gd name="connsiteY22" fmla="*/ 481172 h 840822"/>
                <a:gd name="connsiteX23" fmla="*/ 396680 w 507890"/>
                <a:gd name="connsiteY23" fmla="*/ 186475 h 840822"/>
                <a:gd name="connsiteX24" fmla="*/ 382092 w 507890"/>
                <a:gd name="connsiteY24" fmla="*/ 132636 h 840822"/>
                <a:gd name="connsiteX25" fmla="*/ 376187 w 507890"/>
                <a:gd name="connsiteY25" fmla="*/ 93237 h 840822"/>
                <a:gd name="connsiteX26" fmla="*/ 93349 w 507890"/>
                <a:gd name="connsiteY26" fmla="*/ 81676 h 840822"/>
                <a:gd name="connsiteX27" fmla="*/ 96276 w 507890"/>
                <a:gd name="connsiteY27" fmla="*/ 92890 h 840822"/>
                <a:gd name="connsiteX28" fmla="*/ 161131 w 507890"/>
                <a:gd name="connsiteY28" fmla="*/ 351811 h 840822"/>
                <a:gd name="connsiteX29" fmla="*/ 441389 w 507890"/>
                <a:gd name="connsiteY29" fmla="*/ 693003 h 840822"/>
                <a:gd name="connsiteX30" fmla="*/ 441389 w 507890"/>
                <a:gd name="connsiteY30" fmla="*/ 693003 h 840822"/>
                <a:gd name="connsiteX31" fmla="*/ 441389 w 507890"/>
                <a:gd name="connsiteY31" fmla="*/ 693003 h 840822"/>
                <a:gd name="connsiteX32" fmla="*/ 441389 w 507890"/>
                <a:gd name="connsiteY32" fmla="*/ 693003 h 840822"/>
                <a:gd name="connsiteX33" fmla="*/ 441389 w 507890"/>
                <a:gd name="connsiteY33" fmla="*/ 693003 h 840822"/>
                <a:gd name="connsiteX34" fmla="*/ 441389 w 507890"/>
                <a:gd name="connsiteY34" fmla="*/ 693003 h 840822"/>
                <a:gd name="connsiteX35" fmla="*/ 441389 w 507890"/>
                <a:gd name="connsiteY35" fmla="*/ 693003 h 840822"/>
                <a:gd name="connsiteX36" fmla="*/ 441389 w 507890"/>
                <a:gd name="connsiteY36" fmla="*/ 693003 h 840822"/>
                <a:gd name="connsiteX37" fmla="*/ 441389 w 507890"/>
                <a:gd name="connsiteY37" fmla="*/ 693003 h 840822"/>
                <a:gd name="connsiteX38" fmla="*/ 441389 w 507890"/>
                <a:gd name="connsiteY38" fmla="*/ 693003 h 8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07890" h="840822">
                  <a:moveTo>
                    <a:pt x="129274" y="840823"/>
                  </a:moveTo>
                  <a:cubicBezTo>
                    <a:pt x="107350" y="840823"/>
                    <a:pt x="89576" y="823053"/>
                    <a:pt x="89575" y="801131"/>
                  </a:cubicBezTo>
                  <a:cubicBezTo>
                    <a:pt x="89575" y="800962"/>
                    <a:pt x="89575" y="800798"/>
                    <a:pt x="89577" y="800630"/>
                  </a:cubicBezTo>
                  <a:cubicBezTo>
                    <a:pt x="89577" y="797305"/>
                    <a:pt x="93646" y="466881"/>
                    <a:pt x="82134" y="359750"/>
                  </a:cubicBezTo>
                  <a:cubicBezTo>
                    <a:pt x="82134" y="359353"/>
                    <a:pt x="82134" y="358956"/>
                    <a:pt x="82134" y="358609"/>
                  </a:cubicBezTo>
                  <a:cubicBezTo>
                    <a:pt x="77966" y="305961"/>
                    <a:pt x="66008" y="244828"/>
                    <a:pt x="21150" y="117700"/>
                  </a:cubicBezTo>
                  <a:cubicBezTo>
                    <a:pt x="20754" y="116609"/>
                    <a:pt x="20456" y="115517"/>
                    <a:pt x="20158" y="114425"/>
                  </a:cubicBezTo>
                  <a:cubicBezTo>
                    <a:pt x="9390" y="72744"/>
                    <a:pt x="2443" y="53441"/>
                    <a:pt x="2394" y="53243"/>
                  </a:cubicBezTo>
                  <a:cubicBezTo>
                    <a:pt x="-5088" y="32635"/>
                    <a:pt x="5553" y="9864"/>
                    <a:pt x="26161" y="2383"/>
                  </a:cubicBezTo>
                  <a:cubicBezTo>
                    <a:pt x="30472" y="818"/>
                    <a:pt x="35022" y="11"/>
                    <a:pt x="39609" y="0"/>
                  </a:cubicBezTo>
                  <a:lnTo>
                    <a:pt x="413651" y="15333"/>
                  </a:lnTo>
                  <a:cubicBezTo>
                    <a:pt x="433494" y="16138"/>
                    <a:pt x="449690" y="31486"/>
                    <a:pt x="451561" y="51258"/>
                  </a:cubicBezTo>
                  <a:cubicBezTo>
                    <a:pt x="453298" y="69767"/>
                    <a:pt x="457069" y="103658"/>
                    <a:pt x="459699" y="115765"/>
                  </a:cubicBezTo>
                  <a:cubicBezTo>
                    <a:pt x="463569" y="133777"/>
                    <a:pt x="467936" y="148019"/>
                    <a:pt x="472600" y="163153"/>
                  </a:cubicBezTo>
                  <a:cubicBezTo>
                    <a:pt x="488826" y="216148"/>
                    <a:pt x="505647" y="270979"/>
                    <a:pt x="507334" y="479981"/>
                  </a:cubicBezTo>
                  <a:cubicBezTo>
                    <a:pt x="511403" y="690670"/>
                    <a:pt x="492448" y="739001"/>
                    <a:pt x="473394" y="758452"/>
                  </a:cubicBezTo>
                  <a:cubicBezTo>
                    <a:pt x="466730" y="765384"/>
                    <a:pt x="458046" y="770039"/>
                    <a:pt x="448584" y="771751"/>
                  </a:cubicBezTo>
                  <a:lnTo>
                    <a:pt x="137462" y="839830"/>
                  </a:lnTo>
                  <a:cubicBezTo>
                    <a:pt x="134777" y="840455"/>
                    <a:pt x="132031" y="840788"/>
                    <a:pt x="129274" y="840823"/>
                  </a:cubicBezTo>
                  <a:close/>
                  <a:moveTo>
                    <a:pt x="161131" y="351811"/>
                  </a:moveTo>
                  <a:cubicBezTo>
                    <a:pt x="170410" y="439044"/>
                    <a:pt x="170112" y="653604"/>
                    <a:pt x="169417" y="751704"/>
                  </a:cubicBezTo>
                  <a:lnTo>
                    <a:pt x="417124" y="697468"/>
                  </a:lnTo>
                  <a:cubicBezTo>
                    <a:pt x="422086" y="678315"/>
                    <a:pt x="430968" y="623931"/>
                    <a:pt x="428189" y="481172"/>
                  </a:cubicBezTo>
                  <a:cubicBezTo>
                    <a:pt x="426353" y="283285"/>
                    <a:pt x="411269" y="234061"/>
                    <a:pt x="396680" y="186475"/>
                  </a:cubicBezTo>
                  <a:cubicBezTo>
                    <a:pt x="391718" y="170447"/>
                    <a:pt x="386756" y="153923"/>
                    <a:pt x="382092" y="132636"/>
                  </a:cubicBezTo>
                  <a:cubicBezTo>
                    <a:pt x="380008" y="123010"/>
                    <a:pt x="377924" y="107578"/>
                    <a:pt x="376187" y="93237"/>
                  </a:cubicBezTo>
                  <a:lnTo>
                    <a:pt x="93349" y="81676"/>
                  </a:lnTo>
                  <a:cubicBezTo>
                    <a:pt x="94291" y="85199"/>
                    <a:pt x="95284" y="88970"/>
                    <a:pt x="96276" y="92890"/>
                  </a:cubicBezTo>
                  <a:cubicBezTo>
                    <a:pt x="143614" y="226667"/>
                    <a:pt x="156466" y="293308"/>
                    <a:pt x="161131" y="351811"/>
                  </a:cubicBez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  <a:moveTo>
                    <a:pt x="441389" y="693003"/>
                  </a:moveTo>
                  <a:lnTo>
                    <a:pt x="441389" y="69300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B976B324-27B7-5D45-80B7-97169AB94907}"/>
                </a:ext>
              </a:extLst>
            </p:cNvPr>
            <p:cNvSpPr/>
            <p:nvPr/>
          </p:nvSpPr>
          <p:spPr>
            <a:xfrm>
              <a:off x="7176772" y="3899123"/>
              <a:ext cx="143591" cy="148533"/>
            </a:xfrm>
            <a:custGeom>
              <a:avLst/>
              <a:gdLst>
                <a:gd name="connsiteX0" fmla="*/ 103923 w 143591"/>
                <a:gd name="connsiteY0" fmla="*/ 148533 h 148533"/>
                <a:gd name="connsiteX1" fmla="*/ 74796 w 143591"/>
                <a:gd name="connsiteY1" fmla="*/ 135830 h 148533"/>
                <a:gd name="connsiteX2" fmla="*/ 10289 w 143591"/>
                <a:gd name="connsiteY2" fmla="*/ 66361 h 148533"/>
                <a:gd name="connsiteX3" fmla="*/ 13032 w 143591"/>
                <a:gd name="connsiteY3" fmla="*/ 10289 h 148533"/>
                <a:gd name="connsiteX4" fmla="*/ 68494 w 143591"/>
                <a:gd name="connsiteY4" fmla="*/ 12374 h 148533"/>
                <a:gd name="connsiteX5" fmla="*/ 133001 w 143591"/>
                <a:gd name="connsiteY5" fmla="*/ 81843 h 148533"/>
                <a:gd name="connsiteX6" fmla="*/ 130887 w 143591"/>
                <a:gd name="connsiteY6" fmla="*/ 137943 h 148533"/>
                <a:gd name="connsiteX7" fmla="*/ 103923 w 143591"/>
                <a:gd name="connsiteY7" fmla="*/ 148533 h 14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591" h="148533">
                  <a:moveTo>
                    <a:pt x="103923" y="148533"/>
                  </a:moveTo>
                  <a:cubicBezTo>
                    <a:pt x="92868" y="148539"/>
                    <a:pt x="82314" y="143935"/>
                    <a:pt x="74796" y="135830"/>
                  </a:cubicBezTo>
                  <a:lnTo>
                    <a:pt x="10289" y="66361"/>
                  </a:lnTo>
                  <a:cubicBezTo>
                    <a:pt x="-4437" y="50120"/>
                    <a:pt x="-3209" y="25016"/>
                    <a:pt x="13032" y="10289"/>
                  </a:cubicBezTo>
                  <a:cubicBezTo>
                    <a:pt x="29014" y="-4203"/>
                    <a:pt x="53645" y="-3277"/>
                    <a:pt x="68494" y="12374"/>
                  </a:cubicBezTo>
                  <a:lnTo>
                    <a:pt x="133001" y="81843"/>
                  </a:lnTo>
                  <a:cubicBezTo>
                    <a:pt x="147907" y="97918"/>
                    <a:pt x="146965" y="123035"/>
                    <a:pt x="130887" y="137943"/>
                  </a:cubicBezTo>
                  <a:cubicBezTo>
                    <a:pt x="123553" y="144744"/>
                    <a:pt x="113927" y="148526"/>
                    <a:pt x="103923" y="1485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85805172-B48F-5847-8065-20409A4FB1E2}"/>
                </a:ext>
              </a:extLst>
            </p:cNvPr>
            <p:cNvSpPr/>
            <p:nvPr/>
          </p:nvSpPr>
          <p:spPr>
            <a:xfrm>
              <a:off x="7168375" y="4023210"/>
              <a:ext cx="144247" cy="149241"/>
            </a:xfrm>
            <a:custGeom>
              <a:avLst/>
              <a:gdLst>
                <a:gd name="connsiteX0" fmla="*/ 104579 w 144247"/>
                <a:gd name="connsiteY0" fmla="*/ 149242 h 149241"/>
                <a:gd name="connsiteX1" fmla="*/ 75502 w 144247"/>
                <a:gd name="connsiteY1" fmla="*/ 136588 h 149241"/>
                <a:gd name="connsiteX2" fmla="*/ 10995 w 144247"/>
                <a:gd name="connsiteY2" fmla="*/ 67119 h 149241"/>
                <a:gd name="connsiteX3" fmla="*/ 12274 w 144247"/>
                <a:gd name="connsiteY3" fmla="*/ 10994 h 149241"/>
                <a:gd name="connsiteX4" fmla="*/ 68398 w 144247"/>
                <a:gd name="connsiteY4" fmla="*/ 12274 h 149241"/>
                <a:gd name="connsiteX5" fmla="*/ 69150 w 144247"/>
                <a:gd name="connsiteY5" fmla="*/ 13083 h 149241"/>
                <a:gd name="connsiteX6" fmla="*/ 133657 w 144247"/>
                <a:gd name="connsiteY6" fmla="*/ 82551 h 149241"/>
                <a:gd name="connsiteX7" fmla="*/ 131543 w 144247"/>
                <a:gd name="connsiteY7" fmla="*/ 138653 h 149241"/>
                <a:gd name="connsiteX8" fmla="*/ 104579 w 144247"/>
                <a:gd name="connsiteY8" fmla="*/ 149242 h 14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247" h="149241">
                  <a:moveTo>
                    <a:pt x="104579" y="149242"/>
                  </a:moveTo>
                  <a:cubicBezTo>
                    <a:pt x="93544" y="149281"/>
                    <a:pt x="82994" y="144691"/>
                    <a:pt x="75502" y="136588"/>
                  </a:cubicBezTo>
                  <a:lnTo>
                    <a:pt x="10995" y="67119"/>
                  </a:lnTo>
                  <a:cubicBezTo>
                    <a:pt x="-4151" y="51268"/>
                    <a:pt x="-3578" y="26140"/>
                    <a:pt x="12274" y="10994"/>
                  </a:cubicBezTo>
                  <a:cubicBezTo>
                    <a:pt x="28125" y="-4151"/>
                    <a:pt x="53254" y="-3578"/>
                    <a:pt x="68398" y="12274"/>
                  </a:cubicBezTo>
                  <a:cubicBezTo>
                    <a:pt x="68653" y="12540"/>
                    <a:pt x="68904" y="12810"/>
                    <a:pt x="69150" y="13083"/>
                  </a:cubicBezTo>
                  <a:lnTo>
                    <a:pt x="133657" y="82551"/>
                  </a:lnTo>
                  <a:cubicBezTo>
                    <a:pt x="148563" y="98626"/>
                    <a:pt x="147620" y="123742"/>
                    <a:pt x="131543" y="138653"/>
                  </a:cubicBezTo>
                  <a:cubicBezTo>
                    <a:pt x="124209" y="145451"/>
                    <a:pt x="114583" y="149237"/>
                    <a:pt x="104579" y="14924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2FB70DEB-623F-324A-A6CC-8B5EA6E71B86}"/>
                </a:ext>
              </a:extLst>
            </p:cNvPr>
            <p:cNvSpPr/>
            <p:nvPr/>
          </p:nvSpPr>
          <p:spPr>
            <a:xfrm>
              <a:off x="7167498" y="4151748"/>
              <a:ext cx="144082" cy="148924"/>
            </a:xfrm>
            <a:custGeom>
              <a:avLst/>
              <a:gdLst>
                <a:gd name="connsiteX0" fmla="*/ 104216 w 144082"/>
                <a:gd name="connsiteY0" fmla="*/ 148924 h 148924"/>
                <a:gd name="connsiteX1" fmla="*/ 75089 w 144082"/>
                <a:gd name="connsiteY1" fmla="*/ 136271 h 148924"/>
                <a:gd name="connsiteX2" fmla="*/ 10582 w 144082"/>
                <a:gd name="connsiteY2" fmla="*/ 66802 h 148924"/>
                <a:gd name="connsiteX3" fmla="*/ 12765 w 144082"/>
                <a:gd name="connsiteY3" fmla="*/ 10581 h 148924"/>
                <a:gd name="connsiteX4" fmla="*/ 68986 w 144082"/>
                <a:gd name="connsiteY4" fmla="*/ 12765 h 148924"/>
                <a:gd name="connsiteX5" fmla="*/ 133493 w 144082"/>
                <a:gd name="connsiteY5" fmla="*/ 82234 h 148924"/>
                <a:gd name="connsiteX6" fmla="*/ 131379 w 144082"/>
                <a:gd name="connsiteY6" fmla="*/ 138335 h 148924"/>
                <a:gd name="connsiteX7" fmla="*/ 104216 w 144082"/>
                <a:gd name="connsiteY7" fmla="*/ 148924 h 14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082" h="148924">
                  <a:moveTo>
                    <a:pt x="104216" y="148924"/>
                  </a:moveTo>
                  <a:cubicBezTo>
                    <a:pt x="93171" y="148944"/>
                    <a:pt x="82615" y="144359"/>
                    <a:pt x="75089" y="136271"/>
                  </a:cubicBezTo>
                  <a:lnTo>
                    <a:pt x="10582" y="66802"/>
                  </a:lnTo>
                  <a:cubicBezTo>
                    <a:pt x="-4340" y="50675"/>
                    <a:pt x="-3362" y="25502"/>
                    <a:pt x="12765" y="10581"/>
                  </a:cubicBezTo>
                  <a:cubicBezTo>
                    <a:pt x="28893" y="-4340"/>
                    <a:pt x="54064" y="-3362"/>
                    <a:pt x="68986" y="12765"/>
                  </a:cubicBezTo>
                  <a:lnTo>
                    <a:pt x="133493" y="82234"/>
                  </a:lnTo>
                  <a:cubicBezTo>
                    <a:pt x="148399" y="98306"/>
                    <a:pt x="147456" y="123424"/>
                    <a:pt x="131379" y="138335"/>
                  </a:cubicBezTo>
                  <a:cubicBezTo>
                    <a:pt x="123995" y="145182"/>
                    <a:pt x="114285" y="148968"/>
                    <a:pt x="104216" y="1489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2" name="Picture Placeholder 71">
            <a:extLst>
              <a:ext uri="{FF2B5EF4-FFF2-40B4-BE49-F238E27FC236}">
                <a16:creationId xmlns:a16="http://schemas.microsoft.com/office/drawing/2014/main" id="{DC6AADCA-5FFA-49EB-8CA6-EA41678595FB}"/>
              </a:ext>
            </a:extLst>
          </p:cNvPr>
          <p:cNvGrpSpPr>
            <a:grpSpLocks noChangeAspect="1"/>
          </p:cNvGrpSpPr>
          <p:nvPr/>
        </p:nvGrpSpPr>
        <p:grpSpPr>
          <a:xfrm>
            <a:off x="8207142" y="3650641"/>
            <a:ext cx="610335" cy="847025"/>
            <a:chOff x="8207142" y="3650641"/>
            <a:chExt cx="610335" cy="847025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837C3A4A-ADDD-7A4E-8D08-0057685992CE}"/>
                </a:ext>
              </a:extLst>
            </p:cNvPr>
            <p:cNvSpPr/>
            <p:nvPr/>
          </p:nvSpPr>
          <p:spPr>
            <a:xfrm>
              <a:off x="8475884" y="3953178"/>
              <a:ext cx="341593" cy="543941"/>
            </a:xfrm>
            <a:custGeom>
              <a:avLst/>
              <a:gdLst>
                <a:gd name="connsiteX0" fmla="*/ 251036 w 341593"/>
                <a:gd name="connsiteY0" fmla="*/ 543942 h 543941"/>
                <a:gd name="connsiteX1" fmla="*/ 39701 w 341593"/>
                <a:gd name="connsiteY1" fmla="*/ 543942 h 543941"/>
                <a:gd name="connsiteX2" fmla="*/ 0 w 341593"/>
                <a:gd name="connsiteY2" fmla="*/ 504250 h 543941"/>
                <a:gd name="connsiteX3" fmla="*/ 4 w 341593"/>
                <a:gd name="connsiteY3" fmla="*/ 503650 h 543941"/>
                <a:gd name="connsiteX4" fmla="*/ 6654 w 341593"/>
                <a:gd name="connsiteY4" fmla="*/ 39101 h 543941"/>
                <a:gd name="connsiteX5" fmla="*/ 46350 w 341593"/>
                <a:gd name="connsiteY5" fmla="*/ 0 h 543941"/>
                <a:gd name="connsiteX6" fmla="*/ 274903 w 341593"/>
                <a:gd name="connsiteY6" fmla="*/ 0 h 543941"/>
                <a:gd name="connsiteX7" fmla="*/ 314600 w 341593"/>
                <a:gd name="connsiteY7" fmla="*/ 39250 h 543941"/>
                <a:gd name="connsiteX8" fmla="*/ 314600 w 341593"/>
                <a:gd name="connsiteY8" fmla="*/ 46991 h 543941"/>
                <a:gd name="connsiteX9" fmla="*/ 314600 w 341593"/>
                <a:gd name="connsiteY9" fmla="*/ 53541 h 543941"/>
                <a:gd name="connsiteX10" fmla="*/ 341594 w 341593"/>
                <a:gd name="connsiteY10" fmla="*/ 107528 h 543941"/>
                <a:gd name="connsiteX11" fmla="*/ 341594 w 341593"/>
                <a:gd name="connsiteY11" fmla="*/ 109364 h 543941"/>
                <a:gd name="connsiteX12" fmla="*/ 341594 w 341593"/>
                <a:gd name="connsiteY12" fmla="*/ 448720 h 543941"/>
                <a:gd name="connsiteX13" fmla="*/ 290584 w 341593"/>
                <a:gd name="connsiteY13" fmla="*/ 523151 h 543941"/>
                <a:gd name="connsiteX14" fmla="*/ 251036 w 341593"/>
                <a:gd name="connsiteY14" fmla="*/ 543942 h 543941"/>
                <a:gd name="connsiteX15" fmla="*/ 79943 w 341593"/>
                <a:gd name="connsiteY15" fmla="*/ 464549 h 543941"/>
                <a:gd name="connsiteX16" fmla="*/ 235008 w 341593"/>
                <a:gd name="connsiteY16" fmla="*/ 464549 h 543941"/>
                <a:gd name="connsiteX17" fmla="*/ 239970 w 341593"/>
                <a:gd name="connsiteY17" fmla="*/ 461175 h 543941"/>
                <a:gd name="connsiteX18" fmla="*/ 262200 w 341593"/>
                <a:gd name="connsiteY18" fmla="*/ 443758 h 543941"/>
                <a:gd name="connsiteX19" fmla="*/ 262200 w 341593"/>
                <a:gd name="connsiteY19" fmla="*/ 115120 h 543941"/>
                <a:gd name="connsiteX20" fmla="*/ 249299 w 341593"/>
                <a:gd name="connsiteY20" fmla="*/ 99638 h 543941"/>
                <a:gd name="connsiteX21" fmla="*/ 232676 w 341593"/>
                <a:gd name="connsiteY21" fmla="*/ 79790 h 543941"/>
                <a:gd name="connsiteX22" fmla="*/ 85451 w 341593"/>
                <a:gd name="connsiteY22" fmla="*/ 79790 h 54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1593" h="543941">
                  <a:moveTo>
                    <a:pt x="251036" y="543942"/>
                  </a:moveTo>
                  <a:lnTo>
                    <a:pt x="39701" y="543942"/>
                  </a:lnTo>
                  <a:cubicBezTo>
                    <a:pt x="17777" y="543947"/>
                    <a:pt x="2" y="526173"/>
                    <a:pt x="0" y="504250"/>
                  </a:cubicBezTo>
                  <a:cubicBezTo>
                    <a:pt x="0" y="504052"/>
                    <a:pt x="1" y="503848"/>
                    <a:pt x="4" y="503650"/>
                  </a:cubicBezTo>
                  <a:lnTo>
                    <a:pt x="6654" y="39101"/>
                  </a:lnTo>
                  <a:cubicBezTo>
                    <a:pt x="6979" y="17410"/>
                    <a:pt x="24657" y="-2"/>
                    <a:pt x="46350" y="0"/>
                  </a:cubicBezTo>
                  <a:lnTo>
                    <a:pt x="274903" y="0"/>
                  </a:lnTo>
                  <a:cubicBezTo>
                    <a:pt x="296652" y="-1"/>
                    <a:pt x="314357" y="17501"/>
                    <a:pt x="314600" y="39250"/>
                  </a:cubicBezTo>
                  <a:cubicBezTo>
                    <a:pt x="314600" y="39250"/>
                    <a:pt x="314600" y="42723"/>
                    <a:pt x="314600" y="46991"/>
                  </a:cubicBezTo>
                  <a:cubicBezTo>
                    <a:pt x="314600" y="49770"/>
                    <a:pt x="314600" y="51953"/>
                    <a:pt x="314600" y="53541"/>
                  </a:cubicBezTo>
                  <a:cubicBezTo>
                    <a:pt x="328246" y="69370"/>
                    <a:pt x="340800" y="86142"/>
                    <a:pt x="341594" y="107528"/>
                  </a:cubicBezTo>
                  <a:cubicBezTo>
                    <a:pt x="341594" y="108074"/>
                    <a:pt x="341594" y="108818"/>
                    <a:pt x="341594" y="109364"/>
                  </a:cubicBezTo>
                  <a:lnTo>
                    <a:pt x="341594" y="448720"/>
                  </a:lnTo>
                  <a:cubicBezTo>
                    <a:pt x="341594" y="461572"/>
                    <a:pt x="336334" y="493130"/>
                    <a:pt x="290584" y="523151"/>
                  </a:cubicBezTo>
                  <a:cubicBezTo>
                    <a:pt x="281592" y="536132"/>
                    <a:pt x="266825" y="543897"/>
                    <a:pt x="251036" y="543942"/>
                  </a:cubicBezTo>
                  <a:close/>
                  <a:moveTo>
                    <a:pt x="79943" y="464549"/>
                  </a:moveTo>
                  <a:lnTo>
                    <a:pt x="235008" y="464549"/>
                  </a:lnTo>
                  <a:cubicBezTo>
                    <a:pt x="236571" y="463293"/>
                    <a:pt x="238229" y="462167"/>
                    <a:pt x="239970" y="461175"/>
                  </a:cubicBezTo>
                  <a:cubicBezTo>
                    <a:pt x="248168" y="456451"/>
                    <a:pt x="255650" y="450586"/>
                    <a:pt x="262200" y="443758"/>
                  </a:cubicBezTo>
                  <a:lnTo>
                    <a:pt x="262200" y="115120"/>
                  </a:lnTo>
                  <a:cubicBezTo>
                    <a:pt x="259322" y="111051"/>
                    <a:pt x="253418" y="104352"/>
                    <a:pt x="249299" y="99638"/>
                  </a:cubicBezTo>
                  <a:cubicBezTo>
                    <a:pt x="243493" y="93039"/>
                    <a:pt x="237589" y="86290"/>
                    <a:pt x="232676" y="79790"/>
                  </a:cubicBezTo>
                  <a:lnTo>
                    <a:pt x="85451" y="7979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CC2D576C-37FB-264F-86E5-000AD476642C}"/>
                </a:ext>
              </a:extLst>
            </p:cNvPr>
            <p:cNvSpPr/>
            <p:nvPr/>
          </p:nvSpPr>
          <p:spPr>
            <a:xfrm>
              <a:off x="8207142" y="3650641"/>
              <a:ext cx="351066" cy="847025"/>
            </a:xfrm>
            <a:custGeom>
              <a:avLst/>
              <a:gdLst>
                <a:gd name="connsiteX0" fmla="*/ 304076 w 351066"/>
                <a:gd name="connsiteY0" fmla="*/ 847025 h 847025"/>
                <a:gd name="connsiteX1" fmla="*/ 39697 w 351066"/>
                <a:gd name="connsiteY1" fmla="*/ 847025 h 847025"/>
                <a:gd name="connsiteX2" fmla="*/ 0 w 351066"/>
                <a:gd name="connsiteY2" fmla="*/ 807329 h 847025"/>
                <a:gd name="connsiteX3" fmla="*/ 0 w 351066"/>
                <a:gd name="connsiteY3" fmla="*/ 398603 h 847025"/>
                <a:gd name="connsiteX4" fmla="*/ 56419 w 351066"/>
                <a:gd name="connsiteY4" fmla="*/ 282987 h 847025"/>
                <a:gd name="connsiteX5" fmla="*/ 62423 w 351066"/>
                <a:gd name="connsiteY5" fmla="*/ 276884 h 847025"/>
                <a:gd name="connsiteX6" fmla="*/ 79641 w 351066"/>
                <a:gd name="connsiteY6" fmla="*/ 102715 h 847025"/>
                <a:gd name="connsiteX7" fmla="*/ 72546 w 351066"/>
                <a:gd name="connsiteY7" fmla="*/ 70610 h 847025"/>
                <a:gd name="connsiteX8" fmla="*/ 78699 w 351066"/>
                <a:gd name="connsiteY8" fmla="*/ 36620 h 847025"/>
                <a:gd name="connsiteX9" fmla="*/ 118395 w 351066"/>
                <a:gd name="connsiteY9" fmla="*/ 0 h 847025"/>
                <a:gd name="connsiteX10" fmla="*/ 232771 w 351066"/>
                <a:gd name="connsiteY10" fmla="*/ 0 h 847025"/>
                <a:gd name="connsiteX11" fmla="*/ 271773 w 351066"/>
                <a:gd name="connsiteY11" fmla="*/ 32353 h 847025"/>
                <a:gd name="connsiteX12" fmla="*/ 278521 w 351066"/>
                <a:gd name="connsiteY12" fmla="*/ 70561 h 847025"/>
                <a:gd name="connsiteX13" fmla="*/ 271922 w 351066"/>
                <a:gd name="connsiteY13" fmla="*/ 101723 h 847025"/>
                <a:gd name="connsiteX14" fmla="*/ 288793 w 351066"/>
                <a:gd name="connsiteY14" fmla="*/ 277132 h 847025"/>
                <a:gd name="connsiteX15" fmla="*/ 294598 w 351066"/>
                <a:gd name="connsiteY15" fmla="*/ 283037 h 847025"/>
                <a:gd name="connsiteX16" fmla="*/ 289041 w 351066"/>
                <a:gd name="connsiteY16" fmla="*/ 288594 h 847025"/>
                <a:gd name="connsiteX17" fmla="*/ 289041 w 351066"/>
                <a:gd name="connsiteY17" fmla="*/ 288594 h 847025"/>
                <a:gd name="connsiteX18" fmla="*/ 266563 w 351066"/>
                <a:gd name="connsiteY18" fmla="*/ 311172 h 847025"/>
                <a:gd name="connsiteX19" fmla="*/ 289041 w 351066"/>
                <a:gd name="connsiteY19" fmla="*/ 288644 h 847025"/>
                <a:gd name="connsiteX20" fmla="*/ 289041 w 351066"/>
                <a:gd name="connsiteY20" fmla="*/ 289140 h 847025"/>
                <a:gd name="connsiteX21" fmla="*/ 289041 w 351066"/>
                <a:gd name="connsiteY21" fmla="*/ 288644 h 847025"/>
                <a:gd name="connsiteX22" fmla="*/ 294648 w 351066"/>
                <a:gd name="connsiteY22" fmla="*/ 283086 h 847025"/>
                <a:gd name="connsiteX23" fmla="*/ 351067 w 351066"/>
                <a:gd name="connsiteY23" fmla="*/ 398702 h 847025"/>
                <a:gd name="connsiteX24" fmla="*/ 348883 w 351066"/>
                <a:gd name="connsiteY24" fmla="*/ 603586 h 847025"/>
                <a:gd name="connsiteX25" fmla="*/ 346601 w 351066"/>
                <a:gd name="connsiteY25" fmla="*/ 744459 h 847025"/>
                <a:gd name="connsiteX26" fmla="*/ 345212 w 351066"/>
                <a:gd name="connsiteY26" fmla="*/ 791549 h 847025"/>
                <a:gd name="connsiteX27" fmla="*/ 344368 w 351066"/>
                <a:gd name="connsiteY27" fmla="*/ 806088 h 847025"/>
                <a:gd name="connsiteX28" fmla="*/ 343624 w 351066"/>
                <a:gd name="connsiteY28" fmla="*/ 812539 h 847025"/>
                <a:gd name="connsiteX29" fmla="*/ 304076 w 351066"/>
                <a:gd name="connsiteY29" fmla="*/ 847025 h 847025"/>
                <a:gd name="connsiteX30" fmla="*/ 79393 w 351066"/>
                <a:gd name="connsiteY30" fmla="*/ 767632 h 847025"/>
                <a:gd name="connsiteX31" fmla="*/ 266612 w 351066"/>
                <a:gd name="connsiteY31" fmla="*/ 767632 h 847025"/>
                <a:gd name="connsiteX32" fmla="*/ 271574 w 351066"/>
                <a:gd name="connsiteY32" fmla="*/ 398256 h 847025"/>
                <a:gd name="connsiteX33" fmla="*/ 238378 w 351066"/>
                <a:gd name="connsiteY33" fmla="*/ 339108 h 847025"/>
                <a:gd name="connsiteX34" fmla="*/ 238378 w 351066"/>
                <a:gd name="connsiteY34" fmla="*/ 339108 h 847025"/>
                <a:gd name="connsiteX35" fmla="*/ 266463 w 351066"/>
                <a:gd name="connsiteY35" fmla="*/ 311072 h 847025"/>
                <a:gd name="connsiteX36" fmla="*/ 238328 w 351066"/>
                <a:gd name="connsiteY36" fmla="*/ 339058 h 847025"/>
                <a:gd name="connsiteX37" fmla="*/ 209598 w 351066"/>
                <a:gd name="connsiteY37" fmla="*/ 289041 h 847025"/>
                <a:gd name="connsiteX38" fmla="*/ 190841 w 351066"/>
                <a:gd name="connsiteY38" fmla="*/ 101921 h 847025"/>
                <a:gd name="connsiteX39" fmla="*/ 192132 w 351066"/>
                <a:gd name="connsiteY39" fmla="*/ 79393 h 847025"/>
                <a:gd name="connsiteX40" fmla="*/ 158786 w 351066"/>
                <a:gd name="connsiteY40" fmla="*/ 79393 h 847025"/>
                <a:gd name="connsiteX41" fmla="*/ 160424 w 351066"/>
                <a:gd name="connsiteY41" fmla="*/ 99837 h 847025"/>
                <a:gd name="connsiteX42" fmla="*/ 141270 w 351066"/>
                <a:gd name="connsiteY42" fmla="*/ 289090 h 847025"/>
                <a:gd name="connsiteX43" fmla="*/ 112589 w 351066"/>
                <a:gd name="connsiteY43" fmla="*/ 338711 h 847025"/>
                <a:gd name="connsiteX44" fmla="*/ 79294 w 351066"/>
                <a:gd name="connsiteY44" fmla="*/ 398256 h 847025"/>
                <a:gd name="connsiteX45" fmla="*/ 61976 w 351066"/>
                <a:gd name="connsiteY45" fmla="*/ 288991 h 847025"/>
                <a:gd name="connsiteX46" fmla="*/ 61976 w 351066"/>
                <a:gd name="connsiteY46" fmla="*/ 288991 h 8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51066" h="847025">
                  <a:moveTo>
                    <a:pt x="304076" y="847025"/>
                  </a:moveTo>
                  <a:lnTo>
                    <a:pt x="39697" y="847025"/>
                  </a:lnTo>
                  <a:cubicBezTo>
                    <a:pt x="17773" y="847025"/>
                    <a:pt x="0" y="829251"/>
                    <a:pt x="0" y="807329"/>
                  </a:cubicBezTo>
                  <a:lnTo>
                    <a:pt x="0" y="398603"/>
                  </a:lnTo>
                  <a:cubicBezTo>
                    <a:pt x="0" y="339455"/>
                    <a:pt x="35330" y="304324"/>
                    <a:pt x="56419" y="282987"/>
                  </a:cubicBezTo>
                  <a:cubicBezTo>
                    <a:pt x="58106" y="281250"/>
                    <a:pt x="60438" y="278968"/>
                    <a:pt x="62423" y="276884"/>
                  </a:cubicBezTo>
                  <a:cubicBezTo>
                    <a:pt x="63961" y="246516"/>
                    <a:pt x="69370" y="169107"/>
                    <a:pt x="79641" y="102715"/>
                  </a:cubicBezTo>
                  <a:cubicBezTo>
                    <a:pt x="74310" y="92892"/>
                    <a:pt x="71851" y="81766"/>
                    <a:pt x="72546" y="70610"/>
                  </a:cubicBezTo>
                  <a:cubicBezTo>
                    <a:pt x="73524" y="59112"/>
                    <a:pt x="75584" y="47732"/>
                    <a:pt x="78699" y="36620"/>
                  </a:cubicBezTo>
                  <a:cubicBezTo>
                    <a:pt x="80309" y="15906"/>
                    <a:pt x="97618" y="-62"/>
                    <a:pt x="118395" y="0"/>
                  </a:cubicBezTo>
                  <a:lnTo>
                    <a:pt x="232771" y="0"/>
                  </a:lnTo>
                  <a:cubicBezTo>
                    <a:pt x="251859" y="5"/>
                    <a:pt x="268241" y="13594"/>
                    <a:pt x="271773" y="32353"/>
                  </a:cubicBezTo>
                  <a:cubicBezTo>
                    <a:pt x="274820" y="44935"/>
                    <a:pt x="277073" y="57696"/>
                    <a:pt x="278521" y="70561"/>
                  </a:cubicBezTo>
                  <a:cubicBezTo>
                    <a:pt x="279170" y="81353"/>
                    <a:pt x="276889" y="92120"/>
                    <a:pt x="271922" y="101723"/>
                  </a:cubicBezTo>
                  <a:cubicBezTo>
                    <a:pt x="284327" y="167172"/>
                    <a:pt x="287800" y="247359"/>
                    <a:pt x="288793" y="277132"/>
                  </a:cubicBezTo>
                  <a:cubicBezTo>
                    <a:pt x="290728" y="279216"/>
                    <a:pt x="292961" y="281399"/>
                    <a:pt x="294598" y="283037"/>
                  </a:cubicBezTo>
                  <a:lnTo>
                    <a:pt x="289041" y="288594"/>
                  </a:lnTo>
                  <a:lnTo>
                    <a:pt x="289041" y="288594"/>
                  </a:lnTo>
                  <a:lnTo>
                    <a:pt x="266563" y="311172"/>
                  </a:lnTo>
                  <a:lnTo>
                    <a:pt x="289041" y="288644"/>
                  </a:lnTo>
                  <a:cubicBezTo>
                    <a:pt x="289055" y="288809"/>
                    <a:pt x="289055" y="288975"/>
                    <a:pt x="289041" y="289140"/>
                  </a:cubicBezTo>
                  <a:cubicBezTo>
                    <a:pt x="289065" y="288975"/>
                    <a:pt x="289065" y="288808"/>
                    <a:pt x="289041" y="288644"/>
                  </a:cubicBezTo>
                  <a:lnTo>
                    <a:pt x="294648" y="283086"/>
                  </a:lnTo>
                  <a:cubicBezTo>
                    <a:pt x="315737" y="304225"/>
                    <a:pt x="351067" y="339555"/>
                    <a:pt x="351067" y="398702"/>
                  </a:cubicBezTo>
                  <a:cubicBezTo>
                    <a:pt x="351067" y="400042"/>
                    <a:pt x="350223" y="502459"/>
                    <a:pt x="348883" y="603586"/>
                  </a:cubicBezTo>
                  <a:cubicBezTo>
                    <a:pt x="348139" y="663131"/>
                    <a:pt x="347345" y="710469"/>
                    <a:pt x="346601" y="744459"/>
                  </a:cubicBezTo>
                  <a:cubicBezTo>
                    <a:pt x="346105" y="764853"/>
                    <a:pt x="345658" y="780732"/>
                    <a:pt x="345212" y="791549"/>
                  </a:cubicBezTo>
                  <a:cubicBezTo>
                    <a:pt x="344914" y="797802"/>
                    <a:pt x="344666" y="802714"/>
                    <a:pt x="344368" y="806088"/>
                  </a:cubicBezTo>
                  <a:cubicBezTo>
                    <a:pt x="344070" y="809462"/>
                    <a:pt x="343872" y="811050"/>
                    <a:pt x="343624" y="812539"/>
                  </a:cubicBezTo>
                  <a:cubicBezTo>
                    <a:pt x="341001" y="832353"/>
                    <a:pt x="324060" y="847125"/>
                    <a:pt x="304076" y="847025"/>
                  </a:cubicBezTo>
                  <a:close/>
                  <a:moveTo>
                    <a:pt x="79393" y="767632"/>
                  </a:moveTo>
                  <a:lnTo>
                    <a:pt x="266612" y="767632"/>
                  </a:lnTo>
                  <a:cubicBezTo>
                    <a:pt x="268696" y="693201"/>
                    <a:pt x="270731" y="515162"/>
                    <a:pt x="271574" y="398256"/>
                  </a:cubicBezTo>
                  <a:cubicBezTo>
                    <a:pt x="271574" y="374140"/>
                    <a:pt x="258425" y="359155"/>
                    <a:pt x="238378" y="339108"/>
                  </a:cubicBezTo>
                  <a:lnTo>
                    <a:pt x="238378" y="339108"/>
                  </a:lnTo>
                  <a:lnTo>
                    <a:pt x="266463" y="311072"/>
                  </a:lnTo>
                  <a:lnTo>
                    <a:pt x="238328" y="339058"/>
                  </a:lnTo>
                  <a:cubicBezTo>
                    <a:pt x="224187" y="324867"/>
                    <a:pt x="209598" y="310278"/>
                    <a:pt x="209598" y="289041"/>
                  </a:cubicBezTo>
                  <a:cubicBezTo>
                    <a:pt x="209598" y="275395"/>
                    <a:pt x="206075" y="169554"/>
                    <a:pt x="190841" y="101921"/>
                  </a:cubicBezTo>
                  <a:cubicBezTo>
                    <a:pt x="189039" y="94449"/>
                    <a:pt x="189488" y="86611"/>
                    <a:pt x="192132" y="79393"/>
                  </a:cubicBezTo>
                  <a:lnTo>
                    <a:pt x="158786" y="79393"/>
                  </a:lnTo>
                  <a:cubicBezTo>
                    <a:pt x="161114" y="85947"/>
                    <a:pt x="161678" y="92997"/>
                    <a:pt x="160424" y="99837"/>
                  </a:cubicBezTo>
                  <a:cubicBezTo>
                    <a:pt x="150685" y="162537"/>
                    <a:pt x="144292" y="225711"/>
                    <a:pt x="141270" y="289090"/>
                  </a:cubicBezTo>
                  <a:cubicBezTo>
                    <a:pt x="141270" y="310229"/>
                    <a:pt x="126682" y="324867"/>
                    <a:pt x="112589" y="338711"/>
                  </a:cubicBezTo>
                  <a:cubicBezTo>
                    <a:pt x="92443" y="358907"/>
                    <a:pt x="79294" y="373892"/>
                    <a:pt x="79294" y="398256"/>
                  </a:cubicBezTo>
                  <a:close/>
                  <a:moveTo>
                    <a:pt x="61976" y="288991"/>
                  </a:moveTo>
                  <a:lnTo>
                    <a:pt x="61976" y="28899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5" name="Picture Placeholder 73">
            <a:extLst>
              <a:ext uri="{FF2B5EF4-FFF2-40B4-BE49-F238E27FC236}">
                <a16:creationId xmlns:a16="http://schemas.microsoft.com/office/drawing/2014/main" id="{9FB68AF6-84AA-474C-9DF1-CA63222F6FF5}"/>
              </a:ext>
            </a:extLst>
          </p:cNvPr>
          <p:cNvGrpSpPr>
            <a:grpSpLocks noChangeAspect="1"/>
          </p:cNvGrpSpPr>
          <p:nvPr/>
        </p:nvGrpSpPr>
        <p:grpSpPr>
          <a:xfrm>
            <a:off x="9414442" y="3658858"/>
            <a:ext cx="830750" cy="836227"/>
            <a:chOff x="9414442" y="3658858"/>
            <a:chExt cx="830750" cy="836227"/>
          </a:xfrm>
        </p:grpSpPr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221806E2-38C0-7E4E-BC67-D25F44211385}"/>
                </a:ext>
              </a:extLst>
            </p:cNvPr>
            <p:cNvSpPr/>
            <p:nvPr/>
          </p:nvSpPr>
          <p:spPr>
            <a:xfrm>
              <a:off x="9437813" y="3682150"/>
              <a:ext cx="784007" cy="784006"/>
            </a:xfrm>
            <a:custGeom>
              <a:avLst/>
              <a:gdLst>
                <a:gd name="connsiteX0" fmla="*/ 0 w 784007"/>
                <a:gd name="connsiteY0" fmla="*/ 0 h 784006"/>
                <a:gd name="connsiteX1" fmla="*/ 784008 w 784007"/>
                <a:gd name="connsiteY1" fmla="*/ 0 h 784006"/>
                <a:gd name="connsiteX2" fmla="*/ 784008 w 784007"/>
                <a:gd name="connsiteY2" fmla="*/ 784007 h 784006"/>
                <a:gd name="connsiteX3" fmla="*/ 0 w 784007"/>
                <a:gd name="connsiteY3" fmla="*/ 784007 h 784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007" h="784006">
                  <a:moveTo>
                    <a:pt x="0" y="0"/>
                  </a:moveTo>
                  <a:lnTo>
                    <a:pt x="784008" y="0"/>
                  </a:lnTo>
                  <a:lnTo>
                    <a:pt x="784008" y="784007"/>
                  </a:lnTo>
                  <a:lnTo>
                    <a:pt x="0" y="784007"/>
                  </a:lnTo>
                  <a:close/>
                </a:path>
              </a:pathLst>
            </a:custGeom>
            <a:noFill/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633ED5A2-4F6C-2641-9EA9-C2D4DA8AE06B}"/>
                </a:ext>
              </a:extLst>
            </p:cNvPr>
            <p:cNvSpPr/>
            <p:nvPr/>
          </p:nvSpPr>
          <p:spPr>
            <a:xfrm>
              <a:off x="9414442" y="3658858"/>
              <a:ext cx="830750" cy="836227"/>
            </a:xfrm>
            <a:custGeom>
              <a:avLst/>
              <a:gdLst>
                <a:gd name="connsiteX0" fmla="*/ 791054 w 830750"/>
                <a:gd name="connsiteY0" fmla="*/ 836228 h 836227"/>
                <a:gd name="connsiteX1" fmla="*/ 751357 w 830750"/>
                <a:gd name="connsiteY1" fmla="*/ 796531 h 836227"/>
                <a:gd name="connsiteX2" fmla="*/ 751357 w 830750"/>
                <a:gd name="connsiteY2" fmla="*/ 255666 h 836227"/>
                <a:gd name="connsiteX3" fmla="*/ 415623 w 830750"/>
                <a:gd name="connsiteY3" fmla="*/ 84326 h 836227"/>
                <a:gd name="connsiteX4" fmla="*/ 79393 w 830750"/>
                <a:gd name="connsiteY4" fmla="*/ 260281 h 836227"/>
                <a:gd name="connsiteX5" fmla="*/ 79393 w 830750"/>
                <a:gd name="connsiteY5" fmla="*/ 796531 h 836227"/>
                <a:gd name="connsiteX6" fmla="*/ 39697 w 830750"/>
                <a:gd name="connsiteY6" fmla="*/ 836228 h 836227"/>
                <a:gd name="connsiteX7" fmla="*/ 0 w 830750"/>
                <a:gd name="connsiteY7" fmla="*/ 796531 h 836227"/>
                <a:gd name="connsiteX8" fmla="*/ 0 w 830750"/>
                <a:gd name="connsiteY8" fmla="*/ 236264 h 836227"/>
                <a:gd name="connsiteX9" fmla="*/ 21287 w 830750"/>
                <a:gd name="connsiteY9" fmla="*/ 201083 h 836227"/>
                <a:gd name="connsiteX10" fmla="*/ 396966 w 830750"/>
                <a:gd name="connsiteY10" fmla="*/ 4436 h 836227"/>
                <a:gd name="connsiteX11" fmla="*/ 433437 w 830750"/>
                <a:gd name="connsiteY11" fmla="*/ 4436 h 836227"/>
                <a:gd name="connsiteX12" fmla="*/ 809066 w 830750"/>
                <a:gd name="connsiteY12" fmla="*/ 196071 h 836227"/>
                <a:gd name="connsiteX13" fmla="*/ 830751 w 830750"/>
                <a:gd name="connsiteY13" fmla="*/ 231451 h 836227"/>
                <a:gd name="connsiteX14" fmla="*/ 830751 w 830750"/>
                <a:gd name="connsiteY14" fmla="*/ 796531 h 836227"/>
                <a:gd name="connsiteX15" fmla="*/ 791054 w 830750"/>
                <a:gd name="connsiteY15" fmla="*/ 836228 h 83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0750" h="836227">
                  <a:moveTo>
                    <a:pt x="791054" y="836228"/>
                  </a:moveTo>
                  <a:cubicBezTo>
                    <a:pt x="769132" y="836228"/>
                    <a:pt x="751357" y="818454"/>
                    <a:pt x="751357" y="796531"/>
                  </a:cubicBezTo>
                  <a:lnTo>
                    <a:pt x="751357" y="255666"/>
                  </a:lnTo>
                  <a:lnTo>
                    <a:pt x="415623" y="84326"/>
                  </a:lnTo>
                  <a:lnTo>
                    <a:pt x="79393" y="260281"/>
                  </a:lnTo>
                  <a:lnTo>
                    <a:pt x="79393" y="796531"/>
                  </a:lnTo>
                  <a:cubicBezTo>
                    <a:pt x="79393" y="818454"/>
                    <a:pt x="61621" y="836228"/>
                    <a:pt x="39697" y="836228"/>
                  </a:cubicBezTo>
                  <a:cubicBezTo>
                    <a:pt x="17773" y="836228"/>
                    <a:pt x="0" y="818454"/>
                    <a:pt x="0" y="796531"/>
                  </a:cubicBezTo>
                  <a:lnTo>
                    <a:pt x="0" y="236264"/>
                  </a:lnTo>
                  <a:cubicBezTo>
                    <a:pt x="-4" y="221490"/>
                    <a:pt x="8197" y="207935"/>
                    <a:pt x="21287" y="201083"/>
                  </a:cubicBezTo>
                  <a:lnTo>
                    <a:pt x="396966" y="4436"/>
                  </a:lnTo>
                  <a:cubicBezTo>
                    <a:pt x="408404" y="-1479"/>
                    <a:pt x="422000" y="-1479"/>
                    <a:pt x="433437" y="4436"/>
                  </a:cubicBezTo>
                  <a:lnTo>
                    <a:pt x="809066" y="196071"/>
                  </a:lnTo>
                  <a:cubicBezTo>
                    <a:pt x="822375" y="202847"/>
                    <a:pt x="830751" y="216518"/>
                    <a:pt x="830751" y="231451"/>
                  </a:cubicBezTo>
                  <a:lnTo>
                    <a:pt x="830751" y="796531"/>
                  </a:lnTo>
                  <a:cubicBezTo>
                    <a:pt x="830751" y="818454"/>
                    <a:pt x="812976" y="836228"/>
                    <a:pt x="791054" y="8362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D9FDDD7F-A2BB-7B40-9EDA-6A9FF4B10307}"/>
                </a:ext>
              </a:extLst>
            </p:cNvPr>
            <p:cNvSpPr/>
            <p:nvPr/>
          </p:nvSpPr>
          <p:spPr>
            <a:xfrm>
              <a:off x="9790369" y="4177166"/>
              <a:ext cx="317572" cy="317325"/>
            </a:xfrm>
            <a:custGeom>
              <a:avLst/>
              <a:gdLst>
                <a:gd name="connsiteX0" fmla="*/ 277628 w 317572"/>
                <a:gd name="connsiteY0" fmla="*/ 317324 h 317325"/>
                <a:gd name="connsiteX1" fmla="*/ 39697 w 317572"/>
                <a:gd name="connsiteY1" fmla="*/ 317324 h 317325"/>
                <a:gd name="connsiteX2" fmla="*/ 0 w 317572"/>
                <a:gd name="connsiteY2" fmla="*/ 277628 h 317325"/>
                <a:gd name="connsiteX3" fmla="*/ 0 w 317572"/>
                <a:gd name="connsiteY3" fmla="*/ 39697 h 317325"/>
                <a:gd name="connsiteX4" fmla="*/ 39697 w 317572"/>
                <a:gd name="connsiteY4" fmla="*/ 0 h 317325"/>
                <a:gd name="connsiteX5" fmla="*/ 277876 w 317572"/>
                <a:gd name="connsiteY5" fmla="*/ 0 h 317325"/>
                <a:gd name="connsiteX6" fmla="*/ 317573 w 317572"/>
                <a:gd name="connsiteY6" fmla="*/ 39697 h 317325"/>
                <a:gd name="connsiteX7" fmla="*/ 317573 w 317572"/>
                <a:gd name="connsiteY7" fmla="*/ 277876 h 317325"/>
                <a:gd name="connsiteX8" fmla="*/ 277628 w 317572"/>
                <a:gd name="connsiteY8" fmla="*/ 317324 h 317325"/>
                <a:gd name="connsiteX9" fmla="*/ 277628 w 317572"/>
                <a:gd name="connsiteY9" fmla="*/ 317324 h 317325"/>
                <a:gd name="connsiteX10" fmla="*/ 79393 w 317572"/>
                <a:gd name="connsiteY10" fmla="*/ 237931 h 317325"/>
                <a:gd name="connsiteX11" fmla="*/ 238180 w 317572"/>
                <a:gd name="connsiteY11" fmla="*/ 237931 h 317325"/>
                <a:gd name="connsiteX12" fmla="*/ 238180 w 317572"/>
                <a:gd name="connsiteY12" fmla="*/ 79393 h 317325"/>
                <a:gd name="connsiteX13" fmla="*/ 79393 w 317572"/>
                <a:gd name="connsiteY13" fmla="*/ 79393 h 3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572" h="317325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77876" y="0"/>
                  </a:lnTo>
                  <a:cubicBezTo>
                    <a:pt x="299799" y="0"/>
                    <a:pt x="317573" y="17774"/>
                    <a:pt x="317573" y="39697"/>
                  </a:cubicBezTo>
                  <a:lnTo>
                    <a:pt x="317573" y="277876"/>
                  </a:lnTo>
                  <a:cubicBezTo>
                    <a:pt x="317434" y="299798"/>
                    <a:pt x="299555" y="317463"/>
                    <a:pt x="277628" y="317324"/>
                  </a:cubicBezTo>
                  <a:cubicBezTo>
                    <a:pt x="277628" y="317324"/>
                    <a:pt x="277628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8180" y="237931"/>
                  </a:lnTo>
                  <a:lnTo>
                    <a:pt x="23818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07645B2-F837-674B-B6EE-8CF17D85D85D}"/>
                </a:ext>
              </a:extLst>
            </p:cNvPr>
            <p:cNvSpPr/>
            <p:nvPr/>
          </p:nvSpPr>
          <p:spPr>
            <a:xfrm>
              <a:off x="9552437" y="4177166"/>
              <a:ext cx="317324" cy="317324"/>
            </a:xfrm>
            <a:custGeom>
              <a:avLst/>
              <a:gdLst>
                <a:gd name="connsiteX0" fmla="*/ 277628 w 317324"/>
                <a:gd name="connsiteY0" fmla="*/ 317324 h 317324"/>
                <a:gd name="connsiteX1" fmla="*/ 39697 w 317324"/>
                <a:gd name="connsiteY1" fmla="*/ 317324 h 317324"/>
                <a:gd name="connsiteX2" fmla="*/ 0 w 317324"/>
                <a:gd name="connsiteY2" fmla="*/ 277628 h 317324"/>
                <a:gd name="connsiteX3" fmla="*/ 0 w 317324"/>
                <a:gd name="connsiteY3" fmla="*/ 39697 h 317324"/>
                <a:gd name="connsiteX4" fmla="*/ 39697 w 317324"/>
                <a:gd name="connsiteY4" fmla="*/ 0 h 317324"/>
                <a:gd name="connsiteX5" fmla="*/ 277628 w 317324"/>
                <a:gd name="connsiteY5" fmla="*/ 0 h 317324"/>
                <a:gd name="connsiteX6" fmla="*/ 317325 w 317324"/>
                <a:gd name="connsiteY6" fmla="*/ 39697 h 317324"/>
                <a:gd name="connsiteX7" fmla="*/ 317325 w 317324"/>
                <a:gd name="connsiteY7" fmla="*/ 277876 h 317324"/>
                <a:gd name="connsiteX8" fmla="*/ 277628 w 317324"/>
                <a:gd name="connsiteY8" fmla="*/ 317324 h 317324"/>
                <a:gd name="connsiteX9" fmla="*/ 79393 w 317324"/>
                <a:gd name="connsiteY9" fmla="*/ 237931 h 317324"/>
                <a:gd name="connsiteX10" fmla="*/ 237931 w 317324"/>
                <a:gd name="connsiteY10" fmla="*/ 237931 h 317324"/>
                <a:gd name="connsiteX11" fmla="*/ 237931 w 317324"/>
                <a:gd name="connsiteY11" fmla="*/ 79393 h 317324"/>
                <a:gd name="connsiteX12" fmla="*/ 79393 w 317324"/>
                <a:gd name="connsiteY12" fmla="*/ 79393 h 3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324" h="317324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77628" y="0"/>
                  </a:lnTo>
                  <a:cubicBezTo>
                    <a:pt x="299552" y="0"/>
                    <a:pt x="317325" y="17774"/>
                    <a:pt x="317325" y="39697"/>
                  </a:cubicBezTo>
                  <a:lnTo>
                    <a:pt x="317325" y="277876"/>
                  </a:lnTo>
                  <a:cubicBezTo>
                    <a:pt x="317188" y="299704"/>
                    <a:pt x="299455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7931" y="237931"/>
                  </a:lnTo>
                  <a:lnTo>
                    <a:pt x="23793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EF51697A-93E7-7948-AE15-E120819DBFD7}"/>
                </a:ext>
              </a:extLst>
            </p:cNvPr>
            <p:cNvSpPr/>
            <p:nvPr/>
          </p:nvSpPr>
          <p:spPr>
            <a:xfrm>
              <a:off x="9667111" y="3939334"/>
              <a:ext cx="317324" cy="317324"/>
            </a:xfrm>
            <a:custGeom>
              <a:avLst/>
              <a:gdLst>
                <a:gd name="connsiteX0" fmla="*/ 277628 w 317324"/>
                <a:gd name="connsiteY0" fmla="*/ 317324 h 317324"/>
                <a:gd name="connsiteX1" fmla="*/ 39697 w 317324"/>
                <a:gd name="connsiteY1" fmla="*/ 317324 h 317324"/>
                <a:gd name="connsiteX2" fmla="*/ 0 w 317324"/>
                <a:gd name="connsiteY2" fmla="*/ 277628 h 317324"/>
                <a:gd name="connsiteX3" fmla="*/ 0 w 317324"/>
                <a:gd name="connsiteY3" fmla="*/ 39697 h 317324"/>
                <a:gd name="connsiteX4" fmla="*/ 39697 w 317324"/>
                <a:gd name="connsiteY4" fmla="*/ 0 h 317324"/>
                <a:gd name="connsiteX5" fmla="*/ 277628 w 317324"/>
                <a:gd name="connsiteY5" fmla="*/ 0 h 317324"/>
                <a:gd name="connsiteX6" fmla="*/ 317325 w 317324"/>
                <a:gd name="connsiteY6" fmla="*/ 39697 h 317324"/>
                <a:gd name="connsiteX7" fmla="*/ 317325 w 317324"/>
                <a:gd name="connsiteY7" fmla="*/ 277876 h 317324"/>
                <a:gd name="connsiteX8" fmla="*/ 277628 w 317324"/>
                <a:gd name="connsiteY8" fmla="*/ 317324 h 317324"/>
                <a:gd name="connsiteX9" fmla="*/ 79393 w 317324"/>
                <a:gd name="connsiteY9" fmla="*/ 237931 h 317324"/>
                <a:gd name="connsiteX10" fmla="*/ 238180 w 317324"/>
                <a:gd name="connsiteY10" fmla="*/ 237931 h 317324"/>
                <a:gd name="connsiteX11" fmla="*/ 238180 w 317324"/>
                <a:gd name="connsiteY11" fmla="*/ 79393 h 317324"/>
                <a:gd name="connsiteX12" fmla="*/ 79393 w 317324"/>
                <a:gd name="connsiteY12" fmla="*/ 79393 h 3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324" h="317324">
                  <a:moveTo>
                    <a:pt x="277628" y="317324"/>
                  </a:moveTo>
                  <a:lnTo>
                    <a:pt x="39697" y="317324"/>
                  </a:lnTo>
                  <a:cubicBezTo>
                    <a:pt x="17773" y="317324"/>
                    <a:pt x="0" y="299550"/>
                    <a:pt x="0" y="27762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77628" y="0"/>
                  </a:lnTo>
                  <a:cubicBezTo>
                    <a:pt x="299551" y="0"/>
                    <a:pt x="317325" y="17773"/>
                    <a:pt x="317325" y="39697"/>
                  </a:cubicBezTo>
                  <a:lnTo>
                    <a:pt x="317325" y="277876"/>
                  </a:lnTo>
                  <a:cubicBezTo>
                    <a:pt x="317191" y="299704"/>
                    <a:pt x="299456" y="317324"/>
                    <a:pt x="277628" y="317324"/>
                  </a:cubicBezTo>
                  <a:close/>
                  <a:moveTo>
                    <a:pt x="79393" y="237931"/>
                  </a:moveTo>
                  <a:lnTo>
                    <a:pt x="238180" y="237931"/>
                  </a:lnTo>
                  <a:lnTo>
                    <a:pt x="23818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1" name="Picture Placeholder 75">
            <a:extLst>
              <a:ext uri="{FF2B5EF4-FFF2-40B4-BE49-F238E27FC236}">
                <a16:creationId xmlns:a16="http://schemas.microsoft.com/office/drawing/2014/main" id="{2C58ADA6-026A-4AFC-91F0-5143129DDE5E}"/>
              </a:ext>
            </a:extLst>
          </p:cNvPr>
          <p:cNvGrpSpPr>
            <a:grpSpLocks noChangeAspect="1"/>
          </p:cNvGrpSpPr>
          <p:nvPr/>
        </p:nvGrpSpPr>
        <p:grpSpPr>
          <a:xfrm>
            <a:off x="1566876" y="4819988"/>
            <a:ext cx="746036" cy="746395"/>
            <a:chOff x="1566876" y="4819988"/>
            <a:chExt cx="746036" cy="746395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F785D160-F550-A343-A111-0B9381E77764}"/>
                </a:ext>
              </a:extLst>
            </p:cNvPr>
            <p:cNvSpPr/>
            <p:nvPr/>
          </p:nvSpPr>
          <p:spPr>
            <a:xfrm>
              <a:off x="1573147" y="5303832"/>
              <a:ext cx="255518" cy="250543"/>
            </a:xfrm>
            <a:custGeom>
              <a:avLst/>
              <a:gdLst>
                <a:gd name="connsiteX0" fmla="*/ 39635 w 255518"/>
                <a:gd name="connsiteY0" fmla="*/ 250543 h 250543"/>
                <a:gd name="connsiteX1" fmla="*/ 0 w 255518"/>
                <a:gd name="connsiteY1" fmla="*/ 210787 h 250543"/>
                <a:gd name="connsiteX2" fmla="*/ 12045 w 255518"/>
                <a:gd name="connsiteY2" fmla="*/ 182365 h 250543"/>
                <a:gd name="connsiteX3" fmla="*/ 188150 w 255518"/>
                <a:gd name="connsiteY3" fmla="*/ 11223 h 250543"/>
                <a:gd name="connsiteX4" fmla="*/ 244295 w 255518"/>
                <a:gd name="connsiteY4" fmla="*/ 12042 h 250543"/>
                <a:gd name="connsiteX5" fmla="*/ 243477 w 255518"/>
                <a:gd name="connsiteY5" fmla="*/ 68187 h 250543"/>
                <a:gd name="connsiteX6" fmla="*/ 67273 w 255518"/>
                <a:gd name="connsiteY6" fmla="*/ 239329 h 250543"/>
                <a:gd name="connsiteX7" fmla="*/ 39635 w 255518"/>
                <a:gd name="connsiteY7" fmla="*/ 250543 h 25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518" h="250543">
                  <a:moveTo>
                    <a:pt x="39635" y="250543"/>
                  </a:moveTo>
                  <a:cubicBezTo>
                    <a:pt x="17711" y="250509"/>
                    <a:pt x="-34" y="232710"/>
                    <a:pt x="0" y="210787"/>
                  </a:cubicBezTo>
                  <a:cubicBezTo>
                    <a:pt x="16" y="200074"/>
                    <a:pt x="4361" y="189828"/>
                    <a:pt x="12045" y="182365"/>
                  </a:cubicBezTo>
                  <a:lnTo>
                    <a:pt x="188150" y="11223"/>
                  </a:lnTo>
                  <a:cubicBezTo>
                    <a:pt x="203880" y="-4055"/>
                    <a:pt x="229017" y="-3688"/>
                    <a:pt x="244295" y="12042"/>
                  </a:cubicBezTo>
                  <a:cubicBezTo>
                    <a:pt x="259574" y="27771"/>
                    <a:pt x="259207" y="52909"/>
                    <a:pt x="243477" y="68187"/>
                  </a:cubicBezTo>
                  <a:lnTo>
                    <a:pt x="67273" y="239329"/>
                  </a:lnTo>
                  <a:cubicBezTo>
                    <a:pt x="59868" y="246519"/>
                    <a:pt x="49955" y="250539"/>
                    <a:pt x="39635" y="2505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73" name="Picture Placeholder 75">
              <a:extLst>
                <a:ext uri="{FF2B5EF4-FFF2-40B4-BE49-F238E27FC236}">
                  <a16:creationId xmlns:a16="http://schemas.microsoft.com/office/drawing/2014/main" id="{2C58ADA6-026A-4AFC-91F0-5143129DDE5E}"/>
                </a:ext>
              </a:extLst>
            </p:cNvPr>
            <p:cNvGrpSpPr/>
            <p:nvPr/>
          </p:nvGrpSpPr>
          <p:grpSpPr>
            <a:xfrm>
              <a:off x="1566876" y="4819988"/>
              <a:ext cx="746036" cy="746395"/>
              <a:chOff x="1566876" y="4819988"/>
              <a:chExt cx="746036" cy="746395"/>
            </a:xfrm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38CE6BC4-7152-B240-A5A4-B4DAF8E423D8}"/>
                  </a:ext>
                </a:extLst>
              </p:cNvPr>
              <p:cNvSpPr/>
              <p:nvPr/>
            </p:nvSpPr>
            <p:spPr>
              <a:xfrm>
                <a:off x="1566876" y="5048634"/>
                <a:ext cx="519096" cy="517749"/>
              </a:xfrm>
              <a:custGeom>
                <a:avLst/>
                <a:gdLst>
                  <a:gd name="connsiteX0" fmla="*/ 408981 w 519096"/>
                  <a:gd name="connsiteY0" fmla="*/ 517749 h 517749"/>
                  <a:gd name="connsiteX1" fmla="*/ 380945 w 519096"/>
                  <a:gd name="connsiteY1" fmla="*/ 506089 h 517749"/>
                  <a:gd name="connsiteX2" fmla="*/ 11618 w 519096"/>
                  <a:gd name="connsiteY2" fmla="*/ 136712 h 517749"/>
                  <a:gd name="connsiteX3" fmla="*/ 11618 w 519096"/>
                  <a:gd name="connsiteY3" fmla="*/ 80591 h 517749"/>
                  <a:gd name="connsiteX4" fmla="*/ 40150 w 519096"/>
                  <a:gd name="connsiteY4" fmla="*/ 52357 h 517749"/>
                  <a:gd name="connsiteX5" fmla="*/ 322988 w 519096"/>
                  <a:gd name="connsiteY5" fmla="*/ 22585 h 517749"/>
                  <a:gd name="connsiteX6" fmla="*/ 349606 w 519096"/>
                  <a:gd name="connsiteY6" fmla="*/ 72012 h 517749"/>
                  <a:gd name="connsiteX7" fmla="*/ 300179 w 519096"/>
                  <a:gd name="connsiteY7" fmla="*/ 98631 h 517749"/>
                  <a:gd name="connsiteX8" fmla="*/ 299765 w 519096"/>
                  <a:gd name="connsiteY8" fmla="*/ 98504 h 517749"/>
                  <a:gd name="connsiteX9" fmla="*/ 96320 w 519096"/>
                  <a:gd name="connsiteY9" fmla="*/ 108428 h 517749"/>
                  <a:gd name="connsiteX10" fmla="*/ 95824 w 519096"/>
                  <a:gd name="connsiteY10" fmla="*/ 108875 h 517749"/>
                  <a:gd name="connsiteX11" fmla="*/ 408981 w 519096"/>
                  <a:gd name="connsiteY11" fmla="*/ 422031 h 517749"/>
                  <a:gd name="connsiteX12" fmla="*/ 409477 w 519096"/>
                  <a:gd name="connsiteY12" fmla="*/ 421585 h 517749"/>
                  <a:gd name="connsiteX13" fmla="*/ 420989 w 519096"/>
                  <a:gd name="connsiteY13" fmla="*/ 218140 h 517749"/>
                  <a:gd name="connsiteX14" fmla="*/ 447213 w 519096"/>
                  <a:gd name="connsiteY14" fmla="*/ 168503 h 517749"/>
                  <a:gd name="connsiteX15" fmla="*/ 496611 w 519096"/>
                  <a:gd name="connsiteY15" fmla="*/ 193974 h 517749"/>
                  <a:gd name="connsiteX16" fmla="*/ 519089 w 519096"/>
                  <a:gd name="connsiteY16" fmla="*/ 330084 h 517749"/>
                  <a:gd name="connsiteX17" fmla="*/ 465598 w 519096"/>
                  <a:gd name="connsiteY17" fmla="*/ 477557 h 517749"/>
                  <a:gd name="connsiteX18" fmla="*/ 437066 w 519096"/>
                  <a:gd name="connsiteY18" fmla="*/ 506089 h 517749"/>
                  <a:gd name="connsiteX19" fmla="*/ 408981 w 519096"/>
                  <a:gd name="connsiteY19" fmla="*/ 517749 h 51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19096" h="517749">
                    <a:moveTo>
                      <a:pt x="408981" y="517749"/>
                    </a:moveTo>
                    <a:cubicBezTo>
                      <a:pt x="398451" y="517769"/>
                      <a:pt x="388354" y="513571"/>
                      <a:pt x="380945" y="506089"/>
                    </a:cubicBezTo>
                    <a:lnTo>
                      <a:pt x="11618" y="136712"/>
                    </a:lnTo>
                    <a:cubicBezTo>
                      <a:pt x="-3873" y="121212"/>
                      <a:pt x="-3873" y="96092"/>
                      <a:pt x="11618" y="80591"/>
                    </a:cubicBezTo>
                    <a:lnTo>
                      <a:pt x="40150" y="52357"/>
                    </a:lnTo>
                    <a:cubicBezTo>
                      <a:pt x="73395" y="19161"/>
                      <a:pt x="154277" y="-28872"/>
                      <a:pt x="322988" y="22585"/>
                    </a:cubicBezTo>
                    <a:cubicBezTo>
                      <a:pt x="343987" y="28883"/>
                      <a:pt x="355905" y="51012"/>
                      <a:pt x="349606" y="72012"/>
                    </a:cubicBezTo>
                    <a:cubicBezTo>
                      <a:pt x="343308" y="93012"/>
                      <a:pt x="321179" y="104929"/>
                      <a:pt x="300179" y="98631"/>
                    </a:cubicBezTo>
                    <a:cubicBezTo>
                      <a:pt x="300041" y="98590"/>
                      <a:pt x="299903" y="98547"/>
                      <a:pt x="299765" y="98504"/>
                    </a:cubicBezTo>
                    <a:cubicBezTo>
                      <a:pt x="265031" y="87885"/>
                      <a:pt x="147430" y="57170"/>
                      <a:pt x="96320" y="108428"/>
                    </a:cubicBezTo>
                    <a:lnTo>
                      <a:pt x="95824" y="108875"/>
                    </a:lnTo>
                    <a:lnTo>
                      <a:pt x="408981" y="422031"/>
                    </a:lnTo>
                    <a:lnTo>
                      <a:pt x="409477" y="421585"/>
                    </a:lnTo>
                    <a:cubicBezTo>
                      <a:pt x="452250" y="378811"/>
                      <a:pt x="443467" y="288551"/>
                      <a:pt x="420989" y="218140"/>
                    </a:cubicBezTo>
                    <a:cubicBezTo>
                      <a:pt x="414524" y="197191"/>
                      <a:pt x="426266" y="174968"/>
                      <a:pt x="447213" y="168503"/>
                    </a:cubicBezTo>
                    <a:cubicBezTo>
                      <a:pt x="467870" y="162129"/>
                      <a:pt x="489828" y="173452"/>
                      <a:pt x="496611" y="193974"/>
                    </a:cubicBezTo>
                    <a:cubicBezTo>
                      <a:pt x="505146" y="220720"/>
                      <a:pt x="519486" y="273913"/>
                      <a:pt x="519089" y="330084"/>
                    </a:cubicBezTo>
                    <a:cubicBezTo>
                      <a:pt x="518692" y="392854"/>
                      <a:pt x="500680" y="442475"/>
                      <a:pt x="465598" y="477557"/>
                    </a:cubicBezTo>
                    <a:lnTo>
                      <a:pt x="437066" y="506089"/>
                    </a:lnTo>
                    <a:cubicBezTo>
                      <a:pt x="429623" y="513551"/>
                      <a:pt x="419519" y="517744"/>
                      <a:pt x="408981" y="517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222222D7-9FBF-4749-8748-C5A5FEEE80D5}"/>
                  </a:ext>
                </a:extLst>
              </p:cNvPr>
              <p:cNvSpPr/>
              <p:nvPr/>
            </p:nvSpPr>
            <p:spPr>
              <a:xfrm>
                <a:off x="1844734" y="4857099"/>
                <a:ext cx="433767" cy="433740"/>
              </a:xfrm>
              <a:custGeom>
                <a:avLst/>
                <a:gdLst>
                  <a:gd name="connsiteX0" fmla="*/ 180694 w 433767"/>
                  <a:gd name="connsiteY0" fmla="*/ 433741 h 433740"/>
                  <a:gd name="connsiteX1" fmla="*/ 140967 w 433767"/>
                  <a:gd name="connsiteY1" fmla="*/ 394075 h 433740"/>
                  <a:gd name="connsiteX2" fmla="*/ 152609 w 433767"/>
                  <a:gd name="connsiteY2" fmla="*/ 365959 h 433740"/>
                  <a:gd name="connsiteX3" fmla="*/ 337943 w 433767"/>
                  <a:gd name="connsiteY3" fmla="*/ 180626 h 433740"/>
                  <a:gd name="connsiteX4" fmla="*/ 253091 w 433767"/>
                  <a:gd name="connsiteY4" fmla="*/ 95774 h 433740"/>
                  <a:gd name="connsiteX5" fmla="*/ 67956 w 433767"/>
                  <a:gd name="connsiteY5" fmla="*/ 281108 h 433740"/>
                  <a:gd name="connsiteX6" fmla="*/ 11711 w 433767"/>
                  <a:gd name="connsiteY6" fmla="*/ 281232 h 433740"/>
                  <a:gd name="connsiteX7" fmla="*/ 11587 w 433767"/>
                  <a:gd name="connsiteY7" fmla="*/ 224987 h 433740"/>
                  <a:gd name="connsiteX8" fmla="*/ 224956 w 433767"/>
                  <a:gd name="connsiteY8" fmla="*/ 11618 h 433740"/>
                  <a:gd name="connsiteX9" fmla="*/ 281077 w 433767"/>
                  <a:gd name="connsiteY9" fmla="*/ 11618 h 433740"/>
                  <a:gd name="connsiteX10" fmla="*/ 422149 w 433767"/>
                  <a:gd name="connsiteY10" fmla="*/ 152590 h 433740"/>
                  <a:gd name="connsiteX11" fmla="*/ 422149 w 433767"/>
                  <a:gd name="connsiteY11" fmla="*/ 208711 h 433740"/>
                  <a:gd name="connsiteX12" fmla="*/ 208780 w 433767"/>
                  <a:gd name="connsiteY12" fmla="*/ 422080 h 433740"/>
                  <a:gd name="connsiteX13" fmla="*/ 180694 w 433767"/>
                  <a:gd name="connsiteY13" fmla="*/ 433741 h 43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3767" h="433740">
                    <a:moveTo>
                      <a:pt x="180694" y="433741"/>
                    </a:moveTo>
                    <a:cubicBezTo>
                      <a:pt x="158772" y="433756"/>
                      <a:pt x="140984" y="416001"/>
                      <a:pt x="140967" y="394075"/>
                    </a:cubicBezTo>
                    <a:cubicBezTo>
                      <a:pt x="140958" y="383529"/>
                      <a:pt x="145147" y="373412"/>
                      <a:pt x="152609" y="365959"/>
                    </a:cubicBezTo>
                    <a:lnTo>
                      <a:pt x="337943" y="180626"/>
                    </a:lnTo>
                    <a:lnTo>
                      <a:pt x="253091" y="95774"/>
                    </a:lnTo>
                    <a:lnTo>
                      <a:pt x="67956" y="281108"/>
                    </a:lnTo>
                    <a:cubicBezTo>
                      <a:pt x="52459" y="296674"/>
                      <a:pt x="27277" y="296729"/>
                      <a:pt x="11711" y="281232"/>
                    </a:cubicBezTo>
                    <a:cubicBezTo>
                      <a:pt x="-3855" y="265734"/>
                      <a:pt x="-3911" y="240553"/>
                      <a:pt x="11587" y="224987"/>
                    </a:cubicBezTo>
                    <a:lnTo>
                      <a:pt x="224956" y="11618"/>
                    </a:lnTo>
                    <a:cubicBezTo>
                      <a:pt x="240458" y="-3873"/>
                      <a:pt x="265576" y="-3873"/>
                      <a:pt x="281077" y="11618"/>
                    </a:cubicBezTo>
                    <a:lnTo>
                      <a:pt x="422149" y="152590"/>
                    </a:lnTo>
                    <a:cubicBezTo>
                      <a:pt x="437641" y="168090"/>
                      <a:pt x="437641" y="193210"/>
                      <a:pt x="422149" y="208711"/>
                    </a:cubicBezTo>
                    <a:lnTo>
                      <a:pt x="208780" y="422080"/>
                    </a:lnTo>
                    <a:cubicBezTo>
                      <a:pt x="201337" y="429543"/>
                      <a:pt x="191234" y="433736"/>
                      <a:pt x="180694" y="4337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8B7A8EA-28B6-264A-8FC8-8B71EF0858C9}"/>
                  </a:ext>
                </a:extLst>
              </p:cNvPr>
              <p:cNvSpPr/>
              <p:nvPr/>
            </p:nvSpPr>
            <p:spPr>
              <a:xfrm>
                <a:off x="2020863" y="4819988"/>
                <a:ext cx="292049" cy="292068"/>
              </a:xfrm>
              <a:custGeom>
                <a:avLst/>
                <a:gdLst>
                  <a:gd name="connsiteX0" fmla="*/ 252519 w 292049"/>
                  <a:gd name="connsiteY0" fmla="*/ 292019 h 292068"/>
                  <a:gd name="connsiteX1" fmla="*/ 224285 w 292049"/>
                  <a:gd name="connsiteY1" fmla="*/ 280407 h 292068"/>
                  <a:gd name="connsiteX2" fmla="*/ 10916 w 292049"/>
                  <a:gd name="connsiteY2" fmla="*/ 67039 h 292068"/>
                  <a:gd name="connsiteX3" fmla="*/ 12355 w 292049"/>
                  <a:gd name="connsiteY3" fmla="*/ 10918 h 292068"/>
                  <a:gd name="connsiteX4" fmla="*/ 67037 w 292049"/>
                  <a:gd name="connsiteY4" fmla="*/ 10918 h 292068"/>
                  <a:gd name="connsiteX5" fmla="*/ 280406 w 292049"/>
                  <a:gd name="connsiteY5" fmla="*/ 224286 h 292068"/>
                  <a:gd name="connsiteX6" fmla="*/ 280436 w 292049"/>
                  <a:gd name="connsiteY6" fmla="*/ 280426 h 292068"/>
                  <a:gd name="connsiteX7" fmla="*/ 252321 w 292049"/>
                  <a:gd name="connsiteY7" fmla="*/ 292068 h 29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049" h="292068">
                    <a:moveTo>
                      <a:pt x="252519" y="292019"/>
                    </a:moveTo>
                    <a:cubicBezTo>
                      <a:pt x="241935" y="292067"/>
                      <a:pt x="231773" y="287887"/>
                      <a:pt x="224285" y="280407"/>
                    </a:cubicBezTo>
                    <a:lnTo>
                      <a:pt x="10916" y="67039"/>
                    </a:lnTo>
                    <a:cubicBezTo>
                      <a:pt x="-4184" y="51144"/>
                      <a:pt x="-3538" y="26018"/>
                      <a:pt x="12355" y="10918"/>
                    </a:cubicBezTo>
                    <a:cubicBezTo>
                      <a:pt x="27673" y="-3639"/>
                      <a:pt x="51714" y="-3639"/>
                      <a:pt x="67037" y="10918"/>
                    </a:cubicBezTo>
                    <a:lnTo>
                      <a:pt x="280406" y="224286"/>
                    </a:lnTo>
                    <a:cubicBezTo>
                      <a:pt x="295918" y="239781"/>
                      <a:pt x="295933" y="264915"/>
                      <a:pt x="280436" y="280426"/>
                    </a:cubicBezTo>
                    <a:cubicBezTo>
                      <a:pt x="272983" y="287888"/>
                      <a:pt x="262865" y="292077"/>
                      <a:pt x="252321" y="29206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77" name="Picture Placeholder 77">
            <a:extLst>
              <a:ext uri="{FF2B5EF4-FFF2-40B4-BE49-F238E27FC236}">
                <a16:creationId xmlns:a16="http://schemas.microsoft.com/office/drawing/2014/main" id="{5753A051-E685-4C19-BF07-C22540495BF0}"/>
              </a:ext>
            </a:extLst>
          </p:cNvPr>
          <p:cNvGrpSpPr>
            <a:grpSpLocks noChangeAspect="1"/>
          </p:cNvGrpSpPr>
          <p:nvPr/>
        </p:nvGrpSpPr>
        <p:grpSpPr>
          <a:xfrm>
            <a:off x="2844365" y="4802721"/>
            <a:ext cx="833024" cy="780136"/>
            <a:chOff x="2844365" y="4802721"/>
            <a:chExt cx="833024" cy="780136"/>
          </a:xfrm>
        </p:grpSpPr>
        <p:grpSp>
          <p:nvGrpSpPr>
            <p:cNvPr id="178" name="Picture Placeholder 77">
              <a:extLst>
                <a:ext uri="{FF2B5EF4-FFF2-40B4-BE49-F238E27FC236}">
                  <a16:creationId xmlns:a16="http://schemas.microsoft.com/office/drawing/2014/main" id="{5753A051-E685-4C19-BF07-C22540495BF0}"/>
                </a:ext>
              </a:extLst>
            </p:cNvPr>
            <p:cNvGrpSpPr/>
            <p:nvPr/>
          </p:nvGrpSpPr>
          <p:grpSpPr>
            <a:xfrm>
              <a:off x="2844365" y="4802721"/>
              <a:ext cx="833024" cy="780136"/>
              <a:chOff x="2844365" y="4802721"/>
              <a:chExt cx="833024" cy="780136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7DE043CE-A423-D242-B321-EDAB3AA68034}"/>
                  </a:ext>
                </a:extLst>
              </p:cNvPr>
              <p:cNvSpPr/>
              <p:nvPr/>
            </p:nvSpPr>
            <p:spPr>
              <a:xfrm>
                <a:off x="3218983" y="4802721"/>
                <a:ext cx="79393" cy="261649"/>
              </a:xfrm>
              <a:custGeom>
                <a:avLst/>
                <a:gdLst>
                  <a:gd name="connsiteX0" fmla="*/ 39697 w 79393"/>
                  <a:gd name="connsiteY0" fmla="*/ 261650 h 261649"/>
                  <a:gd name="connsiteX1" fmla="*/ 0 w 79393"/>
                  <a:gd name="connsiteY1" fmla="*/ 221953 h 261649"/>
                  <a:gd name="connsiteX2" fmla="*/ 0 w 79393"/>
                  <a:gd name="connsiteY2" fmla="*/ 39697 h 261649"/>
                  <a:gd name="connsiteX3" fmla="*/ 39697 w 79393"/>
                  <a:gd name="connsiteY3" fmla="*/ 0 h 261649"/>
                  <a:gd name="connsiteX4" fmla="*/ 79393 w 79393"/>
                  <a:gd name="connsiteY4" fmla="*/ 39697 h 261649"/>
                  <a:gd name="connsiteX5" fmla="*/ 79393 w 79393"/>
                  <a:gd name="connsiteY5" fmla="*/ 221953 h 261649"/>
                  <a:gd name="connsiteX6" fmla="*/ 39697 w 79393"/>
                  <a:gd name="connsiteY6" fmla="*/ 261650 h 26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1649">
                    <a:moveTo>
                      <a:pt x="39697" y="261650"/>
                    </a:moveTo>
                    <a:cubicBezTo>
                      <a:pt x="17773" y="261650"/>
                      <a:pt x="0" y="243877"/>
                      <a:pt x="0" y="22195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221953"/>
                    </a:lnTo>
                    <a:cubicBezTo>
                      <a:pt x="79393" y="243877"/>
                      <a:pt x="61621" y="261650"/>
                      <a:pt x="39697" y="26165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7111E653-19BD-3F44-BCED-323B4EF512F9}"/>
                  </a:ext>
                </a:extLst>
              </p:cNvPr>
              <p:cNvSpPr/>
              <p:nvPr/>
            </p:nvSpPr>
            <p:spPr>
              <a:xfrm>
                <a:off x="2844365" y="4992173"/>
                <a:ext cx="833024" cy="590684"/>
              </a:xfrm>
              <a:custGeom>
                <a:avLst/>
                <a:gdLst>
                  <a:gd name="connsiteX0" fmla="*/ 695317 w 833024"/>
                  <a:gd name="connsiteY0" fmla="*/ 590685 h 590684"/>
                  <a:gd name="connsiteX1" fmla="*/ 500208 w 833024"/>
                  <a:gd name="connsiteY1" fmla="*/ 435273 h 590684"/>
                  <a:gd name="connsiteX2" fmla="*/ 452225 w 833024"/>
                  <a:gd name="connsiteY2" fmla="*/ 407088 h 590684"/>
                  <a:gd name="connsiteX3" fmla="*/ 378042 w 833024"/>
                  <a:gd name="connsiteY3" fmla="*/ 407088 h 590684"/>
                  <a:gd name="connsiteX4" fmla="*/ 331944 w 833024"/>
                  <a:gd name="connsiteY4" fmla="*/ 431898 h 590684"/>
                  <a:gd name="connsiteX5" fmla="*/ 324005 w 833024"/>
                  <a:gd name="connsiteY5" fmla="*/ 443758 h 590684"/>
                  <a:gd name="connsiteX6" fmla="*/ 134603 w 833024"/>
                  <a:gd name="connsiteY6" fmla="*/ 590437 h 590684"/>
                  <a:gd name="connsiteX7" fmla="*/ 27075 w 833024"/>
                  <a:gd name="connsiteY7" fmla="*/ 541511 h 590684"/>
                  <a:gd name="connsiteX8" fmla="*/ 6929 w 833024"/>
                  <a:gd name="connsiteY8" fmla="*/ 406542 h 590684"/>
                  <a:gd name="connsiteX9" fmla="*/ 7276 w 833024"/>
                  <a:gd name="connsiteY9" fmla="*/ 405203 h 590684"/>
                  <a:gd name="connsiteX10" fmla="*/ 100216 w 833024"/>
                  <a:gd name="connsiteY10" fmla="*/ 100135 h 590684"/>
                  <a:gd name="connsiteX11" fmla="*/ 230172 w 833024"/>
                  <a:gd name="connsiteY11" fmla="*/ 0 h 590684"/>
                  <a:gd name="connsiteX12" fmla="*/ 606198 w 833024"/>
                  <a:gd name="connsiteY12" fmla="*/ 0 h 590684"/>
                  <a:gd name="connsiteX13" fmla="*/ 735907 w 833024"/>
                  <a:gd name="connsiteY13" fmla="*/ 99241 h 590684"/>
                  <a:gd name="connsiteX14" fmla="*/ 827457 w 833024"/>
                  <a:gd name="connsiteY14" fmla="*/ 405649 h 590684"/>
                  <a:gd name="connsiteX15" fmla="*/ 828350 w 833024"/>
                  <a:gd name="connsiteY15" fmla="*/ 409222 h 590684"/>
                  <a:gd name="connsiteX16" fmla="*/ 803540 w 833024"/>
                  <a:gd name="connsiteY16" fmla="*/ 543892 h 590684"/>
                  <a:gd name="connsiteX17" fmla="*/ 695317 w 833024"/>
                  <a:gd name="connsiteY17" fmla="*/ 590685 h 590684"/>
                  <a:gd name="connsiteX18" fmla="*/ 378042 w 833024"/>
                  <a:gd name="connsiteY18" fmla="*/ 327695 h 590684"/>
                  <a:gd name="connsiteX19" fmla="*/ 452225 w 833024"/>
                  <a:gd name="connsiteY19" fmla="*/ 327695 h 590684"/>
                  <a:gd name="connsiteX20" fmla="*/ 569032 w 833024"/>
                  <a:gd name="connsiteY20" fmla="*/ 395725 h 590684"/>
                  <a:gd name="connsiteX21" fmla="*/ 695317 w 833024"/>
                  <a:gd name="connsiteY21" fmla="*/ 511292 h 590684"/>
                  <a:gd name="connsiteX22" fmla="*/ 742358 w 833024"/>
                  <a:gd name="connsiteY22" fmla="*/ 493527 h 590684"/>
                  <a:gd name="connsiteX23" fmla="*/ 750992 w 833024"/>
                  <a:gd name="connsiteY23" fmla="*/ 426539 h 590684"/>
                  <a:gd name="connsiteX24" fmla="*/ 659689 w 833024"/>
                  <a:gd name="connsiteY24" fmla="*/ 121422 h 590684"/>
                  <a:gd name="connsiteX25" fmla="*/ 659342 w 833024"/>
                  <a:gd name="connsiteY25" fmla="*/ 120231 h 590684"/>
                  <a:gd name="connsiteX26" fmla="*/ 606198 w 833024"/>
                  <a:gd name="connsiteY26" fmla="*/ 79393 h 590684"/>
                  <a:gd name="connsiteX27" fmla="*/ 230172 w 833024"/>
                  <a:gd name="connsiteY27" fmla="*/ 79393 h 590684"/>
                  <a:gd name="connsiteX28" fmla="*/ 176880 w 833024"/>
                  <a:gd name="connsiteY28" fmla="*/ 120777 h 590684"/>
                  <a:gd name="connsiteX29" fmla="*/ 176383 w 833024"/>
                  <a:gd name="connsiteY29" fmla="*/ 122464 h 590684"/>
                  <a:gd name="connsiteX30" fmla="*/ 83444 w 833024"/>
                  <a:gd name="connsiteY30" fmla="*/ 427879 h 590684"/>
                  <a:gd name="connsiteX31" fmla="*/ 90043 w 833024"/>
                  <a:gd name="connsiteY31" fmla="*/ 493428 h 590684"/>
                  <a:gd name="connsiteX32" fmla="*/ 134702 w 833024"/>
                  <a:gd name="connsiteY32" fmla="*/ 511292 h 590684"/>
                  <a:gd name="connsiteX33" fmla="*/ 258059 w 833024"/>
                  <a:gd name="connsiteY33" fmla="*/ 399943 h 590684"/>
                  <a:gd name="connsiteX34" fmla="*/ 266048 w 833024"/>
                  <a:gd name="connsiteY34" fmla="*/ 387935 h 590684"/>
                  <a:gd name="connsiteX35" fmla="*/ 378042 w 833024"/>
                  <a:gd name="connsiteY35" fmla="*/ 327695 h 590684"/>
                  <a:gd name="connsiteX36" fmla="*/ 138424 w 833024"/>
                  <a:gd name="connsiteY36" fmla="*/ 110952 h 590684"/>
                  <a:gd name="connsiteX37" fmla="*/ 138424 w 833024"/>
                  <a:gd name="connsiteY37" fmla="*/ 110952 h 59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833024" h="590684">
                    <a:moveTo>
                      <a:pt x="695317" y="590685"/>
                    </a:moveTo>
                    <a:cubicBezTo>
                      <a:pt x="589476" y="590685"/>
                      <a:pt x="537871" y="500871"/>
                      <a:pt x="500208" y="435273"/>
                    </a:cubicBezTo>
                    <a:cubicBezTo>
                      <a:pt x="490383" y="417990"/>
                      <a:pt x="472102" y="407252"/>
                      <a:pt x="452225" y="407088"/>
                    </a:cubicBezTo>
                    <a:lnTo>
                      <a:pt x="378042" y="407088"/>
                    </a:lnTo>
                    <a:cubicBezTo>
                      <a:pt x="359499" y="407148"/>
                      <a:pt x="342209" y="416457"/>
                      <a:pt x="331944" y="431898"/>
                    </a:cubicBezTo>
                    <a:lnTo>
                      <a:pt x="324005" y="443758"/>
                    </a:lnTo>
                    <a:cubicBezTo>
                      <a:pt x="275972" y="515857"/>
                      <a:pt x="226252" y="590437"/>
                      <a:pt x="134603" y="590437"/>
                    </a:cubicBezTo>
                    <a:cubicBezTo>
                      <a:pt x="89497" y="590437"/>
                      <a:pt x="51289" y="573069"/>
                      <a:pt x="27075" y="541511"/>
                    </a:cubicBezTo>
                    <a:cubicBezTo>
                      <a:pt x="180" y="506528"/>
                      <a:pt x="-6965" y="458594"/>
                      <a:pt x="6929" y="406542"/>
                    </a:cubicBezTo>
                    <a:cubicBezTo>
                      <a:pt x="6929" y="406096"/>
                      <a:pt x="7177" y="405649"/>
                      <a:pt x="7276" y="405203"/>
                    </a:cubicBezTo>
                    <a:lnTo>
                      <a:pt x="100216" y="100135"/>
                    </a:lnTo>
                    <a:cubicBezTo>
                      <a:pt x="115751" y="41106"/>
                      <a:pt x="169134" y="-26"/>
                      <a:pt x="230172" y="0"/>
                    </a:cubicBezTo>
                    <a:lnTo>
                      <a:pt x="606198" y="0"/>
                    </a:lnTo>
                    <a:cubicBezTo>
                      <a:pt x="666860" y="64"/>
                      <a:pt x="719979" y="40707"/>
                      <a:pt x="735907" y="99241"/>
                    </a:cubicBezTo>
                    <a:lnTo>
                      <a:pt x="827457" y="405649"/>
                    </a:lnTo>
                    <a:cubicBezTo>
                      <a:pt x="827790" y="406840"/>
                      <a:pt x="828087" y="408031"/>
                      <a:pt x="828350" y="409222"/>
                    </a:cubicBezTo>
                    <a:cubicBezTo>
                      <a:pt x="842244" y="478691"/>
                      <a:pt x="822545" y="520769"/>
                      <a:pt x="803540" y="543892"/>
                    </a:cubicBezTo>
                    <a:cubicBezTo>
                      <a:pt x="778978" y="574062"/>
                      <a:pt x="740472" y="590685"/>
                      <a:pt x="695317" y="590685"/>
                    </a:cubicBezTo>
                    <a:close/>
                    <a:moveTo>
                      <a:pt x="378042" y="327695"/>
                    </a:moveTo>
                    <a:lnTo>
                      <a:pt x="452225" y="327695"/>
                    </a:lnTo>
                    <a:cubicBezTo>
                      <a:pt x="500511" y="327898"/>
                      <a:pt x="545031" y="353825"/>
                      <a:pt x="569032" y="395725"/>
                    </a:cubicBezTo>
                    <a:cubicBezTo>
                      <a:pt x="607935" y="463408"/>
                      <a:pt x="639742" y="511292"/>
                      <a:pt x="695317" y="511292"/>
                    </a:cubicBezTo>
                    <a:cubicBezTo>
                      <a:pt x="707425" y="511292"/>
                      <a:pt x="729704" y="509009"/>
                      <a:pt x="742358" y="493527"/>
                    </a:cubicBezTo>
                    <a:cubicBezTo>
                      <a:pt x="756599" y="476160"/>
                      <a:pt x="755061" y="447876"/>
                      <a:pt x="750992" y="426539"/>
                    </a:cubicBezTo>
                    <a:lnTo>
                      <a:pt x="659689" y="121422"/>
                    </a:lnTo>
                    <a:cubicBezTo>
                      <a:pt x="659595" y="121018"/>
                      <a:pt x="659481" y="120621"/>
                      <a:pt x="659342" y="120231"/>
                    </a:cubicBezTo>
                    <a:cubicBezTo>
                      <a:pt x="652901" y="96166"/>
                      <a:pt x="631108" y="79421"/>
                      <a:pt x="606198" y="79393"/>
                    </a:cubicBezTo>
                    <a:lnTo>
                      <a:pt x="230172" y="79393"/>
                    </a:lnTo>
                    <a:cubicBezTo>
                      <a:pt x="205030" y="79366"/>
                      <a:pt x="183080" y="96412"/>
                      <a:pt x="176880" y="120777"/>
                    </a:cubicBezTo>
                    <a:cubicBezTo>
                      <a:pt x="176744" y="121347"/>
                      <a:pt x="176578" y="121911"/>
                      <a:pt x="176383" y="122464"/>
                    </a:cubicBezTo>
                    <a:lnTo>
                      <a:pt x="83444" y="427879"/>
                    </a:lnTo>
                    <a:cubicBezTo>
                      <a:pt x="76398" y="454873"/>
                      <a:pt x="78779" y="478740"/>
                      <a:pt x="90043" y="493428"/>
                    </a:cubicBezTo>
                    <a:cubicBezTo>
                      <a:pt x="99173" y="505287"/>
                      <a:pt x="114159" y="511292"/>
                      <a:pt x="134702" y="511292"/>
                    </a:cubicBezTo>
                    <a:cubicBezTo>
                      <a:pt x="181594" y="511292"/>
                      <a:pt x="210671" y="471049"/>
                      <a:pt x="258059" y="399943"/>
                    </a:cubicBezTo>
                    <a:lnTo>
                      <a:pt x="266048" y="387935"/>
                    </a:lnTo>
                    <a:cubicBezTo>
                      <a:pt x="290988" y="350426"/>
                      <a:pt x="332997" y="327829"/>
                      <a:pt x="378042" y="327695"/>
                    </a:cubicBezTo>
                    <a:close/>
                    <a:moveTo>
                      <a:pt x="138424" y="110952"/>
                    </a:moveTo>
                    <a:lnTo>
                      <a:pt x="138424" y="110952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555C045D-7A8B-9B42-8EB0-5188D35DAEE6}"/>
                </a:ext>
              </a:extLst>
            </p:cNvPr>
            <p:cNvSpPr/>
            <p:nvPr/>
          </p:nvSpPr>
          <p:spPr>
            <a:xfrm>
              <a:off x="3074140" y="5133890"/>
              <a:ext cx="79393" cy="175508"/>
            </a:xfrm>
            <a:custGeom>
              <a:avLst/>
              <a:gdLst>
                <a:gd name="connsiteX0" fmla="*/ 39697 w 79393"/>
                <a:gd name="connsiteY0" fmla="*/ 175508 h 175508"/>
                <a:gd name="connsiteX1" fmla="*/ 0 w 79393"/>
                <a:gd name="connsiteY1" fmla="*/ 135812 h 175508"/>
                <a:gd name="connsiteX2" fmla="*/ 0 w 79393"/>
                <a:gd name="connsiteY2" fmla="*/ 39697 h 175508"/>
                <a:gd name="connsiteX3" fmla="*/ 39697 w 79393"/>
                <a:gd name="connsiteY3" fmla="*/ 0 h 175508"/>
                <a:gd name="connsiteX4" fmla="*/ 79393 w 79393"/>
                <a:gd name="connsiteY4" fmla="*/ 39697 h 175508"/>
                <a:gd name="connsiteX5" fmla="*/ 79393 w 79393"/>
                <a:gd name="connsiteY5" fmla="*/ 135812 h 175508"/>
                <a:gd name="connsiteX6" fmla="*/ 39697 w 79393"/>
                <a:gd name="connsiteY6" fmla="*/ 175508 h 17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5508">
                  <a:moveTo>
                    <a:pt x="39697" y="175508"/>
                  </a:moveTo>
                  <a:cubicBezTo>
                    <a:pt x="17773" y="175508"/>
                    <a:pt x="0" y="157734"/>
                    <a:pt x="0" y="13581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5812"/>
                  </a:lnTo>
                  <a:cubicBezTo>
                    <a:pt x="79393" y="157734"/>
                    <a:pt x="61621" y="175508"/>
                    <a:pt x="39697" y="1755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5D14AB52-BA95-8F4B-9233-EF88060EC256}"/>
                </a:ext>
              </a:extLst>
            </p:cNvPr>
            <p:cNvSpPr/>
            <p:nvPr/>
          </p:nvSpPr>
          <p:spPr>
            <a:xfrm>
              <a:off x="3027298" y="5180732"/>
              <a:ext cx="175707" cy="79393"/>
            </a:xfrm>
            <a:custGeom>
              <a:avLst/>
              <a:gdLst>
                <a:gd name="connsiteX0" fmla="*/ 136010 w 175707"/>
                <a:gd name="connsiteY0" fmla="*/ 79393 h 79393"/>
                <a:gd name="connsiteX1" fmla="*/ 39697 w 175707"/>
                <a:gd name="connsiteY1" fmla="*/ 79393 h 79393"/>
                <a:gd name="connsiteX2" fmla="*/ 0 w 175707"/>
                <a:gd name="connsiteY2" fmla="*/ 39697 h 79393"/>
                <a:gd name="connsiteX3" fmla="*/ 39697 w 175707"/>
                <a:gd name="connsiteY3" fmla="*/ 0 h 79393"/>
                <a:gd name="connsiteX4" fmla="*/ 136010 w 175707"/>
                <a:gd name="connsiteY4" fmla="*/ 0 h 79393"/>
                <a:gd name="connsiteX5" fmla="*/ 175707 w 175707"/>
                <a:gd name="connsiteY5" fmla="*/ 39697 h 79393"/>
                <a:gd name="connsiteX6" fmla="*/ 136010 w 17570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707" h="79393">
                  <a:moveTo>
                    <a:pt x="13601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6010" y="0"/>
                  </a:lnTo>
                  <a:cubicBezTo>
                    <a:pt x="157934" y="0"/>
                    <a:pt x="175707" y="17773"/>
                    <a:pt x="175707" y="39697"/>
                  </a:cubicBezTo>
                  <a:cubicBezTo>
                    <a:pt x="175707" y="61620"/>
                    <a:pt x="157934" y="79393"/>
                    <a:pt x="13601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93513B3C-56C4-F443-A58C-30FA8E3D34FD}"/>
                </a:ext>
              </a:extLst>
            </p:cNvPr>
            <p:cNvSpPr/>
            <p:nvPr/>
          </p:nvSpPr>
          <p:spPr>
            <a:xfrm>
              <a:off x="3362438" y="5116646"/>
              <a:ext cx="79441" cy="79368"/>
            </a:xfrm>
            <a:custGeom>
              <a:avLst/>
              <a:gdLst>
                <a:gd name="connsiteX0" fmla="*/ 39795 w 79441"/>
                <a:gd name="connsiteY0" fmla="*/ 79369 h 79368"/>
                <a:gd name="connsiteX1" fmla="*/ 32054 w 79441"/>
                <a:gd name="connsiteY1" fmla="*/ 78625 h 79368"/>
                <a:gd name="connsiteX2" fmla="*/ 24611 w 79441"/>
                <a:gd name="connsiteY2" fmla="*/ 76342 h 79368"/>
                <a:gd name="connsiteX3" fmla="*/ 17763 w 79441"/>
                <a:gd name="connsiteY3" fmla="*/ 72670 h 79368"/>
                <a:gd name="connsiteX4" fmla="*/ 6698 w 79441"/>
                <a:gd name="connsiteY4" fmla="*/ 61704 h 79368"/>
                <a:gd name="connsiteX5" fmla="*/ 3026 w 79441"/>
                <a:gd name="connsiteY5" fmla="*/ 54856 h 79368"/>
                <a:gd name="connsiteX6" fmla="*/ 793 w 79441"/>
                <a:gd name="connsiteY6" fmla="*/ 47463 h 79368"/>
                <a:gd name="connsiteX7" fmla="*/ 793 w 79441"/>
                <a:gd name="connsiteY7" fmla="*/ 31931 h 79368"/>
                <a:gd name="connsiteX8" fmla="*/ 3026 w 79441"/>
                <a:gd name="connsiteY8" fmla="*/ 24488 h 79368"/>
                <a:gd name="connsiteX9" fmla="*/ 6698 w 79441"/>
                <a:gd name="connsiteY9" fmla="*/ 17641 h 79368"/>
                <a:gd name="connsiteX10" fmla="*/ 11660 w 79441"/>
                <a:gd name="connsiteY10" fmla="*/ 11637 h 79368"/>
                <a:gd name="connsiteX11" fmla="*/ 17713 w 79441"/>
                <a:gd name="connsiteY11" fmla="*/ 6675 h 79368"/>
                <a:gd name="connsiteX12" fmla="*/ 32004 w 79441"/>
                <a:gd name="connsiteY12" fmla="*/ 770 h 79368"/>
                <a:gd name="connsiteX13" fmla="*/ 78677 w 79441"/>
                <a:gd name="connsiteY13" fmla="*/ 31963 h 79368"/>
                <a:gd name="connsiteX14" fmla="*/ 79442 w 79441"/>
                <a:gd name="connsiteY14" fmla="*/ 39672 h 79368"/>
                <a:gd name="connsiteX15" fmla="*/ 78648 w 79441"/>
                <a:gd name="connsiteY15" fmla="*/ 47463 h 79368"/>
                <a:gd name="connsiteX16" fmla="*/ 76415 w 79441"/>
                <a:gd name="connsiteY16" fmla="*/ 54856 h 79368"/>
                <a:gd name="connsiteX17" fmla="*/ 72743 w 79441"/>
                <a:gd name="connsiteY17" fmla="*/ 61704 h 79368"/>
                <a:gd name="connsiteX18" fmla="*/ 61777 w 79441"/>
                <a:gd name="connsiteY18" fmla="*/ 72670 h 79368"/>
                <a:gd name="connsiteX19" fmla="*/ 54929 w 79441"/>
                <a:gd name="connsiteY19" fmla="*/ 76342 h 79368"/>
                <a:gd name="connsiteX20" fmla="*/ 47486 w 79441"/>
                <a:gd name="connsiteY20" fmla="*/ 78625 h 79368"/>
                <a:gd name="connsiteX21" fmla="*/ 39795 w 79441"/>
                <a:gd name="connsiteY21" fmla="*/ 79369 h 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41" h="79368">
                  <a:moveTo>
                    <a:pt x="39795" y="79369"/>
                  </a:moveTo>
                  <a:cubicBezTo>
                    <a:pt x="37194" y="79369"/>
                    <a:pt x="34604" y="79120"/>
                    <a:pt x="32054" y="78625"/>
                  </a:cubicBezTo>
                  <a:cubicBezTo>
                    <a:pt x="29508" y="78090"/>
                    <a:pt x="27017" y="77326"/>
                    <a:pt x="24611" y="76342"/>
                  </a:cubicBezTo>
                  <a:cubicBezTo>
                    <a:pt x="22214" y="75345"/>
                    <a:pt x="19921" y="74115"/>
                    <a:pt x="17763" y="72670"/>
                  </a:cubicBezTo>
                  <a:cubicBezTo>
                    <a:pt x="13352" y="69826"/>
                    <a:pt x="9581" y="66090"/>
                    <a:pt x="6698" y="61704"/>
                  </a:cubicBezTo>
                  <a:cubicBezTo>
                    <a:pt x="5244" y="59554"/>
                    <a:pt x="4013" y="57259"/>
                    <a:pt x="3026" y="54856"/>
                  </a:cubicBezTo>
                  <a:cubicBezTo>
                    <a:pt x="2033" y="52473"/>
                    <a:pt x="1289" y="49996"/>
                    <a:pt x="793" y="47463"/>
                  </a:cubicBezTo>
                  <a:cubicBezTo>
                    <a:pt x="-264" y="42340"/>
                    <a:pt x="-264" y="37054"/>
                    <a:pt x="793" y="31931"/>
                  </a:cubicBezTo>
                  <a:cubicBezTo>
                    <a:pt x="1294" y="29384"/>
                    <a:pt x="2043" y="26891"/>
                    <a:pt x="3026" y="24488"/>
                  </a:cubicBezTo>
                  <a:cubicBezTo>
                    <a:pt x="4033" y="22096"/>
                    <a:pt x="5264" y="19803"/>
                    <a:pt x="6698" y="17641"/>
                  </a:cubicBezTo>
                  <a:cubicBezTo>
                    <a:pt x="8132" y="15466"/>
                    <a:pt x="9794" y="13453"/>
                    <a:pt x="11660" y="11637"/>
                  </a:cubicBezTo>
                  <a:cubicBezTo>
                    <a:pt x="13506" y="9783"/>
                    <a:pt x="15535" y="8120"/>
                    <a:pt x="17713" y="6675"/>
                  </a:cubicBezTo>
                  <a:cubicBezTo>
                    <a:pt x="22060" y="3821"/>
                    <a:pt x="26908" y="1817"/>
                    <a:pt x="32004" y="770"/>
                  </a:cubicBezTo>
                  <a:cubicBezTo>
                    <a:pt x="53505" y="-3506"/>
                    <a:pt x="74405" y="10461"/>
                    <a:pt x="78677" y="31963"/>
                  </a:cubicBezTo>
                  <a:cubicBezTo>
                    <a:pt x="79184" y="34502"/>
                    <a:pt x="79442" y="37084"/>
                    <a:pt x="79442" y="39672"/>
                  </a:cubicBezTo>
                  <a:cubicBezTo>
                    <a:pt x="79452" y="42290"/>
                    <a:pt x="79184" y="44901"/>
                    <a:pt x="78648" y="47463"/>
                  </a:cubicBezTo>
                  <a:cubicBezTo>
                    <a:pt x="78151" y="49996"/>
                    <a:pt x="77407" y="52473"/>
                    <a:pt x="76415" y="54856"/>
                  </a:cubicBezTo>
                  <a:cubicBezTo>
                    <a:pt x="75427" y="57259"/>
                    <a:pt x="74197" y="59554"/>
                    <a:pt x="72743" y="61704"/>
                  </a:cubicBezTo>
                  <a:cubicBezTo>
                    <a:pt x="69890" y="66080"/>
                    <a:pt x="66153" y="69815"/>
                    <a:pt x="61777" y="72670"/>
                  </a:cubicBezTo>
                  <a:cubicBezTo>
                    <a:pt x="59618" y="74115"/>
                    <a:pt x="57326" y="75345"/>
                    <a:pt x="54929" y="76342"/>
                  </a:cubicBezTo>
                  <a:cubicBezTo>
                    <a:pt x="52522" y="77326"/>
                    <a:pt x="50031" y="78090"/>
                    <a:pt x="47486" y="78625"/>
                  </a:cubicBezTo>
                  <a:cubicBezTo>
                    <a:pt x="44950" y="79117"/>
                    <a:pt x="42375" y="79366"/>
                    <a:pt x="39795" y="793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9465B4A1-D798-674C-8B27-CF50C66FDF44}"/>
                </a:ext>
              </a:extLst>
            </p:cNvPr>
            <p:cNvSpPr/>
            <p:nvPr/>
          </p:nvSpPr>
          <p:spPr>
            <a:xfrm>
              <a:off x="3428235" y="5179007"/>
              <a:ext cx="79441" cy="79430"/>
            </a:xfrm>
            <a:custGeom>
              <a:avLst/>
              <a:gdLst>
                <a:gd name="connsiteX0" fmla="*/ 39695 w 79441"/>
                <a:gd name="connsiteY0" fmla="*/ 79381 h 79430"/>
                <a:gd name="connsiteX1" fmla="*/ 11660 w 79441"/>
                <a:gd name="connsiteY1" fmla="*/ 67770 h 79430"/>
                <a:gd name="connsiteX2" fmla="*/ 6698 w 79441"/>
                <a:gd name="connsiteY2" fmla="*/ 61766 h 79430"/>
                <a:gd name="connsiteX3" fmla="*/ 3075 w 79441"/>
                <a:gd name="connsiteY3" fmla="*/ 54868 h 79430"/>
                <a:gd name="connsiteX4" fmla="*/ 793 w 79441"/>
                <a:gd name="connsiteY4" fmla="*/ 47475 h 79430"/>
                <a:gd name="connsiteX5" fmla="*/ 793 w 79441"/>
                <a:gd name="connsiteY5" fmla="*/ 31944 h 79430"/>
                <a:gd name="connsiteX6" fmla="*/ 3075 w 79441"/>
                <a:gd name="connsiteY6" fmla="*/ 24501 h 79430"/>
                <a:gd name="connsiteX7" fmla="*/ 6698 w 79441"/>
                <a:gd name="connsiteY7" fmla="*/ 17653 h 79430"/>
                <a:gd name="connsiteX8" fmla="*/ 11660 w 79441"/>
                <a:gd name="connsiteY8" fmla="*/ 11649 h 79430"/>
                <a:gd name="connsiteX9" fmla="*/ 17664 w 79441"/>
                <a:gd name="connsiteY9" fmla="*/ 6687 h 79430"/>
                <a:gd name="connsiteX10" fmla="*/ 24511 w 79441"/>
                <a:gd name="connsiteY10" fmla="*/ 3064 h 79430"/>
                <a:gd name="connsiteX11" fmla="*/ 31955 w 79441"/>
                <a:gd name="connsiteY11" fmla="*/ 782 h 79430"/>
                <a:gd name="connsiteX12" fmla="*/ 47486 w 79441"/>
                <a:gd name="connsiteY12" fmla="*/ 782 h 79430"/>
                <a:gd name="connsiteX13" fmla="*/ 54929 w 79441"/>
                <a:gd name="connsiteY13" fmla="*/ 3064 h 79430"/>
                <a:gd name="connsiteX14" fmla="*/ 67781 w 79441"/>
                <a:gd name="connsiteY14" fmla="*/ 11649 h 79430"/>
                <a:gd name="connsiteX15" fmla="*/ 72743 w 79441"/>
                <a:gd name="connsiteY15" fmla="*/ 17653 h 79430"/>
                <a:gd name="connsiteX16" fmla="*/ 76365 w 79441"/>
                <a:gd name="connsiteY16" fmla="*/ 24501 h 79430"/>
                <a:gd name="connsiteX17" fmla="*/ 78648 w 79441"/>
                <a:gd name="connsiteY17" fmla="*/ 31944 h 79430"/>
                <a:gd name="connsiteX18" fmla="*/ 79442 w 79441"/>
                <a:gd name="connsiteY18" fmla="*/ 39734 h 79430"/>
                <a:gd name="connsiteX19" fmla="*/ 39745 w 79441"/>
                <a:gd name="connsiteY19" fmla="*/ 79431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1" h="79430">
                  <a:moveTo>
                    <a:pt x="39695" y="79381"/>
                  </a:moveTo>
                  <a:cubicBezTo>
                    <a:pt x="29181" y="79376"/>
                    <a:pt x="19098" y="75201"/>
                    <a:pt x="11660" y="67770"/>
                  </a:cubicBezTo>
                  <a:cubicBezTo>
                    <a:pt x="9809" y="65942"/>
                    <a:pt x="8146" y="63930"/>
                    <a:pt x="6698" y="61766"/>
                  </a:cubicBezTo>
                  <a:cubicBezTo>
                    <a:pt x="5288" y="59580"/>
                    <a:pt x="4073" y="57272"/>
                    <a:pt x="3075" y="54868"/>
                  </a:cubicBezTo>
                  <a:cubicBezTo>
                    <a:pt x="2068" y="52487"/>
                    <a:pt x="1304" y="50010"/>
                    <a:pt x="793" y="47475"/>
                  </a:cubicBezTo>
                  <a:cubicBezTo>
                    <a:pt x="-264" y="42352"/>
                    <a:pt x="-264" y="37067"/>
                    <a:pt x="793" y="31944"/>
                  </a:cubicBezTo>
                  <a:cubicBezTo>
                    <a:pt x="1309" y="29395"/>
                    <a:pt x="2078" y="26902"/>
                    <a:pt x="3075" y="24501"/>
                  </a:cubicBezTo>
                  <a:cubicBezTo>
                    <a:pt x="4083" y="22118"/>
                    <a:pt x="5298" y="19828"/>
                    <a:pt x="6698" y="17653"/>
                  </a:cubicBezTo>
                  <a:cubicBezTo>
                    <a:pt x="8156" y="15498"/>
                    <a:pt x="9819" y="13488"/>
                    <a:pt x="11660" y="11649"/>
                  </a:cubicBezTo>
                  <a:cubicBezTo>
                    <a:pt x="13486" y="9796"/>
                    <a:pt x="15500" y="8133"/>
                    <a:pt x="17664" y="6687"/>
                  </a:cubicBezTo>
                  <a:cubicBezTo>
                    <a:pt x="19827" y="5267"/>
                    <a:pt x="22120" y="4054"/>
                    <a:pt x="24511" y="3064"/>
                  </a:cubicBezTo>
                  <a:cubicBezTo>
                    <a:pt x="26913" y="2065"/>
                    <a:pt x="29404" y="1300"/>
                    <a:pt x="31955" y="782"/>
                  </a:cubicBezTo>
                  <a:cubicBezTo>
                    <a:pt x="37080" y="-261"/>
                    <a:pt x="42360" y="-261"/>
                    <a:pt x="47486" y="782"/>
                  </a:cubicBezTo>
                  <a:cubicBezTo>
                    <a:pt x="50036" y="1300"/>
                    <a:pt x="52527" y="2065"/>
                    <a:pt x="54929" y="3064"/>
                  </a:cubicBezTo>
                  <a:cubicBezTo>
                    <a:pt x="59752" y="5018"/>
                    <a:pt x="64129" y="7940"/>
                    <a:pt x="67781" y="11649"/>
                  </a:cubicBezTo>
                  <a:cubicBezTo>
                    <a:pt x="69607" y="13501"/>
                    <a:pt x="71269" y="15510"/>
                    <a:pt x="72743" y="17653"/>
                  </a:cubicBezTo>
                  <a:cubicBezTo>
                    <a:pt x="74162" y="19816"/>
                    <a:pt x="75378" y="22109"/>
                    <a:pt x="76365" y="24501"/>
                  </a:cubicBezTo>
                  <a:cubicBezTo>
                    <a:pt x="77362" y="26902"/>
                    <a:pt x="78132" y="29395"/>
                    <a:pt x="78648" y="31944"/>
                  </a:cubicBezTo>
                  <a:cubicBezTo>
                    <a:pt x="79159" y="34510"/>
                    <a:pt x="79427" y="37118"/>
                    <a:pt x="79442" y="39734"/>
                  </a:cubicBezTo>
                  <a:cubicBezTo>
                    <a:pt x="79442" y="61658"/>
                    <a:pt x="61667" y="79431"/>
                    <a:pt x="39745" y="794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8F12CC1-D239-714D-8B8D-6E652DAB33C7}"/>
                </a:ext>
              </a:extLst>
            </p:cNvPr>
            <p:cNvSpPr/>
            <p:nvPr/>
          </p:nvSpPr>
          <p:spPr>
            <a:xfrm>
              <a:off x="3296938" y="5181029"/>
              <a:ext cx="79391" cy="79494"/>
            </a:xfrm>
            <a:custGeom>
              <a:avLst/>
              <a:gdLst>
                <a:gd name="connsiteX0" fmla="*/ 39647 w 79391"/>
                <a:gd name="connsiteY0" fmla="*/ 79492 h 79494"/>
                <a:gd name="connsiteX1" fmla="*/ 31856 w 79391"/>
                <a:gd name="connsiteY1" fmla="*/ 78698 h 79494"/>
                <a:gd name="connsiteX2" fmla="*/ 24463 w 79391"/>
                <a:gd name="connsiteY2" fmla="*/ 76416 h 79494"/>
                <a:gd name="connsiteX3" fmla="*/ 17615 w 79391"/>
                <a:gd name="connsiteY3" fmla="*/ 72794 h 79494"/>
                <a:gd name="connsiteX4" fmla="*/ 11611 w 79391"/>
                <a:gd name="connsiteY4" fmla="*/ 67831 h 79494"/>
                <a:gd name="connsiteX5" fmla="*/ 6649 w 79391"/>
                <a:gd name="connsiteY5" fmla="*/ 61778 h 79494"/>
                <a:gd name="connsiteX6" fmla="*/ 3026 w 79391"/>
                <a:gd name="connsiteY6" fmla="*/ 54930 h 79494"/>
                <a:gd name="connsiteX7" fmla="*/ 744 w 79391"/>
                <a:gd name="connsiteY7" fmla="*/ 47487 h 79494"/>
                <a:gd name="connsiteX8" fmla="*/ 744 w 79391"/>
                <a:gd name="connsiteY8" fmla="*/ 32005 h 79494"/>
                <a:gd name="connsiteX9" fmla="*/ 3026 w 79391"/>
                <a:gd name="connsiteY9" fmla="*/ 24562 h 79494"/>
                <a:gd name="connsiteX10" fmla="*/ 6649 w 79391"/>
                <a:gd name="connsiteY10" fmla="*/ 17715 h 79494"/>
                <a:gd name="connsiteX11" fmla="*/ 11611 w 79391"/>
                <a:gd name="connsiteY11" fmla="*/ 11661 h 79494"/>
                <a:gd name="connsiteX12" fmla="*/ 17615 w 79391"/>
                <a:gd name="connsiteY12" fmla="*/ 6699 h 79494"/>
                <a:gd name="connsiteX13" fmla="*/ 24463 w 79391"/>
                <a:gd name="connsiteY13" fmla="*/ 3027 h 79494"/>
                <a:gd name="connsiteX14" fmla="*/ 31906 w 79391"/>
                <a:gd name="connsiteY14" fmla="*/ 744 h 79494"/>
                <a:gd name="connsiteX15" fmla="*/ 47437 w 79391"/>
                <a:gd name="connsiteY15" fmla="*/ 744 h 79494"/>
                <a:gd name="connsiteX16" fmla="*/ 54831 w 79391"/>
                <a:gd name="connsiteY16" fmla="*/ 3027 h 79494"/>
                <a:gd name="connsiteX17" fmla="*/ 61728 w 79391"/>
                <a:gd name="connsiteY17" fmla="*/ 6699 h 79494"/>
                <a:gd name="connsiteX18" fmla="*/ 67732 w 79391"/>
                <a:gd name="connsiteY18" fmla="*/ 11661 h 79494"/>
                <a:gd name="connsiteX19" fmla="*/ 72694 w 79391"/>
                <a:gd name="connsiteY19" fmla="*/ 17715 h 79494"/>
                <a:gd name="connsiteX20" fmla="*/ 76316 w 79391"/>
                <a:gd name="connsiteY20" fmla="*/ 24562 h 79494"/>
                <a:gd name="connsiteX21" fmla="*/ 78599 w 79391"/>
                <a:gd name="connsiteY21" fmla="*/ 32005 h 79494"/>
                <a:gd name="connsiteX22" fmla="*/ 78599 w 79391"/>
                <a:gd name="connsiteY22" fmla="*/ 47487 h 79494"/>
                <a:gd name="connsiteX23" fmla="*/ 76316 w 79391"/>
                <a:gd name="connsiteY23" fmla="*/ 54930 h 79494"/>
                <a:gd name="connsiteX24" fmla="*/ 72694 w 79391"/>
                <a:gd name="connsiteY24" fmla="*/ 61778 h 79494"/>
                <a:gd name="connsiteX25" fmla="*/ 67732 w 79391"/>
                <a:gd name="connsiteY25" fmla="*/ 67831 h 79494"/>
                <a:gd name="connsiteX26" fmla="*/ 61728 w 79391"/>
                <a:gd name="connsiteY26" fmla="*/ 72794 h 79494"/>
                <a:gd name="connsiteX27" fmla="*/ 54831 w 79391"/>
                <a:gd name="connsiteY27" fmla="*/ 76416 h 79494"/>
                <a:gd name="connsiteX28" fmla="*/ 47387 w 79391"/>
                <a:gd name="connsiteY28" fmla="*/ 78748 h 79494"/>
                <a:gd name="connsiteX29" fmla="*/ 39647 w 79391"/>
                <a:gd name="connsiteY29" fmla="*/ 79492 h 79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91" h="79494">
                  <a:moveTo>
                    <a:pt x="39647" y="79492"/>
                  </a:moveTo>
                  <a:cubicBezTo>
                    <a:pt x="37032" y="79502"/>
                    <a:pt x="34417" y="79234"/>
                    <a:pt x="31856" y="78698"/>
                  </a:cubicBezTo>
                  <a:cubicBezTo>
                    <a:pt x="29321" y="78187"/>
                    <a:pt x="26844" y="77423"/>
                    <a:pt x="24463" y="76416"/>
                  </a:cubicBezTo>
                  <a:cubicBezTo>
                    <a:pt x="22067" y="75433"/>
                    <a:pt x="19774" y="74223"/>
                    <a:pt x="17615" y="72794"/>
                  </a:cubicBezTo>
                  <a:cubicBezTo>
                    <a:pt x="15471" y="71320"/>
                    <a:pt x="13462" y="69660"/>
                    <a:pt x="11611" y="67831"/>
                  </a:cubicBezTo>
                  <a:cubicBezTo>
                    <a:pt x="9758" y="65986"/>
                    <a:pt x="8095" y="63958"/>
                    <a:pt x="6649" y="61778"/>
                  </a:cubicBezTo>
                  <a:cubicBezTo>
                    <a:pt x="5238" y="59609"/>
                    <a:pt x="4025" y="57317"/>
                    <a:pt x="3026" y="54930"/>
                  </a:cubicBezTo>
                  <a:cubicBezTo>
                    <a:pt x="2020" y="52531"/>
                    <a:pt x="1256" y="50038"/>
                    <a:pt x="744" y="47487"/>
                  </a:cubicBezTo>
                  <a:cubicBezTo>
                    <a:pt x="-248" y="42374"/>
                    <a:pt x="-248" y="37118"/>
                    <a:pt x="744" y="32005"/>
                  </a:cubicBezTo>
                  <a:cubicBezTo>
                    <a:pt x="1248" y="29453"/>
                    <a:pt x="2013" y="26958"/>
                    <a:pt x="3026" y="24562"/>
                  </a:cubicBezTo>
                  <a:cubicBezTo>
                    <a:pt x="4025" y="22175"/>
                    <a:pt x="5238" y="19883"/>
                    <a:pt x="6649" y="17715"/>
                  </a:cubicBezTo>
                  <a:cubicBezTo>
                    <a:pt x="8095" y="15535"/>
                    <a:pt x="9758" y="13507"/>
                    <a:pt x="11611" y="11661"/>
                  </a:cubicBezTo>
                  <a:cubicBezTo>
                    <a:pt x="13448" y="9818"/>
                    <a:pt x="15459" y="8156"/>
                    <a:pt x="17615" y="6699"/>
                  </a:cubicBezTo>
                  <a:cubicBezTo>
                    <a:pt x="19777" y="5263"/>
                    <a:pt x="22070" y="4033"/>
                    <a:pt x="24463" y="3027"/>
                  </a:cubicBezTo>
                  <a:cubicBezTo>
                    <a:pt x="26874" y="2049"/>
                    <a:pt x="29360" y="1286"/>
                    <a:pt x="31906" y="744"/>
                  </a:cubicBezTo>
                  <a:cubicBezTo>
                    <a:pt x="37037" y="-248"/>
                    <a:pt x="42306" y="-248"/>
                    <a:pt x="47437" y="744"/>
                  </a:cubicBezTo>
                  <a:cubicBezTo>
                    <a:pt x="49968" y="1279"/>
                    <a:pt x="52439" y="2042"/>
                    <a:pt x="54831" y="3027"/>
                  </a:cubicBezTo>
                  <a:cubicBezTo>
                    <a:pt x="57247" y="4021"/>
                    <a:pt x="59554" y="5251"/>
                    <a:pt x="61728" y="6699"/>
                  </a:cubicBezTo>
                  <a:cubicBezTo>
                    <a:pt x="63881" y="8156"/>
                    <a:pt x="65896" y="9818"/>
                    <a:pt x="67732" y="11661"/>
                  </a:cubicBezTo>
                  <a:cubicBezTo>
                    <a:pt x="69588" y="13507"/>
                    <a:pt x="71250" y="15535"/>
                    <a:pt x="72694" y="17715"/>
                  </a:cubicBezTo>
                  <a:cubicBezTo>
                    <a:pt x="74103" y="19884"/>
                    <a:pt x="75319" y="22175"/>
                    <a:pt x="76316" y="24562"/>
                  </a:cubicBezTo>
                  <a:cubicBezTo>
                    <a:pt x="77329" y="26958"/>
                    <a:pt x="78093" y="29453"/>
                    <a:pt x="78599" y="32005"/>
                  </a:cubicBezTo>
                  <a:cubicBezTo>
                    <a:pt x="79656" y="37112"/>
                    <a:pt x="79656" y="42381"/>
                    <a:pt x="78599" y="47487"/>
                  </a:cubicBezTo>
                  <a:cubicBezTo>
                    <a:pt x="78088" y="50038"/>
                    <a:pt x="77324" y="52531"/>
                    <a:pt x="76316" y="54930"/>
                  </a:cubicBezTo>
                  <a:cubicBezTo>
                    <a:pt x="75319" y="57317"/>
                    <a:pt x="74103" y="59609"/>
                    <a:pt x="72694" y="61778"/>
                  </a:cubicBezTo>
                  <a:cubicBezTo>
                    <a:pt x="71250" y="63958"/>
                    <a:pt x="69588" y="65986"/>
                    <a:pt x="67732" y="67831"/>
                  </a:cubicBezTo>
                  <a:cubicBezTo>
                    <a:pt x="65881" y="69660"/>
                    <a:pt x="63871" y="71320"/>
                    <a:pt x="61728" y="72794"/>
                  </a:cubicBezTo>
                  <a:cubicBezTo>
                    <a:pt x="59554" y="74223"/>
                    <a:pt x="57242" y="75438"/>
                    <a:pt x="54831" y="76416"/>
                  </a:cubicBezTo>
                  <a:cubicBezTo>
                    <a:pt x="52434" y="77443"/>
                    <a:pt x="49943" y="78222"/>
                    <a:pt x="47387" y="78748"/>
                  </a:cubicBezTo>
                  <a:cubicBezTo>
                    <a:pt x="44842" y="79264"/>
                    <a:pt x="42247" y="79517"/>
                    <a:pt x="39647" y="794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6BCC5D35-AEE3-324E-A548-8E666B514182}"/>
                </a:ext>
              </a:extLst>
            </p:cNvPr>
            <p:cNvSpPr/>
            <p:nvPr/>
          </p:nvSpPr>
          <p:spPr>
            <a:xfrm>
              <a:off x="3364471" y="5245148"/>
              <a:ext cx="79393" cy="79384"/>
            </a:xfrm>
            <a:custGeom>
              <a:avLst/>
              <a:gdLst>
                <a:gd name="connsiteX0" fmla="*/ 39697 w 79393"/>
                <a:gd name="connsiteY0" fmla="*/ 79385 h 79384"/>
                <a:gd name="connsiteX1" fmla="*/ 31906 w 79393"/>
                <a:gd name="connsiteY1" fmla="*/ 78591 h 79384"/>
                <a:gd name="connsiteX2" fmla="*/ 24513 w 79393"/>
                <a:gd name="connsiteY2" fmla="*/ 76358 h 79384"/>
                <a:gd name="connsiteX3" fmla="*/ 17665 w 79393"/>
                <a:gd name="connsiteY3" fmla="*/ 72686 h 79384"/>
                <a:gd name="connsiteX4" fmla="*/ 11611 w 79393"/>
                <a:gd name="connsiteY4" fmla="*/ 67724 h 79384"/>
                <a:gd name="connsiteX5" fmla="*/ 6649 w 79393"/>
                <a:gd name="connsiteY5" fmla="*/ 61670 h 79384"/>
                <a:gd name="connsiteX6" fmla="*/ 3027 w 79393"/>
                <a:gd name="connsiteY6" fmla="*/ 54822 h 79384"/>
                <a:gd name="connsiteX7" fmla="*/ 744 w 79393"/>
                <a:gd name="connsiteY7" fmla="*/ 47379 h 79384"/>
                <a:gd name="connsiteX8" fmla="*/ 744 w 79393"/>
                <a:gd name="connsiteY8" fmla="*/ 31898 h 79384"/>
                <a:gd name="connsiteX9" fmla="*/ 6649 w 79393"/>
                <a:gd name="connsiteY9" fmla="*/ 17607 h 79384"/>
                <a:gd name="connsiteX10" fmla="*/ 11611 w 79393"/>
                <a:gd name="connsiteY10" fmla="*/ 11603 h 79384"/>
                <a:gd name="connsiteX11" fmla="*/ 17615 w 79393"/>
                <a:gd name="connsiteY11" fmla="*/ 6641 h 79384"/>
                <a:gd name="connsiteX12" fmla="*/ 24513 w 79393"/>
                <a:gd name="connsiteY12" fmla="*/ 2969 h 79384"/>
                <a:gd name="connsiteX13" fmla="*/ 31906 w 79393"/>
                <a:gd name="connsiteY13" fmla="*/ 736 h 79384"/>
                <a:gd name="connsiteX14" fmla="*/ 67732 w 79393"/>
                <a:gd name="connsiteY14" fmla="*/ 11603 h 79384"/>
                <a:gd name="connsiteX15" fmla="*/ 72694 w 79393"/>
                <a:gd name="connsiteY15" fmla="*/ 17607 h 79384"/>
                <a:gd name="connsiteX16" fmla="*/ 76317 w 79393"/>
                <a:gd name="connsiteY16" fmla="*/ 24454 h 79384"/>
                <a:gd name="connsiteX17" fmla="*/ 78599 w 79393"/>
                <a:gd name="connsiteY17" fmla="*/ 47379 h 79384"/>
                <a:gd name="connsiteX18" fmla="*/ 76317 w 79393"/>
                <a:gd name="connsiteY18" fmla="*/ 54822 h 79384"/>
                <a:gd name="connsiteX19" fmla="*/ 72694 w 79393"/>
                <a:gd name="connsiteY19" fmla="*/ 61670 h 79384"/>
                <a:gd name="connsiteX20" fmla="*/ 67732 w 79393"/>
                <a:gd name="connsiteY20" fmla="*/ 67724 h 79384"/>
                <a:gd name="connsiteX21" fmla="*/ 61728 w 79393"/>
                <a:gd name="connsiteY21" fmla="*/ 72686 h 79384"/>
                <a:gd name="connsiteX22" fmla="*/ 54881 w 79393"/>
                <a:gd name="connsiteY22" fmla="*/ 76358 h 79384"/>
                <a:gd name="connsiteX23" fmla="*/ 47437 w 79393"/>
                <a:gd name="connsiteY23" fmla="*/ 78591 h 79384"/>
                <a:gd name="connsiteX24" fmla="*/ 39697 w 79393"/>
                <a:gd name="connsiteY24" fmla="*/ 79385 h 79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384">
                  <a:moveTo>
                    <a:pt x="39697" y="79385"/>
                  </a:moveTo>
                  <a:cubicBezTo>
                    <a:pt x="37082" y="79389"/>
                    <a:pt x="34467" y="79126"/>
                    <a:pt x="31906" y="78591"/>
                  </a:cubicBezTo>
                  <a:cubicBezTo>
                    <a:pt x="29370" y="78094"/>
                    <a:pt x="26894" y="77350"/>
                    <a:pt x="24513" y="76358"/>
                  </a:cubicBezTo>
                  <a:cubicBezTo>
                    <a:pt x="22111" y="75370"/>
                    <a:pt x="19814" y="74140"/>
                    <a:pt x="17665" y="72686"/>
                  </a:cubicBezTo>
                  <a:cubicBezTo>
                    <a:pt x="15482" y="71242"/>
                    <a:pt x="13457" y="69579"/>
                    <a:pt x="11611" y="67724"/>
                  </a:cubicBezTo>
                  <a:cubicBezTo>
                    <a:pt x="9770" y="65863"/>
                    <a:pt x="8113" y="63838"/>
                    <a:pt x="6649" y="61670"/>
                  </a:cubicBezTo>
                  <a:cubicBezTo>
                    <a:pt x="5240" y="59501"/>
                    <a:pt x="4024" y="57209"/>
                    <a:pt x="3027" y="54822"/>
                  </a:cubicBezTo>
                  <a:cubicBezTo>
                    <a:pt x="2034" y="52416"/>
                    <a:pt x="1270" y="49925"/>
                    <a:pt x="744" y="47379"/>
                  </a:cubicBezTo>
                  <a:cubicBezTo>
                    <a:pt x="-248" y="42268"/>
                    <a:pt x="-248" y="37008"/>
                    <a:pt x="744" y="31898"/>
                  </a:cubicBezTo>
                  <a:cubicBezTo>
                    <a:pt x="1791" y="26801"/>
                    <a:pt x="3796" y="21954"/>
                    <a:pt x="6649" y="17607"/>
                  </a:cubicBezTo>
                  <a:cubicBezTo>
                    <a:pt x="8098" y="15443"/>
                    <a:pt x="9760" y="13434"/>
                    <a:pt x="11611" y="11603"/>
                  </a:cubicBezTo>
                  <a:cubicBezTo>
                    <a:pt x="13452" y="9762"/>
                    <a:pt x="15462" y="8100"/>
                    <a:pt x="17615" y="6641"/>
                  </a:cubicBezTo>
                  <a:cubicBezTo>
                    <a:pt x="19789" y="5193"/>
                    <a:pt x="22096" y="3963"/>
                    <a:pt x="24513" y="2969"/>
                  </a:cubicBezTo>
                  <a:cubicBezTo>
                    <a:pt x="26894" y="1978"/>
                    <a:pt x="29370" y="1230"/>
                    <a:pt x="31906" y="736"/>
                  </a:cubicBezTo>
                  <a:cubicBezTo>
                    <a:pt x="44912" y="-1791"/>
                    <a:pt x="58324" y="2277"/>
                    <a:pt x="67732" y="11603"/>
                  </a:cubicBezTo>
                  <a:cubicBezTo>
                    <a:pt x="69598" y="13419"/>
                    <a:pt x="71260" y="15433"/>
                    <a:pt x="72694" y="17607"/>
                  </a:cubicBezTo>
                  <a:cubicBezTo>
                    <a:pt x="74123" y="19765"/>
                    <a:pt x="75339" y="22058"/>
                    <a:pt x="76317" y="24454"/>
                  </a:cubicBezTo>
                  <a:cubicBezTo>
                    <a:pt x="79388" y="31689"/>
                    <a:pt x="80182" y="39683"/>
                    <a:pt x="78599" y="47379"/>
                  </a:cubicBezTo>
                  <a:cubicBezTo>
                    <a:pt x="78093" y="49930"/>
                    <a:pt x="77329" y="52426"/>
                    <a:pt x="76317" y="54822"/>
                  </a:cubicBezTo>
                  <a:cubicBezTo>
                    <a:pt x="75339" y="57219"/>
                    <a:pt x="74123" y="59511"/>
                    <a:pt x="72694" y="61670"/>
                  </a:cubicBezTo>
                  <a:cubicBezTo>
                    <a:pt x="71250" y="63848"/>
                    <a:pt x="69588" y="65878"/>
                    <a:pt x="67732" y="67724"/>
                  </a:cubicBezTo>
                  <a:cubicBezTo>
                    <a:pt x="65916" y="69589"/>
                    <a:pt x="63902" y="71252"/>
                    <a:pt x="61728" y="72686"/>
                  </a:cubicBezTo>
                  <a:cubicBezTo>
                    <a:pt x="59565" y="74120"/>
                    <a:pt x="57272" y="75350"/>
                    <a:pt x="54881" y="76358"/>
                  </a:cubicBezTo>
                  <a:cubicBezTo>
                    <a:pt x="52479" y="77340"/>
                    <a:pt x="49983" y="78089"/>
                    <a:pt x="47437" y="78591"/>
                  </a:cubicBezTo>
                  <a:cubicBezTo>
                    <a:pt x="44892" y="79126"/>
                    <a:pt x="42297" y="79389"/>
                    <a:pt x="39697" y="793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7" name="Picture Placeholder 79">
            <a:extLst>
              <a:ext uri="{FF2B5EF4-FFF2-40B4-BE49-F238E27FC236}">
                <a16:creationId xmlns:a16="http://schemas.microsoft.com/office/drawing/2014/main" id="{54854991-86CE-408C-B33F-4A28B0FED818}"/>
              </a:ext>
            </a:extLst>
          </p:cNvPr>
          <p:cNvGrpSpPr>
            <a:grpSpLocks noChangeAspect="1"/>
          </p:cNvGrpSpPr>
          <p:nvPr/>
        </p:nvGrpSpPr>
        <p:grpSpPr>
          <a:xfrm>
            <a:off x="4158014" y="4826390"/>
            <a:ext cx="833821" cy="732996"/>
            <a:chOff x="4158014" y="4826390"/>
            <a:chExt cx="833821" cy="732996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7EBE261B-FE6D-2146-8C0B-C3FB64F369AE}"/>
                </a:ext>
              </a:extLst>
            </p:cNvPr>
            <p:cNvSpPr/>
            <p:nvPr/>
          </p:nvSpPr>
          <p:spPr>
            <a:xfrm>
              <a:off x="4352547" y="4965527"/>
              <a:ext cx="448224" cy="79393"/>
            </a:xfrm>
            <a:custGeom>
              <a:avLst/>
              <a:gdLst>
                <a:gd name="connsiteX0" fmla="*/ 408528 w 448224"/>
                <a:gd name="connsiteY0" fmla="*/ 79393 h 79393"/>
                <a:gd name="connsiteX1" fmla="*/ 39697 w 448224"/>
                <a:gd name="connsiteY1" fmla="*/ 79393 h 79393"/>
                <a:gd name="connsiteX2" fmla="*/ 0 w 448224"/>
                <a:gd name="connsiteY2" fmla="*/ 39697 h 79393"/>
                <a:gd name="connsiteX3" fmla="*/ 39697 w 448224"/>
                <a:gd name="connsiteY3" fmla="*/ 0 h 79393"/>
                <a:gd name="connsiteX4" fmla="*/ 408528 w 448224"/>
                <a:gd name="connsiteY4" fmla="*/ 0 h 79393"/>
                <a:gd name="connsiteX5" fmla="*/ 448224 w 448224"/>
                <a:gd name="connsiteY5" fmla="*/ 39697 h 79393"/>
                <a:gd name="connsiteX6" fmla="*/ 408528 w 4482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224" h="79393">
                  <a:moveTo>
                    <a:pt x="4085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08528" y="0"/>
                  </a:lnTo>
                  <a:cubicBezTo>
                    <a:pt x="430450" y="0"/>
                    <a:pt x="448224" y="17773"/>
                    <a:pt x="448224" y="39697"/>
                  </a:cubicBezTo>
                  <a:cubicBezTo>
                    <a:pt x="448224" y="61620"/>
                    <a:pt x="430450" y="79393"/>
                    <a:pt x="4085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F3F5E68E-6672-3043-B1BC-815D93EEA4C9}"/>
                </a:ext>
              </a:extLst>
            </p:cNvPr>
            <p:cNvSpPr/>
            <p:nvPr/>
          </p:nvSpPr>
          <p:spPr>
            <a:xfrm>
              <a:off x="4307889" y="5059806"/>
              <a:ext cx="542503" cy="79393"/>
            </a:xfrm>
            <a:custGeom>
              <a:avLst/>
              <a:gdLst>
                <a:gd name="connsiteX0" fmla="*/ 502807 w 542503"/>
                <a:gd name="connsiteY0" fmla="*/ 79393 h 79393"/>
                <a:gd name="connsiteX1" fmla="*/ 39697 w 542503"/>
                <a:gd name="connsiteY1" fmla="*/ 79393 h 79393"/>
                <a:gd name="connsiteX2" fmla="*/ 0 w 542503"/>
                <a:gd name="connsiteY2" fmla="*/ 39697 h 79393"/>
                <a:gd name="connsiteX3" fmla="*/ 39697 w 542503"/>
                <a:gd name="connsiteY3" fmla="*/ 0 h 79393"/>
                <a:gd name="connsiteX4" fmla="*/ 502807 w 542503"/>
                <a:gd name="connsiteY4" fmla="*/ 0 h 79393"/>
                <a:gd name="connsiteX5" fmla="*/ 542504 w 542503"/>
                <a:gd name="connsiteY5" fmla="*/ 39697 h 79393"/>
                <a:gd name="connsiteX6" fmla="*/ 502807 w 5425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2503" h="79393">
                  <a:moveTo>
                    <a:pt x="5028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02807" y="0"/>
                  </a:lnTo>
                  <a:cubicBezTo>
                    <a:pt x="524729" y="0"/>
                    <a:pt x="542504" y="17773"/>
                    <a:pt x="542504" y="39697"/>
                  </a:cubicBezTo>
                  <a:cubicBezTo>
                    <a:pt x="542504" y="61620"/>
                    <a:pt x="524729" y="79393"/>
                    <a:pt x="50280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2A8AE3EC-E02A-B64C-80F3-313686F50116}"/>
                </a:ext>
              </a:extLst>
            </p:cNvPr>
            <p:cNvSpPr/>
            <p:nvPr/>
          </p:nvSpPr>
          <p:spPr>
            <a:xfrm>
              <a:off x="4158183" y="5202118"/>
              <a:ext cx="833628" cy="357268"/>
            </a:xfrm>
            <a:custGeom>
              <a:avLst/>
              <a:gdLst>
                <a:gd name="connsiteX0" fmla="*/ 793932 w 833628"/>
                <a:gd name="connsiteY0" fmla="*/ 357269 h 357268"/>
                <a:gd name="connsiteX1" fmla="*/ 39697 w 833628"/>
                <a:gd name="connsiteY1" fmla="*/ 357269 h 357268"/>
                <a:gd name="connsiteX2" fmla="*/ 0 w 833628"/>
                <a:gd name="connsiteY2" fmla="*/ 317572 h 357268"/>
                <a:gd name="connsiteX3" fmla="*/ 0 w 833628"/>
                <a:gd name="connsiteY3" fmla="*/ 39697 h 357268"/>
                <a:gd name="connsiteX4" fmla="*/ 39697 w 833628"/>
                <a:gd name="connsiteY4" fmla="*/ 0 h 357268"/>
                <a:gd name="connsiteX5" fmla="*/ 329531 w 833628"/>
                <a:gd name="connsiteY5" fmla="*/ 0 h 357268"/>
                <a:gd name="connsiteX6" fmla="*/ 369228 w 833628"/>
                <a:gd name="connsiteY6" fmla="*/ 39697 h 357268"/>
                <a:gd name="connsiteX7" fmla="*/ 329531 w 833628"/>
                <a:gd name="connsiteY7" fmla="*/ 79393 h 357268"/>
                <a:gd name="connsiteX8" fmla="*/ 79393 w 833628"/>
                <a:gd name="connsiteY8" fmla="*/ 79393 h 357268"/>
                <a:gd name="connsiteX9" fmla="*/ 79393 w 833628"/>
                <a:gd name="connsiteY9" fmla="*/ 277876 h 357268"/>
                <a:gd name="connsiteX10" fmla="*/ 754235 w 833628"/>
                <a:gd name="connsiteY10" fmla="*/ 277876 h 357268"/>
                <a:gd name="connsiteX11" fmla="*/ 754235 w 833628"/>
                <a:gd name="connsiteY11" fmla="*/ 79393 h 357268"/>
                <a:gd name="connsiteX12" fmla="*/ 512731 w 833628"/>
                <a:gd name="connsiteY12" fmla="*/ 79393 h 357268"/>
                <a:gd name="connsiteX13" fmla="*/ 473035 w 833628"/>
                <a:gd name="connsiteY13" fmla="*/ 39697 h 357268"/>
                <a:gd name="connsiteX14" fmla="*/ 512731 w 833628"/>
                <a:gd name="connsiteY14" fmla="*/ 0 h 357268"/>
                <a:gd name="connsiteX15" fmla="*/ 793932 w 833628"/>
                <a:gd name="connsiteY15" fmla="*/ 0 h 357268"/>
                <a:gd name="connsiteX16" fmla="*/ 833629 w 833628"/>
                <a:gd name="connsiteY16" fmla="*/ 39697 h 357268"/>
                <a:gd name="connsiteX17" fmla="*/ 833629 w 833628"/>
                <a:gd name="connsiteY17" fmla="*/ 317572 h 357268"/>
                <a:gd name="connsiteX18" fmla="*/ 793932 w 833628"/>
                <a:gd name="connsiteY18" fmla="*/ 357269 h 357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3628" h="357268">
                  <a:moveTo>
                    <a:pt x="793932" y="357269"/>
                  </a:moveTo>
                  <a:lnTo>
                    <a:pt x="39697" y="357269"/>
                  </a:lnTo>
                  <a:cubicBezTo>
                    <a:pt x="17773" y="357269"/>
                    <a:pt x="0" y="339495"/>
                    <a:pt x="0" y="31757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9531" y="0"/>
                  </a:lnTo>
                  <a:cubicBezTo>
                    <a:pt x="351455" y="0"/>
                    <a:pt x="369228" y="17773"/>
                    <a:pt x="369228" y="39697"/>
                  </a:cubicBezTo>
                  <a:cubicBezTo>
                    <a:pt x="369228" y="61619"/>
                    <a:pt x="351455" y="79393"/>
                    <a:pt x="329531" y="79393"/>
                  </a:cubicBezTo>
                  <a:lnTo>
                    <a:pt x="79393" y="79393"/>
                  </a:lnTo>
                  <a:lnTo>
                    <a:pt x="79393" y="277876"/>
                  </a:lnTo>
                  <a:lnTo>
                    <a:pt x="754235" y="277876"/>
                  </a:lnTo>
                  <a:lnTo>
                    <a:pt x="754235" y="79393"/>
                  </a:lnTo>
                  <a:lnTo>
                    <a:pt x="512731" y="79393"/>
                  </a:lnTo>
                  <a:cubicBezTo>
                    <a:pt x="490809" y="79393"/>
                    <a:pt x="473035" y="61619"/>
                    <a:pt x="473035" y="39697"/>
                  </a:cubicBezTo>
                  <a:cubicBezTo>
                    <a:pt x="473035" y="17773"/>
                    <a:pt x="490809" y="0"/>
                    <a:pt x="512731" y="0"/>
                  </a:cubicBezTo>
                  <a:lnTo>
                    <a:pt x="793932" y="0"/>
                  </a:lnTo>
                  <a:cubicBezTo>
                    <a:pt x="815854" y="0"/>
                    <a:pt x="833629" y="17773"/>
                    <a:pt x="833629" y="39697"/>
                  </a:cubicBezTo>
                  <a:lnTo>
                    <a:pt x="833629" y="317572"/>
                  </a:lnTo>
                  <a:cubicBezTo>
                    <a:pt x="833629" y="339495"/>
                    <a:pt x="815854" y="357269"/>
                    <a:pt x="793932" y="3572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FF26AAA7-9478-B147-94DC-13707E63F6DC}"/>
                </a:ext>
              </a:extLst>
            </p:cNvPr>
            <p:cNvSpPr/>
            <p:nvPr/>
          </p:nvSpPr>
          <p:spPr>
            <a:xfrm>
              <a:off x="4448018" y="5203458"/>
              <a:ext cx="262592" cy="202055"/>
            </a:xfrm>
            <a:custGeom>
              <a:avLst/>
              <a:gdLst>
                <a:gd name="connsiteX0" fmla="*/ 131297 w 262592"/>
                <a:gd name="connsiteY0" fmla="*/ 202055 h 202055"/>
                <a:gd name="connsiteX1" fmla="*/ 0 w 262592"/>
                <a:gd name="connsiteY1" fmla="*/ 70709 h 202055"/>
                <a:gd name="connsiteX2" fmla="*/ 0 w 262592"/>
                <a:gd name="connsiteY2" fmla="*/ 39697 h 202055"/>
                <a:gd name="connsiteX3" fmla="*/ 39697 w 262592"/>
                <a:gd name="connsiteY3" fmla="*/ 0 h 202055"/>
                <a:gd name="connsiteX4" fmla="*/ 79393 w 262592"/>
                <a:gd name="connsiteY4" fmla="*/ 39697 h 202055"/>
                <a:gd name="connsiteX5" fmla="*/ 79393 w 262592"/>
                <a:gd name="connsiteY5" fmla="*/ 70709 h 202055"/>
                <a:gd name="connsiteX6" fmla="*/ 131297 w 262592"/>
                <a:gd name="connsiteY6" fmla="*/ 122613 h 202055"/>
                <a:gd name="connsiteX7" fmla="*/ 183200 w 262592"/>
                <a:gd name="connsiteY7" fmla="*/ 70709 h 202055"/>
                <a:gd name="connsiteX8" fmla="*/ 183200 w 262592"/>
                <a:gd name="connsiteY8" fmla="*/ 39697 h 202055"/>
                <a:gd name="connsiteX9" fmla="*/ 222896 w 262592"/>
                <a:gd name="connsiteY9" fmla="*/ 0 h 202055"/>
                <a:gd name="connsiteX10" fmla="*/ 262593 w 262592"/>
                <a:gd name="connsiteY10" fmla="*/ 39697 h 202055"/>
                <a:gd name="connsiteX11" fmla="*/ 262593 w 262592"/>
                <a:gd name="connsiteY11" fmla="*/ 70709 h 202055"/>
                <a:gd name="connsiteX12" fmla="*/ 131297 w 262592"/>
                <a:gd name="connsiteY12" fmla="*/ 202055 h 202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2592" h="202055">
                  <a:moveTo>
                    <a:pt x="131297" y="202055"/>
                  </a:moveTo>
                  <a:cubicBezTo>
                    <a:pt x="58798" y="201971"/>
                    <a:pt x="55" y="143205"/>
                    <a:pt x="0" y="7070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70709"/>
                  </a:lnTo>
                  <a:cubicBezTo>
                    <a:pt x="79393" y="99375"/>
                    <a:pt x="102631" y="122613"/>
                    <a:pt x="131297" y="122613"/>
                  </a:cubicBezTo>
                  <a:cubicBezTo>
                    <a:pt x="159962" y="122613"/>
                    <a:pt x="183200" y="99375"/>
                    <a:pt x="183200" y="70709"/>
                  </a:cubicBezTo>
                  <a:lnTo>
                    <a:pt x="183200" y="39697"/>
                  </a:lnTo>
                  <a:cubicBezTo>
                    <a:pt x="183200" y="17773"/>
                    <a:pt x="200974" y="0"/>
                    <a:pt x="222896" y="0"/>
                  </a:cubicBezTo>
                  <a:cubicBezTo>
                    <a:pt x="244819" y="0"/>
                    <a:pt x="262593" y="17773"/>
                    <a:pt x="262593" y="39697"/>
                  </a:cubicBezTo>
                  <a:lnTo>
                    <a:pt x="262593" y="70709"/>
                  </a:lnTo>
                  <a:cubicBezTo>
                    <a:pt x="262538" y="143210"/>
                    <a:pt x="203792" y="201971"/>
                    <a:pt x="131297" y="2020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4C2C7911-35C2-4843-ADB2-4D3B729FABC1}"/>
                </a:ext>
              </a:extLst>
            </p:cNvPr>
            <p:cNvSpPr/>
            <p:nvPr/>
          </p:nvSpPr>
          <p:spPr>
            <a:xfrm>
              <a:off x="4158014" y="4826390"/>
              <a:ext cx="833821" cy="455318"/>
            </a:xfrm>
            <a:custGeom>
              <a:avLst/>
              <a:gdLst>
                <a:gd name="connsiteX0" fmla="*/ 39915 w 833821"/>
                <a:gd name="connsiteY0" fmla="*/ 455121 h 455318"/>
                <a:gd name="connsiteX1" fmla="*/ 29991 w 833821"/>
                <a:gd name="connsiteY1" fmla="*/ 453880 h 455318"/>
                <a:gd name="connsiteX2" fmla="*/ 1211 w 833821"/>
                <a:gd name="connsiteY2" fmla="*/ 405699 h 455318"/>
                <a:gd name="connsiteX3" fmla="*/ 96483 w 833821"/>
                <a:gd name="connsiteY3" fmla="*/ 29772 h 455318"/>
                <a:gd name="connsiteX4" fmla="*/ 134988 w 833821"/>
                <a:gd name="connsiteY4" fmla="*/ 0 h 455318"/>
                <a:gd name="connsiteX5" fmla="*/ 705627 w 833821"/>
                <a:gd name="connsiteY5" fmla="*/ 0 h 455318"/>
                <a:gd name="connsiteX6" fmla="*/ 744232 w 833821"/>
                <a:gd name="connsiteY6" fmla="*/ 30616 h 455318"/>
                <a:gd name="connsiteX7" fmla="*/ 832755 w 833821"/>
                <a:gd name="connsiteY7" fmla="*/ 406493 h 455318"/>
                <a:gd name="connsiteX8" fmla="*/ 803206 w 833821"/>
                <a:gd name="connsiteY8" fmla="*/ 454253 h 455318"/>
                <a:gd name="connsiteX9" fmla="*/ 755446 w 833821"/>
                <a:gd name="connsiteY9" fmla="*/ 424704 h 455318"/>
                <a:gd name="connsiteX10" fmla="*/ 674167 w 833821"/>
                <a:gd name="connsiteY10" fmla="*/ 79195 h 455318"/>
                <a:gd name="connsiteX11" fmla="*/ 165852 w 833821"/>
                <a:gd name="connsiteY11" fmla="*/ 79195 h 455318"/>
                <a:gd name="connsiteX12" fmla="*/ 78371 w 833821"/>
                <a:gd name="connsiteY12" fmla="*/ 425150 h 455318"/>
                <a:gd name="connsiteX13" fmla="*/ 39915 w 833821"/>
                <a:gd name="connsiteY13" fmla="*/ 455121 h 45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3821" h="455318">
                  <a:moveTo>
                    <a:pt x="39915" y="455121"/>
                  </a:moveTo>
                  <a:cubicBezTo>
                    <a:pt x="36568" y="455136"/>
                    <a:pt x="33232" y="454719"/>
                    <a:pt x="29991" y="453880"/>
                  </a:cubicBezTo>
                  <a:cubicBezTo>
                    <a:pt x="8743" y="448517"/>
                    <a:pt x="-4140" y="426950"/>
                    <a:pt x="1211" y="405699"/>
                  </a:cubicBezTo>
                  <a:lnTo>
                    <a:pt x="96483" y="29772"/>
                  </a:lnTo>
                  <a:cubicBezTo>
                    <a:pt x="101015" y="12221"/>
                    <a:pt x="116861" y="-32"/>
                    <a:pt x="134988" y="0"/>
                  </a:cubicBezTo>
                  <a:lnTo>
                    <a:pt x="705627" y="0"/>
                  </a:lnTo>
                  <a:cubicBezTo>
                    <a:pt x="724036" y="18"/>
                    <a:pt x="740019" y="12693"/>
                    <a:pt x="744232" y="30616"/>
                  </a:cubicBezTo>
                  <a:lnTo>
                    <a:pt x="832755" y="406493"/>
                  </a:lnTo>
                  <a:cubicBezTo>
                    <a:pt x="837782" y="427841"/>
                    <a:pt x="824553" y="449226"/>
                    <a:pt x="803206" y="454253"/>
                  </a:cubicBezTo>
                  <a:cubicBezTo>
                    <a:pt x="781859" y="459279"/>
                    <a:pt x="760473" y="446050"/>
                    <a:pt x="755446" y="424704"/>
                  </a:cubicBezTo>
                  <a:lnTo>
                    <a:pt x="674167" y="79195"/>
                  </a:lnTo>
                  <a:lnTo>
                    <a:pt x="165852" y="79195"/>
                  </a:lnTo>
                  <a:lnTo>
                    <a:pt x="78371" y="425150"/>
                  </a:lnTo>
                  <a:cubicBezTo>
                    <a:pt x="73920" y="442760"/>
                    <a:pt x="58082" y="455106"/>
                    <a:pt x="39915" y="4551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3" name="Picture Placeholder 81">
            <a:extLst>
              <a:ext uri="{FF2B5EF4-FFF2-40B4-BE49-F238E27FC236}">
                <a16:creationId xmlns:a16="http://schemas.microsoft.com/office/drawing/2014/main" id="{6DE2F31C-67CF-4E3F-B321-7581ACC20D5C}"/>
              </a:ext>
            </a:extLst>
          </p:cNvPr>
          <p:cNvGrpSpPr>
            <a:grpSpLocks noChangeAspect="1"/>
          </p:cNvGrpSpPr>
          <p:nvPr/>
        </p:nvGrpSpPr>
        <p:grpSpPr>
          <a:xfrm>
            <a:off x="5502982" y="4773516"/>
            <a:ext cx="779045" cy="838568"/>
            <a:chOff x="5502982" y="4773516"/>
            <a:chExt cx="779045" cy="838568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E0730CEF-AEB0-3C4E-8082-65E5D47B2885}"/>
                </a:ext>
              </a:extLst>
            </p:cNvPr>
            <p:cNvSpPr/>
            <p:nvPr/>
          </p:nvSpPr>
          <p:spPr>
            <a:xfrm>
              <a:off x="6016076" y="5412536"/>
              <a:ext cx="128892" cy="198158"/>
            </a:xfrm>
            <a:custGeom>
              <a:avLst/>
              <a:gdLst>
                <a:gd name="connsiteX0" fmla="*/ 89203 w 128892"/>
                <a:gd name="connsiteY0" fmla="*/ 198159 h 198158"/>
                <a:gd name="connsiteX1" fmla="*/ 52533 w 128892"/>
                <a:gd name="connsiteY1" fmla="*/ 173695 h 198158"/>
                <a:gd name="connsiteX2" fmla="*/ 2912 w 128892"/>
                <a:gd name="connsiteY2" fmla="*/ 54606 h 198158"/>
                <a:gd name="connsiteX3" fmla="*/ 24810 w 128892"/>
                <a:gd name="connsiteY3" fmla="*/ 2911 h 198158"/>
                <a:gd name="connsiteX4" fmla="*/ 76202 w 128892"/>
                <a:gd name="connsiteY4" fmla="*/ 24089 h 198158"/>
                <a:gd name="connsiteX5" fmla="*/ 125823 w 128892"/>
                <a:gd name="connsiteY5" fmla="*/ 143179 h 198158"/>
                <a:gd name="connsiteX6" fmla="*/ 104471 w 128892"/>
                <a:gd name="connsiteY6" fmla="*/ 195097 h 198158"/>
                <a:gd name="connsiteX7" fmla="*/ 89203 w 128892"/>
                <a:gd name="connsiteY7" fmla="*/ 198159 h 19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892" h="198158">
                  <a:moveTo>
                    <a:pt x="89203" y="198159"/>
                  </a:moveTo>
                  <a:cubicBezTo>
                    <a:pt x="73160" y="198163"/>
                    <a:pt x="58691" y="188512"/>
                    <a:pt x="52533" y="173695"/>
                  </a:cubicBezTo>
                  <a:lnTo>
                    <a:pt x="2912" y="54606"/>
                  </a:lnTo>
                  <a:cubicBezTo>
                    <a:pt x="-5315" y="34286"/>
                    <a:pt x="4485" y="11143"/>
                    <a:pt x="24810" y="2911"/>
                  </a:cubicBezTo>
                  <a:cubicBezTo>
                    <a:pt x="44847" y="-5202"/>
                    <a:pt x="67697" y="4211"/>
                    <a:pt x="76202" y="24089"/>
                  </a:cubicBezTo>
                  <a:lnTo>
                    <a:pt x="125823" y="143179"/>
                  </a:lnTo>
                  <a:cubicBezTo>
                    <a:pt x="134263" y="163414"/>
                    <a:pt x="124701" y="186656"/>
                    <a:pt x="104471" y="195097"/>
                  </a:cubicBezTo>
                  <a:cubicBezTo>
                    <a:pt x="99633" y="197116"/>
                    <a:pt x="94443" y="198159"/>
                    <a:pt x="89203" y="19815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349169EE-5369-4140-8692-83B628FEAC55}"/>
                </a:ext>
              </a:extLst>
            </p:cNvPr>
            <p:cNvSpPr/>
            <p:nvPr/>
          </p:nvSpPr>
          <p:spPr>
            <a:xfrm>
              <a:off x="5683023" y="5413926"/>
              <a:ext cx="128882" cy="198158"/>
            </a:xfrm>
            <a:custGeom>
              <a:avLst/>
              <a:gdLst>
                <a:gd name="connsiteX0" fmla="*/ 39680 w 128882"/>
                <a:gd name="connsiteY0" fmla="*/ 198158 h 198158"/>
                <a:gd name="connsiteX1" fmla="*/ 0 w 128882"/>
                <a:gd name="connsiteY1" fmla="*/ 158447 h 198158"/>
                <a:gd name="connsiteX2" fmla="*/ 3060 w 128882"/>
                <a:gd name="connsiteY2" fmla="*/ 143178 h 198158"/>
                <a:gd name="connsiteX3" fmla="*/ 52681 w 128882"/>
                <a:gd name="connsiteY3" fmla="*/ 24089 h 198158"/>
                <a:gd name="connsiteX4" fmla="*/ 104794 w 128882"/>
                <a:gd name="connsiteY4" fmla="*/ 3213 h 198158"/>
                <a:gd name="connsiteX5" fmla="*/ 125971 w 128882"/>
                <a:gd name="connsiteY5" fmla="*/ 54606 h 198158"/>
                <a:gd name="connsiteX6" fmla="*/ 76350 w 128882"/>
                <a:gd name="connsiteY6" fmla="*/ 173695 h 198158"/>
                <a:gd name="connsiteX7" fmla="*/ 39680 w 128882"/>
                <a:gd name="connsiteY7" fmla="*/ 198158 h 19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882" h="198158">
                  <a:moveTo>
                    <a:pt x="39680" y="198158"/>
                  </a:moveTo>
                  <a:cubicBezTo>
                    <a:pt x="17756" y="198148"/>
                    <a:pt x="-9" y="180369"/>
                    <a:pt x="0" y="158447"/>
                  </a:cubicBezTo>
                  <a:cubicBezTo>
                    <a:pt x="2" y="153202"/>
                    <a:pt x="1043" y="148016"/>
                    <a:pt x="3060" y="143178"/>
                  </a:cubicBezTo>
                  <a:lnTo>
                    <a:pt x="52681" y="24089"/>
                  </a:lnTo>
                  <a:cubicBezTo>
                    <a:pt x="61306" y="3933"/>
                    <a:pt x="84638" y="-5416"/>
                    <a:pt x="104794" y="3213"/>
                  </a:cubicBezTo>
                  <a:cubicBezTo>
                    <a:pt x="124671" y="11718"/>
                    <a:pt x="134086" y="34564"/>
                    <a:pt x="125971" y="54606"/>
                  </a:cubicBezTo>
                  <a:lnTo>
                    <a:pt x="76350" y="173695"/>
                  </a:lnTo>
                  <a:cubicBezTo>
                    <a:pt x="70193" y="188512"/>
                    <a:pt x="55724" y="198163"/>
                    <a:pt x="39680" y="1981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7DEDA6E0-BE2E-3141-BAE0-36E1A028362B}"/>
                </a:ext>
              </a:extLst>
            </p:cNvPr>
            <p:cNvSpPr/>
            <p:nvPr/>
          </p:nvSpPr>
          <p:spPr>
            <a:xfrm>
              <a:off x="5766842" y="4773516"/>
              <a:ext cx="203063" cy="177224"/>
            </a:xfrm>
            <a:custGeom>
              <a:avLst/>
              <a:gdLst>
                <a:gd name="connsiteX0" fmla="*/ 151813 w 203063"/>
                <a:gd name="connsiteY0" fmla="*/ 177224 h 177224"/>
                <a:gd name="connsiteX1" fmla="*/ 112129 w 203063"/>
                <a:gd name="connsiteY1" fmla="*/ 137515 h 177224"/>
                <a:gd name="connsiteX2" fmla="*/ 119560 w 203063"/>
                <a:gd name="connsiteY2" fmla="*/ 114404 h 177224"/>
                <a:gd name="connsiteX3" fmla="*/ 123678 w 203063"/>
                <a:gd name="connsiteY3" fmla="*/ 101553 h 177224"/>
                <a:gd name="connsiteX4" fmla="*/ 100525 w 203063"/>
                <a:gd name="connsiteY4" fmla="*/ 80494 h 177224"/>
                <a:gd name="connsiteX5" fmla="*/ 79466 w 203063"/>
                <a:gd name="connsiteY5" fmla="*/ 101553 h 177224"/>
                <a:gd name="connsiteX6" fmla="*/ 82493 w 203063"/>
                <a:gd name="connsiteY6" fmla="*/ 112816 h 177224"/>
                <a:gd name="connsiteX7" fmla="*/ 69212 w 203063"/>
                <a:gd name="connsiteY7" fmla="*/ 167362 h 177224"/>
                <a:gd name="connsiteX8" fmla="*/ 14666 w 203063"/>
                <a:gd name="connsiteY8" fmla="*/ 154082 h 177224"/>
                <a:gd name="connsiteX9" fmla="*/ 14264 w 203063"/>
                <a:gd name="connsiteY9" fmla="*/ 153406 h 177224"/>
                <a:gd name="connsiteX10" fmla="*/ 49673 w 203063"/>
                <a:gd name="connsiteY10" fmla="*/ 14264 h 177224"/>
                <a:gd name="connsiteX11" fmla="*/ 188815 w 203063"/>
                <a:gd name="connsiteY11" fmla="*/ 49673 h 177224"/>
                <a:gd name="connsiteX12" fmla="*/ 184116 w 203063"/>
                <a:gd name="connsiteY12" fmla="*/ 160601 h 177224"/>
                <a:gd name="connsiteX13" fmla="*/ 151813 w 203063"/>
                <a:gd name="connsiteY13" fmla="*/ 17722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3063" h="177224">
                  <a:moveTo>
                    <a:pt x="151813" y="177224"/>
                  </a:moveTo>
                  <a:cubicBezTo>
                    <a:pt x="129889" y="177217"/>
                    <a:pt x="112123" y="159438"/>
                    <a:pt x="112129" y="137515"/>
                  </a:cubicBezTo>
                  <a:cubicBezTo>
                    <a:pt x="112132" y="129224"/>
                    <a:pt x="114731" y="121143"/>
                    <a:pt x="119560" y="114404"/>
                  </a:cubicBezTo>
                  <a:cubicBezTo>
                    <a:pt x="122255" y="110663"/>
                    <a:pt x="123697" y="106164"/>
                    <a:pt x="123678" y="101553"/>
                  </a:cubicBezTo>
                  <a:cubicBezTo>
                    <a:pt x="123100" y="89344"/>
                    <a:pt x="112733" y="79915"/>
                    <a:pt x="100525" y="80494"/>
                  </a:cubicBezTo>
                  <a:cubicBezTo>
                    <a:pt x="89126" y="81034"/>
                    <a:pt x="80006" y="90154"/>
                    <a:pt x="79466" y="101553"/>
                  </a:cubicBezTo>
                  <a:cubicBezTo>
                    <a:pt x="79427" y="105513"/>
                    <a:pt x="80474" y="109408"/>
                    <a:pt x="82493" y="112816"/>
                  </a:cubicBezTo>
                  <a:cubicBezTo>
                    <a:pt x="93888" y="131546"/>
                    <a:pt x="87942" y="155967"/>
                    <a:pt x="69212" y="167362"/>
                  </a:cubicBezTo>
                  <a:cubicBezTo>
                    <a:pt x="50483" y="178757"/>
                    <a:pt x="26061" y="172811"/>
                    <a:pt x="14666" y="154082"/>
                  </a:cubicBezTo>
                  <a:cubicBezTo>
                    <a:pt x="14530" y="153858"/>
                    <a:pt x="14396" y="153633"/>
                    <a:pt x="14264" y="153406"/>
                  </a:cubicBezTo>
                  <a:cubicBezTo>
                    <a:pt x="-14381" y="105205"/>
                    <a:pt x="1472" y="42909"/>
                    <a:pt x="49673" y="14264"/>
                  </a:cubicBezTo>
                  <a:cubicBezTo>
                    <a:pt x="97874" y="-14381"/>
                    <a:pt x="160170" y="1472"/>
                    <a:pt x="188815" y="49673"/>
                  </a:cubicBezTo>
                  <a:cubicBezTo>
                    <a:pt x="209398" y="84306"/>
                    <a:pt x="207552" y="127833"/>
                    <a:pt x="184116" y="160601"/>
                  </a:cubicBezTo>
                  <a:cubicBezTo>
                    <a:pt x="176665" y="171033"/>
                    <a:pt x="164633" y="177225"/>
                    <a:pt x="151813" y="1772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80FC1C1D-96E2-394E-8A9B-CED760354B94}"/>
                </a:ext>
              </a:extLst>
            </p:cNvPr>
            <p:cNvSpPr/>
            <p:nvPr/>
          </p:nvSpPr>
          <p:spPr>
            <a:xfrm>
              <a:off x="5502982" y="5152249"/>
              <a:ext cx="163748" cy="79393"/>
            </a:xfrm>
            <a:custGeom>
              <a:avLst/>
              <a:gdLst>
                <a:gd name="connsiteX0" fmla="*/ 124052 w 163748"/>
                <a:gd name="connsiteY0" fmla="*/ 79393 h 79393"/>
                <a:gd name="connsiteX1" fmla="*/ 124052 w 163748"/>
                <a:gd name="connsiteY1" fmla="*/ 79393 h 79393"/>
                <a:gd name="connsiteX2" fmla="*/ 39697 w 163748"/>
                <a:gd name="connsiteY2" fmla="*/ 79393 h 79393"/>
                <a:gd name="connsiteX3" fmla="*/ 0 w 163748"/>
                <a:gd name="connsiteY3" fmla="*/ 39697 h 79393"/>
                <a:gd name="connsiteX4" fmla="*/ 39697 w 163748"/>
                <a:gd name="connsiteY4" fmla="*/ 0 h 79393"/>
                <a:gd name="connsiteX5" fmla="*/ 39697 w 163748"/>
                <a:gd name="connsiteY5" fmla="*/ 0 h 79393"/>
                <a:gd name="connsiteX6" fmla="*/ 124052 w 163748"/>
                <a:gd name="connsiteY6" fmla="*/ 0 h 79393"/>
                <a:gd name="connsiteX7" fmla="*/ 163748 w 163748"/>
                <a:gd name="connsiteY7" fmla="*/ 39697 h 79393"/>
                <a:gd name="connsiteX8" fmla="*/ 124052 w 163748"/>
                <a:gd name="connsiteY8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748" h="79393">
                  <a:moveTo>
                    <a:pt x="124052" y="79393"/>
                  </a:moveTo>
                  <a:lnTo>
                    <a:pt x="124052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124052" y="0"/>
                  </a:lnTo>
                  <a:cubicBezTo>
                    <a:pt x="145976" y="0"/>
                    <a:pt x="163748" y="17773"/>
                    <a:pt x="163748" y="39697"/>
                  </a:cubicBezTo>
                  <a:cubicBezTo>
                    <a:pt x="163748" y="61620"/>
                    <a:pt x="145976" y="79393"/>
                    <a:pt x="12405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98" name="Picture Placeholder 81">
              <a:extLst>
                <a:ext uri="{FF2B5EF4-FFF2-40B4-BE49-F238E27FC236}">
                  <a16:creationId xmlns:a16="http://schemas.microsoft.com/office/drawing/2014/main" id="{6DE2F31C-67CF-4E3F-B321-7581ACC20D5C}"/>
                </a:ext>
              </a:extLst>
            </p:cNvPr>
            <p:cNvGrpSpPr/>
            <p:nvPr/>
          </p:nvGrpSpPr>
          <p:grpSpPr>
            <a:xfrm>
              <a:off x="5589223" y="4862166"/>
              <a:ext cx="692804" cy="654199"/>
              <a:chOff x="5589223" y="4862166"/>
              <a:chExt cx="692804" cy="654199"/>
            </a:xfrm>
            <a:solidFill>
              <a:srgbClr val="FFFFFF"/>
            </a:solidFill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104C886A-EADA-C04F-9B29-D4E5227C553F}"/>
                  </a:ext>
                </a:extLst>
              </p:cNvPr>
              <p:cNvSpPr/>
              <p:nvPr/>
            </p:nvSpPr>
            <p:spPr>
              <a:xfrm>
                <a:off x="5589223" y="4862166"/>
                <a:ext cx="645000" cy="654199"/>
              </a:xfrm>
              <a:custGeom>
                <a:avLst/>
                <a:gdLst>
                  <a:gd name="connsiteX0" fmla="*/ 322535 w 645000"/>
                  <a:gd name="connsiteY0" fmla="*/ 654200 h 654199"/>
                  <a:gd name="connsiteX1" fmla="*/ 0 w 645000"/>
                  <a:gd name="connsiteY1" fmla="*/ 331665 h 654199"/>
                  <a:gd name="connsiteX2" fmla="*/ 322535 w 645000"/>
                  <a:gd name="connsiteY2" fmla="*/ 9131 h 654199"/>
                  <a:gd name="connsiteX3" fmla="*/ 429468 w 645000"/>
                  <a:gd name="connsiteY3" fmla="*/ 26994 h 654199"/>
                  <a:gd name="connsiteX4" fmla="*/ 453335 w 645000"/>
                  <a:gd name="connsiteY4" fmla="*/ 17567 h 654199"/>
                  <a:gd name="connsiteX5" fmla="*/ 535061 w 645000"/>
                  <a:gd name="connsiteY5" fmla="*/ 7047 h 654199"/>
                  <a:gd name="connsiteX6" fmla="*/ 556497 w 645000"/>
                  <a:gd name="connsiteY6" fmla="*/ 90559 h 654199"/>
                  <a:gd name="connsiteX7" fmla="*/ 556199 w 645000"/>
                  <a:gd name="connsiteY7" fmla="*/ 107827 h 654199"/>
                  <a:gd name="connsiteX8" fmla="*/ 634897 w 645000"/>
                  <a:gd name="connsiteY8" fmla="*/ 247906 h 654199"/>
                  <a:gd name="connsiteX9" fmla="*/ 606589 w 645000"/>
                  <a:gd name="connsiteY9" fmla="*/ 296410 h 654199"/>
                  <a:gd name="connsiteX10" fmla="*/ 558085 w 645000"/>
                  <a:gd name="connsiteY10" fmla="*/ 268101 h 654199"/>
                  <a:gd name="connsiteX11" fmla="*/ 491146 w 645000"/>
                  <a:gd name="connsiteY11" fmla="*/ 155065 h 654199"/>
                  <a:gd name="connsiteX12" fmla="*/ 477004 w 645000"/>
                  <a:gd name="connsiteY12" fmla="*/ 93635 h 654199"/>
                  <a:gd name="connsiteX13" fmla="*/ 411753 w 645000"/>
                  <a:gd name="connsiteY13" fmla="*/ 104998 h 654199"/>
                  <a:gd name="connsiteX14" fmla="*/ 322436 w 645000"/>
                  <a:gd name="connsiteY14" fmla="*/ 88524 h 654199"/>
                  <a:gd name="connsiteX15" fmla="*/ 79294 w 645000"/>
                  <a:gd name="connsiteY15" fmla="*/ 331665 h 654199"/>
                  <a:gd name="connsiteX16" fmla="*/ 322436 w 645000"/>
                  <a:gd name="connsiteY16" fmla="*/ 574807 h 654199"/>
                  <a:gd name="connsiteX17" fmla="*/ 567016 w 645000"/>
                  <a:gd name="connsiteY17" fmla="*/ 388630 h 654199"/>
                  <a:gd name="connsiteX18" fmla="*/ 615942 w 645000"/>
                  <a:gd name="connsiteY18" fmla="*/ 361041 h 654199"/>
                  <a:gd name="connsiteX19" fmla="*/ 643531 w 645000"/>
                  <a:gd name="connsiteY19" fmla="*/ 409967 h 654199"/>
                  <a:gd name="connsiteX20" fmla="*/ 322535 w 645000"/>
                  <a:gd name="connsiteY20" fmla="*/ 654200 h 654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45000" h="654199">
                    <a:moveTo>
                      <a:pt x="322535" y="654200"/>
                    </a:moveTo>
                    <a:cubicBezTo>
                      <a:pt x="144404" y="654200"/>
                      <a:pt x="0" y="509799"/>
                      <a:pt x="0" y="331665"/>
                    </a:cubicBezTo>
                    <a:cubicBezTo>
                      <a:pt x="0" y="153535"/>
                      <a:pt x="144404" y="9131"/>
                      <a:pt x="322535" y="9131"/>
                    </a:cubicBezTo>
                    <a:cubicBezTo>
                      <a:pt x="358926" y="9077"/>
                      <a:pt x="395070" y="15115"/>
                      <a:pt x="429468" y="26994"/>
                    </a:cubicBezTo>
                    <a:cubicBezTo>
                      <a:pt x="436216" y="24563"/>
                      <a:pt x="446090" y="20544"/>
                      <a:pt x="453335" y="17567"/>
                    </a:cubicBezTo>
                    <a:cubicBezTo>
                      <a:pt x="492139" y="1738"/>
                      <a:pt x="513475" y="-6996"/>
                      <a:pt x="535061" y="7047"/>
                    </a:cubicBezTo>
                    <a:cubicBezTo>
                      <a:pt x="558035" y="21933"/>
                      <a:pt x="557489" y="47835"/>
                      <a:pt x="556497" y="90559"/>
                    </a:cubicBezTo>
                    <a:cubicBezTo>
                      <a:pt x="556497" y="95521"/>
                      <a:pt x="556249" y="102368"/>
                      <a:pt x="556199" y="107827"/>
                    </a:cubicBezTo>
                    <a:cubicBezTo>
                      <a:pt x="593965" y="147031"/>
                      <a:pt x="621058" y="195257"/>
                      <a:pt x="634897" y="247906"/>
                    </a:cubicBezTo>
                    <a:cubicBezTo>
                      <a:pt x="640475" y="269117"/>
                      <a:pt x="627802" y="290833"/>
                      <a:pt x="606589" y="296410"/>
                    </a:cubicBezTo>
                    <a:cubicBezTo>
                      <a:pt x="585376" y="301987"/>
                      <a:pt x="563662" y="289313"/>
                      <a:pt x="558085" y="268101"/>
                    </a:cubicBezTo>
                    <a:cubicBezTo>
                      <a:pt x="546746" y="224919"/>
                      <a:pt x="523563" y="185766"/>
                      <a:pt x="491146" y="155065"/>
                    </a:cubicBezTo>
                    <a:cubicBezTo>
                      <a:pt x="476706" y="141420"/>
                      <a:pt x="476260" y="124995"/>
                      <a:pt x="477004" y="93635"/>
                    </a:cubicBezTo>
                    <a:cubicBezTo>
                      <a:pt x="446339" y="106139"/>
                      <a:pt x="429815" y="111995"/>
                      <a:pt x="411753" y="104998"/>
                    </a:cubicBezTo>
                    <a:cubicBezTo>
                      <a:pt x="383251" y="94047"/>
                      <a:pt x="352969" y="88462"/>
                      <a:pt x="322436" y="88524"/>
                    </a:cubicBezTo>
                    <a:cubicBezTo>
                      <a:pt x="188152" y="88524"/>
                      <a:pt x="79294" y="197382"/>
                      <a:pt x="79294" y="331665"/>
                    </a:cubicBezTo>
                    <a:cubicBezTo>
                      <a:pt x="79294" y="465949"/>
                      <a:pt x="188152" y="574807"/>
                      <a:pt x="322436" y="574807"/>
                    </a:cubicBezTo>
                    <a:cubicBezTo>
                      <a:pt x="432296" y="574807"/>
                      <a:pt x="537442" y="494769"/>
                      <a:pt x="567016" y="388630"/>
                    </a:cubicBezTo>
                    <a:cubicBezTo>
                      <a:pt x="572906" y="367501"/>
                      <a:pt x="594814" y="355149"/>
                      <a:pt x="615942" y="361041"/>
                    </a:cubicBezTo>
                    <a:cubicBezTo>
                      <a:pt x="637071" y="366933"/>
                      <a:pt x="649421" y="388838"/>
                      <a:pt x="643531" y="409967"/>
                    </a:cubicBezTo>
                    <a:cubicBezTo>
                      <a:pt x="604827" y="549203"/>
                      <a:pt x="466782" y="654200"/>
                      <a:pt x="322535" y="6542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0C13B43D-9B40-BE48-80C9-230588911416}"/>
                  </a:ext>
                </a:extLst>
              </p:cNvPr>
              <p:cNvSpPr/>
              <p:nvPr/>
            </p:nvSpPr>
            <p:spPr>
              <a:xfrm>
                <a:off x="6150037" y="5079704"/>
                <a:ext cx="131991" cy="218331"/>
              </a:xfrm>
              <a:custGeom>
                <a:avLst/>
                <a:gdLst>
                  <a:gd name="connsiteX0" fmla="*/ 92295 w 131991"/>
                  <a:gd name="connsiteY0" fmla="*/ 218331 h 218331"/>
                  <a:gd name="connsiteX1" fmla="*/ 44659 w 131991"/>
                  <a:gd name="connsiteY1" fmla="*/ 218331 h 218331"/>
                  <a:gd name="connsiteX2" fmla="*/ 4962 w 131991"/>
                  <a:gd name="connsiteY2" fmla="*/ 178634 h 218331"/>
                  <a:gd name="connsiteX3" fmla="*/ 44659 w 131991"/>
                  <a:gd name="connsiteY3" fmla="*/ 138938 h 218331"/>
                  <a:gd name="connsiteX4" fmla="*/ 52598 w 131991"/>
                  <a:gd name="connsiteY4" fmla="*/ 138938 h 218331"/>
                  <a:gd name="connsiteX5" fmla="*/ 52598 w 131991"/>
                  <a:gd name="connsiteY5" fmla="*/ 79393 h 218331"/>
                  <a:gd name="connsiteX6" fmla="*/ 39697 w 131991"/>
                  <a:gd name="connsiteY6" fmla="*/ 79393 h 218331"/>
                  <a:gd name="connsiteX7" fmla="*/ 0 w 131991"/>
                  <a:gd name="connsiteY7" fmla="*/ 39697 h 218331"/>
                  <a:gd name="connsiteX8" fmla="*/ 39697 w 131991"/>
                  <a:gd name="connsiteY8" fmla="*/ 0 h 218331"/>
                  <a:gd name="connsiteX9" fmla="*/ 92295 w 131991"/>
                  <a:gd name="connsiteY9" fmla="*/ 0 h 218331"/>
                  <a:gd name="connsiteX10" fmla="*/ 131991 w 131991"/>
                  <a:gd name="connsiteY10" fmla="*/ 39697 h 218331"/>
                  <a:gd name="connsiteX11" fmla="*/ 131991 w 131991"/>
                  <a:gd name="connsiteY11" fmla="*/ 178634 h 218331"/>
                  <a:gd name="connsiteX12" fmla="*/ 92295 w 131991"/>
                  <a:gd name="connsiteY12" fmla="*/ 218331 h 21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991" h="218331">
                    <a:moveTo>
                      <a:pt x="92295" y="218331"/>
                    </a:moveTo>
                    <a:lnTo>
                      <a:pt x="44659" y="218331"/>
                    </a:lnTo>
                    <a:cubicBezTo>
                      <a:pt x="22736" y="218331"/>
                      <a:pt x="4962" y="200557"/>
                      <a:pt x="4962" y="178634"/>
                    </a:cubicBezTo>
                    <a:cubicBezTo>
                      <a:pt x="4962" y="156711"/>
                      <a:pt x="22736" y="138938"/>
                      <a:pt x="44659" y="138938"/>
                    </a:cubicBezTo>
                    <a:lnTo>
                      <a:pt x="52598" y="138938"/>
                    </a:lnTo>
                    <a:lnTo>
                      <a:pt x="52598" y="79393"/>
                    </a:lnTo>
                    <a:lnTo>
                      <a:pt x="39697" y="79393"/>
                    </a:lnTo>
                    <a:cubicBezTo>
                      <a:pt x="17774" y="79393"/>
                      <a:pt x="0" y="61620"/>
                      <a:pt x="0" y="39697"/>
                    </a:cubicBezTo>
                    <a:cubicBezTo>
                      <a:pt x="0" y="17773"/>
                      <a:pt x="17774" y="0"/>
                      <a:pt x="39697" y="0"/>
                    </a:cubicBezTo>
                    <a:lnTo>
                      <a:pt x="92295" y="0"/>
                    </a:lnTo>
                    <a:cubicBezTo>
                      <a:pt x="114217" y="0"/>
                      <a:pt x="131991" y="17773"/>
                      <a:pt x="131991" y="39697"/>
                    </a:cubicBezTo>
                    <a:lnTo>
                      <a:pt x="131991" y="178634"/>
                    </a:lnTo>
                    <a:cubicBezTo>
                      <a:pt x="131991" y="200557"/>
                      <a:pt x="114217" y="218331"/>
                      <a:pt x="92295" y="2183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25A6B17A-C629-4B49-8C27-74FB9D6E2AFD}"/>
                </a:ext>
              </a:extLst>
            </p:cNvPr>
            <p:cNvSpPr/>
            <p:nvPr/>
          </p:nvSpPr>
          <p:spPr>
            <a:xfrm>
              <a:off x="6009511" y="5103635"/>
              <a:ext cx="79442" cy="79428"/>
            </a:xfrm>
            <a:custGeom>
              <a:avLst/>
              <a:gdLst>
                <a:gd name="connsiteX0" fmla="*/ 39746 w 79442"/>
                <a:gd name="connsiteY0" fmla="*/ 79429 h 79428"/>
                <a:gd name="connsiteX1" fmla="*/ 32005 w 79442"/>
                <a:gd name="connsiteY1" fmla="*/ 78684 h 79428"/>
                <a:gd name="connsiteX2" fmla="*/ 24562 w 79442"/>
                <a:gd name="connsiteY2" fmla="*/ 76402 h 79428"/>
                <a:gd name="connsiteX3" fmla="*/ 17715 w 79442"/>
                <a:gd name="connsiteY3" fmla="*/ 72730 h 79428"/>
                <a:gd name="connsiteX4" fmla="*/ 11661 w 79442"/>
                <a:gd name="connsiteY4" fmla="*/ 67768 h 79428"/>
                <a:gd name="connsiteX5" fmla="*/ 6699 w 79442"/>
                <a:gd name="connsiteY5" fmla="*/ 61714 h 79428"/>
                <a:gd name="connsiteX6" fmla="*/ 3076 w 79442"/>
                <a:gd name="connsiteY6" fmla="*/ 54866 h 79428"/>
                <a:gd name="connsiteX7" fmla="*/ 794 w 79442"/>
                <a:gd name="connsiteY7" fmla="*/ 47473 h 79428"/>
                <a:gd name="connsiteX8" fmla="*/ 0 w 79442"/>
                <a:gd name="connsiteY8" fmla="*/ 39682 h 79428"/>
                <a:gd name="connsiteX9" fmla="*/ 794 w 79442"/>
                <a:gd name="connsiteY9" fmla="*/ 31942 h 79428"/>
                <a:gd name="connsiteX10" fmla="*/ 3076 w 79442"/>
                <a:gd name="connsiteY10" fmla="*/ 24498 h 79428"/>
                <a:gd name="connsiteX11" fmla="*/ 6699 w 79442"/>
                <a:gd name="connsiteY11" fmla="*/ 17651 h 79428"/>
                <a:gd name="connsiteX12" fmla="*/ 17665 w 79442"/>
                <a:gd name="connsiteY12" fmla="*/ 6685 h 79428"/>
                <a:gd name="connsiteX13" fmla="*/ 24513 w 79442"/>
                <a:gd name="connsiteY13" fmla="*/ 3062 h 79428"/>
                <a:gd name="connsiteX14" fmla="*/ 31956 w 79442"/>
                <a:gd name="connsiteY14" fmla="*/ 780 h 79428"/>
                <a:gd name="connsiteX15" fmla="*/ 54881 w 79442"/>
                <a:gd name="connsiteY15" fmla="*/ 3062 h 79428"/>
                <a:gd name="connsiteX16" fmla="*/ 61728 w 79442"/>
                <a:gd name="connsiteY16" fmla="*/ 6685 h 79428"/>
                <a:gd name="connsiteX17" fmla="*/ 67782 w 79442"/>
                <a:gd name="connsiteY17" fmla="*/ 11647 h 79428"/>
                <a:gd name="connsiteX18" fmla="*/ 72744 w 79442"/>
                <a:gd name="connsiteY18" fmla="*/ 17651 h 79428"/>
                <a:gd name="connsiteX19" fmla="*/ 76416 w 79442"/>
                <a:gd name="connsiteY19" fmla="*/ 24498 h 79428"/>
                <a:gd name="connsiteX20" fmla="*/ 78649 w 79442"/>
                <a:gd name="connsiteY20" fmla="*/ 31942 h 79428"/>
                <a:gd name="connsiteX21" fmla="*/ 79443 w 79442"/>
                <a:gd name="connsiteY21" fmla="*/ 39682 h 79428"/>
                <a:gd name="connsiteX22" fmla="*/ 78649 w 79442"/>
                <a:gd name="connsiteY22" fmla="*/ 47473 h 79428"/>
                <a:gd name="connsiteX23" fmla="*/ 76416 w 79442"/>
                <a:gd name="connsiteY23" fmla="*/ 54866 h 79428"/>
                <a:gd name="connsiteX24" fmla="*/ 72744 w 79442"/>
                <a:gd name="connsiteY24" fmla="*/ 61714 h 79428"/>
                <a:gd name="connsiteX25" fmla="*/ 61778 w 79442"/>
                <a:gd name="connsiteY25" fmla="*/ 72680 h 79428"/>
                <a:gd name="connsiteX26" fmla="*/ 54930 w 79442"/>
                <a:gd name="connsiteY26" fmla="*/ 76352 h 79428"/>
                <a:gd name="connsiteX27" fmla="*/ 47487 w 79442"/>
                <a:gd name="connsiteY27" fmla="*/ 78635 h 79428"/>
                <a:gd name="connsiteX28" fmla="*/ 39746 w 79442"/>
                <a:gd name="connsiteY28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442" h="79428">
                  <a:moveTo>
                    <a:pt x="39746" y="79429"/>
                  </a:moveTo>
                  <a:cubicBezTo>
                    <a:pt x="37146" y="79427"/>
                    <a:pt x="34556" y="79177"/>
                    <a:pt x="32005" y="78684"/>
                  </a:cubicBezTo>
                  <a:cubicBezTo>
                    <a:pt x="29460" y="78143"/>
                    <a:pt x="26974" y="77379"/>
                    <a:pt x="24562" y="76402"/>
                  </a:cubicBezTo>
                  <a:cubicBezTo>
                    <a:pt x="22171" y="75395"/>
                    <a:pt x="19878" y="74166"/>
                    <a:pt x="17715" y="72730"/>
                  </a:cubicBezTo>
                  <a:cubicBezTo>
                    <a:pt x="15531" y="71285"/>
                    <a:pt x="13507" y="69623"/>
                    <a:pt x="11661" y="67768"/>
                  </a:cubicBezTo>
                  <a:cubicBezTo>
                    <a:pt x="9820" y="65910"/>
                    <a:pt x="8158" y="63883"/>
                    <a:pt x="6699" y="61714"/>
                  </a:cubicBezTo>
                  <a:cubicBezTo>
                    <a:pt x="5260" y="59562"/>
                    <a:pt x="4044" y="57267"/>
                    <a:pt x="3076" y="54866"/>
                  </a:cubicBezTo>
                  <a:cubicBezTo>
                    <a:pt x="2069" y="52485"/>
                    <a:pt x="1305" y="50007"/>
                    <a:pt x="794" y="47473"/>
                  </a:cubicBezTo>
                  <a:cubicBezTo>
                    <a:pt x="283" y="44907"/>
                    <a:pt x="20" y="42298"/>
                    <a:pt x="0" y="39682"/>
                  </a:cubicBezTo>
                  <a:cubicBezTo>
                    <a:pt x="20" y="37083"/>
                    <a:pt x="283" y="34491"/>
                    <a:pt x="794" y="31942"/>
                  </a:cubicBezTo>
                  <a:cubicBezTo>
                    <a:pt x="1310" y="29393"/>
                    <a:pt x="2079" y="26900"/>
                    <a:pt x="3076" y="24498"/>
                  </a:cubicBezTo>
                  <a:cubicBezTo>
                    <a:pt x="4064" y="22107"/>
                    <a:pt x="5280" y="19814"/>
                    <a:pt x="6699" y="17651"/>
                  </a:cubicBezTo>
                  <a:cubicBezTo>
                    <a:pt x="9592" y="13304"/>
                    <a:pt x="13318" y="9576"/>
                    <a:pt x="17665" y="6685"/>
                  </a:cubicBezTo>
                  <a:cubicBezTo>
                    <a:pt x="19823" y="5255"/>
                    <a:pt x="22116" y="4041"/>
                    <a:pt x="24513" y="3062"/>
                  </a:cubicBezTo>
                  <a:cubicBezTo>
                    <a:pt x="26914" y="2063"/>
                    <a:pt x="29405" y="1298"/>
                    <a:pt x="31956" y="780"/>
                  </a:cubicBezTo>
                  <a:cubicBezTo>
                    <a:pt x="39652" y="-782"/>
                    <a:pt x="47641" y="14"/>
                    <a:pt x="54881" y="3062"/>
                  </a:cubicBezTo>
                  <a:cubicBezTo>
                    <a:pt x="57282" y="4030"/>
                    <a:pt x="59575" y="5245"/>
                    <a:pt x="61728" y="6685"/>
                  </a:cubicBezTo>
                  <a:cubicBezTo>
                    <a:pt x="63907" y="8131"/>
                    <a:pt x="65936" y="9793"/>
                    <a:pt x="67782" y="11647"/>
                  </a:cubicBezTo>
                  <a:cubicBezTo>
                    <a:pt x="69648" y="13463"/>
                    <a:pt x="71310" y="15476"/>
                    <a:pt x="72744" y="17651"/>
                  </a:cubicBezTo>
                  <a:cubicBezTo>
                    <a:pt x="74178" y="19813"/>
                    <a:pt x="75409" y="22106"/>
                    <a:pt x="76416" y="24498"/>
                  </a:cubicBezTo>
                  <a:cubicBezTo>
                    <a:pt x="77398" y="26901"/>
                    <a:pt x="78148" y="29394"/>
                    <a:pt x="78649" y="31942"/>
                  </a:cubicBezTo>
                  <a:cubicBezTo>
                    <a:pt x="79185" y="34487"/>
                    <a:pt x="79448" y="37082"/>
                    <a:pt x="79443" y="39682"/>
                  </a:cubicBezTo>
                  <a:cubicBezTo>
                    <a:pt x="79448" y="42300"/>
                    <a:pt x="79185" y="44910"/>
                    <a:pt x="78649" y="47473"/>
                  </a:cubicBezTo>
                  <a:cubicBezTo>
                    <a:pt x="78153" y="50006"/>
                    <a:pt x="77408" y="52483"/>
                    <a:pt x="76416" y="54866"/>
                  </a:cubicBezTo>
                  <a:cubicBezTo>
                    <a:pt x="75428" y="57269"/>
                    <a:pt x="74198" y="59564"/>
                    <a:pt x="72744" y="61714"/>
                  </a:cubicBezTo>
                  <a:cubicBezTo>
                    <a:pt x="69891" y="66090"/>
                    <a:pt x="66154" y="69825"/>
                    <a:pt x="61778" y="72680"/>
                  </a:cubicBezTo>
                  <a:cubicBezTo>
                    <a:pt x="59619" y="74125"/>
                    <a:pt x="57327" y="75355"/>
                    <a:pt x="54930" y="76352"/>
                  </a:cubicBezTo>
                  <a:cubicBezTo>
                    <a:pt x="52524" y="77336"/>
                    <a:pt x="50033" y="78100"/>
                    <a:pt x="47487" y="78635"/>
                  </a:cubicBezTo>
                  <a:cubicBezTo>
                    <a:pt x="44937" y="79147"/>
                    <a:pt x="42346" y="79413"/>
                    <a:pt x="39746" y="79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2" name="Picture Placeholder 83">
            <a:extLst>
              <a:ext uri="{FF2B5EF4-FFF2-40B4-BE49-F238E27FC236}">
                <a16:creationId xmlns:a16="http://schemas.microsoft.com/office/drawing/2014/main" id="{B780987E-6FA9-4523-A39B-A3D604B51CB7}"/>
              </a:ext>
            </a:extLst>
          </p:cNvPr>
          <p:cNvGrpSpPr>
            <a:grpSpLocks noChangeAspect="1"/>
          </p:cNvGrpSpPr>
          <p:nvPr/>
        </p:nvGrpSpPr>
        <p:grpSpPr>
          <a:xfrm>
            <a:off x="6997140" y="4851399"/>
            <a:ext cx="424753" cy="682780"/>
            <a:chOff x="6997140" y="4851399"/>
            <a:chExt cx="424753" cy="682780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316A6DE9-126E-8A4E-AB91-F632FE38CC33}"/>
                </a:ext>
              </a:extLst>
            </p:cNvPr>
            <p:cNvSpPr/>
            <p:nvPr/>
          </p:nvSpPr>
          <p:spPr>
            <a:xfrm>
              <a:off x="6997140" y="4851399"/>
              <a:ext cx="424753" cy="681788"/>
            </a:xfrm>
            <a:custGeom>
              <a:avLst/>
              <a:gdLst>
                <a:gd name="connsiteX0" fmla="*/ 253066 w 424753"/>
                <a:gd name="connsiteY0" fmla="*/ 681788 h 681788"/>
                <a:gd name="connsiteX1" fmla="*/ 108669 w 424753"/>
                <a:gd name="connsiteY1" fmla="*/ 681788 h 681788"/>
                <a:gd name="connsiteX2" fmla="*/ 80386 w 424753"/>
                <a:gd name="connsiteY2" fmla="*/ 669879 h 681788"/>
                <a:gd name="connsiteX3" fmla="*/ 68973 w 424753"/>
                <a:gd name="connsiteY3" fmla="*/ 641595 h 681788"/>
                <a:gd name="connsiteX4" fmla="*/ 70461 w 424753"/>
                <a:gd name="connsiteY4" fmla="*/ 433189 h 681788"/>
                <a:gd name="connsiteX5" fmla="*/ 40193 w 424753"/>
                <a:gd name="connsiteY5" fmla="*/ 433685 h 681788"/>
                <a:gd name="connsiteX6" fmla="*/ 11909 w 424753"/>
                <a:gd name="connsiteY6" fmla="*/ 422272 h 681788"/>
                <a:gd name="connsiteX7" fmla="*/ 0 w 424753"/>
                <a:gd name="connsiteY7" fmla="*/ 393988 h 681788"/>
                <a:gd name="connsiteX8" fmla="*/ 0 w 424753"/>
                <a:gd name="connsiteY8" fmla="*/ 289289 h 681788"/>
                <a:gd name="connsiteX9" fmla="*/ 39200 w 424753"/>
                <a:gd name="connsiteY9" fmla="*/ 249592 h 681788"/>
                <a:gd name="connsiteX10" fmla="*/ 68477 w 424753"/>
                <a:gd name="connsiteY10" fmla="*/ 249096 h 681788"/>
                <a:gd name="connsiteX11" fmla="*/ 68477 w 424753"/>
                <a:gd name="connsiteY11" fmla="*/ 191536 h 681788"/>
                <a:gd name="connsiteX12" fmla="*/ 246119 w 424753"/>
                <a:gd name="connsiteY12" fmla="*/ 0 h 681788"/>
                <a:gd name="connsiteX13" fmla="*/ 247111 w 424753"/>
                <a:gd name="connsiteY13" fmla="*/ 0 h 681788"/>
                <a:gd name="connsiteX14" fmla="*/ 385057 w 424753"/>
                <a:gd name="connsiteY14" fmla="*/ 0 h 681788"/>
                <a:gd name="connsiteX15" fmla="*/ 424754 w 424753"/>
                <a:gd name="connsiteY15" fmla="*/ 39697 h 681788"/>
                <a:gd name="connsiteX16" fmla="*/ 385057 w 424753"/>
                <a:gd name="connsiteY16" fmla="*/ 79393 h 681788"/>
                <a:gd name="connsiteX17" fmla="*/ 248104 w 424753"/>
                <a:gd name="connsiteY17" fmla="*/ 79393 h 681788"/>
                <a:gd name="connsiteX18" fmla="*/ 148366 w 424753"/>
                <a:gd name="connsiteY18" fmla="*/ 191536 h 681788"/>
                <a:gd name="connsiteX19" fmla="*/ 148366 w 424753"/>
                <a:gd name="connsiteY19" fmla="*/ 288296 h 681788"/>
                <a:gd name="connsiteX20" fmla="*/ 109166 w 424753"/>
                <a:gd name="connsiteY20" fmla="*/ 327993 h 681788"/>
                <a:gd name="connsiteX21" fmla="*/ 79889 w 424753"/>
                <a:gd name="connsiteY21" fmla="*/ 328489 h 681788"/>
                <a:gd name="connsiteX22" fmla="*/ 79889 w 424753"/>
                <a:gd name="connsiteY22" fmla="*/ 353796 h 681788"/>
                <a:gd name="connsiteX23" fmla="*/ 110158 w 424753"/>
                <a:gd name="connsiteY23" fmla="*/ 353299 h 681788"/>
                <a:gd name="connsiteX24" fmla="*/ 138442 w 424753"/>
                <a:gd name="connsiteY24" fmla="*/ 364712 h 681788"/>
                <a:gd name="connsiteX25" fmla="*/ 149855 w 424753"/>
                <a:gd name="connsiteY25" fmla="*/ 392996 h 681788"/>
                <a:gd name="connsiteX26" fmla="*/ 148366 w 424753"/>
                <a:gd name="connsiteY26" fmla="*/ 601899 h 681788"/>
                <a:gd name="connsiteX27" fmla="*/ 252570 w 424753"/>
                <a:gd name="connsiteY27" fmla="*/ 601899 h 681788"/>
                <a:gd name="connsiteX28" fmla="*/ 292266 w 424753"/>
                <a:gd name="connsiteY28" fmla="*/ 641595 h 681788"/>
                <a:gd name="connsiteX29" fmla="*/ 253066 w 424753"/>
                <a:gd name="connsiteY29" fmla="*/ 681788 h 68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4753" h="681788">
                  <a:moveTo>
                    <a:pt x="253066" y="681788"/>
                  </a:moveTo>
                  <a:lnTo>
                    <a:pt x="108669" y="681788"/>
                  </a:lnTo>
                  <a:cubicBezTo>
                    <a:pt x="98249" y="681788"/>
                    <a:pt x="87829" y="677322"/>
                    <a:pt x="80386" y="669879"/>
                  </a:cubicBezTo>
                  <a:cubicBezTo>
                    <a:pt x="72942" y="662436"/>
                    <a:pt x="68973" y="652016"/>
                    <a:pt x="68973" y="641595"/>
                  </a:cubicBezTo>
                  <a:lnTo>
                    <a:pt x="70461" y="433189"/>
                  </a:lnTo>
                  <a:lnTo>
                    <a:pt x="40193" y="433685"/>
                  </a:lnTo>
                  <a:cubicBezTo>
                    <a:pt x="29772" y="433685"/>
                    <a:pt x="19352" y="429715"/>
                    <a:pt x="11909" y="422272"/>
                  </a:cubicBezTo>
                  <a:cubicBezTo>
                    <a:pt x="4466" y="414829"/>
                    <a:pt x="0" y="404905"/>
                    <a:pt x="0" y="393988"/>
                  </a:cubicBezTo>
                  <a:lnTo>
                    <a:pt x="0" y="289289"/>
                  </a:lnTo>
                  <a:cubicBezTo>
                    <a:pt x="0" y="267456"/>
                    <a:pt x="17367" y="250088"/>
                    <a:pt x="39200" y="249592"/>
                  </a:cubicBezTo>
                  <a:lnTo>
                    <a:pt x="68477" y="249096"/>
                  </a:lnTo>
                  <a:lnTo>
                    <a:pt x="68477" y="191536"/>
                  </a:lnTo>
                  <a:cubicBezTo>
                    <a:pt x="68477" y="86836"/>
                    <a:pt x="146381" y="2481"/>
                    <a:pt x="246119" y="0"/>
                  </a:cubicBezTo>
                  <a:cubicBezTo>
                    <a:pt x="246615" y="0"/>
                    <a:pt x="246615" y="0"/>
                    <a:pt x="247111" y="0"/>
                  </a:cubicBezTo>
                  <a:lnTo>
                    <a:pt x="385057" y="0"/>
                  </a:lnTo>
                  <a:cubicBezTo>
                    <a:pt x="406890" y="0"/>
                    <a:pt x="424754" y="17863"/>
                    <a:pt x="424754" y="39697"/>
                  </a:cubicBezTo>
                  <a:cubicBezTo>
                    <a:pt x="424754" y="61530"/>
                    <a:pt x="406890" y="79393"/>
                    <a:pt x="385057" y="79393"/>
                  </a:cubicBezTo>
                  <a:lnTo>
                    <a:pt x="248104" y="79393"/>
                  </a:lnTo>
                  <a:cubicBezTo>
                    <a:pt x="198979" y="80882"/>
                    <a:pt x="148366" y="123059"/>
                    <a:pt x="148366" y="191536"/>
                  </a:cubicBezTo>
                  <a:lnTo>
                    <a:pt x="148366" y="288296"/>
                  </a:lnTo>
                  <a:cubicBezTo>
                    <a:pt x="148366" y="310129"/>
                    <a:pt x="130999" y="327497"/>
                    <a:pt x="109166" y="327993"/>
                  </a:cubicBezTo>
                  <a:lnTo>
                    <a:pt x="79889" y="328489"/>
                  </a:lnTo>
                  <a:lnTo>
                    <a:pt x="79889" y="353796"/>
                  </a:lnTo>
                  <a:lnTo>
                    <a:pt x="110158" y="353299"/>
                  </a:lnTo>
                  <a:cubicBezTo>
                    <a:pt x="120578" y="353299"/>
                    <a:pt x="130999" y="357269"/>
                    <a:pt x="138442" y="364712"/>
                  </a:cubicBezTo>
                  <a:cubicBezTo>
                    <a:pt x="145885" y="372155"/>
                    <a:pt x="150351" y="382576"/>
                    <a:pt x="149855" y="392996"/>
                  </a:cubicBezTo>
                  <a:lnTo>
                    <a:pt x="148366" y="601899"/>
                  </a:lnTo>
                  <a:lnTo>
                    <a:pt x="252570" y="601899"/>
                  </a:lnTo>
                  <a:cubicBezTo>
                    <a:pt x="274403" y="601899"/>
                    <a:pt x="292266" y="619762"/>
                    <a:pt x="292266" y="641595"/>
                  </a:cubicBezTo>
                  <a:cubicBezTo>
                    <a:pt x="292266" y="663429"/>
                    <a:pt x="274899" y="681788"/>
                    <a:pt x="253066" y="6817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330E1A8E-70CD-EB4A-A614-FA851D618637}"/>
                </a:ext>
              </a:extLst>
            </p:cNvPr>
            <p:cNvSpPr/>
            <p:nvPr/>
          </p:nvSpPr>
          <p:spPr>
            <a:xfrm>
              <a:off x="7210509" y="4852392"/>
              <a:ext cx="211384" cy="681788"/>
            </a:xfrm>
            <a:custGeom>
              <a:avLst/>
              <a:gdLst>
                <a:gd name="connsiteX0" fmla="*/ 40193 w 211384"/>
                <a:gd name="connsiteY0" fmla="*/ 681788 h 681788"/>
                <a:gd name="connsiteX1" fmla="*/ 496 w 211384"/>
                <a:gd name="connsiteY1" fmla="*/ 642092 h 681788"/>
                <a:gd name="connsiteX2" fmla="*/ 496 w 211384"/>
                <a:gd name="connsiteY2" fmla="*/ 394981 h 681788"/>
                <a:gd name="connsiteX3" fmla="*/ 39697 w 211384"/>
                <a:gd name="connsiteY3" fmla="*/ 355284 h 681788"/>
                <a:gd name="connsiteX4" fmla="*/ 116113 w 211384"/>
                <a:gd name="connsiteY4" fmla="*/ 354788 h 681788"/>
                <a:gd name="connsiteX5" fmla="*/ 116113 w 211384"/>
                <a:gd name="connsiteY5" fmla="*/ 324023 h 681788"/>
                <a:gd name="connsiteX6" fmla="*/ 39697 w 211384"/>
                <a:gd name="connsiteY6" fmla="*/ 323527 h 681788"/>
                <a:gd name="connsiteX7" fmla="*/ 0 w 211384"/>
                <a:gd name="connsiteY7" fmla="*/ 283830 h 681788"/>
                <a:gd name="connsiteX8" fmla="*/ 0 w 211384"/>
                <a:gd name="connsiteY8" fmla="*/ 198483 h 681788"/>
                <a:gd name="connsiteX9" fmla="*/ 496 w 211384"/>
                <a:gd name="connsiteY9" fmla="*/ 191536 h 681788"/>
                <a:gd name="connsiteX10" fmla="*/ 72446 w 211384"/>
                <a:gd name="connsiteY10" fmla="*/ 122067 h 681788"/>
                <a:gd name="connsiteX11" fmla="*/ 131991 w 211384"/>
                <a:gd name="connsiteY11" fmla="*/ 121074 h 681788"/>
                <a:gd name="connsiteX12" fmla="*/ 131991 w 211384"/>
                <a:gd name="connsiteY12" fmla="*/ 39697 h 681788"/>
                <a:gd name="connsiteX13" fmla="*/ 171688 w 211384"/>
                <a:gd name="connsiteY13" fmla="*/ 0 h 681788"/>
                <a:gd name="connsiteX14" fmla="*/ 211384 w 211384"/>
                <a:gd name="connsiteY14" fmla="*/ 39697 h 681788"/>
                <a:gd name="connsiteX15" fmla="*/ 211384 w 211384"/>
                <a:gd name="connsiteY15" fmla="*/ 161763 h 681788"/>
                <a:gd name="connsiteX16" fmla="*/ 199475 w 211384"/>
                <a:gd name="connsiteY16" fmla="*/ 190047 h 681788"/>
                <a:gd name="connsiteX17" fmla="*/ 170695 w 211384"/>
                <a:gd name="connsiteY17" fmla="*/ 200964 h 681788"/>
                <a:gd name="connsiteX18" fmla="*/ 80882 w 211384"/>
                <a:gd name="connsiteY18" fmla="*/ 200964 h 681788"/>
                <a:gd name="connsiteX19" fmla="*/ 79393 w 211384"/>
                <a:gd name="connsiteY19" fmla="*/ 203445 h 681788"/>
                <a:gd name="connsiteX20" fmla="*/ 79393 w 211384"/>
                <a:gd name="connsiteY20" fmla="*/ 244630 h 681788"/>
                <a:gd name="connsiteX21" fmla="*/ 155809 w 211384"/>
                <a:gd name="connsiteY21" fmla="*/ 245126 h 681788"/>
                <a:gd name="connsiteX22" fmla="*/ 195506 w 211384"/>
                <a:gd name="connsiteY22" fmla="*/ 284823 h 681788"/>
                <a:gd name="connsiteX23" fmla="*/ 195506 w 211384"/>
                <a:gd name="connsiteY23" fmla="*/ 394484 h 681788"/>
                <a:gd name="connsiteX24" fmla="*/ 156305 w 211384"/>
                <a:gd name="connsiteY24" fmla="*/ 434181 h 681788"/>
                <a:gd name="connsiteX25" fmla="*/ 79889 w 211384"/>
                <a:gd name="connsiteY25" fmla="*/ 434677 h 681788"/>
                <a:gd name="connsiteX26" fmla="*/ 79889 w 211384"/>
                <a:gd name="connsiteY26" fmla="*/ 642092 h 681788"/>
                <a:gd name="connsiteX27" fmla="*/ 40193 w 211384"/>
                <a:gd name="connsiteY27" fmla="*/ 681788 h 68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1384" h="681788">
                  <a:moveTo>
                    <a:pt x="40193" y="681788"/>
                  </a:moveTo>
                  <a:cubicBezTo>
                    <a:pt x="18360" y="681788"/>
                    <a:pt x="496" y="663925"/>
                    <a:pt x="496" y="642092"/>
                  </a:cubicBezTo>
                  <a:lnTo>
                    <a:pt x="496" y="394981"/>
                  </a:lnTo>
                  <a:cubicBezTo>
                    <a:pt x="496" y="373148"/>
                    <a:pt x="17863" y="355284"/>
                    <a:pt x="39697" y="355284"/>
                  </a:cubicBezTo>
                  <a:lnTo>
                    <a:pt x="116113" y="354788"/>
                  </a:lnTo>
                  <a:lnTo>
                    <a:pt x="116113" y="324023"/>
                  </a:lnTo>
                  <a:lnTo>
                    <a:pt x="39697" y="323527"/>
                  </a:lnTo>
                  <a:cubicBezTo>
                    <a:pt x="17863" y="323527"/>
                    <a:pt x="0" y="305663"/>
                    <a:pt x="0" y="283830"/>
                  </a:cubicBezTo>
                  <a:lnTo>
                    <a:pt x="0" y="198483"/>
                  </a:lnTo>
                  <a:cubicBezTo>
                    <a:pt x="0" y="196002"/>
                    <a:pt x="0" y="194017"/>
                    <a:pt x="496" y="191536"/>
                  </a:cubicBezTo>
                  <a:cubicBezTo>
                    <a:pt x="5955" y="160275"/>
                    <a:pt x="30765" y="125044"/>
                    <a:pt x="72446" y="122067"/>
                  </a:cubicBezTo>
                  <a:cubicBezTo>
                    <a:pt x="87829" y="121074"/>
                    <a:pt x="111647" y="121074"/>
                    <a:pt x="131991" y="121074"/>
                  </a:cubicBezTo>
                  <a:lnTo>
                    <a:pt x="131991" y="39697"/>
                  </a:lnTo>
                  <a:cubicBezTo>
                    <a:pt x="131991" y="17863"/>
                    <a:pt x="149855" y="0"/>
                    <a:pt x="171688" y="0"/>
                  </a:cubicBezTo>
                  <a:cubicBezTo>
                    <a:pt x="193521" y="0"/>
                    <a:pt x="211384" y="17863"/>
                    <a:pt x="211384" y="39697"/>
                  </a:cubicBezTo>
                  <a:lnTo>
                    <a:pt x="211384" y="161763"/>
                  </a:lnTo>
                  <a:cubicBezTo>
                    <a:pt x="211384" y="172680"/>
                    <a:pt x="206919" y="182604"/>
                    <a:pt x="199475" y="190047"/>
                  </a:cubicBezTo>
                  <a:cubicBezTo>
                    <a:pt x="191536" y="197490"/>
                    <a:pt x="181116" y="201460"/>
                    <a:pt x="170695" y="200964"/>
                  </a:cubicBezTo>
                  <a:cubicBezTo>
                    <a:pt x="153328" y="200468"/>
                    <a:pt x="104204" y="199475"/>
                    <a:pt x="80882" y="200964"/>
                  </a:cubicBezTo>
                  <a:cubicBezTo>
                    <a:pt x="80386" y="201956"/>
                    <a:pt x="79889" y="202949"/>
                    <a:pt x="79393" y="203445"/>
                  </a:cubicBezTo>
                  <a:lnTo>
                    <a:pt x="79393" y="244630"/>
                  </a:lnTo>
                  <a:lnTo>
                    <a:pt x="155809" y="245126"/>
                  </a:lnTo>
                  <a:cubicBezTo>
                    <a:pt x="177642" y="245126"/>
                    <a:pt x="195506" y="262990"/>
                    <a:pt x="195506" y="284823"/>
                  </a:cubicBezTo>
                  <a:lnTo>
                    <a:pt x="195506" y="394484"/>
                  </a:lnTo>
                  <a:cubicBezTo>
                    <a:pt x="195506" y="416318"/>
                    <a:pt x="178138" y="434181"/>
                    <a:pt x="156305" y="434181"/>
                  </a:cubicBezTo>
                  <a:lnTo>
                    <a:pt x="79889" y="434677"/>
                  </a:lnTo>
                  <a:lnTo>
                    <a:pt x="79889" y="642092"/>
                  </a:lnTo>
                  <a:cubicBezTo>
                    <a:pt x="79889" y="663925"/>
                    <a:pt x="62026" y="681788"/>
                    <a:pt x="40193" y="6817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05" name="Picture Placeholder 85">
            <a:extLst>
              <a:ext uri="{FF2B5EF4-FFF2-40B4-BE49-F238E27FC236}">
                <a16:creationId xmlns:a16="http://schemas.microsoft.com/office/drawing/2014/main" id="{5130D7A7-3E1E-42AC-BD50-F9FCB2D3F365}"/>
              </a:ext>
            </a:extLst>
          </p:cNvPr>
          <p:cNvGrpSpPr>
            <a:grpSpLocks noChangeAspect="1"/>
          </p:cNvGrpSpPr>
          <p:nvPr/>
        </p:nvGrpSpPr>
        <p:grpSpPr>
          <a:xfrm>
            <a:off x="8189604" y="4851399"/>
            <a:ext cx="676330" cy="682780"/>
            <a:chOff x="8189604" y="4851399"/>
            <a:chExt cx="676330" cy="682780"/>
          </a:xfrm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D92CA4AD-7950-4E40-9F00-69BFA29F556A}"/>
                </a:ext>
              </a:extLst>
            </p:cNvPr>
            <p:cNvSpPr/>
            <p:nvPr/>
          </p:nvSpPr>
          <p:spPr>
            <a:xfrm>
              <a:off x="8189604" y="4851399"/>
              <a:ext cx="676330" cy="682780"/>
            </a:xfrm>
            <a:custGeom>
              <a:avLst/>
              <a:gdLst>
                <a:gd name="connsiteX0" fmla="*/ 501666 w 676330"/>
                <a:gd name="connsiteY0" fmla="*/ 682781 h 682780"/>
                <a:gd name="connsiteX1" fmla="*/ 174169 w 676330"/>
                <a:gd name="connsiteY1" fmla="*/ 682781 h 682780"/>
                <a:gd name="connsiteX2" fmla="*/ 0 w 676330"/>
                <a:gd name="connsiteY2" fmla="*/ 508612 h 682780"/>
                <a:gd name="connsiteX3" fmla="*/ 0 w 676330"/>
                <a:gd name="connsiteY3" fmla="*/ 174169 h 682780"/>
                <a:gd name="connsiteX4" fmla="*/ 174169 w 676330"/>
                <a:gd name="connsiteY4" fmla="*/ 0 h 682780"/>
                <a:gd name="connsiteX5" fmla="*/ 501666 w 676330"/>
                <a:gd name="connsiteY5" fmla="*/ 0 h 682780"/>
                <a:gd name="connsiteX6" fmla="*/ 676331 w 676330"/>
                <a:gd name="connsiteY6" fmla="*/ 174169 h 682780"/>
                <a:gd name="connsiteX7" fmla="*/ 676331 w 676330"/>
                <a:gd name="connsiteY7" fmla="*/ 508116 h 682780"/>
                <a:gd name="connsiteX8" fmla="*/ 501666 w 676330"/>
                <a:gd name="connsiteY8" fmla="*/ 682781 h 682780"/>
                <a:gd name="connsiteX9" fmla="*/ 174169 w 676330"/>
                <a:gd name="connsiteY9" fmla="*/ 79393 h 682780"/>
                <a:gd name="connsiteX10" fmla="*/ 79393 w 676330"/>
                <a:gd name="connsiteY10" fmla="*/ 174169 h 682780"/>
                <a:gd name="connsiteX11" fmla="*/ 79393 w 676330"/>
                <a:gd name="connsiteY11" fmla="*/ 508116 h 682780"/>
                <a:gd name="connsiteX12" fmla="*/ 174169 w 676330"/>
                <a:gd name="connsiteY12" fmla="*/ 602891 h 682780"/>
                <a:gd name="connsiteX13" fmla="*/ 501666 w 676330"/>
                <a:gd name="connsiteY13" fmla="*/ 602891 h 682780"/>
                <a:gd name="connsiteX14" fmla="*/ 596938 w 676330"/>
                <a:gd name="connsiteY14" fmla="*/ 508116 h 682780"/>
                <a:gd name="connsiteX15" fmla="*/ 596938 w 676330"/>
                <a:gd name="connsiteY15" fmla="*/ 174169 h 682780"/>
                <a:gd name="connsiteX16" fmla="*/ 501666 w 676330"/>
                <a:gd name="connsiteY16" fmla="*/ 79393 h 682780"/>
                <a:gd name="connsiteX17" fmla="*/ 174169 w 676330"/>
                <a:gd name="connsiteY17" fmla="*/ 79393 h 68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6330" h="682780">
                  <a:moveTo>
                    <a:pt x="501666" y="682781"/>
                  </a:moveTo>
                  <a:lnTo>
                    <a:pt x="174169" y="682781"/>
                  </a:lnTo>
                  <a:cubicBezTo>
                    <a:pt x="77905" y="682781"/>
                    <a:pt x="0" y="604380"/>
                    <a:pt x="0" y="508612"/>
                  </a:cubicBezTo>
                  <a:lnTo>
                    <a:pt x="0" y="174169"/>
                  </a:lnTo>
                  <a:cubicBezTo>
                    <a:pt x="0" y="77904"/>
                    <a:pt x="78401" y="0"/>
                    <a:pt x="174169" y="0"/>
                  </a:cubicBezTo>
                  <a:lnTo>
                    <a:pt x="501666" y="0"/>
                  </a:lnTo>
                  <a:cubicBezTo>
                    <a:pt x="597930" y="0"/>
                    <a:pt x="676331" y="78401"/>
                    <a:pt x="676331" y="174169"/>
                  </a:cubicBezTo>
                  <a:lnTo>
                    <a:pt x="676331" y="508116"/>
                  </a:lnTo>
                  <a:cubicBezTo>
                    <a:pt x="676331" y="604380"/>
                    <a:pt x="597930" y="682781"/>
                    <a:pt x="501666" y="682781"/>
                  </a:cubicBezTo>
                  <a:close/>
                  <a:moveTo>
                    <a:pt x="174169" y="79393"/>
                  </a:moveTo>
                  <a:cubicBezTo>
                    <a:pt x="121571" y="79393"/>
                    <a:pt x="79393" y="122067"/>
                    <a:pt x="79393" y="174169"/>
                  </a:cubicBezTo>
                  <a:lnTo>
                    <a:pt x="79393" y="508116"/>
                  </a:lnTo>
                  <a:cubicBezTo>
                    <a:pt x="79393" y="560714"/>
                    <a:pt x="122067" y="602891"/>
                    <a:pt x="174169" y="602891"/>
                  </a:cubicBezTo>
                  <a:lnTo>
                    <a:pt x="501666" y="602891"/>
                  </a:lnTo>
                  <a:cubicBezTo>
                    <a:pt x="554264" y="602891"/>
                    <a:pt x="596938" y="560218"/>
                    <a:pt x="596938" y="508116"/>
                  </a:cubicBezTo>
                  <a:lnTo>
                    <a:pt x="596938" y="174169"/>
                  </a:lnTo>
                  <a:cubicBezTo>
                    <a:pt x="596938" y="121571"/>
                    <a:pt x="554264" y="79393"/>
                    <a:pt x="501666" y="79393"/>
                  </a:cubicBezTo>
                  <a:lnTo>
                    <a:pt x="174169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8BE653E3-68BC-B94B-9599-5B6386938EBC}"/>
                </a:ext>
              </a:extLst>
            </p:cNvPr>
            <p:cNvSpPr/>
            <p:nvPr/>
          </p:nvSpPr>
          <p:spPr>
            <a:xfrm>
              <a:off x="8326557" y="5005223"/>
              <a:ext cx="395973" cy="395973"/>
            </a:xfrm>
            <a:custGeom>
              <a:avLst/>
              <a:gdLst>
                <a:gd name="connsiteX0" fmla="*/ 197987 w 395973"/>
                <a:gd name="connsiteY0" fmla="*/ 395973 h 395973"/>
                <a:gd name="connsiteX1" fmla="*/ 0 w 395973"/>
                <a:gd name="connsiteY1" fmla="*/ 197987 h 395973"/>
                <a:gd name="connsiteX2" fmla="*/ 197987 w 395973"/>
                <a:gd name="connsiteY2" fmla="*/ 0 h 395973"/>
                <a:gd name="connsiteX3" fmla="*/ 395974 w 395973"/>
                <a:gd name="connsiteY3" fmla="*/ 197987 h 395973"/>
                <a:gd name="connsiteX4" fmla="*/ 197987 w 395973"/>
                <a:gd name="connsiteY4" fmla="*/ 395973 h 395973"/>
                <a:gd name="connsiteX5" fmla="*/ 197987 w 395973"/>
                <a:gd name="connsiteY5" fmla="*/ 79393 h 395973"/>
                <a:gd name="connsiteX6" fmla="*/ 79393 w 395973"/>
                <a:gd name="connsiteY6" fmla="*/ 197987 h 395973"/>
                <a:gd name="connsiteX7" fmla="*/ 197987 w 395973"/>
                <a:gd name="connsiteY7" fmla="*/ 316580 h 395973"/>
                <a:gd name="connsiteX8" fmla="*/ 316580 w 395973"/>
                <a:gd name="connsiteY8" fmla="*/ 197987 h 395973"/>
                <a:gd name="connsiteX9" fmla="*/ 197987 w 395973"/>
                <a:gd name="connsiteY9" fmla="*/ 79393 h 39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5973" h="395973">
                  <a:moveTo>
                    <a:pt x="197987" y="395973"/>
                  </a:moveTo>
                  <a:cubicBezTo>
                    <a:pt x="88821" y="395973"/>
                    <a:pt x="0" y="307152"/>
                    <a:pt x="0" y="197987"/>
                  </a:cubicBezTo>
                  <a:cubicBezTo>
                    <a:pt x="0" y="88821"/>
                    <a:pt x="88821" y="0"/>
                    <a:pt x="197987" y="0"/>
                  </a:cubicBezTo>
                  <a:cubicBezTo>
                    <a:pt x="307152" y="0"/>
                    <a:pt x="395974" y="88821"/>
                    <a:pt x="395974" y="197987"/>
                  </a:cubicBezTo>
                  <a:cubicBezTo>
                    <a:pt x="395974" y="307152"/>
                    <a:pt x="307152" y="395973"/>
                    <a:pt x="197987" y="395973"/>
                  </a:cubicBezTo>
                  <a:close/>
                  <a:moveTo>
                    <a:pt x="197987" y="79393"/>
                  </a:moveTo>
                  <a:cubicBezTo>
                    <a:pt x="132487" y="79393"/>
                    <a:pt x="79393" y="132487"/>
                    <a:pt x="79393" y="197987"/>
                  </a:cubicBezTo>
                  <a:cubicBezTo>
                    <a:pt x="79393" y="263486"/>
                    <a:pt x="132487" y="316580"/>
                    <a:pt x="197987" y="316580"/>
                  </a:cubicBezTo>
                  <a:cubicBezTo>
                    <a:pt x="263486" y="316580"/>
                    <a:pt x="316580" y="263486"/>
                    <a:pt x="316580" y="197987"/>
                  </a:cubicBezTo>
                  <a:cubicBezTo>
                    <a:pt x="316580" y="132487"/>
                    <a:pt x="263486" y="79393"/>
                    <a:pt x="19798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E394977E-0970-7E45-A62E-23BDA9C77D18}"/>
                </a:ext>
              </a:extLst>
            </p:cNvPr>
            <p:cNvSpPr/>
            <p:nvPr/>
          </p:nvSpPr>
          <p:spPr>
            <a:xfrm>
              <a:off x="8654054" y="4987360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3447534-5522-6EED-AD90-1FC9AD89E2BE}"/>
              </a:ext>
            </a:extLst>
          </p:cNvPr>
          <p:cNvGrpSpPr/>
          <p:nvPr/>
        </p:nvGrpSpPr>
        <p:grpSpPr>
          <a:xfrm>
            <a:off x="9468027" y="4819988"/>
            <a:ext cx="777165" cy="730072"/>
            <a:chOff x="5488711" y="3709141"/>
            <a:chExt cx="777165" cy="73007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91F5A793-2FF7-2F6F-0F66-E6881CBE75B9}"/>
                </a:ext>
              </a:extLst>
            </p:cNvPr>
            <p:cNvSpPr/>
            <p:nvPr/>
          </p:nvSpPr>
          <p:spPr>
            <a:xfrm>
              <a:off x="5885330" y="3709141"/>
              <a:ext cx="310829" cy="330426"/>
            </a:xfrm>
            <a:custGeom>
              <a:avLst/>
              <a:gdLst>
                <a:gd name="connsiteX0" fmla="*/ 39699 w 310829"/>
                <a:gd name="connsiteY0" fmla="*/ 330427 h 330426"/>
                <a:gd name="connsiteX1" fmla="*/ 12805 w 310829"/>
                <a:gd name="connsiteY1" fmla="*/ 319907 h 330426"/>
                <a:gd name="connsiteX2" fmla="*/ 10522 w 310829"/>
                <a:gd name="connsiteY2" fmla="*/ 263836 h 330426"/>
                <a:gd name="connsiteX3" fmla="*/ 241953 w 310829"/>
                <a:gd name="connsiteY3" fmla="*/ 12805 h 330426"/>
                <a:gd name="connsiteX4" fmla="*/ 298025 w 310829"/>
                <a:gd name="connsiteY4" fmla="*/ 10522 h 330426"/>
                <a:gd name="connsiteX5" fmla="*/ 300307 w 310829"/>
                <a:gd name="connsiteY5" fmla="*/ 66593 h 330426"/>
                <a:gd name="connsiteX6" fmla="*/ 68876 w 310829"/>
                <a:gd name="connsiteY6" fmla="*/ 317624 h 330426"/>
                <a:gd name="connsiteX7" fmla="*/ 39699 w 310829"/>
                <a:gd name="connsiteY7" fmla="*/ 330427 h 330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29" h="330426">
                  <a:moveTo>
                    <a:pt x="39699" y="330427"/>
                  </a:moveTo>
                  <a:cubicBezTo>
                    <a:pt x="30073" y="330427"/>
                    <a:pt x="20446" y="326953"/>
                    <a:pt x="12805" y="319907"/>
                  </a:cubicBezTo>
                  <a:cubicBezTo>
                    <a:pt x="-3322" y="305070"/>
                    <a:pt x="-4364" y="279913"/>
                    <a:pt x="10522" y="263836"/>
                  </a:cubicBezTo>
                  <a:lnTo>
                    <a:pt x="241953" y="12805"/>
                  </a:lnTo>
                  <a:cubicBezTo>
                    <a:pt x="256839" y="-3322"/>
                    <a:pt x="281947" y="-4364"/>
                    <a:pt x="298025" y="10522"/>
                  </a:cubicBezTo>
                  <a:cubicBezTo>
                    <a:pt x="314151" y="25359"/>
                    <a:pt x="315193" y="50516"/>
                    <a:pt x="300307" y="66593"/>
                  </a:cubicBezTo>
                  <a:lnTo>
                    <a:pt x="68876" y="317624"/>
                  </a:lnTo>
                  <a:cubicBezTo>
                    <a:pt x="61036" y="326110"/>
                    <a:pt x="50367" y="330427"/>
                    <a:pt x="39699" y="330427"/>
                  </a:cubicBezTo>
                  <a:close/>
                </a:path>
              </a:pathLst>
            </a:custGeom>
            <a:solidFill>
              <a:schemeClr val="bg1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918D2C90-EC89-F153-FF33-242E968E9C3E}"/>
                </a:ext>
              </a:extLst>
            </p:cNvPr>
            <p:cNvSpPr/>
            <p:nvPr/>
          </p:nvSpPr>
          <p:spPr>
            <a:xfrm>
              <a:off x="5516866" y="4083996"/>
              <a:ext cx="333665" cy="355217"/>
            </a:xfrm>
            <a:custGeom>
              <a:avLst/>
              <a:gdLst>
                <a:gd name="connsiteX0" fmla="*/ 39679 w 333665"/>
                <a:gd name="connsiteY0" fmla="*/ 355217 h 355217"/>
                <a:gd name="connsiteX1" fmla="*/ 12785 w 333665"/>
                <a:gd name="connsiteY1" fmla="*/ 344698 h 355217"/>
                <a:gd name="connsiteX2" fmla="*/ 10502 w 333665"/>
                <a:gd name="connsiteY2" fmla="*/ 288626 h 355217"/>
                <a:gd name="connsiteX3" fmla="*/ 264809 w 333665"/>
                <a:gd name="connsiteY3" fmla="*/ 12785 h 355217"/>
                <a:gd name="connsiteX4" fmla="*/ 320880 w 333665"/>
                <a:gd name="connsiteY4" fmla="*/ 10502 h 355217"/>
                <a:gd name="connsiteX5" fmla="*/ 323163 w 333665"/>
                <a:gd name="connsiteY5" fmla="*/ 66574 h 355217"/>
                <a:gd name="connsiteX6" fmla="*/ 68856 w 333665"/>
                <a:gd name="connsiteY6" fmla="*/ 342415 h 355217"/>
                <a:gd name="connsiteX7" fmla="*/ 39679 w 333665"/>
                <a:gd name="connsiteY7" fmla="*/ 355217 h 355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665" h="355217">
                  <a:moveTo>
                    <a:pt x="39679" y="355217"/>
                  </a:moveTo>
                  <a:cubicBezTo>
                    <a:pt x="30053" y="355217"/>
                    <a:pt x="20427" y="351744"/>
                    <a:pt x="12785" y="344698"/>
                  </a:cubicBezTo>
                  <a:cubicBezTo>
                    <a:pt x="-3342" y="329812"/>
                    <a:pt x="-4334" y="304703"/>
                    <a:pt x="10502" y="288626"/>
                  </a:cubicBezTo>
                  <a:lnTo>
                    <a:pt x="264809" y="12785"/>
                  </a:lnTo>
                  <a:cubicBezTo>
                    <a:pt x="279695" y="-3342"/>
                    <a:pt x="304803" y="-4334"/>
                    <a:pt x="320880" y="10502"/>
                  </a:cubicBezTo>
                  <a:cubicBezTo>
                    <a:pt x="337007" y="25389"/>
                    <a:pt x="337999" y="50497"/>
                    <a:pt x="323163" y="66574"/>
                  </a:cubicBezTo>
                  <a:lnTo>
                    <a:pt x="68856" y="342415"/>
                  </a:lnTo>
                  <a:cubicBezTo>
                    <a:pt x="61016" y="350900"/>
                    <a:pt x="50348" y="355217"/>
                    <a:pt x="39679" y="355217"/>
                  </a:cubicBezTo>
                  <a:close/>
                </a:path>
              </a:pathLst>
            </a:custGeom>
            <a:solidFill>
              <a:schemeClr val="bg1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8FEC91BA-A306-636A-E7F4-C5C34FB1CFF9}"/>
                </a:ext>
              </a:extLst>
            </p:cNvPr>
            <p:cNvSpPr/>
            <p:nvPr/>
          </p:nvSpPr>
          <p:spPr>
            <a:xfrm>
              <a:off x="5488711" y="3709144"/>
              <a:ext cx="777165" cy="730069"/>
            </a:xfrm>
            <a:custGeom>
              <a:avLst/>
              <a:gdLst>
                <a:gd name="connsiteX0" fmla="*/ 737466 w 777165"/>
                <a:gd name="connsiteY0" fmla="*/ 730069 h 730069"/>
                <a:gd name="connsiteX1" fmla="*/ 530052 w 777165"/>
                <a:gd name="connsiteY1" fmla="*/ 730069 h 730069"/>
                <a:gd name="connsiteX2" fmla="*/ 498344 w 777165"/>
                <a:gd name="connsiteY2" fmla="*/ 714240 h 730069"/>
                <a:gd name="connsiteX3" fmla="*/ 7992 w 777165"/>
                <a:gd name="connsiteY3" fmla="*/ 63564 h 730069"/>
                <a:gd name="connsiteX4" fmla="*/ 4171 w 777165"/>
                <a:gd name="connsiteY4" fmla="*/ 21982 h 730069"/>
                <a:gd name="connsiteX5" fmla="*/ 39699 w 777165"/>
                <a:gd name="connsiteY5" fmla="*/ 0 h 730069"/>
                <a:gd name="connsiteX6" fmla="*/ 247164 w 777165"/>
                <a:gd name="connsiteY6" fmla="*/ 0 h 730069"/>
                <a:gd name="connsiteX7" fmla="*/ 278871 w 777165"/>
                <a:gd name="connsiteY7" fmla="*/ 15829 h 730069"/>
                <a:gd name="connsiteX8" fmla="*/ 769174 w 777165"/>
                <a:gd name="connsiteY8" fmla="*/ 666505 h 730069"/>
                <a:gd name="connsiteX9" fmla="*/ 772995 w 777165"/>
                <a:gd name="connsiteY9" fmla="*/ 708087 h 730069"/>
                <a:gd name="connsiteX10" fmla="*/ 737466 w 777165"/>
                <a:gd name="connsiteY10" fmla="*/ 730069 h 730069"/>
                <a:gd name="connsiteX11" fmla="*/ 549850 w 777165"/>
                <a:gd name="connsiteY11" fmla="*/ 650676 h 730069"/>
                <a:gd name="connsiteX12" fmla="*/ 657875 w 777165"/>
                <a:gd name="connsiteY12" fmla="*/ 650676 h 730069"/>
                <a:gd name="connsiteX13" fmla="*/ 227365 w 777165"/>
                <a:gd name="connsiteY13" fmla="*/ 79343 h 730069"/>
                <a:gd name="connsiteX14" fmla="*/ 119291 w 777165"/>
                <a:gd name="connsiteY14" fmla="*/ 79343 h 730069"/>
                <a:gd name="connsiteX15" fmla="*/ 549801 w 777165"/>
                <a:gd name="connsiteY15" fmla="*/ 650626 h 7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77165" h="730069">
                  <a:moveTo>
                    <a:pt x="737466" y="730069"/>
                  </a:moveTo>
                  <a:lnTo>
                    <a:pt x="530052" y="730069"/>
                  </a:lnTo>
                  <a:cubicBezTo>
                    <a:pt x="517597" y="730069"/>
                    <a:pt x="505837" y="724214"/>
                    <a:pt x="498344" y="714240"/>
                  </a:cubicBezTo>
                  <a:lnTo>
                    <a:pt x="7992" y="63564"/>
                  </a:lnTo>
                  <a:cubicBezTo>
                    <a:pt x="-1089" y="51556"/>
                    <a:pt x="-2528" y="35429"/>
                    <a:pt x="4171" y="21982"/>
                  </a:cubicBezTo>
                  <a:cubicBezTo>
                    <a:pt x="10870" y="8535"/>
                    <a:pt x="24664" y="0"/>
                    <a:pt x="39699" y="0"/>
                  </a:cubicBezTo>
                  <a:lnTo>
                    <a:pt x="247164" y="0"/>
                  </a:lnTo>
                  <a:cubicBezTo>
                    <a:pt x="259619" y="0"/>
                    <a:pt x="271379" y="5855"/>
                    <a:pt x="278871" y="15829"/>
                  </a:cubicBezTo>
                  <a:lnTo>
                    <a:pt x="769174" y="666505"/>
                  </a:lnTo>
                  <a:cubicBezTo>
                    <a:pt x="778255" y="678513"/>
                    <a:pt x="779694" y="694640"/>
                    <a:pt x="772995" y="708087"/>
                  </a:cubicBezTo>
                  <a:cubicBezTo>
                    <a:pt x="766296" y="721534"/>
                    <a:pt x="752501" y="730069"/>
                    <a:pt x="737466" y="730069"/>
                  </a:cubicBezTo>
                  <a:close/>
                  <a:moveTo>
                    <a:pt x="549850" y="650676"/>
                  </a:moveTo>
                  <a:lnTo>
                    <a:pt x="657875" y="650676"/>
                  </a:lnTo>
                  <a:lnTo>
                    <a:pt x="227365" y="79343"/>
                  </a:lnTo>
                  <a:lnTo>
                    <a:pt x="119291" y="79343"/>
                  </a:lnTo>
                  <a:lnTo>
                    <a:pt x="549801" y="650626"/>
                  </a:lnTo>
                  <a:close/>
                </a:path>
              </a:pathLst>
            </a:custGeom>
            <a:solidFill>
              <a:schemeClr val="accent1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6739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CCD970B-0C22-594F-AEFA-D78207E0A1F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en-BE" dirty="0"/>
          </a:p>
        </p:txBody>
      </p:sp>
      <p:grpSp>
        <p:nvGrpSpPr>
          <p:cNvPr id="5" name="Picture Placeholder 33">
            <a:extLst>
              <a:ext uri="{FF2B5EF4-FFF2-40B4-BE49-F238E27FC236}">
                <a16:creationId xmlns:a16="http://schemas.microsoft.com/office/drawing/2014/main" id="{216221D5-6B75-4FD8-B214-B426AC39CE97}"/>
              </a:ext>
            </a:extLst>
          </p:cNvPr>
          <p:cNvGrpSpPr>
            <a:grpSpLocks noChangeAspect="1"/>
          </p:cNvGrpSpPr>
          <p:nvPr/>
        </p:nvGrpSpPr>
        <p:grpSpPr>
          <a:xfrm>
            <a:off x="1575115" y="1495987"/>
            <a:ext cx="668887" cy="681292"/>
            <a:chOff x="1575115" y="1495987"/>
            <a:chExt cx="668887" cy="68129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D4ECF9E-0B78-5A4B-8296-0EA14F9853C5}"/>
                </a:ext>
              </a:extLst>
            </p:cNvPr>
            <p:cNvSpPr/>
            <p:nvPr/>
          </p:nvSpPr>
          <p:spPr>
            <a:xfrm>
              <a:off x="1801386" y="1711341"/>
              <a:ext cx="441128" cy="464449"/>
            </a:xfrm>
            <a:custGeom>
              <a:avLst/>
              <a:gdLst>
                <a:gd name="connsiteX0" fmla="*/ 157794 w 441128"/>
                <a:gd name="connsiteY0" fmla="*/ 464450 h 464449"/>
                <a:gd name="connsiteX1" fmla="*/ 38704 w 441128"/>
                <a:gd name="connsiteY1" fmla="*/ 464450 h 464449"/>
                <a:gd name="connsiteX2" fmla="*/ 11413 w 441128"/>
                <a:gd name="connsiteY2" fmla="*/ 453037 h 464449"/>
                <a:gd name="connsiteX3" fmla="*/ 0 w 441128"/>
                <a:gd name="connsiteY3" fmla="*/ 425745 h 464449"/>
                <a:gd name="connsiteX4" fmla="*/ 496 w 441128"/>
                <a:gd name="connsiteY4" fmla="*/ 38704 h 464449"/>
                <a:gd name="connsiteX5" fmla="*/ 39200 w 441128"/>
                <a:gd name="connsiteY5" fmla="*/ 0 h 464449"/>
                <a:gd name="connsiteX6" fmla="*/ 39200 w 441128"/>
                <a:gd name="connsiteY6" fmla="*/ 0 h 464449"/>
                <a:gd name="connsiteX7" fmla="*/ 77905 w 441128"/>
                <a:gd name="connsiteY7" fmla="*/ 38704 h 464449"/>
                <a:gd name="connsiteX8" fmla="*/ 77408 w 441128"/>
                <a:gd name="connsiteY8" fmla="*/ 387041 h 464449"/>
                <a:gd name="connsiteX9" fmla="*/ 119090 w 441128"/>
                <a:gd name="connsiteY9" fmla="*/ 387041 h 464449"/>
                <a:gd name="connsiteX10" fmla="*/ 119586 w 441128"/>
                <a:gd name="connsiteY10" fmla="*/ 267952 h 464449"/>
                <a:gd name="connsiteX11" fmla="*/ 119586 w 441128"/>
                <a:gd name="connsiteY11" fmla="*/ 264974 h 464449"/>
                <a:gd name="connsiteX12" fmla="*/ 142908 w 441128"/>
                <a:gd name="connsiteY12" fmla="*/ 191040 h 464449"/>
                <a:gd name="connsiteX13" fmla="*/ 228752 w 441128"/>
                <a:gd name="connsiteY13" fmla="*/ 152336 h 464449"/>
                <a:gd name="connsiteX14" fmla="*/ 327001 w 441128"/>
                <a:gd name="connsiteY14" fmla="*/ 267952 h 464449"/>
                <a:gd name="connsiteX15" fmla="*/ 327001 w 441128"/>
                <a:gd name="connsiteY15" fmla="*/ 386545 h 464449"/>
                <a:gd name="connsiteX16" fmla="*/ 402424 w 441128"/>
                <a:gd name="connsiteY16" fmla="*/ 386545 h 464449"/>
                <a:gd name="connsiteX17" fmla="*/ 441128 w 441128"/>
                <a:gd name="connsiteY17" fmla="*/ 425249 h 464449"/>
                <a:gd name="connsiteX18" fmla="*/ 402424 w 441128"/>
                <a:gd name="connsiteY18" fmla="*/ 463953 h 464449"/>
                <a:gd name="connsiteX19" fmla="*/ 287800 w 441128"/>
                <a:gd name="connsiteY19" fmla="*/ 463953 h 464449"/>
                <a:gd name="connsiteX20" fmla="*/ 260509 w 441128"/>
                <a:gd name="connsiteY20" fmla="*/ 452541 h 464449"/>
                <a:gd name="connsiteX21" fmla="*/ 249096 w 441128"/>
                <a:gd name="connsiteY21" fmla="*/ 424753 h 464449"/>
                <a:gd name="connsiteX22" fmla="*/ 249096 w 441128"/>
                <a:gd name="connsiteY22" fmla="*/ 269440 h 464449"/>
                <a:gd name="connsiteX23" fmla="*/ 224286 w 441128"/>
                <a:gd name="connsiteY23" fmla="*/ 229248 h 464449"/>
                <a:gd name="connsiteX24" fmla="*/ 196498 w 441128"/>
                <a:gd name="connsiteY24" fmla="*/ 268944 h 464449"/>
                <a:gd name="connsiteX25" fmla="*/ 196002 w 441128"/>
                <a:gd name="connsiteY25" fmla="*/ 425249 h 464449"/>
                <a:gd name="connsiteX26" fmla="*/ 157794 w 441128"/>
                <a:gd name="connsiteY26" fmla="*/ 464450 h 46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1128" h="464449">
                  <a:moveTo>
                    <a:pt x="157794" y="464450"/>
                  </a:moveTo>
                  <a:lnTo>
                    <a:pt x="38704" y="464450"/>
                  </a:lnTo>
                  <a:cubicBezTo>
                    <a:pt x="28284" y="464450"/>
                    <a:pt x="18360" y="460480"/>
                    <a:pt x="11413" y="453037"/>
                  </a:cubicBezTo>
                  <a:cubicBezTo>
                    <a:pt x="3970" y="445594"/>
                    <a:pt x="0" y="435670"/>
                    <a:pt x="0" y="425745"/>
                  </a:cubicBezTo>
                  <a:lnTo>
                    <a:pt x="496" y="38704"/>
                  </a:lnTo>
                  <a:cubicBezTo>
                    <a:pt x="496" y="17367"/>
                    <a:pt x="17863" y="0"/>
                    <a:pt x="39200" y="0"/>
                  </a:cubicBezTo>
                  <a:cubicBezTo>
                    <a:pt x="39200" y="0"/>
                    <a:pt x="39200" y="0"/>
                    <a:pt x="39200" y="0"/>
                  </a:cubicBezTo>
                  <a:cubicBezTo>
                    <a:pt x="60537" y="0"/>
                    <a:pt x="77905" y="17367"/>
                    <a:pt x="77905" y="38704"/>
                  </a:cubicBezTo>
                  <a:lnTo>
                    <a:pt x="77408" y="387041"/>
                  </a:lnTo>
                  <a:lnTo>
                    <a:pt x="119090" y="387041"/>
                  </a:lnTo>
                  <a:lnTo>
                    <a:pt x="119586" y="267952"/>
                  </a:lnTo>
                  <a:cubicBezTo>
                    <a:pt x="119586" y="266959"/>
                    <a:pt x="119586" y="265967"/>
                    <a:pt x="119586" y="264974"/>
                  </a:cubicBezTo>
                  <a:cubicBezTo>
                    <a:pt x="122067" y="234210"/>
                    <a:pt x="129510" y="209896"/>
                    <a:pt x="142908" y="191040"/>
                  </a:cubicBezTo>
                  <a:cubicBezTo>
                    <a:pt x="156305" y="171688"/>
                    <a:pt x="182604" y="149358"/>
                    <a:pt x="228752" y="152336"/>
                  </a:cubicBezTo>
                  <a:cubicBezTo>
                    <a:pt x="285816" y="155313"/>
                    <a:pt x="325512" y="201956"/>
                    <a:pt x="327001" y="267952"/>
                  </a:cubicBezTo>
                  <a:cubicBezTo>
                    <a:pt x="327497" y="288296"/>
                    <a:pt x="327497" y="346849"/>
                    <a:pt x="327001" y="386545"/>
                  </a:cubicBezTo>
                  <a:lnTo>
                    <a:pt x="402424" y="386545"/>
                  </a:lnTo>
                  <a:cubicBezTo>
                    <a:pt x="423761" y="386545"/>
                    <a:pt x="441128" y="403912"/>
                    <a:pt x="441128" y="425249"/>
                  </a:cubicBezTo>
                  <a:cubicBezTo>
                    <a:pt x="441128" y="446586"/>
                    <a:pt x="423761" y="463953"/>
                    <a:pt x="402424" y="463953"/>
                  </a:cubicBezTo>
                  <a:lnTo>
                    <a:pt x="287800" y="463953"/>
                  </a:lnTo>
                  <a:cubicBezTo>
                    <a:pt x="277380" y="463953"/>
                    <a:pt x="267456" y="459984"/>
                    <a:pt x="260509" y="452541"/>
                  </a:cubicBezTo>
                  <a:cubicBezTo>
                    <a:pt x="253066" y="445098"/>
                    <a:pt x="249096" y="435173"/>
                    <a:pt x="249096" y="424753"/>
                  </a:cubicBezTo>
                  <a:cubicBezTo>
                    <a:pt x="249096" y="423264"/>
                    <a:pt x="250089" y="299709"/>
                    <a:pt x="249096" y="269440"/>
                  </a:cubicBezTo>
                  <a:cubicBezTo>
                    <a:pt x="248104" y="237187"/>
                    <a:pt x="235202" y="229744"/>
                    <a:pt x="224286" y="229248"/>
                  </a:cubicBezTo>
                  <a:cubicBezTo>
                    <a:pt x="213369" y="228751"/>
                    <a:pt x="199972" y="227759"/>
                    <a:pt x="196498" y="268944"/>
                  </a:cubicBezTo>
                  <a:lnTo>
                    <a:pt x="196002" y="425249"/>
                  </a:lnTo>
                  <a:cubicBezTo>
                    <a:pt x="196498" y="447082"/>
                    <a:pt x="179131" y="464450"/>
                    <a:pt x="157794" y="46445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278F0F6-9AF7-E042-90B0-7EF25ABC06F1}"/>
                </a:ext>
              </a:extLst>
            </p:cNvPr>
            <p:cNvSpPr/>
            <p:nvPr/>
          </p:nvSpPr>
          <p:spPr>
            <a:xfrm>
              <a:off x="1584047" y="1711341"/>
              <a:ext cx="188062" cy="465938"/>
            </a:xfrm>
            <a:custGeom>
              <a:avLst/>
              <a:gdLst>
                <a:gd name="connsiteX0" fmla="*/ 149358 w 188062"/>
                <a:gd name="connsiteY0" fmla="*/ 465938 h 465938"/>
                <a:gd name="connsiteX1" fmla="*/ 38704 w 188062"/>
                <a:gd name="connsiteY1" fmla="*/ 465938 h 465938"/>
                <a:gd name="connsiteX2" fmla="*/ 11413 w 188062"/>
                <a:gd name="connsiteY2" fmla="*/ 454526 h 465938"/>
                <a:gd name="connsiteX3" fmla="*/ 0 w 188062"/>
                <a:gd name="connsiteY3" fmla="*/ 427234 h 465938"/>
                <a:gd name="connsiteX4" fmla="*/ 496 w 188062"/>
                <a:gd name="connsiteY4" fmla="*/ 38704 h 465938"/>
                <a:gd name="connsiteX5" fmla="*/ 39200 w 188062"/>
                <a:gd name="connsiteY5" fmla="*/ 0 h 465938"/>
                <a:gd name="connsiteX6" fmla="*/ 149358 w 188062"/>
                <a:gd name="connsiteY6" fmla="*/ 0 h 465938"/>
                <a:gd name="connsiteX7" fmla="*/ 176650 w 188062"/>
                <a:gd name="connsiteY7" fmla="*/ 11413 h 465938"/>
                <a:gd name="connsiteX8" fmla="*/ 188063 w 188062"/>
                <a:gd name="connsiteY8" fmla="*/ 38704 h 465938"/>
                <a:gd name="connsiteX9" fmla="*/ 188063 w 188062"/>
                <a:gd name="connsiteY9" fmla="*/ 427234 h 465938"/>
                <a:gd name="connsiteX10" fmla="*/ 149358 w 188062"/>
                <a:gd name="connsiteY10" fmla="*/ 465938 h 465938"/>
                <a:gd name="connsiteX11" fmla="*/ 77408 w 188062"/>
                <a:gd name="connsiteY11" fmla="*/ 388530 h 465938"/>
                <a:gd name="connsiteX12" fmla="*/ 110158 w 188062"/>
                <a:gd name="connsiteY12" fmla="*/ 388530 h 465938"/>
                <a:gd name="connsiteX13" fmla="*/ 110158 w 188062"/>
                <a:gd name="connsiteY13" fmla="*/ 77904 h 465938"/>
                <a:gd name="connsiteX14" fmla="*/ 77408 w 188062"/>
                <a:gd name="connsiteY14" fmla="*/ 77904 h 465938"/>
                <a:gd name="connsiteX15" fmla="*/ 77408 w 188062"/>
                <a:gd name="connsiteY15" fmla="*/ 388530 h 46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062" h="465938">
                  <a:moveTo>
                    <a:pt x="149358" y="465938"/>
                  </a:moveTo>
                  <a:lnTo>
                    <a:pt x="38704" y="465938"/>
                  </a:lnTo>
                  <a:cubicBezTo>
                    <a:pt x="28284" y="465938"/>
                    <a:pt x="18360" y="461969"/>
                    <a:pt x="11413" y="454526"/>
                  </a:cubicBezTo>
                  <a:cubicBezTo>
                    <a:pt x="3970" y="447082"/>
                    <a:pt x="0" y="437158"/>
                    <a:pt x="0" y="427234"/>
                  </a:cubicBezTo>
                  <a:lnTo>
                    <a:pt x="496" y="38704"/>
                  </a:lnTo>
                  <a:cubicBezTo>
                    <a:pt x="496" y="17367"/>
                    <a:pt x="17863" y="0"/>
                    <a:pt x="39200" y="0"/>
                  </a:cubicBezTo>
                  <a:lnTo>
                    <a:pt x="149358" y="0"/>
                  </a:lnTo>
                  <a:cubicBezTo>
                    <a:pt x="159779" y="0"/>
                    <a:pt x="169703" y="3970"/>
                    <a:pt x="176650" y="11413"/>
                  </a:cubicBezTo>
                  <a:cubicBezTo>
                    <a:pt x="184093" y="18856"/>
                    <a:pt x="188063" y="28780"/>
                    <a:pt x="188063" y="38704"/>
                  </a:cubicBezTo>
                  <a:lnTo>
                    <a:pt x="188063" y="427234"/>
                  </a:lnTo>
                  <a:cubicBezTo>
                    <a:pt x="188063" y="448571"/>
                    <a:pt x="170695" y="465938"/>
                    <a:pt x="149358" y="465938"/>
                  </a:cubicBezTo>
                  <a:close/>
                  <a:moveTo>
                    <a:pt x="77408" y="388530"/>
                  </a:moveTo>
                  <a:lnTo>
                    <a:pt x="110158" y="388530"/>
                  </a:lnTo>
                  <a:lnTo>
                    <a:pt x="110158" y="77904"/>
                  </a:lnTo>
                  <a:lnTo>
                    <a:pt x="77408" y="77904"/>
                  </a:lnTo>
                  <a:lnTo>
                    <a:pt x="77408" y="38853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0BDBE30-84E6-964D-BE41-88A0F26E83A4}"/>
                </a:ext>
              </a:extLst>
            </p:cNvPr>
            <p:cNvSpPr/>
            <p:nvPr/>
          </p:nvSpPr>
          <p:spPr>
            <a:xfrm>
              <a:off x="1575115" y="1495987"/>
              <a:ext cx="200467" cy="194513"/>
            </a:xfrm>
            <a:custGeom>
              <a:avLst/>
              <a:gdLst>
                <a:gd name="connsiteX0" fmla="*/ 100234 w 200467"/>
                <a:gd name="connsiteY0" fmla="*/ 194513 h 194513"/>
                <a:gd name="connsiteX1" fmla="*/ 0 w 200467"/>
                <a:gd name="connsiteY1" fmla="*/ 97257 h 194513"/>
                <a:gd name="connsiteX2" fmla="*/ 100234 w 200467"/>
                <a:gd name="connsiteY2" fmla="*/ 0 h 194513"/>
                <a:gd name="connsiteX3" fmla="*/ 200468 w 200467"/>
                <a:gd name="connsiteY3" fmla="*/ 97257 h 194513"/>
                <a:gd name="connsiteX4" fmla="*/ 100234 w 200467"/>
                <a:gd name="connsiteY4" fmla="*/ 194513 h 194513"/>
                <a:gd name="connsiteX5" fmla="*/ 100234 w 200467"/>
                <a:gd name="connsiteY5" fmla="*/ 77904 h 194513"/>
                <a:gd name="connsiteX6" fmla="*/ 77408 w 200467"/>
                <a:gd name="connsiteY6" fmla="*/ 97257 h 194513"/>
                <a:gd name="connsiteX7" fmla="*/ 100234 w 200467"/>
                <a:gd name="connsiteY7" fmla="*/ 116609 h 194513"/>
                <a:gd name="connsiteX8" fmla="*/ 123059 w 200467"/>
                <a:gd name="connsiteY8" fmla="*/ 97257 h 194513"/>
                <a:gd name="connsiteX9" fmla="*/ 100234 w 200467"/>
                <a:gd name="connsiteY9" fmla="*/ 77904 h 19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467" h="194513">
                  <a:moveTo>
                    <a:pt x="100234" y="194513"/>
                  </a:moveTo>
                  <a:cubicBezTo>
                    <a:pt x="45155" y="194513"/>
                    <a:pt x="0" y="150847"/>
                    <a:pt x="0" y="97257"/>
                  </a:cubicBezTo>
                  <a:cubicBezTo>
                    <a:pt x="0" y="43666"/>
                    <a:pt x="45155" y="0"/>
                    <a:pt x="100234" y="0"/>
                  </a:cubicBezTo>
                  <a:cubicBezTo>
                    <a:pt x="155313" y="0"/>
                    <a:pt x="200468" y="43666"/>
                    <a:pt x="200468" y="97257"/>
                  </a:cubicBezTo>
                  <a:cubicBezTo>
                    <a:pt x="200468" y="150847"/>
                    <a:pt x="155313" y="194513"/>
                    <a:pt x="100234" y="194513"/>
                  </a:cubicBezTo>
                  <a:close/>
                  <a:moveTo>
                    <a:pt x="100234" y="77904"/>
                  </a:moveTo>
                  <a:cubicBezTo>
                    <a:pt x="87829" y="77904"/>
                    <a:pt x="77408" y="86836"/>
                    <a:pt x="77408" y="97257"/>
                  </a:cubicBezTo>
                  <a:cubicBezTo>
                    <a:pt x="77408" y="108173"/>
                    <a:pt x="87333" y="116609"/>
                    <a:pt x="100234" y="116609"/>
                  </a:cubicBezTo>
                  <a:cubicBezTo>
                    <a:pt x="113135" y="116609"/>
                    <a:pt x="123059" y="107677"/>
                    <a:pt x="123059" y="97257"/>
                  </a:cubicBezTo>
                  <a:cubicBezTo>
                    <a:pt x="122563" y="86836"/>
                    <a:pt x="112639" y="77904"/>
                    <a:pt x="100234" y="779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96646B3-0EBD-FC47-84A4-28009804A2DC}"/>
                </a:ext>
              </a:extLst>
            </p:cNvPr>
            <p:cNvSpPr/>
            <p:nvPr/>
          </p:nvSpPr>
          <p:spPr>
            <a:xfrm>
              <a:off x="1802874" y="1704875"/>
              <a:ext cx="441128" cy="471412"/>
            </a:xfrm>
            <a:custGeom>
              <a:avLst/>
              <a:gdLst>
                <a:gd name="connsiteX0" fmla="*/ 402424 w 441128"/>
                <a:gd name="connsiteY0" fmla="*/ 471412 h 471412"/>
                <a:gd name="connsiteX1" fmla="*/ 363720 w 441128"/>
                <a:gd name="connsiteY1" fmla="*/ 432708 h 471412"/>
                <a:gd name="connsiteX2" fmla="*/ 363720 w 441128"/>
                <a:gd name="connsiteY2" fmla="*/ 259532 h 471412"/>
                <a:gd name="connsiteX3" fmla="*/ 267952 w 441128"/>
                <a:gd name="connsiteY3" fmla="*/ 76928 h 471412"/>
                <a:gd name="connsiteX4" fmla="*/ 177642 w 441128"/>
                <a:gd name="connsiteY4" fmla="*/ 132503 h 471412"/>
                <a:gd name="connsiteX5" fmla="*/ 176154 w 441128"/>
                <a:gd name="connsiteY5" fmla="*/ 134488 h 471412"/>
                <a:gd name="connsiteX6" fmla="*/ 132984 w 441128"/>
                <a:gd name="connsiteY6" fmla="*/ 146397 h 471412"/>
                <a:gd name="connsiteX7" fmla="*/ 106685 w 441128"/>
                <a:gd name="connsiteY7" fmla="*/ 100746 h 471412"/>
                <a:gd name="connsiteX8" fmla="*/ 106188 w 441128"/>
                <a:gd name="connsiteY8" fmla="*/ 83875 h 471412"/>
                <a:gd name="connsiteX9" fmla="*/ 38704 w 441128"/>
                <a:gd name="connsiteY9" fmla="*/ 83875 h 471412"/>
                <a:gd name="connsiteX10" fmla="*/ 0 w 441128"/>
                <a:gd name="connsiteY10" fmla="*/ 45170 h 471412"/>
                <a:gd name="connsiteX11" fmla="*/ 38704 w 441128"/>
                <a:gd name="connsiteY11" fmla="*/ 6466 h 471412"/>
                <a:gd name="connsiteX12" fmla="*/ 144396 w 441128"/>
                <a:gd name="connsiteY12" fmla="*/ 6466 h 471412"/>
                <a:gd name="connsiteX13" fmla="*/ 178138 w 441128"/>
                <a:gd name="connsiteY13" fmla="*/ 26315 h 471412"/>
                <a:gd name="connsiteX14" fmla="*/ 268944 w 441128"/>
                <a:gd name="connsiteY14" fmla="*/ 16 h 471412"/>
                <a:gd name="connsiteX15" fmla="*/ 421280 w 441128"/>
                <a:gd name="connsiteY15" fmla="*/ 92806 h 471412"/>
                <a:gd name="connsiteX16" fmla="*/ 441128 w 441128"/>
                <a:gd name="connsiteY16" fmla="*/ 260524 h 471412"/>
                <a:gd name="connsiteX17" fmla="*/ 441128 w 441128"/>
                <a:gd name="connsiteY17" fmla="*/ 433700 h 471412"/>
                <a:gd name="connsiteX18" fmla="*/ 402424 w 441128"/>
                <a:gd name="connsiteY18" fmla="*/ 471412 h 47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128" h="471412">
                  <a:moveTo>
                    <a:pt x="402424" y="471412"/>
                  </a:moveTo>
                  <a:cubicBezTo>
                    <a:pt x="381087" y="471412"/>
                    <a:pt x="363720" y="454045"/>
                    <a:pt x="363720" y="432708"/>
                  </a:cubicBezTo>
                  <a:lnTo>
                    <a:pt x="363720" y="259532"/>
                  </a:lnTo>
                  <a:cubicBezTo>
                    <a:pt x="363720" y="125556"/>
                    <a:pt x="355781" y="78416"/>
                    <a:pt x="267952" y="76928"/>
                  </a:cubicBezTo>
                  <a:cubicBezTo>
                    <a:pt x="224286" y="75935"/>
                    <a:pt x="196002" y="110173"/>
                    <a:pt x="177642" y="132503"/>
                  </a:cubicBezTo>
                  <a:lnTo>
                    <a:pt x="176154" y="134488"/>
                  </a:lnTo>
                  <a:cubicBezTo>
                    <a:pt x="165733" y="146893"/>
                    <a:pt x="148366" y="151855"/>
                    <a:pt x="132984" y="146397"/>
                  </a:cubicBezTo>
                  <a:cubicBezTo>
                    <a:pt x="107677" y="137465"/>
                    <a:pt x="107181" y="113647"/>
                    <a:pt x="106685" y="100746"/>
                  </a:cubicBezTo>
                  <a:cubicBezTo>
                    <a:pt x="106685" y="95783"/>
                    <a:pt x="106685" y="89829"/>
                    <a:pt x="106188" y="83875"/>
                  </a:cubicBezTo>
                  <a:lnTo>
                    <a:pt x="38704" y="83875"/>
                  </a:lnTo>
                  <a:cubicBezTo>
                    <a:pt x="17367" y="83875"/>
                    <a:pt x="0" y="66507"/>
                    <a:pt x="0" y="45170"/>
                  </a:cubicBezTo>
                  <a:cubicBezTo>
                    <a:pt x="0" y="23833"/>
                    <a:pt x="17367" y="6466"/>
                    <a:pt x="38704" y="6466"/>
                  </a:cubicBezTo>
                  <a:lnTo>
                    <a:pt x="144396" y="6466"/>
                  </a:lnTo>
                  <a:cubicBezTo>
                    <a:pt x="158786" y="6466"/>
                    <a:pt x="171688" y="14406"/>
                    <a:pt x="178138" y="26315"/>
                  </a:cubicBezTo>
                  <a:cubicBezTo>
                    <a:pt x="201956" y="10932"/>
                    <a:pt x="231729" y="-481"/>
                    <a:pt x="268944" y="16"/>
                  </a:cubicBezTo>
                  <a:cubicBezTo>
                    <a:pt x="345360" y="1008"/>
                    <a:pt x="396470" y="32269"/>
                    <a:pt x="421280" y="92806"/>
                  </a:cubicBezTo>
                  <a:cubicBezTo>
                    <a:pt x="441128" y="140442"/>
                    <a:pt x="441128" y="198995"/>
                    <a:pt x="441128" y="260524"/>
                  </a:cubicBezTo>
                  <a:lnTo>
                    <a:pt x="441128" y="433700"/>
                  </a:lnTo>
                  <a:cubicBezTo>
                    <a:pt x="441128" y="454045"/>
                    <a:pt x="423761" y="471412"/>
                    <a:pt x="402424" y="4714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" name="Picture Placeholder 35">
            <a:extLst>
              <a:ext uri="{FF2B5EF4-FFF2-40B4-BE49-F238E27FC236}">
                <a16:creationId xmlns:a16="http://schemas.microsoft.com/office/drawing/2014/main" id="{AE9AF666-49D3-47AD-8677-992C7228678A}"/>
              </a:ext>
            </a:extLst>
          </p:cNvPr>
          <p:cNvGrpSpPr>
            <a:grpSpLocks noChangeAspect="1"/>
          </p:cNvGrpSpPr>
          <p:nvPr/>
        </p:nvGrpSpPr>
        <p:grpSpPr>
          <a:xfrm>
            <a:off x="2792886" y="1402701"/>
            <a:ext cx="868363" cy="868362"/>
            <a:chOff x="2792886" y="1402701"/>
            <a:chExt cx="868363" cy="868362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ECDE0FED-C519-C74A-8DBC-BD9319A7B719}"/>
                </a:ext>
              </a:extLst>
            </p:cNvPr>
            <p:cNvSpPr/>
            <p:nvPr/>
          </p:nvSpPr>
          <p:spPr>
            <a:xfrm>
              <a:off x="2820350" y="1429685"/>
              <a:ext cx="813898" cy="813837"/>
            </a:xfrm>
            <a:custGeom>
              <a:avLst/>
              <a:gdLst>
                <a:gd name="connsiteX0" fmla="*/ 406717 w 813898"/>
                <a:gd name="connsiteY0" fmla="*/ 813838 h 813837"/>
                <a:gd name="connsiteX1" fmla="*/ 200790 w 813898"/>
                <a:gd name="connsiteY1" fmla="*/ 757816 h 813837"/>
                <a:gd name="connsiteX2" fmla="*/ 73712 w 813898"/>
                <a:gd name="connsiteY2" fmla="*/ 796967 h 813837"/>
                <a:gd name="connsiteX3" fmla="*/ 24091 w 813898"/>
                <a:gd name="connsiteY3" fmla="*/ 770713 h 813837"/>
                <a:gd name="connsiteX4" fmla="*/ 23744 w 813898"/>
                <a:gd name="connsiteY4" fmla="*/ 748537 h 813837"/>
                <a:gd name="connsiteX5" fmla="*/ 59669 w 813898"/>
                <a:gd name="connsiteY5" fmla="*/ 618977 h 813837"/>
                <a:gd name="connsiteX6" fmla="*/ 194919 w 813898"/>
                <a:gd name="connsiteY6" fmla="*/ 59669 h 813837"/>
                <a:gd name="connsiteX7" fmla="*/ 754230 w 813898"/>
                <a:gd name="connsiteY7" fmla="*/ 194919 h 813837"/>
                <a:gd name="connsiteX8" fmla="*/ 618979 w 813898"/>
                <a:gd name="connsiteY8" fmla="*/ 754229 h 813837"/>
                <a:gd name="connsiteX9" fmla="*/ 407014 w 813898"/>
                <a:gd name="connsiteY9" fmla="*/ 813838 h 813837"/>
                <a:gd name="connsiteX10" fmla="*/ 203966 w 813898"/>
                <a:gd name="connsiteY10" fmla="*/ 676289 h 813837"/>
                <a:gd name="connsiteX11" fmla="*/ 233193 w 813898"/>
                <a:gd name="connsiteY11" fmla="*/ 684675 h 813837"/>
                <a:gd name="connsiteX12" fmla="*/ 683551 w 813898"/>
                <a:gd name="connsiteY12" fmla="*/ 580244 h 813837"/>
                <a:gd name="connsiteX13" fmla="*/ 579119 w 813898"/>
                <a:gd name="connsiteY13" fmla="*/ 129886 h 813837"/>
                <a:gd name="connsiteX14" fmla="*/ 128762 w 813898"/>
                <a:gd name="connsiteY14" fmla="*/ 234317 h 813837"/>
                <a:gd name="connsiteX15" fmla="*/ 132066 w 813898"/>
                <a:gd name="connsiteY15" fmla="*/ 585434 h 813837"/>
                <a:gd name="connsiteX16" fmla="*/ 138814 w 813898"/>
                <a:gd name="connsiteY16" fmla="*/ 630589 h 813837"/>
                <a:gd name="connsiteX17" fmla="*/ 119363 w 813898"/>
                <a:gd name="connsiteY17" fmla="*/ 700058 h 813837"/>
                <a:gd name="connsiteX18" fmla="*/ 187790 w 813898"/>
                <a:gd name="connsiteY18" fmla="*/ 678969 h 813837"/>
                <a:gd name="connsiteX19" fmla="*/ 203966 w 813898"/>
                <a:gd name="connsiteY19" fmla="*/ 676289 h 813837"/>
                <a:gd name="connsiteX20" fmla="*/ 62497 w 813898"/>
                <a:gd name="connsiteY20" fmla="*/ 608458 h 813837"/>
                <a:gd name="connsiteX21" fmla="*/ 62497 w 813898"/>
                <a:gd name="connsiteY21" fmla="*/ 608458 h 8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3898" h="813837">
                  <a:moveTo>
                    <a:pt x="406717" y="813838"/>
                  </a:moveTo>
                  <a:cubicBezTo>
                    <a:pt x="334307" y="813863"/>
                    <a:pt x="263207" y="794521"/>
                    <a:pt x="200790" y="757816"/>
                  </a:cubicBezTo>
                  <a:lnTo>
                    <a:pt x="73712" y="796967"/>
                  </a:lnTo>
                  <a:cubicBezTo>
                    <a:pt x="52759" y="803418"/>
                    <a:pt x="30543" y="791662"/>
                    <a:pt x="24091" y="770713"/>
                  </a:cubicBezTo>
                  <a:cubicBezTo>
                    <a:pt x="21871" y="763503"/>
                    <a:pt x="21750" y="755811"/>
                    <a:pt x="23744" y="748537"/>
                  </a:cubicBezTo>
                  <a:cubicBezTo>
                    <a:pt x="30988" y="721990"/>
                    <a:pt x="48157" y="659567"/>
                    <a:pt x="59669" y="618977"/>
                  </a:cubicBezTo>
                  <a:cubicBezTo>
                    <a:pt x="-57432" y="427181"/>
                    <a:pt x="3122" y="176770"/>
                    <a:pt x="194919" y="59669"/>
                  </a:cubicBezTo>
                  <a:cubicBezTo>
                    <a:pt x="386716" y="-57431"/>
                    <a:pt x="637126" y="3122"/>
                    <a:pt x="754230" y="194919"/>
                  </a:cubicBezTo>
                  <a:cubicBezTo>
                    <a:pt x="871330" y="386716"/>
                    <a:pt x="810773" y="637129"/>
                    <a:pt x="618979" y="754229"/>
                  </a:cubicBezTo>
                  <a:cubicBezTo>
                    <a:pt x="555147" y="793201"/>
                    <a:pt x="481803" y="813828"/>
                    <a:pt x="407014" y="813838"/>
                  </a:cubicBezTo>
                  <a:close/>
                  <a:moveTo>
                    <a:pt x="203966" y="676289"/>
                  </a:moveTo>
                  <a:cubicBezTo>
                    <a:pt x="214301" y="676299"/>
                    <a:pt x="224426" y="679202"/>
                    <a:pt x="233193" y="684675"/>
                  </a:cubicBezTo>
                  <a:cubicBezTo>
                    <a:pt x="386394" y="780200"/>
                    <a:pt x="588026" y="733447"/>
                    <a:pt x="683551" y="580244"/>
                  </a:cubicBezTo>
                  <a:cubicBezTo>
                    <a:pt x="779076" y="427043"/>
                    <a:pt x="732323" y="225411"/>
                    <a:pt x="579119" y="129886"/>
                  </a:cubicBezTo>
                  <a:cubicBezTo>
                    <a:pt x="425919" y="34360"/>
                    <a:pt x="224287" y="81116"/>
                    <a:pt x="128762" y="234317"/>
                  </a:cubicBezTo>
                  <a:cubicBezTo>
                    <a:pt x="61577" y="342065"/>
                    <a:pt x="62866" y="478968"/>
                    <a:pt x="132066" y="585434"/>
                  </a:cubicBezTo>
                  <a:cubicBezTo>
                    <a:pt x="140773" y="598787"/>
                    <a:pt x="143236" y="615271"/>
                    <a:pt x="138814" y="630589"/>
                  </a:cubicBezTo>
                  <a:cubicBezTo>
                    <a:pt x="133505" y="649097"/>
                    <a:pt x="126310" y="674900"/>
                    <a:pt x="119363" y="700058"/>
                  </a:cubicBezTo>
                  <a:lnTo>
                    <a:pt x="187790" y="678969"/>
                  </a:lnTo>
                  <a:cubicBezTo>
                    <a:pt x="193019" y="677277"/>
                    <a:pt x="198471" y="676374"/>
                    <a:pt x="203966" y="676289"/>
                  </a:cubicBezTo>
                  <a:close/>
                  <a:moveTo>
                    <a:pt x="62497" y="608458"/>
                  </a:moveTo>
                  <a:lnTo>
                    <a:pt x="62497" y="60845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FB90795D-5A56-7B4C-9922-07D785179F8F}"/>
                </a:ext>
              </a:extLst>
            </p:cNvPr>
            <p:cNvSpPr/>
            <p:nvPr/>
          </p:nvSpPr>
          <p:spPr>
            <a:xfrm>
              <a:off x="2982374" y="1595540"/>
              <a:ext cx="502318" cy="475204"/>
            </a:xfrm>
            <a:custGeom>
              <a:avLst/>
              <a:gdLst>
                <a:gd name="connsiteX0" fmla="*/ 338228 w 502318"/>
                <a:gd name="connsiteY0" fmla="*/ 475204 h 475204"/>
                <a:gd name="connsiteX1" fmla="*/ 293917 w 502318"/>
                <a:gd name="connsiteY1" fmla="*/ 471731 h 475204"/>
                <a:gd name="connsiteX2" fmla="*/ 11525 w 502318"/>
                <a:gd name="connsiteY2" fmla="*/ 222188 h 475204"/>
                <a:gd name="connsiteX3" fmla="*/ 60451 w 502318"/>
                <a:gd name="connsiteY3" fmla="*/ 18049 h 475204"/>
                <a:gd name="connsiteX4" fmla="*/ 86998 w 502318"/>
                <a:gd name="connsiteY4" fmla="*/ 3808 h 475204"/>
                <a:gd name="connsiteX5" fmla="*/ 171354 w 502318"/>
                <a:gd name="connsiteY5" fmla="*/ 17999 h 475204"/>
                <a:gd name="connsiteX6" fmla="*/ 229956 w 502318"/>
                <a:gd name="connsiteY6" fmla="*/ 141555 h 475204"/>
                <a:gd name="connsiteX7" fmla="*/ 206783 w 502318"/>
                <a:gd name="connsiteY7" fmla="*/ 202390 h 475204"/>
                <a:gd name="connsiteX8" fmla="*/ 245388 w 502318"/>
                <a:gd name="connsiteY8" fmla="*/ 241392 h 475204"/>
                <a:gd name="connsiteX9" fmla="*/ 289451 w 502318"/>
                <a:gd name="connsiteY9" fmla="*/ 273595 h 475204"/>
                <a:gd name="connsiteX10" fmla="*/ 307860 w 502318"/>
                <a:gd name="connsiteY10" fmla="*/ 248785 h 475204"/>
                <a:gd name="connsiteX11" fmla="*/ 314361 w 502318"/>
                <a:gd name="connsiteY11" fmla="*/ 240846 h 475204"/>
                <a:gd name="connsiteX12" fmla="*/ 393009 w 502318"/>
                <a:gd name="connsiteY12" fmla="*/ 230922 h 475204"/>
                <a:gd name="connsiteX13" fmla="*/ 421442 w 502318"/>
                <a:gd name="connsiteY13" fmla="*/ 248289 h 475204"/>
                <a:gd name="connsiteX14" fmla="*/ 475529 w 502318"/>
                <a:gd name="connsiteY14" fmla="*/ 281535 h 475204"/>
                <a:gd name="connsiteX15" fmla="*/ 501580 w 502318"/>
                <a:gd name="connsiteY15" fmla="*/ 335770 h 475204"/>
                <a:gd name="connsiteX16" fmla="*/ 338228 w 502318"/>
                <a:gd name="connsiteY16" fmla="*/ 475204 h 475204"/>
                <a:gd name="connsiteX17" fmla="*/ 111312 w 502318"/>
                <a:gd name="connsiteY17" fmla="*/ 80075 h 475204"/>
                <a:gd name="connsiteX18" fmla="*/ 90472 w 502318"/>
                <a:gd name="connsiteY18" fmla="*/ 112973 h 475204"/>
                <a:gd name="connsiteX19" fmla="*/ 85510 w 502318"/>
                <a:gd name="connsiteY19" fmla="*/ 193557 h 475204"/>
                <a:gd name="connsiteX20" fmla="*/ 305578 w 502318"/>
                <a:gd name="connsiteY20" fmla="*/ 393082 h 475204"/>
                <a:gd name="connsiteX21" fmla="*/ 338129 w 502318"/>
                <a:gd name="connsiteY21" fmla="*/ 395712 h 475204"/>
                <a:gd name="connsiteX22" fmla="*/ 419110 w 502318"/>
                <a:gd name="connsiteY22" fmla="*/ 341129 h 475204"/>
                <a:gd name="connsiteX23" fmla="*/ 377875 w 502318"/>
                <a:gd name="connsiteY23" fmla="*/ 315177 h 475204"/>
                <a:gd name="connsiteX24" fmla="*/ 364478 w 502318"/>
                <a:gd name="connsiteY24" fmla="*/ 306494 h 475204"/>
                <a:gd name="connsiteX25" fmla="*/ 303791 w 502318"/>
                <a:gd name="connsiteY25" fmla="*/ 360233 h 475204"/>
                <a:gd name="connsiteX26" fmla="*/ 289798 w 502318"/>
                <a:gd name="connsiteY26" fmla="*/ 360531 h 475204"/>
                <a:gd name="connsiteX27" fmla="*/ 194378 w 502318"/>
                <a:gd name="connsiteY27" fmla="*/ 302524 h 475204"/>
                <a:gd name="connsiteX28" fmla="*/ 120393 w 502318"/>
                <a:gd name="connsiteY28" fmla="*/ 202539 h 475204"/>
                <a:gd name="connsiteX29" fmla="*/ 131062 w 502318"/>
                <a:gd name="connsiteY29" fmla="*/ 168251 h 475204"/>
                <a:gd name="connsiteX30" fmla="*/ 150116 w 502318"/>
                <a:gd name="connsiteY30" fmla="*/ 143440 h 475204"/>
                <a:gd name="connsiteX31" fmla="*/ 118160 w 502318"/>
                <a:gd name="connsiteY31" fmla="*/ 79479 h 475204"/>
                <a:gd name="connsiteX32" fmla="*/ 111312 w 502318"/>
                <a:gd name="connsiteY32" fmla="*/ 80075 h 475204"/>
                <a:gd name="connsiteX33" fmla="*/ 437023 w 502318"/>
                <a:gd name="connsiteY33" fmla="*/ 351103 h 475204"/>
                <a:gd name="connsiteX34" fmla="*/ 437023 w 502318"/>
                <a:gd name="connsiteY34" fmla="*/ 351103 h 475204"/>
                <a:gd name="connsiteX35" fmla="*/ 423278 w 502318"/>
                <a:gd name="connsiteY35" fmla="*/ 322720 h 475204"/>
                <a:gd name="connsiteX36" fmla="*/ 423278 w 502318"/>
                <a:gd name="connsiteY36" fmla="*/ 322720 h 475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02318" h="475204">
                  <a:moveTo>
                    <a:pt x="338228" y="475204"/>
                  </a:moveTo>
                  <a:cubicBezTo>
                    <a:pt x="323392" y="475120"/>
                    <a:pt x="308585" y="473959"/>
                    <a:pt x="293917" y="471731"/>
                  </a:cubicBezTo>
                  <a:cubicBezTo>
                    <a:pt x="157857" y="451337"/>
                    <a:pt x="52264" y="328178"/>
                    <a:pt x="11525" y="222188"/>
                  </a:cubicBezTo>
                  <a:cubicBezTo>
                    <a:pt x="-22515" y="133715"/>
                    <a:pt x="26411" y="52237"/>
                    <a:pt x="60451" y="18049"/>
                  </a:cubicBezTo>
                  <a:cubicBezTo>
                    <a:pt x="67721" y="10813"/>
                    <a:pt x="76949" y="5862"/>
                    <a:pt x="86998" y="3808"/>
                  </a:cubicBezTo>
                  <a:cubicBezTo>
                    <a:pt x="112106" y="-1154"/>
                    <a:pt x="148032" y="-5124"/>
                    <a:pt x="171354" y="17999"/>
                  </a:cubicBezTo>
                  <a:cubicBezTo>
                    <a:pt x="181575" y="28221"/>
                    <a:pt x="229956" y="109053"/>
                    <a:pt x="229956" y="141555"/>
                  </a:cubicBezTo>
                  <a:cubicBezTo>
                    <a:pt x="229956" y="164976"/>
                    <a:pt x="221173" y="183931"/>
                    <a:pt x="206783" y="202390"/>
                  </a:cubicBezTo>
                  <a:cubicBezTo>
                    <a:pt x="218133" y="216810"/>
                    <a:pt x="231084" y="229894"/>
                    <a:pt x="245388" y="241392"/>
                  </a:cubicBezTo>
                  <a:cubicBezTo>
                    <a:pt x="259338" y="253100"/>
                    <a:pt x="274059" y="263859"/>
                    <a:pt x="289451" y="273595"/>
                  </a:cubicBezTo>
                  <a:cubicBezTo>
                    <a:pt x="296049" y="265677"/>
                    <a:pt x="302195" y="257394"/>
                    <a:pt x="307860" y="248785"/>
                  </a:cubicBezTo>
                  <a:cubicBezTo>
                    <a:pt x="309761" y="245931"/>
                    <a:pt x="311939" y="243272"/>
                    <a:pt x="314361" y="240846"/>
                  </a:cubicBezTo>
                  <a:cubicBezTo>
                    <a:pt x="330438" y="224620"/>
                    <a:pt x="361103" y="215192"/>
                    <a:pt x="393009" y="230922"/>
                  </a:cubicBezTo>
                  <a:cubicBezTo>
                    <a:pt x="402790" y="236202"/>
                    <a:pt x="412277" y="241999"/>
                    <a:pt x="421442" y="248289"/>
                  </a:cubicBezTo>
                  <a:cubicBezTo>
                    <a:pt x="435137" y="257270"/>
                    <a:pt x="453894" y="269526"/>
                    <a:pt x="475529" y="281535"/>
                  </a:cubicBezTo>
                  <a:cubicBezTo>
                    <a:pt x="494841" y="292255"/>
                    <a:pt x="505281" y="313997"/>
                    <a:pt x="501580" y="335770"/>
                  </a:cubicBezTo>
                  <a:cubicBezTo>
                    <a:pt x="486644" y="425732"/>
                    <a:pt x="428637" y="475204"/>
                    <a:pt x="338228" y="475204"/>
                  </a:cubicBezTo>
                  <a:close/>
                  <a:moveTo>
                    <a:pt x="111312" y="80075"/>
                  </a:moveTo>
                  <a:cubicBezTo>
                    <a:pt x="103042" y="90144"/>
                    <a:pt x="96043" y="101193"/>
                    <a:pt x="90472" y="112973"/>
                  </a:cubicBezTo>
                  <a:cubicBezTo>
                    <a:pt x="77422" y="140910"/>
                    <a:pt x="75586" y="168052"/>
                    <a:pt x="85510" y="193557"/>
                  </a:cubicBezTo>
                  <a:cubicBezTo>
                    <a:pt x="119301" y="281386"/>
                    <a:pt x="205741" y="378097"/>
                    <a:pt x="305578" y="393082"/>
                  </a:cubicBezTo>
                  <a:cubicBezTo>
                    <a:pt x="316350" y="394754"/>
                    <a:pt x="327227" y="395632"/>
                    <a:pt x="338129" y="395712"/>
                  </a:cubicBezTo>
                  <a:cubicBezTo>
                    <a:pt x="382788" y="395712"/>
                    <a:pt x="407598" y="379089"/>
                    <a:pt x="419110" y="341129"/>
                  </a:cubicBezTo>
                  <a:cubicBezTo>
                    <a:pt x="402735" y="331205"/>
                    <a:pt x="388841" y="322323"/>
                    <a:pt x="377875" y="315177"/>
                  </a:cubicBezTo>
                  <a:cubicBezTo>
                    <a:pt x="372913" y="312002"/>
                    <a:pt x="368348" y="308925"/>
                    <a:pt x="364478" y="306494"/>
                  </a:cubicBezTo>
                  <a:cubicBezTo>
                    <a:pt x="346713" y="331304"/>
                    <a:pt x="324136" y="356115"/>
                    <a:pt x="303791" y="360233"/>
                  </a:cubicBezTo>
                  <a:cubicBezTo>
                    <a:pt x="299183" y="361176"/>
                    <a:pt x="294442" y="361275"/>
                    <a:pt x="289798" y="360531"/>
                  </a:cubicBezTo>
                  <a:cubicBezTo>
                    <a:pt x="266725" y="356958"/>
                    <a:pt x="219039" y="323018"/>
                    <a:pt x="194378" y="302524"/>
                  </a:cubicBezTo>
                  <a:cubicBezTo>
                    <a:pt x="164109" y="277267"/>
                    <a:pt x="126695" y="239456"/>
                    <a:pt x="120393" y="202539"/>
                  </a:cubicBezTo>
                  <a:cubicBezTo>
                    <a:pt x="118281" y="190062"/>
                    <a:pt x="122244" y="177326"/>
                    <a:pt x="131062" y="168251"/>
                  </a:cubicBezTo>
                  <a:cubicBezTo>
                    <a:pt x="139001" y="160063"/>
                    <a:pt x="148330" y="149544"/>
                    <a:pt x="150116" y="143440"/>
                  </a:cubicBezTo>
                  <a:cubicBezTo>
                    <a:pt x="146047" y="130241"/>
                    <a:pt x="128084" y="96251"/>
                    <a:pt x="118160" y="79479"/>
                  </a:cubicBezTo>
                  <a:cubicBezTo>
                    <a:pt x="116275" y="79578"/>
                    <a:pt x="114091" y="79777"/>
                    <a:pt x="111312" y="80075"/>
                  </a:cubicBezTo>
                  <a:close/>
                  <a:moveTo>
                    <a:pt x="437023" y="351103"/>
                  </a:moveTo>
                  <a:lnTo>
                    <a:pt x="437023" y="351103"/>
                  </a:lnTo>
                  <a:close/>
                  <a:moveTo>
                    <a:pt x="423278" y="322720"/>
                  </a:moveTo>
                  <a:lnTo>
                    <a:pt x="423278" y="32272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" name="Picture Placeholder 37">
            <a:extLst>
              <a:ext uri="{FF2B5EF4-FFF2-40B4-BE49-F238E27FC236}">
                <a16:creationId xmlns:a16="http://schemas.microsoft.com/office/drawing/2014/main" id="{04488721-CCA5-419E-A51D-B5481C0A966F}"/>
              </a:ext>
            </a:extLst>
          </p:cNvPr>
          <p:cNvGrpSpPr>
            <a:grpSpLocks noChangeAspect="1"/>
          </p:cNvGrpSpPr>
          <p:nvPr/>
        </p:nvGrpSpPr>
        <p:grpSpPr>
          <a:xfrm>
            <a:off x="4125280" y="1512858"/>
            <a:ext cx="839086" cy="647549"/>
            <a:chOff x="4125280" y="1512858"/>
            <a:chExt cx="839086" cy="647549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24E7213-B9FE-D447-9FE1-50CCD75FB0BD}"/>
                </a:ext>
              </a:extLst>
            </p:cNvPr>
            <p:cNvSpPr/>
            <p:nvPr/>
          </p:nvSpPr>
          <p:spPr>
            <a:xfrm>
              <a:off x="4125280" y="1512858"/>
              <a:ext cx="839086" cy="647549"/>
            </a:xfrm>
            <a:custGeom>
              <a:avLst/>
              <a:gdLst>
                <a:gd name="connsiteX0" fmla="*/ 647551 w 839086"/>
                <a:gd name="connsiteY0" fmla="*/ 647550 h 647549"/>
                <a:gd name="connsiteX1" fmla="*/ 191040 w 839086"/>
                <a:gd name="connsiteY1" fmla="*/ 647550 h 647549"/>
                <a:gd name="connsiteX2" fmla="*/ 0 w 839086"/>
                <a:gd name="connsiteY2" fmla="*/ 457007 h 647549"/>
                <a:gd name="connsiteX3" fmla="*/ 0 w 839086"/>
                <a:gd name="connsiteY3" fmla="*/ 191040 h 647549"/>
                <a:gd name="connsiteX4" fmla="*/ 191040 w 839086"/>
                <a:gd name="connsiteY4" fmla="*/ 0 h 647549"/>
                <a:gd name="connsiteX5" fmla="*/ 648047 w 839086"/>
                <a:gd name="connsiteY5" fmla="*/ 0 h 647549"/>
                <a:gd name="connsiteX6" fmla="*/ 839087 w 839086"/>
                <a:gd name="connsiteY6" fmla="*/ 191040 h 647549"/>
                <a:gd name="connsiteX7" fmla="*/ 839087 w 839086"/>
                <a:gd name="connsiteY7" fmla="*/ 456510 h 647549"/>
                <a:gd name="connsiteX8" fmla="*/ 647551 w 839086"/>
                <a:gd name="connsiteY8" fmla="*/ 647550 h 647549"/>
                <a:gd name="connsiteX9" fmla="*/ 191040 w 839086"/>
                <a:gd name="connsiteY9" fmla="*/ 79889 h 647549"/>
                <a:gd name="connsiteX10" fmla="*/ 79393 w 839086"/>
                <a:gd name="connsiteY10" fmla="*/ 191040 h 647549"/>
                <a:gd name="connsiteX11" fmla="*/ 79393 w 839086"/>
                <a:gd name="connsiteY11" fmla="*/ 456510 h 647549"/>
                <a:gd name="connsiteX12" fmla="*/ 191040 w 839086"/>
                <a:gd name="connsiteY12" fmla="*/ 568157 h 647549"/>
                <a:gd name="connsiteX13" fmla="*/ 648047 w 839086"/>
                <a:gd name="connsiteY13" fmla="*/ 568157 h 647549"/>
                <a:gd name="connsiteX14" fmla="*/ 759694 w 839086"/>
                <a:gd name="connsiteY14" fmla="*/ 456510 h 647549"/>
                <a:gd name="connsiteX15" fmla="*/ 759694 w 839086"/>
                <a:gd name="connsiteY15" fmla="*/ 191040 h 647549"/>
                <a:gd name="connsiteX16" fmla="*/ 648047 w 839086"/>
                <a:gd name="connsiteY16" fmla="*/ 79393 h 647549"/>
                <a:gd name="connsiteX17" fmla="*/ 191040 w 839086"/>
                <a:gd name="connsiteY17" fmla="*/ 79393 h 64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9086" h="647549">
                  <a:moveTo>
                    <a:pt x="647551" y="647550"/>
                  </a:moveTo>
                  <a:lnTo>
                    <a:pt x="191040" y="647550"/>
                  </a:lnTo>
                  <a:cubicBezTo>
                    <a:pt x="85844" y="647550"/>
                    <a:pt x="0" y="562202"/>
                    <a:pt x="0" y="457007"/>
                  </a:cubicBezTo>
                  <a:lnTo>
                    <a:pt x="0" y="191040"/>
                  </a:lnTo>
                  <a:cubicBezTo>
                    <a:pt x="0" y="85844"/>
                    <a:pt x="85844" y="0"/>
                    <a:pt x="191040" y="0"/>
                  </a:cubicBezTo>
                  <a:lnTo>
                    <a:pt x="648047" y="0"/>
                  </a:lnTo>
                  <a:cubicBezTo>
                    <a:pt x="753243" y="0"/>
                    <a:pt x="839087" y="85844"/>
                    <a:pt x="839087" y="191040"/>
                  </a:cubicBezTo>
                  <a:lnTo>
                    <a:pt x="839087" y="456510"/>
                  </a:lnTo>
                  <a:cubicBezTo>
                    <a:pt x="838591" y="562202"/>
                    <a:pt x="752747" y="647550"/>
                    <a:pt x="647551" y="647550"/>
                  </a:cubicBezTo>
                  <a:close/>
                  <a:moveTo>
                    <a:pt x="191040" y="79889"/>
                  </a:moveTo>
                  <a:cubicBezTo>
                    <a:pt x="129510" y="79889"/>
                    <a:pt x="79393" y="130006"/>
                    <a:pt x="79393" y="191040"/>
                  </a:cubicBezTo>
                  <a:lnTo>
                    <a:pt x="79393" y="456510"/>
                  </a:lnTo>
                  <a:cubicBezTo>
                    <a:pt x="79393" y="518040"/>
                    <a:pt x="129510" y="568157"/>
                    <a:pt x="191040" y="568157"/>
                  </a:cubicBezTo>
                  <a:lnTo>
                    <a:pt x="648047" y="568157"/>
                  </a:lnTo>
                  <a:cubicBezTo>
                    <a:pt x="709577" y="568157"/>
                    <a:pt x="759694" y="518040"/>
                    <a:pt x="759694" y="456510"/>
                  </a:cubicBezTo>
                  <a:lnTo>
                    <a:pt x="759694" y="191040"/>
                  </a:lnTo>
                  <a:cubicBezTo>
                    <a:pt x="759694" y="129510"/>
                    <a:pt x="709577" y="79393"/>
                    <a:pt x="648047" y="79393"/>
                  </a:cubicBezTo>
                  <a:lnTo>
                    <a:pt x="191040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15" name="Picture Placeholder 37">
              <a:extLst>
                <a:ext uri="{FF2B5EF4-FFF2-40B4-BE49-F238E27FC236}">
                  <a16:creationId xmlns:a16="http://schemas.microsoft.com/office/drawing/2014/main" id="{04488721-CCA5-419E-A51D-B5481C0A966F}"/>
                </a:ext>
              </a:extLst>
            </p:cNvPr>
            <p:cNvGrpSpPr/>
            <p:nvPr/>
          </p:nvGrpSpPr>
          <p:grpSpPr>
            <a:xfrm>
              <a:off x="4404809" y="1668419"/>
              <a:ext cx="310191" cy="342134"/>
              <a:chOff x="4404809" y="1668419"/>
              <a:chExt cx="310191" cy="342134"/>
            </a:xfrm>
          </p:grpSpPr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B311BE-4E90-844A-A6A7-B734A32DF12E}"/>
                  </a:ext>
                </a:extLst>
              </p:cNvPr>
              <p:cNvSpPr/>
              <p:nvPr/>
            </p:nvSpPr>
            <p:spPr>
              <a:xfrm>
                <a:off x="4405141" y="1668419"/>
                <a:ext cx="309859" cy="342134"/>
              </a:xfrm>
              <a:custGeom>
                <a:avLst/>
                <a:gdLst>
                  <a:gd name="connsiteX0" fmla="*/ 39697 w 309859"/>
                  <a:gd name="connsiteY0" fmla="*/ 342135 h 342134"/>
                  <a:gd name="connsiteX1" fmla="*/ 0 w 309859"/>
                  <a:gd name="connsiteY1" fmla="*/ 302438 h 342134"/>
                  <a:gd name="connsiteX2" fmla="*/ 0 w 309859"/>
                  <a:gd name="connsiteY2" fmla="*/ 39448 h 342134"/>
                  <a:gd name="connsiteX3" fmla="*/ 19848 w 309859"/>
                  <a:gd name="connsiteY3" fmla="*/ 5210 h 342134"/>
                  <a:gd name="connsiteX4" fmla="*/ 59545 w 309859"/>
                  <a:gd name="connsiteY4" fmla="*/ 5210 h 342134"/>
                  <a:gd name="connsiteX5" fmla="*/ 289785 w 309859"/>
                  <a:gd name="connsiteY5" fmla="*/ 136705 h 342134"/>
                  <a:gd name="connsiteX6" fmla="*/ 304671 w 309859"/>
                  <a:gd name="connsiteY6" fmla="*/ 190792 h 342134"/>
                  <a:gd name="connsiteX7" fmla="*/ 250585 w 309859"/>
                  <a:gd name="connsiteY7" fmla="*/ 205678 h 342134"/>
                  <a:gd name="connsiteX8" fmla="*/ 79393 w 309859"/>
                  <a:gd name="connsiteY8" fmla="*/ 107925 h 342134"/>
                  <a:gd name="connsiteX9" fmla="*/ 79393 w 309859"/>
                  <a:gd name="connsiteY9" fmla="*/ 302438 h 342134"/>
                  <a:gd name="connsiteX10" fmla="*/ 39697 w 309859"/>
                  <a:gd name="connsiteY10" fmla="*/ 342135 h 342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859" h="342134">
                    <a:moveTo>
                      <a:pt x="39697" y="342135"/>
                    </a:moveTo>
                    <a:cubicBezTo>
                      <a:pt x="17863" y="342135"/>
                      <a:pt x="0" y="324271"/>
                      <a:pt x="0" y="302438"/>
                    </a:cubicBezTo>
                    <a:lnTo>
                      <a:pt x="0" y="39448"/>
                    </a:lnTo>
                    <a:cubicBezTo>
                      <a:pt x="0" y="25058"/>
                      <a:pt x="7443" y="12157"/>
                      <a:pt x="19848" y="5210"/>
                    </a:cubicBezTo>
                    <a:cubicBezTo>
                      <a:pt x="32253" y="-1737"/>
                      <a:pt x="47140" y="-1737"/>
                      <a:pt x="59545" y="5210"/>
                    </a:cubicBezTo>
                    <a:lnTo>
                      <a:pt x="289785" y="136705"/>
                    </a:lnTo>
                    <a:cubicBezTo>
                      <a:pt x="308641" y="147622"/>
                      <a:pt x="315588" y="171936"/>
                      <a:pt x="304671" y="190792"/>
                    </a:cubicBezTo>
                    <a:cubicBezTo>
                      <a:pt x="293755" y="209647"/>
                      <a:pt x="269441" y="216594"/>
                      <a:pt x="250585" y="205678"/>
                    </a:cubicBezTo>
                    <a:lnTo>
                      <a:pt x="79393" y="107925"/>
                    </a:lnTo>
                    <a:lnTo>
                      <a:pt x="79393" y="302438"/>
                    </a:lnTo>
                    <a:cubicBezTo>
                      <a:pt x="79393" y="324767"/>
                      <a:pt x="61530" y="342135"/>
                      <a:pt x="39697" y="3421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B3513045-9276-7343-B3CB-935707F7F5F2}"/>
                  </a:ext>
                </a:extLst>
              </p:cNvPr>
              <p:cNvSpPr/>
              <p:nvPr/>
            </p:nvSpPr>
            <p:spPr>
              <a:xfrm>
                <a:off x="4404809" y="1799830"/>
                <a:ext cx="309801" cy="210723"/>
              </a:xfrm>
              <a:custGeom>
                <a:avLst/>
                <a:gdLst>
                  <a:gd name="connsiteX0" fmla="*/ 40029 w 309801"/>
                  <a:gd name="connsiteY0" fmla="*/ 210724 h 210723"/>
                  <a:gd name="connsiteX1" fmla="*/ 5294 w 309801"/>
                  <a:gd name="connsiteY1" fmla="*/ 190876 h 210723"/>
                  <a:gd name="connsiteX2" fmla="*/ 20180 w 309801"/>
                  <a:gd name="connsiteY2" fmla="*/ 136789 h 210723"/>
                  <a:gd name="connsiteX3" fmla="*/ 250421 w 309801"/>
                  <a:gd name="connsiteY3" fmla="*/ 5294 h 210723"/>
                  <a:gd name="connsiteX4" fmla="*/ 304507 w 309801"/>
                  <a:gd name="connsiteY4" fmla="*/ 20180 h 210723"/>
                  <a:gd name="connsiteX5" fmla="*/ 289621 w 309801"/>
                  <a:gd name="connsiteY5" fmla="*/ 74267 h 210723"/>
                  <a:gd name="connsiteX6" fmla="*/ 59381 w 309801"/>
                  <a:gd name="connsiteY6" fmla="*/ 205762 h 210723"/>
                  <a:gd name="connsiteX7" fmla="*/ 40029 w 309801"/>
                  <a:gd name="connsiteY7" fmla="*/ 210724 h 21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9801" h="210723">
                    <a:moveTo>
                      <a:pt x="40029" y="210724"/>
                    </a:moveTo>
                    <a:cubicBezTo>
                      <a:pt x="26135" y="210724"/>
                      <a:pt x="12737" y="203777"/>
                      <a:pt x="5294" y="190876"/>
                    </a:cubicBezTo>
                    <a:cubicBezTo>
                      <a:pt x="-5622" y="172020"/>
                      <a:pt x="828" y="147706"/>
                      <a:pt x="20180" y="136789"/>
                    </a:cubicBezTo>
                    <a:lnTo>
                      <a:pt x="250421" y="5294"/>
                    </a:lnTo>
                    <a:cubicBezTo>
                      <a:pt x="269277" y="-5622"/>
                      <a:pt x="293591" y="828"/>
                      <a:pt x="304507" y="20180"/>
                    </a:cubicBezTo>
                    <a:cubicBezTo>
                      <a:pt x="315424" y="39036"/>
                      <a:pt x="308973" y="63350"/>
                      <a:pt x="289621" y="74267"/>
                    </a:cubicBezTo>
                    <a:lnTo>
                      <a:pt x="59381" y="205762"/>
                    </a:lnTo>
                    <a:cubicBezTo>
                      <a:pt x="53426" y="209235"/>
                      <a:pt x="46479" y="210724"/>
                      <a:pt x="40029" y="21072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</p:grpSp>
      <p:grpSp>
        <p:nvGrpSpPr>
          <p:cNvPr id="18" name="Picture Placeholder 39">
            <a:extLst>
              <a:ext uri="{FF2B5EF4-FFF2-40B4-BE49-F238E27FC236}">
                <a16:creationId xmlns:a16="http://schemas.microsoft.com/office/drawing/2014/main" id="{D6A78A64-7F87-4F65-9BF3-639C4D109EEA}"/>
              </a:ext>
            </a:extLst>
          </p:cNvPr>
          <p:cNvGrpSpPr>
            <a:grpSpLocks noChangeAspect="1"/>
          </p:cNvGrpSpPr>
          <p:nvPr/>
        </p:nvGrpSpPr>
        <p:grpSpPr>
          <a:xfrm>
            <a:off x="6775832" y="1467207"/>
            <a:ext cx="757714" cy="739348"/>
            <a:chOff x="5483229" y="1467207"/>
            <a:chExt cx="757714" cy="739348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20404FDA-75EA-3046-9421-070AE794B951}"/>
                </a:ext>
              </a:extLst>
            </p:cNvPr>
            <p:cNvSpPr/>
            <p:nvPr/>
          </p:nvSpPr>
          <p:spPr>
            <a:xfrm>
              <a:off x="5619809" y="1467207"/>
              <a:ext cx="576097" cy="734386"/>
            </a:xfrm>
            <a:custGeom>
              <a:avLst/>
              <a:gdLst>
                <a:gd name="connsiteX0" fmla="*/ 221235 w 576097"/>
                <a:gd name="connsiteY0" fmla="*/ 734386 h 734386"/>
                <a:gd name="connsiteX1" fmla="*/ 71380 w 576097"/>
                <a:gd name="connsiteY1" fmla="*/ 684269 h 734386"/>
                <a:gd name="connsiteX2" fmla="*/ 53169 w 576097"/>
                <a:gd name="connsiteY2" fmla="*/ 683922 h 734386"/>
                <a:gd name="connsiteX3" fmla="*/ 14217 w 576097"/>
                <a:gd name="connsiteY3" fmla="*/ 643481 h 734386"/>
                <a:gd name="connsiteX4" fmla="*/ 54658 w 576097"/>
                <a:gd name="connsiteY4" fmla="*/ 604529 h 734386"/>
                <a:gd name="connsiteX5" fmla="*/ 97927 w 576097"/>
                <a:gd name="connsiteY5" fmla="*/ 605372 h 734386"/>
                <a:gd name="connsiteX6" fmla="*/ 135589 w 576097"/>
                <a:gd name="connsiteY6" fmla="*/ 635443 h 734386"/>
                <a:gd name="connsiteX7" fmla="*/ 221135 w 576097"/>
                <a:gd name="connsiteY7" fmla="*/ 654993 h 734386"/>
                <a:gd name="connsiteX8" fmla="*/ 260832 w 576097"/>
                <a:gd name="connsiteY8" fmla="*/ 694690 h 734386"/>
                <a:gd name="connsiteX9" fmla="*/ 221135 w 576097"/>
                <a:gd name="connsiteY9" fmla="*/ 734386 h 734386"/>
                <a:gd name="connsiteX10" fmla="*/ 39921 w 576097"/>
                <a:gd name="connsiteY10" fmla="*/ 314546 h 734386"/>
                <a:gd name="connsiteX11" fmla="*/ 1 w 576097"/>
                <a:gd name="connsiteY11" fmla="*/ 275072 h 734386"/>
                <a:gd name="connsiteX12" fmla="*/ 39474 w 576097"/>
                <a:gd name="connsiteY12" fmla="*/ 235152 h 734386"/>
                <a:gd name="connsiteX13" fmla="*/ 100855 w 576097"/>
                <a:gd name="connsiteY13" fmla="*/ 234061 h 734386"/>
                <a:gd name="connsiteX14" fmla="*/ 149880 w 576097"/>
                <a:gd name="connsiteY14" fmla="*/ 145141 h 734386"/>
                <a:gd name="connsiteX15" fmla="*/ 150327 w 576097"/>
                <a:gd name="connsiteY15" fmla="*/ 143205 h 734386"/>
                <a:gd name="connsiteX16" fmla="*/ 255969 w 576097"/>
                <a:gd name="connsiteY16" fmla="*/ 0 h 734386"/>
                <a:gd name="connsiteX17" fmla="*/ 341367 w 576097"/>
                <a:gd name="connsiteY17" fmla="*/ 49323 h 734386"/>
                <a:gd name="connsiteX18" fmla="*/ 358486 w 576097"/>
                <a:gd name="connsiteY18" fmla="*/ 125888 h 734386"/>
                <a:gd name="connsiteX19" fmla="*/ 358486 w 576097"/>
                <a:gd name="connsiteY19" fmla="*/ 128418 h 734386"/>
                <a:gd name="connsiteX20" fmla="*/ 359726 w 576097"/>
                <a:gd name="connsiteY20" fmla="*/ 228255 h 734386"/>
                <a:gd name="connsiteX21" fmla="*/ 536575 w 576097"/>
                <a:gd name="connsiteY21" fmla="*/ 229049 h 734386"/>
                <a:gd name="connsiteX22" fmla="*/ 576097 w 576097"/>
                <a:gd name="connsiteY22" fmla="*/ 268919 h 734386"/>
                <a:gd name="connsiteX23" fmla="*/ 536227 w 576097"/>
                <a:gd name="connsiteY23" fmla="*/ 308442 h 734386"/>
                <a:gd name="connsiteX24" fmla="*/ 320327 w 576097"/>
                <a:gd name="connsiteY24" fmla="*/ 307648 h 734386"/>
                <a:gd name="connsiteX25" fmla="*/ 280631 w 576097"/>
                <a:gd name="connsiteY25" fmla="*/ 268398 h 734386"/>
                <a:gd name="connsiteX26" fmla="*/ 279043 w 576097"/>
                <a:gd name="connsiteY26" fmla="*/ 130651 h 734386"/>
                <a:gd name="connsiteX27" fmla="*/ 256366 w 576097"/>
                <a:gd name="connsiteY27" fmla="*/ 79393 h 734386"/>
                <a:gd name="connsiteX28" fmla="*/ 227636 w 576097"/>
                <a:gd name="connsiteY28" fmla="*/ 161317 h 734386"/>
                <a:gd name="connsiteX29" fmla="*/ 227140 w 576097"/>
                <a:gd name="connsiteY29" fmla="*/ 163302 h 734386"/>
                <a:gd name="connsiteX30" fmla="*/ 153751 w 576097"/>
                <a:gd name="connsiteY30" fmla="*/ 296434 h 734386"/>
                <a:gd name="connsiteX31" fmla="*/ 153751 w 576097"/>
                <a:gd name="connsiteY31" fmla="*/ 296434 h 734386"/>
                <a:gd name="connsiteX32" fmla="*/ 121050 w 576097"/>
                <a:gd name="connsiteY32" fmla="*/ 312610 h 734386"/>
                <a:gd name="connsiteX33" fmla="*/ 110481 w 576097"/>
                <a:gd name="connsiteY33" fmla="*/ 313107 h 734386"/>
                <a:gd name="connsiteX34" fmla="*/ 81652 w 576097"/>
                <a:gd name="connsiteY34" fmla="*/ 313851 h 734386"/>
                <a:gd name="connsiteX35" fmla="*/ 40367 w 576097"/>
                <a:gd name="connsiteY35" fmla="*/ 314496 h 734386"/>
                <a:gd name="connsiteX36" fmla="*/ 82842 w 576097"/>
                <a:gd name="connsiteY36" fmla="*/ 266116 h 734386"/>
                <a:gd name="connsiteX37" fmla="*/ 82842 w 576097"/>
                <a:gd name="connsiteY37" fmla="*/ 266116 h 734386"/>
                <a:gd name="connsiteX38" fmla="*/ 82842 w 576097"/>
                <a:gd name="connsiteY38" fmla="*/ 266116 h 734386"/>
                <a:gd name="connsiteX39" fmla="*/ 82842 w 576097"/>
                <a:gd name="connsiteY39" fmla="*/ 266116 h 734386"/>
                <a:gd name="connsiteX40" fmla="*/ 87805 w 576097"/>
                <a:gd name="connsiteY40" fmla="*/ 252272 h 734386"/>
                <a:gd name="connsiteX41" fmla="*/ 82842 w 576097"/>
                <a:gd name="connsiteY41" fmla="*/ 266116 h 734386"/>
                <a:gd name="connsiteX42" fmla="*/ 87904 w 576097"/>
                <a:gd name="connsiteY42" fmla="*/ 252222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76097" h="734386">
                  <a:moveTo>
                    <a:pt x="221235" y="734386"/>
                  </a:moveTo>
                  <a:cubicBezTo>
                    <a:pt x="178561" y="734386"/>
                    <a:pt x="104328" y="734386"/>
                    <a:pt x="71380" y="684269"/>
                  </a:cubicBezTo>
                  <a:lnTo>
                    <a:pt x="53169" y="683922"/>
                  </a:lnTo>
                  <a:cubicBezTo>
                    <a:pt x="31245" y="683510"/>
                    <a:pt x="13806" y="665404"/>
                    <a:pt x="14217" y="643481"/>
                  </a:cubicBezTo>
                  <a:cubicBezTo>
                    <a:pt x="14628" y="621559"/>
                    <a:pt x="32734" y="604117"/>
                    <a:pt x="54658" y="604529"/>
                  </a:cubicBezTo>
                  <a:lnTo>
                    <a:pt x="97927" y="605372"/>
                  </a:lnTo>
                  <a:cubicBezTo>
                    <a:pt x="115825" y="605754"/>
                    <a:pt x="131252" y="618075"/>
                    <a:pt x="135589" y="635443"/>
                  </a:cubicBezTo>
                  <a:cubicBezTo>
                    <a:pt x="137078" y="641298"/>
                    <a:pt x="140551" y="654993"/>
                    <a:pt x="221135" y="654993"/>
                  </a:cubicBezTo>
                  <a:cubicBezTo>
                    <a:pt x="243059" y="654993"/>
                    <a:pt x="260832" y="672767"/>
                    <a:pt x="260832" y="694690"/>
                  </a:cubicBezTo>
                  <a:cubicBezTo>
                    <a:pt x="260832" y="716612"/>
                    <a:pt x="243059" y="734386"/>
                    <a:pt x="221135" y="734386"/>
                  </a:cubicBezTo>
                  <a:close/>
                  <a:moveTo>
                    <a:pt x="39921" y="314546"/>
                  </a:moveTo>
                  <a:cubicBezTo>
                    <a:pt x="17997" y="314669"/>
                    <a:pt x="124" y="296996"/>
                    <a:pt x="1" y="275072"/>
                  </a:cubicBezTo>
                  <a:cubicBezTo>
                    <a:pt x="-122" y="253148"/>
                    <a:pt x="17550" y="235276"/>
                    <a:pt x="39474" y="235152"/>
                  </a:cubicBezTo>
                  <a:cubicBezTo>
                    <a:pt x="60860" y="235152"/>
                    <a:pt x="85175" y="234458"/>
                    <a:pt x="100855" y="234061"/>
                  </a:cubicBezTo>
                  <a:cubicBezTo>
                    <a:pt x="121100" y="205033"/>
                    <a:pt x="145117" y="165485"/>
                    <a:pt x="149880" y="145141"/>
                  </a:cubicBezTo>
                  <a:lnTo>
                    <a:pt x="150327" y="143205"/>
                  </a:lnTo>
                  <a:cubicBezTo>
                    <a:pt x="164469" y="82767"/>
                    <a:pt x="183870" y="0"/>
                    <a:pt x="255969" y="0"/>
                  </a:cubicBezTo>
                  <a:cubicBezTo>
                    <a:pt x="305590" y="0"/>
                    <a:pt x="329706" y="26845"/>
                    <a:pt x="341367" y="49323"/>
                  </a:cubicBezTo>
                  <a:cubicBezTo>
                    <a:pt x="353623" y="72992"/>
                    <a:pt x="356600" y="101276"/>
                    <a:pt x="358486" y="125888"/>
                  </a:cubicBezTo>
                  <a:cubicBezTo>
                    <a:pt x="358486" y="126731"/>
                    <a:pt x="358486" y="127575"/>
                    <a:pt x="358486" y="128418"/>
                  </a:cubicBezTo>
                  <a:lnTo>
                    <a:pt x="359726" y="228255"/>
                  </a:lnTo>
                  <a:lnTo>
                    <a:pt x="536575" y="229049"/>
                  </a:lnTo>
                  <a:cubicBezTo>
                    <a:pt x="558497" y="229145"/>
                    <a:pt x="576192" y="246995"/>
                    <a:pt x="576097" y="268919"/>
                  </a:cubicBezTo>
                  <a:cubicBezTo>
                    <a:pt x="576003" y="290843"/>
                    <a:pt x="558150" y="308538"/>
                    <a:pt x="536227" y="308442"/>
                  </a:cubicBezTo>
                  <a:lnTo>
                    <a:pt x="320327" y="307648"/>
                  </a:lnTo>
                  <a:cubicBezTo>
                    <a:pt x="298577" y="307650"/>
                    <a:pt x="280875" y="290148"/>
                    <a:pt x="280631" y="268398"/>
                  </a:cubicBezTo>
                  <a:lnTo>
                    <a:pt x="279043" y="130651"/>
                  </a:lnTo>
                  <a:cubicBezTo>
                    <a:pt x="275272" y="79939"/>
                    <a:pt x="268523" y="79393"/>
                    <a:pt x="256366" y="79393"/>
                  </a:cubicBezTo>
                  <a:cubicBezTo>
                    <a:pt x="244953" y="87432"/>
                    <a:pt x="233293" y="137201"/>
                    <a:pt x="227636" y="161317"/>
                  </a:cubicBezTo>
                  <a:lnTo>
                    <a:pt x="227140" y="163302"/>
                  </a:lnTo>
                  <a:cubicBezTo>
                    <a:pt x="215727" y="212029"/>
                    <a:pt x="164022" y="282838"/>
                    <a:pt x="153751" y="296434"/>
                  </a:cubicBezTo>
                  <a:lnTo>
                    <a:pt x="153751" y="296434"/>
                  </a:lnTo>
                  <a:cubicBezTo>
                    <a:pt x="145900" y="306546"/>
                    <a:pt x="133852" y="312506"/>
                    <a:pt x="121050" y="312610"/>
                  </a:cubicBezTo>
                  <a:cubicBezTo>
                    <a:pt x="118470" y="312610"/>
                    <a:pt x="114848" y="312958"/>
                    <a:pt x="110481" y="313107"/>
                  </a:cubicBezTo>
                  <a:cubicBezTo>
                    <a:pt x="102592" y="313404"/>
                    <a:pt x="92122" y="313652"/>
                    <a:pt x="81652" y="313851"/>
                  </a:cubicBezTo>
                  <a:cubicBezTo>
                    <a:pt x="61009" y="314248"/>
                    <a:pt x="40367" y="314496"/>
                    <a:pt x="40367" y="314496"/>
                  </a:cubicBezTo>
                  <a:close/>
                  <a:moveTo>
                    <a:pt x="82842" y="266116"/>
                  </a:moveTo>
                  <a:lnTo>
                    <a:pt x="82842" y="266116"/>
                  </a:lnTo>
                  <a:close/>
                  <a:moveTo>
                    <a:pt x="82842" y="266116"/>
                  </a:moveTo>
                  <a:lnTo>
                    <a:pt x="82842" y="266116"/>
                  </a:lnTo>
                  <a:close/>
                  <a:moveTo>
                    <a:pt x="87805" y="252272"/>
                  </a:moveTo>
                  <a:cubicBezTo>
                    <a:pt x="85291" y="256532"/>
                    <a:pt x="83607" y="261229"/>
                    <a:pt x="82842" y="266116"/>
                  </a:cubicBezTo>
                  <a:cubicBezTo>
                    <a:pt x="83644" y="261208"/>
                    <a:pt x="85361" y="256495"/>
                    <a:pt x="87904" y="2522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C6DF81E9-8E5F-6C49-91EE-B418913CA186}"/>
                </a:ext>
              </a:extLst>
            </p:cNvPr>
            <p:cNvSpPr/>
            <p:nvPr/>
          </p:nvSpPr>
          <p:spPr>
            <a:xfrm>
              <a:off x="5766364" y="1696643"/>
              <a:ext cx="474579" cy="504951"/>
            </a:xfrm>
            <a:custGeom>
              <a:avLst/>
              <a:gdLst>
                <a:gd name="connsiteX0" fmla="*/ 39946 w 474579"/>
                <a:gd name="connsiteY0" fmla="*/ 504951 h 504951"/>
                <a:gd name="connsiteX1" fmla="*/ 1 w 474579"/>
                <a:gd name="connsiteY1" fmla="*/ 465502 h 504951"/>
                <a:gd name="connsiteX2" fmla="*/ 39449 w 474579"/>
                <a:gd name="connsiteY2" fmla="*/ 425557 h 504951"/>
                <a:gd name="connsiteX3" fmla="*/ 315539 w 474579"/>
                <a:gd name="connsiteY3" fmla="*/ 421588 h 504951"/>
                <a:gd name="connsiteX4" fmla="*/ 323776 w 474579"/>
                <a:gd name="connsiteY4" fmla="*/ 405957 h 504951"/>
                <a:gd name="connsiteX5" fmla="*/ 319509 w 474579"/>
                <a:gd name="connsiteY5" fmla="*/ 384819 h 504951"/>
                <a:gd name="connsiteX6" fmla="*/ 307203 w 474579"/>
                <a:gd name="connsiteY6" fmla="*/ 343088 h 504951"/>
                <a:gd name="connsiteX7" fmla="*/ 347594 w 474579"/>
                <a:gd name="connsiteY7" fmla="*/ 316739 h 504951"/>
                <a:gd name="connsiteX8" fmla="*/ 362480 w 474579"/>
                <a:gd name="connsiteY8" fmla="*/ 301506 h 504951"/>
                <a:gd name="connsiteX9" fmla="*/ 346155 w 474579"/>
                <a:gd name="connsiteY9" fmla="*/ 277638 h 504951"/>
                <a:gd name="connsiteX10" fmla="*/ 340588 w 474579"/>
                <a:gd name="connsiteY10" fmla="*/ 221775 h 504951"/>
                <a:gd name="connsiteX11" fmla="*/ 371114 w 474579"/>
                <a:gd name="connsiteY11" fmla="*/ 207226 h 504951"/>
                <a:gd name="connsiteX12" fmla="*/ 371114 w 474579"/>
                <a:gd name="connsiteY12" fmla="*/ 207226 h 504951"/>
                <a:gd name="connsiteX13" fmla="*/ 384810 w 474579"/>
                <a:gd name="connsiteY13" fmla="*/ 205639 h 504951"/>
                <a:gd name="connsiteX14" fmla="*/ 385752 w 474579"/>
                <a:gd name="connsiteY14" fmla="*/ 193630 h 504951"/>
                <a:gd name="connsiteX15" fmla="*/ 367294 w 474579"/>
                <a:gd name="connsiteY15" fmla="*/ 177752 h 504951"/>
                <a:gd name="connsiteX16" fmla="*/ 350065 w 474579"/>
                <a:gd name="connsiteY16" fmla="*/ 124322 h 504951"/>
                <a:gd name="connsiteX17" fmla="*/ 380542 w 474579"/>
                <a:gd name="connsiteY17" fmla="*/ 103023 h 504951"/>
                <a:gd name="connsiteX18" fmla="*/ 395131 w 474579"/>
                <a:gd name="connsiteY18" fmla="*/ 87293 h 504951"/>
                <a:gd name="connsiteX19" fmla="*/ 384264 w 474579"/>
                <a:gd name="connsiteY19" fmla="*/ 79007 h 504951"/>
                <a:gd name="connsiteX20" fmla="*/ 350487 w 474579"/>
                <a:gd name="connsiteY20" fmla="*/ 34165 h 504951"/>
                <a:gd name="connsiteX21" fmla="*/ 388928 w 474579"/>
                <a:gd name="connsiteY21" fmla="*/ 10 h 504951"/>
                <a:gd name="connsiteX22" fmla="*/ 449217 w 474579"/>
                <a:gd name="connsiteY22" fmla="*/ 27203 h 504951"/>
                <a:gd name="connsiteX23" fmla="*/ 474574 w 474579"/>
                <a:gd name="connsiteY23" fmla="*/ 88137 h 504951"/>
                <a:gd name="connsiteX24" fmla="*/ 450061 w 474579"/>
                <a:gd name="connsiteY24" fmla="*/ 146689 h 504951"/>
                <a:gd name="connsiteX25" fmla="*/ 465394 w 474579"/>
                <a:gd name="connsiteY25" fmla="*/ 192688 h 504951"/>
                <a:gd name="connsiteX26" fmla="*/ 450160 w 474579"/>
                <a:gd name="connsiteY26" fmla="*/ 251538 h 504951"/>
                <a:gd name="connsiteX27" fmla="*/ 435026 w 474579"/>
                <a:gd name="connsiteY27" fmla="*/ 267764 h 504951"/>
                <a:gd name="connsiteX28" fmla="*/ 441873 w 474579"/>
                <a:gd name="connsiteY28" fmla="*/ 301506 h 504951"/>
                <a:gd name="connsiteX29" fmla="*/ 400887 w 474579"/>
                <a:gd name="connsiteY29" fmla="*/ 379658 h 504951"/>
                <a:gd name="connsiteX30" fmla="*/ 403318 w 474579"/>
                <a:gd name="connsiteY30" fmla="*/ 405957 h 504951"/>
                <a:gd name="connsiteX31" fmla="*/ 328292 w 474579"/>
                <a:gd name="connsiteY31" fmla="*/ 500534 h 504951"/>
                <a:gd name="connsiteX32" fmla="*/ 40491 w 474579"/>
                <a:gd name="connsiteY32" fmla="*/ 504951 h 5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74579" h="504951">
                  <a:moveTo>
                    <a:pt x="39946" y="504951"/>
                  </a:moveTo>
                  <a:cubicBezTo>
                    <a:pt x="18022" y="505090"/>
                    <a:pt x="138" y="487425"/>
                    <a:pt x="1" y="465502"/>
                  </a:cubicBezTo>
                  <a:cubicBezTo>
                    <a:pt x="-136" y="443580"/>
                    <a:pt x="17525" y="425696"/>
                    <a:pt x="39449" y="425557"/>
                  </a:cubicBezTo>
                  <a:cubicBezTo>
                    <a:pt x="137202" y="424367"/>
                    <a:pt x="282244" y="422431"/>
                    <a:pt x="315539" y="421588"/>
                  </a:cubicBezTo>
                  <a:cubicBezTo>
                    <a:pt x="320521" y="417906"/>
                    <a:pt x="323553" y="412150"/>
                    <a:pt x="323776" y="405957"/>
                  </a:cubicBezTo>
                  <a:cubicBezTo>
                    <a:pt x="324158" y="398663"/>
                    <a:pt x="322689" y="391394"/>
                    <a:pt x="319509" y="384819"/>
                  </a:cubicBezTo>
                  <a:cubicBezTo>
                    <a:pt x="305962" y="374895"/>
                    <a:pt x="302290" y="359314"/>
                    <a:pt x="307203" y="343088"/>
                  </a:cubicBezTo>
                  <a:cubicBezTo>
                    <a:pt x="312115" y="326862"/>
                    <a:pt x="330078" y="316739"/>
                    <a:pt x="347594" y="316739"/>
                  </a:cubicBezTo>
                  <a:cubicBezTo>
                    <a:pt x="355782" y="316352"/>
                    <a:pt x="362282" y="309703"/>
                    <a:pt x="362480" y="301506"/>
                  </a:cubicBezTo>
                  <a:cubicBezTo>
                    <a:pt x="362480" y="295700"/>
                    <a:pt x="353697" y="283940"/>
                    <a:pt x="346155" y="277638"/>
                  </a:cubicBezTo>
                  <a:cubicBezTo>
                    <a:pt x="329190" y="263749"/>
                    <a:pt x="326699" y="238741"/>
                    <a:pt x="340588" y="221775"/>
                  </a:cubicBezTo>
                  <a:cubicBezTo>
                    <a:pt x="348085" y="212615"/>
                    <a:pt x="359280" y="207281"/>
                    <a:pt x="371114" y="207226"/>
                  </a:cubicBezTo>
                  <a:lnTo>
                    <a:pt x="371114" y="207226"/>
                  </a:lnTo>
                  <a:cubicBezTo>
                    <a:pt x="375734" y="207415"/>
                    <a:pt x="380354" y="206879"/>
                    <a:pt x="384810" y="205639"/>
                  </a:cubicBezTo>
                  <a:cubicBezTo>
                    <a:pt x="385544" y="201680"/>
                    <a:pt x="385857" y="197655"/>
                    <a:pt x="385752" y="193630"/>
                  </a:cubicBezTo>
                  <a:cubicBezTo>
                    <a:pt x="383718" y="188966"/>
                    <a:pt x="373198" y="180729"/>
                    <a:pt x="367294" y="177752"/>
                  </a:cubicBezTo>
                  <a:cubicBezTo>
                    <a:pt x="347783" y="167755"/>
                    <a:pt x="340067" y="143834"/>
                    <a:pt x="350065" y="124322"/>
                  </a:cubicBezTo>
                  <a:cubicBezTo>
                    <a:pt x="356064" y="112609"/>
                    <a:pt x="367482" y="104632"/>
                    <a:pt x="380542" y="103023"/>
                  </a:cubicBezTo>
                  <a:cubicBezTo>
                    <a:pt x="386666" y="99109"/>
                    <a:pt x="391687" y="93694"/>
                    <a:pt x="395131" y="87293"/>
                  </a:cubicBezTo>
                  <a:cubicBezTo>
                    <a:pt x="394287" y="82033"/>
                    <a:pt x="386695" y="79652"/>
                    <a:pt x="384264" y="79007"/>
                  </a:cubicBezTo>
                  <a:cubicBezTo>
                    <a:pt x="362555" y="75951"/>
                    <a:pt x="347430" y="55874"/>
                    <a:pt x="350487" y="34165"/>
                  </a:cubicBezTo>
                  <a:cubicBezTo>
                    <a:pt x="353201" y="14898"/>
                    <a:pt x="369477" y="436"/>
                    <a:pt x="388928" y="10"/>
                  </a:cubicBezTo>
                  <a:cubicBezTo>
                    <a:pt x="401929" y="-337"/>
                    <a:pt x="429468" y="7950"/>
                    <a:pt x="449217" y="27203"/>
                  </a:cubicBezTo>
                  <a:cubicBezTo>
                    <a:pt x="465677" y="43171"/>
                    <a:pt x="474847" y="65206"/>
                    <a:pt x="474574" y="88137"/>
                  </a:cubicBezTo>
                  <a:cubicBezTo>
                    <a:pt x="474574" y="109176"/>
                    <a:pt x="464649" y="130017"/>
                    <a:pt x="450061" y="146689"/>
                  </a:cubicBezTo>
                  <a:cubicBezTo>
                    <a:pt x="459841" y="160048"/>
                    <a:pt x="465205" y="176131"/>
                    <a:pt x="465394" y="192688"/>
                  </a:cubicBezTo>
                  <a:cubicBezTo>
                    <a:pt x="465394" y="209856"/>
                    <a:pt x="463657" y="232037"/>
                    <a:pt x="450160" y="251538"/>
                  </a:cubicBezTo>
                  <a:cubicBezTo>
                    <a:pt x="445962" y="257681"/>
                    <a:pt x="440861" y="263149"/>
                    <a:pt x="435026" y="267764"/>
                  </a:cubicBezTo>
                  <a:cubicBezTo>
                    <a:pt x="439462" y="278462"/>
                    <a:pt x="441789" y="289924"/>
                    <a:pt x="441873" y="301506"/>
                  </a:cubicBezTo>
                  <a:cubicBezTo>
                    <a:pt x="441913" y="332717"/>
                    <a:pt x="426585" y="361944"/>
                    <a:pt x="400887" y="379658"/>
                  </a:cubicBezTo>
                  <a:cubicBezTo>
                    <a:pt x="402524" y="388327"/>
                    <a:pt x="403338" y="397135"/>
                    <a:pt x="403318" y="405957"/>
                  </a:cubicBezTo>
                  <a:cubicBezTo>
                    <a:pt x="403318" y="459597"/>
                    <a:pt x="358660" y="497805"/>
                    <a:pt x="328292" y="500534"/>
                  </a:cubicBezTo>
                  <a:cubicBezTo>
                    <a:pt x="317921" y="501427"/>
                    <a:pt x="143603" y="503710"/>
                    <a:pt x="40491" y="50495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094BFF2F-0460-324F-A087-5D01DE8C4C7E}"/>
                </a:ext>
              </a:extLst>
            </p:cNvPr>
            <p:cNvSpPr/>
            <p:nvPr/>
          </p:nvSpPr>
          <p:spPr>
            <a:xfrm>
              <a:off x="5483229" y="1659537"/>
              <a:ext cx="211930" cy="547018"/>
            </a:xfrm>
            <a:custGeom>
              <a:avLst/>
              <a:gdLst>
                <a:gd name="connsiteX0" fmla="*/ 40242 w 211930"/>
                <a:gd name="connsiteY0" fmla="*/ 547018 h 547018"/>
                <a:gd name="connsiteX1" fmla="*/ 546 w 211930"/>
                <a:gd name="connsiteY1" fmla="*/ 507322 h 547018"/>
                <a:gd name="connsiteX2" fmla="*/ 0 w 211930"/>
                <a:gd name="connsiteY2" fmla="*/ 39697 h 547018"/>
                <a:gd name="connsiteX3" fmla="*/ 39697 w 211930"/>
                <a:gd name="connsiteY3" fmla="*/ 0 h 547018"/>
                <a:gd name="connsiteX4" fmla="*/ 170596 w 211930"/>
                <a:gd name="connsiteY4" fmla="*/ 0 h 547018"/>
                <a:gd name="connsiteX5" fmla="*/ 210293 w 211930"/>
                <a:gd name="connsiteY5" fmla="*/ 39697 h 547018"/>
                <a:gd name="connsiteX6" fmla="*/ 211930 w 211930"/>
                <a:gd name="connsiteY6" fmla="*/ 506826 h 547018"/>
                <a:gd name="connsiteX7" fmla="*/ 172234 w 211930"/>
                <a:gd name="connsiteY7" fmla="*/ 546522 h 547018"/>
                <a:gd name="connsiteX8" fmla="*/ 40391 w 211930"/>
                <a:gd name="connsiteY8" fmla="*/ 547018 h 547018"/>
                <a:gd name="connsiteX9" fmla="*/ 79443 w 211930"/>
                <a:gd name="connsiteY9" fmla="*/ 79393 h 547018"/>
                <a:gd name="connsiteX10" fmla="*/ 79889 w 211930"/>
                <a:gd name="connsiteY10" fmla="*/ 467625 h 547018"/>
                <a:gd name="connsiteX11" fmla="*/ 132339 w 211930"/>
                <a:gd name="connsiteY11" fmla="*/ 467625 h 547018"/>
                <a:gd name="connsiteX12" fmla="*/ 130999 w 211930"/>
                <a:gd name="connsiteY12" fmla="*/ 79790 h 54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930" h="547018">
                  <a:moveTo>
                    <a:pt x="40242" y="547018"/>
                  </a:moveTo>
                  <a:cubicBezTo>
                    <a:pt x="18318" y="547018"/>
                    <a:pt x="546" y="529244"/>
                    <a:pt x="546" y="50732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70596" y="0"/>
                  </a:lnTo>
                  <a:cubicBezTo>
                    <a:pt x="192520" y="0"/>
                    <a:pt x="210293" y="17773"/>
                    <a:pt x="210293" y="39697"/>
                  </a:cubicBezTo>
                  <a:lnTo>
                    <a:pt x="211930" y="506826"/>
                  </a:lnTo>
                  <a:cubicBezTo>
                    <a:pt x="211930" y="528748"/>
                    <a:pt x="194158" y="546522"/>
                    <a:pt x="172234" y="546522"/>
                  </a:cubicBezTo>
                  <a:lnTo>
                    <a:pt x="40391" y="547018"/>
                  </a:lnTo>
                  <a:close/>
                  <a:moveTo>
                    <a:pt x="79443" y="79393"/>
                  </a:moveTo>
                  <a:lnTo>
                    <a:pt x="79889" y="467625"/>
                  </a:lnTo>
                  <a:lnTo>
                    <a:pt x="132339" y="467625"/>
                  </a:lnTo>
                  <a:lnTo>
                    <a:pt x="130999" y="7979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2" name="Picture Placeholder 41">
            <a:extLst>
              <a:ext uri="{FF2B5EF4-FFF2-40B4-BE49-F238E27FC236}">
                <a16:creationId xmlns:a16="http://schemas.microsoft.com/office/drawing/2014/main" id="{07B5106C-9497-4119-9180-966750367F43}"/>
              </a:ext>
            </a:extLst>
          </p:cNvPr>
          <p:cNvGrpSpPr>
            <a:grpSpLocks noChangeAspect="1"/>
          </p:cNvGrpSpPr>
          <p:nvPr/>
        </p:nvGrpSpPr>
        <p:grpSpPr>
          <a:xfrm>
            <a:off x="8093340" y="1467207"/>
            <a:ext cx="757716" cy="739348"/>
            <a:chOff x="6800737" y="1467207"/>
            <a:chExt cx="757716" cy="739348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F25E1FE-DF50-5545-AEE8-055CA0FAFE31}"/>
                </a:ext>
              </a:extLst>
            </p:cNvPr>
            <p:cNvSpPr/>
            <p:nvPr/>
          </p:nvSpPr>
          <p:spPr>
            <a:xfrm>
              <a:off x="6937466" y="1472169"/>
              <a:ext cx="576072" cy="734386"/>
            </a:xfrm>
            <a:custGeom>
              <a:avLst/>
              <a:gdLst>
                <a:gd name="connsiteX0" fmla="*/ 255820 w 576072"/>
                <a:gd name="connsiteY0" fmla="*/ 734386 h 734386"/>
                <a:gd name="connsiteX1" fmla="*/ 150327 w 576072"/>
                <a:gd name="connsiteY1" fmla="*/ 591181 h 734386"/>
                <a:gd name="connsiteX2" fmla="*/ 149880 w 576072"/>
                <a:gd name="connsiteY2" fmla="*/ 589246 h 734386"/>
                <a:gd name="connsiteX3" fmla="*/ 100855 w 576072"/>
                <a:gd name="connsiteY3" fmla="*/ 500325 h 734386"/>
                <a:gd name="connsiteX4" fmla="*/ 39474 w 576072"/>
                <a:gd name="connsiteY4" fmla="*/ 499234 h 734386"/>
                <a:gd name="connsiteX5" fmla="*/ 1 w 576072"/>
                <a:gd name="connsiteY5" fmla="*/ 459314 h 734386"/>
                <a:gd name="connsiteX6" fmla="*/ 39921 w 576072"/>
                <a:gd name="connsiteY6" fmla="*/ 419841 h 734386"/>
                <a:gd name="connsiteX7" fmla="*/ 40367 w 576072"/>
                <a:gd name="connsiteY7" fmla="*/ 419841 h 734386"/>
                <a:gd name="connsiteX8" fmla="*/ 81652 w 576072"/>
                <a:gd name="connsiteY8" fmla="*/ 420486 h 734386"/>
                <a:gd name="connsiteX9" fmla="*/ 110481 w 576072"/>
                <a:gd name="connsiteY9" fmla="*/ 421230 h 734386"/>
                <a:gd name="connsiteX10" fmla="*/ 121050 w 576072"/>
                <a:gd name="connsiteY10" fmla="*/ 421726 h 734386"/>
                <a:gd name="connsiteX11" fmla="*/ 156083 w 576072"/>
                <a:gd name="connsiteY11" fmla="*/ 441078 h 734386"/>
                <a:gd name="connsiteX12" fmla="*/ 227140 w 576072"/>
                <a:gd name="connsiteY12" fmla="*/ 571084 h 734386"/>
                <a:gd name="connsiteX13" fmla="*/ 227636 w 576072"/>
                <a:gd name="connsiteY13" fmla="*/ 573069 h 734386"/>
                <a:gd name="connsiteX14" fmla="*/ 256366 w 576072"/>
                <a:gd name="connsiteY14" fmla="*/ 654993 h 734386"/>
                <a:gd name="connsiteX15" fmla="*/ 279192 w 576072"/>
                <a:gd name="connsiteY15" fmla="*/ 603735 h 734386"/>
                <a:gd name="connsiteX16" fmla="*/ 280780 w 576072"/>
                <a:gd name="connsiteY16" fmla="*/ 465988 h 734386"/>
                <a:gd name="connsiteX17" fmla="*/ 320476 w 576072"/>
                <a:gd name="connsiteY17" fmla="*/ 426738 h 734386"/>
                <a:gd name="connsiteX18" fmla="*/ 536376 w 576072"/>
                <a:gd name="connsiteY18" fmla="*/ 425746 h 734386"/>
                <a:gd name="connsiteX19" fmla="*/ 536376 w 576072"/>
                <a:gd name="connsiteY19" fmla="*/ 425746 h 734386"/>
                <a:gd name="connsiteX20" fmla="*/ 576073 w 576072"/>
                <a:gd name="connsiteY20" fmla="*/ 465442 h 734386"/>
                <a:gd name="connsiteX21" fmla="*/ 536376 w 576072"/>
                <a:gd name="connsiteY21" fmla="*/ 505139 h 734386"/>
                <a:gd name="connsiteX22" fmla="*/ 359528 w 576072"/>
                <a:gd name="connsiteY22" fmla="*/ 505933 h 734386"/>
                <a:gd name="connsiteX23" fmla="*/ 358386 w 576072"/>
                <a:gd name="connsiteY23" fmla="*/ 605968 h 734386"/>
                <a:gd name="connsiteX24" fmla="*/ 358386 w 576072"/>
                <a:gd name="connsiteY24" fmla="*/ 608499 h 734386"/>
                <a:gd name="connsiteX25" fmla="*/ 341267 w 576072"/>
                <a:gd name="connsiteY25" fmla="*/ 685063 h 734386"/>
                <a:gd name="connsiteX26" fmla="*/ 255820 w 576072"/>
                <a:gd name="connsiteY26" fmla="*/ 734386 h 734386"/>
                <a:gd name="connsiteX27" fmla="*/ 116336 w 576072"/>
                <a:gd name="connsiteY27" fmla="*/ 501169 h 734386"/>
                <a:gd name="connsiteX28" fmla="*/ 116336 w 576072"/>
                <a:gd name="connsiteY28" fmla="*/ 501169 h 734386"/>
                <a:gd name="connsiteX29" fmla="*/ 82694 w 576072"/>
                <a:gd name="connsiteY29" fmla="*/ 468469 h 734386"/>
                <a:gd name="connsiteX30" fmla="*/ 88003 w 576072"/>
                <a:gd name="connsiteY30" fmla="*/ 482710 h 734386"/>
                <a:gd name="connsiteX31" fmla="*/ 82694 w 576072"/>
                <a:gd name="connsiteY31" fmla="*/ 468270 h 734386"/>
                <a:gd name="connsiteX32" fmla="*/ 82694 w 576072"/>
                <a:gd name="connsiteY32" fmla="*/ 468469 h 734386"/>
                <a:gd name="connsiteX33" fmla="*/ 82694 w 576072"/>
                <a:gd name="connsiteY33" fmla="*/ 468469 h 734386"/>
                <a:gd name="connsiteX34" fmla="*/ 53765 w 576072"/>
                <a:gd name="connsiteY34" fmla="*/ 129857 h 734386"/>
                <a:gd name="connsiteX35" fmla="*/ 13696 w 576072"/>
                <a:gd name="connsiteY35" fmla="*/ 90533 h 734386"/>
                <a:gd name="connsiteX36" fmla="*/ 53020 w 576072"/>
                <a:gd name="connsiteY36" fmla="*/ 50464 h 734386"/>
                <a:gd name="connsiteX37" fmla="*/ 71231 w 576072"/>
                <a:gd name="connsiteY37" fmla="*/ 50117 h 734386"/>
                <a:gd name="connsiteX38" fmla="*/ 221086 w 576072"/>
                <a:gd name="connsiteY38" fmla="*/ 0 h 734386"/>
                <a:gd name="connsiteX39" fmla="*/ 260782 w 576072"/>
                <a:gd name="connsiteY39" fmla="*/ 39697 h 734386"/>
                <a:gd name="connsiteX40" fmla="*/ 221086 w 576072"/>
                <a:gd name="connsiteY40" fmla="*/ 79393 h 734386"/>
                <a:gd name="connsiteX41" fmla="*/ 135440 w 576072"/>
                <a:gd name="connsiteY41" fmla="*/ 98944 h 734386"/>
                <a:gd name="connsiteX42" fmla="*/ 97778 w 576072"/>
                <a:gd name="connsiteY42" fmla="*/ 129014 h 734386"/>
                <a:gd name="connsiteX43" fmla="*/ 54509 w 576072"/>
                <a:gd name="connsiteY43" fmla="*/ 129857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76072" h="734386">
                  <a:moveTo>
                    <a:pt x="255820" y="734386"/>
                  </a:moveTo>
                  <a:cubicBezTo>
                    <a:pt x="183721" y="734386"/>
                    <a:pt x="164320" y="651619"/>
                    <a:pt x="150327" y="591181"/>
                  </a:cubicBezTo>
                  <a:lnTo>
                    <a:pt x="149880" y="589246"/>
                  </a:lnTo>
                  <a:cubicBezTo>
                    <a:pt x="144918" y="568901"/>
                    <a:pt x="121100" y="529354"/>
                    <a:pt x="100855" y="500325"/>
                  </a:cubicBezTo>
                  <a:cubicBezTo>
                    <a:pt x="85125" y="499928"/>
                    <a:pt x="60860" y="499482"/>
                    <a:pt x="39474" y="499234"/>
                  </a:cubicBezTo>
                  <a:cubicBezTo>
                    <a:pt x="17550" y="499110"/>
                    <a:pt x="-123" y="481236"/>
                    <a:pt x="1" y="459314"/>
                  </a:cubicBezTo>
                  <a:cubicBezTo>
                    <a:pt x="124" y="437391"/>
                    <a:pt x="17997" y="419718"/>
                    <a:pt x="39921" y="419841"/>
                  </a:cubicBezTo>
                  <a:lnTo>
                    <a:pt x="40367" y="419841"/>
                  </a:lnTo>
                  <a:cubicBezTo>
                    <a:pt x="40367" y="419841"/>
                    <a:pt x="61009" y="419841"/>
                    <a:pt x="81652" y="420486"/>
                  </a:cubicBezTo>
                  <a:cubicBezTo>
                    <a:pt x="92122" y="420486"/>
                    <a:pt x="102592" y="420932"/>
                    <a:pt x="110481" y="421230"/>
                  </a:cubicBezTo>
                  <a:cubicBezTo>
                    <a:pt x="114848" y="421230"/>
                    <a:pt x="118470" y="421528"/>
                    <a:pt x="121050" y="421726"/>
                  </a:cubicBezTo>
                  <a:cubicBezTo>
                    <a:pt x="125764" y="422024"/>
                    <a:pt x="145861" y="424356"/>
                    <a:pt x="156083" y="441078"/>
                  </a:cubicBezTo>
                  <a:cubicBezTo>
                    <a:pt x="170175" y="460182"/>
                    <a:pt x="216422" y="525433"/>
                    <a:pt x="227140" y="571084"/>
                  </a:cubicBezTo>
                  <a:lnTo>
                    <a:pt x="227636" y="573069"/>
                  </a:lnTo>
                  <a:cubicBezTo>
                    <a:pt x="233293" y="597185"/>
                    <a:pt x="244904" y="646955"/>
                    <a:pt x="256366" y="654993"/>
                  </a:cubicBezTo>
                  <a:cubicBezTo>
                    <a:pt x="268523" y="654993"/>
                    <a:pt x="275272" y="654348"/>
                    <a:pt x="279192" y="603735"/>
                  </a:cubicBezTo>
                  <a:lnTo>
                    <a:pt x="280780" y="465988"/>
                  </a:lnTo>
                  <a:cubicBezTo>
                    <a:pt x="281024" y="444239"/>
                    <a:pt x="298725" y="426736"/>
                    <a:pt x="320476" y="426738"/>
                  </a:cubicBezTo>
                  <a:lnTo>
                    <a:pt x="536376" y="425746"/>
                  </a:lnTo>
                  <a:lnTo>
                    <a:pt x="536376" y="425746"/>
                  </a:lnTo>
                  <a:cubicBezTo>
                    <a:pt x="558299" y="425746"/>
                    <a:pt x="576073" y="443520"/>
                    <a:pt x="576073" y="465442"/>
                  </a:cubicBezTo>
                  <a:cubicBezTo>
                    <a:pt x="576073" y="487364"/>
                    <a:pt x="558299" y="505139"/>
                    <a:pt x="536376" y="505139"/>
                  </a:cubicBezTo>
                  <a:lnTo>
                    <a:pt x="359528" y="505933"/>
                  </a:lnTo>
                  <a:lnTo>
                    <a:pt x="358386" y="605968"/>
                  </a:lnTo>
                  <a:cubicBezTo>
                    <a:pt x="358386" y="606811"/>
                    <a:pt x="358386" y="607655"/>
                    <a:pt x="358386" y="608499"/>
                  </a:cubicBezTo>
                  <a:cubicBezTo>
                    <a:pt x="356501" y="633309"/>
                    <a:pt x="353424" y="661394"/>
                    <a:pt x="341267" y="685063"/>
                  </a:cubicBezTo>
                  <a:cubicBezTo>
                    <a:pt x="329557" y="707541"/>
                    <a:pt x="305292" y="734386"/>
                    <a:pt x="255820" y="734386"/>
                  </a:cubicBezTo>
                  <a:close/>
                  <a:moveTo>
                    <a:pt x="116336" y="501169"/>
                  </a:moveTo>
                  <a:lnTo>
                    <a:pt x="116336" y="501169"/>
                  </a:lnTo>
                  <a:close/>
                  <a:moveTo>
                    <a:pt x="82694" y="468469"/>
                  </a:moveTo>
                  <a:cubicBezTo>
                    <a:pt x="83479" y="473525"/>
                    <a:pt x="85285" y="478373"/>
                    <a:pt x="88003" y="482710"/>
                  </a:cubicBezTo>
                  <a:cubicBezTo>
                    <a:pt x="85298" y="478294"/>
                    <a:pt x="83493" y="473386"/>
                    <a:pt x="82694" y="468270"/>
                  </a:cubicBezTo>
                  <a:close/>
                  <a:moveTo>
                    <a:pt x="82694" y="468469"/>
                  </a:moveTo>
                  <a:lnTo>
                    <a:pt x="82694" y="468469"/>
                  </a:lnTo>
                  <a:close/>
                  <a:moveTo>
                    <a:pt x="53765" y="129857"/>
                  </a:moveTo>
                  <a:cubicBezTo>
                    <a:pt x="31841" y="130063"/>
                    <a:pt x="13901" y="112457"/>
                    <a:pt x="13696" y="90533"/>
                  </a:cubicBezTo>
                  <a:cubicBezTo>
                    <a:pt x="13491" y="68609"/>
                    <a:pt x="31096" y="50670"/>
                    <a:pt x="53020" y="50464"/>
                  </a:cubicBezTo>
                  <a:lnTo>
                    <a:pt x="71231" y="50117"/>
                  </a:lnTo>
                  <a:cubicBezTo>
                    <a:pt x="104179" y="0"/>
                    <a:pt x="178412" y="0"/>
                    <a:pt x="221086" y="0"/>
                  </a:cubicBezTo>
                  <a:cubicBezTo>
                    <a:pt x="243010" y="0"/>
                    <a:pt x="260782" y="17773"/>
                    <a:pt x="260782" y="39697"/>
                  </a:cubicBezTo>
                  <a:cubicBezTo>
                    <a:pt x="260782" y="61620"/>
                    <a:pt x="243010" y="79393"/>
                    <a:pt x="221086" y="79393"/>
                  </a:cubicBezTo>
                  <a:cubicBezTo>
                    <a:pt x="140403" y="79393"/>
                    <a:pt x="137028" y="93088"/>
                    <a:pt x="135440" y="98944"/>
                  </a:cubicBezTo>
                  <a:cubicBezTo>
                    <a:pt x="131103" y="116313"/>
                    <a:pt x="115677" y="128630"/>
                    <a:pt x="97778" y="129014"/>
                  </a:cubicBezTo>
                  <a:lnTo>
                    <a:pt x="54509" y="129857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8ECCC38-7A7C-4F45-B490-F094B02C1856}"/>
                </a:ext>
              </a:extLst>
            </p:cNvPr>
            <p:cNvSpPr/>
            <p:nvPr/>
          </p:nvSpPr>
          <p:spPr>
            <a:xfrm>
              <a:off x="7084021" y="1472417"/>
              <a:ext cx="474432" cy="504891"/>
            </a:xfrm>
            <a:custGeom>
              <a:avLst/>
              <a:gdLst>
                <a:gd name="connsiteX0" fmla="*/ 389474 w 474432"/>
                <a:gd name="connsiteY0" fmla="*/ 504891 h 504891"/>
                <a:gd name="connsiteX1" fmla="*/ 388779 w 474432"/>
                <a:gd name="connsiteY1" fmla="*/ 504891 h 504891"/>
                <a:gd name="connsiteX2" fmla="*/ 349961 w 474432"/>
                <a:gd name="connsiteY2" fmla="*/ 464336 h 504891"/>
                <a:gd name="connsiteX3" fmla="*/ 384115 w 474432"/>
                <a:gd name="connsiteY3" fmla="*/ 425895 h 504891"/>
                <a:gd name="connsiteX4" fmla="*/ 394982 w 474432"/>
                <a:gd name="connsiteY4" fmla="*/ 417608 h 504891"/>
                <a:gd name="connsiteX5" fmla="*/ 380393 w 474432"/>
                <a:gd name="connsiteY5" fmla="*/ 401680 h 504891"/>
                <a:gd name="connsiteX6" fmla="*/ 346587 w 474432"/>
                <a:gd name="connsiteY6" fmla="*/ 356861 h 504891"/>
                <a:gd name="connsiteX7" fmla="*/ 367393 w 474432"/>
                <a:gd name="connsiteY7" fmla="*/ 327249 h 504891"/>
                <a:gd name="connsiteX8" fmla="*/ 385852 w 474432"/>
                <a:gd name="connsiteY8" fmla="*/ 311371 h 504891"/>
                <a:gd name="connsiteX9" fmla="*/ 384909 w 474432"/>
                <a:gd name="connsiteY9" fmla="*/ 299362 h 504891"/>
                <a:gd name="connsiteX10" fmla="*/ 371214 w 474432"/>
                <a:gd name="connsiteY10" fmla="*/ 297775 h 504891"/>
                <a:gd name="connsiteX11" fmla="*/ 371214 w 474432"/>
                <a:gd name="connsiteY11" fmla="*/ 297775 h 504891"/>
                <a:gd name="connsiteX12" fmla="*/ 331547 w 474432"/>
                <a:gd name="connsiteY12" fmla="*/ 258047 h 504891"/>
                <a:gd name="connsiteX13" fmla="*/ 346403 w 474432"/>
                <a:gd name="connsiteY13" fmla="*/ 227115 h 504891"/>
                <a:gd name="connsiteX14" fmla="*/ 362480 w 474432"/>
                <a:gd name="connsiteY14" fmla="*/ 203446 h 504891"/>
                <a:gd name="connsiteX15" fmla="*/ 347594 w 474432"/>
                <a:gd name="connsiteY15" fmla="*/ 188212 h 504891"/>
                <a:gd name="connsiteX16" fmla="*/ 307203 w 474432"/>
                <a:gd name="connsiteY16" fmla="*/ 161863 h 504891"/>
                <a:gd name="connsiteX17" fmla="*/ 319509 w 474432"/>
                <a:gd name="connsiteY17" fmla="*/ 120132 h 504891"/>
                <a:gd name="connsiteX18" fmla="*/ 323776 w 474432"/>
                <a:gd name="connsiteY18" fmla="*/ 98994 h 504891"/>
                <a:gd name="connsiteX19" fmla="*/ 315539 w 474432"/>
                <a:gd name="connsiteY19" fmla="*/ 83364 h 504891"/>
                <a:gd name="connsiteX20" fmla="*/ 39449 w 474432"/>
                <a:gd name="connsiteY20" fmla="*/ 79394 h 504891"/>
                <a:gd name="connsiteX21" fmla="*/ 1 w 474432"/>
                <a:gd name="connsiteY21" fmla="*/ 39449 h 504891"/>
                <a:gd name="connsiteX22" fmla="*/ 39946 w 474432"/>
                <a:gd name="connsiteY22" fmla="*/ 1 h 504891"/>
                <a:gd name="connsiteX23" fmla="*/ 40442 w 474432"/>
                <a:gd name="connsiteY23" fmla="*/ 1 h 504891"/>
                <a:gd name="connsiteX24" fmla="*/ 328242 w 474432"/>
                <a:gd name="connsiteY24" fmla="*/ 4417 h 504891"/>
                <a:gd name="connsiteX25" fmla="*/ 403269 w 474432"/>
                <a:gd name="connsiteY25" fmla="*/ 98994 h 504891"/>
                <a:gd name="connsiteX26" fmla="*/ 400837 w 474432"/>
                <a:gd name="connsiteY26" fmla="*/ 125293 h 504891"/>
                <a:gd name="connsiteX27" fmla="*/ 441725 w 474432"/>
                <a:gd name="connsiteY27" fmla="*/ 203198 h 504891"/>
                <a:gd name="connsiteX28" fmla="*/ 434877 w 474432"/>
                <a:gd name="connsiteY28" fmla="*/ 236940 h 504891"/>
                <a:gd name="connsiteX29" fmla="*/ 450011 w 474432"/>
                <a:gd name="connsiteY29" fmla="*/ 253166 h 504891"/>
                <a:gd name="connsiteX30" fmla="*/ 465245 w 474432"/>
                <a:gd name="connsiteY30" fmla="*/ 312016 h 504891"/>
                <a:gd name="connsiteX31" fmla="*/ 449912 w 474432"/>
                <a:gd name="connsiteY31" fmla="*/ 358113 h 504891"/>
                <a:gd name="connsiteX32" fmla="*/ 474425 w 474432"/>
                <a:gd name="connsiteY32" fmla="*/ 416666 h 504891"/>
                <a:gd name="connsiteX33" fmla="*/ 449069 w 474432"/>
                <a:gd name="connsiteY33" fmla="*/ 477699 h 504891"/>
                <a:gd name="connsiteX34" fmla="*/ 389474 w 474432"/>
                <a:gd name="connsiteY34" fmla="*/ 504891 h 504891"/>
                <a:gd name="connsiteX35" fmla="*/ 390814 w 474432"/>
                <a:gd name="connsiteY35" fmla="*/ 425498 h 504891"/>
                <a:gd name="connsiteX36" fmla="*/ 390814 w 474432"/>
                <a:gd name="connsiteY36" fmla="*/ 425498 h 50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74432" h="504891">
                  <a:moveTo>
                    <a:pt x="389474" y="504891"/>
                  </a:moveTo>
                  <a:lnTo>
                    <a:pt x="388779" y="504891"/>
                  </a:lnTo>
                  <a:cubicBezTo>
                    <a:pt x="366862" y="504410"/>
                    <a:pt x="349480" y="486254"/>
                    <a:pt x="349961" y="464336"/>
                  </a:cubicBezTo>
                  <a:cubicBezTo>
                    <a:pt x="350388" y="444885"/>
                    <a:pt x="364847" y="428609"/>
                    <a:pt x="384115" y="425895"/>
                  </a:cubicBezTo>
                  <a:cubicBezTo>
                    <a:pt x="386546" y="425250"/>
                    <a:pt x="394039" y="422868"/>
                    <a:pt x="394982" y="417608"/>
                  </a:cubicBezTo>
                  <a:cubicBezTo>
                    <a:pt x="391568" y="411134"/>
                    <a:pt x="386541" y="405649"/>
                    <a:pt x="380393" y="401680"/>
                  </a:cubicBezTo>
                  <a:cubicBezTo>
                    <a:pt x="358679" y="398639"/>
                    <a:pt x="343545" y="378572"/>
                    <a:pt x="346587" y="356861"/>
                  </a:cubicBezTo>
                  <a:cubicBezTo>
                    <a:pt x="348358" y="344219"/>
                    <a:pt x="356099" y="333201"/>
                    <a:pt x="367393" y="327249"/>
                  </a:cubicBezTo>
                  <a:cubicBezTo>
                    <a:pt x="374732" y="323512"/>
                    <a:pt x="381058" y="318066"/>
                    <a:pt x="385852" y="311371"/>
                  </a:cubicBezTo>
                  <a:cubicBezTo>
                    <a:pt x="385956" y="307346"/>
                    <a:pt x="385643" y="303321"/>
                    <a:pt x="384909" y="299362"/>
                  </a:cubicBezTo>
                  <a:cubicBezTo>
                    <a:pt x="380453" y="298122"/>
                    <a:pt x="375833" y="297586"/>
                    <a:pt x="371214" y="297775"/>
                  </a:cubicBezTo>
                  <a:lnTo>
                    <a:pt x="371214" y="297775"/>
                  </a:lnTo>
                  <a:cubicBezTo>
                    <a:pt x="349291" y="297758"/>
                    <a:pt x="331532" y="279971"/>
                    <a:pt x="331547" y="258047"/>
                  </a:cubicBezTo>
                  <a:cubicBezTo>
                    <a:pt x="331557" y="246018"/>
                    <a:pt x="337020" y="234642"/>
                    <a:pt x="346403" y="227115"/>
                  </a:cubicBezTo>
                  <a:cubicBezTo>
                    <a:pt x="353697" y="221011"/>
                    <a:pt x="362480" y="209251"/>
                    <a:pt x="362480" y="203446"/>
                  </a:cubicBezTo>
                  <a:cubicBezTo>
                    <a:pt x="362282" y="195250"/>
                    <a:pt x="355782" y="188600"/>
                    <a:pt x="347594" y="188212"/>
                  </a:cubicBezTo>
                  <a:cubicBezTo>
                    <a:pt x="330078" y="188212"/>
                    <a:pt x="312264" y="178635"/>
                    <a:pt x="307203" y="161863"/>
                  </a:cubicBezTo>
                  <a:cubicBezTo>
                    <a:pt x="302142" y="145092"/>
                    <a:pt x="305962" y="129908"/>
                    <a:pt x="319509" y="120132"/>
                  </a:cubicBezTo>
                  <a:cubicBezTo>
                    <a:pt x="322689" y="113558"/>
                    <a:pt x="324158" y="106287"/>
                    <a:pt x="323776" y="98994"/>
                  </a:cubicBezTo>
                  <a:cubicBezTo>
                    <a:pt x="323553" y="92801"/>
                    <a:pt x="320521" y="87047"/>
                    <a:pt x="315539" y="83364"/>
                  </a:cubicBezTo>
                  <a:cubicBezTo>
                    <a:pt x="282244" y="82520"/>
                    <a:pt x="137202" y="80585"/>
                    <a:pt x="39449" y="79394"/>
                  </a:cubicBezTo>
                  <a:cubicBezTo>
                    <a:pt x="17525" y="79257"/>
                    <a:pt x="-136" y="61373"/>
                    <a:pt x="1" y="39449"/>
                  </a:cubicBezTo>
                  <a:cubicBezTo>
                    <a:pt x="138" y="17525"/>
                    <a:pt x="18022" y="-136"/>
                    <a:pt x="39946" y="1"/>
                  </a:cubicBezTo>
                  <a:lnTo>
                    <a:pt x="40442" y="1"/>
                  </a:lnTo>
                  <a:cubicBezTo>
                    <a:pt x="143454" y="1241"/>
                    <a:pt x="317772" y="3524"/>
                    <a:pt x="328242" y="4417"/>
                  </a:cubicBezTo>
                  <a:cubicBezTo>
                    <a:pt x="358858" y="7146"/>
                    <a:pt x="403269" y="45354"/>
                    <a:pt x="403269" y="98994"/>
                  </a:cubicBezTo>
                  <a:cubicBezTo>
                    <a:pt x="403288" y="107818"/>
                    <a:pt x="402475" y="116623"/>
                    <a:pt x="400837" y="125293"/>
                  </a:cubicBezTo>
                  <a:cubicBezTo>
                    <a:pt x="426427" y="142978"/>
                    <a:pt x="441705" y="172093"/>
                    <a:pt x="441725" y="203198"/>
                  </a:cubicBezTo>
                  <a:cubicBezTo>
                    <a:pt x="441640" y="214781"/>
                    <a:pt x="439313" y="226239"/>
                    <a:pt x="434877" y="236940"/>
                  </a:cubicBezTo>
                  <a:cubicBezTo>
                    <a:pt x="440712" y="241553"/>
                    <a:pt x="445813" y="247024"/>
                    <a:pt x="450011" y="253166"/>
                  </a:cubicBezTo>
                  <a:cubicBezTo>
                    <a:pt x="463508" y="272666"/>
                    <a:pt x="465245" y="294847"/>
                    <a:pt x="465245" y="312016"/>
                  </a:cubicBezTo>
                  <a:cubicBezTo>
                    <a:pt x="465076" y="328606"/>
                    <a:pt x="459712" y="344727"/>
                    <a:pt x="449912" y="358113"/>
                  </a:cubicBezTo>
                  <a:cubicBezTo>
                    <a:pt x="464401" y="374786"/>
                    <a:pt x="474425" y="395627"/>
                    <a:pt x="474425" y="416666"/>
                  </a:cubicBezTo>
                  <a:cubicBezTo>
                    <a:pt x="474727" y="439630"/>
                    <a:pt x="465553" y="461706"/>
                    <a:pt x="449069" y="477699"/>
                  </a:cubicBezTo>
                  <a:cubicBezTo>
                    <a:pt x="429667" y="496605"/>
                    <a:pt x="402921" y="504891"/>
                    <a:pt x="389474" y="504891"/>
                  </a:cubicBezTo>
                  <a:close/>
                  <a:moveTo>
                    <a:pt x="390814" y="425498"/>
                  </a:moveTo>
                  <a:lnTo>
                    <a:pt x="390814" y="42549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A8D5A42B-E3B8-8E46-AE13-BADC19572E39}"/>
                </a:ext>
              </a:extLst>
            </p:cNvPr>
            <p:cNvSpPr/>
            <p:nvPr/>
          </p:nvSpPr>
          <p:spPr>
            <a:xfrm>
              <a:off x="6800737" y="1467207"/>
              <a:ext cx="211880" cy="547018"/>
            </a:xfrm>
            <a:custGeom>
              <a:avLst/>
              <a:gdLst>
                <a:gd name="connsiteX0" fmla="*/ 39697 w 211880"/>
                <a:gd name="connsiteY0" fmla="*/ 547018 h 547018"/>
                <a:gd name="connsiteX1" fmla="*/ 0 w 211880"/>
                <a:gd name="connsiteY1" fmla="*/ 507322 h 547018"/>
                <a:gd name="connsiteX2" fmla="*/ 546 w 211880"/>
                <a:gd name="connsiteY2" fmla="*/ 39697 h 547018"/>
                <a:gd name="connsiteX3" fmla="*/ 40242 w 211880"/>
                <a:gd name="connsiteY3" fmla="*/ 0 h 547018"/>
                <a:gd name="connsiteX4" fmla="*/ 40242 w 211880"/>
                <a:gd name="connsiteY4" fmla="*/ 0 h 547018"/>
                <a:gd name="connsiteX5" fmla="*/ 172184 w 211880"/>
                <a:gd name="connsiteY5" fmla="*/ 447 h 547018"/>
                <a:gd name="connsiteX6" fmla="*/ 211881 w 211880"/>
                <a:gd name="connsiteY6" fmla="*/ 40143 h 547018"/>
                <a:gd name="connsiteX7" fmla="*/ 210243 w 211880"/>
                <a:gd name="connsiteY7" fmla="*/ 507272 h 547018"/>
                <a:gd name="connsiteX8" fmla="*/ 170547 w 211880"/>
                <a:gd name="connsiteY8" fmla="*/ 546969 h 547018"/>
                <a:gd name="connsiteX9" fmla="*/ 170547 w 211880"/>
                <a:gd name="connsiteY9" fmla="*/ 507322 h 547018"/>
                <a:gd name="connsiteX10" fmla="*/ 170547 w 211880"/>
                <a:gd name="connsiteY10" fmla="*/ 507322 h 547018"/>
                <a:gd name="connsiteX11" fmla="*/ 79889 w 211880"/>
                <a:gd name="connsiteY11" fmla="*/ 79393 h 547018"/>
                <a:gd name="connsiteX12" fmla="*/ 79443 w 211880"/>
                <a:gd name="connsiteY12" fmla="*/ 467476 h 547018"/>
                <a:gd name="connsiteX13" fmla="*/ 130999 w 211880"/>
                <a:gd name="connsiteY13" fmla="*/ 467476 h 547018"/>
                <a:gd name="connsiteX14" fmla="*/ 132339 w 211880"/>
                <a:gd name="connsiteY14" fmla="*/ 79641 h 54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1880" h="547018">
                  <a:moveTo>
                    <a:pt x="39697" y="547018"/>
                  </a:moveTo>
                  <a:cubicBezTo>
                    <a:pt x="17773" y="547018"/>
                    <a:pt x="0" y="529244"/>
                    <a:pt x="0" y="507322"/>
                  </a:cubicBezTo>
                  <a:lnTo>
                    <a:pt x="546" y="39697"/>
                  </a:lnTo>
                  <a:cubicBezTo>
                    <a:pt x="546" y="17773"/>
                    <a:pt x="18318" y="0"/>
                    <a:pt x="40242" y="0"/>
                  </a:cubicBezTo>
                  <a:lnTo>
                    <a:pt x="40242" y="0"/>
                  </a:lnTo>
                  <a:lnTo>
                    <a:pt x="172184" y="447"/>
                  </a:lnTo>
                  <a:cubicBezTo>
                    <a:pt x="194108" y="447"/>
                    <a:pt x="211881" y="18219"/>
                    <a:pt x="211881" y="40143"/>
                  </a:cubicBezTo>
                  <a:lnTo>
                    <a:pt x="210243" y="507272"/>
                  </a:lnTo>
                  <a:cubicBezTo>
                    <a:pt x="210243" y="529195"/>
                    <a:pt x="192470" y="546969"/>
                    <a:pt x="170547" y="546969"/>
                  </a:cubicBezTo>
                  <a:close/>
                  <a:moveTo>
                    <a:pt x="170547" y="507322"/>
                  </a:moveTo>
                  <a:lnTo>
                    <a:pt x="170547" y="507322"/>
                  </a:lnTo>
                  <a:close/>
                  <a:moveTo>
                    <a:pt x="79889" y="79393"/>
                  </a:moveTo>
                  <a:lnTo>
                    <a:pt x="79443" y="467476"/>
                  </a:lnTo>
                  <a:lnTo>
                    <a:pt x="130999" y="467476"/>
                  </a:lnTo>
                  <a:lnTo>
                    <a:pt x="132339" y="7964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26" name="Picture Placeholder 43">
            <a:extLst>
              <a:ext uri="{FF2B5EF4-FFF2-40B4-BE49-F238E27FC236}">
                <a16:creationId xmlns:a16="http://schemas.microsoft.com/office/drawing/2014/main" id="{E0EA131C-5EBE-4199-A1ED-13FDCFB78116}"/>
              </a:ext>
            </a:extLst>
          </p:cNvPr>
          <p:cNvGrpSpPr>
            <a:grpSpLocks noChangeAspect="1"/>
          </p:cNvGrpSpPr>
          <p:nvPr/>
        </p:nvGrpSpPr>
        <p:grpSpPr>
          <a:xfrm>
            <a:off x="9363994" y="1445640"/>
            <a:ext cx="771333" cy="782549"/>
            <a:chOff x="8111461" y="1445640"/>
            <a:chExt cx="771333" cy="782549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CEB90342-89A1-F149-8901-B6BF0E57220D}"/>
                </a:ext>
              </a:extLst>
            </p:cNvPr>
            <p:cNvSpPr/>
            <p:nvPr/>
          </p:nvSpPr>
          <p:spPr>
            <a:xfrm>
              <a:off x="8564653" y="1841045"/>
              <a:ext cx="114137" cy="114132"/>
            </a:xfrm>
            <a:custGeom>
              <a:avLst/>
              <a:gdLst>
                <a:gd name="connsiteX0" fmla="*/ 39726 w 114137"/>
                <a:gd name="connsiteY0" fmla="*/ 114132 h 114132"/>
                <a:gd name="connsiteX1" fmla="*/ 0 w 114137"/>
                <a:gd name="connsiteY1" fmla="*/ 74465 h 114132"/>
                <a:gd name="connsiteX2" fmla="*/ 11641 w 114137"/>
                <a:gd name="connsiteY2" fmla="*/ 46350 h 114132"/>
                <a:gd name="connsiteX3" fmla="*/ 46376 w 114137"/>
                <a:gd name="connsiteY3" fmla="*/ 11616 h 114132"/>
                <a:gd name="connsiteX4" fmla="*/ 102521 w 114137"/>
                <a:gd name="connsiteY4" fmla="*/ 11641 h 114132"/>
                <a:gd name="connsiteX5" fmla="*/ 102497 w 114137"/>
                <a:gd name="connsiteY5" fmla="*/ 67786 h 114132"/>
                <a:gd name="connsiteX6" fmla="*/ 67762 w 114137"/>
                <a:gd name="connsiteY6" fmla="*/ 102521 h 114132"/>
                <a:gd name="connsiteX7" fmla="*/ 39726 w 114137"/>
                <a:gd name="connsiteY7" fmla="*/ 114132 h 11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37" h="114132">
                  <a:moveTo>
                    <a:pt x="39726" y="114132"/>
                  </a:moveTo>
                  <a:cubicBezTo>
                    <a:pt x="17804" y="114147"/>
                    <a:pt x="15" y="96393"/>
                    <a:pt x="0" y="74465"/>
                  </a:cubicBezTo>
                  <a:cubicBezTo>
                    <a:pt x="-10" y="63921"/>
                    <a:pt x="4178" y="53804"/>
                    <a:pt x="11641" y="46350"/>
                  </a:cubicBezTo>
                  <a:lnTo>
                    <a:pt x="46376" y="11616"/>
                  </a:lnTo>
                  <a:cubicBezTo>
                    <a:pt x="61887" y="-3882"/>
                    <a:pt x="87025" y="-3870"/>
                    <a:pt x="102521" y="11641"/>
                  </a:cubicBezTo>
                  <a:cubicBezTo>
                    <a:pt x="118018" y="27152"/>
                    <a:pt x="118008" y="52289"/>
                    <a:pt x="102497" y="67786"/>
                  </a:cubicBezTo>
                  <a:lnTo>
                    <a:pt x="67762" y="102521"/>
                  </a:lnTo>
                  <a:cubicBezTo>
                    <a:pt x="60324" y="109949"/>
                    <a:pt x="50241" y="114127"/>
                    <a:pt x="39726" y="1141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670F6069-DEA2-7C43-8C0B-B7DF004423F7}"/>
                </a:ext>
              </a:extLst>
            </p:cNvPr>
            <p:cNvSpPr/>
            <p:nvPr/>
          </p:nvSpPr>
          <p:spPr>
            <a:xfrm>
              <a:off x="8655647" y="1931535"/>
              <a:ext cx="120757" cy="115688"/>
            </a:xfrm>
            <a:custGeom>
              <a:avLst/>
              <a:gdLst>
                <a:gd name="connsiteX0" fmla="*/ 39637 w 120757"/>
                <a:gd name="connsiteY0" fmla="*/ 115689 h 115688"/>
                <a:gd name="connsiteX1" fmla="*/ 0 w 120757"/>
                <a:gd name="connsiteY1" fmla="*/ 75938 h 115688"/>
                <a:gd name="connsiteX2" fmla="*/ 13437 w 120757"/>
                <a:gd name="connsiteY2" fmla="*/ 46220 h 115688"/>
                <a:gd name="connsiteX3" fmla="*/ 53134 w 120757"/>
                <a:gd name="connsiteY3" fmla="*/ 11485 h 115688"/>
                <a:gd name="connsiteX4" fmla="*/ 109275 w 120757"/>
                <a:gd name="connsiteY4" fmla="*/ 11768 h 115688"/>
                <a:gd name="connsiteX5" fmla="*/ 108987 w 120757"/>
                <a:gd name="connsiteY5" fmla="*/ 67909 h 115688"/>
                <a:gd name="connsiteX6" fmla="*/ 105434 w 120757"/>
                <a:gd name="connsiteY6" fmla="*/ 71030 h 115688"/>
                <a:gd name="connsiteX7" fmla="*/ 65738 w 120757"/>
                <a:gd name="connsiteY7" fmla="*/ 105765 h 115688"/>
                <a:gd name="connsiteX8" fmla="*/ 39637 w 120757"/>
                <a:gd name="connsiteY8" fmla="*/ 115689 h 11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757" h="115688">
                  <a:moveTo>
                    <a:pt x="39637" y="115689"/>
                  </a:moveTo>
                  <a:cubicBezTo>
                    <a:pt x="17715" y="115659"/>
                    <a:pt x="-35" y="97860"/>
                    <a:pt x="0" y="75938"/>
                  </a:cubicBezTo>
                  <a:cubicBezTo>
                    <a:pt x="15" y="64564"/>
                    <a:pt x="4908" y="53742"/>
                    <a:pt x="13437" y="46220"/>
                  </a:cubicBezTo>
                  <a:lnTo>
                    <a:pt x="53134" y="11485"/>
                  </a:lnTo>
                  <a:cubicBezTo>
                    <a:pt x="68715" y="-3937"/>
                    <a:pt x="93848" y="-3813"/>
                    <a:pt x="109275" y="11768"/>
                  </a:cubicBezTo>
                  <a:cubicBezTo>
                    <a:pt x="124697" y="27349"/>
                    <a:pt x="124568" y="52487"/>
                    <a:pt x="108987" y="67909"/>
                  </a:cubicBezTo>
                  <a:cubicBezTo>
                    <a:pt x="107866" y="69020"/>
                    <a:pt x="106680" y="70062"/>
                    <a:pt x="105434" y="71030"/>
                  </a:cubicBezTo>
                  <a:lnTo>
                    <a:pt x="65738" y="105765"/>
                  </a:lnTo>
                  <a:cubicBezTo>
                    <a:pt x="58528" y="112126"/>
                    <a:pt x="49254" y="115649"/>
                    <a:pt x="39637" y="1156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9E668EE-BFFB-6242-8C1A-594A2C63D395}"/>
                </a:ext>
              </a:extLst>
            </p:cNvPr>
            <p:cNvSpPr/>
            <p:nvPr/>
          </p:nvSpPr>
          <p:spPr>
            <a:xfrm>
              <a:off x="8275858" y="1559799"/>
              <a:ext cx="113415" cy="113433"/>
            </a:xfrm>
            <a:custGeom>
              <a:avLst/>
              <a:gdLst>
                <a:gd name="connsiteX0" fmla="*/ 39728 w 113415"/>
                <a:gd name="connsiteY0" fmla="*/ 113434 h 113433"/>
                <a:gd name="connsiteX1" fmla="*/ 0 w 113415"/>
                <a:gd name="connsiteY1" fmla="*/ 73769 h 113433"/>
                <a:gd name="connsiteX2" fmla="*/ 11643 w 113415"/>
                <a:gd name="connsiteY2" fmla="*/ 45652 h 113433"/>
                <a:gd name="connsiteX3" fmla="*/ 46377 w 113415"/>
                <a:gd name="connsiteY3" fmla="*/ 10917 h 113433"/>
                <a:gd name="connsiteX4" fmla="*/ 102498 w 113415"/>
                <a:gd name="connsiteY4" fmla="*/ 12355 h 113433"/>
                <a:gd name="connsiteX5" fmla="*/ 102498 w 113415"/>
                <a:gd name="connsiteY5" fmla="*/ 67038 h 113433"/>
                <a:gd name="connsiteX6" fmla="*/ 67764 w 113415"/>
                <a:gd name="connsiteY6" fmla="*/ 101773 h 113433"/>
                <a:gd name="connsiteX7" fmla="*/ 39728 w 113415"/>
                <a:gd name="connsiteY7" fmla="*/ 113434 h 1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415" h="113433">
                  <a:moveTo>
                    <a:pt x="39728" y="113434"/>
                  </a:moveTo>
                  <a:cubicBezTo>
                    <a:pt x="17804" y="113451"/>
                    <a:pt x="17" y="95692"/>
                    <a:pt x="0" y="73769"/>
                  </a:cubicBezTo>
                  <a:cubicBezTo>
                    <a:pt x="-8" y="63222"/>
                    <a:pt x="4181" y="53105"/>
                    <a:pt x="11643" y="45652"/>
                  </a:cubicBezTo>
                  <a:lnTo>
                    <a:pt x="46377" y="10917"/>
                  </a:lnTo>
                  <a:cubicBezTo>
                    <a:pt x="62272" y="-4183"/>
                    <a:pt x="87398" y="-3539"/>
                    <a:pt x="102498" y="12355"/>
                  </a:cubicBezTo>
                  <a:cubicBezTo>
                    <a:pt x="117055" y="27676"/>
                    <a:pt x="117055" y="51717"/>
                    <a:pt x="102498" y="67038"/>
                  </a:cubicBezTo>
                  <a:lnTo>
                    <a:pt x="67764" y="101773"/>
                  </a:lnTo>
                  <a:cubicBezTo>
                    <a:pt x="60352" y="109249"/>
                    <a:pt x="50256" y="113449"/>
                    <a:pt x="39728" y="1134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4949658-3114-684B-BF3D-9D268B11EC90}"/>
                </a:ext>
              </a:extLst>
            </p:cNvPr>
            <p:cNvSpPr/>
            <p:nvPr/>
          </p:nvSpPr>
          <p:spPr>
            <a:xfrm>
              <a:off x="8371676" y="1651129"/>
              <a:ext cx="114180" cy="114149"/>
            </a:xfrm>
            <a:custGeom>
              <a:avLst/>
              <a:gdLst>
                <a:gd name="connsiteX0" fmla="*/ 39728 w 114180"/>
                <a:gd name="connsiteY0" fmla="*/ 114150 h 114149"/>
                <a:gd name="connsiteX1" fmla="*/ 0 w 114180"/>
                <a:gd name="connsiteY1" fmla="*/ 74484 h 114149"/>
                <a:gd name="connsiteX2" fmla="*/ 11643 w 114180"/>
                <a:gd name="connsiteY2" fmla="*/ 46368 h 114149"/>
                <a:gd name="connsiteX3" fmla="*/ 46377 w 114180"/>
                <a:gd name="connsiteY3" fmla="*/ 11633 h 114149"/>
                <a:gd name="connsiteX4" fmla="*/ 102548 w 114180"/>
                <a:gd name="connsiteY4" fmla="*/ 11633 h 114149"/>
                <a:gd name="connsiteX5" fmla="*/ 102548 w 114180"/>
                <a:gd name="connsiteY5" fmla="*/ 67804 h 114149"/>
                <a:gd name="connsiteX6" fmla="*/ 67813 w 114180"/>
                <a:gd name="connsiteY6" fmla="*/ 102538 h 114149"/>
                <a:gd name="connsiteX7" fmla="*/ 39728 w 114180"/>
                <a:gd name="connsiteY7" fmla="*/ 114150 h 11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80" h="114149">
                  <a:moveTo>
                    <a:pt x="39728" y="114150"/>
                  </a:moveTo>
                  <a:cubicBezTo>
                    <a:pt x="17804" y="114167"/>
                    <a:pt x="17" y="96408"/>
                    <a:pt x="0" y="74484"/>
                  </a:cubicBezTo>
                  <a:cubicBezTo>
                    <a:pt x="-8" y="63937"/>
                    <a:pt x="4181" y="53821"/>
                    <a:pt x="11643" y="46368"/>
                  </a:cubicBezTo>
                  <a:lnTo>
                    <a:pt x="46377" y="11633"/>
                  </a:lnTo>
                  <a:cubicBezTo>
                    <a:pt x="61888" y="-3878"/>
                    <a:pt x="87037" y="-3878"/>
                    <a:pt x="102548" y="11633"/>
                  </a:cubicBezTo>
                  <a:cubicBezTo>
                    <a:pt x="118059" y="27144"/>
                    <a:pt x="118059" y="52293"/>
                    <a:pt x="102548" y="67804"/>
                  </a:cubicBezTo>
                  <a:lnTo>
                    <a:pt x="67813" y="102538"/>
                  </a:lnTo>
                  <a:cubicBezTo>
                    <a:pt x="60362" y="109981"/>
                    <a:pt x="50259" y="114158"/>
                    <a:pt x="39728" y="1141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grpSp>
          <p:nvGrpSpPr>
            <p:cNvPr id="37" name="Picture Placeholder 43">
              <a:extLst>
                <a:ext uri="{FF2B5EF4-FFF2-40B4-BE49-F238E27FC236}">
                  <a16:creationId xmlns:a16="http://schemas.microsoft.com/office/drawing/2014/main" id="{E0EA131C-5EBE-4199-A1ED-13FDCFB78116}"/>
                </a:ext>
              </a:extLst>
            </p:cNvPr>
            <p:cNvGrpSpPr/>
            <p:nvPr/>
          </p:nvGrpSpPr>
          <p:grpSpPr>
            <a:xfrm>
              <a:off x="8111461" y="1445640"/>
              <a:ext cx="771333" cy="782549"/>
              <a:chOff x="8111461" y="1445640"/>
              <a:chExt cx="771333" cy="782549"/>
            </a:xfrm>
            <a:solidFill>
              <a:srgbClr val="FFFFFF"/>
            </a:solidFill>
          </p:grpSpPr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00487D62-EF62-2C47-A3EF-3587C064C42D}"/>
                  </a:ext>
                </a:extLst>
              </p:cNvPr>
              <p:cNvSpPr/>
              <p:nvPr/>
            </p:nvSpPr>
            <p:spPr>
              <a:xfrm>
                <a:off x="8111461" y="1445640"/>
                <a:ext cx="442042" cy="444980"/>
              </a:xfrm>
              <a:custGeom>
                <a:avLst/>
                <a:gdLst>
                  <a:gd name="connsiteX0" fmla="*/ 291160 w 442042"/>
                  <a:gd name="connsiteY0" fmla="*/ 444980 h 444980"/>
                  <a:gd name="connsiteX1" fmla="*/ 263273 w 442042"/>
                  <a:gd name="connsiteY1" fmla="*/ 433419 h 444980"/>
                  <a:gd name="connsiteX2" fmla="*/ 11795 w 442042"/>
                  <a:gd name="connsiteY2" fmla="*/ 184769 h 444980"/>
                  <a:gd name="connsiteX3" fmla="*/ 10406 w 442042"/>
                  <a:gd name="connsiteY3" fmla="*/ 129740 h 444980"/>
                  <a:gd name="connsiteX4" fmla="*/ 117437 w 442042"/>
                  <a:gd name="connsiteY4" fmla="*/ 12834 h 444980"/>
                  <a:gd name="connsiteX5" fmla="*/ 173527 w 442042"/>
                  <a:gd name="connsiteY5" fmla="*/ 10470 h 444980"/>
                  <a:gd name="connsiteX6" fmla="*/ 174749 w 442042"/>
                  <a:gd name="connsiteY6" fmla="*/ 11643 h 444980"/>
                  <a:gd name="connsiteX7" fmla="*/ 429254 w 442042"/>
                  <a:gd name="connsiteY7" fmla="*/ 265750 h 444980"/>
                  <a:gd name="connsiteX8" fmla="*/ 431530 w 442042"/>
                  <a:gd name="connsiteY8" fmla="*/ 321843 h 444980"/>
                  <a:gd name="connsiteX9" fmla="*/ 375437 w 442042"/>
                  <a:gd name="connsiteY9" fmla="*/ 324119 h 444980"/>
                  <a:gd name="connsiteX10" fmla="*/ 373232 w 442042"/>
                  <a:gd name="connsiteY10" fmla="*/ 321921 h 444980"/>
                  <a:gd name="connsiteX11" fmla="*/ 148004 w 442042"/>
                  <a:gd name="connsiteY11" fmla="*/ 97040 h 444980"/>
                  <a:gd name="connsiteX12" fmla="*/ 94761 w 442042"/>
                  <a:gd name="connsiteY12" fmla="*/ 155195 h 444980"/>
                  <a:gd name="connsiteX13" fmla="*/ 319096 w 442042"/>
                  <a:gd name="connsiteY13" fmla="*/ 377050 h 444980"/>
                  <a:gd name="connsiteX14" fmla="*/ 319426 w 442042"/>
                  <a:gd name="connsiteY14" fmla="*/ 433188 h 444980"/>
                  <a:gd name="connsiteX15" fmla="*/ 291160 w 442042"/>
                  <a:gd name="connsiteY15" fmla="*/ 444980 h 44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42042" h="444980">
                    <a:moveTo>
                      <a:pt x="291160" y="444980"/>
                    </a:moveTo>
                    <a:cubicBezTo>
                      <a:pt x="280704" y="444949"/>
                      <a:pt x="270683" y="440795"/>
                      <a:pt x="263273" y="433419"/>
                    </a:cubicBezTo>
                    <a:lnTo>
                      <a:pt x="11795" y="184769"/>
                    </a:lnTo>
                    <a:cubicBezTo>
                      <a:pt x="-3376" y="169778"/>
                      <a:pt x="-3990" y="145478"/>
                      <a:pt x="10406" y="129740"/>
                    </a:cubicBezTo>
                    <a:lnTo>
                      <a:pt x="117437" y="12834"/>
                    </a:lnTo>
                    <a:cubicBezTo>
                      <a:pt x="132274" y="-3308"/>
                      <a:pt x="157386" y="-4366"/>
                      <a:pt x="173527" y="10470"/>
                    </a:cubicBezTo>
                    <a:cubicBezTo>
                      <a:pt x="173943" y="10852"/>
                      <a:pt x="174350" y="11243"/>
                      <a:pt x="174749" y="11643"/>
                    </a:cubicBezTo>
                    <a:lnTo>
                      <a:pt x="429254" y="265750"/>
                    </a:lnTo>
                    <a:cubicBezTo>
                      <a:pt x="445373" y="280612"/>
                      <a:pt x="446391" y="305726"/>
                      <a:pt x="431530" y="321843"/>
                    </a:cubicBezTo>
                    <a:cubicBezTo>
                      <a:pt x="416668" y="337962"/>
                      <a:pt x="391554" y="338981"/>
                      <a:pt x="375437" y="324119"/>
                    </a:cubicBezTo>
                    <a:cubicBezTo>
                      <a:pt x="374673" y="323415"/>
                      <a:pt x="373938" y="322682"/>
                      <a:pt x="373232" y="321921"/>
                    </a:cubicBezTo>
                    <a:lnTo>
                      <a:pt x="148004" y="97040"/>
                    </a:lnTo>
                    <a:lnTo>
                      <a:pt x="94761" y="155195"/>
                    </a:lnTo>
                    <a:lnTo>
                      <a:pt x="319096" y="377050"/>
                    </a:lnTo>
                    <a:cubicBezTo>
                      <a:pt x="334689" y="392461"/>
                      <a:pt x="334837" y="417595"/>
                      <a:pt x="319426" y="433188"/>
                    </a:cubicBezTo>
                    <a:cubicBezTo>
                      <a:pt x="311961" y="440742"/>
                      <a:pt x="301780" y="444989"/>
                      <a:pt x="291160" y="4449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8896A9A5-A115-1444-81F9-4735BA8703E9}"/>
                  </a:ext>
                </a:extLst>
              </p:cNvPr>
              <p:cNvSpPr/>
              <p:nvPr/>
            </p:nvSpPr>
            <p:spPr>
              <a:xfrm>
                <a:off x="8433746" y="1770760"/>
                <a:ext cx="449049" cy="457430"/>
              </a:xfrm>
              <a:custGeom>
                <a:avLst/>
                <a:gdLst>
                  <a:gd name="connsiteX0" fmla="*/ 305056 w 449049"/>
                  <a:gd name="connsiteY0" fmla="*/ 457430 h 457430"/>
                  <a:gd name="connsiteX1" fmla="*/ 277169 w 449049"/>
                  <a:gd name="connsiteY1" fmla="*/ 445968 h 457430"/>
                  <a:gd name="connsiteX2" fmla="*/ 12492 w 449049"/>
                  <a:gd name="connsiteY2" fmla="*/ 184119 h 457430"/>
                  <a:gd name="connsiteX3" fmla="*/ 10788 w 449049"/>
                  <a:gd name="connsiteY3" fmla="*/ 128006 h 457430"/>
                  <a:gd name="connsiteX4" fmla="*/ 66902 w 449049"/>
                  <a:gd name="connsiteY4" fmla="*/ 126302 h 457430"/>
                  <a:gd name="connsiteX5" fmla="*/ 68315 w 449049"/>
                  <a:gd name="connsiteY5" fmla="*/ 127701 h 457430"/>
                  <a:gd name="connsiteX6" fmla="*/ 302972 w 449049"/>
                  <a:gd name="connsiteY6" fmla="*/ 359826 h 457430"/>
                  <a:gd name="connsiteX7" fmla="*/ 354925 w 449049"/>
                  <a:gd name="connsiteY7" fmla="*/ 300282 h 457430"/>
                  <a:gd name="connsiteX8" fmla="*/ 121707 w 449049"/>
                  <a:gd name="connsiteY8" fmla="*/ 67064 h 457430"/>
                  <a:gd name="connsiteX9" fmla="*/ 123094 w 449049"/>
                  <a:gd name="connsiteY9" fmla="*/ 10942 h 457430"/>
                  <a:gd name="connsiteX10" fmla="*/ 177779 w 449049"/>
                  <a:gd name="connsiteY10" fmla="*/ 10894 h 457430"/>
                  <a:gd name="connsiteX11" fmla="*/ 437394 w 449049"/>
                  <a:gd name="connsiteY11" fmla="*/ 270162 h 457430"/>
                  <a:gd name="connsiteX12" fmla="*/ 439230 w 449049"/>
                  <a:gd name="connsiteY12" fmla="*/ 324397 h 457430"/>
                  <a:gd name="connsiteX13" fmla="*/ 335027 w 449049"/>
                  <a:gd name="connsiteY13" fmla="*/ 443487 h 457430"/>
                  <a:gd name="connsiteX14" fmla="*/ 306544 w 449049"/>
                  <a:gd name="connsiteY14" fmla="*/ 456984 h 457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9049" h="457430">
                    <a:moveTo>
                      <a:pt x="305056" y="457430"/>
                    </a:moveTo>
                    <a:cubicBezTo>
                      <a:pt x="294616" y="457425"/>
                      <a:pt x="284597" y="453307"/>
                      <a:pt x="277169" y="445968"/>
                    </a:cubicBezTo>
                    <a:lnTo>
                      <a:pt x="12492" y="184119"/>
                    </a:lnTo>
                    <a:cubicBezTo>
                      <a:pt x="-3474" y="169094"/>
                      <a:pt x="-4237" y="143971"/>
                      <a:pt x="10788" y="128006"/>
                    </a:cubicBezTo>
                    <a:cubicBezTo>
                      <a:pt x="25813" y="112040"/>
                      <a:pt x="50936" y="111277"/>
                      <a:pt x="66902" y="126302"/>
                    </a:cubicBezTo>
                    <a:cubicBezTo>
                      <a:pt x="67384" y="126757"/>
                      <a:pt x="67856" y="127223"/>
                      <a:pt x="68315" y="127701"/>
                    </a:cubicBezTo>
                    <a:lnTo>
                      <a:pt x="302972" y="359826"/>
                    </a:lnTo>
                    <a:lnTo>
                      <a:pt x="354925" y="300282"/>
                    </a:lnTo>
                    <a:lnTo>
                      <a:pt x="121707" y="67064"/>
                    </a:lnTo>
                    <a:cubicBezTo>
                      <a:pt x="106592" y="51184"/>
                      <a:pt x="107213" y="26057"/>
                      <a:pt x="123094" y="10942"/>
                    </a:cubicBezTo>
                    <a:cubicBezTo>
                      <a:pt x="138405" y="-3629"/>
                      <a:pt x="162446" y="-3650"/>
                      <a:pt x="177779" y="10894"/>
                    </a:cubicBezTo>
                    <a:lnTo>
                      <a:pt x="437394" y="270162"/>
                    </a:lnTo>
                    <a:cubicBezTo>
                      <a:pt x="452196" y="284934"/>
                      <a:pt x="453000" y="308658"/>
                      <a:pt x="439230" y="324397"/>
                    </a:cubicBezTo>
                    <a:lnTo>
                      <a:pt x="335027" y="443487"/>
                    </a:lnTo>
                    <a:cubicBezTo>
                      <a:pt x="327802" y="451724"/>
                      <a:pt x="317496" y="456607"/>
                      <a:pt x="306544" y="4569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599F76F-CF14-0A45-922F-5AC7C172BB69}"/>
                </a:ext>
              </a:extLst>
            </p:cNvPr>
            <p:cNvSpPr/>
            <p:nvPr/>
          </p:nvSpPr>
          <p:spPr>
            <a:xfrm>
              <a:off x="8125237" y="1446170"/>
              <a:ext cx="733168" cy="759194"/>
            </a:xfrm>
            <a:custGeom>
              <a:avLst/>
              <a:gdLst>
                <a:gd name="connsiteX0" fmla="*/ 39651 w 733168"/>
                <a:gd name="connsiteY0" fmla="*/ 759195 h 759194"/>
                <a:gd name="connsiteX1" fmla="*/ 0 w 733168"/>
                <a:gd name="connsiteY1" fmla="*/ 719453 h 759194"/>
                <a:gd name="connsiteX2" fmla="*/ 3080 w 733168"/>
                <a:gd name="connsiteY2" fmla="*/ 704165 h 759194"/>
                <a:gd name="connsiteX3" fmla="*/ 44415 w 733168"/>
                <a:gd name="connsiteY3" fmla="*/ 605668 h 759194"/>
                <a:gd name="connsiteX4" fmla="*/ 51808 w 733168"/>
                <a:gd name="connsiteY4" fmla="*/ 593908 h 759194"/>
                <a:gd name="connsiteX5" fmla="*/ 595006 w 733168"/>
                <a:gd name="connsiteY5" fmla="*/ 12602 h 759194"/>
                <a:gd name="connsiteX6" fmla="*/ 651112 w 733168"/>
                <a:gd name="connsiteY6" fmla="*/ 10685 h 759194"/>
                <a:gd name="connsiteX7" fmla="*/ 652070 w 733168"/>
                <a:gd name="connsiteY7" fmla="*/ 11609 h 759194"/>
                <a:gd name="connsiteX8" fmla="*/ 721539 w 733168"/>
                <a:gd name="connsiteY8" fmla="*/ 81078 h 759194"/>
                <a:gd name="connsiteX9" fmla="*/ 722333 w 733168"/>
                <a:gd name="connsiteY9" fmla="*/ 136405 h 759194"/>
                <a:gd name="connsiteX10" fmla="*/ 482119 w 733168"/>
                <a:gd name="connsiteY10" fmla="*/ 391208 h 759194"/>
                <a:gd name="connsiteX11" fmla="*/ 182410 w 733168"/>
                <a:gd name="connsiteY11" fmla="*/ 715280 h 759194"/>
                <a:gd name="connsiteX12" fmla="*/ 163802 w 733168"/>
                <a:gd name="connsiteY12" fmla="*/ 726594 h 759194"/>
                <a:gd name="connsiteX13" fmla="*/ 50171 w 733168"/>
                <a:gd name="connsiteY13" fmla="*/ 757805 h 759194"/>
                <a:gd name="connsiteX14" fmla="*/ 39651 w 733168"/>
                <a:gd name="connsiteY14" fmla="*/ 759195 h 759194"/>
                <a:gd name="connsiteX15" fmla="*/ 153282 w 733168"/>
                <a:gd name="connsiteY15" fmla="*/ 688336 h 759194"/>
                <a:gd name="connsiteX16" fmla="*/ 153282 w 733168"/>
                <a:gd name="connsiteY16" fmla="*/ 688336 h 759194"/>
                <a:gd name="connsiteX17" fmla="*/ 114876 w 733168"/>
                <a:gd name="connsiteY17" fmla="*/ 642933 h 759194"/>
                <a:gd name="connsiteX18" fmla="*/ 107830 w 733168"/>
                <a:gd name="connsiteY18" fmla="*/ 659656 h 759194"/>
                <a:gd name="connsiteX19" fmla="*/ 131846 w 733168"/>
                <a:gd name="connsiteY19" fmla="*/ 653056 h 759194"/>
                <a:gd name="connsiteX20" fmla="*/ 334646 w 733168"/>
                <a:gd name="connsiteY20" fmla="*/ 433733 h 759194"/>
                <a:gd name="connsiteX21" fmla="*/ 334646 w 733168"/>
                <a:gd name="connsiteY21" fmla="*/ 433733 h 759194"/>
                <a:gd name="connsiteX22" fmla="*/ 423964 w 733168"/>
                <a:gd name="connsiteY22" fmla="*/ 337022 h 759194"/>
                <a:gd name="connsiteX23" fmla="*/ 637978 w 733168"/>
                <a:gd name="connsiteY23" fmla="*/ 110007 h 759194"/>
                <a:gd name="connsiteX24" fmla="*/ 624828 w 733168"/>
                <a:gd name="connsiteY24" fmla="*/ 96808 h 75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3168" h="759194">
                  <a:moveTo>
                    <a:pt x="39651" y="759195"/>
                  </a:moveTo>
                  <a:cubicBezTo>
                    <a:pt x="17727" y="759170"/>
                    <a:pt x="-25" y="741376"/>
                    <a:pt x="0" y="719453"/>
                  </a:cubicBezTo>
                  <a:cubicBezTo>
                    <a:pt x="6" y="714204"/>
                    <a:pt x="1053" y="709008"/>
                    <a:pt x="3080" y="704165"/>
                  </a:cubicBezTo>
                  <a:lnTo>
                    <a:pt x="44415" y="605668"/>
                  </a:lnTo>
                  <a:cubicBezTo>
                    <a:pt x="46169" y="601346"/>
                    <a:pt x="48672" y="597362"/>
                    <a:pt x="51808" y="593908"/>
                  </a:cubicBezTo>
                  <a:lnTo>
                    <a:pt x="595006" y="12602"/>
                  </a:lnTo>
                  <a:cubicBezTo>
                    <a:pt x="609972" y="-3421"/>
                    <a:pt x="635090" y="-4279"/>
                    <a:pt x="651112" y="10685"/>
                  </a:cubicBezTo>
                  <a:cubicBezTo>
                    <a:pt x="651435" y="10988"/>
                    <a:pt x="651758" y="11296"/>
                    <a:pt x="652070" y="11609"/>
                  </a:cubicBezTo>
                  <a:lnTo>
                    <a:pt x="721539" y="81078"/>
                  </a:lnTo>
                  <a:cubicBezTo>
                    <a:pt x="736733" y="96268"/>
                    <a:pt x="737080" y="120786"/>
                    <a:pt x="722333" y="136405"/>
                  </a:cubicBezTo>
                  <a:lnTo>
                    <a:pt x="482119" y="391208"/>
                  </a:lnTo>
                  <a:lnTo>
                    <a:pt x="182410" y="715280"/>
                  </a:lnTo>
                  <a:cubicBezTo>
                    <a:pt x="177402" y="720734"/>
                    <a:pt x="170950" y="724659"/>
                    <a:pt x="163802" y="726594"/>
                  </a:cubicBezTo>
                  <a:lnTo>
                    <a:pt x="50171" y="757805"/>
                  </a:lnTo>
                  <a:cubicBezTo>
                    <a:pt x="46741" y="758733"/>
                    <a:pt x="43204" y="759200"/>
                    <a:pt x="39651" y="759195"/>
                  </a:cubicBezTo>
                  <a:close/>
                  <a:moveTo>
                    <a:pt x="153282" y="688336"/>
                  </a:moveTo>
                  <a:lnTo>
                    <a:pt x="153282" y="688336"/>
                  </a:lnTo>
                  <a:close/>
                  <a:moveTo>
                    <a:pt x="114876" y="642933"/>
                  </a:moveTo>
                  <a:lnTo>
                    <a:pt x="107830" y="659656"/>
                  </a:lnTo>
                  <a:lnTo>
                    <a:pt x="131846" y="653056"/>
                  </a:lnTo>
                  <a:lnTo>
                    <a:pt x="334646" y="433733"/>
                  </a:lnTo>
                  <a:lnTo>
                    <a:pt x="334646" y="433733"/>
                  </a:lnTo>
                  <a:lnTo>
                    <a:pt x="423964" y="337022"/>
                  </a:lnTo>
                  <a:lnTo>
                    <a:pt x="637978" y="110007"/>
                  </a:lnTo>
                  <a:lnTo>
                    <a:pt x="624828" y="96808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4C1124E-DA61-6446-A798-70032E1F594E}"/>
                </a:ext>
              </a:extLst>
            </p:cNvPr>
            <p:cNvSpPr/>
            <p:nvPr/>
          </p:nvSpPr>
          <p:spPr>
            <a:xfrm>
              <a:off x="8649129" y="1507700"/>
              <a:ext cx="144349" cy="147122"/>
            </a:xfrm>
            <a:custGeom>
              <a:avLst/>
              <a:gdLst>
                <a:gd name="connsiteX0" fmla="*/ 104758 w 144349"/>
                <a:gd name="connsiteY0" fmla="*/ 147123 h 147122"/>
                <a:gd name="connsiteX1" fmla="*/ 76127 w 144349"/>
                <a:gd name="connsiteY1" fmla="*/ 134916 h 147122"/>
                <a:gd name="connsiteX2" fmla="*/ 12562 w 144349"/>
                <a:gd name="connsiteY2" fmla="*/ 68673 h 147122"/>
                <a:gd name="connsiteX3" fmla="*/ 10722 w 144349"/>
                <a:gd name="connsiteY3" fmla="*/ 12563 h 147122"/>
                <a:gd name="connsiteX4" fmla="*/ 66828 w 144349"/>
                <a:gd name="connsiteY4" fmla="*/ 10721 h 147122"/>
                <a:gd name="connsiteX5" fmla="*/ 69775 w 144349"/>
                <a:gd name="connsiteY5" fmla="*/ 13792 h 147122"/>
                <a:gd name="connsiteX6" fmla="*/ 133290 w 144349"/>
                <a:gd name="connsiteY6" fmla="*/ 79936 h 147122"/>
                <a:gd name="connsiteX7" fmla="*/ 132144 w 144349"/>
                <a:gd name="connsiteY7" fmla="*/ 136064 h 147122"/>
                <a:gd name="connsiteX8" fmla="*/ 104708 w 144349"/>
                <a:gd name="connsiteY8" fmla="*/ 147123 h 14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349" h="147122">
                  <a:moveTo>
                    <a:pt x="104758" y="147123"/>
                  </a:moveTo>
                  <a:cubicBezTo>
                    <a:pt x="93950" y="147121"/>
                    <a:pt x="83610" y="142713"/>
                    <a:pt x="76127" y="134916"/>
                  </a:cubicBezTo>
                  <a:lnTo>
                    <a:pt x="12562" y="68673"/>
                  </a:lnTo>
                  <a:cubicBezTo>
                    <a:pt x="-3440" y="53687"/>
                    <a:pt x="-4264" y="28566"/>
                    <a:pt x="10722" y="12563"/>
                  </a:cubicBezTo>
                  <a:cubicBezTo>
                    <a:pt x="25707" y="-3440"/>
                    <a:pt x="50825" y="-4264"/>
                    <a:pt x="66828" y="10721"/>
                  </a:cubicBezTo>
                  <a:cubicBezTo>
                    <a:pt x="67865" y="11691"/>
                    <a:pt x="68847" y="12716"/>
                    <a:pt x="69775" y="13792"/>
                  </a:cubicBezTo>
                  <a:lnTo>
                    <a:pt x="133290" y="79936"/>
                  </a:lnTo>
                  <a:cubicBezTo>
                    <a:pt x="148474" y="95753"/>
                    <a:pt x="147958" y="120882"/>
                    <a:pt x="132144" y="136064"/>
                  </a:cubicBezTo>
                  <a:cubicBezTo>
                    <a:pt x="124765" y="143147"/>
                    <a:pt x="114935" y="147108"/>
                    <a:pt x="104708" y="1471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47" name="Picture Placeholder 45">
            <a:extLst>
              <a:ext uri="{FF2B5EF4-FFF2-40B4-BE49-F238E27FC236}">
                <a16:creationId xmlns:a16="http://schemas.microsoft.com/office/drawing/2014/main" id="{4515CCCE-77FD-402F-A6C4-C6437B88E11D}"/>
              </a:ext>
            </a:extLst>
          </p:cNvPr>
          <p:cNvGrpSpPr>
            <a:grpSpLocks noChangeAspect="1"/>
          </p:cNvGrpSpPr>
          <p:nvPr/>
        </p:nvGrpSpPr>
        <p:grpSpPr>
          <a:xfrm>
            <a:off x="1491332" y="2623651"/>
            <a:ext cx="846873" cy="777612"/>
            <a:chOff x="9391149" y="1447998"/>
            <a:chExt cx="846873" cy="777612"/>
          </a:xfrm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B5D11EF3-7B8A-014F-BA54-4A15040D954F}"/>
                </a:ext>
              </a:extLst>
            </p:cNvPr>
            <p:cNvSpPr/>
            <p:nvPr/>
          </p:nvSpPr>
          <p:spPr>
            <a:xfrm>
              <a:off x="9811933" y="1466860"/>
              <a:ext cx="426089" cy="425497"/>
            </a:xfrm>
            <a:custGeom>
              <a:avLst/>
              <a:gdLst>
                <a:gd name="connsiteX0" fmla="*/ 140817 w 426089"/>
                <a:gd name="connsiteY0" fmla="*/ 425498 h 425497"/>
                <a:gd name="connsiteX1" fmla="*/ 100942 w 426089"/>
                <a:gd name="connsiteY1" fmla="*/ 385983 h 425497"/>
                <a:gd name="connsiteX2" fmla="*/ 112682 w 426089"/>
                <a:gd name="connsiteY2" fmla="*/ 357616 h 425497"/>
                <a:gd name="connsiteX3" fmla="*/ 169151 w 426089"/>
                <a:gd name="connsiteY3" fmla="*/ 300751 h 425497"/>
                <a:gd name="connsiteX4" fmla="*/ 208847 w 426089"/>
                <a:gd name="connsiteY4" fmla="*/ 290827 h 425497"/>
                <a:gd name="connsiteX5" fmla="*/ 239711 w 426089"/>
                <a:gd name="connsiteY5" fmla="*/ 295293 h 425497"/>
                <a:gd name="connsiteX6" fmla="*/ 315730 w 426089"/>
                <a:gd name="connsiteY6" fmla="*/ 263784 h 425497"/>
                <a:gd name="connsiteX7" fmla="*/ 346594 w 426089"/>
                <a:gd name="connsiteY7" fmla="*/ 193868 h 425497"/>
                <a:gd name="connsiteX8" fmla="*/ 301142 w 426089"/>
                <a:gd name="connsiteY8" fmla="*/ 239321 h 425497"/>
                <a:gd name="connsiteX9" fmla="*/ 259560 w 426089"/>
                <a:gd name="connsiteY9" fmla="*/ 248451 h 425497"/>
                <a:gd name="connsiteX10" fmla="*/ 217779 w 426089"/>
                <a:gd name="connsiteY10" fmla="*/ 233565 h 425497"/>
                <a:gd name="connsiteX11" fmla="*/ 194110 w 426089"/>
                <a:gd name="connsiteY11" fmla="*/ 210144 h 425497"/>
                <a:gd name="connsiteX12" fmla="*/ 178827 w 426089"/>
                <a:gd name="connsiteY12" fmla="*/ 168710 h 425497"/>
                <a:gd name="connsiteX13" fmla="*/ 187907 w 426089"/>
                <a:gd name="connsiteY13" fmla="*/ 126731 h 425497"/>
                <a:gd name="connsiteX14" fmla="*/ 235493 w 426089"/>
                <a:gd name="connsiteY14" fmla="*/ 79195 h 425497"/>
                <a:gd name="connsiteX15" fmla="*/ 163891 w 426089"/>
                <a:gd name="connsiteY15" fmla="*/ 112044 h 425497"/>
                <a:gd name="connsiteX16" fmla="*/ 136599 w 426089"/>
                <a:gd name="connsiteY16" fmla="*/ 217388 h 425497"/>
                <a:gd name="connsiteX17" fmla="*/ 126030 w 426089"/>
                <a:gd name="connsiteY17" fmla="*/ 256688 h 425497"/>
                <a:gd name="connsiteX18" fmla="*/ 67478 w 426089"/>
                <a:gd name="connsiteY18" fmla="*/ 313504 h 425497"/>
                <a:gd name="connsiteX19" fmla="*/ 11282 w 426089"/>
                <a:gd name="connsiteY19" fmla="*/ 312784 h 425497"/>
                <a:gd name="connsiteX20" fmla="*/ 12002 w 426089"/>
                <a:gd name="connsiteY20" fmla="*/ 256589 h 425497"/>
                <a:gd name="connsiteX21" fmla="*/ 54775 w 426089"/>
                <a:gd name="connsiteY21" fmla="*/ 214907 h 425497"/>
                <a:gd name="connsiteX22" fmla="*/ 107472 w 426089"/>
                <a:gd name="connsiteY22" fmla="*/ 56121 h 425497"/>
                <a:gd name="connsiteX23" fmla="*/ 236734 w 426089"/>
                <a:gd name="connsiteY23" fmla="*/ 0 h 425497"/>
                <a:gd name="connsiteX24" fmla="*/ 316127 w 426089"/>
                <a:gd name="connsiteY24" fmla="*/ 18707 h 425497"/>
                <a:gd name="connsiteX25" fmla="*/ 336040 w 426089"/>
                <a:gd name="connsiteY25" fmla="*/ 87679 h 425497"/>
                <a:gd name="connsiteX26" fmla="*/ 327689 w 426089"/>
                <a:gd name="connsiteY26" fmla="*/ 98845 h 425497"/>
                <a:gd name="connsiteX27" fmla="*/ 261743 w 426089"/>
                <a:gd name="connsiteY27" fmla="*/ 164840 h 425497"/>
                <a:gd name="connsiteX28" fmla="*/ 261743 w 426089"/>
                <a:gd name="connsiteY28" fmla="*/ 165138 h 425497"/>
                <a:gd name="connsiteX29" fmla="*/ 262537 w 426089"/>
                <a:gd name="connsiteY29" fmla="*/ 165138 h 425497"/>
                <a:gd name="connsiteX30" fmla="*/ 328632 w 426089"/>
                <a:gd name="connsiteY30" fmla="*/ 99589 h 425497"/>
                <a:gd name="connsiteX31" fmla="*/ 400349 w 426089"/>
                <a:gd name="connsiteY31" fmla="*/ 99555 h 425497"/>
                <a:gd name="connsiteX32" fmla="*/ 410506 w 426089"/>
                <a:gd name="connsiteY32" fmla="*/ 114078 h 425497"/>
                <a:gd name="connsiteX33" fmla="*/ 425888 w 426089"/>
                <a:gd name="connsiteY33" fmla="*/ 182703 h 425497"/>
                <a:gd name="connsiteX34" fmla="*/ 371653 w 426089"/>
                <a:gd name="connsiteY34" fmla="*/ 320004 h 425497"/>
                <a:gd name="connsiteX35" fmla="*/ 239513 w 426089"/>
                <a:gd name="connsiteY35" fmla="*/ 374587 h 425497"/>
                <a:gd name="connsiteX36" fmla="*/ 210038 w 426089"/>
                <a:gd name="connsiteY36" fmla="*/ 372255 h 425497"/>
                <a:gd name="connsiteX37" fmla="*/ 168902 w 426089"/>
                <a:gd name="connsiteY37" fmla="*/ 413787 h 425497"/>
                <a:gd name="connsiteX38" fmla="*/ 140817 w 426089"/>
                <a:gd name="connsiteY38" fmla="*/ 425498 h 42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6089" h="425497">
                  <a:moveTo>
                    <a:pt x="140817" y="425498"/>
                  </a:moveTo>
                  <a:cubicBezTo>
                    <a:pt x="118895" y="425597"/>
                    <a:pt x="101041" y="407906"/>
                    <a:pt x="100942" y="385983"/>
                  </a:cubicBezTo>
                  <a:cubicBezTo>
                    <a:pt x="100892" y="375335"/>
                    <a:pt x="105120" y="365114"/>
                    <a:pt x="112682" y="357616"/>
                  </a:cubicBezTo>
                  <a:lnTo>
                    <a:pt x="169151" y="300751"/>
                  </a:lnTo>
                  <a:cubicBezTo>
                    <a:pt x="179526" y="290353"/>
                    <a:pt x="194800" y="286535"/>
                    <a:pt x="208847" y="290827"/>
                  </a:cubicBezTo>
                  <a:cubicBezTo>
                    <a:pt x="218866" y="293805"/>
                    <a:pt x="229261" y="295309"/>
                    <a:pt x="239711" y="295293"/>
                  </a:cubicBezTo>
                  <a:cubicBezTo>
                    <a:pt x="268248" y="295384"/>
                    <a:pt x="295629" y="284035"/>
                    <a:pt x="315730" y="263784"/>
                  </a:cubicBezTo>
                  <a:cubicBezTo>
                    <a:pt x="334824" y="245453"/>
                    <a:pt x="345915" y="220329"/>
                    <a:pt x="346594" y="193868"/>
                  </a:cubicBezTo>
                  <a:lnTo>
                    <a:pt x="301142" y="239321"/>
                  </a:lnTo>
                  <a:cubicBezTo>
                    <a:pt x="290225" y="250168"/>
                    <a:pt x="274019" y="253726"/>
                    <a:pt x="259560" y="248451"/>
                  </a:cubicBezTo>
                  <a:lnTo>
                    <a:pt x="217779" y="233565"/>
                  </a:lnTo>
                  <a:cubicBezTo>
                    <a:pt x="206838" y="229604"/>
                    <a:pt x="198184" y="221042"/>
                    <a:pt x="194110" y="210144"/>
                  </a:cubicBezTo>
                  <a:lnTo>
                    <a:pt x="178827" y="168710"/>
                  </a:lnTo>
                  <a:cubicBezTo>
                    <a:pt x="173368" y="154147"/>
                    <a:pt x="176916" y="137737"/>
                    <a:pt x="187907" y="126731"/>
                  </a:cubicBezTo>
                  <a:lnTo>
                    <a:pt x="235493" y="79195"/>
                  </a:lnTo>
                  <a:cubicBezTo>
                    <a:pt x="209691" y="79592"/>
                    <a:pt x="184980" y="90955"/>
                    <a:pt x="163891" y="112044"/>
                  </a:cubicBezTo>
                  <a:cubicBezTo>
                    <a:pt x="136406" y="139634"/>
                    <a:pt x="125966" y="179922"/>
                    <a:pt x="136599" y="217388"/>
                  </a:cubicBezTo>
                  <a:cubicBezTo>
                    <a:pt x="140569" y="231435"/>
                    <a:pt x="136510" y="246528"/>
                    <a:pt x="126030" y="256688"/>
                  </a:cubicBezTo>
                  <a:lnTo>
                    <a:pt x="67478" y="313504"/>
                  </a:lnTo>
                  <a:cubicBezTo>
                    <a:pt x="51761" y="328823"/>
                    <a:pt x="26602" y="328501"/>
                    <a:pt x="11282" y="312784"/>
                  </a:cubicBezTo>
                  <a:cubicBezTo>
                    <a:pt x="-4037" y="297068"/>
                    <a:pt x="-3715" y="271908"/>
                    <a:pt x="12002" y="256589"/>
                  </a:cubicBezTo>
                  <a:lnTo>
                    <a:pt x="54775" y="214907"/>
                  </a:lnTo>
                  <a:cubicBezTo>
                    <a:pt x="46383" y="156636"/>
                    <a:pt x="65905" y="97813"/>
                    <a:pt x="107472" y="56121"/>
                  </a:cubicBezTo>
                  <a:cubicBezTo>
                    <a:pt x="144191" y="19402"/>
                    <a:pt x="188850" y="0"/>
                    <a:pt x="236734" y="0"/>
                  </a:cubicBezTo>
                  <a:cubicBezTo>
                    <a:pt x="264293" y="-32"/>
                    <a:pt x="291481" y="6374"/>
                    <a:pt x="316127" y="18707"/>
                  </a:cubicBezTo>
                  <a:cubicBezTo>
                    <a:pt x="340670" y="32255"/>
                    <a:pt x="349586" y="63134"/>
                    <a:pt x="336040" y="87679"/>
                  </a:cubicBezTo>
                  <a:cubicBezTo>
                    <a:pt x="333782" y="91767"/>
                    <a:pt x="330974" y="95524"/>
                    <a:pt x="327689" y="98845"/>
                  </a:cubicBezTo>
                  <a:lnTo>
                    <a:pt x="261743" y="164840"/>
                  </a:lnTo>
                  <a:lnTo>
                    <a:pt x="261743" y="165138"/>
                  </a:lnTo>
                  <a:lnTo>
                    <a:pt x="262537" y="165138"/>
                  </a:lnTo>
                  <a:lnTo>
                    <a:pt x="328632" y="99589"/>
                  </a:lnTo>
                  <a:cubicBezTo>
                    <a:pt x="348425" y="79775"/>
                    <a:pt x="380535" y="79759"/>
                    <a:pt x="400349" y="99555"/>
                  </a:cubicBezTo>
                  <a:cubicBezTo>
                    <a:pt x="404561" y="103762"/>
                    <a:pt x="408000" y="108678"/>
                    <a:pt x="410506" y="114078"/>
                  </a:cubicBezTo>
                  <a:cubicBezTo>
                    <a:pt x="419805" y="135814"/>
                    <a:pt x="425020" y="159078"/>
                    <a:pt x="425888" y="182703"/>
                  </a:cubicBezTo>
                  <a:cubicBezTo>
                    <a:pt x="428325" y="234129"/>
                    <a:pt x="408576" y="284127"/>
                    <a:pt x="371653" y="320004"/>
                  </a:cubicBezTo>
                  <a:cubicBezTo>
                    <a:pt x="336655" y="355106"/>
                    <a:pt x="289079" y="374759"/>
                    <a:pt x="239513" y="374587"/>
                  </a:cubicBezTo>
                  <a:cubicBezTo>
                    <a:pt x="229643" y="374581"/>
                    <a:pt x="219789" y="373801"/>
                    <a:pt x="210038" y="372255"/>
                  </a:cubicBezTo>
                  <a:lnTo>
                    <a:pt x="168902" y="413787"/>
                  </a:lnTo>
                  <a:cubicBezTo>
                    <a:pt x="161469" y="421266"/>
                    <a:pt x="151361" y="425480"/>
                    <a:pt x="140817" y="42549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F11F6743-A925-0D4B-9B41-D6126F484EBC}"/>
                </a:ext>
              </a:extLst>
            </p:cNvPr>
            <p:cNvSpPr/>
            <p:nvPr/>
          </p:nvSpPr>
          <p:spPr>
            <a:xfrm>
              <a:off x="9475778" y="1814651"/>
              <a:ext cx="415496" cy="410959"/>
            </a:xfrm>
            <a:custGeom>
              <a:avLst/>
              <a:gdLst>
                <a:gd name="connsiteX0" fmla="*/ 106901 w 415496"/>
                <a:gd name="connsiteY0" fmla="*/ 410959 h 410959"/>
                <a:gd name="connsiteX1" fmla="*/ 30385 w 415496"/>
                <a:gd name="connsiteY1" fmla="*/ 381981 h 410959"/>
                <a:gd name="connsiteX2" fmla="*/ 117 w 415496"/>
                <a:gd name="connsiteY2" fmla="*/ 307550 h 410959"/>
                <a:gd name="connsiteX3" fmla="*/ 30336 w 415496"/>
                <a:gd name="connsiteY3" fmla="*/ 228157 h 410959"/>
                <a:gd name="connsiteX4" fmla="*/ 247724 w 415496"/>
                <a:gd name="connsiteY4" fmla="*/ 10917 h 410959"/>
                <a:gd name="connsiteX5" fmla="*/ 303845 w 415496"/>
                <a:gd name="connsiteY5" fmla="*/ 12355 h 410959"/>
                <a:gd name="connsiteX6" fmla="*/ 303845 w 415496"/>
                <a:gd name="connsiteY6" fmla="*/ 67038 h 410959"/>
                <a:gd name="connsiteX7" fmla="*/ 86457 w 415496"/>
                <a:gd name="connsiteY7" fmla="*/ 284427 h 410959"/>
                <a:gd name="connsiteX8" fmla="*/ 86854 w 415496"/>
                <a:gd name="connsiteY8" fmla="*/ 326158 h 410959"/>
                <a:gd name="connsiteX9" fmla="*/ 138807 w 415496"/>
                <a:gd name="connsiteY9" fmla="*/ 322436 h 410959"/>
                <a:gd name="connsiteX10" fmla="*/ 347710 w 415496"/>
                <a:gd name="connsiteY10" fmla="*/ 113533 h 410959"/>
                <a:gd name="connsiteX11" fmla="*/ 403856 w 415496"/>
                <a:gd name="connsiteY11" fmla="*/ 113508 h 410959"/>
                <a:gd name="connsiteX12" fmla="*/ 403881 w 415496"/>
                <a:gd name="connsiteY12" fmla="*/ 169654 h 410959"/>
                <a:gd name="connsiteX13" fmla="*/ 192447 w 415496"/>
                <a:gd name="connsiteY13" fmla="*/ 381088 h 410959"/>
                <a:gd name="connsiteX14" fmla="*/ 187485 w 415496"/>
                <a:gd name="connsiteY14" fmla="*/ 385306 h 410959"/>
                <a:gd name="connsiteX15" fmla="*/ 106901 w 415496"/>
                <a:gd name="connsiteY15" fmla="*/ 410959 h 41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5496" h="410959">
                  <a:moveTo>
                    <a:pt x="106901" y="410959"/>
                  </a:moveTo>
                  <a:cubicBezTo>
                    <a:pt x="77426" y="410959"/>
                    <a:pt x="49440" y="401035"/>
                    <a:pt x="30385" y="381981"/>
                  </a:cubicBezTo>
                  <a:cubicBezTo>
                    <a:pt x="11326" y="361840"/>
                    <a:pt x="524" y="335278"/>
                    <a:pt x="117" y="307550"/>
                  </a:cubicBezTo>
                  <a:cubicBezTo>
                    <a:pt x="-1266" y="278041"/>
                    <a:pt x="9681" y="249280"/>
                    <a:pt x="30336" y="228157"/>
                  </a:cubicBezTo>
                  <a:lnTo>
                    <a:pt x="247724" y="10917"/>
                  </a:lnTo>
                  <a:cubicBezTo>
                    <a:pt x="263619" y="-4183"/>
                    <a:pt x="288745" y="-3539"/>
                    <a:pt x="303845" y="12355"/>
                  </a:cubicBezTo>
                  <a:cubicBezTo>
                    <a:pt x="318402" y="27676"/>
                    <a:pt x="318402" y="51717"/>
                    <a:pt x="303845" y="67038"/>
                  </a:cubicBezTo>
                  <a:lnTo>
                    <a:pt x="86457" y="284427"/>
                  </a:lnTo>
                  <a:cubicBezTo>
                    <a:pt x="75540" y="295393"/>
                    <a:pt x="78964" y="318169"/>
                    <a:pt x="86854" y="326158"/>
                  </a:cubicBezTo>
                  <a:cubicBezTo>
                    <a:pt x="93205" y="332658"/>
                    <a:pt x="118016" y="335784"/>
                    <a:pt x="138807" y="322436"/>
                  </a:cubicBezTo>
                  <a:lnTo>
                    <a:pt x="347710" y="113533"/>
                  </a:lnTo>
                  <a:cubicBezTo>
                    <a:pt x="363208" y="98022"/>
                    <a:pt x="388345" y="98012"/>
                    <a:pt x="403856" y="113508"/>
                  </a:cubicBezTo>
                  <a:cubicBezTo>
                    <a:pt x="419367" y="129005"/>
                    <a:pt x="419377" y="154143"/>
                    <a:pt x="403881" y="169654"/>
                  </a:cubicBezTo>
                  <a:lnTo>
                    <a:pt x="192447" y="381088"/>
                  </a:lnTo>
                  <a:cubicBezTo>
                    <a:pt x="190920" y="382636"/>
                    <a:pt x="189260" y="384050"/>
                    <a:pt x="187485" y="385306"/>
                  </a:cubicBezTo>
                  <a:cubicBezTo>
                    <a:pt x="163927" y="401993"/>
                    <a:pt x="135770" y="410955"/>
                    <a:pt x="106901" y="4109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89727FA-923E-3E4B-B4DB-FF45CC5D0BFB}"/>
                </a:ext>
              </a:extLst>
            </p:cNvPr>
            <p:cNvSpPr/>
            <p:nvPr/>
          </p:nvSpPr>
          <p:spPr>
            <a:xfrm>
              <a:off x="9391149" y="1447998"/>
              <a:ext cx="833311" cy="775197"/>
            </a:xfrm>
            <a:custGeom>
              <a:avLst/>
              <a:gdLst>
                <a:gd name="connsiteX0" fmla="*/ 726143 w 833311"/>
                <a:gd name="connsiteY0" fmla="*/ 775181 h 775197"/>
                <a:gd name="connsiteX1" fmla="*/ 649182 w 833311"/>
                <a:gd name="connsiteY1" fmla="*/ 747443 h 775197"/>
                <a:gd name="connsiteX2" fmla="*/ 243334 w 833311"/>
                <a:gd name="connsiteY2" fmla="*/ 341744 h 775197"/>
                <a:gd name="connsiteX3" fmla="*/ 238074 w 833311"/>
                <a:gd name="connsiteY3" fmla="*/ 341447 h 775197"/>
                <a:gd name="connsiteX4" fmla="*/ 223188 w 833311"/>
                <a:gd name="connsiteY4" fmla="*/ 371219 h 775197"/>
                <a:gd name="connsiteX5" fmla="*/ 143794 w 833311"/>
                <a:gd name="connsiteY5" fmla="*/ 425306 h 775197"/>
                <a:gd name="connsiteX6" fmla="*/ 20834 w 833311"/>
                <a:gd name="connsiteY6" fmla="*/ 335542 h 775197"/>
                <a:gd name="connsiteX7" fmla="*/ 21975 w 833311"/>
                <a:gd name="connsiteY7" fmla="*/ 231090 h 775197"/>
                <a:gd name="connsiteX8" fmla="*/ 51152 w 833311"/>
                <a:gd name="connsiteY8" fmla="*/ 201913 h 775197"/>
                <a:gd name="connsiteX9" fmla="*/ 88765 w 833311"/>
                <a:gd name="connsiteY9" fmla="*/ 189657 h 775197"/>
                <a:gd name="connsiteX10" fmla="*/ 100972 w 833311"/>
                <a:gd name="connsiteY10" fmla="*/ 152044 h 775197"/>
                <a:gd name="connsiteX11" fmla="*/ 185625 w 833311"/>
                <a:gd name="connsiteY11" fmla="*/ 67689 h 775197"/>
                <a:gd name="connsiteX12" fmla="*/ 343022 w 833311"/>
                <a:gd name="connsiteY12" fmla="*/ 7 h 775197"/>
                <a:gd name="connsiteX13" fmla="*/ 474219 w 833311"/>
                <a:gd name="connsiteY13" fmla="*/ 67540 h 775197"/>
                <a:gd name="connsiteX14" fmla="*/ 475062 w 833311"/>
                <a:gd name="connsiteY14" fmla="*/ 109371 h 775197"/>
                <a:gd name="connsiteX15" fmla="*/ 440328 w 833311"/>
                <a:gd name="connsiteY15" fmla="*/ 129219 h 775197"/>
                <a:gd name="connsiteX16" fmla="*/ 365897 w 833311"/>
                <a:gd name="connsiteY16" fmla="*/ 156163 h 775197"/>
                <a:gd name="connsiteX17" fmla="*/ 386589 w 833311"/>
                <a:gd name="connsiteY17" fmla="*/ 179286 h 775197"/>
                <a:gd name="connsiteX18" fmla="*/ 802014 w 833311"/>
                <a:gd name="connsiteY18" fmla="*/ 594810 h 775197"/>
                <a:gd name="connsiteX19" fmla="*/ 802014 w 833311"/>
                <a:gd name="connsiteY19" fmla="*/ 746153 h 775197"/>
                <a:gd name="connsiteX20" fmla="*/ 801170 w 833311"/>
                <a:gd name="connsiteY20" fmla="*/ 746996 h 775197"/>
                <a:gd name="connsiteX21" fmla="*/ 799136 w 833311"/>
                <a:gd name="connsiteY21" fmla="*/ 748882 h 775197"/>
                <a:gd name="connsiteX22" fmla="*/ 726143 w 833311"/>
                <a:gd name="connsiteY22" fmla="*/ 775181 h 775197"/>
                <a:gd name="connsiteX23" fmla="*/ 772737 w 833311"/>
                <a:gd name="connsiteY23" fmla="*/ 718862 h 775197"/>
                <a:gd name="connsiteX24" fmla="*/ 772737 w 833311"/>
                <a:gd name="connsiteY24" fmla="*/ 718862 h 775197"/>
                <a:gd name="connsiteX25" fmla="*/ 704459 w 833311"/>
                <a:gd name="connsiteY25" fmla="*/ 690280 h 775197"/>
                <a:gd name="connsiteX26" fmla="*/ 745744 w 833311"/>
                <a:gd name="connsiteY26" fmla="*/ 689734 h 775197"/>
                <a:gd name="connsiteX27" fmla="*/ 745744 w 833311"/>
                <a:gd name="connsiteY27" fmla="*/ 650732 h 775197"/>
                <a:gd name="connsiteX28" fmla="*/ 745744 w 833311"/>
                <a:gd name="connsiteY28" fmla="*/ 650732 h 775197"/>
                <a:gd name="connsiteX29" fmla="*/ 329922 w 833311"/>
                <a:gd name="connsiteY29" fmla="*/ 234861 h 775197"/>
                <a:gd name="connsiteX30" fmla="*/ 328433 w 833311"/>
                <a:gd name="connsiteY30" fmla="*/ 233273 h 775197"/>
                <a:gd name="connsiteX31" fmla="*/ 277076 w 833311"/>
                <a:gd name="connsiteY31" fmla="*/ 176110 h 775197"/>
                <a:gd name="connsiteX32" fmla="*/ 272759 w 833311"/>
                <a:gd name="connsiteY32" fmla="*/ 128971 h 775197"/>
                <a:gd name="connsiteX33" fmla="*/ 342823 w 833311"/>
                <a:gd name="connsiteY33" fmla="*/ 79350 h 775197"/>
                <a:gd name="connsiteX34" fmla="*/ 241597 w 833311"/>
                <a:gd name="connsiteY34" fmla="*/ 123215 h 775197"/>
                <a:gd name="connsiteX35" fmla="*/ 168456 w 833311"/>
                <a:gd name="connsiteY35" fmla="*/ 196653 h 775197"/>
                <a:gd name="connsiteX36" fmla="*/ 153570 w 833311"/>
                <a:gd name="connsiteY36" fmla="*/ 253370 h 775197"/>
                <a:gd name="connsiteX37" fmla="*/ 96208 w 833311"/>
                <a:gd name="connsiteY37" fmla="*/ 269000 h 775197"/>
                <a:gd name="connsiteX38" fmla="*/ 81322 w 833311"/>
                <a:gd name="connsiteY38" fmla="*/ 283887 h 775197"/>
                <a:gd name="connsiteX39" fmla="*/ 140321 w 833311"/>
                <a:gd name="connsiteY39" fmla="*/ 341744 h 775197"/>
                <a:gd name="connsiteX40" fmla="*/ 156299 w 833311"/>
                <a:gd name="connsiteY40" fmla="*/ 326858 h 775197"/>
                <a:gd name="connsiteX41" fmla="*/ 168754 w 833311"/>
                <a:gd name="connsiteY41" fmla="*/ 280810 h 775197"/>
                <a:gd name="connsiteX42" fmla="*/ 265117 w 833311"/>
                <a:gd name="connsiteY42" fmla="*/ 263741 h 775197"/>
                <a:gd name="connsiteX43" fmla="*/ 289134 w 833311"/>
                <a:gd name="connsiteY43" fmla="*/ 275153 h 77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33311" h="775197">
                  <a:moveTo>
                    <a:pt x="726143" y="775181"/>
                  </a:moveTo>
                  <a:cubicBezTo>
                    <a:pt x="694783" y="775181"/>
                    <a:pt x="665209" y="763471"/>
                    <a:pt x="649182" y="747443"/>
                  </a:cubicBezTo>
                  <a:lnTo>
                    <a:pt x="243334" y="341744"/>
                  </a:lnTo>
                  <a:lnTo>
                    <a:pt x="238074" y="341447"/>
                  </a:lnTo>
                  <a:cubicBezTo>
                    <a:pt x="236333" y="352679"/>
                    <a:pt x="231128" y="363087"/>
                    <a:pt x="223188" y="371219"/>
                  </a:cubicBezTo>
                  <a:cubicBezTo>
                    <a:pt x="206713" y="390670"/>
                    <a:pt x="174510" y="423618"/>
                    <a:pt x="143794" y="425306"/>
                  </a:cubicBezTo>
                  <a:cubicBezTo>
                    <a:pt x="130992" y="426050"/>
                    <a:pt x="101021" y="427687"/>
                    <a:pt x="20834" y="335542"/>
                  </a:cubicBezTo>
                  <a:cubicBezTo>
                    <a:pt x="-7383" y="306259"/>
                    <a:pt x="-6875" y="259750"/>
                    <a:pt x="21975" y="231090"/>
                  </a:cubicBezTo>
                  <a:lnTo>
                    <a:pt x="51152" y="201913"/>
                  </a:lnTo>
                  <a:cubicBezTo>
                    <a:pt x="62764" y="190302"/>
                    <a:pt x="75963" y="189458"/>
                    <a:pt x="88765" y="189657"/>
                  </a:cubicBezTo>
                  <a:cubicBezTo>
                    <a:pt x="88517" y="176656"/>
                    <a:pt x="89559" y="163507"/>
                    <a:pt x="100972" y="152044"/>
                  </a:cubicBezTo>
                  <a:lnTo>
                    <a:pt x="185625" y="67689"/>
                  </a:lnTo>
                  <a:cubicBezTo>
                    <a:pt x="219069" y="33749"/>
                    <a:pt x="296924" y="453"/>
                    <a:pt x="343022" y="7"/>
                  </a:cubicBezTo>
                  <a:cubicBezTo>
                    <a:pt x="411449" y="-638"/>
                    <a:pt x="461665" y="46104"/>
                    <a:pt x="474219" y="67540"/>
                  </a:cubicBezTo>
                  <a:cubicBezTo>
                    <a:pt x="482068" y="80298"/>
                    <a:pt x="482390" y="96306"/>
                    <a:pt x="475062" y="109371"/>
                  </a:cubicBezTo>
                  <a:cubicBezTo>
                    <a:pt x="467826" y="121680"/>
                    <a:pt x="454608" y="129234"/>
                    <a:pt x="440328" y="129219"/>
                  </a:cubicBezTo>
                  <a:cubicBezTo>
                    <a:pt x="427526" y="129765"/>
                    <a:pt x="392097" y="143311"/>
                    <a:pt x="365897" y="156163"/>
                  </a:cubicBezTo>
                  <a:lnTo>
                    <a:pt x="386589" y="179286"/>
                  </a:lnTo>
                  <a:lnTo>
                    <a:pt x="802014" y="594810"/>
                  </a:lnTo>
                  <a:cubicBezTo>
                    <a:pt x="843745" y="636630"/>
                    <a:pt x="843745" y="704333"/>
                    <a:pt x="802014" y="746153"/>
                  </a:cubicBezTo>
                  <a:lnTo>
                    <a:pt x="801170" y="746996"/>
                  </a:lnTo>
                  <a:lnTo>
                    <a:pt x="799136" y="748882"/>
                  </a:lnTo>
                  <a:cubicBezTo>
                    <a:pt x="778846" y="766289"/>
                    <a:pt x="752874" y="775647"/>
                    <a:pt x="726143" y="775181"/>
                  </a:cubicBezTo>
                  <a:close/>
                  <a:moveTo>
                    <a:pt x="772737" y="718862"/>
                  </a:moveTo>
                  <a:lnTo>
                    <a:pt x="772737" y="718862"/>
                  </a:lnTo>
                  <a:close/>
                  <a:moveTo>
                    <a:pt x="704459" y="690280"/>
                  </a:moveTo>
                  <a:cubicBezTo>
                    <a:pt x="710414" y="694051"/>
                    <a:pt x="732445" y="700204"/>
                    <a:pt x="745744" y="689734"/>
                  </a:cubicBezTo>
                  <a:cubicBezTo>
                    <a:pt x="756427" y="678927"/>
                    <a:pt x="756427" y="661540"/>
                    <a:pt x="745744" y="650732"/>
                  </a:cubicBezTo>
                  <a:lnTo>
                    <a:pt x="745744" y="650732"/>
                  </a:lnTo>
                  <a:lnTo>
                    <a:pt x="329922" y="234861"/>
                  </a:lnTo>
                  <a:cubicBezTo>
                    <a:pt x="329426" y="234365"/>
                    <a:pt x="328880" y="233819"/>
                    <a:pt x="328433" y="233273"/>
                  </a:cubicBezTo>
                  <a:lnTo>
                    <a:pt x="277076" y="176110"/>
                  </a:lnTo>
                  <a:cubicBezTo>
                    <a:pt x="265400" y="163068"/>
                    <a:pt x="263647" y="143917"/>
                    <a:pt x="272759" y="128971"/>
                  </a:cubicBezTo>
                  <a:cubicBezTo>
                    <a:pt x="283229" y="111802"/>
                    <a:pt x="311661" y="93839"/>
                    <a:pt x="342823" y="79350"/>
                  </a:cubicBezTo>
                  <a:cubicBezTo>
                    <a:pt x="317120" y="80094"/>
                    <a:pt x="260056" y="104806"/>
                    <a:pt x="241597" y="123215"/>
                  </a:cubicBezTo>
                  <a:lnTo>
                    <a:pt x="168456" y="196653"/>
                  </a:lnTo>
                  <a:cubicBezTo>
                    <a:pt x="169051" y="217345"/>
                    <a:pt x="168456" y="238236"/>
                    <a:pt x="153570" y="253370"/>
                  </a:cubicBezTo>
                  <a:cubicBezTo>
                    <a:pt x="138683" y="268504"/>
                    <a:pt x="116255" y="269348"/>
                    <a:pt x="96208" y="269000"/>
                  </a:cubicBezTo>
                  <a:lnTo>
                    <a:pt x="81322" y="283887"/>
                  </a:lnTo>
                  <a:cubicBezTo>
                    <a:pt x="99306" y="304816"/>
                    <a:pt x="119045" y="324172"/>
                    <a:pt x="140321" y="341744"/>
                  </a:cubicBezTo>
                  <a:cubicBezTo>
                    <a:pt x="145912" y="337074"/>
                    <a:pt x="151245" y="332105"/>
                    <a:pt x="156299" y="326858"/>
                  </a:cubicBezTo>
                  <a:cubicBezTo>
                    <a:pt x="154331" y="310475"/>
                    <a:pt x="158796" y="293967"/>
                    <a:pt x="168754" y="280810"/>
                  </a:cubicBezTo>
                  <a:cubicBezTo>
                    <a:pt x="178975" y="268206"/>
                    <a:pt x="194904" y="256496"/>
                    <a:pt x="265117" y="263741"/>
                  </a:cubicBezTo>
                  <a:cubicBezTo>
                    <a:pt x="274197" y="264671"/>
                    <a:pt x="282678" y="268701"/>
                    <a:pt x="289134" y="2751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55" name="Picture Placeholder 47">
            <a:extLst>
              <a:ext uri="{FF2B5EF4-FFF2-40B4-BE49-F238E27FC236}">
                <a16:creationId xmlns:a16="http://schemas.microsoft.com/office/drawing/2014/main" id="{A01A5D8B-5EEC-4516-BEC3-27EEE026167B}"/>
              </a:ext>
            </a:extLst>
          </p:cNvPr>
          <p:cNvGrpSpPr>
            <a:grpSpLocks noChangeAspect="1"/>
          </p:cNvGrpSpPr>
          <p:nvPr/>
        </p:nvGrpSpPr>
        <p:grpSpPr>
          <a:xfrm>
            <a:off x="5431159" y="4758609"/>
            <a:ext cx="834223" cy="648046"/>
            <a:chOff x="1507956" y="2631494"/>
            <a:chExt cx="834223" cy="648046"/>
          </a:xfrm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9E0303EF-7CBA-6A44-9A5F-CD7557F6DA75}"/>
                </a:ext>
              </a:extLst>
            </p:cNvPr>
            <p:cNvSpPr/>
            <p:nvPr/>
          </p:nvSpPr>
          <p:spPr>
            <a:xfrm>
              <a:off x="1650665" y="2631494"/>
              <a:ext cx="551981" cy="415325"/>
            </a:xfrm>
            <a:custGeom>
              <a:avLst/>
              <a:gdLst>
                <a:gd name="connsiteX0" fmla="*/ 512285 w 551981"/>
                <a:gd name="connsiteY0" fmla="*/ 415325 h 415325"/>
                <a:gd name="connsiteX1" fmla="*/ 39697 w 551981"/>
                <a:gd name="connsiteY1" fmla="*/ 415325 h 415325"/>
                <a:gd name="connsiteX2" fmla="*/ 0 w 551981"/>
                <a:gd name="connsiteY2" fmla="*/ 375629 h 415325"/>
                <a:gd name="connsiteX3" fmla="*/ 0 w 551981"/>
                <a:gd name="connsiteY3" fmla="*/ 100680 h 415325"/>
                <a:gd name="connsiteX4" fmla="*/ 100234 w 551981"/>
                <a:gd name="connsiteY4" fmla="*/ 0 h 415325"/>
                <a:gd name="connsiteX5" fmla="*/ 451747 w 551981"/>
                <a:gd name="connsiteY5" fmla="*/ 0 h 415325"/>
                <a:gd name="connsiteX6" fmla="*/ 551981 w 551981"/>
                <a:gd name="connsiteY6" fmla="*/ 100680 h 415325"/>
                <a:gd name="connsiteX7" fmla="*/ 551981 w 551981"/>
                <a:gd name="connsiteY7" fmla="*/ 375629 h 415325"/>
                <a:gd name="connsiteX8" fmla="*/ 512285 w 551981"/>
                <a:gd name="connsiteY8" fmla="*/ 415325 h 415325"/>
                <a:gd name="connsiteX9" fmla="*/ 79393 w 551981"/>
                <a:gd name="connsiteY9" fmla="*/ 335932 h 415325"/>
                <a:gd name="connsiteX10" fmla="*/ 472588 w 551981"/>
                <a:gd name="connsiteY10" fmla="*/ 335932 h 415325"/>
                <a:gd name="connsiteX11" fmla="*/ 472588 w 551981"/>
                <a:gd name="connsiteY11" fmla="*/ 100680 h 415325"/>
                <a:gd name="connsiteX12" fmla="*/ 451747 w 551981"/>
                <a:gd name="connsiteY12" fmla="*/ 79393 h 415325"/>
                <a:gd name="connsiteX13" fmla="*/ 100234 w 551981"/>
                <a:gd name="connsiteY13" fmla="*/ 79393 h 415325"/>
                <a:gd name="connsiteX14" fmla="*/ 79393 w 551981"/>
                <a:gd name="connsiteY14" fmla="*/ 100680 h 41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1981" h="415325">
                  <a:moveTo>
                    <a:pt x="512285" y="415325"/>
                  </a:moveTo>
                  <a:lnTo>
                    <a:pt x="39697" y="415325"/>
                  </a:lnTo>
                  <a:cubicBezTo>
                    <a:pt x="17773" y="415325"/>
                    <a:pt x="0" y="397551"/>
                    <a:pt x="0" y="375629"/>
                  </a:cubicBezTo>
                  <a:lnTo>
                    <a:pt x="0" y="100680"/>
                  </a:lnTo>
                  <a:cubicBezTo>
                    <a:pt x="-55" y="45228"/>
                    <a:pt x="44781" y="192"/>
                    <a:pt x="100234" y="0"/>
                  </a:cubicBezTo>
                  <a:lnTo>
                    <a:pt x="451747" y="0"/>
                  </a:lnTo>
                  <a:cubicBezTo>
                    <a:pt x="507199" y="192"/>
                    <a:pt x="552036" y="45228"/>
                    <a:pt x="551981" y="100680"/>
                  </a:cubicBezTo>
                  <a:lnTo>
                    <a:pt x="551981" y="375629"/>
                  </a:lnTo>
                  <a:cubicBezTo>
                    <a:pt x="551981" y="397551"/>
                    <a:pt x="534207" y="415325"/>
                    <a:pt x="512285" y="415325"/>
                  </a:cubicBezTo>
                  <a:close/>
                  <a:moveTo>
                    <a:pt x="79393" y="335932"/>
                  </a:moveTo>
                  <a:lnTo>
                    <a:pt x="472588" y="335932"/>
                  </a:lnTo>
                  <a:lnTo>
                    <a:pt x="472588" y="100680"/>
                  </a:lnTo>
                  <a:cubicBezTo>
                    <a:pt x="472697" y="89052"/>
                    <a:pt x="463373" y="79530"/>
                    <a:pt x="451747" y="79393"/>
                  </a:cubicBezTo>
                  <a:lnTo>
                    <a:pt x="100234" y="79393"/>
                  </a:lnTo>
                  <a:cubicBezTo>
                    <a:pt x="88606" y="79530"/>
                    <a:pt x="79283" y="89052"/>
                    <a:pt x="79393" y="10068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D15E2D2-9D3F-E840-BDC9-E649B0D63F0A}"/>
                </a:ext>
              </a:extLst>
            </p:cNvPr>
            <p:cNvSpPr/>
            <p:nvPr/>
          </p:nvSpPr>
          <p:spPr>
            <a:xfrm>
              <a:off x="2166721" y="3102891"/>
              <a:ext cx="79740" cy="173672"/>
            </a:xfrm>
            <a:custGeom>
              <a:avLst/>
              <a:gdLst>
                <a:gd name="connsiteX0" fmla="*/ 39697 w 79740"/>
                <a:gd name="connsiteY0" fmla="*/ 173672 h 173672"/>
                <a:gd name="connsiteX1" fmla="*/ 39697 w 79740"/>
                <a:gd name="connsiteY1" fmla="*/ 173672 h 173672"/>
                <a:gd name="connsiteX2" fmla="*/ 0 w 79740"/>
                <a:gd name="connsiteY2" fmla="*/ 133976 h 173672"/>
                <a:gd name="connsiteX3" fmla="*/ 347 w 79740"/>
                <a:gd name="connsiteY3" fmla="*/ 39697 h 173672"/>
                <a:gd name="connsiteX4" fmla="*/ 40044 w 79740"/>
                <a:gd name="connsiteY4" fmla="*/ 0 h 173672"/>
                <a:gd name="connsiteX5" fmla="*/ 40044 w 79740"/>
                <a:gd name="connsiteY5" fmla="*/ 0 h 173672"/>
                <a:gd name="connsiteX6" fmla="*/ 79741 w 79740"/>
                <a:gd name="connsiteY6" fmla="*/ 39697 h 173672"/>
                <a:gd name="connsiteX7" fmla="*/ 79393 w 79740"/>
                <a:gd name="connsiteY7" fmla="*/ 133976 h 173672"/>
                <a:gd name="connsiteX8" fmla="*/ 39697 w 79740"/>
                <a:gd name="connsiteY8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3672">
                  <a:moveTo>
                    <a:pt x="39697" y="173672"/>
                  </a:moveTo>
                  <a:lnTo>
                    <a:pt x="39697" y="173672"/>
                  </a:lnTo>
                  <a:cubicBezTo>
                    <a:pt x="17774" y="173672"/>
                    <a:pt x="0" y="155898"/>
                    <a:pt x="0" y="133976"/>
                  </a:cubicBezTo>
                  <a:lnTo>
                    <a:pt x="347" y="39697"/>
                  </a:lnTo>
                  <a:cubicBezTo>
                    <a:pt x="347" y="17774"/>
                    <a:pt x="18122" y="0"/>
                    <a:pt x="40044" y="0"/>
                  </a:cubicBezTo>
                  <a:lnTo>
                    <a:pt x="40044" y="0"/>
                  </a:lnTo>
                  <a:cubicBezTo>
                    <a:pt x="61966" y="0"/>
                    <a:pt x="79741" y="17774"/>
                    <a:pt x="79741" y="39697"/>
                  </a:cubicBezTo>
                  <a:lnTo>
                    <a:pt x="79393" y="133976"/>
                  </a:lnTo>
                  <a:cubicBezTo>
                    <a:pt x="79393" y="155898"/>
                    <a:pt x="61619" y="173672"/>
                    <a:pt x="39697" y="1736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61D45CE-55A9-D648-8385-01BD1A6A8C43}"/>
                </a:ext>
              </a:extLst>
            </p:cNvPr>
            <p:cNvSpPr/>
            <p:nvPr/>
          </p:nvSpPr>
          <p:spPr>
            <a:xfrm>
              <a:off x="1601144" y="3105868"/>
              <a:ext cx="79740" cy="173672"/>
            </a:xfrm>
            <a:custGeom>
              <a:avLst/>
              <a:gdLst>
                <a:gd name="connsiteX0" fmla="*/ 39697 w 79740"/>
                <a:gd name="connsiteY0" fmla="*/ 173672 h 173672"/>
                <a:gd name="connsiteX1" fmla="*/ 39697 w 79740"/>
                <a:gd name="connsiteY1" fmla="*/ 173672 h 173672"/>
                <a:gd name="connsiteX2" fmla="*/ 0 w 79740"/>
                <a:gd name="connsiteY2" fmla="*/ 133976 h 173672"/>
                <a:gd name="connsiteX3" fmla="*/ 347 w 79740"/>
                <a:gd name="connsiteY3" fmla="*/ 39697 h 173672"/>
                <a:gd name="connsiteX4" fmla="*/ 40044 w 79740"/>
                <a:gd name="connsiteY4" fmla="*/ 0 h 173672"/>
                <a:gd name="connsiteX5" fmla="*/ 40044 w 79740"/>
                <a:gd name="connsiteY5" fmla="*/ 0 h 173672"/>
                <a:gd name="connsiteX6" fmla="*/ 79741 w 79740"/>
                <a:gd name="connsiteY6" fmla="*/ 39697 h 173672"/>
                <a:gd name="connsiteX7" fmla="*/ 79393 w 79740"/>
                <a:gd name="connsiteY7" fmla="*/ 133976 h 173672"/>
                <a:gd name="connsiteX8" fmla="*/ 39697 w 79740"/>
                <a:gd name="connsiteY8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40" h="173672">
                  <a:moveTo>
                    <a:pt x="39697" y="173672"/>
                  </a:moveTo>
                  <a:lnTo>
                    <a:pt x="39697" y="173672"/>
                  </a:lnTo>
                  <a:cubicBezTo>
                    <a:pt x="17773" y="173672"/>
                    <a:pt x="0" y="155898"/>
                    <a:pt x="0" y="133976"/>
                  </a:cubicBezTo>
                  <a:lnTo>
                    <a:pt x="347" y="39697"/>
                  </a:lnTo>
                  <a:cubicBezTo>
                    <a:pt x="347" y="17774"/>
                    <a:pt x="18120" y="0"/>
                    <a:pt x="40044" y="0"/>
                  </a:cubicBezTo>
                  <a:lnTo>
                    <a:pt x="40044" y="0"/>
                  </a:lnTo>
                  <a:cubicBezTo>
                    <a:pt x="61968" y="0"/>
                    <a:pt x="79741" y="17774"/>
                    <a:pt x="79741" y="39697"/>
                  </a:cubicBezTo>
                  <a:lnTo>
                    <a:pt x="79393" y="133976"/>
                  </a:lnTo>
                  <a:cubicBezTo>
                    <a:pt x="79393" y="155898"/>
                    <a:pt x="61621" y="173672"/>
                    <a:pt x="39697" y="1736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5EA24EC-1ACC-AE43-8373-C5522D55E84A}"/>
                </a:ext>
              </a:extLst>
            </p:cNvPr>
            <p:cNvSpPr/>
            <p:nvPr/>
          </p:nvSpPr>
          <p:spPr>
            <a:xfrm>
              <a:off x="1507956" y="2812014"/>
              <a:ext cx="834223" cy="365610"/>
            </a:xfrm>
            <a:custGeom>
              <a:avLst/>
              <a:gdLst>
                <a:gd name="connsiteX0" fmla="*/ 793932 w 834223"/>
                <a:gd name="connsiteY0" fmla="*/ 365605 h 365610"/>
                <a:gd name="connsiteX1" fmla="*/ 39697 w 834223"/>
                <a:gd name="connsiteY1" fmla="*/ 365605 h 365610"/>
                <a:gd name="connsiteX2" fmla="*/ 0 w 834223"/>
                <a:gd name="connsiteY2" fmla="*/ 325909 h 365610"/>
                <a:gd name="connsiteX3" fmla="*/ 0 w 834223"/>
                <a:gd name="connsiteY3" fmla="*/ 100581 h 365610"/>
                <a:gd name="connsiteX4" fmla="*/ 29772 w 834223"/>
                <a:gd name="connsiteY4" fmla="*/ 34734 h 365610"/>
                <a:gd name="connsiteX5" fmla="*/ 114128 w 834223"/>
                <a:gd name="connsiteY5" fmla="*/ 0 h 365610"/>
                <a:gd name="connsiteX6" fmla="*/ 218629 w 834223"/>
                <a:gd name="connsiteY6" fmla="*/ 100680 h 365610"/>
                <a:gd name="connsiteX7" fmla="*/ 218629 w 834223"/>
                <a:gd name="connsiteY7" fmla="*/ 157000 h 365610"/>
                <a:gd name="connsiteX8" fmla="*/ 615595 w 834223"/>
                <a:gd name="connsiteY8" fmla="*/ 157000 h 365610"/>
                <a:gd name="connsiteX9" fmla="*/ 615595 w 834223"/>
                <a:gd name="connsiteY9" fmla="*/ 100581 h 365610"/>
                <a:gd name="connsiteX10" fmla="*/ 645367 w 834223"/>
                <a:gd name="connsiteY10" fmla="*/ 34734 h 365610"/>
                <a:gd name="connsiteX11" fmla="*/ 729723 w 834223"/>
                <a:gd name="connsiteY11" fmla="*/ 0 h 365610"/>
                <a:gd name="connsiteX12" fmla="*/ 834224 w 834223"/>
                <a:gd name="connsiteY12" fmla="*/ 100680 h 365610"/>
                <a:gd name="connsiteX13" fmla="*/ 834224 w 834223"/>
                <a:gd name="connsiteY13" fmla="*/ 326008 h 365610"/>
                <a:gd name="connsiteX14" fmla="*/ 794433 w 834223"/>
                <a:gd name="connsiteY14" fmla="*/ 365610 h 365610"/>
                <a:gd name="connsiteX15" fmla="*/ 793932 w 834223"/>
                <a:gd name="connsiteY15" fmla="*/ 365605 h 365610"/>
                <a:gd name="connsiteX16" fmla="*/ 79393 w 834223"/>
                <a:gd name="connsiteY16" fmla="*/ 286212 h 365610"/>
                <a:gd name="connsiteX17" fmla="*/ 754235 w 834223"/>
                <a:gd name="connsiteY17" fmla="*/ 286212 h 365610"/>
                <a:gd name="connsiteX18" fmla="*/ 754235 w 834223"/>
                <a:gd name="connsiteY18" fmla="*/ 100581 h 365610"/>
                <a:gd name="connsiteX19" fmla="*/ 727490 w 834223"/>
                <a:gd name="connsiteY19" fmla="*/ 79244 h 365610"/>
                <a:gd name="connsiteX20" fmla="*/ 726944 w 834223"/>
                <a:gd name="connsiteY20" fmla="*/ 79244 h 365610"/>
                <a:gd name="connsiteX21" fmla="*/ 700496 w 834223"/>
                <a:gd name="connsiteY21" fmla="*/ 91401 h 365610"/>
                <a:gd name="connsiteX22" fmla="*/ 694690 w 834223"/>
                <a:gd name="connsiteY22" fmla="*/ 100432 h 365610"/>
                <a:gd name="connsiteX23" fmla="*/ 694690 w 834223"/>
                <a:gd name="connsiteY23" fmla="*/ 196746 h 365610"/>
                <a:gd name="connsiteX24" fmla="*/ 654994 w 834223"/>
                <a:gd name="connsiteY24" fmla="*/ 236443 h 365610"/>
                <a:gd name="connsiteX25" fmla="*/ 178635 w 834223"/>
                <a:gd name="connsiteY25" fmla="*/ 236443 h 365610"/>
                <a:gd name="connsiteX26" fmla="*/ 138938 w 834223"/>
                <a:gd name="connsiteY26" fmla="*/ 196746 h 365610"/>
                <a:gd name="connsiteX27" fmla="*/ 138938 w 834223"/>
                <a:gd name="connsiteY27" fmla="*/ 100581 h 365610"/>
                <a:gd name="connsiteX28" fmla="*/ 112193 w 834223"/>
                <a:gd name="connsiteY28" fmla="*/ 79244 h 365610"/>
                <a:gd name="connsiteX29" fmla="*/ 111647 w 834223"/>
                <a:gd name="connsiteY29" fmla="*/ 79244 h 365610"/>
                <a:gd name="connsiteX30" fmla="*/ 85199 w 834223"/>
                <a:gd name="connsiteY30" fmla="*/ 91401 h 365610"/>
                <a:gd name="connsiteX31" fmla="*/ 79393 w 834223"/>
                <a:gd name="connsiteY31" fmla="*/ 100432 h 36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34223" h="365610">
                  <a:moveTo>
                    <a:pt x="793932" y="365605"/>
                  </a:moveTo>
                  <a:lnTo>
                    <a:pt x="39697" y="365605"/>
                  </a:lnTo>
                  <a:cubicBezTo>
                    <a:pt x="17773" y="365605"/>
                    <a:pt x="0" y="347831"/>
                    <a:pt x="0" y="325909"/>
                  </a:cubicBezTo>
                  <a:lnTo>
                    <a:pt x="0" y="100581"/>
                  </a:lnTo>
                  <a:cubicBezTo>
                    <a:pt x="613" y="75510"/>
                    <a:pt x="11353" y="51755"/>
                    <a:pt x="29772" y="34734"/>
                  </a:cubicBezTo>
                  <a:cubicBezTo>
                    <a:pt x="52342" y="12685"/>
                    <a:pt x="82576" y="236"/>
                    <a:pt x="114128" y="0"/>
                  </a:cubicBezTo>
                  <a:cubicBezTo>
                    <a:pt x="172680" y="1092"/>
                    <a:pt x="218629" y="45353"/>
                    <a:pt x="218629" y="100680"/>
                  </a:cubicBezTo>
                  <a:lnTo>
                    <a:pt x="218629" y="157000"/>
                  </a:lnTo>
                  <a:lnTo>
                    <a:pt x="615595" y="157000"/>
                  </a:lnTo>
                  <a:lnTo>
                    <a:pt x="615595" y="100581"/>
                  </a:lnTo>
                  <a:cubicBezTo>
                    <a:pt x="616205" y="75510"/>
                    <a:pt x="626948" y="51755"/>
                    <a:pt x="645367" y="34734"/>
                  </a:cubicBezTo>
                  <a:cubicBezTo>
                    <a:pt x="667945" y="12694"/>
                    <a:pt x="698174" y="246"/>
                    <a:pt x="729723" y="0"/>
                  </a:cubicBezTo>
                  <a:cubicBezTo>
                    <a:pt x="788275" y="1092"/>
                    <a:pt x="834224" y="45353"/>
                    <a:pt x="834224" y="100680"/>
                  </a:cubicBezTo>
                  <a:lnTo>
                    <a:pt x="834224" y="326008"/>
                  </a:lnTo>
                  <a:cubicBezTo>
                    <a:pt x="834169" y="347930"/>
                    <a:pt x="816356" y="365660"/>
                    <a:pt x="794433" y="365610"/>
                  </a:cubicBezTo>
                  <a:cubicBezTo>
                    <a:pt x="794264" y="365610"/>
                    <a:pt x="794101" y="365610"/>
                    <a:pt x="793932" y="365605"/>
                  </a:cubicBezTo>
                  <a:close/>
                  <a:moveTo>
                    <a:pt x="79393" y="286212"/>
                  </a:moveTo>
                  <a:lnTo>
                    <a:pt x="754235" y="286212"/>
                  </a:lnTo>
                  <a:lnTo>
                    <a:pt x="754235" y="100581"/>
                  </a:lnTo>
                  <a:cubicBezTo>
                    <a:pt x="754235" y="88523"/>
                    <a:pt x="742971" y="79542"/>
                    <a:pt x="727490" y="79244"/>
                  </a:cubicBezTo>
                  <a:lnTo>
                    <a:pt x="726944" y="79244"/>
                  </a:lnTo>
                  <a:cubicBezTo>
                    <a:pt x="717000" y="80156"/>
                    <a:pt x="707666" y="84446"/>
                    <a:pt x="700496" y="91401"/>
                  </a:cubicBezTo>
                  <a:cubicBezTo>
                    <a:pt x="697643" y="93711"/>
                    <a:pt x="695608" y="96877"/>
                    <a:pt x="694690" y="100432"/>
                  </a:cubicBezTo>
                  <a:lnTo>
                    <a:pt x="694690" y="196746"/>
                  </a:lnTo>
                  <a:cubicBezTo>
                    <a:pt x="694690" y="218668"/>
                    <a:pt x="676916" y="236443"/>
                    <a:pt x="654994" y="236443"/>
                  </a:cubicBezTo>
                  <a:lnTo>
                    <a:pt x="178635" y="236443"/>
                  </a:lnTo>
                  <a:cubicBezTo>
                    <a:pt x="156711" y="236443"/>
                    <a:pt x="138938" y="218668"/>
                    <a:pt x="138938" y="196746"/>
                  </a:cubicBezTo>
                  <a:lnTo>
                    <a:pt x="138938" y="100581"/>
                  </a:lnTo>
                  <a:cubicBezTo>
                    <a:pt x="138938" y="88523"/>
                    <a:pt x="127674" y="79542"/>
                    <a:pt x="112193" y="79244"/>
                  </a:cubicBezTo>
                  <a:lnTo>
                    <a:pt x="111647" y="79244"/>
                  </a:lnTo>
                  <a:cubicBezTo>
                    <a:pt x="101701" y="80156"/>
                    <a:pt x="92367" y="84446"/>
                    <a:pt x="85199" y="91401"/>
                  </a:cubicBezTo>
                  <a:cubicBezTo>
                    <a:pt x="82345" y="93711"/>
                    <a:pt x="80310" y="96877"/>
                    <a:pt x="79393" y="10043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65" name="Picture Placeholder 49">
            <a:extLst>
              <a:ext uri="{FF2B5EF4-FFF2-40B4-BE49-F238E27FC236}">
                <a16:creationId xmlns:a16="http://schemas.microsoft.com/office/drawing/2014/main" id="{5CB196C7-EDE7-4BB9-9FBC-32E3349AE9FF}"/>
              </a:ext>
            </a:extLst>
          </p:cNvPr>
          <p:cNvGrpSpPr>
            <a:grpSpLocks noChangeAspect="1"/>
          </p:cNvGrpSpPr>
          <p:nvPr/>
        </p:nvGrpSpPr>
        <p:grpSpPr>
          <a:xfrm>
            <a:off x="2825464" y="2615624"/>
            <a:ext cx="833628" cy="679797"/>
            <a:chOff x="2825464" y="2615624"/>
            <a:chExt cx="833628" cy="679797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E32F61F-C9ED-C240-940C-46719494F137}"/>
                </a:ext>
              </a:extLst>
            </p:cNvPr>
            <p:cNvSpPr/>
            <p:nvPr/>
          </p:nvSpPr>
          <p:spPr>
            <a:xfrm>
              <a:off x="2825464" y="2660274"/>
              <a:ext cx="833628" cy="635147"/>
            </a:xfrm>
            <a:custGeom>
              <a:avLst/>
              <a:gdLst>
                <a:gd name="connsiteX0" fmla="*/ 416765 w 833628"/>
                <a:gd name="connsiteY0" fmla="*/ 635145 h 635147"/>
                <a:gd name="connsiteX1" fmla="*/ 394038 w 833628"/>
                <a:gd name="connsiteY1" fmla="*/ 627999 h 635147"/>
                <a:gd name="connsiteX2" fmla="*/ 390168 w 833628"/>
                <a:gd name="connsiteY2" fmla="*/ 625270 h 635147"/>
                <a:gd name="connsiteX3" fmla="*/ 67633 w 833628"/>
                <a:gd name="connsiteY3" fmla="*/ 605769 h 635147"/>
                <a:gd name="connsiteX4" fmla="*/ 56717 w 833628"/>
                <a:gd name="connsiteY4" fmla="*/ 605769 h 635147"/>
                <a:gd name="connsiteX5" fmla="*/ 40143 w 833628"/>
                <a:gd name="connsiteY5" fmla="*/ 605769 h 635147"/>
                <a:gd name="connsiteX6" fmla="*/ 11810 w 833628"/>
                <a:gd name="connsiteY6" fmla="*/ 594307 h 635147"/>
                <a:gd name="connsiteX7" fmla="*/ 0 w 833628"/>
                <a:gd name="connsiteY7" fmla="*/ 566073 h 635147"/>
                <a:gd name="connsiteX8" fmla="*/ 0 w 833628"/>
                <a:gd name="connsiteY8" fmla="*/ 39945 h 635147"/>
                <a:gd name="connsiteX9" fmla="*/ 39250 w 833628"/>
                <a:gd name="connsiteY9" fmla="*/ 248 h 635147"/>
                <a:gd name="connsiteX10" fmla="*/ 55377 w 833628"/>
                <a:gd name="connsiteY10" fmla="*/ 248 h 635147"/>
                <a:gd name="connsiteX11" fmla="*/ 122811 w 833628"/>
                <a:gd name="connsiteY11" fmla="*/ 248 h 635147"/>
                <a:gd name="connsiteX12" fmla="*/ 162508 w 833628"/>
                <a:gd name="connsiteY12" fmla="*/ 39945 h 635147"/>
                <a:gd name="connsiteX13" fmla="*/ 122811 w 833628"/>
                <a:gd name="connsiteY13" fmla="*/ 79641 h 635147"/>
                <a:gd name="connsiteX14" fmla="*/ 79393 w 833628"/>
                <a:gd name="connsiteY14" fmla="*/ 79641 h 635147"/>
                <a:gd name="connsiteX15" fmla="*/ 79393 w 833628"/>
                <a:gd name="connsiteY15" fmla="*/ 526575 h 635147"/>
                <a:gd name="connsiteX16" fmla="*/ 324718 w 833628"/>
                <a:gd name="connsiteY16" fmla="*/ 537342 h 635147"/>
                <a:gd name="connsiteX17" fmla="*/ 416913 w 833628"/>
                <a:gd name="connsiteY17" fmla="*/ 550145 h 635147"/>
                <a:gd name="connsiteX18" fmla="*/ 508910 w 833628"/>
                <a:gd name="connsiteY18" fmla="*/ 537342 h 635147"/>
                <a:gd name="connsiteX19" fmla="*/ 754235 w 833628"/>
                <a:gd name="connsiteY19" fmla="*/ 526575 h 635147"/>
                <a:gd name="connsiteX20" fmla="*/ 754235 w 833628"/>
                <a:gd name="connsiteY20" fmla="*/ 79393 h 635147"/>
                <a:gd name="connsiteX21" fmla="*/ 720344 w 833628"/>
                <a:gd name="connsiteY21" fmla="*/ 79393 h 635147"/>
                <a:gd name="connsiteX22" fmla="*/ 680648 w 833628"/>
                <a:gd name="connsiteY22" fmla="*/ 39697 h 635147"/>
                <a:gd name="connsiteX23" fmla="*/ 720344 w 833628"/>
                <a:gd name="connsiteY23" fmla="*/ 0 h 635147"/>
                <a:gd name="connsiteX24" fmla="*/ 765003 w 833628"/>
                <a:gd name="connsiteY24" fmla="*/ 0 h 635147"/>
                <a:gd name="connsiteX25" fmla="*/ 778301 w 833628"/>
                <a:gd name="connsiteY25" fmla="*/ 0 h 635147"/>
                <a:gd name="connsiteX26" fmla="*/ 794378 w 833628"/>
                <a:gd name="connsiteY26" fmla="*/ 0 h 635147"/>
                <a:gd name="connsiteX27" fmla="*/ 833629 w 833628"/>
                <a:gd name="connsiteY27" fmla="*/ 39697 h 635147"/>
                <a:gd name="connsiteX28" fmla="*/ 833629 w 833628"/>
                <a:gd name="connsiteY28" fmla="*/ 566321 h 635147"/>
                <a:gd name="connsiteX29" fmla="*/ 821819 w 833628"/>
                <a:gd name="connsiteY29" fmla="*/ 594555 h 635147"/>
                <a:gd name="connsiteX30" fmla="*/ 793485 w 833628"/>
                <a:gd name="connsiteY30" fmla="*/ 606017 h 635147"/>
                <a:gd name="connsiteX31" fmla="*/ 776912 w 833628"/>
                <a:gd name="connsiteY31" fmla="*/ 606017 h 635147"/>
                <a:gd name="connsiteX32" fmla="*/ 765995 w 833628"/>
                <a:gd name="connsiteY32" fmla="*/ 606017 h 635147"/>
                <a:gd name="connsiteX33" fmla="*/ 443461 w 833628"/>
                <a:gd name="connsiteY33" fmla="*/ 625518 h 635147"/>
                <a:gd name="connsiteX34" fmla="*/ 439491 w 833628"/>
                <a:gd name="connsiteY34" fmla="*/ 628297 h 635147"/>
                <a:gd name="connsiteX35" fmla="*/ 416765 w 833628"/>
                <a:gd name="connsiteY35" fmla="*/ 635145 h 635147"/>
                <a:gd name="connsiteX36" fmla="*/ 450407 w 833628"/>
                <a:gd name="connsiteY36" fmla="*/ 620259 h 635147"/>
                <a:gd name="connsiteX37" fmla="*/ 450407 w 833628"/>
                <a:gd name="connsiteY37" fmla="*/ 620259 h 635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33628" h="635147">
                  <a:moveTo>
                    <a:pt x="416765" y="635145"/>
                  </a:moveTo>
                  <a:cubicBezTo>
                    <a:pt x="408636" y="635145"/>
                    <a:pt x="400703" y="632654"/>
                    <a:pt x="394038" y="627999"/>
                  </a:cubicBezTo>
                  <a:lnTo>
                    <a:pt x="390168" y="625270"/>
                  </a:lnTo>
                  <a:cubicBezTo>
                    <a:pt x="364514" y="621003"/>
                    <a:pt x="258921" y="605769"/>
                    <a:pt x="67633" y="605769"/>
                  </a:cubicBezTo>
                  <a:lnTo>
                    <a:pt x="56717" y="605769"/>
                  </a:lnTo>
                  <a:lnTo>
                    <a:pt x="40143" y="605769"/>
                  </a:lnTo>
                  <a:cubicBezTo>
                    <a:pt x="29538" y="605933"/>
                    <a:pt x="19318" y="601800"/>
                    <a:pt x="11810" y="594307"/>
                  </a:cubicBezTo>
                  <a:cubicBezTo>
                    <a:pt x="4258" y="586854"/>
                    <a:pt x="5" y="576687"/>
                    <a:pt x="0" y="566073"/>
                  </a:cubicBezTo>
                  <a:lnTo>
                    <a:pt x="0" y="39945"/>
                  </a:lnTo>
                  <a:cubicBezTo>
                    <a:pt x="-1" y="18194"/>
                    <a:pt x="17501" y="493"/>
                    <a:pt x="39250" y="248"/>
                  </a:cubicBezTo>
                  <a:lnTo>
                    <a:pt x="55377" y="248"/>
                  </a:lnTo>
                  <a:cubicBezTo>
                    <a:pt x="59991" y="248"/>
                    <a:pt x="122166" y="248"/>
                    <a:pt x="122811" y="248"/>
                  </a:cubicBezTo>
                  <a:cubicBezTo>
                    <a:pt x="144735" y="248"/>
                    <a:pt x="162508" y="18021"/>
                    <a:pt x="162508" y="39945"/>
                  </a:cubicBezTo>
                  <a:cubicBezTo>
                    <a:pt x="162508" y="61869"/>
                    <a:pt x="144735" y="79641"/>
                    <a:pt x="122811" y="79641"/>
                  </a:cubicBezTo>
                  <a:lnTo>
                    <a:pt x="79393" y="79641"/>
                  </a:lnTo>
                  <a:lnTo>
                    <a:pt x="79393" y="526575"/>
                  </a:lnTo>
                  <a:cubicBezTo>
                    <a:pt x="192181" y="526972"/>
                    <a:pt x="274700" y="532579"/>
                    <a:pt x="324718" y="537342"/>
                  </a:cubicBezTo>
                  <a:cubicBezTo>
                    <a:pt x="381335" y="542751"/>
                    <a:pt x="405352" y="546820"/>
                    <a:pt x="416913" y="550145"/>
                  </a:cubicBezTo>
                  <a:cubicBezTo>
                    <a:pt x="428674" y="546820"/>
                    <a:pt x="452988" y="542701"/>
                    <a:pt x="508910" y="537342"/>
                  </a:cubicBezTo>
                  <a:cubicBezTo>
                    <a:pt x="558878" y="532380"/>
                    <a:pt x="641447" y="526922"/>
                    <a:pt x="754235" y="526575"/>
                  </a:cubicBezTo>
                  <a:lnTo>
                    <a:pt x="754235" y="79393"/>
                  </a:lnTo>
                  <a:lnTo>
                    <a:pt x="720344" y="79393"/>
                  </a:lnTo>
                  <a:cubicBezTo>
                    <a:pt x="698422" y="79393"/>
                    <a:pt x="680648" y="61620"/>
                    <a:pt x="680648" y="39697"/>
                  </a:cubicBezTo>
                  <a:cubicBezTo>
                    <a:pt x="680648" y="17773"/>
                    <a:pt x="698422" y="0"/>
                    <a:pt x="720344" y="0"/>
                  </a:cubicBezTo>
                  <a:lnTo>
                    <a:pt x="765003" y="0"/>
                  </a:lnTo>
                  <a:cubicBezTo>
                    <a:pt x="769419" y="0"/>
                    <a:pt x="773836" y="0"/>
                    <a:pt x="778301" y="0"/>
                  </a:cubicBezTo>
                  <a:lnTo>
                    <a:pt x="794378" y="0"/>
                  </a:lnTo>
                  <a:cubicBezTo>
                    <a:pt x="816127" y="245"/>
                    <a:pt x="833629" y="17946"/>
                    <a:pt x="833629" y="39697"/>
                  </a:cubicBezTo>
                  <a:lnTo>
                    <a:pt x="833629" y="566321"/>
                  </a:lnTo>
                  <a:cubicBezTo>
                    <a:pt x="833624" y="576935"/>
                    <a:pt x="829371" y="587102"/>
                    <a:pt x="821819" y="594555"/>
                  </a:cubicBezTo>
                  <a:cubicBezTo>
                    <a:pt x="814306" y="602043"/>
                    <a:pt x="804089" y="606176"/>
                    <a:pt x="793485" y="606017"/>
                  </a:cubicBezTo>
                  <a:lnTo>
                    <a:pt x="776912" y="606017"/>
                  </a:lnTo>
                  <a:lnTo>
                    <a:pt x="765995" y="606017"/>
                  </a:lnTo>
                  <a:cubicBezTo>
                    <a:pt x="574509" y="606017"/>
                    <a:pt x="468966" y="621301"/>
                    <a:pt x="443461" y="625518"/>
                  </a:cubicBezTo>
                  <a:lnTo>
                    <a:pt x="439491" y="628297"/>
                  </a:lnTo>
                  <a:cubicBezTo>
                    <a:pt x="432791" y="632842"/>
                    <a:pt x="424861" y="635234"/>
                    <a:pt x="416765" y="635145"/>
                  </a:cubicBezTo>
                  <a:close/>
                  <a:moveTo>
                    <a:pt x="450407" y="620259"/>
                  </a:moveTo>
                  <a:lnTo>
                    <a:pt x="450407" y="620259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D1D5E35-D304-9143-97D1-ECE1C0E4151C}"/>
                </a:ext>
              </a:extLst>
            </p:cNvPr>
            <p:cNvSpPr/>
            <p:nvPr/>
          </p:nvSpPr>
          <p:spPr>
            <a:xfrm>
              <a:off x="2919793" y="2615624"/>
              <a:ext cx="645020" cy="654985"/>
            </a:xfrm>
            <a:custGeom>
              <a:avLst/>
              <a:gdLst>
                <a:gd name="connsiteX0" fmla="*/ 322485 w 645020"/>
                <a:gd name="connsiteY0" fmla="*/ 654985 h 654985"/>
                <a:gd name="connsiteX1" fmla="*/ 295194 w 645020"/>
                <a:gd name="connsiteY1" fmla="*/ 644068 h 654985"/>
                <a:gd name="connsiteX2" fmla="*/ 287403 w 645020"/>
                <a:gd name="connsiteY2" fmla="*/ 636675 h 654985"/>
                <a:gd name="connsiteX3" fmla="*/ 230836 w 645020"/>
                <a:gd name="connsiteY3" fmla="*/ 602933 h 654985"/>
                <a:gd name="connsiteX4" fmla="*/ 52747 w 645020"/>
                <a:gd name="connsiteY4" fmla="*/ 569439 h 654985"/>
                <a:gd name="connsiteX5" fmla="*/ 40292 w 645020"/>
                <a:gd name="connsiteY5" fmla="*/ 569439 h 654985"/>
                <a:gd name="connsiteX6" fmla="*/ 4 w 645020"/>
                <a:gd name="connsiteY6" fmla="*/ 530343 h 654985"/>
                <a:gd name="connsiteX7" fmla="*/ 0 w 645020"/>
                <a:gd name="connsiteY7" fmla="*/ 529742 h 654985"/>
                <a:gd name="connsiteX8" fmla="*/ 0 w 645020"/>
                <a:gd name="connsiteY8" fmla="*/ 39937 h 654985"/>
                <a:gd name="connsiteX9" fmla="*/ 39101 w 645020"/>
                <a:gd name="connsiteY9" fmla="*/ 240 h 654985"/>
                <a:gd name="connsiteX10" fmla="*/ 51159 w 645020"/>
                <a:gd name="connsiteY10" fmla="*/ 240 h 654985"/>
                <a:gd name="connsiteX11" fmla="*/ 61083 w 645020"/>
                <a:gd name="connsiteY11" fmla="*/ 240 h 654985"/>
                <a:gd name="connsiteX12" fmla="*/ 322485 w 645020"/>
                <a:gd name="connsiteY12" fmla="*/ 68667 h 654985"/>
                <a:gd name="connsiteX13" fmla="*/ 593911 w 645020"/>
                <a:gd name="connsiteY13" fmla="*/ 91 h 654985"/>
                <a:gd name="connsiteX14" fmla="*/ 605919 w 645020"/>
                <a:gd name="connsiteY14" fmla="*/ 91 h 654985"/>
                <a:gd name="connsiteX15" fmla="*/ 645020 w 645020"/>
                <a:gd name="connsiteY15" fmla="*/ 39788 h 654985"/>
                <a:gd name="connsiteX16" fmla="*/ 645020 w 645020"/>
                <a:gd name="connsiteY16" fmla="*/ 529941 h 654985"/>
                <a:gd name="connsiteX17" fmla="*/ 605323 w 645020"/>
                <a:gd name="connsiteY17" fmla="*/ 569637 h 654985"/>
                <a:gd name="connsiteX18" fmla="*/ 604728 w 645020"/>
                <a:gd name="connsiteY18" fmla="*/ 569637 h 654985"/>
                <a:gd name="connsiteX19" fmla="*/ 592273 w 645020"/>
                <a:gd name="connsiteY19" fmla="*/ 569637 h 654985"/>
                <a:gd name="connsiteX20" fmla="*/ 414234 w 645020"/>
                <a:gd name="connsiteY20" fmla="*/ 603131 h 654985"/>
                <a:gd name="connsiteX21" fmla="*/ 357617 w 645020"/>
                <a:gd name="connsiteY21" fmla="*/ 636923 h 654985"/>
                <a:gd name="connsiteX22" fmla="*/ 349777 w 645020"/>
                <a:gd name="connsiteY22" fmla="*/ 644168 h 654985"/>
                <a:gd name="connsiteX23" fmla="*/ 322485 w 645020"/>
                <a:gd name="connsiteY23" fmla="*/ 654985 h 654985"/>
                <a:gd name="connsiteX24" fmla="*/ 79344 w 645020"/>
                <a:gd name="connsiteY24" fmla="*/ 490294 h 654985"/>
                <a:gd name="connsiteX25" fmla="*/ 322485 w 645020"/>
                <a:gd name="connsiteY25" fmla="*/ 563633 h 654985"/>
                <a:gd name="connsiteX26" fmla="*/ 565627 w 645020"/>
                <a:gd name="connsiteY26" fmla="*/ 490294 h 654985"/>
                <a:gd name="connsiteX27" fmla="*/ 565627 w 645020"/>
                <a:gd name="connsiteY27" fmla="*/ 79683 h 654985"/>
                <a:gd name="connsiteX28" fmla="*/ 347296 w 645020"/>
                <a:gd name="connsiteY28" fmla="*/ 148358 h 654985"/>
                <a:gd name="connsiteX29" fmla="*/ 297973 w 645020"/>
                <a:gd name="connsiteY29" fmla="*/ 148358 h 654985"/>
                <a:gd name="connsiteX30" fmla="*/ 79641 w 645020"/>
                <a:gd name="connsiteY30" fmla="*/ 79683 h 654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45020" h="654985">
                  <a:moveTo>
                    <a:pt x="322485" y="654985"/>
                  </a:moveTo>
                  <a:cubicBezTo>
                    <a:pt x="312320" y="655005"/>
                    <a:pt x="302542" y="651090"/>
                    <a:pt x="295194" y="644068"/>
                  </a:cubicBezTo>
                  <a:lnTo>
                    <a:pt x="287403" y="636675"/>
                  </a:lnTo>
                  <a:cubicBezTo>
                    <a:pt x="270180" y="622890"/>
                    <a:pt x="251146" y="611537"/>
                    <a:pt x="230836" y="602933"/>
                  </a:cubicBezTo>
                  <a:cubicBezTo>
                    <a:pt x="195406" y="587153"/>
                    <a:pt x="135266" y="568198"/>
                    <a:pt x="52747" y="569439"/>
                  </a:cubicBezTo>
                  <a:lnTo>
                    <a:pt x="40292" y="569439"/>
                  </a:lnTo>
                  <a:cubicBezTo>
                    <a:pt x="18371" y="569766"/>
                    <a:pt x="333" y="552265"/>
                    <a:pt x="4" y="530343"/>
                  </a:cubicBezTo>
                  <a:cubicBezTo>
                    <a:pt x="1" y="530144"/>
                    <a:pt x="0" y="529941"/>
                    <a:pt x="0" y="529742"/>
                  </a:cubicBezTo>
                  <a:lnTo>
                    <a:pt x="0" y="39937"/>
                  </a:lnTo>
                  <a:cubicBezTo>
                    <a:pt x="-2" y="18243"/>
                    <a:pt x="17410" y="565"/>
                    <a:pt x="39101" y="240"/>
                  </a:cubicBezTo>
                  <a:lnTo>
                    <a:pt x="51159" y="240"/>
                  </a:lnTo>
                  <a:lnTo>
                    <a:pt x="61083" y="240"/>
                  </a:lnTo>
                  <a:cubicBezTo>
                    <a:pt x="191338" y="-8"/>
                    <a:pt x="277330" y="39688"/>
                    <a:pt x="322485" y="68667"/>
                  </a:cubicBezTo>
                  <a:cubicBezTo>
                    <a:pt x="368781" y="38894"/>
                    <a:pt x="457900" y="-2191"/>
                    <a:pt x="593911" y="91"/>
                  </a:cubicBezTo>
                  <a:lnTo>
                    <a:pt x="605919" y="91"/>
                  </a:lnTo>
                  <a:cubicBezTo>
                    <a:pt x="627608" y="417"/>
                    <a:pt x="645020" y="18094"/>
                    <a:pt x="645020" y="39788"/>
                  </a:cubicBezTo>
                  <a:lnTo>
                    <a:pt x="645020" y="529941"/>
                  </a:lnTo>
                  <a:cubicBezTo>
                    <a:pt x="645020" y="551863"/>
                    <a:pt x="627246" y="569637"/>
                    <a:pt x="605323" y="569637"/>
                  </a:cubicBezTo>
                  <a:lnTo>
                    <a:pt x="604728" y="569637"/>
                  </a:lnTo>
                  <a:lnTo>
                    <a:pt x="592273" y="569637"/>
                  </a:lnTo>
                  <a:cubicBezTo>
                    <a:pt x="509804" y="568546"/>
                    <a:pt x="449713" y="587302"/>
                    <a:pt x="414234" y="603131"/>
                  </a:cubicBezTo>
                  <a:cubicBezTo>
                    <a:pt x="393880" y="611706"/>
                    <a:pt x="374824" y="623079"/>
                    <a:pt x="357617" y="636923"/>
                  </a:cubicBezTo>
                  <a:lnTo>
                    <a:pt x="349777" y="644168"/>
                  </a:lnTo>
                  <a:cubicBezTo>
                    <a:pt x="342396" y="651129"/>
                    <a:pt x="332630" y="655000"/>
                    <a:pt x="322485" y="654985"/>
                  </a:cubicBezTo>
                  <a:close/>
                  <a:moveTo>
                    <a:pt x="79344" y="490294"/>
                  </a:moveTo>
                  <a:cubicBezTo>
                    <a:pt x="207514" y="494363"/>
                    <a:pt x="288098" y="539418"/>
                    <a:pt x="322485" y="563633"/>
                  </a:cubicBezTo>
                  <a:cubicBezTo>
                    <a:pt x="356773" y="539369"/>
                    <a:pt x="437258" y="494164"/>
                    <a:pt x="565627" y="490294"/>
                  </a:cubicBezTo>
                  <a:lnTo>
                    <a:pt x="565627" y="79683"/>
                  </a:lnTo>
                  <a:cubicBezTo>
                    <a:pt x="438201" y="83950"/>
                    <a:pt x="366648" y="132876"/>
                    <a:pt x="347296" y="148358"/>
                  </a:cubicBezTo>
                  <a:cubicBezTo>
                    <a:pt x="332849" y="159811"/>
                    <a:pt x="312419" y="159811"/>
                    <a:pt x="297973" y="148358"/>
                  </a:cubicBezTo>
                  <a:cubicBezTo>
                    <a:pt x="278472" y="132926"/>
                    <a:pt x="207018" y="83851"/>
                    <a:pt x="79641" y="796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1210C12-7665-834A-8681-B047A62516CF}"/>
                </a:ext>
              </a:extLst>
            </p:cNvPr>
            <p:cNvSpPr/>
            <p:nvPr/>
          </p:nvSpPr>
          <p:spPr>
            <a:xfrm>
              <a:off x="3205062" y="2684340"/>
              <a:ext cx="79393" cy="585524"/>
            </a:xfrm>
            <a:custGeom>
              <a:avLst/>
              <a:gdLst>
                <a:gd name="connsiteX0" fmla="*/ 39697 w 79393"/>
                <a:gd name="connsiteY0" fmla="*/ 585524 h 585524"/>
                <a:gd name="connsiteX1" fmla="*/ 0 w 79393"/>
                <a:gd name="connsiteY1" fmla="*/ 545828 h 585524"/>
                <a:gd name="connsiteX2" fmla="*/ 0 w 79393"/>
                <a:gd name="connsiteY2" fmla="*/ 39697 h 585524"/>
                <a:gd name="connsiteX3" fmla="*/ 39697 w 79393"/>
                <a:gd name="connsiteY3" fmla="*/ 0 h 585524"/>
                <a:gd name="connsiteX4" fmla="*/ 79393 w 79393"/>
                <a:gd name="connsiteY4" fmla="*/ 39697 h 585524"/>
                <a:gd name="connsiteX5" fmla="*/ 79393 w 79393"/>
                <a:gd name="connsiteY5" fmla="*/ 545828 h 585524"/>
                <a:gd name="connsiteX6" fmla="*/ 39697 w 79393"/>
                <a:gd name="connsiteY6" fmla="*/ 585524 h 585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85524">
                  <a:moveTo>
                    <a:pt x="39697" y="585524"/>
                  </a:moveTo>
                  <a:cubicBezTo>
                    <a:pt x="17773" y="585524"/>
                    <a:pt x="0" y="567750"/>
                    <a:pt x="0" y="54582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45828"/>
                  </a:lnTo>
                  <a:cubicBezTo>
                    <a:pt x="79393" y="567750"/>
                    <a:pt x="61621" y="585524"/>
                    <a:pt x="39697" y="5855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70" name="Picture Placeholder 51">
            <a:extLst>
              <a:ext uri="{FF2B5EF4-FFF2-40B4-BE49-F238E27FC236}">
                <a16:creationId xmlns:a16="http://schemas.microsoft.com/office/drawing/2014/main" id="{9DC3AF3B-B49C-41DE-8D9F-95BFF6EA16C8}"/>
              </a:ext>
            </a:extLst>
          </p:cNvPr>
          <p:cNvGrpSpPr>
            <a:grpSpLocks noChangeAspect="1"/>
          </p:cNvGrpSpPr>
          <p:nvPr/>
        </p:nvGrpSpPr>
        <p:grpSpPr>
          <a:xfrm>
            <a:off x="4139796" y="2562274"/>
            <a:ext cx="839979" cy="786487"/>
            <a:chOff x="4139796" y="2562274"/>
            <a:chExt cx="839979" cy="786487"/>
          </a:xfrm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DD194CB-334D-4443-80FE-936066BEB9E7}"/>
                </a:ext>
              </a:extLst>
            </p:cNvPr>
            <p:cNvSpPr/>
            <p:nvPr/>
          </p:nvSpPr>
          <p:spPr>
            <a:xfrm>
              <a:off x="4706638" y="2831416"/>
              <a:ext cx="273138" cy="250585"/>
            </a:xfrm>
            <a:custGeom>
              <a:avLst/>
              <a:gdLst>
                <a:gd name="connsiteX0" fmla="*/ 233442 w 273138"/>
                <a:gd name="connsiteY0" fmla="*/ 249145 h 250585"/>
                <a:gd name="connsiteX1" fmla="*/ 193745 w 273138"/>
                <a:gd name="connsiteY1" fmla="*/ 212228 h 250585"/>
                <a:gd name="connsiteX2" fmla="*/ 136681 w 273138"/>
                <a:gd name="connsiteY2" fmla="*/ 116906 h 250585"/>
                <a:gd name="connsiteX3" fmla="*/ 79419 w 273138"/>
                <a:gd name="connsiteY3" fmla="*/ 212277 h 250585"/>
                <a:gd name="connsiteX4" fmla="*/ 38308 w 273138"/>
                <a:gd name="connsiteY4" fmla="*/ 250560 h 250585"/>
                <a:gd name="connsiteX5" fmla="*/ 26 w 273138"/>
                <a:gd name="connsiteY5" fmla="*/ 209449 h 250585"/>
                <a:gd name="connsiteX6" fmla="*/ 26 w 273138"/>
                <a:gd name="connsiteY6" fmla="*/ 201013 h 250585"/>
                <a:gd name="connsiteX7" fmla="*/ 5682 w 273138"/>
                <a:gd name="connsiteY7" fmla="*/ 180570 h 250585"/>
                <a:gd name="connsiteX8" fmla="*/ 102641 w 273138"/>
                <a:gd name="connsiteY8" fmla="*/ 19253 h 250585"/>
                <a:gd name="connsiteX9" fmla="*/ 136681 w 273138"/>
                <a:gd name="connsiteY9" fmla="*/ 0 h 250585"/>
                <a:gd name="connsiteX10" fmla="*/ 136681 w 273138"/>
                <a:gd name="connsiteY10" fmla="*/ 0 h 250585"/>
                <a:gd name="connsiteX11" fmla="*/ 170671 w 273138"/>
                <a:gd name="connsiteY11" fmla="*/ 19302 h 250585"/>
                <a:gd name="connsiteX12" fmla="*/ 267481 w 273138"/>
                <a:gd name="connsiteY12" fmla="*/ 180719 h 250585"/>
                <a:gd name="connsiteX13" fmla="*/ 273138 w 273138"/>
                <a:gd name="connsiteY13" fmla="*/ 201063 h 250585"/>
                <a:gd name="connsiteX14" fmla="*/ 273138 w 273138"/>
                <a:gd name="connsiteY14" fmla="*/ 209449 h 250585"/>
                <a:gd name="connsiteX15" fmla="*/ 233442 w 273138"/>
                <a:gd name="connsiteY15" fmla="*/ 249145 h 25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138" h="250585">
                  <a:moveTo>
                    <a:pt x="233442" y="249145"/>
                  </a:moveTo>
                  <a:cubicBezTo>
                    <a:pt x="212556" y="249195"/>
                    <a:pt x="195209" y="233058"/>
                    <a:pt x="193745" y="212228"/>
                  </a:cubicBezTo>
                  <a:lnTo>
                    <a:pt x="136681" y="116906"/>
                  </a:lnTo>
                  <a:lnTo>
                    <a:pt x="79419" y="212277"/>
                  </a:lnTo>
                  <a:cubicBezTo>
                    <a:pt x="78640" y="234200"/>
                    <a:pt x="60230" y="251339"/>
                    <a:pt x="38308" y="250560"/>
                  </a:cubicBezTo>
                  <a:cubicBezTo>
                    <a:pt x="16386" y="249781"/>
                    <a:pt x="-753" y="231371"/>
                    <a:pt x="26" y="209449"/>
                  </a:cubicBezTo>
                  <a:lnTo>
                    <a:pt x="26" y="201013"/>
                  </a:lnTo>
                  <a:cubicBezTo>
                    <a:pt x="21" y="193813"/>
                    <a:pt x="1976" y="186747"/>
                    <a:pt x="5682" y="180570"/>
                  </a:cubicBezTo>
                  <a:lnTo>
                    <a:pt x="102641" y="19253"/>
                  </a:lnTo>
                  <a:cubicBezTo>
                    <a:pt x="109821" y="7304"/>
                    <a:pt x="122743" y="-4"/>
                    <a:pt x="136681" y="0"/>
                  </a:cubicBezTo>
                  <a:lnTo>
                    <a:pt x="136681" y="0"/>
                  </a:lnTo>
                  <a:cubicBezTo>
                    <a:pt x="150615" y="23"/>
                    <a:pt x="163516" y="7349"/>
                    <a:pt x="170671" y="19302"/>
                  </a:cubicBezTo>
                  <a:lnTo>
                    <a:pt x="267481" y="180719"/>
                  </a:lnTo>
                  <a:cubicBezTo>
                    <a:pt x="271188" y="186857"/>
                    <a:pt x="273143" y="193893"/>
                    <a:pt x="273138" y="201063"/>
                  </a:cubicBezTo>
                  <a:lnTo>
                    <a:pt x="273138" y="209449"/>
                  </a:lnTo>
                  <a:cubicBezTo>
                    <a:pt x="273138" y="231371"/>
                    <a:pt x="255364" y="249145"/>
                    <a:pt x="233442" y="2491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A39D0916-F62E-D34C-A1DC-AF114C69DCDF}"/>
                </a:ext>
              </a:extLst>
            </p:cNvPr>
            <p:cNvSpPr/>
            <p:nvPr/>
          </p:nvSpPr>
          <p:spPr>
            <a:xfrm>
              <a:off x="4141061" y="2698185"/>
              <a:ext cx="273038" cy="250510"/>
            </a:xfrm>
            <a:custGeom>
              <a:avLst/>
              <a:gdLst>
                <a:gd name="connsiteX0" fmla="*/ 233342 w 273038"/>
                <a:gd name="connsiteY0" fmla="*/ 249096 h 250510"/>
                <a:gd name="connsiteX1" fmla="*/ 193645 w 273038"/>
                <a:gd name="connsiteY1" fmla="*/ 212128 h 250510"/>
                <a:gd name="connsiteX2" fmla="*/ 136581 w 273038"/>
                <a:gd name="connsiteY2" fmla="*/ 116857 h 250510"/>
                <a:gd name="connsiteX3" fmla="*/ 79418 w 273038"/>
                <a:gd name="connsiteY3" fmla="*/ 212178 h 250510"/>
                <a:gd name="connsiteX4" fmla="*/ 38332 w 273038"/>
                <a:gd name="connsiteY4" fmla="*/ 250485 h 250510"/>
                <a:gd name="connsiteX5" fmla="*/ 25 w 273038"/>
                <a:gd name="connsiteY5" fmla="*/ 209399 h 250510"/>
                <a:gd name="connsiteX6" fmla="*/ 25 w 273038"/>
                <a:gd name="connsiteY6" fmla="*/ 201013 h 250510"/>
                <a:gd name="connsiteX7" fmla="*/ 5781 w 273038"/>
                <a:gd name="connsiteY7" fmla="*/ 180421 h 250510"/>
                <a:gd name="connsiteX8" fmla="*/ 102740 w 273038"/>
                <a:gd name="connsiteY8" fmla="*/ 19253 h 250510"/>
                <a:gd name="connsiteX9" fmla="*/ 136780 w 273038"/>
                <a:gd name="connsiteY9" fmla="*/ 0 h 250510"/>
                <a:gd name="connsiteX10" fmla="*/ 136780 w 273038"/>
                <a:gd name="connsiteY10" fmla="*/ 0 h 250510"/>
                <a:gd name="connsiteX11" fmla="*/ 170770 w 273038"/>
                <a:gd name="connsiteY11" fmla="*/ 19302 h 250510"/>
                <a:gd name="connsiteX12" fmla="*/ 267381 w 273038"/>
                <a:gd name="connsiteY12" fmla="*/ 180421 h 250510"/>
                <a:gd name="connsiteX13" fmla="*/ 273038 w 273038"/>
                <a:gd name="connsiteY13" fmla="*/ 200815 h 250510"/>
                <a:gd name="connsiteX14" fmla="*/ 273038 w 273038"/>
                <a:gd name="connsiteY14" fmla="*/ 209201 h 250510"/>
                <a:gd name="connsiteX15" fmla="*/ 233540 w 273038"/>
                <a:gd name="connsiteY15" fmla="*/ 249095 h 250510"/>
                <a:gd name="connsiteX16" fmla="*/ 233342 w 273038"/>
                <a:gd name="connsiteY16" fmla="*/ 249096 h 25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3038" h="250510">
                  <a:moveTo>
                    <a:pt x="233342" y="249096"/>
                  </a:moveTo>
                  <a:cubicBezTo>
                    <a:pt x="212441" y="249145"/>
                    <a:pt x="195082" y="232980"/>
                    <a:pt x="193645" y="212128"/>
                  </a:cubicBezTo>
                  <a:lnTo>
                    <a:pt x="136581" y="116857"/>
                  </a:lnTo>
                  <a:lnTo>
                    <a:pt x="79418" y="212178"/>
                  </a:lnTo>
                  <a:cubicBezTo>
                    <a:pt x="78651" y="234102"/>
                    <a:pt x="60256" y="251252"/>
                    <a:pt x="38332" y="250485"/>
                  </a:cubicBezTo>
                  <a:cubicBezTo>
                    <a:pt x="16408" y="249718"/>
                    <a:pt x="-743" y="231323"/>
                    <a:pt x="25" y="209399"/>
                  </a:cubicBezTo>
                  <a:lnTo>
                    <a:pt x="25" y="201013"/>
                  </a:lnTo>
                  <a:cubicBezTo>
                    <a:pt x="24" y="193752"/>
                    <a:pt x="2015" y="186629"/>
                    <a:pt x="5781" y="180421"/>
                  </a:cubicBezTo>
                  <a:lnTo>
                    <a:pt x="102740" y="19253"/>
                  </a:lnTo>
                  <a:cubicBezTo>
                    <a:pt x="109919" y="7304"/>
                    <a:pt x="122840" y="-4"/>
                    <a:pt x="136780" y="0"/>
                  </a:cubicBezTo>
                  <a:lnTo>
                    <a:pt x="136780" y="0"/>
                  </a:lnTo>
                  <a:cubicBezTo>
                    <a:pt x="150712" y="23"/>
                    <a:pt x="163612" y="7349"/>
                    <a:pt x="170770" y="19302"/>
                  </a:cubicBezTo>
                  <a:lnTo>
                    <a:pt x="267381" y="180421"/>
                  </a:lnTo>
                  <a:cubicBezTo>
                    <a:pt x="271094" y="186575"/>
                    <a:pt x="273051" y="193628"/>
                    <a:pt x="273038" y="200815"/>
                  </a:cubicBezTo>
                  <a:lnTo>
                    <a:pt x="273038" y="209201"/>
                  </a:lnTo>
                  <a:cubicBezTo>
                    <a:pt x="273148" y="231124"/>
                    <a:pt x="255464" y="248986"/>
                    <a:pt x="233540" y="249095"/>
                  </a:cubicBezTo>
                  <a:cubicBezTo>
                    <a:pt x="233474" y="249096"/>
                    <a:pt x="233408" y="249096"/>
                    <a:pt x="233342" y="2490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274A7517-15A2-9246-9ECF-722BAE0418A1}"/>
                </a:ext>
              </a:extLst>
            </p:cNvPr>
            <p:cNvSpPr/>
            <p:nvPr/>
          </p:nvSpPr>
          <p:spPr>
            <a:xfrm>
              <a:off x="4233772" y="2654420"/>
              <a:ext cx="651513" cy="218727"/>
            </a:xfrm>
            <a:custGeom>
              <a:avLst/>
              <a:gdLst>
                <a:gd name="connsiteX0" fmla="*/ 612028 w 651513"/>
                <a:gd name="connsiteY0" fmla="*/ 218727 h 218727"/>
                <a:gd name="connsiteX1" fmla="*/ 602649 w 651513"/>
                <a:gd name="connsiteY1" fmla="*/ 217586 h 218727"/>
                <a:gd name="connsiteX2" fmla="*/ 32011 w 651513"/>
                <a:gd name="connsiteY2" fmla="*/ 78648 h 218727"/>
                <a:gd name="connsiteX3" fmla="*/ 760 w 651513"/>
                <a:gd name="connsiteY3" fmla="*/ 32010 h 218727"/>
                <a:gd name="connsiteX4" fmla="*/ 47398 w 651513"/>
                <a:gd name="connsiteY4" fmla="*/ 760 h 218727"/>
                <a:gd name="connsiteX5" fmla="*/ 50619 w 651513"/>
                <a:gd name="connsiteY5" fmla="*/ 1537 h 218727"/>
                <a:gd name="connsiteX6" fmla="*/ 621257 w 651513"/>
                <a:gd name="connsiteY6" fmla="*/ 140475 h 218727"/>
                <a:gd name="connsiteX7" fmla="*/ 650365 w 651513"/>
                <a:gd name="connsiteY7" fmla="*/ 188481 h 218727"/>
                <a:gd name="connsiteX8" fmla="*/ 611879 w 651513"/>
                <a:gd name="connsiteY8" fmla="*/ 218727 h 21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1513" h="218727">
                  <a:moveTo>
                    <a:pt x="612028" y="218727"/>
                  </a:moveTo>
                  <a:cubicBezTo>
                    <a:pt x="608867" y="218736"/>
                    <a:pt x="605716" y="218353"/>
                    <a:pt x="602649" y="217586"/>
                  </a:cubicBezTo>
                  <a:lnTo>
                    <a:pt x="32011" y="78648"/>
                  </a:lnTo>
                  <a:cubicBezTo>
                    <a:pt x="10503" y="74399"/>
                    <a:pt x="-3489" y="53518"/>
                    <a:pt x="760" y="32010"/>
                  </a:cubicBezTo>
                  <a:cubicBezTo>
                    <a:pt x="5009" y="10502"/>
                    <a:pt x="25890" y="-3489"/>
                    <a:pt x="47398" y="760"/>
                  </a:cubicBezTo>
                  <a:cubicBezTo>
                    <a:pt x="48481" y="974"/>
                    <a:pt x="49556" y="1234"/>
                    <a:pt x="50619" y="1537"/>
                  </a:cubicBezTo>
                  <a:lnTo>
                    <a:pt x="621257" y="140475"/>
                  </a:lnTo>
                  <a:cubicBezTo>
                    <a:pt x="642549" y="145694"/>
                    <a:pt x="655580" y="167187"/>
                    <a:pt x="650365" y="188481"/>
                  </a:cubicBezTo>
                  <a:cubicBezTo>
                    <a:pt x="646018" y="206213"/>
                    <a:pt x="630134" y="218694"/>
                    <a:pt x="611879" y="21872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6CB494ED-316B-204E-8132-4A710D6A2B60}"/>
                </a:ext>
              </a:extLst>
            </p:cNvPr>
            <p:cNvSpPr/>
            <p:nvPr/>
          </p:nvSpPr>
          <p:spPr>
            <a:xfrm>
              <a:off x="4706862" y="3007669"/>
              <a:ext cx="269837" cy="79889"/>
            </a:xfrm>
            <a:custGeom>
              <a:avLst/>
              <a:gdLst>
                <a:gd name="connsiteX0" fmla="*/ 230141 w 269837"/>
                <a:gd name="connsiteY0" fmla="*/ 79889 h 79889"/>
                <a:gd name="connsiteX1" fmla="*/ 230141 w 269837"/>
                <a:gd name="connsiteY1" fmla="*/ 79889 h 79889"/>
                <a:gd name="connsiteX2" fmla="*/ 39697 w 269837"/>
                <a:gd name="connsiteY2" fmla="*/ 79393 h 79889"/>
                <a:gd name="connsiteX3" fmla="*/ 0 w 269837"/>
                <a:gd name="connsiteY3" fmla="*/ 39697 h 79889"/>
                <a:gd name="connsiteX4" fmla="*/ 39697 w 269837"/>
                <a:gd name="connsiteY4" fmla="*/ 0 h 79889"/>
                <a:gd name="connsiteX5" fmla="*/ 39697 w 269837"/>
                <a:gd name="connsiteY5" fmla="*/ 0 h 79889"/>
                <a:gd name="connsiteX6" fmla="*/ 230141 w 269837"/>
                <a:gd name="connsiteY6" fmla="*/ 496 h 79889"/>
                <a:gd name="connsiteX7" fmla="*/ 269838 w 269837"/>
                <a:gd name="connsiteY7" fmla="*/ 40193 h 79889"/>
                <a:gd name="connsiteX8" fmla="*/ 230141 w 269837"/>
                <a:gd name="connsiteY8" fmla="*/ 79889 h 7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837" h="79889">
                  <a:moveTo>
                    <a:pt x="230141" y="79889"/>
                  </a:moveTo>
                  <a:lnTo>
                    <a:pt x="230141" y="79889"/>
                  </a:ln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39697" y="0"/>
                  </a:lnTo>
                  <a:lnTo>
                    <a:pt x="230141" y="496"/>
                  </a:lnTo>
                  <a:cubicBezTo>
                    <a:pt x="252063" y="496"/>
                    <a:pt x="269838" y="18270"/>
                    <a:pt x="269838" y="40193"/>
                  </a:cubicBezTo>
                  <a:cubicBezTo>
                    <a:pt x="269838" y="62115"/>
                    <a:pt x="252063" y="79889"/>
                    <a:pt x="230141" y="798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54D4122-3271-DB4D-AE97-623744ED4253}"/>
                </a:ext>
              </a:extLst>
            </p:cNvPr>
            <p:cNvSpPr/>
            <p:nvPr/>
          </p:nvSpPr>
          <p:spPr>
            <a:xfrm>
              <a:off x="4143915" y="2871609"/>
              <a:ext cx="269837" cy="79839"/>
            </a:xfrm>
            <a:custGeom>
              <a:avLst/>
              <a:gdLst>
                <a:gd name="connsiteX0" fmla="*/ 230141 w 269837"/>
                <a:gd name="connsiteY0" fmla="*/ 79840 h 79839"/>
                <a:gd name="connsiteX1" fmla="*/ 230141 w 269837"/>
                <a:gd name="connsiteY1" fmla="*/ 79840 h 79839"/>
                <a:gd name="connsiteX2" fmla="*/ 39697 w 269837"/>
                <a:gd name="connsiteY2" fmla="*/ 79393 h 79839"/>
                <a:gd name="connsiteX3" fmla="*/ 0 w 269837"/>
                <a:gd name="connsiteY3" fmla="*/ 39697 h 79839"/>
                <a:gd name="connsiteX4" fmla="*/ 39697 w 269837"/>
                <a:gd name="connsiteY4" fmla="*/ 0 h 79839"/>
                <a:gd name="connsiteX5" fmla="*/ 39697 w 269837"/>
                <a:gd name="connsiteY5" fmla="*/ 0 h 79839"/>
                <a:gd name="connsiteX6" fmla="*/ 230141 w 269837"/>
                <a:gd name="connsiteY6" fmla="*/ 447 h 79839"/>
                <a:gd name="connsiteX7" fmla="*/ 269838 w 269837"/>
                <a:gd name="connsiteY7" fmla="*/ 40143 h 79839"/>
                <a:gd name="connsiteX8" fmla="*/ 230141 w 269837"/>
                <a:gd name="connsiteY8" fmla="*/ 79840 h 7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837" h="79839">
                  <a:moveTo>
                    <a:pt x="230141" y="79840"/>
                  </a:moveTo>
                  <a:lnTo>
                    <a:pt x="230141" y="79840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230141" y="447"/>
                  </a:lnTo>
                  <a:cubicBezTo>
                    <a:pt x="252065" y="447"/>
                    <a:pt x="269838" y="18219"/>
                    <a:pt x="269838" y="40143"/>
                  </a:cubicBezTo>
                  <a:cubicBezTo>
                    <a:pt x="269838" y="62067"/>
                    <a:pt x="252065" y="79840"/>
                    <a:pt x="230141" y="798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8323852-C2C2-8246-B326-0243489E2239}"/>
                </a:ext>
              </a:extLst>
            </p:cNvPr>
            <p:cNvSpPr/>
            <p:nvPr/>
          </p:nvSpPr>
          <p:spPr>
            <a:xfrm>
              <a:off x="4321954" y="3269368"/>
              <a:ext cx="464301" cy="79393"/>
            </a:xfrm>
            <a:custGeom>
              <a:avLst/>
              <a:gdLst>
                <a:gd name="connsiteX0" fmla="*/ 424605 w 464301"/>
                <a:gd name="connsiteY0" fmla="*/ 79393 h 79393"/>
                <a:gd name="connsiteX1" fmla="*/ 39697 w 464301"/>
                <a:gd name="connsiteY1" fmla="*/ 79393 h 79393"/>
                <a:gd name="connsiteX2" fmla="*/ 0 w 464301"/>
                <a:gd name="connsiteY2" fmla="*/ 39697 h 79393"/>
                <a:gd name="connsiteX3" fmla="*/ 39697 w 464301"/>
                <a:gd name="connsiteY3" fmla="*/ 0 h 79393"/>
                <a:gd name="connsiteX4" fmla="*/ 424605 w 464301"/>
                <a:gd name="connsiteY4" fmla="*/ 0 h 79393"/>
                <a:gd name="connsiteX5" fmla="*/ 464301 w 464301"/>
                <a:gd name="connsiteY5" fmla="*/ 39697 h 79393"/>
                <a:gd name="connsiteX6" fmla="*/ 424605 w 46430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301" h="79393">
                  <a:moveTo>
                    <a:pt x="42460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24605" y="0"/>
                  </a:lnTo>
                  <a:cubicBezTo>
                    <a:pt x="446527" y="0"/>
                    <a:pt x="464301" y="17774"/>
                    <a:pt x="464301" y="39697"/>
                  </a:cubicBezTo>
                  <a:cubicBezTo>
                    <a:pt x="464301" y="61619"/>
                    <a:pt x="446527" y="79393"/>
                    <a:pt x="42460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56B4CE5-B673-EF43-951A-21166086E23D}"/>
                </a:ext>
              </a:extLst>
            </p:cNvPr>
            <p:cNvSpPr/>
            <p:nvPr/>
          </p:nvSpPr>
          <p:spPr>
            <a:xfrm>
              <a:off x="4705224" y="3020967"/>
              <a:ext cx="272914" cy="176103"/>
            </a:xfrm>
            <a:custGeom>
              <a:avLst/>
              <a:gdLst>
                <a:gd name="connsiteX0" fmla="*/ 136656 w 272914"/>
                <a:gd name="connsiteY0" fmla="*/ 176104 h 176103"/>
                <a:gd name="connsiteX1" fmla="*/ 0 w 272914"/>
                <a:gd name="connsiteY1" fmla="*/ 39697 h 176103"/>
                <a:gd name="connsiteX2" fmla="*/ 39697 w 272914"/>
                <a:gd name="connsiteY2" fmla="*/ 0 h 176103"/>
                <a:gd name="connsiteX3" fmla="*/ 79393 w 272914"/>
                <a:gd name="connsiteY3" fmla="*/ 39697 h 176103"/>
                <a:gd name="connsiteX4" fmla="*/ 136457 w 272914"/>
                <a:gd name="connsiteY4" fmla="*/ 96760 h 176103"/>
                <a:gd name="connsiteX5" fmla="*/ 193521 w 272914"/>
                <a:gd name="connsiteY5" fmla="*/ 39697 h 176103"/>
                <a:gd name="connsiteX6" fmla="*/ 233217 w 272914"/>
                <a:gd name="connsiteY6" fmla="*/ 0 h 176103"/>
                <a:gd name="connsiteX7" fmla="*/ 272914 w 272914"/>
                <a:gd name="connsiteY7" fmla="*/ 39697 h 176103"/>
                <a:gd name="connsiteX8" fmla="*/ 136656 w 272914"/>
                <a:gd name="connsiteY8" fmla="*/ 176104 h 17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14" h="176103">
                  <a:moveTo>
                    <a:pt x="136656" y="176104"/>
                  </a:moveTo>
                  <a:cubicBezTo>
                    <a:pt x="61282" y="176104"/>
                    <a:pt x="139" y="115070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cubicBezTo>
                    <a:pt x="61619" y="0"/>
                    <a:pt x="79393" y="17774"/>
                    <a:pt x="79393" y="39697"/>
                  </a:cubicBezTo>
                  <a:cubicBezTo>
                    <a:pt x="79393" y="71211"/>
                    <a:pt x="104943" y="96760"/>
                    <a:pt x="136457" y="96760"/>
                  </a:cubicBezTo>
                  <a:cubicBezTo>
                    <a:pt x="167971" y="96760"/>
                    <a:pt x="193521" y="71211"/>
                    <a:pt x="193521" y="39697"/>
                  </a:cubicBezTo>
                  <a:cubicBezTo>
                    <a:pt x="193521" y="17774"/>
                    <a:pt x="211295" y="0"/>
                    <a:pt x="233217" y="0"/>
                  </a:cubicBezTo>
                  <a:cubicBezTo>
                    <a:pt x="255140" y="0"/>
                    <a:pt x="272914" y="17774"/>
                    <a:pt x="272914" y="39697"/>
                  </a:cubicBezTo>
                  <a:cubicBezTo>
                    <a:pt x="272860" y="114951"/>
                    <a:pt x="211910" y="175965"/>
                    <a:pt x="136656" y="1761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D4E79E52-33BA-EB4F-B92B-00918854E38D}"/>
                </a:ext>
              </a:extLst>
            </p:cNvPr>
            <p:cNvSpPr/>
            <p:nvPr/>
          </p:nvSpPr>
          <p:spPr>
            <a:xfrm>
              <a:off x="4139796" y="2889621"/>
              <a:ext cx="272914" cy="176103"/>
            </a:xfrm>
            <a:custGeom>
              <a:avLst/>
              <a:gdLst>
                <a:gd name="connsiteX0" fmla="*/ 136656 w 272914"/>
                <a:gd name="connsiteY0" fmla="*/ 176104 h 176103"/>
                <a:gd name="connsiteX1" fmla="*/ 0 w 272914"/>
                <a:gd name="connsiteY1" fmla="*/ 39697 h 176103"/>
                <a:gd name="connsiteX2" fmla="*/ 39697 w 272914"/>
                <a:gd name="connsiteY2" fmla="*/ 0 h 176103"/>
                <a:gd name="connsiteX3" fmla="*/ 79393 w 272914"/>
                <a:gd name="connsiteY3" fmla="*/ 39697 h 176103"/>
                <a:gd name="connsiteX4" fmla="*/ 136457 w 272914"/>
                <a:gd name="connsiteY4" fmla="*/ 96760 h 176103"/>
                <a:gd name="connsiteX5" fmla="*/ 193521 w 272914"/>
                <a:gd name="connsiteY5" fmla="*/ 39697 h 176103"/>
                <a:gd name="connsiteX6" fmla="*/ 233218 w 272914"/>
                <a:gd name="connsiteY6" fmla="*/ 0 h 176103"/>
                <a:gd name="connsiteX7" fmla="*/ 272914 w 272914"/>
                <a:gd name="connsiteY7" fmla="*/ 39697 h 176103"/>
                <a:gd name="connsiteX8" fmla="*/ 136656 w 272914"/>
                <a:gd name="connsiteY8" fmla="*/ 176104 h 17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14" h="176103">
                  <a:moveTo>
                    <a:pt x="136656" y="176104"/>
                  </a:moveTo>
                  <a:cubicBezTo>
                    <a:pt x="61291" y="176079"/>
                    <a:pt x="164" y="115061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cubicBezTo>
                    <a:pt x="79393" y="71212"/>
                    <a:pt x="104941" y="96760"/>
                    <a:pt x="136457" y="96760"/>
                  </a:cubicBezTo>
                  <a:cubicBezTo>
                    <a:pt x="167973" y="96760"/>
                    <a:pt x="193521" y="71212"/>
                    <a:pt x="193521" y="39697"/>
                  </a:cubicBezTo>
                  <a:cubicBezTo>
                    <a:pt x="193521" y="17773"/>
                    <a:pt x="211294" y="0"/>
                    <a:pt x="233218" y="0"/>
                  </a:cubicBezTo>
                  <a:cubicBezTo>
                    <a:pt x="255141" y="0"/>
                    <a:pt x="272914" y="17773"/>
                    <a:pt x="272914" y="39697"/>
                  </a:cubicBezTo>
                  <a:cubicBezTo>
                    <a:pt x="272860" y="114951"/>
                    <a:pt x="211910" y="175965"/>
                    <a:pt x="136656" y="1761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08AF40E2-3675-D94F-93F7-F4315C54C7EE}"/>
                </a:ext>
              </a:extLst>
            </p:cNvPr>
            <p:cNvSpPr/>
            <p:nvPr/>
          </p:nvSpPr>
          <p:spPr>
            <a:xfrm>
              <a:off x="4518005" y="2562274"/>
              <a:ext cx="79393" cy="739348"/>
            </a:xfrm>
            <a:custGeom>
              <a:avLst/>
              <a:gdLst>
                <a:gd name="connsiteX0" fmla="*/ 39697 w 79393"/>
                <a:gd name="connsiteY0" fmla="*/ 739348 h 739348"/>
                <a:gd name="connsiteX1" fmla="*/ 0 w 79393"/>
                <a:gd name="connsiteY1" fmla="*/ 699652 h 739348"/>
                <a:gd name="connsiteX2" fmla="*/ 0 w 79393"/>
                <a:gd name="connsiteY2" fmla="*/ 39697 h 739348"/>
                <a:gd name="connsiteX3" fmla="*/ 39697 w 79393"/>
                <a:gd name="connsiteY3" fmla="*/ 0 h 739348"/>
                <a:gd name="connsiteX4" fmla="*/ 79393 w 79393"/>
                <a:gd name="connsiteY4" fmla="*/ 39697 h 739348"/>
                <a:gd name="connsiteX5" fmla="*/ 79393 w 79393"/>
                <a:gd name="connsiteY5" fmla="*/ 699652 h 739348"/>
                <a:gd name="connsiteX6" fmla="*/ 39697 w 79393"/>
                <a:gd name="connsiteY6" fmla="*/ 739348 h 73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739348">
                  <a:moveTo>
                    <a:pt x="39697" y="739348"/>
                  </a:moveTo>
                  <a:cubicBezTo>
                    <a:pt x="17773" y="739348"/>
                    <a:pt x="0" y="721574"/>
                    <a:pt x="0" y="69965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699652"/>
                  </a:lnTo>
                  <a:cubicBezTo>
                    <a:pt x="79393" y="721574"/>
                    <a:pt x="61621" y="739348"/>
                    <a:pt x="39697" y="7393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7" name="Picture Placeholder 53">
            <a:extLst>
              <a:ext uri="{FF2B5EF4-FFF2-40B4-BE49-F238E27FC236}">
                <a16:creationId xmlns:a16="http://schemas.microsoft.com/office/drawing/2014/main" id="{4FC3D079-CC75-46DA-A747-EE7228036179}"/>
              </a:ext>
            </a:extLst>
          </p:cNvPr>
          <p:cNvGrpSpPr>
            <a:grpSpLocks noChangeAspect="1"/>
          </p:cNvGrpSpPr>
          <p:nvPr/>
        </p:nvGrpSpPr>
        <p:grpSpPr>
          <a:xfrm>
            <a:off x="5471565" y="2551109"/>
            <a:ext cx="811511" cy="808552"/>
            <a:chOff x="5471565" y="2551109"/>
            <a:chExt cx="811511" cy="80855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2941C18-2E45-2340-8913-D74E51B33838}"/>
                </a:ext>
              </a:extLst>
            </p:cNvPr>
            <p:cNvSpPr/>
            <p:nvPr/>
          </p:nvSpPr>
          <p:spPr>
            <a:xfrm>
              <a:off x="5620160" y="2812660"/>
              <a:ext cx="193257" cy="301941"/>
            </a:xfrm>
            <a:custGeom>
              <a:avLst/>
              <a:gdLst>
                <a:gd name="connsiteX0" fmla="*/ 153625 w 193257"/>
                <a:gd name="connsiteY0" fmla="*/ 301942 h 301941"/>
                <a:gd name="connsiteX1" fmla="*/ 118246 w 193257"/>
                <a:gd name="connsiteY1" fmla="*/ 280307 h 301941"/>
                <a:gd name="connsiteX2" fmla="*/ 4366 w 193257"/>
                <a:gd name="connsiteY2" fmla="*/ 57808 h 301941"/>
                <a:gd name="connsiteX3" fmla="*/ 21634 w 193257"/>
                <a:gd name="connsiteY3" fmla="*/ 4366 h 301941"/>
                <a:gd name="connsiteX4" fmla="*/ 75076 w 193257"/>
                <a:gd name="connsiteY4" fmla="*/ 21634 h 301941"/>
                <a:gd name="connsiteX5" fmla="*/ 188906 w 193257"/>
                <a:gd name="connsiteY5" fmla="*/ 244183 h 301941"/>
                <a:gd name="connsiteX6" fmla="*/ 171638 w 193257"/>
                <a:gd name="connsiteY6" fmla="*/ 297575 h 301941"/>
                <a:gd name="connsiteX7" fmla="*/ 153625 w 193257"/>
                <a:gd name="connsiteY7" fmla="*/ 301942 h 30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257" h="301941">
                  <a:moveTo>
                    <a:pt x="153625" y="301942"/>
                  </a:moveTo>
                  <a:cubicBezTo>
                    <a:pt x="138704" y="301951"/>
                    <a:pt x="125035" y="293595"/>
                    <a:pt x="118246" y="280307"/>
                  </a:cubicBezTo>
                  <a:lnTo>
                    <a:pt x="4366" y="57808"/>
                  </a:lnTo>
                  <a:cubicBezTo>
                    <a:pt x="-5623" y="38282"/>
                    <a:pt x="2109" y="14355"/>
                    <a:pt x="21634" y="4366"/>
                  </a:cubicBezTo>
                  <a:cubicBezTo>
                    <a:pt x="41160" y="-5623"/>
                    <a:pt x="65087" y="2109"/>
                    <a:pt x="75076" y="21634"/>
                  </a:cubicBezTo>
                  <a:lnTo>
                    <a:pt x="188906" y="244183"/>
                  </a:lnTo>
                  <a:cubicBezTo>
                    <a:pt x="198871" y="263694"/>
                    <a:pt x="191142" y="287591"/>
                    <a:pt x="171638" y="297575"/>
                  </a:cubicBezTo>
                  <a:cubicBezTo>
                    <a:pt x="166069" y="300448"/>
                    <a:pt x="159892" y="301946"/>
                    <a:pt x="153625" y="30194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D972FC20-A9EE-4645-BB3B-9D0BB2E27196}"/>
                </a:ext>
              </a:extLst>
            </p:cNvPr>
            <p:cNvSpPr/>
            <p:nvPr/>
          </p:nvSpPr>
          <p:spPr>
            <a:xfrm>
              <a:off x="5952799" y="2692510"/>
              <a:ext cx="190513" cy="234724"/>
            </a:xfrm>
            <a:custGeom>
              <a:avLst/>
              <a:gdLst>
                <a:gd name="connsiteX0" fmla="*/ 114493 w 190513"/>
                <a:gd name="connsiteY0" fmla="*/ 234724 h 234724"/>
                <a:gd name="connsiteX1" fmla="*/ 74578 w 190513"/>
                <a:gd name="connsiteY1" fmla="*/ 195247 h 234724"/>
                <a:gd name="connsiteX2" fmla="*/ 89682 w 190513"/>
                <a:gd name="connsiteY2" fmla="*/ 163866 h 234724"/>
                <a:gd name="connsiteX3" fmla="*/ 105412 w 190513"/>
                <a:gd name="connsiteY3" fmla="*/ 103527 h 234724"/>
                <a:gd name="connsiteX4" fmla="*/ 50333 w 190513"/>
                <a:gd name="connsiteY4" fmla="*/ 82636 h 234724"/>
                <a:gd name="connsiteX5" fmla="*/ 1457 w 190513"/>
                <a:gd name="connsiteY5" fmla="*/ 55020 h 234724"/>
                <a:gd name="connsiteX6" fmla="*/ 25523 w 190513"/>
                <a:gd name="connsiteY6" fmla="*/ 7312 h 234724"/>
                <a:gd name="connsiteX7" fmla="*/ 175824 w 190513"/>
                <a:gd name="connsiteY7" fmla="*/ 66510 h 234724"/>
                <a:gd name="connsiteX8" fmla="*/ 139055 w 190513"/>
                <a:gd name="connsiteY8" fmla="*/ 226189 h 234724"/>
                <a:gd name="connsiteX9" fmla="*/ 114493 w 190513"/>
                <a:gd name="connsiteY9" fmla="*/ 234724 h 23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13" h="234724">
                  <a:moveTo>
                    <a:pt x="114493" y="234724"/>
                  </a:moveTo>
                  <a:cubicBezTo>
                    <a:pt x="92570" y="234845"/>
                    <a:pt x="74697" y="217171"/>
                    <a:pt x="74578" y="195247"/>
                  </a:cubicBezTo>
                  <a:cubicBezTo>
                    <a:pt x="74508" y="183019"/>
                    <a:pt x="80081" y="171441"/>
                    <a:pt x="89682" y="163866"/>
                  </a:cubicBezTo>
                  <a:cubicBezTo>
                    <a:pt x="110374" y="147540"/>
                    <a:pt x="116428" y="124417"/>
                    <a:pt x="105412" y="103527"/>
                  </a:cubicBezTo>
                  <a:cubicBezTo>
                    <a:pt x="94396" y="82636"/>
                    <a:pt x="74498" y="74648"/>
                    <a:pt x="50333" y="82636"/>
                  </a:cubicBezTo>
                  <a:cubicBezTo>
                    <a:pt x="29209" y="88507"/>
                    <a:pt x="7327" y="76143"/>
                    <a:pt x="1457" y="55020"/>
                  </a:cubicBezTo>
                  <a:cubicBezTo>
                    <a:pt x="-4026" y="35290"/>
                    <a:pt x="6399" y="14627"/>
                    <a:pt x="25523" y="7312"/>
                  </a:cubicBezTo>
                  <a:cubicBezTo>
                    <a:pt x="87102" y="-13131"/>
                    <a:pt x="146101" y="10141"/>
                    <a:pt x="175824" y="66510"/>
                  </a:cubicBezTo>
                  <a:cubicBezTo>
                    <a:pt x="204852" y="121589"/>
                    <a:pt x="189966" y="186096"/>
                    <a:pt x="139055" y="226189"/>
                  </a:cubicBezTo>
                  <a:cubicBezTo>
                    <a:pt x="132073" y="231735"/>
                    <a:pt x="123410" y="234745"/>
                    <a:pt x="114493" y="2347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5539C27-B02E-7F44-9042-3C3DF3F7EE3A}"/>
                </a:ext>
              </a:extLst>
            </p:cNvPr>
            <p:cNvSpPr/>
            <p:nvPr/>
          </p:nvSpPr>
          <p:spPr>
            <a:xfrm>
              <a:off x="5604120" y="3056299"/>
              <a:ext cx="255294" cy="303362"/>
            </a:xfrm>
            <a:custGeom>
              <a:avLst/>
              <a:gdLst>
                <a:gd name="connsiteX0" fmla="*/ 169467 w 255294"/>
                <a:gd name="connsiteY0" fmla="*/ 303330 h 303362"/>
                <a:gd name="connsiteX1" fmla="*/ 88436 w 255294"/>
                <a:gd name="connsiteY1" fmla="*/ 264129 h 303362"/>
                <a:gd name="connsiteX2" fmla="*/ 87493 w 255294"/>
                <a:gd name="connsiteY2" fmla="*/ 262343 h 303362"/>
                <a:gd name="connsiteX3" fmla="*/ 4279 w 255294"/>
                <a:gd name="connsiteY3" fmla="*/ 97801 h 303362"/>
                <a:gd name="connsiteX4" fmla="*/ 21796 w 255294"/>
                <a:gd name="connsiteY4" fmla="*/ 44458 h 303362"/>
                <a:gd name="connsiteX5" fmla="*/ 75138 w 255294"/>
                <a:gd name="connsiteY5" fmla="*/ 61975 h 303362"/>
                <a:gd name="connsiteX6" fmla="*/ 155871 w 255294"/>
                <a:gd name="connsiteY6" fmla="*/ 221654 h 303362"/>
                <a:gd name="connsiteX7" fmla="*/ 173139 w 255294"/>
                <a:gd name="connsiteY7" fmla="*/ 223986 h 303362"/>
                <a:gd name="connsiteX8" fmla="*/ 175918 w 255294"/>
                <a:gd name="connsiteY8" fmla="*/ 214856 h 303362"/>
                <a:gd name="connsiteX9" fmla="*/ 96524 w 255294"/>
                <a:gd name="connsiteY9" fmla="*/ 57608 h 303362"/>
                <a:gd name="connsiteX10" fmla="*/ 114090 w 255294"/>
                <a:gd name="connsiteY10" fmla="*/ 4266 h 303362"/>
                <a:gd name="connsiteX11" fmla="*/ 167432 w 255294"/>
                <a:gd name="connsiteY11" fmla="*/ 21831 h 303362"/>
                <a:gd name="connsiteX12" fmla="*/ 248364 w 255294"/>
                <a:gd name="connsiteY12" fmla="*/ 182205 h 303362"/>
                <a:gd name="connsiteX13" fmla="*/ 250150 w 255294"/>
                <a:gd name="connsiteY13" fmla="*/ 186374 h 303362"/>
                <a:gd name="connsiteX14" fmla="*/ 211843 w 255294"/>
                <a:gd name="connsiteY14" fmla="*/ 293852 h 303362"/>
                <a:gd name="connsiteX15" fmla="*/ 169467 w 255294"/>
                <a:gd name="connsiteY15" fmla="*/ 303330 h 30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5294" h="303362">
                  <a:moveTo>
                    <a:pt x="169467" y="303330"/>
                  </a:moveTo>
                  <a:cubicBezTo>
                    <a:pt x="138553" y="303330"/>
                    <a:pt x="103968" y="291321"/>
                    <a:pt x="88436" y="264129"/>
                  </a:cubicBezTo>
                  <a:lnTo>
                    <a:pt x="87493" y="262343"/>
                  </a:lnTo>
                  <a:lnTo>
                    <a:pt x="4279" y="97801"/>
                  </a:lnTo>
                  <a:cubicBezTo>
                    <a:pt x="-5613" y="78235"/>
                    <a:pt x="2229" y="54353"/>
                    <a:pt x="21796" y="44458"/>
                  </a:cubicBezTo>
                  <a:cubicBezTo>
                    <a:pt x="41363" y="34564"/>
                    <a:pt x="65245" y="42409"/>
                    <a:pt x="75138" y="61975"/>
                  </a:cubicBezTo>
                  <a:lnTo>
                    <a:pt x="155871" y="221654"/>
                  </a:lnTo>
                  <a:cubicBezTo>
                    <a:pt x="161402" y="223624"/>
                    <a:pt x="167283" y="224418"/>
                    <a:pt x="173139" y="223986"/>
                  </a:cubicBezTo>
                  <a:cubicBezTo>
                    <a:pt x="174991" y="221307"/>
                    <a:pt x="175963" y="218116"/>
                    <a:pt x="175918" y="214856"/>
                  </a:cubicBezTo>
                  <a:lnTo>
                    <a:pt x="96524" y="57608"/>
                  </a:lnTo>
                  <a:cubicBezTo>
                    <a:pt x="86645" y="38028"/>
                    <a:pt x="94509" y="14145"/>
                    <a:pt x="114090" y="4266"/>
                  </a:cubicBezTo>
                  <a:cubicBezTo>
                    <a:pt x="133671" y="-5614"/>
                    <a:pt x="157553" y="2251"/>
                    <a:pt x="167432" y="21831"/>
                  </a:cubicBezTo>
                  <a:lnTo>
                    <a:pt x="248364" y="182205"/>
                  </a:lnTo>
                  <a:cubicBezTo>
                    <a:pt x="249061" y="183550"/>
                    <a:pt x="249657" y="184945"/>
                    <a:pt x="250150" y="186374"/>
                  </a:cubicBezTo>
                  <a:cubicBezTo>
                    <a:pt x="264639" y="225624"/>
                    <a:pt x="247471" y="273855"/>
                    <a:pt x="211843" y="293852"/>
                  </a:cubicBezTo>
                  <a:cubicBezTo>
                    <a:pt x="198721" y="300471"/>
                    <a:pt x="184159" y="303732"/>
                    <a:pt x="169467" y="3033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F569CE5-47C9-D241-87DC-69D9DD84CE67}"/>
                </a:ext>
              </a:extLst>
            </p:cNvPr>
            <p:cNvSpPr/>
            <p:nvPr/>
          </p:nvSpPr>
          <p:spPr>
            <a:xfrm>
              <a:off x="5471565" y="2551109"/>
              <a:ext cx="679684" cy="620725"/>
            </a:xfrm>
            <a:custGeom>
              <a:avLst/>
              <a:gdLst>
                <a:gd name="connsiteX0" fmla="*/ 150182 w 679684"/>
                <a:gd name="connsiteY0" fmla="*/ 620705 h 620725"/>
                <a:gd name="connsiteX1" fmla="*/ 113364 w 679684"/>
                <a:gd name="connsiteY1" fmla="*/ 615743 h 620725"/>
                <a:gd name="connsiteX2" fmla="*/ 18340 w 679684"/>
                <a:gd name="connsiteY2" fmla="*/ 534464 h 620725"/>
                <a:gd name="connsiteX3" fmla="*/ 85924 w 679684"/>
                <a:gd name="connsiteY3" fmla="*/ 311668 h 620725"/>
                <a:gd name="connsiteX4" fmla="*/ 169386 w 679684"/>
                <a:gd name="connsiteY4" fmla="*/ 266364 h 620725"/>
                <a:gd name="connsiteX5" fmla="*/ 381266 w 679684"/>
                <a:gd name="connsiteY5" fmla="*/ 21982 h 620725"/>
                <a:gd name="connsiteX6" fmla="*/ 416696 w 679684"/>
                <a:gd name="connsiteY6" fmla="*/ 0 h 620725"/>
                <a:gd name="connsiteX7" fmla="*/ 416696 w 679684"/>
                <a:gd name="connsiteY7" fmla="*/ 0 h 620725"/>
                <a:gd name="connsiteX8" fmla="*/ 452125 w 679684"/>
                <a:gd name="connsiteY8" fmla="*/ 21783 h 620725"/>
                <a:gd name="connsiteX9" fmla="*/ 675418 w 679684"/>
                <a:gd name="connsiteY9" fmla="*/ 463408 h 620725"/>
                <a:gd name="connsiteX10" fmla="*/ 657862 w 679684"/>
                <a:gd name="connsiteY10" fmla="*/ 516730 h 620725"/>
                <a:gd name="connsiteX11" fmla="*/ 634233 w 679684"/>
                <a:gd name="connsiteY11" fmla="*/ 520571 h 620725"/>
                <a:gd name="connsiteX12" fmla="*/ 321027 w 679684"/>
                <a:gd name="connsiteY12" fmla="*/ 558530 h 620725"/>
                <a:gd name="connsiteX13" fmla="*/ 319637 w 679684"/>
                <a:gd name="connsiteY13" fmla="*/ 559275 h 620725"/>
                <a:gd name="connsiteX14" fmla="*/ 239301 w 679684"/>
                <a:gd name="connsiteY14" fmla="*/ 598971 h 620725"/>
                <a:gd name="connsiteX15" fmla="*/ 150182 w 679684"/>
                <a:gd name="connsiteY15" fmla="*/ 620705 h 620725"/>
                <a:gd name="connsiteX16" fmla="*/ 414363 w 679684"/>
                <a:gd name="connsiteY16" fmla="*/ 123059 h 620725"/>
                <a:gd name="connsiteX17" fmla="*/ 207246 w 679684"/>
                <a:gd name="connsiteY17" fmla="*/ 336180 h 620725"/>
                <a:gd name="connsiteX18" fmla="*/ 123735 w 679684"/>
                <a:gd name="connsiteY18" fmla="*/ 381434 h 620725"/>
                <a:gd name="connsiteX19" fmla="*/ 89000 w 679684"/>
                <a:gd name="connsiteY19" fmla="*/ 498341 h 620725"/>
                <a:gd name="connsiteX20" fmla="*/ 137678 w 679684"/>
                <a:gd name="connsiteY20" fmla="*/ 539972 h 620725"/>
                <a:gd name="connsiteX21" fmla="*/ 204567 w 679684"/>
                <a:gd name="connsiteY21" fmla="*/ 527518 h 620725"/>
                <a:gd name="connsiteX22" fmla="*/ 283960 w 679684"/>
                <a:gd name="connsiteY22" fmla="*/ 488516 h 620725"/>
                <a:gd name="connsiteX23" fmla="*/ 572654 w 679684"/>
                <a:gd name="connsiteY23" fmla="*/ 436116 h 62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79684" h="620725">
                  <a:moveTo>
                    <a:pt x="150182" y="620705"/>
                  </a:moveTo>
                  <a:cubicBezTo>
                    <a:pt x="137729" y="620933"/>
                    <a:pt x="125314" y="619256"/>
                    <a:pt x="113364" y="615743"/>
                  </a:cubicBezTo>
                  <a:cubicBezTo>
                    <a:pt x="72061" y="602509"/>
                    <a:pt x="37817" y="573218"/>
                    <a:pt x="18340" y="534464"/>
                  </a:cubicBezTo>
                  <a:cubicBezTo>
                    <a:pt x="-22746" y="454129"/>
                    <a:pt x="7523" y="354143"/>
                    <a:pt x="85924" y="311668"/>
                  </a:cubicBezTo>
                  <a:lnTo>
                    <a:pt x="169386" y="266364"/>
                  </a:lnTo>
                  <a:cubicBezTo>
                    <a:pt x="290163" y="200914"/>
                    <a:pt x="380373" y="23768"/>
                    <a:pt x="381266" y="21982"/>
                  </a:cubicBezTo>
                  <a:cubicBezTo>
                    <a:pt x="387968" y="8543"/>
                    <a:pt x="401679" y="36"/>
                    <a:pt x="416696" y="0"/>
                  </a:cubicBezTo>
                  <a:lnTo>
                    <a:pt x="416696" y="0"/>
                  </a:lnTo>
                  <a:cubicBezTo>
                    <a:pt x="431669" y="-2"/>
                    <a:pt x="445368" y="8422"/>
                    <a:pt x="452125" y="21783"/>
                  </a:cubicBezTo>
                  <a:lnTo>
                    <a:pt x="675418" y="463408"/>
                  </a:lnTo>
                  <a:cubicBezTo>
                    <a:pt x="685298" y="482978"/>
                    <a:pt x="677438" y="506855"/>
                    <a:pt x="657862" y="516730"/>
                  </a:cubicBezTo>
                  <a:cubicBezTo>
                    <a:pt x="650568" y="520412"/>
                    <a:pt x="642316" y="521752"/>
                    <a:pt x="634233" y="520571"/>
                  </a:cubicBezTo>
                  <a:cubicBezTo>
                    <a:pt x="632298" y="520571"/>
                    <a:pt x="441109" y="493428"/>
                    <a:pt x="321027" y="558530"/>
                  </a:cubicBezTo>
                  <a:lnTo>
                    <a:pt x="319637" y="559275"/>
                  </a:lnTo>
                  <a:lnTo>
                    <a:pt x="239301" y="598971"/>
                  </a:lnTo>
                  <a:cubicBezTo>
                    <a:pt x="211595" y="612791"/>
                    <a:pt x="181141" y="620219"/>
                    <a:pt x="150182" y="620705"/>
                  </a:cubicBezTo>
                  <a:close/>
                  <a:moveTo>
                    <a:pt x="414363" y="123059"/>
                  </a:moveTo>
                  <a:cubicBezTo>
                    <a:pt x="372632" y="188559"/>
                    <a:pt x="299045" y="286311"/>
                    <a:pt x="207246" y="336180"/>
                  </a:cubicBezTo>
                  <a:lnTo>
                    <a:pt x="123735" y="381434"/>
                  </a:lnTo>
                  <a:cubicBezTo>
                    <a:pt x="82600" y="404720"/>
                    <a:pt x="67253" y="456372"/>
                    <a:pt x="89000" y="498341"/>
                  </a:cubicBezTo>
                  <a:cubicBezTo>
                    <a:pt x="98972" y="518194"/>
                    <a:pt x="116517" y="533199"/>
                    <a:pt x="137678" y="539972"/>
                  </a:cubicBezTo>
                  <a:cubicBezTo>
                    <a:pt x="137926" y="539972"/>
                    <a:pt x="163828" y="547167"/>
                    <a:pt x="204567" y="527518"/>
                  </a:cubicBezTo>
                  <a:lnTo>
                    <a:pt x="283960" y="488516"/>
                  </a:lnTo>
                  <a:cubicBezTo>
                    <a:pt x="376602" y="438597"/>
                    <a:pt x="496734" y="433288"/>
                    <a:pt x="572654" y="43611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2832E04-B397-0849-A77A-96E9DBF82035}"/>
                </a:ext>
              </a:extLst>
            </p:cNvPr>
            <p:cNvSpPr/>
            <p:nvPr/>
          </p:nvSpPr>
          <p:spPr>
            <a:xfrm>
              <a:off x="6129134" y="2665808"/>
              <a:ext cx="122615" cy="103185"/>
            </a:xfrm>
            <a:custGeom>
              <a:avLst/>
              <a:gdLst>
                <a:gd name="connsiteX0" fmla="*/ 39583 w 122615"/>
                <a:gd name="connsiteY0" fmla="*/ 103185 h 103185"/>
                <a:gd name="connsiteX1" fmla="*/ 0 w 122615"/>
                <a:gd name="connsiteY1" fmla="*/ 63375 h 103185"/>
                <a:gd name="connsiteX2" fmla="*/ 20479 w 122615"/>
                <a:gd name="connsiteY2" fmla="*/ 28754 h 103185"/>
                <a:gd name="connsiteX3" fmla="*/ 61813 w 122615"/>
                <a:gd name="connsiteY3" fmla="*/ 6078 h 103185"/>
                <a:gd name="connsiteX4" fmla="*/ 116539 w 122615"/>
                <a:gd name="connsiteY4" fmla="*/ 18601 h 103185"/>
                <a:gd name="connsiteX5" fmla="*/ 104015 w 122615"/>
                <a:gd name="connsiteY5" fmla="*/ 73326 h 103185"/>
                <a:gd name="connsiteX6" fmla="*/ 99971 w 122615"/>
                <a:gd name="connsiteY6" fmla="*/ 75547 h 103185"/>
                <a:gd name="connsiteX7" fmla="*/ 58637 w 122615"/>
                <a:gd name="connsiteY7" fmla="*/ 98174 h 103185"/>
                <a:gd name="connsiteX8" fmla="*/ 39583 w 122615"/>
                <a:gd name="connsiteY8" fmla="*/ 103185 h 1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615" h="103185">
                  <a:moveTo>
                    <a:pt x="39583" y="103185"/>
                  </a:moveTo>
                  <a:cubicBezTo>
                    <a:pt x="17660" y="103122"/>
                    <a:pt x="-64" y="85299"/>
                    <a:pt x="0" y="63375"/>
                  </a:cubicBezTo>
                  <a:cubicBezTo>
                    <a:pt x="40" y="48975"/>
                    <a:pt x="7880" y="35726"/>
                    <a:pt x="20479" y="28754"/>
                  </a:cubicBezTo>
                  <a:lnTo>
                    <a:pt x="61813" y="6078"/>
                  </a:lnTo>
                  <a:cubicBezTo>
                    <a:pt x="80381" y="-5576"/>
                    <a:pt x="104884" y="31"/>
                    <a:pt x="116539" y="18601"/>
                  </a:cubicBezTo>
                  <a:cubicBezTo>
                    <a:pt x="128190" y="37172"/>
                    <a:pt x="122583" y="61673"/>
                    <a:pt x="104015" y="73326"/>
                  </a:cubicBezTo>
                  <a:cubicBezTo>
                    <a:pt x="102710" y="74144"/>
                    <a:pt x="101360" y="74886"/>
                    <a:pt x="99971" y="75547"/>
                  </a:cubicBezTo>
                  <a:lnTo>
                    <a:pt x="58637" y="98174"/>
                  </a:lnTo>
                  <a:cubicBezTo>
                    <a:pt x="52807" y="101419"/>
                    <a:pt x="46257" y="103143"/>
                    <a:pt x="39583" y="1031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878AE57F-0A44-614F-A76D-C7082832F81D}"/>
                </a:ext>
              </a:extLst>
            </p:cNvPr>
            <p:cNvSpPr/>
            <p:nvPr/>
          </p:nvSpPr>
          <p:spPr>
            <a:xfrm>
              <a:off x="6033625" y="2553441"/>
              <a:ext cx="94874" cy="124101"/>
            </a:xfrm>
            <a:custGeom>
              <a:avLst/>
              <a:gdLst>
                <a:gd name="connsiteX0" fmla="*/ 39671 w 94874"/>
                <a:gd name="connsiteY0" fmla="*/ 124101 h 124101"/>
                <a:gd name="connsiteX1" fmla="*/ 26671 w 94874"/>
                <a:gd name="connsiteY1" fmla="*/ 121868 h 124101"/>
                <a:gd name="connsiteX2" fmla="*/ 2207 w 94874"/>
                <a:gd name="connsiteY2" fmla="*/ 71354 h 124101"/>
                <a:gd name="connsiteX3" fmla="*/ 17640 w 94874"/>
                <a:gd name="connsiteY3" fmla="*/ 26696 h 124101"/>
                <a:gd name="connsiteX4" fmla="*/ 68178 w 94874"/>
                <a:gd name="connsiteY4" fmla="*/ 2208 h 124101"/>
                <a:gd name="connsiteX5" fmla="*/ 92666 w 94874"/>
                <a:gd name="connsiteY5" fmla="*/ 52747 h 124101"/>
                <a:gd name="connsiteX6" fmla="*/ 77184 w 94874"/>
                <a:gd name="connsiteY6" fmla="*/ 97405 h 124101"/>
                <a:gd name="connsiteX7" fmla="*/ 39671 w 94874"/>
                <a:gd name="connsiteY7" fmla="*/ 124101 h 1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874" h="124101">
                  <a:moveTo>
                    <a:pt x="39671" y="124101"/>
                  </a:moveTo>
                  <a:cubicBezTo>
                    <a:pt x="35240" y="124109"/>
                    <a:pt x="30844" y="123354"/>
                    <a:pt x="26671" y="121868"/>
                  </a:cubicBezTo>
                  <a:cubicBezTo>
                    <a:pt x="5969" y="114670"/>
                    <a:pt x="-4983" y="92058"/>
                    <a:pt x="2207" y="71354"/>
                  </a:cubicBezTo>
                  <a:lnTo>
                    <a:pt x="17640" y="26696"/>
                  </a:lnTo>
                  <a:cubicBezTo>
                    <a:pt x="24835" y="5978"/>
                    <a:pt x="47462" y="-4986"/>
                    <a:pt x="68178" y="2208"/>
                  </a:cubicBezTo>
                  <a:cubicBezTo>
                    <a:pt x="88895" y="9402"/>
                    <a:pt x="99861" y="32028"/>
                    <a:pt x="92666" y="52747"/>
                  </a:cubicBezTo>
                  <a:lnTo>
                    <a:pt x="77184" y="97405"/>
                  </a:lnTo>
                  <a:cubicBezTo>
                    <a:pt x="71647" y="113387"/>
                    <a:pt x="56587" y="124104"/>
                    <a:pt x="39671" y="1241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F01103D-22A7-7140-B950-C56EF67C015B}"/>
                </a:ext>
              </a:extLst>
            </p:cNvPr>
            <p:cNvSpPr/>
            <p:nvPr/>
          </p:nvSpPr>
          <p:spPr>
            <a:xfrm>
              <a:off x="6156931" y="2820847"/>
              <a:ext cx="126144" cy="85596"/>
            </a:xfrm>
            <a:custGeom>
              <a:avLst/>
              <a:gdLst>
                <a:gd name="connsiteX0" fmla="*/ 86514 w 126144"/>
                <a:gd name="connsiteY0" fmla="*/ 85596 h 85596"/>
                <a:gd name="connsiteX1" fmla="*/ 81254 w 126144"/>
                <a:gd name="connsiteY1" fmla="*/ 85249 h 85596"/>
                <a:gd name="connsiteX2" fmla="*/ 34512 w 126144"/>
                <a:gd name="connsiteY2" fmla="*/ 79096 h 85596"/>
                <a:gd name="connsiteX3" fmla="*/ 348 w 126144"/>
                <a:gd name="connsiteY3" fmla="*/ 34512 h 85596"/>
                <a:gd name="connsiteX4" fmla="*/ 44932 w 126144"/>
                <a:gd name="connsiteY4" fmla="*/ 348 h 85596"/>
                <a:gd name="connsiteX5" fmla="*/ 91675 w 126144"/>
                <a:gd name="connsiteY5" fmla="*/ 6550 h 85596"/>
                <a:gd name="connsiteX6" fmla="*/ 125794 w 126144"/>
                <a:gd name="connsiteY6" fmla="*/ 51134 h 85596"/>
                <a:gd name="connsiteX7" fmla="*/ 86713 w 126144"/>
                <a:gd name="connsiteY7" fmla="*/ 85596 h 8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44" h="85596">
                  <a:moveTo>
                    <a:pt x="86514" y="85596"/>
                  </a:moveTo>
                  <a:cubicBezTo>
                    <a:pt x="84753" y="85603"/>
                    <a:pt x="82996" y="85486"/>
                    <a:pt x="81254" y="85249"/>
                  </a:cubicBezTo>
                  <a:lnTo>
                    <a:pt x="34512" y="79096"/>
                  </a:lnTo>
                  <a:cubicBezTo>
                    <a:pt x="12768" y="76218"/>
                    <a:pt x="-2530" y="56257"/>
                    <a:pt x="348" y="34512"/>
                  </a:cubicBezTo>
                  <a:cubicBezTo>
                    <a:pt x="3226" y="12766"/>
                    <a:pt x="23188" y="-2530"/>
                    <a:pt x="44932" y="348"/>
                  </a:cubicBezTo>
                  <a:lnTo>
                    <a:pt x="91675" y="6550"/>
                  </a:lnTo>
                  <a:cubicBezTo>
                    <a:pt x="113409" y="9440"/>
                    <a:pt x="128682" y="29401"/>
                    <a:pt x="125794" y="51134"/>
                  </a:cubicBezTo>
                  <a:cubicBezTo>
                    <a:pt x="123184" y="70759"/>
                    <a:pt x="106511" y="85461"/>
                    <a:pt x="86713" y="855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95" name="Picture Placeholder 55">
            <a:extLst>
              <a:ext uri="{FF2B5EF4-FFF2-40B4-BE49-F238E27FC236}">
                <a16:creationId xmlns:a16="http://schemas.microsoft.com/office/drawing/2014/main" id="{96629AE3-B480-4C11-9FF0-585E0ABBEABE}"/>
              </a:ext>
            </a:extLst>
          </p:cNvPr>
          <p:cNvGrpSpPr>
            <a:grpSpLocks noChangeAspect="1"/>
          </p:cNvGrpSpPr>
          <p:nvPr/>
        </p:nvGrpSpPr>
        <p:grpSpPr>
          <a:xfrm>
            <a:off x="6827906" y="2535627"/>
            <a:ext cx="734039" cy="839781"/>
            <a:chOff x="6827906" y="2535627"/>
            <a:chExt cx="734039" cy="839781"/>
          </a:xfrm>
        </p:grpSpPr>
        <p:grpSp>
          <p:nvGrpSpPr>
            <p:cNvPr id="96" name="Picture Placeholder 55">
              <a:extLst>
                <a:ext uri="{FF2B5EF4-FFF2-40B4-BE49-F238E27FC236}">
                  <a16:creationId xmlns:a16="http://schemas.microsoft.com/office/drawing/2014/main" id="{96629AE3-B480-4C11-9FF0-585E0ABBEABE}"/>
                </a:ext>
              </a:extLst>
            </p:cNvPr>
            <p:cNvGrpSpPr/>
            <p:nvPr/>
          </p:nvGrpSpPr>
          <p:grpSpPr>
            <a:xfrm>
              <a:off x="6827906" y="2538902"/>
              <a:ext cx="734039" cy="836505"/>
              <a:chOff x="6827906" y="2538902"/>
              <a:chExt cx="734039" cy="836505"/>
            </a:xfrm>
          </p:grpSpPr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2AF98B00-329E-F642-A17F-7281CBB5E063}"/>
                  </a:ext>
                </a:extLst>
              </p:cNvPr>
              <p:cNvSpPr/>
              <p:nvPr/>
            </p:nvSpPr>
            <p:spPr>
              <a:xfrm>
                <a:off x="6827906" y="2538902"/>
                <a:ext cx="447082" cy="834074"/>
              </a:xfrm>
              <a:custGeom>
                <a:avLst/>
                <a:gdLst>
                  <a:gd name="connsiteX0" fmla="*/ 223541 w 447082"/>
                  <a:gd name="connsiteY0" fmla="*/ 834074 h 834074"/>
                  <a:gd name="connsiteX1" fmla="*/ 57858 w 447082"/>
                  <a:gd name="connsiteY1" fmla="*/ 701240 h 834074"/>
                  <a:gd name="connsiteX2" fmla="*/ 0 w 447082"/>
                  <a:gd name="connsiteY2" fmla="*/ 417012 h 834074"/>
                  <a:gd name="connsiteX3" fmla="*/ 57858 w 447082"/>
                  <a:gd name="connsiteY3" fmla="*/ 132835 h 834074"/>
                  <a:gd name="connsiteX4" fmla="*/ 223541 w 447082"/>
                  <a:gd name="connsiteY4" fmla="*/ 0 h 834074"/>
                  <a:gd name="connsiteX5" fmla="*/ 389225 w 447082"/>
                  <a:gd name="connsiteY5" fmla="*/ 132835 h 834074"/>
                  <a:gd name="connsiteX6" fmla="*/ 447083 w 447082"/>
                  <a:gd name="connsiteY6" fmla="*/ 417012 h 834074"/>
                  <a:gd name="connsiteX7" fmla="*/ 389225 w 447082"/>
                  <a:gd name="connsiteY7" fmla="*/ 701240 h 834074"/>
                  <a:gd name="connsiteX8" fmla="*/ 223541 w 447082"/>
                  <a:gd name="connsiteY8" fmla="*/ 834074 h 834074"/>
                  <a:gd name="connsiteX9" fmla="*/ 223541 w 447082"/>
                  <a:gd name="connsiteY9" fmla="*/ 79393 h 834074"/>
                  <a:gd name="connsiteX10" fmla="*/ 79641 w 447082"/>
                  <a:gd name="connsiteY10" fmla="*/ 416814 h 834074"/>
                  <a:gd name="connsiteX11" fmla="*/ 223790 w 447082"/>
                  <a:gd name="connsiteY11" fmla="*/ 754483 h 834074"/>
                  <a:gd name="connsiteX12" fmla="*/ 367690 w 447082"/>
                  <a:gd name="connsiteY12" fmla="*/ 417062 h 834074"/>
                  <a:gd name="connsiteX13" fmla="*/ 223541 w 447082"/>
                  <a:gd name="connsiteY13" fmla="*/ 79393 h 83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7082" h="834074">
                    <a:moveTo>
                      <a:pt x="223541" y="834074"/>
                    </a:moveTo>
                    <a:cubicBezTo>
                      <a:pt x="158439" y="834074"/>
                      <a:pt x="99490" y="786935"/>
                      <a:pt x="57858" y="701240"/>
                    </a:cubicBezTo>
                    <a:cubicBezTo>
                      <a:pt x="20543" y="624675"/>
                      <a:pt x="0" y="523746"/>
                      <a:pt x="0" y="417012"/>
                    </a:cubicBezTo>
                    <a:cubicBezTo>
                      <a:pt x="0" y="310278"/>
                      <a:pt x="20543" y="209399"/>
                      <a:pt x="57858" y="132835"/>
                    </a:cubicBezTo>
                    <a:cubicBezTo>
                      <a:pt x="99589" y="46941"/>
                      <a:pt x="158439" y="0"/>
                      <a:pt x="223541" y="0"/>
                    </a:cubicBezTo>
                    <a:cubicBezTo>
                      <a:pt x="288644" y="0"/>
                      <a:pt x="347444" y="46941"/>
                      <a:pt x="389225" y="132835"/>
                    </a:cubicBezTo>
                    <a:cubicBezTo>
                      <a:pt x="426540" y="209399"/>
                      <a:pt x="447083" y="310328"/>
                      <a:pt x="447083" y="417012"/>
                    </a:cubicBezTo>
                    <a:cubicBezTo>
                      <a:pt x="447083" y="523697"/>
                      <a:pt x="426490" y="624675"/>
                      <a:pt x="389225" y="701240"/>
                    </a:cubicBezTo>
                    <a:cubicBezTo>
                      <a:pt x="347444" y="786935"/>
                      <a:pt x="288644" y="834074"/>
                      <a:pt x="223541" y="834074"/>
                    </a:cubicBezTo>
                    <a:close/>
                    <a:moveTo>
                      <a:pt x="223541" y="79393"/>
                    </a:moveTo>
                    <a:cubicBezTo>
                      <a:pt x="155363" y="79393"/>
                      <a:pt x="79641" y="218033"/>
                      <a:pt x="79641" y="416814"/>
                    </a:cubicBezTo>
                    <a:cubicBezTo>
                      <a:pt x="79641" y="615594"/>
                      <a:pt x="155611" y="754483"/>
                      <a:pt x="223790" y="754483"/>
                    </a:cubicBezTo>
                    <a:cubicBezTo>
                      <a:pt x="291968" y="754483"/>
                      <a:pt x="367690" y="615842"/>
                      <a:pt x="367690" y="417062"/>
                    </a:cubicBezTo>
                    <a:cubicBezTo>
                      <a:pt x="367690" y="218281"/>
                      <a:pt x="291671" y="79393"/>
                      <a:pt x="223541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939275F0-B08B-5244-B58D-07D714B2AA6B}"/>
                  </a:ext>
                </a:extLst>
              </p:cNvPr>
              <p:cNvSpPr/>
              <p:nvPr/>
            </p:nvSpPr>
            <p:spPr>
              <a:xfrm>
                <a:off x="7298460" y="2541532"/>
                <a:ext cx="263486" cy="833875"/>
              </a:xfrm>
              <a:custGeom>
                <a:avLst/>
                <a:gdLst>
                  <a:gd name="connsiteX0" fmla="*/ 39697 w 263486"/>
                  <a:gd name="connsiteY0" fmla="*/ 833876 h 833875"/>
                  <a:gd name="connsiteX1" fmla="*/ 0 w 263486"/>
                  <a:gd name="connsiteY1" fmla="*/ 794179 h 833875"/>
                  <a:gd name="connsiteX2" fmla="*/ 39697 w 263486"/>
                  <a:gd name="connsiteY2" fmla="*/ 754483 h 833875"/>
                  <a:gd name="connsiteX3" fmla="*/ 183845 w 263486"/>
                  <a:gd name="connsiteY3" fmla="*/ 416814 h 833875"/>
                  <a:gd name="connsiteX4" fmla="*/ 39945 w 263486"/>
                  <a:gd name="connsiteY4" fmla="*/ 79393 h 833875"/>
                  <a:gd name="connsiteX5" fmla="*/ 248 w 263486"/>
                  <a:gd name="connsiteY5" fmla="*/ 39697 h 833875"/>
                  <a:gd name="connsiteX6" fmla="*/ 39945 w 263486"/>
                  <a:gd name="connsiteY6" fmla="*/ 0 h 833875"/>
                  <a:gd name="connsiteX7" fmla="*/ 205628 w 263486"/>
                  <a:gd name="connsiteY7" fmla="*/ 132835 h 833875"/>
                  <a:gd name="connsiteX8" fmla="*/ 263486 w 263486"/>
                  <a:gd name="connsiteY8" fmla="*/ 417062 h 833875"/>
                  <a:gd name="connsiteX9" fmla="*/ 205628 w 263486"/>
                  <a:gd name="connsiteY9" fmla="*/ 701240 h 833875"/>
                  <a:gd name="connsiteX10" fmla="*/ 39697 w 263486"/>
                  <a:gd name="connsiteY10" fmla="*/ 833876 h 833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3486" h="833875">
                    <a:moveTo>
                      <a:pt x="39697" y="833876"/>
                    </a:moveTo>
                    <a:cubicBezTo>
                      <a:pt x="17774" y="833876"/>
                      <a:pt x="0" y="816101"/>
                      <a:pt x="0" y="794179"/>
                    </a:cubicBezTo>
                    <a:cubicBezTo>
                      <a:pt x="0" y="772257"/>
                      <a:pt x="17774" y="754483"/>
                      <a:pt x="39697" y="754483"/>
                    </a:cubicBezTo>
                    <a:cubicBezTo>
                      <a:pt x="107876" y="754483"/>
                      <a:pt x="183845" y="615545"/>
                      <a:pt x="183845" y="416814"/>
                    </a:cubicBezTo>
                    <a:cubicBezTo>
                      <a:pt x="183845" y="218083"/>
                      <a:pt x="107876" y="79393"/>
                      <a:pt x="39945" y="79393"/>
                    </a:cubicBezTo>
                    <a:cubicBezTo>
                      <a:pt x="18022" y="79393"/>
                      <a:pt x="248" y="61620"/>
                      <a:pt x="248" y="39697"/>
                    </a:cubicBezTo>
                    <a:cubicBezTo>
                      <a:pt x="248" y="17773"/>
                      <a:pt x="18022" y="0"/>
                      <a:pt x="39945" y="0"/>
                    </a:cubicBezTo>
                    <a:cubicBezTo>
                      <a:pt x="105047" y="0"/>
                      <a:pt x="163997" y="47140"/>
                      <a:pt x="205628" y="132835"/>
                    </a:cubicBezTo>
                    <a:cubicBezTo>
                      <a:pt x="242943" y="209399"/>
                      <a:pt x="263486" y="310328"/>
                      <a:pt x="263486" y="417062"/>
                    </a:cubicBezTo>
                    <a:cubicBezTo>
                      <a:pt x="263486" y="523796"/>
                      <a:pt x="242943" y="624675"/>
                      <a:pt x="205628" y="701240"/>
                    </a:cubicBezTo>
                    <a:cubicBezTo>
                      <a:pt x="163649" y="786686"/>
                      <a:pt x="104799" y="833876"/>
                      <a:pt x="39697" y="8338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EC859FC8-58D3-E940-B056-7273405CA278}"/>
                  </a:ext>
                </a:extLst>
              </p:cNvPr>
              <p:cNvSpPr/>
              <p:nvPr/>
            </p:nvSpPr>
            <p:spPr>
              <a:xfrm>
                <a:off x="6932556" y="2668015"/>
                <a:ext cx="156945" cy="573119"/>
              </a:xfrm>
              <a:custGeom>
                <a:avLst/>
                <a:gdLst>
                  <a:gd name="connsiteX0" fmla="*/ 117006 w 156945"/>
                  <a:gd name="connsiteY0" fmla="*/ 573119 h 573119"/>
                  <a:gd name="connsiteX1" fmla="*/ 24463 w 156945"/>
                  <a:gd name="connsiteY1" fmla="*/ 472935 h 573119"/>
                  <a:gd name="connsiteX2" fmla="*/ 0 w 156945"/>
                  <a:gd name="connsiteY2" fmla="*/ 286559 h 573119"/>
                  <a:gd name="connsiteX3" fmla="*/ 24463 w 156945"/>
                  <a:gd name="connsiteY3" fmla="*/ 100135 h 573119"/>
                  <a:gd name="connsiteX4" fmla="*/ 117006 w 156945"/>
                  <a:gd name="connsiteY4" fmla="*/ 0 h 573119"/>
                  <a:gd name="connsiteX5" fmla="*/ 156517 w 156945"/>
                  <a:gd name="connsiteY5" fmla="*/ 39881 h 573119"/>
                  <a:gd name="connsiteX6" fmla="*/ 121670 w 156945"/>
                  <a:gd name="connsiteY6" fmla="*/ 79095 h 573119"/>
                  <a:gd name="connsiteX7" fmla="*/ 79393 w 156945"/>
                  <a:gd name="connsiteY7" fmla="*/ 286559 h 573119"/>
                  <a:gd name="connsiteX8" fmla="*/ 121670 w 156945"/>
                  <a:gd name="connsiteY8" fmla="*/ 493974 h 573119"/>
                  <a:gd name="connsiteX9" fmla="*/ 156694 w 156945"/>
                  <a:gd name="connsiteY9" fmla="*/ 537849 h 573119"/>
                  <a:gd name="connsiteX10" fmla="*/ 117006 w 156945"/>
                  <a:gd name="connsiteY10" fmla="*/ 573119 h 5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945" h="573119">
                    <a:moveTo>
                      <a:pt x="117006" y="573119"/>
                    </a:moveTo>
                    <a:cubicBezTo>
                      <a:pt x="89069" y="573119"/>
                      <a:pt x="50365" y="555702"/>
                      <a:pt x="24463" y="472935"/>
                    </a:cubicBezTo>
                    <a:cubicBezTo>
                      <a:pt x="8684" y="422619"/>
                      <a:pt x="0" y="356376"/>
                      <a:pt x="0" y="286559"/>
                    </a:cubicBezTo>
                    <a:cubicBezTo>
                      <a:pt x="0" y="216743"/>
                      <a:pt x="8684" y="150500"/>
                      <a:pt x="24463" y="100135"/>
                    </a:cubicBezTo>
                    <a:cubicBezTo>
                      <a:pt x="50365" y="17367"/>
                      <a:pt x="88970" y="0"/>
                      <a:pt x="117006" y="0"/>
                    </a:cubicBezTo>
                    <a:cubicBezTo>
                      <a:pt x="138929" y="102"/>
                      <a:pt x="156619" y="17957"/>
                      <a:pt x="156517" y="39881"/>
                    </a:cubicBezTo>
                    <a:cubicBezTo>
                      <a:pt x="156424" y="59859"/>
                      <a:pt x="141499" y="76655"/>
                      <a:pt x="121670" y="79095"/>
                    </a:cubicBezTo>
                    <a:cubicBezTo>
                      <a:pt x="106486" y="92791"/>
                      <a:pt x="79393" y="165932"/>
                      <a:pt x="79393" y="286559"/>
                    </a:cubicBezTo>
                    <a:cubicBezTo>
                      <a:pt x="79393" y="407187"/>
                      <a:pt x="106486" y="480080"/>
                      <a:pt x="121670" y="493974"/>
                    </a:cubicBezTo>
                    <a:cubicBezTo>
                      <a:pt x="143457" y="496415"/>
                      <a:pt x="159138" y="516060"/>
                      <a:pt x="156694" y="537849"/>
                    </a:cubicBezTo>
                    <a:cubicBezTo>
                      <a:pt x="154431" y="558024"/>
                      <a:pt x="137309" y="573243"/>
                      <a:pt x="117006" y="57311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BE"/>
              </a:p>
            </p:txBody>
          </p:sp>
        </p:grp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8E8CE69-D647-2A4B-8731-4F524C3FD058}"/>
                </a:ext>
              </a:extLst>
            </p:cNvPr>
            <p:cNvSpPr/>
            <p:nvPr/>
          </p:nvSpPr>
          <p:spPr>
            <a:xfrm>
              <a:off x="7011552" y="2538803"/>
              <a:ext cx="366499" cy="81775"/>
            </a:xfrm>
            <a:custGeom>
              <a:avLst/>
              <a:gdLst>
                <a:gd name="connsiteX0" fmla="*/ 326654 w 366499"/>
                <a:gd name="connsiteY0" fmla="*/ 81775 h 81775"/>
                <a:gd name="connsiteX1" fmla="*/ 326306 w 366499"/>
                <a:gd name="connsiteY1" fmla="*/ 81775 h 81775"/>
                <a:gd name="connsiteX2" fmla="*/ 39548 w 366499"/>
                <a:gd name="connsiteY2" fmla="*/ 79393 h 81775"/>
                <a:gd name="connsiteX3" fmla="*/ 0 w 366499"/>
                <a:gd name="connsiteY3" fmla="*/ 39548 h 81775"/>
                <a:gd name="connsiteX4" fmla="*/ 39846 w 366499"/>
                <a:gd name="connsiteY4" fmla="*/ 0 h 81775"/>
                <a:gd name="connsiteX5" fmla="*/ 40193 w 366499"/>
                <a:gd name="connsiteY5" fmla="*/ 0 h 81775"/>
                <a:gd name="connsiteX6" fmla="*/ 326951 w 366499"/>
                <a:gd name="connsiteY6" fmla="*/ 2382 h 81775"/>
                <a:gd name="connsiteX7" fmla="*/ 366499 w 366499"/>
                <a:gd name="connsiteY7" fmla="*/ 42227 h 81775"/>
                <a:gd name="connsiteX8" fmla="*/ 326654 w 366499"/>
                <a:gd name="connsiteY8" fmla="*/ 81775 h 8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499" h="81775">
                  <a:moveTo>
                    <a:pt x="326654" y="81775"/>
                  </a:moveTo>
                  <a:lnTo>
                    <a:pt x="326306" y="81775"/>
                  </a:lnTo>
                  <a:lnTo>
                    <a:pt x="39548" y="79393"/>
                  </a:lnTo>
                  <a:cubicBezTo>
                    <a:pt x="17624" y="79311"/>
                    <a:pt x="-82" y="61472"/>
                    <a:pt x="0" y="39548"/>
                  </a:cubicBezTo>
                  <a:cubicBezTo>
                    <a:pt x="83" y="17624"/>
                    <a:pt x="17922" y="-82"/>
                    <a:pt x="39846" y="0"/>
                  </a:cubicBezTo>
                  <a:lnTo>
                    <a:pt x="40193" y="0"/>
                  </a:lnTo>
                  <a:lnTo>
                    <a:pt x="326951" y="2382"/>
                  </a:lnTo>
                  <a:cubicBezTo>
                    <a:pt x="348874" y="2464"/>
                    <a:pt x="366583" y="20304"/>
                    <a:pt x="366499" y="42227"/>
                  </a:cubicBezTo>
                  <a:cubicBezTo>
                    <a:pt x="366415" y="64151"/>
                    <a:pt x="348576" y="81858"/>
                    <a:pt x="326654" y="8177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10588E5-290D-344B-85D8-E9A0CCB045AA}"/>
                </a:ext>
              </a:extLst>
            </p:cNvPr>
            <p:cNvSpPr/>
            <p:nvPr/>
          </p:nvSpPr>
          <p:spPr>
            <a:xfrm>
              <a:off x="7011552" y="3293583"/>
              <a:ext cx="366499" cy="81825"/>
            </a:xfrm>
            <a:custGeom>
              <a:avLst/>
              <a:gdLst>
                <a:gd name="connsiteX0" fmla="*/ 326654 w 366499"/>
                <a:gd name="connsiteY0" fmla="*/ 81825 h 81825"/>
                <a:gd name="connsiteX1" fmla="*/ 326306 w 366499"/>
                <a:gd name="connsiteY1" fmla="*/ 81825 h 81825"/>
                <a:gd name="connsiteX2" fmla="*/ 39548 w 366499"/>
                <a:gd name="connsiteY2" fmla="*/ 79393 h 81825"/>
                <a:gd name="connsiteX3" fmla="*/ 0 w 366499"/>
                <a:gd name="connsiteY3" fmla="*/ 39548 h 81825"/>
                <a:gd name="connsiteX4" fmla="*/ 39846 w 366499"/>
                <a:gd name="connsiteY4" fmla="*/ 0 h 81825"/>
                <a:gd name="connsiteX5" fmla="*/ 40193 w 366499"/>
                <a:gd name="connsiteY5" fmla="*/ 0 h 81825"/>
                <a:gd name="connsiteX6" fmla="*/ 326951 w 366499"/>
                <a:gd name="connsiteY6" fmla="*/ 2432 h 81825"/>
                <a:gd name="connsiteX7" fmla="*/ 366499 w 366499"/>
                <a:gd name="connsiteY7" fmla="*/ 42277 h 81825"/>
                <a:gd name="connsiteX8" fmla="*/ 326654 w 366499"/>
                <a:gd name="connsiteY8" fmla="*/ 81825 h 8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499" h="81825">
                  <a:moveTo>
                    <a:pt x="326654" y="81825"/>
                  </a:moveTo>
                  <a:lnTo>
                    <a:pt x="326306" y="81825"/>
                  </a:lnTo>
                  <a:lnTo>
                    <a:pt x="39548" y="79393"/>
                  </a:lnTo>
                  <a:cubicBezTo>
                    <a:pt x="17624" y="79309"/>
                    <a:pt x="-82" y="61470"/>
                    <a:pt x="0" y="39548"/>
                  </a:cubicBezTo>
                  <a:cubicBezTo>
                    <a:pt x="83" y="17626"/>
                    <a:pt x="17922" y="-84"/>
                    <a:pt x="39846" y="0"/>
                  </a:cubicBezTo>
                  <a:lnTo>
                    <a:pt x="40193" y="0"/>
                  </a:lnTo>
                  <a:lnTo>
                    <a:pt x="326951" y="2432"/>
                  </a:lnTo>
                  <a:cubicBezTo>
                    <a:pt x="348874" y="2516"/>
                    <a:pt x="366583" y="20355"/>
                    <a:pt x="366499" y="42277"/>
                  </a:cubicBezTo>
                  <a:cubicBezTo>
                    <a:pt x="366415" y="64199"/>
                    <a:pt x="348576" y="81909"/>
                    <a:pt x="326654" y="8182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9288E855-B1A3-454B-8C5A-F74E23433EC8}"/>
                </a:ext>
              </a:extLst>
            </p:cNvPr>
            <p:cNvSpPr/>
            <p:nvPr/>
          </p:nvSpPr>
          <p:spPr>
            <a:xfrm>
              <a:off x="7230110" y="2535627"/>
              <a:ext cx="205773" cy="834223"/>
            </a:xfrm>
            <a:custGeom>
              <a:avLst/>
              <a:gdLst>
                <a:gd name="connsiteX0" fmla="*/ 39867 w 205773"/>
                <a:gd name="connsiteY0" fmla="*/ 834223 h 834223"/>
                <a:gd name="connsiteX1" fmla="*/ 202 w 205773"/>
                <a:gd name="connsiteY1" fmla="*/ 794497 h 834223"/>
                <a:gd name="connsiteX2" fmla="*/ 32771 w 205773"/>
                <a:gd name="connsiteY2" fmla="*/ 755475 h 834223"/>
                <a:gd name="connsiteX3" fmla="*/ 87950 w 205773"/>
                <a:gd name="connsiteY3" fmla="*/ 699454 h 834223"/>
                <a:gd name="connsiteX4" fmla="*/ 62445 w 205773"/>
                <a:gd name="connsiteY4" fmla="*/ 620060 h 834223"/>
                <a:gd name="connsiteX5" fmla="*/ 67059 w 205773"/>
                <a:gd name="connsiteY5" fmla="*/ 586170 h 834223"/>
                <a:gd name="connsiteX6" fmla="*/ 119608 w 205773"/>
                <a:gd name="connsiteY6" fmla="*/ 506131 h 834223"/>
                <a:gd name="connsiteX7" fmla="*/ 79911 w 205773"/>
                <a:gd name="connsiteY7" fmla="*/ 437109 h 834223"/>
                <a:gd name="connsiteX8" fmla="*/ 79911 w 205773"/>
                <a:gd name="connsiteY8" fmla="*/ 397859 h 834223"/>
                <a:gd name="connsiteX9" fmla="*/ 119608 w 205773"/>
                <a:gd name="connsiteY9" fmla="*/ 327199 h 834223"/>
                <a:gd name="connsiteX10" fmla="*/ 68399 w 205773"/>
                <a:gd name="connsiteY10" fmla="*/ 253909 h 834223"/>
                <a:gd name="connsiteX11" fmla="*/ 63437 w 205773"/>
                <a:gd name="connsiteY11" fmla="*/ 218381 h 834223"/>
                <a:gd name="connsiteX12" fmla="*/ 87305 w 205773"/>
                <a:gd name="connsiteY12" fmla="*/ 148515 h 834223"/>
                <a:gd name="connsiteX13" fmla="*/ 30886 w 205773"/>
                <a:gd name="connsiteY13" fmla="*/ 78401 h 834223"/>
                <a:gd name="connsiteX14" fmla="*/ 1001 w 205773"/>
                <a:gd name="connsiteY14" fmla="*/ 30877 h 834223"/>
                <a:gd name="connsiteX15" fmla="*/ 39867 w 205773"/>
                <a:gd name="connsiteY15" fmla="*/ 0 h 834223"/>
                <a:gd name="connsiteX16" fmla="*/ 164663 w 205773"/>
                <a:gd name="connsiteY16" fmla="*/ 121720 h 834223"/>
                <a:gd name="connsiteX17" fmla="*/ 168732 w 205773"/>
                <a:gd name="connsiteY17" fmla="*/ 155859 h 834223"/>
                <a:gd name="connsiteX18" fmla="*/ 145063 w 205773"/>
                <a:gd name="connsiteY18" fmla="*/ 225030 h 834223"/>
                <a:gd name="connsiteX19" fmla="*/ 198654 w 205773"/>
                <a:gd name="connsiteY19" fmla="*/ 302091 h 834223"/>
                <a:gd name="connsiteX20" fmla="*/ 200688 w 205773"/>
                <a:gd name="connsiteY20" fmla="*/ 344219 h 834223"/>
                <a:gd name="connsiteX21" fmla="*/ 159850 w 205773"/>
                <a:gd name="connsiteY21" fmla="*/ 416814 h 834223"/>
                <a:gd name="connsiteX22" fmla="*/ 200390 w 205773"/>
                <a:gd name="connsiteY22" fmla="*/ 487424 h 834223"/>
                <a:gd name="connsiteX23" fmla="*/ 199199 w 205773"/>
                <a:gd name="connsiteY23" fmla="*/ 529056 h 834223"/>
                <a:gd name="connsiteX24" fmla="*/ 143674 w 205773"/>
                <a:gd name="connsiteY24" fmla="*/ 613411 h 834223"/>
                <a:gd name="connsiteX25" fmla="*/ 170122 w 205773"/>
                <a:gd name="connsiteY25" fmla="*/ 695285 h 834223"/>
                <a:gd name="connsiteX26" fmla="*/ 163621 w 205773"/>
                <a:gd name="connsiteY26" fmla="*/ 731806 h 834223"/>
                <a:gd name="connsiteX27" fmla="*/ 39867 w 205773"/>
                <a:gd name="connsiteY27" fmla="*/ 834223 h 834223"/>
                <a:gd name="connsiteX28" fmla="*/ 39867 w 205773"/>
                <a:gd name="connsiteY28" fmla="*/ 754830 h 834223"/>
                <a:gd name="connsiteX29" fmla="*/ 39867 w 205773"/>
                <a:gd name="connsiteY29" fmla="*/ 754830 h 834223"/>
                <a:gd name="connsiteX30" fmla="*/ 39867 w 205773"/>
                <a:gd name="connsiteY30" fmla="*/ 79493 h 834223"/>
                <a:gd name="connsiteX31" fmla="*/ 39867 w 205773"/>
                <a:gd name="connsiteY31" fmla="*/ 79493 h 83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5773" h="834223">
                  <a:moveTo>
                    <a:pt x="39867" y="834223"/>
                  </a:moveTo>
                  <a:cubicBezTo>
                    <a:pt x="17943" y="834208"/>
                    <a:pt x="185" y="816419"/>
                    <a:pt x="202" y="794497"/>
                  </a:cubicBezTo>
                  <a:cubicBezTo>
                    <a:pt x="217" y="775334"/>
                    <a:pt x="13920" y="758914"/>
                    <a:pt x="32771" y="755475"/>
                  </a:cubicBezTo>
                  <a:cubicBezTo>
                    <a:pt x="43043" y="749173"/>
                    <a:pt x="66117" y="725703"/>
                    <a:pt x="87950" y="699454"/>
                  </a:cubicBezTo>
                  <a:lnTo>
                    <a:pt x="62445" y="620060"/>
                  </a:lnTo>
                  <a:cubicBezTo>
                    <a:pt x="58788" y="608648"/>
                    <a:pt x="60485" y="596193"/>
                    <a:pt x="67059" y="586170"/>
                  </a:cubicBezTo>
                  <a:lnTo>
                    <a:pt x="119608" y="506131"/>
                  </a:lnTo>
                  <a:lnTo>
                    <a:pt x="79911" y="437109"/>
                  </a:lnTo>
                  <a:cubicBezTo>
                    <a:pt x="72989" y="424941"/>
                    <a:pt x="72989" y="410027"/>
                    <a:pt x="79911" y="397859"/>
                  </a:cubicBezTo>
                  <a:lnTo>
                    <a:pt x="119608" y="327199"/>
                  </a:lnTo>
                  <a:lnTo>
                    <a:pt x="68399" y="253909"/>
                  </a:lnTo>
                  <a:cubicBezTo>
                    <a:pt x="61184" y="243532"/>
                    <a:pt x="59338" y="230339"/>
                    <a:pt x="63437" y="218381"/>
                  </a:cubicBezTo>
                  <a:lnTo>
                    <a:pt x="87305" y="148515"/>
                  </a:lnTo>
                  <a:cubicBezTo>
                    <a:pt x="65571" y="116410"/>
                    <a:pt x="41802" y="86688"/>
                    <a:pt x="30886" y="78401"/>
                  </a:cubicBezTo>
                  <a:cubicBezTo>
                    <a:pt x="9510" y="73530"/>
                    <a:pt x="-3870" y="52253"/>
                    <a:pt x="1001" y="30877"/>
                  </a:cubicBezTo>
                  <a:cubicBezTo>
                    <a:pt x="5130" y="12755"/>
                    <a:pt x="21281" y="-76"/>
                    <a:pt x="39867" y="0"/>
                  </a:cubicBezTo>
                  <a:cubicBezTo>
                    <a:pt x="54059" y="0"/>
                    <a:pt x="87305" y="0"/>
                    <a:pt x="164663" y="121720"/>
                  </a:cubicBezTo>
                  <a:cubicBezTo>
                    <a:pt x="171134" y="131892"/>
                    <a:pt x="172628" y="144452"/>
                    <a:pt x="168732" y="155859"/>
                  </a:cubicBezTo>
                  <a:lnTo>
                    <a:pt x="145063" y="225030"/>
                  </a:lnTo>
                  <a:lnTo>
                    <a:pt x="198654" y="302091"/>
                  </a:lnTo>
                  <a:cubicBezTo>
                    <a:pt x="207352" y="314582"/>
                    <a:pt x="208141" y="330948"/>
                    <a:pt x="200688" y="344219"/>
                  </a:cubicBezTo>
                  <a:lnTo>
                    <a:pt x="159850" y="416814"/>
                  </a:lnTo>
                  <a:lnTo>
                    <a:pt x="200390" y="487424"/>
                  </a:lnTo>
                  <a:cubicBezTo>
                    <a:pt x="207888" y="500410"/>
                    <a:pt x="207427" y="516517"/>
                    <a:pt x="199199" y="529056"/>
                  </a:cubicBezTo>
                  <a:lnTo>
                    <a:pt x="143674" y="613411"/>
                  </a:lnTo>
                  <a:lnTo>
                    <a:pt x="170122" y="695285"/>
                  </a:lnTo>
                  <a:cubicBezTo>
                    <a:pt x="174126" y="707785"/>
                    <a:pt x="171695" y="721455"/>
                    <a:pt x="163621" y="731806"/>
                  </a:cubicBezTo>
                  <a:cubicBezTo>
                    <a:pt x="83930" y="834223"/>
                    <a:pt x="51925" y="834223"/>
                    <a:pt x="39867" y="834223"/>
                  </a:cubicBezTo>
                  <a:close/>
                  <a:moveTo>
                    <a:pt x="39867" y="754830"/>
                  </a:moveTo>
                  <a:lnTo>
                    <a:pt x="39867" y="754830"/>
                  </a:lnTo>
                  <a:close/>
                  <a:moveTo>
                    <a:pt x="39867" y="79493"/>
                  </a:moveTo>
                  <a:lnTo>
                    <a:pt x="39867" y="794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3" name="Picture Placeholder 57">
            <a:extLst>
              <a:ext uri="{FF2B5EF4-FFF2-40B4-BE49-F238E27FC236}">
                <a16:creationId xmlns:a16="http://schemas.microsoft.com/office/drawing/2014/main" id="{849995D5-32A8-477B-8958-70C641975D80}"/>
              </a:ext>
            </a:extLst>
          </p:cNvPr>
          <p:cNvGrpSpPr>
            <a:grpSpLocks noChangeAspect="1"/>
          </p:cNvGrpSpPr>
          <p:nvPr/>
        </p:nvGrpSpPr>
        <p:grpSpPr>
          <a:xfrm>
            <a:off x="8208890" y="2576166"/>
            <a:ext cx="606918" cy="798646"/>
            <a:chOff x="8208890" y="2576166"/>
            <a:chExt cx="606918" cy="798646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905A598-EF50-C746-BB87-FE45411976A6}"/>
                </a:ext>
              </a:extLst>
            </p:cNvPr>
            <p:cNvSpPr/>
            <p:nvPr/>
          </p:nvSpPr>
          <p:spPr>
            <a:xfrm>
              <a:off x="8575884" y="2960783"/>
              <a:ext cx="239924" cy="405395"/>
            </a:xfrm>
            <a:custGeom>
              <a:avLst/>
              <a:gdLst>
                <a:gd name="connsiteX0" fmla="*/ 166368 w 239924"/>
                <a:gd name="connsiteY0" fmla="*/ 405395 h 405395"/>
                <a:gd name="connsiteX1" fmla="*/ 73826 w 239924"/>
                <a:gd name="connsiteY1" fmla="*/ 338854 h 405395"/>
                <a:gd name="connsiteX2" fmla="*/ 5101 w 239924"/>
                <a:gd name="connsiteY2" fmla="*/ 271618 h 405395"/>
                <a:gd name="connsiteX3" fmla="*/ 7383 w 239924"/>
                <a:gd name="connsiteY3" fmla="*/ 229093 h 405395"/>
                <a:gd name="connsiteX4" fmla="*/ 85189 w 239924"/>
                <a:gd name="connsiteY4" fmla="*/ 36465 h 405395"/>
                <a:gd name="connsiteX5" fmla="*/ 127987 w 239924"/>
                <a:gd name="connsiteY5" fmla="*/ 134 h 405395"/>
                <a:gd name="connsiteX6" fmla="*/ 149398 w 239924"/>
                <a:gd name="connsiteY6" fmla="*/ 8578 h 405395"/>
                <a:gd name="connsiteX7" fmla="*/ 236731 w 239924"/>
                <a:gd name="connsiteY7" fmla="*/ 137592 h 405395"/>
                <a:gd name="connsiteX8" fmla="*/ 227650 w 239924"/>
                <a:gd name="connsiteY8" fmla="*/ 273057 h 405395"/>
                <a:gd name="connsiteX9" fmla="*/ 200855 w 239924"/>
                <a:gd name="connsiteY9" fmla="*/ 387929 h 405395"/>
                <a:gd name="connsiteX10" fmla="*/ 171082 w 239924"/>
                <a:gd name="connsiteY10" fmla="*/ 405097 h 405395"/>
                <a:gd name="connsiteX11" fmla="*/ 166368 w 239924"/>
                <a:gd name="connsiteY11" fmla="*/ 405395 h 405395"/>
                <a:gd name="connsiteX12" fmla="*/ 91243 w 239924"/>
                <a:gd name="connsiteY12" fmla="*/ 246609 h 405395"/>
                <a:gd name="connsiteX13" fmla="*/ 143295 w 239924"/>
                <a:gd name="connsiteY13" fmla="*/ 294691 h 405395"/>
                <a:gd name="connsiteX14" fmla="*/ 160315 w 239924"/>
                <a:gd name="connsiteY14" fmla="*/ 159177 h 405395"/>
                <a:gd name="connsiteX15" fmla="*/ 147264 w 239924"/>
                <a:gd name="connsiteY15" fmla="*/ 127966 h 405395"/>
                <a:gd name="connsiteX16" fmla="*/ 91243 w 239924"/>
                <a:gd name="connsiteY16" fmla="*/ 246659 h 405395"/>
                <a:gd name="connsiteX17" fmla="*/ 72089 w 239924"/>
                <a:gd name="connsiteY17" fmla="*/ 275091 h 405395"/>
                <a:gd name="connsiteX18" fmla="*/ 72089 w 239924"/>
                <a:gd name="connsiteY18" fmla="*/ 275091 h 40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9924" h="405395">
                  <a:moveTo>
                    <a:pt x="166368" y="405395"/>
                  </a:moveTo>
                  <a:cubicBezTo>
                    <a:pt x="149795" y="405395"/>
                    <a:pt x="136596" y="396364"/>
                    <a:pt x="73826" y="338854"/>
                  </a:cubicBezTo>
                  <a:cubicBezTo>
                    <a:pt x="9914" y="280252"/>
                    <a:pt x="7681" y="276232"/>
                    <a:pt x="5101" y="271618"/>
                  </a:cubicBezTo>
                  <a:cubicBezTo>
                    <a:pt x="-2449" y="258200"/>
                    <a:pt x="-1560" y="241627"/>
                    <a:pt x="7383" y="229093"/>
                  </a:cubicBezTo>
                  <a:cubicBezTo>
                    <a:pt x="52538" y="165926"/>
                    <a:pt x="80177" y="97548"/>
                    <a:pt x="85189" y="36465"/>
                  </a:cubicBezTo>
                  <a:cubicBezTo>
                    <a:pt x="86975" y="14614"/>
                    <a:pt x="106134" y="-1652"/>
                    <a:pt x="127987" y="134"/>
                  </a:cubicBezTo>
                  <a:cubicBezTo>
                    <a:pt x="135802" y="773"/>
                    <a:pt x="143250" y="3711"/>
                    <a:pt x="149398" y="8578"/>
                  </a:cubicBezTo>
                  <a:cubicBezTo>
                    <a:pt x="190583" y="42039"/>
                    <a:pt x="220966" y="86925"/>
                    <a:pt x="236731" y="137592"/>
                  </a:cubicBezTo>
                  <a:cubicBezTo>
                    <a:pt x="239509" y="147070"/>
                    <a:pt x="245365" y="166819"/>
                    <a:pt x="227650" y="273057"/>
                  </a:cubicBezTo>
                  <a:cubicBezTo>
                    <a:pt x="210977" y="373340"/>
                    <a:pt x="204130" y="383215"/>
                    <a:pt x="200855" y="387929"/>
                  </a:cubicBezTo>
                  <a:cubicBezTo>
                    <a:pt x="194012" y="397833"/>
                    <a:pt x="183081" y="404135"/>
                    <a:pt x="171082" y="405097"/>
                  </a:cubicBezTo>
                  <a:cubicBezTo>
                    <a:pt x="169395" y="405346"/>
                    <a:pt x="167857" y="405395"/>
                    <a:pt x="166368" y="405395"/>
                  </a:cubicBezTo>
                  <a:close/>
                  <a:moveTo>
                    <a:pt x="91243" y="246609"/>
                  </a:moveTo>
                  <a:cubicBezTo>
                    <a:pt x="106129" y="260602"/>
                    <a:pt x="125679" y="278763"/>
                    <a:pt x="143295" y="294691"/>
                  </a:cubicBezTo>
                  <a:cubicBezTo>
                    <a:pt x="152574" y="244128"/>
                    <a:pt x="162746" y="176991"/>
                    <a:pt x="160315" y="159177"/>
                  </a:cubicBezTo>
                  <a:cubicBezTo>
                    <a:pt x="157015" y="148365"/>
                    <a:pt x="152643" y="137910"/>
                    <a:pt x="147264" y="127966"/>
                  </a:cubicBezTo>
                  <a:cubicBezTo>
                    <a:pt x="133758" y="169771"/>
                    <a:pt x="114931" y="209661"/>
                    <a:pt x="91243" y="246659"/>
                  </a:cubicBezTo>
                  <a:close/>
                  <a:moveTo>
                    <a:pt x="72089" y="275091"/>
                  </a:moveTo>
                  <a:cubicBezTo>
                    <a:pt x="72089" y="275091"/>
                    <a:pt x="72089" y="275091"/>
                    <a:pt x="72089" y="2750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3726F1A8-F33E-0641-8675-3477AE760038}"/>
                </a:ext>
              </a:extLst>
            </p:cNvPr>
            <p:cNvSpPr/>
            <p:nvPr/>
          </p:nvSpPr>
          <p:spPr>
            <a:xfrm>
              <a:off x="8208890" y="2967830"/>
              <a:ext cx="239944" cy="405096"/>
            </a:xfrm>
            <a:custGeom>
              <a:avLst/>
              <a:gdLst>
                <a:gd name="connsiteX0" fmla="*/ 73427 w 239944"/>
                <a:gd name="connsiteY0" fmla="*/ 405097 h 405096"/>
                <a:gd name="connsiteX1" fmla="*/ 68862 w 239944"/>
                <a:gd name="connsiteY1" fmla="*/ 405097 h 405096"/>
                <a:gd name="connsiteX2" fmla="*/ 39090 w 239944"/>
                <a:gd name="connsiteY2" fmla="*/ 387928 h 405096"/>
                <a:gd name="connsiteX3" fmla="*/ 12295 w 239944"/>
                <a:gd name="connsiteY3" fmla="*/ 273056 h 405096"/>
                <a:gd name="connsiteX4" fmla="*/ 3214 w 239944"/>
                <a:gd name="connsiteY4" fmla="*/ 137592 h 405096"/>
                <a:gd name="connsiteX5" fmla="*/ 3214 w 239944"/>
                <a:gd name="connsiteY5" fmla="*/ 137592 h 405096"/>
                <a:gd name="connsiteX6" fmla="*/ 90547 w 239944"/>
                <a:gd name="connsiteY6" fmla="*/ 8578 h 405096"/>
                <a:gd name="connsiteX7" fmla="*/ 146311 w 239944"/>
                <a:gd name="connsiteY7" fmla="*/ 15054 h 405096"/>
                <a:gd name="connsiteX8" fmla="*/ 154756 w 239944"/>
                <a:gd name="connsiteY8" fmla="*/ 36465 h 405096"/>
                <a:gd name="connsiteX9" fmla="*/ 232561 w 239944"/>
                <a:gd name="connsiteY9" fmla="*/ 229092 h 405096"/>
                <a:gd name="connsiteX10" fmla="*/ 234844 w 239944"/>
                <a:gd name="connsiteY10" fmla="*/ 271617 h 405096"/>
                <a:gd name="connsiteX11" fmla="*/ 166119 w 239944"/>
                <a:gd name="connsiteY11" fmla="*/ 338853 h 405096"/>
                <a:gd name="connsiteX12" fmla="*/ 73427 w 239944"/>
                <a:gd name="connsiteY12" fmla="*/ 405097 h 405096"/>
                <a:gd name="connsiteX13" fmla="*/ 79531 w 239944"/>
                <a:gd name="connsiteY13" fmla="*/ 158879 h 405096"/>
                <a:gd name="connsiteX14" fmla="*/ 96551 w 239944"/>
                <a:gd name="connsiteY14" fmla="*/ 294344 h 405096"/>
                <a:gd name="connsiteX15" fmla="*/ 148603 w 239944"/>
                <a:gd name="connsiteY15" fmla="*/ 246261 h 405096"/>
                <a:gd name="connsiteX16" fmla="*/ 92531 w 239944"/>
                <a:gd name="connsiteY16" fmla="*/ 127717 h 405096"/>
                <a:gd name="connsiteX17" fmla="*/ 79531 w 239944"/>
                <a:gd name="connsiteY17" fmla="*/ 158879 h 405096"/>
                <a:gd name="connsiteX18" fmla="*/ 167806 w 239944"/>
                <a:gd name="connsiteY18" fmla="*/ 274843 h 405096"/>
                <a:gd name="connsiteX19" fmla="*/ 167806 w 239944"/>
                <a:gd name="connsiteY19" fmla="*/ 274843 h 405096"/>
                <a:gd name="connsiteX20" fmla="*/ 79283 w 239944"/>
                <a:gd name="connsiteY20" fmla="*/ 159723 h 405096"/>
                <a:gd name="connsiteX21" fmla="*/ 79283 w 239944"/>
                <a:gd name="connsiteY21" fmla="*/ 159723 h 405096"/>
                <a:gd name="connsiteX22" fmla="*/ 79283 w 239944"/>
                <a:gd name="connsiteY22" fmla="*/ 159723 h 405096"/>
                <a:gd name="connsiteX23" fmla="*/ 41174 w 239944"/>
                <a:gd name="connsiteY23" fmla="*/ 148608 h 405096"/>
                <a:gd name="connsiteX24" fmla="*/ 41174 w 239944"/>
                <a:gd name="connsiteY24" fmla="*/ 148608 h 4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9944" h="405096">
                  <a:moveTo>
                    <a:pt x="73427" y="405097"/>
                  </a:moveTo>
                  <a:cubicBezTo>
                    <a:pt x="71939" y="405097"/>
                    <a:pt x="70450" y="405097"/>
                    <a:pt x="68862" y="405097"/>
                  </a:cubicBezTo>
                  <a:cubicBezTo>
                    <a:pt x="56867" y="404124"/>
                    <a:pt x="45939" y="397823"/>
                    <a:pt x="39090" y="387928"/>
                  </a:cubicBezTo>
                  <a:cubicBezTo>
                    <a:pt x="35815" y="382966"/>
                    <a:pt x="29166" y="373340"/>
                    <a:pt x="12295" y="273056"/>
                  </a:cubicBezTo>
                  <a:cubicBezTo>
                    <a:pt x="-5420" y="166818"/>
                    <a:pt x="386" y="147069"/>
                    <a:pt x="3214" y="137592"/>
                  </a:cubicBezTo>
                  <a:lnTo>
                    <a:pt x="3214" y="137592"/>
                  </a:lnTo>
                  <a:cubicBezTo>
                    <a:pt x="18978" y="86924"/>
                    <a:pt x="49360" y="42039"/>
                    <a:pt x="90547" y="8578"/>
                  </a:cubicBezTo>
                  <a:cubicBezTo>
                    <a:pt x="107734" y="-5033"/>
                    <a:pt x="132700" y="-2134"/>
                    <a:pt x="146311" y="15054"/>
                  </a:cubicBezTo>
                  <a:cubicBezTo>
                    <a:pt x="151179" y="21200"/>
                    <a:pt x="154117" y="28651"/>
                    <a:pt x="154756" y="36465"/>
                  </a:cubicBezTo>
                  <a:cubicBezTo>
                    <a:pt x="159718" y="97498"/>
                    <a:pt x="187406" y="165925"/>
                    <a:pt x="232561" y="229092"/>
                  </a:cubicBezTo>
                  <a:cubicBezTo>
                    <a:pt x="241504" y="241627"/>
                    <a:pt x="242394" y="258200"/>
                    <a:pt x="234844" y="271617"/>
                  </a:cubicBezTo>
                  <a:cubicBezTo>
                    <a:pt x="232263" y="276232"/>
                    <a:pt x="229882" y="280202"/>
                    <a:pt x="166119" y="338853"/>
                  </a:cubicBezTo>
                  <a:cubicBezTo>
                    <a:pt x="103349" y="396016"/>
                    <a:pt x="90050" y="405097"/>
                    <a:pt x="73427" y="405097"/>
                  </a:cubicBezTo>
                  <a:close/>
                  <a:moveTo>
                    <a:pt x="79531" y="158879"/>
                  </a:moveTo>
                  <a:cubicBezTo>
                    <a:pt x="77099" y="176693"/>
                    <a:pt x="87272" y="243830"/>
                    <a:pt x="96551" y="294344"/>
                  </a:cubicBezTo>
                  <a:cubicBezTo>
                    <a:pt x="114166" y="278465"/>
                    <a:pt x="133717" y="260304"/>
                    <a:pt x="148603" y="246261"/>
                  </a:cubicBezTo>
                  <a:cubicBezTo>
                    <a:pt x="124915" y="209309"/>
                    <a:pt x="106070" y="169468"/>
                    <a:pt x="92531" y="127717"/>
                  </a:cubicBezTo>
                  <a:cubicBezTo>
                    <a:pt x="87173" y="137646"/>
                    <a:pt x="82819" y="148087"/>
                    <a:pt x="79531" y="158879"/>
                  </a:cubicBezTo>
                  <a:close/>
                  <a:moveTo>
                    <a:pt x="167806" y="274843"/>
                  </a:moveTo>
                  <a:lnTo>
                    <a:pt x="167806" y="274843"/>
                  </a:lnTo>
                  <a:close/>
                  <a:moveTo>
                    <a:pt x="79283" y="159723"/>
                  </a:moveTo>
                  <a:lnTo>
                    <a:pt x="79283" y="159723"/>
                  </a:lnTo>
                  <a:lnTo>
                    <a:pt x="79283" y="159723"/>
                  </a:lnTo>
                  <a:close/>
                  <a:moveTo>
                    <a:pt x="41174" y="148608"/>
                  </a:moveTo>
                  <a:lnTo>
                    <a:pt x="41174" y="148608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D3A5BF02-3292-AE45-BB15-770544CC2A80}"/>
                </a:ext>
              </a:extLst>
            </p:cNvPr>
            <p:cNvSpPr/>
            <p:nvPr/>
          </p:nvSpPr>
          <p:spPr>
            <a:xfrm>
              <a:off x="8322837" y="2576166"/>
              <a:ext cx="377089" cy="656631"/>
            </a:xfrm>
            <a:custGeom>
              <a:avLst/>
              <a:gdLst>
                <a:gd name="connsiteX0" fmla="*/ 374756 w 377089"/>
                <a:gd name="connsiteY0" fmla="*/ 449465 h 656631"/>
                <a:gd name="connsiteX1" fmla="*/ 258892 w 377089"/>
                <a:gd name="connsiteY1" fmla="*/ 79394 h 656631"/>
                <a:gd name="connsiteX2" fmla="*/ 188778 w 377089"/>
                <a:gd name="connsiteY2" fmla="*/ 1 h 656631"/>
                <a:gd name="connsiteX3" fmla="*/ 119309 w 377089"/>
                <a:gd name="connsiteY3" fmla="*/ 79394 h 656631"/>
                <a:gd name="connsiteX4" fmla="*/ 3047 w 377089"/>
                <a:gd name="connsiteY4" fmla="*/ 449366 h 656631"/>
                <a:gd name="connsiteX5" fmla="*/ 99609 w 377089"/>
                <a:gd name="connsiteY5" fmla="*/ 656632 h 656631"/>
                <a:gd name="connsiteX6" fmla="*/ 278244 w 377089"/>
                <a:gd name="connsiteY6" fmla="*/ 656632 h 656631"/>
                <a:gd name="connsiteX7" fmla="*/ 374756 w 377089"/>
                <a:gd name="connsiteY7" fmla="*/ 449465 h 65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7089" h="656631">
                  <a:moveTo>
                    <a:pt x="374756" y="449465"/>
                  </a:moveTo>
                  <a:cubicBezTo>
                    <a:pt x="393017" y="277629"/>
                    <a:pt x="299333" y="133729"/>
                    <a:pt x="258892" y="79394"/>
                  </a:cubicBezTo>
                  <a:cubicBezTo>
                    <a:pt x="258892" y="79394"/>
                    <a:pt x="197610" y="-346"/>
                    <a:pt x="188778" y="1"/>
                  </a:cubicBezTo>
                  <a:cubicBezTo>
                    <a:pt x="176720" y="348"/>
                    <a:pt x="119309" y="79394"/>
                    <a:pt x="119309" y="79394"/>
                  </a:cubicBezTo>
                  <a:cubicBezTo>
                    <a:pt x="61798" y="156654"/>
                    <a:pt x="-16453" y="330177"/>
                    <a:pt x="3047" y="449366"/>
                  </a:cubicBezTo>
                  <a:cubicBezTo>
                    <a:pt x="22548" y="568555"/>
                    <a:pt x="99609" y="656632"/>
                    <a:pt x="99609" y="656632"/>
                  </a:cubicBezTo>
                  <a:lnTo>
                    <a:pt x="278244" y="656632"/>
                  </a:lnTo>
                  <a:cubicBezTo>
                    <a:pt x="278244" y="656632"/>
                    <a:pt x="355355" y="563543"/>
                    <a:pt x="374756" y="449465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C8E0EDA2-269F-874B-8EBE-D083C6BB12DC}"/>
                </a:ext>
              </a:extLst>
            </p:cNvPr>
            <p:cNvSpPr/>
            <p:nvPr/>
          </p:nvSpPr>
          <p:spPr>
            <a:xfrm>
              <a:off x="8468495" y="3007619"/>
              <a:ext cx="79393" cy="367193"/>
            </a:xfrm>
            <a:custGeom>
              <a:avLst/>
              <a:gdLst>
                <a:gd name="connsiteX0" fmla="*/ 39697 w 79393"/>
                <a:gd name="connsiteY0" fmla="*/ 367193 h 367193"/>
                <a:gd name="connsiteX1" fmla="*/ 0 w 79393"/>
                <a:gd name="connsiteY1" fmla="*/ 327497 h 367193"/>
                <a:gd name="connsiteX2" fmla="*/ 0 w 79393"/>
                <a:gd name="connsiteY2" fmla="*/ 39697 h 367193"/>
                <a:gd name="connsiteX3" fmla="*/ 39697 w 79393"/>
                <a:gd name="connsiteY3" fmla="*/ 0 h 367193"/>
                <a:gd name="connsiteX4" fmla="*/ 79393 w 79393"/>
                <a:gd name="connsiteY4" fmla="*/ 39697 h 367193"/>
                <a:gd name="connsiteX5" fmla="*/ 79393 w 79393"/>
                <a:gd name="connsiteY5" fmla="*/ 327497 h 367193"/>
                <a:gd name="connsiteX6" fmla="*/ 39697 w 79393"/>
                <a:gd name="connsiteY6" fmla="*/ 367193 h 36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193">
                  <a:moveTo>
                    <a:pt x="39697" y="367193"/>
                  </a:moveTo>
                  <a:cubicBezTo>
                    <a:pt x="17773" y="367193"/>
                    <a:pt x="0" y="349419"/>
                    <a:pt x="0" y="327497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327497"/>
                  </a:lnTo>
                  <a:cubicBezTo>
                    <a:pt x="79393" y="349419"/>
                    <a:pt x="61621" y="367193"/>
                    <a:pt x="39697" y="3671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C5B81C4-14D9-F848-8BAC-C3995898CA7F}"/>
                </a:ext>
              </a:extLst>
            </p:cNvPr>
            <p:cNvSpPr/>
            <p:nvPr/>
          </p:nvSpPr>
          <p:spPr>
            <a:xfrm>
              <a:off x="8410984" y="2772864"/>
              <a:ext cx="203048" cy="203047"/>
            </a:xfrm>
            <a:custGeom>
              <a:avLst/>
              <a:gdLst>
                <a:gd name="connsiteX0" fmla="*/ 101574 w 203048"/>
                <a:gd name="connsiteY0" fmla="*/ 203048 h 203047"/>
                <a:gd name="connsiteX1" fmla="*/ 0 w 203048"/>
                <a:gd name="connsiteY1" fmla="*/ 101574 h 203047"/>
                <a:gd name="connsiteX2" fmla="*/ 101474 w 203048"/>
                <a:gd name="connsiteY2" fmla="*/ 0 h 203047"/>
                <a:gd name="connsiteX3" fmla="*/ 203048 w 203048"/>
                <a:gd name="connsiteY3" fmla="*/ 101474 h 203047"/>
                <a:gd name="connsiteX4" fmla="*/ 203048 w 203048"/>
                <a:gd name="connsiteY4" fmla="*/ 101524 h 203047"/>
                <a:gd name="connsiteX5" fmla="*/ 101574 w 203048"/>
                <a:gd name="connsiteY5" fmla="*/ 203048 h 203047"/>
                <a:gd name="connsiteX6" fmla="*/ 101574 w 203048"/>
                <a:gd name="connsiteY6" fmla="*/ 79393 h 203047"/>
                <a:gd name="connsiteX7" fmla="*/ 79393 w 203048"/>
                <a:gd name="connsiteY7" fmla="*/ 101474 h 203047"/>
                <a:gd name="connsiteX8" fmla="*/ 101474 w 203048"/>
                <a:gd name="connsiteY8" fmla="*/ 123655 h 203047"/>
                <a:gd name="connsiteX9" fmla="*/ 123655 w 203048"/>
                <a:gd name="connsiteY9" fmla="*/ 101574 h 203047"/>
                <a:gd name="connsiteX10" fmla="*/ 123655 w 203048"/>
                <a:gd name="connsiteY10" fmla="*/ 101524 h 203047"/>
                <a:gd name="connsiteX11" fmla="*/ 101574 w 203048"/>
                <a:gd name="connsiteY11" fmla="*/ 79393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3048" h="203047">
                  <a:moveTo>
                    <a:pt x="101574" y="203048"/>
                  </a:moveTo>
                  <a:cubicBezTo>
                    <a:pt x="45504" y="203075"/>
                    <a:pt x="27" y="157643"/>
                    <a:pt x="0" y="101574"/>
                  </a:cubicBezTo>
                  <a:cubicBezTo>
                    <a:pt x="-27" y="45504"/>
                    <a:pt x="45404" y="27"/>
                    <a:pt x="101474" y="0"/>
                  </a:cubicBezTo>
                  <a:cubicBezTo>
                    <a:pt x="157544" y="-27"/>
                    <a:pt x="203018" y="45404"/>
                    <a:pt x="203048" y="101474"/>
                  </a:cubicBezTo>
                  <a:cubicBezTo>
                    <a:pt x="203048" y="101491"/>
                    <a:pt x="203048" y="101508"/>
                    <a:pt x="203048" y="101524"/>
                  </a:cubicBezTo>
                  <a:cubicBezTo>
                    <a:pt x="202964" y="157541"/>
                    <a:pt x="157591" y="202939"/>
                    <a:pt x="101574" y="203048"/>
                  </a:cubicBezTo>
                  <a:close/>
                  <a:moveTo>
                    <a:pt x="101574" y="79393"/>
                  </a:moveTo>
                  <a:cubicBezTo>
                    <a:pt x="89351" y="79366"/>
                    <a:pt x="79421" y="89252"/>
                    <a:pt x="79393" y="101474"/>
                  </a:cubicBezTo>
                  <a:cubicBezTo>
                    <a:pt x="79366" y="113697"/>
                    <a:pt x="89252" y="123627"/>
                    <a:pt x="101474" y="123655"/>
                  </a:cubicBezTo>
                  <a:cubicBezTo>
                    <a:pt x="113697" y="123682"/>
                    <a:pt x="123628" y="113796"/>
                    <a:pt x="123655" y="101574"/>
                  </a:cubicBezTo>
                  <a:cubicBezTo>
                    <a:pt x="123655" y="101557"/>
                    <a:pt x="123655" y="101540"/>
                    <a:pt x="123655" y="101524"/>
                  </a:cubicBezTo>
                  <a:cubicBezTo>
                    <a:pt x="123655" y="89321"/>
                    <a:pt x="113777" y="79420"/>
                    <a:pt x="10157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09" name="Picture Placeholder 59">
            <a:extLst>
              <a:ext uri="{FF2B5EF4-FFF2-40B4-BE49-F238E27FC236}">
                <a16:creationId xmlns:a16="http://schemas.microsoft.com/office/drawing/2014/main" id="{F603B64F-215F-453E-8463-93F44B5515EF}"/>
              </a:ext>
            </a:extLst>
          </p:cNvPr>
          <p:cNvGrpSpPr>
            <a:grpSpLocks noChangeAspect="1"/>
          </p:cNvGrpSpPr>
          <p:nvPr/>
        </p:nvGrpSpPr>
        <p:grpSpPr>
          <a:xfrm>
            <a:off x="9413102" y="2539349"/>
            <a:ext cx="833386" cy="832337"/>
            <a:chOff x="9413102" y="2539349"/>
            <a:chExt cx="833386" cy="832337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7DCBB394-6E05-A443-8AC7-858F3826948B}"/>
                </a:ext>
              </a:extLst>
            </p:cNvPr>
            <p:cNvSpPr/>
            <p:nvPr/>
          </p:nvSpPr>
          <p:spPr>
            <a:xfrm>
              <a:off x="9413102" y="2720948"/>
              <a:ext cx="367248" cy="414493"/>
            </a:xfrm>
            <a:custGeom>
              <a:avLst/>
              <a:gdLst>
                <a:gd name="connsiteX0" fmla="*/ 39746 w 367248"/>
                <a:gd name="connsiteY0" fmla="*/ 414494 h 414493"/>
                <a:gd name="connsiteX1" fmla="*/ 0 w 367248"/>
                <a:gd name="connsiteY1" fmla="*/ 374847 h 414493"/>
                <a:gd name="connsiteX2" fmla="*/ 50 w 367248"/>
                <a:gd name="connsiteY2" fmla="*/ 372812 h 414493"/>
                <a:gd name="connsiteX3" fmla="*/ 5012 w 367248"/>
                <a:gd name="connsiteY3" fmla="*/ 273571 h 414493"/>
                <a:gd name="connsiteX4" fmla="*/ 19253 w 367248"/>
                <a:gd name="connsiteY4" fmla="*/ 245089 h 414493"/>
                <a:gd name="connsiteX5" fmla="*/ 302091 w 367248"/>
                <a:gd name="connsiteY5" fmla="*/ 9242 h 414493"/>
                <a:gd name="connsiteX6" fmla="*/ 358008 w 367248"/>
                <a:gd name="connsiteY6" fmla="*/ 14236 h 414493"/>
                <a:gd name="connsiteX7" fmla="*/ 367243 w 367248"/>
                <a:gd name="connsiteY7" fmla="*/ 40354 h 414493"/>
                <a:gd name="connsiteX8" fmla="*/ 364117 w 367248"/>
                <a:gd name="connsiteY8" fmla="*/ 229260 h 414493"/>
                <a:gd name="connsiteX9" fmla="*/ 342532 w 367248"/>
                <a:gd name="connsiteY9" fmla="*/ 263994 h 414493"/>
                <a:gd name="connsiteX10" fmla="*/ 57858 w 367248"/>
                <a:gd name="connsiteY10" fmla="*/ 410127 h 414493"/>
                <a:gd name="connsiteX11" fmla="*/ 39746 w 367248"/>
                <a:gd name="connsiteY11" fmla="*/ 414494 h 414493"/>
                <a:gd name="connsiteX12" fmla="*/ 83462 w 367248"/>
                <a:gd name="connsiteY12" fmla="*/ 294908 h 414493"/>
                <a:gd name="connsiteX13" fmla="*/ 82817 w 367248"/>
                <a:gd name="connsiteY13" fmla="*/ 308057 h 414493"/>
                <a:gd name="connsiteX14" fmla="*/ 285220 w 367248"/>
                <a:gd name="connsiteY14" fmla="*/ 204152 h 414493"/>
                <a:gd name="connsiteX15" fmla="*/ 286510 w 367248"/>
                <a:gd name="connsiteY15" fmla="*/ 125701 h 41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7248" h="414493">
                  <a:moveTo>
                    <a:pt x="39746" y="414494"/>
                  </a:moveTo>
                  <a:cubicBezTo>
                    <a:pt x="17822" y="414523"/>
                    <a:pt x="27" y="396769"/>
                    <a:pt x="0" y="374847"/>
                  </a:cubicBezTo>
                  <a:cubicBezTo>
                    <a:pt x="-1" y="374167"/>
                    <a:pt x="16" y="373492"/>
                    <a:pt x="50" y="372812"/>
                  </a:cubicBezTo>
                  <a:lnTo>
                    <a:pt x="5012" y="273571"/>
                  </a:lnTo>
                  <a:cubicBezTo>
                    <a:pt x="5576" y="262506"/>
                    <a:pt x="10739" y="252179"/>
                    <a:pt x="19253" y="245089"/>
                  </a:cubicBezTo>
                  <a:lnTo>
                    <a:pt x="302091" y="9242"/>
                  </a:lnTo>
                  <a:cubicBezTo>
                    <a:pt x="318912" y="-4820"/>
                    <a:pt x="343946" y="-2584"/>
                    <a:pt x="358008" y="14236"/>
                  </a:cubicBezTo>
                  <a:cubicBezTo>
                    <a:pt x="364123" y="21551"/>
                    <a:pt x="367401" y="30822"/>
                    <a:pt x="367243" y="40354"/>
                  </a:cubicBezTo>
                  <a:lnTo>
                    <a:pt x="364117" y="229260"/>
                  </a:lnTo>
                  <a:cubicBezTo>
                    <a:pt x="363898" y="243938"/>
                    <a:pt x="355596" y="257298"/>
                    <a:pt x="342532" y="263994"/>
                  </a:cubicBezTo>
                  <a:lnTo>
                    <a:pt x="57858" y="410127"/>
                  </a:lnTo>
                  <a:cubicBezTo>
                    <a:pt x="52253" y="413000"/>
                    <a:pt x="46044" y="414494"/>
                    <a:pt x="39746" y="414494"/>
                  </a:cubicBezTo>
                  <a:close/>
                  <a:moveTo>
                    <a:pt x="83462" y="294908"/>
                  </a:moveTo>
                  <a:lnTo>
                    <a:pt x="82817" y="308057"/>
                  </a:lnTo>
                  <a:lnTo>
                    <a:pt x="285220" y="204152"/>
                  </a:lnTo>
                  <a:lnTo>
                    <a:pt x="286510" y="12570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C501AD6-3E2E-4343-B333-1DEA44EEDD1F}"/>
                </a:ext>
              </a:extLst>
            </p:cNvPr>
            <p:cNvSpPr/>
            <p:nvPr/>
          </p:nvSpPr>
          <p:spPr>
            <a:xfrm>
              <a:off x="9884323" y="2720651"/>
              <a:ext cx="362165" cy="414394"/>
            </a:xfrm>
            <a:custGeom>
              <a:avLst/>
              <a:gdLst>
                <a:gd name="connsiteX0" fmla="*/ 322463 w 362165"/>
                <a:gd name="connsiteY0" fmla="*/ 414246 h 414394"/>
                <a:gd name="connsiteX1" fmla="*/ 304103 w 362165"/>
                <a:gd name="connsiteY1" fmla="*/ 409730 h 414394"/>
                <a:gd name="connsiteX2" fmla="*/ 24391 w 362165"/>
                <a:gd name="connsiteY2" fmla="*/ 263498 h 414394"/>
                <a:gd name="connsiteX3" fmla="*/ 7127 w 362165"/>
                <a:gd name="connsiteY3" fmla="*/ 210079 h 414394"/>
                <a:gd name="connsiteX4" fmla="*/ 60545 w 362165"/>
                <a:gd name="connsiteY4" fmla="*/ 192815 h 414394"/>
                <a:gd name="connsiteX5" fmla="*/ 61160 w 362165"/>
                <a:gd name="connsiteY5" fmla="*/ 193136 h 414394"/>
                <a:gd name="connsiteX6" fmla="*/ 279194 w 362165"/>
                <a:gd name="connsiteY6" fmla="*/ 307263 h 414394"/>
                <a:gd name="connsiteX7" fmla="*/ 278747 w 362165"/>
                <a:gd name="connsiteY7" fmla="*/ 299374 h 414394"/>
                <a:gd name="connsiteX8" fmla="*/ 13624 w 362165"/>
                <a:gd name="connsiteY8" fmla="*/ 69630 h 414394"/>
                <a:gd name="connsiteX9" fmla="*/ 9763 w 362165"/>
                <a:gd name="connsiteY9" fmla="*/ 13623 h 414394"/>
                <a:gd name="connsiteX10" fmla="*/ 65626 w 362165"/>
                <a:gd name="connsiteY10" fmla="*/ 9638 h 414394"/>
                <a:gd name="connsiteX11" fmla="*/ 343502 w 362165"/>
                <a:gd name="connsiteY11" fmla="*/ 250448 h 414394"/>
                <a:gd name="connsiteX12" fmla="*/ 357148 w 362165"/>
                <a:gd name="connsiteY12" fmla="*/ 278334 h 414394"/>
                <a:gd name="connsiteX13" fmla="*/ 362110 w 362165"/>
                <a:gd name="connsiteY13" fmla="*/ 372614 h 414394"/>
                <a:gd name="connsiteX14" fmla="*/ 324552 w 362165"/>
                <a:gd name="connsiteY14" fmla="*/ 414340 h 414394"/>
                <a:gd name="connsiteX15" fmla="*/ 322413 w 362165"/>
                <a:gd name="connsiteY15" fmla="*/ 414394 h 41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2165" h="414394">
                  <a:moveTo>
                    <a:pt x="322463" y="414246"/>
                  </a:moveTo>
                  <a:cubicBezTo>
                    <a:pt x="316067" y="414251"/>
                    <a:pt x="309765" y="412702"/>
                    <a:pt x="304103" y="409730"/>
                  </a:cubicBezTo>
                  <a:lnTo>
                    <a:pt x="24391" y="263498"/>
                  </a:lnTo>
                  <a:cubicBezTo>
                    <a:pt x="4872" y="253514"/>
                    <a:pt x="-2857" y="229598"/>
                    <a:pt x="7127" y="210079"/>
                  </a:cubicBezTo>
                  <a:cubicBezTo>
                    <a:pt x="17112" y="190560"/>
                    <a:pt x="41029" y="182831"/>
                    <a:pt x="60545" y="192815"/>
                  </a:cubicBezTo>
                  <a:cubicBezTo>
                    <a:pt x="60753" y="192920"/>
                    <a:pt x="60957" y="193027"/>
                    <a:pt x="61160" y="193136"/>
                  </a:cubicBezTo>
                  <a:lnTo>
                    <a:pt x="279194" y="307263"/>
                  </a:lnTo>
                  <a:lnTo>
                    <a:pt x="278747" y="299374"/>
                  </a:lnTo>
                  <a:lnTo>
                    <a:pt x="13624" y="69630"/>
                  </a:lnTo>
                  <a:cubicBezTo>
                    <a:pt x="-2908" y="55229"/>
                    <a:pt x="-4635" y="30155"/>
                    <a:pt x="9763" y="13623"/>
                  </a:cubicBezTo>
                  <a:cubicBezTo>
                    <a:pt x="24113" y="-2852"/>
                    <a:pt x="49083" y="-4632"/>
                    <a:pt x="65626" y="9638"/>
                  </a:cubicBezTo>
                  <a:lnTo>
                    <a:pt x="343502" y="250448"/>
                  </a:lnTo>
                  <a:cubicBezTo>
                    <a:pt x="351650" y="257505"/>
                    <a:pt x="356572" y="267572"/>
                    <a:pt x="357148" y="278334"/>
                  </a:cubicBezTo>
                  <a:lnTo>
                    <a:pt x="362110" y="372614"/>
                  </a:lnTo>
                  <a:cubicBezTo>
                    <a:pt x="363261" y="394506"/>
                    <a:pt x="346445" y="413189"/>
                    <a:pt x="324552" y="414340"/>
                  </a:cubicBezTo>
                  <a:cubicBezTo>
                    <a:pt x="323838" y="414380"/>
                    <a:pt x="323128" y="414394"/>
                    <a:pt x="322413" y="41439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93AD21DA-C69B-314F-8F89-91B2FEBF778F}"/>
                </a:ext>
              </a:extLst>
            </p:cNvPr>
            <p:cNvSpPr/>
            <p:nvPr/>
          </p:nvSpPr>
          <p:spPr>
            <a:xfrm>
              <a:off x="9502431" y="3095702"/>
              <a:ext cx="272957" cy="275984"/>
            </a:xfrm>
            <a:custGeom>
              <a:avLst/>
              <a:gdLst>
                <a:gd name="connsiteX0" fmla="*/ 39685 w 272957"/>
                <a:gd name="connsiteY0" fmla="*/ 275984 h 275984"/>
                <a:gd name="connsiteX1" fmla="*/ 0 w 272957"/>
                <a:gd name="connsiteY1" fmla="*/ 236278 h 275984"/>
                <a:gd name="connsiteX2" fmla="*/ 11202 w 272957"/>
                <a:gd name="connsiteY2" fmla="*/ 208649 h 275984"/>
                <a:gd name="connsiteX3" fmla="*/ 201597 w 272957"/>
                <a:gd name="connsiteY3" fmla="*/ 12101 h 275984"/>
                <a:gd name="connsiteX4" fmla="*/ 257729 w 272957"/>
                <a:gd name="connsiteY4" fmla="*/ 11158 h 275984"/>
                <a:gd name="connsiteX5" fmla="*/ 269826 w 272957"/>
                <a:gd name="connsiteY5" fmla="*/ 39095 h 275984"/>
                <a:gd name="connsiteX6" fmla="*/ 272952 w 272957"/>
                <a:gd name="connsiteY6" fmla="*/ 232616 h 275984"/>
                <a:gd name="connsiteX7" fmla="*/ 233910 w 272957"/>
                <a:gd name="connsiteY7" fmla="*/ 272957 h 275984"/>
                <a:gd name="connsiteX8" fmla="*/ 233851 w 272957"/>
                <a:gd name="connsiteY8" fmla="*/ 272957 h 275984"/>
                <a:gd name="connsiteX9" fmla="*/ 40330 w 272957"/>
                <a:gd name="connsiteY9" fmla="*/ 275984 h 275984"/>
                <a:gd name="connsiteX10" fmla="*/ 191971 w 272957"/>
                <a:gd name="connsiteY10" fmla="*/ 136153 h 275984"/>
                <a:gd name="connsiteX11" fmla="*/ 134857 w 272957"/>
                <a:gd name="connsiteY11" fmla="*/ 195102 h 275984"/>
                <a:gd name="connsiteX12" fmla="*/ 192914 w 272957"/>
                <a:gd name="connsiteY12" fmla="*/ 194209 h 27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57" h="275984">
                  <a:moveTo>
                    <a:pt x="39685" y="275984"/>
                  </a:moveTo>
                  <a:cubicBezTo>
                    <a:pt x="17761" y="275979"/>
                    <a:pt x="-6" y="258200"/>
                    <a:pt x="0" y="236278"/>
                  </a:cubicBezTo>
                  <a:cubicBezTo>
                    <a:pt x="3" y="225961"/>
                    <a:pt x="4021" y="216052"/>
                    <a:pt x="11202" y="208649"/>
                  </a:cubicBezTo>
                  <a:lnTo>
                    <a:pt x="201597" y="12101"/>
                  </a:lnTo>
                  <a:cubicBezTo>
                    <a:pt x="216838" y="-3658"/>
                    <a:pt x="241969" y="-4080"/>
                    <a:pt x="257729" y="11158"/>
                  </a:cubicBezTo>
                  <a:cubicBezTo>
                    <a:pt x="265313" y="18492"/>
                    <a:pt x="269666" y="28546"/>
                    <a:pt x="269826" y="39095"/>
                  </a:cubicBezTo>
                  <a:lnTo>
                    <a:pt x="272952" y="232616"/>
                  </a:lnTo>
                  <a:cubicBezTo>
                    <a:pt x="273311" y="254538"/>
                    <a:pt x="255831" y="272600"/>
                    <a:pt x="233910" y="272957"/>
                  </a:cubicBezTo>
                  <a:cubicBezTo>
                    <a:pt x="233890" y="272957"/>
                    <a:pt x="233871" y="272957"/>
                    <a:pt x="233851" y="272957"/>
                  </a:cubicBezTo>
                  <a:lnTo>
                    <a:pt x="40330" y="275984"/>
                  </a:lnTo>
                  <a:close/>
                  <a:moveTo>
                    <a:pt x="191971" y="136153"/>
                  </a:moveTo>
                  <a:lnTo>
                    <a:pt x="134857" y="195102"/>
                  </a:lnTo>
                  <a:lnTo>
                    <a:pt x="192914" y="19420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581C89A-C5A2-2F44-9CC0-7C558A468089}"/>
                </a:ext>
              </a:extLst>
            </p:cNvPr>
            <p:cNvSpPr/>
            <p:nvPr/>
          </p:nvSpPr>
          <p:spPr>
            <a:xfrm>
              <a:off x="9883600" y="3094071"/>
              <a:ext cx="262882" cy="275779"/>
            </a:xfrm>
            <a:custGeom>
              <a:avLst/>
              <a:gdLst>
                <a:gd name="connsiteX0" fmla="*/ 223249 w 262882"/>
                <a:gd name="connsiteY0" fmla="*/ 275779 h 275779"/>
                <a:gd name="connsiteX1" fmla="*/ 222604 w 262882"/>
                <a:gd name="connsiteY1" fmla="*/ 275779 h 275779"/>
                <a:gd name="connsiteX2" fmla="*/ 39007 w 262882"/>
                <a:gd name="connsiteY2" fmla="*/ 272802 h 275779"/>
                <a:gd name="connsiteX3" fmla="*/ 5 w 262882"/>
                <a:gd name="connsiteY3" fmla="*/ 232460 h 275779"/>
                <a:gd name="connsiteX4" fmla="*/ 3132 w 262882"/>
                <a:gd name="connsiteY4" fmla="*/ 38940 h 275779"/>
                <a:gd name="connsiteX5" fmla="*/ 43577 w 262882"/>
                <a:gd name="connsiteY5" fmla="*/ 7 h 275779"/>
                <a:gd name="connsiteX6" fmla="*/ 72005 w 262882"/>
                <a:gd name="connsiteY6" fmla="*/ 12790 h 275779"/>
                <a:gd name="connsiteX7" fmla="*/ 252476 w 262882"/>
                <a:gd name="connsiteY7" fmla="*/ 209288 h 275779"/>
                <a:gd name="connsiteX8" fmla="*/ 249980 w 262882"/>
                <a:gd name="connsiteY8" fmla="*/ 265374 h 275779"/>
                <a:gd name="connsiteX9" fmla="*/ 223249 w 262882"/>
                <a:gd name="connsiteY9" fmla="*/ 275779 h 275779"/>
                <a:gd name="connsiteX10" fmla="*/ 79944 w 262882"/>
                <a:gd name="connsiteY10" fmla="*/ 194054 h 275779"/>
                <a:gd name="connsiteX11" fmla="*/ 131500 w 262882"/>
                <a:gd name="connsiteY11" fmla="*/ 194898 h 275779"/>
                <a:gd name="connsiteX12" fmla="*/ 80838 w 262882"/>
                <a:gd name="connsiteY12" fmla="*/ 139719 h 2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2882" h="275779">
                  <a:moveTo>
                    <a:pt x="223249" y="275779"/>
                  </a:moveTo>
                  <a:lnTo>
                    <a:pt x="222604" y="275779"/>
                  </a:lnTo>
                  <a:lnTo>
                    <a:pt x="39007" y="272802"/>
                  </a:lnTo>
                  <a:cubicBezTo>
                    <a:pt x="17100" y="272420"/>
                    <a:pt x="-354" y="254368"/>
                    <a:pt x="5" y="232460"/>
                  </a:cubicBezTo>
                  <a:lnTo>
                    <a:pt x="3132" y="38940"/>
                  </a:lnTo>
                  <a:cubicBezTo>
                    <a:pt x="3551" y="17022"/>
                    <a:pt x="21660" y="-410"/>
                    <a:pt x="43577" y="7"/>
                  </a:cubicBezTo>
                  <a:cubicBezTo>
                    <a:pt x="54400" y="216"/>
                    <a:pt x="64666" y="4830"/>
                    <a:pt x="72005" y="12790"/>
                  </a:cubicBezTo>
                  <a:lnTo>
                    <a:pt x="252476" y="209288"/>
                  </a:lnTo>
                  <a:cubicBezTo>
                    <a:pt x="267273" y="225464"/>
                    <a:pt x="266156" y="250572"/>
                    <a:pt x="249980" y="265374"/>
                  </a:cubicBezTo>
                  <a:cubicBezTo>
                    <a:pt x="242681" y="272053"/>
                    <a:pt x="233149" y="275764"/>
                    <a:pt x="223249" y="275779"/>
                  </a:cubicBezTo>
                  <a:close/>
                  <a:moveTo>
                    <a:pt x="79944" y="194054"/>
                  </a:moveTo>
                  <a:lnTo>
                    <a:pt x="131500" y="194898"/>
                  </a:lnTo>
                  <a:lnTo>
                    <a:pt x="80838" y="13971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F4409E3-4F69-AE41-9A3D-96C54C22083E}"/>
                </a:ext>
              </a:extLst>
            </p:cNvPr>
            <p:cNvSpPr/>
            <p:nvPr/>
          </p:nvSpPr>
          <p:spPr>
            <a:xfrm>
              <a:off x="9700683" y="2539349"/>
              <a:ext cx="263299" cy="829310"/>
            </a:xfrm>
            <a:custGeom>
              <a:avLst/>
              <a:gdLst>
                <a:gd name="connsiteX0" fmla="*/ 223562 w 263299"/>
                <a:gd name="connsiteY0" fmla="*/ 829311 h 829310"/>
                <a:gd name="connsiteX1" fmla="*/ 39966 w 263299"/>
                <a:gd name="connsiteY1" fmla="*/ 829311 h 829310"/>
                <a:gd name="connsiteX2" fmla="*/ 269 w 263299"/>
                <a:gd name="connsiteY2" fmla="*/ 789614 h 829310"/>
                <a:gd name="connsiteX3" fmla="*/ 269 w 263299"/>
                <a:gd name="connsiteY3" fmla="*/ 136209 h 829310"/>
                <a:gd name="connsiteX4" fmla="*/ 31679 w 263299"/>
                <a:gd name="connsiteY4" fmla="*/ 38803 h 829310"/>
                <a:gd name="connsiteX5" fmla="*/ 129382 w 263299"/>
                <a:gd name="connsiteY5" fmla="*/ 0 h 829310"/>
                <a:gd name="connsiteX6" fmla="*/ 227780 w 263299"/>
                <a:gd name="connsiteY6" fmla="*/ 38158 h 829310"/>
                <a:gd name="connsiteX7" fmla="*/ 263259 w 263299"/>
                <a:gd name="connsiteY7" fmla="*/ 135365 h 829310"/>
                <a:gd name="connsiteX8" fmla="*/ 263259 w 263299"/>
                <a:gd name="connsiteY8" fmla="*/ 789614 h 829310"/>
                <a:gd name="connsiteX9" fmla="*/ 223562 w 263299"/>
                <a:gd name="connsiteY9" fmla="*/ 829311 h 829310"/>
                <a:gd name="connsiteX10" fmla="*/ 79662 w 263299"/>
                <a:gd name="connsiteY10" fmla="*/ 749917 h 829310"/>
                <a:gd name="connsiteX11" fmla="*/ 183866 w 263299"/>
                <a:gd name="connsiteY11" fmla="*/ 749917 h 829310"/>
                <a:gd name="connsiteX12" fmla="*/ 183866 w 263299"/>
                <a:gd name="connsiteY12" fmla="*/ 134621 h 829310"/>
                <a:gd name="connsiteX13" fmla="*/ 183866 w 263299"/>
                <a:gd name="connsiteY13" fmla="*/ 132586 h 829310"/>
                <a:gd name="connsiteX14" fmla="*/ 169873 w 263299"/>
                <a:gd name="connsiteY14" fmla="*/ 92543 h 829310"/>
                <a:gd name="connsiteX15" fmla="*/ 129333 w 263299"/>
                <a:gd name="connsiteY15" fmla="*/ 79393 h 829310"/>
                <a:gd name="connsiteX16" fmla="*/ 90777 w 263299"/>
                <a:gd name="connsiteY16" fmla="*/ 91749 h 829310"/>
                <a:gd name="connsiteX17" fmla="*/ 79414 w 263299"/>
                <a:gd name="connsiteY17" fmla="*/ 130999 h 829310"/>
                <a:gd name="connsiteX18" fmla="*/ 79414 w 263299"/>
                <a:gd name="connsiteY18" fmla="*/ 134621 h 829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3299" h="829310">
                  <a:moveTo>
                    <a:pt x="223562" y="829311"/>
                  </a:moveTo>
                  <a:lnTo>
                    <a:pt x="39966" y="829311"/>
                  </a:lnTo>
                  <a:cubicBezTo>
                    <a:pt x="18042" y="829311"/>
                    <a:pt x="269" y="811536"/>
                    <a:pt x="269" y="789614"/>
                  </a:cubicBezTo>
                  <a:lnTo>
                    <a:pt x="269" y="136209"/>
                  </a:lnTo>
                  <a:cubicBezTo>
                    <a:pt x="-574" y="123804"/>
                    <a:pt x="-1468" y="75523"/>
                    <a:pt x="31679" y="38803"/>
                  </a:cubicBezTo>
                  <a:cubicBezTo>
                    <a:pt x="47657" y="21089"/>
                    <a:pt x="77578" y="0"/>
                    <a:pt x="129382" y="0"/>
                  </a:cubicBezTo>
                  <a:cubicBezTo>
                    <a:pt x="181186" y="0"/>
                    <a:pt x="211257" y="20791"/>
                    <a:pt x="227780" y="38158"/>
                  </a:cubicBezTo>
                  <a:cubicBezTo>
                    <a:pt x="263160" y="75473"/>
                    <a:pt x="263557" y="125193"/>
                    <a:pt x="263259" y="135365"/>
                  </a:cubicBezTo>
                  <a:lnTo>
                    <a:pt x="263259" y="789614"/>
                  </a:lnTo>
                  <a:cubicBezTo>
                    <a:pt x="263259" y="811536"/>
                    <a:pt x="245485" y="829311"/>
                    <a:pt x="223562" y="829311"/>
                  </a:cubicBezTo>
                  <a:close/>
                  <a:moveTo>
                    <a:pt x="79662" y="749917"/>
                  </a:moveTo>
                  <a:lnTo>
                    <a:pt x="183866" y="749917"/>
                  </a:lnTo>
                  <a:lnTo>
                    <a:pt x="183866" y="134621"/>
                  </a:lnTo>
                  <a:cubicBezTo>
                    <a:pt x="183866" y="133926"/>
                    <a:pt x="183866" y="133232"/>
                    <a:pt x="183866" y="132586"/>
                  </a:cubicBezTo>
                  <a:cubicBezTo>
                    <a:pt x="183866" y="125937"/>
                    <a:pt x="181931" y="104997"/>
                    <a:pt x="169873" y="92543"/>
                  </a:cubicBezTo>
                  <a:cubicBezTo>
                    <a:pt x="161288" y="83710"/>
                    <a:pt x="148040" y="79393"/>
                    <a:pt x="129333" y="79393"/>
                  </a:cubicBezTo>
                  <a:cubicBezTo>
                    <a:pt x="110626" y="79393"/>
                    <a:pt x="98369" y="83561"/>
                    <a:pt x="90777" y="91749"/>
                  </a:cubicBezTo>
                  <a:cubicBezTo>
                    <a:pt x="79861" y="103608"/>
                    <a:pt x="78868" y="124101"/>
                    <a:pt x="79414" y="130999"/>
                  </a:cubicBezTo>
                  <a:cubicBezTo>
                    <a:pt x="79488" y="132205"/>
                    <a:pt x="79488" y="133415"/>
                    <a:pt x="79414" y="1346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15" name="Picture Placeholder 61">
            <a:extLst>
              <a:ext uri="{FF2B5EF4-FFF2-40B4-BE49-F238E27FC236}">
                <a16:creationId xmlns:a16="http://schemas.microsoft.com/office/drawing/2014/main" id="{1ADF067C-6506-4C7E-A389-AE4AFA286606}"/>
              </a:ext>
            </a:extLst>
          </p:cNvPr>
          <p:cNvGrpSpPr>
            <a:grpSpLocks noChangeAspect="1"/>
          </p:cNvGrpSpPr>
          <p:nvPr/>
        </p:nvGrpSpPr>
        <p:grpSpPr>
          <a:xfrm>
            <a:off x="1507559" y="3821088"/>
            <a:ext cx="834223" cy="506130"/>
            <a:chOff x="1507559" y="3821088"/>
            <a:chExt cx="834223" cy="506130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9460A5F8-7C3E-3C4A-966C-9037673C9CD9}"/>
                </a:ext>
              </a:extLst>
            </p:cNvPr>
            <p:cNvSpPr/>
            <p:nvPr/>
          </p:nvSpPr>
          <p:spPr>
            <a:xfrm>
              <a:off x="1736608" y="3848677"/>
              <a:ext cx="79393" cy="210689"/>
            </a:xfrm>
            <a:custGeom>
              <a:avLst/>
              <a:gdLst>
                <a:gd name="connsiteX0" fmla="*/ 39697 w 79393"/>
                <a:gd name="connsiteY0" fmla="*/ 210689 h 210689"/>
                <a:gd name="connsiteX1" fmla="*/ 0 w 79393"/>
                <a:gd name="connsiteY1" fmla="*/ 170993 h 210689"/>
                <a:gd name="connsiteX2" fmla="*/ 0 w 79393"/>
                <a:gd name="connsiteY2" fmla="*/ 39697 h 210689"/>
                <a:gd name="connsiteX3" fmla="*/ 39697 w 79393"/>
                <a:gd name="connsiteY3" fmla="*/ 0 h 210689"/>
                <a:gd name="connsiteX4" fmla="*/ 79393 w 79393"/>
                <a:gd name="connsiteY4" fmla="*/ 39697 h 210689"/>
                <a:gd name="connsiteX5" fmla="*/ 79393 w 79393"/>
                <a:gd name="connsiteY5" fmla="*/ 170993 h 210689"/>
                <a:gd name="connsiteX6" fmla="*/ 39697 w 79393"/>
                <a:gd name="connsiteY6" fmla="*/ 210689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89">
                  <a:moveTo>
                    <a:pt x="39697" y="210689"/>
                  </a:moveTo>
                  <a:cubicBezTo>
                    <a:pt x="17773" y="210689"/>
                    <a:pt x="0" y="192917"/>
                    <a:pt x="0" y="1709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70993"/>
                  </a:lnTo>
                  <a:cubicBezTo>
                    <a:pt x="79393" y="192917"/>
                    <a:pt x="61621" y="210689"/>
                    <a:pt x="39697" y="2106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966FC20-7C5F-2844-8B6C-5B8A3F82055C}"/>
                </a:ext>
              </a:extLst>
            </p:cNvPr>
            <p:cNvSpPr/>
            <p:nvPr/>
          </p:nvSpPr>
          <p:spPr>
            <a:xfrm>
              <a:off x="1933950" y="3848677"/>
              <a:ext cx="79393" cy="210689"/>
            </a:xfrm>
            <a:custGeom>
              <a:avLst/>
              <a:gdLst>
                <a:gd name="connsiteX0" fmla="*/ 39697 w 79393"/>
                <a:gd name="connsiteY0" fmla="*/ 210689 h 210689"/>
                <a:gd name="connsiteX1" fmla="*/ 0 w 79393"/>
                <a:gd name="connsiteY1" fmla="*/ 170993 h 210689"/>
                <a:gd name="connsiteX2" fmla="*/ 0 w 79393"/>
                <a:gd name="connsiteY2" fmla="*/ 39697 h 210689"/>
                <a:gd name="connsiteX3" fmla="*/ 39697 w 79393"/>
                <a:gd name="connsiteY3" fmla="*/ 0 h 210689"/>
                <a:gd name="connsiteX4" fmla="*/ 79393 w 79393"/>
                <a:gd name="connsiteY4" fmla="*/ 39697 h 210689"/>
                <a:gd name="connsiteX5" fmla="*/ 79393 w 79393"/>
                <a:gd name="connsiteY5" fmla="*/ 170993 h 210689"/>
                <a:gd name="connsiteX6" fmla="*/ 39697 w 79393"/>
                <a:gd name="connsiteY6" fmla="*/ 210689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0689">
                  <a:moveTo>
                    <a:pt x="39697" y="210689"/>
                  </a:moveTo>
                  <a:cubicBezTo>
                    <a:pt x="17773" y="210689"/>
                    <a:pt x="0" y="192917"/>
                    <a:pt x="0" y="1709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70993"/>
                  </a:lnTo>
                  <a:cubicBezTo>
                    <a:pt x="79393" y="192917"/>
                    <a:pt x="61619" y="210689"/>
                    <a:pt x="39697" y="2106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588EE016-8059-3045-8D87-AEF9ED4FDE69}"/>
                </a:ext>
              </a:extLst>
            </p:cNvPr>
            <p:cNvSpPr/>
            <p:nvPr/>
          </p:nvSpPr>
          <p:spPr>
            <a:xfrm>
              <a:off x="1611415" y="3979973"/>
              <a:ext cx="599269" cy="79393"/>
            </a:xfrm>
            <a:custGeom>
              <a:avLst/>
              <a:gdLst>
                <a:gd name="connsiteX0" fmla="*/ 559573 w 599269"/>
                <a:gd name="connsiteY0" fmla="*/ 79393 h 79393"/>
                <a:gd name="connsiteX1" fmla="*/ 39697 w 599269"/>
                <a:gd name="connsiteY1" fmla="*/ 79393 h 79393"/>
                <a:gd name="connsiteX2" fmla="*/ 0 w 599269"/>
                <a:gd name="connsiteY2" fmla="*/ 39697 h 79393"/>
                <a:gd name="connsiteX3" fmla="*/ 39697 w 599269"/>
                <a:gd name="connsiteY3" fmla="*/ 0 h 79393"/>
                <a:gd name="connsiteX4" fmla="*/ 559573 w 599269"/>
                <a:gd name="connsiteY4" fmla="*/ 0 h 79393"/>
                <a:gd name="connsiteX5" fmla="*/ 599270 w 599269"/>
                <a:gd name="connsiteY5" fmla="*/ 39697 h 79393"/>
                <a:gd name="connsiteX6" fmla="*/ 559573 w 5992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9269" h="79393">
                  <a:moveTo>
                    <a:pt x="5595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559573" y="0"/>
                  </a:lnTo>
                  <a:cubicBezTo>
                    <a:pt x="581496" y="0"/>
                    <a:pt x="599270" y="17773"/>
                    <a:pt x="599270" y="39697"/>
                  </a:cubicBezTo>
                  <a:cubicBezTo>
                    <a:pt x="599270" y="61620"/>
                    <a:pt x="581496" y="79393"/>
                    <a:pt x="55957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AD317D6-1793-6544-B7CA-36F2630B79E4}"/>
                </a:ext>
              </a:extLst>
            </p:cNvPr>
            <p:cNvSpPr/>
            <p:nvPr/>
          </p:nvSpPr>
          <p:spPr>
            <a:xfrm>
              <a:off x="2131292" y="3848677"/>
              <a:ext cx="204969" cy="259962"/>
            </a:xfrm>
            <a:custGeom>
              <a:avLst/>
              <a:gdLst>
                <a:gd name="connsiteX0" fmla="*/ 165237 w 204969"/>
                <a:gd name="connsiteY0" fmla="*/ 259913 h 259962"/>
                <a:gd name="connsiteX1" fmla="*/ 150748 w 204969"/>
                <a:gd name="connsiteY1" fmla="*/ 257184 h 259962"/>
                <a:gd name="connsiteX2" fmla="*/ 25207 w 204969"/>
                <a:gd name="connsiteY2" fmla="*/ 208109 h 259962"/>
                <a:gd name="connsiteX3" fmla="*/ 0 w 204969"/>
                <a:gd name="connsiteY3" fmla="*/ 171142 h 259962"/>
                <a:gd name="connsiteX4" fmla="*/ 0 w 204969"/>
                <a:gd name="connsiteY4" fmla="*/ 39697 h 259962"/>
                <a:gd name="connsiteX5" fmla="*/ 39697 w 204969"/>
                <a:gd name="connsiteY5" fmla="*/ 0 h 259962"/>
                <a:gd name="connsiteX6" fmla="*/ 79393 w 204969"/>
                <a:gd name="connsiteY6" fmla="*/ 39697 h 259962"/>
                <a:gd name="connsiteX7" fmla="*/ 79393 w 204969"/>
                <a:gd name="connsiteY7" fmla="*/ 143900 h 259962"/>
                <a:gd name="connsiteX8" fmla="*/ 179726 w 204969"/>
                <a:gd name="connsiteY8" fmla="*/ 183299 h 259962"/>
                <a:gd name="connsiteX9" fmla="*/ 202229 w 204969"/>
                <a:gd name="connsiteY9" fmla="*/ 234731 h 259962"/>
                <a:gd name="connsiteX10" fmla="*/ 165237 w 204969"/>
                <a:gd name="connsiteY10" fmla="*/ 259963 h 25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69" h="259962">
                  <a:moveTo>
                    <a:pt x="165237" y="259913"/>
                  </a:moveTo>
                  <a:cubicBezTo>
                    <a:pt x="160280" y="259902"/>
                    <a:pt x="155368" y="258977"/>
                    <a:pt x="150748" y="257184"/>
                  </a:cubicBezTo>
                  <a:lnTo>
                    <a:pt x="25207" y="208109"/>
                  </a:lnTo>
                  <a:cubicBezTo>
                    <a:pt x="9999" y="202147"/>
                    <a:pt x="-5" y="187477"/>
                    <a:pt x="0" y="17114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43900"/>
                  </a:lnTo>
                  <a:lnTo>
                    <a:pt x="179726" y="183299"/>
                  </a:lnTo>
                  <a:cubicBezTo>
                    <a:pt x="200145" y="191287"/>
                    <a:pt x="210218" y="214314"/>
                    <a:pt x="202229" y="234731"/>
                  </a:cubicBezTo>
                  <a:cubicBezTo>
                    <a:pt x="196270" y="249957"/>
                    <a:pt x="181587" y="259973"/>
                    <a:pt x="165237" y="2599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10386C4F-08BC-304A-8E92-FD718715D37E}"/>
                </a:ext>
              </a:extLst>
            </p:cNvPr>
            <p:cNvSpPr/>
            <p:nvPr/>
          </p:nvSpPr>
          <p:spPr>
            <a:xfrm>
              <a:off x="1507559" y="3821088"/>
              <a:ext cx="834223" cy="440482"/>
            </a:xfrm>
            <a:custGeom>
              <a:avLst/>
              <a:gdLst>
                <a:gd name="connsiteX0" fmla="*/ 794726 w 834223"/>
                <a:gd name="connsiteY0" fmla="*/ 440483 h 440482"/>
                <a:gd name="connsiteX1" fmla="*/ 728978 w 834223"/>
                <a:gd name="connsiteY1" fmla="*/ 440483 h 440482"/>
                <a:gd name="connsiteX2" fmla="*/ 689282 w 834223"/>
                <a:gd name="connsiteY2" fmla="*/ 400786 h 440482"/>
                <a:gd name="connsiteX3" fmla="*/ 728978 w 834223"/>
                <a:gd name="connsiteY3" fmla="*/ 361090 h 440482"/>
                <a:gd name="connsiteX4" fmla="*/ 755029 w 834223"/>
                <a:gd name="connsiteY4" fmla="*/ 361090 h 440482"/>
                <a:gd name="connsiteX5" fmla="*/ 755029 w 834223"/>
                <a:gd name="connsiteY5" fmla="*/ 288544 h 440482"/>
                <a:gd name="connsiteX6" fmla="*/ 730219 w 834223"/>
                <a:gd name="connsiteY6" fmla="*/ 101921 h 440482"/>
                <a:gd name="connsiteX7" fmla="*/ 704515 w 834223"/>
                <a:gd name="connsiteY7" fmla="*/ 79393 h 440482"/>
                <a:gd name="connsiteX8" fmla="*/ 79294 w 834223"/>
                <a:gd name="connsiteY8" fmla="*/ 79393 h 440482"/>
                <a:gd name="connsiteX9" fmla="*/ 79294 w 834223"/>
                <a:gd name="connsiteY9" fmla="*/ 361090 h 440482"/>
                <a:gd name="connsiteX10" fmla="*/ 105246 w 834223"/>
                <a:gd name="connsiteY10" fmla="*/ 361090 h 440482"/>
                <a:gd name="connsiteX11" fmla="*/ 144942 w 834223"/>
                <a:gd name="connsiteY11" fmla="*/ 400786 h 440482"/>
                <a:gd name="connsiteX12" fmla="*/ 105246 w 834223"/>
                <a:gd name="connsiteY12" fmla="*/ 440483 h 440482"/>
                <a:gd name="connsiteX13" fmla="*/ 39697 w 834223"/>
                <a:gd name="connsiteY13" fmla="*/ 440483 h 440482"/>
                <a:gd name="connsiteX14" fmla="*/ 0 w 834223"/>
                <a:gd name="connsiteY14" fmla="*/ 400786 h 440482"/>
                <a:gd name="connsiteX15" fmla="*/ 0 w 834223"/>
                <a:gd name="connsiteY15" fmla="*/ 56121 h 440482"/>
                <a:gd name="connsiteX16" fmla="*/ 56121 w 834223"/>
                <a:gd name="connsiteY16" fmla="*/ 0 h 440482"/>
                <a:gd name="connsiteX17" fmla="*/ 704416 w 834223"/>
                <a:gd name="connsiteY17" fmla="*/ 0 h 440482"/>
                <a:gd name="connsiteX18" fmla="*/ 808620 w 834223"/>
                <a:gd name="connsiteY18" fmla="*/ 91451 h 440482"/>
                <a:gd name="connsiteX19" fmla="*/ 833877 w 834223"/>
                <a:gd name="connsiteY19" fmla="*/ 280655 h 440482"/>
                <a:gd name="connsiteX20" fmla="*/ 834224 w 834223"/>
                <a:gd name="connsiteY20" fmla="*/ 285914 h 440482"/>
                <a:gd name="connsiteX21" fmla="*/ 834224 w 834223"/>
                <a:gd name="connsiteY21" fmla="*/ 400786 h 440482"/>
                <a:gd name="connsiteX22" fmla="*/ 794726 w 834223"/>
                <a:gd name="connsiteY22" fmla="*/ 440483 h 44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4223" h="440482">
                  <a:moveTo>
                    <a:pt x="794726" y="440483"/>
                  </a:moveTo>
                  <a:lnTo>
                    <a:pt x="728978" y="440483"/>
                  </a:lnTo>
                  <a:cubicBezTo>
                    <a:pt x="707056" y="440483"/>
                    <a:pt x="689282" y="422709"/>
                    <a:pt x="689282" y="400786"/>
                  </a:cubicBezTo>
                  <a:cubicBezTo>
                    <a:pt x="689282" y="378864"/>
                    <a:pt x="707056" y="361090"/>
                    <a:pt x="728978" y="361090"/>
                  </a:cubicBezTo>
                  <a:lnTo>
                    <a:pt x="755029" y="361090"/>
                  </a:lnTo>
                  <a:lnTo>
                    <a:pt x="755029" y="288544"/>
                  </a:lnTo>
                  <a:lnTo>
                    <a:pt x="730219" y="101921"/>
                  </a:lnTo>
                  <a:cubicBezTo>
                    <a:pt x="728482" y="89044"/>
                    <a:pt x="717506" y="79425"/>
                    <a:pt x="704515" y="79393"/>
                  </a:cubicBezTo>
                  <a:lnTo>
                    <a:pt x="79294" y="79393"/>
                  </a:lnTo>
                  <a:lnTo>
                    <a:pt x="79294" y="361090"/>
                  </a:lnTo>
                  <a:lnTo>
                    <a:pt x="105246" y="361090"/>
                  </a:lnTo>
                  <a:cubicBezTo>
                    <a:pt x="127170" y="361090"/>
                    <a:pt x="144942" y="378864"/>
                    <a:pt x="144942" y="400786"/>
                  </a:cubicBezTo>
                  <a:cubicBezTo>
                    <a:pt x="144942" y="422709"/>
                    <a:pt x="127170" y="440483"/>
                    <a:pt x="105246" y="440483"/>
                  </a:cubicBezTo>
                  <a:lnTo>
                    <a:pt x="39697" y="440483"/>
                  </a:lnTo>
                  <a:cubicBezTo>
                    <a:pt x="17773" y="440483"/>
                    <a:pt x="0" y="422709"/>
                    <a:pt x="0" y="400786"/>
                  </a:cubicBezTo>
                  <a:lnTo>
                    <a:pt x="0" y="56121"/>
                  </a:lnTo>
                  <a:cubicBezTo>
                    <a:pt x="27" y="25137"/>
                    <a:pt x="25138" y="27"/>
                    <a:pt x="56121" y="0"/>
                  </a:cubicBezTo>
                  <a:lnTo>
                    <a:pt x="704416" y="0"/>
                  </a:lnTo>
                  <a:cubicBezTo>
                    <a:pt x="757093" y="240"/>
                    <a:pt x="801544" y="39251"/>
                    <a:pt x="808620" y="91451"/>
                  </a:cubicBezTo>
                  <a:lnTo>
                    <a:pt x="833877" y="280655"/>
                  </a:lnTo>
                  <a:cubicBezTo>
                    <a:pt x="834095" y="282400"/>
                    <a:pt x="834209" y="284156"/>
                    <a:pt x="834224" y="285914"/>
                  </a:cubicBezTo>
                  <a:lnTo>
                    <a:pt x="834224" y="400786"/>
                  </a:lnTo>
                  <a:cubicBezTo>
                    <a:pt x="834224" y="422634"/>
                    <a:pt x="816574" y="440374"/>
                    <a:pt x="794726" y="4404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775B375C-B0E1-9C4A-9CA4-857F92C3A5EE}"/>
                </a:ext>
              </a:extLst>
            </p:cNvPr>
            <p:cNvSpPr/>
            <p:nvPr/>
          </p:nvSpPr>
          <p:spPr>
            <a:xfrm>
              <a:off x="1704553" y="4182178"/>
              <a:ext cx="429566" cy="79393"/>
            </a:xfrm>
            <a:custGeom>
              <a:avLst/>
              <a:gdLst>
                <a:gd name="connsiteX0" fmla="*/ 389870 w 429566"/>
                <a:gd name="connsiteY0" fmla="*/ 79393 h 79393"/>
                <a:gd name="connsiteX1" fmla="*/ 39697 w 429566"/>
                <a:gd name="connsiteY1" fmla="*/ 79393 h 79393"/>
                <a:gd name="connsiteX2" fmla="*/ 0 w 429566"/>
                <a:gd name="connsiteY2" fmla="*/ 39697 h 79393"/>
                <a:gd name="connsiteX3" fmla="*/ 39697 w 429566"/>
                <a:gd name="connsiteY3" fmla="*/ 0 h 79393"/>
                <a:gd name="connsiteX4" fmla="*/ 389870 w 429566"/>
                <a:gd name="connsiteY4" fmla="*/ 0 h 79393"/>
                <a:gd name="connsiteX5" fmla="*/ 429567 w 429566"/>
                <a:gd name="connsiteY5" fmla="*/ 39697 h 79393"/>
                <a:gd name="connsiteX6" fmla="*/ 389870 w 42956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566" h="79393">
                  <a:moveTo>
                    <a:pt x="38987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89870" y="0"/>
                  </a:lnTo>
                  <a:cubicBezTo>
                    <a:pt x="411793" y="0"/>
                    <a:pt x="429567" y="17774"/>
                    <a:pt x="429567" y="39697"/>
                  </a:cubicBezTo>
                  <a:cubicBezTo>
                    <a:pt x="429567" y="61619"/>
                    <a:pt x="411793" y="79393"/>
                    <a:pt x="38987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974BCD4-F0FB-4048-82F4-3CA5339405B3}"/>
                </a:ext>
              </a:extLst>
            </p:cNvPr>
            <p:cNvSpPr/>
            <p:nvPr/>
          </p:nvSpPr>
          <p:spPr>
            <a:xfrm>
              <a:off x="2057406" y="4116530"/>
              <a:ext cx="210689" cy="210689"/>
            </a:xfrm>
            <a:custGeom>
              <a:avLst/>
              <a:gdLst>
                <a:gd name="connsiteX0" fmla="*/ 105345 w 210689"/>
                <a:gd name="connsiteY0" fmla="*/ 210689 h 210689"/>
                <a:gd name="connsiteX1" fmla="*/ 0 w 210689"/>
                <a:gd name="connsiteY1" fmla="*/ 105345 h 210689"/>
                <a:gd name="connsiteX2" fmla="*/ 105345 w 210689"/>
                <a:gd name="connsiteY2" fmla="*/ 0 h 210689"/>
                <a:gd name="connsiteX3" fmla="*/ 210690 w 210689"/>
                <a:gd name="connsiteY3" fmla="*/ 105345 h 210689"/>
                <a:gd name="connsiteX4" fmla="*/ 105345 w 210689"/>
                <a:gd name="connsiteY4" fmla="*/ 210689 h 210689"/>
                <a:gd name="connsiteX5" fmla="*/ 105345 w 210689"/>
                <a:gd name="connsiteY5" fmla="*/ 79393 h 210689"/>
                <a:gd name="connsiteX6" fmla="*/ 79393 w 210689"/>
                <a:gd name="connsiteY6" fmla="*/ 105345 h 210689"/>
                <a:gd name="connsiteX7" fmla="*/ 105345 w 210689"/>
                <a:gd name="connsiteY7" fmla="*/ 131296 h 210689"/>
                <a:gd name="connsiteX8" fmla="*/ 131296 w 210689"/>
                <a:gd name="connsiteY8" fmla="*/ 105345 h 210689"/>
                <a:gd name="connsiteX9" fmla="*/ 105543 w 210689"/>
                <a:gd name="connsiteY9" fmla="*/ 79195 h 210689"/>
                <a:gd name="connsiteX10" fmla="*/ 105345 w 210689"/>
                <a:gd name="connsiteY10" fmla="*/ 79195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9" h="210689">
                  <a:moveTo>
                    <a:pt x="105345" y="210689"/>
                  </a:moveTo>
                  <a:cubicBezTo>
                    <a:pt x="47165" y="210689"/>
                    <a:pt x="0" y="163525"/>
                    <a:pt x="0" y="105345"/>
                  </a:cubicBezTo>
                  <a:cubicBezTo>
                    <a:pt x="0" y="47164"/>
                    <a:pt x="47165" y="0"/>
                    <a:pt x="105345" y="0"/>
                  </a:cubicBezTo>
                  <a:cubicBezTo>
                    <a:pt x="163525" y="0"/>
                    <a:pt x="210690" y="47164"/>
                    <a:pt x="210690" y="105345"/>
                  </a:cubicBezTo>
                  <a:cubicBezTo>
                    <a:pt x="210635" y="163500"/>
                    <a:pt x="163500" y="210635"/>
                    <a:pt x="105345" y="210689"/>
                  </a:cubicBezTo>
                  <a:close/>
                  <a:moveTo>
                    <a:pt x="105345" y="79393"/>
                  </a:moveTo>
                  <a:cubicBezTo>
                    <a:pt x="91014" y="79393"/>
                    <a:pt x="79393" y="91014"/>
                    <a:pt x="79393" y="105345"/>
                  </a:cubicBezTo>
                  <a:cubicBezTo>
                    <a:pt x="79393" y="119675"/>
                    <a:pt x="91014" y="131296"/>
                    <a:pt x="105345" y="131296"/>
                  </a:cubicBezTo>
                  <a:cubicBezTo>
                    <a:pt x="119675" y="131296"/>
                    <a:pt x="131296" y="119675"/>
                    <a:pt x="131296" y="105345"/>
                  </a:cubicBezTo>
                  <a:cubicBezTo>
                    <a:pt x="131406" y="91014"/>
                    <a:pt x="119879" y="79304"/>
                    <a:pt x="105543" y="79195"/>
                  </a:cubicBezTo>
                  <a:cubicBezTo>
                    <a:pt x="105479" y="79195"/>
                    <a:pt x="105409" y="79195"/>
                    <a:pt x="105345" y="791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883032F9-0829-C644-8045-FEC7955C7404}"/>
                </a:ext>
              </a:extLst>
            </p:cNvPr>
            <p:cNvSpPr/>
            <p:nvPr/>
          </p:nvSpPr>
          <p:spPr>
            <a:xfrm>
              <a:off x="1573257" y="4116530"/>
              <a:ext cx="210689" cy="210689"/>
            </a:xfrm>
            <a:custGeom>
              <a:avLst/>
              <a:gdLst>
                <a:gd name="connsiteX0" fmla="*/ 105295 w 210689"/>
                <a:gd name="connsiteY0" fmla="*/ 210689 h 210689"/>
                <a:gd name="connsiteX1" fmla="*/ 0 w 210689"/>
                <a:gd name="connsiteY1" fmla="*/ 105295 h 210689"/>
                <a:gd name="connsiteX2" fmla="*/ 105394 w 210689"/>
                <a:gd name="connsiteY2" fmla="*/ 0 h 210689"/>
                <a:gd name="connsiteX3" fmla="*/ 210690 w 210689"/>
                <a:gd name="connsiteY3" fmla="*/ 105345 h 210689"/>
                <a:gd name="connsiteX4" fmla="*/ 105295 w 210689"/>
                <a:gd name="connsiteY4" fmla="*/ 210689 h 210689"/>
                <a:gd name="connsiteX5" fmla="*/ 105295 w 210689"/>
                <a:gd name="connsiteY5" fmla="*/ 79393 h 210689"/>
                <a:gd name="connsiteX6" fmla="*/ 79393 w 210689"/>
                <a:gd name="connsiteY6" fmla="*/ 105394 h 210689"/>
                <a:gd name="connsiteX7" fmla="*/ 105394 w 210689"/>
                <a:gd name="connsiteY7" fmla="*/ 131296 h 210689"/>
                <a:gd name="connsiteX8" fmla="*/ 131297 w 210689"/>
                <a:gd name="connsiteY8" fmla="*/ 105345 h 210689"/>
                <a:gd name="connsiteX9" fmla="*/ 105544 w 210689"/>
                <a:gd name="connsiteY9" fmla="*/ 79195 h 210689"/>
                <a:gd name="connsiteX10" fmla="*/ 105295 w 210689"/>
                <a:gd name="connsiteY10" fmla="*/ 79195 h 210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9" h="210689">
                  <a:moveTo>
                    <a:pt x="105295" y="210689"/>
                  </a:moveTo>
                  <a:cubicBezTo>
                    <a:pt x="47115" y="210660"/>
                    <a:pt x="-27" y="163475"/>
                    <a:pt x="0" y="105295"/>
                  </a:cubicBezTo>
                  <a:cubicBezTo>
                    <a:pt x="27" y="47115"/>
                    <a:pt x="47214" y="-27"/>
                    <a:pt x="105394" y="0"/>
                  </a:cubicBezTo>
                  <a:cubicBezTo>
                    <a:pt x="163555" y="27"/>
                    <a:pt x="210690" y="47184"/>
                    <a:pt x="210690" y="105345"/>
                  </a:cubicBezTo>
                  <a:cubicBezTo>
                    <a:pt x="210608" y="163510"/>
                    <a:pt x="163461" y="210635"/>
                    <a:pt x="105295" y="210689"/>
                  </a:cubicBezTo>
                  <a:close/>
                  <a:moveTo>
                    <a:pt x="105295" y="79393"/>
                  </a:moveTo>
                  <a:cubicBezTo>
                    <a:pt x="90963" y="79423"/>
                    <a:pt x="79366" y="91064"/>
                    <a:pt x="79393" y="105394"/>
                  </a:cubicBezTo>
                  <a:cubicBezTo>
                    <a:pt x="79420" y="119725"/>
                    <a:pt x="91062" y="131326"/>
                    <a:pt x="105394" y="131296"/>
                  </a:cubicBezTo>
                  <a:cubicBezTo>
                    <a:pt x="119708" y="131267"/>
                    <a:pt x="131297" y="119660"/>
                    <a:pt x="131297" y="105345"/>
                  </a:cubicBezTo>
                  <a:cubicBezTo>
                    <a:pt x="131406" y="91014"/>
                    <a:pt x="119876" y="79304"/>
                    <a:pt x="105544" y="79195"/>
                  </a:cubicBezTo>
                  <a:cubicBezTo>
                    <a:pt x="105461" y="79195"/>
                    <a:pt x="105378" y="79195"/>
                    <a:pt x="105295" y="791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24" name="Picture Placeholder 63">
            <a:extLst>
              <a:ext uri="{FF2B5EF4-FFF2-40B4-BE49-F238E27FC236}">
                <a16:creationId xmlns:a16="http://schemas.microsoft.com/office/drawing/2014/main" id="{9595B5A1-7D22-4822-BFA2-EA517EEFC92E}"/>
              </a:ext>
            </a:extLst>
          </p:cNvPr>
          <p:cNvGrpSpPr>
            <a:grpSpLocks noChangeAspect="1"/>
          </p:cNvGrpSpPr>
          <p:nvPr/>
        </p:nvGrpSpPr>
        <p:grpSpPr>
          <a:xfrm>
            <a:off x="2827945" y="3843417"/>
            <a:ext cx="828616" cy="461472"/>
            <a:chOff x="2827945" y="3843417"/>
            <a:chExt cx="828616" cy="46147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44F14A28-8AA0-4F47-8EC0-93962B8BAA90}"/>
                </a:ext>
              </a:extLst>
            </p:cNvPr>
            <p:cNvSpPr/>
            <p:nvPr/>
          </p:nvSpPr>
          <p:spPr>
            <a:xfrm>
              <a:off x="3028810" y="4159054"/>
              <a:ext cx="387041" cy="79393"/>
            </a:xfrm>
            <a:custGeom>
              <a:avLst/>
              <a:gdLst>
                <a:gd name="connsiteX0" fmla="*/ 347345 w 387041"/>
                <a:gd name="connsiteY0" fmla="*/ 79393 h 79393"/>
                <a:gd name="connsiteX1" fmla="*/ 39697 w 387041"/>
                <a:gd name="connsiteY1" fmla="*/ 79393 h 79393"/>
                <a:gd name="connsiteX2" fmla="*/ 0 w 387041"/>
                <a:gd name="connsiteY2" fmla="*/ 39697 h 79393"/>
                <a:gd name="connsiteX3" fmla="*/ 39697 w 387041"/>
                <a:gd name="connsiteY3" fmla="*/ 0 h 79393"/>
                <a:gd name="connsiteX4" fmla="*/ 347345 w 387041"/>
                <a:gd name="connsiteY4" fmla="*/ 0 h 79393"/>
                <a:gd name="connsiteX5" fmla="*/ 387042 w 387041"/>
                <a:gd name="connsiteY5" fmla="*/ 39697 h 79393"/>
                <a:gd name="connsiteX6" fmla="*/ 347345 w 3870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041" h="79393">
                  <a:moveTo>
                    <a:pt x="347345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47345" y="0"/>
                  </a:lnTo>
                  <a:cubicBezTo>
                    <a:pt x="369268" y="0"/>
                    <a:pt x="387042" y="17774"/>
                    <a:pt x="387042" y="39697"/>
                  </a:cubicBezTo>
                  <a:cubicBezTo>
                    <a:pt x="387042" y="61619"/>
                    <a:pt x="369268" y="79393"/>
                    <a:pt x="34734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883306DE-97F9-0743-9C14-1E919C8800A4}"/>
                </a:ext>
              </a:extLst>
            </p:cNvPr>
            <p:cNvSpPr/>
            <p:nvPr/>
          </p:nvSpPr>
          <p:spPr>
            <a:xfrm>
              <a:off x="3178515" y="3876663"/>
              <a:ext cx="79393" cy="164145"/>
            </a:xfrm>
            <a:custGeom>
              <a:avLst/>
              <a:gdLst>
                <a:gd name="connsiteX0" fmla="*/ 39697 w 79393"/>
                <a:gd name="connsiteY0" fmla="*/ 164145 h 164145"/>
                <a:gd name="connsiteX1" fmla="*/ 0 w 79393"/>
                <a:gd name="connsiteY1" fmla="*/ 124449 h 164145"/>
                <a:gd name="connsiteX2" fmla="*/ 0 w 79393"/>
                <a:gd name="connsiteY2" fmla="*/ 39697 h 164145"/>
                <a:gd name="connsiteX3" fmla="*/ 39697 w 79393"/>
                <a:gd name="connsiteY3" fmla="*/ 0 h 164145"/>
                <a:gd name="connsiteX4" fmla="*/ 79393 w 79393"/>
                <a:gd name="connsiteY4" fmla="*/ 39697 h 164145"/>
                <a:gd name="connsiteX5" fmla="*/ 79393 w 79393"/>
                <a:gd name="connsiteY5" fmla="*/ 124449 h 164145"/>
                <a:gd name="connsiteX6" fmla="*/ 39697 w 79393"/>
                <a:gd name="connsiteY6" fmla="*/ 164145 h 16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4145">
                  <a:moveTo>
                    <a:pt x="39697" y="164145"/>
                  </a:moveTo>
                  <a:cubicBezTo>
                    <a:pt x="17773" y="164145"/>
                    <a:pt x="0" y="146373"/>
                    <a:pt x="0" y="12444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4449"/>
                  </a:lnTo>
                  <a:cubicBezTo>
                    <a:pt x="79393" y="146373"/>
                    <a:pt x="61621" y="164145"/>
                    <a:pt x="39697" y="16414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DF9D9434-BE43-0D4A-8544-2DD8BEE49FED}"/>
                </a:ext>
              </a:extLst>
            </p:cNvPr>
            <p:cNvSpPr/>
            <p:nvPr/>
          </p:nvSpPr>
          <p:spPr>
            <a:xfrm>
              <a:off x="3053570" y="3971736"/>
              <a:ext cx="436067" cy="79393"/>
            </a:xfrm>
            <a:custGeom>
              <a:avLst/>
              <a:gdLst>
                <a:gd name="connsiteX0" fmla="*/ 396371 w 436067"/>
                <a:gd name="connsiteY0" fmla="*/ 79393 h 79393"/>
                <a:gd name="connsiteX1" fmla="*/ 39697 w 436067"/>
                <a:gd name="connsiteY1" fmla="*/ 79393 h 79393"/>
                <a:gd name="connsiteX2" fmla="*/ 0 w 436067"/>
                <a:gd name="connsiteY2" fmla="*/ 39697 h 79393"/>
                <a:gd name="connsiteX3" fmla="*/ 39697 w 436067"/>
                <a:gd name="connsiteY3" fmla="*/ 0 h 79393"/>
                <a:gd name="connsiteX4" fmla="*/ 396371 w 436067"/>
                <a:gd name="connsiteY4" fmla="*/ 0 h 79393"/>
                <a:gd name="connsiteX5" fmla="*/ 436067 w 436067"/>
                <a:gd name="connsiteY5" fmla="*/ 39697 h 79393"/>
                <a:gd name="connsiteX6" fmla="*/ 396371 w 43606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067" h="79393">
                  <a:moveTo>
                    <a:pt x="39637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371" y="0"/>
                  </a:lnTo>
                  <a:cubicBezTo>
                    <a:pt x="418293" y="0"/>
                    <a:pt x="436067" y="17773"/>
                    <a:pt x="436067" y="39697"/>
                  </a:cubicBezTo>
                  <a:cubicBezTo>
                    <a:pt x="436067" y="61620"/>
                    <a:pt x="418293" y="79393"/>
                    <a:pt x="39637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324B0C01-F5A2-3D47-9671-DF83B62EBD49}"/>
                </a:ext>
              </a:extLst>
            </p:cNvPr>
            <p:cNvSpPr/>
            <p:nvPr/>
          </p:nvSpPr>
          <p:spPr>
            <a:xfrm>
              <a:off x="2827945" y="3843417"/>
              <a:ext cx="828616" cy="395030"/>
            </a:xfrm>
            <a:custGeom>
              <a:avLst/>
              <a:gdLst>
                <a:gd name="connsiteX0" fmla="*/ 755724 w 828616"/>
                <a:gd name="connsiteY0" fmla="*/ 395030 h 395030"/>
                <a:gd name="connsiteX1" fmla="*/ 691217 w 828616"/>
                <a:gd name="connsiteY1" fmla="*/ 395030 h 395030"/>
                <a:gd name="connsiteX2" fmla="*/ 651520 w 828616"/>
                <a:gd name="connsiteY2" fmla="*/ 355334 h 395030"/>
                <a:gd name="connsiteX3" fmla="*/ 691217 w 828616"/>
                <a:gd name="connsiteY3" fmla="*/ 315637 h 395030"/>
                <a:gd name="connsiteX4" fmla="*/ 749273 w 828616"/>
                <a:gd name="connsiteY4" fmla="*/ 315637 h 395030"/>
                <a:gd name="connsiteX5" fmla="*/ 749273 w 828616"/>
                <a:gd name="connsiteY5" fmla="*/ 249592 h 395030"/>
                <a:gd name="connsiteX6" fmla="*/ 632317 w 828616"/>
                <a:gd name="connsiteY6" fmla="*/ 211632 h 395030"/>
                <a:gd name="connsiteX7" fmla="*/ 614652 w 828616"/>
                <a:gd name="connsiteY7" fmla="*/ 203445 h 395030"/>
                <a:gd name="connsiteX8" fmla="*/ 503154 w 828616"/>
                <a:gd name="connsiteY8" fmla="*/ 114128 h 395030"/>
                <a:gd name="connsiteX9" fmla="*/ 403417 w 828616"/>
                <a:gd name="connsiteY9" fmla="*/ 79393 h 395030"/>
                <a:gd name="connsiteX10" fmla="*/ 315687 w 828616"/>
                <a:gd name="connsiteY10" fmla="*/ 79393 h 395030"/>
                <a:gd name="connsiteX11" fmla="*/ 211484 w 828616"/>
                <a:gd name="connsiteY11" fmla="*/ 118048 h 395030"/>
                <a:gd name="connsiteX12" fmla="*/ 136010 w 828616"/>
                <a:gd name="connsiteY12" fmla="*/ 193918 h 395030"/>
                <a:gd name="connsiteX13" fmla="*/ 107875 w 828616"/>
                <a:gd name="connsiteY13" fmla="*/ 205579 h 395030"/>
                <a:gd name="connsiteX14" fmla="*/ 80832 w 828616"/>
                <a:gd name="connsiteY14" fmla="*/ 205579 h 395030"/>
                <a:gd name="connsiteX15" fmla="*/ 79393 w 828616"/>
                <a:gd name="connsiteY15" fmla="*/ 289189 h 395030"/>
                <a:gd name="connsiteX16" fmla="*/ 91253 w 828616"/>
                <a:gd name="connsiteY16" fmla="*/ 315637 h 395030"/>
                <a:gd name="connsiteX17" fmla="*/ 107875 w 828616"/>
                <a:gd name="connsiteY17" fmla="*/ 315637 h 395030"/>
                <a:gd name="connsiteX18" fmla="*/ 147572 w 828616"/>
                <a:gd name="connsiteY18" fmla="*/ 355334 h 395030"/>
                <a:gd name="connsiteX19" fmla="*/ 107875 w 828616"/>
                <a:gd name="connsiteY19" fmla="*/ 395030 h 395030"/>
                <a:gd name="connsiteX20" fmla="*/ 91253 w 828616"/>
                <a:gd name="connsiteY20" fmla="*/ 395030 h 395030"/>
                <a:gd name="connsiteX21" fmla="*/ 0 w 828616"/>
                <a:gd name="connsiteY21" fmla="*/ 288892 h 395030"/>
                <a:gd name="connsiteX22" fmla="*/ 0 w 828616"/>
                <a:gd name="connsiteY22" fmla="*/ 288197 h 395030"/>
                <a:gd name="connsiteX23" fmla="*/ 1737 w 828616"/>
                <a:gd name="connsiteY23" fmla="*/ 188956 h 395030"/>
                <a:gd name="connsiteX24" fmla="*/ 74630 w 828616"/>
                <a:gd name="connsiteY24" fmla="*/ 126384 h 395030"/>
                <a:gd name="connsiteX25" fmla="*/ 91401 w 828616"/>
                <a:gd name="connsiteY25" fmla="*/ 126384 h 395030"/>
                <a:gd name="connsiteX26" fmla="*/ 156256 w 828616"/>
                <a:gd name="connsiteY26" fmla="*/ 61033 h 395030"/>
                <a:gd name="connsiteX27" fmla="*/ 158241 w 828616"/>
                <a:gd name="connsiteY27" fmla="*/ 59148 h 395030"/>
                <a:gd name="connsiteX28" fmla="*/ 315687 w 828616"/>
                <a:gd name="connsiteY28" fmla="*/ 0 h 395030"/>
                <a:gd name="connsiteX29" fmla="*/ 403417 w 828616"/>
                <a:gd name="connsiteY29" fmla="*/ 0 h 395030"/>
                <a:gd name="connsiteX30" fmla="*/ 552725 w 828616"/>
                <a:gd name="connsiteY30" fmla="*/ 52399 h 395030"/>
                <a:gd name="connsiteX31" fmla="*/ 656532 w 828616"/>
                <a:gd name="connsiteY31" fmla="*/ 135415 h 395030"/>
                <a:gd name="connsiteX32" fmla="*/ 828617 w 828616"/>
                <a:gd name="connsiteY32" fmla="*/ 235252 h 395030"/>
                <a:gd name="connsiteX33" fmla="*/ 828617 w 828616"/>
                <a:gd name="connsiteY33" fmla="*/ 237683 h 395030"/>
                <a:gd name="connsiteX34" fmla="*/ 828617 w 828616"/>
                <a:gd name="connsiteY34" fmla="*/ 322038 h 395030"/>
                <a:gd name="connsiteX35" fmla="*/ 755724 w 828616"/>
                <a:gd name="connsiteY35" fmla="*/ 395030 h 39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28616" h="395030">
                  <a:moveTo>
                    <a:pt x="755724" y="395030"/>
                  </a:moveTo>
                  <a:lnTo>
                    <a:pt x="691217" y="395030"/>
                  </a:lnTo>
                  <a:cubicBezTo>
                    <a:pt x="669295" y="395030"/>
                    <a:pt x="651520" y="377256"/>
                    <a:pt x="651520" y="355334"/>
                  </a:cubicBezTo>
                  <a:cubicBezTo>
                    <a:pt x="651520" y="333411"/>
                    <a:pt x="669295" y="315637"/>
                    <a:pt x="691217" y="315637"/>
                  </a:cubicBezTo>
                  <a:lnTo>
                    <a:pt x="749273" y="315637"/>
                  </a:lnTo>
                  <a:lnTo>
                    <a:pt x="749273" y="249592"/>
                  </a:lnTo>
                  <a:cubicBezTo>
                    <a:pt x="739994" y="242645"/>
                    <a:pt x="710867" y="225973"/>
                    <a:pt x="632317" y="211632"/>
                  </a:cubicBezTo>
                  <a:cubicBezTo>
                    <a:pt x="625842" y="210412"/>
                    <a:pt x="619768" y="207598"/>
                    <a:pt x="614652" y="203445"/>
                  </a:cubicBezTo>
                  <a:lnTo>
                    <a:pt x="503154" y="114128"/>
                  </a:lnTo>
                  <a:cubicBezTo>
                    <a:pt x="474791" y="91607"/>
                    <a:pt x="439633" y="79363"/>
                    <a:pt x="403417" y="79393"/>
                  </a:cubicBezTo>
                  <a:lnTo>
                    <a:pt x="315687" y="79393"/>
                  </a:lnTo>
                  <a:cubicBezTo>
                    <a:pt x="277440" y="79357"/>
                    <a:pt x="240455" y="93077"/>
                    <a:pt x="211484" y="118048"/>
                  </a:cubicBezTo>
                  <a:lnTo>
                    <a:pt x="136010" y="193918"/>
                  </a:lnTo>
                  <a:cubicBezTo>
                    <a:pt x="128555" y="201391"/>
                    <a:pt x="118431" y="205587"/>
                    <a:pt x="107875" y="205579"/>
                  </a:cubicBezTo>
                  <a:lnTo>
                    <a:pt x="80832" y="205579"/>
                  </a:lnTo>
                  <a:lnTo>
                    <a:pt x="79393" y="289189"/>
                  </a:lnTo>
                  <a:cubicBezTo>
                    <a:pt x="79393" y="315637"/>
                    <a:pt x="87432" y="315637"/>
                    <a:pt x="91253" y="315637"/>
                  </a:cubicBezTo>
                  <a:lnTo>
                    <a:pt x="107875" y="315637"/>
                  </a:lnTo>
                  <a:cubicBezTo>
                    <a:pt x="129799" y="315637"/>
                    <a:pt x="147572" y="333411"/>
                    <a:pt x="147572" y="355334"/>
                  </a:cubicBezTo>
                  <a:cubicBezTo>
                    <a:pt x="147572" y="377256"/>
                    <a:pt x="129799" y="395030"/>
                    <a:pt x="107875" y="395030"/>
                  </a:cubicBezTo>
                  <a:lnTo>
                    <a:pt x="91253" y="395030"/>
                  </a:lnTo>
                  <a:cubicBezTo>
                    <a:pt x="35826" y="395030"/>
                    <a:pt x="0" y="353349"/>
                    <a:pt x="0" y="288892"/>
                  </a:cubicBezTo>
                  <a:lnTo>
                    <a:pt x="0" y="288197"/>
                  </a:lnTo>
                  <a:lnTo>
                    <a:pt x="1737" y="188956"/>
                  </a:lnTo>
                  <a:cubicBezTo>
                    <a:pt x="1737" y="160027"/>
                    <a:pt x="21089" y="126384"/>
                    <a:pt x="74630" y="126384"/>
                  </a:cubicBezTo>
                  <a:lnTo>
                    <a:pt x="91401" y="126384"/>
                  </a:lnTo>
                  <a:lnTo>
                    <a:pt x="156256" y="61033"/>
                  </a:lnTo>
                  <a:lnTo>
                    <a:pt x="158241" y="59148"/>
                  </a:lnTo>
                  <a:cubicBezTo>
                    <a:pt x="201821" y="21004"/>
                    <a:pt x="257771" y="-14"/>
                    <a:pt x="315687" y="0"/>
                  </a:cubicBezTo>
                  <a:lnTo>
                    <a:pt x="403417" y="0"/>
                  </a:lnTo>
                  <a:cubicBezTo>
                    <a:pt x="457682" y="67"/>
                    <a:pt x="510320" y="18540"/>
                    <a:pt x="552725" y="52399"/>
                  </a:cubicBezTo>
                  <a:lnTo>
                    <a:pt x="656532" y="135415"/>
                  </a:lnTo>
                  <a:cubicBezTo>
                    <a:pt x="735429" y="150797"/>
                    <a:pt x="825243" y="180073"/>
                    <a:pt x="828617" y="235252"/>
                  </a:cubicBezTo>
                  <a:cubicBezTo>
                    <a:pt x="828617" y="236046"/>
                    <a:pt x="828617" y="236840"/>
                    <a:pt x="828617" y="237683"/>
                  </a:cubicBezTo>
                  <a:lnTo>
                    <a:pt x="828617" y="322038"/>
                  </a:lnTo>
                  <a:cubicBezTo>
                    <a:pt x="828617" y="362310"/>
                    <a:pt x="795996" y="394976"/>
                    <a:pt x="755724" y="39503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0A2C384C-A978-B746-AD00-F5DFFC7637BE}"/>
                </a:ext>
              </a:extLst>
            </p:cNvPr>
            <p:cNvSpPr/>
            <p:nvPr/>
          </p:nvSpPr>
          <p:spPr>
            <a:xfrm>
              <a:off x="3339783" y="4092612"/>
              <a:ext cx="212277" cy="212277"/>
            </a:xfrm>
            <a:custGeom>
              <a:avLst/>
              <a:gdLst>
                <a:gd name="connsiteX0" fmla="*/ 106139 w 212277"/>
                <a:gd name="connsiteY0" fmla="*/ 212277 h 212277"/>
                <a:gd name="connsiteX1" fmla="*/ 0 w 212277"/>
                <a:gd name="connsiteY1" fmla="*/ 106139 h 212277"/>
                <a:gd name="connsiteX2" fmla="*/ 106139 w 212277"/>
                <a:gd name="connsiteY2" fmla="*/ 0 h 212277"/>
                <a:gd name="connsiteX3" fmla="*/ 212278 w 212277"/>
                <a:gd name="connsiteY3" fmla="*/ 106139 h 212277"/>
                <a:gd name="connsiteX4" fmla="*/ 106139 w 212277"/>
                <a:gd name="connsiteY4" fmla="*/ 212277 h 212277"/>
                <a:gd name="connsiteX5" fmla="*/ 106139 w 212277"/>
                <a:gd name="connsiteY5" fmla="*/ 79393 h 212277"/>
                <a:gd name="connsiteX6" fmla="*/ 79393 w 212277"/>
                <a:gd name="connsiteY6" fmla="*/ 106139 h 212277"/>
                <a:gd name="connsiteX7" fmla="*/ 106139 w 212277"/>
                <a:gd name="connsiteY7" fmla="*/ 132884 h 212277"/>
                <a:gd name="connsiteX8" fmla="*/ 132884 w 212277"/>
                <a:gd name="connsiteY8" fmla="*/ 106139 h 212277"/>
                <a:gd name="connsiteX9" fmla="*/ 106139 w 212277"/>
                <a:gd name="connsiteY9" fmla="*/ 79393 h 21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77" h="212277">
                  <a:moveTo>
                    <a:pt x="106139" y="212277"/>
                  </a:moveTo>
                  <a:cubicBezTo>
                    <a:pt x="47522" y="212277"/>
                    <a:pt x="0" y="164756"/>
                    <a:pt x="0" y="106139"/>
                  </a:cubicBezTo>
                  <a:cubicBezTo>
                    <a:pt x="0" y="47522"/>
                    <a:pt x="47522" y="0"/>
                    <a:pt x="106139" y="0"/>
                  </a:cubicBezTo>
                  <a:cubicBezTo>
                    <a:pt x="164756" y="0"/>
                    <a:pt x="212278" y="47522"/>
                    <a:pt x="212278" y="106139"/>
                  </a:cubicBezTo>
                  <a:cubicBezTo>
                    <a:pt x="212193" y="164726"/>
                    <a:pt x="164726" y="212193"/>
                    <a:pt x="106139" y="212277"/>
                  </a:cubicBezTo>
                  <a:close/>
                  <a:moveTo>
                    <a:pt x="106139" y="79393"/>
                  </a:moveTo>
                  <a:cubicBezTo>
                    <a:pt x="91367" y="79393"/>
                    <a:pt x="79393" y="91367"/>
                    <a:pt x="79393" y="106139"/>
                  </a:cubicBezTo>
                  <a:cubicBezTo>
                    <a:pt x="79393" y="120911"/>
                    <a:pt x="91367" y="132884"/>
                    <a:pt x="106139" y="132884"/>
                  </a:cubicBezTo>
                  <a:cubicBezTo>
                    <a:pt x="120911" y="132884"/>
                    <a:pt x="132884" y="120911"/>
                    <a:pt x="132884" y="106139"/>
                  </a:cubicBezTo>
                  <a:cubicBezTo>
                    <a:pt x="132855" y="91377"/>
                    <a:pt x="120901" y="79423"/>
                    <a:pt x="10613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B069D8F-6EEC-EB4D-ACFE-4315CDA2DB91}"/>
                </a:ext>
              </a:extLst>
            </p:cNvPr>
            <p:cNvSpPr/>
            <p:nvPr/>
          </p:nvSpPr>
          <p:spPr>
            <a:xfrm>
              <a:off x="2896124" y="4092612"/>
              <a:ext cx="212277" cy="212277"/>
            </a:xfrm>
            <a:custGeom>
              <a:avLst/>
              <a:gdLst>
                <a:gd name="connsiteX0" fmla="*/ 106139 w 212277"/>
                <a:gd name="connsiteY0" fmla="*/ 212277 h 212277"/>
                <a:gd name="connsiteX1" fmla="*/ 0 w 212277"/>
                <a:gd name="connsiteY1" fmla="*/ 106139 h 212277"/>
                <a:gd name="connsiteX2" fmla="*/ 106139 w 212277"/>
                <a:gd name="connsiteY2" fmla="*/ 0 h 212277"/>
                <a:gd name="connsiteX3" fmla="*/ 212278 w 212277"/>
                <a:gd name="connsiteY3" fmla="*/ 106139 h 212277"/>
                <a:gd name="connsiteX4" fmla="*/ 106139 w 212277"/>
                <a:gd name="connsiteY4" fmla="*/ 212277 h 212277"/>
                <a:gd name="connsiteX5" fmla="*/ 106139 w 212277"/>
                <a:gd name="connsiteY5" fmla="*/ 79393 h 212277"/>
                <a:gd name="connsiteX6" fmla="*/ 79393 w 212277"/>
                <a:gd name="connsiteY6" fmla="*/ 106139 h 212277"/>
                <a:gd name="connsiteX7" fmla="*/ 106139 w 212277"/>
                <a:gd name="connsiteY7" fmla="*/ 132884 h 212277"/>
                <a:gd name="connsiteX8" fmla="*/ 132884 w 212277"/>
                <a:gd name="connsiteY8" fmla="*/ 106139 h 212277"/>
                <a:gd name="connsiteX9" fmla="*/ 106139 w 212277"/>
                <a:gd name="connsiteY9" fmla="*/ 79393 h 21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77" h="212277">
                  <a:moveTo>
                    <a:pt x="106139" y="212277"/>
                  </a:moveTo>
                  <a:cubicBezTo>
                    <a:pt x="47520" y="212277"/>
                    <a:pt x="0" y="164756"/>
                    <a:pt x="0" y="106139"/>
                  </a:cubicBezTo>
                  <a:cubicBezTo>
                    <a:pt x="0" y="47522"/>
                    <a:pt x="47520" y="0"/>
                    <a:pt x="106139" y="0"/>
                  </a:cubicBezTo>
                  <a:cubicBezTo>
                    <a:pt x="164758" y="0"/>
                    <a:pt x="212278" y="47522"/>
                    <a:pt x="212278" y="106139"/>
                  </a:cubicBezTo>
                  <a:cubicBezTo>
                    <a:pt x="212196" y="164726"/>
                    <a:pt x="164724" y="212193"/>
                    <a:pt x="106139" y="212277"/>
                  </a:cubicBezTo>
                  <a:close/>
                  <a:moveTo>
                    <a:pt x="106139" y="79393"/>
                  </a:moveTo>
                  <a:cubicBezTo>
                    <a:pt x="91368" y="79393"/>
                    <a:pt x="79393" y="91367"/>
                    <a:pt x="79393" y="106139"/>
                  </a:cubicBezTo>
                  <a:cubicBezTo>
                    <a:pt x="79393" y="120911"/>
                    <a:pt x="91368" y="132884"/>
                    <a:pt x="106139" y="132884"/>
                  </a:cubicBezTo>
                  <a:cubicBezTo>
                    <a:pt x="120910" y="132884"/>
                    <a:pt x="132884" y="120911"/>
                    <a:pt x="132884" y="106139"/>
                  </a:cubicBezTo>
                  <a:cubicBezTo>
                    <a:pt x="132857" y="91377"/>
                    <a:pt x="120898" y="79423"/>
                    <a:pt x="10613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31" name="Picture Placeholder 65">
            <a:extLst>
              <a:ext uri="{FF2B5EF4-FFF2-40B4-BE49-F238E27FC236}">
                <a16:creationId xmlns:a16="http://schemas.microsoft.com/office/drawing/2014/main" id="{3F4F96B2-5BD8-4B68-A42C-F99CEA4D1CEE}"/>
              </a:ext>
            </a:extLst>
          </p:cNvPr>
          <p:cNvGrpSpPr>
            <a:grpSpLocks noChangeAspect="1"/>
          </p:cNvGrpSpPr>
          <p:nvPr/>
        </p:nvGrpSpPr>
        <p:grpSpPr>
          <a:xfrm>
            <a:off x="4142773" y="3730629"/>
            <a:ext cx="834298" cy="687048"/>
            <a:chOff x="4142773" y="3730629"/>
            <a:chExt cx="834298" cy="687048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1C25D371-3BC0-FF45-BB56-5D04DCF3C499}"/>
                </a:ext>
              </a:extLst>
            </p:cNvPr>
            <p:cNvSpPr/>
            <p:nvPr/>
          </p:nvSpPr>
          <p:spPr>
            <a:xfrm>
              <a:off x="4411023" y="3730629"/>
              <a:ext cx="160618" cy="142809"/>
            </a:xfrm>
            <a:custGeom>
              <a:avLst/>
              <a:gdLst>
                <a:gd name="connsiteX0" fmla="*/ 120926 w 160618"/>
                <a:gd name="connsiteY0" fmla="*/ 142808 h 142809"/>
                <a:gd name="connsiteX1" fmla="*/ 84703 w 160618"/>
                <a:gd name="connsiteY1" fmla="*/ 119437 h 142809"/>
                <a:gd name="connsiteX2" fmla="*/ 66889 w 160618"/>
                <a:gd name="connsiteY2" fmla="*/ 79393 h 142809"/>
                <a:gd name="connsiteX3" fmla="*/ 39697 w 160618"/>
                <a:gd name="connsiteY3" fmla="*/ 79393 h 142809"/>
                <a:gd name="connsiteX4" fmla="*/ 0 w 160618"/>
                <a:gd name="connsiteY4" fmla="*/ 39697 h 142809"/>
                <a:gd name="connsiteX5" fmla="*/ 39697 w 160618"/>
                <a:gd name="connsiteY5" fmla="*/ 0 h 142809"/>
                <a:gd name="connsiteX6" fmla="*/ 92295 w 160618"/>
                <a:gd name="connsiteY6" fmla="*/ 0 h 142809"/>
                <a:gd name="connsiteX7" fmla="*/ 128468 w 160618"/>
                <a:gd name="connsiteY7" fmla="*/ 23471 h 142809"/>
                <a:gd name="connsiteX8" fmla="*/ 157099 w 160618"/>
                <a:gd name="connsiteY8" fmla="*/ 86886 h 142809"/>
                <a:gd name="connsiteX9" fmla="*/ 137251 w 160618"/>
                <a:gd name="connsiteY9" fmla="*/ 139385 h 142809"/>
                <a:gd name="connsiteX10" fmla="*/ 120926 w 160618"/>
                <a:gd name="connsiteY10" fmla="*/ 142808 h 14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0618" h="142809">
                  <a:moveTo>
                    <a:pt x="120926" y="142808"/>
                  </a:moveTo>
                  <a:cubicBezTo>
                    <a:pt x="105305" y="142824"/>
                    <a:pt x="91127" y="133676"/>
                    <a:pt x="84703" y="119437"/>
                  </a:cubicBezTo>
                  <a:lnTo>
                    <a:pt x="6688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92295" y="0"/>
                  </a:lnTo>
                  <a:cubicBezTo>
                    <a:pt x="107921" y="22"/>
                    <a:pt x="122081" y="9209"/>
                    <a:pt x="128468" y="23471"/>
                  </a:cubicBezTo>
                  <a:lnTo>
                    <a:pt x="157099" y="86886"/>
                  </a:lnTo>
                  <a:cubicBezTo>
                    <a:pt x="166109" y="106864"/>
                    <a:pt x="157225" y="130364"/>
                    <a:pt x="137251" y="139385"/>
                  </a:cubicBezTo>
                  <a:cubicBezTo>
                    <a:pt x="132119" y="141688"/>
                    <a:pt x="126551" y="142856"/>
                    <a:pt x="120926" y="1428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9B323FFF-46A3-9943-B7A2-FB1B80790C36}"/>
                </a:ext>
              </a:extLst>
            </p:cNvPr>
            <p:cNvSpPr/>
            <p:nvPr/>
          </p:nvSpPr>
          <p:spPr>
            <a:xfrm>
              <a:off x="4609109" y="4044927"/>
              <a:ext cx="174516" cy="79393"/>
            </a:xfrm>
            <a:custGeom>
              <a:avLst/>
              <a:gdLst>
                <a:gd name="connsiteX0" fmla="*/ 134820 w 174516"/>
                <a:gd name="connsiteY0" fmla="*/ 79393 h 79393"/>
                <a:gd name="connsiteX1" fmla="*/ 39697 w 174516"/>
                <a:gd name="connsiteY1" fmla="*/ 79393 h 79393"/>
                <a:gd name="connsiteX2" fmla="*/ 0 w 174516"/>
                <a:gd name="connsiteY2" fmla="*/ 39697 h 79393"/>
                <a:gd name="connsiteX3" fmla="*/ 39697 w 174516"/>
                <a:gd name="connsiteY3" fmla="*/ 0 h 79393"/>
                <a:gd name="connsiteX4" fmla="*/ 134820 w 174516"/>
                <a:gd name="connsiteY4" fmla="*/ 0 h 79393"/>
                <a:gd name="connsiteX5" fmla="*/ 174516 w 174516"/>
                <a:gd name="connsiteY5" fmla="*/ 39697 h 79393"/>
                <a:gd name="connsiteX6" fmla="*/ 134820 w 17451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516" h="79393">
                  <a:moveTo>
                    <a:pt x="134820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4820" y="0"/>
                  </a:lnTo>
                  <a:cubicBezTo>
                    <a:pt x="156742" y="0"/>
                    <a:pt x="174516" y="17773"/>
                    <a:pt x="174516" y="39697"/>
                  </a:cubicBezTo>
                  <a:cubicBezTo>
                    <a:pt x="174516" y="61620"/>
                    <a:pt x="156742" y="79393"/>
                    <a:pt x="13482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FE6EA858-01F3-484B-8AA5-D561CA810D27}"/>
                </a:ext>
              </a:extLst>
            </p:cNvPr>
            <p:cNvSpPr/>
            <p:nvPr/>
          </p:nvSpPr>
          <p:spPr>
            <a:xfrm>
              <a:off x="4342577" y="3838753"/>
              <a:ext cx="365093" cy="168412"/>
            </a:xfrm>
            <a:custGeom>
              <a:avLst/>
              <a:gdLst>
                <a:gd name="connsiteX0" fmla="*/ 39765 w 365093"/>
                <a:gd name="connsiteY0" fmla="*/ 168413 h 168412"/>
                <a:gd name="connsiteX1" fmla="*/ 0 w 365093"/>
                <a:gd name="connsiteY1" fmla="*/ 128785 h 168412"/>
                <a:gd name="connsiteX2" fmla="*/ 2897 w 365093"/>
                <a:gd name="connsiteY2" fmla="*/ 113830 h 168412"/>
                <a:gd name="connsiteX3" fmla="*/ 21852 w 365093"/>
                <a:gd name="connsiteY3" fmla="*/ 68328 h 168412"/>
                <a:gd name="connsiteX4" fmla="*/ 81397 w 365093"/>
                <a:gd name="connsiteY4" fmla="*/ 0 h 168412"/>
                <a:gd name="connsiteX5" fmla="*/ 260032 w 365093"/>
                <a:gd name="connsiteY5" fmla="*/ 0 h 168412"/>
                <a:gd name="connsiteX6" fmla="*/ 326722 w 365093"/>
                <a:gd name="connsiteY6" fmla="*/ 61133 h 168412"/>
                <a:gd name="connsiteX7" fmla="*/ 358132 w 365093"/>
                <a:gd name="connsiteY7" fmla="*/ 106089 h 168412"/>
                <a:gd name="connsiteX8" fmla="*/ 347836 w 365093"/>
                <a:gd name="connsiteY8" fmla="*/ 161292 h 168412"/>
                <a:gd name="connsiteX9" fmla="*/ 292632 w 365093"/>
                <a:gd name="connsiteY9" fmla="*/ 150996 h 168412"/>
                <a:gd name="connsiteX10" fmla="*/ 241870 w 365093"/>
                <a:gd name="connsiteY10" fmla="*/ 79393 h 168412"/>
                <a:gd name="connsiteX11" fmla="*/ 103875 w 365093"/>
                <a:gd name="connsiteY11" fmla="*/ 79393 h 168412"/>
                <a:gd name="connsiteX12" fmla="*/ 76633 w 365093"/>
                <a:gd name="connsiteY12" fmla="*/ 143305 h 168412"/>
                <a:gd name="connsiteX13" fmla="*/ 39765 w 365093"/>
                <a:gd name="connsiteY13" fmla="*/ 168413 h 168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5093" h="168412">
                  <a:moveTo>
                    <a:pt x="39765" y="168413"/>
                  </a:moveTo>
                  <a:cubicBezTo>
                    <a:pt x="17841" y="168450"/>
                    <a:pt x="38" y="150708"/>
                    <a:pt x="0" y="128785"/>
                  </a:cubicBezTo>
                  <a:cubicBezTo>
                    <a:pt x="-9" y="123659"/>
                    <a:pt x="975" y="118581"/>
                    <a:pt x="2897" y="113830"/>
                  </a:cubicBezTo>
                  <a:cubicBezTo>
                    <a:pt x="3294" y="112887"/>
                    <a:pt x="12126" y="90855"/>
                    <a:pt x="21852" y="68328"/>
                  </a:cubicBezTo>
                  <a:cubicBezTo>
                    <a:pt x="40956" y="24265"/>
                    <a:pt x="51624" y="0"/>
                    <a:pt x="81397" y="0"/>
                  </a:cubicBezTo>
                  <a:lnTo>
                    <a:pt x="260032" y="0"/>
                  </a:lnTo>
                  <a:cubicBezTo>
                    <a:pt x="283304" y="0"/>
                    <a:pt x="291640" y="11760"/>
                    <a:pt x="326722" y="61133"/>
                  </a:cubicBezTo>
                  <a:cubicBezTo>
                    <a:pt x="342501" y="83363"/>
                    <a:pt x="357487" y="105196"/>
                    <a:pt x="358132" y="106089"/>
                  </a:cubicBezTo>
                  <a:cubicBezTo>
                    <a:pt x="370532" y="124176"/>
                    <a:pt x="365922" y="148891"/>
                    <a:pt x="347836" y="161292"/>
                  </a:cubicBezTo>
                  <a:cubicBezTo>
                    <a:pt x="329749" y="173693"/>
                    <a:pt x="305033" y="169083"/>
                    <a:pt x="292632" y="150996"/>
                  </a:cubicBezTo>
                  <a:cubicBezTo>
                    <a:pt x="274967" y="125243"/>
                    <a:pt x="253928" y="95421"/>
                    <a:pt x="241870" y="79393"/>
                  </a:cubicBezTo>
                  <a:lnTo>
                    <a:pt x="103875" y="79393"/>
                  </a:lnTo>
                  <a:cubicBezTo>
                    <a:pt x="96333" y="95569"/>
                    <a:pt x="85466" y="121273"/>
                    <a:pt x="76633" y="143305"/>
                  </a:cubicBezTo>
                  <a:cubicBezTo>
                    <a:pt x="70653" y="158440"/>
                    <a:pt x="56039" y="168392"/>
                    <a:pt x="39765" y="1684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7DA01B3-D44C-9147-A5D1-7C4B0BA8F7C8}"/>
                </a:ext>
              </a:extLst>
            </p:cNvPr>
            <p:cNvSpPr/>
            <p:nvPr/>
          </p:nvSpPr>
          <p:spPr>
            <a:xfrm>
              <a:off x="4210852" y="3946777"/>
              <a:ext cx="690897" cy="265770"/>
            </a:xfrm>
            <a:custGeom>
              <a:avLst/>
              <a:gdLst>
                <a:gd name="connsiteX0" fmla="*/ 39698 w 690897"/>
                <a:gd name="connsiteY0" fmla="*/ 265768 h 265770"/>
                <a:gd name="connsiteX1" fmla="*/ 0 w 690897"/>
                <a:gd name="connsiteY1" fmla="*/ 226072 h 265770"/>
                <a:gd name="connsiteX2" fmla="*/ 2681 w 690897"/>
                <a:gd name="connsiteY2" fmla="*/ 211731 h 265770"/>
                <a:gd name="connsiteX3" fmla="*/ 39747 w 690897"/>
                <a:gd name="connsiteY3" fmla="*/ 118048 h 265770"/>
                <a:gd name="connsiteX4" fmla="*/ 66741 w 690897"/>
                <a:gd name="connsiteY4" fmla="*/ 52945 h 265770"/>
                <a:gd name="connsiteX5" fmla="*/ 117900 w 690897"/>
                <a:gd name="connsiteY5" fmla="*/ 0 h 265770"/>
                <a:gd name="connsiteX6" fmla="*/ 507472 w 690897"/>
                <a:gd name="connsiteY6" fmla="*/ 0 h 265770"/>
                <a:gd name="connsiteX7" fmla="*/ 563048 w 690897"/>
                <a:gd name="connsiteY7" fmla="*/ 44361 h 265770"/>
                <a:gd name="connsiteX8" fmla="*/ 612668 w 690897"/>
                <a:gd name="connsiteY8" fmla="*/ 108868 h 265770"/>
                <a:gd name="connsiteX9" fmla="*/ 682981 w 690897"/>
                <a:gd name="connsiteY9" fmla="*/ 202254 h 265770"/>
                <a:gd name="connsiteX10" fmla="*/ 674967 w 690897"/>
                <a:gd name="connsiteY10" fmla="*/ 257854 h 265770"/>
                <a:gd name="connsiteX11" fmla="*/ 619367 w 690897"/>
                <a:gd name="connsiteY11" fmla="*/ 249840 h 265770"/>
                <a:gd name="connsiteX12" fmla="*/ 489659 w 690897"/>
                <a:gd name="connsiteY12" fmla="*/ 79393 h 265770"/>
                <a:gd name="connsiteX13" fmla="*/ 141817 w 690897"/>
                <a:gd name="connsiteY13" fmla="*/ 79393 h 265770"/>
                <a:gd name="connsiteX14" fmla="*/ 76715 w 690897"/>
                <a:gd name="connsiteY14" fmla="*/ 240412 h 265770"/>
                <a:gd name="connsiteX15" fmla="*/ 39698 w 690897"/>
                <a:gd name="connsiteY15" fmla="*/ 265768 h 26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0897" h="265770">
                  <a:moveTo>
                    <a:pt x="39698" y="265768"/>
                  </a:moveTo>
                  <a:cubicBezTo>
                    <a:pt x="17774" y="265768"/>
                    <a:pt x="0" y="247999"/>
                    <a:pt x="0" y="226072"/>
                  </a:cubicBezTo>
                  <a:cubicBezTo>
                    <a:pt x="0" y="221169"/>
                    <a:pt x="909" y="216306"/>
                    <a:pt x="2681" y="211731"/>
                  </a:cubicBezTo>
                  <a:cubicBezTo>
                    <a:pt x="2681" y="211285"/>
                    <a:pt x="21040" y="164344"/>
                    <a:pt x="39747" y="118048"/>
                  </a:cubicBezTo>
                  <a:cubicBezTo>
                    <a:pt x="50763" y="90657"/>
                    <a:pt x="59893" y="68774"/>
                    <a:pt x="66741" y="52945"/>
                  </a:cubicBezTo>
                  <a:cubicBezTo>
                    <a:pt x="80635" y="21089"/>
                    <a:pt x="89815" y="0"/>
                    <a:pt x="117900" y="0"/>
                  </a:cubicBezTo>
                  <a:lnTo>
                    <a:pt x="507472" y="0"/>
                  </a:lnTo>
                  <a:cubicBezTo>
                    <a:pt x="528363" y="0"/>
                    <a:pt x="535707" y="9378"/>
                    <a:pt x="563048" y="44361"/>
                  </a:cubicBezTo>
                  <a:cubicBezTo>
                    <a:pt x="575254" y="59991"/>
                    <a:pt x="591927" y="81676"/>
                    <a:pt x="612668" y="108868"/>
                  </a:cubicBezTo>
                  <a:cubicBezTo>
                    <a:pt x="647701" y="155015"/>
                    <a:pt x="682634" y="201807"/>
                    <a:pt x="682981" y="202254"/>
                  </a:cubicBezTo>
                  <a:cubicBezTo>
                    <a:pt x="696121" y="219820"/>
                    <a:pt x="692533" y="244714"/>
                    <a:pt x="674967" y="257854"/>
                  </a:cubicBezTo>
                  <a:cubicBezTo>
                    <a:pt x="657401" y="270993"/>
                    <a:pt x="632507" y="267406"/>
                    <a:pt x="619367" y="249840"/>
                  </a:cubicBezTo>
                  <a:cubicBezTo>
                    <a:pt x="568655" y="181909"/>
                    <a:pt x="512286" y="107578"/>
                    <a:pt x="489659" y="79393"/>
                  </a:cubicBezTo>
                  <a:lnTo>
                    <a:pt x="141817" y="79393"/>
                  </a:lnTo>
                  <a:cubicBezTo>
                    <a:pt x="127774" y="111150"/>
                    <a:pt x="100483" y="179081"/>
                    <a:pt x="76715" y="240412"/>
                  </a:cubicBezTo>
                  <a:cubicBezTo>
                    <a:pt x="70793" y="255695"/>
                    <a:pt x="56088" y="265768"/>
                    <a:pt x="39698" y="2657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FA71558-27F0-0742-BBB5-907B8891887B}"/>
                </a:ext>
              </a:extLst>
            </p:cNvPr>
            <p:cNvSpPr/>
            <p:nvPr/>
          </p:nvSpPr>
          <p:spPr>
            <a:xfrm>
              <a:off x="4352471" y="4044927"/>
              <a:ext cx="85744" cy="79393"/>
            </a:xfrm>
            <a:custGeom>
              <a:avLst/>
              <a:gdLst>
                <a:gd name="connsiteX0" fmla="*/ 46048 w 85744"/>
                <a:gd name="connsiteY0" fmla="*/ 79393 h 79393"/>
                <a:gd name="connsiteX1" fmla="*/ 39697 w 85744"/>
                <a:gd name="connsiteY1" fmla="*/ 79393 h 79393"/>
                <a:gd name="connsiteX2" fmla="*/ 0 w 85744"/>
                <a:gd name="connsiteY2" fmla="*/ 39697 h 79393"/>
                <a:gd name="connsiteX3" fmla="*/ 39697 w 85744"/>
                <a:gd name="connsiteY3" fmla="*/ 0 h 79393"/>
                <a:gd name="connsiteX4" fmla="*/ 46048 w 85744"/>
                <a:gd name="connsiteY4" fmla="*/ 0 h 79393"/>
                <a:gd name="connsiteX5" fmla="*/ 85745 w 85744"/>
                <a:gd name="connsiteY5" fmla="*/ 39697 h 79393"/>
                <a:gd name="connsiteX6" fmla="*/ 46048 w 8574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4" h="79393">
                  <a:moveTo>
                    <a:pt x="4604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048" y="0"/>
                  </a:lnTo>
                  <a:cubicBezTo>
                    <a:pt x="67972" y="0"/>
                    <a:pt x="85745" y="17773"/>
                    <a:pt x="85745" y="39697"/>
                  </a:cubicBezTo>
                  <a:cubicBezTo>
                    <a:pt x="85745" y="61620"/>
                    <a:pt x="67972" y="79393"/>
                    <a:pt x="4604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45D938D-890A-4D4A-AC22-71EA6EFAD7E4}"/>
                </a:ext>
              </a:extLst>
            </p:cNvPr>
            <p:cNvSpPr/>
            <p:nvPr/>
          </p:nvSpPr>
          <p:spPr>
            <a:xfrm>
              <a:off x="4168278" y="4141141"/>
              <a:ext cx="808793" cy="251179"/>
            </a:xfrm>
            <a:custGeom>
              <a:avLst/>
              <a:gdLst>
                <a:gd name="connsiteX0" fmla="*/ 653902 w 808793"/>
                <a:gd name="connsiteY0" fmla="*/ 251180 h 251179"/>
                <a:gd name="connsiteX1" fmla="*/ 614245 w 808793"/>
                <a:gd name="connsiteY1" fmla="*/ 211444 h 251179"/>
                <a:gd name="connsiteX2" fmla="*/ 620954 w 808793"/>
                <a:gd name="connsiteY2" fmla="*/ 189402 h 251179"/>
                <a:gd name="connsiteX3" fmla="*/ 694591 w 808793"/>
                <a:gd name="connsiteY3" fmla="*/ 79393 h 251179"/>
                <a:gd name="connsiteX4" fmla="*/ 79592 w 808793"/>
                <a:gd name="connsiteY4" fmla="*/ 79393 h 251179"/>
                <a:gd name="connsiteX5" fmla="*/ 81130 w 808793"/>
                <a:gd name="connsiteY5" fmla="*/ 196002 h 251179"/>
                <a:gd name="connsiteX6" fmla="*/ 47211 w 808793"/>
                <a:gd name="connsiteY6" fmla="*/ 240735 h 251179"/>
                <a:gd name="connsiteX7" fmla="*/ 8684 w 808793"/>
                <a:gd name="connsiteY7" fmla="*/ 223293 h 251179"/>
                <a:gd name="connsiteX8" fmla="*/ 0 w 808793"/>
                <a:gd name="connsiteY8" fmla="*/ 39697 h 251179"/>
                <a:gd name="connsiteX9" fmla="*/ 39697 w 808793"/>
                <a:gd name="connsiteY9" fmla="*/ 0 h 251179"/>
                <a:gd name="connsiteX10" fmla="*/ 769122 w 808793"/>
                <a:gd name="connsiteY10" fmla="*/ 0 h 251179"/>
                <a:gd name="connsiteX11" fmla="*/ 808793 w 808793"/>
                <a:gd name="connsiteY11" fmla="*/ 39721 h 251179"/>
                <a:gd name="connsiteX12" fmla="*/ 802119 w 808793"/>
                <a:gd name="connsiteY12" fmla="*/ 61728 h 251179"/>
                <a:gd name="connsiteX13" fmla="*/ 686751 w 808793"/>
                <a:gd name="connsiteY13" fmla="*/ 233515 h 251179"/>
                <a:gd name="connsiteX14" fmla="*/ 653902 w 808793"/>
                <a:gd name="connsiteY14" fmla="*/ 251180 h 251179"/>
                <a:gd name="connsiteX15" fmla="*/ 75027 w 808793"/>
                <a:gd name="connsiteY15" fmla="*/ 179677 h 251179"/>
                <a:gd name="connsiteX16" fmla="*/ 75027 w 808793"/>
                <a:gd name="connsiteY16" fmla="*/ 179677 h 251179"/>
                <a:gd name="connsiteX17" fmla="*/ 75027 w 808793"/>
                <a:gd name="connsiteY17" fmla="*/ 179677 h 251179"/>
                <a:gd name="connsiteX18" fmla="*/ 75027 w 808793"/>
                <a:gd name="connsiteY18" fmla="*/ 179677 h 25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08793" h="251179">
                  <a:moveTo>
                    <a:pt x="653902" y="251180"/>
                  </a:moveTo>
                  <a:cubicBezTo>
                    <a:pt x="631980" y="251160"/>
                    <a:pt x="614225" y="233366"/>
                    <a:pt x="614245" y="211444"/>
                  </a:cubicBezTo>
                  <a:cubicBezTo>
                    <a:pt x="614255" y="203594"/>
                    <a:pt x="616587" y="195922"/>
                    <a:pt x="620954" y="189402"/>
                  </a:cubicBezTo>
                  <a:lnTo>
                    <a:pt x="694591" y="79393"/>
                  </a:lnTo>
                  <a:lnTo>
                    <a:pt x="79592" y="79393"/>
                  </a:lnTo>
                  <a:cubicBezTo>
                    <a:pt x="79939" y="130155"/>
                    <a:pt x="80534" y="184738"/>
                    <a:pt x="81130" y="196002"/>
                  </a:cubicBezTo>
                  <a:cubicBezTo>
                    <a:pt x="84117" y="217721"/>
                    <a:pt x="68930" y="237748"/>
                    <a:pt x="47211" y="240735"/>
                  </a:cubicBezTo>
                  <a:cubicBezTo>
                    <a:pt x="32082" y="242814"/>
                    <a:pt x="17102" y="236036"/>
                    <a:pt x="8684" y="223293"/>
                  </a:cubicBezTo>
                  <a:cubicBezTo>
                    <a:pt x="794" y="211334"/>
                    <a:pt x="794" y="211334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69122" y="0"/>
                  </a:lnTo>
                  <a:cubicBezTo>
                    <a:pt x="791044" y="15"/>
                    <a:pt x="808808" y="17799"/>
                    <a:pt x="808793" y="39721"/>
                  </a:cubicBezTo>
                  <a:cubicBezTo>
                    <a:pt x="808788" y="47556"/>
                    <a:pt x="806466" y="55213"/>
                    <a:pt x="802119" y="61728"/>
                  </a:cubicBezTo>
                  <a:lnTo>
                    <a:pt x="686751" y="233515"/>
                  </a:lnTo>
                  <a:cubicBezTo>
                    <a:pt x="679422" y="244501"/>
                    <a:pt x="667106" y="251120"/>
                    <a:pt x="653902" y="251180"/>
                  </a:cubicBezTo>
                  <a:close/>
                  <a:moveTo>
                    <a:pt x="75027" y="179677"/>
                  </a:moveTo>
                  <a:lnTo>
                    <a:pt x="75027" y="179677"/>
                  </a:lnTo>
                  <a:close/>
                  <a:moveTo>
                    <a:pt x="75027" y="179677"/>
                  </a:moveTo>
                  <a:lnTo>
                    <a:pt x="75027" y="179677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59756713-8F3C-FC43-AF4D-F294D1572BEB}"/>
                </a:ext>
              </a:extLst>
            </p:cNvPr>
            <p:cNvSpPr/>
            <p:nvPr/>
          </p:nvSpPr>
          <p:spPr>
            <a:xfrm>
              <a:off x="4142773" y="4290698"/>
              <a:ext cx="829655" cy="126979"/>
            </a:xfrm>
            <a:custGeom>
              <a:avLst/>
              <a:gdLst>
                <a:gd name="connsiteX0" fmla="*/ 483306 w 829655"/>
                <a:gd name="connsiteY0" fmla="*/ 126979 h 126979"/>
                <a:gd name="connsiteX1" fmla="*/ 372354 w 829655"/>
                <a:gd name="connsiteY1" fmla="*/ 91798 h 126979"/>
                <a:gd name="connsiteX2" fmla="*/ 261352 w 829655"/>
                <a:gd name="connsiteY2" fmla="*/ 126979 h 126979"/>
                <a:gd name="connsiteX3" fmla="*/ 261352 w 829655"/>
                <a:gd name="connsiteY3" fmla="*/ 126979 h 126979"/>
                <a:gd name="connsiteX4" fmla="*/ 150400 w 829655"/>
                <a:gd name="connsiteY4" fmla="*/ 91798 h 126979"/>
                <a:gd name="connsiteX5" fmla="*/ 39697 w 829655"/>
                <a:gd name="connsiteY5" fmla="*/ 126979 h 126979"/>
                <a:gd name="connsiteX6" fmla="*/ 39697 w 829655"/>
                <a:gd name="connsiteY6" fmla="*/ 126979 h 126979"/>
                <a:gd name="connsiteX7" fmla="*/ 0 w 829655"/>
                <a:gd name="connsiteY7" fmla="*/ 87283 h 126979"/>
                <a:gd name="connsiteX8" fmla="*/ 39697 w 829655"/>
                <a:gd name="connsiteY8" fmla="*/ 47586 h 126979"/>
                <a:gd name="connsiteX9" fmla="*/ 121769 w 829655"/>
                <a:gd name="connsiteY9" fmla="*/ 12107 h 126979"/>
                <a:gd name="connsiteX10" fmla="*/ 150301 w 829655"/>
                <a:gd name="connsiteY10" fmla="*/ 0 h 126979"/>
                <a:gd name="connsiteX11" fmla="*/ 150301 w 829655"/>
                <a:gd name="connsiteY11" fmla="*/ 0 h 126979"/>
                <a:gd name="connsiteX12" fmla="*/ 178833 w 829655"/>
                <a:gd name="connsiteY12" fmla="*/ 12107 h 126979"/>
                <a:gd name="connsiteX13" fmla="*/ 339332 w 829655"/>
                <a:gd name="connsiteY13" fmla="*/ 16499 h 126979"/>
                <a:gd name="connsiteX14" fmla="*/ 343723 w 829655"/>
                <a:gd name="connsiteY14" fmla="*/ 12107 h 126979"/>
                <a:gd name="connsiteX15" fmla="*/ 399854 w 829655"/>
                <a:gd name="connsiteY15" fmla="*/ 11175 h 126979"/>
                <a:gd name="connsiteX16" fmla="*/ 400787 w 829655"/>
                <a:gd name="connsiteY16" fmla="*/ 12107 h 126979"/>
                <a:gd name="connsiteX17" fmla="*/ 561216 w 829655"/>
                <a:gd name="connsiteY17" fmla="*/ 16519 h 126979"/>
                <a:gd name="connsiteX18" fmla="*/ 565627 w 829655"/>
                <a:gd name="connsiteY18" fmla="*/ 12107 h 126979"/>
                <a:gd name="connsiteX19" fmla="*/ 621758 w 829655"/>
                <a:gd name="connsiteY19" fmla="*/ 11175 h 126979"/>
                <a:gd name="connsiteX20" fmla="*/ 622691 w 829655"/>
                <a:gd name="connsiteY20" fmla="*/ 12107 h 126979"/>
                <a:gd name="connsiteX21" fmla="*/ 769072 w 829655"/>
                <a:gd name="connsiteY21" fmla="*/ 27788 h 126979"/>
                <a:gd name="connsiteX22" fmla="*/ 823714 w 829655"/>
                <a:gd name="connsiteY22" fmla="*/ 40659 h 126979"/>
                <a:gd name="connsiteX23" fmla="*/ 813731 w 829655"/>
                <a:gd name="connsiteY23" fmla="*/ 93337 h 126979"/>
                <a:gd name="connsiteX24" fmla="*/ 594159 w 829655"/>
                <a:gd name="connsiteY24" fmla="*/ 91749 h 126979"/>
                <a:gd name="connsiteX25" fmla="*/ 483306 w 829655"/>
                <a:gd name="connsiteY25" fmla="*/ 126979 h 12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29655" h="126979">
                  <a:moveTo>
                    <a:pt x="483306" y="126979"/>
                  </a:moveTo>
                  <a:cubicBezTo>
                    <a:pt x="443567" y="127054"/>
                    <a:pt x="404790" y="114758"/>
                    <a:pt x="372354" y="91798"/>
                  </a:cubicBezTo>
                  <a:cubicBezTo>
                    <a:pt x="339895" y="114748"/>
                    <a:pt x="301106" y="127044"/>
                    <a:pt x="261352" y="126979"/>
                  </a:cubicBezTo>
                  <a:lnTo>
                    <a:pt x="261352" y="126979"/>
                  </a:lnTo>
                  <a:cubicBezTo>
                    <a:pt x="221613" y="127054"/>
                    <a:pt x="182837" y="114758"/>
                    <a:pt x="150400" y="91798"/>
                  </a:cubicBezTo>
                  <a:cubicBezTo>
                    <a:pt x="118030" y="114703"/>
                    <a:pt x="79350" y="126994"/>
                    <a:pt x="39697" y="126979"/>
                  </a:cubicBezTo>
                  <a:lnTo>
                    <a:pt x="39697" y="126979"/>
                  </a:lnTo>
                  <a:cubicBezTo>
                    <a:pt x="17773" y="126979"/>
                    <a:pt x="0" y="109205"/>
                    <a:pt x="0" y="87283"/>
                  </a:cubicBezTo>
                  <a:cubicBezTo>
                    <a:pt x="0" y="65360"/>
                    <a:pt x="17773" y="47586"/>
                    <a:pt x="39697" y="47586"/>
                  </a:cubicBezTo>
                  <a:cubicBezTo>
                    <a:pt x="70741" y="47413"/>
                    <a:pt x="100376" y="34605"/>
                    <a:pt x="121769" y="12107"/>
                  </a:cubicBezTo>
                  <a:cubicBezTo>
                    <a:pt x="129246" y="4372"/>
                    <a:pt x="139543" y="5"/>
                    <a:pt x="150301" y="0"/>
                  </a:cubicBezTo>
                  <a:lnTo>
                    <a:pt x="150301" y="0"/>
                  </a:lnTo>
                  <a:cubicBezTo>
                    <a:pt x="161060" y="5"/>
                    <a:pt x="171356" y="4372"/>
                    <a:pt x="178833" y="12107"/>
                  </a:cubicBezTo>
                  <a:cubicBezTo>
                    <a:pt x="221941" y="57639"/>
                    <a:pt x="293799" y="59604"/>
                    <a:pt x="339332" y="16499"/>
                  </a:cubicBezTo>
                  <a:cubicBezTo>
                    <a:pt x="340835" y="15075"/>
                    <a:pt x="342300" y="13611"/>
                    <a:pt x="343723" y="12107"/>
                  </a:cubicBezTo>
                  <a:cubicBezTo>
                    <a:pt x="358966" y="-3652"/>
                    <a:pt x="384097" y="-4069"/>
                    <a:pt x="399854" y="11175"/>
                  </a:cubicBezTo>
                  <a:cubicBezTo>
                    <a:pt x="400170" y="11482"/>
                    <a:pt x="400481" y="11790"/>
                    <a:pt x="400787" y="12107"/>
                  </a:cubicBezTo>
                  <a:cubicBezTo>
                    <a:pt x="443869" y="57625"/>
                    <a:pt x="515694" y="59604"/>
                    <a:pt x="561216" y="16519"/>
                  </a:cubicBezTo>
                  <a:cubicBezTo>
                    <a:pt x="562724" y="15090"/>
                    <a:pt x="564198" y="13616"/>
                    <a:pt x="565627" y="12107"/>
                  </a:cubicBezTo>
                  <a:cubicBezTo>
                    <a:pt x="580870" y="-3652"/>
                    <a:pt x="606003" y="-4069"/>
                    <a:pt x="621758" y="11175"/>
                  </a:cubicBezTo>
                  <a:cubicBezTo>
                    <a:pt x="622075" y="11482"/>
                    <a:pt x="622383" y="11790"/>
                    <a:pt x="622691" y="12107"/>
                  </a:cubicBezTo>
                  <a:cubicBezTo>
                    <a:pt x="661142" y="52310"/>
                    <a:pt x="722979" y="58934"/>
                    <a:pt x="769072" y="27788"/>
                  </a:cubicBezTo>
                  <a:cubicBezTo>
                    <a:pt x="787714" y="16251"/>
                    <a:pt x="812182" y="22017"/>
                    <a:pt x="823714" y="40659"/>
                  </a:cubicBezTo>
                  <a:cubicBezTo>
                    <a:pt x="834537" y="58155"/>
                    <a:pt x="830205" y="81016"/>
                    <a:pt x="813731" y="93337"/>
                  </a:cubicBezTo>
                  <a:cubicBezTo>
                    <a:pt x="747358" y="138615"/>
                    <a:pt x="659867" y="137980"/>
                    <a:pt x="594159" y="91749"/>
                  </a:cubicBezTo>
                  <a:cubicBezTo>
                    <a:pt x="561756" y="114703"/>
                    <a:pt x="523018" y="127019"/>
                    <a:pt x="483306" y="1269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B7931359-5DD3-B841-8746-538AABC008C6}"/>
                </a:ext>
              </a:extLst>
            </p:cNvPr>
            <p:cNvSpPr/>
            <p:nvPr/>
          </p:nvSpPr>
          <p:spPr>
            <a:xfrm>
              <a:off x="4457518" y="4047706"/>
              <a:ext cx="85645" cy="79393"/>
            </a:xfrm>
            <a:custGeom>
              <a:avLst/>
              <a:gdLst>
                <a:gd name="connsiteX0" fmla="*/ 45949 w 85645"/>
                <a:gd name="connsiteY0" fmla="*/ 79393 h 79393"/>
                <a:gd name="connsiteX1" fmla="*/ 39697 w 85645"/>
                <a:gd name="connsiteY1" fmla="*/ 79393 h 79393"/>
                <a:gd name="connsiteX2" fmla="*/ 0 w 85645"/>
                <a:gd name="connsiteY2" fmla="*/ 39697 h 79393"/>
                <a:gd name="connsiteX3" fmla="*/ 39697 w 85645"/>
                <a:gd name="connsiteY3" fmla="*/ 0 h 79393"/>
                <a:gd name="connsiteX4" fmla="*/ 45949 w 85645"/>
                <a:gd name="connsiteY4" fmla="*/ 0 h 79393"/>
                <a:gd name="connsiteX5" fmla="*/ 85645 w 85645"/>
                <a:gd name="connsiteY5" fmla="*/ 39697 h 79393"/>
                <a:gd name="connsiteX6" fmla="*/ 45949 w 856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45" h="79393">
                  <a:moveTo>
                    <a:pt x="4594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949" y="0"/>
                  </a:lnTo>
                  <a:cubicBezTo>
                    <a:pt x="67873" y="0"/>
                    <a:pt x="85645" y="17773"/>
                    <a:pt x="85645" y="39697"/>
                  </a:cubicBezTo>
                  <a:cubicBezTo>
                    <a:pt x="85645" y="61620"/>
                    <a:pt x="67873" y="79393"/>
                    <a:pt x="4594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0" name="Picture Placeholder 73">
            <a:extLst>
              <a:ext uri="{FF2B5EF4-FFF2-40B4-BE49-F238E27FC236}">
                <a16:creationId xmlns:a16="http://schemas.microsoft.com/office/drawing/2014/main" id="{205C7CBF-30F3-4D28-AE69-8B7C688AAC3C}"/>
              </a:ext>
            </a:extLst>
          </p:cNvPr>
          <p:cNvGrpSpPr>
            <a:grpSpLocks noChangeAspect="1"/>
          </p:cNvGrpSpPr>
          <p:nvPr/>
        </p:nvGrpSpPr>
        <p:grpSpPr>
          <a:xfrm>
            <a:off x="5470404" y="3862571"/>
            <a:ext cx="813780" cy="423165"/>
            <a:chOff x="5470404" y="3862571"/>
            <a:chExt cx="813780" cy="423165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8F8AE3C8-CBB2-F243-A9E2-C8A15BED0598}"/>
                </a:ext>
              </a:extLst>
            </p:cNvPr>
            <p:cNvSpPr/>
            <p:nvPr/>
          </p:nvSpPr>
          <p:spPr>
            <a:xfrm>
              <a:off x="5475267" y="3971191"/>
              <a:ext cx="443509" cy="200219"/>
            </a:xfrm>
            <a:custGeom>
              <a:avLst/>
              <a:gdLst>
                <a:gd name="connsiteX0" fmla="*/ 403814 w 443509"/>
                <a:gd name="connsiteY0" fmla="*/ 200219 h 200219"/>
                <a:gd name="connsiteX1" fmla="*/ 39796 w 443509"/>
                <a:gd name="connsiteY1" fmla="*/ 200219 h 200219"/>
                <a:gd name="connsiteX2" fmla="*/ 99 w 443509"/>
                <a:gd name="connsiteY2" fmla="*/ 160523 h 200219"/>
                <a:gd name="connsiteX3" fmla="*/ 39796 w 443509"/>
                <a:gd name="connsiteY3" fmla="*/ 120826 h 200219"/>
                <a:gd name="connsiteX4" fmla="*/ 334146 w 443509"/>
                <a:gd name="connsiteY4" fmla="*/ 120826 h 200219"/>
                <a:gd name="connsiteX5" fmla="*/ 309931 w 443509"/>
                <a:gd name="connsiteY5" fmla="*/ 79939 h 200219"/>
                <a:gd name="connsiteX6" fmla="*/ 39697 w 443509"/>
                <a:gd name="connsiteY6" fmla="*/ 79393 h 200219"/>
                <a:gd name="connsiteX7" fmla="*/ 0 w 443509"/>
                <a:gd name="connsiteY7" fmla="*/ 39697 h 200219"/>
                <a:gd name="connsiteX8" fmla="*/ 39697 w 443509"/>
                <a:gd name="connsiteY8" fmla="*/ 0 h 200219"/>
                <a:gd name="connsiteX9" fmla="*/ 39697 w 443509"/>
                <a:gd name="connsiteY9" fmla="*/ 0 h 200219"/>
                <a:gd name="connsiteX10" fmla="*/ 332459 w 443509"/>
                <a:gd name="connsiteY10" fmla="*/ 595 h 200219"/>
                <a:gd name="connsiteX11" fmla="*/ 366499 w 443509"/>
                <a:gd name="connsiteY11" fmla="*/ 20047 h 200219"/>
                <a:gd name="connsiteX12" fmla="*/ 437953 w 443509"/>
                <a:gd name="connsiteY12" fmla="*/ 140178 h 200219"/>
                <a:gd name="connsiteX13" fmla="*/ 424052 w 443509"/>
                <a:gd name="connsiteY13" fmla="*/ 194568 h 200219"/>
                <a:gd name="connsiteX14" fmla="*/ 403814 w 443509"/>
                <a:gd name="connsiteY14" fmla="*/ 200120 h 20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3509" h="200219">
                  <a:moveTo>
                    <a:pt x="403814" y="200219"/>
                  </a:moveTo>
                  <a:lnTo>
                    <a:pt x="39796" y="200219"/>
                  </a:lnTo>
                  <a:cubicBezTo>
                    <a:pt x="17872" y="200219"/>
                    <a:pt x="99" y="182445"/>
                    <a:pt x="99" y="160523"/>
                  </a:cubicBezTo>
                  <a:cubicBezTo>
                    <a:pt x="99" y="138599"/>
                    <a:pt x="17872" y="120826"/>
                    <a:pt x="39796" y="120826"/>
                  </a:cubicBezTo>
                  <a:lnTo>
                    <a:pt x="334146" y="120826"/>
                  </a:lnTo>
                  <a:lnTo>
                    <a:pt x="309931" y="79939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332459" y="595"/>
                  </a:lnTo>
                  <a:cubicBezTo>
                    <a:pt x="346439" y="633"/>
                    <a:pt x="359369" y="8021"/>
                    <a:pt x="366499" y="20047"/>
                  </a:cubicBezTo>
                  <a:lnTo>
                    <a:pt x="437953" y="140178"/>
                  </a:lnTo>
                  <a:cubicBezTo>
                    <a:pt x="449134" y="159037"/>
                    <a:pt x="442910" y="183388"/>
                    <a:pt x="424052" y="194568"/>
                  </a:cubicBezTo>
                  <a:cubicBezTo>
                    <a:pt x="417926" y="198200"/>
                    <a:pt x="410936" y="200120"/>
                    <a:pt x="403814" y="2001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6E5AB00B-F397-2D47-87B3-6AD979726352}"/>
                </a:ext>
              </a:extLst>
            </p:cNvPr>
            <p:cNvSpPr/>
            <p:nvPr/>
          </p:nvSpPr>
          <p:spPr>
            <a:xfrm>
              <a:off x="5914862" y="3971786"/>
              <a:ext cx="328136" cy="198136"/>
            </a:xfrm>
            <a:custGeom>
              <a:avLst/>
              <a:gdLst>
                <a:gd name="connsiteX0" fmla="*/ 288440 w 328136"/>
                <a:gd name="connsiteY0" fmla="*/ 198136 h 198136"/>
                <a:gd name="connsiteX1" fmla="*/ 106927 w 328136"/>
                <a:gd name="connsiteY1" fmla="*/ 198136 h 198136"/>
                <a:gd name="connsiteX2" fmla="*/ 72193 w 328136"/>
                <a:gd name="connsiteY2" fmla="*/ 177990 h 198136"/>
                <a:gd name="connsiteX3" fmla="*/ 5155 w 328136"/>
                <a:gd name="connsiteY3" fmla="*/ 59248 h 198136"/>
                <a:gd name="connsiteX4" fmla="*/ 20153 w 328136"/>
                <a:gd name="connsiteY4" fmla="*/ 5149 h 198136"/>
                <a:gd name="connsiteX5" fmla="*/ 39890 w 328136"/>
                <a:gd name="connsiteY5" fmla="*/ 0 h 198136"/>
                <a:gd name="connsiteX6" fmla="*/ 202596 w 328136"/>
                <a:gd name="connsiteY6" fmla="*/ 0 h 198136"/>
                <a:gd name="connsiteX7" fmla="*/ 242293 w 328136"/>
                <a:gd name="connsiteY7" fmla="*/ 39697 h 198136"/>
                <a:gd name="connsiteX8" fmla="*/ 202596 w 328136"/>
                <a:gd name="connsiteY8" fmla="*/ 79394 h 198136"/>
                <a:gd name="connsiteX9" fmla="*/ 107771 w 328136"/>
                <a:gd name="connsiteY9" fmla="*/ 79394 h 198136"/>
                <a:gd name="connsiteX10" fmla="*/ 130051 w 328136"/>
                <a:gd name="connsiteY10" fmla="*/ 118743 h 198136"/>
                <a:gd name="connsiteX11" fmla="*/ 288440 w 328136"/>
                <a:gd name="connsiteY11" fmla="*/ 118743 h 198136"/>
                <a:gd name="connsiteX12" fmla="*/ 328137 w 328136"/>
                <a:gd name="connsiteY12" fmla="*/ 158439 h 198136"/>
                <a:gd name="connsiteX13" fmla="*/ 288440 w 328136"/>
                <a:gd name="connsiteY13" fmla="*/ 198136 h 19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136" h="198136">
                  <a:moveTo>
                    <a:pt x="288440" y="198136"/>
                  </a:moveTo>
                  <a:lnTo>
                    <a:pt x="106927" y="198136"/>
                  </a:lnTo>
                  <a:cubicBezTo>
                    <a:pt x="92557" y="198205"/>
                    <a:pt x="79269" y="190499"/>
                    <a:pt x="72193" y="177990"/>
                  </a:cubicBezTo>
                  <a:lnTo>
                    <a:pt x="5155" y="59248"/>
                  </a:lnTo>
                  <a:cubicBezTo>
                    <a:pt x="-5642" y="40167"/>
                    <a:pt x="1072" y="15946"/>
                    <a:pt x="20153" y="5149"/>
                  </a:cubicBezTo>
                  <a:cubicBezTo>
                    <a:pt x="26170" y="1743"/>
                    <a:pt x="32973" y="-32"/>
                    <a:pt x="39890" y="0"/>
                  </a:cubicBezTo>
                  <a:lnTo>
                    <a:pt x="202596" y="0"/>
                  </a:lnTo>
                  <a:cubicBezTo>
                    <a:pt x="224519" y="0"/>
                    <a:pt x="242293" y="17773"/>
                    <a:pt x="242293" y="39697"/>
                  </a:cubicBezTo>
                  <a:cubicBezTo>
                    <a:pt x="242293" y="61621"/>
                    <a:pt x="224519" y="79394"/>
                    <a:pt x="202596" y="79394"/>
                  </a:cubicBezTo>
                  <a:lnTo>
                    <a:pt x="107771" y="79394"/>
                  </a:lnTo>
                  <a:lnTo>
                    <a:pt x="130051" y="118743"/>
                  </a:lnTo>
                  <a:lnTo>
                    <a:pt x="288440" y="118743"/>
                  </a:lnTo>
                  <a:cubicBezTo>
                    <a:pt x="310363" y="118743"/>
                    <a:pt x="328137" y="136515"/>
                    <a:pt x="328137" y="158439"/>
                  </a:cubicBezTo>
                  <a:cubicBezTo>
                    <a:pt x="328137" y="180362"/>
                    <a:pt x="310363" y="198136"/>
                    <a:pt x="288440" y="1981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D46038AB-446A-C943-8A19-C1DE1806C1FA}"/>
                </a:ext>
              </a:extLst>
            </p:cNvPr>
            <p:cNvSpPr/>
            <p:nvPr/>
          </p:nvSpPr>
          <p:spPr>
            <a:xfrm>
              <a:off x="5470404" y="3862571"/>
              <a:ext cx="813780" cy="423165"/>
            </a:xfrm>
            <a:custGeom>
              <a:avLst/>
              <a:gdLst>
                <a:gd name="connsiteX0" fmla="*/ 602197 w 813780"/>
                <a:gd name="connsiteY0" fmla="*/ 423165 h 423165"/>
                <a:gd name="connsiteX1" fmla="*/ 39697 w 813780"/>
                <a:gd name="connsiteY1" fmla="*/ 423165 h 423165"/>
                <a:gd name="connsiteX2" fmla="*/ 0 w 813780"/>
                <a:gd name="connsiteY2" fmla="*/ 383469 h 423165"/>
                <a:gd name="connsiteX3" fmla="*/ 39697 w 813780"/>
                <a:gd name="connsiteY3" fmla="*/ 343772 h 423165"/>
                <a:gd name="connsiteX4" fmla="*/ 602197 w 813780"/>
                <a:gd name="connsiteY4" fmla="*/ 343772 h 423165"/>
                <a:gd name="connsiteX5" fmla="*/ 734387 w 813780"/>
                <a:gd name="connsiteY5" fmla="*/ 289735 h 423165"/>
                <a:gd name="connsiteX6" fmla="*/ 623286 w 813780"/>
                <a:gd name="connsiteY6" fmla="*/ 174417 h 423165"/>
                <a:gd name="connsiteX7" fmla="*/ 566470 w 813780"/>
                <a:gd name="connsiteY7" fmla="*/ 120380 h 423165"/>
                <a:gd name="connsiteX8" fmla="*/ 464351 w 813780"/>
                <a:gd name="connsiteY8" fmla="*/ 79393 h 423165"/>
                <a:gd name="connsiteX9" fmla="*/ 39697 w 813780"/>
                <a:gd name="connsiteY9" fmla="*/ 79393 h 423165"/>
                <a:gd name="connsiteX10" fmla="*/ 0 w 813780"/>
                <a:gd name="connsiteY10" fmla="*/ 39697 h 423165"/>
                <a:gd name="connsiteX11" fmla="*/ 39697 w 813780"/>
                <a:gd name="connsiteY11" fmla="*/ 0 h 423165"/>
                <a:gd name="connsiteX12" fmla="*/ 464351 w 813780"/>
                <a:gd name="connsiteY12" fmla="*/ 0 h 423165"/>
                <a:gd name="connsiteX13" fmla="*/ 621301 w 813780"/>
                <a:gd name="connsiteY13" fmla="*/ 62969 h 423165"/>
                <a:gd name="connsiteX14" fmla="*/ 677968 w 813780"/>
                <a:gd name="connsiteY14" fmla="*/ 116857 h 423165"/>
                <a:gd name="connsiteX15" fmla="*/ 813780 w 813780"/>
                <a:gd name="connsiteY15" fmla="*/ 289735 h 423165"/>
                <a:gd name="connsiteX16" fmla="*/ 602197 w 813780"/>
                <a:gd name="connsiteY16" fmla="*/ 423165 h 423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3780" h="423165">
                  <a:moveTo>
                    <a:pt x="602197" y="423165"/>
                  </a:moveTo>
                  <a:lnTo>
                    <a:pt x="39697" y="423165"/>
                  </a:lnTo>
                  <a:cubicBezTo>
                    <a:pt x="17773" y="423165"/>
                    <a:pt x="0" y="405391"/>
                    <a:pt x="0" y="383469"/>
                  </a:cubicBezTo>
                  <a:cubicBezTo>
                    <a:pt x="0" y="361546"/>
                    <a:pt x="17773" y="343772"/>
                    <a:pt x="39697" y="343772"/>
                  </a:cubicBezTo>
                  <a:lnTo>
                    <a:pt x="602197" y="343772"/>
                  </a:lnTo>
                  <a:cubicBezTo>
                    <a:pt x="653307" y="343772"/>
                    <a:pt x="734387" y="328886"/>
                    <a:pt x="734387" y="289735"/>
                  </a:cubicBezTo>
                  <a:cubicBezTo>
                    <a:pt x="734387" y="279811"/>
                    <a:pt x="692557" y="240115"/>
                    <a:pt x="623286" y="174417"/>
                  </a:cubicBezTo>
                  <a:lnTo>
                    <a:pt x="566470" y="120380"/>
                  </a:lnTo>
                  <a:cubicBezTo>
                    <a:pt x="539005" y="94032"/>
                    <a:pt x="502410" y="79343"/>
                    <a:pt x="464351" y="79393"/>
                  </a:cubicBezTo>
                  <a:lnTo>
                    <a:pt x="39697" y="79393"/>
                  </a:lnTo>
                  <a:cubicBezTo>
                    <a:pt x="17773" y="79393"/>
                    <a:pt x="0" y="61621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4351" y="0"/>
                  </a:lnTo>
                  <a:cubicBezTo>
                    <a:pt x="522839" y="-74"/>
                    <a:pt x="579084" y="22492"/>
                    <a:pt x="621301" y="62969"/>
                  </a:cubicBezTo>
                  <a:lnTo>
                    <a:pt x="677968" y="116857"/>
                  </a:lnTo>
                  <a:cubicBezTo>
                    <a:pt x="793039" y="226022"/>
                    <a:pt x="813780" y="245871"/>
                    <a:pt x="813780" y="289735"/>
                  </a:cubicBezTo>
                  <a:cubicBezTo>
                    <a:pt x="813780" y="370766"/>
                    <a:pt x="730715" y="423165"/>
                    <a:pt x="602197" y="4231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43E73209-5CE4-C44E-B34C-79AEE72F7927}"/>
                </a:ext>
              </a:extLst>
            </p:cNvPr>
            <p:cNvSpPr/>
            <p:nvPr/>
          </p:nvSpPr>
          <p:spPr>
            <a:xfrm>
              <a:off x="5611823" y="3971191"/>
              <a:ext cx="79393" cy="200219"/>
            </a:xfrm>
            <a:custGeom>
              <a:avLst/>
              <a:gdLst>
                <a:gd name="connsiteX0" fmla="*/ 39697 w 79393"/>
                <a:gd name="connsiteY0" fmla="*/ 200219 h 200219"/>
                <a:gd name="connsiteX1" fmla="*/ 0 w 79393"/>
                <a:gd name="connsiteY1" fmla="*/ 160523 h 200219"/>
                <a:gd name="connsiteX2" fmla="*/ 0 w 79393"/>
                <a:gd name="connsiteY2" fmla="*/ 39697 h 200219"/>
                <a:gd name="connsiteX3" fmla="*/ 39697 w 79393"/>
                <a:gd name="connsiteY3" fmla="*/ 0 h 200219"/>
                <a:gd name="connsiteX4" fmla="*/ 79393 w 79393"/>
                <a:gd name="connsiteY4" fmla="*/ 39697 h 200219"/>
                <a:gd name="connsiteX5" fmla="*/ 79393 w 79393"/>
                <a:gd name="connsiteY5" fmla="*/ 160523 h 200219"/>
                <a:gd name="connsiteX6" fmla="*/ 39697 w 79393"/>
                <a:gd name="connsiteY6" fmla="*/ 200219 h 20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0219">
                  <a:moveTo>
                    <a:pt x="39697" y="200219"/>
                  </a:moveTo>
                  <a:cubicBezTo>
                    <a:pt x="17773" y="200219"/>
                    <a:pt x="0" y="182445"/>
                    <a:pt x="0" y="1605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0523"/>
                  </a:lnTo>
                  <a:cubicBezTo>
                    <a:pt x="79393" y="182445"/>
                    <a:pt x="61621" y="200219"/>
                    <a:pt x="39697" y="20021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45" name="Picture Placeholder 75">
            <a:extLst>
              <a:ext uri="{FF2B5EF4-FFF2-40B4-BE49-F238E27FC236}">
                <a16:creationId xmlns:a16="http://schemas.microsoft.com/office/drawing/2014/main" id="{52EE009C-3AA1-44D0-8F80-5636FB212C04}"/>
              </a:ext>
            </a:extLst>
          </p:cNvPr>
          <p:cNvGrpSpPr>
            <a:grpSpLocks noChangeAspect="1"/>
          </p:cNvGrpSpPr>
          <p:nvPr/>
        </p:nvGrpSpPr>
        <p:grpSpPr>
          <a:xfrm>
            <a:off x="6783571" y="3797667"/>
            <a:ext cx="825423" cy="552972"/>
            <a:chOff x="6783571" y="3797667"/>
            <a:chExt cx="825423" cy="55297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E5C372A7-7359-0944-8804-4BF3C26E8C68}"/>
                </a:ext>
              </a:extLst>
            </p:cNvPr>
            <p:cNvSpPr/>
            <p:nvPr/>
          </p:nvSpPr>
          <p:spPr>
            <a:xfrm>
              <a:off x="7269079" y="4010701"/>
              <a:ext cx="339914" cy="339939"/>
            </a:xfrm>
            <a:custGeom>
              <a:avLst/>
              <a:gdLst>
                <a:gd name="connsiteX0" fmla="*/ 169906 w 339914"/>
                <a:gd name="connsiteY0" fmla="*/ 339939 h 339939"/>
                <a:gd name="connsiteX1" fmla="*/ 0 w 339914"/>
                <a:gd name="connsiteY1" fmla="*/ 169944 h 339939"/>
                <a:gd name="connsiteX2" fmla="*/ 84708 w 339914"/>
                <a:gd name="connsiteY2" fmla="*/ 22962 h 339939"/>
                <a:gd name="connsiteX3" fmla="*/ 109915 w 339914"/>
                <a:gd name="connsiteY3" fmla="*/ 18000 h 339939"/>
                <a:gd name="connsiteX4" fmla="*/ 131649 w 339914"/>
                <a:gd name="connsiteY4" fmla="*/ 4404 h 339939"/>
                <a:gd name="connsiteX5" fmla="*/ 335511 w 339914"/>
                <a:gd name="connsiteY5" fmla="*/ 131711 h 339939"/>
                <a:gd name="connsiteX6" fmla="*/ 208204 w 339914"/>
                <a:gd name="connsiteY6" fmla="*/ 335573 h 339939"/>
                <a:gd name="connsiteX7" fmla="*/ 169807 w 339914"/>
                <a:gd name="connsiteY7" fmla="*/ 339939 h 339939"/>
                <a:gd name="connsiteX8" fmla="*/ 135172 w 339914"/>
                <a:gd name="connsiteY8" fmla="*/ 82408 h 339939"/>
                <a:gd name="connsiteX9" fmla="*/ 124355 w 339914"/>
                <a:gd name="connsiteY9" fmla="*/ 91637 h 339939"/>
                <a:gd name="connsiteX10" fmla="*/ 92523 w 339914"/>
                <a:gd name="connsiteY10" fmla="*/ 213873 h 339939"/>
                <a:gd name="connsiteX11" fmla="*/ 214764 w 339914"/>
                <a:gd name="connsiteY11" fmla="*/ 245705 h 339939"/>
                <a:gd name="connsiteX12" fmla="*/ 246590 w 339914"/>
                <a:gd name="connsiteY12" fmla="*/ 123468 h 339939"/>
                <a:gd name="connsiteX13" fmla="*/ 149165 w 339914"/>
                <a:gd name="connsiteY13" fmla="*/ 81713 h 339939"/>
                <a:gd name="connsiteX14" fmla="*/ 135370 w 339914"/>
                <a:gd name="connsiteY14" fmla="*/ 82408 h 33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9914" h="339939">
                  <a:moveTo>
                    <a:pt x="169906" y="339939"/>
                  </a:moveTo>
                  <a:cubicBezTo>
                    <a:pt x="76044" y="339915"/>
                    <a:pt x="-25" y="263806"/>
                    <a:pt x="0" y="169944"/>
                  </a:cubicBezTo>
                  <a:cubicBezTo>
                    <a:pt x="20" y="109353"/>
                    <a:pt x="32288" y="53354"/>
                    <a:pt x="84708" y="22962"/>
                  </a:cubicBezTo>
                  <a:cubicBezTo>
                    <a:pt x="92319" y="18538"/>
                    <a:pt x="101197" y="16792"/>
                    <a:pt x="109915" y="18000"/>
                  </a:cubicBezTo>
                  <a:cubicBezTo>
                    <a:pt x="115433" y="11164"/>
                    <a:pt x="123084" y="6376"/>
                    <a:pt x="131649" y="4404"/>
                  </a:cubicBezTo>
                  <a:cubicBezTo>
                    <a:pt x="223100" y="-16736"/>
                    <a:pt x="314372" y="40262"/>
                    <a:pt x="335511" y="131711"/>
                  </a:cubicBezTo>
                  <a:cubicBezTo>
                    <a:pt x="356649" y="223162"/>
                    <a:pt x="299655" y="314434"/>
                    <a:pt x="208204" y="335573"/>
                  </a:cubicBezTo>
                  <a:cubicBezTo>
                    <a:pt x="195610" y="338486"/>
                    <a:pt x="182728" y="339949"/>
                    <a:pt x="169807" y="339939"/>
                  </a:cubicBezTo>
                  <a:close/>
                  <a:moveTo>
                    <a:pt x="135172" y="82408"/>
                  </a:moveTo>
                  <a:cubicBezTo>
                    <a:pt x="132160" y="86120"/>
                    <a:pt x="128493" y="89248"/>
                    <a:pt x="124355" y="91637"/>
                  </a:cubicBezTo>
                  <a:cubicBezTo>
                    <a:pt x="81810" y="116603"/>
                    <a:pt x="67559" y="171328"/>
                    <a:pt x="92523" y="213873"/>
                  </a:cubicBezTo>
                  <a:cubicBezTo>
                    <a:pt x="117487" y="256418"/>
                    <a:pt x="172219" y="270669"/>
                    <a:pt x="214764" y="245705"/>
                  </a:cubicBezTo>
                  <a:cubicBezTo>
                    <a:pt x="257308" y="220741"/>
                    <a:pt x="271559" y="166014"/>
                    <a:pt x="246590" y="123468"/>
                  </a:cubicBezTo>
                  <a:cubicBezTo>
                    <a:pt x="226777" y="89701"/>
                    <a:pt x="187284" y="72774"/>
                    <a:pt x="149165" y="81713"/>
                  </a:cubicBezTo>
                  <a:cubicBezTo>
                    <a:pt x="144644" y="82764"/>
                    <a:pt x="139975" y="82999"/>
                    <a:pt x="135370" y="8240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E013BF1-D384-8841-8986-44F2AB36C0F8}"/>
                </a:ext>
              </a:extLst>
            </p:cNvPr>
            <p:cNvSpPr/>
            <p:nvPr/>
          </p:nvSpPr>
          <p:spPr>
            <a:xfrm>
              <a:off x="7114416" y="4100304"/>
              <a:ext cx="160771" cy="160771"/>
            </a:xfrm>
            <a:custGeom>
              <a:avLst/>
              <a:gdLst>
                <a:gd name="connsiteX0" fmla="*/ 80386 w 160771"/>
                <a:gd name="connsiteY0" fmla="*/ 160771 h 160771"/>
                <a:gd name="connsiteX1" fmla="*/ 0 w 160771"/>
                <a:gd name="connsiteY1" fmla="*/ 80386 h 160771"/>
                <a:gd name="connsiteX2" fmla="*/ 80386 w 160771"/>
                <a:gd name="connsiteY2" fmla="*/ 0 h 160771"/>
                <a:gd name="connsiteX3" fmla="*/ 160771 w 160771"/>
                <a:gd name="connsiteY3" fmla="*/ 80386 h 160771"/>
                <a:gd name="connsiteX4" fmla="*/ 160771 w 160771"/>
                <a:gd name="connsiteY4" fmla="*/ 80534 h 160771"/>
                <a:gd name="connsiteX5" fmla="*/ 80386 w 160771"/>
                <a:gd name="connsiteY5" fmla="*/ 160771 h 160771"/>
                <a:gd name="connsiteX6" fmla="*/ 80386 w 160771"/>
                <a:gd name="connsiteY6" fmla="*/ 79393 h 160771"/>
                <a:gd name="connsiteX7" fmla="*/ 79393 w 160771"/>
                <a:gd name="connsiteY7" fmla="*/ 80386 h 160771"/>
                <a:gd name="connsiteX8" fmla="*/ 81378 w 160771"/>
                <a:gd name="connsiteY8" fmla="*/ 80386 h 160771"/>
                <a:gd name="connsiteX9" fmla="*/ 80386 w 160771"/>
                <a:gd name="connsiteY9" fmla="*/ 79393 h 16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71" h="160771">
                  <a:moveTo>
                    <a:pt x="80386" y="160771"/>
                  </a:moveTo>
                  <a:cubicBezTo>
                    <a:pt x="35990" y="160771"/>
                    <a:pt x="0" y="124781"/>
                    <a:pt x="0" y="80386"/>
                  </a:cubicBezTo>
                  <a:cubicBezTo>
                    <a:pt x="0" y="35990"/>
                    <a:pt x="35990" y="0"/>
                    <a:pt x="80386" y="0"/>
                  </a:cubicBezTo>
                  <a:cubicBezTo>
                    <a:pt x="124782" y="0"/>
                    <a:pt x="160771" y="35990"/>
                    <a:pt x="160771" y="80386"/>
                  </a:cubicBezTo>
                  <a:cubicBezTo>
                    <a:pt x="160771" y="80435"/>
                    <a:pt x="160771" y="80485"/>
                    <a:pt x="160771" y="80534"/>
                  </a:cubicBezTo>
                  <a:cubicBezTo>
                    <a:pt x="160632" y="124851"/>
                    <a:pt x="124701" y="160716"/>
                    <a:pt x="80386" y="160771"/>
                  </a:cubicBezTo>
                  <a:close/>
                  <a:moveTo>
                    <a:pt x="80386" y="79393"/>
                  </a:moveTo>
                  <a:cubicBezTo>
                    <a:pt x="79837" y="79393"/>
                    <a:pt x="79393" y="79840"/>
                    <a:pt x="79393" y="80386"/>
                  </a:cubicBezTo>
                  <a:cubicBezTo>
                    <a:pt x="79393" y="81527"/>
                    <a:pt x="81378" y="81527"/>
                    <a:pt x="81378" y="80386"/>
                  </a:cubicBezTo>
                  <a:cubicBezTo>
                    <a:pt x="81378" y="79840"/>
                    <a:pt x="80934" y="79393"/>
                    <a:pt x="8038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3F2631F9-5E96-8C4E-84A6-8B2BD5407279}"/>
                </a:ext>
              </a:extLst>
            </p:cNvPr>
            <p:cNvSpPr/>
            <p:nvPr/>
          </p:nvSpPr>
          <p:spPr>
            <a:xfrm>
              <a:off x="6912586" y="3809015"/>
              <a:ext cx="193394" cy="95782"/>
            </a:xfrm>
            <a:custGeom>
              <a:avLst/>
              <a:gdLst>
                <a:gd name="connsiteX0" fmla="*/ 39769 w 193394"/>
                <a:gd name="connsiteY0" fmla="*/ 95783 h 95782"/>
                <a:gd name="connsiteX1" fmla="*/ 0 w 193394"/>
                <a:gd name="connsiteY1" fmla="*/ 56159 h 95782"/>
                <a:gd name="connsiteX2" fmla="*/ 19027 w 193394"/>
                <a:gd name="connsiteY2" fmla="*/ 22195 h 95782"/>
                <a:gd name="connsiteX3" fmla="*/ 104821 w 193394"/>
                <a:gd name="connsiteY3" fmla="*/ 64 h 95782"/>
                <a:gd name="connsiteX4" fmla="*/ 153698 w 193394"/>
                <a:gd name="connsiteY4" fmla="*/ 64 h 95782"/>
                <a:gd name="connsiteX5" fmla="*/ 193394 w 193394"/>
                <a:gd name="connsiteY5" fmla="*/ 39761 h 95782"/>
                <a:gd name="connsiteX6" fmla="*/ 153698 w 193394"/>
                <a:gd name="connsiteY6" fmla="*/ 79458 h 95782"/>
                <a:gd name="connsiteX7" fmla="*/ 104821 w 193394"/>
                <a:gd name="connsiteY7" fmla="*/ 79458 h 95782"/>
                <a:gd name="connsiteX8" fmla="*/ 60163 w 193394"/>
                <a:gd name="connsiteY8" fmla="*/ 89928 h 95782"/>
                <a:gd name="connsiteX9" fmla="*/ 39769 w 193394"/>
                <a:gd name="connsiteY9" fmla="*/ 95783 h 9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394" h="95782">
                  <a:moveTo>
                    <a:pt x="39769" y="95783"/>
                  </a:moveTo>
                  <a:cubicBezTo>
                    <a:pt x="17845" y="95822"/>
                    <a:pt x="40" y="78082"/>
                    <a:pt x="0" y="56159"/>
                  </a:cubicBezTo>
                  <a:cubicBezTo>
                    <a:pt x="-25" y="42291"/>
                    <a:pt x="7188" y="29416"/>
                    <a:pt x="19027" y="22195"/>
                  </a:cubicBezTo>
                  <a:cubicBezTo>
                    <a:pt x="44968" y="6880"/>
                    <a:pt x="74709" y="-791"/>
                    <a:pt x="104821" y="64"/>
                  </a:cubicBezTo>
                  <a:lnTo>
                    <a:pt x="153698" y="64"/>
                  </a:lnTo>
                  <a:cubicBezTo>
                    <a:pt x="175622" y="64"/>
                    <a:pt x="193394" y="17837"/>
                    <a:pt x="193394" y="39761"/>
                  </a:cubicBezTo>
                  <a:cubicBezTo>
                    <a:pt x="193394" y="61685"/>
                    <a:pt x="175622" y="79458"/>
                    <a:pt x="153698" y="79458"/>
                  </a:cubicBezTo>
                  <a:lnTo>
                    <a:pt x="104821" y="79458"/>
                  </a:lnTo>
                  <a:cubicBezTo>
                    <a:pt x="89244" y="78646"/>
                    <a:pt x="73756" y="82277"/>
                    <a:pt x="60163" y="89928"/>
                  </a:cubicBezTo>
                  <a:cubicBezTo>
                    <a:pt x="54030" y="93712"/>
                    <a:pt x="46975" y="95738"/>
                    <a:pt x="39769" y="957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82347AB-C4BB-9E48-A4F8-4E586DCC1CCE}"/>
                </a:ext>
              </a:extLst>
            </p:cNvPr>
            <p:cNvSpPr/>
            <p:nvPr/>
          </p:nvSpPr>
          <p:spPr>
            <a:xfrm>
              <a:off x="6783571" y="4010788"/>
              <a:ext cx="337090" cy="339852"/>
            </a:xfrm>
            <a:custGeom>
              <a:avLst/>
              <a:gdLst>
                <a:gd name="connsiteX0" fmla="*/ 167048 w 337090"/>
                <a:gd name="connsiteY0" fmla="*/ 339852 h 339852"/>
                <a:gd name="connsiteX1" fmla="*/ 25 w 337090"/>
                <a:gd name="connsiteY1" fmla="*/ 167023 h 339852"/>
                <a:gd name="connsiteX2" fmla="*/ 167048 w 337090"/>
                <a:gd name="connsiteY2" fmla="*/ 0 h 339852"/>
                <a:gd name="connsiteX3" fmla="*/ 207389 w 337090"/>
                <a:gd name="connsiteY3" fmla="*/ 4962 h 339852"/>
                <a:gd name="connsiteX4" fmla="*/ 228230 w 337090"/>
                <a:gd name="connsiteY4" fmla="*/ 17764 h 339852"/>
                <a:gd name="connsiteX5" fmla="*/ 252048 w 337090"/>
                <a:gd name="connsiteY5" fmla="*/ 22726 h 339852"/>
                <a:gd name="connsiteX6" fmla="*/ 314335 w 337090"/>
                <a:gd name="connsiteY6" fmla="*/ 254787 h 339852"/>
                <a:gd name="connsiteX7" fmla="*/ 167048 w 337090"/>
                <a:gd name="connsiteY7" fmla="*/ 339802 h 339852"/>
                <a:gd name="connsiteX8" fmla="*/ 167048 w 337090"/>
                <a:gd name="connsiteY8" fmla="*/ 79393 h 339852"/>
                <a:gd name="connsiteX9" fmla="*/ 76571 w 337090"/>
                <a:gd name="connsiteY9" fmla="*/ 169931 h 339852"/>
                <a:gd name="connsiteX10" fmla="*/ 167111 w 337090"/>
                <a:gd name="connsiteY10" fmla="*/ 260409 h 339852"/>
                <a:gd name="connsiteX11" fmla="*/ 257588 w 337090"/>
                <a:gd name="connsiteY11" fmla="*/ 169871 h 339852"/>
                <a:gd name="connsiteX12" fmla="*/ 212302 w 337090"/>
                <a:gd name="connsiteY12" fmla="*/ 91501 h 339852"/>
                <a:gd name="connsiteX13" fmla="*/ 201981 w 337090"/>
                <a:gd name="connsiteY13" fmla="*/ 82916 h 339852"/>
                <a:gd name="connsiteX14" fmla="*/ 188583 w 337090"/>
                <a:gd name="connsiteY14" fmla="*/ 81973 h 339852"/>
                <a:gd name="connsiteX15" fmla="*/ 167048 w 337090"/>
                <a:gd name="connsiteY15" fmla="*/ 79393 h 3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7090" h="339852">
                  <a:moveTo>
                    <a:pt x="167048" y="339852"/>
                  </a:moveTo>
                  <a:cubicBezTo>
                    <a:pt x="73200" y="338249"/>
                    <a:pt x="-1578" y="260871"/>
                    <a:pt x="25" y="167023"/>
                  </a:cubicBezTo>
                  <a:cubicBezTo>
                    <a:pt x="1591" y="75434"/>
                    <a:pt x="75460" y="1565"/>
                    <a:pt x="167048" y="0"/>
                  </a:cubicBezTo>
                  <a:cubicBezTo>
                    <a:pt x="180644" y="53"/>
                    <a:pt x="194186" y="1718"/>
                    <a:pt x="207389" y="4962"/>
                  </a:cubicBezTo>
                  <a:cubicBezTo>
                    <a:pt x="215511" y="6930"/>
                    <a:pt x="222804" y="11410"/>
                    <a:pt x="228230" y="17764"/>
                  </a:cubicBezTo>
                  <a:cubicBezTo>
                    <a:pt x="236494" y="16864"/>
                    <a:pt x="244831" y="18601"/>
                    <a:pt x="252048" y="22726"/>
                  </a:cubicBezTo>
                  <a:cubicBezTo>
                    <a:pt x="333331" y="69608"/>
                    <a:pt x="361218" y="173509"/>
                    <a:pt x="314335" y="254787"/>
                  </a:cubicBezTo>
                  <a:cubicBezTo>
                    <a:pt x="283975" y="307425"/>
                    <a:pt x="227814" y="339842"/>
                    <a:pt x="167048" y="339802"/>
                  </a:cubicBezTo>
                  <a:close/>
                  <a:moveTo>
                    <a:pt x="167048" y="79393"/>
                  </a:moveTo>
                  <a:cubicBezTo>
                    <a:pt x="117061" y="79410"/>
                    <a:pt x="76554" y="119947"/>
                    <a:pt x="76571" y="169931"/>
                  </a:cubicBezTo>
                  <a:cubicBezTo>
                    <a:pt x="76589" y="219919"/>
                    <a:pt x="117125" y="260429"/>
                    <a:pt x="167111" y="260409"/>
                  </a:cubicBezTo>
                  <a:cubicBezTo>
                    <a:pt x="217098" y="260390"/>
                    <a:pt x="257605" y="219854"/>
                    <a:pt x="257588" y="169871"/>
                  </a:cubicBezTo>
                  <a:cubicBezTo>
                    <a:pt x="257576" y="137534"/>
                    <a:pt x="240313" y="107658"/>
                    <a:pt x="212302" y="91501"/>
                  </a:cubicBezTo>
                  <a:cubicBezTo>
                    <a:pt x="208408" y="89233"/>
                    <a:pt x="204919" y="86332"/>
                    <a:pt x="201981" y="82916"/>
                  </a:cubicBezTo>
                  <a:cubicBezTo>
                    <a:pt x="197494" y="83365"/>
                    <a:pt x="192963" y="83046"/>
                    <a:pt x="188583" y="81973"/>
                  </a:cubicBezTo>
                  <a:cubicBezTo>
                    <a:pt x="181536" y="80242"/>
                    <a:pt x="174304" y="79375"/>
                    <a:pt x="16704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16BA98CF-3330-8042-8F56-CF747E97558B}"/>
                </a:ext>
              </a:extLst>
            </p:cNvPr>
            <p:cNvSpPr/>
            <p:nvPr/>
          </p:nvSpPr>
          <p:spPr>
            <a:xfrm>
              <a:off x="6970382" y="3827007"/>
              <a:ext cx="243762" cy="358147"/>
            </a:xfrm>
            <a:custGeom>
              <a:avLst/>
              <a:gdLst>
                <a:gd name="connsiteX0" fmla="*/ 204125 w 243762"/>
                <a:gd name="connsiteY0" fmla="*/ 358148 h 358147"/>
                <a:gd name="connsiteX1" fmla="*/ 169887 w 243762"/>
                <a:gd name="connsiteY1" fmla="*/ 338597 h 358147"/>
                <a:gd name="connsiteX2" fmla="*/ 6536 w 243762"/>
                <a:gd name="connsiteY2" fmla="*/ 61515 h 358147"/>
                <a:gd name="connsiteX3" fmla="*/ 17887 w 243762"/>
                <a:gd name="connsiteY3" fmla="*/ 6536 h 358147"/>
                <a:gd name="connsiteX4" fmla="*/ 72867 w 243762"/>
                <a:gd name="connsiteY4" fmla="*/ 17887 h 358147"/>
                <a:gd name="connsiteX5" fmla="*/ 74913 w 243762"/>
                <a:gd name="connsiteY5" fmla="*/ 21372 h 358147"/>
                <a:gd name="connsiteX6" fmla="*/ 238264 w 243762"/>
                <a:gd name="connsiteY6" fmla="*/ 298305 h 358147"/>
                <a:gd name="connsiteX7" fmla="*/ 224206 w 243762"/>
                <a:gd name="connsiteY7" fmla="*/ 352655 h 358147"/>
                <a:gd name="connsiteX8" fmla="*/ 204125 w 243762"/>
                <a:gd name="connsiteY8" fmla="*/ 358148 h 3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762" h="358147">
                  <a:moveTo>
                    <a:pt x="204125" y="358148"/>
                  </a:moveTo>
                  <a:cubicBezTo>
                    <a:pt x="190054" y="358158"/>
                    <a:pt x="177028" y="350720"/>
                    <a:pt x="169887" y="338597"/>
                  </a:cubicBezTo>
                  <a:lnTo>
                    <a:pt x="6536" y="61515"/>
                  </a:lnTo>
                  <a:cubicBezTo>
                    <a:pt x="-5512" y="43198"/>
                    <a:pt x="-430" y="18583"/>
                    <a:pt x="17887" y="6536"/>
                  </a:cubicBezTo>
                  <a:cubicBezTo>
                    <a:pt x="36203" y="-5512"/>
                    <a:pt x="60819" y="-430"/>
                    <a:pt x="72867" y="17887"/>
                  </a:cubicBezTo>
                  <a:cubicBezTo>
                    <a:pt x="73607" y="19013"/>
                    <a:pt x="74290" y="20176"/>
                    <a:pt x="74913" y="21372"/>
                  </a:cubicBezTo>
                  <a:lnTo>
                    <a:pt x="238264" y="298305"/>
                  </a:lnTo>
                  <a:cubicBezTo>
                    <a:pt x="249391" y="317196"/>
                    <a:pt x="243097" y="341530"/>
                    <a:pt x="224206" y="352655"/>
                  </a:cubicBezTo>
                  <a:cubicBezTo>
                    <a:pt x="218120" y="356242"/>
                    <a:pt x="211188" y="358138"/>
                    <a:pt x="204125" y="3581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151F8F9-55A6-0442-959F-BD1953CFEE24}"/>
                </a:ext>
              </a:extLst>
            </p:cNvPr>
            <p:cNvSpPr/>
            <p:nvPr/>
          </p:nvSpPr>
          <p:spPr>
            <a:xfrm>
              <a:off x="7220208" y="3797667"/>
              <a:ext cx="258350" cy="157644"/>
            </a:xfrm>
            <a:custGeom>
              <a:avLst/>
              <a:gdLst>
                <a:gd name="connsiteX0" fmla="*/ 192677 w 258350"/>
                <a:gd name="connsiteY0" fmla="*/ 157645 h 157644"/>
                <a:gd name="connsiteX1" fmla="*/ 152956 w 258350"/>
                <a:gd name="connsiteY1" fmla="*/ 117972 h 157644"/>
                <a:gd name="connsiteX2" fmla="*/ 177096 w 258350"/>
                <a:gd name="connsiteY2" fmla="*/ 81428 h 157644"/>
                <a:gd name="connsiteX3" fmla="*/ 171340 w 258350"/>
                <a:gd name="connsiteY3" fmla="*/ 79393 h 157644"/>
                <a:gd name="connsiteX4" fmla="*/ 39697 w 258350"/>
                <a:gd name="connsiteY4" fmla="*/ 79393 h 157644"/>
                <a:gd name="connsiteX5" fmla="*/ 0 w 258350"/>
                <a:gd name="connsiteY5" fmla="*/ 39697 h 157644"/>
                <a:gd name="connsiteX6" fmla="*/ 39697 w 258350"/>
                <a:gd name="connsiteY6" fmla="*/ 0 h 157644"/>
                <a:gd name="connsiteX7" fmla="*/ 171340 w 258350"/>
                <a:gd name="connsiteY7" fmla="*/ 0 h 157644"/>
                <a:gd name="connsiteX8" fmla="*/ 249245 w 258350"/>
                <a:gd name="connsiteY8" fmla="*/ 46594 h 157644"/>
                <a:gd name="connsiteX9" fmla="*/ 218103 w 258350"/>
                <a:gd name="connsiteY9" fmla="*/ 150004 h 157644"/>
                <a:gd name="connsiteX10" fmla="*/ 204289 w 258350"/>
                <a:gd name="connsiteY10" fmla="*/ 155759 h 157644"/>
                <a:gd name="connsiteX11" fmla="*/ 192677 w 258350"/>
                <a:gd name="connsiteY11" fmla="*/ 157645 h 157644"/>
                <a:gd name="connsiteX12" fmla="*/ 179379 w 258350"/>
                <a:gd name="connsiteY12" fmla="*/ 84206 h 157644"/>
                <a:gd name="connsiteX13" fmla="*/ 179379 w 258350"/>
                <a:gd name="connsiteY13" fmla="*/ 84206 h 15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50" h="157644">
                  <a:moveTo>
                    <a:pt x="192677" y="157645"/>
                  </a:moveTo>
                  <a:cubicBezTo>
                    <a:pt x="170755" y="157658"/>
                    <a:pt x="152971" y="139895"/>
                    <a:pt x="152956" y="117972"/>
                  </a:cubicBezTo>
                  <a:cubicBezTo>
                    <a:pt x="152946" y="102052"/>
                    <a:pt x="162448" y="87667"/>
                    <a:pt x="177096" y="81428"/>
                  </a:cubicBezTo>
                  <a:cubicBezTo>
                    <a:pt x="175464" y="80116"/>
                    <a:pt x="173434" y="79399"/>
                    <a:pt x="171340" y="79393"/>
                  </a:cubicBez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1340" y="0"/>
                  </a:lnTo>
                  <a:cubicBezTo>
                    <a:pt x="203911" y="-22"/>
                    <a:pt x="233853" y="17886"/>
                    <a:pt x="249245" y="46594"/>
                  </a:cubicBezTo>
                  <a:cubicBezTo>
                    <a:pt x="269202" y="83750"/>
                    <a:pt x="255259" y="130048"/>
                    <a:pt x="218103" y="150004"/>
                  </a:cubicBezTo>
                  <a:cubicBezTo>
                    <a:pt x="213697" y="152370"/>
                    <a:pt x="209072" y="154298"/>
                    <a:pt x="204289" y="155759"/>
                  </a:cubicBezTo>
                  <a:cubicBezTo>
                    <a:pt x="200532" y="156961"/>
                    <a:pt x="196622" y="157596"/>
                    <a:pt x="192677" y="157645"/>
                  </a:cubicBezTo>
                  <a:close/>
                  <a:moveTo>
                    <a:pt x="179379" y="84206"/>
                  </a:moveTo>
                  <a:lnTo>
                    <a:pt x="179379" y="8420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0D6C4E2E-B359-5F45-A328-DF3086EB8637}"/>
                </a:ext>
              </a:extLst>
            </p:cNvPr>
            <p:cNvSpPr/>
            <p:nvPr/>
          </p:nvSpPr>
          <p:spPr>
            <a:xfrm>
              <a:off x="6910962" y="3929460"/>
              <a:ext cx="445613" cy="291074"/>
            </a:xfrm>
            <a:custGeom>
              <a:avLst/>
              <a:gdLst>
                <a:gd name="connsiteX0" fmla="*/ 235013 w 445613"/>
                <a:gd name="connsiteY0" fmla="*/ 291075 h 291074"/>
                <a:gd name="connsiteX1" fmla="*/ 39656 w 445613"/>
                <a:gd name="connsiteY1" fmla="*/ 291075 h 291074"/>
                <a:gd name="connsiteX2" fmla="*/ 0 w 445613"/>
                <a:gd name="connsiteY2" fmla="*/ 251339 h 291074"/>
                <a:gd name="connsiteX3" fmla="*/ 5318 w 445613"/>
                <a:gd name="connsiteY3" fmla="*/ 231530 h 291074"/>
                <a:gd name="connsiteX4" fmla="*/ 126145 w 445613"/>
                <a:gd name="connsiteY4" fmla="*/ 22081 h 291074"/>
                <a:gd name="connsiteX5" fmla="*/ 127336 w 445613"/>
                <a:gd name="connsiteY5" fmla="*/ 19848 h 291074"/>
                <a:gd name="connsiteX6" fmla="*/ 161673 w 445613"/>
                <a:gd name="connsiteY6" fmla="*/ 0 h 291074"/>
                <a:gd name="connsiteX7" fmla="*/ 161673 w 445613"/>
                <a:gd name="connsiteY7" fmla="*/ 0 h 291074"/>
                <a:gd name="connsiteX8" fmla="*/ 405956 w 445613"/>
                <a:gd name="connsiteY8" fmla="*/ 0 h 291074"/>
                <a:gd name="connsiteX9" fmla="*/ 445613 w 445613"/>
                <a:gd name="connsiteY9" fmla="*/ 39737 h 291074"/>
                <a:gd name="connsiteX10" fmla="*/ 440294 w 445613"/>
                <a:gd name="connsiteY10" fmla="*/ 59545 h 291074"/>
                <a:gd name="connsiteX11" fmla="*/ 338571 w 445613"/>
                <a:gd name="connsiteY11" fmla="*/ 235748 h 291074"/>
                <a:gd name="connsiteX12" fmla="*/ 284381 w 445613"/>
                <a:gd name="connsiteY12" fmla="*/ 250411 h 291074"/>
                <a:gd name="connsiteX13" fmla="*/ 284336 w 445613"/>
                <a:gd name="connsiteY13" fmla="*/ 250386 h 291074"/>
                <a:gd name="connsiteX14" fmla="*/ 273370 w 445613"/>
                <a:gd name="connsiteY14" fmla="*/ 241057 h 291074"/>
                <a:gd name="connsiteX15" fmla="*/ 274709 w 445613"/>
                <a:gd name="connsiteY15" fmla="*/ 250981 h 291074"/>
                <a:gd name="connsiteX16" fmla="*/ 235412 w 445613"/>
                <a:gd name="connsiteY16" fmla="*/ 291075 h 291074"/>
                <a:gd name="connsiteX17" fmla="*/ 235013 w 445613"/>
                <a:gd name="connsiteY17" fmla="*/ 291075 h 291074"/>
                <a:gd name="connsiteX18" fmla="*/ 108430 w 445613"/>
                <a:gd name="connsiteY18" fmla="*/ 211682 h 291074"/>
                <a:gd name="connsiteX19" fmla="*/ 235013 w 445613"/>
                <a:gd name="connsiteY19" fmla="*/ 211682 h 291074"/>
                <a:gd name="connsiteX20" fmla="*/ 265827 w 445613"/>
                <a:gd name="connsiteY20" fmla="*/ 226568 h 291074"/>
                <a:gd name="connsiteX21" fmla="*/ 269797 w 445613"/>
                <a:gd name="connsiteY21" fmla="*/ 196498 h 291074"/>
                <a:gd name="connsiteX22" fmla="*/ 337182 w 445613"/>
                <a:gd name="connsiteY22" fmla="*/ 79443 h 291074"/>
                <a:gd name="connsiteX23" fmla="*/ 184747 w 445613"/>
                <a:gd name="connsiteY23" fmla="*/ 79443 h 29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5613" h="291074">
                  <a:moveTo>
                    <a:pt x="235013" y="291075"/>
                  </a:moveTo>
                  <a:lnTo>
                    <a:pt x="39656" y="291075"/>
                  </a:lnTo>
                  <a:cubicBezTo>
                    <a:pt x="17732" y="291050"/>
                    <a:pt x="-22" y="273261"/>
                    <a:pt x="0" y="251339"/>
                  </a:cubicBezTo>
                  <a:cubicBezTo>
                    <a:pt x="7" y="244382"/>
                    <a:pt x="1841" y="237554"/>
                    <a:pt x="5318" y="231530"/>
                  </a:cubicBezTo>
                  <a:lnTo>
                    <a:pt x="126145" y="22081"/>
                  </a:lnTo>
                  <a:lnTo>
                    <a:pt x="127336" y="19848"/>
                  </a:lnTo>
                  <a:cubicBezTo>
                    <a:pt x="134420" y="7579"/>
                    <a:pt x="147506" y="14"/>
                    <a:pt x="161673" y="0"/>
                  </a:cubicBezTo>
                  <a:lnTo>
                    <a:pt x="161673" y="0"/>
                  </a:lnTo>
                  <a:lnTo>
                    <a:pt x="405956" y="0"/>
                  </a:lnTo>
                  <a:cubicBezTo>
                    <a:pt x="427879" y="22"/>
                    <a:pt x="445633" y="17813"/>
                    <a:pt x="445613" y="39737"/>
                  </a:cubicBezTo>
                  <a:cubicBezTo>
                    <a:pt x="445603" y="46692"/>
                    <a:pt x="443772" y="53522"/>
                    <a:pt x="440294" y="59545"/>
                  </a:cubicBezTo>
                  <a:lnTo>
                    <a:pt x="338571" y="235748"/>
                  </a:lnTo>
                  <a:cubicBezTo>
                    <a:pt x="327656" y="254763"/>
                    <a:pt x="303395" y="261327"/>
                    <a:pt x="284381" y="250411"/>
                  </a:cubicBezTo>
                  <a:cubicBezTo>
                    <a:pt x="284366" y="250401"/>
                    <a:pt x="284351" y="250396"/>
                    <a:pt x="284336" y="250386"/>
                  </a:cubicBezTo>
                  <a:cubicBezTo>
                    <a:pt x="280158" y="247950"/>
                    <a:pt x="276445" y="244789"/>
                    <a:pt x="273370" y="241057"/>
                  </a:cubicBezTo>
                  <a:cubicBezTo>
                    <a:pt x="274251" y="244293"/>
                    <a:pt x="274701" y="247627"/>
                    <a:pt x="274709" y="250981"/>
                  </a:cubicBezTo>
                  <a:cubicBezTo>
                    <a:pt x="274929" y="272904"/>
                    <a:pt x="257335" y="290852"/>
                    <a:pt x="235412" y="291075"/>
                  </a:cubicBezTo>
                  <a:cubicBezTo>
                    <a:pt x="235279" y="291075"/>
                    <a:pt x="235146" y="291075"/>
                    <a:pt x="235013" y="291075"/>
                  </a:cubicBezTo>
                  <a:close/>
                  <a:moveTo>
                    <a:pt x="108430" y="211682"/>
                  </a:moveTo>
                  <a:lnTo>
                    <a:pt x="235013" y="211682"/>
                  </a:lnTo>
                  <a:cubicBezTo>
                    <a:pt x="247006" y="211736"/>
                    <a:pt x="258332" y="217205"/>
                    <a:pt x="265827" y="226568"/>
                  </a:cubicBezTo>
                  <a:cubicBezTo>
                    <a:pt x="263118" y="216416"/>
                    <a:pt x="264546" y="205601"/>
                    <a:pt x="269797" y="196498"/>
                  </a:cubicBezTo>
                  <a:lnTo>
                    <a:pt x="337182" y="79443"/>
                  </a:lnTo>
                  <a:lnTo>
                    <a:pt x="184747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10A358F9-F751-7240-AF44-99F84F133406}"/>
                </a:ext>
              </a:extLst>
            </p:cNvPr>
            <p:cNvSpPr/>
            <p:nvPr/>
          </p:nvSpPr>
          <p:spPr>
            <a:xfrm>
              <a:off x="7220185" y="3802458"/>
              <a:ext cx="258627" cy="418077"/>
            </a:xfrm>
            <a:custGeom>
              <a:avLst/>
              <a:gdLst>
                <a:gd name="connsiteX0" fmla="*/ 218801 w 258627"/>
                <a:gd name="connsiteY0" fmla="*/ 418077 h 418077"/>
                <a:gd name="connsiteX1" fmla="*/ 183719 w 258627"/>
                <a:gd name="connsiteY1" fmla="*/ 396939 h 418077"/>
                <a:gd name="connsiteX2" fmla="*/ 4637 w 258627"/>
                <a:gd name="connsiteY2" fmla="*/ 58327 h 418077"/>
                <a:gd name="connsiteX3" fmla="*/ 21112 w 258627"/>
                <a:gd name="connsiteY3" fmla="*/ 4637 h 418077"/>
                <a:gd name="connsiteX4" fmla="*/ 74801 w 258627"/>
                <a:gd name="connsiteY4" fmla="*/ 21112 h 418077"/>
                <a:gd name="connsiteX5" fmla="*/ 253882 w 258627"/>
                <a:gd name="connsiteY5" fmla="*/ 359574 h 418077"/>
                <a:gd name="connsiteX6" fmla="*/ 237731 w 258627"/>
                <a:gd name="connsiteY6" fmla="*/ 413338 h 418077"/>
                <a:gd name="connsiteX7" fmla="*/ 218801 w 258627"/>
                <a:gd name="connsiteY7" fmla="*/ 418077 h 41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627" h="418077">
                  <a:moveTo>
                    <a:pt x="218801" y="418077"/>
                  </a:moveTo>
                  <a:cubicBezTo>
                    <a:pt x="204093" y="418072"/>
                    <a:pt x="190596" y="409939"/>
                    <a:pt x="183719" y="396939"/>
                  </a:cubicBezTo>
                  <a:lnTo>
                    <a:pt x="4637" y="58327"/>
                  </a:lnTo>
                  <a:cubicBezTo>
                    <a:pt x="-5640" y="38952"/>
                    <a:pt x="1736" y="14914"/>
                    <a:pt x="21112" y="4637"/>
                  </a:cubicBezTo>
                  <a:cubicBezTo>
                    <a:pt x="40488" y="-5639"/>
                    <a:pt x="64525" y="1736"/>
                    <a:pt x="74801" y="21112"/>
                  </a:cubicBezTo>
                  <a:lnTo>
                    <a:pt x="253882" y="359574"/>
                  </a:lnTo>
                  <a:cubicBezTo>
                    <a:pt x="264268" y="378882"/>
                    <a:pt x="257038" y="402953"/>
                    <a:pt x="237731" y="413338"/>
                  </a:cubicBezTo>
                  <a:cubicBezTo>
                    <a:pt x="231910" y="416469"/>
                    <a:pt x="225405" y="418097"/>
                    <a:pt x="218801" y="4180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54" name="Picture Placeholder 77">
            <a:extLst>
              <a:ext uri="{FF2B5EF4-FFF2-40B4-BE49-F238E27FC236}">
                <a16:creationId xmlns:a16="http://schemas.microsoft.com/office/drawing/2014/main" id="{E63A1D7C-3110-449E-92DA-F775974713A6}"/>
              </a:ext>
            </a:extLst>
          </p:cNvPr>
          <p:cNvGrpSpPr>
            <a:grpSpLocks noChangeAspect="1"/>
          </p:cNvGrpSpPr>
          <p:nvPr/>
        </p:nvGrpSpPr>
        <p:grpSpPr>
          <a:xfrm>
            <a:off x="8091573" y="3750825"/>
            <a:ext cx="841322" cy="646656"/>
            <a:chOff x="8091573" y="3750825"/>
            <a:chExt cx="841322" cy="646656"/>
          </a:xfrm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CE022240-F4FF-2742-B8E4-88C5EC0C2EF0}"/>
                </a:ext>
              </a:extLst>
            </p:cNvPr>
            <p:cNvSpPr/>
            <p:nvPr/>
          </p:nvSpPr>
          <p:spPr>
            <a:xfrm>
              <a:off x="8421346" y="3759345"/>
              <a:ext cx="261526" cy="451272"/>
            </a:xfrm>
            <a:custGeom>
              <a:avLst/>
              <a:gdLst>
                <a:gd name="connsiteX0" fmla="*/ 164055 w 261526"/>
                <a:gd name="connsiteY0" fmla="*/ 451265 h 451272"/>
                <a:gd name="connsiteX1" fmla="*/ 13258 w 261526"/>
                <a:gd name="connsiteY1" fmla="*/ 357879 h 451272"/>
                <a:gd name="connsiteX2" fmla="*/ 27251 w 261526"/>
                <a:gd name="connsiteY2" fmla="*/ 225193 h 451272"/>
                <a:gd name="connsiteX3" fmla="*/ 83173 w 261526"/>
                <a:gd name="connsiteY3" fmla="*/ 219884 h 451272"/>
                <a:gd name="connsiteX4" fmla="*/ 88483 w 261526"/>
                <a:gd name="connsiteY4" fmla="*/ 275807 h 451272"/>
                <a:gd name="connsiteX5" fmla="*/ 85208 w 261526"/>
                <a:gd name="connsiteY5" fmla="*/ 324088 h 451272"/>
                <a:gd name="connsiteX6" fmla="*/ 145993 w 261526"/>
                <a:gd name="connsiteY6" fmla="*/ 370284 h 451272"/>
                <a:gd name="connsiteX7" fmla="*/ 166784 w 261526"/>
                <a:gd name="connsiteY7" fmla="*/ 343191 h 451272"/>
                <a:gd name="connsiteX8" fmla="*/ 108877 w 261526"/>
                <a:gd name="connsiteY8" fmla="*/ 96031 h 451272"/>
                <a:gd name="connsiteX9" fmla="*/ 89029 w 261526"/>
                <a:gd name="connsiteY9" fmla="*/ 57922 h 451272"/>
                <a:gd name="connsiteX10" fmla="*/ 106098 w 261526"/>
                <a:gd name="connsiteY10" fmla="*/ 4431 h 451272"/>
                <a:gd name="connsiteX11" fmla="*/ 159589 w 261526"/>
                <a:gd name="connsiteY11" fmla="*/ 21501 h 451272"/>
                <a:gd name="connsiteX12" fmla="*/ 179438 w 261526"/>
                <a:gd name="connsiteY12" fmla="*/ 59014 h 451272"/>
                <a:gd name="connsiteX13" fmla="*/ 234021 w 261526"/>
                <a:gd name="connsiteY13" fmla="*/ 386213 h 451272"/>
                <a:gd name="connsiteX14" fmla="*/ 231589 w 261526"/>
                <a:gd name="connsiteY14" fmla="*/ 389736 h 451272"/>
                <a:gd name="connsiteX15" fmla="*/ 196110 w 261526"/>
                <a:gd name="connsiteY15" fmla="*/ 435982 h 451272"/>
                <a:gd name="connsiteX16" fmla="*/ 164055 w 261526"/>
                <a:gd name="connsiteY16" fmla="*/ 451265 h 451272"/>
                <a:gd name="connsiteX17" fmla="*/ 199584 w 261526"/>
                <a:gd name="connsiteY17" fmla="*/ 365372 h 451272"/>
                <a:gd name="connsiteX18" fmla="*/ 199584 w 261526"/>
                <a:gd name="connsiteY18" fmla="*/ 365372 h 45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1526" h="451272">
                  <a:moveTo>
                    <a:pt x="164055" y="451265"/>
                  </a:moveTo>
                  <a:cubicBezTo>
                    <a:pt x="99997" y="451781"/>
                    <a:pt x="41338" y="415459"/>
                    <a:pt x="13258" y="357879"/>
                  </a:cubicBezTo>
                  <a:cubicBezTo>
                    <a:pt x="-8476" y="311633"/>
                    <a:pt x="-3266" y="262012"/>
                    <a:pt x="27251" y="225193"/>
                  </a:cubicBezTo>
                  <a:cubicBezTo>
                    <a:pt x="41228" y="208285"/>
                    <a:pt x="66265" y="205908"/>
                    <a:pt x="83173" y="219884"/>
                  </a:cubicBezTo>
                  <a:cubicBezTo>
                    <a:pt x="100082" y="233861"/>
                    <a:pt x="102460" y="258898"/>
                    <a:pt x="88483" y="275807"/>
                  </a:cubicBezTo>
                  <a:cubicBezTo>
                    <a:pt x="74093" y="293223"/>
                    <a:pt x="80246" y="313518"/>
                    <a:pt x="85208" y="324088"/>
                  </a:cubicBezTo>
                  <a:cubicBezTo>
                    <a:pt x="97292" y="348011"/>
                    <a:pt x="119708" y="365047"/>
                    <a:pt x="145993" y="370284"/>
                  </a:cubicBezTo>
                  <a:lnTo>
                    <a:pt x="166784" y="343191"/>
                  </a:lnTo>
                  <a:cubicBezTo>
                    <a:pt x="203057" y="281314"/>
                    <a:pt x="168323" y="208719"/>
                    <a:pt x="108877" y="96031"/>
                  </a:cubicBezTo>
                  <a:cubicBezTo>
                    <a:pt x="102261" y="83526"/>
                    <a:pt x="95645" y="70824"/>
                    <a:pt x="89029" y="57922"/>
                  </a:cubicBezTo>
                  <a:cubicBezTo>
                    <a:pt x="78971" y="38438"/>
                    <a:pt x="86614" y="14489"/>
                    <a:pt x="106098" y="4431"/>
                  </a:cubicBezTo>
                  <a:cubicBezTo>
                    <a:pt x="125583" y="-5627"/>
                    <a:pt x="149532" y="2016"/>
                    <a:pt x="159589" y="21501"/>
                  </a:cubicBezTo>
                  <a:cubicBezTo>
                    <a:pt x="166139" y="34203"/>
                    <a:pt x="172739" y="46708"/>
                    <a:pt x="179438" y="59014"/>
                  </a:cubicBezTo>
                  <a:cubicBezTo>
                    <a:pt x="239975" y="173836"/>
                    <a:pt x="297138" y="282307"/>
                    <a:pt x="234021" y="386213"/>
                  </a:cubicBezTo>
                  <a:cubicBezTo>
                    <a:pt x="233271" y="387428"/>
                    <a:pt x="232462" y="388604"/>
                    <a:pt x="231589" y="389736"/>
                  </a:cubicBezTo>
                  <a:lnTo>
                    <a:pt x="196110" y="435982"/>
                  </a:lnTo>
                  <a:cubicBezTo>
                    <a:pt x="188429" y="445837"/>
                    <a:pt x="176550" y="451499"/>
                    <a:pt x="164055" y="451265"/>
                  </a:cubicBezTo>
                  <a:close/>
                  <a:moveTo>
                    <a:pt x="199584" y="365372"/>
                  </a:moveTo>
                  <a:lnTo>
                    <a:pt x="199584" y="365372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1A7C503E-255A-9A4F-9513-6D508AF0DEC6}"/>
                </a:ext>
              </a:extLst>
            </p:cNvPr>
            <p:cNvSpPr/>
            <p:nvPr/>
          </p:nvSpPr>
          <p:spPr>
            <a:xfrm>
              <a:off x="8655019" y="4119606"/>
              <a:ext cx="277876" cy="277875"/>
            </a:xfrm>
            <a:custGeom>
              <a:avLst/>
              <a:gdLst>
                <a:gd name="connsiteX0" fmla="*/ 138938 w 277876"/>
                <a:gd name="connsiteY0" fmla="*/ 277876 h 277875"/>
                <a:gd name="connsiteX1" fmla="*/ 0 w 277876"/>
                <a:gd name="connsiteY1" fmla="*/ 138938 h 277875"/>
                <a:gd name="connsiteX2" fmla="*/ 138938 w 277876"/>
                <a:gd name="connsiteY2" fmla="*/ 0 h 277875"/>
                <a:gd name="connsiteX3" fmla="*/ 277876 w 277876"/>
                <a:gd name="connsiteY3" fmla="*/ 138938 h 277875"/>
                <a:gd name="connsiteX4" fmla="*/ 138938 w 277876"/>
                <a:gd name="connsiteY4" fmla="*/ 277876 h 277875"/>
                <a:gd name="connsiteX5" fmla="*/ 138938 w 277876"/>
                <a:gd name="connsiteY5" fmla="*/ 79046 h 277875"/>
                <a:gd name="connsiteX6" fmla="*/ 79393 w 277876"/>
                <a:gd name="connsiteY6" fmla="*/ 138591 h 277875"/>
                <a:gd name="connsiteX7" fmla="*/ 138938 w 277876"/>
                <a:gd name="connsiteY7" fmla="*/ 198135 h 277875"/>
                <a:gd name="connsiteX8" fmla="*/ 198483 w 277876"/>
                <a:gd name="connsiteY8" fmla="*/ 138591 h 277875"/>
                <a:gd name="connsiteX9" fmla="*/ 138938 w 277876"/>
                <a:gd name="connsiteY9" fmla="*/ 79046 h 2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876" h="277875">
                  <a:moveTo>
                    <a:pt x="138938" y="277876"/>
                  </a:moveTo>
                  <a:cubicBezTo>
                    <a:pt x="62205" y="277876"/>
                    <a:pt x="0" y="215671"/>
                    <a:pt x="0" y="138938"/>
                  </a:cubicBezTo>
                  <a:cubicBezTo>
                    <a:pt x="0" y="62204"/>
                    <a:pt x="62205" y="0"/>
                    <a:pt x="138938" y="0"/>
                  </a:cubicBezTo>
                  <a:cubicBezTo>
                    <a:pt x="215672" y="0"/>
                    <a:pt x="277876" y="62204"/>
                    <a:pt x="277876" y="138938"/>
                  </a:cubicBezTo>
                  <a:cubicBezTo>
                    <a:pt x="277712" y="215602"/>
                    <a:pt x="215602" y="277712"/>
                    <a:pt x="138938" y="277876"/>
                  </a:cubicBezTo>
                  <a:close/>
                  <a:moveTo>
                    <a:pt x="138938" y="79046"/>
                  </a:moveTo>
                  <a:cubicBezTo>
                    <a:pt x="106054" y="79046"/>
                    <a:pt x="79393" y="105707"/>
                    <a:pt x="79393" y="138591"/>
                  </a:cubicBezTo>
                  <a:cubicBezTo>
                    <a:pt x="79393" y="171474"/>
                    <a:pt x="106054" y="198135"/>
                    <a:pt x="138938" y="198135"/>
                  </a:cubicBezTo>
                  <a:cubicBezTo>
                    <a:pt x="171822" y="198135"/>
                    <a:pt x="198483" y="171474"/>
                    <a:pt x="198483" y="138591"/>
                  </a:cubicBezTo>
                  <a:cubicBezTo>
                    <a:pt x="198349" y="105762"/>
                    <a:pt x="171767" y="79180"/>
                    <a:pt x="138938" y="790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E649C52-49C3-124B-83A1-D7C8B8ADC607}"/>
                </a:ext>
              </a:extLst>
            </p:cNvPr>
            <p:cNvSpPr/>
            <p:nvPr/>
          </p:nvSpPr>
          <p:spPr>
            <a:xfrm>
              <a:off x="8323503" y="3994777"/>
              <a:ext cx="496712" cy="320037"/>
            </a:xfrm>
            <a:custGeom>
              <a:avLst/>
              <a:gdLst>
                <a:gd name="connsiteX0" fmla="*/ 288197 w 496712"/>
                <a:gd name="connsiteY0" fmla="*/ 320037 h 320037"/>
                <a:gd name="connsiteX1" fmla="*/ 39697 w 496712"/>
                <a:gd name="connsiteY1" fmla="*/ 320037 h 320037"/>
                <a:gd name="connsiteX2" fmla="*/ 0 w 496712"/>
                <a:gd name="connsiteY2" fmla="*/ 280341 h 320037"/>
                <a:gd name="connsiteX3" fmla="*/ 39697 w 496712"/>
                <a:gd name="connsiteY3" fmla="*/ 240644 h 320037"/>
                <a:gd name="connsiteX4" fmla="*/ 267555 w 496712"/>
                <a:gd name="connsiteY4" fmla="*/ 240644 h 320037"/>
                <a:gd name="connsiteX5" fmla="*/ 424505 w 496712"/>
                <a:gd name="connsiteY5" fmla="*/ 16904 h 320037"/>
                <a:gd name="connsiteX6" fmla="*/ 479808 w 496712"/>
                <a:gd name="connsiteY6" fmla="*/ 7203 h 320037"/>
                <a:gd name="connsiteX7" fmla="*/ 489509 w 496712"/>
                <a:gd name="connsiteY7" fmla="*/ 62506 h 320037"/>
                <a:gd name="connsiteX8" fmla="*/ 320798 w 496712"/>
                <a:gd name="connsiteY8" fmla="*/ 302968 h 320037"/>
                <a:gd name="connsiteX9" fmla="*/ 288197 w 496712"/>
                <a:gd name="connsiteY9" fmla="*/ 320037 h 32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712" h="320037">
                  <a:moveTo>
                    <a:pt x="288197" y="320037"/>
                  </a:moveTo>
                  <a:lnTo>
                    <a:pt x="39697" y="320037"/>
                  </a:lnTo>
                  <a:cubicBezTo>
                    <a:pt x="17773" y="320037"/>
                    <a:pt x="0" y="302263"/>
                    <a:pt x="0" y="280341"/>
                  </a:cubicBezTo>
                  <a:cubicBezTo>
                    <a:pt x="0" y="258418"/>
                    <a:pt x="17773" y="240644"/>
                    <a:pt x="39697" y="240644"/>
                  </a:cubicBezTo>
                  <a:lnTo>
                    <a:pt x="267555" y="240644"/>
                  </a:lnTo>
                  <a:lnTo>
                    <a:pt x="424505" y="16904"/>
                  </a:lnTo>
                  <a:cubicBezTo>
                    <a:pt x="437099" y="-1046"/>
                    <a:pt x="461860" y="-5389"/>
                    <a:pt x="479808" y="7203"/>
                  </a:cubicBezTo>
                  <a:cubicBezTo>
                    <a:pt x="497756" y="19796"/>
                    <a:pt x="502102" y="44555"/>
                    <a:pt x="489509" y="62506"/>
                  </a:cubicBezTo>
                  <a:lnTo>
                    <a:pt x="320798" y="302968"/>
                  </a:lnTo>
                  <a:cubicBezTo>
                    <a:pt x="313385" y="313656"/>
                    <a:pt x="301203" y="320032"/>
                    <a:pt x="288197" y="32003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6B543C23-6F00-4D4E-BABA-471DF1C58087}"/>
                </a:ext>
              </a:extLst>
            </p:cNvPr>
            <p:cNvSpPr/>
            <p:nvPr/>
          </p:nvSpPr>
          <p:spPr>
            <a:xfrm>
              <a:off x="8124683" y="4184889"/>
              <a:ext cx="278438" cy="212593"/>
            </a:xfrm>
            <a:custGeom>
              <a:avLst/>
              <a:gdLst>
                <a:gd name="connsiteX0" fmla="*/ 139126 w 278438"/>
                <a:gd name="connsiteY0" fmla="*/ 212593 h 212593"/>
                <a:gd name="connsiteX1" fmla="*/ 0 w 278438"/>
                <a:gd name="connsiteY1" fmla="*/ 73844 h 212593"/>
                <a:gd name="connsiteX2" fmla="*/ 8028 w 278438"/>
                <a:gd name="connsiteY2" fmla="*/ 27111 h 212593"/>
                <a:gd name="connsiteX3" fmla="*/ 58269 w 278438"/>
                <a:gd name="connsiteY3" fmla="*/ 2062 h 212593"/>
                <a:gd name="connsiteX4" fmla="*/ 83319 w 278438"/>
                <a:gd name="connsiteY4" fmla="*/ 52303 h 212593"/>
                <a:gd name="connsiteX5" fmla="*/ 82856 w 278438"/>
                <a:gd name="connsiteY5" fmla="*/ 53608 h 212593"/>
                <a:gd name="connsiteX6" fmla="*/ 119942 w 278438"/>
                <a:gd name="connsiteY6" fmla="*/ 129210 h 212593"/>
                <a:gd name="connsiteX7" fmla="*/ 195545 w 278438"/>
                <a:gd name="connsiteY7" fmla="*/ 92124 h 212593"/>
                <a:gd name="connsiteX8" fmla="*/ 195545 w 278438"/>
                <a:gd name="connsiteY8" fmla="*/ 53608 h 212593"/>
                <a:gd name="connsiteX9" fmla="*/ 220595 w 278438"/>
                <a:gd name="connsiteY9" fmla="*/ 3367 h 212593"/>
                <a:gd name="connsiteX10" fmla="*/ 270373 w 278438"/>
                <a:gd name="connsiteY10" fmla="*/ 27111 h 212593"/>
                <a:gd name="connsiteX11" fmla="*/ 186007 w 278438"/>
                <a:gd name="connsiteY11" fmla="*/ 204564 h 212593"/>
                <a:gd name="connsiteX12" fmla="*/ 139225 w 278438"/>
                <a:gd name="connsiteY12" fmla="*/ 212593 h 21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8438" h="212593">
                  <a:moveTo>
                    <a:pt x="139126" y="212593"/>
                  </a:moveTo>
                  <a:cubicBezTo>
                    <a:pt x="62393" y="212697"/>
                    <a:pt x="104" y="150577"/>
                    <a:pt x="0" y="73844"/>
                  </a:cubicBezTo>
                  <a:cubicBezTo>
                    <a:pt x="-21" y="57920"/>
                    <a:pt x="2694" y="42111"/>
                    <a:pt x="8028" y="27111"/>
                  </a:cubicBezTo>
                  <a:cubicBezTo>
                    <a:pt x="14985" y="6320"/>
                    <a:pt x="37478" y="-4894"/>
                    <a:pt x="58269" y="2062"/>
                  </a:cubicBezTo>
                  <a:cubicBezTo>
                    <a:pt x="79060" y="9019"/>
                    <a:pt x="90275" y="31512"/>
                    <a:pt x="83319" y="52303"/>
                  </a:cubicBezTo>
                  <a:cubicBezTo>
                    <a:pt x="83172" y="52740"/>
                    <a:pt x="83018" y="53177"/>
                    <a:pt x="82856" y="53608"/>
                  </a:cubicBezTo>
                  <a:cubicBezTo>
                    <a:pt x="72220" y="84725"/>
                    <a:pt x="88824" y="118577"/>
                    <a:pt x="119942" y="129210"/>
                  </a:cubicBezTo>
                  <a:cubicBezTo>
                    <a:pt x="151060" y="139849"/>
                    <a:pt x="184909" y="123246"/>
                    <a:pt x="195545" y="92124"/>
                  </a:cubicBezTo>
                  <a:cubicBezTo>
                    <a:pt x="199812" y="79639"/>
                    <a:pt x="199812" y="66093"/>
                    <a:pt x="195545" y="53608"/>
                  </a:cubicBezTo>
                  <a:cubicBezTo>
                    <a:pt x="188589" y="32817"/>
                    <a:pt x="199804" y="10324"/>
                    <a:pt x="220595" y="3367"/>
                  </a:cubicBezTo>
                  <a:cubicBezTo>
                    <a:pt x="240874" y="-3416"/>
                    <a:pt x="262884" y="7079"/>
                    <a:pt x="270373" y="27111"/>
                  </a:cubicBezTo>
                  <a:cubicBezTo>
                    <a:pt x="296079" y="99408"/>
                    <a:pt x="258307" y="178861"/>
                    <a:pt x="186007" y="204564"/>
                  </a:cubicBezTo>
                  <a:cubicBezTo>
                    <a:pt x="170990" y="209904"/>
                    <a:pt x="155165" y="212618"/>
                    <a:pt x="139225" y="2125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F1678C63-DFEF-2A41-8917-9E53016BB030}"/>
                </a:ext>
              </a:extLst>
            </p:cNvPr>
            <p:cNvSpPr/>
            <p:nvPr/>
          </p:nvSpPr>
          <p:spPr>
            <a:xfrm>
              <a:off x="8170640" y="3969947"/>
              <a:ext cx="131802" cy="163753"/>
            </a:xfrm>
            <a:custGeom>
              <a:avLst/>
              <a:gdLst>
                <a:gd name="connsiteX0" fmla="*/ 39629 w 131802"/>
                <a:gd name="connsiteY0" fmla="*/ 163751 h 163753"/>
                <a:gd name="connsiteX1" fmla="*/ 18738 w 131802"/>
                <a:gd name="connsiteY1" fmla="*/ 157797 h 163753"/>
                <a:gd name="connsiteX2" fmla="*/ 5936 w 131802"/>
                <a:gd name="connsiteY2" fmla="*/ 103214 h 163753"/>
                <a:gd name="connsiteX3" fmla="*/ 58088 w 131802"/>
                <a:gd name="connsiteY3" fmla="*/ 18859 h 163753"/>
                <a:gd name="connsiteX4" fmla="*/ 112943 w 131802"/>
                <a:gd name="connsiteY4" fmla="*/ 5983 h 163753"/>
                <a:gd name="connsiteX5" fmla="*/ 125820 w 131802"/>
                <a:gd name="connsiteY5" fmla="*/ 60838 h 163753"/>
                <a:gd name="connsiteX6" fmla="*/ 73619 w 131802"/>
                <a:gd name="connsiteY6" fmla="*/ 145193 h 163753"/>
                <a:gd name="connsiteX7" fmla="*/ 39629 w 131802"/>
                <a:gd name="connsiteY7" fmla="*/ 163751 h 16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802" h="163753">
                  <a:moveTo>
                    <a:pt x="39629" y="163751"/>
                  </a:moveTo>
                  <a:cubicBezTo>
                    <a:pt x="32243" y="163774"/>
                    <a:pt x="25002" y="161710"/>
                    <a:pt x="18738" y="157797"/>
                  </a:cubicBezTo>
                  <a:cubicBezTo>
                    <a:pt x="156" y="146241"/>
                    <a:pt x="-5570" y="121827"/>
                    <a:pt x="5936" y="103214"/>
                  </a:cubicBezTo>
                  <a:lnTo>
                    <a:pt x="58088" y="18859"/>
                  </a:lnTo>
                  <a:cubicBezTo>
                    <a:pt x="69680" y="156"/>
                    <a:pt x="94240" y="-5610"/>
                    <a:pt x="112943" y="5983"/>
                  </a:cubicBezTo>
                  <a:cubicBezTo>
                    <a:pt x="131647" y="17575"/>
                    <a:pt x="137412" y="42135"/>
                    <a:pt x="125820" y="60838"/>
                  </a:cubicBezTo>
                  <a:lnTo>
                    <a:pt x="73619" y="145193"/>
                  </a:lnTo>
                  <a:cubicBezTo>
                    <a:pt x="66279" y="156861"/>
                    <a:pt x="53412" y="163886"/>
                    <a:pt x="39629" y="16375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022FA821-7806-AA4C-85C7-1BDE62E5D8D5}"/>
                </a:ext>
              </a:extLst>
            </p:cNvPr>
            <p:cNvSpPr/>
            <p:nvPr/>
          </p:nvSpPr>
          <p:spPr>
            <a:xfrm>
              <a:off x="8091573" y="4051209"/>
              <a:ext cx="349148" cy="213984"/>
            </a:xfrm>
            <a:custGeom>
              <a:avLst/>
              <a:gdLst>
                <a:gd name="connsiteX0" fmla="*/ 307651 w 349148"/>
                <a:gd name="connsiteY0" fmla="*/ 213984 h 213984"/>
                <a:gd name="connsiteX1" fmla="*/ 39699 w 349148"/>
                <a:gd name="connsiteY1" fmla="*/ 213984 h 213984"/>
                <a:gd name="connsiteX2" fmla="*/ 3 w 349148"/>
                <a:gd name="connsiteY2" fmla="*/ 174288 h 213984"/>
                <a:gd name="connsiteX3" fmla="*/ 87484 w 349148"/>
                <a:gd name="connsiteY3" fmla="*/ 19074 h 213984"/>
                <a:gd name="connsiteX4" fmla="*/ 288895 w 349148"/>
                <a:gd name="connsiteY4" fmla="*/ 37633 h 213984"/>
                <a:gd name="connsiteX5" fmla="*/ 346703 w 349148"/>
                <a:gd name="connsiteY5" fmla="*/ 180987 h 213984"/>
                <a:gd name="connsiteX6" fmla="*/ 307651 w 349148"/>
                <a:gd name="connsiteY6" fmla="*/ 213984 h 213984"/>
                <a:gd name="connsiteX7" fmla="*/ 85053 w 349148"/>
                <a:gd name="connsiteY7" fmla="*/ 134591 h 213984"/>
                <a:gd name="connsiteX8" fmla="*/ 266764 w 349148"/>
                <a:gd name="connsiteY8" fmla="*/ 134591 h 213984"/>
                <a:gd name="connsiteX9" fmla="*/ 241557 w 349148"/>
                <a:gd name="connsiteY9" fmla="*/ 101643 h 213984"/>
                <a:gd name="connsiteX10" fmla="*/ 123310 w 349148"/>
                <a:gd name="connsiteY10" fmla="*/ 90181 h 213984"/>
                <a:gd name="connsiteX11" fmla="*/ 85053 w 349148"/>
                <a:gd name="connsiteY11" fmla="*/ 134591 h 2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148" h="213984">
                  <a:moveTo>
                    <a:pt x="307651" y="213984"/>
                  </a:moveTo>
                  <a:lnTo>
                    <a:pt x="39699" y="213984"/>
                  </a:lnTo>
                  <a:cubicBezTo>
                    <a:pt x="17776" y="213984"/>
                    <a:pt x="3" y="196210"/>
                    <a:pt x="3" y="174288"/>
                  </a:cubicBezTo>
                  <a:cubicBezTo>
                    <a:pt x="-344" y="102834"/>
                    <a:pt x="30718" y="47755"/>
                    <a:pt x="87484" y="19074"/>
                  </a:cubicBezTo>
                  <a:cubicBezTo>
                    <a:pt x="149312" y="-12187"/>
                    <a:pt x="232129" y="-4347"/>
                    <a:pt x="288895" y="37633"/>
                  </a:cubicBezTo>
                  <a:cubicBezTo>
                    <a:pt x="335638" y="72367"/>
                    <a:pt x="356726" y="124618"/>
                    <a:pt x="346703" y="180987"/>
                  </a:cubicBezTo>
                  <a:cubicBezTo>
                    <a:pt x="343444" y="200021"/>
                    <a:pt x="326962" y="213950"/>
                    <a:pt x="307651" y="213984"/>
                  </a:cubicBezTo>
                  <a:close/>
                  <a:moveTo>
                    <a:pt x="85053" y="134591"/>
                  </a:moveTo>
                  <a:lnTo>
                    <a:pt x="266764" y="134591"/>
                  </a:lnTo>
                  <a:cubicBezTo>
                    <a:pt x="262000" y="121248"/>
                    <a:pt x="253187" y="109731"/>
                    <a:pt x="241557" y="101643"/>
                  </a:cubicBezTo>
                  <a:cubicBezTo>
                    <a:pt x="209005" y="77478"/>
                    <a:pt x="158194" y="72516"/>
                    <a:pt x="123310" y="90181"/>
                  </a:cubicBezTo>
                  <a:cubicBezTo>
                    <a:pt x="105049" y="99167"/>
                    <a:pt x="91235" y="115200"/>
                    <a:pt x="85053" y="1345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38C5799-DC6E-014E-9D41-4542B29AA48B}"/>
                </a:ext>
              </a:extLst>
            </p:cNvPr>
            <p:cNvSpPr/>
            <p:nvPr/>
          </p:nvSpPr>
          <p:spPr>
            <a:xfrm>
              <a:off x="8682858" y="4076882"/>
              <a:ext cx="136319" cy="191437"/>
            </a:xfrm>
            <a:custGeom>
              <a:avLst/>
              <a:gdLst>
                <a:gd name="connsiteX0" fmla="*/ 96610 w 136319"/>
                <a:gd name="connsiteY0" fmla="*/ 191438 h 191437"/>
                <a:gd name="connsiteX1" fmla="*/ 61181 w 136319"/>
                <a:gd name="connsiteY1" fmla="*/ 169704 h 191437"/>
                <a:gd name="connsiteX2" fmla="*/ 4663 w 136319"/>
                <a:gd name="connsiteY2" fmla="*/ 58355 h 191437"/>
                <a:gd name="connsiteX3" fmla="*/ 21052 w 136319"/>
                <a:gd name="connsiteY3" fmla="*/ 4662 h 191437"/>
                <a:gd name="connsiteX4" fmla="*/ 74747 w 136319"/>
                <a:gd name="connsiteY4" fmla="*/ 21054 h 191437"/>
                <a:gd name="connsiteX5" fmla="*/ 75422 w 136319"/>
                <a:gd name="connsiteY5" fmla="*/ 22380 h 191437"/>
                <a:gd name="connsiteX6" fmla="*/ 131989 w 136319"/>
                <a:gd name="connsiteY6" fmla="*/ 133729 h 191437"/>
                <a:gd name="connsiteX7" fmla="*/ 114627 w 136319"/>
                <a:gd name="connsiteY7" fmla="*/ 187116 h 191437"/>
                <a:gd name="connsiteX8" fmla="*/ 96610 w 136319"/>
                <a:gd name="connsiteY8" fmla="*/ 191438 h 19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19" h="191437">
                  <a:moveTo>
                    <a:pt x="96610" y="191438"/>
                  </a:moveTo>
                  <a:cubicBezTo>
                    <a:pt x="81649" y="191448"/>
                    <a:pt x="67949" y="183047"/>
                    <a:pt x="61181" y="169704"/>
                  </a:cubicBezTo>
                  <a:lnTo>
                    <a:pt x="4663" y="58355"/>
                  </a:lnTo>
                  <a:cubicBezTo>
                    <a:pt x="-5639" y="39001"/>
                    <a:pt x="1700" y="14962"/>
                    <a:pt x="21052" y="4662"/>
                  </a:cubicBezTo>
                  <a:cubicBezTo>
                    <a:pt x="40409" y="-5638"/>
                    <a:pt x="64446" y="1701"/>
                    <a:pt x="74747" y="21054"/>
                  </a:cubicBezTo>
                  <a:cubicBezTo>
                    <a:pt x="74980" y="21492"/>
                    <a:pt x="75203" y="21934"/>
                    <a:pt x="75422" y="22380"/>
                  </a:cubicBezTo>
                  <a:lnTo>
                    <a:pt x="131989" y="133729"/>
                  </a:lnTo>
                  <a:cubicBezTo>
                    <a:pt x="141938" y="153264"/>
                    <a:pt x="134163" y="177167"/>
                    <a:pt x="114627" y="187116"/>
                  </a:cubicBezTo>
                  <a:cubicBezTo>
                    <a:pt x="109045" y="189959"/>
                    <a:pt x="102872" y="191438"/>
                    <a:pt x="96610" y="1914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17A0059F-8D7B-1549-8F54-5B4ED9A3BFE9}"/>
                </a:ext>
              </a:extLst>
            </p:cNvPr>
            <p:cNvSpPr/>
            <p:nvPr/>
          </p:nvSpPr>
          <p:spPr>
            <a:xfrm>
              <a:off x="8149930" y="3970149"/>
              <a:ext cx="368930" cy="79393"/>
            </a:xfrm>
            <a:custGeom>
              <a:avLst/>
              <a:gdLst>
                <a:gd name="connsiteX0" fmla="*/ 329234 w 368930"/>
                <a:gd name="connsiteY0" fmla="*/ 79393 h 79393"/>
                <a:gd name="connsiteX1" fmla="*/ 39697 w 368930"/>
                <a:gd name="connsiteY1" fmla="*/ 79393 h 79393"/>
                <a:gd name="connsiteX2" fmla="*/ 0 w 368930"/>
                <a:gd name="connsiteY2" fmla="*/ 39697 h 79393"/>
                <a:gd name="connsiteX3" fmla="*/ 39697 w 368930"/>
                <a:gd name="connsiteY3" fmla="*/ 0 h 79393"/>
                <a:gd name="connsiteX4" fmla="*/ 329234 w 368930"/>
                <a:gd name="connsiteY4" fmla="*/ 0 h 79393"/>
                <a:gd name="connsiteX5" fmla="*/ 368930 w 368930"/>
                <a:gd name="connsiteY5" fmla="*/ 39697 h 79393"/>
                <a:gd name="connsiteX6" fmla="*/ 329234 w 36893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30" h="79393">
                  <a:moveTo>
                    <a:pt x="32923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29234" y="0"/>
                  </a:lnTo>
                  <a:cubicBezTo>
                    <a:pt x="351158" y="0"/>
                    <a:pt x="368930" y="17773"/>
                    <a:pt x="368930" y="39697"/>
                  </a:cubicBezTo>
                  <a:cubicBezTo>
                    <a:pt x="368930" y="61620"/>
                    <a:pt x="351158" y="79393"/>
                    <a:pt x="32923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A0E6B3B9-5D4E-B64F-806F-9CF22D1FCB0F}"/>
                </a:ext>
              </a:extLst>
            </p:cNvPr>
            <p:cNvSpPr/>
            <p:nvPr/>
          </p:nvSpPr>
          <p:spPr>
            <a:xfrm>
              <a:off x="8426863" y="3750825"/>
              <a:ext cx="162359" cy="79393"/>
            </a:xfrm>
            <a:custGeom>
              <a:avLst/>
              <a:gdLst>
                <a:gd name="connsiteX0" fmla="*/ 122662 w 162359"/>
                <a:gd name="connsiteY0" fmla="*/ 79393 h 79393"/>
                <a:gd name="connsiteX1" fmla="*/ 39697 w 162359"/>
                <a:gd name="connsiteY1" fmla="*/ 79393 h 79393"/>
                <a:gd name="connsiteX2" fmla="*/ 0 w 162359"/>
                <a:gd name="connsiteY2" fmla="*/ 39697 h 79393"/>
                <a:gd name="connsiteX3" fmla="*/ 39697 w 162359"/>
                <a:gd name="connsiteY3" fmla="*/ 0 h 79393"/>
                <a:gd name="connsiteX4" fmla="*/ 122662 w 162359"/>
                <a:gd name="connsiteY4" fmla="*/ 0 h 79393"/>
                <a:gd name="connsiteX5" fmla="*/ 162359 w 162359"/>
                <a:gd name="connsiteY5" fmla="*/ 39697 h 79393"/>
                <a:gd name="connsiteX6" fmla="*/ 122662 w 1623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9" h="79393">
                  <a:moveTo>
                    <a:pt x="122662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22662" y="0"/>
                  </a:lnTo>
                  <a:cubicBezTo>
                    <a:pt x="144586" y="0"/>
                    <a:pt x="162359" y="17773"/>
                    <a:pt x="162359" y="39697"/>
                  </a:cubicBezTo>
                  <a:cubicBezTo>
                    <a:pt x="162359" y="61620"/>
                    <a:pt x="144586" y="79393"/>
                    <a:pt x="1226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268F920-C0C7-E14F-8E24-6A8BCC157F6C}"/>
                </a:ext>
              </a:extLst>
            </p:cNvPr>
            <p:cNvSpPr/>
            <p:nvPr/>
          </p:nvSpPr>
          <p:spPr>
            <a:xfrm>
              <a:off x="8533163" y="3810085"/>
              <a:ext cx="289886" cy="261835"/>
            </a:xfrm>
            <a:custGeom>
              <a:avLst/>
              <a:gdLst>
                <a:gd name="connsiteX0" fmla="*/ 250076 w 289886"/>
                <a:gd name="connsiteY0" fmla="*/ 261836 h 261835"/>
                <a:gd name="connsiteX1" fmla="*/ 246652 w 289886"/>
                <a:gd name="connsiteY1" fmla="*/ 261836 h 261835"/>
                <a:gd name="connsiteX2" fmla="*/ 3511 w 289886"/>
                <a:gd name="connsiteY2" fmla="*/ 56009 h 261835"/>
                <a:gd name="connsiteX3" fmla="*/ 23409 w 289886"/>
                <a:gd name="connsiteY3" fmla="*/ 3511 h 261835"/>
                <a:gd name="connsiteX4" fmla="*/ 75907 w 289886"/>
                <a:gd name="connsiteY4" fmla="*/ 23409 h 261835"/>
                <a:gd name="connsiteX5" fmla="*/ 255783 w 289886"/>
                <a:gd name="connsiteY5" fmla="*/ 182741 h 261835"/>
                <a:gd name="connsiteX6" fmla="*/ 289485 w 289886"/>
                <a:gd name="connsiteY6" fmla="*/ 227638 h 261835"/>
                <a:gd name="connsiteX7" fmla="*/ 250027 w 289886"/>
                <a:gd name="connsiteY7" fmla="*/ 261737 h 261835"/>
                <a:gd name="connsiteX8" fmla="*/ 253450 w 289886"/>
                <a:gd name="connsiteY8" fmla="*/ 182443 h 261835"/>
                <a:gd name="connsiteX9" fmla="*/ 255137 w 289886"/>
                <a:gd name="connsiteY9" fmla="*/ 182443 h 26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9886" h="261835">
                  <a:moveTo>
                    <a:pt x="250076" y="261836"/>
                  </a:moveTo>
                  <a:cubicBezTo>
                    <a:pt x="248985" y="261836"/>
                    <a:pt x="247794" y="261836"/>
                    <a:pt x="246652" y="261836"/>
                  </a:cubicBezTo>
                  <a:cubicBezTo>
                    <a:pt x="212960" y="258958"/>
                    <a:pt x="58094" y="178324"/>
                    <a:pt x="3511" y="56009"/>
                  </a:cubicBezTo>
                  <a:cubicBezTo>
                    <a:pt x="-5492" y="36018"/>
                    <a:pt x="3417" y="12513"/>
                    <a:pt x="23409" y="3511"/>
                  </a:cubicBezTo>
                  <a:cubicBezTo>
                    <a:pt x="43401" y="-5492"/>
                    <a:pt x="66906" y="3417"/>
                    <a:pt x="75907" y="23409"/>
                  </a:cubicBezTo>
                  <a:cubicBezTo>
                    <a:pt x="114066" y="108905"/>
                    <a:pt x="229732" y="175347"/>
                    <a:pt x="255783" y="182741"/>
                  </a:cubicBezTo>
                  <a:cubicBezTo>
                    <a:pt x="277487" y="185832"/>
                    <a:pt x="292576" y="205933"/>
                    <a:pt x="289485" y="227638"/>
                  </a:cubicBezTo>
                  <a:cubicBezTo>
                    <a:pt x="286691" y="247261"/>
                    <a:pt x="269850" y="261816"/>
                    <a:pt x="250027" y="261737"/>
                  </a:cubicBezTo>
                  <a:close/>
                  <a:moveTo>
                    <a:pt x="253450" y="182443"/>
                  </a:moveTo>
                  <a:lnTo>
                    <a:pt x="255137" y="182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65" name="Picture Placeholder 79">
            <a:extLst>
              <a:ext uri="{FF2B5EF4-FFF2-40B4-BE49-F238E27FC236}">
                <a16:creationId xmlns:a16="http://schemas.microsoft.com/office/drawing/2014/main" id="{702431E1-E4F0-4230-A6E0-5E951D359E07}"/>
              </a:ext>
            </a:extLst>
          </p:cNvPr>
          <p:cNvGrpSpPr>
            <a:grpSpLocks noChangeAspect="1"/>
          </p:cNvGrpSpPr>
          <p:nvPr/>
        </p:nvGrpSpPr>
        <p:grpSpPr>
          <a:xfrm>
            <a:off x="9433592" y="3655176"/>
            <a:ext cx="792393" cy="837924"/>
            <a:chOff x="9433592" y="3655176"/>
            <a:chExt cx="792393" cy="837924"/>
          </a:xfrm>
        </p:grpSpPr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4B404638-E951-4E40-A7F1-B928B11775CA}"/>
                </a:ext>
              </a:extLst>
            </p:cNvPr>
            <p:cNvSpPr/>
            <p:nvPr/>
          </p:nvSpPr>
          <p:spPr>
            <a:xfrm>
              <a:off x="10001435" y="3933729"/>
              <a:ext cx="224550" cy="226913"/>
            </a:xfrm>
            <a:custGeom>
              <a:avLst/>
              <a:gdLst>
                <a:gd name="connsiteX0" fmla="*/ 151066 w 224550"/>
                <a:gd name="connsiteY0" fmla="*/ 226914 h 226913"/>
                <a:gd name="connsiteX1" fmla="*/ 137569 w 224550"/>
                <a:gd name="connsiteY1" fmla="*/ 224532 h 226913"/>
                <a:gd name="connsiteX2" fmla="*/ 23441 w 224550"/>
                <a:gd name="connsiteY2" fmla="*/ 183247 h 226913"/>
                <a:gd name="connsiteX3" fmla="*/ 3494 w 224550"/>
                <a:gd name="connsiteY3" fmla="*/ 130772 h 226913"/>
                <a:gd name="connsiteX4" fmla="*/ 50435 w 224550"/>
                <a:gd name="connsiteY4" fmla="*/ 108816 h 226913"/>
                <a:gd name="connsiteX5" fmla="*/ 130771 w 224550"/>
                <a:gd name="connsiteY5" fmla="*/ 137844 h 226913"/>
                <a:gd name="connsiteX6" fmla="*/ 134691 w 224550"/>
                <a:gd name="connsiteY6" fmla="*/ 129508 h 226913"/>
                <a:gd name="connsiteX7" fmla="*/ 52370 w 224550"/>
                <a:gd name="connsiteY7" fmla="*/ 72444 h 226913"/>
                <a:gd name="connsiteX8" fmla="*/ 42069 w 224550"/>
                <a:gd name="connsiteY8" fmla="*/ 17258 h 226913"/>
                <a:gd name="connsiteX9" fmla="*/ 97252 w 224550"/>
                <a:gd name="connsiteY9" fmla="*/ 6956 h 226913"/>
                <a:gd name="connsiteX10" fmla="*/ 97525 w 224550"/>
                <a:gd name="connsiteY10" fmla="*/ 7144 h 226913"/>
                <a:gd name="connsiteX11" fmla="*/ 207435 w 224550"/>
                <a:gd name="connsiteY11" fmla="*/ 83361 h 226913"/>
                <a:gd name="connsiteX12" fmla="*/ 220733 w 224550"/>
                <a:gd name="connsiteY12" fmla="*/ 132982 h 226913"/>
                <a:gd name="connsiteX13" fmla="*/ 186942 w 224550"/>
                <a:gd name="connsiteY13" fmla="*/ 204386 h 226913"/>
                <a:gd name="connsiteX14" fmla="*/ 151066 w 224550"/>
                <a:gd name="connsiteY14" fmla="*/ 226914 h 22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550" h="226913">
                  <a:moveTo>
                    <a:pt x="151066" y="226914"/>
                  </a:moveTo>
                  <a:cubicBezTo>
                    <a:pt x="146461" y="226923"/>
                    <a:pt x="141891" y="226120"/>
                    <a:pt x="137569" y="224532"/>
                  </a:cubicBezTo>
                  <a:lnTo>
                    <a:pt x="23441" y="183247"/>
                  </a:lnTo>
                  <a:cubicBezTo>
                    <a:pt x="3444" y="174265"/>
                    <a:pt x="-5488" y="150772"/>
                    <a:pt x="3494" y="130772"/>
                  </a:cubicBezTo>
                  <a:cubicBezTo>
                    <a:pt x="11547" y="112840"/>
                    <a:pt x="31510" y="103502"/>
                    <a:pt x="50435" y="108816"/>
                  </a:cubicBezTo>
                  <a:lnTo>
                    <a:pt x="130771" y="137844"/>
                  </a:lnTo>
                  <a:lnTo>
                    <a:pt x="134691" y="129508"/>
                  </a:lnTo>
                  <a:lnTo>
                    <a:pt x="52370" y="72444"/>
                  </a:lnTo>
                  <a:cubicBezTo>
                    <a:pt x="34288" y="60050"/>
                    <a:pt x="29674" y="35342"/>
                    <a:pt x="42069" y="17258"/>
                  </a:cubicBezTo>
                  <a:cubicBezTo>
                    <a:pt x="54464" y="-826"/>
                    <a:pt x="79170" y="-5438"/>
                    <a:pt x="97252" y="6956"/>
                  </a:cubicBezTo>
                  <a:cubicBezTo>
                    <a:pt x="97346" y="7018"/>
                    <a:pt x="97436" y="7081"/>
                    <a:pt x="97525" y="7144"/>
                  </a:cubicBezTo>
                  <a:lnTo>
                    <a:pt x="207435" y="83361"/>
                  </a:lnTo>
                  <a:cubicBezTo>
                    <a:pt x="223413" y="94417"/>
                    <a:pt x="229045" y="115416"/>
                    <a:pt x="220733" y="132982"/>
                  </a:cubicBezTo>
                  <a:lnTo>
                    <a:pt x="186942" y="204386"/>
                  </a:lnTo>
                  <a:cubicBezTo>
                    <a:pt x="180322" y="218180"/>
                    <a:pt x="166369" y="226948"/>
                    <a:pt x="151066" y="2269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FF6326E6-43C9-2E43-9135-F5507133A22F}"/>
                </a:ext>
              </a:extLst>
            </p:cNvPr>
            <p:cNvSpPr/>
            <p:nvPr/>
          </p:nvSpPr>
          <p:spPr>
            <a:xfrm>
              <a:off x="9433592" y="3673559"/>
              <a:ext cx="143308" cy="208710"/>
            </a:xfrm>
            <a:custGeom>
              <a:avLst/>
              <a:gdLst>
                <a:gd name="connsiteX0" fmla="*/ 74881 w 143308"/>
                <a:gd name="connsiteY0" fmla="*/ 208711 h 208710"/>
                <a:gd name="connsiteX1" fmla="*/ 49078 w 143308"/>
                <a:gd name="connsiteY1" fmla="*/ 199233 h 208710"/>
                <a:gd name="connsiteX2" fmla="*/ 8092 w 143308"/>
                <a:gd name="connsiteY2" fmla="*/ 64215 h 208710"/>
                <a:gd name="connsiteX3" fmla="*/ 143308 w 143308"/>
                <a:gd name="connsiteY3" fmla="*/ 6110 h 208710"/>
                <a:gd name="connsiteX4" fmla="*/ 117108 w 143308"/>
                <a:gd name="connsiteY4" fmla="*/ 80987 h 208710"/>
                <a:gd name="connsiteX5" fmla="*/ 117654 w 143308"/>
                <a:gd name="connsiteY5" fmla="*/ 80987 h 208710"/>
                <a:gd name="connsiteX6" fmla="*/ 80885 w 143308"/>
                <a:gd name="connsiteY6" fmla="*/ 95873 h 208710"/>
                <a:gd name="connsiteX7" fmla="*/ 100734 w 143308"/>
                <a:gd name="connsiteY7" fmla="*/ 138895 h 208710"/>
                <a:gd name="connsiteX8" fmla="*/ 104889 w 143308"/>
                <a:gd name="connsiteY8" fmla="*/ 194880 h 208710"/>
                <a:gd name="connsiteX9" fmla="*/ 74931 w 143308"/>
                <a:gd name="connsiteY9" fmla="*/ 208661 h 20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308" h="208710">
                  <a:moveTo>
                    <a:pt x="74881" y="208711"/>
                  </a:moveTo>
                  <a:cubicBezTo>
                    <a:pt x="65426" y="208725"/>
                    <a:pt x="56276" y="205364"/>
                    <a:pt x="49078" y="199233"/>
                  </a:cubicBezTo>
                  <a:cubicBezTo>
                    <a:pt x="22035" y="176259"/>
                    <a:pt x="-17066" y="121974"/>
                    <a:pt x="8092" y="64215"/>
                  </a:cubicBezTo>
                  <a:cubicBezTo>
                    <a:pt x="37368" y="-2921"/>
                    <a:pt x="105001" y="-7338"/>
                    <a:pt x="143308" y="6110"/>
                  </a:cubicBezTo>
                  <a:lnTo>
                    <a:pt x="117108" y="80987"/>
                  </a:lnTo>
                  <a:lnTo>
                    <a:pt x="117654" y="80987"/>
                  </a:lnTo>
                  <a:cubicBezTo>
                    <a:pt x="105497" y="77166"/>
                    <a:pt x="89222" y="76621"/>
                    <a:pt x="80885" y="95873"/>
                  </a:cubicBezTo>
                  <a:cubicBezTo>
                    <a:pt x="73293" y="113340"/>
                    <a:pt x="100436" y="138646"/>
                    <a:pt x="100734" y="138895"/>
                  </a:cubicBezTo>
                  <a:cubicBezTo>
                    <a:pt x="117341" y="153207"/>
                    <a:pt x="119201" y="178273"/>
                    <a:pt x="104889" y="194880"/>
                  </a:cubicBezTo>
                  <a:cubicBezTo>
                    <a:pt x="97373" y="203600"/>
                    <a:pt x="86443" y="208628"/>
                    <a:pt x="74931" y="2086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6D85A758-22CC-F34E-B77B-DDB0489C2889}"/>
                </a:ext>
              </a:extLst>
            </p:cNvPr>
            <p:cNvSpPr/>
            <p:nvPr/>
          </p:nvSpPr>
          <p:spPr>
            <a:xfrm>
              <a:off x="9511419" y="3984192"/>
              <a:ext cx="362088" cy="508908"/>
            </a:xfrm>
            <a:custGeom>
              <a:avLst/>
              <a:gdLst>
                <a:gd name="connsiteX0" fmla="*/ 39679 w 362088"/>
                <a:gd name="connsiteY0" fmla="*/ 508909 h 508908"/>
                <a:gd name="connsiteX1" fmla="*/ 17895 w 362088"/>
                <a:gd name="connsiteY1" fmla="*/ 502359 h 508908"/>
                <a:gd name="connsiteX2" fmla="*/ 6530 w 362088"/>
                <a:gd name="connsiteY2" fmla="*/ 447384 h 508908"/>
                <a:gd name="connsiteX3" fmla="*/ 6532 w 362088"/>
                <a:gd name="connsiteY3" fmla="*/ 447379 h 508908"/>
                <a:gd name="connsiteX4" fmla="*/ 289072 w 362088"/>
                <a:gd name="connsiteY4" fmla="*/ 18011 h 508908"/>
                <a:gd name="connsiteX5" fmla="*/ 344077 w 362088"/>
                <a:gd name="connsiteY5" fmla="*/ 6474 h 508908"/>
                <a:gd name="connsiteX6" fmla="*/ 355614 w 362088"/>
                <a:gd name="connsiteY6" fmla="*/ 61479 h 508908"/>
                <a:gd name="connsiteX7" fmla="*/ 72776 w 362088"/>
                <a:gd name="connsiteY7" fmla="*/ 491045 h 508908"/>
                <a:gd name="connsiteX8" fmla="*/ 39679 w 362088"/>
                <a:gd name="connsiteY8" fmla="*/ 508909 h 50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088" h="508908">
                  <a:moveTo>
                    <a:pt x="39679" y="508909"/>
                  </a:moveTo>
                  <a:cubicBezTo>
                    <a:pt x="31930" y="508923"/>
                    <a:pt x="24351" y="506646"/>
                    <a:pt x="17895" y="502359"/>
                  </a:cubicBezTo>
                  <a:cubicBezTo>
                    <a:pt x="-425" y="490316"/>
                    <a:pt x="-5513" y="465704"/>
                    <a:pt x="6530" y="447384"/>
                  </a:cubicBezTo>
                  <a:cubicBezTo>
                    <a:pt x="6531" y="447379"/>
                    <a:pt x="6531" y="447379"/>
                    <a:pt x="6532" y="447379"/>
                  </a:cubicBezTo>
                  <a:lnTo>
                    <a:pt x="289072" y="18011"/>
                  </a:lnTo>
                  <a:cubicBezTo>
                    <a:pt x="301076" y="-364"/>
                    <a:pt x="325702" y="-5529"/>
                    <a:pt x="344077" y="6474"/>
                  </a:cubicBezTo>
                  <a:cubicBezTo>
                    <a:pt x="362452" y="18478"/>
                    <a:pt x="367617" y="43104"/>
                    <a:pt x="355614" y="61479"/>
                  </a:cubicBezTo>
                  <a:lnTo>
                    <a:pt x="72776" y="491045"/>
                  </a:lnTo>
                  <a:cubicBezTo>
                    <a:pt x="65443" y="502180"/>
                    <a:pt x="53011" y="508889"/>
                    <a:pt x="39679" y="50890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14A020D-BA0F-6F49-B270-69B854A2E013}"/>
                </a:ext>
              </a:extLst>
            </p:cNvPr>
            <p:cNvSpPr/>
            <p:nvPr/>
          </p:nvSpPr>
          <p:spPr>
            <a:xfrm>
              <a:off x="9794289" y="3982008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6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6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73" y="511093"/>
                    <a:pt x="0" y="493319"/>
                    <a:pt x="0" y="4713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471396"/>
                  </a:lnTo>
                  <a:cubicBezTo>
                    <a:pt x="79393" y="493319"/>
                    <a:pt x="61621" y="511093"/>
                    <a:pt x="39697" y="5110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A0FB0773-7DD0-9945-8CFE-BF75DD5A2808}"/>
                </a:ext>
              </a:extLst>
            </p:cNvPr>
            <p:cNvSpPr/>
            <p:nvPr/>
          </p:nvSpPr>
          <p:spPr>
            <a:xfrm>
              <a:off x="9793937" y="3979153"/>
              <a:ext cx="362383" cy="513948"/>
            </a:xfrm>
            <a:custGeom>
              <a:avLst/>
              <a:gdLst>
                <a:gd name="connsiteX0" fmla="*/ 322936 w 362383"/>
                <a:gd name="connsiteY0" fmla="*/ 513948 h 513948"/>
                <a:gd name="connsiteX1" fmla="*/ 289640 w 362383"/>
                <a:gd name="connsiteY1" fmla="*/ 495936 h 513948"/>
                <a:gd name="connsiteX2" fmla="*/ 7100 w 362383"/>
                <a:gd name="connsiteY2" fmla="*/ 62350 h 513948"/>
                <a:gd name="connsiteX3" fmla="*/ 17050 w 362383"/>
                <a:gd name="connsiteY3" fmla="*/ 7100 h 513948"/>
                <a:gd name="connsiteX4" fmla="*/ 72301 w 362383"/>
                <a:gd name="connsiteY4" fmla="*/ 17050 h 513948"/>
                <a:gd name="connsiteX5" fmla="*/ 73591 w 362383"/>
                <a:gd name="connsiteY5" fmla="*/ 19031 h 513948"/>
                <a:gd name="connsiteX6" fmla="*/ 355934 w 362383"/>
                <a:gd name="connsiteY6" fmla="*/ 452567 h 513948"/>
                <a:gd name="connsiteX7" fmla="*/ 344367 w 362383"/>
                <a:gd name="connsiteY7" fmla="*/ 507502 h 513948"/>
                <a:gd name="connsiteX8" fmla="*/ 322737 w 362383"/>
                <a:gd name="connsiteY8" fmla="*/ 513948 h 51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383" h="513948">
                  <a:moveTo>
                    <a:pt x="322936" y="513948"/>
                  </a:moveTo>
                  <a:cubicBezTo>
                    <a:pt x="309503" y="513963"/>
                    <a:pt x="296979" y="507185"/>
                    <a:pt x="289640" y="495936"/>
                  </a:cubicBezTo>
                  <a:lnTo>
                    <a:pt x="7100" y="62350"/>
                  </a:lnTo>
                  <a:cubicBezTo>
                    <a:pt x="-5410" y="44345"/>
                    <a:pt x="-955" y="19609"/>
                    <a:pt x="17050" y="7100"/>
                  </a:cubicBezTo>
                  <a:cubicBezTo>
                    <a:pt x="35055" y="-5410"/>
                    <a:pt x="59791" y="-955"/>
                    <a:pt x="72301" y="17050"/>
                  </a:cubicBezTo>
                  <a:cubicBezTo>
                    <a:pt x="72750" y="17698"/>
                    <a:pt x="73181" y="18359"/>
                    <a:pt x="73591" y="19031"/>
                  </a:cubicBezTo>
                  <a:lnTo>
                    <a:pt x="355934" y="452567"/>
                  </a:lnTo>
                  <a:cubicBezTo>
                    <a:pt x="367907" y="470932"/>
                    <a:pt x="362732" y="495524"/>
                    <a:pt x="344367" y="507502"/>
                  </a:cubicBezTo>
                  <a:cubicBezTo>
                    <a:pt x="337931" y="511700"/>
                    <a:pt x="330419" y="513938"/>
                    <a:pt x="322737" y="5139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446C471F-F74C-EF44-9770-5FCD762EF4C3}"/>
                </a:ext>
              </a:extLst>
            </p:cNvPr>
            <p:cNvSpPr/>
            <p:nvPr/>
          </p:nvSpPr>
          <p:spPr>
            <a:xfrm>
              <a:off x="9485941" y="3655176"/>
              <a:ext cx="645024" cy="478423"/>
            </a:xfrm>
            <a:custGeom>
              <a:avLst/>
              <a:gdLst>
                <a:gd name="connsiteX0" fmla="*/ 538588 w 645024"/>
                <a:gd name="connsiteY0" fmla="*/ 478423 h 478423"/>
                <a:gd name="connsiteX1" fmla="*/ 523702 w 645024"/>
                <a:gd name="connsiteY1" fmla="*/ 475446 h 478423"/>
                <a:gd name="connsiteX2" fmla="*/ 24567 w 645024"/>
                <a:gd name="connsiteY2" fmla="*/ 272001 h 478423"/>
                <a:gd name="connsiteX3" fmla="*/ 3011 w 645024"/>
                <a:gd name="connsiteY3" fmla="*/ 220165 h 478423"/>
                <a:gd name="connsiteX4" fmla="*/ 3974 w 645024"/>
                <a:gd name="connsiteY4" fmla="*/ 218014 h 478423"/>
                <a:gd name="connsiteX5" fmla="*/ 98750 w 645024"/>
                <a:gd name="connsiteY5" fmla="*/ 22359 h 478423"/>
                <a:gd name="connsiteX6" fmla="*/ 151802 w 645024"/>
                <a:gd name="connsiteY6" fmla="*/ 4000 h 478423"/>
                <a:gd name="connsiteX7" fmla="*/ 154325 w 645024"/>
                <a:gd name="connsiteY7" fmla="*/ 5339 h 478423"/>
                <a:gd name="connsiteX8" fmla="*/ 625176 w 645024"/>
                <a:gd name="connsiteY8" fmla="*/ 277559 h 478423"/>
                <a:gd name="connsiteX9" fmla="*/ 640459 w 645024"/>
                <a:gd name="connsiteY9" fmla="*/ 330405 h 478423"/>
                <a:gd name="connsiteX10" fmla="*/ 573769 w 645024"/>
                <a:gd name="connsiteY10" fmla="*/ 457185 h 478423"/>
                <a:gd name="connsiteX11" fmla="*/ 538588 w 645024"/>
                <a:gd name="connsiteY11" fmla="*/ 478423 h 478423"/>
                <a:gd name="connsiteX12" fmla="*/ 93738 w 645024"/>
                <a:gd name="connsiteY12" fmla="*/ 214441 h 478423"/>
                <a:gd name="connsiteX13" fmla="*/ 520476 w 645024"/>
                <a:gd name="connsiteY13" fmla="*/ 388362 h 478423"/>
                <a:gd name="connsiteX14" fmla="*/ 552432 w 645024"/>
                <a:gd name="connsiteY14" fmla="*/ 327179 h 478423"/>
                <a:gd name="connsiteX15" fmla="*/ 151546 w 645024"/>
                <a:gd name="connsiteY15" fmla="*/ 95451 h 478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5024" h="478423">
                  <a:moveTo>
                    <a:pt x="538588" y="478423"/>
                  </a:moveTo>
                  <a:cubicBezTo>
                    <a:pt x="533477" y="478427"/>
                    <a:pt x="528416" y="477415"/>
                    <a:pt x="523702" y="475446"/>
                  </a:cubicBezTo>
                  <a:lnTo>
                    <a:pt x="24567" y="272001"/>
                  </a:lnTo>
                  <a:cubicBezTo>
                    <a:pt x="4300" y="263639"/>
                    <a:pt x="-5351" y="240431"/>
                    <a:pt x="3011" y="220165"/>
                  </a:cubicBezTo>
                  <a:cubicBezTo>
                    <a:pt x="3311" y="219438"/>
                    <a:pt x="3632" y="218721"/>
                    <a:pt x="3974" y="218014"/>
                  </a:cubicBezTo>
                  <a:lnTo>
                    <a:pt x="98750" y="22359"/>
                  </a:lnTo>
                  <a:cubicBezTo>
                    <a:pt x="108330" y="2639"/>
                    <a:pt x="132082" y="-5581"/>
                    <a:pt x="151802" y="4000"/>
                  </a:cubicBezTo>
                  <a:cubicBezTo>
                    <a:pt x="152659" y="4416"/>
                    <a:pt x="153500" y="4863"/>
                    <a:pt x="154325" y="5339"/>
                  </a:cubicBezTo>
                  <a:lnTo>
                    <a:pt x="625176" y="277559"/>
                  </a:lnTo>
                  <a:cubicBezTo>
                    <a:pt x="643630" y="288217"/>
                    <a:pt x="650374" y="311542"/>
                    <a:pt x="640459" y="330405"/>
                  </a:cubicBezTo>
                  <a:lnTo>
                    <a:pt x="573769" y="457185"/>
                  </a:lnTo>
                  <a:cubicBezTo>
                    <a:pt x="566902" y="470256"/>
                    <a:pt x="553350" y="478437"/>
                    <a:pt x="538588" y="478423"/>
                  </a:cubicBezTo>
                  <a:close/>
                  <a:moveTo>
                    <a:pt x="93738" y="214441"/>
                  </a:moveTo>
                  <a:lnTo>
                    <a:pt x="520476" y="388362"/>
                  </a:lnTo>
                  <a:lnTo>
                    <a:pt x="552432" y="327179"/>
                  </a:lnTo>
                  <a:lnTo>
                    <a:pt x="151546" y="9545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72" name="Picture Placeholder 81">
            <a:extLst>
              <a:ext uri="{FF2B5EF4-FFF2-40B4-BE49-F238E27FC236}">
                <a16:creationId xmlns:a16="http://schemas.microsoft.com/office/drawing/2014/main" id="{A3E26E4A-332F-48AC-A5E7-C6BB1B84199B}"/>
              </a:ext>
            </a:extLst>
          </p:cNvPr>
          <p:cNvGrpSpPr>
            <a:grpSpLocks noChangeAspect="1"/>
          </p:cNvGrpSpPr>
          <p:nvPr/>
        </p:nvGrpSpPr>
        <p:grpSpPr>
          <a:xfrm>
            <a:off x="1538053" y="4789942"/>
            <a:ext cx="803657" cy="805668"/>
            <a:chOff x="1538053" y="4789942"/>
            <a:chExt cx="803657" cy="805668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9E6FF2E0-B56F-ED43-9E30-6D3291ECACBA}"/>
                </a:ext>
              </a:extLst>
            </p:cNvPr>
            <p:cNvSpPr/>
            <p:nvPr/>
          </p:nvSpPr>
          <p:spPr>
            <a:xfrm>
              <a:off x="1538053" y="5117736"/>
              <a:ext cx="433883" cy="477874"/>
            </a:xfrm>
            <a:custGeom>
              <a:avLst/>
              <a:gdLst>
                <a:gd name="connsiteX0" fmla="*/ 216942 w 433883"/>
                <a:gd name="connsiteY0" fmla="*/ 477874 h 477874"/>
                <a:gd name="connsiteX1" fmla="*/ 197639 w 433883"/>
                <a:gd name="connsiteY1" fmla="*/ 472912 h 477874"/>
                <a:gd name="connsiteX2" fmla="*/ 20394 w 433883"/>
                <a:gd name="connsiteY2" fmla="*/ 374266 h 477874"/>
                <a:gd name="connsiteX3" fmla="*/ 0 w 433883"/>
                <a:gd name="connsiteY3" fmla="*/ 339532 h 477874"/>
                <a:gd name="connsiteX4" fmla="*/ 0 w 433883"/>
                <a:gd name="connsiteY4" fmla="*/ 133209 h 477874"/>
                <a:gd name="connsiteX5" fmla="*/ 21188 w 433883"/>
                <a:gd name="connsiteY5" fmla="*/ 98127 h 477874"/>
                <a:gd name="connsiteX6" fmla="*/ 198433 w 433883"/>
                <a:gd name="connsiteY6" fmla="*/ 4592 h 477874"/>
                <a:gd name="connsiteX7" fmla="*/ 235500 w 433883"/>
                <a:gd name="connsiteY7" fmla="*/ 4592 h 477874"/>
                <a:gd name="connsiteX8" fmla="*/ 412745 w 433883"/>
                <a:gd name="connsiteY8" fmla="*/ 98127 h 477874"/>
                <a:gd name="connsiteX9" fmla="*/ 433884 w 433883"/>
                <a:gd name="connsiteY9" fmla="*/ 133209 h 477874"/>
                <a:gd name="connsiteX10" fmla="*/ 433884 w 433883"/>
                <a:gd name="connsiteY10" fmla="*/ 339581 h 477874"/>
                <a:gd name="connsiteX11" fmla="*/ 413490 w 433883"/>
                <a:gd name="connsiteY11" fmla="*/ 374316 h 477874"/>
                <a:gd name="connsiteX12" fmla="*/ 236244 w 433883"/>
                <a:gd name="connsiteY12" fmla="*/ 472862 h 477874"/>
                <a:gd name="connsiteX13" fmla="*/ 216942 w 433883"/>
                <a:gd name="connsiteY13" fmla="*/ 477874 h 477874"/>
                <a:gd name="connsiteX14" fmla="*/ 79393 w 433883"/>
                <a:gd name="connsiteY14" fmla="*/ 316210 h 477874"/>
                <a:gd name="connsiteX15" fmla="*/ 216942 w 433883"/>
                <a:gd name="connsiteY15" fmla="*/ 392775 h 477874"/>
                <a:gd name="connsiteX16" fmla="*/ 354491 w 433883"/>
                <a:gd name="connsiteY16" fmla="*/ 316210 h 477874"/>
                <a:gd name="connsiteX17" fmla="*/ 354491 w 433883"/>
                <a:gd name="connsiteY17" fmla="*/ 156928 h 477874"/>
                <a:gd name="connsiteX18" fmla="*/ 216942 w 433883"/>
                <a:gd name="connsiteY18" fmla="*/ 84581 h 477874"/>
                <a:gd name="connsiteX19" fmla="*/ 79393 w 433883"/>
                <a:gd name="connsiteY19" fmla="*/ 156928 h 47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3883" h="477874">
                  <a:moveTo>
                    <a:pt x="216942" y="477874"/>
                  </a:moveTo>
                  <a:cubicBezTo>
                    <a:pt x="210191" y="477889"/>
                    <a:pt x="203547" y="476182"/>
                    <a:pt x="197639" y="472912"/>
                  </a:cubicBezTo>
                  <a:lnTo>
                    <a:pt x="20394" y="374266"/>
                  </a:lnTo>
                  <a:cubicBezTo>
                    <a:pt x="7791" y="367255"/>
                    <a:pt x="-17" y="353956"/>
                    <a:pt x="0" y="339532"/>
                  </a:cubicBezTo>
                  <a:lnTo>
                    <a:pt x="0" y="133209"/>
                  </a:lnTo>
                  <a:cubicBezTo>
                    <a:pt x="13" y="118491"/>
                    <a:pt x="8168" y="104989"/>
                    <a:pt x="21188" y="98127"/>
                  </a:cubicBezTo>
                  <a:lnTo>
                    <a:pt x="198433" y="4592"/>
                  </a:lnTo>
                  <a:cubicBezTo>
                    <a:pt x="210030" y="-1531"/>
                    <a:pt x="223903" y="-1531"/>
                    <a:pt x="235500" y="4592"/>
                  </a:cubicBezTo>
                  <a:lnTo>
                    <a:pt x="412745" y="98127"/>
                  </a:lnTo>
                  <a:cubicBezTo>
                    <a:pt x="425746" y="105002"/>
                    <a:pt x="433880" y="118502"/>
                    <a:pt x="433884" y="133209"/>
                  </a:cubicBezTo>
                  <a:lnTo>
                    <a:pt x="433884" y="339581"/>
                  </a:lnTo>
                  <a:cubicBezTo>
                    <a:pt x="433901" y="354006"/>
                    <a:pt x="426093" y="367304"/>
                    <a:pt x="413490" y="374316"/>
                  </a:cubicBezTo>
                  <a:lnTo>
                    <a:pt x="236244" y="472862"/>
                  </a:lnTo>
                  <a:cubicBezTo>
                    <a:pt x="230348" y="476167"/>
                    <a:pt x="223700" y="477889"/>
                    <a:pt x="216942" y="477874"/>
                  </a:cubicBezTo>
                  <a:close/>
                  <a:moveTo>
                    <a:pt x="79393" y="316210"/>
                  </a:moveTo>
                  <a:lnTo>
                    <a:pt x="216942" y="392775"/>
                  </a:lnTo>
                  <a:lnTo>
                    <a:pt x="354491" y="316210"/>
                  </a:lnTo>
                  <a:lnTo>
                    <a:pt x="354491" y="156928"/>
                  </a:lnTo>
                  <a:lnTo>
                    <a:pt x="216942" y="84581"/>
                  </a:lnTo>
                  <a:lnTo>
                    <a:pt x="79393" y="15692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95AD3166-A164-C941-BC9A-B4D0502257C2}"/>
                </a:ext>
              </a:extLst>
            </p:cNvPr>
            <p:cNvSpPr/>
            <p:nvPr/>
          </p:nvSpPr>
          <p:spPr>
            <a:xfrm>
              <a:off x="1538203" y="5210952"/>
              <a:ext cx="434029" cy="178087"/>
            </a:xfrm>
            <a:custGeom>
              <a:avLst/>
              <a:gdLst>
                <a:gd name="connsiteX0" fmla="*/ 216990 w 434029"/>
                <a:gd name="connsiteY0" fmla="*/ 178087 h 178087"/>
                <a:gd name="connsiteX1" fmla="*/ 197688 w 434029"/>
                <a:gd name="connsiteY1" fmla="*/ 173125 h 178087"/>
                <a:gd name="connsiteX2" fmla="*/ 20442 w 434029"/>
                <a:gd name="connsiteY2" fmla="*/ 74479 h 178087"/>
                <a:gd name="connsiteX3" fmla="*/ 5010 w 434029"/>
                <a:gd name="connsiteY3" fmla="*/ 20442 h 178087"/>
                <a:gd name="connsiteX4" fmla="*/ 59047 w 434029"/>
                <a:gd name="connsiteY4" fmla="*/ 5010 h 178087"/>
                <a:gd name="connsiteX5" fmla="*/ 216990 w 434029"/>
                <a:gd name="connsiteY5" fmla="*/ 92988 h 178087"/>
                <a:gd name="connsiteX6" fmla="*/ 374983 w 434029"/>
                <a:gd name="connsiteY6" fmla="*/ 5110 h 178087"/>
                <a:gd name="connsiteX7" fmla="*/ 429020 w 434029"/>
                <a:gd name="connsiteY7" fmla="*/ 20542 h 178087"/>
                <a:gd name="connsiteX8" fmla="*/ 413587 w 434029"/>
                <a:gd name="connsiteY8" fmla="*/ 74579 h 178087"/>
                <a:gd name="connsiteX9" fmla="*/ 236293 w 434029"/>
                <a:gd name="connsiteY9" fmla="*/ 172877 h 178087"/>
                <a:gd name="connsiteX10" fmla="*/ 216990 w 434029"/>
                <a:gd name="connsiteY10" fmla="*/ 178087 h 17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4029" h="178087">
                  <a:moveTo>
                    <a:pt x="216990" y="178087"/>
                  </a:moveTo>
                  <a:cubicBezTo>
                    <a:pt x="210236" y="178117"/>
                    <a:pt x="203589" y="176410"/>
                    <a:pt x="197688" y="173125"/>
                  </a:cubicBezTo>
                  <a:lnTo>
                    <a:pt x="20442" y="74479"/>
                  </a:lnTo>
                  <a:cubicBezTo>
                    <a:pt x="1259" y="63821"/>
                    <a:pt x="-5650" y="39626"/>
                    <a:pt x="5010" y="20442"/>
                  </a:cubicBezTo>
                  <a:cubicBezTo>
                    <a:pt x="15671" y="1259"/>
                    <a:pt x="39864" y="-5650"/>
                    <a:pt x="59047" y="5010"/>
                  </a:cubicBezTo>
                  <a:lnTo>
                    <a:pt x="216990" y="92988"/>
                  </a:lnTo>
                  <a:lnTo>
                    <a:pt x="374983" y="5110"/>
                  </a:lnTo>
                  <a:cubicBezTo>
                    <a:pt x="394166" y="-5551"/>
                    <a:pt x="418359" y="1358"/>
                    <a:pt x="429020" y="20542"/>
                  </a:cubicBezTo>
                  <a:cubicBezTo>
                    <a:pt x="439680" y="39725"/>
                    <a:pt x="432771" y="63920"/>
                    <a:pt x="413587" y="74579"/>
                  </a:cubicBezTo>
                  <a:lnTo>
                    <a:pt x="236293" y="172877"/>
                  </a:lnTo>
                  <a:cubicBezTo>
                    <a:pt x="230415" y="176246"/>
                    <a:pt x="223766" y="178043"/>
                    <a:pt x="216990" y="17808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D954C325-5F98-574A-81B9-DD6F016DD181}"/>
                </a:ext>
              </a:extLst>
            </p:cNvPr>
            <p:cNvSpPr/>
            <p:nvPr/>
          </p:nvSpPr>
          <p:spPr>
            <a:xfrm>
              <a:off x="1716837" y="5301459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3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21" y="265620"/>
                    <a:pt x="39697" y="265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B86DC0E8-249C-8342-A8EA-3971277C0BD2}"/>
                </a:ext>
              </a:extLst>
            </p:cNvPr>
            <p:cNvSpPr/>
            <p:nvPr/>
          </p:nvSpPr>
          <p:spPr>
            <a:xfrm>
              <a:off x="1899356" y="5109278"/>
              <a:ext cx="256723" cy="384411"/>
            </a:xfrm>
            <a:custGeom>
              <a:avLst/>
              <a:gdLst>
                <a:gd name="connsiteX0" fmla="*/ 39831 w 256723"/>
                <a:gd name="connsiteY0" fmla="*/ 384411 h 384411"/>
                <a:gd name="connsiteX1" fmla="*/ 0 w 256723"/>
                <a:gd name="connsiteY1" fmla="*/ 344849 h 384411"/>
                <a:gd name="connsiteX2" fmla="*/ 20479 w 256723"/>
                <a:gd name="connsiteY2" fmla="*/ 309980 h 384411"/>
                <a:gd name="connsiteX3" fmla="*/ 177330 w 256723"/>
                <a:gd name="connsiteY3" fmla="*/ 222747 h 384411"/>
                <a:gd name="connsiteX4" fmla="*/ 177330 w 256723"/>
                <a:gd name="connsiteY4" fmla="*/ 39697 h 384411"/>
                <a:gd name="connsiteX5" fmla="*/ 217027 w 256723"/>
                <a:gd name="connsiteY5" fmla="*/ 0 h 384411"/>
                <a:gd name="connsiteX6" fmla="*/ 256724 w 256723"/>
                <a:gd name="connsiteY6" fmla="*/ 39697 h 384411"/>
                <a:gd name="connsiteX7" fmla="*/ 256724 w 256723"/>
                <a:gd name="connsiteY7" fmla="*/ 246069 h 384411"/>
                <a:gd name="connsiteX8" fmla="*/ 236329 w 256723"/>
                <a:gd name="connsiteY8" fmla="*/ 280803 h 384411"/>
                <a:gd name="connsiteX9" fmla="*/ 59084 w 256723"/>
                <a:gd name="connsiteY9" fmla="*/ 379400 h 384411"/>
                <a:gd name="connsiteX10" fmla="*/ 39831 w 256723"/>
                <a:gd name="connsiteY10" fmla="*/ 384411 h 384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723" h="384411">
                  <a:moveTo>
                    <a:pt x="39831" y="384411"/>
                  </a:moveTo>
                  <a:cubicBezTo>
                    <a:pt x="17907" y="384486"/>
                    <a:pt x="75" y="366771"/>
                    <a:pt x="0" y="344849"/>
                  </a:cubicBezTo>
                  <a:cubicBezTo>
                    <a:pt x="-49" y="330360"/>
                    <a:pt x="7801" y="316997"/>
                    <a:pt x="20479" y="309980"/>
                  </a:cubicBezTo>
                  <a:lnTo>
                    <a:pt x="177330" y="222747"/>
                  </a:lnTo>
                  <a:lnTo>
                    <a:pt x="177330" y="39697"/>
                  </a:lnTo>
                  <a:cubicBezTo>
                    <a:pt x="177330" y="17773"/>
                    <a:pt x="195105" y="0"/>
                    <a:pt x="217027" y="0"/>
                  </a:cubicBezTo>
                  <a:cubicBezTo>
                    <a:pt x="238949" y="0"/>
                    <a:pt x="256724" y="17773"/>
                    <a:pt x="256724" y="39697"/>
                  </a:cubicBezTo>
                  <a:lnTo>
                    <a:pt x="256724" y="246069"/>
                  </a:lnTo>
                  <a:cubicBezTo>
                    <a:pt x="256738" y="260494"/>
                    <a:pt x="248933" y="273792"/>
                    <a:pt x="236329" y="280803"/>
                  </a:cubicBezTo>
                  <a:lnTo>
                    <a:pt x="59084" y="379400"/>
                  </a:lnTo>
                  <a:cubicBezTo>
                    <a:pt x="53196" y="382680"/>
                    <a:pt x="46570" y="384402"/>
                    <a:pt x="39831" y="3844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737E1384-B15F-6F4A-8821-D0C9C269F5EA}"/>
                </a:ext>
              </a:extLst>
            </p:cNvPr>
            <p:cNvSpPr/>
            <p:nvPr/>
          </p:nvSpPr>
          <p:spPr>
            <a:xfrm>
              <a:off x="1899554" y="5109093"/>
              <a:ext cx="256785" cy="178025"/>
            </a:xfrm>
            <a:custGeom>
              <a:avLst/>
              <a:gdLst>
                <a:gd name="connsiteX0" fmla="*/ 39831 w 256785"/>
                <a:gd name="connsiteY0" fmla="*/ 178026 h 178025"/>
                <a:gd name="connsiteX1" fmla="*/ 0 w 256785"/>
                <a:gd name="connsiteY1" fmla="*/ 138463 h 178025"/>
                <a:gd name="connsiteX2" fmla="*/ 20479 w 256785"/>
                <a:gd name="connsiteY2" fmla="*/ 103594 h 178025"/>
                <a:gd name="connsiteX3" fmla="*/ 197774 w 256785"/>
                <a:gd name="connsiteY3" fmla="*/ 4998 h 178025"/>
                <a:gd name="connsiteX4" fmla="*/ 251786 w 256785"/>
                <a:gd name="connsiteY4" fmla="*/ 20455 h 178025"/>
                <a:gd name="connsiteX5" fmla="*/ 236329 w 256785"/>
                <a:gd name="connsiteY5" fmla="*/ 74467 h 178025"/>
                <a:gd name="connsiteX6" fmla="*/ 59084 w 256785"/>
                <a:gd name="connsiteY6" fmla="*/ 173014 h 178025"/>
                <a:gd name="connsiteX7" fmla="*/ 39831 w 256785"/>
                <a:gd name="connsiteY7" fmla="*/ 178026 h 17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785" h="178025">
                  <a:moveTo>
                    <a:pt x="39831" y="178026"/>
                  </a:moveTo>
                  <a:cubicBezTo>
                    <a:pt x="17907" y="178100"/>
                    <a:pt x="75" y="160385"/>
                    <a:pt x="0" y="138463"/>
                  </a:cubicBezTo>
                  <a:cubicBezTo>
                    <a:pt x="-49" y="123974"/>
                    <a:pt x="7801" y="110609"/>
                    <a:pt x="20479" y="103594"/>
                  </a:cubicBezTo>
                  <a:lnTo>
                    <a:pt x="197774" y="4998"/>
                  </a:lnTo>
                  <a:cubicBezTo>
                    <a:pt x="216958" y="-5648"/>
                    <a:pt x="241138" y="1272"/>
                    <a:pt x="251786" y="20455"/>
                  </a:cubicBezTo>
                  <a:cubicBezTo>
                    <a:pt x="262435" y="39638"/>
                    <a:pt x="255513" y="63821"/>
                    <a:pt x="236329" y="74467"/>
                  </a:cubicBezTo>
                  <a:lnTo>
                    <a:pt x="59084" y="173014"/>
                  </a:lnTo>
                  <a:cubicBezTo>
                    <a:pt x="53196" y="176294"/>
                    <a:pt x="46570" y="178016"/>
                    <a:pt x="39831" y="1780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CB527D36-AE85-9E40-A77B-0E5702F5BD15}"/>
                </a:ext>
              </a:extLst>
            </p:cNvPr>
            <p:cNvSpPr/>
            <p:nvPr/>
          </p:nvSpPr>
          <p:spPr>
            <a:xfrm>
              <a:off x="1900979" y="5199488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3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21" y="265620"/>
                    <a:pt x="39697" y="265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D9F7282A-D7B9-4941-A82C-E79ADB8325E5}"/>
                </a:ext>
              </a:extLst>
            </p:cNvPr>
            <p:cNvSpPr/>
            <p:nvPr/>
          </p:nvSpPr>
          <p:spPr>
            <a:xfrm>
              <a:off x="2085037" y="4912497"/>
              <a:ext cx="256673" cy="477931"/>
            </a:xfrm>
            <a:custGeom>
              <a:avLst/>
              <a:gdLst>
                <a:gd name="connsiteX0" fmla="*/ 39979 w 256673"/>
                <a:gd name="connsiteY0" fmla="*/ 477931 h 477931"/>
                <a:gd name="connsiteX1" fmla="*/ 149 w 256673"/>
                <a:gd name="connsiteY1" fmla="*/ 438369 h 477931"/>
                <a:gd name="connsiteX2" fmla="*/ 20627 w 256673"/>
                <a:gd name="connsiteY2" fmla="*/ 403500 h 477931"/>
                <a:gd name="connsiteX3" fmla="*/ 177478 w 256673"/>
                <a:gd name="connsiteY3" fmla="*/ 316267 h 477931"/>
                <a:gd name="connsiteX4" fmla="*/ 177478 w 256673"/>
                <a:gd name="connsiteY4" fmla="*/ 157183 h 477931"/>
                <a:gd name="connsiteX5" fmla="*/ 21173 w 256673"/>
                <a:gd name="connsiteY5" fmla="*/ 74813 h 477931"/>
                <a:gd name="connsiteX6" fmla="*/ 4600 w 256673"/>
                <a:gd name="connsiteY6" fmla="*/ 21173 h 477931"/>
                <a:gd name="connsiteX7" fmla="*/ 58240 w 256673"/>
                <a:gd name="connsiteY7" fmla="*/ 4600 h 477931"/>
                <a:gd name="connsiteX8" fmla="*/ 235485 w 256673"/>
                <a:gd name="connsiteY8" fmla="*/ 98135 h 477931"/>
                <a:gd name="connsiteX9" fmla="*/ 256673 w 256673"/>
                <a:gd name="connsiteY9" fmla="*/ 133266 h 477931"/>
                <a:gd name="connsiteX10" fmla="*/ 256673 w 256673"/>
                <a:gd name="connsiteY10" fmla="*/ 339639 h 477931"/>
                <a:gd name="connsiteX11" fmla="*/ 236279 w 256673"/>
                <a:gd name="connsiteY11" fmla="*/ 374373 h 477931"/>
                <a:gd name="connsiteX12" fmla="*/ 59034 w 256673"/>
                <a:gd name="connsiteY12" fmla="*/ 472969 h 477931"/>
                <a:gd name="connsiteX13" fmla="*/ 39979 w 256673"/>
                <a:gd name="connsiteY13" fmla="*/ 477931 h 47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6673" h="477931">
                  <a:moveTo>
                    <a:pt x="39979" y="477931"/>
                  </a:moveTo>
                  <a:cubicBezTo>
                    <a:pt x="18057" y="478006"/>
                    <a:pt x="223" y="460291"/>
                    <a:pt x="149" y="438369"/>
                  </a:cubicBezTo>
                  <a:cubicBezTo>
                    <a:pt x="99" y="423880"/>
                    <a:pt x="7949" y="410517"/>
                    <a:pt x="20627" y="403500"/>
                  </a:cubicBezTo>
                  <a:lnTo>
                    <a:pt x="177478" y="316267"/>
                  </a:lnTo>
                  <a:lnTo>
                    <a:pt x="177478" y="157183"/>
                  </a:lnTo>
                  <a:lnTo>
                    <a:pt x="21173" y="74813"/>
                  </a:lnTo>
                  <a:cubicBezTo>
                    <a:pt x="1786" y="64577"/>
                    <a:pt x="-5637" y="40562"/>
                    <a:pt x="4600" y="21173"/>
                  </a:cubicBezTo>
                  <a:cubicBezTo>
                    <a:pt x="14837" y="1784"/>
                    <a:pt x="38853" y="-5636"/>
                    <a:pt x="58240" y="4600"/>
                  </a:cubicBezTo>
                  <a:lnTo>
                    <a:pt x="235485" y="98135"/>
                  </a:lnTo>
                  <a:cubicBezTo>
                    <a:pt x="248520" y="105005"/>
                    <a:pt x="256678" y="118531"/>
                    <a:pt x="256673" y="133266"/>
                  </a:cubicBezTo>
                  <a:lnTo>
                    <a:pt x="256673" y="339639"/>
                  </a:lnTo>
                  <a:cubicBezTo>
                    <a:pt x="256688" y="354063"/>
                    <a:pt x="248883" y="367362"/>
                    <a:pt x="236279" y="374373"/>
                  </a:cubicBezTo>
                  <a:lnTo>
                    <a:pt x="59034" y="472969"/>
                  </a:lnTo>
                  <a:cubicBezTo>
                    <a:pt x="53208" y="476215"/>
                    <a:pt x="46648" y="477922"/>
                    <a:pt x="39979" y="4779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64D8AC7-85FE-1F41-9A67-B13A5D665A0A}"/>
                </a:ext>
              </a:extLst>
            </p:cNvPr>
            <p:cNvSpPr/>
            <p:nvPr/>
          </p:nvSpPr>
          <p:spPr>
            <a:xfrm>
              <a:off x="2080224" y="5005771"/>
              <a:ext cx="256770" cy="178087"/>
            </a:xfrm>
            <a:custGeom>
              <a:avLst/>
              <a:gdLst>
                <a:gd name="connsiteX0" fmla="*/ 39831 w 256770"/>
                <a:gd name="connsiteY0" fmla="*/ 178087 h 178087"/>
                <a:gd name="connsiteX1" fmla="*/ 0 w 256770"/>
                <a:gd name="connsiteY1" fmla="*/ 138525 h 178087"/>
                <a:gd name="connsiteX2" fmla="*/ 20479 w 256770"/>
                <a:gd name="connsiteY2" fmla="*/ 103656 h 178087"/>
                <a:gd name="connsiteX3" fmla="*/ 197724 w 256770"/>
                <a:gd name="connsiteY3" fmla="*/ 5010 h 178087"/>
                <a:gd name="connsiteX4" fmla="*/ 251761 w 256770"/>
                <a:gd name="connsiteY4" fmla="*/ 20442 h 178087"/>
                <a:gd name="connsiteX5" fmla="*/ 236329 w 256770"/>
                <a:gd name="connsiteY5" fmla="*/ 74479 h 178087"/>
                <a:gd name="connsiteX6" fmla="*/ 59084 w 256770"/>
                <a:gd name="connsiteY6" fmla="*/ 173076 h 178087"/>
                <a:gd name="connsiteX7" fmla="*/ 39831 w 256770"/>
                <a:gd name="connsiteY7" fmla="*/ 178087 h 17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770" h="178087">
                  <a:moveTo>
                    <a:pt x="39831" y="178087"/>
                  </a:moveTo>
                  <a:cubicBezTo>
                    <a:pt x="17908" y="178162"/>
                    <a:pt x="75" y="160449"/>
                    <a:pt x="0" y="138525"/>
                  </a:cubicBezTo>
                  <a:cubicBezTo>
                    <a:pt x="-49" y="124036"/>
                    <a:pt x="7801" y="110671"/>
                    <a:pt x="20479" y="103656"/>
                  </a:cubicBezTo>
                  <a:lnTo>
                    <a:pt x="197724" y="5010"/>
                  </a:lnTo>
                  <a:cubicBezTo>
                    <a:pt x="216907" y="-5650"/>
                    <a:pt x="241102" y="1259"/>
                    <a:pt x="251761" y="20442"/>
                  </a:cubicBezTo>
                  <a:cubicBezTo>
                    <a:pt x="262420" y="39626"/>
                    <a:pt x="255512" y="63819"/>
                    <a:pt x="236329" y="74479"/>
                  </a:cubicBezTo>
                  <a:lnTo>
                    <a:pt x="59084" y="173076"/>
                  </a:lnTo>
                  <a:cubicBezTo>
                    <a:pt x="53204" y="176370"/>
                    <a:pt x="46574" y="178096"/>
                    <a:pt x="39831" y="17808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6676BD7B-C16F-6E42-A264-C9C1B9FA08BE}"/>
                </a:ext>
              </a:extLst>
            </p:cNvPr>
            <p:cNvSpPr/>
            <p:nvPr/>
          </p:nvSpPr>
          <p:spPr>
            <a:xfrm>
              <a:off x="2081648" y="5096277"/>
              <a:ext cx="79393" cy="265619"/>
            </a:xfrm>
            <a:custGeom>
              <a:avLst/>
              <a:gdLst>
                <a:gd name="connsiteX0" fmla="*/ 39697 w 79393"/>
                <a:gd name="connsiteY0" fmla="*/ 265620 h 265619"/>
                <a:gd name="connsiteX1" fmla="*/ 0 w 79393"/>
                <a:gd name="connsiteY1" fmla="*/ 225923 h 265619"/>
                <a:gd name="connsiteX2" fmla="*/ 0 w 79393"/>
                <a:gd name="connsiteY2" fmla="*/ 39697 h 265619"/>
                <a:gd name="connsiteX3" fmla="*/ 39697 w 79393"/>
                <a:gd name="connsiteY3" fmla="*/ 0 h 265619"/>
                <a:gd name="connsiteX4" fmla="*/ 79393 w 79393"/>
                <a:gd name="connsiteY4" fmla="*/ 39697 h 265619"/>
                <a:gd name="connsiteX5" fmla="*/ 79393 w 79393"/>
                <a:gd name="connsiteY5" fmla="*/ 225923 h 265619"/>
                <a:gd name="connsiteX6" fmla="*/ 39697 w 79393"/>
                <a:gd name="connsiteY6" fmla="*/ 265620 h 26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619">
                  <a:moveTo>
                    <a:pt x="39697" y="265620"/>
                  </a:moveTo>
                  <a:cubicBezTo>
                    <a:pt x="17774" y="265620"/>
                    <a:pt x="0" y="247845"/>
                    <a:pt x="0" y="22592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5923"/>
                  </a:lnTo>
                  <a:cubicBezTo>
                    <a:pt x="79393" y="247845"/>
                    <a:pt x="61619" y="265620"/>
                    <a:pt x="39697" y="265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DBE17C62-11B5-BE45-AB91-335F1574EDE0}"/>
                </a:ext>
              </a:extLst>
            </p:cNvPr>
            <p:cNvSpPr/>
            <p:nvPr/>
          </p:nvSpPr>
          <p:spPr>
            <a:xfrm>
              <a:off x="1711924" y="4789942"/>
              <a:ext cx="433983" cy="477923"/>
            </a:xfrm>
            <a:custGeom>
              <a:avLst/>
              <a:gdLst>
                <a:gd name="connsiteX0" fmla="*/ 216942 w 433983"/>
                <a:gd name="connsiteY0" fmla="*/ 477924 h 477923"/>
                <a:gd name="connsiteX1" fmla="*/ 197639 w 433983"/>
                <a:gd name="connsiteY1" fmla="*/ 472962 h 477923"/>
                <a:gd name="connsiteX2" fmla="*/ 20394 w 433983"/>
                <a:gd name="connsiteY2" fmla="*/ 374266 h 477923"/>
                <a:gd name="connsiteX3" fmla="*/ 0 w 433983"/>
                <a:gd name="connsiteY3" fmla="*/ 339532 h 477923"/>
                <a:gd name="connsiteX4" fmla="*/ 0 w 433983"/>
                <a:gd name="connsiteY4" fmla="*/ 133209 h 477923"/>
                <a:gd name="connsiteX5" fmla="*/ 21138 w 433983"/>
                <a:gd name="connsiteY5" fmla="*/ 98127 h 477923"/>
                <a:gd name="connsiteX6" fmla="*/ 198384 w 433983"/>
                <a:gd name="connsiteY6" fmla="*/ 4592 h 477923"/>
                <a:gd name="connsiteX7" fmla="*/ 235450 w 433983"/>
                <a:gd name="connsiteY7" fmla="*/ 4592 h 477923"/>
                <a:gd name="connsiteX8" fmla="*/ 412696 w 433983"/>
                <a:gd name="connsiteY8" fmla="*/ 98127 h 477923"/>
                <a:gd name="connsiteX9" fmla="*/ 433983 w 433983"/>
                <a:gd name="connsiteY9" fmla="*/ 133209 h 477923"/>
                <a:gd name="connsiteX10" fmla="*/ 433983 w 433983"/>
                <a:gd name="connsiteY10" fmla="*/ 339581 h 477923"/>
                <a:gd name="connsiteX11" fmla="*/ 413589 w 433983"/>
                <a:gd name="connsiteY11" fmla="*/ 374316 h 477923"/>
                <a:gd name="connsiteX12" fmla="*/ 236244 w 433983"/>
                <a:gd name="connsiteY12" fmla="*/ 472912 h 477923"/>
                <a:gd name="connsiteX13" fmla="*/ 216942 w 433983"/>
                <a:gd name="connsiteY13" fmla="*/ 477924 h 477923"/>
                <a:gd name="connsiteX14" fmla="*/ 79393 w 433983"/>
                <a:gd name="connsiteY14" fmla="*/ 316260 h 477923"/>
                <a:gd name="connsiteX15" fmla="*/ 216942 w 433983"/>
                <a:gd name="connsiteY15" fmla="*/ 392775 h 477923"/>
                <a:gd name="connsiteX16" fmla="*/ 354590 w 433983"/>
                <a:gd name="connsiteY16" fmla="*/ 316260 h 477923"/>
                <a:gd name="connsiteX17" fmla="*/ 354590 w 433983"/>
                <a:gd name="connsiteY17" fmla="*/ 157225 h 477923"/>
                <a:gd name="connsiteX18" fmla="*/ 216942 w 433983"/>
                <a:gd name="connsiteY18" fmla="*/ 84581 h 477923"/>
                <a:gd name="connsiteX19" fmla="*/ 79393 w 433983"/>
                <a:gd name="connsiteY19" fmla="*/ 157225 h 47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3983" h="477923">
                  <a:moveTo>
                    <a:pt x="216942" y="477924"/>
                  </a:moveTo>
                  <a:cubicBezTo>
                    <a:pt x="210191" y="477939"/>
                    <a:pt x="203547" y="476232"/>
                    <a:pt x="197639" y="472962"/>
                  </a:cubicBezTo>
                  <a:lnTo>
                    <a:pt x="20394" y="374266"/>
                  </a:lnTo>
                  <a:cubicBezTo>
                    <a:pt x="7790" y="367253"/>
                    <a:pt x="-17" y="353955"/>
                    <a:pt x="0" y="339532"/>
                  </a:cubicBezTo>
                  <a:lnTo>
                    <a:pt x="0" y="133209"/>
                  </a:lnTo>
                  <a:cubicBezTo>
                    <a:pt x="3" y="118502"/>
                    <a:pt x="8138" y="105002"/>
                    <a:pt x="21138" y="98127"/>
                  </a:cubicBezTo>
                  <a:lnTo>
                    <a:pt x="198384" y="4592"/>
                  </a:lnTo>
                  <a:cubicBezTo>
                    <a:pt x="209981" y="-1531"/>
                    <a:pt x="223854" y="-1531"/>
                    <a:pt x="235450" y="4592"/>
                  </a:cubicBezTo>
                  <a:lnTo>
                    <a:pt x="412696" y="98127"/>
                  </a:lnTo>
                  <a:cubicBezTo>
                    <a:pt x="425756" y="104962"/>
                    <a:pt x="433948" y="118470"/>
                    <a:pt x="433983" y="133209"/>
                  </a:cubicBezTo>
                  <a:lnTo>
                    <a:pt x="433983" y="339581"/>
                  </a:lnTo>
                  <a:cubicBezTo>
                    <a:pt x="433998" y="354004"/>
                    <a:pt x="426193" y="367302"/>
                    <a:pt x="413589" y="374316"/>
                  </a:cubicBezTo>
                  <a:lnTo>
                    <a:pt x="236244" y="472912"/>
                  </a:lnTo>
                  <a:cubicBezTo>
                    <a:pt x="230342" y="476197"/>
                    <a:pt x="223698" y="477924"/>
                    <a:pt x="216942" y="477924"/>
                  </a:cubicBezTo>
                  <a:close/>
                  <a:moveTo>
                    <a:pt x="79393" y="316260"/>
                  </a:moveTo>
                  <a:lnTo>
                    <a:pt x="216942" y="392775"/>
                  </a:lnTo>
                  <a:lnTo>
                    <a:pt x="354590" y="316260"/>
                  </a:lnTo>
                  <a:lnTo>
                    <a:pt x="354590" y="157225"/>
                  </a:lnTo>
                  <a:lnTo>
                    <a:pt x="216942" y="84581"/>
                  </a:lnTo>
                  <a:lnTo>
                    <a:pt x="79393" y="15722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659129C5-7EDE-F94A-AFC5-19A7B75E720D}"/>
                </a:ext>
              </a:extLst>
            </p:cNvPr>
            <p:cNvSpPr/>
            <p:nvPr/>
          </p:nvSpPr>
          <p:spPr>
            <a:xfrm>
              <a:off x="1712074" y="4883853"/>
              <a:ext cx="433979" cy="178136"/>
            </a:xfrm>
            <a:custGeom>
              <a:avLst/>
              <a:gdLst>
                <a:gd name="connsiteX0" fmla="*/ 216990 w 433979"/>
                <a:gd name="connsiteY0" fmla="*/ 178137 h 178136"/>
                <a:gd name="connsiteX1" fmla="*/ 197688 w 433979"/>
                <a:gd name="connsiteY1" fmla="*/ 173175 h 178136"/>
                <a:gd name="connsiteX2" fmla="*/ 20442 w 433979"/>
                <a:gd name="connsiteY2" fmla="*/ 74479 h 178136"/>
                <a:gd name="connsiteX3" fmla="*/ 5010 w 433979"/>
                <a:gd name="connsiteY3" fmla="*/ 20442 h 178136"/>
                <a:gd name="connsiteX4" fmla="*/ 59047 w 433979"/>
                <a:gd name="connsiteY4" fmla="*/ 5010 h 178136"/>
                <a:gd name="connsiteX5" fmla="*/ 216990 w 433979"/>
                <a:gd name="connsiteY5" fmla="*/ 93087 h 178136"/>
                <a:gd name="connsiteX6" fmla="*/ 374933 w 433979"/>
                <a:gd name="connsiteY6" fmla="*/ 5209 h 178136"/>
                <a:gd name="connsiteX7" fmla="*/ 428970 w 433979"/>
                <a:gd name="connsiteY7" fmla="*/ 20641 h 178136"/>
                <a:gd name="connsiteX8" fmla="*/ 413538 w 433979"/>
                <a:gd name="connsiteY8" fmla="*/ 74678 h 178136"/>
                <a:gd name="connsiteX9" fmla="*/ 236293 w 433979"/>
                <a:gd name="connsiteY9" fmla="*/ 173125 h 178136"/>
                <a:gd name="connsiteX10" fmla="*/ 216990 w 433979"/>
                <a:gd name="connsiteY10" fmla="*/ 178137 h 17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3979" h="178136">
                  <a:moveTo>
                    <a:pt x="216990" y="178137"/>
                  </a:moveTo>
                  <a:cubicBezTo>
                    <a:pt x="210239" y="178151"/>
                    <a:pt x="203595" y="176443"/>
                    <a:pt x="197688" y="173175"/>
                  </a:cubicBezTo>
                  <a:lnTo>
                    <a:pt x="20442" y="74479"/>
                  </a:lnTo>
                  <a:cubicBezTo>
                    <a:pt x="1259" y="63819"/>
                    <a:pt x="-5650" y="39626"/>
                    <a:pt x="5010" y="20442"/>
                  </a:cubicBezTo>
                  <a:cubicBezTo>
                    <a:pt x="15671" y="1259"/>
                    <a:pt x="39864" y="-5650"/>
                    <a:pt x="59047" y="5010"/>
                  </a:cubicBezTo>
                  <a:lnTo>
                    <a:pt x="216990" y="93087"/>
                  </a:lnTo>
                  <a:lnTo>
                    <a:pt x="374933" y="5209"/>
                  </a:lnTo>
                  <a:cubicBezTo>
                    <a:pt x="394116" y="-5452"/>
                    <a:pt x="418311" y="1457"/>
                    <a:pt x="428970" y="20641"/>
                  </a:cubicBezTo>
                  <a:cubicBezTo>
                    <a:pt x="439628" y="39824"/>
                    <a:pt x="432721" y="64017"/>
                    <a:pt x="413538" y="74678"/>
                  </a:cubicBezTo>
                  <a:lnTo>
                    <a:pt x="236293" y="173125"/>
                  </a:lnTo>
                  <a:cubicBezTo>
                    <a:pt x="230390" y="176411"/>
                    <a:pt x="223746" y="178136"/>
                    <a:pt x="216990" y="1781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4227F18E-3A91-274D-9566-201C4DC8FED7}"/>
                </a:ext>
              </a:extLst>
            </p:cNvPr>
            <p:cNvSpPr/>
            <p:nvPr/>
          </p:nvSpPr>
          <p:spPr>
            <a:xfrm>
              <a:off x="1890708" y="4979569"/>
              <a:ext cx="79393" cy="265569"/>
            </a:xfrm>
            <a:custGeom>
              <a:avLst/>
              <a:gdLst>
                <a:gd name="connsiteX0" fmla="*/ 39697 w 79393"/>
                <a:gd name="connsiteY0" fmla="*/ 265570 h 265569"/>
                <a:gd name="connsiteX1" fmla="*/ 0 w 79393"/>
                <a:gd name="connsiteY1" fmla="*/ 225873 h 265569"/>
                <a:gd name="connsiteX2" fmla="*/ 0 w 79393"/>
                <a:gd name="connsiteY2" fmla="*/ 39697 h 265569"/>
                <a:gd name="connsiteX3" fmla="*/ 39697 w 79393"/>
                <a:gd name="connsiteY3" fmla="*/ 0 h 265569"/>
                <a:gd name="connsiteX4" fmla="*/ 79393 w 79393"/>
                <a:gd name="connsiteY4" fmla="*/ 39697 h 265569"/>
                <a:gd name="connsiteX5" fmla="*/ 79393 w 79393"/>
                <a:gd name="connsiteY5" fmla="*/ 225873 h 265569"/>
                <a:gd name="connsiteX6" fmla="*/ 39697 w 79393"/>
                <a:gd name="connsiteY6" fmla="*/ 265570 h 26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569">
                  <a:moveTo>
                    <a:pt x="39697" y="265570"/>
                  </a:moveTo>
                  <a:cubicBezTo>
                    <a:pt x="17773" y="265570"/>
                    <a:pt x="0" y="247797"/>
                    <a:pt x="0" y="2258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5873"/>
                  </a:lnTo>
                  <a:cubicBezTo>
                    <a:pt x="79393" y="247797"/>
                    <a:pt x="61621" y="265570"/>
                    <a:pt x="39697" y="26557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85" name="Picture Placeholder 83">
            <a:extLst>
              <a:ext uri="{FF2B5EF4-FFF2-40B4-BE49-F238E27FC236}">
                <a16:creationId xmlns:a16="http://schemas.microsoft.com/office/drawing/2014/main" id="{BD8E28BE-80B5-4F7C-A989-2E78D5A2B8D5}"/>
              </a:ext>
            </a:extLst>
          </p:cNvPr>
          <p:cNvGrpSpPr>
            <a:grpSpLocks noChangeAspect="1"/>
          </p:cNvGrpSpPr>
          <p:nvPr/>
        </p:nvGrpSpPr>
        <p:grpSpPr>
          <a:xfrm>
            <a:off x="2846083" y="4832443"/>
            <a:ext cx="822811" cy="720691"/>
            <a:chOff x="2846083" y="4832443"/>
            <a:chExt cx="822811" cy="720691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84E3BDE3-2F66-9649-B3C5-1879F21D5287}"/>
                </a:ext>
              </a:extLst>
            </p:cNvPr>
            <p:cNvSpPr/>
            <p:nvPr/>
          </p:nvSpPr>
          <p:spPr>
            <a:xfrm>
              <a:off x="3033054" y="5092109"/>
              <a:ext cx="198433" cy="417409"/>
            </a:xfrm>
            <a:custGeom>
              <a:avLst/>
              <a:gdLst>
                <a:gd name="connsiteX0" fmla="*/ 158737 w 198433"/>
                <a:gd name="connsiteY0" fmla="*/ 417409 h 417409"/>
                <a:gd name="connsiteX1" fmla="*/ 119040 w 198433"/>
                <a:gd name="connsiteY1" fmla="*/ 377713 h 417409"/>
                <a:gd name="connsiteX2" fmla="*/ 119040 w 198433"/>
                <a:gd name="connsiteY2" fmla="*/ 218926 h 417409"/>
                <a:gd name="connsiteX3" fmla="*/ 15879 w 198433"/>
                <a:gd name="connsiteY3" fmla="*/ 141717 h 417409"/>
                <a:gd name="connsiteX4" fmla="*/ 0 w 198433"/>
                <a:gd name="connsiteY4" fmla="*/ 109959 h 417409"/>
                <a:gd name="connsiteX5" fmla="*/ 0 w 198433"/>
                <a:gd name="connsiteY5" fmla="*/ 39697 h 417409"/>
                <a:gd name="connsiteX6" fmla="*/ 39697 w 198433"/>
                <a:gd name="connsiteY6" fmla="*/ 0 h 417409"/>
                <a:gd name="connsiteX7" fmla="*/ 79393 w 198433"/>
                <a:gd name="connsiteY7" fmla="*/ 39697 h 417409"/>
                <a:gd name="connsiteX8" fmla="*/ 79393 w 198433"/>
                <a:gd name="connsiteY8" fmla="*/ 90111 h 417409"/>
                <a:gd name="connsiteX9" fmla="*/ 182555 w 198433"/>
                <a:gd name="connsiteY9" fmla="*/ 167668 h 417409"/>
                <a:gd name="connsiteX10" fmla="*/ 198433 w 198433"/>
                <a:gd name="connsiteY10" fmla="*/ 199426 h 417409"/>
                <a:gd name="connsiteX11" fmla="*/ 198433 w 198433"/>
                <a:gd name="connsiteY11" fmla="*/ 378060 h 417409"/>
                <a:gd name="connsiteX12" fmla="*/ 158737 w 198433"/>
                <a:gd name="connsiteY12" fmla="*/ 417409 h 41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8433" h="417409">
                  <a:moveTo>
                    <a:pt x="158737" y="417409"/>
                  </a:moveTo>
                  <a:cubicBezTo>
                    <a:pt x="136813" y="417409"/>
                    <a:pt x="119040" y="399635"/>
                    <a:pt x="119040" y="377713"/>
                  </a:cubicBezTo>
                  <a:lnTo>
                    <a:pt x="119040" y="218926"/>
                  </a:lnTo>
                  <a:lnTo>
                    <a:pt x="15879" y="141717"/>
                  </a:lnTo>
                  <a:cubicBezTo>
                    <a:pt x="5883" y="134220"/>
                    <a:pt x="0" y="122454"/>
                    <a:pt x="0" y="1099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90111"/>
                  </a:lnTo>
                  <a:lnTo>
                    <a:pt x="182555" y="167668"/>
                  </a:lnTo>
                  <a:cubicBezTo>
                    <a:pt x="192550" y="175166"/>
                    <a:pt x="198433" y="186931"/>
                    <a:pt x="198433" y="199426"/>
                  </a:cubicBezTo>
                  <a:lnTo>
                    <a:pt x="198433" y="378060"/>
                  </a:lnTo>
                  <a:cubicBezTo>
                    <a:pt x="198243" y="399848"/>
                    <a:pt x="180526" y="417409"/>
                    <a:pt x="158737" y="41740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A192A5D9-6F83-DD46-AC18-FB6C89E7AD95}"/>
                </a:ext>
              </a:extLst>
            </p:cNvPr>
            <p:cNvSpPr/>
            <p:nvPr/>
          </p:nvSpPr>
          <p:spPr>
            <a:xfrm>
              <a:off x="3361990" y="5092208"/>
              <a:ext cx="126235" cy="422023"/>
            </a:xfrm>
            <a:custGeom>
              <a:avLst/>
              <a:gdLst>
                <a:gd name="connsiteX0" fmla="*/ 39697 w 126235"/>
                <a:gd name="connsiteY0" fmla="*/ 422024 h 422023"/>
                <a:gd name="connsiteX1" fmla="*/ 0 w 126235"/>
                <a:gd name="connsiteY1" fmla="*/ 382327 h 422023"/>
                <a:gd name="connsiteX2" fmla="*/ 0 w 126235"/>
                <a:gd name="connsiteY2" fmla="*/ 265768 h 422023"/>
                <a:gd name="connsiteX3" fmla="*/ 12108 w 126235"/>
                <a:gd name="connsiteY3" fmla="*/ 237038 h 422023"/>
                <a:gd name="connsiteX4" fmla="*/ 46842 w 126235"/>
                <a:gd name="connsiteY4" fmla="*/ 204140 h 422023"/>
                <a:gd name="connsiteX5" fmla="*/ 46842 w 126235"/>
                <a:gd name="connsiteY5" fmla="*/ 39697 h 422023"/>
                <a:gd name="connsiteX6" fmla="*/ 86539 w 126235"/>
                <a:gd name="connsiteY6" fmla="*/ 0 h 422023"/>
                <a:gd name="connsiteX7" fmla="*/ 126236 w 126235"/>
                <a:gd name="connsiteY7" fmla="*/ 39697 h 422023"/>
                <a:gd name="connsiteX8" fmla="*/ 126236 w 126235"/>
                <a:gd name="connsiteY8" fmla="*/ 221110 h 422023"/>
                <a:gd name="connsiteX9" fmla="*/ 113930 w 126235"/>
                <a:gd name="connsiteY9" fmla="*/ 249791 h 422023"/>
                <a:gd name="connsiteX10" fmla="*/ 79493 w 126235"/>
                <a:gd name="connsiteY10" fmla="*/ 282739 h 422023"/>
                <a:gd name="connsiteX11" fmla="*/ 79493 w 126235"/>
                <a:gd name="connsiteY11" fmla="*/ 382327 h 422023"/>
                <a:gd name="connsiteX12" fmla="*/ 39796 w 126235"/>
                <a:gd name="connsiteY12" fmla="*/ 422024 h 422023"/>
                <a:gd name="connsiteX13" fmla="*/ 39697 w 126235"/>
                <a:gd name="connsiteY13" fmla="*/ 422024 h 42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6235" h="422023">
                  <a:moveTo>
                    <a:pt x="39697" y="422024"/>
                  </a:moveTo>
                  <a:cubicBezTo>
                    <a:pt x="17775" y="422024"/>
                    <a:pt x="0" y="404250"/>
                    <a:pt x="0" y="382327"/>
                  </a:cubicBezTo>
                  <a:lnTo>
                    <a:pt x="0" y="265768"/>
                  </a:lnTo>
                  <a:cubicBezTo>
                    <a:pt x="-49" y="254941"/>
                    <a:pt x="4322" y="244560"/>
                    <a:pt x="12108" y="237038"/>
                  </a:cubicBezTo>
                  <a:lnTo>
                    <a:pt x="46842" y="204140"/>
                  </a:lnTo>
                  <a:lnTo>
                    <a:pt x="46842" y="39697"/>
                  </a:lnTo>
                  <a:cubicBezTo>
                    <a:pt x="46842" y="17773"/>
                    <a:pt x="64617" y="0"/>
                    <a:pt x="86539" y="0"/>
                  </a:cubicBezTo>
                  <a:cubicBezTo>
                    <a:pt x="108461" y="0"/>
                    <a:pt x="126236" y="17773"/>
                    <a:pt x="126236" y="39697"/>
                  </a:cubicBezTo>
                  <a:lnTo>
                    <a:pt x="126236" y="221110"/>
                  </a:lnTo>
                  <a:cubicBezTo>
                    <a:pt x="126221" y="231947"/>
                    <a:pt x="121775" y="242313"/>
                    <a:pt x="113930" y="249791"/>
                  </a:cubicBezTo>
                  <a:lnTo>
                    <a:pt x="79493" y="282739"/>
                  </a:lnTo>
                  <a:lnTo>
                    <a:pt x="79493" y="382327"/>
                  </a:lnTo>
                  <a:cubicBezTo>
                    <a:pt x="79493" y="404250"/>
                    <a:pt x="61719" y="422024"/>
                    <a:pt x="39796" y="422024"/>
                  </a:cubicBezTo>
                  <a:cubicBezTo>
                    <a:pt x="39762" y="422024"/>
                    <a:pt x="39732" y="422024"/>
                    <a:pt x="39697" y="4220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508933B5-875C-F240-A01C-2DD197C71A9D}"/>
                </a:ext>
              </a:extLst>
            </p:cNvPr>
            <p:cNvSpPr/>
            <p:nvPr/>
          </p:nvSpPr>
          <p:spPr>
            <a:xfrm>
              <a:off x="3260913" y="5025121"/>
              <a:ext cx="79939" cy="484099"/>
            </a:xfrm>
            <a:custGeom>
              <a:avLst/>
              <a:gdLst>
                <a:gd name="connsiteX0" fmla="*/ 39697 w 79939"/>
                <a:gd name="connsiteY0" fmla="*/ 484099 h 484099"/>
                <a:gd name="connsiteX1" fmla="*/ 0 w 79939"/>
                <a:gd name="connsiteY1" fmla="*/ 444403 h 484099"/>
                <a:gd name="connsiteX2" fmla="*/ 0 w 79939"/>
                <a:gd name="connsiteY2" fmla="*/ 191337 h 484099"/>
                <a:gd name="connsiteX3" fmla="*/ 546 w 79939"/>
                <a:gd name="connsiteY3" fmla="*/ 39697 h 484099"/>
                <a:gd name="connsiteX4" fmla="*/ 40242 w 79939"/>
                <a:gd name="connsiteY4" fmla="*/ 0 h 484099"/>
                <a:gd name="connsiteX5" fmla="*/ 40242 w 79939"/>
                <a:gd name="connsiteY5" fmla="*/ 0 h 484099"/>
                <a:gd name="connsiteX6" fmla="*/ 79939 w 79939"/>
                <a:gd name="connsiteY6" fmla="*/ 39697 h 484099"/>
                <a:gd name="connsiteX7" fmla="*/ 79393 w 79939"/>
                <a:gd name="connsiteY7" fmla="*/ 191238 h 484099"/>
                <a:gd name="connsiteX8" fmla="*/ 79393 w 79939"/>
                <a:gd name="connsiteY8" fmla="*/ 443956 h 484099"/>
                <a:gd name="connsiteX9" fmla="*/ 40146 w 79939"/>
                <a:gd name="connsiteY9" fmla="*/ 484094 h 484099"/>
                <a:gd name="connsiteX10" fmla="*/ 39697 w 79939"/>
                <a:gd name="connsiteY10" fmla="*/ 484099 h 48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939" h="484099">
                  <a:moveTo>
                    <a:pt x="39697" y="484099"/>
                  </a:moveTo>
                  <a:cubicBezTo>
                    <a:pt x="17773" y="484099"/>
                    <a:pt x="0" y="466325"/>
                    <a:pt x="0" y="444403"/>
                  </a:cubicBezTo>
                  <a:lnTo>
                    <a:pt x="0" y="191337"/>
                  </a:lnTo>
                  <a:lnTo>
                    <a:pt x="546" y="39697"/>
                  </a:lnTo>
                  <a:cubicBezTo>
                    <a:pt x="546" y="17773"/>
                    <a:pt x="18318" y="0"/>
                    <a:pt x="40242" y="0"/>
                  </a:cubicBezTo>
                  <a:lnTo>
                    <a:pt x="40242" y="0"/>
                  </a:lnTo>
                  <a:cubicBezTo>
                    <a:pt x="62165" y="0"/>
                    <a:pt x="79939" y="17773"/>
                    <a:pt x="79939" y="39697"/>
                  </a:cubicBezTo>
                  <a:lnTo>
                    <a:pt x="79393" y="191238"/>
                  </a:lnTo>
                  <a:lnTo>
                    <a:pt x="79393" y="443956"/>
                  </a:lnTo>
                  <a:cubicBezTo>
                    <a:pt x="79641" y="465879"/>
                    <a:pt x="62071" y="483851"/>
                    <a:pt x="40146" y="484094"/>
                  </a:cubicBezTo>
                  <a:cubicBezTo>
                    <a:pt x="39996" y="484099"/>
                    <a:pt x="39846" y="484099"/>
                    <a:pt x="39697" y="48409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385D527D-0442-504C-B3F2-2D5976004E7B}"/>
                </a:ext>
              </a:extLst>
            </p:cNvPr>
            <p:cNvSpPr/>
            <p:nvPr/>
          </p:nvSpPr>
          <p:spPr>
            <a:xfrm>
              <a:off x="2846083" y="4832443"/>
              <a:ext cx="822811" cy="720691"/>
            </a:xfrm>
            <a:custGeom>
              <a:avLst/>
              <a:gdLst>
                <a:gd name="connsiteX0" fmla="*/ 609145 w 822811"/>
                <a:gd name="connsiteY0" fmla="*/ 720692 h 720691"/>
                <a:gd name="connsiteX1" fmla="*/ 285121 w 822811"/>
                <a:gd name="connsiteY1" fmla="*/ 720692 h 720691"/>
                <a:gd name="connsiteX2" fmla="*/ 214064 w 822811"/>
                <a:gd name="connsiteY2" fmla="*/ 650628 h 720691"/>
                <a:gd name="connsiteX3" fmla="*/ 209747 w 822811"/>
                <a:gd name="connsiteY3" fmla="*/ 568704 h 720691"/>
                <a:gd name="connsiteX4" fmla="*/ 170696 w 822811"/>
                <a:gd name="connsiteY4" fmla="*/ 535756 h 720691"/>
                <a:gd name="connsiteX5" fmla="*/ 170696 w 822811"/>
                <a:gd name="connsiteY5" fmla="*/ 535756 h 720691"/>
                <a:gd name="connsiteX6" fmla="*/ 143206 w 822811"/>
                <a:gd name="connsiteY6" fmla="*/ 535756 h 720691"/>
                <a:gd name="connsiteX7" fmla="*/ 50514 w 822811"/>
                <a:gd name="connsiteY7" fmla="*/ 498441 h 720691"/>
                <a:gd name="connsiteX8" fmla="*/ 38357 w 822811"/>
                <a:gd name="connsiteY8" fmla="*/ 486879 h 720691"/>
                <a:gd name="connsiteX9" fmla="*/ 0 w 822811"/>
                <a:gd name="connsiteY9" fmla="*/ 396768 h 720691"/>
                <a:gd name="connsiteX10" fmla="*/ 0 w 822811"/>
                <a:gd name="connsiteY10" fmla="*/ 220416 h 720691"/>
                <a:gd name="connsiteX11" fmla="*/ 40590 w 822811"/>
                <a:gd name="connsiteY11" fmla="*/ 121572 h 720691"/>
                <a:gd name="connsiteX12" fmla="*/ 69767 w 822811"/>
                <a:gd name="connsiteY12" fmla="*/ 91799 h 720691"/>
                <a:gd name="connsiteX13" fmla="*/ 176799 w 822811"/>
                <a:gd name="connsiteY13" fmla="*/ 47141 h 720691"/>
                <a:gd name="connsiteX14" fmla="*/ 198136 w 822811"/>
                <a:gd name="connsiteY14" fmla="*/ 47141 h 720691"/>
                <a:gd name="connsiteX15" fmla="*/ 224534 w 822811"/>
                <a:gd name="connsiteY15" fmla="*/ 20743 h 720691"/>
                <a:gd name="connsiteX16" fmla="*/ 274949 w 822811"/>
                <a:gd name="connsiteY16" fmla="*/ 1 h 720691"/>
                <a:gd name="connsiteX17" fmla="*/ 575502 w 822811"/>
                <a:gd name="connsiteY17" fmla="*/ 1 h 720691"/>
                <a:gd name="connsiteX18" fmla="*/ 671419 w 822811"/>
                <a:gd name="connsiteY18" fmla="*/ 40293 h 720691"/>
                <a:gd name="connsiteX19" fmla="*/ 786291 w 822811"/>
                <a:gd name="connsiteY19" fmla="*/ 157646 h 720691"/>
                <a:gd name="connsiteX20" fmla="*/ 822812 w 822811"/>
                <a:gd name="connsiteY20" fmla="*/ 246963 h 720691"/>
                <a:gd name="connsiteX21" fmla="*/ 822812 w 822811"/>
                <a:gd name="connsiteY21" fmla="*/ 247311 h 720691"/>
                <a:gd name="connsiteX22" fmla="*/ 820182 w 822811"/>
                <a:gd name="connsiteY22" fmla="*/ 565131 h 720691"/>
                <a:gd name="connsiteX23" fmla="*/ 785100 w 822811"/>
                <a:gd name="connsiteY23" fmla="*/ 622542 h 720691"/>
                <a:gd name="connsiteX24" fmla="*/ 727292 w 822811"/>
                <a:gd name="connsiteY24" fmla="*/ 657674 h 720691"/>
                <a:gd name="connsiteX25" fmla="*/ 679755 w 822811"/>
                <a:gd name="connsiteY25" fmla="*/ 657674 h 720691"/>
                <a:gd name="connsiteX26" fmla="*/ 609145 w 822811"/>
                <a:gd name="connsiteY26" fmla="*/ 720692 h 720691"/>
                <a:gd name="connsiteX27" fmla="*/ 293060 w 822811"/>
                <a:gd name="connsiteY27" fmla="*/ 641299 h 720691"/>
                <a:gd name="connsiteX28" fmla="*/ 601305 w 822811"/>
                <a:gd name="connsiteY28" fmla="*/ 641299 h 720691"/>
                <a:gd name="connsiteX29" fmla="*/ 671915 w 822811"/>
                <a:gd name="connsiteY29" fmla="*/ 578479 h 720691"/>
                <a:gd name="connsiteX30" fmla="*/ 716226 w 822811"/>
                <a:gd name="connsiteY30" fmla="*/ 578479 h 720691"/>
                <a:gd name="connsiteX31" fmla="*/ 741037 w 822811"/>
                <a:gd name="connsiteY31" fmla="*/ 553669 h 720691"/>
                <a:gd name="connsiteX32" fmla="*/ 743567 w 822811"/>
                <a:gd name="connsiteY32" fmla="*/ 246864 h 720691"/>
                <a:gd name="connsiteX33" fmla="*/ 729723 w 822811"/>
                <a:gd name="connsiteY33" fmla="*/ 213072 h 720691"/>
                <a:gd name="connsiteX34" fmla="*/ 614702 w 822811"/>
                <a:gd name="connsiteY34" fmla="*/ 95968 h 720691"/>
                <a:gd name="connsiteX35" fmla="*/ 575353 w 822811"/>
                <a:gd name="connsiteY35" fmla="*/ 79394 h 720691"/>
                <a:gd name="connsiteX36" fmla="*/ 278224 w 822811"/>
                <a:gd name="connsiteY36" fmla="*/ 79394 h 720691"/>
                <a:gd name="connsiteX37" fmla="*/ 251875 w 822811"/>
                <a:gd name="connsiteY37" fmla="*/ 105792 h 720691"/>
                <a:gd name="connsiteX38" fmla="*/ 201560 w 822811"/>
                <a:gd name="connsiteY38" fmla="*/ 126633 h 720691"/>
                <a:gd name="connsiteX39" fmla="*/ 176749 w 822811"/>
                <a:gd name="connsiteY39" fmla="*/ 126633 h 720691"/>
                <a:gd name="connsiteX40" fmla="*/ 126087 w 822811"/>
                <a:gd name="connsiteY40" fmla="*/ 147772 h 720691"/>
                <a:gd name="connsiteX41" fmla="*/ 96959 w 822811"/>
                <a:gd name="connsiteY41" fmla="*/ 177544 h 720691"/>
                <a:gd name="connsiteX42" fmla="*/ 79245 w 822811"/>
                <a:gd name="connsiteY42" fmla="*/ 220664 h 720691"/>
                <a:gd name="connsiteX43" fmla="*/ 79245 w 822811"/>
                <a:gd name="connsiteY43" fmla="*/ 396768 h 720691"/>
                <a:gd name="connsiteX44" fmla="*/ 93238 w 822811"/>
                <a:gd name="connsiteY44" fmla="*/ 429567 h 720691"/>
                <a:gd name="connsiteX45" fmla="*/ 105395 w 822811"/>
                <a:gd name="connsiteY45" fmla="*/ 441278 h 720691"/>
                <a:gd name="connsiteX46" fmla="*/ 143057 w 822811"/>
                <a:gd name="connsiteY46" fmla="*/ 456164 h 720691"/>
                <a:gd name="connsiteX47" fmla="*/ 173474 w 822811"/>
                <a:gd name="connsiteY47" fmla="*/ 456164 h 720691"/>
                <a:gd name="connsiteX48" fmla="*/ 220366 w 822811"/>
                <a:gd name="connsiteY48" fmla="*/ 474127 h 720691"/>
                <a:gd name="connsiteX49" fmla="*/ 288297 w 822811"/>
                <a:gd name="connsiteY49" fmla="*/ 553520 h 720691"/>
                <a:gd name="connsiteX50" fmla="*/ 740788 w 822811"/>
                <a:gd name="connsiteY50" fmla="*/ 564337 h 720691"/>
                <a:gd name="connsiteX51" fmla="*/ 740788 w 822811"/>
                <a:gd name="connsiteY51" fmla="*/ 564337 h 720691"/>
                <a:gd name="connsiteX52" fmla="*/ 783115 w 822811"/>
                <a:gd name="connsiteY52" fmla="*/ 247360 h 720691"/>
                <a:gd name="connsiteX53" fmla="*/ 783115 w 822811"/>
                <a:gd name="connsiteY53" fmla="*/ 247360 h 720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22811" h="720691">
                  <a:moveTo>
                    <a:pt x="609145" y="720692"/>
                  </a:moveTo>
                  <a:lnTo>
                    <a:pt x="285121" y="720692"/>
                  </a:lnTo>
                  <a:cubicBezTo>
                    <a:pt x="246283" y="720642"/>
                    <a:pt x="214660" y="689461"/>
                    <a:pt x="214064" y="650628"/>
                  </a:cubicBezTo>
                  <a:lnTo>
                    <a:pt x="209747" y="568704"/>
                  </a:lnTo>
                  <a:cubicBezTo>
                    <a:pt x="201510" y="560765"/>
                    <a:pt x="185681" y="547367"/>
                    <a:pt x="170696" y="535756"/>
                  </a:cubicBezTo>
                  <a:lnTo>
                    <a:pt x="170696" y="535756"/>
                  </a:lnTo>
                  <a:lnTo>
                    <a:pt x="143206" y="535756"/>
                  </a:lnTo>
                  <a:cubicBezTo>
                    <a:pt x="108635" y="535830"/>
                    <a:pt x="75392" y="522447"/>
                    <a:pt x="50514" y="498441"/>
                  </a:cubicBezTo>
                  <a:lnTo>
                    <a:pt x="38357" y="486879"/>
                  </a:lnTo>
                  <a:cubicBezTo>
                    <a:pt x="13895" y="463275"/>
                    <a:pt x="54" y="430758"/>
                    <a:pt x="0" y="396768"/>
                  </a:cubicBezTo>
                  <a:lnTo>
                    <a:pt x="0" y="220416"/>
                  </a:lnTo>
                  <a:cubicBezTo>
                    <a:pt x="-83" y="183395"/>
                    <a:pt x="14513" y="147850"/>
                    <a:pt x="40590" y="121572"/>
                  </a:cubicBezTo>
                  <a:lnTo>
                    <a:pt x="69767" y="91799"/>
                  </a:lnTo>
                  <a:cubicBezTo>
                    <a:pt x="98093" y="63282"/>
                    <a:pt x="136605" y="47213"/>
                    <a:pt x="176799" y="47141"/>
                  </a:cubicBezTo>
                  <a:lnTo>
                    <a:pt x="198136" y="47141"/>
                  </a:lnTo>
                  <a:lnTo>
                    <a:pt x="224534" y="20743"/>
                  </a:lnTo>
                  <a:cubicBezTo>
                    <a:pt x="237888" y="7363"/>
                    <a:pt x="256046" y="-107"/>
                    <a:pt x="274949" y="1"/>
                  </a:cubicBezTo>
                  <a:lnTo>
                    <a:pt x="575502" y="1"/>
                  </a:lnTo>
                  <a:cubicBezTo>
                    <a:pt x="611566" y="108"/>
                    <a:pt x="646097" y="14612"/>
                    <a:pt x="671419" y="40293"/>
                  </a:cubicBezTo>
                  <a:lnTo>
                    <a:pt x="786291" y="157646"/>
                  </a:lnTo>
                  <a:cubicBezTo>
                    <a:pt x="809732" y="181462"/>
                    <a:pt x="822851" y="213548"/>
                    <a:pt x="822812" y="246963"/>
                  </a:cubicBezTo>
                  <a:lnTo>
                    <a:pt x="822812" y="247311"/>
                  </a:lnTo>
                  <a:lnTo>
                    <a:pt x="820182" y="565131"/>
                  </a:lnTo>
                  <a:cubicBezTo>
                    <a:pt x="820182" y="579174"/>
                    <a:pt x="814426" y="593216"/>
                    <a:pt x="785100" y="622542"/>
                  </a:cubicBezTo>
                  <a:cubicBezTo>
                    <a:pt x="755774" y="651868"/>
                    <a:pt x="741682" y="657674"/>
                    <a:pt x="727292" y="657674"/>
                  </a:cubicBezTo>
                  <a:lnTo>
                    <a:pt x="679755" y="657674"/>
                  </a:lnTo>
                  <a:cubicBezTo>
                    <a:pt x="675582" y="693535"/>
                    <a:pt x="645249" y="720608"/>
                    <a:pt x="609145" y="720692"/>
                  </a:cubicBezTo>
                  <a:close/>
                  <a:moveTo>
                    <a:pt x="293060" y="641299"/>
                  </a:moveTo>
                  <a:lnTo>
                    <a:pt x="601305" y="641299"/>
                  </a:lnTo>
                  <a:cubicBezTo>
                    <a:pt x="605547" y="605508"/>
                    <a:pt x="635870" y="578529"/>
                    <a:pt x="671915" y="578479"/>
                  </a:cubicBezTo>
                  <a:lnTo>
                    <a:pt x="716226" y="578479"/>
                  </a:lnTo>
                  <a:cubicBezTo>
                    <a:pt x="725029" y="570758"/>
                    <a:pt x="733316" y="562471"/>
                    <a:pt x="741037" y="553669"/>
                  </a:cubicBezTo>
                  <a:lnTo>
                    <a:pt x="743567" y="246864"/>
                  </a:lnTo>
                  <a:cubicBezTo>
                    <a:pt x="743547" y="234223"/>
                    <a:pt x="738580" y="222092"/>
                    <a:pt x="729723" y="213072"/>
                  </a:cubicBezTo>
                  <a:lnTo>
                    <a:pt x="614702" y="95968"/>
                  </a:lnTo>
                  <a:cubicBezTo>
                    <a:pt x="604331" y="85401"/>
                    <a:pt x="590160" y="79431"/>
                    <a:pt x="575353" y="79394"/>
                  </a:cubicBezTo>
                  <a:lnTo>
                    <a:pt x="278224" y="79394"/>
                  </a:lnTo>
                  <a:lnTo>
                    <a:pt x="251875" y="105792"/>
                  </a:lnTo>
                  <a:cubicBezTo>
                    <a:pt x="238562" y="119183"/>
                    <a:pt x="220442" y="126688"/>
                    <a:pt x="201560" y="126633"/>
                  </a:cubicBezTo>
                  <a:lnTo>
                    <a:pt x="176749" y="126633"/>
                  </a:lnTo>
                  <a:cubicBezTo>
                    <a:pt x="157721" y="126653"/>
                    <a:pt x="139486" y="134261"/>
                    <a:pt x="126087" y="147772"/>
                  </a:cubicBezTo>
                  <a:lnTo>
                    <a:pt x="96959" y="177544"/>
                  </a:lnTo>
                  <a:cubicBezTo>
                    <a:pt x="85586" y="189010"/>
                    <a:pt x="79217" y="204514"/>
                    <a:pt x="79245" y="220664"/>
                  </a:cubicBezTo>
                  <a:lnTo>
                    <a:pt x="79245" y="396768"/>
                  </a:lnTo>
                  <a:cubicBezTo>
                    <a:pt x="79281" y="409144"/>
                    <a:pt x="84329" y="420977"/>
                    <a:pt x="93238" y="429567"/>
                  </a:cubicBezTo>
                  <a:lnTo>
                    <a:pt x="105395" y="441278"/>
                  </a:lnTo>
                  <a:cubicBezTo>
                    <a:pt x="115545" y="450934"/>
                    <a:pt x="129048" y="456273"/>
                    <a:pt x="143057" y="456164"/>
                  </a:cubicBezTo>
                  <a:lnTo>
                    <a:pt x="173474" y="456164"/>
                  </a:lnTo>
                  <a:cubicBezTo>
                    <a:pt x="190775" y="456224"/>
                    <a:pt x="207455" y="462610"/>
                    <a:pt x="220366" y="474127"/>
                  </a:cubicBezTo>
                  <a:cubicBezTo>
                    <a:pt x="282293" y="522209"/>
                    <a:pt x="288049" y="536847"/>
                    <a:pt x="288297" y="553520"/>
                  </a:cubicBezTo>
                  <a:close/>
                  <a:moveTo>
                    <a:pt x="740788" y="564337"/>
                  </a:moveTo>
                  <a:lnTo>
                    <a:pt x="740788" y="564337"/>
                  </a:lnTo>
                  <a:close/>
                  <a:moveTo>
                    <a:pt x="783115" y="247360"/>
                  </a:moveTo>
                  <a:lnTo>
                    <a:pt x="783115" y="24736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B8B31B92-8777-934D-BF74-F68C0C3CF7F2}"/>
                </a:ext>
              </a:extLst>
            </p:cNvPr>
            <p:cNvSpPr/>
            <p:nvPr/>
          </p:nvSpPr>
          <p:spPr>
            <a:xfrm>
              <a:off x="3403275" y="5084219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22F29BF9-2331-FC41-934A-4B5ACC0DDD84}"/>
                </a:ext>
              </a:extLst>
            </p:cNvPr>
            <p:cNvSpPr/>
            <p:nvPr/>
          </p:nvSpPr>
          <p:spPr>
            <a:xfrm>
              <a:off x="3254413" y="5019713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38CCA682-48DD-174A-B810-AF7702F9EE8D}"/>
                </a:ext>
              </a:extLst>
            </p:cNvPr>
            <p:cNvSpPr/>
            <p:nvPr/>
          </p:nvSpPr>
          <p:spPr>
            <a:xfrm>
              <a:off x="3027199" y="5088834"/>
              <a:ext cx="88920" cy="88920"/>
            </a:xfrm>
            <a:custGeom>
              <a:avLst/>
              <a:gdLst>
                <a:gd name="connsiteX0" fmla="*/ 88920 w 88920"/>
                <a:gd name="connsiteY0" fmla="*/ 44460 h 88920"/>
                <a:gd name="connsiteX1" fmla="*/ 44460 w 88920"/>
                <a:gd name="connsiteY1" fmla="*/ 88920 h 88920"/>
                <a:gd name="connsiteX2" fmla="*/ 0 w 88920"/>
                <a:gd name="connsiteY2" fmla="*/ 44460 h 88920"/>
                <a:gd name="connsiteX3" fmla="*/ 44460 w 88920"/>
                <a:gd name="connsiteY3" fmla="*/ 0 h 88920"/>
                <a:gd name="connsiteX4" fmla="*/ 88920 w 88920"/>
                <a:gd name="connsiteY4" fmla="*/ 44460 h 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20" h="88920">
                  <a:moveTo>
                    <a:pt x="88920" y="44460"/>
                  </a:moveTo>
                  <a:cubicBezTo>
                    <a:pt x="88920" y="69015"/>
                    <a:pt x="69015" y="88920"/>
                    <a:pt x="44460" y="88920"/>
                  </a:cubicBezTo>
                  <a:cubicBezTo>
                    <a:pt x="19906" y="88920"/>
                    <a:pt x="0" y="69015"/>
                    <a:pt x="0" y="44460"/>
                  </a:cubicBezTo>
                  <a:cubicBezTo>
                    <a:pt x="0" y="19905"/>
                    <a:pt x="19906" y="0"/>
                    <a:pt x="44460" y="0"/>
                  </a:cubicBezTo>
                  <a:cubicBezTo>
                    <a:pt x="69015" y="0"/>
                    <a:pt x="88920" y="19905"/>
                    <a:pt x="88920" y="444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3" name="Picture Placeholder 85">
            <a:extLst>
              <a:ext uri="{FF2B5EF4-FFF2-40B4-BE49-F238E27FC236}">
                <a16:creationId xmlns:a16="http://schemas.microsoft.com/office/drawing/2014/main" id="{2F92A779-C662-4633-AFFF-0406BBB82702}"/>
              </a:ext>
            </a:extLst>
          </p:cNvPr>
          <p:cNvGrpSpPr>
            <a:grpSpLocks noChangeAspect="1"/>
          </p:cNvGrpSpPr>
          <p:nvPr/>
        </p:nvGrpSpPr>
        <p:grpSpPr>
          <a:xfrm>
            <a:off x="4157474" y="4915031"/>
            <a:ext cx="834932" cy="555535"/>
            <a:chOff x="4157474" y="4915031"/>
            <a:chExt cx="834932" cy="555535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C9FCC8BC-B2E9-C64A-9229-03CB6B232A5D}"/>
                </a:ext>
              </a:extLst>
            </p:cNvPr>
            <p:cNvSpPr/>
            <p:nvPr/>
          </p:nvSpPr>
          <p:spPr>
            <a:xfrm>
              <a:off x="4913013" y="5010731"/>
              <a:ext cx="79393" cy="459834"/>
            </a:xfrm>
            <a:custGeom>
              <a:avLst/>
              <a:gdLst>
                <a:gd name="connsiteX0" fmla="*/ 39697 w 79393"/>
                <a:gd name="connsiteY0" fmla="*/ 459835 h 459834"/>
                <a:gd name="connsiteX1" fmla="*/ 0 w 79393"/>
                <a:gd name="connsiteY1" fmla="*/ 420138 h 459834"/>
                <a:gd name="connsiteX2" fmla="*/ 0 w 79393"/>
                <a:gd name="connsiteY2" fmla="*/ 39697 h 459834"/>
                <a:gd name="connsiteX3" fmla="*/ 39697 w 79393"/>
                <a:gd name="connsiteY3" fmla="*/ 0 h 459834"/>
                <a:gd name="connsiteX4" fmla="*/ 79393 w 79393"/>
                <a:gd name="connsiteY4" fmla="*/ 39697 h 459834"/>
                <a:gd name="connsiteX5" fmla="*/ 79393 w 79393"/>
                <a:gd name="connsiteY5" fmla="*/ 420138 h 459834"/>
                <a:gd name="connsiteX6" fmla="*/ 39697 w 79393"/>
                <a:gd name="connsiteY6" fmla="*/ 459835 h 45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9834">
                  <a:moveTo>
                    <a:pt x="39697" y="459835"/>
                  </a:moveTo>
                  <a:cubicBezTo>
                    <a:pt x="17774" y="459835"/>
                    <a:pt x="0" y="442061"/>
                    <a:pt x="0" y="42013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420138"/>
                  </a:lnTo>
                  <a:cubicBezTo>
                    <a:pt x="79393" y="442061"/>
                    <a:pt x="61619" y="459835"/>
                    <a:pt x="39697" y="45983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24067659-5B46-3341-B853-04D463721433}"/>
                </a:ext>
              </a:extLst>
            </p:cNvPr>
            <p:cNvSpPr/>
            <p:nvPr/>
          </p:nvSpPr>
          <p:spPr>
            <a:xfrm>
              <a:off x="4157474" y="4915031"/>
              <a:ext cx="833726" cy="267934"/>
            </a:xfrm>
            <a:custGeom>
              <a:avLst/>
              <a:gdLst>
                <a:gd name="connsiteX0" fmla="*/ 416928 w 833726"/>
                <a:gd name="connsiteY0" fmla="*/ 267934 h 267934"/>
                <a:gd name="connsiteX1" fmla="*/ 407549 w 833726"/>
                <a:gd name="connsiteY1" fmla="*/ 266792 h 267934"/>
                <a:gd name="connsiteX2" fmla="*/ 30432 w 833726"/>
                <a:gd name="connsiteY2" fmla="*/ 175193 h 267934"/>
                <a:gd name="connsiteX3" fmla="*/ 1108 w 833726"/>
                <a:gd name="connsiteY3" fmla="*/ 127321 h 267934"/>
                <a:gd name="connsiteX4" fmla="*/ 29886 w 833726"/>
                <a:gd name="connsiteY4" fmla="*/ 98132 h 267934"/>
                <a:gd name="connsiteX5" fmla="*/ 407004 w 833726"/>
                <a:gd name="connsiteY5" fmla="*/ 1223 h 267934"/>
                <a:gd name="connsiteX6" fmla="*/ 426554 w 833726"/>
                <a:gd name="connsiteY6" fmla="*/ 1223 h 267934"/>
                <a:gd name="connsiteX7" fmla="*/ 803672 w 833726"/>
                <a:gd name="connsiteY7" fmla="*/ 95502 h 267934"/>
                <a:gd name="connsiteX8" fmla="*/ 832526 w 833726"/>
                <a:gd name="connsiteY8" fmla="*/ 143658 h 267934"/>
                <a:gd name="connsiteX9" fmla="*/ 803672 w 833726"/>
                <a:gd name="connsiteY9" fmla="*/ 172513 h 267934"/>
                <a:gd name="connsiteX10" fmla="*/ 426554 w 833726"/>
                <a:gd name="connsiteY10" fmla="*/ 266792 h 267934"/>
                <a:gd name="connsiteX11" fmla="*/ 416928 w 833726"/>
                <a:gd name="connsiteY11" fmla="*/ 267934 h 267934"/>
                <a:gd name="connsiteX12" fmla="*/ 203559 w 833726"/>
                <a:gd name="connsiteY12" fmla="*/ 135496 h 267934"/>
                <a:gd name="connsiteX13" fmla="*/ 416928 w 833726"/>
                <a:gd name="connsiteY13" fmla="*/ 187350 h 267934"/>
                <a:gd name="connsiteX14" fmla="*/ 630297 w 833726"/>
                <a:gd name="connsiteY14" fmla="*/ 133958 h 267934"/>
                <a:gd name="connsiteX15" fmla="*/ 416928 w 833726"/>
                <a:gd name="connsiteY15" fmla="*/ 80616 h 26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33726" h="267934">
                  <a:moveTo>
                    <a:pt x="416928" y="267934"/>
                  </a:moveTo>
                  <a:cubicBezTo>
                    <a:pt x="413767" y="267928"/>
                    <a:pt x="410619" y="267545"/>
                    <a:pt x="407549" y="266792"/>
                  </a:cubicBezTo>
                  <a:lnTo>
                    <a:pt x="30432" y="175193"/>
                  </a:lnTo>
                  <a:cubicBezTo>
                    <a:pt x="9115" y="170071"/>
                    <a:pt x="-4014" y="148638"/>
                    <a:pt x="1108" y="127321"/>
                  </a:cubicBezTo>
                  <a:cubicBezTo>
                    <a:pt x="4546" y="113008"/>
                    <a:pt x="15623" y="101773"/>
                    <a:pt x="29886" y="98132"/>
                  </a:cubicBezTo>
                  <a:lnTo>
                    <a:pt x="407004" y="1223"/>
                  </a:lnTo>
                  <a:cubicBezTo>
                    <a:pt x="413419" y="-408"/>
                    <a:pt x="420139" y="-408"/>
                    <a:pt x="426554" y="1223"/>
                  </a:cubicBezTo>
                  <a:lnTo>
                    <a:pt x="803672" y="95502"/>
                  </a:lnTo>
                  <a:cubicBezTo>
                    <a:pt x="824939" y="100832"/>
                    <a:pt x="837856" y="122392"/>
                    <a:pt x="832526" y="143658"/>
                  </a:cubicBezTo>
                  <a:cubicBezTo>
                    <a:pt x="828969" y="157862"/>
                    <a:pt x="817878" y="168953"/>
                    <a:pt x="803672" y="172513"/>
                  </a:cubicBezTo>
                  <a:lnTo>
                    <a:pt x="426554" y="266792"/>
                  </a:lnTo>
                  <a:cubicBezTo>
                    <a:pt x="423404" y="267565"/>
                    <a:pt x="420171" y="267948"/>
                    <a:pt x="416928" y="267934"/>
                  </a:cubicBezTo>
                  <a:close/>
                  <a:moveTo>
                    <a:pt x="203559" y="135496"/>
                  </a:moveTo>
                  <a:lnTo>
                    <a:pt x="416928" y="187350"/>
                  </a:lnTo>
                  <a:lnTo>
                    <a:pt x="630297" y="133958"/>
                  </a:lnTo>
                  <a:lnTo>
                    <a:pt x="416928" y="8061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59069992-B4FC-9F4C-9EB2-A8129CDFDFB6}"/>
                </a:ext>
              </a:extLst>
            </p:cNvPr>
            <p:cNvSpPr/>
            <p:nvPr/>
          </p:nvSpPr>
          <p:spPr>
            <a:xfrm>
              <a:off x="4254496" y="5060475"/>
              <a:ext cx="644822" cy="405823"/>
            </a:xfrm>
            <a:custGeom>
              <a:avLst/>
              <a:gdLst>
                <a:gd name="connsiteX0" fmla="*/ 322982 w 644822"/>
                <a:gd name="connsiteY0" fmla="*/ 405823 h 405823"/>
                <a:gd name="connsiteX1" fmla="*/ 88226 w 644822"/>
                <a:gd name="connsiteY1" fmla="*/ 370345 h 405823"/>
                <a:gd name="connsiteX2" fmla="*/ 1192 w 644822"/>
                <a:gd name="connsiteY2" fmla="*/ 263214 h 405823"/>
                <a:gd name="connsiteX3" fmla="*/ 1 w 644822"/>
                <a:gd name="connsiteY3" fmla="*/ 39920 h 405823"/>
                <a:gd name="connsiteX4" fmla="*/ 39474 w 644822"/>
                <a:gd name="connsiteY4" fmla="*/ 1 h 405823"/>
                <a:gd name="connsiteX5" fmla="*/ 79394 w 644822"/>
                <a:gd name="connsiteY5" fmla="*/ 39474 h 405823"/>
                <a:gd name="connsiteX6" fmla="*/ 80585 w 644822"/>
                <a:gd name="connsiteY6" fmla="*/ 263015 h 405823"/>
                <a:gd name="connsiteX7" fmla="*/ 322982 w 644822"/>
                <a:gd name="connsiteY7" fmla="*/ 326430 h 405823"/>
                <a:gd name="connsiteX8" fmla="*/ 565429 w 644822"/>
                <a:gd name="connsiteY8" fmla="*/ 263214 h 405823"/>
                <a:gd name="connsiteX9" fmla="*/ 564238 w 644822"/>
                <a:gd name="connsiteY9" fmla="*/ 39920 h 405823"/>
                <a:gd name="connsiteX10" fmla="*/ 603935 w 644822"/>
                <a:gd name="connsiteY10" fmla="*/ 224 h 405823"/>
                <a:gd name="connsiteX11" fmla="*/ 603935 w 644822"/>
                <a:gd name="connsiteY11" fmla="*/ 224 h 405823"/>
                <a:gd name="connsiteX12" fmla="*/ 643631 w 644822"/>
                <a:gd name="connsiteY12" fmla="*/ 39920 h 405823"/>
                <a:gd name="connsiteX13" fmla="*/ 644822 w 644822"/>
                <a:gd name="connsiteY13" fmla="*/ 263462 h 405823"/>
                <a:gd name="connsiteX14" fmla="*/ 557787 w 644822"/>
                <a:gd name="connsiteY14" fmla="*/ 370791 h 405823"/>
                <a:gd name="connsiteX15" fmla="*/ 322982 w 644822"/>
                <a:gd name="connsiteY15" fmla="*/ 405823 h 405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4822" h="405823">
                  <a:moveTo>
                    <a:pt x="322982" y="405823"/>
                  </a:moveTo>
                  <a:cubicBezTo>
                    <a:pt x="221508" y="405823"/>
                    <a:pt x="142511" y="393865"/>
                    <a:pt x="88226" y="370345"/>
                  </a:cubicBezTo>
                  <a:cubicBezTo>
                    <a:pt x="12505" y="337545"/>
                    <a:pt x="1192" y="289165"/>
                    <a:pt x="1192" y="263214"/>
                  </a:cubicBezTo>
                  <a:lnTo>
                    <a:pt x="1" y="39920"/>
                  </a:lnTo>
                  <a:cubicBezTo>
                    <a:pt x="-123" y="17997"/>
                    <a:pt x="17550" y="124"/>
                    <a:pt x="39474" y="1"/>
                  </a:cubicBezTo>
                  <a:cubicBezTo>
                    <a:pt x="61398" y="-123"/>
                    <a:pt x="79270" y="17550"/>
                    <a:pt x="79394" y="39474"/>
                  </a:cubicBezTo>
                  <a:lnTo>
                    <a:pt x="80585" y="263015"/>
                  </a:lnTo>
                  <a:cubicBezTo>
                    <a:pt x="80585" y="283856"/>
                    <a:pt x="139832" y="326430"/>
                    <a:pt x="322982" y="326430"/>
                  </a:cubicBezTo>
                  <a:cubicBezTo>
                    <a:pt x="506132" y="326430"/>
                    <a:pt x="565429" y="283856"/>
                    <a:pt x="565429" y="263214"/>
                  </a:cubicBezTo>
                  <a:lnTo>
                    <a:pt x="564238" y="39920"/>
                  </a:lnTo>
                  <a:cubicBezTo>
                    <a:pt x="564238" y="17997"/>
                    <a:pt x="582012" y="224"/>
                    <a:pt x="603935" y="224"/>
                  </a:cubicBezTo>
                  <a:lnTo>
                    <a:pt x="603935" y="224"/>
                  </a:lnTo>
                  <a:cubicBezTo>
                    <a:pt x="625857" y="224"/>
                    <a:pt x="643631" y="17997"/>
                    <a:pt x="643631" y="39920"/>
                  </a:cubicBezTo>
                  <a:lnTo>
                    <a:pt x="644822" y="263462"/>
                  </a:lnTo>
                  <a:cubicBezTo>
                    <a:pt x="644822" y="289612"/>
                    <a:pt x="633509" y="337893"/>
                    <a:pt x="557787" y="370791"/>
                  </a:cubicBezTo>
                  <a:cubicBezTo>
                    <a:pt x="503453" y="393865"/>
                    <a:pt x="424456" y="405823"/>
                    <a:pt x="322982" y="4058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3611AD5B-B02C-A44C-928C-653E0F406BA4}"/>
                </a:ext>
              </a:extLst>
            </p:cNvPr>
            <p:cNvSpPr/>
            <p:nvPr/>
          </p:nvSpPr>
          <p:spPr>
            <a:xfrm>
              <a:off x="4911129" y="5383842"/>
              <a:ext cx="79440" cy="79380"/>
            </a:xfrm>
            <a:custGeom>
              <a:avLst/>
              <a:gdLst>
                <a:gd name="connsiteX0" fmla="*/ 39745 w 79440"/>
                <a:gd name="connsiteY0" fmla="*/ 79381 h 79380"/>
                <a:gd name="connsiteX1" fmla="*/ 11660 w 79440"/>
                <a:gd name="connsiteY1" fmla="*/ 67769 h 79380"/>
                <a:gd name="connsiteX2" fmla="*/ 6698 w 79440"/>
                <a:gd name="connsiteY2" fmla="*/ 61716 h 79380"/>
                <a:gd name="connsiteX3" fmla="*/ 3026 w 79440"/>
                <a:gd name="connsiteY3" fmla="*/ 54868 h 79380"/>
                <a:gd name="connsiteX4" fmla="*/ 793 w 79440"/>
                <a:gd name="connsiteY4" fmla="*/ 47425 h 79380"/>
                <a:gd name="connsiteX5" fmla="*/ 793 w 79440"/>
                <a:gd name="connsiteY5" fmla="*/ 31943 h 79380"/>
                <a:gd name="connsiteX6" fmla="*/ 3026 w 79440"/>
                <a:gd name="connsiteY6" fmla="*/ 24500 h 79380"/>
                <a:gd name="connsiteX7" fmla="*/ 6698 w 79440"/>
                <a:gd name="connsiteY7" fmla="*/ 17653 h 79380"/>
                <a:gd name="connsiteX8" fmla="*/ 11660 w 79440"/>
                <a:gd name="connsiteY8" fmla="*/ 11648 h 79380"/>
                <a:gd name="connsiteX9" fmla="*/ 17713 w 79440"/>
                <a:gd name="connsiteY9" fmla="*/ 6686 h 79380"/>
                <a:gd name="connsiteX10" fmla="*/ 24561 w 79440"/>
                <a:gd name="connsiteY10" fmla="*/ 3064 h 79380"/>
                <a:gd name="connsiteX11" fmla="*/ 32004 w 79440"/>
                <a:gd name="connsiteY11" fmla="*/ 782 h 79380"/>
                <a:gd name="connsiteX12" fmla="*/ 47486 w 79440"/>
                <a:gd name="connsiteY12" fmla="*/ 782 h 79380"/>
                <a:gd name="connsiteX13" fmla="*/ 54929 w 79440"/>
                <a:gd name="connsiteY13" fmla="*/ 3064 h 79380"/>
                <a:gd name="connsiteX14" fmla="*/ 61777 w 79440"/>
                <a:gd name="connsiteY14" fmla="*/ 6686 h 79380"/>
                <a:gd name="connsiteX15" fmla="*/ 72743 w 79440"/>
                <a:gd name="connsiteY15" fmla="*/ 17653 h 79380"/>
                <a:gd name="connsiteX16" fmla="*/ 76415 w 79440"/>
                <a:gd name="connsiteY16" fmla="*/ 24500 h 79380"/>
                <a:gd name="connsiteX17" fmla="*/ 78648 w 79440"/>
                <a:gd name="connsiteY17" fmla="*/ 31943 h 79380"/>
                <a:gd name="connsiteX18" fmla="*/ 78648 w 79440"/>
                <a:gd name="connsiteY18" fmla="*/ 47425 h 79380"/>
                <a:gd name="connsiteX19" fmla="*/ 76415 w 79440"/>
                <a:gd name="connsiteY19" fmla="*/ 54868 h 79380"/>
                <a:gd name="connsiteX20" fmla="*/ 72743 w 79440"/>
                <a:gd name="connsiteY20" fmla="*/ 61716 h 79380"/>
                <a:gd name="connsiteX21" fmla="*/ 67781 w 79440"/>
                <a:gd name="connsiteY21" fmla="*/ 67769 h 79380"/>
                <a:gd name="connsiteX22" fmla="*/ 39745 w 79440"/>
                <a:gd name="connsiteY22" fmla="*/ 79381 h 79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0" h="79380">
                  <a:moveTo>
                    <a:pt x="39745" y="79381"/>
                  </a:moveTo>
                  <a:cubicBezTo>
                    <a:pt x="29220" y="79351"/>
                    <a:pt x="19133" y="75178"/>
                    <a:pt x="11660" y="67769"/>
                  </a:cubicBezTo>
                  <a:cubicBezTo>
                    <a:pt x="9804" y="65924"/>
                    <a:pt x="8142" y="63899"/>
                    <a:pt x="6698" y="61716"/>
                  </a:cubicBezTo>
                  <a:cubicBezTo>
                    <a:pt x="5254" y="59557"/>
                    <a:pt x="4023" y="57265"/>
                    <a:pt x="3026" y="54868"/>
                  </a:cubicBezTo>
                  <a:cubicBezTo>
                    <a:pt x="2033" y="52466"/>
                    <a:pt x="1289" y="49976"/>
                    <a:pt x="793" y="47425"/>
                  </a:cubicBezTo>
                  <a:cubicBezTo>
                    <a:pt x="-264" y="42319"/>
                    <a:pt x="-264" y="37049"/>
                    <a:pt x="793" y="31943"/>
                  </a:cubicBezTo>
                  <a:cubicBezTo>
                    <a:pt x="1289" y="29393"/>
                    <a:pt x="2033" y="26902"/>
                    <a:pt x="3026" y="24500"/>
                  </a:cubicBezTo>
                  <a:cubicBezTo>
                    <a:pt x="4023" y="22104"/>
                    <a:pt x="5254" y="19811"/>
                    <a:pt x="6698" y="17653"/>
                  </a:cubicBezTo>
                  <a:cubicBezTo>
                    <a:pt x="8132" y="15479"/>
                    <a:pt x="9794" y="13465"/>
                    <a:pt x="11660" y="11648"/>
                  </a:cubicBezTo>
                  <a:cubicBezTo>
                    <a:pt x="13506" y="9793"/>
                    <a:pt x="15535" y="8130"/>
                    <a:pt x="17713" y="6686"/>
                  </a:cubicBezTo>
                  <a:cubicBezTo>
                    <a:pt x="19872" y="5257"/>
                    <a:pt x="22164" y="4042"/>
                    <a:pt x="24561" y="3064"/>
                  </a:cubicBezTo>
                  <a:cubicBezTo>
                    <a:pt x="26953" y="2037"/>
                    <a:pt x="29449" y="1268"/>
                    <a:pt x="32004" y="782"/>
                  </a:cubicBezTo>
                  <a:cubicBezTo>
                    <a:pt x="37110" y="-261"/>
                    <a:pt x="42380" y="-261"/>
                    <a:pt x="47486" y="782"/>
                  </a:cubicBezTo>
                  <a:cubicBezTo>
                    <a:pt x="50041" y="1268"/>
                    <a:pt x="52537" y="2037"/>
                    <a:pt x="54929" y="3064"/>
                  </a:cubicBezTo>
                  <a:cubicBezTo>
                    <a:pt x="57326" y="4042"/>
                    <a:pt x="59618" y="5257"/>
                    <a:pt x="61777" y="6686"/>
                  </a:cubicBezTo>
                  <a:cubicBezTo>
                    <a:pt x="66123" y="9579"/>
                    <a:pt x="69850" y="13306"/>
                    <a:pt x="72743" y="17653"/>
                  </a:cubicBezTo>
                  <a:cubicBezTo>
                    <a:pt x="74187" y="19811"/>
                    <a:pt x="75417" y="22104"/>
                    <a:pt x="76415" y="24500"/>
                  </a:cubicBezTo>
                  <a:cubicBezTo>
                    <a:pt x="77407" y="26902"/>
                    <a:pt x="78151" y="29393"/>
                    <a:pt x="78648" y="31943"/>
                  </a:cubicBezTo>
                  <a:cubicBezTo>
                    <a:pt x="79705" y="37049"/>
                    <a:pt x="79705" y="42319"/>
                    <a:pt x="78648" y="47425"/>
                  </a:cubicBezTo>
                  <a:cubicBezTo>
                    <a:pt x="78151" y="49976"/>
                    <a:pt x="77407" y="52466"/>
                    <a:pt x="76415" y="54868"/>
                  </a:cubicBezTo>
                  <a:cubicBezTo>
                    <a:pt x="75417" y="57265"/>
                    <a:pt x="74187" y="59557"/>
                    <a:pt x="72743" y="61716"/>
                  </a:cubicBezTo>
                  <a:cubicBezTo>
                    <a:pt x="71284" y="63884"/>
                    <a:pt x="69622" y="65914"/>
                    <a:pt x="67781" y="67769"/>
                  </a:cubicBezTo>
                  <a:cubicBezTo>
                    <a:pt x="60323" y="75168"/>
                    <a:pt x="50250" y="79336"/>
                    <a:pt x="39745" y="7938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198" name="Picture Placeholder 35">
            <a:extLst>
              <a:ext uri="{FF2B5EF4-FFF2-40B4-BE49-F238E27FC236}">
                <a16:creationId xmlns:a16="http://schemas.microsoft.com/office/drawing/2014/main" id="{1704CAF0-13F2-124F-8229-45852D4A461B}"/>
              </a:ext>
            </a:extLst>
          </p:cNvPr>
          <p:cNvGrpSpPr>
            <a:grpSpLocks noChangeAspect="1"/>
          </p:cNvGrpSpPr>
          <p:nvPr/>
        </p:nvGrpSpPr>
        <p:grpSpPr>
          <a:xfrm>
            <a:off x="5399235" y="1383322"/>
            <a:ext cx="868363" cy="868362"/>
            <a:chOff x="6775832" y="4758609"/>
            <a:chExt cx="868363" cy="86836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E35297BE-384E-3743-BB9F-1C798B9C80C1}"/>
                </a:ext>
              </a:extLst>
            </p:cNvPr>
            <p:cNvSpPr/>
            <p:nvPr/>
          </p:nvSpPr>
          <p:spPr>
            <a:xfrm>
              <a:off x="6820276" y="4851600"/>
              <a:ext cx="566053" cy="552077"/>
            </a:xfrm>
            <a:custGeom>
              <a:avLst/>
              <a:gdLst>
                <a:gd name="connsiteX0" fmla="*/ 130717 w 566053"/>
                <a:gd name="connsiteY0" fmla="*/ 552077 h 552077"/>
                <a:gd name="connsiteX1" fmla="*/ 107891 w 566053"/>
                <a:gd name="connsiteY1" fmla="*/ 544634 h 552077"/>
                <a:gd name="connsiteX2" fmla="*/ 92012 w 566053"/>
                <a:gd name="connsiteY2" fmla="*/ 503449 h 552077"/>
                <a:gd name="connsiteX3" fmla="*/ 95982 w 566053"/>
                <a:gd name="connsiteY3" fmla="*/ 485089 h 552077"/>
                <a:gd name="connsiteX4" fmla="*/ 103425 w 566053"/>
                <a:gd name="connsiteY4" fmla="*/ 451843 h 552077"/>
                <a:gd name="connsiteX5" fmla="*/ 9642 w 566053"/>
                <a:gd name="connsiteY5" fmla="*/ 192327 h 552077"/>
                <a:gd name="connsiteX6" fmla="*/ 190261 w 566053"/>
                <a:gd name="connsiteY6" fmla="*/ 14685 h 552077"/>
                <a:gd name="connsiteX7" fmla="*/ 517262 w 566053"/>
                <a:gd name="connsiteY7" fmla="*/ 111446 h 552077"/>
                <a:gd name="connsiteX8" fmla="*/ 565890 w 566053"/>
                <a:gd name="connsiteY8" fmla="*/ 234505 h 552077"/>
                <a:gd name="connsiteX9" fmla="*/ 529667 w 566053"/>
                <a:gd name="connsiteY9" fmla="*/ 277675 h 552077"/>
                <a:gd name="connsiteX10" fmla="*/ 486497 w 566053"/>
                <a:gd name="connsiteY10" fmla="*/ 241452 h 552077"/>
                <a:gd name="connsiteX11" fmla="*/ 454244 w 566053"/>
                <a:gd name="connsiteY11" fmla="*/ 160074 h 552077"/>
                <a:gd name="connsiteX12" fmla="*/ 214576 w 566053"/>
                <a:gd name="connsiteY12" fmla="*/ 90605 h 552077"/>
                <a:gd name="connsiteX13" fmla="*/ 85562 w 566053"/>
                <a:gd name="connsiteY13" fmla="*/ 214657 h 552077"/>
                <a:gd name="connsiteX14" fmla="*/ 156519 w 566053"/>
                <a:gd name="connsiteY14" fmla="*/ 393291 h 552077"/>
                <a:gd name="connsiteX15" fmla="*/ 184307 w 566053"/>
                <a:gd name="connsiteY15" fmla="*/ 433484 h 552077"/>
                <a:gd name="connsiteX16" fmla="*/ 228469 w 566053"/>
                <a:gd name="connsiteY16" fmla="*/ 426041 h 552077"/>
                <a:gd name="connsiteX17" fmla="*/ 281067 w 566053"/>
                <a:gd name="connsiteY17" fmla="*/ 431995 h 552077"/>
                <a:gd name="connsiteX18" fmla="*/ 301412 w 566053"/>
                <a:gd name="connsiteY18" fmla="*/ 434476 h 552077"/>
                <a:gd name="connsiteX19" fmla="*/ 335650 w 566053"/>
                <a:gd name="connsiteY19" fmla="*/ 478639 h 552077"/>
                <a:gd name="connsiteX20" fmla="*/ 291488 w 566053"/>
                <a:gd name="connsiteY20" fmla="*/ 512877 h 552077"/>
                <a:gd name="connsiteX21" fmla="*/ 270647 w 566053"/>
                <a:gd name="connsiteY21" fmla="*/ 510396 h 552077"/>
                <a:gd name="connsiteX22" fmla="*/ 221026 w 566053"/>
                <a:gd name="connsiteY22" fmla="*/ 504441 h 552077"/>
                <a:gd name="connsiteX23" fmla="*/ 220034 w 566053"/>
                <a:gd name="connsiteY23" fmla="*/ 504441 h 552077"/>
                <a:gd name="connsiteX24" fmla="*/ 217553 w 566053"/>
                <a:gd name="connsiteY24" fmla="*/ 504441 h 552077"/>
                <a:gd name="connsiteX25" fmla="*/ 172894 w 566053"/>
                <a:gd name="connsiteY25" fmla="*/ 531733 h 552077"/>
                <a:gd name="connsiteX26" fmla="*/ 150565 w 566053"/>
                <a:gd name="connsiteY26" fmla="*/ 545627 h 552077"/>
                <a:gd name="connsiteX27" fmla="*/ 130717 w 566053"/>
                <a:gd name="connsiteY27" fmla="*/ 552077 h 55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6053" h="552077">
                  <a:moveTo>
                    <a:pt x="130717" y="552077"/>
                  </a:moveTo>
                  <a:cubicBezTo>
                    <a:pt x="122777" y="552077"/>
                    <a:pt x="114838" y="549596"/>
                    <a:pt x="107891" y="544634"/>
                  </a:cubicBezTo>
                  <a:cubicBezTo>
                    <a:pt x="94990" y="535206"/>
                    <a:pt x="88539" y="519328"/>
                    <a:pt x="92012" y="503449"/>
                  </a:cubicBezTo>
                  <a:cubicBezTo>
                    <a:pt x="93501" y="496998"/>
                    <a:pt x="94493" y="491044"/>
                    <a:pt x="95982" y="485089"/>
                  </a:cubicBezTo>
                  <a:cubicBezTo>
                    <a:pt x="98463" y="473677"/>
                    <a:pt x="100448" y="462760"/>
                    <a:pt x="103425" y="451843"/>
                  </a:cubicBezTo>
                  <a:cubicBezTo>
                    <a:pt x="16093" y="386840"/>
                    <a:pt x="-18642" y="290080"/>
                    <a:pt x="9642" y="192327"/>
                  </a:cubicBezTo>
                  <a:cubicBezTo>
                    <a:pt x="34948" y="104995"/>
                    <a:pt x="95486" y="45450"/>
                    <a:pt x="190261" y="14685"/>
                  </a:cubicBezTo>
                  <a:cubicBezTo>
                    <a:pt x="309351" y="-24019"/>
                    <a:pt x="443823" y="15678"/>
                    <a:pt x="517262" y="111446"/>
                  </a:cubicBezTo>
                  <a:cubicBezTo>
                    <a:pt x="545050" y="146676"/>
                    <a:pt x="561921" y="189350"/>
                    <a:pt x="565890" y="234505"/>
                  </a:cubicBezTo>
                  <a:cubicBezTo>
                    <a:pt x="567875" y="256338"/>
                    <a:pt x="551500" y="275690"/>
                    <a:pt x="529667" y="277675"/>
                  </a:cubicBezTo>
                  <a:cubicBezTo>
                    <a:pt x="507834" y="279660"/>
                    <a:pt x="488482" y="263285"/>
                    <a:pt x="486497" y="241452"/>
                  </a:cubicBezTo>
                  <a:cubicBezTo>
                    <a:pt x="484016" y="211679"/>
                    <a:pt x="472603" y="183396"/>
                    <a:pt x="454244" y="160074"/>
                  </a:cubicBezTo>
                  <a:cubicBezTo>
                    <a:pt x="400653" y="90109"/>
                    <a:pt x="302404" y="61825"/>
                    <a:pt x="214576" y="90605"/>
                  </a:cubicBezTo>
                  <a:cubicBezTo>
                    <a:pt x="145603" y="112934"/>
                    <a:pt x="103425" y="153623"/>
                    <a:pt x="85562" y="214657"/>
                  </a:cubicBezTo>
                  <a:cubicBezTo>
                    <a:pt x="65713" y="282637"/>
                    <a:pt x="92012" y="347640"/>
                    <a:pt x="156519" y="393291"/>
                  </a:cubicBezTo>
                  <a:cubicBezTo>
                    <a:pt x="171902" y="404208"/>
                    <a:pt x="181330" y="417605"/>
                    <a:pt x="184307" y="433484"/>
                  </a:cubicBezTo>
                  <a:cubicBezTo>
                    <a:pt x="198201" y="427033"/>
                    <a:pt x="213583" y="424552"/>
                    <a:pt x="228469" y="426041"/>
                  </a:cubicBezTo>
                  <a:cubicBezTo>
                    <a:pt x="245837" y="427529"/>
                    <a:pt x="263204" y="430010"/>
                    <a:pt x="281067" y="431995"/>
                  </a:cubicBezTo>
                  <a:cubicBezTo>
                    <a:pt x="287518" y="432988"/>
                    <a:pt x="294465" y="433980"/>
                    <a:pt x="301412" y="434476"/>
                  </a:cubicBezTo>
                  <a:cubicBezTo>
                    <a:pt x="323245" y="436957"/>
                    <a:pt x="338627" y="456806"/>
                    <a:pt x="335650" y="478639"/>
                  </a:cubicBezTo>
                  <a:cubicBezTo>
                    <a:pt x="333169" y="500472"/>
                    <a:pt x="313321" y="515854"/>
                    <a:pt x="291488" y="512877"/>
                  </a:cubicBezTo>
                  <a:cubicBezTo>
                    <a:pt x="284541" y="511884"/>
                    <a:pt x="277594" y="510892"/>
                    <a:pt x="270647" y="510396"/>
                  </a:cubicBezTo>
                  <a:cubicBezTo>
                    <a:pt x="253280" y="507915"/>
                    <a:pt x="236905" y="505930"/>
                    <a:pt x="221026" y="504441"/>
                  </a:cubicBezTo>
                  <a:cubicBezTo>
                    <a:pt x="220530" y="504441"/>
                    <a:pt x="220530" y="504441"/>
                    <a:pt x="220034" y="504441"/>
                  </a:cubicBezTo>
                  <a:cubicBezTo>
                    <a:pt x="219041" y="504441"/>
                    <a:pt x="218545" y="504441"/>
                    <a:pt x="217553" y="504441"/>
                  </a:cubicBezTo>
                  <a:cubicBezTo>
                    <a:pt x="203163" y="512877"/>
                    <a:pt x="188277" y="521809"/>
                    <a:pt x="172894" y="531733"/>
                  </a:cubicBezTo>
                  <a:cubicBezTo>
                    <a:pt x="165947" y="536199"/>
                    <a:pt x="158504" y="541161"/>
                    <a:pt x="150565" y="545627"/>
                  </a:cubicBezTo>
                  <a:cubicBezTo>
                    <a:pt x="145603" y="550092"/>
                    <a:pt x="138160" y="552077"/>
                    <a:pt x="130717" y="5520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24C8A395-F609-3F46-8C90-86B516C7ECF6}"/>
                </a:ext>
              </a:extLst>
            </p:cNvPr>
            <p:cNvSpPr/>
            <p:nvPr/>
          </p:nvSpPr>
          <p:spPr>
            <a:xfrm>
              <a:off x="7103117" y="5072926"/>
              <a:ext cx="496900" cy="461254"/>
            </a:xfrm>
            <a:custGeom>
              <a:avLst/>
              <a:gdLst>
                <a:gd name="connsiteX0" fmla="*/ 389238 w 496900"/>
                <a:gd name="connsiteY0" fmla="*/ 461254 h 461254"/>
                <a:gd name="connsiteX1" fmla="*/ 372864 w 496900"/>
                <a:gd name="connsiteY1" fmla="*/ 457781 h 461254"/>
                <a:gd name="connsiteX2" fmla="*/ 352023 w 496900"/>
                <a:gd name="connsiteY2" fmla="*/ 447360 h 461254"/>
                <a:gd name="connsiteX3" fmla="*/ 325724 w 496900"/>
                <a:gd name="connsiteY3" fmla="*/ 435947 h 461254"/>
                <a:gd name="connsiteX4" fmla="*/ 304387 w 496900"/>
                <a:gd name="connsiteY4" fmla="*/ 440413 h 461254"/>
                <a:gd name="connsiteX5" fmla="*/ 271637 w 496900"/>
                <a:gd name="connsiteY5" fmla="*/ 447360 h 461254"/>
                <a:gd name="connsiteX6" fmla="*/ 72658 w 496900"/>
                <a:gd name="connsiteY6" fmla="*/ 381861 h 461254"/>
                <a:gd name="connsiteX7" fmla="*/ 708 w 496900"/>
                <a:gd name="connsiteY7" fmla="*/ 207196 h 461254"/>
                <a:gd name="connsiteX8" fmla="*/ 104912 w 496900"/>
                <a:gd name="connsiteY8" fmla="*/ 41463 h 461254"/>
                <a:gd name="connsiteX9" fmla="*/ 450272 w 496900"/>
                <a:gd name="connsiteY9" fmla="*/ 94061 h 461254"/>
                <a:gd name="connsiteX10" fmla="*/ 425958 w 496900"/>
                <a:gd name="connsiteY10" fmla="*/ 379380 h 461254"/>
                <a:gd name="connsiteX11" fmla="*/ 419507 w 496900"/>
                <a:gd name="connsiteY11" fmla="*/ 385831 h 461254"/>
                <a:gd name="connsiteX12" fmla="*/ 420003 w 496900"/>
                <a:gd name="connsiteY12" fmla="*/ 386823 h 461254"/>
                <a:gd name="connsiteX13" fmla="*/ 421988 w 496900"/>
                <a:gd name="connsiteY13" fmla="*/ 390793 h 461254"/>
                <a:gd name="connsiteX14" fmla="*/ 428439 w 496900"/>
                <a:gd name="connsiteY14" fmla="*/ 415107 h 461254"/>
                <a:gd name="connsiteX15" fmla="*/ 413056 w 496900"/>
                <a:gd name="connsiteY15" fmla="*/ 452322 h 461254"/>
                <a:gd name="connsiteX16" fmla="*/ 389238 w 496900"/>
                <a:gd name="connsiteY16" fmla="*/ 461254 h 461254"/>
                <a:gd name="connsiteX17" fmla="*/ 418019 w 496900"/>
                <a:gd name="connsiteY17" fmla="*/ 383846 h 461254"/>
                <a:gd name="connsiteX18" fmla="*/ 418019 w 496900"/>
                <a:gd name="connsiteY18" fmla="*/ 383846 h 461254"/>
                <a:gd name="connsiteX19" fmla="*/ 418019 w 496900"/>
                <a:gd name="connsiteY19" fmla="*/ 383846 h 461254"/>
                <a:gd name="connsiteX20" fmla="*/ 247323 w 496900"/>
                <a:gd name="connsiteY20" fmla="*/ 80167 h 461254"/>
                <a:gd name="connsiteX21" fmla="*/ 148082 w 496900"/>
                <a:gd name="connsiteY21" fmla="*/ 108451 h 461254"/>
                <a:gd name="connsiteX22" fmla="*/ 79605 w 496900"/>
                <a:gd name="connsiteY22" fmla="*/ 214143 h 461254"/>
                <a:gd name="connsiteX23" fmla="*/ 126249 w 496900"/>
                <a:gd name="connsiteY23" fmla="*/ 323805 h 461254"/>
                <a:gd name="connsiteX24" fmla="*/ 263698 w 496900"/>
                <a:gd name="connsiteY24" fmla="*/ 368463 h 461254"/>
                <a:gd name="connsiteX25" fmla="*/ 282554 w 496900"/>
                <a:gd name="connsiteY25" fmla="*/ 363997 h 461254"/>
                <a:gd name="connsiteX26" fmla="*/ 333167 w 496900"/>
                <a:gd name="connsiteY26" fmla="*/ 357051 h 461254"/>
                <a:gd name="connsiteX27" fmla="*/ 343587 w 496900"/>
                <a:gd name="connsiteY27" fmla="*/ 358539 h 461254"/>
                <a:gd name="connsiteX28" fmla="*/ 372367 w 496900"/>
                <a:gd name="connsiteY28" fmla="*/ 320827 h 461254"/>
                <a:gd name="connsiteX29" fmla="*/ 386757 w 496900"/>
                <a:gd name="connsiteY29" fmla="*/ 143185 h 461254"/>
                <a:gd name="connsiteX30" fmla="*/ 247323 w 496900"/>
                <a:gd name="connsiteY30" fmla="*/ 80167 h 46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96900" h="461254">
                  <a:moveTo>
                    <a:pt x="389238" y="461254"/>
                  </a:moveTo>
                  <a:cubicBezTo>
                    <a:pt x="383780" y="461254"/>
                    <a:pt x="378322" y="460262"/>
                    <a:pt x="372864" y="457781"/>
                  </a:cubicBezTo>
                  <a:cubicBezTo>
                    <a:pt x="365421" y="454307"/>
                    <a:pt x="358474" y="450834"/>
                    <a:pt x="352023" y="447360"/>
                  </a:cubicBezTo>
                  <a:cubicBezTo>
                    <a:pt x="342099" y="441902"/>
                    <a:pt x="331678" y="436940"/>
                    <a:pt x="325724" y="435947"/>
                  </a:cubicBezTo>
                  <a:cubicBezTo>
                    <a:pt x="321258" y="435451"/>
                    <a:pt x="312326" y="437932"/>
                    <a:pt x="304387" y="440413"/>
                  </a:cubicBezTo>
                  <a:cubicBezTo>
                    <a:pt x="294463" y="443391"/>
                    <a:pt x="283546" y="446368"/>
                    <a:pt x="271637" y="447360"/>
                  </a:cubicBezTo>
                  <a:cubicBezTo>
                    <a:pt x="194725" y="454803"/>
                    <a:pt x="127737" y="432970"/>
                    <a:pt x="72658" y="381861"/>
                  </a:cubicBezTo>
                  <a:cubicBezTo>
                    <a:pt x="21549" y="334721"/>
                    <a:pt x="-4750" y="271207"/>
                    <a:pt x="708" y="207196"/>
                  </a:cubicBezTo>
                  <a:cubicBezTo>
                    <a:pt x="6166" y="141697"/>
                    <a:pt x="43878" y="81160"/>
                    <a:pt x="104912" y="41463"/>
                  </a:cubicBezTo>
                  <a:cubicBezTo>
                    <a:pt x="214573" y="-30487"/>
                    <a:pt x="372367" y="-6173"/>
                    <a:pt x="450272" y="94061"/>
                  </a:cubicBezTo>
                  <a:cubicBezTo>
                    <a:pt x="520733" y="184867"/>
                    <a:pt x="510313" y="304949"/>
                    <a:pt x="425958" y="379380"/>
                  </a:cubicBezTo>
                  <a:cubicBezTo>
                    <a:pt x="422981" y="382357"/>
                    <a:pt x="420996" y="384342"/>
                    <a:pt x="419507" y="385831"/>
                  </a:cubicBezTo>
                  <a:cubicBezTo>
                    <a:pt x="419507" y="385831"/>
                    <a:pt x="420003" y="386327"/>
                    <a:pt x="420003" y="386823"/>
                  </a:cubicBezTo>
                  <a:cubicBezTo>
                    <a:pt x="420996" y="388312"/>
                    <a:pt x="421492" y="389800"/>
                    <a:pt x="421988" y="390793"/>
                  </a:cubicBezTo>
                  <a:cubicBezTo>
                    <a:pt x="424965" y="398732"/>
                    <a:pt x="427447" y="406671"/>
                    <a:pt x="428439" y="415107"/>
                  </a:cubicBezTo>
                  <a:cubicBezTo>
                    <a:pt x="430424" y="429497"/>
                    <a:pt x="424965" y="443887"/>
                    <a:pt x="413056" y="452322"/>
                  </a:cubicBezTo>
                  <a:cubicBezTo>
                    <a:pt x="406110" y="458773"/>
                    <a:pt x="397674" y="461254"/>
                    <a:pt x="389238" y="461254"/>
                  </a:cubicBezTo>
                  <a:close/>
                  <a:moveTo>
                    <a:pt x="418019" y="383846"/>
                  </a:moveTo>
                  <a:lnTo>
                    <a:pt x="418019" y="383846"/>
                  </a:lnTo>
                  <a:lnTo>
                    <a:pt x="418019" y="383846"/>
                  </a:lnTo>
                  <a:close/>
                  <a:moveTo>
                    <a:pt x="247323" y="80167"/>
                  </a:moveTo>
                  <a:cubicBezTo>
                    <a:pt x="212589" y="80167"/>
                    <a:pt x="177358" y="89595"/>
                    <a:pt x="148082" y="108451"/>
                  </a:cubicBezTo>
                  <a:cubicBezTo>
                    <a:pt x="107393" y="135246"/>
                    <a:pt x="83079" y="172462"/>
                    <a:pt x="79605" y="214143"/>
                  </a:cubicBezTo>
                  <a:cubicBezTo>
                    <a:pt x="76132" y="253840"/>
                    <a:pt x="93003" y="293040"/>
                    <a:pt x="126249" y="323805"/>
                  </a:cubicBezTo>
                  <a:cubicBezTo>
                    <a:pt x="164457" y="359035"/>
                    <a:pt x="209611" y="373922"/>
                    <a:pt x="263698" y="368463"/>
                  </a:cubicBezTo>
                  <a:cubicBezTo>
                    <a:pt x="268660" y="367967"/>
                    <a:pt x="275607" y="365982"/>
                    <a:pt x="282554" y="363997"/>
                  </a:cubicBezTo>
                  <a:cubicBezTo>
                    <a:pt x="296448" y="360028"/>
                    <a:pt x="313815" y="355066"/>
                    <a:pt x="333167" y="357051"/>
                  </a:cubicBezTo>
                  <a:cubicBezTo>
                    <a:pt x="336641" y="357547"/>
                    <a:pt x="340114" y="358043"/>
                    <a:pt x="343587" y="358539"/>
                  </a:cubicBezTo>
                  <a:cubicBezTo>
                    <a:pt x="351031" y="339683"/>
                    <a:pt x="365421" y="326782"/>
                    <a:pt x="372367" y="320827"/>
                  </a:cubicBezTo>
                  <a:cubicBezTo>
                    <a:pt x="425462" y="273688"/>
                    <a:pt x="431416" y="200745"/>
                    <a:pt x="386757" y="143185"/>
                  </a:cubicBezTo>
                  <a:cubicBezTo>
                    <a:pt x="355496" y="102496"/>
                    <a:pt x="301410" y="80167"/>
                    <a:pt x="247323" y="801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F796EA20-18DB-8447-9F5D-5F52413C5584}"/>
                </a:ext>
              </a:extLst>
            </p:cNvPr>
            <p:cNvSpPr/>
            <p:nvPr/>
          </p:nvSpPr>
          <p:spPr>
            <a:xfrm>
              <a:off x="7229817" y="5223543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CC63741A-D46B-5146-92FC-7943802B14DC}"/>
                </a:ext>
              </a:extLst>
            </p:cNvPr>
            <p:cNvSpPr/>
            <p:nvPr/>
          </p:nvSpPr>
          <p:spPr>
            <a:xfrm>
              <a:off x="7368755" y="5223543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B1046DAD-95B4-894C-B03A-26EF53F141B1}"/>
                </a:ext>
              </a:extLst>
            </p:cNvPr>
            <p:cNvSpPr/>
            <p:nvPr/>
          </p:nvSpPr>
          <p:spPr>
            <a:xfrm>
              <a:off x="7011518" y="5030022"/>
              <a:ext cx="74950" cy="72830"/>
            </a:xfrm>
            <a:custGeom>
              <a:avLst/>
              <a:gdLst>
                <a:gd name="connsiteX0" fmla="*/ 37227 w 74950"/>
                <a:gd name="connsiteY0" fmla="*/ 72458 h 72830"/>
                <a:gd name="connsiteX1" fmla="*/ 74939 w 74950"/>
                <a:gd name="connsiteY1" fmla="*/ 37723 h 72830"/>
                <a:gd name="connsiteX2" fmla="*/ 40204 w 74950"/>
                <a:gd name="connsiteY2" fmla="*/ 12 h 72830"/>
                <a:gd name="connsiteX3" fmla="*/ 37723 w 74950"/>
                <a:gd name="connsiteY3" fmla="*/ 12 h 72830"/>
                <a:gd name="connsiteX4" fmla="*/ 12 w 74950"/>
                <a:gd name="connsiteY4" fmla="*/ 34746 h 72830"/>
                <a:gd name="connsiteX5" fmla="*/ 34746 w 74950"/>
                <a:gd name="connsiteY5" fmla="*/ 72458 h 72830"/>
                <a:gd name="connsiteX6" fmla="*/ 37227 w 74950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50" h="72830">
                  <a:moveTo>
                    <a:pt x="37227" y="72458"/>
                  </a:moveTo>
                  <a:cubicBezTo>
                    <a:pt x="57076" y="72954"/>
                    <a:pt x="73947" y="57572"/>
                    <a:pt x="74939" y="37723"/>
                  </a:cubicBezTo>
                  <a:cubicBezTo>
                    <a:pt x="75435" y="17875"/>
                    <a:pt x="60053" y="1004"/>
                    <a:pt x="40204" y="12"/>
                  </a:cubicBezTo>
                  <a:cubicBezTo>
                    <a:pt x="39212" y="12"/>
                    <a:pt x="38220" y="12"/>
                    <a:pt x="37723" y="12"/>
                  </a:cubicBezTo>
                  <a:cubicBezTo>
                    <a:pt x="17875" y="-485"/>
                    <a:pt x="1004" y="14898"/>
                    <a:pt x="12" y="34746"/>
                  </a:cubicBezTo>
                  <a:cubicBezTo>
                    <a:pt x="-485" y="54594"/>
                    <a:pt x="14898" y="71465"/>
                    <a:pt x="34746" y="72458"/>
                  </a:cubicBezTo>
                  <a:cubicBezTo>
                    <a:pt x="35242" y="72954"/>
                    <a:pt x="36235" y="72954"/>
                    <a:pt x="37227" y="724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22ABDC7C-ECFC-C141-8DB1-83FD7796FFDA}"/>
                </a:ext>
              </a:extLst>
            </p:cNvPr>
            <p:cNvSpPr/>
            <p:nvPr/>
          </p:nvSpPr>
          <p:spPr>
            <a:xfrm>
              <a:off x="7150424" y="5030022"/>
              <a:ext cx="75015" cy="72830"/>
            </a:xfrm>
            <a:custGeom>
              <a:avLst/>
              <a:gdLst>
                <a:gd name="connsiteX0" fmla="*/ 37260 w 75015"/>
                <a:gd name="connsiteY0" fmla="*/ 72458 h 72830"/>
                <a:gd name="connsiteX1" fmla="*/ 74971 w 75015"/>
                <a:gd name="connsiteY1" fmla="*/ 37723 h 72830"/>
                <a:gd name="connsiteX2" fmla="*/ 40237 w 75015"/>
                <a:gd name="connsiteY2" fmla="*/ 12 h 72830"/>
                <a:gd name="connsiteX3" fmla="*/ 37756 w 75015"/>
                <a:gd name="connsiteY3" fmla="*/ 12 h 72830"/>
                <a:gd name="connsiteX4" fmla="*/ 44 w 75015"/>
                <a:gd name="connsiteY4" fmla="*/ 34746 h 72830"/>
                <a:gd name="connsiteX5" fmla="*/ 34779 w 75015"/>
                <a:gd name="connsiteY5" fmla="*/ 72458 h 72830"/>
                <a:gd name="connsiteX6" fmla="*/ 37260 w 75015"/>
                <a:gd name="connsiteY6" fmla="*/ 72458 h 7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015" h="72830">
                  <a:moveTo>
                    <a:pt x="37260" y="72458"/>
                  </a:moveTo>
                  <a:cubicBezTo>
                    <a:pt x="57108" y="72954"/>
                    <a:pt x="73979" y="57572"/>
                    <a:pt x="74971" y="37723"/>
                  </a:cubicBezTo>
                  <a:cubicBezTo>
                    <a:pt x="75964" y="17875"/>
                    <a:pt x="60085" y="1004"/>
                    <a:pt x="40237" y="12"/>
                  </a:cubicBezTo>
                  <a:cubicBezTo>
                    <a:pt x="39245" y="12"/>
                    <a:pt x="38252" y="12"/>
                    <a:pt x="37756" y="12"/>
                  </a:cubicBezTo>
                  <a:cubicBezTo>
                    <a:pt x="17908" y="-485"/>
                    <a:pt x="1037" y="14898"/>
                    <a:pt x="44" y="34746"/>
                  </a:cubicBezTo>
                  <a:cubicBezTo>
                    <a:pt x="-948" y="54594"/>
                    <a:pt x="14930" y="71465"/>
                    <a:pt x="34779" y="72458"/>
                  </a:cubicBezTo>
                  <a:cubicBezTo>
                    <a:pt x="35275" y="72954"/>
                    <a:pt x="36267" y="72954"/>
                    <a:pt x="37260" y="724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67534EE-DA78-314B-AD17-C2452E9AF1F0}"/>
              </a:ext>
            </a:extLst>
          </p:cNvPr>
          <p:cNvGrpSpPr>
            <a:grpSpLocks noChangeAspect="1"/>
          </p:cNvGrpSpPr>
          <p:nvPr/>
        </p:nvGrpSpPr>
        <p:grpSpPr>
          <a:xfrm>
            <a:off x="6949802" y="4773197"/>
            <a:ext cx="539400" cy="839190"/>
            <a:chOff x="6949802" y="4773197"/>
            <a:chExt cx="539400" cy="839190"/>
          </a:xfrm>
        </p:grpSpPr>
        <p:sp>
          <p:nvSpPr>
            <p:cNvPr id="44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6965631" y="4994181"/>
              <a:ext cx="523571" cy="618206"/>
            </a:xfrm>
            <a:custGeom>
              <a:avLst/>
              <a:gdLst>
                <a:gd name="connsiteX0" fmla="*/ 350322 w 523571"/>
                <a:gd name="connsiteY0" fmla="*/ 618201 h 618206"/>
                <a:gd name="connsiteX1" fmla="*/ 310562 w 523571"/>
                <a:gd name="connsiteY1" fmla="*/ 578569 h 618206"/>
                <a:gd name="connsiteX2" fmla="*/ 336181 w 523571"/>
                <a:gd name="connsiteY2" fmla="*/ 541388 h 618206"/>
                <a:gd name="connsiteX3" fmla="*/ 443461 w 523571"/>
                <a:gd name="connsiteY3" fmla="*/ 399573 h 618206"/>
                <a:gd name="connsiteX4" fmla="*/ 296881 w 523571"/>
                <a:gd name="connsiteY4" fmla="*/ 216472 h 618206"/>
                <a:gd name="connsiteX5" fmla="*/ 265521 w 523571"/>
                <a:gd name="connsiteY5" fmla="*/ 177669 h 618206"/>
                <a:gd name="connsiteX6" fmla="*/ 265521 w 523571"/>
                <a:gd name="connsiteY6" fmla="*/ 164321 h 618206"/>
                <a:gd name="connsiteX7" fmla="*/ 221259 w 523571"/>
                <a:gd name="connsiteY7" fmla="*/ 84928 h 618206"/>
                <a:gd name="connsiteX8" fmla="*/ 146480 w 523571"/>
                <a:gd name="connsiteY8" fmla="*/ 103287 h 618206"/>
                <a:gd name="connsiteX9" fmla="*/ 106784 w 523571"/>
                <a:gd name="connsiteY9" fmla="*/ 98325 h 618206"/>
                <a:gd name="connsiteX10" fmla="*/ 79393 w 523571"/>
                <a:gd name="connsiteY10" fmla="*/ 164470 h 618206"/>
                <a:gd name="connsiteX11" fmla="*/ 79393 w 523571"/>
                <a:gd name="connsiteY11" fmla="*/ 577711 h 618206"/>
                <a:gd name="connsiteX12" fmla="*/ 39697 w 523571"/>
                <a:gd name="connsiteY12" fmla="*/ 617407 h 618206"/>
                <a:gd name="connsiteX13" fmla="*/ 0 w 523571"/>
                <a:gd name="connsiteY13" fmla="*/ 577711 h 618206"/>
                <a:gd name="connsiteX14" fmla="*/ 0 w 523571"/>
                <a:gd name="connsiteY14" fmla="*/ 164321 h 618206"/>
                <a:gd name="connsiteX15" fmla="*/ 76714 w 523571"/>
                <a:gd name="connsiteY15" fmla="*/ 20719 h 618206"/>
                <a:gd name="connsiteX16" fmla="*/ 114425 w 523571"/>
                <a:gd name="connsiteY16" fmla="*/ 17146 h 618206"/>
                <a:gd name="connsiteX17" fmla="*/ 195406 w 523571"/>
                <a:gd name="connsiteY17" fmla="*/ 7569 h 618206"/>
                <a:gd name="connsiteX18" fmla="*/ 232870 w 523571"/>
                <a:gd name="connsiteY18" fmla="*/ 2607 h 618206"/>
                <a:gd name="connsiteX19" fmla="*/ 344070 w 523571"/>
                <a:gd name="connsiteY19" fmla="*/ 147549 h 618206"/>
                <a:gd name="connsiteX20" fmla="*/ 522457 w 523571"/>
                <a:gd name="connsiteY20" fmla="*/ 407413 h 618206"/>
                <a:gd name="connsiteX21" fmla="*/ 364415 w 523571"/>
                <a:gd name="connsiteY21" fmla="*/ 615820 h 618206"/>
                <a:gd name="connsiteX22" fmla="*/ 350322 w 523571"/>
                <a:gd name="connsiteY22" fmla="*/ 618201 h 6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3571" h="618206">
                  <a:moveTo>
                    <a:pt x="350322" y="618201"/>
                  </a:moveTo>
                  <a:cubicBezTo>
                    <a:pt x="328399" y="618237"/>
                    <a:pt x="310597" y="600492"/>
                    <a:pt x="310562" y="578569"/>
                  </a:cubicBezTo>
                  <a:cubicBezTo>
                    <a:pt x="310536" y="562053"/>
                    <a:pt x="320738" y="547246"/>
                    <a:pt x="336181" y="541388"/>
                  </a:cubicBezTo>
                  <a:cubicBezTo>
                    <a:pt x="395727" y="518003"/>
                    <a:pt x="437157" y="463235"/>
                    <a:pt x="443461" y="399573"/>
                  </a:cubicBezTo>
                  <a:cubicBezTo>
                    <a:pt x="452293" y="310801"/>
                    <a:pt x="374785" y="233244"/>
                    <a:pt x="296881" y="216472"/>
                  </a:cubicBezTo>
                  <a:cubicBezTo>
                    <a:pt x="278590" y="212543"/>
                    <a:pt x="265524" y="196377"/>
                    <a:pt x="265521" y="177669"/>
                  </a:cubicBezTo>
                  <a:lnTo>
                    <a:pt x="265521" y="164321"/>
                  </a:lnTo>
                  <a:cubicBezTo>
                    <a:pt x="265341" y="132022"/>
                    <a:pt x="248639" y="102063"/>
                    <a:pt x="221259" y="84928"/>
                  </a:cubicBezTo>
                  <a:cubicBezTo>
                    <a:pt x="198191" y="97022"/>
                    <a:pt x="172527" y="103323"/>
                    <a:pt x="146480" y="103287"/>
                  </a:cubicBezTo>
                  <a:cubicBezTo>
                    <a:pt x="133091" y="103324"/>
                    <a:pt x="119752" y="101656"/>
                    <a:pt x="106784" y="98325"/>
                  </a:cubicBezTo>
                  <a:cubicBezTo>
                    <a:pt x="89229" y="115859"/>
                    <a:pt x="79374" y="139658"/>
                    <a:pt x="79393" y="164470"/>
                  </a:cubicBezTo>
                  <a:lnTo>
                    <a:pt x="79393" y="577711"/>
                  </a:lnTo>
                  <a:cubicBezTo>
                    <a:pt x="79393" y="599635"/>
                    <a:pt x="61620" y="617407"/>
                    <a:pt x="39697" y="617407"/>
                  </a:cubicBezTo>
                  <a:cubicBezTo>
                    <a:pt x="17773" y="617407"/>
                    <a:pt x="0" y="599635"/>
                    <a:pt x="0" y="577711"/>
                  </a:cubicBezTo>
                  <a:lnTo>
                    <a:pt x="0" y="164321"/>
                  </a:lnTo>
                  <a:cubicBezTo>
                    <a:pt x="29" y="106657"/>
                    <a:pt x="28799" y="52802"/>
                    <a:pt x="76714" y="20719"/>
                  </a:cubicBezTo>
                  <a:cubicBezTo>
                    <a:pt x="87869" y="13220"/>
                    <a:pt x="102061" y="11875"/>
                    <a:pt x="114425" y="17146"/>
                  </a:cubicBezTo>
                  <a:cubicBezTo>
                    <a:pt x="141197" y="28611"/>
                    <a:pt x="172047" y="24962"/>
                    <a:pt x="195406" y="7569"/>
                  </a:cubicBezTo>
                  <a:cubicBezTo>
                    <a:pt x="206256" y="-304"/>
                    <a:pt x="220345" y="-2170"/>
                    <a:pt x="232870" y="2607"/>
                  </a:cubicBezTo>
                  <a:cubicBezTo>
                    <a:pt x="294406" y="25949"/>
                    <a:pt x="337461" y="82068"/>
                    <a:pt x="344070" y="147549"/>
                  </a:cubicBezTo>
                  <a:cubicBezTo>
                    <a:pt x="443957" y="183078"/>
                    <a:pt x="534713" y="284601"/>
                    <a:pt x="522457" y="407413"/>
                  </a:cubicBezTo>
                  <a:cubicBezTo>
                    <a:pt x="513141" y="501067"/>
                    <a:pt x="452083" y="581583"/>
                    <a:pt x="364415" y="615820"/>
                  </a:cubicBezTo>
                  <a:cubicBezTo>
                    <a:pt x="359904" y="617474"/>
                    <a:pt x="355126" y="618281"/>
                    <a:pt x="350322" y="61820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46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6949802" y="4773197"/>
              <a:ext cx="324122" cy="324122"/>
            </a:xfrm>
            <a:custGeom>
              <a:avLst/>
              <a:gdLst>
                <a:gd name="connsiteX0" fmla="*/ 162309 w 324122"/>
                <a:gd name="connsiteY0" fmla="*/ 324122 h 324122"/>
                <a:gd name="connsiteX1" fmla="*/ 0 w 324122"/>
                <a:gd name="connsiteY1" fmla="*/ 162309 h 324122"/>
                <a:gd name="connsiteX2" fmla="*/ 161813 w 324122"/>
                <a:gd name="connsiteY2" fmla="*/ 0 h 324122"/>
                <a:gd name="connsiteX3" fmla="*/ 324123 w 324122"/>
                <a:gd name="connsiteY3" fmla="*/ 161813 h 324122"/>
                <a:gd name="connsiteX4" fmla="*/ 324123 w 324122"/>
                <a:gd name="connsiteY4" fmla="*/ 162061 h 324122"/>
                <a:gd name="connsiteX5" fmla="*/ 258375 w 324122"/>
                <a:gd name="connsiteY5" fmla="*/ 292415 h 324122"/>
                <a:gd name="connsiteX6" fmla="*/ 162309 w 324122"/>
                <a:gd name="connsiteY6" fmla="*/ 324122 h 324122"/>
                <a:gd name="connsiteX7" fmla="*/ 162309 w 324122"/>
                <a:gd name="connsiteY7" fmla="*/ 79393 h 324122"/>
                <a:gd name="connsiteX8" fmla="*/ 79295 w 324122"/>
                <a:gd name="connsiteY8" fmla="*/ 161812 h 324122"/>
                <a:gd name="connsiteX9" fmla="*/ 161714 w 324122"/>
                <a:gd name="connsiteY9" fmla="*/ 244827 h 324122"/>
                <a:gd name="connsiteX10" fmla="*/ 244729 w 324122"/>
                <a:gd name="connsiteY10" fmla="*/ 162408 h 324122"/>
                <a:gd name="connsiteX11" fmla="*/ 244730 w 324122"/>
                <a:gd name="connsiteY11" fmla="*/ 162061 h 324122"/>
                <a:gd name="connsiteX12" fmla="*/ 162359 w 324122"/>
                <a:gd name="connsiteY12" fmla="*/ 79393 h 324122"/>
                <a:gd name="connsiteX13" fmla="*/ 162309 w 324122"/>
                <a:gd name="connsiteY13" fmla="*/ 79393 h 32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4122" h="324122">
                  <a:moveTo>
                    <a:pt x="162309" y="324122"/>
                  </a:moveTo>
                  <a:cubicBezTo>
                    <a:pt x="72806" y="324259"/>
                    <a:pt x="137" y="251813"/>
                    <a:pt x="0" y="162309"/>
                  </a:cubicBezTo>
                  <a:cubicBezTo>
                    <a:pt x="-137" y="72805"/>
                    <a:pt x="72309" y="137"/>
                    <a:pt x="161813" y="0"/>
                  </a:cubicBezTo>
                  <a:cubicBezTo>
                    <a:pt x="251317" y="-137"/>
                    <a:pt x="323986" y="72309"/>
                    <a:pt x="324123" y="161813"/>
                  </a:cubicBezTo>
                  <a:cubicBezTo>
                    <a:pt x="324123" y="161896"/>
                    <a:pt x="324123" y="161978"/>
                    <a:pt x="324123" y="162061"/>
                  </a:cubicBezTo>
                  <a:cubicBezTo>
                    <a:pt x="323971" y="213445"/>
                    <a:pt x="299606" y="261750"/>
                    <a:pt x="258375" y="292415"/>
                  </a:cubicBezTo>
                  <a:cubicBezTo>
                    <a:pt x="230591" y="313030"/>
                    <a:pt x="196906" y="324148"/>
                    <a:pt x="162309" y="324122"/>
                  </a:cubicBezTo>
                  <a:close/>
                  <a:moveTo>
                    <a:pt x="162309" y="79393"/>
                  </a:moveTo>
                  <a:cubicBezTo>
                    <a:pt x="116626" y="79228"/>
                    <a:pt x="79459" y="116129"/>
                    <a:pt x="79295" y="161812"/>
                  </a:cubicBezTo>
                  <a:cubicBezTo>
                    <a:pt x="79130" y="207496"/>
                    <a:pt x="116031" y="244663"/>
                    <a:pt x="161714" y="244827"/>
                  </a:cubicBezTo>
                  <a:cubicBezTo>
                    <a:pt x="207398" y="244992"/>
                    <a:pt x="244565" y="208091"/>
                    <a:pt x="244729" y="162408"/>
                  </a:cubicBezTo>
                  <a:cubicBezTo>
                    <a:pt x="244729" y="162292"/>
                    <a:pt x="244730" y="162177"/>
                    <a:pt x="244730" y="162061"/>
                  </a:cubicBezTo>
                  <a:cubicBezTo>
                    <a:pt x="244812" y="116487"/>
                    <a:pt x="207933" y="79475"/>
                    <a:pt x="162359" y="79393"/>
                  </a:cubicBezTo>
                  <a:cubicBezTo>
                    <a:pt x="162343" y="79393"/>
                    <a:pt x="162326" y="79393"/>
                    <a:pt x="16230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48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7073457" y="5265030"/>
              <a:ext cx="189550" cy="173382"/>
            </a:xfrm>
            <a:custGeom>
              <a:avLst/>
              <a:gdLst>
                <a:gd name="connsiteX0" fmla="*/ 55773 w 189550"/>
                <a:gd name="connsiteY0" fmla="*/ 173382 h 173382"/>
                <a:gd name="connsiteX1" fmla="*/ 27738 w 189550"/>
                <a:gd name="connsiteY1" fmla="*/ 161770 h 173382"/>
                <a:gd name="connsiteX2" fmla="*/ 27781 w 189550"/>
                <a:gd name="connsiteY2" fmla="*/ 27738 h 173382"/>
                <a:gd name="connsiteX3" fmla="*/ 161814 w 189550"/>
                <a:gd name="connsiteY3" fmla="*/ 27781 h 173382"/>
                <a:gd name="connsiteX4" fmla="*/ 189551 w 189550"/>
                <a:gd name="connsiteY4" fmla="*/ 94485 h 173382"/>
                <a:gd name="connsiteX5" fmla="*/ 149854 w 189550"/>
                <a:gd name="connsiteY5" fmla="*/ 134181 h 173382"/>
                <a:gd name="connsiteX6" fmla="*/ 110158 w 189550"/>
                <a:gd name="connsiteY6" fmla="*/ 94485 h 173382"/>
                <a:gd name="connsiteX7" fmla="*/ 94766 w 189550"/>
                <a:gd name="connsiteY7" fmla="*/ 79012 h 173382"/>
                <a:gd name="connsiteX8" fmla="*/ 79294 w 189550"/>
                <a:gd name="connsiteY8" fmla="*/ 94404 h 173382"/>
                <a:gd name="connsiteX9" fmla="*/ 83859 w 189550"/>
                <a:gd name="connsiteY9" fmla="*/ 105401 h 173382"/>
                <a:gd name="connsiteX10" fmla="*/ 84290 w 189550"/>
                <a:gd name="connsiteY10" fmla="*/ 161539 h 173382"/>
                <a:gd name="connsiteX11" fmla="*/ 55773 w 189550"/>
                <a:gd name="connsiteY11" fmla="*/ 173382 h 173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550" h="173382">
                  <a:moveTo>
                    <a:pt x="55773" y="173382"/>
                  </a:moveTo>
                  <a:cubicBezTo>
                    <a:pt x="45259" y="173377"/>
                    <a:pt x="35176" y="169201"/>
                    <a:pt x="27738" y="161770"/>
                  </a:cubicBezTo>
                  <a:cubicBezTo>
                    <a:pt x="-9263" y="124746"/>
                    <a:pt x="-9243" y="64738"/>
                    <a:pt x="27781" y="27738"/>
                  </a:cubicBezTo>
                  <a:cubicBezTo>
                    <a:pt x="64805" y="-9263"/>
                    <a:pt x="124813" y="-9243"/>
                    <a:pt x="161814" y="27781"/>
                  </a:cubicBezTo>
                  <a:cubicBezTo>
                    <a:pt x="179503" y="45482"/>
                    <a:pt x="189474" y="69460"/>
                    <a:pt x="189551" y="94485"/>
                  </a:cubicBezTo>
                  <a:cubicBezTo>
                    <a:pt x="189551" y="116408"/>
                    <a:pt x="171778" y="134181"/>
                    <a:pt x="149854" y="134181"/>
                  </a:cubicBezTo>
                  <a:cubicBezTo>
                    <a:pt x="127930" y="134181"/>
                    <a:pt x="110158" y="116408"/>
                    <a:pt x="110158" y="94485"/>
                  </a:cubicBezTo>
                  <a:cubicBezTo>
                    <a:pt x="110180" y="85962"/>
                    <a:pt x="103289" y="79035"/>
                    <a:pt x="94766" y="79012"/>
                  </a:cubicBezTo>
                  <a:cubicBezTo>
                    <a:pt x="86243" y="78990"/>
                    <a:pt x="79316" y="85881"/>
                    <a:pt x="79294" y="94404"/>
                  </a:cubicBezTo>
                  <a:cubicBezTo>
                    <a:pt x="79283" y="98533"/>
                    <a:pt x="80927" y="102494"/>
                    <a:pt x="83859" y="105401"/>
                  </a:cubicBezTo>
                  <a:cubicBezTo>
                    <a:pt x="99480" y="120784"/>
                    <a:pt x="99673" y="145918"/>
                    <a:pt x="84290" y="161539"/>
                  </a:cubicBezTo>
                  <a:cubicBezTo>
                    <a:pt x="76772" y="169173"/>
                    <a:pt x="66487" y="173444"/>
                    <a:pt x="55773" y="17338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0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7088304" y="5357423"/>
              <a:ext cx="174743" cy="178195"/>
            </a:xfrm>
            <a:custGeom>
              <a:avLst/>
              <a:gdLst>
                <a:gd name="connsiteX0" fmla="*/ 135008 w 174743"/>
                <a:gd name="connsiteY0" fmla="*/ 178196 h 178195"/>
                <a:gd name="connsiteX1" fmla="*/ 106476 w 174743"/>
                <a:gd name="connsiteY1" fmla="*/ 166088 h 178195"/>
                <a:gd name="connsiteX2" fmla="*/ 11650 w 174743"/>
                <a:gd name="connsiteY2" fmla="*/ 67790 h 178195"/>
                <a:gd name="connsiteX3" fmla="*/ 11603 w 174743"/>
                <a:gd name="connsiteY3" fmla="*/ 11650 h 178195"/>
                <a:gd name="connsiteX4" fmla="*/ 67743 w 174743"/>
                <a:gd name="connsiteY4" fmla="*/ 11603 h 178195"/>
                <a:gd name="connsiteX5" fmla="*/ 68764 w 174743"/>
                <a:gd name="connsiteY5" fmla="*/ 12661 h 178195"/>
                <a:gd name="connsiteX6" fmla="*/ 163589 w 174743"/>
                <a:gd name="connsiteY6" fmla="*/ 110761 h 178195"/>
                <a:gd name="connsiteX7" fmla="*/ 162636 w 174743"/>
                <a:gd name="connsiteY7" fmla="*/ 166893 h 178195"/>
                <a:gd name="connsiteX8" fmla="*/ 135008 w 174743"/>
                <a:gd name="connsiteY8" fmla="*/ 178047 h 17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743" h="178195">
                  <a:moveTo>
                    <a:pt x="135008" y="178196"/>
                  </a:moveTo>
                  <a:cubicBezTo>
                    <a:pt x="124249" y="178193"/>
                    <a:pt x="113953" y="173824"/>
                    <a:pt x="106476" y="166088"/>
                  </a:cubicBezTo>
                  <a:lnTo>
                    <a:pt x="11650" y="67790"/>
                  </a:lnTo>
                  <a:cubicBezTo>
                    <a:pt x="-3865" y="52300"/>
                    <a:pt x="-3886" y="27166"/>
                    <a:pt x="11603" y="11650"/>
                  </a:cubicBezTo>
                  <a:cubicBezTo>
                    <a:pt x="27093" y="-3865"/>
                    <a:pt x="52227" y="-3886"/>
                    <a:pt x="67743" y="11603"/>
                  </a:cubicBezTo>
                  <a:cubicBezTo>
                    <a:pt x="68090" y="11950"/>
                    <a:pt x="68430" y="12302"/>
                    <a:pt x="68764" y="12661"/>
                  </a:cubicBezTo>
                  <a:lnTo>
                    <a:pt x="163589" y="110761"/>
                  </a:lnTo>
                  <a:cubicBezTo>
                    <a:pt x="178826" y="126525"/>
                    <a:pt x="178400" y="151656"/>
                    <a:pt x="162636" y="166893"/>
                  </a:cubicBezTo>
                  <a:cubicBezTo>
                    <a:pt x="155224" y="174057"/>
                    <a:pt x="145316" y="178057"/>
                    <a:pt x="135008" y="1780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2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7183863" y="5265024"/>
              <a:ext cx="189551" cy="165200"/>
            </a:xfrm>
            <a:custGeom>
              <a:avLst/>
              <a:gdLst>
                <a:gd name="connsiteX0" fmla="*/ 140427 w 189551"/>
                <a:gd name="connsiteY0" fmla="*/ 165200 h 165200"/>
                <a:gd name="connsiteX1" fmla="*/ 100770 w 189551"/>
                <a:gd name="connsiteY1" fmla="*/ 125464 h 165200"/>
                <a:gd name="connsiteX2" fmla="*/ 107578 w 189551"/>
                <a:gd name="connsiteY2" fmla="*/ 103274 h 165200"/>
                <a:gd name="connsiteX3" fmla="*/ 110158 w 189551"/>
                <a:gd name="connsiteY3" fmla="*/ 94739 h 165200"/>
                <a:gd name="connsiteX4" fmla="*/ 94776 w 189551"/>
                <a:gd name="connsiteY4" fmla="*/ 79356 h 165200"/>
                <a:gd name="connsiteX5" fmla="*/ 79393 w 189551"/>
                <a:gd name="connsiteY5" fmla="*/ 94739 h 165200"/>
                <a:gd name="connsiteX6" fmla="*/ 39697 w 189551"/>
                <a:gd name="connsiteY6" fmla="*/ 134435 h 165200"/>
                <a:gd name="connsiteX7" fmla="*/ 0 w 189551"/>
                <a:gd name="connsiteY7" fmla="*/ 94739 h 165200"/>
                <a:gd name="connsiteX8" fmla="*/ 94812 w 189551"/>
                <a:gd name="connsiteY8" fmla="*/ 0 h 165200"/>
                <a:gd name="connsiteX9" fmla="*/ 189551 w 189551"/>
                <a:gd name="connsiteY9" fmla="*/ 94812 h 165200"/>
                <a:gd name="connsiteX10" fmla="*/ 173375 w 189551"/>
                <a:gd name="connsiteY10" fmla="*/ 147734 h 165200"/>
                <a:gd name="connsiteX11" fmla="*/ 140427 w 189551"/>
                <a:gd name="connsiteY11" fmla="*/ 165200 h 16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551" h="165200">
                  <a:moveTo>
                    <a:pt x="140427" y="165200"/>
                  </a:moveTo>
                  <a:cubicBezTo>
                    <a:pt x="118503" y="165178"/>
                    <a:pt x="100748" y="147388"/>
                    <a:pt x="100770" y="125464"/>
                  </a:cubicBezTo>
                  <a:cubicBezTo>
                    <a:pt x="100777" y="117554"/>
                    <a:pt x="103148" y="109827"/>
                    <a:pt x="107578" y="103274"/>
                  </a:cubicBezTo>
                  <a:cubicBezTo>
                    <a:pt x="109290" y="100759"/>
                    <a:pt x="110190" y="97781"/>
                    <a:pt x="110158" y="94739"/>
                  </a:cubicBezTo>
                  <a:cubicBezTo>
                    <a:pt x="110158" y="86243"/>
                    <a:pt x="103271" y="79356"/>
                    <a:pt x="94776" y="79356"/>
                  </a:cubicBezTo>
                  <a:cubicBezTo>
                    <a:pt x="86280" y="79356"/>
                    <a:pt x="79393" y="86243"/>
                    <a:pt x="79393" y="94739"/>
                  </a:cubicBezTo>
                  <a:cubicBezTo>
                    <a:pt x="79393" y="116663"/>
                    <a:pt x="61620" y="134435"/>
                    <a:pt x="39697" y="134435"/>
                  </a:cubicBezTo>
                  <a:cubicBezTo>
                    <a:pt x="17773" y="134435"/>
                    <a:pt x="0" y="116663"/>
                    <a:pt x="0" y="94739"/>
                  </a:cubicBezTo>
                  <a:cubicBezTo>
                    <a:pt x="20" y="42396"/>
                    <a:pt x="42469" y="-20"/>
                    <a:pt x="94812" y="0"/>
                  </a:cubicBezTo>
                  <a:cubicBezTo>
                    <a:pt x="147155" y="20"/>
                    <a:pt x="189572" y="42469"/>
                    <a:pt x="189551" y="94812"/>
                  </a:cubicBezTo>
                  <a:cubicBezTo>
                    <a:pt x="189544" y="113669"/>
                    <a:pt x="183912" y="132095"/>
                    <a:pt x="173375" y="147734"/>
                  </a:cubicBezTo>
                  <a:cubicBezTo>
                    <a:pt x="165981" y="158673"/>
                    <a:pt x="153631" y="165220"/>
                    <a:pt x="140427" y="1652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4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7183615" y="5265307"/>
              <a:ext cx="189650" cy="173600"/>
            </a:xfrm>
            <a:custGeom>
              <a:avLst/>
              <a:gdLst>
                <a:gd name="connsiteX0" fmla="*/ 133728 w 189650"/>
                <a:gd name="connsiteY0" fmla="*/ 173601 h 173600"/>
                <a:gd name="connsiteX1" fmla="*/ 94050 w 189650"/>
                <a:gd name="connsiteY1" fmla="*/ 133886 h 173600"/>
                <a:gd name="connsiteX2" fmla="*/ 105692 w 189650"/>
                <a:gd name="connsiteY2" fmla="*/ 105819 h 173600"/>
                <a:gd name="connsiteX3" fmla="*/ 110208 w 189650"/>
                <a:gd name="connsiteY3" fmla="*/ 94952 h 173600"/>
                <a:gd name="connsiteX4" fmla="*/ 93926 w 189650"/>
                <a:gd name="connsiteY4" fmla="*/ 80420 h 173600"/>
                <a:gd name="connsiteX5" fmla="*/ 79393 w 189650"/>
                <a:gd name="connsiteY5" fmla="*/ 94952 h 173600"/>
                <a:gd name="connsiteX6" fmla="*/ 39697 w 189650"/>
                <a:gd name="connsiteY6" fmla="*/ 134649 h 173600"/>
                <a:gd name="connsiteX7" fmla="*/ 0 w 189650"/>
                <a:gd name="connsiteY7" fmla="*/ 94952 h 173600"/>
                <a:gd name="connsiteX8" fmla="*/ 94698 w 189650"/>
                <a:gd name="connsiteY8" fmla="*/ 0 h 173600"/>
                <a:gd name="connsiteX9" fmla="*/ 189650 w 189650"/>
                <a:gd name="connsiteY9" fmla="*/ 94698 h 173600"/>
                <a:gd name="connsiteX10" fmla="*/ 161813 w 189650"/>
                <a:gd name="connsiteY10" fmla="*/ 161940 h 173600"/>
                <a:gd name="connsiteX11" fmla="*/ 133728 w 189650"/>
                <a:gd name="connsiteY11" fmla="*/ 173601 h 1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650" h="173600">
                  <a:moveTo>
                    <a:pt x="133728" y="173601"/>
                  </a:moveTo>
                  <a:cubicBezTo>
                    <a:pt x="111804" y="173591"/>
                    <a:pt x="94040" y="155810"/>
                    <a:pt x="94050" y="133886"/>
                  </a:cubicBezTo>
                  <a:cubicBezTo>
                    <a:pt x="94055" y="123357"/>
                    <a:pt x="98243" y="113260"/>
                    <a:pt x="105692" y="105819"/>
                  </a:cubicBezTo>
                  <a:cubicBezTo>
                    <a:pt x="108592" y="102948"/>
                    <a:pt x="110219" y="99033"/>
                    <a:pt x="110208" y="94952"/>
                  </a:cubicBezTo>
                  <a:cubicBezTo>
                    <a:pt x="109725" y="86443"/>
                    <a:pt x="102435" y="79937"/>
                    <a:pt x="93926" y="80420"/>
                  </a:cubicBezTo>
                  <a:cubicBezTo>
                    <a:pt x="86091" y="80864"/>
                    <a:pt x="79838" y="87118"/>
                    <a:pt x="79393" y="94952"/>
                  </a:cubicBezTo>
                  <a:cubicBezTo>
                    <a:pt x="79393" y="116876"/>
                    <a:pt x="61621" y="134649"/>
                    <a:pt x="39697" y="134649"/>
                  </a:cubicBezTo>
                  <a:cubicBezTo>
                    <a:pt x="17773" y="134649"/>
                    <a:pt x="0" y="116876"/>
                    <a:pt x="0" y="94952"/>
                  </a:cubicBezTo>
                  <a:cubicBezTo>
                    <a:pt x="-70" y="42582"/>
                    <a:pt x="42328" y="70"/>
                    <a:pt x="94698" y="0"/>
                  </a:cubicBezTo>
                  <a:cubicBezTo>
                    <a:pt x="147069" y="-70"/>
                    <a:pt x="189580" y="42328"/>
                    <a:pt x="189650" y="94698"/>
                  </a:cubicBezTo>
                  <a:cubicBezTo>
                    <a:pt x="189684" y="119922"/>
                    <a:pt x="179667" y="144121"/>
                    <a:pt x="161813" y="161940"/>
                  </a:cubicBezTo>
                  <a:cubicBezTo>
                    <a:pt x="154371" y="169401"/>
                    <a:pt x="144266" y="173596"/>
                    <a:pt x="133728" y="1736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6" name="Picture Placeholder 33">
              <a:extLst>
                <a:ext uri="{FF2B5EF4-FFF2-40B4-BE49-F238E27FC236}">
                  <a16:creationId xmlns:a16="http://schemas.microsoft.com/office/drawing/2014/main" id="{192EDD62-E631-5D40-939B-D104D39EE222}"/>
                </a:ext>
              </a:extLst>
            </p:cNvPr>
            <p:cNvSpPr/>
            <p:nvPr/>
          </p:nvSpPr>
          <p:spPr>
            <a:xfrm>
              <a:off x="7183575" y="5356907"/>
              <a:ext cx="175866" cy="179455"/>
            </a:xfrm>
            <a:custGeom>
              <a:avLst/>
              <a:gdLst>
                <a:gd name="connsiteX0" fmla="*/ 39686 w 175866"/>
                <a:gd name="connsiteY0" fmla="*/ 179456 h 179455"/>
                <a:gd name="connsiteX1" fmla="*/ 0 w 175866"/>
                <a:gd name="connsiteY1" fmla="*/ 139749 h 179455"/>
                <a:gd name="connsiteX2" fmla="*/ 11154 w 175866"/>
                <a:gd name="connsiteY2" fmla="*/ 112170 h 179455"/>
                <a:gd name="connsiteX3" fmla="*/ 105980 w 175866"/>
                <a:gd name="connsiteY3" fmla="*/ 13921 h 179455"/>
                <a:gd name="connsiteX4" fmla="*/ 161945 w 175866"/>
                <a:gd name="connsiteY4" fmla="*/ 9508 h 179455"/>
                <a:gd name="connsiteX5" fmla="*/ 166359 w 175866"/>
                <a:gd name="connsiteY5" fmla="*/ 65473 h 179455"/>
                <a:gd name="connsiteX6" fmla="*/ 162895 w 175866"/>
                <a:gd name="connsiteY6" fmla="*/ 69050 h 179455"/>
                <a:gd name="connsiteX7" fmla="*/ 68069 w 175866"/>
                <a:gd name="connsiteY7" fmla="*/ 167299 h 179455"/>
                <a:gd name="connsiteX8" fmla="*/ 39686 w 175866"/>
                <a:gd name="connsiteY8" fmla="*/ 179456 h 179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866" h="179455">
                  <a:moveTo>
                    <a:pt x="39686" y="179456"/>
                  </a:moveTo>
                  <a:cubicBezTo>
                    <a:pt x="17762" y="179450"/>
                    <a:pt x="-6" y="161673"/>
                    <a:pt x="0" y="139749"/>
                  </a:cubicBezTo>
                  <a:cubicBezTo>
                    <a:pt x="3" y="129458"/>
                    <a:pt x="4002" y="119570"/>
                    <a:pt x="11154" y="112170"/>
                  </a:cubicBezTo>
                  <a:lnTo>
                    <a:pt x="105980" y="13921"/>
                  </a:lnTo>
                  <a:cubicBezTo>
                    <a:pt x="120215" y="-2752"/>
                    <a:pt x="145272" y="-4728"/>
                    <a:pt x="161945" y="9508"/>
                  </a:cubicBezTo>
                  <a:cubicBezTo>
                    <a:pt x="178619" y="23743"/>
                    <a:pt x="180595" y="48800"/>
                    <a:pt x="166359" y="65473"/>
                  </a:cubicBezTo>
                  <a:cubicBezTo>
                    <a:pt x="165280" y="66737"/>
                    <a:pt x="164123" y="67931"/>
                    <a:pt x="162895" y="69050"/>
                  </a:cubicBezTo>
                  <a:lnTo>
                    <a:pt x="68069" y="167299"/>
                  </a:lnTo>
                  <a:cubicBezTo>
                    <a:pt x="60637" y="175015"/>
                    <a:pt x="50400" y="179400"/>
                    <a:pt x="39686" y="17945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F4D0D1F6-12FF-F94C-B839-926C443F7AC3}"/>
              </a:ext>
            </a:extLst>
          </p:cNvPr>
          <p:cNvGrpSpPr>
            <a:grpSpLocks noChangeAspect="1"/>
          </p:cNvGrpSpPr>
          <p:nvPr/>
        </p:nvGrpSpPr>
        <p:grpSpPr>
          <a:xfrm>
            <a:off x="8101818" y="4767248"/>
            <a:ext cx="851244" cy="851139"/>
            <a:chOff x="8101818" y="4767248"/>
            <a:chExt cx="851244" cy="851139"/>
          </a:xfrm>
        </p:grpSpPr>
        <p:sp>
          <p:nvSpPr>
            <p:cNvPr id="58" name="Picture Placeholder 37">
              <a:extLst>
                <a:ext uri="{FF2B5EF4-FFF2-40B4-BE49-F238E27FC236}">
                  <a16:creationId xmlns:a16="http://schemas.microsoft.com/office/drawing/2014/main" id="{911F1708-500D-4946-A5BB-7A4F5A15934E}"/>
                </a:ext>
              </a:extLst>
            </p:cNvPr>
            <p:cNvSpPr/>
            <p:nvPr/>
          </p:nvSpPr>
          <p:spPr>
            <a:xfrm>
              <a:off x="8101818" y="4767248"/>
              <a:ext cx="851244" cy="851139"/>
            </a:xfrm>
            <a:custGeom>
              <a:avLst/>
              <a:gdLst>
                <a:gd name="connsiteX0" fmla="*/ 70915 w 851244"/>
                <a:gd name="connsiteY0" fmla="*/ 851138 h 851139"/>
                <a:gd name="connsiteX1" fmla="*/ 255 w 851244"/>
                <a:gd name="connsiteY1" fmla="*/ 785788 h 851139"/>
                <a:gd name="connsiteX2" fmla="*/ 18068 w 851244"/>
                <a:gd name="connsiteY2" fmla="*/ 736167 h 851139"/>
                <a:gd name="connsiteX3" fmla="*/ 178195 w 851244"/>
                <a:gd name="connsiteY3" fmla="*/ 500022 h 851139"/>
                <a:gd name="connsiteX4" fmla="*/ 232777 w 851244"/>
                <a:gd name="connsiteY4" fmla="*/ 418297 h 851139"/>
                <a:gd name="connsiteX5" fmla="*/ 624384 w 851244"/>
                <a:gd name="connsiteY5" fmla="*/ 26839 h 851139"/>
                <a:gd name="connsiteX6" fmla="*/ 771014 w 851244"/>
                <a:gd name="connsiteY6" fmla="*/ 34034 h 851139"/>
                <a:gd name="connsiteX7" fmla="*/ 817211 w 851244"/>
                <a:gd name="connsiteY7" fmla="*/ 80231 h 851139"/>
                <a:gd name="connsiteX8" fmla="*/ 817211 w 851244"/>
                <a:gd name="connsiteY8" fmla="*/ 80231 h 851139"/>
                <a:gd name="connsiteX9" fmla="*/ 824406 w 851244"/>
                <a:gd name="connsiteY9" fmla="*/ 226860 h 851139"/>
                <a:gd name="connsiteX10" fmla="*/ 433146 w 851244"/>
                <a:gd name="connsiteY10" fmla="*/ 618367 h 851139"/>
                <a:gd name="connsiteX11" fmla="*/ 351073 w 851244"/>
                <a:gd name="connsiteY11" fmla="*/ 672950 h 851139"/>
                <a:gd name="connsiteX12" fmla="*/ 115127 w 851244"/>
                <a:gd name="connsiteY12" fmla="*/ 833076 h 851139"/>
                <a:gd name="connsiteX13" fmla="*/ 70915 w 851244"/>
                <a:gd name="connsiteY13" fmla="*/ 851138 h 851139"/>
                <a:gd name="connsiteX14" fmla="*/ 691174 w 851244"/>
                <a:gd name="connsiteY14" fmla="*/ 79288 h 851139"/>
                <a:gd name="connsiteX15" fmla="*/ 680555 w 851244"/>
                <a:gd name="connsiteY15" fmla="*/ 83010 h 851139"/>
                <a:gd name="connsiteX16" fmla="*/ 288899 w 851244"/>
                <a:gd name="connsiteY16" fmla="*/ 474616 h 851139"/>
                <a:gd name="connsiteX17" fmla="*/ 251733 w 851244"/>
                <a:gd name="connsiteY17" fmla="*/ 530191 h 851139"/>
                <a:gd name="connsiteX18" fmla="*/ 162911 w 851244"/>
                <a:gd name="connsiteY18" fmla="*/ 688283 h 851139"/>
                <a:gd name="connsiteX19" fmla="*/ 320904 w 851244"/>
                <a:gd name="connsiteY19" fmla="*/ 599512 h 851139"/>
                <a:gd name="connsiteX20" fmla="*/ 376727 w 851244"/>
                <a:gd name="connsiteY20" fmla="*/ 561998 h 851139"/>
                <a:gd name="connsiteX21" fmla="*/ 768235 w 851244"/>
                <a:gd name="connsiteY21" fmla="*/ 170491 h 851139"/>
                <a:gd name="connsiteX22" fmla="*/ 761089 w 851244"/>
                <a:gd name="connsiteY22" fmla="*/ 136154 h 851139"/>
                <a:gd name="connsiteX23" fmla="*/ 714893 w 851244"/>
                <a:gd name="connsiteY23" fmla="*/ 89957 h 851139"/>
                <a:gd name="connsiteX24" fmla="*/ 691174 w 851244"/>
                <a:gd name="connsiteY24" fmla="*/ 79288 h 85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51244" h="851139">
                  <a:moveTo>
                    <a:pt x="70915" y="851138"/>
                  </a:moveTo>
                  <a:cubicBezTo>
                    <a:pt x="34077" y="850724"/>
                    <a:pt x="3539" y="822481"/>
                    <a:pt x="255" y="785788"/>
                  </a:cubicBezTo>
                  <a:cubicBezTo>
                    <a:pt x="-1406" y="767431"/>
                    <a:pt x="5112" y="749276"/>
                    <a:pt x="18068" y="736167"/>
                  </a:cubicBezTo>
                  <a:cubicBezTo>
                    <a:pt x="86401" y="668704"/>
                    <a:pt x="140808" y="588469"/>
                    <a:pt x="178195" y="500022"/>
                  </a:cubicBezTo>
                  <a:cubicBezTo>
                    <a:pt x="190723" y="469395"/>
                    <a:pt x="209286" y="441602"/>
                    <a:pt x="232777" y="418297"/>
                  </a:cubicBezTo>
                  <a:lnTo>
                    <a:pt x="624384" y="26839"/>
                  </a:lnTo>
                  <a:cubicBezTo>
                    <a:pt x="662840" y="-11567"/>
                    <a:pt x="728588" y="-8391"/>
                    <a:pt x="771014" y="34034"/>
                  </a:cubicBezTo>
                  <a:lnTo>
                    <a:pt x="817211" y="80231"/>
                  </a:lnTo>
                  <a:lnTo>
                    <a:pt x="817211" y="80231"/>
                  </a:lnTo>
                  <a:cubicBezTo>
                    <a:pt x="859636" y="122607"/>
                    <a:pt x="862812" y="188404"/>
                    <a:pt x="824406" y="226860"/>
                  </a:cubicBezTo>
                  <a:lnTo>
                    <a:pt x="433146" y="618367"/>
                  </a:lnTo>
                  <a:cubicBezTo>
                    <a:pt x="409727" y="641883"/>
                    <a:pt x="381815" y="660446"/>
                    <a:pt x="351073" y="672950"/>
                  </a:cubicBezTo>
                  <a:cubicBezTo>
                    <a:pt x="303388" y="692352"/>
                    <a:pt x="209257" y="738946"/>
                    <a:pt x="115127" y="833076"/>
                  </a:cubicBezTo>
                  <a:cubicBezTo>
                    <a:pt x="103394" y="844761"/>
                    <a:pt x="87473" y="851266"/>
                    <a:pt x="70915" y="851138"/>
                  </a:cubicBezTo>
                  <a:close/>
                  <a:moveTo>
                    <a:pt x="691174" y="79288"/>
                  </a:moveTo>
                  <a:cubicBezTo>
                    <a:pt x="687284" y="79092"/>
                    <a:pt x="683471" y="80428"/>
                    <a:pt x="680555" y="83010"/>
                  </a:cubicBezTo>
                  <a:lnTo>
                    <a:pt x="288899" y="474616"/>
                  </a:lnTo>
                  <a:cubicBezTo>
                    <a:pt x="272912" y="490465"/>
                    <a:pt x="260273" y="509364"/>
                    <a:pt x="251733" y="530191"/>
                  </a:cubicBezTo>
                  <a:cubicBezTo>
                    <a:pt x="228418" y="586185"/>
                    <a:pt x="198606" y="639245"/>
                    <a:pt x="162911" y="688283"/>
                  </a:cubicBezTo>
                  <a:cubicBezTo>
                    <a:pt x="211893" y="652570"/>
                    <a:pt x="264925" y="622772"/>
                    <a:pt x="320904" y="599512"/>
                  </a:cubicBezTo>
                  <a:cubicBezTo>
                    <a:pt x="341845" y="590888"/>
                    <a:pt x="360831" y="578129"/>
                    <a:pt x="376727" y="561998"/>
                  </a:cubicBezTo>
                  <a:lnTo>
                    <a:pt x="768235" y="170491"/>
                  </a:lnTo>
                  <a:cubicBezTo>
                    <a:pt x="774686" y="164090"/>
                    <a:pt x="772949" y="148063"/>
                    <a:pt x="761089" y="136154"/>
                  </a:cubicBezTo>
                  <a:lnTo>
                    <a:pt x="714893" y="89957"/>
                  </a:lnTo>
                  <a:cubicBezTo>
                    <a:pt x="708666" y="83463"/>
                    <a:pt x="700163" y="79639"/>
                    <a:pt x="691174" y="792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0" name="Picture Placeholder 37">
              <a:extLst>
                <a:ext uri="{FF2B5EF4-FFF2-40B4-BE49-F238E27FC236}">
                  <a16:creationId xmlns:a16="http://schemas.microsoft.com/office/drawing/2014/main" id="{911F1708-500D-4946-A5BB-7A4F5A15934E}"/>
                </a:ext>
              </a:extLst>
            </p:cNvPr>
            <p:cNvSpPr/>
            <p:nvPr/>
          </p:nvSpPr>
          <p:spPr>
            <a:xfrm>
              <a:off x="8633508" y="4863181"/>
              <a:ext cx="223369" cy="223519"/>
            </a:xfrm>
            <a:custGeom>
              <a:avLst/>
              <a:gdLst>
                <a:gd name="connsiteX0" fmla="*/ 183649 w 223369"/>
                <a:gd name="connsiteY0" fmla="*/ 223519 h 223519"/>
                <a:gd name="connsiteX1" fmla="*/ 143953 w 223369"/>
                <a:gd name="connsiteY1" fmla="*/ 186949 h 223519"/>
                <a:gd name="connsiteX2" fmla="*/ 36673 w 223369"/>
                <a:gd name="connsiteY2" fmla="*/ 79520 h 223519"/>
                <a:gd name="connsiteX3" fmla="*/ 127 w 223369"/>
                <a:gd name="connsiteY3" fmla="*/ 36673 h 223519"/>
                <a:gd name="connsiteX4" fmla="*/ 42974 w 223369"/>
                <a:gd name="connsiteY4" fmla="*/ 127 h 223519"/>
                <a:gd name="connsiteX5" fmla="*/ 223247 w 223369"/>
                <a:gd name="connsiteY5" fmla="*/ 180448 h 223519"/>
                <a:gd name="connsiteX6" fmla="*/ 186825 w 223369"/>
                <a:gd name="connsiteY6" fmla="*/ 223122 h 223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369" h="223519">
                  <a:moveTo>
                    <a:pt x="183649" y="223519"/>
                  </a:moveTo>
                  <a:cubicBezTo>
                    <a:pt x="162890" y="223584"/>
                    <a:pt x="145587" y="207643"/>
                    <a:pt x="143953" y="186949"/>
                  </a:cubicBezTo>
                  <a:cubicBezTo>
                    <a:pt x="137485" y="130568"/>
                    <a:pt x="93044" y="86065"/>
                    <a:pt x="36673" y="79520"/>
                  </a:cubicBezTo>
                  <a:cubicBezTo>
                    <a:pt x="14749" y="77780"/>
                    <a:pt x="-1613" y="58596"/>
                    <a:pt x="127" y="36673"/>
                  </a:cubicBezTo>
                  <a:cubicBezTo>
                    <a:pt x="1867" y="14749"/>
                    <a:pt x="21051" y="-1613"/>
                    <a:pt x="42974" y="127"/>
                  </a:cubicBezTo>
                  <a:cubicBezTo>
                    <a:pt x="138288" y="9742"/>
                    <a:pt x="213658" y="85132"/>
                    <a:pt x="223247" y="180448"/>
                  </a:cubicBezTo>
                  <a:cubicBezTo>
                    <a:pt x="224959" y="202285"/>
                    <a:pt x="208660" y="221382"/>
                    <a:pt x="186825" y="2231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2" name="Picture Placeholder 37">
              <a:extLst>
                <a:ext uri="{FF2B5EF4-FFF2-40B4-BE49-F238E27FC236}">
                  <a16:creationId xmlns:a16="http://schemas.microsoft.com/office/drawing/2014/main" id="{911F1708-500D-4946-A5BB-7A4F5A15934E}"/>
                </a:ext>
              </a:extLst>
            </p:cNvPr>
            <p:cNvSpPr/>
            <p:nvPr/>
          </p:nvSpPr>
          <p:spPr>
            <a:xfrm>
              <a:off x="8279417" y="5237150"/>
              <a:ext cx="202899" cy="203742"/>
            </a:xfrm>
            <a:custGeom>
              <a:avLst/>
              <a:gdLst>
                <a:gd name="connsiteX0" fmla="*/ 162955 w 202899"/>
                <a:gd name="connsiteY0" fmla="*/ 203743 h 203742"/>
                <a:gd name="connsiteX1" fmla="*/ 162955 w 202899"/>
                <a:gd name="connsiteY1" fmla="*/ 203743 h 203742"/>
                <a:gd name="connsiteX2" fmla="*/ 0 w 202899"/>
                <a:gd name="connsiteY2" fmla="*/ 39697 h 203742"/>
                <a:gd name="connsiteX3" fmla="*/ 39697 w 202899"/>
                <a:gd name="connsiteY3" fmla="*/ 0 h 203742"/>
                <a:gd name="connsiteX4" fmla="*/ 39697 w 202899"/>
                <a:gd name="connsiteY4" fmla="*/ 0 h 203742"/>
                <a:gd name="connsiteX5" fmla="*/ 79393 w 202899"/>
                <a:gd name="connsiteY5" fmla="*/ 39697 h 203742"/>
                <a:gd name="connsiteX6" fmla="*/ 163203 w 202899"/>
                <a:gd name="connsiteY6" fmla="*/ 124052 h 203742"/>
                <a:gd name="connsiteX7" fmla="*/ 202899 w 202899"/>
                <a:gd name="connsiteY7" fmla="*/ 163748 h 203742"/>
                <a:gd name="connsiteX8" fmla="*/ 163203 w 202899"/>
                <a:gd name="connsiteY8" fmla="*/ 203445 h 20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899" h="203742">
                  <a:moveTo>
                    <a:pt x="162955" y="203743"/>
                  </a:moveTo>
                  <a:lnTo>
                    <a:pt x="162955" y="203743"/>
                  </a:lnTo>
                  <a:cubicBezTo>
                    <a:pt x="73685" y="201026"/>
                    <a:pt x="2120" y="128982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0" y="0"/>
                    <a:pt x="79393" y="17773"/>
                    <a:pt x="79393" y="39697"/>
                  </a:cubicBezTo>
                  <a:cubicBezTo>
                    <a:pt x="81633" y="85116"/>
                    <a:pt x="117799" y="121517"/>
                    <a:pt x="163203" y="124052"/>
                  </a:cubicBezTo>
                  <a:cubicBezTo>
                    <a:pt x="185126" y="124052"/>
                    <a:pt x="202899" y="141824"/>
                    <a:pt x="202899" y="163748"/>
                  </a:cubicBezTo>
                  <a:cubicBezTo>
                    <a:pt x="202899" y="185672"/>
                    <a:pt x="185126" y="203445"/>
                    <a:pt x="163203" y="2034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4" name="Picture Placeholder 37">
              <a:extLst>
                <a:ext uri="{FF2B5EF4-FFF2-40B4-BE49-F238E27FC236}">
                  <a16:creationId xmlns:a16="http://schemas.microsoft.com/office/drawing/2014/main" id="{911F1708-500D-4946-A5BB-7A4F5A15934E}"/>
                </a:ext>
              </a:extLst>
            </p:cNvPr>
            <p:cNvSpPr/>
            <p:nvPr/>
          </p:nvSpPr>
          <p:spPr>
            <a:xfrm>
              <a:off x="8640359" y="5005769"/>
              <a:ext cx="79442" cy="79393"/>
            </a:xfrm>
            <a:custGeom>
              <a:avLst/>
              <a:gdLst>
                <a:gd name="connsiteX0" fmla="*/ 39746 w 79442"/>
                <a:gd name="connsiteY0" fmla="*/ 79393 h 79393"/>
                <a:gd name="connsiteX1" fmla="*/ 31956 w 79442"/>
                <a:gd name="connsiteY1" fmla="*/ 78599 h 79393"/>
                <a:gd name="connsiteX2" fmla="*/ 24562 w 79442"/>
                <a:gd name="connsiteY2" fmla="*/ 76317 h 79393"/>
                <a:gd name="connsiteX3" fmla="*/ 17715 w 79442"/>
                <a:gd name="connsiteY3" fmla="*/ 72694 h 79393"/>
                <a:gd name="connsiteX4" fmla="*/ 11661 w 79442"/>
                <a:gd name="connsiteY4" fmla="*/ 67732 h 79393"/>
                <a:gd name="connsiteX5" fmla="*/ 6699 w 79442"/>
                <a:gd name="connsiteY5" fmla="*/ 61728 h 79393"/>
                <a:gd name="connsiteX6" fmla="*/ 3027 w 79442"/>
                <a:gd name="connsiteY6" fmla="*/ 54880 h 79393"/>
                <a:gd name="connsiteX7" fmla="*/ 744 w 79442"/>
                <a:gd name="connsiteY7" fmla="*/ 47437 h 79393"/>
                <a:gd name="connsiteX8" fmla="*/ 0 w 79442"/>
                <a:gd name="connsiteY8" fmla="*/ 39696 h 79393"/>
                <a:gd name="connsiteX9" fmla="*/ 744 w 79442"/>
                <a:gd name="connsiteY9" fmla="*/ 31906 h 79393"/>
                <a:gd name="connsiteX10" fmla="*/ 3027 w 79442"/>
                <a:gd name="connsiteY10" fmla="*/ 24513 h 79393"/>
                <a:gd name="connsiteX11" fmla="*/ 6699 w 79442"/>
                <a:gd name="connsiteY11" fmla="*/ 17665 h 79393"/>
                <a:gd name="connsiteX12" fmla="*/ 11661 w 79442"/>
                <a:gd name="connsiteY12" fmla="*/ 11611 h 79393"/>
                <a:gd name="connsiteX13" fmla="*/ 17715 w 79442"/>
                <a:gd name="connsiteY13" fmla="*/ 6649 h 79393"/>
                <a:gd name="connsiteX14" fmla="*/ 24562 w 79442"/>
                <a:gd name="connsiteY14" fmla="*/ 3027 h 79393"/>
                <a:gd name="connsiteX15" fmla="*/ 31956 w 79442"/>
                <a:gd name="connsiteY15" fmla="*/ 744 h 79393"/>
                <a:gd name="connsiteX16" fmla="*/ 47487 w 79442"/>
                <a:gd name="connsiteY16" fmla="*/ 744 h 79393"/>
                <a:gd name="connsiteX17" fmla="*/ 54930 w 79442"/>
                <a:gd name="connsiteY17" fmla="*/ 3027 h 79393"/>
                <a:gd name="connsiteX18" fmla="*/ 61778 w 79442"/>
                <a:gd name="connsiteY18" fmla="*/ 6649 h 79393"/>
                <a:gd name="connsiteX19" fmla="*/ 67782 w 79442"/>
                <a:gd name="connsiteY19" fmla="*/ 11611 h 79393"/>
                <a:gd name="connsiteX20" fmla="*/ 72744 w 79442"/>
                <a:gd name="connsiteY20" fmla="*/ 17665 h 79393"/>
                <a:gd name="connsiteX21" fmla="*/ 76366 w 79442"/>
                <a:gd name="connsiteY21" fmla="*/ 24513 h 79393"/>
                <a:gd name="connsiteX22" fmla="*/ 78649 w 79442"/>
                <a:gd name="connsiteY22" fmla="*/ 31906 h 79393"/>
                <a:gd name="connsiteX23" fmla="*/ 79443 w 79442"/>
                <a:gd name="connsiteY23" fmla="*/ 39696 h 79393"/>
                <a:gd name="connsiteX24" fmla="*/ 78649 w 79442"/>
                <a:gd name="connsiteY24" fmla="*/ 47437 h 79393"/>
                <a:gd name="connsiteX25" fmla="*/ 76366 w 79442"/>
                <a:gd name="connsiteY25" fmla="*/ 54880 h 79393"/>
                <a:gd name="connsiteX26" fmla="*/ 72744 w 79442"/>
                <a:gd name="connsiteY26" fmla="*/ 61728 h 79393"/>
                <a:gd name="connsiteX27" fmla="*/ 61778 w 79442"/>
                <a:gd name="connsiteY27" fmla="*/ 72694 h 79393"/>
                <a:gd name="connsiteX28" fmla="*/ 54930 w 79442"/>
                <a:gd name="connsiteY28" fmla="*/ 76317 h 79393"/>
                <a:gd name="connsiteX29" fmla="*/ 47487 w 79442"/>
                <a:gd name="connsiteY29" fmla="*/ 78599 h 79393"/>
                <a:gd name="connsiteX30" fmla="*/ 39746 w 79442"/>
                <a:gd name="connsiteY30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9442" h="79393">
                  <a:moveTo>
                    <a:pt x="39746" y="79393"/>
                  </a:moveTo>
                  <a:cubicBezTo>
                    <a:pt x="37130" y="79375"/>
                    <a:pt x="34522" y="79109"/>
                    <a:pt x="31956" y="78599"/>
                  </a:cubicBezTo>
                  <a:cubicBezTo>
                    <a:pt x="29421" y="78088"/>
                    <a:pt x="26944" y="77323"/>
                    <a:pt x="24562" y="76317"/>
                  </a:cubicBezTo>
                  <a:cubicBezTo>
                    <a:pt x="22161" y="75348"/>
                    <a:pt x="19866" y="74134"/>
                    <a:pt x="17715" y="72694"/>
                  </a:cubicBezTo>
                  <a:cubicBezTo>
                    <a:pt x="15535" y="71248"/>
                    <a:pt x="13507" y="69586"/>
                    <a:pt x="11661" y="67732"/>
                  </a:cubicBezTo>
                  <a:cubicBezTo>
                    <a:pt x="9806" y="65905"/>
                    <a:pt x="8144" y="63893"/>
                    <a:pt x="6699" y="61728"/>
                  </a:cubicBezTo>
                  <a:cubicBezTo>
                    <a:pt x="5263" y="59566"/>
                    <a:pt x="4033" y="57273"/>
                    <a:pt x="3027" y="54880"/>
                  </a:cubicBezTo>
                  <a:cubicBezTo>
                    <a:pt x="2043" y="52473"/>
                    <a:pt x="1279" y="49982"/>
                    <a:pt x="744" y="47437"/>
                  </a:cubicBezTo>
                  <a:cubicBezTo>
                    <a:pt x="249" y="44887"/>
                    <a:pt x="-1" y="42295"/>
                    <a:pt x="0" y="39696"/>
                  </a:cubicBezTo>
                  <a:cubicBezTo>
                    <a:pt x="2" y="37082"/>
                    <a:pt x="251" y="34474"/>
                    <a:pt x="744" y="31906"/>
                  </a:cubicBezTo>
                  <a:cubicBezTo>
                    <a:pt x="1279" y="29377"/>
                    <a:pt x="2043" y="26902"/>
                    <a:pt x="3027" y="24513"/>
                  </a:cubicBezTo>
                  <a:cubicBezTo>
                    <a:pt x="4012" y="22110"/>
                    <a:pt x="5243" y="19815"/>
                    <a:pt x="6699" y="17665"/>
                  </a:cubicBezTo>
                  <a:cubicBezTo>
                    <a:pt x="8143" y="15484"/>
                    <a:pt x="9806" y="13455"/>
                    <a:pt x="11661" y="11611"/>
                  </a:cubicBezTo>
                  <a:cubicBezTo>
                    <a:pt x="13519" y="9772"/>
                    <a:pt x="15546" y="8110"/>
                    <a:pt x="17715" y="6649"/>
                  </a:cubicBezTo>
                  <a:cubicBezTo>
                    <a:pt x="19877" y="5228"/>
                    <a:pt x="22170" y="4015"/>
                    <a:pt x="24562" y="3027"/>
                  </a:cubicBezTo>
                  <a:cubicBezTo>
                    <a:pt x="26952" y="2043"/>
                    <a:pt x="29427" y="1279"/>
                    <a:pt x="31956" y="744"/>
                  </a:cubicBezTo>
                  <a:cubicBezTo>
                    <a:pt x="37085" y="-248"/>
                    <a:pt x="42357" y="-248"/>
                    <a:pt x="47487" y="744"/>
                  </a:cubicBezTo>
                  <a:cubicBezTo>
                    <a:pt x="50030" y="1285"/>
                    <a:pt x="52521" y="2049"/>
                    <a:pt x="54930" y="3027"/>
                  </a:cubicBezTo>
                  <a:cubicBezTo>
                    <a:pt x="57312" y="4036"/>
                    <a:pt x="59603" y="5248"/>
                    <a:pt x="61778" y="6649"/>
                  </a:cubicBezTo>
                  <a:cubicBezTo>
                    <a:pt x="63931" y="8111"/>
                    <a:pt x="65941" y="9772"/>
                    <a:pt x="67782" y="11611"/>
                  </a:cubicBezTo>
                  <a:cubicBezTo>
                    <a:pt x="69635" y="13457"/>
                    <a:pt x="71298" y="15485"/>
                    <a:pt x="72744" y="17665"/>
                  </a:cubicBezTo>
                  <a:cubicBezTo>
                    <a:pt x="74184" y="19816"/>
                    <a:pt x="75398" y="22111"/>
                    <a:pt x="76366" y="24513"/>
                  </a:cubicBezTo>
                  <a:cubicBezTo>
                    <a:pt x="77373" y="26894"/>
                    <a:pt x="78138" y="29371"/>
                    <a:pt x="78649" y="31906"/>
                  </a:cubicBezTo>
                  <a:cubicBezTo>
                    <a:pt x="79159" y="34472"/>
                    <a:pt x="79424" y="37080"/>
                    <a:pt x="79443" y="39696"/>
                  </a:cubicBezTo>
                  <a:cubicBezTo>
                    <a:pt x="79427" y="42296"/>
                    <a:pt x="79161" y="44888"/>
                    <a:pt x="78649" y="47437"/>
                  </a:cubicBezTo>
                  <a:cubicBezTo>
                    <a:pt x="78137" y="49988"/>
                    <a:pt x="77373" y="52481"/>
                    <a:pt x="76366" y="54880"/>
                  </a:cubicBezTo>
                  <a:cubicBezTo>
                    <a:pt x="75377" y="57272"/>
                    <a:pt x="74164" y="59565"/>
                    <a:pt x="72744" y="61728"/>
                  </a:cubicBezTo>
                  <a:cubicBezTo>
                    <a:pt x="69816" y="66045"/>
                    <a:pt x="66095" y="69766"/>
                    <a:pt x="61778" y="72694"/>
                  </a:cubicBezTo>
                  <a:cubicBezTo>
                    <a:pt x="59614" y="74114"/>
                    <a:pt x="57322" y="75327"/>
                    <a:pt x="54930" y="76317"/>
                  </a:cubicBezTo>
                  <a:cubicBezTo>
                    <a:pt x="52529" y="77316"/>
                    <a:pt x="50036" y="78081"/>
                    <a:pt x="47487" y="78599"/>
                  </a:cubicBezTo>
                  <a:cubicBezTo>
                    <a:pt x="44938" y="79109"/>
                    <a:pt x="42346" y="79374"/>
                    <a:pt x="3974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6" name="Picture Placeholder 37">
              <a:extLst>
                <a:ext uri="{FF2B5EF4-FFF2-40B4-BE49-F238E27FC236}">
                  <a16:creationId xmlns:a16="http://schemas.microsoft.com/office/drawing/2014/main" id="{911F1708-500D-4946-A5BB-7A4F5A15934E}"/>
                </a:ext>
              </a:extLst>
            </p:cNvPr>
            <p:cNvSpPr/>
            <p:nvPr/>
          </p:nvSpPr>
          <p:spPr>
            <a:xfrm>
              <a:off x="8435691" y="5086083"/>
              <a:ext cx="203498" cy="203466"/>
            </a:xfrm>
            <a:custGeom>
              <a:avLst/>
              <a:gdLst>
                <a:gd name="connsiteX0" fmla="*/ 39728 w 203498"/>
                <a:gd name="connsiteY0" fmla="*/ 203467 h 203466"/>
                <a:gd name="connsiteX1" fmla="*/ 0 w 203498"/>
                <a:gd name="connsiteY1" fmla="*/ 163802 h 203466"/>
                <a:gd name="connsiteX2" fmla="*/ 11642 w 203498"/>
                <a:gd name="connsiteY2" fmla="*/ 135685 h 203466"/>
                <a:gd name="connsiteX3" fmla="*/ 135694 w 203498"/>
                <a:gd name="connsiteY3" fmla="*/ 11633 h 203466"/>
                <a:gd name="connsiteX4" fmla="*/ 191865 w 203498"/>
                <a:gd name="connsiteY4" fmla="*/ 11633 h 203466"/>
                <a:gd name="connsiteX5" fmla="*/ 191865 w 203498"/>
                <a:gd name="connsiteY5" fmla="*/ 67804 h 203466"/>
                <a:gd name="connsiteX6" fmla="*/ 67813 w 203498"/>
                <a:gd name="connsiteY6" fmla="*/ 191856 h 203466"/>
                <a:gd name="connsiteX7" fmla="*/ 39728 w 203498"/>
                <a:gd name="connsiteY7" fmla="*/ 203467 h 20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498" h="203466">
                  <a:moveTo>
                    <a:pt x="39728" y="203467"/>
                  </a:moveTo>
                  <a:cubicBezTo>
                    <a:pt x="17804" y="203484"/>
                    <a:pt x="17" y="185725"/>
                    <a:pt x="0" y="163802"/>
                  </a:cubicBezTo>
                  <a:cubicBezTo>
                    <a:pt x="-8" y="153255"/>
                    <a:pt x="4181" y="143139"/>
                    <a:pt x="11642" y="135685"/>
                  </a:cubicBezTo>
                  <a:lnTo>
                    <a:pt x="135694" y="11633"/>
                  </a:lnTo>
                  <a:cubicBezTo>
                    <a:pt x="151205" y="-3878"/>
                    <a:pt x="176354" y="-3878"/>
                    <a:pt x="191865" y="11633"/>
                  </a:cubicBezTo>
                  <a:cubicBezTo>
                    <a:pt x="207376" y="27144"/>
                    <a:pt x="207376" y="52293"/>
                    <a:pt x="191865" y="67804"/>
                  </a:cubicBezTo>
                  <a:lnTo>
                    <a:pt x="67813" y="191856"/>
                  </a:lnTo>
                  <a:cubicBezTo>
                    <a:pt x="60362" y="199298"/>
                    <a:pt x="50259" y="203475"/>
                    <a:pt x="39728" y="20346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35D3917C-C66F-0648-9B0D-ECE2039A6176}"/>
              </a:ext>
            </a:extLst>
          </p:cNvPr>
          <p:cNvGrpSpPr>
            <a:grpSpLocks noChangeAspect="1"/>
          </p:cNvGrpSpPr>
          <p:nvPr/>
        </p:nvGrpSpPr>
        <p:grpSpPr>
          <a:xfrm>
            <a:off x="9433573" y="4777981"/>
            <a:ext cx="822941" cy="829637"/>
            <a:chOff x="9433573" y="4777981"/>
            <a:chExt cx="822941" cy="829637"/>
          </a:xfrm>
        </p:grpSpPr>
        <p:grpSp>
          <p:nvGrpSpPr>
            <p:cNvPr id="74" name="Picture Placeholder 41">
              <a:extLst>
                <a:ext uri="{FF2B5EF4-FFF2-40B4-BE49-F238E27FC236}">
                  <a16:creationId xmlns:a16="http://schemas.microsoft.com/office/drawing/2014/main" id="{5EA9E04E-DE1C-8747-B2CF-68AED0B0FB3F}"/>
                </a:ext>
              </a:extLst>
            </p:cNvPr>
            <p:cNvGrpSpPr/>
            <p:nvPr/>
          </p:nvGrpSpPr>
          <p:grpSpPr>
            <a:xfrm>
              <a:off x="9562239" y="5003735"/>
              <a:ext cx="481321" cy="481320"/>
              <a:chOff x="9562239" y="5003735"/>
              <a:chExt cx="481321" cy="481320"/>
            </a:xfrm>
            <a:solidFill>
              <a:srgbClr val="EE7684"/>
            </a:solidFill>
          </p:grpSpPr>
          <p:sp>
            <p:nvSpPr>
              <p:cNvPr id="76" name="Picture Placeholder 41">
                <a:extLst>
                  <a:ext uri="{FF2B5EF4-FFF2-40B4-BE49-F238E27FC236}">
                    <a16:creationId xmlns:a16="http://schemas.microsoft.com/office/drawing/2014/main" id="{65867264-35A0-C340-81E6-7255077039B3}"/>
                  </a:ext>
                </a:extLst>
              </p:cNvPr>
              <p:cNvSpPr/>
              <p:nvPr/>
            </p:nvSpPr>
            <p:spPr>
              <a:xfrm>
                <a:off x="9562239" y="5003735"/>
                <a:ext cx="481321" cy="481320"/>
              </a:xfrm>
              <a:custGeom>
                <a:avLst/>
                <a:gdLst>
                  <a:gd name="connsiteX0" fmla="*/ 240611 w 481321"/>
                  <a:gd name="connsiteY0" fmla="*/ 481321 h 481320"/>
                  <a:gd name="connsiteX1" fmla="*/ 0 w 481321"/>
                  <a:gd name="connsiteY1" fmla="*/ 240611 h 481320"/>
                  <a:gd name="connsiteX2" fmla="*/ 240710 w 481321"/>
                  <a:gd name="connsiteY2" fmla="*/ 0 h 481320"/>
                  <a:gd name="connsiteX3" fmla="*/ 481321 w 481321"/>
                  <a:gd name="connsiteY3" fmla="*/ 240660 h 481320"/>
                  <a:gd name="connsiteX4" fmla="*/ 240611 w 481321"/>
                  <a:gd name="connsiteY4" fmla="*/ 481321 h 481320"/>
                  <a:gd name="connsiteX5" fmla="*/ 240611 w 481321"/>
                  <a:gd name="connsiteY5" fmla="*/ 79393 h 481320"/>
                  <a:gd name="connsiteX6" fmla="*/ 79393 w 481321"/>
                  <a:gd name="connsiteY6" fmla="*/ 240710 h 481320"/>
                  <a:gd name="connsiteX7" fmla="*/ 240710 w 481321"/>
                  <a:gd name="connsiteY7" fmla="*/ 401928 h 481320"/>
                  <a:gd name="connsiteX8" fmla="*/ 401928 w 481321"/>
                  <a:gd name="connsiteY8" fmla="*/ 240660 h 481320"/>
                  <a:gd name="connsiteX9" fmla="*/ 240611 w 481321"/>
                  <a:gd name="connsiteY9" fmla="*/ 79393 h 48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1321" h="481320">
                    <a:moveTo>
                      <a:pt x="240611" y="481321"/>
                    </a:moveTo>
                    <a:cubicBezTo>
                      <a:pt x="107698" y="481293"/>
                      <a:pt x="-27" y="373524"/>
                      <a:pt x="0" y="240611"/>
                    </a:cubicBezTo>
                    <a:cubicBezTo>
                      <a:pt x="27" y="107698"/>
                      <a:pt x="107797" y="-27"/>
                      <a:pt x="240710" y="0"/>
                    </a:cubicBezTo>
                    <a:cubicBezTo>
                      <a:pt x="373604" y="27"/>
                      <a:pt x="481321" y="107767"/>
                      <a:pt x="481321" y="240660"/>
                    </a:cubicBezTo>
                    <a:cubicBezTo>
                      <a:pt x="481157" y="373525"/>
                      <a:pt x="373476" y="481184"/>
                      <a:pt x="240611" y="481321"/>
                    </a:cubicBezTo>
                    <a:close/>
                    <a:moveTo>
                      <a:pt x="240611" y="79393"/>
                    </a:moveTo>
                    <a:cubicBezTo>
                      <a:pt x="151545" y="79421"/>
                      <a:pt x="79366" y="151645"/>
                      <a:pt x="79393" y="240710"/>
                    </a:cubicBezTo>
                    <a:cubicBezTo>
                      <a:pt x="79421" y="329775"/>
                      <a:pt x="151645" y="401955"/>
                      <a:pt x="240710" y="401928"/>
                    </a:cubicBezTo>
                    <a:cubicBezTo>
                      <a:pt x="329756" y="401900"/>
                      <a:pt x="401928" y="329706"/>
                      <a:pt x="401928" y="240660"/>
                    </a:cubicBezTo>
                    <a:cubicBezTo>
                      <a:pt x="401819" y="151621"/>
                      <a:pt x="329651" y="79475"/>
                      <a:pt x="240611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  <p:sp>
            <p:nvSpPr>
              <p:cNvPr id="78" name="Picture Placeholder 41">
                <a:extLst>
                  <a:ext uri="{FF2B5EF4-FFF2-40B4-BE49-F238E27FC236}">
                    <a16:creationId xmlns:a16="http://schemas.microsoft.com/office/drawing/2014/main" id="{3BBEE113-86EB-D342-818E-539F307BD325}"/>
                  </a:ext>
                </a:extLst>
              </p:cNvPr>
              <p:cNvSpPr/>
              <p:nvPr/>
            </p:nvSpPr>
            <p:spPr>
              <a:xfrm>
                <a:off x="9763154" y="5104217"/>
                <a:ext cx="179924" cy="179874"/>
              </a:xfrm>
              <a:custGeom>
                <a:avLst/>
                <a:gdLst>
                  <a:gd name="connsiteX0" fmla="*/ 140228 w 179924"/>
                  <a:gd name="connsiteY0" fmla="*/ 179875 h 179874"/>
                  <a:gd name="connsiteX1" fmla="*/ 39697 w 179924"/>
                  <a:gd name="connsiteY1" fmla="*/ 179875 h 179874"/>
                  <a:gd name="connsiteX2" fmla="*/ 0 w 179924"/>
                  <a:gd name="connsiteY2" fmla="*/ 140178 h 179874"/>
                  <a:gd name="connsiteX3" fmla="*/ 0 w 179924"/>
                  <a:gd name="connsiteY3" fmla="*/ 39697 h 179874"/>
                  <a:gd name="connsiteX4" fmla="*/ 39697 w 179924"/>
                  <a:gd name="connsiteY4" fmla="*/ 0 h 179874"/>
                  <a:gd name="connsiteX5" fmla="*/ 79393 w 179924"/>
                  <a:gd name="connsiteY5" fmla="*/ 39697 h 179874"/>
                  <a:gd name="connsiteX6" fmla="*/ 79393 w 179924"/>
                  <a:gd name="connsiteY6" fmla="*/ 100482 h 179874"/>
                  <a:gd name="connsiteX7" fmla="*/ 140228 w 179924"/>
                  <a:gd name="connsiteY7" fmla="*/ 100482 h 179874"/>
                  <a:gd name="connsiteX8" fmla="*/ 179925 w 179924"/>
                  <a:gd name="connsiteY8" fmla="*/ 140178 h 179874"/>
                  <a:gd name="connsiteX9" fmla="*/ 140228 w 179924"/>
                  <a:gd name="connsiteY9" fmla="*/ 179875 h 17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924" h="179874">
                    <a:moveTo>
                      <a:pt x="140228" y="179875"/>
                    </a:moveTo>
                    <a:lnTo>
                      <a:pt x="39697" y="179875"/>
                    </a:lnTo>
                    <a:cubicBezTo>
                      <a:pt x="17773" y="179875"/>
                      <a:pt x="0" y="162102"/>
                      <a:pt x="0" y="140178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00482"/>
                    </a:lnTo>
                    <a:lnTo>
                      <a:pt x="140228" y="100482"/>
                    </a:lnTo>
                    <a:cubicBezTo>
                      <a:pt x="162152" y="100482"/>
                      <a:pt x="179925" y="118255"/>
                      <a:pt x="179925" y="140178"/>
                    </a:cubicBezTo>
                    <a:cubicBezTo>
                      <a:pt x="179925" y="162102"/>
                      <a:pt x="162152" y="179875"/>
                      <a:pt x="140228" y="17987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</p:grpSp>
        <p:sp>
          <p:nvSpPr>
            <p:cNvPr id="80" name="Picture Placeholder 41">
              <a:extLst>
                <a:ext uri="{FF2B5EF4-FFF2-40B4-BE49-F238E27FC236}">
                  <a16:creationId xmlns:a16="http://schemas.microsoft.com/office/drawing/2014/main" id="{3FE5B9D9-4826-EE49-9596-373BD6CD1B6F}"/>
                </a:ext>
              </a:extLst>
            </p:cNvPr>
            <p:cNvSpPr/>
            <p:nvPr/>
          </p:nvSpPr>
          <p:spPr>
            <a:xfrm>
              <a:off x="10079035" y="4777981"/>
              <a:ext cx="177479" cy="270561"/>
            </a:xfrm>
            <a:custGeom>
              <a:avLst/>
              <a:gdLst>
                <a:gd name="connsiteX0" fmla="*/ 44614 w 177479"/>
                <a:gd name="connsiteY0" fmla="*/ 270561 h 270561"/>
                <a:gd name="connsiteX1" fmla="*/ 4935 w 177479"/>
                <a:gd name="connsiteY1" fmla="*/ 230846 h 270561"/>
                <a:gd name="connsiteX2" fmla="*/ 16578 w 177479"/>
                <a:gd name="connsiteY2" fmla="*/ 202779 h 270561"/>
                <a:gd name="connsiteX3" fmla="*/ 81680 w 177479"/>
                <a:gd name="connsiteY3" fmla="*/ 137727 h 270561"/>
                <a:gd name="connsiteX4" fmla="*/ 11616 w 177479"/>
                <a:gd name="connsiteY4" fmla="*/ 67762 h 270561"/>
                <a:gd name="connsiteX5" fmla="*/ 11641 w 177479"/>
                <a:gd name="connsiteY5" fmla="*/ 11616 h 270561"/>
                <a:gd name="connsiteX6" fmla="*/ 67786 w 177479"/>
                <a:gd name="connsiteY6" fmla="*/ 11641 h 270561"/>
                <a:gd name="connsiteX7" fmla="*/ 165837 w 177479"/>
                <a:gd name="connsiteY7" fmla="*/ 109641 h 270561"/>
                <a:gd name="connsiteX8" fmla="*/ 165868 w 177479"/>
                <a:gd name="connsiteY8" fmla="*/ 165781 h 270561"/>
                <a:gd name="connsiteX9" fmla="*/ 165837 w 177479"/>
                <a:gd name="connsiteY9" fmla="*/ 165812 h 270561"/>
                <a:gd name="connsiteX10" fmla="*/ 72699 w 177479"/>
                <a:gd name="connsiteY10" fmla="*/ 258950 h 270561"/>
                <a:gd name="connsiteX11" fmla="*/ 44614 w 177479"/>
                <a:gd name="connsiteY11" fmla="*/ 270561 h 27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479" h="270561">
                  <a:moveTo>
                    <a:pt x="44614" y="270561"/>
                  </a:moveTo>
                  <a:cubicBezTo>
                    <a:pt x="22690" y="270551"/>
                    <a:pt x="4925" y="252770"/>
                    <a:pt x="4935" y="230846"/>
                  </a:cubicBezTo>
                  <a:cubicBezTo>
                    <a:pt x="4940" y="220317"/>
                    <a:pt x="9128" y="210221"/>
                    <a:pt x="16578" y="202779"/>
                  </a:cubicBezTo>
                  <a:lnTo>
                    <a:pt x="81680" y="137727"/>
                  </a:lnTo>
                  <a:lnTo>
                    <a:pt x="11616" y="67762"/>
                  </a:lnTo>
                  <a:cubicBezTo>
                    <a:pt x="-3882" y="52250"/>
                    <a:pt x="-3870" y="27113"/>
                    <a:pt x="11641" y="11616"/>
                  </a:cubicBezTo>
                  <a:cubicBezTo>
                    <a:pt x="27152" y="-3882"/>
                    <a:pt x="52289" y="-3871"/>
                    <a:pt x="67786" y="11641"/>
                  </a:cubicBezTo>
                  <a:lnTo>
                    <a:pt x="165837" y="109641"/>
                  </a:lnTo>
                  <a:cubicBezTo>
                    <a:pt x="181348" y="125135"/>
                    <a:pt x="181362" y="150270"/>
                    <a:pt x="165868" y="165781"/>
                  </a:cubicBezTo>
                  <a:cubicBezTo>
                    <a:pt x="165858" y="165791"/>
                    <a:pt x="165847" y="165802"/>
                    <a:pt x="165837" y="165812"/>
                  </a:cubicBezTo>
                  <a:lnTo>
                    <a:pt x="72699" y="258950"/>
                  </a:lnTo>
                  <a:cubicBezTo>
                    <a:pt x="65248" y="266393"/>
                    <a:pt x="55145" y="270570"/>
                    <a:pt x="44614" y="2705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2" name="Picture Placeholder 41">
              <a:extLst>
                <a:ext uri="{FF2B5EF4-FFF2-40B4-BE49-F238E27FC236}">
                  <a16:creationId xmlns:a16="http://schemas.microsoft.com/office/drawing/2014/main" id="{203346F5-537C-5443-A373-942780445228}"/>
                </a:ext>
              </a:extLst>
            </p:cNvPr>
            <p:cNvSpPr/>
            <p:nvPr/>
          </p:nvSpPr>
          <p:spPr>
            <a:xfrm>
              <a:off x="9433573" y="4871347"/>
              <a:ext cx="775472" cy="736271"/>
            </a:xfrm>
            <a:custGeom>
              <a:avLst/>
              <a:gdLst>
                <a:gd name="connsiteX0" fmla="*/ 368136 w 775472"/>
                <a:gd name="connsiteY0" fmla="*/ 736272 h 736271"/>
                <a:gd name="connsiteX1" fmla="*/ 0 w 775472"/>
                <a:gd name="connsiteY1" fmla="*/ 368136 h 736271"/>
                <a:gd name="connsiteX2" fmla="*/ 368136 w 775472"/>
                <a:gd name="connsiteY2" fmla="*/ 0 h 736271"/>
                <a:gd name="connsiteX3" fmla="*/ 735776 w 775472"/>
                <a:gd name="connsiteY3" fmla="*/ 0 h 736271"/>
                <a:gd name="connsiteX4" fmla="*/ 775473 w 775472"/>
                <a:gd name="connsiteY4" fmla="*/ 39697 h 736271"/>
                <a:gd name="connsiteX5" fmla="*/ 735776 w 775472"/>
                <a:gd name="connsiteY5" fmla="*/ 79393 h 736271"/>
                <a:gd name="connsiteX6" fmla="*/ 368136 w 775472"/>
                <a:gd name="connsiteY6" fmla="*/ 79393 h 736271"/>
                <a:gd name="connsiteX7" fmla="*/ 79592 w 775472"/>
                <a:gd name="connsiteY7" fmla="*/ 368334 h 736271"/>
                <a:gd name="connsiteX8" fmla="*/ 368533 w 775472"/>
                <a:gd name="connsiteY8" fmla="*/ 656879 h 736271"/>
                <a:gd name="connsiteX9" fmla="*/ 657078 w 775472"/>
                <a:gd name="connsiteY9" fmla="*/ 368136 h 736271"/>
                <a:gd name="connsiteX10" fmla="*/ 696775 w 775472"/>
                <a:gd name="connsiteY10" fmla="*/ 328439 h 736271"/>
                <a:gd name="connsiteX11" fmla="*/ 736471 w 775472"/>
                <a:gd name="connsiteY11" fmla="*/ 368136 h 736271"/>
                <a:gd name="connsiteX12" fmla="*/ 368136 w 775472"/>
                <a:gd name="connsiteY12" fmla="*/ 736272 h 7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5472" h="736271">
                  <a:moveTo>
                    <a:pt x="368136" y="736272"/>
                  </a:moveTo>
                  <a:cubicBezTo>
                    <a:pt x="164820" y="736272"/>
                    <a:pt x="0" y="571452"/>
                    <a:pt x="0" y="368136"/>
                  </a:cubicBezTo>
                  <a:cubicBezTo>
                    <a:pt x="0" y="164820"/>
                    <a:pt x="164820" y="0"/>
                    <a:pt x="368136" y="0"/>
                  </a:cubicBezTo>
                  <a:lnTo>
                    <a:pt x="735776" y="0"/>
                  </a:lnTo>
                  <a:cubicBezTo>
                    <a:pt x="757700" y="0"/>
                    <a:pt x="775473" y="17773"/>
                    <a:pt x="775473" y="39697"/>
                  </a:cubicBezTo>
                  <a:cubicBezTo>
                    <a:pt x="775473" y="61620"/>
                    <a:pt x="757700" y="79393"/>
                    <a:pt x="735776" y="79393"/>
                  </a:cubicBezTo>
                  <a:lnTo>
                    <a:pt x="368136" y="79393"/>
                  </a:lnTo>
                  <a:cubicBezTo>
                    <a:pt x="208668" y="79503"/>
                    <a:pt x="79482" y="208866"/>
                    <a:pt x="79592" y="368334"/>
                  </a:cubicBezTo>
                  <a:cubicBezTo>
                    <a:pt x="79701" y="527803"/>
                    <a:pt x="209065" y="656988"/>
                    <a:pt x="368533" y="656879"/>
                  </a:cubicBezTo>
                  <a:cubicBezTo>
                    <a:pt x="527924" y="656769"/>
                    <a:pt x="657078" y="527527"/>
                    <a:pt x="657078" y="368136"/>
                  </a:cubicBezTo>
                  <a:cubicBezTo>
                    <a:pt x="657078" y="346212"/>
                    <a:pt x="674851" y="328439"/>
                    <a:pt x="696775" y="328439"/>
                  </a:cubicBezTo>
                  <a:cubicBezTo>
                    <a:pt x="718698" y="328439"/>
                    <a:pt x="736471" y="346212"/>
                    <a:pt x="736471" y="368136"/>
                  </a:cubicBezTo>
                  <a:cubicBezTo>
                    <a:pt x="736252" y="571438"/>
                    <a:pt x="571439" y="736162"/>
                    <a:pt x="368136" y="7362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2254383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E198BF6-9532-AE43-9381-07D80955AC3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  <a:endParaRPr lang="fr-FR" dirty="0"/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AF7B02D3-1801-458E-BD12-6C3EF9394440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/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E56A6318-88A9-4447-9EF7-0BADA7841C2E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C0860351-E9E3-4677-8FE7-FD5A95E3A36C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2A2212B1-F388-44E0-8A6C-EC627E15B7D7}"/>
              </a:ext>
            </a:extLst>
          </p:cNvPr>
          <p:cNvPicPr>
            <a:picLocks noGrp="1" noChangeAspect="1"/>
          </p:cNvPicPr>
          <p:nvPr>
            <p:ph type="pic" sz="quarter" idx="26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/>
      </p:pic>
      <p:pic>
        <p:nvPicPr>
          <p:cNvPr id="37" name="Picture Placeholder 36">
            <a:extLst>
              <a:ext uri="{FF2B5EF4-FFF2-40B4-BE49-F238E27FC236}">
                <a16:creationId xmlns:a16="http://schemas.microsoft.com/office/drawing/2014/main" id="{EB7434AC-86A0-42AE-B006-60BAA10993CF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/>
      </p:pic>
      <p:pic>
        <p:nvPicPr>
          <p:cNvPr id="39" name="Picture Placeholder 38">
            <a:extLst>
              <a:ext uri="{FF2B5EF4-FFF2-40B4-BE49-F238E27FC236}">
                <a16:creationId xmlns:a16="http://schemas.microsoft.com/office/drawing/2014/main" id="{F048B6E2-3726-4FDF-AFF2-E6644A70A796}"/>
              </a:ext>
            </a:extLst>
          </p:cNvPr>
          <p:cNvPicPr>
            <a:picLocks noGrp="1" noChangeAspect="1"/>
          </p:cNvPicPr>
          <p:nvPr>
            <p:ph type="pic" sz="quarter" idx="28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/>
      </p:pic>
      <p:pic>
        <p:nvPicPr>
          <p:cNvPr id="41" name="Picture Placeholder 40">
            <a:extLst>
              <a:ext uri="{FF2B5EF4-FFF2-40B4-BE49-F238E27FC236}">
                <a16:creationId xmlns:a16="http://schemas.microsoft.com/office/drawing/2014/main" id="{04E663DC-AD3C-4D3F-8EA9-CE331D39FF60}"/>
              </a:ext>
            </a:extLst>
          </p:cNvPr>
          <p:cNvPicPr>
            <a:picLocks noGrp="1" noChangeAspect="1"/>
          </p:cNvPicPr>
          <p:nvPr>
            <p:ph type="pic" sz="quarter" idx="29"/>
          </p:nvPr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>
            <a:fillRect/>
          </a:stretch>
        </p:blipFill>
        <p:spPr/>
      </p:pic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E3AF71DD-EA09-448C-BBF9-E0C1909A87CC}"/>
              </a:ext>
            </a:extLst>
          </p:cNvPr>
          <p:cNvPicPr>
            <a:picLocks noGrp="1" noChangeAspect="1"/>
          </p:cNvPicPr>
          <p:nvPr>
            <p:ph type="pic" sz="quarter" idx="30"/>
          </p:nvPr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69D1772F-912F-A04B-B80D-3C5BF252AD5B}"/>
              </a:ext>
            </a:extLst>
          </p:cNvPr>
          <p:cNvGrpSpPr/>
          <p:nvPr/>
        </p:nvGrpSpPr>
        <p:grpSpPr>
          <a:xfrm>
            <a:off x="2834395" y="3653866"/>
            <a:ext cx="796413" cy="840574"/>
            <a:chOff x="2834395" y="3653866"/>
            <a:chExt cx="796413" cy="840574"/>
          </a:xfrm>
        </p:grpSpPr>
        <p:grpSp>
          <p:nvGrpSpPr>
            <p:cNvPr id="5" name="Picture Placeholder 2">
              <a:extLst>
                <a:ext uri="{FF2B5EF4-FFF2-40B4-BE49-F238E27FC236}">
                  <a16:creationId xmlns:a16="http://schemas.microsoft.com/office/drawing/2014/main" id="{695F21C9-778A-2B46-BA9A-AF48CF61BFAA}"/>
                </a:ext>
              </a:extLst>
            </p:cNvPr>
            <p:cNvGrpSpPr/>
            <p:nvPr/>
          </p:nvGrpSpPr>
          <p:grpSpPr>
            <a:xfrm>
              <a:off x="3076545" y="3653866"/>
              <a:ext cx="554263" cy="840574"/>
              <a:chOff x="3076545" y="3653866"/>
              <a:chExt cx="554263" cy="840574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AC1DBF8D-7812-E042-B77E-E600FA081803}"/>
                  </a:ext>
                </a:extLst>
              </p:cNvPr>
              <p:cNvSpPr/>
              <p:nvPr/>
            </p:nvSpPr>
            <p:spPr>
              <a:xfrm>
                <a:off x="3076545" y="3653866"/>
                <a:ext cx="554263" cy="840574"/>
              </a:xfrm>
              <a:custGeom>
                <a:avLst/>
                <a:gdLst>
                  <a:gd name="connsiteX0" fmla="*/ 514567 w 554263"/>
                  <a:gd name="connsiteY0" fmla="*/ 840574 h 840574"/>
                  <a:gd name="connsiteX1" fmla="*/ 39697 w 554263"/>
                  <a:gd name="connsiteY1" fmla="*/ 840574 h 840574"/>
                  <a:gd name="connsiteX2" fmla="*/ 0 w 554263"/>
                  <a:gd name="connsiteY2" fmla="*/ 800878 h 840574"/>
                  <a:gd name="connsiteX3" fmla="*/ 0 w 554263"/>
                  <a:gd name="connsiteY3" fmla="*/ 39697 h 840574"/>
                  <a:gd name="connsiteX4" fmla="*/ 39697 w 554263"/>
                  <a:gd name="connsiteY4" fmla="*/ 0 h 840574"/>
                  <a:gd name="connsiteX5" fmla="*/ 39697 w 554263"/>
                  <a:gd name="connsiteY5" fmla="*/ 0 h 840574"/>
                  <a:gd name="connsiteX6" fmla="*/ 514567 w 554263"/>
                  <a:gd name="connsiteY6" fmla="*/ 992 h 840574"/>
                  <a:gd name="connsiteX7" fmla="*/ 554264 w 554263"/>
                  <a:gd name="connsiteY7" fmla="*/ 40689 h 840574"/>
                  <a:gd name="connsiteX8" fmla="*/ 554264 w 554263"/>
                  <a:gd name="connsiteY8" fmla="*/ 801374 h 840574"/>
                  <a:gd name="connsiteX9" fmla="*/ 514567 w 554263"/>
                  <a:gd name="connsiteY9" fmla="*/ 840574 h 840574"/>
                  <a:gd name="connsiteX10" fmla="*/ 79393 w 554263"/>
                  <a:gd name="connsiteY10" fmla="*/ 761181 h 840574"/>
                  <a:gd name="connsiteX11" fmla="*/ 474871 w 554263"/>
                  <a:gd name="connsiteY11" fmla="*/ 761181 h 840574"/>
                  <a:gd name="connsiteX12" fmla="*/ 474871 w 554263"/>
                  <a:gd name="connsiteY12" fmla="*/ 79889 h 840574"/>
                  <a:gd name="connsiteX13" fmla="*/ 79393 w 554263"/>
                  <a:gd name="connsiteY13" fmla="*/ 79393 h 840574"/>
                  <a:gd name="connsiteX14" fmla="*/ 79393 w 554263"/>
                  <a:gd name="connsiteY14" fmla="*/ 761181 h 840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54263" h="840574">
                    <a:moveTo>
                      <a:pt x="514567" y="840574"/>
                    </a:moveTo>
                    <a:lnTo>
                      <a:pt x="39697" y="840574"/>
                    </a:lnTo>
                    <a:cubicBezTo>
                      <a:pt x="17863" y="840574"/>
                      <a:pt x="0" y="822711"/>
                      <a:pt x="0" y="800878"/>
                    </a:cubicBezTo>
                    <a:lnTo>
                      <a:pt x="0" y="39697"/>
                    </a:lnTo>
                    <a:cubicBezTo>
                      <a:pt x="0" y="17863"/>
                      <a:pt x="17863" y="0"/>
                      <a:pt x="39697" y="0"/>
                    </a:cubicBezTo>
                    <a:lnTo>
                      <a:pt x="39697" y="0"/>
                    </a:lnTo>
                    <a:lnTo>
                      <a:pt x="514567" y="992"/>
                    </a:lnTo>
                    <a:cubicBezTo>
                      <a:pt x="536400" y="992"/>
                      <a:pt x="554264" y="18856"/>
                      <a:pt x="554264" y="40689"/>
                    </a:cubicBezTo>
                    <a:lnTo>
                      <a:pt x="554264" y="801374"/>
                    </a:lnTo>
                    <a:cubicBezTo>
                      <a:pt x="554264" y="823207"/>
                      <a:pt x="536400" y="840574"/>
                      <a:pt x="514567" y="840574"/>
                    </a:cubicBezTo>
                    <a:close/>
                    <a:moveTo>
                      <a:pt x="79393" y="761181"/>
                    </a:moveTo>
                    <a:lnTo>
                      <a:pt x="474871" y="761181"/>
                    </a:lnTo>
                    <a:lnTo>
                      <a:pt x="474871" y="79889"/>
                    </a:lnTo>
                    <a:lnTo>
                      <a:pt x="79393" y="79393"/>
                    </a:lnTo>
                    <a:lnTo>
                      <a:pt x="79393" y="761181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1417C761-3C70-CD46-86A8-695E76B27268}"/>
                  </a:ext>
                </a:extLst>
              </p:cNvPr>
              <p:cNvSpPr/>
              <p:nvPr/>
            </p:nvSpPr>
            <p:spPr>
              <a:xfrm>
                <a:off x="3309266" y="4320272"/>
                <a:ext cx="80881" cy="79393"/>
              </a:xfrm>
              <a:custGeom>
                <a:avLst/>
                <a:gdLst>
                  <a:gd name="connsiteX0" fmla="*/ 41185 w 80881"/>
                  <a:gd name="connsiteY0" fmla="*/ 79393 h 79393"/>
                  <a:gd name="connsiteX1" fmla="*/ 39697 w 80881"/>
                  <a:gd name="connsiteY1" fmla="*/ 79393 h 79393"/>
                  <a:gd name="connsiteX2" fmla="*/ 0 w 80881"/>
                  <a:gd name="connsiteY2" fmla="*/ 39697 h 79393"/>
                  <a:gd name="connsiteX3" fmla="*/ 39697 w 80881"/>
                  <a:gd name="connsiteY3" fmla="*/ 0 h 79393"/>
                  <a:gd name="connsiteX4" fmla="*/ 41185 w 80881"/>
                  <a:gd name="connsiteY4" fmla="*/ 0 h 79393"/>
                  <a:gd name="connsiteX5" fmla="*/ 80882 w 80881"/>
                  <a:gd name="connsiteY5" fmla="*/ 39697 h 79393"/>
                  <a:gd name="connsiteX6" fmla="*/ 41185 w 8088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881" h="79393">
                    <a:moveTo>
                      <a:pt x="41185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41185" y="0"/>
                    </a:lnTo>
                    <a:cubicBezTo>
                      <a:pt x="63018" y="0"/>
                      <a:pt x="80882" y="17863"/>
                      <a:pt x="80882" y="39697"/>
                    </a:cubicBezTo>
                    <a:cubicBezTo>
                      <a:pt x="80882" y="61530"/>
                      <a:pt x="63018" y="79393"/>
                      <a:pt x="4118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7BFAC51C-579F-BB41-8358-6FF2A4A07B40}"/>
                  </a:ext>
                </a:extLst>
              </p:cNvPr>
              <p:cNvSpPr/>
              <p:nvPr/>
            </p:nvSpPr>
            <p:spPr>
              <a:xfrm>
                <a:off x="3284456" y="3754100"/>
                <a:ext cx="130502" cy="79393"/>
              </a:xfrm>
              <a:custGeom>
                <a:avLst/>
                <a:gdLst>
                  <a:gd name="connsiteX0" fmla="*/ 90806 w 130502"/>
                  <a:gd name="connsiteY0" fmla="*/ 79393 h 79393"/>
                  <a:gd name="connsiteX1" fmla="*/ 39697 w 130502"/>
                  <a:gd name="connsiteY1" fmla="*/ 79393 h 79393"/>
                  <a:gd name="connsiteX2" fmla="*/ 0 w 130502"/>
                  <a:gd name="connsiteY2" fmla="*/ 39697 h 79393"/>
                  <a:gd name="connsiteX3" fmla="*/ 39697 w 130502"/>
                  <a:gd name="connsiteY3" fmla="*/ 0 h 79393"/>
                  <a:gd name="connsiteX4" fmla="*/ 90806 w 130502"/>
                  <a:gd name="connsiteY4" fmla="*/ 0 h 79393"/>
                  <a:gd name="connsiteX5" fmla="*/ 130503 w 130502"/>
                  <a:gd name="connsiteY5" fmla="*/ 39697 h 79393"/>
                  <a:gd name="connsiteX6" fmla="*/ 90806 w 1305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502" h="79393">
                    <a:moveTo>
                      <a:pt x="90806" y="79393"/>
                    </a:moveTo>
                    <a:lnTo>
                      <a:pt x="39697" y="79393"/>
                    </a:lnTo>
                    <a:cubicBezTo>
                      <a:pt x="17863" y="79393"/>
                      <a:pt x="0" y="61530"/>
                      <a:pt x="0" y="39697"/>
                    </a:cubicBezTo>
                    <a:cubicBezTo>
                      <a:pt x="0" y="17863"/>
                      <a:pt x="17863" y="0"/>
                      <a:pt x="39697" y="0"/>
                    </a:cubicBezTo>
                    <a:lnTo>
                      <a:pt x="90806" y="0"/>
                    </a:lnTo>
                    <a:cubicBezTo>
                      <a:pt x="112639" y="0"/>
                      <a:pt x="130503" y="17863"/>
                      <a:pt x="130503" y="39697"/>
                    </a:cubicBezTo>
                    <a:cubicBezTo>
                      <a:pt x="130503" y="61530"/>
                      <a:pt x="112639" y="79393"/>
                      <a:pt x="90806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Picture Placeholder 2">
              <a:extLst>
                <a:ext uri="{FF2B5EF4-FFF2-40B4-BE49-F238E27FC236}">
                  <a16:creationId xmlns:a16="http://schemas.microsoft.com/office/drawing/2014/main" id="{4659935D-288F-954B-9864-B9416CADF3BA}"/>
                </a:ext>
              </a:extLst>
            </p:cNvPr>
            <p:cNvGrpSpPr/>
            <p:nvPr/>
          </p:nvGrpSpPr>
          <p:grpSpPr>
            <a:xfrm>
              <a:off x="2834395" y="3867607"/>
              <a:ext cx="565304" cy="496827"/>
              <a:chOff x="2834395" y="3867607"/>
              <a:chExt cx="565304" cy="496827"/>
            </a:xfrm>
          </p:grpSpPr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A1C3F8F5-94D6-1548-B656-45833FE7157D}"/>
                  </a:ext>
                </a:extLst>
              </p:cNvPr>
              <p:cNvSpPr/>
              <p:nvPr/>
            </p:nvSpPr>
            <p:spPr>
              <a:xfrm>
                <a:off x="2834395" y="3965484"/>
                <a:ext cx="559225" cy="80881"/>
              </a:xfrm>
              <a:custGeom>
                <a:avLst/>
                <a:gdLst>
                  <a:gd name="connsiteX0" fmla="*/ 39697 w 559225"/>
                  <a:gd name="connsiteY0" fmla="*/ 80882 h 80881"/>
                  <a:gd name="connsiteX1" fmla="*/ 0 w 559225"/>
                  <a:gd name="connsiteY1" fmla="*/ 41185 h 80881"/>
                  <a:gd name="connsiteX2" fmla="*/ 39697 w 559225"/>
                  <a:gd name="connsiteY2" fmla="*/ 1489 h 80881"/>
                  <a:gd name="connsiteX3" fmla="*/ 519529 w 559225"/>
                  <a:gd name="connsiteY3" fmla="*/ 0 h 80881"/>
                  <a:gd name="connsiteX4" fmla="*/ 519529 w 559225"/>
                  <a:gd name="connsiteY4" fmla="*/ 0 h 80881"/>
                  <a:gd name="connsiteX5" fmla="*/ 559226 w 559225"/>
                  <a:gd name="connsiteY5" fmla="*/ 39697 h 80881"/>
                  <a:gd name="connsiteX6" fmla="*/ 519529 w 559225"/>
                  <a:gd name="connsiteY6" fmla="*/ 79393 h 80881"/>
                  <a:gd name="connsiteX7" fmla="*/ 39697 w 559225"/>
                  <a:gd name="connsiteY7" fmla="*/ 80882 h 80881"/>
                  <a:gd name="connsiteX8" fmla="*/ 39697 w 559225"/>
                  <a:gd name="connsiteY8" fmla="*/ 80882 h 80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9225" h="80881">
                    <a:moveTo>
                      <a:pt x="39697" y="80882"/>
                    </a:moveTo>
                    <a:cubicBezTo>
                      <a:pt x="17863" y="80882"/>
                      <a:pt x="0" y="63018"/>
                      <a:pt x="0" y="41185"/>
                    </a:cubicBezTo>
                    <a:cubicBezTo>
                      <a:pt x="0" y="19352"/>
                      <a:pt x="17863" y="1489"/>
                      <a:pt x="39697" y="1489"/>
                    </a:cubicBezTo>
                    <a:lnTo>
                      <a:pt x="519529" y="0"/>
                    </a:lnTo>
                    <a:lnTo>
                      <a:pt x="519529" y="0"/>
                    </a:lnTo>
                    <a:cubicBezTo>
                      <a:pt x="541362" y="0"/>
                      <a:pt x="559226" y="17863"/>
                      <a:pt x="559226" y="39697"/>
                    </a:cubicBezTo>
                    <a:cubicBezTo>
                      <a:pt x="559226" y="61530"/>
                      <a:pt x="541362" y="79393"/>
                      <a:pt x="519529" y="79393"/>
                    </a:cubicBezTo>
                    <a:lnTo>
                      <a:pt x="39697" y="80882"/>
                    </a:lnTo>
                    <a:lnTo>
                      <a:pt x="39697" y="80882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73757F5B-C6B4-F74A-941E-12F07773D5F2}"/>
                  </a:ext>
                </a:extLst>
              </p:cNvPr>
              <p:cNvSpPr/>
              <p:nvPr/>
            </p:nvSpPr>
            <p:spPr>
              <a:xfrm>
                <a:off x="3221313" y="3867607"/>
                <a:ext cx="178386" cy="273037"/>
              </a:xfrm>
              <a:custGeom>
                <a:avLst/>
                <a:gdLst>
                  <a:gd name="connsiteX0" fmla="*/ 44783 w 178386"/>
                  <a:gd name="connsiteY0" fmla="*/ 273038 h 273037"/>
                  <a:gd name="connsiteX1" fmla="*/ 5086 w 178386"/>
                  <a:gd name="connsiteY1" fmla="*/ 233341 h 273037"/>
                  <a:gd name="connsiteX2" fmla="*/ 16499 w 178386"/>
                  <a:gd name="connsiteY2" fmla="*/ 205057 h 273037"/>
                  <a:gd name="connsiteX3" fmla="*/ 82991 w 178386"/>
                  <a:gd name="connsiteY3" fmla="*/ 139062 h 273037"/>
                  <a:gd name="connsiteX4" fmla="*/ 11537 w 178386"/>
                  <a:gd name="connsiteY4" fmla="*/ 67608 h 273037"/>
                  <a:gd name="connsiteX5" fmla="*/ 11537 w 178386"/>
                  <a:gd name="connsiteY5" fmla="*/ 11537 h 273037"/>
                  <a:gd name="connsiteX6" fmla="*/ 67608 w 178386"/>
                  <a:gd name="connsiteY6" fmla="*/ 11537 h 273037"/>
                  <a:gd name="connsiteX7" fmla="*/ 166850 w 178386"/>
                  <a:gd name="connsiteY7" fmla="*/ 110778 h 273037"/>
                  <a:gd name="connsiteX8" fmla="*/ 166850 w 178386"/>
                  <a:gd name="connsiteY8" fmla="*/ 166850 h 273037"/>
                  <a:gd name="connsiteX9" fmla="*/ 166850 w 178386"/>
                  <a:gd name="connsiteY9" fmla="*/ 166850 h 273037"/>
                  <a:gd name="connsiteX10" fmla="*/ 72570 w 178386"/>
                  <a:gd name="connsiteY10" fmla="*/ 261129 h 273037"/>
                  <a:gd name="connsiteX11" fmla="*/ 44783 w 178386"/>
                  <a:gd name="connsiteY11" fmla="*/ 273038 h 273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8386" h="273037">
                    <a:moveTo>
                      <a:pt x="44783" y="273038"/>
                    </a:moveTo>
                    <a:cubicBezTo>
                      <a:pt x="22950" y="273038"/>
                      <a:pt x="5086" y="255174"/>
                      <a:pt x="5086" y="233341"/>
                    </a:cubicBezTo>
                    <a:cubicBezTo>
                      <a:pt x="5086" y="222921"/>
                      <a:pt x="9056" y="212501"/>
                      <a:pt x="16499" y="205057"/>
                    </a:cubicBezTo>
                    <a:lnTo>
                      <a:pt x="82991" y="139062"/>
                    </a:lnTo>
                    <a:lnTo>
                      <a:pt x="11537" y="67608"/>
                    </a:lnTo>
                    <a:cubicBezTo>
                      <a:pt x="-3846" y="52226"/>
                      <a:pt x="-3846" y="26919"/>
                      <a:pt x="11537" y="11537"/>
                    </a:cubicBezTo>
                    <a:cubicBezTo>
                      <a:pt x="26919" y="-3846"/>
                      <a:pt x="52226" y="-3846"/>
                      <a:pt x="67608" y="11537"/>
                    </a:cubicBezTo>
                    <a:lnTo>
                      <a:pt x="166850" y="110778"/>
                    </a:lnTo>
                    <a:cubicBezTo>
                      <a:pt x="182232" y="126161"/>
                      <a:pt x="182232" y="151467"/>
                      <a:pt x="166850" y="166850"/>
                    </a:cubicBezTo>
                    <a:cubicBezTo>
                      <a:pt x="166850" y="166850"/>
                      <a:pt x="166850" y="166850"/>
                      <a:pt x="166850" y="166850"/>
                    </a:cubicBezTo>
                    <a:lnTo>
                      <a:pt x="72570" y="261129"/>
                    </a:lnTo>
                    <a:cubicBezTo>
                      <a:pt x="65127" y="268572"/>
                      <a:pt x="55203" y="273038"/>
                      <a:pt x="44783" y="2730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D9D63615-A786-1D4A-8FED-45E75612BD7F}"/>
                  </a:ext>
                </a:extLst>
              </p:cNvPr>
              <p:cNvSpPr/>
              <p:nvPr/>
            </p:nvSpPr>
            <p:spPr>
              <a:xfrm>
                <a:off x="2852259" y="4185800"/>
                <a:ext cx="505139" cy="80881"/>
              </a:xfrm>
              <a:custGeom>
                <a:avLst/>
                <a:gdLst>
                  <a:gd name="connsiteX0" fmla="*/ 39697 w 505139"/>
                  <a:gd name="connsiteY0" fmla="*/ 80882 h 80881"/>
                  <a:gd name="connsiteX1" fmla="*/ 0 w 505139"/>
                  <a:gd name="connsiteY1" fmla="*/ 41185 h 80881"/>
                  <a:gd name="connsiteX2" fmla="*/ 39697 w 505139"/>
                  <a:gd name="connsiteY2" fmla="*/ 1489 h 80881"/>
                  <a:gd name="connsiteX3" fmla="*/ 465443 w 505139"/>
                  <a:gd name="connsiteY3" fmla="*/ 0 h 80881"/>
                  <a:gd name="connsiteX4" fmla="*/ 465443 w 505139"/>
                  <a:gd name="connsiteY4" fmla="*/ 0 h 80881"/>
                  <a:gd name="connsiteX5" fmla="*/ 505139 w 505139"/>
                  <a:gd name="connsiteY5" fmla="*/ 39697 h 80881"/>
                  <a:gd name="connsiteX6" fmla="*/ 465443 w 505139"/>
                  <a:gd name="connsiteY6" fmla="*/ 79393 h 80881"/>
                  <a:gd name="connsiteX7" fmla="*/ 39697 w 505139"/>
                  <a:gd name="connsiteY7" fmla="*/ 80882 h 80881"/>
                  <a:gd name="connsiteX8" fmla="*/ 39697 w 505139"/>
                  <a:gd name="connsiteY8" fmla="*/ 80882 h 80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5139" h="80881">
                    <a:moveTo>
                      <a:pt x="39697" y="80882"/>
                    </a:moveTo>
                    <a:cubicBezTo>
                      <a:pt x="17863" y="80882"/>
                      <a:pt x="0" y="63018"/>
                      <a:pt x="0" y="41185"/>
                    </a:cubicBezTo>
                    <a:cubicBezTo>
                      <a:pt x="0" y="19352"/>
                      <a:pt x="17863" y="1489"/>
                      <a:pt x="39697" y="1489"/>
                    </a:cubicBezTo>
                    <a:lnTo>
                      <a:pt x="465443" y="0"/>
                    </a:lnTo>
                    <a:lnTo>
                      <a:pt x="465443" y="0"/>
                    </a:lnTo>
                    <a:cubicBezTo>
                      <a:pt x="487276" y="0"/>
                      <a:pt x="505139" y="17863"/>
                      <a:pt x="505139" y="39697"/>
                    </a:cubicBezTo>
                    <a:cubicBezTo>
                      <a:pt x="505139" y="61530"/>
                      <a:pt x="487276" y="79393"/>
                      <a:pt x="465443" y="79393"/>
                    </a:cubicBezTo>
                    <a:lnTo>
                      <a:pt x="39697" y="80882"/>
                    </a:lnTo>
                    <a:lnTo>
                      <a:pt x="39697" y="80882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505DFFDF-D63A-EB49-9F9A-E750AFEC8B55}"/>
                  </a:ext>
                </a:extLst>
              </p:cNvPr>
              <p:cNvSpPr/>
              <p:nvPr/>
            </p:nvSpPr>
            <p:spPr>
              <a:xfrm>
                <a:off x="2846180" y="4091893"/>
                <a:ext cx="178386" cy="272541"/>
              </a:xfrm>
              <a:custGeom>
                <a:avLst/>
                <a:gdLst>
                  <a:gd name="connsiteX0" fmla="*/ 139062 w 178386"/>
                  <a:gd name="connsiteY0" fmla="*/ 272542 h 272541"/>
                  <a:gd name="connsiteX1" fmla="*/ 110778 w 178386"/>
                  <a:gd name="connsiteY1" fmla="*/ 261129 h 272541"/>
                  <a:gd name="connsiteX2" fmla="*/ 11537 w 178386"/>
                  <a:gd name="connsiteY2" fmla="*/ 161887 h 272541"/>
                  <a:gd name="connsiteX3" fmla="*/ 11537 w 178386"/>
                  <a:gd name="connsiteY3" fmla="*/ 105816 h 272541"/>
                  <a:gd name="connsiteX4" fmla="*/ 11537 w 178386"/>
                  <a:gd name="connsiteY4" fmla="*/ 105816 h 272541"/>
                  <a:gd name="connsiteX5" fmla="*/ 105816 w 178386"/>
                  <a:gd name="connsiteY5" fmla="*/ 11537 h 272541"/>
                  <a:gd name="connsiteX6" fmla="*/ 161888 w 178386"/>
                  <a:gd name="connsiteY6" fmla="*/ 11537 h 272541"/>
                  <a:gd name="connsiteX7" fmla="*/ 161888 w 178386"/>
                  <a:gd name="connsiteY7" fmla="*/ 67608 h 272541"/>
                  <a:gd name="connsiteX8" fmla="*/ 95892 w 178386"/>
                  <a:gd name="connsiteY8" fmla="*/ 133604 h 272541"/>
                  <a:gd name="connsiteX9" fmla="*/ 166850 w 178386"/>
                  <a:gd name="connsiteY9" fmla="*/ 204561 h 272541"/>
                  <a:gd name="connsiteX10" fmla="*/ 166850 w 178386"/>
                  <a:gd name="connsiteY10" fmla="*/ 260633 h 272541"/>
                  <a:gd name="connsiteX11" fmla="*/ 139062 w 178386"/>
                  <a:gd name="connsiteY11" fmla="*/ 272542 h 27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8386" h="272541">
                    <a:moveTo>
                      <a:pt x="139062" y="272542"/>
                    </a:moveTo>
                    <a:cubicBezTo>
                      <a:pt x="128642" y="272542"/>
                      <a:pt x="118221" y="268572"/>
                      <a:pt x="110778" y="261129"/>
                    </a:cubicBezTo>
                    <a:lnTo>
                      <a:pt x="11537" y="161887"/>
                    </a:lnTo>
                    <a:cubicBezTo>
                      <a:pt x="-3846" y="146505"/>
                      <a:pt x="-3846" y="121199"/>
                      <a:pt x="11537" y="105816"/>
                    </a:cubicBezTo>
                    <a:cubicBezTo>
                      <a:pt x="11537" y="105816"/>
                      <a:pt x="11537" y="105816"/>
                      <a:pt x="11537" y="105816"/>
                    </a:cubicBezTo>
                    <a:lnTo>
                      <a:pt x="105816" y="11537"/>
                    </a:lnTo>
                    <a:cubicBezTo>
                      <a:pt x="121199" y="-3846"/>
                      <a:pt x="146505" y="-3846"/>
                      <a:pt x="161888" y="11537"/>
                    </a:cubicBezTo>
                    <a:cubicBezTo>
                      <a:pt x="177270" y="26919"/>
                      <a:pt x="177270" y="52226"/>
                      <a:pt x="161888" y="67608"/>
                    </a:cubicBezTo>
                    <a:lnTo>
                      <a:pt x="95892" y="133604"/>
                    </a:lnTo>
                    <a:lnTo>
                      <a:pt x="166850" y="204561"/>
                    </a:lnTo>
                    <a:cubicBezTo>
                      <a:pt x="182232" y="219944"/>
                      <a:pt x="182232" y="245250"/>
                      <a:pt x="166850" y="260633"/>
                    </a:cubicBezTo>
                    <a:cubicBezTo>
                      <a:pt x="159903" y="268572"/>
                      <a:pt x="149482" y="272542"/>
                      <a:pt x="139062" y="2725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B39A6C3-D264-D946-BF28-D9A0253CBFB7}"/>
              </a:ext>
            </a:extLst>
          </p:cNvPr>
          <p:cNvGrpSpPr/>
          <p:nvPr/>
        </p:nvGrpSpPr>
        <p:grpSpPr>
          <a:xfrm>
            <a:off x="4137715" y="3679494"/>
            <a:ext cx="844022" cy="789145"/>
            <a:chOff x="4137715" y="3679494"/>
            <a:chExt cx="844022" cy="789145"/>
          </a:xfrm>
        </p:grpSpPr>
        <p:sp>
          <p:nvSpPr>
            <p:cNvPr id="19" name="Picture Placeholder 17">
              <a:extLst>
                <a:ext uri="{FF2B5EF4-FFF2-40B4-BE49-F238E27FC236}">
                  <a16:creationId xmlns:a16="http://schemas.microsoft.com/office/drawing/2014/main" id="{23E29E5A-BAFD-5949-89F9-75056291AD8A}"/>
                </a:ext>
              </a:extLst>
            </p:cNvPr>
            <p:cNvSpPr/>
            <p:nvPr/>
          </p:nvSpPr>
          <p:spPr>
            <a:xfrm>
              <a:off x="4443177" y="3867731"/>
              <a:ext cx="288296" cy="412844"/>
            </a:xfrm>
            <a:custGeom>
              <a:avLst/>
              <a:gdLst>
                <a:gd name="connsiteX0" fmla="*/ 143900 w 288296"/>
                <a:gd name="connsiteY0" fmla="*/ 412844 h 412844"/>
                <a:gd name="connsiteX1" fmla="*/ 11413 w 288296"/>
                <a:gd name="connsiteY1" fmla="*/ 337917 h 412844"/>
                <a:gd name="connsiteX2" fmla="*/ 29276 w 288296"/>
                <a:gd name="connsiteY2" fmla="*/ 284823 h 412844"/>
                <a:gd name="connsiteX3" fmla="*/ 82370 w 288296"/>
                <a:gd name="connsiteY3" fmla="*/ 302686 h 412844"/>
                <a:gd name="connsiteX4" fmla="*/ 143900 w 288296"/>
                <a:gd name="connsiteY4" fmla="*/ 333451 h 412844"/>
                <a:gd name="connsiteX5" fmla="*/ 208407 w 288296"/>
                <a:gd name="connsiteY5" fmla="*/ 289785 h 412844"/>
                <a:gd name="connsiteX6" fmla="*/ 138938 w 288296"/>
                <a:gd name="connsiteY6" fmla="*/ 245622 h 412844"/>
                <a:gd name="connsiteX7" fmla="*/ 0 w 288296"/>
                <a:gd name="connsiteY7" fmla="*/ 122563 h 412844"/>
                <a:gd name="connsiteX8" fmla="*/ 143900 w 288296"/>
                <a:gd name="connsiteY8" fmla="*/ 0 h 412844"/>
                <a:gd name="connsiteX9" fmla="*/ 274403 w 288296"/>
                <a:gd name="connsiteY9" fmla="*/ 70958 h 412844"/>
                <a:gd name="connsiteX10" fmla="*/ 258524 w 288296"/>
                <a:gd name="connsiteY10" fmla="*/ 124548 h 412844"/>
                <a:gd name="connsiteX11" fmla="*/ 204934 w 288296"/>
                <a:gd name="connsiteY11" fmla="*/ 108669 h 412844"/>
                <a:gd name="connsiteX12" fmla="*/ 144396 w 288296"/>
                <a:gd name="connsiteY12" fmla="*/ 79393 h 412844"/>
                <a:gd name="connsiteX13" fmla="*/ 79889 w 288296"/>
                <a:gd name="connsiteY13" fmla="*/ 123059 h 412844"/>
                <a:gd name="connsiteX14" fmla="*/ 149358 w 288296"/>
                <a:gd name="connsiteY14" fmla="*/ 167222 h 412844"/>
                <a:gd name="connsiteX15" fmla="*/ 288297 w 288296"/>
                <a:gd name="connsiteY15" fmla="*/ 290281 h 412844"/>
                <a:gd name="connsiteX16" fmla="*/ 143900 w 288296"/>
                <a:gd name="connsiteY16" fmla="*/ 412844 h 4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8296" h="412844">
                  <a:moveTo>
                    <a:pt x="143900" y="412844"/>
                  </a:moveTo>
                  <a:cubicBezTo>
                    <a:pt x="85844" y="412844"/>
                    <a:pt x="33742" y="383568"/>
                    <a:pt x="11413" y="337917"/>
                  </a:cubicBezTo>
                  <a:cubicBezTo>
                    <a:pt x="1489" y="318069"/>
                    <a:pt x="9924" y="294251"/>
                    <a:pt x="29276" y="284823"/>
                  </a:cubicBezTo>
                  <a:cubicBezTo>
                    <a:pt x="48628" y="275395"/>
                    <a:pt x="72942" y="283334"/>
                    <a:pt x="82370" y="302686"/>
                  </a:cubicBezTo>
                  <a:cubicBezTo>
                    <a:pt x="91302" y="320550"/>
                    <a:pt x="116609" y="333451"/>
                    <a:pt x="143900" y="333451"/>
                  </a:cubicBezTo>
                  <a:cubicBezTo>
                    <a:pt x="179131" y="333451"/>
                    <a:pt x="208407" y="313603"/>
                    <a:pt x="208407" y="289785"/>
                  </a:cubicBezTo>
                  <a:cubicBezTo>
                    <a:pt x="208407" y="270929"/>
                    <a:pt x="208407" y="254554"/>
                    <a:pt x="138938" y="245622"/>
                  </a:cubicBezTo>
                  <a:cubicBezTo>
                    <a:pt x="23818" y="231232"/>
                    <a:pt x="0" y="170695"/>
                    <a:pt x="0" y="122563"/>
                  </a:cubicBezTo>
                  <a:cubicBezTo>
                    <a:pt x="0" y="55079"/>
                    <a:pt x="64507" y="0"/>
                    <a:pt x="143900" y="0"/>
                  </a:cubicBezTo>
                  <a:cubicBezTo>
                    <a:pt x="199972" y="0"/>
                    <a:pt x="251081" y="27788"/>
                    <a:pt x="274403" y="70958"/>
                  </a:cubicBezTo>
                  <a:cubicBezTo>
                    <a:pt x="284823" y="90310"/>
                    <a:pt x="277876" y="114128"/>
                    <a:pt x="258524" y="124548"/>
                  </a:cubicBezTo>
                  <a:cubicBezTo>
                    <a:pt x="239172" y="134968"/>
                    <a:pt x="215354" y="128021"/>
                    <a:pt x="204934" y="108669"/>
                  </a:cubicBezTo>
                  <a:cubicBezTo>
                    <a:pt x="196994" y="94279"/>
                    <a:pt x="175161" y="79393"/>
                    <a:pt x="144396" y="79393"/>
                  </a:cubicBezTo>
                  <a:cubicBezTo>
                    <a:pt x="109662" y="79393"/>
                    <a:pt x="79889" y="99241"/>
                    <a:pt x="79889" y="123059"/>
                  </a:cubicBezTo>
                  <a:cubicBezTo>
                    <a:pt x="79889" y="134472"/>
                    <a:pt x="79889" y="158290"/>
                    <a:pt x="149358" y="167222"/>
                  </a:cubicBezTo>
                  <a:cubicBezTo>
                    <a:pt x="187566" y="172184"/>
                    <a:pt x="288297" y="184589"/>
                    <a:pt x="288297" y="290281"/>
                  </a:cubicBezTo>
                  <a:cubicBezTo>
                    <a:pt x="287800" y="357765"/>
                    <a:pt x="223293" y="412844"/>
                    <a:pt x="143900" y="4128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Picture Placeholder 17">
              <a:extLst>
                <a:ext uri="{FF2B5EF4-FFF2-40B4-BE49-F238E27FC236}">
                  <a16:creationId xmlns:a16="http://schemas.microsoft.com/office/drawing/2014/main" id="{23E29E5A-BAFD-5949-89F9-75056291AD8A}"/>
                </a:ext>
              </a:extLst>
            </p:cNvPr>
            <p:cNvSpPr/>
            <p:nvPr/>
          </p:nvSpPr>
          <p:spPr>
            <a:xfrm>
              <a:off x="4547381" y="3819103"/>
              <a:ext cx="79393" cy="510100"/>
            </a:xfrm>
            <a:custGeom>
              <a:avLst/>
              <a:gdLst>
                <a:gd name="connsiteX0" fmla="*/ 39697 w 79393"/>
                <a:gd name="connsiteY0" fmla="*/ 510101 h 510100"/>
                <a:gd name="connsiteX1" fmla="*/ 0 w 79393"/>
                <a:gd name="connsiteY1" fmla="*/ 470404 h 510100"/>
                <a:gd name="connsiteX2" fmla="*/ 0 w 79393"/>
                <a:gd name="connsiteY2" fmla="*/ 39697 h 510100"/>
                <a:gd name="connsiteX3" fmla="*/ 39697 w 79393"/>
                <a:gd name="connsiteY3" fmla="*/ 0 h 510100"/>
                <a:gd name="connsiteX4" fmla="*/ 79393 w 79393"/>
                <a:gd name="connsiteY4" fmla="*/ 39697 h 510100"/>
                <a:gd name="connsiteX5" fmla="*/ 79393 w 79393"/>
                <a:gd name="connsiteY5" fmla="*/ 470404 h 510100"/>
                <a:gd name="connsiteX6" fmla="*/ 39697 w 79393"/>
                <a:gd name="connsiteY6" fmla="*/ 510101 h 51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0100">
                  <a:moveTo>
                    <a:pt x="39697" y="510101"/>
                  </a:moveTo>
                  <a:cubicBezTo>
                    <a:pt x="17863" y="510101"/>
                    <a:pt x="0" y="492237"/>
                    <a:pt x="0" y="470404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cubicBezTo>
                    <a:pt x="61530" y="0"/>
                    <a:pt x="79393" y="17863"/>
                    <a:pt x="79393" y="39697"/>
                  </a:cubicBezTo>
                  <a:lnTo>
                    <a:pt x="79393" y="470404"/>
                  </a:lnTo>
                  <a:cubicBezTo>
                    <a:pt x="79393" y="492237"/>
                    <a:pt x="61530" y="510101"/>
                    <a:pt x="39697" y="5101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Picture Placeholder 17">
              <a:extLst>
                <a:ext uri="{FF2B5EF4-FFF2-40B4-BE49-F238E27FC236}">
                  <a16:creationId xmlns:a16="http://schemas.microsoft.com/office/drawing/2014/main" id="{23E29E5A-BAFD-5949-89F9-75056291AD8A}"/>
                </a:ext>
              </a:extLst>
            </p:cNvPr>
            <p:cNvSpPr/>
            <p:nvPr/>
          </p:nvSpPr>
          <p:spPr>
            <a:xfrm>
              <a:off x="4137715" y="4098669"/>
              <a:ext cx="253849" cy="202746"/>
            </a:xfrm>
            <a:custGeom>
              <a:avLst/>
              <a:gdLst>
                <a:gd name="connsiteX0" fmla="*/ 39991 w 253849"/>
                <a:gd name="connsiteY0" fmla="*/ 202747 h 202746"/>
                <a:gd name="connsiteX1" fmla="*/ 23120 w 253849"/>
                <a:gd name="connsiteY1" fmla="*/ 198777 h 202746"/>
                <a:gd name="connsiteX2" fmla="*/ 3768 w 253849"/>
                <a:gd name="connsiteY2" fmla="*/ 146179 h 202746"/>
                <a:gd name="connsiteX3" fmla="*/ 60832 w 253849"/>
                <a:gd name="connsiteY3" fmla="*/ 23120 h 202746"/>
                <a:gd name="connsiteX4" fmla="*/ 113430 w 253849"/>
                <a:gd name="connsiteY4" fmla="*/ 3768 h 202746"/>
                <a:gd name="connsiteX5" fmla="*/ 113430 w 253849"/>
                <a:gd name="connsiteY5" fmla="*/ 3768 h 202746"/>
                <a:gd name="connsiteX6" fmla="*/ 230535 w 253849"/>
                <a:gd name="connsiteY6" fmla="*/ 57855 h 202746"/>
                <a:gd name="connsiteX7" fmla="*/ 250383 w 253849"/>
                <a:gd name="connsiteY7" fmla="*/ 110452 h 202746"/>
                <a:gd name="connsiteX8" fmla="*/ 197785 w 253849"/>
                <a:gd name="connsiteY8" fmla="*/ 130301 h 202746"/>
                <a:gd name="connsiteX9" fmla="*/ 197289 w 253849"/>
                <a:gd name="connsiteY9" fmla="*/ 130301 h 202746"/>
                <a:gd name="connsiteX10" fmla="*/ 116407 w 253849"/>
                <a:gd name="connsiteY10" fmla="*/ 92589 h 202746"/>
                <a:gd name="connsiteX11" fmla="*/ 76214 w 253849"/>
                <a:gd name="connsiteY11" fmla="*/ 179921 h 202746"/>
                <a:gd name="connsiteX12" fmla="*/ 39991 w 253849"/>
                <a:gd name="connsiteY12" fmla="*/ 202747 h 202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849" h="202746">
                  <a:moveTo>
                    <a:pt x="39991" y="202747"/>
                  </a:moveTo>
                  <a:cubicBezTo>
                    <a:pt x="34037" y="202747"/>
                    <a:pt x="28578" y="201258"/>
                    <a:pt x="23120" y="198777"/>
                  </a:cubicBezTo>
                  <a:cubicBezTo>
                    <a:pt x="3272" y="189349"/>
                    <a:pt x="-5660" y="166028"/>
                    <a:pt x="3768" y="146179"/>
                  </a:cubicBezTo>
                  <a:lnTo>
                    <a:pt x="60832" y="23120"/>
                  </a:lnTo>
                  <a:cubicBezTo>
                    <a:pt x="70260" y="3272"/>
                    <a:pt x="93582" y="-5660"/>
                    <a:pt x="113430" y="3768"/>
                  </a:cubicBezTo>
                  <a:cubicBezTo>
                    <a:pt x="113430" y="3768"/>
                    <a:pt x="113430" y="3768"/>
                    <a:pt x="113430" y="3768"/>
                  </a:cubicBezTo>
                  <a:lnTo>
                    <a:pt x="230535" y="57855"/>
                  </a:lnTo>
                  <a:cubicBezTo>
                    <a:pt x="250383" y="66786"/>
                    <a:pt x="259315" y="90604"/>
                    <a:pt x="250383" y="110452"/>
                  </a:cubicBezTo>
                  <a:cubicBezTo>
                    <a:pt x="241451" y="130301"/>
                    <a:pt x="217633" y="139232"/>
                    <a:pt x="197785" y="130301"/>
                  </a:cubicBezTo>
                  <a:cubicBezTo>
                    <a:pt x="197785" y="130301"/>
                    <a:pt x="197289" y="130301"/>
                    <a:pt x="197289" y="130301"/>
                  </a:cubicBezTo>
                  <a:lnTo>
                    <a:pt x="116407" y="92589"/>
                  </a:lnTo>
                  <a:lnTo>
                    <a:pt x="76214" y="179921"/>
                  </a:lnTo>
                  <a:cubicBezTo>
                    <a:pt x="69764" y="193815"/>
                    <a:pt x="55374" y="202747"/>
                    <a:pt x="39991" y="20274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Picture Placeholder 17">
              <a:extLst>
                <a:ext uri="{FF2B5EF4-FFF2-40B4-BE49-F238E27FC236}">
                  <a16:creationId xmlns:a16="http://schemas.microsoft.com/office/drawing/2014/main" id="{23E29E5A-BAFD-5949-89F9-75056291AD8A}"/>
                </a:ext>
              </a:extLst>
            </p:cNvPr>
            <p:cNvSpPr/>
            <p:nvPr/>
          </p:nvSpPr>
          <p:spPr>
            <a:xfrm>
              <a:off x="4219631" y="3679494"/>
              <a:ext cx="762106" cy="789145"/>
            </a:xfrm>
            <a:custGeom>
              <a:avLst/>
              <a:gdLst>
                <a:gd name="connsiteX0" fmla="*/ 366454 w 762106"/>
                <a:gd name="connsiteY0" fmla="*/ 789144 h 789145"/>
                <a:gd name="connsiteX1" fmla="*/ 2734 w 762106"/>
                <a:gd name="connsiteY1" fmla="*/ 545506 h 789145"/>
                <a:gd name="connsiteX2" fmla="*/ 25064 w 762106"/>
                <a:gd name="connsiteY2" fmla="*/ 493901 h 789145"/>
                <a:gd name="connsiteX3" fmla="*/ 76173 w 762106"/>
                <a:gd name="connsiteY3" fmla="*/ 515237 h 789145"/>
                <a:gd name="connsiteX4" fmla="*/ 487529 w 762106"/>
                <a:gd name="connsiteY4" fmla="*/ 685933 h 789145"/>
                <a:gd name="connsiteX5" fmla="*/ 658224 w 762106"/>
                <a:gd name="connsiteY5" fmla="*/ 274577 h 789145"/>
                <a:gd name="connsiteX6" fmla="*/ 246868 w 762106"/>
                <a:gd name="connsiteY6" fmla="*/ 103882 h 789145"/>
                <a:gd name="connsiteX7" fmla="*/ 87586 w 762106"/>
                <a:gd name="connsiteY7" fmla="*/ 249767 h 789145"/>
                <a:gd name="connsiteX8" fmla="*/ 33995 w 762106"/>
                <a:gd name="connsiteY8" fmla="*/ 266638 h 789145"/>
                <a:gd name="connsiteX9" fmla="*/ 17124 w 762106"/>
                <a:gd name="connsiteY9" fmla="*/ 213047 h 789145"/>
                <a:gd name="connsiteX10" fmla="*/ 549059 w 762106"/>
                <a:gd name="connsiteY10" fmla="*/ 44337 h 789145"/>
                <a:gd name="connsiteX11" fmla="*/ 717769 w 762106"/>
                <a:gd name="connsiteY11" fmla="*/ 576271 h 789145"/>
                <a:gd name="connsiteX12" fmla="*/ 366454 w 762106"/>
                <a:gd name="connsiteY12" fmla="*/ 789144 h 789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2106" h="789145">
                  <a:moveTo>
                    <a:pt x="366454" y="789144"/>
                  </a:moveTo>
                  <a:cubicBezTo>
                    <a:pt x="207172" y="789144"/>
                    <a:pt x="63272" y="692880"/>
                    <a:pt x="2734" y="545506"/>
                  </a:cubicBezTo>
                  <a:cubicBezTo>
                    <a:pt x="-5205" y="525162"/>
                    <a:pt x="4719" y="501840"/>
                    <a:pt x="25064" y="493901"/>
                  </a:cubicBezTo>
                  <a:cubicBezTo>
                    <a:pt x="44912" y="485961"/>
                    <a:pt x="67738" y="495389"/>
                    <a:pt x="76173" y="515237"/>
                  </a:cubicBezTo>
                  <a:cubicBezTo>
                    <a:pt x="142665" y="676008"/>
                    <a:pt x="326758" y="752424"/>
                    <a:pt x="487529" y="685933"/>
                  </a:cubicBezTo>
                  <a:cubicBezTo>
                    <a:pt x="648300" y="619441"/>
                    <a:pt x="724716" y="435348"/>
                    <a:pt x="658224" y="274577"/>
                  </a:cubicBezTo>
                  <a:cubicBezTo>
                    <a:pt x="591733" y="113806"/>
                    <a:pt x="407640" y="37390"/>
                    <a:pt x="246868" y="103882"/>
                  </a:cubicBezTo>
                  <a:cubicBezTo>
                    <a:pt x="178392" y="131669"/>
                    <a:pt x="121824" y="183771"/>
                    <a:pt x="87586" y="249767"/>
                  </a:cubicBezTo>
                  <a:cubicBezTo>
                    <a:pt x="77662" y="269119"/>
                    <a:pt x="53348" y="277058"/>
                    <a:pt x="33995" y="266638"/>
                  </a:cubicBezTo>
                  <a:cubicBezTo>
                    <a:pt x="14643" y="256714"/>
                    <a:pt x="6704" y="232399"/>
                    <a:pt x="17124" y="213047"/>
                  </a:cubicBezTo>
                  <a:cubicBezTo>
                    <a:pt x="117358" y="19527"/>
                    <a:pt x="355538" y="-55897"/>
                    <a:pt x="549059" y="44337"/>
                  </a:cubicBezTo>
                  <a:cubicBezTo>
                    <a:pt x="742580" y="144571"/>
                    <a:pt x="818003" y="382750"/>
                    <a:pt x="717769" y="576271"/>
                  </a:cubicBezTo>
                  <a:cubicBezTo>
                    <a:pt x="649789" y="707269"/>
                    <a:pt x="514324" y="789640"/>
                    <a:pt x="366454" y="7891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406B673-5FF3-804D-9313-AB00FBB98D2E}"/>
              </a:ext>
            </a:extLst>
          </p:cNvPr>
          <p:cNvGrpSpPr/>
          <p:nvPr/>
        </p:nvGrpSpPr>
        <p:grpSpPr>
          <a:xfrm>
            <a:off x="5455223" y="3679494"/>
            <a:ext cx="844022" cy="789145"/>
            <a:chOff x="5455223" y="3679494"/>
            <a:chExt cx="844022" cy="789145"/>
          </a:xfrm>
        </p:grpSpPr>
        <p:sp>
          <p:nvSpPr>
            <p:cNvPr id="45" name="Picture Placeholder 43">
              <a:extLst>
                <a:ext uri="{FF2B5EF4-FFF2-40B4-BE49-F238E27FC236}">
                  <a16:creationId xmlns:a16="http://schemas.microsoft.com/office/drawing/2014/main" id="{C494676B-5963-EA4E-BDE7-8329C8BDC746}"/>
                </a:ext>
              </a:extLst>
            </p:cNvPr>
            <p:cNvSpPr/>
            <p:nvPr/>
          </p:nvSpPr>
          <p:spPr>
            <a:xfrm>
              <a:off x="5455223" y="4098669"/>
              <a:ext cx="253849" cy="202746"/>
            </a:xfrm>
            <a:custGeom>
              <a:avLst/>
              <a:gdLst>
                <a:gd name="connsiteX0" fmla="*/ 39991 w 253849"/>
                <a:gd name="connsiteY0" fmla="*/ 202747 h 202746"/>
                <a:gd name="connsiteX1" fmla="*/ 23120 w 253849"/>
                <a:gd name="connsiteY1" fmla="*/ 198777 h 202746"/>
                <a:gd name="connsiteX2" fmla="*/ 3768 w 253849"/>
                <a:gd name="connsiteY2" fmla="*/ 146179 h 202746"/>
                <a:gd name="connsiteX3" fmla="*/ 60832 w 253849"/>
                <a:gd name="connsiteY3" fmla="*/ 23120 h 202746"/>
                <a:gd name="connsiteX4" fmla="*/ 113430 w 253849"/>
                <a:gd name="connsiteY4" fmla="*/ 3768 h 202746"/>
                <a:gd name="connsiteX5" fmla="*/ 113430 w 253849"/>
                <a:gd name="connsiteY5" fmla="*/ 3768 h 202746"/>
                <a:gd name="connsiteX6" fmla="*/ 230535 w 253849"/>
                <a:gd name="connsiteY6" fmla="*/ 57855 h 202746"/>
                <a:gd name="connsiteX7" fmla="*/ 250383 w 253849"/>
                <a:gd name="connsiteY7" fmla="*/ 110452 h 202746"/>
                <a:gd name="connsiteX8" fmla="*/ 197785 w 253849"/>
                <a:gd name="connsiteY8" fmla="*/ 130301 h 202746"/>
                <a:gd name="connsiteX9" fmla="*/ 197289 w 253849"/>
                <a:gd name="connsiteY9" fmla="*/ 130301 h 202746"/>
                <a:gd name="connsiteX10" fmla="*/ 116407 w 253849"/>
                <a:gd name="connsiteY10" fmla="*/ 92589 h 202746"/>
                <a:gd name="connsiteX11" fmla="*/ 76214 w 253849"/>
                <a:gd name="connsiteY11" fmla="*/ 179921 h 202746"/>
                <a:gd name="connsiteX12" fmla="*/ 39991 w 253849"/>
                <a:gd name="connsiteY12" fmla="*/ 202747 h 202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849" h="202746">
                  <a:moveTo>
                    <a:pt x="39991" y="202747"/>
                  </a:moveTo>
                  <a:cubicBezTo>
                    <a:pt x="34037" y="202747"/>
                    <a:pt x="28578" y="201258"/>
                    <a:pt x="23120" y="198777"/>
                  </a:cubicBezTo>
                  <a:cubicBezTo>
                    <a:pt x="3272" y="189349"/>
                    <a:pt x="-5660" y="166028"/>
                    <a:pt x="3768" y="146179"/>
                  </a:cubicBezTo>
                  <a:lnTo>
                    <a:pt x="60832" y="23120"/>
                  </a:lnTo>
                  <a:cubicBezTo>
                    <a:pt x="70260" y="3272"/>
                    <a:pt x="93582" y="-5660"/>
                    <a:pt x="113430" y="3768"/>
                  </a:cubicBezTo>
                  <a:cubicBezTo>
                    <a:pt x="113430" y="3768"/>
                    <a:pt x="113430" y="3768"/>
                    <a:pt x="113430" y="3768"/>
                  </a:cubicBezTo>
                  <a:lnTo>
                    <a:pt x="230535" y="57855"/>
                  </a:lnTo>
                  <a:cubicBezTo>
                    <a:pt x="250383" y="66786"/>
                    <a:pt x="259315" y="90604"/>
                    <a:pt x="250383" y="110452"/>
                  </a:cubicBezTo>
                  <a:cubicBezTo>
                    <a:pt x="241451" y="130301"/>
                    <a:pt x="217633" y="139232"/>
                    <a:pt x="197785" y="130301"/>
                  </a:cubicBezTo>
                  <a:cubicBezTo>
                    <a:pt x="197785" y="130301"/>
                    <a:pt x="197289" y="130301"/>
                    <a:pt x="197289" y="130301"/>
                  </a:cubicBezTo>
                  <a:lnTo>
                    <a:pt x="116407" y="92589"/>
                  </a:lnTo>
                  <a:lnTo>
                    <a:pt x="76214" y="179921"/>
                  </a:lnTo>
                  <a:cubicBezTo>
                    <a:pt x="69764" y="193815"/>
                    <a:pt x="55374" y="202747"/>
                    <a:pt x="39991" y="20274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Picture Placeholder 43">
              <a:extLst>
                <a:ext uri="{FF2B5EF4-FFF2-40B4-BE49-F238E27FC236}">
                  <a16:creationId xmlns:a16="http://schemas.microsoft.com/office/drawing/2014/main" id="{C494676B-5963-EA4E-BDE7-8329C8BDC746}"/>
                </a:ext>
              </a:extLst>
            </p:cNvPr>
            <p:cNvSpPr/>
            <p:nvPr/>
          </p:nvSpPr>
          <p:spPr>
            <a:xfrm>
              <a:off x="5536709" y="3679494"/>
              <a:ext cx="762536" cy="789145"/>
            </a:xfrm>
            <a:custGeom>
              <a:avLst/>
              <a:gdLst>
                <a:gd name="connsiteX0" fmla="*/ 366884 w 762536"/>
                <a:gd name="connsiteY0" fmla="*/ 789144 h 789145"/>
                <a:gd name="connsiteX1" fmla="*/ 3164 w 762536"/>
                <a:gd name="connsiteY1" fmla="*/ 545506 h 789145"/>
                <a:gd name="connsiteX2" fmla="*/ 24005 w 762536"/>
                <a:gd name="connsiteY2" fmla="*/ 493404 h 789145"/>
                <a:gd name="connsiteX3" fmla="*/ 76107 w 762536"/>
                <a:gd name="connsiteY3" fmla="*/ 514245 h 789145"/>
                <a:gd name="connsiteX4" fmla="*/ 76603 w 762536"/>
                <a:gd name="connsiteY4" fmla="*/ 515237 h 789145"/>
                <a:gd name="connsiteX5" fmla="*/ 487959 w 762536"/>
                <a:gd name="connsiteY5" fmla="*/ 685933 h 789145"/>
                <a:gd name="connsiteX6" fmla="*/ 658654 w 762536"/>
                <a:gd name="connsiteY6" fmla="*/ 274577 h 789145"/>
                <a:gd name="connsiteX7" fmla="*/ 247298 w 762536"/>
                <a:gd name="connsiteY7" fmla="*/ 103882 h 789145"/>
                <a:gd name="connsiteX8" fmla="*/ 88016 w 762536"/>
                <a:gd name="connsiteY8" fmla="*/ 249767 h 789145"/>
                <a:gd name="connsiteX9" fmla="*/ 34425 w 762536"/>
                <a:gd name="connsiteY9" fmla="*/ 266638 h 789145"/>
                <a:gd name="connsiteX10" fmla="*/ 17554 w 762536"/>
                <a:gd name="connsiteY10" fmla="*/ 213047 h 789145"/>
                <a:gd name="connsiteX11" fmla="*/ 549488 w 762536"/>
                <a:gd name="connsiteY11" fmla="*/ 44337 h 789145"/>
                <a:gd name="connsiteX12" fmla="*/ 718199 w 762536"/>
                <a:gd name="connsiteY12" fmla="*/ 576271 h 789145"/>
                <a:gd name="connsiteX13" fmla="*/ 366884 w 762536"/>
                <a:gd name="connsiteY13" fmla="*/ 789144 h 789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536" h="789145">
                  <a:moveTo>
                    <a:pt x="366884" y="789144"/>
                  </a:moveTo>
                  <a:cubicBezTo>
                    <a:pt x="207602" y="789144"/>
                    <a:pt x="63701" y="692880"/>
                    <a:pt x="3164" y="545506"/>
                  </a:cubicBezTo>
                  <a:cubicBezTo>
                    <a:pt x="-5271" y="525162"/>
                    <a:pt x="3660" y="501840"/>
                    <a:pt x="24005" y="493404"/>
                  </a:cubicBezTo>
                  <a:cubicBezTo>
                    <a:pt x="44349" y="484969"/>
                    <a:pt x="67671" y="493901"/>
                    <a:pt x="76107" y="514245"/>
                  </a:cubicBezTo>
                  <a:cubicBezTo>
                    <a:pt x="76107" y="514741"/>
                    <a:pt x="76603" y="514741"/>
                    <a:pt x="76603" y="515237"/>
                  </a:cubicBezTo>
                  <a:cubicBezTo>
                    <a:pt x="143095" y="676008"/>
                    <a:pt x="327188" y="752424"/>
                    <a:pt x="487959" y="685933"/>
                  </a:cubicBezTo>
                  <a:cubicBezTo>
                    <a:pt x="648730" y="619441"/>
                    <a:pt x="725146" y="435348"/>
                    <a:pt x="658654" y="274577"/>
                  </a:cubicBezTo>
                  <a:cubicBezTo>
                    <a:pt x="592162" y="113806"/>
                    <a:pt x="408069" y="37390"/>
                    <a:pt x="247298" y="103882"/>
                  </a:cubicBezTo>
                  <a:cubicBezTo>
                    <a:pt x="178821" y="131669"/>
                    <a:pt x="122254" y="183771"/>
                    <a:pt x="88016" y="249767"/>
                  </a:cubicBezTo>
                  <a:cubicBezTo>
                    <a:pt x="78091" y="269119"/>
                    <a:pt x="53777" y="277058"/>
                    <a:pt x="34425" y="266638"/>
                  </a:cubicBezTo>
                  <a:cubicBezTo>
                    <a:pt x="15073" y="256714"/>
                    <a:pt x="7134" y="232399"/>
                    <a:pt x="17554" y="213047"/>
                  </a:cubicBezTo>
                  <a:cubicBezTo>
                    <a:pt x="117788" y="19527"/>
                    <a:pt x="355968" y="-55897"/>
                    <a:pt x="549488" y="44337"/>
                  </a:cubicBezTo>
                  <a:cubicBezTo>
                    <a:pt x="743009" y="144571"/>
                    <a:pt x="818433" y="382750"/>
                    <a:pt x="718199" y="576271"/>
                  </a:cubicBezTo>
                  <a:cubicBezTo>
                    <a:pt x="650219" y="707269"/>
                    <a:pt x="514754" y="789640"/>
                    <a:pt x="366884" y="7891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Picture Placeholder 43">
              <a:extLst>
                <a:ext uri="{FF2B5EF4-FFF2-40B4-BE49-F238E27FC236}">
                  <a16:creationId xmlns:a16="http://schemas.microsoft.com/office/drawing/2014/main" id="{C494676B-5963-EA4E-BDE7-8329C8BDC746}"/>
                </a:ext>
              </a:extLst>
            </p:cNvPr>
            <p:cNvSpPr/>
            <p:nvPr/>
          </p:nvSpPr>
          <p:spPr>
            <a:xfrm>
              <a:off x="5754235" y="3867731"/>
              <a:ext cx="279121" cy="412844"/>
            </a:xfrm>
            <a:custGeom>
              <a:avLst/>
              <a:gdLst>
                <a:gd name="connsiteX0" fmla="*/ 183597 w 279121"/>
                <a:gd name="connsiteY0" fmla="*/ 412844 h 412844"/>
                <a:gd name="connsiteX1" fmla="*/ 0 w 279121"/>
                <a:gd name="connsiteY1" fmla="*/ 206422 h 412844"/>
                <a:gd name="connsiteX2" fmla="*/ 183597 w 279121"/>
                <a:gd name="connsiteY2" fmla="*/ 0 h 412844"/>
                <a:gd name="connsiteX3" fmla="*/ 254554 w 279121"/>
                <a:gd name="connsiteY3" fmla="*/ 15879 h 412844"/>
                <a:gd name="connsiteX4" fmla="*/ 273410 w 279121"/>
                <a:gd name="connsiteY4" fmla="*/ 68477 h 412844"/>
                <a:gd name="connsiteX5" fmla="*/ 220812 w 279121"/>
                <a:gd name="connsiteY5" fmla="*/ 87332 h 412844"/>
                <a:gd name="connsiteX6" fmla="*/ 183597 w 279121"/>
                <a:gd name="connsiteY6" fmla="*/ 78897 h 412844"/>
                <a:gd name="connsiteX7" fmla="*/ 79393 w 279121"/>
                <a:gd name="connsiteY7" fmla="*/ 205926 h 412844"/>
                <a:gd name="connsiteX8" fmla="*/ 183597 w 279121"/>
                <a:gd name="connsiteY8" fmla="*/ 332955 h 412844"/>
                <a:gd name="connsiteX9" fmla="*/ 220812 w 279121"/>
                <a:gd name="connsiteY9" fmla="*/ 324519 h 412844"/>
                <a:gd name="connsiteX10" fmla="*/ 274403 w 279121"/>
                <a:gd name="connsiteY10" fmla="*/ 340894 h 412844"/>
                <a:gd name="connsiteX11" fmla="*/ 258028 w 279121"/>
                <a:gd name="connsiteY11" fmla="*/ 394484 h 412844"/>
                <a:gd name="connsiteX12" fmla="*/ 254554 w 279121"/>
                <a:gd name="connsiteY12" fmla="*/ 395973 h 412844"/>
                <a:gd name="connsiteX13" fmla="*/ 183597 w 279121"/>
                <a:gd name="connsiteY13" fmla="*/ 412844 h 4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9121" h="412844">
                  <a:moveTo>
                    <a:pt x="183597" y="412844"/>
                  </a:moveTo>
                  <a:cubicBezTo>
                    <a:pt x="82370" y="412844"/>
                    <a:pt x="0" y="320053"/>
                    <a:pt x="0" y="206422"/>
                  </a:cubicBezTo>
                  <a:cubicBezTo>
                    <a:pt x="0" y="92791"/>
                    <a:pt x="82370" y="0"/>
                    <a:pt x="183597" y="0"/>
                  </a:cubicBezTo>
                  <a:cubicBezTo>
                    <a:pt x="207911" y="0"/>
                    <a:pt x="232225" y="5458"/>
                    <a:pt x="254554" y="15879"/>
                  </a:cubicBezTo>
                  <a:cubicBezTo>
                    <a:pt x="274403" y="25307"/>
                    <a:pt x="282838" y="48628"/>
                    <a:pt x="273410" y="68477"/>
                  </a:cubicBezTo>
                  <a:cubicBezTo>
                    <a:pt x="263982" y="88325"/>
                    <a:pt x="240661" y="96760"/>
                    <a:pt x="220812" y="87332"/>
                  </a:cubicBezTo>
                  <a:cubicBezTo>
                    <a:pt x="209400" y="81874"/>
                    <a:pt x="196498" y="78897"/>
                    <a:pt x="183597" y="78897"/>
                  </a:cubicBezTo>
                  <a:cubicBezTo>
                    <a:pt x="126037" y="78897"/>
                    <a:pt x="79393" y="135961"/>
                    <a:pt x="79393" y="205926"/>
                  </a:cubicBezTo>
                  <a:cubicBezTo>
                    <a:pt x="79393" y="275891"/>
                    <a:pt x="126037" y="332955"/>
                    <a:pt x="183597" y="332955"/>
                  </a:cubicBezTo>
                  <a:cubicBezTo>
                    <a:pt x="196498" y="332955"/>
                    <a:pt x="209400" y="329978"/>
                    <a:pt x="220812" y="324519"/>
                  </a:cubicBezTo>
                  <a:cubicBezTo>
                    <a:pt x="240164" y="314099"/>
                    <a:pt x="263982" y="321542"/>
                    <a:pt x="274403" y="340894"/>
                  </a:cubicBezTo>
                  <a:cubicBezTo>
                    <a:pt x="284823" y="360246"/>
                    <a:pt x="277380" y="384064"/>
                    <a:pt x="258028" y="394484"/>
                  </a:cubicBezTo>
                  <a:cubicBezTo>
                    <a:pt x="257035" y="394981"/>
                    <a:pt x="255547" y="395477"/>
                    <a:pt x="254554" y="395973"/>
                  </a:cubicBezTo>
                  <a:cubicBezTo>
                    <a:pt x="232225" y="407386"/>
                    <a:pt x="208407" y="412844"/>
                    <a:pt x="183597" y="4128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Picture Placeholder 43">
              <a:extLst>
                <a:ext uri="{FF2B5EF4-FFF2-40B4-BE49-F238E27FC236}">
                  <a16:creationId xmlns:a16="http://schemas.microsoft.com/office/drawing/2014/main" id="{C494676B-5963-EA4E-BDE7-8329C8BDC746}"/>
                </a:ext>
              </a:extLst>
            </p:cNvPr>
            <p:cNvSpPr/>
            <p:nvPr/>
          </p:nvSpPr>
          <p:spPr>
            <a:xfrm>
              <a:off x="5722973" y="3991783"/>
              <a:ext cx="284823" cy="79393"/>
            </a:xfrm>
            <a:custGeom>
              <a:avLst/>
              <a:gdLst>
                <a:gd name="connsiteX0" fmla="*/ 245126 w 284823"/>
                <a:gd name="connsiteY0" fmla="*/ 79393 h 79393"/>
                <a:gd name="connsiteX1" fmla="*/ 39697 w 284823"/>
                <a:gd name="connsiteY1" fmla="*/ 79393 h 79393"/>
                <a:gd name="connsiteX2" fmla="*/ 0 w 284823"/>
                <a:gd name="connsiteY2" fmla="*/ 39697 h 79393"/>
                <a:gd name="connsiteX3" fmla="*/ 39697 w 284823"/>
                <a:gd name="connsiteY3" fmla="*/ 0 h 79393"/>
                <a:gd name="connsiteX4" fmla="*/ 245126 w 284823"/>
                <a:gd name="connsiteY4" fmla="*/ 0 h 79393"/>
                <a:gd name="connsiteX5" fmla="*/ 284823 w 284823"/>
                <a:gd name="connsiteY5" fmla="*/ 39697 h 79393"/>
                <a:gd name="connsiteX6" fmla="*/ 245126 w 284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823" h="79393">
                  <a:moveTo>
                    <a:pt x="245126" y="79393"/>
                  </a:move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45126" y="0"/>
                  </a:lnTo>
                  <a:cubicBezTo>
                    <a:pt x="266960" y="0"/>
                    <a:pt x="284823" y="17863"/>
                    <a:pt x="284823" y="39697"/>
                  </a:cubicBezTo>
                  <a:cubicBezTo>
                    <a:pt x="284823" y="61530"/>
                    <a:pt x="266960" y="79393"/>
                    <a:pt x="24512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Picture Placeholder 43">
              <a:extLst>
                <a:ext uri="{FF2B5EF4-FFF2-40B4-BE49-F238E27FC236}">
                  <a16:creationId xmlns:a16="http://schemas.microsoft.com/office/drawing/2014/main" id="{C494676B-5963-EA4E-BDE7-8329C8BDC746}"/>
                </a:ext>
              </a:extLst>
            </p:cNvPr>
            <p:cNvSpPr/>
            <p:nvPr/>
          </p:nvSpPr>
          <p:spPr>
            <a:xfrm>
              <a:off x="5722973" y="4082093"/>
              <a:ext cx="284823" cy="79393"/>
            </a:xfrm>
            <a:custGeom>
              <a:avLst/>
              <a:gdLst>
                <a:gd name="connsiteX0" fmla="*/ 245126 w 284823"/>
                <a:gd name="connsiteY0" fmla="*/ 79393 h 79393"/>
                <a:gd name="connsiteX1" fmla="*/ 39697 w 284823"/>
                <a:gd name="connsiteY1" fmla="*/ 79393 h 79393"/>
                <a:gd name="connsiteX2" fmla="*/ 0 w 284823"/>
                <a:gd name="connsiteY2" fmla="*/ 39697 h 79393"/>
                <a:gd name="connsiteX3" fmla="*/ 39697 w 284823"/>
                <a:gd name="connsiteY3" fmla="*/ 0 h 79393"/>
                <a:gd name="connsiteX4" fmla="*/ 245126 w 284823"/>
                <a:gd name="connsiteY4" fmla="*/ 0 h 79393"/>
                <a:gd name="connsiteX5" fmla="*/ 284823 w 284823"/>
                <a:gd name="connsiteY5" fmla="*/ 39697 h 79393"/>
                <a:gd name="connsiteX6" fmla="*/ 245126 w 284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823" h="79393">
                  <a:moveTo>
                    <a:pt x="245126" y="79393"/>
                  </a:move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45126" y="0"/>
                  </a:lnTo>
                  <a:cubicBezTo>
                    <a:pt x="266960" y="0"/>
                    <a:pt x="284823" y="17863"/>
                    <a:pt x="284823" y="39697"/>
                  </a:cubicBezTo>
                  <a:cubicBezTo>
                    <a:pt x="284823" y="61530"/>
                    <a:pt x="266960" y="79393"/>
                    <a:pt x="24512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F3061B85-4CDE-5F4B-AC03-6E87C9C20C35}"/>
              </a:ext>
            </a:extLst>
          </p:cNvPr>
          <p:cNvGrpSpPr>
            <a:grpSpLocks noChangeAspect="1"/>
          </p:cNvGrpSpPr>
          <p:nvPr/>
        </p:nvGrpSpPr>
        <p:grpSpPr>
          <a:xfrm>
            <a:off x="6859862" y="3653023"/>
            <a:ext cx="669880" cy="842261"/>
            <a:chOff x="6859862" y="3653023"/>
            <a:chExt cx="669880" cy="842261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1DBCC722-8F62-7241-8E64-CF37CEDFBC88}"/>
                </a:ext>
              </a:extLst>
            </p:cNvPr>
            <p:cNvSpPr/>
            <p:nvPr/>
          </p:nvSpPr>
          <p:spPr>
            <a:xfrm>
              <a:off x="7050890" y="3653023"/>
              <a:ext cx="287821" cy="242049"/>
            </a:xfrm>
            <a:custGeom>
              <a:avLst/>
              <a:gdLst>
                <a:gd name="connsiteX0" fmla="*/ 99303 w 287821"/>
                <a:gd name="connsiteY0" fmla="*/ 241851 h 242049"/>
                <a:gd name="connsiteX1" fmla="*/ 64321 w 287821"/>
                <a:gd name="connsiteY1" fmla="*/ 221011 h 242049"/>
                <a:gd name="connsiteX2" fmla="*/ 4776 w 287821"/>
                <a:gd name="connsiteY2" fmla="*/ 110654 h 242049"/>
                <a:gd name="connsiteX3" fmla="*/ 11624 w 287821"/>
                <a:gd name="connsiteY3" fmla="*/ 63713 h 242049"/>
                <a:gd name="connsiteX4" fmla="*/ 63725 w 287821"/>
                <a:gd name="connsiteY4" fmla="*/ 11760 h 242049"/>
                <a:gd name="connsiteX5" fmla="*/ 91811 w 287821"/>
                <a:gd name="connsiteY5" fmla="*/ 0 h 242049"/>
                <a:gd name="connsiteX6" fmla="*/ 196014 w 287821"/>
                <a:gd name="connsiteY6" fmla="*/ 0 h 242049"/>
                <a:gd name="connsiteX7" fmla="*/ 224100 w 287821"/>
                <a:gd name="connsiteY7" fmla="*/ 11760 h 242049"/>
                <a:gd name="connsiteX8" fmla="*/ 276201 w 287821"/>
                <a:gd name="connsiteY8" fmla="*/ 63862 h 242049"/>
                <a:gd name="connsiteX9" fmla="*/ 281957 w 287821"/>
                <a:gd name="connsiteY9" fmla="*/ 112689 h 242049"/>
                <a:gd name="connsiteX10" fmla="*/ 217450 w 287821"/>
                <a:gd name="connsiteY10" fmla="*/ 218083 h 242049"/>
                <a:gd name="connsiteX11" fmla="*/ 163070 w 287821"/>
                <a:gd name="connsiteY11" fmla="*/ 232024 h 242049"/>
                <a:gd name="connsiteX12" fmla="*/ 149128 w 287821"/>
                <a:gd name="connsiteY12" fmla="*/ 177643 h 242049"/>
                <a:gd name="connsiteX13" fmla="*/ 149768 w 287821"/>
                <a:gd name="connsiteY13" fmla="*/ 176600 h 242049"/>
                <a:gd name="connsiteX14" fmla="*/ 197949 w 287821"/>
                <a:gd name="connsiteY14" fmla="*/ 97902 h 242049"/>
                <a:gd name="connsiteX15" fmla="*/ 179590 w 287821"/>
                <a:gd name="connsiteY15" fmla="*/ 79542 h 242049"/>
                <a:gd name="connsiteX16" fmla="*/ 108235 w 287821"/>
                <a:gd name="connsiteY16" fmla="*/ 79542 h 242049"/>
                <a:gd name="connsiteX17" fmla="*/ 88685 w 287821"/>
                <a:gd name="connsiteY17" fmla="*/ 99142 h 242049"/>
                <a:gd name="connsiteX18" fmla="*/ 134187 w 287821"/>
                <a:gd name="connsiteY18" fmla="*/ 183497 h 242049"/>
                <a:gd name="connsiteX19" fmla="*/ 118111 w 287821"/>
                <a:gd name="connsiteY19" fmla="*/ 237286 h 242049"/>
                <a:gd name="connsiteX20" fmla="*/ 99452 w 287821"/>
                <a:gd name="connsiteY20" fmla="*/ 242050 h 24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7821" h="242049">
                  <a:moveTo>
                    <a:pt x="99303" y="241851"/>
                  </a:moveTo>
                  <a:cubicBezTo>
                    <a:pt x="84696" y="241870"/>
                    <a:pt x="71259" y="233865"/>
                    <a:pt x="64321" y="221011"/>
                  </a:cubicBezTo>
                  <a:lnTo>
                    <a:pt x="4776" y="110654"/>
                  </a:lnTo>
                  <a:cubicBezTo>
                    <a:pt x="-3570" y="95214"/>
                    <a:pt x="-785" y="76126"/>
                    <a:pt x="11624" y="63713"/>
                  </a:cubicBezTo>
                  <a:lnTo>
                    <a:pt x="63725" y="11760"/>
                  </a:lnTo>
                  <a:cubicBezTo>
                    <a:pt x="71152" y="4263"/>
                    <a:pt x="81258" y="31"/>
                    <a:pt x="91811" y="0"/>
                  </a:cubicBezTo>
                  <a:lnTo>
                    <a:pt x="196014" y="0"/>
                  </a:lnTo>
                  <a:cubicBezTo>
                    <a:pt x="206567" y="31"/>
                    <a:pt x="216673" y="4263"/>
                    <a:pt x="224100" y="11760"/>
                  </a:cubicBezTo>
                  <a:lnTo>
                    <a:pt x="276201" y="63862"/>
                  </a:lnTo>
                  <a:cubicBezTo>
                    <a:pt x="289181" y="76848"/>
                    <a:pt x="291561" y="97040"/>
                    <a:pt x="281957" y="112689"/>
                  </a:cubicBezTo>
                  <a:lnTo>
                    <a:pt x="217450" y="218083"/>
                  </a:lnTo>
                  <a:cubicBezTo>
                    <a:pt x="206283" y="236950"/>
                    <a:pt x="181936" y="243191"/>
                    <a:pt x="163070" y="232024"/>
                  </a:cubicBezTo>
                  <a:cubicBezTo>
                    <a:pt x="144203" y="220857"/>
                    <a:pt x="137961" y="196510"/>
                    <a:pt x="149128" y="177643"/>
                  </a:cubicBezTo>
                  <a:cubicBezTo>
                    <a:pt x="149336" y="177292"/>
                    <a:pt x="149549" y="176944"/>
                    <a:pt x="149768" y="176600"/>
                  </a:cubicBezTo>
                  <a:lnTo>
                    <a:pt x="197949" y="97902"/>
                  </a:lnTo>
                  <a:lnTo>
                    <a:pt x="179590" y="79542"/>
                  </a:lnTo>
                  <a:lnTo>
                    <a:pt x="108235" y="79542"/>
                  </a:lnTo>
                  <a:lnTo>
                    <a:pt x="88685" y="99142"/>
                  </a:lnTo>
                  <a:lnTo>
                    <a:pt x="134187" y="183497"/>
                  </a:lnTo>
                  <a:cubicBezTo>
                    <a:pt x="144601" y="202790"/>
                    <a:pt x="137404" y="226872"/>
                    <a:pt x="118111" y="237286"/>
                  </a:cubicBezTo>
                  <a:cubicBezTo>
                    <a:pt x="112377" y="240381"/>
                    <a:pt x="105969" y="242017"/>
                    <a:pt x="99452" y="2420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44C08475-DA94-F045-BEF1-48654987599A}"/>
                </a:ext>
              </a:extLst>
            </p:cNvPr>
            <p:cNvSpPr/>
            <p:nvPr/>
          </p:nvSpPr>
          <p:spPr>
            <a:xfrm>
              <a:off x="6859862" y="3825405"/>
              <a:ext cx="669880" cy="669879"/>
            </a:xfrm>
            <a:custGeom>
              <a:avLst/>
              <a:gdLst>
                <a:gd name="connsiteX0" fmla="*/ 334940 w 669880"/>
                <a:gd name="connsiteY0" fmla="*/ 669879 h 669879"/>
                <a:gd name="connsiteX1" fmla="*/ 0 w 669880"/>
                <a:gd name="connsiteY1" fmla="*/ 334940 h 669879"/>
                <a:gd name="connsiteX2" fmla="*/ 334940 w 669880"/>
                <a:gd name="connsiteY2" fmla="*/ 0 h 669879"/>
                <a:gd name="connsiteX3" fmla="*/ 669880 w 669880"/>
                <a:gd name="connsiteY3" fmla="*/ 334940 h 669879"/>
                <a:gd name="connsiteX4" fmla="*/ 334940 w 669880"/>
                <a:gd name="connsiteY4" fmla="*/ 669879 h 669879"/>
                <a:gd name="connsiteX5" fmla="*/ 334940 w 669880"/>
                <a:gd name="connsiteY5" fmla="*/ 79393 h 669879"/>
                <a:gd name="connsiteX6" fmla="*/ 79393 w 669880"/>
                <a:gd name="connsiteY6" fmla="*/ 334940 h 669879"/>
                <a:gd name="connsiteX7" fmla="*/ 334940 w 669880"/>
                <a:gd name="connsiteY7" fmla="*/ 590486 h 669879"/>
                <a:gd name="connsiteX8" fmla="*/ 590487 w 669880"/>
                <a:gd name="connsiteY8" fmla="*/ 334940 h 669879"/>
                <a:gd name="connsiteX9" fmla="*/ 334940 w 669880"/>
                <a:gd name="connsiteY9" fmla="*/ 79393 h 669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880" h="669879">
                  <a:moveTo>
                    <a:pt x="334940" y="669879"/>
                  </a:moveTo>
                  <a:cubicBezTo>
                    <a:pt x="149958" y="669879"/>
                    <a:pt x="0" y="519922"/>
                    <a:pt x="0" y="334940"/>
                  </a:cubicBezTo>
                  <a:cubicBezTo>
                    <a:pt x="0" y="149958"/>
                    <a:pt x="149958" y="0"/>
                    <a:pt x="334940" y="0"/>
                  </a:cubicBezTo>
                  <a:cubicBezTo>
                    <a:pt x="519922" y="0"/>
                    <a:pt x="669880" y="149958"/>
                    <a:pt x="669880" y="334940"/>
                  </a:cubicBezTo>
                  <a:cubicBezTo>
                    <a:pt x="669661" y="519831"/>
                    <a:pt x="519832" y="669661"/>
                    <a:pt x="334940" y="669879"/>
                  </a:cubicBezTo>
                  <a:close/>
                  <a:moveTo>
                    <a:pt x="334940" y="79393"/>
                  </a:moveTo>
                  <a:cubicBezTo>
                    <a:pt x="193805" y="79393"/>
                    <a:pt x="79393" y="193805"/>
                    <a:pt x="79393" y="334940"/>
                  </a:cubicBezTo>
                  <a:cubicBezTo>
                    <a:pt x="79393" y="476074"/>
                    <a:pt x="193805" y="590486"/>
                    <a:pt x="334940" y="590486"/>
                  </a:cubicBezTo>
                  <a:cubicBezTo>
                    <a:pt x="476075" y="590486"/>
                    <a:pt x="590487" y="476074"/>
                    <a:pt x="590487" y="334940"/>
                  </a:cubicBezTo>
                  <a:cubicBezTo>
                    <a:pt x="590350" y="193862"/>
                    <a:pt x="476018" y="79530"/>
                    <a:pt x="33494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9F2B541E-7A76-4543-9461-8189A8F0240D}"/>
              </a:ext>
            </a:extLst>
          </p:cNvPr>
          <p:cNvGrpSpPr>
            <a:grpSpLocks noChangeAspect="1"/>
          </p:cNvGrpSpPr>
          <p:nvPr/>
        </p:nvGrpSpPr>
        <p:grpSpPr>
          <a:xfrm>
            <a:off x="8090890" y="3667462"/>
            <a:ext cx="842661" cy="813581"/>
            <a:chOff x="8090890" y="3667462"/>
            <a:chExt cx="842661" cy="813581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0EFF936-A526-2349-8F5F-45C2CB305F42}"/>
                </a:ext>
              </a:extLst>
            </p:cNvPr>
            <p:cNvSpPr/>
            <p:nvPr/>
          </p:nvSpPr>
          <p:spPr>
            <a:xfrm>
              <a:off x="8120531" y="3761187"/>
              <a:ext cx="717894" cy="717870"/>
            </a:xfrm>
            <a:custGeom>
              <a:avLst/>
              <a:gdLst>
                <a:gd name="connsiteX0" fmla="*/ 608622 w 717894"/>
                <a:gd name="connsiteY0" fmla="*/ 717871 h 717870"/>
                <a:gd name="connsiteX1" fmla="*/ 225054 w 717894"/>
                <a:gd name="connsiteY1" fmla="*/ 492891 h 717870"/>
                <a:gd name="connsiteX2" fmla="*/ 29697 w 717894"/>
                <a:gd name="connsiteY2" fmla="*/ 29930 h 717870"/>
                <a:gd name="connsiteX3" fmla="*/ 427159 w 717894"/>
                <a:gd name="connsiteY3" fmla="*/ 164402 h 717870"/>
                <a:gd name="connsiteX4" fmla="*/ 429750 w 717894"/>
                <a:gd name="connsiteY4" fmla="*/ 220481 h 717870"/>
                <a:gd name="connsiteX5" fmla="*/ 375256 w 717894"/>
                <a:gd name="connsiteY5" fmla="*/ 224443 h 717870"/>
                <a:gd name="connsiteX6" fmla="*/ 85818 w 717894"/>
                <a:gd name="connsiteY6" fmla="*/ 86100 h 717870"/>
                <a:gd name="connsiteX7" fmla="*/ 281175 w 717894"/>
                <a:gd name="connsiteY7" fmla="*/ 436720 h 717870"/>
                <a:gd name="connsiteX8" fmla="*/ 631845 w 717894"/>
                <a:gd name="connsiteY8" fmla="*/ 632077 h 717870"/>
                <a:gd name="connsiteX9" fmla="*/ 494197 w 717894"/>
                <a:gd name="connsiteY9" fmla="*/ 343483 h 717870"/>
                <a:gd name="connsiteX10" fmla="*/ 496981 w 717894"/>
                <a:gd name="connsiteY10" fmla="*/ 287413 h 717870"/>
                <a:gd name="connsiteX11" fmla="*/ 553051 w 717894"/>
                <a:gd name="connsiteY11" fmla="*/ 290197 h 717870"/>
                <a:gd name="connsiteX12" fmla="*/ 554287 w 717894"/>
                <a:gd name="connsiteY12" fmla="*/ 291629 h 717870"/>
                <a:gd name="connsiteX13" fmla="*/ 687966 w 717894"/>
                <a:gd name="connsiteY13" fmla="*/ 688247 h 717870"/>
                <a:gd name="connsiteX14" fmla="*/ 608622 w 717894"/>
                <a:gd name="connsiteY14" fmla="*/ 717871 h 717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7894" h="717870">
                  <a:moveTo>
                    <a:pt x="608622" y="717871"/>
                  </a:moveTo>
                  <a:cubicBezTo>
                    <a:pt x="504418" y="717871"/>
                    <a:pt x="350594" y="618282"/>
                    <a:pt x="225054" y="492891"/>
                  </a:cubicBezTo>
                  <a:cubicBezTo>
                    <a:pt x="61305" y="329143"/>
                    <a:pt x="-58132" y="117758"/>
                    <a:pt x="29697" y="29930"/>
                  </a:cubicBezTo>
                  <a:cubicBezTo>
                    <a:pt x="112514" y="-52887"/>
                    <a:pt x="295565" y="50622"/>
                    <a:pt x="427159" y="164402"/>
                  </a:cubicBezTo>
                  <a:cubicBezTo>
                    <a:pt x="443360" y="179172"/>
                    <a:pt x="444520" y="204280"/>
                    <a:pt x="429750" y="220481"/>
                  </a:cubicBezTo>
                  <a:cubicBezTo>
                    <a:pt x="415528" y="236081"/>
                    <a:pt x="391584" y="237822"/>
                    <a:pt x="375256" y="224443"/>
                  </a:cubicBezTo>
                  <a:cubicBezTo>
                    <a:pt x="222523" y="92402"/>
                    <a:pt x="107304" y="64565"/>
                    <a:pt x="85818" y="86100"/>
                  </a:cubicBezTo>
                  <a:cubicBezTo>
                    <a:pt x="59469" y="112449"/>
                    <a:pt x="104525" y="260070"/>
                    <a:pt x="281175" y="436720"/>
                  </a:cubicBezTo>
                  <a:cubicBezTo>
                    <a:pt x="457825" y="613370"/>
                    <a:pt x="605496" y="658376"/>
                    <a:pt x="631845" y="632077"/>
                  </a:cubicBezTo>
                  <a:cubicBezTo>
                    <a:pt x="653330" y="610641"/>
                    <a:pt x="625692" y="495868"/>
                    <a:pt x="494197" y="343483"/>
                  </a:cubicBezTo>
                  <a:cubicBezTo>
                    <a:pt x="479482" y="327231"/>
                    <a:pt x="480729" y="302127"/>
                    <a:pt x="496981" y="287413"/>
                  </a:cubicBezTo>
                  <a:cubicBezTo>
                    <a:pt x="513233" y="272698"/>
                    <a:pt x="538337" y="273945"/>
                    <a:pt x="553051" y="290197"/>
                  </a:cubicBezTo>
                  <a:cubicBezTo>
                    <a:pt x="553475" y="290664"/>
                    <a:pt x="553887" y="291142"/>
                    <a:pt x="554287" y="291629"/>
                  </a:cubicBezTo>
                  <a:cubicBezTo>
                    <a:pt x="667621" y="422975"/>
                    <a:pt x="770634" y="605629"/>
                    <a:pt x="687966" y="688247"/>
                  </a:cubicBezTo>
                  <a:cubicBezTo>
                    <a:pt x="667522" y="708691"/>
                    <a:pt x="640330" y="717871"/>
                    <a:pt x="608622" y="7178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5F65978-D3F7-DC4F-AE06-0012761234ED}"/>
                </a:ext>
              </a:extLst>
            </p:cNvPr>
            <p:cNvSpPr/>
            <p:nvPr/>
          </p:nvSpPr>
          <p:spPr>
            <a:xfrm>
              <a:off x="8090890" y="4017494"/>
              <a:ext cx="460043" cy="463549"/>
            </a:xfrm>
            <a:custGeom>
              <a:avLst/>
              <a:gdLst>
                <a:gd name="connsiteX0" fmla="*/ 247747 w 460043"/>
                <a:gd name="connsiteY0" fmla="*/ 463549 h 463549"/>
                <a:gd name="connsiteX1" fmla="*/ 0 w 460043"/>
                <a:gd name="connsiteY1" fmla="*/ 215685 h 463549"/>
                <a:gd name="connsiteX2" fmla="*/ 115607 w 460043"/>
                <a:gd name="connsiteY2" fmla="*/ 6146 h 463549"/>
                <a:gd name="connsiteX3" fmla="*/ 170389 w 460043"/>
                <a:gd name="connsiteY3" fmla="*/ 18501 h 463549"/>
                <a:gd name="connsiteX4" fmla="*/ 158033 w 460043"/>
                <a:gd name="connsiteY4" fmla="*/ 73283 h 463549"/>
                <a:gd name="connsiteX5" fmla="*/ 105381 w 460043"/>
                <a:gd name="connsiteY5" fmla="*/ 305490 h 463549"/>
                <a:gd name="connsiteX6" fmla="*/ 337588 w 460043"/>
                <a:gd name="connsiteY6" fmla="*/ 358141 h 463549"/>
                <a:gd name="connsiteX7" fmla="*/ 387380 w 460043"/>
                <a:gd name="connsiteY7" fmla="*/ 309874 h 463549"/>
                <a:gd name="connsiteX8" fmla="*/ 442608 w 460043"/>
                <a:gd name="connsiteY8" fmla="*/ 299305 h 463549"/>
                <a:gd name="connsiteX9" fmla="*/ 453177 w 460043"/>
                <a:gd name="connsiteY9" fmla="*/ 354533 h 463549"/>
                <a:gd name="connsiteX10" fmla="*/ 247747 w 460043"/>
                <a:gd name="connsiteY10" fmla="*/ 463549 h 46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043" h="463549">
                  <a:moveTo>
                    <a:pt x="247747" y="463549"/>
                  </a:moveTo>
                  <a:cubicBezTo>
                    <a:pt x="110888" y="463517"/>
                    <a:pt x="-32" y="352544"/>
                    <a:pt x="0" y="215685"/>
                  </a:cubicBezTo>
                  <a:cubicBezTo>
                    <a:pt x="20" y="130627"/>
                    <a:pt x="43664" y="51523"/>
                    <a:pt x="115607" y="6146"/>
                  </a:cubicBezTo>
                  <a:cubicBezTo>
                    <a:pt x="134147" y="-5570"/>
                    <a:pt x="158673" y="-38"/>
                    <a:pt x="170389" y="18501"/>
                  </a:cubicBezTo>
                  <a:cubicBezTo>
                    <a:pt x="182104" y="37041"/>
                    <a:pt x="176572" y="61567"/>
                    <a:pt x="158033" y="73283"/>
                  </a:cubicBezTo>
                  <a:cubicBezTo>
                    <a:pt x="79372" y="122866"/>
                    <a:pt x="55799" y="226828"/>
                    <a:pt x="105381" y="305490"/>
                  </a:cubicBezTo>
                  <a:cubicBezTo>
                    <a:pt x="154964" y="384151"/>
                    <a:pt x="258927" y="407724"/>
                    <a:pt x="337588" y="358141"/>
                  </a:cubicBezTo>
                  <a:cubicBezTo>
                    <a:pt x="357355" y="345682"/>
                    <a:pt x="374312" y="329244"/>
                    <a:pt x="387380" y="309874"/>
                  </a:cubicBezTo>
                  <a:cubicBezTo>
                    <a:pt x="399712" y="291705"/>
                    <a:pt x="424439" y="286973"/>
                    <a:pt x="442608" y="299305"/>
                  </a:cubicBezTo>
                  <a:cubicBezTo>
                    <a:pt x="460777" y="311637"/>
                    <a:pt x="465509" y="336363"/>
                    <a:pt x="453177" y="354533"/>
                  </a:cubicBezTo>
                  <a:cubicBezTo>
                    <a:pt x="407076" y="422756"/>
                    <a:pt x="330087" y="463612"/>
                    <a:pt x="247747" y="4635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3F6B173-9A2C-B041-AD07-6A1EE7310939}"/>
                </a:ext>
              </a:extLst>
            </p:cNvPr>
            <p:cNvSpPr/>
            <p:nvPr/>
          </p:nvSpPr>
          <p:spPr>
            <a:xfrm>
              <a:off x="8438156" y="3667462"/>
              <a:ext cx="495395" cy="494670"/>
            </a:xfrm>
            <a:custGeom>
              <a:avLst/>
              <a:gdLst>
                <a:gd name="connsiteX0" fmla="*/ 121294 w 495395"/>
                <a:gd name="connsiteY0" fmla="*/ 494669 h 494670"/>
                <a:gd name="connsiteX1" fmla="*/ 46515 w 495395"/>
                <a:gd name="connsiteY1" fmla="*/ 463755 h 494670"/>
                <a:gd name="connsiteX2" fmla="*/ 31232 w 495395"/>
                <a:gd name="connsiteY2" fmla="*/ 448422 h 494670"/>
                <a:gd name="connsiteX3" fmla="*/ 20911 w 495395"/>
                <a:gd name="connsiteY3" fmla="*/ 310675 h 494670"/>
                <a:gd name="connsiteX4" fmla="*/ 21308 w 495395"/>
                <a:gd name="connsiteY4" fmla="*/ 310129 h 494670"/>
                <a:gd name="connsiteX5" fmla="*/ 25179 w 495395"/>
                <a:gd name="connsiteY5" fmla="*/ 305663 h 494670"/>
                <a:gd name="connsiteX6" fmla="*/ 25625 w 495395"/>
                <a:gd name="connsiteY6" fmla="*/ 305167 h 494670"/>
                <a:gd name="connsiteX7" fmla="*/ 49245 w 495395"/>
                <a:gd name="connsiteY7" fmla="*/ 267654 h 494670"/>
                <a:gd name="connsiteX8" fmla="*/ 55199 w 495395"/>
                <a:gd name="connsiteY8" fmla="*/ 251478 h 494670"/>
                <a:gd name="connsiteX9" fmla="*/ 71376 w 495395"/>
                <a:gd name="connsiteY9" fmla="*/ 178634 h 494670"/>
                <a:gd name="connsiteX10" fmla="*/ 281916 w 495395"/>
                <a:gd name="connsiteY10" fmla="*/ 0 h 494670"/>
                <a:gd name="connsiteX11" fmla="*/ 283653 w 495395"/>
                <a:gd name="connsiteY11" fmla="*/ 0 h 494670"/>
                <a:gd name="connsiteX12" fmla="*/ 495389 w 495395"/>
                <a:gd name="connsiteY12" fmla="*/ 214990 h 494670"/>
                <a:gd name="connsiteX13" fmla="*/ 431672 w 495395"/>
                <a:gd name="connsiteY13" fmla="*/ 365456 h 494670"/>
                <a:gd name="connsiteX14" fmla="*/ 315510 w 495395"/>
                <a:gd name="connsiteY14" fmla="*/ 424058 h 494670"/>
                <a:gd name="connsiteX15" fmla="*/ 243361 w 495395"/>
                <a:gd name="connsiteY15" fmla="*/ 439788 h 494670"/>
                <a:gd name="connsiteX16" fmla="*/ 227234 w 495395"/>
                <a:gd name="connsiteY16" fmla="*/ 445743 h 494670"/>
                <a:gd name="connsiteX17" fmla="*/ 191160 w 495395"/>
                <a:gd name="connsiteY17" fmla="*/ 468419 h 494670"/>
                <a:gd name="connsiteX18" fmla="*/ 190763 w 495395"/>
                <a:gd name="connsiteY18" fmla="*/ 468717 h 494670"/>
                <a:gd name="connsiteX19" fmla="*/ 186347 w 495395"/>
                <a:gd name="connsiteY19" fmla="*/ 472488 h 494670"/>
                <a:gd name="connsiteX20" fmla="*/ 184660 w 495395"/>
                <a:gd name="connsiteY20" fmla="*/ 473778 h 494670"/>
                <a:gd name="connsiteX21" fmla="*/ 121294 w 495395"/>
                <a:gd name="connsiteY21" fmla="*/ 494669 h 494670"/>
                <a:gd name="connsiteX22" fmla="*/ 162479 w 495395"/>
                <a:gd name="connsiteY22" fmla="*/ 440632 h 494670"/>
                <a:gd name="connsiteX23" fmla="*/ 162479 w 495395"/>
                <a:gd name="connsiteY23" fmla="*/ 440632 h 494670"/>
                <a:gd name="connsiteX24" fmla="*/ 83781 w 495395"/>
                <a:gd name="connsiteY24" fmla="*/ 359552 h 494670"/>
                <a:gd name="connsiteX25" fmla="*/ 87353 w 495395"/>
                <a:gd name="connsiteY25" fmla="*/ 392549 h 494670"/>
                <a:gd name="connsiteX26" fmla="*/ 102686 w 495395"/>
                <a:gd name="connsiteY26" fmla="*/ 407882 h 494670"/>
                <a:gd name="connsiteX27" fmla="*/ 136726 w 495395"/>
                <a:gd name="connsiteY27" fmla="*/ 410710 h 494670"/>
                <a:gd name="connsiteX28" fmla="*/ 197611 w 495395"/>
                <a:gd name="connsiteY28" fmla="*/ 372155 h 494670"/>
                <a:gd name="connsiteX29" fmla="*/ 199050 w 495395"/>
                <a:gd name="connsiteY29" fmla="*/ 371609 h 494670"/>
                <a:gd name="connsiteX30" fmla="*/ 216615 w 495395"/>
                <a:gd name="connsiteY30" fmla="*/ 365109 h 494670"/>
                <a:gd name="connsiteX31" fmla="*/ 218005 w 495395"/>
                <a:gd name="connsiteY31" fmla="*/ 364662 h 494670"/>
                <a:gd name="connsiteX32" fmla="*/ 303055 w 495395"/>
                <a:gd name="connsiteY32" fmla="*/ 345757 h 494670"/>
                <a:gd name="connsiteX33" fmla="*/ 414525 w 495395"/>
                <a:gd name="connsiteY33" fmla="*/ 192546 h 494670"/>
                <a:gd name="connsiteX34" fmla="*/ 282909 w 495395"/>
                <a:gd name="connsiteY34" fmla="*/ 79443 h 494670"/>
                <a:gd name="connsiteX35" fmla="*/ 281916 w 495395"/>
                <a:gd name="connsiteY35" fmla="*/ 79443 h 494670"/>
                <a:gd name="connsiteX36" fmla="*/ 149727 w 495395"/>
                <a:gd name="connsiteY36" fmla="*/ 191685 h 494670"/>
                <a:gd name="connsiteX37" fmla="*/ 130424 w 495395"/>
                <a:gd name="connsiteY37" fmla="*/ 277181 h 494670"/>
                <a:gd name="connsiteX38" fmla="*/ 129928 w 495395"/>
                <a:gd name="connsiteY38" fmla="*/ 278521 h 494670"/>
                <a:gd name="connsiteX39" fmla="*/ 123477 w 495395"/>
                <a:gd name="connsiteY39" fmla="*/ 296136 h 494670"/>
                <a:gd name="connsiteX40" fmla="*/ 122931 w 495395"/>
                <a:gd name="connsiteY40" fmla="*/ 297526 h 494670"/>
                <a:gd name="connsiteX41" fmla="*/ 83781 w 495395"/>
                <a:gd name="connsiteY41" fmla="*/ 359552 h 4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95395" h="494670">
                  <a:moveTo>
                    <a:pt x="121294" y="494669"/>
                  </a:moveTo>
                  <a:cubicBezTo>
                    <a:pt x="93243" y="494746"/>
                    <a:pt x="66323" y="483617"/>
                    <a:pt x="46515" y="463755"/>
                  </a:cubicBezTo>
                  <a:lnTo>
                    <a:pt x="31232" y="448422"/>
                  </a:lnTo>
                  <a:cubicBezTo>
                    <a:pt x="-6095" y="411513"/>
                    <a:pt x="-10499" y="352735"/>
                    <a:pt x="20911" y="310675"/>
                  </a:cubicBezTo>
                  <a:lnTo>
                    <a:pt x="21308" y="310129"/>
                  </a:lnTo>
                  <a:cubicBezTo>
                    <a:pt x="22491" y="308551"/>
                    <a:pt x="23784" y="307058"/>
                    <a:pt x="25179" y="305663"/>
                  </a:cubicBezTo>
                  <a:lnTo>
                    <a:pt x="25625" y="305167"/>
                  </a:lnTo>
                  <a:cubicBezTo>
                    <a:pt x="35891" y="294340"/>
                    <a:pt x="43918" y="281591"/>
                    <a:pt x="49245" y="267654"/>
                  </a:cubicBezTo>
                  <a:lnTo>
                    <a:pt x="55199" y="251478"/>
                  </a:lnTo>
                  <a:cubicBezTo>
                    <a:pt x="62420" y="227639"/>
                    <a:pt x="67827" y="203289"/>
                    <a:pt x="71376" y="178634"/>
                  </a:cubicBezTo>
                  <a:cubicBezTo>
                    <a:pt x="88378" y="75586"/>
                    <a:pt x="177475" y="-9"/>
                    <a:pt x="281916" y="0"/>
                  </a:cubicBezTo>
                  <a:lnTo>
                    <a:pt x="283653" y="0"/>
                  </a:lnTo>
                  <a:cubicBezTo>
                    <a:pt x="401490" y="899"/>
                    <a:pt x="496287" y="97153"/>
                    <a:pt x="495389" y="214990"/>
                  </a:cubicBezTo>
                  <a:cubicBezTo>
                    <a:pt x="494957" y="271613"/>
                    <a:pt x="472035" y="325743"/>
                    <a:pt x="431672" y="365456"/>
                  </a:cubicBezTo>
                  <a:cubicBezTo>
                    <a:pt x="400041" y="396670"/>
                    <a:pt x="359411" y="417168"/>
                    <a:pt x="315510" y="424058"/>
                  </a:cubicBezTo>
                  <a:cubicBezTo>
                    <a:pt x="291095" y="427460"/>
                    <a:pt x="266976" y="432718"/>
                    <a:pt x="243361" y="439788"/>
                  </a:cubicBezTo>
                  <a:lnTo>
                    <a:pt x="227234" y="445743"/>
                  </a:lnTo>
                  <a:cubicBezTo>
                    <a:pt x="213845" y="450875"/>
                    <a:pt x="201590" y="458579"/>
                    <a:pt x="191160" y="468419"/>
                  </a:cubicBezTo>
                  <a:lnTo>
                    <a:pt x="190763" y="468717"/>
                  </a:lnTo>
                  <a:cubicBezTo>
                    <a:pt x="189384" y="470079"/>
                    <a:pt x="187908" y="471339"/>
                    <a:pt x="186347" y="472488"/>
                  </a:cubicBezTo>
                  <a:lnTo>
                    <a:pt x="184660" y="473778"/>
                  </a:lnTo>
                  <a:cubicBezTo>
                    <a:pt x="166378" y="487459"/>
                    <a:pt x="144128" y="494794"/>
                    <a:pt x="121294" y="494669"/>
                  </a:cubicBezTo>
                  <a:close/>
                  <a:moveTo>
                    <a:pt x="162479" y="440632"/>
                  </a:moveTo>
                  <a:lnTo>
                    <a:pt x="162479" y="440632"/>
                  </a:lnTo>
                  <a:close/>
                  <a:moveTo>
                    <a:pt x="83781" y="359552"/>
                  </a:moveTo>
                  <a:cubicBezTo>
                    <a:pt x="76863" y="369974"/>
                    <a:pt x="78365" y="383849"/>
                    <a:pt x="87353" y="392549"/>
                  </a:cubicBezTo>
                  <a:lnTo>
                    <a:pt x="102686" y="407882"/>
                  </a:lnTo>
                  <a:cubicBezTo>
                    <a:pt x="111875" y="416891"/>
                    <a:pt x="126176" y="418079"/>
                    <a:pt x="136726" y="410710"/>
                  </a:cubicBezTo>
                  <a:cubicBezTo>
                    <a:pt x="154379" y="394097"/>
                    <a:pt x="175045" y="381011"/>
                    <a:pt x="197611" y="372155"/>
                  </a:cubicBezTo>
                  <a:lnTo>
                    <a:pt x="199050" y="371609"/>
                  </a:lnTo>
                  <a:lnTo>
                    <a:pt x="216615" y="365109"/>
                  </a:lnTo>
                  <a:lnTo>
                    <a:pt x="218005" y="364662"/>
                  </a:lnTo>
                  <a:cubicBezTo>
                    <a:pt x="245813" y="356132"/>
                    <a:pt x="274251" y="349810"/>
                    <a:pt x="303055" y="345757"/>
                  </a:cubicBezTo>
                  <a:cubicBezTo>
                    <a:pt x="376144" y="334231"/>
                    <a:pt x="426051" y="265636"/>
                    <a:pt x="414525" y="192546"/>
                  </a:cubicBezTo>
                  <a:cubicBezTo>
                    <a:pt x="404297" y="127687"/>
                    <a:pt x="348569" y="79798"/>
                    <a:pt x="282909" y="79443"/>
                  </a:cubicBezTo>
                  <a:lnTo>
                    <a:pt x="281916" y="79443"/>
                  </a:lnTo>
                  <a:cubicBezTo>
                    <a:pt x="216316" y="79448"/>
                    <a:pt x="160368" y="126954"/>
                    <a:pt x="149727" y="191685"/>
                  </a:cubicBezTo>
                  <a:cubicBezTo>
                    <a:pt x="145544" y="220646"/>
                    <a:pt x="139090" y="249233"/>
                    <a:pt x="130424" y="277181"/>
                  </a:cubicBezTo>
                  <a:cubicBezTo>
                    <a:pt x="130424" y="277628"/>
                    <a:pt x="130126" y="278074"/>
                    <a:pt x="129928" y="278521"/>
                  </a:cubicBezTo>
                  <a:lnTo>
                    <a:pt x="123477" y="296136"/>
                  </a:lnTo>
                  <a:cubicBezTo>
                    <a:pt x="123266" y="296587"/>
                    <a:pt x="123083" y="297051"/>
                    <a:pt x="122931" y="297526"/>
                  </a:cubicBezTo>
                  <a:cubicBezTo>
                    <a:pt x="113949" y="320505"/>
                    <a:pt x="100661" y="341557"/>
                    <a:pt x="83781" y="35955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927CE8E-EC51-7946-B426-B42FECE85704}"/>
              </a:ext>
            </a:extLst>
          </p:cNvPr>
          <p:cNvGrpSpPr>
            <a:grpSpLocks noChangeAspect="1"/>
          </p:cNvGrpSpPr>
          <p:nvPr/>
        </p:nvGrpSpPr>
        <p:grpSpPr>
          <a:xfrm>
            <a:off x="9698818" y="3653638"/>
            <a:ext cx="261997" cy="841001"/>
            <a:chOff x="9698818" y="3653638"/>
            <a:chExt cx="261997" cy="841001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C92E552-3154-A946-B115-2E4B0AC31F84}"/>
                </a:ext>
              </a:extLst>
            </p:cNvPr>
            <p:cNvSpPr/>
            <p:nvPr/>
          </p:nvSpPr>
          <p:spPr>
            <a:xfrm>
              <a:off x="9698818" y="4017090"/>
              <a:ext cx="261997" cy="477549"/>
            </a:xfrm>
            <a:custGeom>
              <a:avLst/>
              <a:gdLst>
                <a:gd name="connsiteX0" fmla="*/ 206770 w 261997"/>
                <a:gd name="connsiteY0" fmla="*/ 477550 h 477549"/>
                <a:gd name="connsiteX1" fmla="*/ 55228 w 261997"/>
                <a:gd name="connsiteY1" fmla="*/ 477550 h 477549"/>
                <a:gd name="connsiteX2" fmla="*/ 0 w 261997"/>
                <a:gd name="connsiteY2" fmla="*/ 422371 h 477549"/>
                <a:gd name="connsiteX3" fmla="*/ 0 w 261997"/>
                <a:gd name="connsiteY3" fmla="*/ 55178 h 477549"/>
                <a:gd name="connsiteX4" fmla="*/ 55228 w 261997"/>
                <a:gd name="connsiteY4" fmla="*/ 0 h 477549"/>
                <a:gd name="connsiteX5" fmla="*/ 206770 w 261997"/>
                <a:gd name="connsiteY5" fmla="*/ 0 h 477549"/>
                <a:gd name="connsiteX6" fmla="*/ 261998 w 261997"/>
                <a:gd name="connsiteY6" fmla="*/ 55228 h 477549"/>
                <a:gd name="connsiteX7" fmla="*/ 261998 w 261997"/>
                <a:gd name="connsiteY7" fmla="*/ 422421 h 477549"/>
                <a:gd name="connsiteX8" fmla="*/ 206770 w 261997"/>
                <a:gd name="connsiteY8" fmla="*/ 477550 h 477549"/>
                <a:gd name="connsiteX9" fmla="*/ 79393 w 261997"/>
                <a:gd name="connsiteY9" fmla="*/ 398156 h 477549"/>
                <a:gd name="connsiteX10" fmla="*/ 182604 w 261997"/>
                <a:gd name="connsiteY10" fmla="*/ 398156 h 477549"/>
                <a:gd name="connsiteX11" fmla="*/ 182604 w 261997"/>
                <a:gd name="connsiteY11" fmla="*/ 79393 h 477549"/>
                <a:gd name="connsiteX12" fmla="*/ 79393 w 261997"/>
                <a:gd name="connsiteY12" fmla="*/ 79393 h 47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997" h="477549">
                  <a:moveTo>
                    <a:pt x="206770" y="477550"/>
                  </a:moveTo>
                  <a:lnTo>
                    <a:pt x="55228" y="477550"/>
                  </a:lnTo>
                  <a:cubicBezTo>
                    <a:pt x="24757" y="477520"/>
                    <a:pt x="55" y="452843"/>
                    <a:pt x="0" y="422371"/>
                  </a:cubicBezTo>
                  <a:lnTo>
                    <a:pt x="0" y="55178"/>
                  </a:lnTo>
                  <a:cubicBezTo>
                    <a:pt x="55" y="24708"/>
                    <a:pt x="24757" y="27"/>
                    <a:pt x="55228" y="0"/>
                  </a:cubicBezTo>
                  <a:lnTo>
                    <a:pt x="206770" y="0"/>
                  </a:lnTo>
                  <a:cubicBezTo>
                    <a:pt x="237262" y="27"/>
                    <a:pt x="261968" y="24738"/>
                    <a:pt x="261998" y="55228"/>
                  </a:cubicBezTo>
                  <a:lnTo>
                    <a:pt x="261998" y="422421"/>
                  </a:lnTo>
                  <a:cubicBezTo>
                    <a:pt x="261913" y="452873"/>
                    <a:pt x="237222" y="477525"/>
                    <a:pt x="206770" y="477550"/>
                  </a:cubicBezTo>
                  <a:close/>
                  <a:moveTo>
                    <a:pt x="79393" y="398156"/>
                  </a:moveTo>
                  <a:lnTo>
                    <a:pt x="182604" y="398156"/>
                  </a:lnTo>
                  <a:lnTo>
                    <a:pt x="182604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6E17B31-48E0-9B48-8BBF-AE5444377451}"/>
                </a:ext>
              </a:extLst>
            </p:cNvPr>
            <p:cNvSpPr/>
            <p:nvPr/>
          </p:nvSpPr>
          <p:spPr>
            <a:xfrm>
              <a:off x="9789029" y="3924746"/>
              <a:ext cx="79393" cy="171737"/>
            </a:xfrm>
            <a:custGeom>
              <a:avLst/>
              <a:gdLst>
                <a:gd name="connsiteX0" fmla="*/ 39697 w 79393"/>
                <a:gd name="connsiteY0" fmla="*/ 171737 h 171737"/>
                <a:gd name="connsiteX1" fmla="*/ 0 w 79393"/>
                <a:gd name="connsiteY1" fmla="*/ 132041 h 171737"/>
                <a:gd name="connsiteX2" fmla="*/ 0 w 79393"/>
                <a:gd name="connsiteY2" fmla="*/ 39697 h 171737"/>
                <a:gd name="connsiteX3" fmla="*/ 39697 w 79393"/>
                <a:gd name="connsiteY3" fmla="*/ 0 h 171737"/>
                <a:gd name="connsiteX4" fmla="*/ 79393 w 79393"/>
                <a:gd name="connsiteY4" fmla="*/ 39697 h 171737"/>
                <a:gd name="connsiteX5" fmla="*/ 79393 w 79393"/>
                <a:gd name="connsiteY5" fmla="*/ 132041 h 171737"/>
                <a:gd name="connsiteX6" fmla="*/ 39697 w 79393"/>
                <a:gd name="connsiteY6" fmla="*/ 171737 h 17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71737">
                  <a:moveTo>
                    <a:pt x="39697" y="171737"/>
                  </a:moveTo>
                  <a:cubicBezTo>
                    <a:pt x="17773" y="171737"/>
                    <a:pt x="0" y="153965"/>
                    <a:pt x="0" y="13204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32041"/>
                  </a:lnTo>
                  <a:cubicBezTo>
                    <a:pt x="79393" y="153965"/>
                    <a:pt x="61621" y="171737"/>
                    <a:pt x="39697" y="17173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2806CF46-4694-FB4E-BC07-F72043C73B3C}"/>
                </a:ext>
              </a:extLst>
            </p:cNvPr>
            <p:cNvSpPr/>
            <p:nvPr/>
          </p:nvSpPr>
          <p:spPr>
            <a:xfrm>
              <a:off x="9709983" y="3653638"/>
              <a:ext cx="239072" cy="339534"/>
            </a:xfrm>
            <a:custGeom>
              <a:avLst/>
              <a:gdLst>
                <a:gd name="connsiteX0" fmla="*/ 127922 w 239072"/>
                <a:gd name="connsiteY0" fmla="*/ 339535 h 339534"/>
                <a:gd name="connsiteX1" fmla="*/ 111200 w 239072"/>
                <a:gd name="connsiteY1" fmla="*/ 339535 h 339534"/>
                <a:gd name="connsiteX2" fmla="*/ 106635 w 239072"/>
                <a:gd name="connsiteY2" fmla="*/ 339237 h 339534"/>
                <a:gd name="connsiteX3" fmla="*/ 0 w 239072"/>
                <a:gd name="connsiteY3" fmla="*/ 212357 h 339534"/>
                <a:gd name="connsiteX4" fmla="*/ 52400 w 239072"/>
                <a:gd name="connsiteY4" fmla="*/ 79126 h 339534"/>
                <a:gd name="connsiteX5" fmla="*/ 129907 w 239072"/>
                <a:gd name="connsiteY5" fmla="*/ 5836 h 339534"/>
                <a:gd name="connsiteX6" fmla="*/ 195044 w 239072"/>
                <a:gd name="connsiteY6" fmla="*/ 25112 h 339534"/>
                <a:gd name="connsiteX7" fmla="*/ 200865 w 239072"/>
                <a:gd name="connsiteY7" fmla="*/ 48758 h 339534"/>
                <a:gd name="connsiteX8" fmla="*/ 221259 w 239072"/>
                <a:gd name="connsiteY8" fmla="*/ 145965 h 339534"/>
                <a:gd name="connsiteX9" fmla="*/ 239073 w 239072"/>
                <a:gd name="connsiteY9" fmla="*/ 212357 h 339534"/>
                <a:gd name="connsiteX10" fmla="*/ 132487 w 239072"/>
                <a:gd name="connsiteY10" fmla="*/ 339237 h 339534"/>
                <a:gd name="connsiteX11" fmla="*/ 127922 w 239072"/>
                <a:gd name="connsiteY11" fmla="*/ 339535 h 339534"/>
                <a:gd name="connsiteX12" fmla="*/ 113929 w 239072"/>
                <a:gd name="connsiteY12" fmla="*/ 260142 h 339534"/>
                <a:gd name="connsiteX13" fmla="*/ 125193 w 239072"/>
                <a:gd name="connsiteY13" fmla="*/ 260142 h 339534"/>
                <a:gd name="connsiteX14" fmla="*/ 159928 w 239072"/>
                <a:gd name="connsiteY14" fmla="*/ 212357 h 339534"/>
                <a:gd name="connsiteX15" fmla="*/ 149408 w 239072"/>
                <a:gd name="connsiteY15" fmla="*/ 179210 h 339534"/>
                <a:gd name="connsiteX16" fmla="*/ 126980 w 239072"/>
                <a:gd name="connsiteY16" fmla="*/ 113413 h 339534"/>
                <a:gd name="connsiteX17" fmla="*/ 115864 w 239072"/>
                <a:gd name="connsiteY17" fmla="*/ 127158 h 339534"/>
                <a:gd name="connsiteX18" fmla="*/ 79641 w 239072"/>
                <a:gd name="connsiteY18" fmla="*/ 212357 h 339534"/>
                <a:gd name="connsiteX19" fmla="*/ 113929 w 239072"/>
                <a:gd name="connsiteY19" fmla="*/ 260142 h 339534"/>
                <a:gd name="connsiteX20" fmla="*/ 121472 w 239072"/>
                <a:gd name="connsiteY20" fmla="*/ 47666 h 339534"/>
                <a:gd name="connsiteX21" fmla="*/ 121472 w 239072"/>
                <a:gd name="connsiteY21" fmla="*/ 47666 h 33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9072" h="339534">
                  <a:moveTo>
                    <a:pt x="127922" y="339535"/>
                  </a:moveTo>
                  <a:lnTo>
                    <a:pt x="111200" y="339535"/>
                  </a:lnTo>
                  <a:cubicBezTo>
                    <a:pt x="109673" y="339536"/>
                    <a:pt x="108148" y="339437"/>
                    <a:pt x="106635" y="339237"/>
                  </a:cubicBezTo>
                  <a:cubicBezTo>
                    <a:pt x="45850" y="332241"/>
                    <a:pt x="0" y="277658"/>
                    <a:pt x="0" y="212357"/>
                  </a:cubicBezTo>
                  <a:cubicBezTo>
                    <a:pt x="0" y="159263"/>
                    <a:pt x="28482" y="110635"/>
                    <a:pt x="52400" y="79126"/>
                  </a:cubicBezTo>
                  <a:cubicBezTo>
                    <a:pt x="76317" y="47616"/>
                    <a:pt x="107727" y="17844"/>
                    <a:pt x="129907" y="5836"/>
                  </a:cubicBezTo>
                  <a:cubicBezTo>
                    <a:pt x="153217" y="-6828"/>
                    <a:pt x="182381" y="1802"/>
                    <a:pt x="195044" y="25112"/>
                  </a:cubicBezTo>
                  <a:cubicBezTo>
                    <a:pt x="198984" y="32363"/>
                    <a:pt x="200989" y="40507"/>
                    <a:pt x="200865" y="48758"/>
                  </a:cubicBezTo>
                  <a:cubicBezTo>
                    <a:pt x="200170" y="100314"/>
                    <a:pt x="210789" y="123486"/>
                    <a:pt x="221259" y="145965"/>
                  </a:cubicBezTo>
                  <a:cubicBezTo>
                    <a:pt x="229595" y="164027"/>
                    <a:pt x="239073" y="184520"/>
                    <a:pt x="239073" y="212357"/>
                  </a:cubicBezTo>
                  <a:cubicBezTo>
                    <a:pt x="239073" y="277658"/>
                    <a:pt x="193273" y="332241"/>
                    <a:pt x="132487" y="339237"/>
                  </a:cubicBezTo>
                  <a:cubicBezTo>
                    <a:pt x="130974" y="339435"/>
                    <a:pt x="129449" y="339534"/>
                    <a:pt x="127922" y="339535"/>
                  </a:cubicBezTo>
                  <a:close/>
                  <a:moveTo>
                    <a:pt x="113929" y="260142"/>
                  </a:moveTo>
                  <a:lnTo>
                    <a:pt x="125193" y="260142"/>
                  </a:lnTo>
                  <a:cubicBezTo>
                    <a:pt x="144694" y="256768"/>
                    <a:pt x="159928" y="236175"/>
                    <a:pt x="159928" y="212357"/>
                  </a:cubicBezTo>
                  <a:cubicBezTo>
                    <a:pt x="159928" y="202433"/>
                    <a:pt x="156553" y="194593"/>
                    <a:pt x="149408" y="179210"/>
                  </a:cubicBezTo>
                  <a:cubicBezTo>
                    <a:pt x="139077" y="158357"/>
                    <a:pt x="131536" y="136235"/>
                    <a:pt x="126980" y="113413"/>
                  </a:cubicBezTo>
                  <a:cubicBezTo>
                    <a:pt x="123308" y="117730"/>
                    <a:pt x="119536" y="122296"/>
                    <a:pt x="115864" y="127158"/>
                  </a:cubicBezTo>
                  <a:cubicBezTo>
                    <a:pt x="92543" y="157923"/>
                    <a:pt x="79641" y="188192"/>
                    <a:pt x="79641" y="212357"/>
                  </a:cubicBezTo>
                  <a:cubicBezTo>
                    <a:pt x="79641" y="236522"/>
                    <a:pt x="94428" y="256768"/>
                    <a:pt x="113929" y="260142"/>
                  </a:cubicBezTo>
                  <a:close/>
                  <a:moveTo>
                    <a:pt x="121472" y="47666"/>
                  </a:moveTo>
                  <a:lnTo>
                    <a:pt x="121472" y="4766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7BBEF37A-30CD-6E40-8E3C-36A12887CAB0}"/>
              </a:ext>
            </a:extLst>
          </p:cNvPr>
          <p:cNvGrpSpPr>
            <a:grpSpLocks noChangeAspect="1"/>
          </p:cNvGrpSpPr>
          <p:nvPr/>
        </p:nvGrpSpPr>
        <p:grpSpPr>
          <a:xfrm>
            <a:off x="1759529" y="4768533"/>
            <a:ext cx="361139" cy="848513"/>
            <a:chOff x="1759529" y="4768533"/>
            <a:chExt cx="361139" cy="848513"/>
          </a:xfrm>
        </p:grpSpPr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59383F01-7495-8948-A9CE-1B09848CF998}"/>
                </a:ext>
              </a:extLst>
            </p:cNvPr>
            <p:cNvSpPr/>
            <p:nvPr/>
          </p:nvSpPr>
          <p:spPr>
            <a:xfrm>
              <a:off x="1759529" y="4768533"/>
              <a:ext cx="361139" cy="848513"/>
            </a:xfrm>
            <a:custGeom>
              <a:avLst/>
              <a:gdLst>
                <a:gd name="connsiteX0" fmla="*/ 274236 w 361139"/>
                <a:gd name="connsiteY0" fmla="*/ 848514 h 848513"/>
                <a:gd name="connsiteX1" fmla="*/ 86619 w 361139"/>
                <a:gd name="connsiteY1" fmla="*/ 848514 h 848513"/>
                <a:gd name="connsiteX2" fmla="*/ 31 w 361139"/>
                <a:gd name="connsiteY2" fmla="*/ 761926 h 848513"/>
                <a:gd name="connsiteX3" fmla="*/ 31 w 361139"/>
                <a:gd name="connsiteY3" fmla="*/ 499283 h 848513"/>
                <a:gd name="connsiteX4" fmla="*/ 33228 w 361139"/>
                <a:gd name="connsiteY4" fmla="*/ 427036 h 848513"/>
                <a:gd name="connsiteX5" fmla="*/ 35957 w 361139"/>
                <a:gd name="connsiteY5" fmla="*/ 424257 h 848513"/>
                <a:gd name="connsiteX6" fmla="*/ 33228 w 361139"/>
                <a:gd name="connsiteY6" fmla="*/ 421776 h 848513"/>
                <a:gd name="connsiteX7" fmla="*/ 180 w 361139"/>
                <a:gd name="connsiteY7" fmla="*/ 343226 h 848513"/>
                <a:gd name="connsiteX8" fmla="*/ 180 w 361139"/>
                <a:gd name="connsiteY8" fmla="*/ 234408 h 848513"/>
                <a:gd name="connsiteX9" fmla="*/ 67714 w 361139"/>
                <a:gd name="connsiteY9" fmla="*/ 138094 h 848513"/>
                <a:gd name="connsiteX10" fmla="*/ 65680 w 361139"/>
                <a:gd name="connsiteY10" fmla="*/ 124052 h 848513"/>
                <a:gd name="connsiteX11" fmla="*/ 65680 w 361139"/>
                <a:gd name="connsiteY11" fmla="*/ 67831 h 848513"/>
                <a:gd name="connsiteX12" fmla="*/ 133313 w 361139"/>
                <a:gd name="connsiteY12" fmla="*/ 0 h 848513"/>
                <a:gd name="connsiteX13" fmla="*/ 227592 w 361139"/>
                <a:gd name="connsiteY13" fmla="*/ 0 h 848513"/>
                <a:gd name="connsiteX14" fmla="*/ 295424 w 361139"/>
                <a:gd name="connsiteY14" fmla="*/ 67831 h 848513"/>
                <a:gd name="connsiteX15" fmla="*/ 295424 w 361139"/>
                <a:gd name="connsiteY15" fmla="*/ 124052 h 848513"/>
                <a:gd name="connsiteX16" fmla="*/ 293389 w 361139"/>
                <a:gd name="connsiteY16" fmla="*/ 138045 h 848513"/>
                <a:gd name="connsiteX17" fmla="*/ 360973 w 361139"/>
                <a:gd name="connsiteY17" fmla="*/ 233813 h 848513"/>
                <a:gd name="connsiteX18" fmla="*/ 360973 w 361139"/>
                <a:gd name="connsiteY18" fmla="*/ 343722 h 848513"/>
                <a:gd name="connsiteX19" fmla="*/ 328173 w 361139"/>
                <a:gd name="connsiteY19" fmla="*/ 421230 h 848513"/>
                <a:gd name="connsiteX20" fmla="*/ 325146 w 361139"/>
                <a:gd name="connsiteY20" fmla="*/ 424257 h 848513"/>
                <a:gd name="connsiteX21" fmla="*/ 327925 w 361139"/>
                <a:gd name="connsiteY21" fmla="*/ 427085 h 848513"/>
                <a:gd name="connsiteX22" fmla="*/ 361072 w 361139"/>
                <a:gd name="connsiteY22" fmla="*/ 499283 h 848513"/>
                <a:gd name="connsiteX23" fmla="*/ 361072 w 361139"/>
                <a:gd name="connsiteY23" fmla="*/ 761926 h 848513"/>
                <a:gd name="connsiteX24" fmla="*/ 274285 w 361139"/>
                <a:gd name="connsiteY24" fmla="*/ 848514 h 848513"/>
                <a:gd name="connsiteX25" fmla="*/ 274236 w 361139"/>
                <a:gd name="connsiteY25" fmla="*/ 848514 h 848513"/>
                <a:gd name="connsiteX26" fmla="*/ 79573 w 361139"/>
                <a:gd name="connsiteY26" fmla="*/ 237137 h 848513"/>
                <a:gd name="connsiteX27" fmla="*/ 79573 w 361139"/>
                <a:gd name="connsiteY27" fmla="*/ 344318 h 848513"/>
                <a:gd name="connsiteX28" fmla="*/ 79573 w 361139"/>
                <a:gd name="connsiteY28" fmla="*/ 347146 h 848513"/>
                <a:gd name="connsiteX29" fmla="*/ 89249 w 361139"/>
                <a:gd name="connsiteY29" fmla="*/ 365208 h 848513"/>
                <a:gd name="connsiteX30" fmla="*/ 117037 w 361139"/>
                <a:gd name="connsiteY30" fmla="*/ 424257 h 848513"/>
                <a:gd name="connsiteX31" fmla="*/ 89448 w 361139"/>
                <a:gd name="connsiteY31" fmla="*/ 483206 h 848513"/>
                <a:gd name="connsiteX32" fmla="*/ 79524 w 361139"/>
                <a:gd name="connsiteY32" fmla="*/ 499283 h 848513"/>
                <a:gd name="connsiteX33" fmla="*/ 79524 w 361139"/>
                <a:gd name="connsiteY33" fmla="*/ 761926 h 848513"/>
                <a:gd name="connsiteX34" fmla="*/ 86619 w 361139"/>
                <a:gd name="connsiteY34" fmla="*/ 769121 h 848513"/>
                <a:gd name="connsiteX35" fmla="*/ 274236 w 361139"/>
                <a:gd name="connsiteY35" fmla="*/ 769121 h 848513"/>
                <a:gd name="connsiteX36" fmla="*/ 281431 w 361139"/>
                <a:gd name="connsiteY36" fmla="*/ 761926 h 848513"/>
                <a:gd name="connsiteX37" fmla="*/ 281431 w 361139"/>
                <a:gd name="connsiteY37" fmla="*/ 499283 h 848513"/>
                <a:gd name="connsiteX38" fmla="*/ 271506 w 361139"/>
                <a:gd name="connsiteY38" fmla="*/ 483256 h 848513"/>
                <a:gd name="connsiteX39" fmla="*/ 243818 w 361139"/>
                <a:gd name="connsiteY39" fmla="*/ 424257 h 848513"/>
                <a:gd name="connsiteX40" fmla="*/ 271358 w 361139"/>
                <a:gd name="connsiteY40" fmla="*/ 365407 h 848513"/>
                <a:gd name="connsiteX41" fmla="*/ 281282 w 361139"/>
                <a:gd name="connsiteY41" fmla="*/ 347791 h 848513"/>
                <a:gd name="connsiteX42" fmla="*/ 281282 w 361139"/>
                <a:gd name="connsiteY42" fmla="*/ 344963 h 848513"/>
                <a:gd name="connsiteX43" fmla="*/ 281282 w 361139"/>
                <a:gd name="connsiteY43" fmla="*/ 236591 h 848513"/>
                <a:gd name="connsiteX44" fmla="*/ 227195 w 361139"/>
                <a:gd name="connsiteY44" fmla="*/ 190891 h 848513"/>
                <a:gd name="connsiteX45" fmla="*/ 206354 w 361139"/>
                <a:gd name="connsiteY45" fmla="*/ 156156 h 848513"/>
                <a:gd name="connsiteX46" fmla="*/ 206354 w 361139"/>
                <a:gd name="connsiteY46" fmla="*/ 133480 h 848513"/>
                <a:gd name="connsiteX47" fmla="*/ 215733 w 361139"/>
                <a:gd name="connsiteY47" fmla="*/ 107875 h 848513"/>
                <a:gd name="connsiteX48" fmla="*/ 215733 w 361139"/>
                <a:gd name="connsiteY48" fmla="*/ 79393 h 848513"/>
                <a:gd name="connsiteX49" fmla="*/ 145073 w 361139"/>
                <a:gd name="connsiteY49" fmla="*/ 79393 h 848513"/>
                <a:gd name="connsiteX50" fmla="*/ 145073 w 361139"/>
                <a:gd name="connsiteY50" fmla="*/ 107875 h 848513"/>
                <a:gd name="connsiteX51" fmla="*/ 154451 w 361139"/>
                <a:gd name="connsiteY51" fmla="*/ 133480 h 848513"/>
                <a:gd name="connsiteX52" fmla="*/ 154451 w 361139"/>
                <a:gd name="connsiteY52" fmla="*/ 155958 h 848513"/>
                <a:gd name="connsiteX53" fmla="*/ 133610 w 361139"/>
                <a:gd name="connsiteY53" fmla="*/ 190692 h 848513"/>
                <a:gd name="connsiteX54" fmla="*/ 79573 w 361139"/>
                <a:gd name="connsiteY54" fmla="*/ 237137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9" h="848513">
                  <a:moveTo>
                    <a:pt x="274236" y="848514"/>
                  </a:moveTo>
                  <a:lnTo>
                    <a:pt x="86619" y="848514"/>
                  </a:lnTo>
                  <a:cubicBezTo>
                    <a:pt x="38821" y="848459"/>
                    <a:pt x="86" y="809725"/>
                    <a:pt x="31" y="761926"/>
                  </a:cubicBezTo>
                  <a:lnTo>
                    <a:pt x="31" y="499283"/>
                  </a:lnTo>
                  <a:cubicBezTo>
                    <a:pt x="31" y="460083"/>
                    <a:pt x="21616" y="438548"/>
                    <a:pt x="33228" y="427036"/>
                  </a:cubicBezTo>
                  <a:lnTo>
                    <a:pt x="35957" y="424257"/>
                  </a:lnTo>
                  <a:lnTo>
                    <a:pt x="33228" y="421776"/>
                  </a:lnTo>
                  <a:cubicBezTo>
                    <a:pt x="21467" y="409917"/>
                    <a:pt x="-2301" y="386049"/>
                    <a:pt x="180" y="343226"/>
                  </a:cubicBezTo>
                  <a:lnTo>
                    <a:pt x="180" y="234408"/>
                  </a:lnTo>
                  <a:cubicBezTo>
                    <a:pt x="1718" y="192727"/>
                    <a:pt x="36006" y="159977"/>
                    <a:pt x="67714" y="138094"/>
                  </a:cubicBezTo>
                  <a:cubicBezTo>
                    <a:pt x="66371" y="133534"/>
                    <a:pt x="65686" y="128805"/>
                    <a:pt x="65680" y="124052"/>
                  </a:cubicBezTo>
                  <a:lnTo>
                    <a:pt x="65680" y="67831"/>
                  </a:lnTo>
                  <a:cubicBezTo>
                    <a:pt x="65734" y="30469"/>
                    <a:pt x="95951" y="164"/>
                    <a:pt x="133313" y="0"/>
                  </a:cubicBezTo>
                  <a:lnTo>
                    <a:pt x="227592" y="0"/>
                  </a:lnTo>
                  <a:cubicBezTo>
                    <a:pt x="265041" y="27"/>
                    <a:pt x="295394" y="30381"/>
                    <a:pt x="295424" y="67831"/>
                  </a:cubicBezTo>
                  <a:lnTo>
                    <a:pt x="295424" y="124052"/>
                  </a:lnTo>
                  <a:cubicBezTo>
                    <a:pt x="295414" y="128789"/>
                    <a:pt x="294729" y="133500"/>
                    <a:pt x="293389" y="138045"/>
                  </a:cubicBezTo>
                  <a:cubicBezTo>
                    <a:pt x="325097" y="159679"/>
                    <a:pt x="359434" y="192628"/>
                    <a:pt x="360973" y="233813"/>
                  </a:cubicBezTo>
                  <a:lnTo>
                    <a:pt x="360973" y="343722"/>
                  </a:lnTo>
                  <a:cubicBezTo>
                    <a:pt x="363354" y="385900"/>
                    <a:pt x="339636" y="409718"/>
                    <a:pt x="328173" y="421230"/>
                  </a:cubicBezTo>
                  <a:cubicBezTo>
                    <a:pt x="327181" y="422222"/>
                    <a:pt x="326139" y="423314"/>
                    <a:pt x="325146" y="424257"/>
                  </a:cubicBezTo>
                  <a:lnTo>
                    <a:pt x="327925" y="427085"/>
                  </a:lnTo>
                  <a:cubicBezTo>
                    <a:pt x="339487" y="438548"/>
                    <a:pt x="361072" y="460083"/>
                    <a:pt x="361072" y="499283"/>
                  </a:cubicBezTo>
                  <a:lnTo>
                    <a:pt x="361072" y="761926"/>
                  </a:lnTo>
                  <a:cubicBezTo>
                    <a:pt x="361017" y="809800"/>
                    <a:pt x="322159" y="848568"/>
                    <a:pt x="274285" y="848514"/>
                  </a:cubicBezTo>
                  <a:cubicBezTo>
                    <a:pt x="274270" y="848514"/>
                    <a:pt x="274250" y="848514"/>
                    <a:pt x="274236" y="848514"/>
                  </a:cubicBezTo>
                  <a:close/>
                  <a:moveTo>
                    <a:pt x="79573" y="237137"/>
                  </a:moveTo>
                  <a:lnTo>
                    <a:pt x="79573" y="344318"/>
                  </a:lnTo>
                  <a:cubicBezTo>
                    <a:pt x="79573" y="345261"/>
                    <a:pt x="79573" y="346204"/>
                    <a:pt x="79573" y="347146"/>
                  </a:cubicBezTo>
                  <a:cubicBezTo>
                    <a:pt x="79028" y="354391"/>
                    <a:pt x="80318" y="356177"/>
                    <a:pt x="89249" y="365208"/>
                  </a:cubicBezTo>
                  <a:cubicBezTo>
                    <a:pt x="100464" y="376373"/>
                    <a:pt x="117037" y="392996"/>
                    <a:pt x="117037" y="424257"/>
                  </a:cubicBezTo>
                  <a:cubicBezTo>
                    <a:pt x="117037" y="455518"/>
                    <a:pt x="100414" y="472190"/>
                    <a:pt x="89448" y="483206"/>
                  </a:cubicBezTo>
                  <a:cubicBezTo>
                    <a:pt x="80715" y="491840"/>
                    <a:pt x="79524" y="493825"/>
                    <a:pt x="79524" y="499283"/>
                  </a:cubicBezTo>
                  <a:lnTo>
                    <a:pt x="79524" y="761926"/>
                  </a:lnTo>
                  <a:cubicBezTo>
                    <a:pt x="79523" y="765861"/>
                    <a:pt x="82685" y="769066"/>
                    <a:pt x="86619" y="769121"/>
                  </a:cubicBezTo>
                  <a:lnTo>
                    <a:pt x="274236" y="769121"/>
                  </a:lnTo>
                  <a:cubicBezTo>
                    <a:pt x="278210" y="769121"/>
                    <a:pt x="281431" y="765900"/>
                    <a:pt x="281431" y="761926"/>
                  </a:cubicBezTo>
                  <a:lnTo>
                    <a:pt x="281431" y="499283"/>
                  </a:lnTo>
                  <a:cubicBezTo>
                    <a:pt x="281431" y="493825"/>
                    <a:pt x="280240" y="491840"/>
                    <a:pt x="271506" y="483256"/>
                  </a:cubicBezTo>
                  <a:cubicBezTo>
                    <a:pt x="260441" y="472190"/>
                    <a:pt x="243818" y="455568"/>
                    <a:pt x="243818" y="424257"/>
                  </a:cubicBezTo>
                  <a:cubicBezTo>
                    <a:pt x="243818" y="392946"/>
                    <a:pt x="260391" y="376373"/>
                    <a:pt x="271358" y="365407"/>
                  </a:cubicBezTo>
                  <a:cubicBezTo>
                    <a:pt x="280885" y="355830"/>
                    <a:pt x="281828" y="354242"/>
                    <a:pt x="281282" y="347791"/>
                  </a:cubicBezTo>
                  <a:cubicBezTo>
                    <a:pt x="281282" y="346849"/>
                    <a:pt x="281282" y="345906"/>
                    <a:pt x="281282" y="344963"/>
                  </a:cubicBezTo>
                  <a:lnTo>
                    <a:pt x="281282" y="236591"/>
                  </a:lnTo>
                  <a:cubicBezTo>
                    <a:pt x="280190" y="230190"/>
                    <a:pt x="263418" y="210392"/>
                    <a:pt x="227195" y="190891"/>
                  </a:cubicBezTo>
                  <a:cubicBezTo>
                    <a:pt x="214419" y="183995"/>
                    <a:pt x="206427" y="170674"/>
                    <a:pt x="206354" y="156156"/>
                  </a:cubicBezTo>
                  <a:lnTo>
                    <a:pt x="206354" y="133480"/>
                  </a:lnTo>
                  <a:cubicBezTo>
                    <a:pt x="206333" y="124101"/>
                    <a:pt x="209659" y="115022"/>
                    <a:pt x="215733" y="107875"/>
                  </a:cubicBezTo>
                  <a:lnTo>
                    <a:pt x="215733" y="79393"/>
                  </a:lnTo>
                  <a:lnTo>
                    <a:pt x="145073" y="79393"/>
                  </a:lnTo>
                  <a:lnTo>
                    <a:pt x="145073" y="107875"/>
                  </a:lnTo>
                  <a:cubicBezTo>
                    <a:pt x="151147" y="115022"/>
                    <a:pt x="154472" y="124101"/>
                    <a:pt x="154451" y="133480"/>
                  </a:cubicBezTo>
                  <a:lnTo>
                    <a:pt x="154451" y="155958"/>
                  </a:lnTo>
                  <a:cubicBezTo>
                    <a:pt x="154379" y="170476"/>
                    <a:pt x="146386" y="183797"/>
                    <a:pt x="133610" y="190692"/>
                  </a:cubicBezTo>
                  <a:cubicBezTo>
                    <a:pt x="97536" y="210342"/>
                    <a:pt x="80516" y="230687"/>
                    <a:pt x="79573" y="23713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745BAF43-7CB4-B742-AE87-903E618714EA}"/>
                </a:ext>
              </a:extLst>
            </p:cNvPr>
            <p:cNvSpPr/>
            <p:nvPr/>
          </p:nvSpPr>
          <p:spPr>
            <a:xfrm>
              <a:off x="1768244" y="5434492"/>
              <a:ext cx="350818" cy="79393"/>
            </a:xfrm>
            <a:custGeom>
              <a:avLst/>
              <a:gdLst>
                <a:gd name="connsiteX0" fmla="*/ 311122 w 350818"/>
                <a:gd name="connsiteY0" fmla="*/ 79393 h 79393"/>
                <a:gd name="connsiteX1" fmla="*/ 39697 w 350818"/>
                <a:gd name="connsiteY1" fmla="*/ 79393 h 79393"/>
                <a:gd name="connsiteX2" fmla="*/ 0 w 350818"/>
                <a:gd name="connsiteY2" fmla="*/ 39697 h 79393"/>
                <a:gd name="connsiteX3" fmla="*/ 39697 w 350818"/>
                <a:gd name="connsiteY3" fmla="*/ 0 h 79393"/>
                <a:gd name="connsiteX4" fmla="*/ 311122 w 350818"/>
                <a:gd name="connsiteY4" fmla="*/ 0 h 79393"/>
                <a:gd name="connsiteX5" fmla="*/ 350819 w 350818"/>
                <a:gd name="connsiteY5" fmla="*/ 39697 h 79393"/>
                <a:gd name="connsiteX6" fmla="*/ 311122 w 3508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818" h="79393">
                  <a:moveTo>
                    <a:pt x="31112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11122" y="0"/>
                  </a:lnTo>
                  <a:cubicBezTo>
                    <a:pt x="333045" y="0"/>
                    <a:pt x="350819" y="17774"/>
                    <a:pt x="350819" y="39697"/>
                  </a:cubicBezTo>
                  <a:cubicBezTo>
                    <a:pt x="350819" y="61619"/>
                    <a:pt x="333045" y="79393"/>
                    <a:pt x="31112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F782A352-3D6B-A546-BF69-508F902E6608}"/>
                </a:ext>
              </a:extLst>
            </p:cNvPr>
            <p:cNvSpPr/>
            <p:nvPr/>
          </p:nvSpPr>
          <p:spPr>
            <a:xfrm>
              <a:off x="1768244" y="5275011"/>
              <a:ext cx="350818" cy="79393"/>
            </a:xfrm>
            <a:custGeom>
              <a:avLst/>
              <a:gdLst>
                <a:gd name="connsiteX0" fmla="*/ 311122 w 350818"/>
                <a:gd name="connsiteY0" fmla="*/ 79393 h 79393"/>
                <a:gd name="connsiteX1" fmla="*/ 39697 w 350818"/>
                <a:gd name="connsiteY1" fmla="*/ 79393 h 79393"/>
                <a:gd name="connsiteX2" fmla="*/ 0 w 350818"/>
                <a:gd name="connsiteY2" fmla="*/ 39697 h 79393"/>
                <a:gd name="connsiteX3" fmla="*/ 39697 w 350818"/>
                <a:gd name="connsiteY3" fmla="*/ 0 h 79393"/>
                <a:gd name="connsiteX4" fmla="*/ 311122 w 350818"/>
                <a:gd name="connsiteY4" fmla="*/ 0 h 79393"/>
                <a:gd name="connsiteX5" fmla="*/ 350819 w 350818"/>
                <a:gd name="connsiteY5" fmla="*/ 39697 h 79393"/>
                <a:gd name="connsiteX6" fmla="*/ 311122 w 3508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818" h="79393">
                  <a:moveTo>
                    <a:pt x="31112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11122" y="0"/>
                  </a:lnTo>
                  <a:cubicBezTo>
                    <a:pt x="333045" y="0"/>
                    <a:pt x="350819" y="17774"/>
                    <a:pt x="350819" y="39697"/>
                  </a:cubicBezTo>
                  <a:cubicBezTo>
                    <a:pt x="350819" y="61619"/>
                    <a:pt x="333045" y="79393"/>
                    <a:pt x="31112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94BCD2BC-8435-A342-8A55-AEC3FF86C7D7}"/>
                </a:ext>
              </a:extLst>
            </p:cNvPr>
            <p:cNvSpPr/>
            <p:nvPr/>
          </p:nvSpPr>
          <p:spPr>
            <a:xfrm>
              <a:off x="1833296" y="4871694"/>
              <a:ext cx="210689" cy="79393"/>
            </a:xfrm>
            <a:custGeom>
              <a:avLst/>
              <a:gdLst>
                <a:gd name="connsiteX0" fmla="*/ 171043 w 210689"/>
                <a:gd name="connsiteY0" fmla="*/ 79393 h 79393"/>
                <a:gd name="connsiteX1" fmla="*/ 39697 w 210689"/>
                <a:gd name="connsiteY1" fmla="*/ 79393 h 79393"/>
                <a:gd name="connsiteX2" fmla="*/ 0 w 210689"/>
                <a:gd name="connsiteY2" fmla="*/ 39697 h 79393"/>
                <a:gd name="connsiteX3" fmla="*/ 39697 w 210689"/>
                <a:gd name="connsiteY3" fmla="*/ 0 h 79393"/>
                <a:gd name="connsiteX4" fmla="*/ 170993 w 210689"/>
                <a:gd name="connsiteY4" fmla="*/ 0 h 79393"/>
                <a:gd name="connsiteX5" fmla="*/ 210690 w 210689"/>
                <a:gd name="connsiteY5" fmla="*/ 39697 h 79393"/>
                <a:gd name="connsiteX6" fmla="*/ 170993 w 2106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689" h="79393">
                  <a:moveTo>
                    <a:pt x="17104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0993" y="0"/>
                  </a:lnTo>
                  <a:cubicBezTo>
                    <a:pt x="192916" y="0"/>
                    <a:pt x="210690" y="17773"/>
                    <a:pt x="210690" y="39697"/>
                  </a:cubicBezTo>
                  <a:cubicBezTo>
                    <a:pt x="210690" y="61620"/>
                    <a:pt x="192916" y="79393"/>
                    <a:pt x="17099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075F0D62-52DA-034B-A64B-914F67E407CD}"/>
              </a:ext>
            </a:extLst>
          </p:cNvPr>
          <p:cNvGrpSpPr>
            <a:grpSpLocks noChangeAspect="1"/>
          </p:cNvGrpSpPr>
          <p:nvPr/>
        </p:nvGrpSpPr>
        <p:grpSpPr>
          <a:xfrm>
            <a:off x="3007946" y="4768528"/>
            <a:ext cx="499085" cy="848517"/>
            <a:chOff x="3007946" y="4768528"/>
            <a:chExt cx="499085" cy="848517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6CAC1F2-1560-A84E-B537-BED31CBD4DA1}"/>
                </a:ext>
              </a:extLst>
            </p:cNvPr>
            <p:cNvSpPr/>
            <p:nvPr/>
          </p:nvSpPr>
          <p:spPr>
            <a:xfrm>
              <a:off x="3007946" y="4838001"/>
              <a:ext cx="499085" cy="779044"/>
            </a:xfrm>
            <a:custGeom>
              <a:avLst/>
              <a:gdLst>
                <a:gd name="connsiteX0" fmla="*/ 375480 w 499085"/>
                <a:gd name="connsiteY0" fmla="*/ 779045 h 779044"/>
                <a:gd name="connsiteX1" fmla="*/ 123605 w 499085"/>
                <a:gd name="connsiteY1" fmla="*/ 779045 h 779044"/>
                <a:gd name="connsiteX2" fmla="*/ 101623 w 499085"/>
                <a:gd name="connsiteY2" fmla="*/ 772396 h 779044"/>
                <a:gd name="connsiteX3" fmla="*/ 17665 w 499085"/>
                <a:gd name="connsiteY3" fmla="*/ 716424 h 779044"/>
                <a:gd name="connsiteX4" fmla="*/ 0 w 499085"/>
                <a:gd name="connsiteY4" fmla="*/ 683376 h 779044"/>
                <a:gd name="connsiteX5" fmla="*/ 0 w 499085"/>
                <a:gd name="connsiteY5" fmla="*/ 95768 h 779044"/>
                <a:gd name="connsiteX6" fmla="*/ 17665 w 499085"/>
                <a:gd name="connsiteY6" fmla="*/ 62721 h 779044"/>
                <a:gd name="connsiteX7" fmla="*/ 101623 w 499085"/>
                <a:gd name="connsiteY7" fmla="*/ 6749 h 779044"/>
                <a:gd name="connsiteX8" fmla="*/ 123605 w 499085"/>
                <a:gd name="connsiteY8" fmla="*/ 0 h 779044"/>
                <a:gd name="connsiteX9" fmla="*/ 375480 w 499085"/>
                <a:gd name="connsiteY9" fmla="*/ 0 h 779044"/>
                <a:gd name="connsiteX10" fmla="*/ 397462 w 499085"/>
                <a:gd name="connsiteY10" fmla="*/ 6649 h 779044"/>
                <a:gd name="connsiteX11" fmla="*/ 481420 w 499085"/>
                <a:gd name="connsiteY11" fmla="*/ 62621 h 779044"/>
                <a:gd name="connsiteX12" fmla="*/ 499085 w 499085"/>
                <a:gd name="connsiteY12" fmla="*/ 95669 h 779044"/>
                <a:gd name="connsiteX13" fmla="*/ 499085 w 499085"/>
                <a:gd name="connsiteY13" fmla="*/ 683376 h 779044"/>
                <a:gd name="connsiteX14" fmla="*/ 481420 w 499085"/>
                <a:gd name="connsiteY14" fmla="*/ 716424 h 779044"/>
                <a:gd name="connsiteX15" fmla="*/ 397462 w 499085"/>
                <a:gd name="connsiteY15" fmla="*/ 772396 h 779044"/>
                <a:gd name="connsiteX16" fmla="*/ 375480 w 499085"/>
                <a:gd name="connsiteY16" fmla="*/ 779045 h 779044"/>
                <a:gd name="connsiteX17" fmla="*/ 135663 w 499085"/>
                <a:gd name="connsiteY17" fmla="*/ 699652 h 779044"/>
                <a:gd name="connsiteX18" fmla="*/ 363422 w 499085"/>
                <a:gd name="connsiteY18" fmla="*/ 699652 h 779044"/>
                <a:gd name="connsiteX19" fmla="*/ 419692 w 499085"/>
                <a:gd name="connsiteY19" fmla="*/ 662139 h 779044"/>
                <a:gd name="connsiteX20" fmla="*/ 419692 w 499085"/>
                <a:gd name="connsiteY20" fmla="*/ 117006 h 779044"/>
                <a:gd name="connsiteX21" fmla="*/ 363422 w 499085"/>
                <a:gd name="connsiteY21" fmla="*/ 79393 h 779044"/>
                <a:gd name="connsiteX22" fmla="*/ 135663 w 499085"/>
                <a:gd name="connsiteY22" fmla="*/ 79393 h 779044"/>
                <a:gd name="connsiteX23" fmla="*/ 79393 w 499085"/>
                <a:gd name="connsiteY23" fmla="*/ 117006 h 779044"/>
                <a:gd name="connsiteX24" fmla="*/ 79393 w 499085"/>
                <a:gd name="connsiteY24" fmla="*/ 662139 h 77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9085" h="779044">
                  <a:moveTo>
                    <a:pt x="375480" y="779045"/>
                  </a:moveTo>
                  <a:lnTo>
                    <a:pt x="123605" y="779045"/>
                  </a:lnTo>
                  <a:cubicBezTo>
                    <a:pt x="115783" y="779045"/>
                    <a:pt x="108136" y="776728"/>
                    <a:pt x="101623" y="772396"/>
                  </a:cubicBezTo>
                  <a:lnTo>
                    <a:pt x="17665" y="716424"/>
                  </a:lnTo>
                  <a:cubicBezTo>
                    <a:pt x="6621" y="709055"/>
                    <a:pt x="-8" y="696655"/>
                    <a:pt x="0" y="683376"/>
                  </a:cubicBezTo>
                  <a:lnTo>
                    <a:pt x="0" y="95768"/>
                  </a:lnTo>
                  <a:cubicBezTo>
                    <a:pt x="-8" y="82492"/>
                    <a:pt x="6621" y="70089"/>
                    <a:pt x="17665" y="62721"/>
                  </a:cubicBezTo>
                  <a:lnTo>
                    <a:pt x="101623" y="6749"/>
                  </a:lnTo>
                  <a:cubicBezTo>
                    <a:pt x="108115" y="2361"/>
                    <a:pt x="115770" y="11"/>
                    <a:pt x="123605" y="0"/>
                  </a:cubicBezTo>
                  <a:lnTo>
                    <a:pt x="375480" y="0"/>
                  </a:lnTo>
                  <a:cubicBezTo>
                    <a:pt x="383305" y="-19"/>
                    <a:pt x="390957" y="2297"/>
                    <a:pt x="397462" y="6649"/>
                  </a:cubicBezTo>
                  <a:lnTo>
                    <a:pt x="481420" y="62621"/>
                  </a:lnTo>
                  <a:cubicBezTo>
                    <a:pt x="492466" y="69990"/>
                    <a:pt x="499095" y="82392"/>
                    <a:pt x="499085" y="95669"/>
                  </a:cubicBezTo>
                  <a:lnTo>
                    <a:pt x="499085" y="683376"/>
                  </a:lnTo>
                  <a:cubicBezTo>
                    <a:pt x="499095" y="696655"/>
                    <a:pt x="492466" y="709055"/>
                    <a:pt x="481420" y="716424"/>
                  </a:cubicBezTo>
                  <a:lnTo>
                    <a:pt x="397462" y="772396"/>
                  </a:lnTo>
                  <a:cubicBezTo>
                    <a:pt x="390952" y="776728"/>
                    <a:pt x="383300" y="779045"/>
                    <a:pt x="375480" y="779045"/>
                  </a:cubicBezTo>
                  <a:close/>
                  <a:moveTo>
                    <a:pt x="135663" y="699652"/>
                  </a:moveTo>
                  <a:lnTo>
                    <a:pt x="363422" y="699652"/>
                  </a:lnTo>
                  <a:lnTo>
                    <a:pt x="419692" y="662139"/>
                  </a:lnTo>
                  <a:lnTo>
                    <a:pt x="419692" y="117006"/>
                  </a:lnTo>
                  <a:lnTo>
                    <a:pt x="363422" y="79393"/>
                  </a:lnTo>
                  <a:lnTo>
                    <a:pt x="135663" y="79393"/>
                  </a:lnTo>
                  <a:lnTo>
                    <a:pt x="79393" y="117006"/>
                  </a:lnTo>
                  <a:lnTo>
                    <a:pt x="79393" y="662139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97D166DE-3231-1546-9B25-1683C2FB8DF4}"/>
                </a:ext>
              </a:extLst>
            </p:cNvPr>
            <p:cNvSpPr/>
            <p:nvPr/>
          </p:nvSpPr>
          <p:spPr>
            <a:xfrm>
              <a:off x="3007946" y="4943843"/>
              <a:ext cx="499085" cy="79393"/>
            </a:xfrm>
            <a:custGeom>
              <a:avLst/>
              <a:gdLst>
                <a:gd name="connsiteX0" fmla="*/ 459389 w 499085"/>
                <a:gd name="connsiteY0" fmla="*/ 79393 h 79393"/>
                <a:gd name="connsiteX1" fmla="*/ 39697 w 499085"/>
                <a:gd name="connsiteY1" fmla="*/ 79393 h 79393"/>
                <a:gd name="connsiteX2" fmla="*/ 0 w 499085"/>
                <a:gd name="connsiteY2" fmla="*/ 39697 h 79393"/>
                <a:gd name="connsiteX3" fmla="*/ 39697 w 499085"/>
                <a:gd name="connsiteY3" fmla="*/ 0 h 79393"/>
                <a:gd name="connsiteX4" fmla="*/ 459389 w 499085"/>
                <a:gd name="connsiteY4" fmla="*/ 0 h 79393"/>
                <a:gd name="connsiteX5" fmla="*/ 499085 w 499085"/>
                <a:gd name="connsiteY5" fmla="*/ 39697 h 79393"/>
                <a:gd name="connsiteX6" fmla="*/ 459389 w 49908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9085" h="79393">
                  <a:moveTo>
                    <a:pt x="45938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9389" y="0"/>
                  </a:lnTo>
                  <a:cubicBezTo>
                    <a:pt x="481311" y="0"/>
                    <a:pt x="499085" y="17773"/>
                    <a:pt x="499085" y="39697"/>
                  </a:cubicBezTo>
                  <a:cubicBezTo>
                    <a:pt x="499085" y="61620"/>
                    <a:pt x="481311" y="79393"/>
                    <a:pt x="45938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AEE58EEE-AF8E-4840-A2EB-37D7B4B3E875}"/>
                </a:ext>
              </a:extLst>
            </p:cNvPr>
            <p:cNvSpPr/>
            <p:nvPr/>
          </p:nvSpPr>
          <p:spPr>
            <a:xfrm>
              <a:off x="3064067" y="4838002"/>
              <a:ext cx="387041" cy="79393"/>
            </a:xfrm>
            <a:custGeom>
              <a:avLst/>
              <a:gdLst>
                <a:gd name="connsiteX0" fmla="*/ 347345 w 387041"/>
                <a:gd name="connsiteY0" fmla="*/ 79393 h 79393"/>
                <a:gd name="connsiteX1" fmla="*/ 39697 w 387041"/>
                <a:gd name="connsiteY1" fmla="*/ 79393 h 79393"/>
                <a:gd name="connsiteX2" fmla="*/ 0 w 387041"/>
                <a:gd name="connsiteY2" fmla="*/ 39697 h 79393"/>
                <a:gd name="connsiteX3" fmla="*/ 39697 w 387041"/>
                <a:gd name="connsiteY3" fmla="*/ 0 h 79393"/>
                <a:gd name="connsiteX4" fmla="*/ 347345 w 387041"/>
                <a:gd name="connsiteY4" fmla="*/ 0 h 79393"/>
                <a:gd name="connsiteX5" fmla="*/ 387042 w 387041"/>
                <a:gd name="connsiteY5" fmla="*/ 39697 h 79393"/>
                <a:gd name="connsiteX6" fmla="*/ 347345 w 38704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041" h="79393">
                  <a:moveTo>
                    <a:pt x="34734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47345" y="0"/>
                  </a:lnTo>
                  <a:cubicBezTo>
                    <a:pt x="369268" y="0"/>
                    <a:pt x="387042" y="17773"/>
                    <a:pt x="387042" y="39697"/>
                  </a:cubicBezTo>
                  <a:cubicBezTo>
                    <a:pt x="387042" y="61620"/>
                    <a:pt x="369268" y="79393"/>
                    <a:pt x="34734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1E3908E-AA71-A444-913E-E956ED765D15}"/>
                </a:ext>
              </a:extLst>
            </p:cNvPr>
            <p:cNvSpPr/>
            <p:nvPr/>
          </p:nvSpPr>
          <p:spPr>
            <a:xfrm>
              <a:off x="3259740" y="4768528"/>
              <a:ext cx="135376" cy="135370"/>
            </a:xfrm>
            <a:custGeom>
              <a:avLst/>
              <a:gdLst>
                <a:gd name="connsiteX0" fmla="*/ 39927 w 135376"/>
                <a:gd name="connsiteY0" fmla="*/ 135370 h 135370"/>
                <a:gd name="connsiteX1" fmla="*/ 1 w 135376"/>
                <a:gd name="connsiteY1" fmla="*/ 95904 h 135370"/>
                <a:gd name="connsiteX2" fmla="*/ 11643 w 135376"/>
                <a:gd name="connsiteY2" fmla="*/ 67588 h 135370"/>
                <a:gd name="connsiteX3" fmla="*/ 67615 w 135376"/>
                <a:gd name="connsiteY3" fmla="*/ 11616 h 135370"/>
                <a:gd name="connsiteX4" fmla="*/ 123761 w 135376"/>
                <a:gd name="connsiteY4" fmla="*/ 11641 h 135370"/>
                <a:gd name="connsiteX5" fmla="*/ 123736 w 135376"/>
                <a:gd name="connsiteY5" fmla="*/ 67786 h 135370"/>
                <a:gd name="connsiteX6" fmla="*/ 67814 w 135376"/>
                <a:gd name="connsiteY6" fmla="*/ 123759 h 135370"/>
                <a:gd name="connsiteX7" fmla="*/ 39927 w 135376"/>
                <a:gd name="connsiteY7" fmla="*/ 135370 h 1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376" h="135370">
                  <a:moveTo>
                    <a:pt x="39927" y="135370"/>
                  </a:moveTo>
                  <a:cubicBezTo>
                    <a:pt x="18004" y="135497"/>
                    <a:pt x="128" y="117828"/>
                    <a:pt x="1" y="95904"/>
                  </a:cubicBezTo>
                  <a:cubicBezTo>
                    <a:pt x="-61" y="85289"/>
                    <a:pt x="4132" y="75090"/>
                    <a:pt x="11643" y="67588"/>
                  </a:cubicBezTo>
                  <a:lnTo>
                    <a:pt x="67615" y="11616"/>
                  </a:lnTo>
                  <a:cubicBezTo>
                    <a:pt x="83127" y="-3882"/>
                    <a:pt x="108265" y="-3870"/>
                    <a:pt x="123761" y="11641"/>
                  </a:cubicBezTo>
                  <a:cubicBezTo>
                    <a:pt x="139258" y="27152"/>
                    <a:pt x="139248" y="52289"/>
                    <a:pt x="123736" y="67786"/>
                  </a:cubicBezTo>
                  <a:lnTo>
                    <a:pt x="67814" y="123759"/>
                  </a:lnTo>
                  <a:cubicBezTo>
                    <a:pt x="60410" y="131153"/>
                    <a:pt x="50390" y="135326"/>
                    <a:pt x="39927" y="13537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9EF7FC0B-5558-664E-9C96-160067683FCA}"/>
                </a:ext>
              </a:extLst>
            </p:cNvPr>
            <p:cNvSpPr/>
            <p:nvPr/>
          </p:nvSpPr>
          <p:spPr>
            <a:xfrm>
              <a:off x="3007946" y="5436377"/>
              <a:ext cx="499085" cy="79393"/>
            </a:xfrm>
            <a:custGeom>
              <a:avLst/>
              <a:gdLst>
                <a:gd name="connsiteX0" fmla="*/ 459389 w 499085"/>
                <a:gd name="connsiteY0" fmla="*/ 79393 h 79393"/>
                <a:gd name="connsiteX1" fmla="*/ 39697 w 499085"/>
                <a:gd name="connsiteY1" fmla="*/ 79393 h 79393"/>
                <a:gd name="connsiteX2" fmla="*/ 0 w 499085"/>
                <a:gd name="connsiteY2" fmla="*/ 39697 h 79393"/>
                <a:gd name="connsiteX3" fmla="*/ 39697 w 499085"/>
                <a:gd name="connsiteY3" fmla="*/ 0 h 79393"/>
                <a:gd name="connsiteX4" fmla="*/ 459389 w 499085"/>
                <a:gd name="connsiteY4" fmla="*/ 0 h 79393"/>
                <a:gd name="connsiteX5" fmla="*/ 499085 w 499085"/>
                <a:gd name="connsiteY5" fmla="*/ 39697 h 79393"/>
                <a:gd name="connsiteX6" fmla="*/ 459389 w 49908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9085" h="79393">
                  <a:moveTo>
                    <a:pt x="45938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59389" y="0"/>
                  </a:lnTo>
                  <a:cubicBezTo>
                    <a:pt x="481311" y="0"/>
                    <a:pt x="499085" y="17774"/>
                    <a:pt x="499085" y="39697"/>
                  </a:cubicBezTo>
                  <a:cubicBezTo>
                    <a:pt x="499085" y="61619"/>
                    <a:pt x="481311" y="79393"/>
                    <a:pt x="45938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C0A6845C-B75E-704B-B0A1-D282EF6179CF}"/>
              </a:ext>
            </a:extLst>
          </p:cNvPr>
          <p:cNvGrpSpPr>
            <a:grpSpLocks noChangeAspect="1"/>
          </p:cNvGrpSpPr>
          <p:nvPr/>
        </p:nvGrpSpPr>
        <p:grpSpPr>
          <a:xfrm>
            <a:off x="4348875" y="4768517"/>
            <a:ext cx="453330" cy="848530"/>
            <a:chOff x="4348875" y="4768517"/>
            <a:chExt cx="453330" cy="848530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921C1C1-AFBF-8E46-8BB9-F42A463715D6}"/>
                </a:ext>
              </a:extLst>
            </p:cNvPr>
            <p:cNvSpPr/>
            <p:nvPr/>
          </p:nvSpPr>
          <p:spPr>
            <a:xfrm>
              <a:off x="4348875" y="4894703"/>
              <a:ext cx="452243" cy="722344"/>
            </a:xfrm>
            <a:custGeom>
              <a:avLst/>
              <a:gdLst>
                <a:gd name="connsiteX0" fmla="*/ 184291 w 452243"/>
                <a:gd name="connsiteY0" fmla="*/ 722343 h 722344"/>
                <a:gd name="connsiteX1" fmla="*/ 172928 w 452243"/>
                <a:gd name="connsiteY1" fmla="*/ 720705 h 722344"/>
                <a:gd name="connsiteX2" fmla="*/ 28383 w 452243"/>
                <a:gd name="connsiteY2" fmla="*/ 677684 h 722344"/>
                <a:gd name="connsiteX3" fmla="*/ 0 w 452243"/>
                <a:gd name="connsiteY3" fmla="*/ 639625 h 722344"/>
                <a:gd name="connsiteX4" fmla="*/ 0 w 452243"/>
                <a:gd name="connsiteY4" fmla="*/ 133246 h 722344"/>
                <a:gd name="connsiteX5" fmla="*/ 15928 w 452243"/>
                <a:gd name="connsiteY5" fmla="*/ 101439 h 722344"/>
                <a:gd name="connsiteX6" fmla="*/ 89069 w 452243"/>
                <a:gd name="connsiteY6" fmla="*/ 46857 h 722344"/>
                <a:gd name="connsiteX7" fmla="*/ 106139 w 452243"/>
                <a:gd name="connsiteY7" fmla="*/ 39562 h 722344"/>
                <a:gd name="connsiteX8" fmla="*/ 336081 w 452243"/>
                <a:gd name="connsiteY8" fmla="*/ 560 h 722344"/>
                <a:gd name="connsiteX9" fmla="*/ 374637 w 452243"/>
                <a:gd name="connsiteY9" fmla="*/ 16092 h 722344"/>
                <a:gd name="connsiteX10" fmla="*/ 444453 w 452243"/>
                <a:gd name="connsiteY10" fmla="*/ 110371 h 722344"/>
                <a:gd name="connsiteX11" fmla="*/ 452244 w 452243"/>
                <a:gd name="connsiteY11" fmla="*/ 133941 h 722344"/>
                <a:gd name="connsiteX12" fmla="*/ 452244 w 452243"/>
                <a:gd name="connsiteY12" fmla="*/ 640072 h 722344"/>
                <a:gd name="connsiteX13" fmla="*/ 419841 w 452243"/>
                <a:gd name="connsiteY13" fmla="*/ 679123 h 722344"/>
                <a:gd name="connsiteX14" fmla="*/ 191586 w 452243"/>
                <a:gd name="connsiteY14" fmla="*/ 721648 h 722344"/>
                <a:gd name="connsiteX15" fmla="*/ 184291 w 452243"/>
                <a:gd name="connsiteY15" fmla="*/ 722343 h 722344"/>
                <a:gd name="connsiteX16" fmla="*/ 79393 w 452243"/>
                <a:gd name="connsiteY16" fmla="*/ 610051 h 722344"/>
                <a:gd name="connsiteX17" fmla="*/ 186425 w 452243"/>
                <a:gd name="connsiteY17" fmla="*/ 641858 h 722344"/>
                <a:gd name="connsiteX18" fmla="*/ 372850 w 452243"/>
                <a:gd name="connsiteY18" fmla="*/ 607124 h 722344"/>
                <a:gd name="connsiteX19" fmla="*/ 372850 w 452243"/>
                <a:gd name="connsiteY19" fmla="*/ 147190 h 722344"/>
                <a:gd name="connsiteX20" fmla="*/ 325314 w 452243"/>
                <a:gd name="connsiteY20" fmla="*/ 82683 h 722344"/>
                <a:gd name="connsiteX21" fmla="*/ 128865 w 452243"/>
                <a:gd name="connsiteY21" fmla="*/ 116226 h 722344"/>
                <a:gd name="connsiteX22" fmla="*/ 79244 w 452243"/>
                <a:gd name="connsiteY22" fmla="*/ 153144 h 722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52243" h="722344">
                  <a:moveTo>
                    <a:pt x="184291" y="722343"/>
                  </a:moveTo>
                  <a:cubicBezTo>
                    <a:pt x="180445" y="722343"/>
                    <a:pt x="176619" y="721792"/>
                    <a:pt x="172928" y="720705"/>
                  </a:cubicBezTo>
                  <a:lnTo>
                    <a:pt x="28383" y="677684"/>
                  </a:lnTo>
                  <a:cubicBezTo>
                    <a:pt x="11542" y="672678"/>
                    <a:pt x="-4" y="657196"/>
                    <a:pt x="0" y="639625"/>
                  </a:cubicBezTo>
                  <a:lnTo>
                    <a:pt x="0" y="133246"/>
                  </a:lnTo>
                  <a:cubicBezTo>
                    <a:pt x="-4" y="120725"/>
                    <a:pt x="5900" y="108936"/>
                    <a:pt x="15928" y="101439"/>
                  </a:cubicBezTo>
                  <a:lnTo>
                    <a:pt x="89069" y="46857"/>
                  </a:lnTo>
                  <a:cubicBezTo>
                    <a:pt x="94092" y="43092"/>
                    <a:pt x="99947" y="40590"/>
                    <a:pt x="106139" y="39562"/>
                  </a:cubicBezTo>
                  <a:lnTo>
                    <a:pt x="336081" y="560"/>
                  </a:lnTo>
                  <a:cubicBezTo>
                    <a:pt x="350834" y="-1942"/>
                    <a:pt x="365740" y="4062"/>
                    <a:pt x="374637" y="16092"/>
                  </a:cubicBezTo>
                  <a:lnTo>
                    <a:pt x="444453" y="110371"/>
                  </a:lnTo>
                  <a:cubicBezTo>
                    <a:pt x="449504" y="117193"/>
                    <a:pt x="452234" y="125453"/>
                    <a:pt x="452244" y="133941"/>
                  </a:cubicBezTo>
                  <a:lnTo>
                    <a:pt x="452244" y="640072"/>
                  </a:lnTo>
                  <a:cubicBezTo>
                    <a:pt x="452258" y="659196"/>
                    <a:pt x="438637" y="675610"/>
                    <a:pt x="419841" y="679123"/>
                  </a:cubicBezTo>
                  <a:lnTo>
                    <a:pt x="191586" y="721648"/>
                  </a:lnTo>
                  <a:cubicBezTo>
                    <a:pt x="189185" y="722130"/>
                    <a:pt x="186740" y="722363"/>
                    <a:pt x="184291" y="722343"/>
                  </a:cubicBezTo>
                  <a:close/>
                  <a:moveTo>
                    <a:pt x="79393" y="610051"/>
                  </a:moveTo>
                  <a:lnTo>
                    <a:pt x="186425" y="641858"/>
                  </a:lnTo>
                  <a:lnTo>
                    <a:pt x="372850" y="607124"/>
                  </a:lnTo>
                  <a:lnTo>
                    <a:pt x="372850" y="147190"/>
                  </a:lnTo>
                  <a:lnTo>
                    <a:pt x="325314" y="82683"/>
                  </a:lnTo>
                  <a:lnTo>
                    <a:pt x="128865" y="116226"/>
                  </a:lnTo>
                  <a:lnTo>
                    <a:pt x="79244" y="15314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E3B16F0-735A-D348-AC6B-7394F75B6F2B}"/>
                </a:ext>
              </a:extLst>
            </p:cNvPr>
            <p:cNvSpPr/>
            <p:nvPr/>
          </p:nvSpPr>
          <p:spPr>
            <a:xfrm>
              <a:off x="4493470" y="4988907"/>
              <a:ext cx="308735" cy="628139"/>
            </a:xfrm>
            <a:custGeom>
              <a:avLst/>
              <a:gdLst>
                <a:gd name="connsiteX0" fmla="*/ 39697 w 308735"/>
                <a:gd name="connsiteY0" fmla="*/ 628139 h 628139"/>
                <a:gd name="connsiteX1" fmla="*/ 39697 w 308735"/>
                <a:gd name="connsiteY1" fmla="*/ 628139 h 628139"/>
                <a:gd name="connsiteX2" fmla="*/ 0 w 308735"/>
                <a:gd name="connsiteY2" fmla="*/ 588443 h 628139"/>
                <a:gd name="connsiteX3" fmla="*/ 0 w 308735"/>
                <a:gd name="connsiteY3" fmla="*/ 83552 h 628139"/>
                <a:gd name="connsiteX4" fmla="*/ 32253 w 308735"/>
                <a:gd name="connsiteY4" fmla="*/ 44600 h 628139"/>
                <a:gd name="connsiteX5" fmla="*/ 260509 w 308735"/>
                <a:gd name="connsiteY5" fmla="*/ 934 h 628139"/>
                <a:gd name="connsiteX6" fmla="*/ 307802 w 308735"/>
                <a:gd name="connsiteY6" fmla="*/ 31183 h 628139"/>
                <a:gd name="connsiteX7" fmla="*/ 277554 w 308735"/>
                <a:gd name="connsiteY7" fmla="*/ 78476 h 628139"/>
                <a:gd name="connsiteX8" fmla="*/ 275395 w 308735"/>
                <a:gd name="connsiteY8" fmla="*/ 78888 h 628139"/>
                <a:gd name="connsiteX9" fmla="*/ 79443 w 308735"/>
                <a:gd name="connsiteY9" fmla="*/ 116401 h 628139"/>
                <a:gd name="connsiteX10" fmla="*/ 79443 w 308735"/>
                <a:gd name="connsiteY10" fmla="*/ 588443 h 628139"/>
                <a:gd name="connsiteX11" fmla="*/ 39746 w 308735"/>
                <a:gd name="connsiteY11" fmla="*/ 628139 h 628139"/>
                <a:gd name="connsiteX12" fmla="*/ 39697 w 308735"/>
                <a:gd name="connsiteY12" fmla="*/ 628139 h 628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8735" h="628139">
                  <a:moveTo>
                    <a:pt x="39697" y="628139"/>
                  </a:moveTo>
                  <a:lnTo>
                    <a:pt x="39697" y="628139"/>
                  </a:lnTo>
                  <a:cubicBezTo>
                    <a:pt x="17773" y="628139"/>
                    <a:pt x="0" y="610365"/>
                    <a:pt x="0" y="588443"/>
                  </a:cubicBezTo>
                  <a:lnTo>
                    <a:pt x="0" y="83552"/>
                  </a:lnTo>
                  <a:cubicBezTo>
                    <a:pt x="19" y="64514"/>
                    <a:pt x="13552" y="48170"/>
                    <a:pt x="32253" y="44600"/>
                  </a:cubicBezTo>
                  <a:lnTo>
                    <a:pt x="260509" y="934"/>
                  </a:lnTo>
                  <a:cubicBezTo>
                    <a:pt x="281920" y="-3773"/>
                    <a:pt x="303093" y="9770"/>
                    <a:pt x="307802" y="31183"/>
                  </a:cubicBezTo>
                  <a:cubicBezTo>
                    <a:pt x="312506" y="52596"/>
                    <a:pt x="298965" y="73770"/>
                    <a:pt x="277554" y="78476"/>
                  </a:cubicBezTo>
                  <a:cubicBezTo>
                    <a:pt x="276839" y="78633"/>
                    <a:pt x="276120" y="78770"/>
                    <a:pt x="275395" y="78888"/>
                  </a:cubicBezTo>
                  <a:lnTo>
                    <a:pt x="79443" y="116401"/>
                  </a:lnTo>
                  <a:lnTo>
                    <a:pt x="79443" y="588443"/>
                  </a:lnTo>
                  <a:cubicBezTo>
                    <a:pt x="79443" y="610365"/>
                    <a:pt x="61670" y="628139"/>
                    <a:pt x="39746" y="628139"/>
                  </a:cubicBezTo>
                  <a:cubicBezTo>
                    <a:pt x="39730" y="628139"/>
                    <a:pt x="39713" y="628139"/>
                    <a:pt x="39697" y="62813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6E94559-CB93-5443-B6E2-A7F59C705B2F}"/>
                </a:ext>
              </a:extLst>
            </p:cNvPr>
            <p:cNvSpPr/>
            <p:nvPr/>
          </p:nvSpPr>
          <p:spPr>
            <a:xfrm>
              <a:off x="4421960" y="4944705"/>
              <a:ext cx="150780" cy="167451"/>
            </a:xfrm>
            <a:custGeom>
              <a:avLst/>
              <a:gdLst>
                <a:gd name="connsiteX0" fmla="*/ 111306 w 150780"/>
                <a:gd name="connsiteY0" fmla="*/ 167451 h 167451"/>
                <a:gd name="connsiteX1" fmla="*/ 80442 w 150780"/>
                <a:gd name="connsiteY1" fmla="*/ 152565 h 167451"/>
                <a:gd name="connsiteX2" fmla="*/ 8888 w 150780"/>
                <a:gd name="connsiteY2" fmla="*/ 64737 h 167451"/>
                <a:gd name="connsiteX3" fmla="*/ 14669 w 150780"/>
                <a:gd name="connsiteY3" fmla="*/ 8888 h 167451"/>
                <a:gd name="connsiteX4" fmla="*/ 70517 w 150780"/>
                <a:gd name="connsiteY4" fmla="*/ 14669 h 167451"/>
                <a:gd name="connsiteX5" fmla="*/ 142071 w 150780"/>
                <a:gd name="connsiteY5" fmla="*/ 102746 h 167451"/>
                <a:gd name="connsiteX6" fmla="*/ 135894 w 150780"/>
                <a:gd name="connsiteY6" fmla="*/ 158544 h 167451"/>
                <a:gd name="connsiteX7" fmla="*/ 111306 w 150780"/>
                <a:gd name="connsiteY7" fmla="*/ 167253 h 16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780" h="167451">
                  <a:moveTo>
                    <a:pt x="111306" y="167451"/>
                  </a:moveTo>
                  <a:cubicBezTo>
                    <a:pt x="99295" y="167414"/>
                    <a:pt x="87948" y="161941"/>
                    <a:pt x="80442" y="152565"/>
                  </a:cubicBezTo>
                  <a:lnTo>
                    <a:pt x="8888" y="64737"/>
                  </a:lnTo>
                  <a:cubicBezTo>
                    <a:pt x="-4937" y="47718"/>
                    <a:pt x="-2349" y="22714"/>
                    <a:pt x="14669" y="8888"/>
                  </a:cubicBezTo>
                  <a:cubicBezTo>
                    <a:pt x="31688" y="-4937"/>
                    <a:pt x="56692" y="-2349"/>
                    <a:pt x="70517" y="14669"/>
                  </a:cubicBezTo>
                  <a:lnTo>
                    <a:pt x="142071" y="102746"/>
                  </a:lnTo>
                  <a:cubicBezTo>
                    <a:pt x="155773" y="119860"/>
                    <a:pt x="153008" y="144842"/>
                    <a:pt x="135894" y="158544"/>
                  </a:cubicBezTo>
                  <a:cubicBezTo>
                    <a:pt x="128913" y="164134"/>
                    <a:pt x="120249" y="167203"/>
                    <a:pt x="111306" y="1672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B168733B-DF61-1742-A671-97337AF245FF}"/>
                </a:ext>
              </a:extLst>
            </p:cNvPr>
            <p:cNvSpPr/>
            <p:nvPr/>
          </p:nvSpPr>
          <p:spPr>
            <a:xfrm>
              <a:off x="4423902" y="4768517"/>
              <a:ext cx="285368" cy="212987"/>
            </a:xfrm>
            <a:custGeom>
              <a:avLst/>
              <a:gdLst>
                <a:gd name="connsiteX0" fmla="*/ 39697 w 285368"/>
                <a:gd name="connsiteY0" fmla="*/ 212988 h 212987"/>
                <a:gd name="connsiteX1" fmla="*/ 0 w 285368"/>
                <a:gd name="connsiteY1" fmla="*/ 173291 h 212987"/>
                <a:gd name="connsiteX2" fmla="*/ 0 w 285368"/>
                <a:gd name="connsiteY2" fmla="*/ 71221 h 212987"/>
                <a:gd name="connsiteX3" fmla="*/ 33692 w 285368"/>
                <a:gd name="connsiteY3" fmla="*/ 31971 h 212987"/>
                <a:gd name="connsiteX4" fmla="*/ 239668 w 285368"/>
                <a:gd name="connsiteY4" fmla="*/ 462 h 212987"/>
                <a:gd name="connsiteX5" fmla="*/ 284912 w 285368"/>
                <a:gd name="connsiteY5" fmla="*/ 33698 h 212987"/>
                <a:gd name="connsiteX6" fmla="*/ 285369 w 285368"/>
                <a:gd name="connsiteY6" fmla="*/ 39712 h 212987"/>
                <a:gd name="connsiteX7" fmla="*/ 285369 w 285368"/>
                <a:gd name="connsiteY7" fmla="*/ 151259 h 212987"/>
                <a:gd name="connsiteX8" fmla="*/ 245672 w 285368"/>
                <a:gd name="connsiteY8" fmla="*/ 190956 h 212987"/>
                <a:gd name="connsiteX9" fmla="*/ 205976 w 285368"/>
                <a:gd name="connsiteY9" fmla="*/ 151259 h 212987"/>
                <a:gd name="connsiteX10" fmla="*/ 205976 w 285368"/>
                <a:gd name="connsiteY10" fmla="*/ 85959 h 212987"/>
                <a:gd name="connsiteX11" fmla="*/ 79393 w 285368"/>
                <a:gd name="connsiteY11" fmla="*/ 105311 h 212987"/>
                <a:gd name="connsiteX12" fmla="*/ 79393 w 285368"/>
                <a:gd name="connsiteY12" fmla="*/ 173291 h 212987"/>
                <a:gd name="connsiteX13" fmla="*/ 39697 w 285368"/>
                <a:gd name="connsiteY13" fmla="*/ 212988 h 21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368" h="212987">
                  <a:moveTo>
                    <a:pt x="39697" y="212988"/>
                  </a:moveTo>
                  <a:cubicBezTo>
                    <a:pt x="17773" y="212988"/>
                    <a:pt x="0" y="195215"/>
                    <a:pt x="0" y="173291"/>
                  </a:cubicBezTo>
                  <a:lnTo>
                    <a:pt x="0" y="71221"/>
                  </a:lnTo>
                  <a:cubicBezTo>
                    <a:pt x="-5" y="51612"/>
                    <a:pt x="14309" y="34937"/>
                    <a:pt x="33692" y="31971"/>
                  </a:cubicBezTo>
                  <a:lnTo>
                    <a:pt x="239668" y="462"/>
                  </a:lnTo>
                  <a:cubicBezTo>
                    <a:pt x="261338" y="-2854"/>
                    <a:pt x="281598" y="12026"/>
                    <a:pt x="284912" y="33698"/>
                  </a:cubicBezTo>
                  <a:cubicBezTo>
                    <a:pt x="285215" y="35688"/>
                    <a:pt x="285369" y="37699"/>
                    <a:pt x="285369" y="39712"/>
                  </a:cubicBezTo>
                  <a:lnTo>
                    <a:pt x="285369" y="151259"/>
                  </a:lnTo>
                  <a:cubicBezTo>
                    <a:pt x="285369" y="173183"/>
                    <a:pt x="267595" y="190956"/>
                    <a:pt x="245672" y="190956"/>
                  </a:cubicBezTo>
                  <a:cubicBezTo>
                    <a:pt x="223750" y="190956"/>
                    <a:pt x="205976" y="173183"/>
                    <a:pt x="205976" y="151259"/>
                  </a:cubicBezTo>
                  <a:lnTo>
                    <a:pt x="205976" y="85959"/>
                  </a:lnTo>
                  <a:lnTo>
                    <a:pt x="79393" y="105311"/>
                  </a:lnTo>
                  <a:lnTo>
                    <a:pt x="79393" y="173291"/>
                  </a:lnTo>
                  <a:cubicBezTo>
                    <a:pt x="79393" y="195215"/>
                    <a:pt x="61621" y="212988"/>
                    <a:pt x="39697" y="2129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92CFDCF-A162-4941-8821-B3961F31875A}"/>
              </a:ext>
            </a:extLst>
          </p:cNvPr>
          <p:cNvGrpSpPr>
            <a:grpSpLocks noChangeAspect="1"/>
          </p:cNvGrpSpPr>
          <p:nvPr/>
        </p:nvGrpSpPr>
        <p:grpSpPr>
          <a:xfrm>
            <a:off x="5475343" y="4778456"/>
            <a:ext cx="834223" cy="828914"/>
            <a:chOff x="5475343" y="4778456"/>
            <a:chExt cx="834223" cy="828914"/>
          </a:xfrm>
        </p:grpSpPr>
        <p:grpSp>
          <p:nvGrpSpPr>
            <p:cNvPr id="126" name="Picture Placeholder 96">
              <a:extLst>
                <a:ext uri="{FF2B5EF4-FFF2-40B4-BE49-F238E27FC236}">
                  <a16:creationId xmlns:a16="http://schemas.microsoft.com/office/drawing/2014/main" id="{309CC768-319D-9649-92C8-703060C1E919}"/>
                </a:ext>
              </a:extLst>
            </p:cNvPr>
            <p:cNvGrpSpPr/>
            <p:nvPr/>
          </p:nvGrpSpPr>
          <p:grpSpPr>
            <a:xfrm>
              <a:off x="5475343" y="4778456"/>
              <a:ext cx="637031" cy="828914"/>
              <a:chOff x="5475343" y="4778456"/>
              <a:chExt cx="637031" cy="828914"/>
            </a:xfrm>
            <a:solidFill>
              <a:srgbClr val="FFFFFF"/>
            </a:solidFill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0B43137C-D586-C94D-BF54-DB7355691C66}"/>
                  </a:ext>
                </a:extLst>
              </p:cNvPr>
              <p:cNvSpPr/>
              <p:nvPr/>
            </p:nvSpPr>
            <p:spPr>
              <a:xfrm>
                <a:off x="5475343" y="4778456"/>
                <a:ext cx="637031" cy="828914"/>
              </a:xfrm>
              <a:custGeom>
                <a:avLst/>
                <a:gdLst>
                  <a:gd name="connsiteX0" fmla="*/ 597285 w 637031"/>
                  <a:gd name="connsiteY0" fmla="*/ 828915 h 828914"/>
                  <a:gd name="connsiteX1" fmla="*/ 39697 w 637031"/>
                  <a:gd name="connsiteY1" fmla="*/ 828915 h 828914"/>
                  <a:gd name="connsiteX2" fmla="*/ 0 w 637031"/>
                  <a:gd name="connsiteY2" fmla="*/ 789218 h 828914"/>
                  <a:gd name="connsiteX3" fmla="*/ 0 w 637031"/>
                  <a:gd name="connsiteY3" fmla="*/ 39698 h 828914"/>
                  <a:gd name="connsiteX4" fmla="*/ 39697 w 637031"/>
                  <a:gd name="connsiteY4" fmla="*/ 1 h 828914"/>
                  <a:gd name="connsiteX5" fmla="*/ 411257 w 637031"/>
                  <a:gd name="connsiteY5" fmla="*/ 1 h 828914"/>
                  <a:gd name="connsiteX6" fmla="*/ 439491 w 637031"/>
                  <a:gd name="connsiteY6" fmla="*/ 11513 h 828914"/>
                  <a:gd name="connsiteX7" fmla="*/ 625519 w 637031"/>
                  <a:gd name="connsiteY7" fmla="*/ 199228 h 828914"/>
                  <a:gd name="connsiteX8" fmla="*/ 637031 w 637031"/>
                  <a:gd name="connsiteY8" fmla="*/ 227164 h 828914"/>
                  <a:gd name="connsiteX9" fmla="*/ 637031 w 637031"/>
                  <a:gd name="connsiteY9" fmla="*/ 387886 h 828914"/>
                  <a:gd name="connsiteX10" fmla="*/ 597335 w 637031"/>
                  <a:gd name="connsiteY10" fmla="*/ 427582 h 828914"/>
                  <a:gd name="connsiteX11" fmla="*/ 557638 w 637031"/>
                  <a:gd name="connsiteY11" fmla="*/ 387886 h 828914"/>
                  <a:gd name="connsiteX12" fmla="*/ 557638 w 637031"/>
                  <a:gd name="connsiteY12" fmla="*/ 243490 h 828914"/>
                  <a:gd name="connsiteX13" fmla="*/ 394832 w 637031"/>
                  <a:gd name="connsiteY13" fmla="*/ 79394 h 828914"/>
                  <a:gd name="connsiteX14" fmla="*/ 79393 w 637031"/>
                  <a:gd name="connsiteY14" fmla="*/ 79394 h 828914"/>
                  <a:gd name="connsiteX15" fmla="*/ 79393 w 637031"/>
                  <a:gd name="connsiteY15" fmla="*/ 749770 h 828914"/>
                  <a:gd name="connsiteX16" fmla="*/ 557588 w 637031"/>
                  <a:gd name="connsiteY16" fmla="*/ 749770 h 828914"/>
                  <a:gd name="connsiteX17" fmla="*/ 557588 w 637031"/>
                  <a:gd name="connsiteY17" fmla="*/ 684221 h 828914"/>
                  <a:gd name="connsiteX18" fmla="*/ 597285 w 637031"/>
                  <a:gd name="connsiteY18" fmla="*/ 644524 h 828914"/>
                  <a:gd name="connsiteX19" fmla="*/ 636982 w 637031"/>
                  <a:gd name="connsiteY19" fmla="*/ 684221 h 828914"/>
                  <a:gd name="connsiteX20" fmla="*/ 636982 w 637031"/>
                  <a:gd name="connsiteY20" fmla="*/ 789218 h 828914"/>
                  <a:gd name="connsiteX21" fmla="*/ 597285 w 637031"/>
                  <a:gd name="connsiteY21" fmla="*/ 828915 h 828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37031" h="828914">
                    <a:moveTo>
                      <a:pt x="597285" y="828915"/>
                    </a:moveTo>
                    <a:lnTo>
                      <a:pt x="39697" y="828915"/>
                    </a:lnTo>
                    <a:cubicBezTo>
                      <a:pt x="17773" y="828915"/>
                      <a:pt x="0" y="811140"/>
                      <a:pt x="0" y="789218"/>
                    </a:cubicBezTo>
                    <a:lnTo>
                      <a:pt x="0" y="39698"/>
                    </a:lnTo>
                    <a:cubicBezTo>
                      <a:pt x="0" y="17774"/>
                      <a:pt x="17773" y="1"/>
                      <a:pt x="39697" y="1"/>
                    </a:cubicBezTo>
                    <a:lnTo>
                      <a:pt x="411257" y="1"/>
                    </a:lnTo>
                    <a:cubicBezTo>
                      <a:pt x="421825" y="-73"/>
                      <a:pt x="431987" y="4070"/>
                      <a:pt x="439491" y="11513"/>
                    </a:cubicBezTo>
                    <a:lnTo>
                      <a:pt x="625519" y="199228"/>
                    </a:lnTo>
                    <a:cubicBezTo>
                      <a:pt x="632888" y="206659"/>
                      <a:pt x="637026" y="216699"/>
                      <a:pt x="637031" y="227164"/>
                    </a:cubicBezTo>
                    <a:lnTo>
                      <a:pt x="637031" y="387886"/>
                    </a:lnTo>
                    <a:cubicBezTo>
                      <a:pt x="637031" y="409810"/>
                      <a:pt x="619257" y="427582"/>
                      <a:pt x="597335" y="427582"/>
                    </a:cubicBezTo>
                    <a:cubicBezTo>
                      <a:pt x="575412" y="427582"/>
                      <a:pt x="557638" y="409810"/>
                      <a:pt x="557638" y="387886"/>
                    </a:cubicBezTo>
                    <a:lnTo>
                      <a:pt x="557638" y="243490"/>
                    </a:lnTo>
                    <a:lnTo>
                      <a:pt x="394832" y="79394"/>
                    </a:lnTo>
                    <a:lnTo>
                      <a:pt x="79393" y="79394"/>
                    </a:lnTo>
                    <a:lnTo>
                      <a:pt x="79393" y="749770"/>
                    </a:lnTo>
                    <a:lnTo>
                      <a:pt x="557588" y="749770"/>
                    </a:lnTo>
                    <a:lnTo>
                      <a:pt x="557588" y="684221"/>
                    </a:lnTo>
                    <a:cubicBezTo>
                      <a:pt x="557588" y="662298"/>
                      <a:pt x="575362" y="644524"/>
                      <a:pt x="597285" y="644524"/>
                    </a:cubicBezTo>
                    <a:cubicBezTo>
                      <a:pt x="619207" y="644524"/>
                      <a:pt x="636982" y="662298"/>
                      <a:pt x="636982" y="684221"/>
                    </a:cubicBezTo>
                    <a:lnTo>
                      <a:pt x="636982" y="789218"/>
                    </a:lnTo>
                    <a:cubicBezTo>
                      <a:pt x="636982" y="811140"/>
                      <a:pt x="619207" y="828915"/>
                      <a:pt x="597285" y="8289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EF28657D-0A76-BC47-93D2-5CCDD80E9A7D}"/>
                  </a:ext>
                </a:extLst>
              </p:cNvPr>
              <p:cNvSpPr/>
              <p:nvPr/>
            </p:nvSpPr>
            <p:spPr>
              <a:xfrm>
                <a:off x="5832017" y="4778457"/>
                <a:ext cx="265421" cy="266860"/>
              </a:xfrm>
              <a:custGeom>
                <a:avLst/>
                <a:gdLst>
                  <a:gd name="connsiteX0" fmla="*/ 225725 w 265421"/>
                  <a:gd name="connsiteY0" fmla="*/ 266860 h 266860"/>
                  <a:gd name="connsiteX1" fmla="*/ 39697 w 265421"/>
                  <a:gd name="connsiteY1" fmla="*/ 266860 h 266860"/>
                  <a:gd name="connsiteX2" fmla="*/ 0 w 265421"/>
                  <a:gd name="connsiteY2" fmla="*/ 227164 h 266860"/>
                  <a:gd name="connsiteX3" fmla="*/ 0 w 265421"/>
                  <a:gd name="connsiteY3" fmla="*/ 39697 h 266860"/>
                  <a:gd name="connsiteX4" fmla="*/ 39697 w 265421"/>
                  <a:gd name="connsiteY4" fmla="*/ 0 h 266860"/>
                  <a:gd name="connsiteX5" fmla="*/ 79393 w 265421"/>
                  <a:gd name="connsiteY5" fmla="*/ 39697 h 266860"/>
                  <a:gd name="connsiteX6" fmla="*/ 79393 w 265421"/>
                  <a:gd name="connsiteY6" fmla="*/ 187467 h 266860"/>
                  <a:gd name="connsiteX7" fmla="*/ 225725 w 265421"/>
                  <a:gd name="connsiteY7" fmla="*/ 187467 h 266860"/>
                  <a:gd name="connsiteX8" fmla="*/ 265421 w 265421"/>
                  <a:gd name="connsiteY8" fmla="*/ 227164 h 266860"/>
                  <a:gd name="connsiteX9" fmla="*/ 225725 w 265421"/>
                  <a:gd name="connsiteY9" fmla="*/ 266860 h 26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6860">
                    <a:moveTo>
                      <a:pt x="225725" y="266860"/>
                    </a:moveTo>
                    <a:lnTo>
                      <a:pt x="39697" y="266860"/>
                    </a:lnTo>
                    <a:cubicBezTo>
                      <a:pt x="17773" y="266860"/>
                      <a:pt x="0" y="249087"/>
                      <a:pt x="0" y="22716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87467"/>
                    </a:lnTo>
                    <a:lnTo>
                      <a:pt x="225725" y="187467"/>
                    </a:lnTo>
                    <a:cubicBezTo>
                      <a:pt x="247647" y="187467"/>
                      <a:pt x="265421" y="205240"/>
                      <a:pt x="265421" y="227164"/>
                    </a:cubicBezTo>
                    <a:cubicBezTo>
                      <a:pt x="265421" y="249087"/>
                      <a:pt x="247647" y="266860"/>
                      <a:pt x="225725" y="266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B105D49-674D-A840-BC58-47799156764B}"/>
                </a:ext>
              </a:extLst>
            </p:cNvPr>
            <p:cNvSpPr/>
            <p:nvPr/>
          </p:nvSpPr>
          <p:spPr>
            <a:xfrm>
              <a:off x="5633981" y="5112007"/>
              <a:ext cx="503600" cy="247011"/>
            </a:xfrm>
            <a:custGeom>
              <a:avLst/>
              <a:gdLst>
                <a:gd name="connsiteX0" fmla="*/ 125392 w 503600"/>
                <a:gd name="connsiteY0" fmla="*/ 247012 h 247011"/>
                <a:gd name="connsiteX1" fmla="*/ 123506 w 503600"/>
                <a:gd name="connsiteY1" fmla="*/ 247012 h 247011"/>
                <a:gd name="connsiteX2" fmla="*/ 0 w 503600"/>
                <a:gd name="connsiteY2" fmla="*/ 123506 h 247011"/>
                <a:gd name="connsiteX3" fmla="*/ 123506 w 503600"/>
                <a:gd name="connsiteY3" fmla="*/ 0 h 247011"/>
                <a:gd name="connsiteX4" fmla="*/ 380095 w 503600"/>
                <a:gd name="connsiteY4" fmla="*/ 0 h 247011"/>
                <a:gd name="connsiteX5" fmla="*/ 503601 w 503600"/>
                <a:gd name="connsiteY5" fmla="*/ 123506 h 247011"/>
                <a:gd name="connsiteX6" fmla="*/ 380095 w 503600"/>
                <a:gd name="connsiteY6" fmla="*/ 247012 h 247011"/>
                <a:gd name="connsiteX7" fmla="*/ 380095 w 503600"/>
                <a:gd name="connsiteY7" fmla="*/ 247012 h 247011"/>
                <a:gd name="connsiteX8" fmla="*/ 340398 w 503600"/>
                <a:gd name="connsiteY8" fmla="*/ 207315 h 247011"/>
                <a:gd name="connsiteX9" fmla="*/ 380095 w 503600"/>
                <a:gd name="connsiteY9" fmla="*/ 167619 h 247011"/>
                <a:gd name="connsiteX10" fmla="*/ 380095 w 503600"/>
                <a:gd name="connsiteY10" fmla="*/ 167619 h 247011"/>
                <a:gd name="connsiteX11" fmla="*/ 424208 w 503600"/>
                <a:gd name="connsiteY11" fmla="*/ 123506 h 247011"/>
                <a:gd name="connsiteX12" fmla="*/ 380095 w 503600"/>
                <a:gd name="connsiteY12" fmla="*/ 79393 h 247011"/>
                <a:gd name="connsiteX13" fmla="*/ 123605 w 503600"/>
                <a:gd name="connsiteY13" fmla="*/ 79393 h 247011"/>
                <a:gd name="connsiteX14" fmla="*/ 79492 w 503600"/>
                <a:gd name="connsiteY14" fmla="*/ 123506 h 247011"/>
                <a:gd name="connsiteX15" fmla="*/ 123605 w 503600"/>
                <a:gd name="connsiteY15" fmla="*/ 167619 h 247011"/>
                <a:gd name="connsiteX16" fmla="*/ 125441 w 503600"/>
                <a:gd name="connsiteY16" fmla="*/ 167619 h 247011"/>
                <a:gd name="connsiteX17" fmla="*/ 165138 w 503600"/>
                <a:gd name="connsiteY17" fmla="*/ 207315 h 247011"/>
                <a:gd name="connsiteX18" fmla="*/ 125441 w 503600"/>
                <a:gd name="connsiteY18" fmla="*/ 247012 h 24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600" h="247011">
                  <a:moveTo>
                    <a:pt x="125392" y="247012"/>
                  </a:moveTo>
                  <a:lnTo>
                    <a:pt x="123506" y="247012"/>
                  </a:lnTo>
                  <a:cubicBezTo>
                    <a:pt x="55295" y="247012"/>
                    <a:pt x="0" y="191714"/>
                    <a:pt x="0" y="123506"/>
                  </a:cubicBezTo>
                  <a:cubicBezTo>
                    <a:pt x="0" y="55295"/>
                    <a:pt x="55295" y="0"/>
                    <a:pt x="123506" y="0"/>
                  </a:cubicBezTo>
                  <a:lnTo>
                    <a:pt x="380095" y="0"/>
                  </a:lnTo>
                  <a:cubicBezTo>
                    <a:pt x="448304" y="0"/>
                    <a:pt x="503601" y="55295"/>
                    <a:pt x="503601" y="123506"/>
                  </a:cubicBezTo>
                  <a:cubicBezTo>
                    <a:pt x="503601" y="191714"/>
                    <a:pt x="448304" y="247012"/>
                    <a:pt x="380095" y="247012"/>
                  </a:cubicBezTo>
                  <a:lnTo>
                    <a:pt x="380095" y="247012"/>
                  </a:lnTo>
                  <a:cubicBezTo>
                    <a:pt x="358172" y="247012"/>
                    <a:pt x="340398" y="229238"/>
                    <a:pt x="340398" y="207315"/>
                  </a:cubicBezTo>
                  <a:cubicBezTo>
                    <a:pt x="340398" y="185393"/>
                    <a:pt x="358172" y="167619"/>
                    <a:pt x="380095" y="167619"/>
                  </a:cubicBezTo>
                  <a:lnTo>
                    <a:pt x="380095" y="167619"/>
                  </a:lnTo>
                  <a:cubicBezTo>
                    <a:pt x="404459" y="167619"/>
                    <a:pt x="424208" y="147870"/>
                    <a:pt x="424208" y="123506"/>
                  </a:cubicBezTo>
                  <a:cubicBezTo>
                    <a:pt x="424208" y="99143"/>
                    <a:pt x="404459" y="79393"/>
                    <a:pt x="380095" y="79393"/>
                  </a:cubicBezTo>
                  <a:lnTo>
                    <a:pt x="123605" y="79393"/>
                  </a:lnTo>
                  <a:cubicBezTo>
                    <a:pt x="99242" y="79393"/>
                    <a:pt x="79492" y="99143"/>
                    <a:pt x="79492" y="123506"/>
                  </a:cubicBezTo>
                  <a:cubicBezTo>
                    <a:pt x="79492" y="147870"/>
                    <a:pt x="99242" y="167619"/>
                    <a:pt x="123605" y="167619"/>
                  </a:cubicBezTo>
                  <a:lnTo>
                    <a:pt x="125441" y="167619"/>
                  </a:lnTo>
                  <a:cubicBezTo>
                    <a:pt x="147365" y="167619"/>
                    <a:pt x="165138" y="185393"/>
                    <a:pt x="165138" y="207315"/>
                  </a:cubicBezTo>
                  <a:cubicBezTo>
                    <a:pt x="165138" y="229238"/>
                    <a:pt x="147365" y="247012"/>
                    <a:pt x="125441" y="2470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2B2B85F9-8AA6-AC40-9E33-AAADD76B15DC}"/>
                </a:ext>
              </a:extLst>
            </p:cNvPr>
            <p:cNvSpPr/>
            <p:nvPr/>
          </p:nvSpPr>
          <p:spPr>
            <a:xfrm>
              <a:off x="5806855" y="5230650"/>
              <a:ext cx="502711" cy="247011"/>
            </a:xfrm>
            <a:custGeom>
              <a:avLst/>
              <a:gdLst>
                <a:gd name="connsiteX0" fmla="*/ 122865 w 502711"/>
                <a:gd name="connsiteY0" fmla="*/ 246913 h 247011"/>
                <a:gd name="connsiteX1" fmla="*/ 2 w 502711"/>
                <a:gd name="connsiteY1" fmla="*/ 122767 h 247011"/>
                <a:gd name="connsiteX2" fmla="*/ 118598 w 502711"/>
                <a:gd name="connsiteY2" fmla="*/ 0 h 247011"/>
                <a:gd name="connsiteX3" fmla="*/ 121029 w 502711"/>
                <a:gd name="connsiteY3" fmla="*/ 0 h 247011"/>
                <a:gd name="connsiteX4" fmla="*/ 122865 w 502711"/>
                <a:gd name="connsiteY4" fmla="*/ 0 h 247011"/>
                <a:gd name="connsiteX5" fmla="*/ 162562 w 502711"/>
                <a:gd name="connsiteY5" fmla="*/ 39697 h 247011"/>
                <a:gd name="connsiteX6" fmla="*/ 122865 w 502711"/>
                <a:gd name="connsiteY6" fmla="*/ 79393 h 247011"/>
                <a:gd name="connsiteX7" fmla="*/ 78752 w 502711"/>
                <a:gd name="connsiteY7" fmla="*/ 123506 h 247011"/>
                <a:gd name="connsiteX8" fmla="*/ 122865 w 502711"/>
                <a:gd name="connsiteY8" fmla="*/ 167619 h 247011"/>
                <a:gd name="connsiteX9" fmla="*/ 379206 w 502711"/>
                <a:gd name="connsiteY9" fmla="*/ 167619 h 247011"/>
                <a:gd name="connsiteX10" fmla="*/ 423319 w 502711"/>
                <a:gd name="connsiteY10" fmla="*/ 123506 h 247011"/>
                <a:gd name="connsiteX11" fmla="*/ 379206 w 502711"/>
                <a:gd name="connsiteY11" fmla="*/ 79393 h 247011"/>
                <a:gd name="connsiteX12" fmla="*/ 339509 w 502711"/>
                <a:gd name="connsiteY12" fmla="*/ 39697 h 247011"/>
                <a:gd name="connsiteX13" fmla="*/ 379206 w 502711"/>
                <a:gd name="connsiteY13" fmla="*/ 0 h 247011"/>
                <a:gd name="connsiteX14" fmla="*/ 379206 w 502711"/>
                <a:gd name="connsiteY14" fmla="*/ 0 h 247011"/>
                <a:gd name="connsiteX15" fmla="*/ 502712 w 502711"/>
                <a:gd name="connsiteY15" fmla="*/ 123506 h 247011"/>
                <a:gd name="connsiteX16" fmla="*/ 379206 w 502711"/>
                <a:gd name="connsiteY16" fmla="*/ 247012 h 247011"/>
                <a:gd name="connsiteX17" fmla="*/ 122865 w 502711"/>
                <a:gd name="connsiteY17" fmla="*/ 247012 h 24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2711" h="247011">
                  <a:moveTo>
                    <a:pt x="122865" y="246913"/>
                  </a:moveTo>
                  <a:cubicBezTo>
                    <a:pt x="54655" y="246560"/>
                    <a:pt x="-352" y="190975"/>
                    <a:pt x="2" y="122767"/>
                  </a:cubicBezTo>
                  <a:cubicBezTo>
                    <a:pt x="345" y="56716"/>
                    <a:pt x="52597" y="2625"/>
                    <a:pt x="118598" y="0"/>
                  </a:cubicBezTo>
                  <a:lnTo>
                    <a:pt x="121029" y="0"/>
                  </a:lnTo>
                  <a:lnTo>
                    <a:pt x="122865" y="0"/>
                  </a:lnTo>
                  <a:cubicBezTo>
                    <a:pt x="144789" y="0"/>
                    <a:pt x="162562" y="17773"/>
                    <a:pt x="162562" y="39697"/>
                  </a:cubicBezTo>
                  <a:cubicBezTo>
                    <a:pt x="162562" y="61619"/>
                    <a:pt x="144789" y="79393"/>
                    <a:pt x="122865" y="79393"/>
                  </a:cubicBezTo>
                  <a:cubicBezTo>
                    <a:pt x="98502" y="79393"/>
                    <a:pt x="78752" y="99142"/>
                    <a:pt x="78752" y="123506"/>
                  </a:cubicBezTo>
                  <a:cubicBezTo>
                    <a:pt x="78752" y="147870"/>
                    <a:pt x="98502" y="167619"/>
                    <a:pt x="122865" y="167619"/>
                  </a:cubicBezTo>
                  <a:lnTo>
                    <a:pt x="379206" y="167619"/>
                  </a:lnTo>
                  <a:cubicBezTo>
                    <a:pt x="403570" y="167619"/>
                    <a:pt x="423319" y="147870"/>
                    <a:pt x="423319" y="123506"/>
                  </a:cubicBezTo>
                  <a:cubicBezTo>
                    <a:pt x="423319" y="99142"/>
                    <a:pt x="403570" y="79393"/>
                    <a:pt x="379206" y="79393"/>
                  </a:cubicBezTo>
                  <a:cubicBezTo>
                    <a:pt x="357283" y="79393"/>
                    <a:pt x="339509" y="61619"/>
                    <a:pt x="339509" y="39697"/>
                  </a:cubicBezTo>
                  <a:cubicBezTo>
                    <a:pt x="339509" y="17773"/>
                    <a:pt x="357283" y="0"/>
                    <a:pt x="379206" y="0"/>
                  </a:cubicBezTo>
                  <a:lnTo>
                    <a:pt x="379206" y="0"/>
                  </a:lnTo>
                  <a:cubicBezTo>
                    <a:pt x="447415" y="0"/>
                    <a:pt x="502712" y="55297"/>
                    <a:pt x="502712" y="123506"/>
                  </a:cubicBezTo>
                  <a:cubicBezTo>
                    <a:pt x="502712" y="191715"/>
                    <a:pt x="447415" y="247012"/>
                    <a:pt x="379206" y="247012"/>
                  </a:cubicBezTo>
                  <a:lnTo>
                    <a:pt x="122865" y="247012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AD577A6D-1826-3B42-895B-1824BB3DD0E0}"/>
              </a:ext>
            </a:extLst>
          </p:cNvPr>
          <p:cNvGrpSpPr>
            <a:grpSpLocks noChangeAspect="1"/>
          </p:cNvGrpSpPr>
          <p:nvPr/>
        </p:nvGrpSpPr>
        <p:grpSpPr>
          <a:xfrm>
            <a:off x="6788625" y="4881911"/>
            <a:ext cx="842758" cy="621900"/>
            <a:chOff x="6788625" y="4881911"/>
            <a:chExt cx="842758" cy="621900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0008F9F-643C-3642-9AF1-101449286EC8}"/>
                </a:ext>
              </a:extLst>
            </p:cNvPr>
            <p:cNvSpPr/>
            <p:nvPr/>
          </p:nvSpPr>
          <p:spPr>
            <a:xfrm>
              <a:off x="6788625" y="4881911"/>
              <a:ext cx="454762" cy="462866"/>
            </a:xfrm>
            <a:custGeom>
              <a:avLst/>
              <a:gdLst>
                <a:gd name="connsiteX0" fmla="*/ 283095 w 454762"/>
                <a:gd name="connsiteY0" fmla="*/ 462867 h 462866"/>
                <a:gd name="connsiteX1" fmla="*/ 153486 w 454762"/>
                <a:gd name="connsiteY1" fmla="*/ 409723 h 462866"/>
                <a:gd name="connsiteX2" fmla="*/ 9 w 454762"/>
                <a:gd name="connsiteY2" fmla="*/ 41190 h 462866"/>
                <a:gd name="connsiteX3" fmla="*/ 37175 w 454762"/>
                <a:gd name="connsiteY3" fmla="*/ 749 h 462866"/>
                <a:gd name="connsiteX4" fmla="*/ 265083 w 454762"/>
                <a:gd name="connsiteY4" fmla="*/ 40446 h 462866"/>
                <a:gd name="connsiteX5" fmla="*/ 447538 w 454762"/>
                <a:gd name="connsiteY5" fmla="*/ 216351 h 462866"/>
                <a:gd name="connsiteX6" fmla="*/ 421934 w 454762"/>
                <a:gd name="connsiteY6" fmla="*/ 397715 h 462866"/>
                <a:gd name="connsiteX7" fmla="*/ 417716 w 454762"/>
                <a:gd name="connsiteY7" fmla="*/ 403322 h 462866"/>
                <a:gd name="connsiteX8" fmla="*/ 283095 w 454762"/>
                <a:gd name="connsiteY8" fmla="*/ 462867 h 462866"/>
                <a:gd name="connsiteX9" fmla="*/ 83123 w 454762"/>
                <a:gd name="connsiteY9" fmla="*/ 80143 h 462866"/>
                <a:gd name="connsiteX10" fmla="*/ 204645 w 454762"/>
                <a:gd name="connsiteY10" fmla="*/ 348987 h 462866"/>
                <a:gd name="connsiteX11" fmla="*/ 312322 w 454762"/>
                <a:gd name="connsiteY11" fmla="*/ 378760 h 462866"/>
                <a:gd name="connsiteX12" fmla="*/ 356186 w 454762"/>
                <a:gd name="connsiteY12" fmla="*/ 352907 h 462866"/>
                <a:gd name="connsiteX13" fmla="*/ 370527 w 454762"/>
                <a:gd name="connsiteY13" fmla="*/ 236745 h 462866"/>
                <a:gd name="connsiteX14" fmla="*/ 235310 w 454762"/>
                <a:gd name="connsiteY14" fmla="*/ 114381 h 462866"/>
                <a:gd name="connsiteX15" fmla="*/ 83123 w 454762"/>
                <a:gd name="connsiteY15" fmla="*/ 80143 h 462866"/>
                <a:gd name="connsiteX16" fmla="*/ 388192 w 454762"/>
                <a:gd name="connsiteY16" fmla="*/ 376874 h 462866"/>
                <a:gd name="connsiteX17" fmla="*/ 388192 w 454762"/>
                <a:gd name="connsiteY17" fmla="*/ 376874 h 462866"/>
                <a:gd name="connsiteX18" fmla="*/ 388192 w 454762"/>
                <a:gd name="connsiteY18" fmla="*/ 376874 h 462866"/>
                <a:gd name="connsiteX19" fmla="*/ 388192 w 454762"/>
                <a:gd name="connsiteY19" fmla="*/ 376874 h 46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762" h="462866">
                  <a:moveTo>
                    <a:pt x="283095" y="462867"/>
                  </a:moveTo>
                  <a:cubicBezTo>
                    <a:pt x="244837" y="462867"/>
                    <a:pt x="200625" y="449420"/>
                    <a:pt x="153486" y="409723"/>
                  </a:cubicBezTo>
                  <a:cubicBezTo>
                    <a:pt x="8246" y="287359"/>
                    <a:pt x="306" y="51214"/>
                    <a:pt x="9" y="41190"/>
                  </a:cubicBezTo>
                  <a:cubicBezTo>
                    <a:pt x="-433" y="19932"/>
                    <a:pt x="15954" y="2101"/>
                    <a:pt x="37175" y="749"/>
                  </a:cubicBezTo>
                  <a:cubicBezTo>
                    <a:pt x="103815" y="-3716"/>
                    <a:pt x="193182" y="12063"/>
                    <a:pt x="265083" y="40446"/>
                  </a:cubicBezTo>
                  <a:cubicBezTo>
                    <a:pt x="364820" y="80143"/>
                    <a:pt x="427938" y="141077"/>
                    <a:pt x="447538" y="216351"/>
                  </a:cubicBezTo>
                  <a:cubicBezTo>
                    <a:pt x="472795" y="314203"/>
                    <a:pt x="423869" y="394440"/>
                    <a:pt x="421934" y="397715"/>
                  </a:cubicBezTo>
                  <a:cubicBezTo>
                    <a:pt x="420685" y="399695"/>
                    <a:pt x="419274" y="401570"/>
                    <a:pt x="417716" y="403322"/>
                  </a:cubicBezTo>
                  <a:cubicBezTo>
                    <a:pt x="416922" y="404314"/>
                    <a:pt x="362935" y="462867"/>
                    <a:pt x="283095" y="462867"/>
                  </a:cubicBezTo>
                  <a:close/>
                  <a:moveTo>
                    <a:pt x="83123" y="80143"/>
                  </a:moveTo>
                  <a:cubicBezTo>
                    <a:pt x="91410" y="146337"/>
                    <a:pt x="118850" y="276740"/>
                    <a:pt x="204645" y="348987"/>
                  </a:cubicBezTo>
                  <a:cubicBezTo>
                    <a:pt x="241711" y="380199"/>
                    <a:pt x="276942" y="389924"/>
                    <a:pt x="312322" y="378760"/>
                  </a:cubicBezTo>
                  <a:cubicBezTo>
                    <a:pt x="328612" y="373351"/>
                    <a:pt x="343565" y="364541"/>
                    <a:pt x="356186" y="352907"/>
                  </a:cubicBezTo>
                  <a:cubicBezTo>
                    <a:pt x="362935" y="339857"/>
                    <a:pt x="384818" y="291576"/>
                    <a:pt x="370527" y="236745"/>
                  </a:cubicBezTo>
                  <a:cubicBezTo>
                    <a:pt x="354102" y="173578"/>
                    <a:pt x="288008" y="135370"/>
                    <a:pt x="235310" y="114381"/>
                  </a:cubicBezTo>
                  <a:cubicBezTo>
                    <a:pt x="186587" y="95395"/>
                    <a:pt x="135283" y="83854"/>
                    <a:pt x="83123" y="80143"/>
                  </a:cubicBezTo>
                  <a:close/>
                  <a:moveTo>
                    <a:pt x="388192" y="376874"/>
                  </a:moveTo>
                  <a:lnTo>
                    <a:pt x="388192" y="376874"/>
                  </a:lnTo>
                  <a:close/>
                  <a:moveTo>
                    <a:pt x="388192" y="376874"/>
                  </a:moveTo>
                  <a:lnTo>
                    <a:pt x="388192" y="37687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2848DB70-73AD-3243-897F-F1E4C3B6858A}"/>
                </a:ext>
              </a:extLst>
            </p:cNvPr>
            <p:cNvSpPr/>
            <p:nvPr/>
          </p:nvSpPr>
          <p:spPr>
            <a:xfrm>
              <a:off x="7258605" y="4963536"/>
              <a:ext cx="372778" cy="388238"/>
            </a:xfrm>
            <a:custGeom>
              <a:avLst/>
              <a:gdLst>
                <a:gd name="connsiteX0" fmla="*/ 132028 w 372778"/>
                <a:gd name="connsiteY0" fmla="*/ 388238 h 388238"/>
                <a:gd name="connsiteX1" fmla="*/ 94564 w 372778"/>
                <a:gd name="connsiteY1" fmla="*/ 383276 h 388238"/>
                <a:gd name="connsiteX2" fmla="*/ 30057 w 372778"/>
                <a:gd name="connsiteY2" fmla="*/ 345862 h 388238"/>
                <a:gd name="connsiteX3" fmla="*/ 25393 w 372778"/>
                <a:gd name="connsiteY3" fmla="*/ 339858 h 388238"/>
                <a:gd name="connsiteX4" fmla="*/ 6636 w 372778"/>
                <a:gd name="connsiteY4" fmla="*/ 193278 h 388238"/>
                <a:gd name="connsiteX5" fmla="*/ 6636 w 372778"/>
                <a:gd name="connsiteY5" fmla="*/ 193278 h 388238"/>
                <a:gd name="connsiteX6" fmla="*/ 331007 w 372778"/>
                <a:gd name="connsiteY6" fmla="*/ 55 h 388238"/>
                <a:gd name="connsiteX7" fmla="*/ 372723 w 372778"/>
                <a:gd name="connsiteY7" fmla="*/ 37623 h 388238"/>
                <a:gd name="connsiteX8" fmla="*/ 372738 w 372778"/>
                <a:gd name="connsiteY8" fmla="*/ 41488 h 388238"/>
                <a:gd name="connsiteX9" fmla="*/ 247197 w 372778"/>
                <a:gd name="connsiteY9" fmla="*/ 338667 h 388238"/>
                <a:gd name="connsiteX10" fmla="*/ 132028 w 372778"/>
                <a:gd name="connsiteY10" fmla="*/ 388238 h 388238"/>
                <a:gd name="connsiteX11" fmla="*/ 90644 w 372778"/>
                <a:gd name="connsiteY11" fmla="*/ 293959 h 388238"/>
                <a:gd name="connsiteX12" fmla="*/ 194153 w 372778"/>
                <a:gd name="connsiteY12" fmla="*/ 279618 h 388238"/>
                <a:gd name="connsiteX13" fmla="*/ 287489 w 372778"/>
                <a:gd name="connsiteY13" fmla="*/ 84907 h 388238"/>
                <a:gd name="connsiteX14" fmla="*/ 83201 w 372778"/>
                <a:gd name="connsiteY14" fmla="*/ 214218 h 388238"/>
                <a:gd name="connsiteX15" fmla="*/ 90644 w 372778"/>
                <a:gd name="connsiteY15" fmla="*/ 293810 h 38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8" h="388238">
                  <a:moveTo>
                    <a:pt x="132028" y="388238"/>
                  </a:moveTo>
                  <a:cubicBezTo>
                    <a:pt x="119374" y="388273"/>
                    <a:pt x="106771" y="386605"/>
                    <a:pt x="94564" y="383276"/>
                  </a:cubicBezTo>
                  <a:cubicBezTo>
                    <a:pt x="70225" y="376508"/>
                    <a:pt x="48020" y="363631"/>
                    <a:pt x="30057" y="345862"/>
                  </a:cubicBezTo>
                  <a:cubicBezTo>
                    <a:pt x="28310" y="344016"/>
                    <a:pt x="26747" y="342006"/>
                    <a:pt x="25393" y="339858"/>
                  </a:cubicBezTo>
                  <a:cubicBezTo>
                    <a:pt x="132" y="295358"/>
                    <a:pt x="-6605" y="242705"/>
                    <a:pt x="6636" y="193278"/>
                  </a:cubicBezTo>
                  <a:lnTo>
                    <a:pt x="6636" y="193278"/>
                  </a:lnTo>
                  <a:cubicBezTo>
                    <a:pt x="45290" y="52058"/>
                    <a:pt x="235685" y="5166"/>
                    <a:pt x="331007" y="55"/>
                  </a:cubicBezTo>
                  <a:cubicBezTo>
                    <a:pt x="352899" y="-1091"/>
                    <a:pt x="371577" y="15729"/>
                    <a:pt x="372723" y="37623"/>
                  </a:cubicBezTo>
                  <a:cubicBezTo>
                    <a:pt x="372792" y="38910"/>
                    <a:pt x="372797" y="40200"/>
                    <a:pt x="372738" y="41488"/>
                  </a:cubicBezTo>
                  <a:cubicBezTo>
                    <a:pt x="372390" y="49329"/>
                    <a:pt x="362814" y="235009"/>
                    <a:pt x="247197" y="338667"/>
                  </a:cubicBezTo>
                  <a:cubicBezTo>
                    <a:pt x="204523" y="376825"/>
                    <a:pt x="164529" y="388238"/>
                    <a:pt x="132028" y="388238"/>
                  </a:cubicBezTo>
                  <a:close/>
                  <a:moveTo>
                    <a:pt x="90644" y="293959"/>
                  </a:moveTo>
                  <a:cubicBezTo>
                    <a:pt x="104438" y="305868"/>
                    <a:pt x="141257" y="327105"/>
                    <a:pt x="194153" y="279618"/>
                  </a:cubicBezTo>
                  <a:cubicBezTo>
                    <a:pt x="253946" y="225929"/>
                    <a:pt x="278012" y="138596"/>
                    <a:pt x="287489" y="84907"/>
                  </a:cubicBezTo>
                  <a:cubicBezTo>
                    <a:pt x="205218" y="99197"/>
                    <a:pt x="103545" y="139837"/>
                    <a:pt x="83201" y="214218"/>
                  </a:cubicBezTo>
                  <a:cubicBezTo>
                    <a:pt x="76065" y="240784"/>
                    <a:pt x="78705" y="269028"/>
                    <a:pt x="90644" y="2938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C4D5D19-32C2-0E4C-8895-FF0613FFE65A}"/>
                </a:ext>
              </a:extLst>
            </p:cNvPr>
            <p:cNvSpPr/>
            <p:nvPr/>
          </p:nvSpPr>
          <p:spPr>
            <a:xfrm>
              <a:off x="6979125" y="5070862"/>
              <a:ext cx="431413" cy="432949"/>
            </a:xfrm>
            <a:custGeom>
              <a:avLst/>
              <a:gdLst>
                <a:gd name="connsiteX0" fmla="*/ 266913 w 431413"/>
                <a:gd name="connsiteY0" fmla="*/ 432950 h 432949"/>
                <a:gd name="connsiteX1" fmla="*/ 263737 w 431413"/>
                <a:gd name="connsiteY1" fmla="*/ 432950 h 432949"/>
                <a:gd name="connsiteX2" fmla="*/ 227315 w 431413"/>
                <a:gd name="connsiteY2" fmla="*/ 396826 h 432949"/>
                <a:gd name="connsiteX3" fmla="*/ 13450 w 431413"/>
                <a:gd name="connsiteY3" fmla="*/ 69478 h 432949"/>
                <a:gd name="connsiteX4" fmla="*/ 9916 w 431413"/>
                <a:gd name="connsiteY4" fmla="*/ 13450 h 432949"/>
                <a:gd name="connsiteX5" fmla="*/ 65155 w 431413"/>
                <a:gd name="connsiteY5" fmla="*/ 9239 h 432949"/>
                <a:gd name="connsiteX6" fmla="*/ 267657 w 431413"/>
                <a:gd name="connsiteY6" fmla="*/ 254365 h 432949"/>
                <a:gd name="connsiteX7" fmla="*/ 364020 w 431413"/>
                <a:gd name="connsiteY7" fmla="*/ 124458 h 432949"/>
                <a:gd name="connsiteX8" fmla="*/ 420166 w 431413"/>
                <a:gd name="connsiteY8" fmla="*/ 125227 h 432949"/>
                <a:gd name="connsiteX9" fmla="*/ 419397 w 431413"/>
                <a:gd name="connsiteY9" fmla="*/ 181373 h 432949"/>
                <a:gd name="connsiteX10" fmla="*/ 310529 w 431413"/>
                <a:gd name="connsiteY10" fmla="*/ 380104 h 432949"/>
                <a:gd name="connsiteX11" fmla="*/ 305567 w 431413"/>
                <a:gd name="connsiteY11" fmla="*/ 402830 h 432949"/>
                <a:gd name="connsiteX12" fmla="*/ 266913 w 431413"/>
                <a:gd name="connsiteY12" fmla="*/ 432950 h 432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413" h="432949">
                  <a:moveTo>
                    <a:pt x="266913" y="432950"/>
                  </a:moveTo>
                  <a:lnTo>
                    <a:pt x="263737" y="432950"/>
                  </a:lnTo>
                  <a:cubicBezTo>
                    <a:pt x="244402" y="431421"/>
                    <a:pt x="229001" y="416148"/>
                    <a:pt x="227315" y="396826"/>
                  </a:cubicBezTo>
                  <a:cubicBezTo>
                    <a:pt x="216299" y="268308"/>
                    <a:pt x="104950" y="147978"/>
                    <a:pt x="13450" y="69478"/>
                  </a:cubicBezTo>
                  <a:cubicBezTo>
                    <a:pt x="-2998" y="54982"/>
                    <a:pt x="-4580" y="29898"/>
                    <a:pt x="9916" y="13450"/>
                  </a:cubicBezTo>
                  <a:cubicBezTo>
                    <a:pt x="24144" y="-2693"/>
                    <a:pt x="48644" y="-4561"/>
                    <a:pt x="65155" y="9239"/>
                  </a:cubicBezTo>
                  <a:cubicBezTo>
                    <a:pt x="160823" y="91311"/>
                    <a:pt x="228407" y="173334"/>
                    <a:pt x="267657" y="254365"/>
                  </a:cubicBezTo>
                  <a:cubicBezTo>
                    <a:pt x="286414" y="215313"/>
                    <a:pt x="315739" y="171498"/>
                    <a:pt x="364020" y="124458"/>
                  </a:cubicBezTo>
                  <a:cubicBezTo>
                    <a:pt x="379735" y="109166"/>
                    <a:pt x="404873" y="109511"/>
                    <a:pt x="420166" y="125227"/>
                  </a:cubicBezTo>
                  <a:cubicBezTo>
                    <a:pt x="435459" y="140944"/>
                    <a:pt x="435112" y="166081"/>
                    <a:pt x="419397" y="181373"/>
                  </a:cubicBezTo>
                  <a:cubicBezTo>
                    <a:pt x="335538" y="263048"/>
                    <a:pt x="321098" y="330681"/>
                    <a:pt x="310529" y="380104"/>
                  </a:cubicBezTo>
                  <a:cubicBezTo>
                    <a:pt x="308842" y="388043"/>
                    <a:pt x="307205" y="395585"/>
                    <a:pt x="305567" y="402830"/>
                  </a:cubicBezTo>
                  <a:cubicBezTo>
                    <a:pt x="301156" y="420574"/>
                    <a:pt x="285196" y="433009"/>
                    <a:pt x="266913" y="43295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4EE7C488-31D4-7F48-8235-AF5272758A4B}"/>
              </a:ext>
            </a:extLst>
          </p:cNvPr>
          <p:cNvGrpSpPr>
            <a:grpSpLocks noChangeAspect="1"/>
          </p:cNvGrpSpPr>
          <p:nvPr/>
        </p:nvGrpSpPr>
        <p:grpSpPr>
          <a:xfrm>
            <a:off x="8109020" y="4997929"/>
            <a:ext cx="837002" cy="389720"/>
            <a:chOff x="8109020" y="4997929"/>
            <a:chExt cx="837002" cy="389720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154BB8C-857F-2743-B893-9C04BC0A1F8C}"/>
                </a:ext>
              </a:extLst>
            </p:cNvPr>
            <p:cNvSpPr/>
            <p:nvPr/>
          </p:nvSpPr>
          <p:spPr>
            <a:xfrm>
              <a:off x="8109020" y="4997929"/>
              <a:ext cx="837002" cy="389720"/>
            </a:xfrm>
            <a:custGeom>
              <a:avLst/>
              <a:gdLst>
                <a:gd name="connsiteX0" fmla="*/ 642142 w 837002"/>
                <a:gd name="connsiteY0" fmla="*/ 389721 h 389720"/>
                <a:gd name="connsiteX1" fmla="*/ 402275 w 837002"/>
                <a:gd name="connsiteY1" fmla="*/ 238527 h 389720"/>
                <a:gd name="connsiteX2" fmla="*/ 386992 w 837002"/>
                <a:gd name="connsiteY2" fmla="*/ 218976 h 389720"/>
                <a:gd name="connsiteX3" fmla="*/ 194861 w 837002"/>
                <a:gd name="connsiteY3" fmla="*/ 79393 h 389720"/>
                <a:gd name="connsiteX4" fmla="*/ 79393 w 837002"/>
                <a:gd name="connsiteY4" fmla="*/ 194860 h 389720"/>
                <a:gd name="connsiteX5" fmla="*/ 39697 w 837002"/>
                <a:gd name="connsiteY5" fmla="*/ 234557 h 389720"/>
                <a:gd name="connsiteX6" fmla="*/ 0 w 837002"/>
                <a:gd name="connsiteY6" fmla="*/ 194860 h 389720"/>
                <a:gd name="connsiteX7" fmla="*/ 194861 w 837002"/>
                <a:gd name="connsiteY7" fmla="*/ 0 h 389720"/>
                <a:gd name="connsiteX8" fmla="*/ 450011 w 837002"/>
                <a:gd name="connsiteY8" fmla="*/ 170745 h 389720"/>
                <a:gd name="connsiteX9" fmla="*/ 464301 w 837002"/>
                <a:gd name="connsiteY9" fmla="*/ 189005 h 389720"/>
                <a:gd name="connsiteX10" fmla="*/ 642142 w 837002"/>
                <a:gd name="connsiteY10" fmla="*/ 310328 h 389720"/>
                <a:gd name="connsiteX11" fmla="*/ 757610 w 837002"/>
                <a:gd name="connsiteY11" fmla="*/ 194860 h 389720"/>
                <a:gd name="connsiteX12" fmla="*/ 797306 w 837002"/>
                <a:gd name="connsiteY12" fmla="*/ 155164 h 389720"/>
                <a:gd name="connsiteX13" fmla="*/ 837003 w 837002"/>
                <a:gd name="connsiteY13" fmla="*/ 194860 h 389720"/>
                <a:gd name="connsiteX14" fmla="*/ 642142 w 837002"/>
                <a:gd name="connsiteY14" fmla="*/ 389721 h 38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7002" h="389720">
                  <a:moveTo>
                    <a:pt x="642142" y="389721"/>
                  </a:moveTo>
                  <a:cubicBezTo>
                    <a:pt x="537194" y="389721"/>
                    <a:pt x="462019" y="313305"/>
                    <a:pt x="402275" y="238527"/>
                  </a:cubicBezTo>
                  <a:cubicBezTo>
                    <a:pt x="397313" y="232175"/>
                    <a:pt x="392351" y="225675"/>
                    <a:pt x="386992" y="218976"/>
                  </a:cubicBezTo>
                  <a:cubicBezTo>
                    <a:pt x="311072" y="119735"/>
                    <a:pt x="255398" y="79393"/>
                    <a:pt x="194861" y="79393"/>
                  </a:cubicBezTo>
                  <a:cubicBezTo>
                    <a:pt x="131124" y="79475"/>
                    <a:pt x="79475" y="131124"/>
                    <a:pt x="79393" y="194860"/>
                  </a:cubicBezTo>
                  <a:cubicBezTo>
                    <a:pt x="79393" y="216784"/>
                    <a:pt x="61621" y="234557"/>
                    <a:pt x="39697" y="234557"/>
                  </a:cubicBezTo>
                  <a:cubicBezTo>
                    <a:pt x="17773" y="234557"/>
                    <a:pt x="0" y="216784"/>
                    <a:pt x="0" y="194860"/>
                  </a:cubicBezTo>
                  <a:cubicBezTo>
                    <a:pt x="137" y="87299"/>
                    <a:pt x="87299" y="136"/>
                    <a:pt x="194861" y="0"/>
                  </a:cubicBezTo>
                  <a:cubicBezTo>
                    <a:pt x="304523" y="0"/>
                    <a:pt x="385404" y="86290"/>
                    <a:pt x="450011" y="170745"/>
                  </a:cubicBezTo>
                  <a:cubicBezTo>
                    <a:pt x="454774" y="176964"/>
                    <a:pt x="459538" y="183051"/>
                    <a:pt x="464301" y="189005"/>
                  </a:cubicBezTo>
                  <a:cubicBezTo>
                    <a:pt x="532232" y="274055"/>
                    <a:pt x="585426" y="310328"/>
                    <a:pt x="642142" y="310328"/>
                  </a:cubicBezTo>
                  <a:cubicBezTo>
                    <a:pt x="705880" y="310243"/>
                    <a:pt x="757525" y="258598"/>
                    <a:pt x="757610" y="194860"/>
                  </a:cubicBezTo>
                  <a:cubicBezTo>
                    <a:pt x="757610" y="172937"/>
                    <a:pt x="775384" y="155164"/>
                    <a:pt x="797306" y="155164"/>
                  </a:cubicBezTo>
                  <a:cubicBezTo>
                    <a:pt x="819229" y="155164"/>
                    <a:pt x="837003" y="172937"/>
                    <a:pt x="837003" y="194860"/>
                  </a:cubicBezTo>
                  <a:cubicBezTo>
                    <a:pt x="836864" y="302423"/>
                    <a:pt x="749705" y="389582"/>
                    <a:pt x="642142" y="38972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58772CF-3AAB-E042-9618-C0F2E90AE64F}"/>
                </a:ext>
              </a:extLst>
            </p:cNvPr>
            <p:cNvSpPr/>
            <p:nvPr/>
          </p:nvSpPr>
          <p:spPr>
            <a:xfrm>
              <a:off x="8109020" y="4997929"/>
              <a:ext cx="837002" cy="389720"/>
            </a:xfrm>
            <a:custGeom>
              <a:avLst/>
              <a:gdLst>
                <a:gd name="connsiteX0" fmla="*/ 194861 w 837002"/>
                <a:gd name="connsiteY0" fmla="*/ 389721 h 389720"/>
                <a:gd name="connsiteX1" fmla="*/ 0 w 837002"/>
                <a:gd name="connsiteY1" fmla="*/ 194860 h 389720"/>
                <a:gd name="connsiteX2" fmla="*/ 39697 w 837002"/>
                <a:gd name="connsiteY2" fmla="*/ 155164 h 389720"/>
                <a:gd name="connsiteX3" fmla="*/ 79393 w 837002"/>
                <a:gd name="connsiteY3" fmla="*/ 194860 h 389720"/>
                <a:gd name="connsiteX4" fmla="*/ 194861 w 837002"/>
                <a:gd name="connsiteY4" fmla="*/ 310328 h 389720"/>
                <a:gd name="connsiteX5" fmla="*/ 386992 w 837002"/>
                <a:gd name="connsiteY5" fmla="*/ 170745 h 389720"/>
                <a:gd name="connsiteX6" fmla="*/ 500624 w 837002"/>
                <a:gd name="connsiteY6" fmla="*/ 51209 h 389720"/>
                <a:gd name="connsiteX7" fmla="*/ 642142 w 837002"/>
                <a:gd name="connsiteY7" fmla="*/ 0 h 389720"/>
                <a:gd name="connsiteX8" fmla="*/ 837003 w 837002"/>
                <a:gd name="connsiteY8" fmla="*/ 194860 h 389720"/>
                <a:gd name="connsiteX9" fmla="*/ 797306 w 837002"/>
                <a:gd name="connsiteY9" fmla="*/ 234557 h 389720"/>
                <a:gd name="connsiteX10" fmla="*/ 757610 w 837002"/>
                <a:gd name="connsiteY10" fmla="*/ 194860 h 389720"/>
                <a:gd name="connsiteX11" fmla="*/ 642142 w 837002"/>
                <a:gd name="connsiteY11" fmla="*/ 79393 h 389720"/>
                <a:gd name="connsiteX12" fmla="*/ 450011 w 837002"/>
                <a:gd name="connsiteY12" fmla="*/ 218976 h 389720"/>
                <a:gd name="connsiteX13" fmla="*/ 336379 w 837002"/>
                <a:gd name="connsiteY13" fmla="*/ 338512 h 389720"/>
                <a:gd name="connsiteX14" fmla="*/ 194861 w 837002"/>
                <a:gd name="connsiteY14" fmla="*/ 389721 h 38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7002" h="389720">
                  <a:moveTo>
                    <a:pt x="194861" y="389721"/>
                  </a:moveTo>
                  <a:cubicBezTo>
                    <a:pt x="87299" y="389582"/>
                    <a:pt x="137" y="302423"/>
                    <a:pt x="0" y="194860"/>
                  </a:cubicBezTo>
                  <a:cubicBezTo>
                    <a:pt x="0" y="172937"/>
                    <a:pt x="17773" y="155164"/>
                    <a:pt x="39697" y="155164"/>
                  </a:cubicBezTo>
                  <a:cubicBezTo>
                    <a:pt x="61621" y="155164"/>
                    <a:pt x="79393" y="172937"/>
                    <a:pt x="79393" y="194860"/>
                  </a:cubicBezTo>
                  <a:cubicBezTo>
                    <a:pt x="79475" y="258598"/>
                    <a:pt x="131124" y="310243"/>
                    <a:pt x="194861" y="310328"/>
                  </a:cubicBezTo>
                  <a:cubicBezTo>
                    <a:pt x="255398" y="310328"/>
                    <a:pt x="311072" y="269887"/>
                    <a:pt x="386992" y="170745"/>
                  </a:cubicBezTo>
                  <a:cubicBezTo>
                    <a:pt x="428971" y="115864"/>
                    <a:pt x="465095" y="77904"/>
                    <a:pt x="500624" y="51209"/>
                  </a:cubicBezTo>
                  <a:cubicBezTo>
                    <a:pt x="546523" y="16772"/>
                    <a:pt x="592819" y="0"/>
                    <a:pt x="642142" y="0"/>
                  </a:cubicBezTo>
                  <a:cubicBezTo>
                    <a:pt x="749705" y="136"/>
                    <a:pt x="836864" y="87299"/>
                    <a:pt x="837003" y="194860"/>
                  </a:cubicBezTo>
                  <a:cubicBezTo>
                    <a:pt x="837003" y="216784"/>
                    <a:pt x="819229" y="234557"/>
                    <a:pt x="797306" y="234557"/>
                  </a:cubicBezTo>
                  <a:cubicBezTo>
                    <a:pt x="775384" y="234557"/>
                    <a:pt x="757610" y="216784"/>
                    <a:pt x="757610" y="194860"/>
                  </a:cubicBezTo>
                  <a:cubicBezTo>
                    <a:pt x="757525" y="131124"/>
                    <a:pt x="705880" y="79475"/>
                    <a:pt x="642142" y="79393"/>
                  </a:cubicBezTo>
                  <a:cubicBezTo>
                    <a:pt x="581605" y="79393"/>
                    <a:pt x="525930" y="119834"/>
                    <a:pt x="450011" y="218976"/>
                  </a:cubicBezTo>
                  <a:cubicBezTo>
                    <a:pt x="408031" y="273857"/>
                    <a:pt x="371907" y="311816"/>
                    <a:pt x="336379" y="338512"/>
                  </a:cubicBezTo>
                  <a:cubicBezTo>
                    <a:pt x="290480" y="372949"/>
                    <a:pt x="244184" y="389721"/>
                    <a:pt x="194861" y="3897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45B3D00D-2277-5148-A4EA-138EBCAA29ED}"/>
              </a:ext>
            </a:extLst>
          </p:cNvPr>
          <p:cNvGrpSpPr>
            <a:grpSpLocks noChangeAspect="1"/>
          </p:cNvGrpSpPr>
          <p:nvPr/>
        </p:nvGrpSpPr>
        <p:grpSpPr>
          <a:xfrm>
            <a:off x="9556483" y="4788087"/>
            <a:ext cx="577089" cy="808813"/>
            <a:chOff x="9556483" y="4788087"/>
            <a:chExt cx="577089" cy="808813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280F6CB1-B1CF-104F-A7FA-6A6B77B73657}"/>
                </a:ext>
              </a:extLst>
            </p:cNvPr>
            <p:cNvSpPr/>
            <p:nvPr/>
          </p:nvSpPr>
          <p:spPr>
            <a:xfrm>
              <a:off x="9804934" y="4788087"/>
              <a:ext cx="328638" cy="808813"/>
            </a:xfrm>
            <a:custGeom>
              <a:avLst/>
              <a:gdLst>
                <a:gd name="connsiteX0" fmla="*/ 39697 w 328638"/>
                <a:gd name="connsiteY0" fmla="*/ 808814 h 808813"/>
                <a:gd name="connsiteX1" fmla="*/ 0 w 328638"/>
                <a:gd name="connsiteY1" fmla="*/ 769117 h 808813"/>
                <a:gd name="connsiteX2" fmla="*/ 39697 w 328638"/>
                <a:gd name="connsiteY2" fmla="*/ 729421 h 808813"/>
                <a:gd name="connsiteX3" fmla="*/ 249245 w 328638"/>
                <a:gd name="connsiteY3" fmla="*/ 519872 h 808813"/>
                <a:gd name="connsiteX4" fmla="*/ 122960 w 328638"/>
                <a:gd name="connsiteY4" fmla="*/ 235099 h 808813"/>
                <a:gd name="connsiteX5" fmla="*/ 97554 w 328638"/>
                <a:gd name="connsiteY5" fmla="*/ 203293 h 808813"/>
                <a:gd name="connsiteX6" fmla="*/ 5210 w 328638"/>
                <a:gd name="connsiteY6" fmla="*/ 50659 h 808813"/>
                <a:gd name="connsiteX7" fmla="*/ 32413 w 328638"/>
                <a:gd name="connsiteY7" fmla="*/ 1551 h 808813"/>
                <a:gd name="connsiteX8" fmla="*/ 81522 w 328638"/>
                <a:gd name="connsiteY8" fmla="*/ 28754 h 808813"/>
                <a:gd name="connsiteX9" fmla="*/ 81874 w 328638"/>
                <a:gd name="connsiteY9" fmla="*/ 30067 h 808813"/>
                <a:gd name="connsiteX10" fmla="*/ 159283 w 328638"/>
                <a:gd name="connsiteY10" fmla="*/ 153424 h 808813"/>
                <a:gd name="connsiteX11" fmla="*/ 185730 w 328638"/>
                <a:gd name="connsiteY11" fmla="*/ 186570 h 808813"/>
                <a:gd name="connsiteX12" fmla="*/ 328638 w 328638"/>
                <a:gd name="connsiteY12" fmla="*/ 519972 h 808813"/>
                <a:gd name="connsiteX13" fmla="*/ 39697 w 328638"/>
                <a:gd name="connsiteY13" fmla="*/ 808814 h 80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638" h="808813">
                  <a:moveTo>
                    <a:pt x="39697" y="808814"/>
                  </a:moveTo>
                  <a:cubicBezTo>
                    <a:pt x="17773" y="808814"/>
                    <a:pt x="0" y="791040"/>
                    <a:pt x="0" y="769117"/>
                  </a:cubicBezTo>
                  <a:cubicBezTo>
                    <a:pt x="0" y="747195"/>
                    <a:pt x="17773" y="729421"/>
                    <a:pt x="39697" y="729421"/>
                  </a:cubicBezTo>
                  <a:cubicBezTo>
                    <a:pt x="155358" y="729257"/>
                    <a:pt x="249081" y="635533"/>
                    <a:pt x="249245" y="519872"/>
                  </a:cubicBezTo>
                  <a:cubicBezTo>
                    <a:pt x="249245" y="398103"/>
                    <a:pt x="185036" y="315237"/>
                    <a:pt x="122960" y="235099"/>
                  </a:cubicBezTo>
                  <a:cubicBezTo>
                    <a:pt x="114773" y="224530"/>
                    <a:pt x="106040" y="213713"/>
                    <a:pt x="97554" y="203293"/>
                  </a:cubicBezTo>
                  <a:cubicBezTo>
                    <a:pt x="59843" y="156649"/>
                    <a:pt x="20791" y="108467"/>
                    <a:pt x="5210" y="50659"/>
                  </a:cubicBezTo>
                  <a:cubicBezTo>
                    <a:pt x="-839" y="29586"/>
                    <a:pt x="11341" y="7600"/>
                    <a:pt x="32413" y="1551"/>
                  </a:cubicBezTo>
                  <a:cubicBezTo>
                    <a:pt x="53486" y="-4498"/>
                    <a:pt x="75473" y="7681"/>
                    <a:pt x="81522" y="28754"/>
                  </a:cubicBezTo>
                  <a:cubicBezTo>
                    <a:pt x="81646" y="29190"/>
                    <a:pt x="81764" y="29627"/>
                    <a:pt x="81874" y="30067"/>
                  </a:cubicBezTo>
                  <a:cubicBezTo>
                    <a:pt x="93089" y="71649"/>
                    <a:pt x="125243" y="111395"/>
                    <a:pt x="159283" y="153424"/>
                  </a:cubicBezTo>
                  <a:cubicBezTo>
                    <a:pt x="168016" y="164191"/>
                    <a:pt x="176997" y="175306"/>
                    <a:pt x="185730" y="186570"/>
                  </a:cubicBezTo>
                  <a:cubicBezTo>
                    <a:pt x="249394" y="268742"/>
                    <a:pt x="328638" y="371060"/>
                    <a:pt x="328638" y="519972"/>
                  </a:cubicBezTo>
                  <a:cubicBezTo>
                    <a:pt x="328365" y="679418"/>
                    <a:pt x="199143" y="808595"/>
                    <a:pt x="39697" y="8088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C6D21F2-19D1-CB45-A770-36EF9ED9A54F}"/>
                </a:ext>
              </a:extLst>
            </p:cNvPr>
            <p:cNvSpPr/>
            <p:nvPr/>
          </p:nvSpPr>
          <p:spPr>
            <a:xfrm>
              <a:off x="9556483" y="4788740"/>
              <a:ext cx="328974" cy="808160"/>
            </a:xfrm>
            <a:custGeom>
              <a:avLst/>
              <a:gdLst>
                <a:gd name="connsiteX0" fmla="*/ 288148 w 328974"/>
                <a:gd name="connsiteY0" fmla="*/ 808161 h 808160"/>
                <a:gd name="connsiteX1" fmla="*/ 0 w 328974"/>
                <a:gd name="connsiteY1" fmla="*/ 519220 h 808160"/>
                <a:gd name="connsiteX2" fmla="*/ 142312 w 328974"/>
                <a:gd name="connsiteY2" fmla="*/ 186414 h 808160"/>
                <a:gd name="connsiteX3" fmla="*/ 176451 w 328974"/>
                <a:gd name="connsiteY3" fmla="*/ 144534 h 808160"/>
                <a:gd name="connsiteX4" fmla="*/ 250883 w 328974"/>
                <a:gd name="connsiteY4" fmla="*/ 29563 h 808160"/>
                <a:gd name="connsiteX5" fmla="*/ 299412 w 328974"/>
                <a:gd name="connsiteY5" fmla="*/ 1329 h 808160"/>
                <a:gd name="connsiteX6" fmla="*/ 327646 w 328974"/>
                <a:gd name="connsiteY6" fmla="*/ 49858 h 808160"/>
                <a:gd name="connsiteX7" fmla="*/ 237336 w 328974"/>
                <a:gd name="connsiteY7" fmla="*/ 195494 h 808160"/>
                <a:gd name="connsiteX8" fmla="*/ 205231 w 328974"/>
                <a:gd name="connsiteY8" fmla="*/ 234893 h 808160"/>
                <a:gd name="connsiteX9" fmla="*/ 79443 w 328974"/>
                <a:gd name="connsiteY9" fmla="*/ 519220 h 808160"/>
                <a:gd name="connsiteX10" fmla="*/ 288197 w 328974"/>
                <a:gd name="connsiteY10" fmla="*/ 728768 h 808160"/>
                <a:gd name="connsiteX11" fmla="*/ 327894 w 328974"/>
                <a:gd name="connsiteY11" fmla="*/ 768464 h 808160"/>
                <a:gd name="connsiteX12" fmla="*/ 288197 w 328974"/>
                <a:gd name="connsiteY12" fmla="*/ 808161 h 80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974" h="808160">
                  <a:moveTo>
                    <a:pt x="288148" y="808161"/>
                  </a:moveTo>
                  <a:cubicBezTo>
                    <a:pt x="128869" y="807749"/>
                    <a:pt x="-28" y="678497"/>
                    <a:pt x="0" y="519220"/>
                  </a:cubicBezTo>
                  <a:cubicBezTo>
                    <a:pt x="0" y="370606"/>
                    <a:pt x="78897" y="268486"/>
                    <a:pt x="142312" y="186414"/>
                  </a:cubicBezTo>
                  <a:cubicBezTo>
                    <a:pt x="153378" y="172073"/>
                    <a:pt x="165088" y="158080"/>
                    <a:pt x="176451" y="144534"/>
                  </a:cubicBezTo>
                  <a:cubicBezTo>
                    <a:pt x="209499" y="104837"/>
                    <a:pt x="240958" y="67820"/>
                    <a:pt x="250883" y="29563"/>
                  </a:cubicBezTo>
                  <a:cubicBezTo>
                    <a:pt x="256487" y="8365"/>
                    <a:pt x="278214" y="-4276"/>
                    <a:pt x="299412" y="1329"/>
                  </a:cubicBezTo>
                  <a:cubicBezTo>
                    <a:pt x="320609" y="6933"/>
                    <a:pt x="333250" y="28660"/>
                    <a:pt x="327646" y="49858"/>
                  </a:cubicBezTo>
                  <a:cubicBezTo>
                    <a:pt x="312760" y="105234"/>
                    <a:pt x="274552" y="151133"/>
                    <a:pt x="237336" y="195494"/>
                  </a:cubicBezTo>
                  <a:cubicBezTo>
                    <a:pt x="226023" y="209041"/>
                    <a:pt x="215304" y="221843"/>
                    <a:pt x="205231" y="234893"/>
                  </a:cubicBezTo>
                  <a:cubicBezTo>
                    <a:pt x="143354" y="314931"/>
                    <a:pt x="79443" y="397699"/>
                    <a:pt x="79443" y="519220"/>
                  </a:cubicBezTo>
                  <a:cubicBezTo>
                    <a:pt x="79360" y="634672"/>
                    <a:pt x="172743" y="728411"/>
                    <a:pt x="288197" y="728768"/>
                  </a:cubicBezTo>
                  <a:cubicBezTo>
                    <a:pt x="310121" y="728768"/>
                    <a:pt x="327894" y="746542"/>
                    <a:pt x="327894" y="768464"/>
                  </a:cubicBezTo>
                  <a:cubicBezTo>
                    <a:pt x="327894" y="790387"/>
                    <a:pt x="310121" y="808161"/>
                    <a:pt x="288197" y="8081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3DEA5A1-959E-4948-98E0-2B76676B0D1B}"/>
              </a:ext>
            </a:extLst>
          </p:cNvPr>
          <p:cNvGrpSpPr>
            <a:grpSpLocks noChangeAspect="1"/>
          </p:cNvGrpSpPr>
          <p:nvPr/>
        </p:nvGrpSpPr>
        <p:grpSpPr>
          <a:xfrm>
            <a:off x="1514525" y="1422549"/>
            <a:ext cx="728089" cy="838589"/>
            <a:chOff x="1514525" y="1422549"/>
            <a:chExt cx="728089" cy="838589"/>
          </a:xfrm>
        </p:grpSpPr>
        <p:sp>
          <p:nvSpPr>
            <p:cNvPr id="47" name="Picture Placeholder 33">
              <a:extLst>
                <a:ext uri="{FF2B5EF4-FFF2-40B4-BE49-F238E27FC236}">
                  <a16:creationId xmlns:a16="http://schemas.microsoft.com/office/drawing/2014/main" id="{689EDD1D-35CA-6A4E-A163-B1407A13AFFF}"/>
                </a:ext>
              </a:extLst>
            </p:cNvPr>
            <p:cNvSpPr/>
            <p:nvPr/>
          </p:nvSpPr>
          <p:spPr>
            <a:xfrm>
              <a:off x="1632576" y="1437584"/>
              <a:ext cx="232324" cy="232324"/>
            </a:xfrm>
            <a:custGeom>
              <a:avLst/>
              <a:gdLst>
                <a:gd name="connsiteX0" fmla="*/ 116460 w 232324"/>
                <a:gd name="connsiteY0" fmla="*/ 232324 h 232324"/>
                <a:gd name="connsiteX1" fmla="*/ 0 w 232324"/>
                <a:gd name="connsiteY1" fmla="*/ 116460 h 232324"/>
                <a:gd name="connsiteX2" fmla="*/ 115864 w 232324"/>
                <a:gd name="connsiteY2" fmla="*/ 0 h 232324"/>
                <a:gd name="connsiteX3" fmla="*/ 232324 w 232324"/>
                <a:gd name="connsiteY3" fmla="*/ 115864 h 232324"/>
                <a:gd name="connsiteX4" fmla="*/ 232324 w 232324"/>
                <a:gd name="connsiteY4" fmla="*/ 116211 h 232324"/>
                <a:gd name="connsiteX5" fmla="*/ 116460 w 232324"/>
                <a:gd name="connsiteY5" fmla="*/ 232324 h 232324"/>
                <a:gd name="connsiteX6" fmla="*/ 116460 w 232324"/>
                <a:gd name="connsiteY6" fmla="*/ 79442 h 232324"/>
                <a:gd name="connsiteX7" fmla="*/ 79394 w 232324"/>
                <a:gd name="connsiteY7" fmla="*/ 115912 h 232324"/>
                <a:gd name="connsiteX8" fmla="*/ 115864 w 232324"/>
                <a:gd name="connsiteY8" fmla="*/ 152978 h 232324"/>
                <a:gd name="connsiteX9" fmla="*/ 152930 w 232324"/>
                <a:gd name="connsiteY9" fmla="*/ 116508 h 232324"/>
                <a:gd name="connsiteX10" fmla="*/ 152931 w 232324"/>
                <a:gd name="connsiteY10" fmla="*/ 116211 h 232324"/>
                <a:gd name="connsiteX11" fmla="*/ 116561 w 232324"/>
                <a:gd name="connsiteY11" fmla="*/ 79245 h 232324"/>
                <a:gd name="connsiteX12" fmla="*/ 116460 w 232324"/>
                <a:gd name="connsiteY12" fmla="*/ 79244 h 23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324" h="232324">
                  <a:moveTo>
                    <a:pt x="116460" y="232324"/>
                  </a:moveTo>
                  <a:cubicBezTo>
                    <a:pt x="52306" y="232488"/>
                    <a:pt x="165" y="180614"/>
                    <a:pt x="0" y="116460"/>
                  </a:cubicBezTo>
                  <a:cubicBezTo>
                    <a:pt x="-164" y="52305"/>
                    <a:pt x="51710" y="165"/>
                    <a:pt x="115864" y="0"/>
                  </a:cubicBezTo>
                  <a:cubicBezTo>
                    <a:pt x="180019" y="-164"/>
                    <a:pt x="232160" y="51710"/>
                    <a:pt x="232324" y="115864"/>
                  </a:cubicBezTo>
                  <a:cubicBezTo>
                    <a:pt x="232324" y="115980"/>
                    <a:pt x="232324" y="116096"/>
                    <a:pt x="232324" y="116211"/>
                  </a:cubicBezTo>
                  <a:cubicBezTo>
                    <a:pt x="232297" y="180230"/>
                    <a:pt x="180479" y="232160"/>
                    <a:pt x="116460" y="232324"/>
                  </a:cubicBezTo>
                  <a:close/>
                  <a:moveTo>
                    <a:pt x="116460" y="79442"/>
                  </a:moveTo>
                  <a:cubicBezTo>
                    <a:pt x="96154" y="79278"/>
                    <a:pt x="79559" y="95606"/>
                    <a:pt x="79394" y="115912"/>
                  </a:cubicBezTo>
                  <a:cubicBezTo>
                    <a:pt x="79230" y="136219"/>
                    <a:pt x="95558" y="152813"/>
                    <a:pt x="115864" y="152978"/>
                  </a:cubicBezTo>
                  <a:cubicBezTo>
                    <a:pt x="136171" y="153142"/>
                    <a:pt x="152766" y="136814"/>
                    <a:pt x="152930" y="116508"/>
                  </a:cubicBezTo>
                  <a:cubicBezTo>
                    <a:pt x="152931" y="116409"/>
                    <a:pt x="152931" y="116310"/>
                    <a:pt x="152931" y="116211"/>
                  </a:cubicBezTo>
                  <a:cubicBezTo>
                    <a:pt x="153096" y="95960"/>
                    <a:pt x="136812" y="79409"/>
                    <a:pt x="116561" y="79245"/>
                  </a:cubicBezTo>
                  <a:cubicBezTo>
                    <a:pt x="116527" y="79244"/>
                    <a:pt x="116494" y="79244"/>
                    <a:pt x="116460" y="792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48" name="Picture Placeholder 33">
              <a:extLst>
                <a:ext uri="{FF2B5EF4-FFF2-40B4-BE49-F238E27FC236}">
                  <a16:creationId xmlns:a16="http://schemas.microsoft.com/office/drawing/2014/main" id="{689EDD1D-35CA-6A4E-A163-B1407A13AFFF}"/>
                </a:ext>
              </a:extLst>
            </p:cNvPr>
            <p:cNvSpPr/>
            <p:nvPr/>
          </p:nvSpPr>
          <p:spPr>
            <a:xfrm>
              <a:off x="1576721" y="1422549"/>
              <a:ext cx="665893" cy="837747"/>
            </a:xfrm>
            <a:custGeom>
              <a:avLst/>
              <a:gdLst>
                <a:gd name="connsiteX0" fmla="*/ 572358 w 665893"/>
                <a:gd name="connsiteY0" fmla="*/ 837746 h 837747"/>
                <a:gd name="connsiteX1" fmla="*/ 483040 w 665893"/>
                <a:gd name="connsiteY1" fmla="*/ 772197 h 837747"/>
                <a:gd name="connsiteX2" fmla="*/ 483040 w 665893"/>
                <a:gd name="connsiteY2" fmla="*/ 772197 h 837747"/>
                <a:gd name="connsiteX3" fmla="*/ 483040 w 665893"/>
                <a:gd name="connsiteY3" fmla="*/ 771850 h 837747"/>
                <a:gd name="connsiteX4" fmla="*/ 450936 w 665893"/>
                <a:gd name="connsiteY4" fmla="*/ 661394 h 837747"/>
                <a:gd name="connsiteX5" fmla="*/ 368466 w 665893"/>
                <a:gd name="connsiteY5" fmla="*/ 793485 h 837747"/>
                <a:gd name="connsiteX6" fmla="*/ 368466 w 665893"/>
                <a:gd name="connsiteY6" fmla="*/ 793485 h 837747"/>
                <a:gd name="connsiteX7" fmla="*/ 368466 w 665893"/>
                <a:gd name="connsiteY7" fmla="*/ 793485 h 837747"/>
                <a:gd name="connsiteX8" fmla="*/ 310509 w 665893"/>
                <a:gd name="connsiteY8" fmla="*/ 834967 h 837747"/>
                <a:gd name="connsiteX9" fmla="*/ 198596 w 665893"/>
                <a:gd name="connsiteY9" fmla="*/ 764053 h 837747"/>
                <a:gd name="connsiteX10" fmla="*/ 209928 w 665893"/>
                <a:gd name="connsiteY10" fmla="*/ 694938 h 837747"/>
                <a:gd name="connsiteX11" fmla="*/ 209928 w 665893"/>
                <a:gd name="connsiteY11" fmla="*/ 694640 h 837747"/>
                <a:gd name="connsiteX12" fmla="*/ 264808 w 665893"/>
                <a:gd name="connsiteY12" fmla="*/ 606365 h 837747"/>
                <a:gd name="connsiteX13" fmla="*/ 232009 w 665893"/>
                <a:gd name="connsiteY13" fmla="*/ 577238 h 837747"/>
                <a:gd name="connsiteX14" fmla="*/ 231513 w 665893"/>
                <a:gd name="connsiteY14" fmla="*/ 576841 h 837747"/>
                <a:gd name="connsiteX15" fmla="*/ 197076 w 665893"/>
                <a:gd name="connsiteY15" fmla="*/ 525682 h 837747"/>
                <a:gd name="connsiteX16" fmla="*/ 184869 w 665893"/>
                <a:gd name="connsiteY16" fmla="*/ 490649 h 837747"/>
                <a:gd name="connsiteX17" fmla="*/ 170876 w 665893"/>
                <a:gd name="connsiteY17" fmla="*/ 527270 h 837747"/>
                <a:gd name="connsiteX18" fmla="*/ 170578 w 665893"/>
                <a:gd name="connsiteY18" fmla="*/ 528113 h 837747"/>
                <a:gd name="connsiteX19" fmla="*/ 170578 w 665893"/>
                <a:gd name="connsiteY19" fmla="*/ 528460 h 837747"/>
                <a:gd name="connsiteX20" fmla="*/ 170231 w 665893"/>
                <a:gd name="connsiteY20" fmla="*/ 529304 h 837747"/>
                <a:gd name="connsiteX21" fmla="*/ 170231 w 665893"/>
                <a:gd name="connsiteY21" fmla="*/ 529304 h 837747"/>
                <a:gd name="connsiteX22" fmla="*/ 89399 w 665893"/>
                <a:gd name="connsiteY22" fmla="*/ 582448 h 837747"/>
                <a:gd name="connsiteX23" fmla="*/ 57145 w 665893"/>
                <a:gd name="connsiteY23" fmla="*/ 576444 h 837747"/>
                <a:gd name="connsiteX24" fmla="*/ 4746 w 665893"/>
                <a:gd name="connsiteY24" fmla="*/ 465740 h 837747"/>
                <a:gd name="connsiteX25" fmla="*/ 5044 w 665893"/>
                <a:gd name="connsiteY25" fmla="*/ 464797 h 837747"/>
                <a:gd name="connsiteX26" fmla="*/ 5490 w 665893"/>
                <a:gd name="connsiteY26" fmla="*/ 463606 h 837747"/>
                <a:gd name="connsiteX27" fmla="*/ 69451 w 665893"/>
                <a:gd name="connsiteY27" fmla="*/ 296930 h 837747"/>
                <a:gd name="connsiteX28" fmla="*/ 69451 w 665893"/>
                <a:gd name="connsiteY28" fmla="*/ 296682 h 837747"/>
                <a:gd name="connsiteX29" fmla="*/ 132916 w 665893"/>
                <a:gd name="connsiteY29" fmla="*/ 234507 h 837747"/>
                <a:gd name="connsiteX30" fmla="*/ 133313 w 665893"/>
                <a:gd name="connsiteY30" fmla="*/ 234507 h 837747"/>
                <a:gd name="connsiteX31" fmla="*/ 262823 w 665893"/>
                <a:gd name="connsiteY31" fmla="*/ 188559 h 837747"/>
                <a:gd name="connsiteX32" fmla="*/ 302173 w 665893"/>
                <a:gd name="connsiteY32" fmla="*/ 88920 h 837747"/>
                <a:gd name="connsiteX33" fmla="*/ 302173 w 665893"/>
                <a:gd name="connsiteY33" fmla="*/ 87531 h 837747"/>
                <a:gd name="connsiteX34" fmla="*/ 302173 w 665893"/>
                <a:gd name="connsiteY34" fmla="*/ 87531 h 837747"/>
                <a:gd name="connsiteX35" fmla="*/ 391093 w 665893"/>
                <a:gd name="connsiteY35" fmla="*/ 0 h 837747"/>
                <a:gd name="connsiteX36" fmla="*/ 480410 w 665893"/>
                <a:gd name="connsiteY36" fmla="*/ 87581 h 837747"/>
                <a:gd name="connsiteX37" fmla="*/ 480410 w 665893"/>
                <a:gd name="connsiteY37" fmla="*/ 87581 h 837747"/>
                <a:gd name="connsiteX38" fmla="*/ 480410 w 665893"/>
                <a:gd name="connsiteY38" fmla="*/ 88970 h 837747"/>
                <a:gd name="connsiteX39" fmla="*/ 399826 w 665893"/>
                <a:gd name="connsiteY39" fmla="*/ 303232 h 837747"/>
                <a:gd name="connsiteX40" fmla="*/ 438431 w 665893"/>
                <a:gd name="connsiteY40" fmla="*/ 413787 h 837747"/>
                <a:gd name="connsiteX41" fmla="*/ 469990 w 665893"/>
                <a:gd name="connsiteY41" fmla="*/ 407485 h 837747"/>
                <a:gd name="connsiteX42" fmla="*/ 470387 w 665893"/>
                <a:gd name="connsiteY42" fmla="*/ 407485 h 837747"/>
                <a:gd name="connsiteX43" fmla="*/ 592950 w 665893"/>
                <a:gd name="connsiteY43" fmla="*/ 481916 h 837747"/>
                <a:gd name="connsiteX44" fmla="*/ 662419 w 665893"/>
                <a:gd name="connsiteY44" fmla="*/ 718805 h 837747"/>
                <a:gd name="connsiteX45" fmla="*/ 662419 w 665893"/>
                <a:gd name="connsiteY45" fmla="*/ 719202 h 837747"/>
                <a:gd name="connsiteX46" fmla="*/ 662419 w 665893"/>
                <a:gd name="connsiteY46" fmla="*/ 719599 h 837747"/>
                <a:gd name="connsiteX47" fmla="*/ 598855 w 665893"/>
                <a:gd name="connsiteY47" fmla="*/ 834074 h 837747"/>
                <a:gd name="connsiteX48" fmla="*/ 572358 w 665893"/>
                <a:gd name="connsiteY48" fmla="*/ 837746 h 837747"/>
                <a:gd name="connsiteX49" fmla="*/ 334724 w 665893"/>
                <a:gd name="connsiteY49" fmla="*/ 772545 h 837747"/>
                <a:gd name="connsiteX50" fmla="*/ 334724 w 665893"/>
                <a:gd name="connsiteY50" fmla="*/ 772545 h 837747"/>
                <a:gd name="connsiteX51" fmla="*/ 558861 w 665893"/>
                <a:gd name="connsiteY51" fmla="*/ 749272 h 837747"/>
                <a:gd name="connsiteX52" fmla="*/ 576575 w 665893"/>
                <a:gd name="connsiteY52" fmla="*/ 757807 h 837747"/>
                <a:gd name="connsiteX53" fmla="*/ 586003 w 665893"/>
                <a:gd name="connsiteY53" fmla="*/ 741085 h 837747"/>
                <a:gd name="connsiteX54" fmla="*/ 586003 w 665893"/>
                <a:gd name="connsiteY54" fmla="*/ 740589 h 837747"/>
                <a:gd name="connsiteX55" fmla="*/ 516534 w 665893"/>
                <a:gd name="connsiteY55" fmla="*/ 504196 h 837747"/>
                <a:gd name="connsiteX56" fmla="*/ 485620 w 665893"/>
                <a:gd name="connsiteY56" fmla="*/ 485340 h 837747"/>
                <a:gd name="connsiteX57" fmla="*/ 484827 w 665893"/>
                <a:gd name="connsiteY57" fmla="*/ 485340 h 837747"/>
                <a:gd name="connsiteX58" fmla="*/ 419923 w 665893"/>
                <a:gd name="connsiteY58" fmla="*/ 498291 h 837747"/>
                <a:gd name="connsiteX59" fmla="*/ 374668 w 665893"/>
                <a:gd name="connsiteY59" fmla="*/ 472488 h 837747"/>
                <a:gd name="connsiteX60" fmla="*/ 316761 w 665893"/>
                <a:gd name="connsiteY60" fmla="*/ 306507 h 837747"/>
                <a:gd name="connsiteX61" fmla="*/ 326685 w 665893"/>
                <a:gd name="connsiteY61" fmla="*/ 264925 h 837747"/>
                <a:gd name="connsiteX62" fmla="*/ 401116 w 665893"/>
                <a:gd name="connsiteY62" fmla="*/ 89565 h 837747"/>
                <a:gd name="connsiteX63" fmla="*/ 401116 w 665893"/>
                <a:gd name="connsiteY63" fmla="*/ 89317 h 837747"/>
                <a:gd name="connsiteX64" fmla="*/ 391192 w 665893"/>
                <a:gd name="connsiteY64" fmla="*/ 79393 h 837747"/>
                <a:gd name="connsiteX65" fmla="*/ 381661 w 665893"/>
                <a:gd name="connsiteY65" fmla="*/ 89114 h 837747"/>
                <a:gd name="connsiteX66" fmla="*/ 381665 w 665893"/>
                <a:gd name="connsiteY66" fmla="*/ 89317 h 837747"/>
                <a:gd name="connsiteX67" fmla="*/ 381665 w 665893"/>
                <a:gd name="connsiteY67" fmla="*/ 89814 h 837747"/>
                <a:gd name="connsiteX68" fmla="*/ 318299 w 665893"/>
                <a:gd name="connsiteY68" fmla="*/ 245474 h 837747"/>
                <a:gd name="connsiteX69" fmla="*/ 290363 w 665893"/>
                <a:gd name="connsiteY69" fmla="*/ 262990 h 837747"/>
                <a:gd name="connsiteX70" fmla="*/ 290363 w 665893"/>
                <a:gd name="connsiteY70" fmla="*/ 262990 h 837747"/>
                <a:gd name="connsiteX71" fmla="*/ 159960 w 665893"/>
                <a:gd name="connsiteY71" fmla="*/ 309137 h 837747"/>
                <a:gd name="connsiteX72" fmla="*/ 159960 w 665893"/>
                <a:gd name="connsiteY72" fmla="*/ 309137 h 837747"/>
                <a:gd name="connsiteX73" fmla="*/ 159960 w 665893"/>
                <a:gd name="connsiteY73" fmla="*/ 309137 h 837747"/>
                <a:gd name="connsiteX74" fmla="*/ 143932 w 665893"/>
                <a:gd name="connsiteY74" fmla="*/ 324966 h 837747"/>
                <a:gd name="connsiteX75" fmla="*/ 143932 w 665893"/>
                <a:gd name="connsiteY75" fmla="*/ 324966 h 837747"/>
                <a:gd name="connsiteX76" fmla="*/ 79822 w 665893"/>
                <a:gd name="connsiteY76" fmla="*/ 491543 h 837747"/>
                <a:gd name="connsiteX77" fmla="*/ 79822 w 665893"/>
                <a:gd name="connsiteY77" fmla="*/ 491543 h 837747"/>
                <a:gd name="connsiteX78" fmla="*/ 85479 w 665893"/>
                <a:gd name="connsiteY78" fmla="*/ 502112 h 837747"/>
                <a:gd name="connsiteX79" fmla="*/ 89300 w 665893"/>
                <a:gd name="connsiteY79" fmla="*/ 502856 h 837747"/>
                <a:gd name="connsiteX80" fmla="*/ 96991 w 665893"/>
                <a:gd name="connsiteY80" fmla="*/ 498291 h 837747"/>
                <a:gd name="connsiteX81" fmla="*/ 96991 w 665893"/>
                <a:gd name="connsiteY81" fmla="*/ 498291 h 837747"/>
                <a:gd name="connsiteX82" fmla="*/ 149539 w 665893"/>
                <a:gd name="connsiteY82" fmla="*/ 360842 h 837747"/>
                <a:gd name="connsiteX83" fmla="*/ 200914 w 665893"/>
                <a:gd name="connsiteY83" fmla="*/ 338209 h 837747"/>
                <a:gd name="connsiteX84" fmla="*/ 223970 w 665893"/>
                <a:gd name="connsiteY84" fmla="*/ 361983 h 837747"/>
                <a:gd name="connsiteX85" fmla="*/ 271954 w 665893"/>
                <a:gd name="connsiteY85" fmla="*/ 499581 h 837747"/>
                <a:gd name="connsiteX86" fmla="*/ 284260 w 665893"/>
                <a:gd name="connsiteY86" fmla="*/ 517643 h 837747"/>
                <a:gd name="connsiteX87" fmla="*/ 284557 w 665893"/>
                <a:gd name="connsiteY87" fmla="*/ 517643 h 837747"/>
                <a:gd name="connsiteX88" fmla="*/ 342415 w 665893"/>
                <a:gd name="connsiteY88" fmla="*/ 569050 h 837747"/>
                <a:gd name="connsiteX89" fmla="*/ 349808 w 665893"/>
                <a:gd name="connsiteY89" fmla="*/ 619663 h 837747"/>
                <a:gd name="connsiteX90" fmla="*/ 277313 w 665893"/>
                <a:gd name="connsiteY90" fmla="*/ 736619 h 837747"/>
                <a:gd name="connsiteX91" fmla="*/ 277313 w 665893"/>
                <a:gd name="connsiteY91" fmla="*/ 736619 h 837747"/>
                <a:gd name="connsiteX92" fmla="*/ 282275 w 665893"/>
                <a:gd name="connsiteY92" fmla="*/ 755574 h 837747"/>
                <a:gd name="connsiteX93" fmla="*/ 292695 w 665893"/>
                <a:gd name="connsiteY93" fmla="*/ 757460 h 837747"/>
                <a:gd name="connsiteX94" fmla="*/ 300932 w 665893"/>
                <a:gd name="connsiteY94" fmla="*/ 751605 h 837747"/>
                <a:gd name="connsiteX95" fmla="*/ 301230 w 665893"/>
                <a:gd name="connsiteY95" fmla="*/ 751158 h 837747"/>
                <a:gd name="connsiteX96" fmla="*/ 391788 w 665893"/>
                <a:gd name="connsiteY96" fmla="*/ 605372 h 837747"/>
                <a:gd name="connsiteX97" fmla="*/ 393723 w 665893"/>
                <a:gd name="connsiteY97" fmla="*/ 580860 h 837747"/>
                <a:gd name="connsiteX98" fmla="*/ 414567 w 665893"/>
                <a:gd name="connsiteY98" fmla="*/ 528733 h 837747"/>
                <a:gd name="connsiteX99" fmla="*/ 422503 w 665893"/>
                <a:gd name="connsiteY99" fmla="*/ 526277 h 837747"/>
                <a:gd name="connsiteX100" fmla="*/ 454409 w 665893"/>
                <a:gd name="connsiteY100" fmla="*/ 519926 h 837747"/>
                <a:gd name="connsiteX101" fmla="*/ 500308 w 665893"/>
                <a:gd name="connsiteY101" fmla="*/ 547763 h 837747"/>
                <a:gd name="connsiteX102" fmla="*/ 558613 w 665893"/>
                <a:gd name="connsiteY102" fmla="*/ 748627 h 837747"/>
                <a:gd name="connsiteX103" fmla="*/ 558613 w 665893"/>
                <a:gd name="connsiteY103" fmla="*/ 749024 h 837747"/>
                <a:gd name="connsiteX104" fmla="*/ 171174 w 665893"/>
                <a:gd name="connsiteY104" fmla="*/ 526476 h 837747"/>
                <a:gd name="connsiteX105" fmla="*/ 171174 w 665893"/>
                <a:gd name="connsiteY105" fmla="*/ 526476 h 837747"/>
                <a:gd name="connsiteX106" fmla="*/ 171174 w 665893"/>
                <a:gd name="connsiteY106" fmla="*/ 526476 h 837747"/>
                <a:gd name="connsiteX107" fmla="*/ 171174 w 665893"/>
                <a:gd name="connsiteY107" fmla="*/ 526476 h 837747"/>
                <a:gd name="connsiteX108" fmla="*/ 171174 w 665893"/>
                <a:gd name="connsiteY108" fmla="*/ 526476 h 837747"/>
                <a:gd name="connsiteX109" fmla="*/ 171174 w 665893"/>
                <a:gd name="connsiteY109" fmla="*/ 526476 h 83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665893" h="837747">
                  <a:moveTo>
                    <a:pt x="572358" y="837746"/>
                  </a:moveTo>
                  <a:cubicBezTo>
                    <a:pt x="531533" y="837539"/>
                    <a:pt x="495480" y="811080"/>
                    <a:pt x="483040" y="772197"/>
                  </a:cubicBezTo>
                  <a:lnTo>
                    <a:pt x="483040" y="772197"/>
                  </a:lnTo>
                  <a:lnTo>
                    <a:pt x="483040" y="771850"/>
                  </a:lnTo>
                  <a:lnTo>
                    <a:pt x="450936" y="661394"/>
                  </a:lnTo>
                  <a:lnTo>
                    <a:pt x="368466" y="793485"/>
                  </a:lnTo>
                  <a:lnTo>
                    <a:pt x="368466" y="793485"/>
                  </a:lnTo>
                  <a:lnTo>
                    <a:pt x="368466" y="793485"/>
                  </a:lnTo>
                  <a:cubicBezTo>
                    <a:pt x="355493" y="814526"/>
                    <a:pt x="334610" y="829473"/>
                    <a:pt x="310509" y="834967"/>
                  </a:cubicBezTo>
                  <a:cubicBezTo>
                    <a:pt x="260022" y="846289"/>
                    <a:pt x="209917" y="814539"/>
                    <a:pt x="198596" y="764053"/>
                  </a:cubicBezTo>
                  <a:cubicBezTo>
                    <a:pt x="193296" y="740416"/>
                    <a:pt x="197357" y="715645"/>
                    <a:pt x="209928" y="694938"/>
                  </a:cubicBezTo>
                  <a:lnTo>
                    <a:pt x="209928" y="694640"/>
                  </a:lnTo>
                  <a:lnTo>
                    <a:pt x="264808" y="606365"/>
                  </a:lnTo>
                  <a:lnTo>
                    <a:pt x="232009" y="577238"/>
                  </a:lnTo>
                  <a:lnTo>
                    <a:pt x="231513" y="576841"/>
                  </a:lnTo>
                  <a:cubicBezTo>
                    <a:pt x="215881" y="562984"/>
                    <a:pt x="204030" y="545379"/>
                    <a:pt x="197076" y="525682"/>
                  </a:cubicBezTo>
                  <a:lnTo>
                    <a:pt x="184869" y="490649"/>
                  </a:lnTo>
                  <a:lnTo>
                    <a:pt x="170876" y="527270"/>
                  </a:lnTo>
                  <a:lnTo>
                    <a:pt x="170578" y="528113"/>
                  </a:lnTo>
                  <a:lnTo>
                    <a:pt x="170578" y="528460"/>
                  </a:lnTo>
                  <a:cubicBezTo>
                    <a:pt x="170578" y="528758"/>
                    <a:pt x="170330" y="529056"/>
                    <a:pt x="170231" y="529304"/>
                  </a:cubicBezTo>
                  <a:lnTo>
                    <a:pt x="170231" y="529304"/>
                  </a:lnTo>
                  <a:cubicBezTo>
                    <a:pt x="156370" y="561616"/>
                    <a:pt x="124558" y="582531"/>
                    <a:pt x="89399" y="582448"/>
                  </a:cubicBezTo>
                  <a:cubicBezTo>
                    <a:pt x="78370" y="582440"/>
                    <a:pt x="67438" y="580405"/>
                    <a:pt x="57145" y="576444"/>
                  </a:cubicBezTo>
                  <a:cubicBezTo>
                    <a:pt x="12586" y="559817"/>
                    <a:pt x="-10642" y="510742"/>
                    <a:pt x="4746" y="465740"/>
                  </a:cubicBezTo>
                  <a:lnTo>
                    <a:pt x="5044" y="464797"/>
                  </a:lnTo>
                  <a:lnTo>
                    <a:pt x="5490" y="463606"/>
                  </a:lnTo>
                  <a:lnTo>
                    <a:pt x="69451" y="296930"/>
                  </a:lnTo>
                  <a:lnTo>
                    <a:pt x="69451" y="296682"/>
                  </a:lnTo>
                  <a:cubicBezTo>
                    <a:pt x="80497" y="267674"/>
                    <a:pt x="103688" y="244955"/>
                    <a:pt x="132916" y="234507"/>
                  </a:cubicBezTo>
                  <a:lnTo>
                    <a:pt x="133313" y="234507"/>
                  </a:lnTo>
                  <a:lnTo>
                    <a:pt x="262823" y="188559"/>
                  </a:lnTo>
                  <a:cubicBezTo>
                    <a:pt x="288170" y="161581"/>
                    <a:pt x="302246" y="125937"/>
                    <a:pt x="302173" y="88920"/>
                  </a:cubicBezTo>
                  <a:lnTo>
                    <a:pt x="302173" y="87531"/>
                  </a:lnTo>
                  <a:lnTo>
                    <a:pt x="302173" y="87531"/>
                  </a:lnTo>
                  <a:cubicBezTo>
                    <a:pt x="302878" y="38942"/>
                    <a:pt x="342499" y="-59"/>
                    <a:pt x="391093" y="0"/>
                  </a:cubicBezTo>
                  <a:cubicBezTo>
                    <a:pt x="439569" y="434"/>
                    <a:pt x="479025" y="39122"/>
                    <a:pt x="480410" y="87581"/>
                  </a:cubicBezTo>
                  <a:lnTo>
                    <a:pt x="480410" y="87581"/>
                  </a:lnTo>
                  <a:lnTo>
                    <a:pt x="480410" y="88970"/>
                  </a:lnTo>
                  <a:cubicBezTo>
                    <a:pt x="480494" y="167813"/>
                    <a:pt x="451846" y="243985"/>
                    <a:pt x="399826" y="303232"/>
                  </a:cubicBezTo>
                  <a:lnTo>
                    <a:pt x="438431" y="413787"/>
                  </a:lnTo>
                  <a:lnTo>
                    <a:pt x="469990" y="407485"/>
                  </a:lnTo>
                  <a:lnTo>
                    <a:pt x="470387" y="407485"/>
                  </a:lnTo>
                  <a:cubicBezTo>
                    <a:pt x="524385" y="396626"/>
                    <a:pt x="577686" y="428995"/>
                    <a:pt x="592950" y="481916"/>
                  </a:cubicBezTo>
                  <a:lnTo>
                    <a:pt x="662419" y="718805"/>
                  </a:lnTo>
                  <a:cubicBezTo>
                    <a:pt x="662391" y="718936"/>
                    <a:pt x="662391" y="719071"/>
                    <a:pt x="662419" y="719202"/>
                  </a:cubicBezTo>
                  <a:cubicBezTo>
                    <a:pt x="662419" y="719202"/>
                    <a:pt x="662419" y="719450"/>
                    <a:pt x="662419" y="719599"/>
                  </a:cubicBezTo>
                  <a:cubicBezTo>
                    <a:pt x="676183" y="768729"/>
                    <a:pt x="647834" y="819784"/>
                    <a:pt x="598855" y="834074"/>
                  </a:cubicBezTo>
                  <a:cubicBezTo>
                    <a:pt x="590242" y="836551"/>
                    <a:pt x="581320" y="837788"/>
                    <a:pt x="572358" y="837746"/>
                  </a:cubicBezTo>
                  <a:close/>
                  <a:moveTo>
                    <a:pt x="334724" y="772545"/>
                  </a:moveTo>
                  <a:lnTo>
                    <a:pt x="334724" y="772545"/>
                  </a:lnTo>
                  <a:close/>
                  <a:moveTo>
                    <a:pt x="558861" y="749272"/>
                  </a:moveTo>
                  <a:cubicBezTo>
                    <a:pt x="561636" y="756302"/>
                    <a:pt x="569348" y="760018"/>
                    <a:pt x="576575" y="757807"/>
                  </a:cubicBezTo>
                  <a:cubicBezTo>
                    <a:pt x="583770" y="755760"/>
                    <a:pt x="587975" y="748301"/>
                    <a:pt x="586003" y="741085"/>
                  </a:cubicBezTo>
                  <a:lnTo>
                    <a:pt x="586003" y="740589"/>
                  </a:lnTo>
                  <a:lnTo>
                    <a:pt x="516534" y="504196"/>
                  </a:lnTo>
                  <a:cubicBezTo>
                    <a:pt x="512780" y="490768"/>
                    <a:pt x="499278" y="482532"/>
                    <a:pt x="485620" y="485340"/>
                  </a:cubicBezTo>
                  <a:lnTo>
                    <a:pt x="484827" y="485340"/>
                  </a:lnTo>
                  <a:lnTo>
                    <a:pt x="419923" y="498291"/>
                  </a:lnTo>
                  <a:cubicBezTo>
                    <a:pt x="400515" y="502175"/>
                    <a:pt x="381211" y="491168"/>
                    <a:pt x="374668" y="472488"/>
                  </a:cubicBezTo>
                  <a:lnTo>
                    <a:pt x="316761" y="306507"/>
                  </a:lnTo>
                  <a:cubicBezTo>
                    <a:pt x="311686" y="291897"/>
                    <a:pt x="315559" y="275669"/>
                    <a:pt x="326685" y="264925"/>
                  </a:cubicBezTo>
                  <a:cubicBezTo>
                    <a:pt x="374176" y="218933"/>
                    <a:pt x="401026" y="155676"/>
                    <a:pt x="401116" y="89565"/>
                  </a:cubicBezTo>
                  <a:lnTo>
                    <a:pt x="401116" y="89317"/>
                  </a:lnTo>
                  <a:cubicBezTo>
                    <a:pt x="400821" y="83963"/>
                    <a:pt x="396546" y="79689"/>
                    <a:pt x="391192" y="79393"/>
                  </a:cubicBezTo>
                  <a:cubicBezTo>
                    <a:pt x="385876" y="79445"/>
                    <a:pt x="381609" y="83797"/>
                    <a:pt x="381661" y="89114"/>
                  </a:cubicBezTo>
                  <a:cubicBezTo>
                    <a:pt x="381662" y="89182"/>
                    <a:pt x="381663" y="89249"/>
                    <a:pt x="381665" y="89317"/>
                  </a:cubicBezTo>
                  <a:lnTo>
                    <a:pt x="381665" y="89814"/>
                  </a:lnTo>
                  <a:cubicBezTo>
                    <a:pt x="381511" y="147951"/>
                    <a:pt x="358793" y="203758"/>
                    <a:pt x="318299" y="245474"/>
                  </a:cubicBezTo>
                  <a:cubicBezTo>
                    <a:pt x="310463" y="253389"/>
                    <a:pt x="300901" y="259384"/>
                    <a:pt x="290363" y="262990"/>
                  </a:cubicBezTo>
                  <a:lnTo>
                    <a:pt x="290363" y="262990"/>
                  </a:lnTo>
                  <a:lnTo>
                    <a:pt x="159960" y="309137"/>
                  </a:lnTo>
                  <a:lnTo>
                    <a:pt x="159960" y="309137"/>
                  </a:lnTo>
                  <a:lnTo>
                    <a:pt x="159960" y="309137"/>
                  </a:lnTo>
                  <a:cubicBezTo>
                    <a:pt x="152566" y="311826"/>
                    <a:pt x="146712" y="317606"/>
                    <a:pt x="143932" y="324966"/>
                  </a:cubicBezTo>
                  <a:lnTo>
                    <a:pt x="143932" y="324966"/>
                  </a:lnTo>
                  <a:lnTo>
                    <a:pt x="79822" y="491543"/>
                  </a:lnTo>
                  <a:cubicBezTo>
                    <a:pt x="79822" y="491543"/>
                    <a:pt x="79822" y="491543"/>
                    <a:pt x="79822" y="491543"/>
                  </a:cubicBezTo>
                  <a:cubicBezTo>
                    <a:pt x="78636" y="496005"/>
                    <a:pt x="81108" y="500623"/>
                    <a:pt x="85479" y="502112"/>
                  </a:cubicBezTo>
                  <a:cubicBezTo>
                    <a:pt x="86696" y="502592"/>
                    <a:pt x="87991" y="502844"/>
                    <a:pt x="89300" y="502856"/>
                  </a:cubicBezTo>
                  <a:cubicBezTo>
                    <a:pt x="92532" y="502955"/>
                    <a:pt x="95529" y="501176"/>
                    <a:pt x="96991" y="498291"/>
                  </a:cubicBezTo>
                  <a:lnTo>
                    <a:pt x="96991" y="498291"/>
                  </a:lnTo>
                  <a:lnTo>
                    <a:pt x="149539" y="360842"/>
                  </a:lnTo>
                  <a:cubicBezTo>
                    <a:pt x="157476" y="340405"/>
                    <a:pt x="180477" y="330272"/>
                    <a:pt x="200914" y="338209"/>
                  </a:cubicBezTo>
                  <a:cubicBezTo>
                    <a:pt x="211696" y="342396"/>
                    <a:pt x="220115" y="351078"/>
                    <a:pt x="223970" y="361983"/>
                  </a:cubicBezTo>
                  <a:lnTo>
                    <a:pt x="271954" y="499581"/>
                  </a:lnTo>
                  <a:cubicBezTo>
                    <a:pt x="274462" y="506546"/>
                    <a:pt x="278696" y="512760"/>
                    <a:pt x="284260" y="517643"/>
                  </a:cubicBezTo>
                  <a:lnTo>
                    <a:pt x="284557" y="517643"/>
                  </a:lnTo>
                  <a:lnTo>
                    <a:pt x="342415" y="569050"/>
                  </a:lnTo>
                  <a:cubicBezTo>
                    <a:pt x="356869" y="581873"/>
                    <a:pt x="359990" y="603241"/>
                    <a:pt x="349808" y="619663"/>
                  </a:cubicBezTo>
                  <a:lnTo>
                    <a:pt x="277313" y="736619"/>
                  </a:lnTo>
                  <a:lnTo>
                    <a:pt x="277313" y="736619"/>
                  </a:lnTo>
                  <a:cubicBezTo>
                    <a:pt x="273500" y="743231"/>
                    <a:pt x="275712" y="751679"/>
                    <a:pt x="282275" y="755574"/>
                  </a:cubicBezTo>
                  <a:cubicBezTo>
                    <a:pt x="285355" y="757575"/>
                    <a:pt x="289109" y="758254"/>
                    <a:pt x="292695" y="757460"/>
                  </a:cubicBezTo>
                  <a:cubicBezTo>
                    <a:pt x="296102" y="756663"/>
                    <a:pt x="299060" y="754561"/>
                    <a:pt x="300932" y="751605"/>
                  </a:cubicBezTo>
                  <a:lnTo>
                    <a:pt x="301230" y="751158"/>
                  </a:lnTo>
                  <a:lnTo>
                    <a:pt x="391788" y="605372"/>
                  </a:lnTo>
                  <a:cubicBezTo>
                    <a:pt x="396439" y="598022"/>
                    <a:pt x="397164" y="588849"/>
                    <a:pt x="393723" y="580860"/>
                  </a:cubicBezTo>
                  <a:cubicBezTo>
                    <a:pt x="385084" y="560710"/>
                    <a:pt x="394417" y="537372"/>
                    <a:pt x="414567" y="528733"/>
                  </a:cubicBezTo>
                  <a:cubicBezTo>
                    <a:pt x="417119" y="527639"/>
                    <a:pt x="419779" y="526816"/>
                    <a:pt x="422503" y="526277"/>
                  </a:cubicBezTo>
                  <a:lnTo>
                    <a:pt x="454409" y="519926"/>
                  </a:lnTo>
                  <a:cubicBezTo>
                    <a:pt x="474615" y="515886"/>
                    <a:pt x="494552" y="527977"/>
                    <a:pt x="500308" y="547763"/>
                  </a:cubicBezTo>
                  <a:lnTo>
                    <a:pt x="558613" y="748627"/>
                  </a:lnTo>
                  <a:lnTo>
                    <a:pt x="558613" y="749024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  <a:moveTo>
                    <a:pt x="171174" y="526476"/>
                  </a:moveTo>
                  <a:lnTo>
                    <a:pt x="171174" y="52647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49" name="Picture Placeholder 33">
              <a:extLst>
                <a:ext uri="{FF2B5EF4-FFF2-40B4-BE49-F238E27FC236}">
                  <a16:creationId xmlns:a16="http://schemas.microsoft.com/office/drawing/2014/main" id="{689EDD1D-35CA-6A4E-A163-B1407A13AFFF}"/>
                </a:ext>
              </a:extLst>
            </p:cNvPr>
            <p:cNvSpPr/>
            <p:nvPr/>
          </p:nvSpPr>
          <p:spPr>
            <a:xfrm>
              <a:off x="1514525" y="2101995"/>
              <a:ext cx="213961" cy="159143"/>
            </a:xfrm>
            <a:custGeom>
              <a:avLst/>
              <a:gdLst>
                <a:gd name="connsiteX0" fmla="*/ 174221 w 213961"/>
                <a:gd name="connsiteY0" fmla="*/ 159144 h 159143"/>
                <a:gd name="connsiteX1" fmla="*/ 154026 w 213961"/>
                <a:gd name="connsiteY1" fmla="*/ 153586 h 159143"/>
                <a:gd name="connsiteX2" fmla="*/ 20050 w 213961"/>
                <a:gd name="connsiteY2" fmla="*/ 74193 h 159143"/>
                <a:gd name="connsiteX3" fmla="*/ 5214 w 213961"/>
                <a:gd name="connsiteY3" fmla="*/ 20050 h 159143"/>
                <a:gd name="connsiteX4" fmla="*/ 59357 w 213961"/>
                <a:gd name="connsiteY4" fmla="*/ 5214 h 159143"/>
                <a:gd name="connsiteX5" fmla="*/ 60540 w 213961"/>
                <a:gd name="connsiteY5" fmla="*/ 5915 h 159143"/>
                <a:gd name="connsiteX6" fmla="*/ 194516 w 213961"/>
                <a:gd name="connsiteY6" fmla="*/ 85308 h 159143"/>
                <a:gd name="connsiteX7" fmla="*/ 208398 w 213961"/>
                <a:gd name="connsiteY7" fmla="*/ 139704 h 159143"/>
                <a:gd name="connsiteX8" fmla="*/ 174221 w 213961"/>
                <a:gd name="connsiteY8" fmla="*/ 159144 h 15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961" h="159143">
                  <a:moveTo>
                    <a:pt x="174221" y="159144"/>
                  </a:moveTo>
                  <a:cubicBezTo>
                    <a:pt x="167113" y="159133"/>
                    <a:pt x="160138" y="157213"/>
                    <a:pt x="154026" y="153586"/>
                  </a:cubicBezTo>
                  <a:lnTo>
                    <a:pt x="20050" y="74193"/>
                  </a:lnTo>
                  <a:cubicBezTo>
                    <a:pt x="1001" y="63339"/>
                    <a:pt x="-5641" y="39098"/>
                    <a:pt x="5214" y="20050"/>
                  </a:cubicBezTo>
                  <a:cubicBezTo>
                    <a:pt x="16068" y="1001"/>
                    <a:pt x="40309" y="-5641"/>
                    <a:pt x="59357" y="5214"/>
                  </a:cubicBezTo>
                  <a:cubicBezTo>
                    <a:pt x="59756" y="5441"/>
                    <a:pt x="60150" y="5674"/>
                    <a:pt x="60540" y="5915"/>
                  </a:cubicBezTo>
                  <a:lnTo>
                    <a:pt x="194516" y="85308"/>
                  </a:lnTo>
                  <a:cubicBezTo>
                    <a:pt x="213371" y="96496"/>
                    <a:pt x="219586" y="120850"/>
                    <a:pt x="208398" y="139704"/>
                  </a:cubicBezTo>
                  <a:cubicBezTo>
                    <a:pt x="201241" y="151767"/>
                    <a:pt x="188248" y="159157"/>
                    <a:pt x="174221" y="1591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0" name="Picture Placeholder 33">
              <a:extLst>
                <a:ext uri="{FF2B5EF4-FFF2-40B4-BE49-F238E27FC236}">
                  <a16:creationId xmlns:a16="http://schemas.microsoft.com/office/drawing/2014/main" id="{689EDD1D-35CA-6A4E-A163-B1407A13AFFF}"/>
                </a:ext>
              </a:extLst>
            </p:cNvPr>
            <p:cNvSpPr/>
            <p:nvPr/>
          </p:nvSpPr>
          <p:spPr>
            <a:xfrm>
              <a:off x="1604308" y="2037737"/>
              <a:ext cx="159111" cy="124161"/>
            </a:xfrm>
            <a:custGeom>
              <a:avLst/>
              <a:gdLst>
                <a:gd name="connsiteX0" fmla="*/ 119173 w 159111"/>
                <a:gd name="connsiteY0" fmla="*/ 124160 h 124161"/>
                <a:gd name="connsiteX1" fmla="*/ 99772 w 159111"/>
                <a:gd name="connsiteY1" fmla="*/ 119198 h 124161"/>
                <a:gd name="connsiteX2" fmla="*/ 20379 w 159111"/>
                <a:gd name="connsiteY2" fmla="*/ 74540 h 124161"/>
                <a:gd name="connsiteX3" fmla="*/ 5071 w 159111"/>
                <a:gd name="connsiteY3" fmla="*/ 20379 h 124161"/>
                <a:gd name="connsiteX4" fmla="*/ 59232 w 159111"/>
                <a:gd name="connsiteY4" fmla="*/ 5071 h 124161"/>
                <a:gd name="connsiteX5" fmla="*/ 138625 w 159111"/>
                <a:gd name="connsiteY5" fmla="*/ 49729 h 124161"/>
                <a:gd name="connsiteX6" fmla="*/ 154143 w 159111"/>
                <a:gd name="connsiteY6" fmla="*/ 103681 h 124161"/>
                <a:gd name="connsiteX7" fmla="*/ 119173 w 159111"/>
                <a:gd name="connsiteY7" fmla="*/ 124160 h 12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111" h="124161">
                  <a:moveTo>
                    <a:pt x="119173" y="124160"/>
                  </a:moveTo>
                  <a:cubicBezTo>
                    <a:pt x="112386" y="124209"/>
                    <a:pt x="105702" y="122500"/>
                    <a:pt x="99772" y="119198"/>
                  </a:cubicBezTo>
                  <a:lnTo>
                    <a:pt x="20379" y="74540"/>
                  </a:lnTo>
                  <a:cubicBezTo>
                    <a:pt x="1195" y="63811"/>
                    <a:pt x="-5658" y="39562"/>
                    <a:pt x="5071" y="20379"/>
                  </a:cubicBezTo>
                  <a:cubicBezTo>
                    <a:pt x="15800" y="1195"/>
                    <a:pt x="40048" y="-5658"/>
                    <a:pt x="59232" y="5071"/>
                  </a:cubicBezTo>
                  <a:lnTo>
                    <a:pt x="138625" y="49729"/>
                  </a:lnTo>
                  <a:cubicBezTo>
                    <a:pt x="157809" y="60342"/>
                    <a:pt x="164756" y="84497"/>
                    <a:pt x="154143" y="103681"/>
                  </a:cubicBezTo>
                  <a:cubicBezTo>
                    <a:pt x="147111" y="116391"/>
                    <a:pt x="133699" y="124246"/>
                    <a:pt x="119173" y="1241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7ADFD29-243C-D44D-91E9-B46E4770529A}"/>
              </a:ext>
            </a:extLst>
          </p:cNvPr>
          <p:cNvGrpSpPr>
            <a:grpSpLocks noChangeAspect="1"/>
          </p:cNvGrpSpPr>
          <p:nvPr/>
        </p:nvGrpSpPr>
        <p:grpSpPr>
          <a:xfrm>
            <a:off x="2812719" y="1416207"/>
            <a:ext cx="828795" cy="841112"/>
            <a:chOff x="2812719" y="1416207"/>
            <a:chExt cx="828795" cy="841112"/>
          </a:xfrm>
        </p:grpSpPr>
        <p:sp>
          <p:nvSpPr>
            <p:cNvPr id="51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2812719" y="1416207"/>
              <a:ext cx="297743" cy="565665"/>
            </a:xfrm>
            <a:custGeom>
              <a:avLst/>
              <a:gdLst>
                <a:gd name="connsiteX0" fmla="*/ 258043 w 297743"/>
                <a:gd name="connsiteY0" fmla="*/ 565666 h 565665"/>
                <a:gd name="connsiteX1" fmla="*/ 221819 w 297743"/>
                <a:gd name="connsiteY1" fmla="*/ 542245 h 565665"/>
                <a:gd name="connsiteX2" fmla="*/ 3488 w 297743"/>
                <a:gd name="connsiteY2" fmla="*/ 55962 h 565665"/>
                <a:gd name="connsiteX3" fmla="*/ 23460 w 297743"/>
                <a:gd name="connsiteY3" fmla="*/ 3488 h 565665"/>
                <a:gd name="connsiteX4" fmla="*/ 75934 w 297743"/>
                <a:gd name="connsiteY4" fmla="*/ 23460 h 565665"/>
                <a:gd name="connsiteX5" fmla="*/ 294266 w 297743"/>
                <a:gd name="connsiteY5" fmla="*/ 509743 h 565665"/>
                <a:gd name="connsiteX6" fmla="*/ 274263 w 297743"/>
                <a:gd name="connsiteY6" fmla="*/ 562198 h 565665"/>
                <a:gd name="connsiteX7" fmla="*/ 258043 w 297743"/>
                <a:gd name="connsiteY7" fmla="*/ 565666 h 56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43" h="565665">
                  <a:moveTo>
                    <a:pt x="258043" y="565666"/>
                  </a:moveTo>
                  <a:cubicBezTo>
                    <a:pt x="242410" y="565672"/>
                    <a:pt x="228229" y="556503"/>
                    <a:pt x="221819" y="542245"/>
                  </a:cubicBezTo>
                  <a:lnTo>
                    <a:pt x="3488" y="55962"/>
                  </a:lnTo>
                  <a:cubicBezTo>
                    <a:pt x="-5487" y="35957"/>
                    <a:pt x="3455" y="12463"/>
                    <a:pt x="23460" y="3488"/>
                  </a:cubicBezTo>
                  <a:cubicBezTo>
                    <a:pt x="43466" y="-5487"/>
                    <a:pt x="66959" y="3455"/>
                    <a:pt x="75934" y="23460"/>
                  </a:cubicBezTo>
                  <a:lnTo>
                    <a:pt x="294266" y="509743"/>
                  </a:lnTo>
                  <a:cubicBezTo>
                    <a:pt x="303227" y="529752"/>
                    <a:pt x="294271" y="553237"/>
                    <a:pt x="274263" y="562198"/>
                  </a:cubicBezTo>
                  <a:cubicBezTo>
                    <a:pt x="269161" y="564483"/>
                    <a:pt x="263633" y="565665"/>
                    <a:pt x="258043" y="5656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2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3343676" y="1733770"/>
              <a:ext cx="79393" cy="243141"/>
            </a:xfrm>
            <a:custGeom>
              <a:avLst/>
              <a:gdLst>
                <a:gd name="connsiteX0" fmla="*/ 39697 w 79393"/>
                <a:gd name="connsiteY0" fmla="*/ 243141 h 243141"/>
                <a:gd name="connsiteX1" fmla="*/ 0 w 79393"/>
                <a:gd name="connsiteY1" fmla="*/ 203445 h 243141"/>
                <a:gd name="connsiteX2" fmla="*/ 0 w 79393"/>
                <a:gd name="connsiteY2" fmla="*/ 39697 h 243141"/>
                <a:gd name="connsiteX3" fmla="*/ 39697 w 79393"/>
                <a:gd name="connsiteY3" fmla="*/ 0 h 243141"/>
                <a:gd name="connsiteX4" fmla="*/ 79393 w 79393"/>
                <a:gd name="connsiteY4" fmla="*/ 39697 h 243141"/>
                <a:gd name="connsiteX5" fmla="*/ 79393 w 79393"/>
                <a:gd name="connsiteY5" fmla="*/ 203445 h 243141"/>
                <a:gd name="connsiteX6" fmla="*/ 39697 w 79393"/>
                <a:gd name="connsiteY6" fmla="*/ 243141 h 24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3141">
                  <a:moveTo>
                    <a:pt x="39697" y="243141"/>
                  </a:moveTo>
                  <a:cubicBezTo>
                    <a:pt x="17773" y="243141"/>
                    <a:pt x="0" y="225369"/>
                    <a:pt x="0" y="2034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03445"/>
                  </a:lnTo>
                  <a:cubicBezTo>
                    <a:pt x="79393" y="225369"/>
                    <a:pt x="61620" y="243141"/>
                    <a:pt x="39697" y="24314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3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3031065" y="1902480"/>
              <a:ext cx="392003" cy="79393"/>
            </a:xfrm>
            <a:custGeom>
              <a:avLst/>
              <a:gdLst>
                <a:gd name="connsiteX0" fmla="*/ 352307 w 392003"/>
                <a:gd name="connsiteY0" fmla="*/ 79393 h 79393"/>
                <a:gd name="connsiteX1" fmla="*/ 39697 w 392003"/>
                <a:gd name="connsiteY1" fmla="*/ 79393 h 79393"/>
                <a:gd name="connsiteX2" fmla="*/ 0 w 392003"/>
                <a:gd name="connsiteY2" fmla="*/ 39697 h 79393"/>
                <a:gd name="connsiteX3" fmla="*/ 39697 w 392003"/>
                <a:gd name="connsiteY3" fmla="*/ 0 h 79393"/>
                <a:gd name="connsiteX4" fmla="*/ 352307 w 392003"/>
                <a:gd name="connsiteY4" fmla="*/ 0 h 79393"/>
                <a:gd name="connsiteX5" fmla="*/ 392004 w 392003"/>
                <a:gd name="connsiteY5" fmla="*/ 39697 h 79393"/>
                <a:gd name="connsiteX6" fmla="*/ 352307 w 39200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003" h="79393">
                  <a:moveTo>
                    <a:pt x="35230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352307" y="0"/>
                  </a:lnTo>
                  <a:cubicBezTo>
                    <a:pt x="374231" y="0"/>
                    <a:pt x="392004" y="17773"/>
                    <a:pt x="392004" y="39697"/>
                  </a:cubicBezTo>
                  <a:cubicBezTo>
                    <a:pt x="392004" y="61620"/>
                    <a:pt x="374231" y="79393"/>
                    <a:pt x="35230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4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2996275" y="1902643"/>
              <a:ext cx="114110" cy="277713"/>
            </a:xfrm>
            <a:custGeom>
              <a:avLst/>
              <a:gdLst>
                <a:gd name="connsiteX0" fmla="*/ 39752 w 114110"/>
                <a:gd name="connsiteY0" fmla="*/ 277713 h 277713"/>
                <a:gd name="connsiteX1" fmla="*/ 32855 w 114110"/>
                <a:gd name="connsiteY1" fmla="*/ 277118 h 277713"/>
                <a:gd name="connsiteX2" fmla="*/ 602 w 114110"/>
                <a:gd name="connsiteY2" fmla="*/ 231169 h 277713"/>
                <a:gd name="connsiteX3" fmla="*/ 35336 w 114110"/>
                <a:gd name="connsiteY3" fmla="*/ 32686 h 277713"/>
                <a:gd name="connsiteX4" fmla="*/ 81425 w 114110"/>
                <a:gd name="connsiteY4" fmla="*/ 632 h 277713"/>
                <a:gd name="connsiteX5" fmla="*/ 113538 w 114110"/>
                <a:gd name="connsiteY5" fmla="*/ 46382 h 277713"/>
                <a:gd name="connsiteX6" fmla="*/ 78804 w 114110"/>
                <a:gd name="connsiteY6" fmla="*/ 244864 h 277713"/>
                <a:gd name="connsiteX7" fmla="*/ 39752 w 114110"/>
                <a:gd name="connsiteY7" fmla="*/ 277713 h 27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0" h="277713">
                  <a:moveTo>
                    <a:pt x="39752" y="277713"/>
                  </a:moveTo>
                  <a:cubicBezTo>
                    <a:pt x="37441" y="277710"/>
                    <a:pt x="35133" y="277511"/>
                    <a:pt x="32855" y="277118"/>
                  </a:cubicBezTo>
                  <a:cubicBezTo>
                    <a:pt x="11260" y="273336"/>
                    <a:pt x="-3180" y="252764"/>
                    <a:pt x="602" y="231169"/>
                  </a:cubicBezTo>
                  <a:lnTo>
                    <a:pt x="35336" y="32686"/>
                  </a:lnTo>
                  <a:cubicBezTo>
                    <a:pt x="39211" y="11108"/>
                    <a:pt x="59846" y="-3243"/>
                    <a:pt x="81425" y="632"/>
                  </a:cubicBezTo>
                  <a:cubicBezTo>
                    <a:pt x="102871" y="4484"/>
                    <a:pt x="117204" y="24903"/>
                    <a:pt x="113538" y="46382"/>
                  </a:cubicBezTo>
                  <a:lnTo>
                    <a:pt x="78804" y="244864"/>
                  </a:lnTo>
                  <a:cubicBezTo>
                    <a:pt x="75481" y="263839"/>
                    <a:pt x="59015" y="277689"/>
                    <a:pt x="39752" y="2777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5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3343308" y="1901261"/>
              <a:ext cx="134333" cy="269171"/>
            </a:xfrm>
            <a:custGeom>
              <a:avLst/>
              <a:gdLst>
                <a:gd name="connsiteX0" fmla="*/ 94647 w 134333"/>
                <a:gd name="connsiteY0" fmla="*/ 269171 h 269171"/>
                <a:gd name="connsiteX1" fmla="*/ 56539 w 134333"/>
                <a:gd name="connsiteY1" fmla="*/ 240540 h 269171"/>
                <a:gd name="connsiteX2" fmla="*/ 1956 w 134333"/>
                <a:gd name="connsiteY2" fmla="*/ 51981 h 269171"/>
                <a:gd name="connsiteX3" fmla="*/ 27433 w 134333"/>
                <a:gd name="connsiteY3" fmla="*/ 1956 h 269171"/>
                <a:gd name="connsiteX4" fmla="*/ 77459 w 134333"/>
                <a:gd name="connsiteY4" fmla="*/ 27433 h 269171"/>
                <a:gd name="connsiteX5" fmla="*/ 78173 w 134333"/>
                <a:gd name="connsiteY5" fmla="*/ 29900 h 269171"/>
                <a:gd name="connsiteX6" fmla="*/ 132756 w 134333"/>
                <a:gd name="connsiteY6" fmla="*/ 218459 h 269171"/>
                <a:gd name="connsiteX7" fmla="*/ 105669 w 134333"/>
                <a:gd name="connsiteY7" fmla="*/ 267631 h 269171"/>
                <a:gd name="connsiteX8" fmla="*/ 105663 w 134333"/>
                <a:gd name="connsiteY8" fmla="*/ 267633 h 269171"/>
                <a:gd name="connsiteX9" fmla="*/ 94647 w 134333"/>
                <a:gd name="connsiteY9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333" h="269171">
                  <a:moveTo>
                    <a:pt x="94647" y="269171"/>
                  </a:moveTo>
                  <a:cubicBezTo>
                    <a:pt x="76991" y="269165"/>
                    <a:pt x="61461" y="257497"/>
                    <a:pt x="56539" y="240540"/>
                  </a:cubicBezTo>
                  <a:lnTo>
                    <a:pt x="1956" y="51981"/>
                  </a:lnTo>
                  <a:cubicBezTo>
                    <a:pt x="-4823" y="31132"/>
                    <a:pt x="6584" y="8735"/>
                    <a:pt x="27433" y="1956"/>
                  </a:cubicBezTo>
                  <a:cubicBezTo>
                    <a:pt x="48283" y="-4823"/>
                    <a:pt x="70680" y="6584"/>
                    <a:pt x="77459" y="27433"/>
                  </a:cubicBezTo>
                  <a:cubicBezTo>
                    <a:pt x="77723" y="28248"/>
                    <a:pt x="77962" y="29070"/>
                    <a:pt x="78173" y="29900"/>
                  </a:cubicBezTo>
                  <a:lnTo>
                    <a:pt x="132756" y="218459"/>
                  </a:lnTo>
                  <a:cubicBezTo>
                    <a:pt x="138855" y="239517"/>
                    <a:pt x="126728" y="261532"/>
                    <a:pt x="105669" y="267631"/>
                  </a:cubicBezTo>
                  <a:cubicBezTo>
                    <a:pt x="105667" y="267632"/>
                    <a:pt x="105665" y="267632"/>
                    <a:pt x="105663" y="267633"/>
                  </a:cubicBezTo>
                  <a:cubicBezTo>
                    <a:pt x="102080" y="268651"/>
                    <a:pt x="98373" y="269169"/>
                    <a:pt x="94647" y="2691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6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2812800" y="2081082"/>
              <a:ext cx="828714" cy="176237"/>
            </a:xfrm>
            <a:custGeom>
              <a:avLst/>
              <a:gdLst>
                <a:gd name="connsiteX0" fmla="*/ 421710 w 828714"/>
                <a:gd name="connsiteY0" fmla="*/ 176236 h 176237"/>
                <a:gd name="connsiteX1" fmla="*/ 261584 w 828714"/>
                <a:gd name="connsiteY1" fmla="*/ 160556 h 176237"/>
                <a:gd name="connsiteX2" fmla="*/ 19236 w 828714"/>
                <a:gd name="connsiteY2" fmla="*/ 73720 h 176237"/>
                <a:gd name="connsiteX3" fmla="*/ 5690 w 828714"/>
                <a:gd name="connsiteY3" fmla="*/ 19236 h 176237"/>
                <a:gd name="connsiteX4" fmla="*/ 60173 w 828714"/>
                <a:gd name="connsiteY4" fmla="*/ 5690 h 176237"/>
                <a:gd name="connsiteX5" fmla="*/ 60173 w 828714"/>
                <a:gd name="connsiteY5" fmla="*/ 5690 h 176237"/>
                <a:gd name="connsiteX6" fmla="*/ 279795 w 828714"/>
                <a:gd name="connsiteY6" fmla="*/ 83247 h 176237"/>
                <a:gd name="connsiteX7" fmla="*/ 769502 w 828714"/>
                <a:gd name="connsiteY7" fmla="*/ 5144 h 176237"/>
                <a:gd name="connsiteX8" fmla="*/ 823588 w 828714"/>
                <a:gd name="connsiteY8" fmla="*/ 20228 h 176237"/>
                <a:gd name="connsiteX9" fmla="*/ 808504 w 828714"/>
                <a:gd name="connsiteY9" fmla="*/ 74315 h 176237"/>
                <a:gd name="connsiteX10" fmla="*/ 421710 w 828714"/>
                <a:gd name="connsiteY10" fmla="*/ 176236 h 1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8714" h="176237">
                  <a:moveTo>
                    <a:pt x="421710" y="176236"/>
                  </a:moveTo>
                  <a:cubicBezTo>
                    <a:pt x="367953" y="176194"/>
                    <a:pt x="314327" y="170943"/>
                    <a:pt x="261584" y="160556"/>
                  </a:cubicBezTo>
                  <a:cubicBezTo>
                    <a:pt x="117684" y="132272"/>
                    <a:pt x="23404" y="76201"/>
                    <a:pt x="19236" y="73720"/>
                  </a:cubicBezTo>
                  <a:cubicBezTo>
                    <a:pt x="450" y="62415"/>
                    <a:pt x="-5615" y="38022"/>
                    <a:pt x="5690" y="19236"/>
                  </a:cubicBezTo>
                  <a:cubicBezTo>
                    <a:pt x="16994" y="450"/>
                    <a:pt x="41387" y="-5615"/>
                    <a:pt x="60173" y="5690"/>
                  </a:cubicBezTo>
                  <a:lnTo>
                    <a:pt x="60173" y="5690"/>
                  </a:lnTo>
                  <a:cubicBezTo>
                    <a:pt x="61017" y="6235"/>
                    <a:pt x="148548" y="57940"/>
                    <a:pt x="279795" y="83247"/>
                  </a:cubicBezTo>
                  <a:cubicBezTo>
                    <a:pt x="453467" y="116691"/>
                    <a:pt x="618357" y="90442"/>
                    <a:pt x="769502" y="5144"/>
                  </a:cubicBezTo>
                  <a:cubicBezTo>
                    <a:pt x="788603" y="-5626"/>
                    <a:pt x="812818" y="1127"/>
                    <a:pt x="823588" y="20228"/>
                  </a:cubicBezTo>
                  <a:cubicBezTo>
                    <a:pt x="834358" y="39329"/>
                    <a:pt x="827605" y="63545"/>
                    <a:pt x="808504" y="74315"/>
                  </a:cubicBezTo>
                  <a:cubicBezTo>
                    <a:pt x="690633" y="141356"/>
                    <a:pt x="557312" y="176486"/>
                    <a:pt x="421710" y="17623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57" name="Picture Placeholder 35">
              <a:extLst>
                <a:ext uri="{FF2B5EF4-FFF2-40B4-BE49-F238E27FC236}">
                  <a16:creationId xmlns:a16="http://schemas.microsoft.com/office/drawing/2014/main" id="{1095B852-A683-CE42-8993-5DEE1A27DBD5}"/>
                </a:ext>
              </a:extLst>
            </p:cNvPr>
            <p:cNvSpPr/>
            <p:nvPr/>
          </p:nvSpPr>
          <p:spPr>
            <a:xfrm>
              <a:off x="2956634" y="1733770"/>
              <a:ext cx="506131" cy="79393"/>
            </a:xfrm>
            <a:custGeom>
              <a:avLst/>
              <a:gdLst>
                <a:gd name="connsiteX0" fmla="*/ 466435 w 506131"/>
                <a:gd name="connsiteY0" fmla="*/ 79393 h 79393"/>
                <a:gd name="connsiteX1" fmla="*/ 39697 w 506131"/>
                <a:gd name="connsiteY1" fmla="*/ 79393 h 79393"/>
                <a:gd name="connsiteX2" fmla="*/ 0 w 506131"/>
                <a:gd name="connsiteY2" fmla="*/ 39697 h 79393"/>
                <a:gd name="connsiteX3" fmla="*/ 39697 w 506131"/>
                <a:gd name="connsiteY3" fmla="*/ 0 h 79393"/>
                <a:gd name="connsiteX4" fmla="*/ 466435 w 506131"/>
                <a:gd name="connsiteY4" fmla="*/ 0 h 79393"/>
                <a:gd name="connsiteX5" fmla="*/ 506132 w 506131"/>
                <a:gd name="connsiteY5" fmla="*/ 39697 h 79393"/>
                <a:gd name="connsiteX6" fmla="*/ 466435 w 5061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131" h="79393">
                  <a:moveTo>
                    <a:pt x="4664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66435" y="0"/>
                  </a:lnTo>
                  <a:cubicBezTo>
                    <a:pt x="488359" y="0"/>
                    <a:pt x="506132" y="17773"/>
                    <a:pt x="506132" y="39697"/>
                  </a:cubicBezTo>
                  <a:cubicBezTo>
                    <a:pt x="506132" y="61620"/>
                    <a:pt x="488359" y="79393"/>
                    <a:pt x="46643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sp>
        <p:nvSpPr>
          <p:cNvPr id="58" name="Picture Placeholder 37">
            <a:extLst>
              <a:ext uri="{FF2B5EF4-FFF2-40B4-BE49-F238E27FC236}">
                <a16:creationId xmlns:a16="http://schemas.microsoft.com/office/drawing/2014/main" id="{1573A004-900F-B64D-A69E-34AB75E341F4}"/>
              </a:ext>
            </a:extLst>
          </p:cNvPr>
          <p:cNvSpPr>
            <a:spLocks noChangeAspect="1"/>
          </p:cNvSpPr>
          <p:nvPr/>
        </p:nvSpPr>
        <p:spPr>
          <a:xfrm>
            <a:off x="4259418" y="1947051"/>
            <a:ext cx="292068" cy="311607"/>
          </a:xfrm>
          <a:custGeom>
            <a:avLst/>
            <a:gdLst>
              <a:gd name="connsiteX0" fmla="*/ 185766 w 292068"/>
              <a:gd name="connsiteY0" fmla="*/ 311607 h 311607"/>
              <a:gd name="connsiteX1" fmla="*/ 175842 w 292068"/>
              <a:gd name="connsiteY1" fmla="*/ 310366 h 311607"/>
              <a:gd name="connsiteX2" fmla="*/ 148055 w 292068"/>
              <a:gd name="connsiteY2" fmla="*/ 284315 h 311607"/>
              <a:gd name="connsiteX3" fmla="*/ 134707 w 292068"/>
              <a:gd name="connsiteY3" fmla="*/ 250672 h 311607"/>
              <a:gd name="connsiteX4" fmla="*/ 41966 w 292068"/>
              <a:gd name="connsiteY4" fmla="*/ 272059 h 311607"/>
              <a:gd name="connsiteX5" fmla="*/ 65 w 292068"/>
              <a:gd name="connsiteY5" fmla="*/ 234696 h 311607"/>
              <a:gd name="connsiteX6" fmla="*/ 9166 w 292068"/>
              <a:gd name="connsiteY6" fmla="*/ 207056 h 311607"/>
              <a:gd name="connsiteX7" fmla="*/ 116347 w 292068"/>
              <a:gd name="connsiteY7" fmla="*/ 25246 h 311607"/>
              <a:gd name="connsiteX8" fmla="*/ 167777 w 292068"/>
              <a:gd name="connsiteY8" fmla="*/ 2739 h 311607"/>
              <a:gd name="connsiteX9" fmla="*/ 191175 w 292068"/>
              <a:gd name="connsiteY9" fmla="*/ 51644 h 311607"/>
              <a:gd name="connsiteX10" fmla="*/ 139371 w 292068"/>
              <a:gd name="connsiteY10" fmla="*/ 160512 h 311607"/>
              <a:gd name="connsiteX11" fmla="*/ 182045 w 292068"/>
              <a:gd name="connsiteY11" fmla="*/ 174802 h 311607"/>
              <a:gd name="connsiteX12" fmla="*/ 194698 w 292068"/>
              <a:gd name="connsiteY12" fmla="*/ 194254 h 311607"/>
              <a:gd name="connsiteX13" fmla="*/ 215588 w 292068"/>
              <a:gd name="connsiteY13" fmla="*/ 151282 h 311607"/>
              <a:gd name="connsiteX14" fmla="*/ 267314 w 292068"/>
              <a:gd name="connsiteY14" fmla="*/ 129462 h 311607"/>
              <a:gd name="connsiteX15" fmla="*/ 289134 w 292068"/>
              <a:gd name="connsiteY15" fmla="*/ 181187 h 311607"/>
              <a:gd name="connsiteX16" fmla="*/ 288729 w 292068"/>
              <a:gd name="connsiteY16" fmla="*/ 182146 h 311607"/>
              <a:gd name="connsiteX17" fmla="*/ 213207 w 292068"/>
              <a:gd name="connsiteY17" fmla="*/ 300839 h 311607"/>
              <a:gd name="connsiteX18" fmla="*/ 185766 w 292068"/>
              <a:gd name="connsiteY18" fmla="*/ 311607 h 311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92068" h="311607">
                <a:moveTo>
                  <a:pt x="185766" y="311607"/>
                </a:moveTo>
                <a:cubicBezTo>
                  <a:pt x="182419" y="311626"/>
                  <a:pt x="179082" y="311209"/>
                  <a:pt x="175842" y="310366"/>
                </a:cubicBezTo>
                <a:cubicBezTo>
                  <a:pt x="162747" y="306983"/>
                  <a:pt x="152274" y="297166"/>
                  <a:pt x="148055" y="284315"/>
                </a:cubicBezTo>
                <a:cubicBezTo>
                  <a:pt x="144298" y="272838"/>
                  <a:pt x="139840" y="261603"/>
                  <a:pt x="134707" y="250672"/>
                </a:cubicBezTo>
                <a:cubicBezTo>
                  <a:pt x="105351" y="263382"/>
                  <a:pt x="73923" y="270630"/>
                  <a:pt x="41966" y="272059"/>
                </a:cubicBezTo>
                <a:cubicBezTo>
                  <a:pt x="20078" y="273312"/>
                  <a:pt x="1318" y="256584"/>
                  <a:pt x="65" y="234696"/>
                </a:cubicBezTo>
                <a:cubicBezTo>
                  <a:pt x="-509" y="224663"/>
                  <a:pt x="2743" y="214785"/>
                  <a:pt x="9166" y="207056"/>
                </a:cubicBezTo>
                <a:cubicBezTo>
                  <a:pt x="70994" y="132625"/>
                  <a:pt x="101560" y="67026"/>
                  <a:pt x="116347" y="25246"/>
                </a:cubicBezTo>
                <a:cubicBezTo>
                  <a:pt x="124334" y="4828"/>
                  <a:pt x="147360" y="-5248"/>
                  <a:pt x="167777" y="2739"/>
                </a:cubicBezTo>
                <a:cubicBezTo>
                  <a:pt x="187227" y="10347"/>
                  <a:pt x="197455" y="31725"/>
                  <a:pt x="191175" y="51644"/>
                </a:cubicBezTo>
                <a:cubicBezTo>
                  <a:pt x="177552" y="89558"/>
                  <a:pt x="160199" y="126026"/>
                  <a:pt x="139371" y="160512"/>
                </a:cubicBezTo>
                <a:cubicBezTo>
                  <a:pt x="155183" y="155973"/>
                  <a:pt x="172155" y="161657"/>
                  <a:pt x="182045" y="174802"/>
                </a:cubicBezTo>
                <a:cubicBezTo>
                  <a:pt x="186640" y="181033"/>
                  <a:pt x="190865" y="187528"/>
                  <a:pt x="194698" y="194254"/>
                </a:cubicBezTo>
                <a:cubicBezTo>
                  <a:pt x="202483" y="180344"/>
                  <a:pt x="209458" y="165996"/>
                  <a:pt x="215588" y="151282"/>
                </a:cubicBezTo>
                <a:cubicBezTo>
                  <a:pt x="223847" y="130973"/>
                  <a:pt x="247005" y="121204"/>
                  <a:pt x="267314" y="129462"/>
                </a:cubicBezTo>
                <a:cubicBezTo>
                  <a:pt x="287623" y="137720"/>
                  <a:pt x="297392" y="160878"/>
                  <a:pt x="289134" y="181187"/>
                </a:cubicBezTo>
                <a:cubicBezTo>
                  <a:pt x="289003" y="181509"/>
                  <a:pt x="288869" y="181828"/>
                  <a:pt x="288729" y="182146"/>
                </a:cubicBezTo>
                <a:cubicBezTo>
                  <a:pt x="266747" y="234297"/>
                  <a:pt x="241242" y="274391"/>
                  <a:pt x="213207" y="300839"/>
                </a:cubicBezTo>
                <a:cubicBezTo>
                  <a:pt x="205781" y="307817"/>
                  <a:pt x="195956" y="311672"/>
                  <a:pt x="185766" y="311607"/>
                </a:cubicBezTo>
                <a:close/>
              </a:path>
            </a:pathLst>
          </a:custGeom>
          <a:solidFill>
            <a:srgbClr val="FFFFFF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fr-FR"/>
          </a:p>
        </p:txBody>
      </p:sp>
      <p:sp>
        <p:nvSpPr>
          <p:cNvPr id="59" name="Picture Placeholder 37">
            <a:extLst>
              <a:ext uri="{FF2B5EF4-FFF2-40B4-BE49-F238E27FC236}">
                <a16:creationId xmlns:a16="http://schemas.microsoft.com/office/drawing/2014/main" id="{1573A004-900F-B64D-A69E-34AB75E341F4}"/>
              </a:ext>
            </a:extLst>
          </p:cNvPr>
          <p:cNvSpPr>
            <a:spLocks noChangeAspect="1"/>
          </p:cNvSpPr>
          <p:nvPr/>
        </p:nvSpPr>
        <p:spPr>
          <a:xfrm>
            <a:off x="4487000" y="1955434"/>
            <a:ext cx="319609" cy="303232"/>
          </a:xfrm>
          <a:custGeom>
            <a:avLst/>
            <a:gdLst>
              <a:gd name="connsiteX0" fmla="*/ 133445 w 319609"/>
              <a:gd name="connsiteY0" fmla="*/ 303224 h 303232"/>
              <a:gd name="connsiteX1" fmla="*/ 106253 w 319609"/>
              <a:gd name="connsiteY1" fmla="*/ 292456 h 303232"/>
              <a:gd name="connsiteX2" fmla="*/ 1305 w 319609"/>
              <a:gd name="connsiteY2" fmla="*/ 71495 h 303232"/>
              <a:gd name="connsiteX3" fmla="*/ 29648 w 319609"/>
              <a:gd name="connsiteY3" fmla="*/ 23036 h 303232"/>
              <a:gd name="connsiteX4" fmla="*/ 78107 w 319609"/>
              <a:gd name="connsiteY4" fmla="*/ 51379 h 303232"/>
              <a:gd name="connsiteX5" fmla="*/ 78416 w 319609"/>
              <a:gd name="connsiteY5" fmla="*/ 52639 h 303232"/>
              <a:gd name="connsiteX6" fmla="*/ 125258 w 319609"/>
              <a:gd name="connsiteY6" fmla="*/ 184630 h 303232"/>
              <a:gd name="connsiteX7" fmla="*/ 137216 w 319609"/>
              <a:gd name="connsiteY7" fmla="*/ 166519 h 303232"/>
              <a:gd name="connsiteX8" fmla="*/ 179890 w 319609"/>
              <a:gd name="connsiteY8" fmla="*/ 152228 h 303232"/>
              <a:gd name="connsiteX9" fmla="*/ 131808 w 319609"/>
              <a:gd name="connsiteY9" fmla="*/ 53830 h 303232"/>
              <a:gd name="connsiteX10" fmla="*/ 154981 w 319609"/>
              <a:gd name="connsiteY10" fmla="*/ 2572 h 303232"/>
              <a:gd name="connsiteX11" fmla="*/ 206239 w 319609"/>
              <a:gd name="connsiteY11" fmla="*/ 25745 h 303232"/>
              <a:gd name="connsiteX12" fmla="*/ 310442 w 319609"/>
              <a:gd name="connsiteY12" fmla="*/ 198772 h 303232"/>
              <a:gd name="connsiteX13" fmla="*/ 305283 w 319609"/>
              <a:gd name="connsiteY13" fmla="*/ 254674 h 303232"/>
              <a:gd name="connsiteX14" fmla="*/ 277643 w 319609"/>
              <a:gd name="connsiteY14" fmla="*/ 263775 h 303232"/>
              <a:gd name="connsiteX15" fmla="*/ 184902 w 319609"/>
              <a:gd name="connsiteY15" fmla="*/ 242389 h 303232"/>
              <a:gd name="connsiteX16" fmla="*/ 171554 w 319609"/>
              <a:gd name="connsiteY16" fmla="*/ 276032 h 303232"/>
              <a:gd name="connsiteX17" fmla="*/ 143617 w 319609"/>
              <a:gd name="connsiteY17" fmla="*/ 302082 h 303232"/>
              <a:gd name="connsiteX18" fmla="*/ 133445 w 319609"/>
              <a:gd name="connsiteY18" fmla="*/ 303224 h 303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19609" h="303232">
                <a:moveTo>
                  <a:pt x="133445" y="303224"/>
                </a:moveTo>
                <a:cubicBezTo>
                  <a:pt x="123341" y="303226"/>
                  <a:pt x="113616" y="299375"/>
                  <a:pt x="106253" y="292456"/>
                </a:cubicBezTo>
                <a:cubicBezTo>
                  <a:pt x="51670" y="241297"/>
                  <a:pt x="19119" y="144041"/>
                  <a:pt x="1305" y="71495"/>
                </a:cubicBezTo>
                <a:cubicBezTo>
                  <a:pt x="-4250" y="50287"/>
                  <a:pt x="8440" y="28591"/>
                  <a:pt x="29648" y="23036"/>
                </a:cubicBezTo>
                <a:cubicBezTo>
                  <a:pt x="50856" y="17481"/>
                  <a:pt x="72552" y="30170"/>
                  <a:pt x="78107" y="51379"/>
                </a:cubicBezTo>
                <a:cubicBezTo>
                  <a:pt x="78217" y="51797"/>
                  <a:pt x="78320" y="52217"/>
                  <a:pt x="78416" y="52639"/>
                </a:cubicBezTo>
                <a:cubicBezTo>
                  <a:pt x="91367" y="105436"/>
                  <a:pt x="107593" y="150690"/>
                  <a:pt x="125258" y="184630"/>
                </a:cubicBezTo>
                <a:cubicBezTo>
                  <a:pt x="128904" y="178375"/>
                  <a:pt x="132896" y="172329"/>
                  <a:pt x="137216" y="166519"/>
                </a:cubicBezTo>
                <a:cubicBezTo>
                  <a:pt x="147106" y="153373"/>
                  <a:pt x="164079" y="147690"/>
                  <a:pt x="179890" y="152228"/>
                </a:cubicBezTo>
                <a:cubicBezTo>
                  <a:pt x="160998" y="120908"/>
                  <a:pt x="144908" y="87981"/>
                  <a:pt x="131808" y="53830"/>
                </a:cubicBezTo>
                <a:cubicBezTo>
                  <a:pt x="124052" y="33277"/>
                  <a:pt x="134427" y="10328"/>
                  <a:pt x="154981" y="2572"/>
                </a:cubicBezTo>
                <a:cubicBezTo>
                  <a:pt x="175534" y="-5184"/>
                  <a:pt x="198483" y="5191"/>
                  <a:pt x="206239" y="25745"/>
                </a:cubicBezTo>
                <a:cubicBezTo>
                  <a:pt x="221125" y="65739"/>
                  <a:pt x="251691" y="128212"/>
                  <a:pt x="310442" y="198772"/>
                </a:cubicBezTo>
                <a:cubicBezTo>
                  <a:pt x="324455" y="215634"/>
                  <a:pt x="322145" y="240662"/>
                  <a:pt x="305283" y="254674"/>
                </a:cubicBezTo>
                <a:cubicBezTo>
                  <a:pt x="297554" y="261097"/>
                  <a:pt x="287676" y="264350"/>
                  <a:pt x="277643" y="263775"/>
                </a:cubicBezTo>
                <a:cubicBezTo>
                  <a:pt x="245686" y="262346"/>
                  <a:pt x="214258" y="255099"/>
                  <a:pt x="184902" y="242389"/>
                </a:cubicBezTo>
                <a:cubicBezTo>
                  <a:pt x="179769" y="253319"/>
                  <a:pt x="175311" y="264555"/>
                  <a:pt x="171554" y="276032"/>
                </a:cubicBezTo>
                <a:cubicBezTo>
                  <a:pt x="167306" y="288919"/>
                  <a:pt x="156770" y="298744"/>
                  <a:pt x="143617" y="302082"/>
                </a:cubicBezTo>
                <a:cubicBezTo>
                  <a:pt x="140292" y="302913"/>
                  <a:pt x="136872" y="303297"/>
                  <a:pt x="133445" y="303224"/>
                </a:cubicBezTo>
                <a:close/>
              </a:path>
            </a:pathLst>
          </a:custGeom>
          <a:solidFill>
            <a:srgbClr val="FFFFFF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fr-FR"/>
          </a:p>
        </p:txBody>
      </p:sp>
      <p:grpSp>
        <p:nvGrpSpPr>
          <p:cNvPr id="60" name="Picture Placeholder 37">
            <a:extLst>
              <a:ext uri="{FF2B5EF4-FFF2-40B4-BE49-F238E27FC236}">
                <a16:creationId xmlns:a16="http://schemas.microsoft.com/office/drawing/2014/main" id="{6B062CF0-9937-664C-B92D-CE33BD244F96}"/>
              </a:ext>
            </a:extLst>
          </p:cNvPr>
          <p:cNvGrpSpPr>
            <a:grpSpLocks noChangeAspect="1"/>
          </p:cNvGrpSpPr>
          <p:nvPr/>
        </p:nvGrpSpPr>
        <p:grpSpPr>
          <a:xfrm>
            <a:off x="4223281" y="1408159"/>
            <a:ext cx="642588" cy="642587"/>
            <a:chOff x="4223281" y="1408159"/>
            <a:chExt cx="642588" cy="642587"/>
          </a:xfrm>
        </p:grpSpPr>
        <p:sp>
          <p:nvSpPr>
            <p:cNvPr id="61" name="Picture Placeholder 37">
              <a:extLst>
                <a:ext uri="{FF2B5EF4-FFF2-40B4-BE49-F238E27FC236}">
                  <a16:creationId xmlns:a16="http://schemas.microsoft.com/office/drawing/2014/main" id="{34F18444-6828-E249-B693-8172599BAE63}"/>
                </a:ext>
              </a:extLst>
            </p:cNvPr>
            <p:cNvSpPr/>
            <p:nvPr/>
          </p:nvSpPr>
          <p:spPr>
            <a:xfrm>
              <a:off x="4223281" y="1408159"/>
              <a:ext cx="642588" cy="642587"/>
            </a:xfrm>
            <a:custGeom>
              <a:avLst/>
              <a:gdLst>
                <a:gd name="connsiteX0" fmla="*/ 321294 w 642588"/>
                <a:gd name="connsiteY0" fmla="*/ 642588 h 642587"/>
                <a:gd name="connsiteX1" fmla="*/ 0 w 642588"/>
                <a:gd name="connsiteY1" fmla="*/ 321294 h 642587"/>
                <a:gd name="connsiteX2" fmla="*/ 321294 w 642588"/>
                <a:gd name="connsiteY2" fmla="*/ 0 h 642587"/>
                <a:gd name="connsiteX3" fmla="*/ 642589 w 642588"/>
                <a:gd name="connsiteY3" fmla="*/ 321294 h 642587"/>
                <a:gd name="connsiteX4" fmla="*/ 321294 w 642588"/>
                <a:gd name="connsiteY4" fmla="*/ 642588 h 642587"/>
                <a:gd name="connsiteX5" fmla="*/ 321294 w 642588"/>
                <a:gd name="connsiteY5" fmla="*/ 79393 h 642587"/>
                <a:gd name="connsiteX6" fmla="*/ 79393 w 642588"/>
                <a:gd name="connsiteY6" fmla="*/ 321294 h 642587"/>
                <a:gd name="connsiteX7" fmla="*/ 321294 w 642588"/>
                <a:gd name="connsiteY7" fmla="*/ 563195 h 642587"/>
                <a:gd name="connsiteX8" fmla="*/ 563195 w 642588"/>
                <a:gd name="connsiteY8" fmla="*/ 321294 h 642587"/>
                <a:gd name="connsiteX9" fmla="*/ 321294 w 642588"/>
                <a:gd name="connsiteY9" fmla="*/ 79393 h 64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2588" h="642587">
                  <a:moveTo>
                    <a:pt x="321294" y="642588"/>
                  </a:moveTo>
                  <a:cubicBezTo>
                    <a:pt x="143848" y="642588"/>
                    <a:pt x="0" y="498740"/>
                    <a:pt x="0" y="321294"/>
                  </a:cubicBezTo>
                  <a:cubicBezTo>
                    <a:pt x="0" y="143848"/>
                    <a:pt x="143848" y="0"/>
                    <a:pt x="321294" y="0"/>
                  </a:cubicBezTo>
                  <a:cubicBezTo>
                    <a:pt x="498740" y="0"/>
                    <a:pt x="642589" y="143848"/>
                    <a:pt x="642589" y="321294"/>
                  </a:cubicBezTo>
                  <a:cubicBezTo>
                    <a:pt x="642370" y="498649"/>
                    <a:pt x="498650" y="642369"/>
                    <a:pt x="321294" y="642588"/>
                  </a:cubicBezTo>
                  <a:close/>
                  <a:moveTo>
                    <a:pt x="321294" y="79393"/>
                  </a:moveTo>
                  <a:cubicBezTo>
                    <a:pt x="187696" y="79393"/>
                    <a:pt x="79393" y="187696"/>
                    <a:pt x="79393" y="321294"/>
                  </a:cubicBezTo>
                  <a:cubicBezTo>
                    <a:pt x="79393" y="454892"/>
                    <a:pt x="187696" y="563195"/>
                    <a:pt x="321294" y="563195"/>
                  </a:cubicBezTo>
                  <a:cubicBezTo>
                    <a:pt x="454893" y="563195"/>
                    <a:pt x="563195" y="454892"/>
                    <a:pt x="563195" y="321294"/>
                  </a:cubicBezTo>
                  <a:cubicBezTo>
                    <a:pt x="563031" y="187764"/>
                    <a:pt x="454825" y="79557"/>
                    <a:pt x="32129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2" name="Picture Placeholder 37">
              <a:extLst>
                <a:ext uri="{FF2B5EF4-FFF2-40B4-BE49-F238E27FC236}">
                  <a16:creationId xmlns:a16="http://schemas.microsoft.com/office/drawing/2014/main" id="{B7C8A694-60D6-B34E-A110-8EB8BDBE58EC}"/>
                </a:ext>
              </a:extLst>
            </p:cNvPr>
            <p:cNvSpPr/>
            <p:nvPr/>
          </p:nvSpPr>
          <p:spPr>
            <a:xfrm>
              <a:off x="4351767" y="1515816"/>
              <a:ext cx="387600" cy="387557"/>
            </a:xfrm>
            <a:custGeom>
              <a:avLst/>
              <a:gdLst>
                <a:gd name="connsiteX0" fmla="*/ 309417 w 387600"/>
                <a:gd name="connsiteY0" fmla="*/ 387557 h 387557"/>
                <a:gd name="connsiteX1" fmla="*/ 287385 w 387600"/>
                <a:gd name="connsiteY1" fmla="*/ 380908 h 387557"/>
                <a:gd name="connsiteX2" fmla="*/ 193850 w 387600"/>
                <a:gd name="connsiteY2" fmla="*/ 318584 h 387557"/>
                <a:gd name="connsiteX3" fmla="*/ 100265 w 387600"/>
                <a:gd name="connsiteY3" fmla="*/ 380908 h 387557"/>
                <a:gd name="connsiteX4" fmla="*/ 45264 w 387600"/>
                <a:gd name="connsiteY4" fmla="*/ 369660 h 387557"/>
                <a:gd name="connsiteX5" fmla="*/ 40720 w 387600"/>
                <a:gd name="connsiteY5" fmla="*/ 335257 h 387557"/>
                <a:gd name="connsiteX6" fmla="*/ 71237 w 387600"/>
                <a:gd name="connsiteY6" fmla="*/ 243012 h 387557"/>
                <a:gd name="connsiteX7" fmla="*/ 11692 w 387600"/>
                <a:gd name="connsiteY7" fmla="*/ 183467 h 387557"/>
                <a:gd name="connsiteX8" fmla="*/ 11562 w 387600"/>
                <a:gd name="connsiteY8" fmla="*/ 127328 h 387557"/>
                <a:gd name="connsiteX9" fmla="*/ 39728 w 387600"/>
                <a:gd name="connsiteY9" fmla="*/ 115636 h 387557"/>
                <a:gd name="connsiteX10" fmla="*/ 126713 w 387600"/>
                <a:gd name="connsiteY10" fmla="*/ 115636 h 387557"/>
                <a:gd name="connsiteX11" fmla="*/ 156188 w 387600"/>
                <a:gd name="connsiteY11" fmla="*/ 27162 h 387557"/>
                <a:gd name="connsiteX12" fmla="*/ 206395 w 387600"/>
                <a:gd name="connsiteY12" fmla="*/ 2045 h 387557"/>
                <a:gd name="connsiteX13" fmla="*/ 231512 w 387600"/>
                <a:gd name="connsiteY13" fmla="*/ 27162 h 387557"/>
                <a:gd name="connsiteX14" fmla="*/ 260937 w 387600"/>
                <a:gd name="connsiteY14" fmla="*/ 115636 h 387557"/>
                <a:gd name="connsiteX15" fmla="*/ 347922 w 387600"/>
                <a:gd name="connsiteY15" fmla="*/ 115636 h 387557"/>
                <a:gd name="connsiteX16" fmla="*/ 387601 w 387600"/>
                <a:gd name="connsiteY16" fmla="*/ 155351 h 387557"/>
                <a:gd name="connsiteX17" fmla="*/ 375958 w 387600"/>
                <a:gd name="connsiteY17" fmla="*/ 183418 h 387557"/>
                <a:gd name="connsiteX18" fmla="*/ 316413 w 387600"/>
                <a:gd name="connsiteY18" fmla="*/ 242962 h 387557"/>
                <a:gd name="connsiteX19" fmla="*/ 347277 w 387600"/>
                <a:gd name="connsiteY19" fmla="*/ 335207 h 387557"/>
                <a:gd name="connsiteX20" fmla="*/ 322306 w 387600"/>
                <a:gd name="connsiteY20" fmla="*/ 385487 h 387557"/>
                <a:gd name="connsiteX21" fmla="*/ 309417 w 387600"/>
                <a:gd name="connsiteY21" fmla="*/ 387557 h 387557"/>
                <a:gd name="connsiteX22" fmla="*/ 193850 w 387600"/>
                <a:gd name="connsiteY22" fmla="*/ 231004 h 387557"/>
                <a:gd name="connsiteX23" fmla="*/ 215882 w 387600"/>
                <a:gd name="connsiteY23" fmla="*/ 237703 h 387557"/>
                <a:gd name="connsiteX24" fmla="*/ 234986 w 387600"/>
                <a:gd name="connsiteY24" fmla="*/ 250455 h 387557"/>
                <a:gd name="connsiteX25" fmla="*/ 233100 w 387600"/>
                <a:gd name="connsiteY25" fmla="*/ 244848 h 387557"/>
                <a:gd name="connsiteX26" fmla="*/ 242726 w 387600"/>
                <a:gd name="connsiteY26" fmla="*/ 204159 h 387557"/>
                <a:gd name="connsiteX27" fmla="*/ 251906 w 387600"/>
                <a:gd name="connsiteY27" fmla="*/ 195029 h 387557"/>
                <a:gd name="connsiteX28" fmla="*/ 232058 w 387600"/>
                <a:gd name="connsiteY28" fmla="*/ 195029 h 387557"/>
                <a:gd name="connsiteX29" fmla="*/ 194396 w 387600"/>
                <a:gd name="connsiteY29" fmla="*/ 167837 h 387557"/>
                <a:gd name="connsiteX30" fmla="*/ 193602 w 387600"/>
                <a:gd name="connsiteY30" fmla="*/ 165405 h 387557"/>
                <a:gd name="connsiteX31" fmla="*/ 192758 w 387600"/>
                <a:gd name="connsiteY31" fmla="*/ 167837 h 387557"/>
                <a:gd name="connsiteX32" fmla="*/ 155592 w 387600"/>
                <a:gd name="connsiteY32" fmla="*/ 195029 h 387557"/>
                <a:gd name="connsiteX33" fmla="*/ 135744 w 387600"/>
                <a:gd name="connsiteY33" fmla="*/ 195029 h 387557"/>
                <a:gd name="connsiteX34" fmla="*/ 144924 w 387600"/>
                <a:gd name="connsiteY34" fmla="*/ 204159 h 387557"/>
                <a:gd name="connsiteX35" fmla="*/ 154550 w 387600"/>
                <a:gd name="connsiteY35" fmla="*/ 244848 h 387557"/>
                <a:gd name="connsiteX36" fmla="*/ 152665 w 387600"/>
                <a:gd name="connsiteY36" fmla="*/ 250455 h 387557"/>
                <a:gd name="connsiteX37" fmla="*/ 171818 w 387600"/>
                <a:gd name="connsiteY37" fmla="*/ 237703 h 387557"/>
                <a:gd name="connsiteX38" fmla="*/ 193850 w 387600"/>
                <a:gd name="connsiteY38" fmla="*/ 231004 h 38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7600" h="387557">
                  <a:moveTo>
                    <a:pt x="309417" y="387557"/>
                  </a:moveTo>
                  <a:cubicBezTo>
                    <a:pt x="301577" y="387565"/>
                    <a:pt x="293911" y="385251"/>
                    <a:pt x="287385" y="380908"/>
                  </a:cubicBezTo>
                  <a:lnTo>
                    <a:pt x="193850" y="318584"/>
                  </a:lnTo>
                  <a:lnTo>
                    <a:pt x="100265" y="380908"/>
                  </a:lnTo>
                  <a:cubicBezTo>
                    <a:pt x="81971" y="392990"/>
                    <a:pt x="57346" y="387954"/>
                    <a:pt x="45264" y="369660"/>
                  </a:cubicBezTo>
                  <a:cubicBezTo>
                    <a:pt x="38552" y="359497"/>
                    <a:pt x="36877" y="346814"/>
                    <a:pt x="40720" y="335257"/>
                  </a:cubicBezTo>
                  <a:lnTo>
                    <a:pt x="71237" y="243012"/>
                  </a:lnTo>
                  <a:lnTo>
                    <a:pt x="11692" y="183467"/>
                  </a:lnTo>
                  <a:cubicBezTo>
                    <a:pt x="-3846" y="168001"/>
                    <a:pt x="-3905" y="142867"/>
                    <a:pt x="11562" y="127328"/>
                  </a:cubicBezTo>
                  <a:cubicBezTo>
                    <a:pt x="19019" y="119836"/>
                    <a:pt x="29157" y="115627"/>
                    <a:pt x="39728" y="115636"/>
                  </a:cubicBezTo>
                  <a:lnTo>
                    <a:pt x="126713" y="115636"/>
                  </a:lnTo>
                  <a:lnTo>
                    <a:pt x="156188" y="27162"/>
                  </a:lnTo>
                  <a:cubicBezTo>
                    <a:pt x="163116" y="6362"/>
                    <a:pt x="185595" y="-4883"/>
                    <a:pt x="206395" y="2045"/>
                  </a:cubicBezTo>
                  <a:cubicBezTo>
                    <a:pt x="218255" y="5996"/>
                    <a:pt x="227562" y="15302"/>
                    <a:pt x="231512" y="27162"/>
                  </a:cubicBezTo>
                  <a:lnTo>
                    <a:pt x="260937" y="115636"/>
                  </a:lnTo>
                  <a:lnTo>
                    <a:pt x="347922" y="115636"/>
                  </a:lnTo>
                  <a:cubicBezTo>
                    <a:pt x="369846" y="115646"/>
                    <a:pt x="387611" y="133427"/>
                    <a:pt x="387601" y="155351"/>
                  </a:cubicBezTo>
                  <a:cubicBezTo>
                    <a:pt x="387596" y="165880"/>
                    <a:pt x="383408" y="175976"/>
                    <a:pt x="375958" y="183418"/>
                  </a:cubicBezTo>
                  <a:lnTo>
                    <a:pt x="316413" y="242962"/>
                  </a:lnTo>
                  <a:lnTo>
                    <a:pt x="347277" y="335207"/>
                  </a:lnTo>
                  <a:cubicBezTo>
                    <a:pt x="354266" y="355987"/>
                    <a:pt x="343086" y="378498"/>
                    <a:pt x="322306" y="385487"/>
                  </a:cubicBezTo>
                  <a:cubicBezTo>
                    <a:pt x="318153" y="386884"/>
                    <a:pt x="313798" y="387583"/>
                    <a:pt x="309417" y="387557"/>
                  </a:cubicBezTo>
                  <a:close/>
                  <a:moveTo>
                    <a:pt x="193850" y="231004"/>
                  </a:moveTo>
                  <a:cubicBezTo>
                    <a:pt x="201694" y="231011"/>
                    <a:pt x="209361" y="233342"/>
                    <a:pt x="215882" y="237703"/>
                  </a:cubicBezTo>
                  <a:lnTo>
                    <a:pt x="234986" y="250455"/>
                  </a:lnTo>
                  <a:lnTo>
                    <a:pt x="233100" y="244848"/>
                  </a:lnTo>
                  <a:cubicBezTo>
                    <a:pt x="228327" y="230557"/>
                    <a:pt x="232056" y="214796"/>
                    <a:pt x="242726" y="204159"/>
                  </a:cubicBezTo>
                  <a:lnTo>
                    <a:pt x="251906" y="195029"/>
                  </a:lnTo>
                  <a:lnTo>
                    <a:pt x="232058" y="195029"/>
                  </a:lnTo>
                  <a:cubicBezTo>
                    <a:pt x="214957" y="195023"/>
                    <a:pt x="199783" y="184067"/>
                    <a:pt x="194396" y="167837"/>
                  </a:cubicBezTo>
                  <a:lnTo>
                    <a:pt x="193602" y="165405"/>
                  </a:lnTo>
                  <a:lnTo>
                    <a:pt x="192758" y="167837"/>
                  </a:lnTo>
                  <a:cubicBezTo>
                    <a:pt x="187430" y="183895"/>
                    <a:pt x="172510" y="194811"/>
                    <a:pt x="155592" y="195029"/>
                  </a:cubicBezTo>
                  <a:lnTo>
                    <a:pt x="135744" y="195029"/>
                  </a:lnTo>
                  <a:lnTo>
                    <a:pt x="144924" y="204159"/>
                  </a:lnTo>
                  <a:cubicBezTo>
                    <a:pt x="155594" y="214796"/>
                    <a:pt x="159323" y="230557"/>
                    <a:pt x="154550" y="244848"/>
                  </a:cubicBezTo>
                  <a:lnTo>
                    <a:pt x="152665" y="250455"/>
                  </a:lnTo>
                  <a:lnTo>
                    <a:pt x="171818" y="237703"/>
                  </a:lnTo>
                  <a:cubicBezTo>
                    <a:pt x="178339" y="233342"/>
                    <a:pt x="186006" y="231011"/>
                    <a:pt x="193850" y="23100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63" name="Picture Placeholder 39">
            <a:extLst>
              <a:ext uri="{FF2B5EF4-FFF2-40B4-BE49-F238E27FC236}">
                <a16:creationId xmlns:a16="http://schemas.microsoft.com/office/drawing/2014/main" id="{7E60C866-58B7-EE4D-A94C-297ABB8765D0}"/>
              </a:ext>
            </a:extLst>
          </p:cNvPr>
          <p:cNvGrpSpPr>
            <a:grpSpLocks noChangeAspect="1"/>
          </p:cNvGrpSpPr>
          <p:nvPr/>
        </p:nvGrpSpPr>
        <p:grpSpPr>
          <a:xfrm>
            <a:off x="5445436" y="1420465"/>
            <a:ext cx="833312" cy="832833"/>
            <a:chOff x="5445436" y="1420465"/>
            <a:chExt cx="833312" cy="832833"/>
          </a:xfrm>
        </p:grpSpPr>
        <p:sp>
          <p:nvSpPr>
            <p:cNvPr id="64" name="Picture Placeholder 39">
              <a:extLst>
                <a:ext uri="{FF2B5EF4-FFF2-40B4-BE49-F238E27FC236}">
                  <a16:creationId xmlns:a16="http://schemas.microsoft.com/office/drawing/2014/main" id="{793C1D65-E359-584B-956E-1169D5675B21}"/>
                </a:ext>
              </a:extLst>
            </p:cNvPr>
            <p:cNvSpPr/>
            <p:nvPr/>
          </p:nvSpPr>
          <p:spPr>
            <a:xfrm>
              <a:off x="5445436" y="1903223"/>
              <a:ext cx="350056" cy="350074"/>
            </a:xfrm>
            <a:custGeom>
              <a:avLst/>
              <a:gdLst>
                <a:gd name="connsiteX0" fmla="*/ 39678 w 350056"/>
                <a:gd name="connsiteY0" fmla="*/ 350075 h 350074"/>
                <a:gd name="connsiteX1" fmla="*/ 0 w 350056"/>
                <a:gd name="connsiteY1" fmla="*/ 310360 h 350074"/>
                <a:gd name="connsiteX2" fmla="*/ 11642 w 350056"/>
                <a:gd name="connsiteY2" fmla="*/ 282293 h 350074"/>
                <a:gd name="connsiteX3" fmla="*/ 283018 w 350056"/>
                <a:gd name="connsiteY3" fmla="*/ 10917 h 350074"/>
                <a:gd name="connsiteX4" fmla="*/ 339139 w 350056"/>
                <a:gd name="connsiteY4" fmla="*/ 12355 h 350074"/>
                <a:gd name="connsiteX5" fmla="*/ 339139 w 350056"/>
                <a:gd name="connsiteY5" fmla="*/ 67039 h 350074"/>
                <a:gd name="connsiteX6" fmla="*/ 67764 w 350056"/>
                <a:gd name="connsiteY6" fmla="*/ 338414 h 350074"/>
                <a:gd name="connsiteX7" fmla="*/ 39678 w 350056"/>
                <a:gd name="connsiteY7" fmla="*/ 350075 h 35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0056" h="350074">
                  <a:moveTo>
                    <a:pt x="39678" y="350075"/>
                  </a:moveTo>
                  <a:cubicBezTo>
                    <a:pt x="17754" y="350065"/>
                    <a:pt x="-10" y="332284"/>
                    <a:pt x="0" y="310360"/>
                  </a:cubicBezTo>
                  <a:cubicBezTo>
                    <a:pt x="5" y="299830"/>
                    <a:pt x="4193" y="289734"/>
                    <a:pt x="11642" y="282293"/>
                  </a:cubicBezTo>
                  <a:lnTo>
                    <a:pt x="283018" y="10917"/>
                  </a:lnTo>
                  <a:cubicBezTo>
                    <a:pt x="298913" y="-4183"/>
                    <a:pt x="324039" y="-3539"/>
                    <a:pt x="339139" y="12355"/>
                  </a:cubicBezTo>
                  <a:cubicBezTo>
                    <a:pt x="353696" y="27677"/>
                    <a:pt x="353696" y="51717"/>
                    <a:pt x="339139" y="67039"/>
                  </a:cubicBezTo>
                  <a:lnTo>
                    <a:pt x="67764" y="338414"/>
                  </a:lnTo>
                  <a:cubicBezTo>
                    <a:pt x="60321" y="345875"/>
                    <a:pt x="50217" y="350070"/>
                    <a:pt x="39678" y="35007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5" name="Picture Placeholder 39">
              <a:extLst>
                <a:ext uri="{FF2B5EF4-FFF2-40B4-BE49-F238E27FC236}">
                  <a16:creationId xmlns:a16="http://schemas.microsoft.com/office/drawing/2014/main" id="{B74ABE2B-AB23-A345-B6EB-FEBF0DD68D85}"/>
                </a:ext>
              </a:extLst>
            </p:cNvPr>
            <p:cNvSpPr/>
            <p:nvPr/>
          </p:nvSpPr>
          <p:spPr>
            <a:xfrm>
              <a:off x="5634473" y="1420465"/>
              <a:ext cx="644275" cy="644274"/>
            </a:xfrm>
            <a:custGeom>
              <a:avLst/>
              <a:gdLst>
                <a:gd name="connsiteX0" fmla="*/ 322138 w 644275"/>
                <a:gd name="connsiteY0" fmla="*/ 644275 h 644274"/>
                <a:gd name="connsiteX1" fmla="*/ 0 w 644275"/>
                <a:gd name="connsiteY1" fmla="*/ 322138 h 644274"/>
                <a:gd name="connsiteX2" fmla="*/ 322138 w 644275"/>
                <a:gd name="connsiteY2" fmla="*/ 0 h 644274"/>
                <a:gd name="connsiteX3" fmla="*/ 644276 w 644275"/>
                <a:gd name="connsiteY3" fmla="*/ 322138 h 644274"/>
                <a:gd name="connsiteX4" fmla="*/ 322138 w 644275"/>
                <a:gd name="connsiteY4" fmla="*/ 644275 h 644274"/>
                <a:gd name="connsiteX5" fmla="*/ 322138 w 644275"/>
                <a:gd name="connsiteY5" fmla="*/ 79393 h 644274"/>
                <a:gd name="connsiteX6" fmla="*/ 79393 w 644275"/>
                <a:gd name="connsiteY6" fmla="*/ 322138 h 644274"/>
                <a:gd name="connsiteX7" fmla="*/ 322138 w 644275"/>
                <a:gd name="connsiteY7" fmla="*/ 564882 h 644274"/>
                <a:gd name="connsiteX8" fmla="*/ 564883 w 644275"/>
                <a:gd name="connsiteY8" fmla="*/ 322138 h 644274"/>
                <a:gd name="connsiteX9" fmla="*/ 322138 w 644275"/>
                <a:gd name="connsiteY9" fmla="*/ 79393 h 644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4275" h="644274">
                  <a:moveTo>
                    <a:pt x="322138" y="644275"/>
                  </a:moveTo>
                  <a:cubicBezTo>
                    <a:pt x="144226" y="644275"/>
                    <a:pt x="0" y="500049"/>
                    <a:pt x="0" y="322138"/>
                  </a:cubicBezTo>
                  <a:cubicBezTo>
                    <a:pt x="0" y="144226"/>
                    <a:pt x="144226" y="0"/>
                    <a:pt x="322138" y="0"/>
                  </a:cubicBezTo>
                  <a:cubicBezTo>
                    <a:pt x="500050" y="0"/>
                    <a:pt x="644276" y="144226"/>
                    <a:pt x="644276" y="322138"/>
                  </a:cubicBezTo>
                  <a:cubicBezTo>
                    <a:pt x="644057" y="499958"/>
                    <a:pt x="499959" y="644056"/>
                    <a:pt x="322138" y="644275"/>
                  </a:cubicBezTo>
                  <a:close/>
                  <a:moveTo>
                    <a:pt x="322138" y="79393"/>
                  </a:moveTo>
                  <a:cubicBezTo>
                    <a:pt x="188074" y="79393"/>
                    <a:pt x="79393" y="188073"/>
                    <a:pt x="79393" y="322138"/>
                  </a:cubicBezTo>
                  <a:cubicBezTo>
                    <a:pt x="79393" y="456202"/>
                    <a:pt x="188074" y="564882"/>
                    <a:pt x="322138" y="564882"/>
                  </a:cubicBezTo>
                  <a:cubicBezTo>
                    <a:pt x="456202" y="564882"/>
                    <a:pt x="564883" y="456202"/>
                    <a:pt x="564883" y="322138"/>
                  </a:cubicBezTo>
                  <a:cubicBezTo>
                    <a:pt x="564664" y="188164"/>
                    <a:pt x="456111" y="79612"/>
                    <a:pt x="32213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6" name="Picture Placeholder 39">
              <a:extLst>
                <a:ext uri="{FF2B5EF4-FFF2-40B4-BE49-F238E27FC236}">
                  <a16:creationId xmlns:a16="http://schemas.microsoft.com/office/drawing/2014/main" id="{26E578DB-D48C-D648-B457-98E0DC1082C1}"/>
                </a:ext>
              </a:extLst>
            </p:cNvPr>
            <p:cNvSpPr/>
            <p:nvPr/>
          </p:nvSpPr>
          <p:spPr>
            <a:xfrm>
              <a:off x="5822783" y="1638051"/>
              <a:ext cx="267654" cy="79393"/>
            </a:xfrm>
            <a:custGeom>
              <a:avLst/>
              <a:gdLst>
                <a:gd name="connsiteX0" fmla="*/ 227958 w 267654"/>
                <a:gd name="connsiteY0" fmla="*/ 79393 h 79393"/>
                <a:gd name="connsiteX1" fmla="*/ 39697 w 267654"/>
                <a:gd name="connsiteY1" fmla="*/ 79393 h 79393"/>
                <a:gd name="connsiteX2" fmla="*/ 0 w 267654"/>
                <a:gd name="connsiteY2" fmla="*/ 39697 h 79393"/>
                <a:gd name="connsiteX3" fmla="*/ 39697 w 267654"/>
                <a:gd name="connsiteY3" fmla="*/ 0 h 79393"/>
                <a:gd name="connsiteX4" fmla="*/ 227958 w 267654"/>
                <a:gd name="connsiteY4" fmla="*/ 0 h 79393"/>
                <a:gd name="connsiteX5" fmla="*/ 267654 w 267654"/>
                <a:gd name="connsiteY5" fmla="*/ 39697 h 79393"/>
                <a:gd name="connsiteX6" fmla="*/ 227958 w 2676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654" h="79393">
                  <a:moveTo>
                    <a:pt x="2279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958" y="0"/>
                  </a:lnTo>
                  <a:cubicBezTo>
                    <a:pt x="249882" y="0"/>
                    <a:pt x="267654" y="17773"/>
                    <a:pt x="267654" y="39697"/>
                  </a:cubicBezTo>
                  <a:cubicBezTo>
                    <a:pt x="267654" y="61620"/>
                    <a:pt x="249881" y="79393"/>
                    <a:pt x="2279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7" name="Picture Placeholder 39">
              <a:extLst>
                <a:ext uri="{FF2B5EF4-FFF2-40B4-BE49-F238E27FC236}">
                  <a16:creationId xmlns:a16="http://schemas.microsoft.com/office/drawing/2014/main" id="{E8089934-7C88-1D48-BCA7-597F426DB9C1}"/>
                </a:ext>
              </a:extLst>
            </p:cNvPr>
            <p:cNvSpPr/>
            <p:nvPr/>
          </p:nvSpPr>
          <p:spPr>
            <a:xfrm>
              <a:off x="5822783" y="1762649"/>
              <a:ext cx="267654" cy="79393"/>
            </a:xfrm>
            <a:custGeom>
              <a:avLst/>
              <a:gdLst>
                <a:gd name="connsiteX0" fmla="*/ 227958 w 267654"/>
                <a:gd name="connsiteY0" fmla="*/ 79393 h 79393"/>
                <a:gd name="connsiteX1" fmla="*/ 39697 w 267654"/>
                <a:gd name="connsiteY1" fmla="*/ 79393 h 79393"/>
                <a:gd name="connsiteX2" fmla="*/ 0 w 267654"/>
                <a:gd name="connsiteY2" fmla="*/ 39697 h 79393"/>
                <a:gd name="connsiteX3" fmla="*/ 39697 w 267654"/>
                <a:gd name="connsiteY3" fmla="*/ 0 h 79393"/>
                <a:gd name="connsiteX4" fmla="*/ 227958 w 267654"/>
                <a:gd name="connsiteY4" fmla="*/ 0 h 79393"/>
                <a:gd name="connsiteX5" fmla="*/ 267654 w 267654"/>
                <a:gd name="connsiteY5" fmla="*/ 39697 h 79393"/>
                <a:gd name="connsiteX6" fmla="*/ 227958 w 2676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654" h="79393">
                  <a:moveTo>
                    <a:pt x="2279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27958" y="0"/>
                  </a:lnTo>
                  <a:cubicBezTo>
                    <a:pt x="249882" y="0"/>
                    <a:pt x="267654" y="17773"/>
                    <a:pt x="267654" y="39697"/>
                  </a:cubicBezTo>
                  <a:cubicBezTo>
                    <a:pt x="267654" y="61620"/>
                    <a:pt x="249881" y="79393"/>
                    <a:pt x="2279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68" name="Picture Placeholder 41">
            <a:extLst>
              <a:ext uri="{FF2B5EF4-FFF2-40B4-BE49-F238E27FC236}">
                <a16:creationId xmlns:a16="http://schemas.microsoft.com/office/drawing/2014/main" id="{2A5CA843-71A8-6740-9F89-A3A12342B37D}"/>
              </a:ext>
            </a:extLst>
          </p:cNvPr>
          <p:cNvGrpSpPr>
            <a:grpSpLocks noChangeAspect="1"/>
          </p:cNvGrpSpPr>
          <p:nvPr/>
        </p:nvGrpSpPr>
        <p:grpSpPr>
          <a:xfrm>
            <a:off x="6762777" y="1420068"/>
            <a:ext cx="833628" cy="833627"/>
            <a:chOff x="6762777" y="1420068"/>
            <a:chExt cx="833628" cy="833627"/>
          </a:xfrm>
        </p:grpSpPr>
        <p:sp>
          <p:nvSpPr>
            <p:cNvPr id="69" name="Picture Placeholder 41">
              <a:extLst>
                <a:ext uri="{FF2B5EF4-FFF2-40B4-BE49-F238E27FC236}">
                  <a16:creationId xmlns:a16="http://schemas.microsoft.com/office/drawing/2014/main" id="{034193A7-6AB3-1740-9772-D5A02D10B6D5}"/>
                </a:ext>
              </a:extLst>
            </p:cNvPr>
            <p:cNvSpPr/>
            <p:nvPr/>
          </p:nvSpPr>
          <p:spPr>
            <a:xfrm>
              <a:off x="6762777" y="2080023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0 w 173672"/>
                <a:gd name="connsiteY3" fmla="*/ 39697 h 173672"/>
                <a:gd name="connsiteX4" fmla="*/ 39697 w 173672"/>
                <a:gd name="connsiteY4" fmla="*/ 0 h 173672"/>
                <a:gd name="connsiteX5" fmla="*/ 79393 w 173672"/>
                <a:gd name="connsiteY5" fmla="*/ 39697 h 173672"/>
                <a:gd name="connsiteX6" fmla="*/ 79393 w 173672"/>
                <a:gd name="connsiteY6" fmla="*/ 94279 h 173672"/>
                <a:gd name="connsiteX7" fmla="*/ 133976 w 173672"/>
                <a:gd name="connsiteY7" fmla="*/ 94279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94279"/>
                  </a:lnTo>
                  <a:lnTo>
                    <a:pt x="133976" y="94279"/>
                  </a:lnTo>
                  <a:cubicBezTo>
                    <a:pt x="155900" y="94279"/>
                    <a:pt x="173673" y="112052"/>
                    <a:pt x="173673" y="133976"/>
                  </a:cubicBez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0" name="Picture Placeholder 41">
              <a:extLst>
                <a:ext uri="{FF2B5EF4-FFF2-40B4-BE49-F238E27FC236}">
                  <a16:creationId xmlns:a16="http://schemas.microsoft.com/office/drawing/2014/main" id="{BBC3CEE6-E6E9-E946-904B-D0C44001AA19}"/>
                </a:ext>
              </a:extLst>
            </p:cNvPr>
            <p:cNvSpPr/>
            <p:nvPr/>
          </p:nvSpPr>
          <p:spPr>
            <a:xfrm>
              <a:off x="7422733" y="2080023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39697 w 173672"/>
                <a:gd name="connsiteY1" fmla="*/ 173672 h 173672"/>
                <a:gd name="connsiteX2" fmla="*/ 0 w 173672"/>
                <a:gd name="connsiteY2" fmla="*/ 133976 h 173672"/>
                <a:gd name="connsiteX3" fmla="*/ 39697 w 173672"/>
                <a:gd name="connsiteY3" fmla="*/ 94279 h 173672"/>
                <a:gd name="connsiteX4" fmla="*/ 94279 w 173672"/>
                <a:gd name="connsiteY4" fmla="*/ 94279 h 173672"/>
                <a:gd name="connsiteX5" fmla="*/ 94279 w 173672"/>
                <a:gd name="connsiteY5" fmla="*/ 39697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lnTo>
                    <a:pt x="39697" y="173672"/>
                  </a:lnTo>
                  <a:cubicBezTo>
                    <a:pt x="17773" y="173672"/>
                    <a:pt x="0" y="155900"/>
                    <a:pt x="0" y="133976"/>
                  </a:cubicBezTo>
                  <a:cubicBezTo>
                    <a:pt x="0" y="112052"/>
                    <a:pt x="17773" y="94279"/>
                    <a:pt x="39697" y="94279"/>
                  </a:cubicBezTo>
                  <a:lnTo>
                    <a:pt x="94279" y="94279"/>
                  </a:lnTo>
                  <a:lnTo>
                    <a:pt x="94279" y="39697"/>
                  </a:lnTo>
                  <a:cubicBezTo>
                    <a:pt x="94279" y="17773"/>
                    <a:pt x="112052" y="0"/>
                    <a:pt x="133976" y="0"/>
                  </a:cubicBez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1" name="Picture Placeholder 41">
              <a:extLst>
                <a:ext uri="{FF2B5EF4-FFF2-40B4-BE49-F238E27FC236}">
                  <a16:creationId xmlns:a16="http://schemas.microsoft.com/office/drawing/2014/main" id="{95BBC8E3-F438-9447-8E8B-9423AFA9F14B}"/>
                </a:ext>
              </a:extLst>
            </p:cNvPr>
            <p:cNvSpPr/>
            <p:nvPr/>
          </p:nvSpPr>
          <p:spPr>
            <a:xfrm>
              <a:off x="6762777" y="1420068"/>
              <a:ext cx="173672" cy="173672"/>
            </a:xfrm>
            <a:custGeom>
              <a:avLst/>
              <a:gdLst>
                <a:gd name="connsiteX0" fmla="*/ 39697 w 173672"/>
                <a:gd name="connsiteY0" fmla="*/ 173672 h 173672"/>
                <a:gd name="connsiteX1" fmla="*/ 0 w 173672"/>
                <a:gd name="connsiteY1" fmla="*/ 133976 h 173672"/>
                <a:gd name="connsiteX2" fmla="*/ 0 w 173672"/>
                <a:gd name="connsiteY2" fmla="*/ 39697 h 173672"/>
                <a:gd name="connsiteX3" fmla="*/ 39697 w 173672"/>
                <a:gd name="connsiteY3" fmla="*/ 0 h 173672"/>
                <a:gd name="connsiteX4" fmla="*/ 133976 w 173672"/>
                <a:gd name="connsiteY4" fmla="*/ 0 h 173672"/>
                <a:gd name="connsiteX5" fmla="*/ 173673 w 173672"/>
                <a:gd name="connsiteY5" fmla="*/ 39697 h 173672"/>
                <a:gd name="connsiteX6" fmla="*/ 133976 w 173672"/>
                <a:gd name="connsiteY6" fmla="*/ 79393 h 173672"/>
                <a:gd name="connsiteX7" fmla="*/ 79393 w 173672"/>
                <a:gd name="connsiteY7" fmla="*/ 79393 h 173672"/>
                <a:gd name="connsiteX8" fmla="*/ 79393 w 173672"/>
                <a:gd name="connsiteY8" fmla="*/ 133976 h 173672"/>
                <a:gd name="connsiteX9" fmla="*/ 39697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39697" y="173672"/>
                  </a:moveTo>
                  <a:cubicBezTo>
                    <a:pt x="17773" y="173672"/>
                    <a:pt x="0" y="155900"/>
                    <a:pt x="0" y="1339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cubicBezTo>
                    <a:pt x="173673" y="61620"/>
                    <a:pt x="155900" y="79393"/>
                    <a:pt x="133976" y="79393"/>
                  </a:cubicBezTo>
                  <a:lnTo>
                    <a:pt x="79393" y="79393"/>
                  </a:lnTo>
                  <a:lnTo>
                    <a:pt x="79393" y="133976"/>
                  </a:lnTo>
                  <a:cubicBezTo>
                    <a:pt x="79393" y="155900"/>
                    <a:pt x="61620" y="173672"/>
                    <a:pt x="39697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2" name="Picture Placeholder 41">
              <a:extLst>
                <a:ext uri="{FF2B5EF4-FFF2-40B4-BE49-F238E27FC236}">
                  <a16:creationId xmlns:a16="http://schemas.microsoft.com/office/drawing/2014/main" id="{39A2DA1A-ABED-EC42-BA86-0646B8BC1A83}"/>
                </a:ext>
              </a:extLst>
            </p:cNvPr>
            <p:cNvSpPr/>
            <p:nvPr/>
          </p:nvSpPr>
          <p:spPr>
            <a:xfrm>
              <a:off x="7422733" y="1420068"/>
              <a:ext cx="173672" cy="173672"/>
            </a:xfrm>
            <a:custGeom>
              <a:avLst/>
              <a:gdLst>
                <a:gd name="connsiteX0" fmla="*/ 133976 w 173672"/>
                <a:gd name="connsiteY0" fmla="*/ 173672 h 173672"/>
                <a:gd name="connsiteX1" fmla="*/ 94279 w 173672"/>
                <a:gd name="connsiteY1" fmla="*/ 133976 h 173672"/>
                <a:gd name="connsiteX2" fmla="*/ 94279 w 173672"/>
                <a:gd name="connsiteY2" fmla="*/ 79393 h 173672"/>
                <a:gd name="connsiteX3" fmla="*/ 39697 w 173672"/>
                <a:gd name="connsiteY3" fmla="*/ 79393 h 173672"/>
                <a:gd name="connsiteX4" fmla="*/ 0 w 173672"/>
                <a:gd name="connsiteY4" fmla="*/ 39697 h 173672"/>
                <a:gd name="connsiteX5" fmla="*/ 39697 w 173672"/>
                <a:gd name="connsiteY5" fmla="*/ 0 h 173672"/>
                <a:gd name="connsiteX6" fmla="*/ 133976 w 173672"/>
                <a:gd name="connsiteY6" fmla="*/ 0 h 173672"/>
                <a:gd name="connsiteX7" fmla="*/ 173673 w 173672"/>
                <a:gd name="connsiteY7" fmla="*/ 39697 h 173672"/>
                <a:gd name="connsiteX8" fmla="*/ 173673 w 173672"/>
                <a:gd name="connsiteY8" fmla="*/ 133976 h 173672"/>
                <a:gd name="connsiteX9" fmla="*/ 133976 w 173672"/>
                <a:gd name="connsiteY9" fmla="*/ 173672 h 17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672" h="173672">
                  <a:moveTo>
                    <a:pt x="133976" y="173672"/>
                  </a:moveTo>
                  <a:cubicBezTo>
                    <a:pt x="112052" y="173672"/>
                    <a:pt x="94279" y="155900"/>
                    <a:pt x="94279" y="133976"/>
                  </a:cubicBezTo>
                  <a:lnTo>
                    <a:pt x="94279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33976" y="0"/>
                  </a:lnTo>
                  <a:cubicBezTo>
                    <a:pt x="155900" y="0"/>
                    <a:pt x="173673" y="17773"/>
                    <a:pt x="173673" y="39697"/>
                  </a:cubicBezTo>
                  <a:lnTo>
                    <a:pt x="173673" y="133976"/>
                  </a:lnTo>
                  <a:cubicBezTo>
                    <a:pt x="173673" y="155900"/>
                    <a:pt x="155900" y="173672"/>
                    <a:pt x="133976" y="17367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grpSp>
          <p:nvGrpSpPr>
            <p:cNvPr id="73" name="Picture Placeholder 41">
              <a:extLst>
                <a:ext uri="{FF2B5EF4-FFF2-40B4-BE49-F238E27FC236}">
                  <a16:creationId xmlns:a16="http://schemas.microsoft.com/office/drawing/2014/main" id="{F071815D-2AE1-D74C-9CF7-5BDC2F4BC12F}"/>
                </a:ext>
              </a:extLst>
            </p:cNvPr>
            <p:cNvGrpSpPr/>
            <p:nvPr/>
          </p:nvGrpSpPr>
          <p:grpSpPr>
            <a:xfrm>
              <a:off x="6881396" y="1629169"/>
              <a:ext cx="596397" cy="415424"/>
              <a:chOff x="6881396" y="1629169"/>
              <a:chExt cx="596397" cy="415424"/>
            </a:xfrm>
          </p:grpSpPr>
          <p:sp>
            <p:nvSpPr>
              <p:cNvPr id="74" name="Picture Placeholder 41">
                <a:extLst>
                  <a:ext uri="{FF2B5EF4-FFF2-40B4-BE49-F238E27FC236}">
                    <a16:creationId xmlns:a16="http://schemas.microsoft.com/office/drawing/2014/main" id="{AF164922-521D-0742-8A24-0141B40E3E3A}"/>
                  </a:ext>
                </a:extLst>
              </p:cNvPr>
              <p:cNvSpPr/>
              <p:nvPr/>
            </p:nvSpPr>
            <p:spPr>
              <a:xfrm>
                <a:off x="7061096" y="1720284"/>
                <a:ext cx="233219" cy="233217"/>
              </a:xfrm>
              <a:custGeom>
                <a:avLst/>
                <a:gdLst>
                  <a:gd name="connsiteX0" fmla="*/ 118246 w 233219"/>
                  <a:gd name="connsiteY0" fmla="*/ 233206 h 233217"/>
                  <a:gd name="connsiteX1" fmla="*/ 12 w 233219"/>
                  <a:gd name="connsiteY1" fmla="*/ 118246 h 233217"/>
                  <a:gd name="connsiteX2" fmla="*/ 114972 w 233219"/>
                  <a:gd name="connsiteY2" fmla="*/ 12 h 233217"/>
                  <a:gd name="connsiteX3" fmla="*/ 233206 w 233219"/>
                  <a:gd name="connsiteY3" fmla="*/ 114971 h 233217"/>
                  <a:gd name="connsiteX4" fmla="*/ 233218 w 233219"/>
                  <a:gd name="connsiteY4" fmla="*/ 116597 h 233217"/>
                  <a:gd name="connsiteX5" fmla="*/ 118247 w 233219"/>
                  <a:gd name="connsiteY5" fmla="*/ 233206 h 233217"/>
                  <a:gd name="connsiteX6" fmla="*/ 118246 w 233219"/>
                  <a:gd name="connsiteY6" fmla="*/ 79382 h 233217"/>
                  <a:gd name="connsiteX7" fmla="*/ 79332 w 233219"/>
                  <a:gd name="connsiteY7" fmla="*/ 114922 h 233217"/>
                  <a:gd name="connsiteX8" fmla="*/ 114872 w 233219"/>
                  <a:gd name="connsiteY8" fmla="*/ 153836 h 233217"/>
                  <a:gd name="connsiteX9" fmla="*/ 153786 w 233219"/>
                  <a:gd name="connsiteY9" fmla="*/ 118296 h 233217"/>
                  <a:gd name="connsiteX10" fmla="*/ 153825 w 233219"/>
                  <a:gd name="connsiteY10" fmla="*/ 116597 h 233217"/>
                  <a:gd name="connsiteX11" fmla="*/ 118246 w 233219"/>
                  <a:gd name="connsiteY11" fmla="*/ 79382 h 23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3219" h="233217">
                    <a:moveTo>
                      <a:pt x="118246" y="233206"/>
                    </a:moveTo>
                    <a:cubicBezTo>
                      <a:pt x="53852" y="234110"/>
                      <a:pt x="916" y="182641"/>
                      <a:pt x="12" y="118246"/>
                    </a:cubicBezTo>
                    <a:cubicBezTo>
                      <a:pt x="-893" y="53852"/>
                      <a:pt x="50577" y="916"/>
                      <a:pt x="114972" y="12"/>
                    </a:cubicBezTo>
                    <a:cubicBezTo>
                      <a:pt x="179366" y="-893"/>
                      <a:pt x="232302" y="50577"/>
                      <a:pt x="233206" y="114971"/>
                    </a:cubicBezTo>
                    <a:cubicBezTo>
                      <a:pt x="233214" y="115513"/>
                      <a:pt x="233218" y="116055"/>
                      <a:pt x="233218" y="116597"/>
                    </a:cubicBezTo>
                    <a:cubicBezTo>
                      <a:pt x="233576" y="180508"/>
                      <a:pt x="182156" y="232660"/>
                      <a:pt x="118247" y="233206"/>
                    </a:cubicBezTo>
                    <a:close/>
                    <a:moveTo>
                      <a:pt x="118246" y="79382"/>
                    </a:moveTo>
                    <a:cubicBezTo>
                      <a:pt x="97687" y="78450"/>
                      <a:pt x="80264" y="94362"/>
                      <a:pt x="79332" y="114922"/>
                    </a:cubicBezTo>
                    <a:cubicBezTo>
                      <a:pt x="78401" y="135482"/>
                      <a:pt x="94312" y="152904"/>
                      <a:pt x="114872" y="153836"/>
                    </a:cubicBezTo>
                    <a:cubicBezTo>
                      <a:pt x="135432" y="154767"/>
                      <a:pt x="152855" y="138856"/>
                      <a:pt x="153786" y="118296"/>
                    </a:cubicBezTo>
                    <a:cubicBezTo>
                      <a:pt x="153812" y="117730"/>
                      <a:pt x="153825" y="117164"/>
                      <a:pt x="153825" y="116597"/>
                    </a:cubicBezTo>
                    <a:cubicBezTo>
                      <a:pt x="154240" y="96510"/>
                      <a:pt x="138332" y="79870"/>
                      <a:pt x="118246" y="7938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  <p:sp>
            <p:nvSpPr>
              <p:cNvPr id="75" name="Picture Placeholder 41">
                <a:extLst>
                  <a:ext uri="{FF2B5EF4-FFF2-40B4-BE49-F238E27FC236}">
                    <a16:creationId xmlns:a16="http://schemas.microsoft.com/office/drawing/2014/main" id="{170BC4B1-A42B-C54A-BE88-FED7A02D5351}"/>
                  </a:ext>
                </a:extLst>
              </p:cNvPr>
              <p:cNvSpPr/>
              <p:nvPr/>
            </p:nvSpPr>
            <p:spPr>
              <a:xfrm>
                <a:off x="6881396" y="1629169"/>
                <a:ext cx="596397" cy="415424"/>
              </a:xfrm>
              <a:custGeom>
                <a:avLst/>
                <a:gdLst>
                  <a:gd name="connsiteX0" fmla="*/ 298195 w 596397"/>
                  <a:gd name="connsiteY0" fmla="*/ 415424 h 415424"/>
                  <a:gd name="connsiteX1" fmla="*/ 6277 w 596397"/>
                  <a:gd name="connsiteY1" fmla="*/ 225724 h 415424"/>
                  <a:gd name="connsiteX2" fmla="*/ 7021 w 596397"/>
                  <a:gd name="connsiteY2" fmla="*/ 181761 h 415424"/>
                  <a:gd name="connsiteX3" fmla="*/ 298195 w 596397"/>
                  <a:gd name="connsiteY3" fmla="*/ 0 h 415424"/>
                  <a:gd name="connsiteX4" fmla="*/ 588973 w 596397"/>
                  <a:gd name="connsiteY4" fmla="*/ 181165 h 415424"/>
                  <a:gd name="connsiteX5" fmla="*/ 589717 w 596397"/>
                  <a:gd name="connsiteY5" fmla="*/ 226320 h 415424"/>
                  <a:gd name="connsiteX6" fmla="*/ 298195 w 596397"/>
                  <a:gd name="connsiteY6" fmla="*/ 415424 h 415424"/>
                  <a:gd name="connsiteX7" fmla="*/ 89342 w 596397"/>
                  <a:gd name="connsiteY7" fmla="*/ 205231 h 415424"/>
                  <a:gd name="connsiteX8" fmla="*/ 298195 w 596397"/>
                  <a:gd name="connsiteY8" fmla="*/ 336180 h 415424"/>
                  <a:gd name="connsiteX9" fmla="*/ 453310 w 596397"/>
                  <a:gd name="connsiteY9" fmla="*/ 262047 h 415424"/>
                  <a:gd name="connsiteX10" fmla="*/ 506503 w 596397"/>
                  <a:gd name="connsiteY10" fmla="*/ 205231 h 415424"/>
                  <a:gd name="connsiteX11" fmla="*/ 452764 w 596397"/>
                  <a:gd name="connsiteY11" fmla="*/ 150648 h 415424"/>
                  <a:gd name="connsiteX12" fmla="*/ 298195 w 596397"/>
                  <a:gd name="connsiteY12" fmla="*/ 79244 h 415424"/>
                  <a:gd name="connsiteX13" fmla="*/ 89342 w 596397"/>
                  <a:gd name="connsiteY13" fmla="*/ 205231 h 41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6397" h="415424">
                    <a:moveTo>
                      <a:pt x="298195" y="415424"/>
                    </a:moveTo>
                    <a:cubicBezTo>
                      <a:pt x="129981" y="415424"/>
                      <a:pt x="11239" y="233465"/>
                      <a:pt x="6277" y="225724"/>
                    </a:cubicBezTo>
                    <a:cubicBezTo>
                      <a:pt x="-2355" y="212258"/>
                      <a:pt x="-2062" y="194927"/>
                      <a:pt x="7021" y="181761"/>
                    </a:cubicBezTo>
                    <a:cubicBezTo>
                      <a:pt x="11983" y="174317"/>
                      <a:pt x="134100" y="0"/>
                      <a:pt x="298195" y="0"/>
                    </a:cubicBezTo>
                    <a:cubicBezTo>
                      <a:pt x="457329" y="0"/>
                      <a:pt x="583664" y="173672"/>
                      <a:pt x="588973" y="181165"/>
                    </a:cubicBezTo>
                    <a:cubicBezTo>
                      <a:pt x="598593" y="194596"/>
                      <a:pt x="598889" y="212580"/>
                      <a:pt x="589717" y="226320"/>
                    </a:cubicBezTo>
                    <a:cubicBezTo>
                      <a:pt x="584557" y="234061"/>
                      <a:pt x="461448" y="415424"/>
                      <a:pt x="298195" y="415424"/>
                    </a:cubicBezTo>
                    <a:close/>
                    <a:moveTo>
                      <a:pt x="89342" y="205231"/>
                    </a:moveTo>
                    <a:cubicBezTo>
                      <a:pt x="122488" y="247706"/>
                      <a:pt x="202973" y="336180"/>
                      <a:pt x="298195" y="336180"/>
                    </a:cubicBezTo>
                    <a:cubicBezTo>
                      <a:pt x="359229" y="336180"/>
                      <a:pt x="416243" y="295888"/>
                      <a:pt x="453310" y="262047"/>
                    </a:cubicBezTo>
                    <a:cubicBezTo>
                      <a:pt x="472459" y="244488"/>
                      <a:pt x="490242" y="225494"/>
                      <a:pt x="506503" y="205231"/>
                    </a:cubicBezTo>
                    <a:cubicBezTo>
                      <a:pt x="489956" y="185740"/>
                      <a:pt x="471995" y="167497"/>
                      <a:pt x="452764" y="150648"/>
                    </a:cubicBezTo>
                    <a:cubicBezTo>
                      <a:pt x="415251" y="118048"/>
                      <a:pt x="357988" y="79244"/>
                      <a:pt x="298195" y="79244"/>
                    </a:cubicBezTo>
                    <a:cubicBezTo>
                      <a:pt x="205157" y="79393"/>
                      <a:pt x="123481" y="164046"/>
                      <a:pt x="89342" y="2052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/>
              </a:p>
            </p:txBody>
          </p:sp>
        </p:grp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0382A3B-D698-FA48-BFC7-489EE7C829F2}"/>
              </a:ext>
            </a:extLst>
          </p:cNvPr>
          <p:cNvGrpSpPr>
            <a:grpSpLocks noChangeAspect="1"/>
          </p:cNvGrpSpPr>
          <p:nvPr/>
        </p:nvGrpSpPr>
        <p:grpSpPr>
          <a:xfrm>
            <a:off x="8121985" y="1422499"/>
            <a:ext cx="750372" cy="828715"/>
            <a:chOff x="8121985" y="1422499"/>
            <a:chExt cx="750372" cy="828715"/>
          </a:xfrm>
        </p:grpSpPr>
        <p:sp>
          <p:nvSpPr>
            <p:cNvPr id="76" name="Picture Placeholder 43">
              <a:extLst>
                <a:ext uri="{FF2B5EF4-FFF2-40B4-BE49-F238E27FC236}">
                  <a16:creationId xmlns:a16="http://schemas.microsoft.com/office/drawing/2014/main" id="{64613371-D724-824E-9698-048462135771}"/>
                </a:ext>
              </a:extLst>
            </p:cNvPr>
            <p:cNvSpPr/>
            <p:nvPr/>
          </p:nvSpPr>
          <p:spPr>
            <a:xfrm>
              <a:off x="8638149" y="1693200"/>
              <a:ext cx="208024" cy="207989"/>
            </a:xfrm>
            <a:custGeom>
              <a:avLst/>
              <a:gdLst>
                <a:gd name="connsiteX0" fmla="*/ 93011 w 208024"/>
                <a:gd name="connsiteY0" fmla="*/ 207990 h 207989"/>
                <a:gd name="connsiteX1" fmla="*/ 11633 w 208024"/>
                <a:gd name="connsiteY1" fmla="*/ 174297 h 207989"/>
                <a:gd name="connsiteX2" fmla="*/ 11633 w 208024"/>
                <a:gd name="connsiteY2" fmla="*/ 118127 h 207989"/>
                <a:gd name="connsiteX3" fmla="*/ 67804 w 208024"/>
                <a:gd name="connsiteY3" fmla="*/ 118127 h 207989"/>
                <a:gd name="connsiteX4" fmla="*/ 118169 w 208024"/>
                <a:gd name="connsiteY4" fmla="*/ 119550 h 207989"/>
                <a:gd name="connsiteX5" fmla="*/ 119593 w 208024"/>
                <a:gd name="connsiteY5" fmla="*/ 69185 h 207989"/>
                <a:gd name="connsiteX6" fmla="*/ 118169 w 208024"/>
                <a:gd name="connsiteY6" fmla="*/ 67762 h 207989"/>
                <a:gd name="connsiteX7" fmla="*/ 118194 w 208024"/>
                <a:gd name="connsiteY7" fmla="*/ 11616 h 207989"/>
                <a:gd name="connsiteX8" fmla="*/ 174340 w 208024"/>
                <a:gd name="connsiteY8" fmla="*/ 11641 h 207989"/>
                <a:gd name="connsiteX9" fmla="*/ 174332 w 208024"/>
                <a:gd name="connsiteY9" fmla="*/ 174305 h 207989"/>
                <a:gd name="connsiteX10" fmla="*/ 93011 w 208024"/>
                <a:gd name="connsiteY10" fmla="*/ 207990 h 20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8024" h="207989">
                  <a:moveTo>
                    <a:pt x="93011" y="207990"/>
                  </a:moveTo>
                  <a:cubicBezTo>
                    <a:pt x="62478" y="208061"/>
                    <a:pt x="33180" y="195932"/>
                    <a:pt x="11633" y="174297"/>
                  </a:cubicBezTo>
                  <a:cubicBezTo>
                    <a:pt x="-3878" y="158786"/>
                    <a:pt x="-3878" y="133638"/>
                    <a:pt x="11633" y="118127"/>
                  </a:cubicBezTo>
                  <a:cubicBezTo>
                    <a:pt x="27144" y="102615"/>
                    <a:pt x="52293" y="102615"/>
                    <a:pt x="67804" y="118127"/>
                  </a:cubicBezTo>
                  <a:cubicBezTo>
                    <a:pt x="81319" y="132428"/>
                    <a:pt x="103868" y="133065"/>
                    <a:pt x="118169" y="119550"/>
                  </a:cubicBezTo>
                  <a:cubicBezTo>
                    <a:pt x="132470" y="106035"/>
                    <a:pt x="133107" y="83486"/>
                    <a:pt x="119593" y="69185"/>
                  </a:cubicBezTo>
                  <a:cubicBezTo>
                    <a:pt x="119132" y="68697"/>
                    <a:pt x="118657" y="68223"/>
                    <a:pt x="118169" y="67762"/>
                  </a:cubicBezTo>
                  <a:cubicBezTo>
                    <a:pt x="102672" y="52250"/>
                    <a:pt x="102683" y="27113"/>
                    <a:pt x="118194" y="11616"/>
                  </a:cubicBezTo>
                  <a:cubicBezTo>
                    <a:pt x="133705" y="-3882"/>
                    <a:pt x="158842" y="-3871"/>
                    <a:pt x="174340" y="11641"/>
                  </a:cubicBezTo>
                  <a:cubicBezTo>
                    <a:pt x="219256" y="56561"/>
                    <a:pt x="219253" y="129388"/>
                    <a:pt x="174332" y="174305"/>
                  </a:cubicBezTo>
                  <a:cubicBezTo>
                    <a:pt x="152764" y="195871"/>
                    <a:pt x="123512" y="207988"/>
                    <a:pt x="93011" y="2079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7" name="Picture Placeholder 43">
              <a:extLst>
                <a:ext uri="{FF2B5EF4-FFF2-40B4-BE49-F238E27FC236}">
                  <a16:creationId xmlns:a16="http://schemas.microsoft.com/office/drawing/2014/main" id="{64613371-D724-824E-9698-048462135771}"/>
                </a:ext>
              </a:extLst>
            </p:cNvPr>
            <p:cNvSpPr/>
            <p:nvPr/>
          </p:nvSpPr>
          <p:spPr>
            <a:xfrm>
              <a:off x="8240957" y="2171821"/>
              <a:ext cx="474275" cy="79393"/>
            </a:xfrm>
            <a:custGeom>
              <a:avLst/>
              <a:gdLst>
                <a:gd name="connsiteX0" fmla="*/ 434578 w 474275"/>
                <a:gd name="connsiteY0" fmla="*/ 79393 h 79393"/>
                <a:gd name="connsiteX1" fmla="*/ 39697 w 474275"/>
                <a:gd name="connsiteY1" fmla="*/ 79393 h 79393"/>
                <a:gd name="connsiteX2" fmla="*/ 0 w 474275"/>
                <a:gd name="connsiteY2" fmla="*/ 39697 h 79393"/>
                <a:gd name="connsiteX3" fmla="*/ 39697 w 474275"/>
                <a:gd name="connsiteY3" fmla="*/ 0 h 79393"/>
                <a:gd name="connsiteX4" fmla="*/ 434578 w 474275"/>
                <a:gd name="connsiteY4" fmla="*/ 0 h 79393"/>
                <a:gd name="connsiteX5" fmla="*/ 474275 w 474275"/>
                <a:gd name="connsiteY5" fmla="*/ 39697 h 79393"/>
                <a:gd name="connsiteX6" fmla="*/ 434578 w 4742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75" h="79393">
                  <a:moveTo>
                    <a:pt x="43457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34578" y="0"/>
                  </a:lnTo>
                  <a:cubicBezTo>
                    <a:pt x="456502" y="0"/>
                    <a:pt x="474275" y="17773"/>
                    <a:pt x="474275" y="39697"/>
                  </a:cubicBezTo>
                  <a:cubicBezTo>
                    <a:pt x="474275" y="61620"/>
                    <a:pt x="456502" y="79393"/>
                    <a:pt x="43457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8" name="Picture Placeholder 43">
              <a:extLst>
                <a:ext uri="{FF2B5EF4-FFF2-40B4-BE49-F238E27FC236}">
                  <a16:creationId xmlns:a16="http://schemas.microsoft.com/office/drawing/2014/main" id="{64613371-D724-824E-9698-048462135771}"/>
                </a:ext>
              </a:extLst>
            </p:cNvPr>
            <p:cNvSpPr/>
            <p:nvPr/>
          </p:nvSpPr>
          <p:spPr>
            <a:xfrm>
              <a:off x="8121985" y="1554163"/>
              <a:ext cx="411021" cy="676805"/>
            </a:xfrm>
            <a:custGeom>
              <a:avLst/>
              <a:gdLst>
                <a:gd name="connsiteX0" fmla="*/ 371294 w 411021"/>
                <a:gd name="connsiteY0" fmla="*/ 676806 h 676805"/>
                <a:gd name="connsiteX1" fmla="*/ 343258 w 411021"/>
                <a:gd name="connsiteY1" fmla="*/ 665195 h 676805"/>
                <a:gd name="connsiteX2" fmla="*/ 11642 w 411021"/>
                <a:gd name="connsiteY2" fmla="*/ 333580 h 676805"/>
                <a:gd name="connsiteX3" fmla="*/ 11611 w 411021"/>
                <a:gd name="connsiteY3" fmla="*/ 277440 h 676805"/>
                <a:gd name="connsiteX4" fmla="*/ 11642 w 411021"/>
                <a:gd name="connsiteY4" fmla="*/ 277409 h 676805"/>
                <a:gd name="connsiteX5" fmla="*/ 277411 w 411021"/>
                <a:gd name="connsiteY5" fmla="*/ 11641 h 676805"/>
                <a:gd name="connsiteX6" fmla="*/ 333557 w 411021"/>
                <a:gd name="connsiteY6" fmla="*/ 11616 h 676805"/>
                <a:gd name="connsiteX7" fmla="*/ 333582 w 411021"/>
                <a:gd name="connsiteY7" fmla="*/ 67762 h 676805"/>
                <a:gd name="connsiteX8" fmla="*/ 95849 w 411021"/>
                <a:gd name="connsiteY8" fmla="*/ 305494 h 676805"/>
                <a:gd name="connsiteX9" fmla="*/ 399379 w 411021"/>
                <a:gd name="connsiteY9" fmla="*/ 609024 h 676805"/>
                <a:gd name="connsiteX10" fmla="*/ 399410 w 411021"/>
                <a:gd name="connsiteY10" fmla="*/ 665163 h 676805"/>
                <a:gd name="connsiteX11" fmla="*/ 371294 w 411021"/>
                <a:gd name="connsiteY11" fmla="*/ 676806 h 67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1021" h="676805">
                  <a:moveTo>
                    <a:pt x="371294" y="676806"/>
                  </a:moveTo>
                  <a:cubicBezTo>
                    <a:pt x="360779" y="676801"/>
                    <a:pt x="350697" y="672625"/>
                    <a:pt x="343258" y="665195"/>
                  </a:cubicBezTo>
                  <a:lnTo>
                    <a:pt x="11642" y="333580"/>
                  </a:lnTo>
                  <a:cubicBezTo>
                    <a:pt x="-3869" y="318086"/>
                    <a:pt x="-3883" y="292951"/>
                    <a:pt x="11611" y="277440"/>
                  </a:cubicBezTo>
                  <a:cubicBezTo>
                    <a:pt x="11622" y="277430"/>
                    <a:pt x="11632" y="277419"/>
                    <a:pt x="11642" y="277409"/>
                  </a:cubicBezTo>
                  <a:lnTo>
                    <a:pt x="277411" y="11641"/>
                  </a:lnTo>
                  <a:cubicBezTo>
                    <a:pt x="292909" y="-3870"/>
                    <a:pt x="318046" y="-3882"/>
                    <a:pt x="333557" y="11616"/>
                  </a:cubicBezTo>
                  <a:cubicBezTo>
                    <a:pt x="349068" y="27113"/>
                    <a:pt x="349079" y="52250"/>
                    <a:pt x="333582" y="67762"/>
                  </a:cubicBezTo>
                  <a:lnTo>
                    <a:pt x="95849" y="305494"/>
                  </a:lnTo>
                  <a:lnTo>
                    <a:pt x="399379" y="609024"/>
                  </a:lnTo>
                  <a:cubicBezTo>
                    <a:pt x="414890" y="624518"/>
                    <a:pt x="414904" y="649652"/>
                    <a:pt x="399410" y="665163"/>
                  </a:cubicBezTo>
                  <a:cubicBezTo>
                    <a:pt x="391957" y="672625"/>
                    <a:pt x="381840" y="676814"/>
                    <a:pt x="371294" y="67680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9" name="Picture Placeholder 43">
              <a:extLst>
                <a:ext uri="{FF2B5EF4-FFF2-40B4-BE49-F238E27FC236}">
                  <a16:creationId xmlns:a16="http://schemas.microsoft.com/office/drawing/2014/main" id="{64613371-D724-824E-9698-048462135771}"/>
                </a:ext>
              </a:extLst>
            </p:cNvPr>
            <p:cNvSpPr/>
            <p:nvPr/>
          </p:nvSpPr>
          <p:spPr>
            <a:xfrm>
              <a:off x="8377612" y="1422499"/>
              <a:ext cx="251577" cy="251576"/>
            </a:xfrm>
            <a:custGeom>
              <a:avLst/>
              <a:gdLst>
                <a:gd name="connsiteX0" fmla="*/ 125838 w 251577"/>
                <a:gd name="connsiteY0" fmla="*/ 251577 h 251576"/>
                <a:gd name="connsiteX1" fmla="*/ 0 w 251577"/>
                <a:gd name="connsiteY1" fmla="*/ 125838 h 251576"/>
                <a:gd name="connsiteX2" fmla="*/ 125739 w 251577"/>
                <a:gd name="connsiteY2" fmla="*/ 0 h 251576"/>
                <a:gd name="connsiteX3" fmla="*/ 251577 w 251577"/>
                <a:gd name="connsiteY3" fmla="*/ 125739 h 251576"/>
                <a:gd name="connsiteX4" fmla="*/ 251577 w 251577"/>
                <a:gd name="connsiteY4" fmla="*/ 125788 h 251576"/>
                <a:gd name="connsiteX5" fmla="*/ 211881 w 251577"/>
                <a:gd name="connsiteY5" fmla="*/ 165485 h 251576"/>
                <a:gd name="connsiteX6" fmla="*/ 172184 w 251577"/>
                <a:gd name="connsiteY6" fmla="*/ 125788 h 251576"/>
                <a:gd name="connsiteX7" fmla="*/ 125789 w 251577"/>
                <a:gd name="connsiteY7" fmla="*/ 79393 h 251576"/>
                <a:gd name="connsiteX8" fmla="*/ 79393 w 251577"/>
                <a:gd name="connsiteY8" fmla="*/ 125788 h 251576"/>
                <a:gd name="connsiteX9" fmla="*/ 125789 w 251577"/>
                <a:gd name="connsiteY9" fmla="*/ 172184 h 251576"/>
                <a:gd name="connsiteX10" fmla="*/ 125838 w 251577"/>
                <a:gd name="connsiteY10" fmla="*/ 172184 h 251576"/>
                <a:gd name="connsiteX11" fmla="*/ 165535 w 251577"/>
                <a:gd name="connsiteY11" fmla="*/ 211880 h 251576"/>
                <a:gd name="connsiteX12" fmla="*/ 125838 w 251577"/>
                <a:gd name="connsiteY12" fmla="*/ 251577 h 25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577" h="251576">
                  <a:moveTo>
                    <a:pt x="125838" y="251577"/>
                  </a:moveTo>
                  <a:cubicBezTo>
                    <a:pt x="56367" y="251604"/>
                    <a:pt x="27" y="195309"/>
                    <a:pt x="0" y="125838"/>
                  </a:cubicBezTo>
                  <a:cubicBezTo>
                    <a:pt x="-27" y="56367"/>
                    <a:pt x="56268" y="27"/>
                    <a:pt x="125739" y="0"/>
                  </a:cubicBezTo>
                  <a:cubicBezTo>
                    <a:pt x="195210" y="-27"/>
                    <a:pt x="251550" y="56268"/>
                    <a:pt x="251577" y="125739"/>
                  </a:cubicBezTo>
                  <a:cubicBezTo>
                    <a:pt x="251577" y="125755"/>
                    <a:pt x="251577" y="125772"/>
                    <a:pt x="251577" y="125788"/>
                  </a:cubicBezTo>
                  <a:cubicBezTo>
                    <a:pt x="251577" y="147712"/>
                    <a:pt x="233804" y="165485"/>
                    <a:pt x="211881" y="165485"/>
                  </a:cubicBezTo>
                  <a:cubicBezTo>
                    <a:pt x="189957" y="165485"/>
                    <a:pt x="172184" y="147712"/>
                    <a:pt x="172184" y="125788"/>
                  </a:cubicBezTo>
                  <a:cubicBezTo>
                    <a:pt x="172184" y="100165"/>
                    <a:pt x="151412" y="79393"/>
                    <a:pt x="125789" y="79393"/>
                  </a:cubicBezTo>
                  <a:cubicBezTo>
                    <a:pt x="100165" y="79393"/>
                    <a:pt x="79393" y="100165"/>
                    <a:pt x="79393" y="125788"/>
                  </a:cubicBezTo>
                  <a:cubicBezTo>
                    <a:pt x="79393" y="151412"/>
                    <a:pt x="100165" y="172184"/>
                    <a:pt x="125789" y="172184"/>
                  </a:cubicBezTo>
                  <a:cubicBezTo>
                    <a:pt x="125805" y="172184"/>
                    <a:pt x="125822" y="172184"/>
                    <a:pt x="125838" y="172184"/>
                  </a:cubicBezTo>
                  <a:cubicBezTo>
                    <a:pt x="147762" y="172184"/>
                    <a:pt x="165535" y="189957"/>
                    <a:pt x="165535" y="211880"/>
                  </a:cubicBezTo>
                  <a:cubicBezTo>
                    <a:pt x="165535" y="233804"/>
                    <a:pt x="147762" y="251577"/>
                    <a:pt x="125838" y="2515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0" name="Picture Placeholder 43">
              <a:extLst>
                <a:ext uri="{FF2B5EF4-FFF2-40B4-BE49-F238E27FC236}">
                  <a16:creationId xmlns:a16="http://schemas.microsoft.com/office/drawing/2014/main" id="{64613371-D724-824E-9698-048462135771}"/>
                </a:ext>
              </a:extLst>
            </p:cNvPr>
            <p:cNvSpPr/>
            <p:nvPr/>
          </p:nvSpPr>
          <p:spPr>
            <a:xfrm>
              <a:off x="8463854" y="1508454"/>
              <a:ext cx="408503" cy="418737"/>
            </a:xfrm>
            <a:custGeom>
              <a:avLst/>
              <a:gdLst>
                <a:gd name="connsiteX0" fmla="*/ 95271 w 408503"/>
                <a:gd name="connsiteY0" fmla="*/ 418737 h 418737"/>
                <a:gd name="connsiteX1" fmla="*/ 84107 w 408503"/>
                <a:gd name="connsiteY1" fmla="*/ 417150 h 418737"/>
                <a:gd name="connsiteX2" fmla="*/ 56518 w 408503"/>
                <a:gd name="connsiteY2" fmla="*/ 387377 h 418737"/>
                <a:gd name="connsiteX3" fmla="*/ 992 w 408503"/>
                <a:gd name="connsiteY3" fmla="*/ 134461 h 418737"/>
                <a:gd name="connsiteX4" fmla="*/ 11512 w 408503"/>
                <a:gd name="connsiteY4" fmla="*/ 97692 h 418737"/>
                <a:gd name="connsiteX5" fmla="*/ 97554 w 408503"/>
                <a:gd name="connsiteY5" fmla="*/ 11649 h 418737"/>
                <a:gd name="connsiteX6" fmla="*/ 136010 w 408503"/>
                <a:gd name="connsiteY6" fmla="*/ 1378 h 418737"/>
                <a:gd name="connsiteX7" fmla="*/ 379152 w 408503"/>
                <a:gd name="connsiteY7" fmla="*/ 67225 h 418737"/>
                <a:gd name="connsiteX8" fmla="*/ 407119 w 408503"/>
                <a:gd name="connsiteY8" fmla="*/ 115901 h 418737"/>
                <a:gd name="connsiteX9" fmla="*/ 396866 w 408503"/>
                <a:gd name="connsiteY9" fmla="*/ 133617 h 418737"/>
                <a:gd name="connsiteX10" fmla="*/ 123506 w 408503"/>
                <a:gd name="connsiteY10" fmla="*/ 406977 h 418737"/>
                <a:gd name="connsiteX11" fmla="*/ 95271 w 408503"/>
                <a:gd name="connsiteY11" fmla="*/ 418738 h 418737"/>
                <a:gd name="connsiteX12" fmla="*/ 83015 w 408503"/>
                <a:gd name="connsiteY12" fmla="*/ 138629 h 418737"/>
                <a:gd name="connsiteX13" fmla="*/ 118444 w 408503"/>
                <a:gd name="connsiteY13" fmla="*/ 299747 h 418737"/>
                <a:gd name="connsiteX14" fmla="*/ 292117 w 408503"/>
                <a:gd name="connsiteY14" fmla="*/ 126075 h 418737"/>
                <a:gd name="connsiteX15" fmla="*/ 137449 w 408503"/>
                <a:gd name="connsiteY15" fmla="*/ 84195 h 41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8503" h="418737">
                  <a:moveTo>
                    <a:pt x="95271" y="418737"/>
                  </a:moveTo>
                  <a:cubicBezTo>
                    <a:pt x="91493" y="418750"/>
                    <a:pt x="87732" y="418215"/>
                    <a:pt x="84107" y="417150"/>
                  </a:cubicBezTo>
                  <a:cubicBezTo>
                    <a:pt x="70148" y="413033"/>
                    <a:pt x="59561" y="401608"/>
                    <a:pt x="56518" y="387377"/>
                  </a:cubicBezTo>
                  <a:lnTo>
                    <a:pt x="992" y="134461"/>
                  </a:lnTo>
                  <a:cubicBezTo>
                    <a:pt x="-2026" y="121212"/>
                    <a:pt x="1943" y="107340"/>
                    <a:pt x="11512" y="97692"/>
                  </a:cubicBezTo>
                  <a:lnTo>
                    <a:pt x="97554" y="11649"/>
                  </a:lnTo>
                  <a:cubicBezTo>
                    <a:pt x="107606" y="1582"/>
                    <a:pt x="122277" y="-2337"/>
                    <a:pt x="136010" y="1378"/>
                  </a:cubicBezTo>
                  <a:lnTo>
                    <a:pt x="379152" y="67225"/>
                  </a:lnTo>
                  <a:cubicBezTo>
                    <a:pt x="400317" y="72943"/>
                    <a:pt x="412838" y="94737"/>
                    <a:pt x="407119" y="115901"/>
                  </a:cubicBezTo>
                  <a:cubicBezTo>
                    <a:pt x="405309" y="122601"/>
                    <a:pt x="401774" y="128710"/>
                    <a:pt x="396866" y="133617"/>
                  </a:cubicBezTo>
                  <a:lnTo>
                    <a:pt x="123506" y="406977"/>
                  </a:lnTo>
                  <a:cubicBezTo>
                    <a:pt x="116043" y="414511"/>
                    <a:pt x="105876" y="418746"/>
                    <a:pt x="95271" y="418738"/>
                  </a:cubicBezTo>
                  <a:close/>
                  <a:moveTo>
                    <a:pt x="83015" y="138629"/>
                  </a:moveTo>
                  <a:lnTo>
                    <a:pt x="118444" y="299747"/>
                  </a:lnTo>
                  <a:lnTo>
                    <a:pt x="292117" y="126075"/>
                  </a:lnTo>
                  <a:lnTo>
                    <a:pt x="137449" y="8419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D77741C0-E8F5-1141-AEAC-ABA8E1234D4C}"/>
              </a:ext>
            </a:extLst>
          </p:cNvPr>
          <p:cNvGrpSpPr>
            <a:grpSpLocks noChangeAspect="1"/>
          </p:cNvGrpSpPr>
          <p:nvPr/>
        </p:nvGrpSpPr>
        <p:grpSpPr>
          <a:xfrm>
            <a:off x="9400365" y="1422549"/>
            <a:ext cx="822990" cy="828665"/>
            <a:chOff x="9400365" y="1422549"/>
            <a:chExt cx="822990" cy="828665"/>
          </a:xfrm>
        </p:grpSpPr>
        <p:sp>
          <p:nvSpPr>
            <p:cNvPr id="81" name="Picture Placeholder 45">
              <a:extLst>
                <a:ext uri="{FF2B5EF4-FFF2-40B4-BE49-F238E27FC236}">
                  <a16:creationId xmlns:a16="http://schemas.microsoft.com/office/drawing/2014/main" id="{447C41EF-0B3C-1042-B573-F611CBE201BD}"/>
                </a:ext>
              </a:extLst>
            </p:cNvPr>
            <p:cNvSpPr/>
            <p:nvPr/>
          </p:nvSpPr>
          <p:spPr>
            <a:xfrm>
              <a:off x="9400365" y="1500850"/>
              <a:ext cx="822990" cy="641223"/>
            </a:xfrm>
            <a:custGeom>
              <a:avLst/>
              <a:gdLst>
                <a:gd name="connsiteX0" fmla="*/ 405756 w 822990"/>
                <a:gd name="connsiteY0" fmla="*/ 641199 h 641223"/>
                <a:gd name="connsiteX1" fmla="*/ 182463 w 822990"/>
                <a:gd name="connsiteY1" fmla="*/ 641199 h 641223"/>
                <a:gd name="connsiteX2" fmla="*/ 25 w 822990"/>
                <a:gd name="connsiteY2" fmla="*/ 464729 h 641223"/>
                <a:gd name="connsiteX3" fmla="*/ 176495 w 822990"/>
                <a:gd name="connsiteY3" fmla="*/ 282292 h 641223"/>
                <a:gd name="connsiteX4" fmla="*/ 182463 w 822990"/>
                <a:gd name="connsiteY4" fmla="*/ 282292 h 641223"/>
                <a:gd name="connsiteX5" fmla="*/ 481229 w 822990"/>
                <a:gd name="connsiteY5" fmla="*/ 282292 h 641223"/>
                <a:gd name="connsiteX6" fmla="*/ 645821 w 822990"/>
                <a:gd name="connsiteY6" fmla="*/ 279513 h 641223"/>
                <a:gd name="connsiteX7" fmla="*/ 646467 w 822990"/>
                <a:gd name="connsiteY7" fmla="*/ 279513 h 641223"/>
                <a:gd name="connsiteX8" fmla="*/ 748755 w 822990"/>
                <a:gd name="connsiteY8" fmla="*/ 181682 h 641223"/>
                <a:gd name="connsiteX9" fmla="*/ 650923 w 822990"/>
                <a:gd name="connsiteY9" fmla="*/ 79393 h 641223"/>
                <a:gd name="connsiteX10" fmla="*/ 646467 w 822990"/>
                <a:gd name="connsiteY10" fmla="*/ 79393 h 641223"/>
                <a:gd name="connsiteX11" fmla="*/ 347253 w 822990"/>
                <a:gd name="connsiteY11" fmla="*/ 79393 h 641223"/>
                <a:gd name="connsiteX12" fmla="*/ 307557 w 822990"/>
                <a:gd name="connsiteY12" fmla="*/ 39697 h 641223"/>
                <a:gd name="connsiteX13" fmla="*/ 347253 w 822990"/>
                <a:gd name="connsiteY13" fmla="*/ 0 h 641223"/>
                <a:gd name="connsiteX14" fmla="*/ 646318 w 822990"/>
                <a:gd name="connsiteY14" fmla="*/ 0 h 641223"/>
                <a:gd name="connsiteX15" fmla="*/ 822969 w 822990"/>
                <a:gd name="connsiteY15" fmla="*/ 182262 h 641223"/>
                <a:gd name="connsiteX16" fmla="*/ 646665 w 822990"/>
                <a:gd name="connsiteY16" fmla="*/ 358906 h 641223"/>
                <a:gd name="connsiteX17" fmla="*/ 482073 w 822990"/>
                <a:gd name="connsiteY17" fmla="*/ 361685 h 641223"/>
                <a:gd name="connsiteX18" fmla="*/ 182264 w 822990"/>
                <a:gd name="connsiteY18" fmla="*/ 361685 h 641223"/>
                <a:gd name="connsiteX19" fmla="*/ 79976 w 822990"/>
                <a:gd name="connsiteY19" fmla="*/ 459517 h 641223"/>
                <a:gd name="connsiteX20" fmla="*/ 177808 w 822990"/>
                <a:gd name="connsiteY20" fmla="*/ 561805 h 641223"/>
                <a:gd name="connsiteX21" fmla="*/ 182264 w 822990"/>
                <a:gd name="connsiteY21" fmla="*/ 561805 h 641223"/>
                <a:gd name="connsiteX22" fmla="*/ 405558 w 822990"/>
                <a:gd name="connsiteY22" fmla="*/ 561805 h 641223"/>
                <a:gd name="connsiteX23" fmla="*/ 445254 w 822990"/>
                <a:gd name="connsiteY23" fmla="*/ 601502 h 641223"/>
                <a:gd name="connsiteX24" fmla="*/ 405558 w 822990"/>
                <a:gd name="connsiteY24" fmla="*/ 641199 h 64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2990" h="641223">
                  <a:moveTo>
                    <a:pt x="405756" y="641199"/>
                  </a:moveTo>
                  <a:lnTo>
                    <a:pt x="182463" y="641199"/>
                  </a:lnTo>
                  <a:cubicBezTo>
                    <a:pt x="83354" y="642847"/>
                    <a:pt x="1673" y="563839"/>
                    <a:pt x="25" y="464729"/>
                  </a:cubicBezTo>
                  <a:cubicBezTo>
                    <a:pt x="-1623" y="365620"/>
                    <a:pt x="77385" y="283940"/>
                    <a:pt x="176495" y="282292"/>
                  </a:cubicBezTo>
                  <a:cubicBezTo>
                    <a:pt x="178484" y="282259"/>
                    <a:pt x="180474" y="282259"/>
                    <a:pt x="182463" y="282292"/>
                  </a:cubicBezTo>
                  <a:lnTo>
                    <a:pt x="481229" y="282292"/>
                  </a:lnTo>
                  <a:lnTo>
                    <a:pt x="645821" y="279513"/>
                  </a:lnTo>
                  <a:lnTo>
                    <a:pt x="646467" y="279513"/>
                  </a:lnTo>
                  <a:cubicBezTo>
                    <a:pt x="701728" y="280744"/>
                    <a:pt x="747524" y="236943"/>
                    <a:pt x="748755" y="181682"/>
                  </a:cubicBezTo>
                  <a:cubicBezTo>
                    <a:pt x="749986" y="126420"/>
                    <a:pt x="706185" y="80624"/>
                    <a:pt x="650923" y="79393"/>
                  </a:cubicBezTo>
                  <a:cubicBezTo>
                    <a:pt x="649438" y="79360"/>
                    <a:pt x="647952" y="79360"/>
                    <a:pt x="646467" y="79393"/>
                  </a:cubicBezTo>
                  <a:lnTo>
                    <a:pt x="347253" y="79393"/>
                  </a:lnTo>
                  <a:cubicBezTo>
                    <a:pt x="325330" y="79393"/>
                    <a:pt x="307557" y="61620"/>
                    <a:pt x="307557" y="39697"/>
                  </a:cubicBezTo>
                  <a:cubicBezTo>
                    <a:pt x="307557" y="17773"/>
                    <a:pt x="325330" y="0"/>
                    <a:pt x="347253" y="0"/>
                  </a:cubicBezTo>
                  <a:lnTo>
                    <a:pt x="646318" y="0"/>
                  </a:lnTo>
                  <a:cubicBezTo>
                    <a:pt x="745429" y="1549"/>
                    <a:pt x="824518" y="83151"/>
                    <a:pt x="822969" y="182262"/>
                  </a:cubicBezTo>
                  <a:cubicBezTo>
                    <a:pt x="821455" y="279054"/>
                    <a:pt x="743454" y="357206"/>
                    <a:pt x="646665" y="358906"/>
                  </a:cubicBezTo>
                  <a:lnTo>
                    <a:pt x="482073" y="361685"/>
                  </a:lnTo>
                  <a:lnTo>
                    <a:pt x="182264" y="361685"/>
                  </a:lnTo>
                  <a:cubicBezTo>
                    <a:pt x="127003" y="360454"/>
                    <a:pt x="81207" y="404255"/>
                    <a:pt x="79976" y="459517"/>
                  </a:cubicBezTo>
                  <a:cubicBezTo>
                    <a:pt x="78745" y="514779"/>
                    <a:pt x="122546" y="560575"/>
                    <a:pt x="177808" y="561805"/>
                  </a:cubicBezTo>
                  <a:cubicBezTo>
                    <a:pt x="179293" y="561839"/>
                    <a:pt x="180779" y="561839"/>
                    <a:pt x="182264" y="561805"/>
                  </a:cubicBezTo>
                  <a:lnTo>
                    <a:pt x="405558" y="561805"/>
                  </a:lnTo>
                  <a:cubicBezTo>
                    <a:pt x="427482" y="561805"/>
                    <a:pt x="445254" y="579578"/>
                    <a:pt x="445254" y="601502"/>
                  </a:cubicBezTo>
                  <a:cubicBezTo>
                    <a:pt x="445254" y="623426"/>
                    <a:pt x="427482" y="641199"/>
                    <a:pt x="405558" y="6411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2" name="Picture Placeholder 45">
              <a:extLst>
                <a:ext uri="{FF2B5EF4-FFF2-40B4-BE49-F238E27FC236}">
                  <a16:creationId xmlns:a16="http://schemas.microsoft.com/office/drawing/2014/main" id="{447C41EF-0B3C-1042-B573-F611CBE201BD}"/>
                </a:ext>
              </a:extLst>
            </p:cNvPr>
            <p:cNvSpPr/>
            <p:nvPr/>
          </p:nvSpPr>
          <p:spPr>
            <a:xfrm>
              <a:off x="9717143" y="1953451"/>
              <a:ext cx="193768" cy="297763"/>
            </a:xfrm>
            <a:custGeom>
              <a:avLst/>
              <a:gdLst>
                <a:gd name="connsiteX0" fmla="*/ 49877 w 193768"/>
                <a:gd name="connsiteY0" fmla="*/ 297763 h 297763"/>
                <a:gd name="connsiteX1" fmla="*/ 10189 w 193768"/>
                <a:gd name="connsiteY1" fmla="*/ 258058 h 297763"/>
                <a:gd name="connsiteX2" fmla="*/ 21295 w 193768"/>
                <a:gd name="connsiteY2" fmla="*/ 230527 h 297763"/>
                <a:gd name="connsiteX3" fmla="*/ 97959 w 193768"/>
                <a:gd name="connsiteY3" fmla="*/ 151134 h 297763"/>
                <a:gd name="connsiteX4" fmla="*/ 12661 w 193768"/>
                <a:gd name="connsiteY4" fmla="*/ 68764 h 297763"/>
                <a:gd name="connsiteX5" fmla="*/ 10630 w 193768"/>
                <a:gd name="connsiteY5" fmla="*/ 12661 h 297763"/>
                <a:gd name="connsiteX6" fmla="*/ 66732 w 193768"/>
                <a:gd name="connsiteY6" fmla="*/ 10630 h 297763"/>
                <a:gd name="connsiteX7" fmla="*/ 67740 w 193768"/>
                <a:gd name="connsiteY7" fmla="*/ 11601 h 297763"/>
                <a:gd name="connsiteX8" fmla="*/ 181620 w 193768"/>
                <a:gd name="connsiteY8" fmla="*/ 121312 h 297763"/>
                <a:gd name="connsiteX9" fmla="*/ 182662 w 193768"/>
                <a:gd name="connsiteY9" fmla="*/ 177433 h 297763"/>
                <a:gd name="connsiteX10" fmla="*/ 78458 w 193768"/>
                <a:gd name="connsiteY10" fmla="*/ 285606 h 297763"/>
                <a:gd name="connsiteX11" fmla="*/ 49877 w 193768"/>
                <a:gd name="connsiteY11" fmla="*/ 297763 h 29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68" h="297763">
                  <a:moveTo>
                    <a:pt x="49877" y="297763"/>
                  </a:moveTo>
                  <a:cubicBezTo>
                    <a:pt x="27953" y="297759"/>
                    <a:pt x="10184" y="279982"/>
                    <a:pt x="10189" y="258058"/>
                  </a:cubicBezTo>
                  <a:cubicBezTo>
                    <a:pt x="10191" y="247790"/>
                    <a:pt x="14172" y="237923"/>
                    <a:pt x="21295" y="230527"/>
                  </a:cubicBezTo>
                  <a:lnTo>
                    <a:pt x="97959" y="151134"/>
                  </a:lnTo>
                  <a:lnTo>
                    <a:pt x="12661" y="68764"/>
                  </a:lnTo>
                  <a:cubicBezTo>
                    <a:pt x="-3392" y="53833"/>
                    <a:pt x="-4302" y="28715"/>
                    <a:pt x="10630" y="12661"/>
                  </a:cubicBezTo>
                  <a:cubicBezTo>
                    <a:pt x="25561" y="-3392"/>
                    <a:pt x="50679" y="-4302"/>
                    <a:pt x="66732" y="10630"/>
                  </a:cubicBezTo>
                  <a:cubicBezTo>
                    <a:pt x="67074" y="10947"/>
                    <a:pt x="67410" y="11271"/>
                    <a:pt x="67740" y="11601"/>
                  </a:cubicBezTo>
                  <a:lnTo>
                    <a:pt x="181620" y="121312"/>
                  </a:lnTo>
                  <a:cubicBezTo>
                    <a:pt x="197402" y="136523"/>
                    <a:pt x="197868" y="161647"/>
                    <a:pt x="182662" y="177433"/>
                  </a:cubicBezTo>
                  <a:lnTo>
                    <a:pt x="78458" y="285606"/>
                  </a:lnTo>
                  <a:cubicBezTo>
                    <a:pt x="70978" y="293372"/>
                    <a:pt x="60660" y="297761"/>
                    <a:pt x="49877" y="2977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3" name="Picture Placeholder 45">
              <a:extLst>
                <a:ext uri="{FF2B5EF4-FFF2-40B4-BE49-F238E27FC236}">
                  <a16:creationId xmlns:a16="http://schemas.microsoft.com/office/drawing/2014/main" id="{447C41EF-0B3C-1042-B573-F611CBE201BD}"/>
                </a:ext>
              </a:extLst>
            </p:cNvPr>
            <p:cNvSpPr/>
            <p:nvPr/>
          </p:nvSpPr>
          <p:spPr>
            <a:xfrm>
              <a:off x="9967785" y="1975968"/>
              <a:ext cx="252668" cy="252668"/>
            </a:xfrm>
            <a:custGeom>
              <a:avLst/>
              <a:gdLst>
                <a:gd name="connsiteX0" fmla="*/ 126334 w 252668"/>
                <a:gd name="connsiteY0" fmla="*/ 252669 h 252668"/>
                <a:gd name="connsiteX1" fmla="*/ 0 w 252668"/>
                <a:gd name="connsiteY1" fmla="*/ 126334 h 252668"/>
                <a:gd name="connsiteX2" fmla="*/ 126334 w 252668"/>
                <a:gd name="connsiteY2" fmla="*/ 0 h 252668"/>
                <a:gd name="connsiteX3" fmla="*/ 252669 w 252668"/>
                <a:gd name="connsiteY3" fmla="*/ 126334 h 252668"/>
                <a:gd name="connsiteX4" fmla="*/ 252669 w 252668"/>
                <a:gd name="connsiteY4" fmla="*/ 126384 h 252668"/>
                <a:gd name="connsiteX5" fmla="*/ 126334 w 252668"/>
                <a:gd name="connsiteY5" fmla="*/ 252668 h 252668"/>
                <a:gd name="connsiteX6" fmla="*/ 126334 w 252668"/>
                <a:gd name="connsiteY6" fmla="*/ 79393 h 252668"/>
                <a:gd name="connsiteX7" fmla="*/ 79393 w 252668"/>
                <a:gd name="connsiteY7" fmla="*/ 126334 h 252668"/>
                <a:gd name="connsiteX8" fmla="*/ 126334 w 252668"/>
                <a:gd name="connsiteY8" fmla="*/ 173276 h 252668"/>
                <a:gd name="connsiteX9" fmla="*/ 173276 w 252668"/>
                <a:gd name="connsiteY9" fmla="*/ 126334 h 252668"/>
                <a:gd name="connsiteX10" fmla="*/ 126334 w 252668"/>
                <a:gd name="connsiteY10" fmla="*/ 79393 h 25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668" h="252668">
                  <a:moveTo>
                    <a:pt x="126334" y="252669"/>
                  </a:moveTo>
                  <a:cubicBezTo>
                    <a:pt x="56562" y="252669"/>
                    <a:pt x="0" y="196107"/>
                    <a:pt x="0" y="126334"/>
                  </a:cubicBezTo>
                  <a:cubicBezTo>
                    <a:pt x="0" y="56562"/>
                    <a:pt x="56562" y="0"/>
                    <a:pt x="126334" y="0"/>
                  </a:cubicBezTo>
                  <a:cubicBezTo>
                    <a:pt x="196107" y="0"/>
                    <a:pt x="252669" y="56562"/>
                    <a:pt x="252669" y="126334"/>
                  </a:cubicBezTo>
                  <a:cubicBezTo>
                    <a:pt x="252669" y="126351"/>
                    <a:pt x="252669" y="126367"/>
                    <a:pt x="252669" y="126384"/>
                  </a:cubicBezTo>
                  <a:cubicBezTo>
                    <a:pt x="252559" y="196103"/>
                    <a:pt x="196054" y="252587"/>
                    <a:pt x="126334" y="252668"/>
                  </a:cubicBezTo>
                  <a:close/>
                  <a:moveTo>
                    <a:pt x="126334" y="79393"/>
                  </a:moveTo>
                  <a:cubicBezTo>
                    <a:pt x="100410" y="79393"/>
                    <a:pt x="79393" y="100409"/>
                    <a:pt x="79393" y="126334"/>
                  </a:cubicBezTo>
                  <a:cubicBezTo>
                    <a:pt x="79393" y="152259"/>
                    <a:pt x="100409" y="173276"/>
                    <a:pt x="126334" y="173276"/>
                  </a:cubicBezTo>
                  <a:cubicBezTo>
                    <a:pt x="152259" y="173276"/>
                    <a:pt x="173276" y="152259"/>
                    <a:pt x="173276" y="126334"/>
                  </a:cubicBezTo>
                  <a:cubicBezTo>
                    <a:pt x="173248" y="100421"/>
                    <a:pt x="152248" y="79421"/>
                    <a:pt x="12633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84" name="Picture Placeholder 45">
              <a:extLst>
                <a:ext uri="{FF2B5EF4-FFF2-40B4-BE49-F238E27FC236}">
                  <a16:creationId xmlns:a16="http://schemas.microsoft.com/office/drawing/2014/main" id="{447C41EF-0B3C-1042-B573-F611CBE201BD}"/>
                </a:ext>
              </a:extLst>
            </p:cNvPr>
            <p:cNvSpPr/>
            <p:nvPr/>
          </p:nvSpPr>
          <p:spPr>
            <a:xfrm>
              <a:off x="9520553" y="1422549"/>
              <a:ext cx="252668" cy="252668"/>
            </a:xfrm>
            <a:custGeom>
              <a:avLst/>
              <a:gdLst>
                <a:gd name="connsiteX0" fmla="*/ 126334 w 252668"/>
                <a:gd name="connsiteY0" fmla="*/ 252669 h 252668"/>
                <a:gd name="connsiteX1" fmla="*/ 0 w 252668"/>
                <a:gd name="connsiteY1" fmla="*/ 126334 h 252668"/>
                <a:gd name="connsiteX2" fmla="*/ 126334 w 252668"/>
                <a:gd name="connsiteY2" fmla="*/ 0 h 252668"/>
                <a:gd name="connsiteX3" fmla="*/ 252669 w 252668"/>
                <a:gd name="connsiteY3" fmla="*/ 126334 h 252668"/>
                <a:gd name="connsiteX4" fmla="*/ 126334 w 252668"/>
                <a:gd name="connsiteY4" fmla="*/ 252669 h 252668"/>
                <a:gd name="connsiteX5" fmla="*/ 126334 w 252668"/>
                <a:gd name="connsiteY5" fmla="*/ 79393 h 252668"/>
                <a:gd name="connsiteX6" fmla="*/ 79393 w 252668"/>
                <a:gd name="connsiteY6" fmla="*/ 126334 h 252668"/>
                <a:gd name="connsiteX7" fmla="*/ 126334 w 252668"/>
                <a:gd name="connsiteY7" fmla="*/ 173275 h 252668"/>
                <a:gd name="connsiteX8" fmla="*/ 173276 w 252668"/>
                <a:gd name="connsiteY8" fmla="*/ 126334 h 252668"/>
                <a:gd name="connsiteX9" fmla="*/ 126334 w 252668"/>
                <a:gd name="connsiteY9" fmla="*/ 79393 h 25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2668" h="252668">
                  <a:moveTo>
                    <a:pt x="126334" y="252669"/>
                  </a:moveTo>
                  <a:cubicBezTo>
                    <a:pt x="56562" y="252669"/>
                    <a:pt x="0" y="196107"/>
                    <a:pt x="0" y="126334"/>
                  </a:cubicBezTo>
                  <a:cubicBezTo>
                    <a:pt x="0" y="56562"/>
                    <a:pt x="56562" y="0"/>
                    <a:pt x="126334" y="0"/>
                  </a:cubicBezTo>
                  <a:cubicBezTo>
                    <a:pt x="196107" y="0"/>
                    <a:pt x="252669" y="56562"/>
                    <a:pt x="252669" y="126334"/>
                  </a:cubicBezTo>
                  <a:cubicBezTo>
                    <a:pt x="252587" y="196073"/>
                    <a:pt x="196073" y="252587"/>
                    <a:pt x="126334" y="252669"/>
                  </a:cubicBezTo>
                  <a:close/>
                  <a:moveTo>
                    <a:pt x="126334" y="79393"/>
                  </a:moveTo>
                  <a:cubicBezTo>
                    <a:pt x="100409" y="79393"/>
                    <a:pt x="79393" y="100409"/>
                    <a:pt x="79393" y="126334"/>
                  </a:cubicBezTo>
                  <a:cubicBezTo>
                    <a:pt x="79393" y="152259"/>
                    <a:pt x="100409" y="173275"/>
                    <a:pt x="126334" y="173275"/>
                  </a:cubicBezTo>
                  <a:cubicBezTo>
                    <a:pt x="152259" y="173275"/>
                    <a:pt x="173276" y="152259"/>
                    <a:pt x="173276" y="126334"/>
                  </a:cubicBezTo>
                  <a:cubicBezTo>
                    <a:pt x="173248" y="100421"/>
                    <a:pt x="152248" y="79420"/>
                    <a:pt x="12633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86601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0EF158-D32A-A842-85E3-4BF4C523B40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D8AAF9F-75D8-734C-A23A-C9D238BC9B92}"/>
              </a:ext>
            </a:extLst>
          </p:cNvPr>
          <p:cNvGrpSpPr>
            <a:grpSpLocks noChangeAspect="1"/>
          </p:cNvGrpSpPr>
          <p:nvPr/>
        </p:nvGrpSpPr>
        <p:grpSpPr>
          <a:xfrm>
            <a:off x="1502867" y="1419274"/>
            <a:ext cx="813385" cy="836915"/>
            <a:chOff x="1502867" y="1419274"/>
            <a:chExt cx="813385" cy="836915"/>
          </a:xfrm>
        </p:grpSpPr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2ECFB032-E0B3-8D4F-B64E-DC6EEA7C1C99}"/>
                </a:ext>
              </a:extLst>
            </p:cNvPr>
            <p:cNvGrpSpPr/>
            <p:nvPr/>
          </p:nvGrpSpPr>
          <p:grpSpPr>
            <a:xfrm>
              <a:off x="1714728" y="1419274"/>
              <a:ext cx="601524" cy="836915"/>
              <a:chOff x="1714728" y="1419274"/>
              <a:chExt cx="601524" cy="836915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C3112B48-715C-A84B-91BB-C74B034C5B7D}"/>
                  </a:ext>
                </a:extLst>
              </p:cNvPr>
              <p:cNvSpPr/>
              <p:nvPr/>
            </p:nvSpPr>
            <p:spPr>
              <a:xfrm rot="17995800">
                <a:off x="1916378" y="1805719"/>
                <a:ext cx="79393" cy="346402"/>
              </a:xfrm>
              <a:custGeom>
                <a:avLst/>
                <a:gdLst>
                  <a:gd name="connsiteX0" fmla="*/ 0 w 79393"/>
                  <a:gd name="connsiteY0" fmla="*/ 0 h 346402"/>
                  <a:gd name="connsiteX1" fmla="*/ 79393 w 79393"/>
                  <a:gd name="connsiteY1" fmla="*/ 0 h 346402"/>
                  <a:gd name="connsiteX2" fmla="*/ 79393 w 79393"/>
                  <a:gd name="connsiteY2" fmla="*/ 346402 h 346402"/>
                  <a:gd name="connsiteX3" fmla="*/ 0 w 79393"/>
                  <a:gd name="connsiteY3" fmla="*/ 346402 h 346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3" h="346402">
                    <a:moveTo>
                      <a:pt x="0" y="0"/>
                    </a:moveTo>
                    <a:lnTo>
                      <a:pt x="79393" y="0"/>
                    </a:lnTo>
                    <a:lnTo>
                      <a:pt x="79393" y="346402"/>
                    </a:lnTo>
                    <a:lnTo>
                      <a:pt x="0" y="346402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9B80F638-A29E-FD41-8720-F95D946EFDD7}"/>
                  </a:ext>
                </a:extLst>
              </p:cNvPr>
              <p:cNvSpPr/>
              <p:nvPr/>
            </p:nvSpPr>
            <p:spPr>
              <a:xfrm rot="19827600">
                <a:off x="1714728" y="1665058"/>
                <a:ext cx="414879" cy="79393"/>
              </a:xfrm>
              <a:custGeom>
                <a:avLst/>
                <a:gdLst>
                  <a:gd name="connsiteX0" fmla="*/ 0 w 414879"/>
                  <a:gd name="connsiteY0" fmla="*/ 0 h 79393"/>
                  <a:gd name="connsiteX1" fmla="*/ 414879 w 414879"/>
                  <a:gd name="connsiteY1" fmla="*/ 0 h 79393"/>
                  <a:gd name="connsiteX2" fmla="*/ 414879 w 414879"/>
                  <a:gd name="connsiteY2" fmla="*/ 79393 h 79393"/>
                  <a:gd name="connsiteX3" fmla="*/ 0 w 414879"/>
                  <a:gd name="connsiteY3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879" h="79393">
                    <a:moveTo>
                      <a:pt x="0" y="0"/>
                    </a:moveTo>
                    <a:lnTo>
                      <a:pt x="414879" y="0"/>
                    </a:lnTo>
                    <a:lnTo>
                      <a:pt x="414879" y="79393"/>
                    </a:lnTo>
                    <a:lnTo>
                      <a:pt x="0" y="79393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A45BC00-5C6A-4B4E-B375-9A4B362603F3}"/>
                  </a:ext>
                </a:extLst>
              </p:cNvPr>
              <p:cNvSpPr/>
              <p:nvPr/>
            </p:nvSpPr>
            <p:spPr>
              <a:xfrm>
                <a:off x="2050678" y="1419274"/>
                <a:ext cx="265573" cy="267455"/>
              </a:xfrm>
              <a:custGeom>
                <a:avLst/>
                <a:gdLst>
                  <a:gd name="connsiteX0" fmla="*/ 132787 w 265573"/>
                  <a:gd name="connsiteY0" fmla="*/ 267456 h 267455"/>
                  <a:gd name="connsiteX1" fmla="*/ 2 w 265573"/>
                  <a:gd name="connsiteY1" fmla="*/ 132785 h 267455"/>
                  <a:gd name="connsiteX2" fmla="*/ 132787 w 265573"/>
                  <a:gd name="connsiteY2" fmla="*/ 0 h 267455"/>
                  <a:gd name="connsiteX3" fmla="*/ 265572 w 265573"/>
                  <a:gd name="connsiteY3" fmla="*/ 132785 h 267455"/>
                  <a:gd name="connsiteX4" fmla="*/ 132787 w 265573"/>
                  <a:gd name="connsiteY4" fmla="*/ 267456 h 267455"/>
                  <a:gd name="connsiteX5" fmla="*/ 132787 w 265573"/>
                  <a:gd name="connsiteY5" fmla="*/ 77557 h 267455"/>
                  <a:gd name="connsiteX6" fmla="*/ 79395 w 265573"/>
                  <a:gd name="connsiteY6" fmla="*/ 132785 h 267455"/>
                  <a:gd name="connsiteX7" fmla="*/ 130485 w 265573"/>
                  <a:gd name="connsiteY7" fmla="*/ 188479 h 267455"/>
                  <a:gd name="connsiteX8" fmla="*/ 186179 w 265573"/>
                  <a:gd name="connsiteY8" fmla="*/ 137390 h 267455"/>
                  <a:gd name="connsiteX9" fmla="*/ 186179 w 265573"/>
                  <a:gd name="connsiteY9" fmla="*/ 132785 h 267455"/>
                  <a:gd name="connsiteX10" fmla="*/ 132787 w 265573"/>
                  <a:gd name="connsiteY10" fmla="*/ 77706 h 26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5573" h="267455">
                    <a:moveTo>
                      <a:pt x="132787" y="267456"/>
                    </a:moveTo>
                    <a:cubicBezTo>
                      <a:pt x="58988" y="266800"/>
                      <a:pt x="-384" y="206586"/>
                      <a:pt x="2" y="132785"/>
                    </a:cubicBezTo>
                    <a:cubicBezTo>
                      <a:pt x="2" y="59450"/>
                      <a:pt x="59452" y="0"/>
                      <a:pt x="132787" y="0"/>
                    </a:cubicBezTo>
                    <a:cubicBezTo>
                      <a:pt x="206122" y="0"/>
                      <a:pt x="265572" y="59450"/>
                      <a:pt x="265572" y="132785"/>
                    </a:cubicBezTo>
                    <a:cubicBezTo>
                      <a:pt x="265958" y="206586"/>
                      <a:pt x="206586" y="266800"/>
                      <a:pt x="132787" y="267456"/>
                    </a:cubicBezTo>
                    <a:close/>
                    <a:moveTo>
                      <a:pt x="132787" y="77557"/>
                    </a:moveTo>
                    <a:cubicBezTo>
                      <a:pt x="102855" y="78208"/>
                      <a:pt x="79034" y="102848"/>
                      <a:pt x="79395" y="132785"/>
                    </a:cubicBezTo>
                    <a:cubicBezTo>
                      <a:pt x="78124" y="162272"/>
                      <a:pt x="100997" y="187208"/>
                      <a:pt x="130485" y="188479"/>
                    </a:cubicBezTo>
                    <a:cubicBezTo>
                      <a:pt x="159972" y="189751"/>
                      <a:pt x="184907" y="166877"/>
                      <a:pt x="186179" y="137390"/>
                    </a:cubicBezTo>
                    <a:cubicBezTo>
                      <a:pt x="186245" y="135856"/>
                      <a:pt x="186245" y="134319"/>
                      <a:pt x="186179" y="132785"/>
                    </a:cubicBezTo>
                    <a:cubicBezTo>
                      <a:pt x="186458" y="102906"/>
                      <a:pt x="162660" y="78357"/>
                      <a:pt x="132787" y="777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C2D9306D-2145-4848-87CF-4AEEDBAEFCA1}"/>
                  </a:ext>
                </a:extLst>
              </p:cNvPr>
              <p:cNvSpPr/>
              <p:nvPr/>
            </p:nvSpPr>
            <p:spPr>
              <a:xfrm>
                <a:off x="2046909" y="1986848"/>
                <a:ext cx="269343" cy="269341"/>
              </a:xfrm>
              <a:custGeom>
                <a:avLst/>
                <a:gdLst>
                  <a:gd name="connsiteX0" fmla="*/ 136557 w 269343"/>
                  <a:gd name="connsiteY0" fmla="*/ 269328 h 269341"/>
                  <a:gd name="connsiteX1" fmla="*/ 13 w 269343"/>
                  <a:gd name="connsiteY1" fmla="*/ 136556 h 269341"/>
                  <a:gd name="connsiteX2" fmla="*/ 132785 w 269343"/>
                  <a:gd name="connsiteY2" fmla="*/ 13 h 269341"/>
                  <a:gd name="connsiteX3" fmla="*/ 269328 w 269343"/>
                  <a:gd name="connsiteY3" fmla="*/ 132785 h 269341"/>
                  <a:gd name="connsiteX4" fmla="*/ 269342 w 269343"/>
                  <a:gd name="connsiteY4" fmla="*/ 134707 h 269341"/>
                  <a:gd name="connsiteX5" fmla="*/ 136557 w 269343"/>
                  <a:gd name="connsiteY5" fmla="*/ 269328 h 269341"/>
                  <a:gd name="connsiteX6" fmla="*/ 136557 w 269343"/>
                  <a:gd name="connsiteY6" fmla="*/ 79430 h 269341"/>
                  <a:gd name="connsiteX7" fmla="*/ 79426 w 269343"/>
                  <a:gd name="connsiteY7" fmla="*/ 132790 h 269341"/>
                  <a:gd name="connsiteX8" fmla="*/ 132785 w 269343"/>
                  <a:gd name="connsiteY8" fmla="*/ 189920 h 269341"/>
                  <a:gd name="connsiteX9" fmla="*/ 189916 w 269343"/>
                  <a:gd name="connsiteY9" fmla="*/ 136561 h 269341"/>
                  <a:gd name="connsiteX10" fmla="*/ 189949 w 269343"/>
                  <a:gd name="connsiteY10" fmla="*/ 134707 h 269341"/>
                  <a:gd name="connsiteX11" fmla="*/ 136557 w 269343"/>
                  <a:gd name="connsiteY11" fmla="*/ 79579 h 26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343" h="269341">
                    <a:moveTo>
                      <a:pt x="136557" y="269328"/>
                    </a:moveTo>
                    <a:cubicBezTo>
                      <a:pt x="62187" y="270370"/>
                      <a:pt x="1055" y="210926"/>
                      <a:pt x="13" y="136556"/>
                    </a:cubicBezTo>
                    <a:cubicBezTo>
                      <a:pt x="-1028" y="62187"/>
                      <a:pt x="58416" y="1055"/>
                      <a:pt x="132785" y="13"/>
                    </a:cubicBezTo>
                    <a:cubicBezTo>
                      <a:pt x="207155" y="-1028"/>
                      <a:pt x="268287" y="58416"/>
                      <a:pt x="269328" y="132785"/>
                    </a:cubicBezTo>
                    <a:cubicBezTo>
                      <a:pt x="269337" y="133426"/>
                      <a:pt x="269342" y="134067"/>
                      <a:pt x="269342" y="134707"/>
                    </a:cubicBezTo>
                    <a:cubicBezTo>
                      <a:pt x="269700" y="208489"/>
                      <a:pt x="210336" y="268673"/>
                      <a:pt x="136557" y="269328"/>
                    </a:cubicBezTo>
                    <a:close/>
                    <a:moveTo>
                      <a:pt x="136557" y="79430"/>
                    </a:moveTo>
                    <a:cubicBezTo>
                      <a:pt x="106045" y="78388"/>
                      <a:pt x="80467" y="102278"/>
                      <a:pt x="79426" y="132790"/>
                    </a:cubicBezTo>
                    <a:cubicBezTo>
                      <a:pt x="78384" y="163301"/>
                      <a:pt x="102274" y="188879"/>
                      <a:pt x="132785" y="189920"/>
                    </a:cubicBezTo>
                    <a:cubicBezTo>
                      <a:pt x="163297" y="190962"/>
                      <a:pt x="188875" y="167072"/>
                      <a:pt x="189916" y="136561"/>
                    </a:cubicBezTo>
                    <a:cubicBezTo>
                      <a:pt x="189937" y="135943"/>
                      <a:pt x="189948" y="135325"/>
                      <a:pt x="189949" y="134707"/>
                    </a:cubicBezTo>
                    <a:cubicBezTo>
                      <a:pt x="190255" y="104809"/>
                      <a:pt x="166449" y="80229"/>
                      <a:pt x="136557" y="795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0A844F04-FF19-DF41-830A-9CD3607B9634}"/>
                </a:ext>
              </a:extLst>
            </p:cNvPr>
            <p:cNvSpPr/>
            <p:nvPr/>
          </p:nvSpPr>
          <p:spPr>
            <a:xfrm>
              <a:off x="1568218" y="1584362"/>
              <a:ext cx="221606" cy="221605"/>
            </a:xfrm>
            <a:custGeom>
              <a:avLst/>
              <a:gdLst>
                <a:gd name="connsiteX0" fmla="*/ 110605 w 221606"/>
                <a:gd name="connsiteY0" fmla="*/ 221606 h 221605"/>
                <a:gd name="connsiteX1" fmla="*/ 0 w 221606"/>
                <a:gd name="connsiteY1" fmla="*/ 110605 h 221605"/>
                <a:gd name="connsiteX2" fmla="*/ 111002 w 221606"/>
                <a:gd name="connsiteY2" fmla="*/ 0 h 221605"/>
                <a:gd name="connsiteX3" fmla="*/ 221606 w 221606"/>
                <a:gd name="connsiteY3" fmla="*/ 110803 h 221605"/>
                <a:gd name="connsiteX4" fmla="*/ 110605 w 221606"/>
                <a:gd name="connsiteY4" fmla="*/ 221606 h 221605"/>
                <a:gd name="connsiteX5" fmla="*/ 110605 w 221606"/>
                <a:gd name="connsiteY5" fmla="*/ 79443 h 221605"/>
                <a:gd name="connsiteX6" fmla="*/ 79195 w 221606"/>
                <a:gd name="connsiteY6" fmla="*/ 110852 h 221605"/>
                <a:gd name="connsiteX7" fmla="*/ 110605 w 221606"/>
                <a:gd name="connsiteY7" fmla="*/ 142262 h 221605"/>
                <a:gd name="connsiteX8" fmla="*/ 142015 w 221606"/>
                <a:gd name="connsiteY8" fmla="*/ 110852 h 221605"/>
                <a:gd name="connsiteX9" fmla="*/ 142015 w 221606"/>
                <a:gd name="connsiteY9" fmla="*/ 110803 h 221605"/>
                <a:gd name="connsiteX10" fmla="*/ 110654 w 221606"/>
                <a:gd name="connsiteY10" fmla="*/ 79443 h 221605"/>
                <a:gd name="connsiteX11" fmla="*/ 110605 w 221606"/>
                <a:gd name="connsiteY11" fmla="*/ 79443 h 22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06" h="221605">
                  <a:moveTo>
                    <a:pt x="110605" y="221606"/>
                  </a:moveTo>
                  <a:cubicBezTo>
                    <a:pt x="49410" y="221496"/>
                    <a:pt x="-109" y="171799"/>
                    <a:pt x="0" y="110605"/>
                  </a:cubicBezTo>
                  <a:cubicBezTo>
                    <a:pt x="110" y="49410"/>
                    <a:pt x="49807" y="-109"/>
                    <a:pt x="111002" y="0"/>
                  </a:cubicBezTo>
                  <a:cubicBezTo>
                    <a:pt x="172119" y="110"/>
                    <a:pt x="221606" y="49686"/>
                    <a:pt x="221606" y="110803"/>
                  </a:cubicBezTo>
                  <a:cubicBezTo>
                    <a:pt x="221551" y="172052"/>
                    <a:pt x="171854" y="221661"/>
                    <a:pt x="110605" y="221606"/>
                  </a:cubicBezTo>
                  <a:close/>
                  <a:moveTo>
                    <a:pt x="110605" y="79443"/>
                  </a:moveTo>
                  <a:cubicBezTo>
                    <a:pt x="93257" y="79443"/>
                    <a:pt x="79195" y="93505"/>
                    <a:pt x="79195" y="110852"/>
                  </a:cubicBezTo>
                  <a:cubicBezTo>
                    <a:pt x="79195" y="128200"/>
                    <a:pt x="93258" y="142262"/>
                    <a:pt x="110605" y="142262"/>
                  </a:cubicBezTo>
                  <a:cubicBezTo>
                    <a:pt x="127952" y="142262"/>
                    <a:pt x="142015" y="128200"/>
                    <a:pt x="142015" y="110852"/>
                  </a:cubicBezTo>
                  <a:cubicBezTo>
                    <a:pt x="142015" y="110836"/>
                    <a:pt x="142015" y="110819"/>
                    <a:pt x="142015" y="110803"/>
                  </a:cubicBezTo>
                  <a:cubicBezTo>
                    <a:pt x="142015" y="93483"/>
                    <a:pt x="127974" y="79443"/>
                    <a:pt x="110654" y="79443"/>
                  </a:cubicBezTo>
                  <a:cubicBezTo>
                    <a:pt x="110638" y="79443"/>
                    <a:pt x="110621" y="79443"/>
                    <a:pt x="110605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46F074F-38C3-B949-A3A5-B0CA3DE11A41}"/>
                </a:ext>
              </a:extLst>
            </p:cNvPr>
            <p:cNvSpPr/>
            <p:nvPr/>
          </p:nvSpPr>
          <p:spPr>
            <a:xfrm>
              <a:off x="1502867" y="1772821"/>
              <a:ext cx="362231" cy="268745"/>
            </a:xfrm>
            <a:custGeom>
              <a:avLst/>
              <a:gdLst>
                <a:gd name="connsiteX0" fmla="*/ 322535 w 362231"/>
                <a:gd name="connsiteY0" fmla="*/ 268746 h 268745"/>
                <a:gd name="connsiteX1" fmla="*/ 282838 w 362231"/>
                <a:gd name="connsiteY1" fmla="*/ 229049 h 268745"/>
                <a:gd name="connsiteX2" fmla="*/ 282838 w 362231"/>
                <a:gd name="connsiteY2" fmla="*/ 181116 h 268745"/>
                <a:gd name="connsiteX3" fmla="*/ 181116 w 362231"/>
                <a:gd name="connsiteY3" fmla="*/ 79393 h 268745"/>
                <a:gd name="connsiteX4" fmla="*/ 79393 w 362231"/>
                <a:gd name="connsiteY4" fmla="*/ 181116 h 268745"/>
                <a:gd name="connsiteX5" fmla="*/ 79393 w 362231"/>
                <a:gd name="connsiteY5" fmla="*/ 229049 h 268745"/>
                <a:gd name="connsiteX6" fmla="*/ 39697 w 362231"/>
                <a:gd name="connsiteY6" fmla="*/ 268746 h 268745"/>
                <a:gd name="connsiteX7" fmla="*/ 0 w 362231"/>
                <a:gd name="connsiteY7" fmla="*/ 229049 h 268745"/>
                <a:gd name="connsiteX8" fmla="*/ 0 w 362231"/>
                <a:gd name="connsiteY8" fmla="*/ 181116 h 268745"/>
                <a:gd name="connsiteX9" fmla="*/ 181116 w 362231"/>
                <a:gd name="connsiteY9" fmla="*/ 0 h 268745"/>
                <a:gd name="connsiteX10" fmla="*/ 362231 w 362231"/>
                <a:gd name="connsiteY10" fmla="*/ 181116 h 268745"/>
                <a:gd name="connsiteX11" fmla="*/ 362231 w 362231"/>
                <a:gd name="connsiteY11" fmla="*/ 229049 h 268745"/>
                <a:gd name="connsiteX12" fmla="*/ 322535 w 362231"/>
                <a:gd name="connsiteY12" fmla="*/ 268746 h 26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231" h="268745">
                  <a:moveTo>
                    <a:pt x="322535" y="268746"/>
                  </a:moveTo>
                  <a:cubicBezTo>
                    <a:pt x="300611" y="268746"/>
                    <a:pt x="282838" y="250973"/>
                    <a:pt x="282838" y="229049"/>
                  </a:cubicBezTo>
                  <a:lnTo>
                    <a:pt x="282838" y="181116"/>
                  </a:lnTo>
                  <a:cubicBezTo>
                    <a:pt x="282838" y="124936"/>
                    <a:pt x="237296" y="79393"/>
                    <a:pt x="181116" y="79393"/>
                  </a:cubicBezTo>
                  <a:cubicBezTo>
                    <a:pt x="124936" y="79393"/>
                    <a:pt x="79393" y="124936"/>
                    <a:pt x="79393" y="181116"/>
                  </a:cubicBezTo>
                  <a:lnTo>
                    <a:pt x="79393" y="229049"/>
                  </a:lnTo>
                  <a:cubicBezTo>
                    <a:pt x="79393" y="250973"/>
                    <a:pt x="61620" y="268746"/>
                    <a:pt x="39697" y="268746"/>
                  </a:cubicBezTo>
                  <a:cubicBezTo>
                    <a:pt x="17773" y="268746"/>
                    <a:pt x="0" y="250973"/>
                    <a:pt x="0" y="229049"/>
                  </a:cubicBezTo>
                  <a:lnTo>
                    <a:pt x="0" y="181116"/>
                  </a:lnTo>
                  <a:cubicBezTo>
                    <a:pt x="0" y="81088"/>
                    <a:pt x="81088" y="0"/>
                    <a:pt x="181116" y="0"/>
                  </a:cubicBezTo>
                  <a:cubicBezTo>
                    <a:pt x="281143" y="0"/>
                    <a:pt x="362231" y="81088"/>
                    <a:pt x="362231" y="181116"/>
                  </a:cubicBezTo>
                  <a:lnTo>
                    <a:pt x="362231" y="229049"/>
                  </a:lnTo>
                  <a:cubicBezTo>
                    <a:pt x="362231" y="250973"/>
                    <a:pt x="344459" y="268746"/>
                    <a:pt x="322535" y="26874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6C22DAD7-0060-7246-AC51-78FEC553BFF3}"/>
              </a:ext>
            </a:extLst>
          </p:cNvPr>
          <p:cNvGrpSpPr>
            <a:grpSpLocks noChangeAspect="1"/>
          </p:cNvGrpSpPr>
          <p:nvPr/>
        </p:nvGrpSpPr>
        <p:grpSpPr>
          <a:xfrm>
            <a:off x="2852430" y="1452321"/>
            <a:ext cx="749273" cy="769120"/>
            <a:chOff x="2852430" y="1452321"/>
            <a:chExt cx="749273" cy="769120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987B476C-7380-4E4F-B3F9-C4A95C702595}"/>
                </a:ext>
              </a:extLst>
            </p:cNvPr>
            <p:cNvSpPr/>
            <p:nvPr/>
          </p:nvSpPr>
          <p:spPr>
            <a:xfrm>
              <a:off x="2852430" y="1452321"/>
              <a:ext cx="352307" cy="769120"/>
            </a:xfrm>
            <a:custGeom>
              <a:avLst/>
              <a:gdLst>
                <a:gd name="connsiteX0" fmla="*/ 302687 w 352307"/>
                <a:gd name="connsiteY0" fmla="*/ 769121 h 769120"/>
                <a:gd name="connsiteX1" fmla="*/ 39697 w 352307"/>
                <a:gd name="connsiteY1" fmla="*/ 769121 h 769120"/>
                <a:gd name="connsiteX2" fmla="*/ 0 w 352307"/>
                <a:gd name="connsiteY2" fmla="*/ 729424 h 769120"/>
                <a:gd name="connsiteX3" fmla="*/ 0 w 352307"/>
                <a:gd name="connsiteY3" fmla="*/ 39697 h 769120"/>
                <a:gd name="connsiteX4" fmla="*/ 39697 w 352307"/>
                <a:gd name="connsiteY4" fmla="*/ 0 h 769120"/>
                <a:gd name="connsiteX5" fmla="*/ 312611 w 352307"/>
                <a:gd name="connsiteY5" fmla="*/ 0 h 769120"/>
                <a:gd name="connsiteX6" fmla="*/ 352307 w 352307"/>
                <a:gd name="connsiteY6" fmla="*/ 39697 h 769120"/>
                <a:gd name="connsiteX7" fmla="*/ 312611 w 352307"/>
                <a:gd name="connsiteY7" fmla="*/ 79393 h 769120"/>
                <a:gd name="connsiteX8" fmla="*/ 79393 w 352307"/>
                <a:gd name="connsiteY8" fmla="*/ 79393 h 769120"/>
                <a:gd name="connsiteX9" fmla="*/ 79393 w 352307"/>
                <a:gd name="connsiteY9" fmla="*/ 689728 h 769120"/>
                <a:gd name="connsiteX10" fmla="*/ 302687 w 352307"/>
                <a:gd name="connsiteY10" fmla="*/ 689728 h 769120"/>
                <a:gd name="connsiteX11" fmla="*/ 342383 w 352307"/>
                <a:gd name="connsiteY11" fmla="*/ 729424 h 769120"/>
                <a:gd name="connsiteX12" fmla="*/ 302687 w 352307"/>
                <a:gd name="connsiteY12" fmla="*/ 769121 h 7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307" h="769120">
                  <a:moveTo>
                    <a:pt x="302687" y="769121"/>
                  </a:moveTo>
                  <a:lnTo>
                    <a:pt x="39697" y="769121"/>
                  </a:lnTo>
                  <a:cubicBezTo>
                    <a:pt x="17773" y="769121"/>
                    <a:pt x="0" y="751348"/>
                    <a:pt x="0" y="7294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12611" y="0"/>
                  </a:lnTo>
                  <a:cubicBezTo>
                    <a:pt x="334535" y="0"/>
                    <a:pt x="352307" y="17773"/>
                    <a:pt x="352307" y="39697"/>
                  </a:cubicBezTo>
                  <a:cubicBezTo>
                    <a:pt x="352307" y="61620"/>
                    <a:pt x="334535" y="79393"/>
                    <a:pt x="312611" y="79393"/>
                  </a:cubicBezTo>
                  <a:lnTo>
                    <a:pt x="79393" y="79393"/>
                  </a:lnTo>
                  <a:lnTo>
                    <a:pt x="79393" y="689728"/>
                  </a:lnTo>
                  <a:lnTo>
                    <a:pt x="302687" y="689728"/>
                  </a:lnTo>
                  <a:cubicBezTo>
                    <a:pt x="324610" y="689728"/>
                    <a:pt x="342383" y="707500"/>
                    <a:pt x="342383" y="729424"/>
                  </a:cubicBezTo>
                  <a:cubicBezTo>
                    <a:pt x="342383" y="751348"/>
                    <a:pt x="324610" y="769121"/>
                    <a:pt x="302687" y="7691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39F7AF0-6D79-FD4A-BAAC-0267365BE575}"/>
                </a:ext>
              </a:extLst>
            </p:cNvPr>
            <p:cNvSpPr/>
            <p:nvPr/>
          </p:nvSpPr>
          <p:spPr>
            <a:xfrm>
              <a:off x="3105496" y="1477132"/>
              <a:ext cx="496207" cy="734386"/>
            </a:xfrm>
            <a:custGeom>
              <a:avLst/>
              <a:gdLst>
                <a:gd name="connsiteX0" fmla="*/ 456511 w 496207"/>
                <a:gd name="connsiteY0" fmla="*/ 734386 h 734386"/>
                <a:gd name="connsiteX1" fmla="*/ 183597 w 496207"/>
                <a:gd name="connsiteY1" fmla="*/ 734386 h 734386"/>
                <a:gd name="connsiteX2" fmla="*/ 143900 w 496207"/>
                <a:gd name="connsiteY2" fmla="*/ 694690 h 734386"/>
                <a:gd name="connsiteX3" fmla="*/ 183597 w 496207"/>
                <a:gd name="connsiteY3" fmla="*/ 654993 h 734386"/>
                <a:gd name="connsiteX4" fmla="*/ 416814 w 496207"/>
                <a:gd name="connsiteY4" fmla="*/ 654993 h 734386"/>
                <a:gd name="connsiteX5" fmla="*/ 416814 w 496207"/>
                <a:gd name="connsiteY5" fmla="*/ 79393 h 734386"/>
                <a:gd name="connsiteX6" fmla="*/ 233217 w 496207"/>
                <a:gd name="connsiteY6" fmla="*/ 79393 h 734386"/>
                <a:gd name="connsiteX7" fmla="*/ 233217 w 496207"/>
                <a:gd name="connsiteY7" fmla="*/ 163748 h 734386"/>
                <a:gd name="connsiteX8" fmla="*/ 193521 w 496207"/>
                <a:gd name="connsiteY8" fmla="*/ 203445 h 734386"/>
                <a:gd name="connsiteX9" fmla="*/ 79393 w 496207"/>
                <a:gd name="connsiteY9" fmla="*/ 203445 h 734386"/>
                <a:gd name="connsiteX10" fmla="*/ 79393 w 496207"/>
                <a:gd name="connsiteY10" fmla="*/ 303679 h 734386"/>
                <a:gd name="connsiteX11" fmla="*/ 39697 w 496207"/>
                <a:gd name="connsiteY11" fmla="*/ 343375 h 734386"/>
                <a:gd name="connsiteX12" fmla="*/ 0 w 496207"/>
                <a:gd name="connsiteY12" fmla="*/ 303679 h 734386"/>
                <a:gd name="connsiteX13" fmla="*/ 0 w 496207"/>
                <a:gd name="connsiteY13" fmla="*/ 163748 h 734386"/>
                <a:gd name="connsiteX14" fmla="*/ 39697 w 496207"/>
                <a:gd name="connsiteY14" fmla="*/ 124052 h 734386"/>
                <a:gd name="connsiteX15" fmla="*/ 153824 w 496207"/>
                <a:gd name="connsiteY15" fmla="*/ 124052 h 734386"/>
                <a:gd name="connsiteX16" fmla="*/ 153824 w 496207"/>
                <a:gd name="connsiteY16" fmla="*/ 39697 h 734386"/>
                <a:gd name="connsiteX17" fmla="*/ 193521 w 496207"/>
                <a:gd name="connsiteY17" fmla="*/ 0 h 734386"/>
                <a:gd name="connsiteX18" fmla="*/ 456511 w 496207"/>
                <a:gd name="connsiteY18" fmla="*/ 0 h 734386"/>
                <a:gd name="connsiteX19" fmla="*/ 496207 w 496207"/>
                <a:gd name="connsiteY19" fmla="*/ 39697 h 734386"/>
                <a:gd name="connsiteX20" fmla="*/ 496207 w 496207"/>
                <a:gd name="connsiteY20" fmla="*/ 694690 h 734386"/>
                <a:gd name="connsiteX21" fmla="*/ 456511 w 496207"/>
                <a:gd name="connsiteY21" fmla="*/ 734386 h 73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6207" h="734386">
                  <a:moveTo>
                    <a:pt x="456511" y="734386"/>
                  </a:moveTo>
                  <a:lnTo>
                    <a:pt x="183597" y="734386"/>
                  </a:lnTo>
                  <a:cubicBezTo>
                    <a:pt x="161673" y="734386"/>
                    <a:pt x="143900" y="716613"/>
                    <a:pt x="143900" y="694690"/>
                  </a:cubicBezTo>
                  <a:cubicBezTo>
                    <a:pt x="143900" y="672766"/>
                    <a:pt x="161673" y="654993"/>
                    <a:pt x="183597" y="654993"/>
                  </a:cubicBezTo>
                  <a:lnTo>
                    <a:pt x="416814" y="654993"/>
                  </a:lnTo>
                  <a:lnTo>
                    <a:pt x="416814" y="79393"/>
                  </a:lnTo>
                  <a:lnTo>
                    <a:pt x="233217" y="79393"/>
                  </a:lnTo>
                  <a:lnTo>
                    <a:pt x="233217" y="163748"/>
                  </a:lnTo>
                  <a:cubicBezTo>
                    <a:pt x="233217" y="185672"/>
                    <a:pt x="215445" y="203445"/>
                    <a:pt x="193521" y="203445"/>
                  </a:cubicBezTo>
                  <a:lnTo>
                    <a:pt x="79393" y="203445"/>
                  </a:lnTo>
                  <a:lnTo>
                    <a:pt x="79393" y="303679"/>
                  </a:lnTo>
                  <a:cubicBezTo>
                    <a:pt x="79393" y="325602"/>
                    <a:pt x="61620" y="343375"/>
                    <a:pt x="39697" y="343375"/>
                  </a:cubicBezTo>
                  <a:cubicBezTo>
                    <a:pt x="17773" y="343375"/>
                    <a:pt x="0" y="325602"/>
                    <a:pt x="0" y="303679"/>
                  </a:cubicBezTo>
                  <a:lnTo>
                    <a:pt x="0" y="163748"/>
                  </a:lnTo>
                  <a:cubicBezTo>
                    <a:pt x="0" y="141824"/>
                    <a:pt x="17773" y="124052"/>
                    <a:pt x="39697" y="124052"/>
                  </a:cubicBezTo>
                  <a:lnTo>
                    <a:pt x="153824" y="124052"/>
                  </a:lnTo>
                  <a:lnTo>
                    <a:pt x="153824" y="39697"/>
                  </a:lnTo>
                  <a:cubicBezTo>
                    <a:pt x="153824" y="17773"/>
                    <a:pt x="171597" y="0"/>
                    <a:pt x="193521" y="0"/>
                  </a:cubicBezTo>
                  <a:lnTo>
                    <a:pt x="456511" y="0"/>
                  </a:lnTo>
                  <a:cubicBezTo>
                    <a:pt x="478435" y="0"/>
                    <a:pt x="496207" y="17773"/>
                    <a:pt x="496207" y="39697"/>
                  </a:cubicBezTo>
                  <a:lnTo>
                    <a:pt x="496207" y="694690"/>
                  </a:lnTo>
                  <a:cubicBezTo>
                    <a:pt x="496207" y="716613"/>
                    <a:pt x="478435" y="734386"/>
                    <a:pt x="456511" y="7343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F44E1EA-BEFF-EB49-A9ED-5DBEBD209836}"/>
                </a:ext>
              </a:extLst>
            </p:cNvPr>
            <p:cNvSpPr/>
            <p:nvPr/>
          </p:nvSpPr>
          <p:spPr>
            <a:xfrm>
              <a:off x="2978666" y="1452321"/>
              <a:ext cx="79393" cy="635144"/>
            </a:xfrm>
            <a:custGeom>
              <a:avLst/>
              <a:gdLst>
                <a:gd name="connsiteX0" fmla="*/ 39697 w 79393"/>
                <a:gd name="connsiteY0" fmla="*/ 635145 h 635144"/>
                <a:gd name="connsiteX1" fmla="*/ 0 w 79393"/>
                <a:gd name="connsiteY1" fmla="*/ 595448 h 635144"/>
                <a:gd name="connsiteX2" fmla="*/ 0 w 79393"/>
                <a:gd name="connsiteY2" fmla="*/ 39697 h 635144"/>
                <a:gd name="connsiteX3" fmla="*/ 39697 w 79393"/>
                <a:gd name="connsiteY3" fmla="*/ 0 h 635144"/>
                <a:gd name="connsiteX4" fmla="*/ 79393 w 79393"/>
                <a:gd name="connsiteY4" fmla="*/ 39697 h 635144"/>
                <a:gd name="connsiteX5" fmla="*/ 79393 w 79393"/>
                <a:gd name="connsiteY5" fmla="*/ 595448 h 635144"/>
                <a:gd name="connsiteX6" fmla="*/ 39697 w 79393"/>
                <a:gd name="connsiteY6" fmla="*/ 635145 h 6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35144">
                  <a:moveTo>
                    <a:pt x="39697" y="635145"/>
                  </a:moveTo>
                  <a:cubicBezTo>
                    <a:pt x="17773" y="635145"/>
                    <a:pt x="0" y="617372"/>
                    <a:pt x="0" y="59544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595448"/>
                  </a:lnTo>
                  <a:cubicBezTo>
                    <a:pt x="79393" y="617372"/>
                    <a:pt x="61620" y="635145"/>
                    <a:pt x="39697" y="63514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5D937F48-05BC-194C-A4BA-61CF2C3EC447}"/>
                </a:ext>
              </a:extLst>
            </p:cNvPr>
            <p:cNvSpPr/>
            <p:nvPr/>
          </p:nvSpPr>
          <p:spPr>
            <a:xfrm>
              <a:off x="2988887" y="1741114"/>
              <a:ext cx="469362" cy="346352"/>
            </a:xfrm>
            <a:custGeom>
              <a:avLst/>
              <a:gdLst>
                <a:gd name="connsiteX0" fmla="*/ 429666 w 469362"/>
                <a:gd name="connsiteY0" fmla="*/ 346352 h 346352"/>
                <a:gd name="connsiteX1" fmla="*/ 166229 w 469362"/>
                <a:gd name="connsiteY1" fmla="*/ 346352 h 346352"/>
                <a:gd name="connsiteX2" fmla="*/ 126533 w 469362"/>
                <a:gd name="connsiteY2" fmla="*/ 306656 h 346352"/>
                <a:gd name="connsiteX3" fmla="*/ 166229 w 469362"/>
                <a:gd name="connsiteY3" fmla="*/ 266959 h 346352"/>
                <a:gd name="connsiteX4" fmla="*/ 389969 w 469362"/>
                <a:gd name="connsiteY4" fmla="*/ 266959 h 346352"/>
                <a:gd name="connsiteX5" fmla="*/ 389969 w 469362"/>
                <a:gd name="connsiteY5" fmla="*/ 79393 h 346352"/>
                <a:gd name="connsiteX6" fmla="*/ 348238 w 469362"/>
                <a:gd name="connsiteY6" fmla="*/ 79393 h 346352"/>
                <a:gd name="connsiteX7" fmla="*/ 348238 w 469362"/>
                <a:gd name="connsiteY7" fmla="*/ 165634 h 346352"/>
                <a:gd name="connsiteX8" fmla="*/ 308542 w 469362"/>
                <a:gd name="connsiteY8" fmla="*/ 205330 h 346352"/>
                <a:gd name="connsiteX9" fmla="*/ 39697 w 469362"/>
                <a:gd name="connsiteY9" fmla="*/ 205330 h 346352"/>
                <a:gd name="connsiteX10" fmla="*/ 0 w 469362"/>
                <a:gd name="connsiteY10" fmla="*/ 165634 h 346352"/>
                <a:gd name="connsiteX11" fmla="*/ 39697 w 469362"/>
                <a:gd name="connsiteY11" fmla="*/ 125937 h 346352"/>
                <a:gd name="connsiteX12" fmla="*/ 268845 w 469362"/>
                <a:gd name="connsiteY12" fmla="*/ 125937 h 346352"/>
                <a:gd name="connsiteX13" fmla="*/ 268845 w 469362"/>
                <a:gd name="connsiteY13" fmla="*/ 39697 h 346352"/>
                <a:gd name="connsiteX14" fmla="*/ 308542 w 469362"/>
                <a:gd name="connsiteY14" fmla="*/ 0 h 346352"/>
                <a:gd name="connsiteX15" fmla="*/ 429666 w 469362"/>
                <a:gd name="connsiteY15" fmla="*/ 0 h 346352"/>
                <a:gd name="connsiteX16" fmla="*/ 469363 w 469362"/>
                <a:gd name="connsiteY16" fmla="*/ 39697 h 346352"/>
                <a:gd name="connsiteX17" fmla="*/ 469363 w 469362"/>
                <a:gd name="connsiteY17" fmla="*/ 306656 h 346352"/>
                <a:gd name="connsiteX18" fmla="*/ 429666 w 469362"/>
                <a:gd name="connsiteY18" fmla="*/ 346352 h 34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9362" h="346352">
                  <a:moveTo>
                    <a:pt x="429666" y="346352"/>
                  </a:moveTo>
                  <a:lnTo>
                    <a:pt x="166229" y="346352"/>
                  </a:lnTo>
                  <a:cubicBezTo>
                    <a:pt x="144306" y="346352"/>
                    <a:pt x="126533" y="328580"/>
                    <a:pt x="126533" y="306656"/>
                  </a:cubicBezTo>
                  <a:cubicBezTo>
                    <a:pt x="126533" y="284732"/>
                    <a:pt x="144306" y="266959"/>
                    <a:pt x="166229" y="266959"/>
                  </a:cubicBezTo>
                  <a:lnTo>
                    <a:pt x="389969" y="266959"/>
                  </a:lnTo>
                  <a:lnTo>
                    <a:pt x="389969" y="79393"/>
                  </a:lnTo>
                  <a:lnTo>
                    <a:pt x="348238" y="79393"/>
                  </a:lnTo>
                  <a:lnTo>
                    <a:pt x="348238" y="165634"/>
                  </a:lnTo>
                  <a:cubicBezTo>
                    <a:pt x="348238" y="187558"/>
                    <a:pt x="330466" y="205330"/>
                    <a:pt x="308542" y="205330"/>
                  </a:cubicBezTo>
                  <a:lnTo>
                    <a:pt x="39697" y="205330"/>
                  </a:lnTo>
                  <a:cubicBezTo>
                    <a:pt x="17773" y="205330"/>
                    <a:pt x="0" y="187558"/>
                    <a:pt x="0" y="165634"/>
                  </a:cubicBezTo>
                  <a:cubicBezTo>
                    <a:pt x="0" y="143710"/>
                    <a:pt x="17773" y="125937"/>
                    <a:pt x="39697" y="125937"/>
                  </a:cubicBezTo>
                  <a:lnTo>
                    <a:pt x="268845" y="125937"/>
                  </a:lnTo>
                  <a:lnTo>
                    <a:pt x="268845" y="39697"/>
                  </a:lnTo>
                  <a:cubicBezTo>
                    <a:pt x="268845" y="17773"/>
                    <a:pt x="286618" y="0"/>
                    <a:pt x="308542" y="0"/>
                  </a:cubicBezTo>
                  <a:lnTo>
                    <a:pt x="429666" y="0"/>
                  </a:lnTo>
                  <a:cubicBezTo>
                    <a:pt x="451590" y="0"/>
                    <a:pt x="469363" y="17773"/>
                    <a:pt x="469363" y="39697"/>
                  </a:cubicBezTo>
                  <a:lnTo>
                    <a:pt x="469363" y="306656"/>
                  </a:lnTo>
                  <a:cubicBezTo>
                    <a:pt x="469363" y="328580"/>
                    <a:pt x="451590" y="346352"/>
                    <a:pt x="429666" y="34635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F8AA175-45E7-8046-A444-D3A10B708F84}"/>
                </a:ext>
              </a:extLst>
            </p:cNvPr>
            <p:cNvSpPr/>
            <p:nvPr/>
          </p:nvSpPr>
          <p:spPr>
            <a:xfrm>
              <a:off x="3259320" y="1601183"/>
              <a:ext cx="218331" cy="79393"/>
            </a:xfrm>
            <a:custGeom>
              <a:avLst/>
              <a:gdLst>
                <a:gd name="connsiteX0" fmla="*/ 178635 w 218331"/>
                <a:gd name="connsiteY0" fmla="*/ 79393 h 79393"/>
                <a:gd name="connsiteX1" fmla="*/ 39697 w 218331"/>
                <a:gd name="connsiteY1" fmla="*/ 79393 h 79393"/>
                <a:gd name="connsiteX2" fmla="*/ 0 w 218331"/>
                <a:gd name="connsiteY2" fmla="*/ 39697 h 79393"/>
                <a:gd name="connsiteX3" fmla="*/ 39697 w 218331"/>
                <a:gd name="connsiteY3" fmla="*/ 0 h 79393"/>
                <a:gd name="connsiteX4" fmla="*/ 178635 w 218331"/>
                <a:gd name="connsiteY4" fmla="*/ 0 h 79393"/>
                <a:gd name="connsiteX5" fmla="*/ 218331 w 218331"/>
                <a:gd name="connsiteY5" fmla="*/ 39697 h 79393"/>
                <a:gd name="connsiteX6" fmla="*/ 178635 w 2183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31" h="79393">
                  <a:moveTo>
                    <a:pt x="178635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78635" y="0"/>
                  </a:lnTo>
                  <a:cubicBezTo>
                    <a:pt x="200558" y="0"/>
                    <a:pt x="218331" y="17773"/>
                    <a:pt x="218331" y="39697"/>
                  </a:cubicBezTo>
                  <a:cubicBezTo>
                    <a:pt x="218331" y="61620"/>
                    <a:pt x="200558" y="79393"/>
                    <a:pt x="17863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1607DA1A-A68B-2641-A304-36435FF02587}"/>
              </a:ext>
            </a:extLst>
          </p:cNvPr>
          <p:cNvGrpSpPr>
            <a:grpSpLocks noChangeAspect="1"/>
          </p:cNvGrpSpPr>
          <p:nvPr/>
        </p:nvGrpSpPr>
        <p:grpSpPr>
          <a:xfrm>
            <a:off x="2822983" y="2534635"/>
            <a:ext cx="838590" cy="841765"/>
            <a:chOff x="2822983" y="2534635"/>
            <a:chExt cx="838590" cy="841765"/>
          </a:xfrm>
        </p:grpSpPr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AC59F756-1DE2-B94F-9043-228EEA70AF2B}"/>
                </a:ext>
              </a:extLst>
            </p:cNvPr>
            <p:cNvSpPr/>
            <p:nvPr/>
          </p:nvSpPr>
          <p:spPr>
            <a:xfrm>
              <a:off x="3046684" y="2868312"/>
              <a:ext cx="394531" cy="161685"/>
            </a:xfrm>
            <a:custGeom>
              <a:avLst/>
              <a:gdLst>
                <a:gd name="connsiteX0" fmla="*/ 39686 w 394531"/>
                <a:gd name="connsiteY0" fmla="*/ 161686 h 161685"/>
                <a:gd name="connsiteX1" fmla="*/ 0 w 394531"/>
                <a:gd name="connsiteY1" fmla="*/ 121978 h 161685"/>
                <a:gd name="connsiteX2" fmla="*/ 7184 w 394531"/>
                <a:gd name="connsiteY2" fmla="*/ 99213 h 161685"/>
                <a:gd name="connsiteX3" fmla="*/ 330483 w 394531"/>
                <a:gd name="connsiteY3" fmla="*/ 41877 h 161685"/>
                <a:gd name="connsiteX4" fmla="*/ 387229 w 394531"/>
                <a:gd name="connsiteY4" fmla="*/ 98370 h 161685"/>
                <a:gd name="connsiteX5" fmla="*/ 377752 w 394531"/>
                <a:gd name="connsiteY5" fmla="*/ 153747 h 161685"/>
                <a:gd name="connsiteX6" fmla="*/ 322375 w 394531"/>
                <a:gd name="connsiteY6" fmla="*/ 144269 h 161685"/>
                <a:gd name="connsiteX7" fmla="*/ 109475 w 394531"/>
                <a:gd name="connsiteY7" fmla="*/ 107414 h 161685"/>
                <a:gd name="connsiteX8" fmla="*/ 72237 w 394531"/>
                <a:gd name="connsiteY8" fmla="*/ 144815 h 161685"/>
                <a:gd name="connsiteX9" fmla="*/ 39686 w 394531"/>
                <a:gd name="connsiteY9" fmla="*/ 161686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531" h="161685">
                  <a:moveTo>
                    <a:pt x="39686" y="161686"/>
                  </a:moveTo>
                  <a:cubicBezTo>
                    <a:pt x="17762" y="161681"/>
                    <a:pt x="-6" y="143902"/>
                    <a:pt x="0" y="121978"/>
                  </a:cubicBezTo>
                  <a:cubicBezTo>
                    <a:pt x="2" y="113833"/>
                    <a:pt x="2511" y="105885"/>
                    <a:pt x="7184" y="99213"/>
                  </a:cubicBezTo>
                  <a:cubicBezTo>
                    <a:pt x="80628" y="-5897"/>
                    <a:pt x="225375" y="-31567"/>
                    <a:pt x="330483" y="41877"/>
                  </a:cubicBezTo>
                  <a:cubicBezTo>
                    <a:pt x="352530" y="57279"/>
                    <a:pt x="371728" y="76395"/>
                    <a:pt x="387229" y="98370"/>
                  </a:cubicBezTo>
                  <a:cubicBezTo>
                    <a:pt x="399903" y="116279"/>
                    <a:pt x="395660" y="141072"/>
                    <a:pt x="377752" y="153747"/>
                  </a:cubicBezTo>
                  <a:cubicBezTo>
                    <a:pt x="359844" y="166420"/>
                    <a:pt x="335048" y="162177"/>
                    <a:pt x="322375" y="144269"/>
                  </a:cubicBezTo>
                  <a:cubicBezTo>
                    <a:pt x="273762" y="75301"/>
                    <a:pt x="178443" y="58801"/>
                    <a:pt x="109475" y="107414"/>
                  </a:cubicBezTo>
                  <a:cubicBezTo>
                    <a:pt x="94987" y="117627"/>
                    <a:pt x="82386" y="130282"/>
                    <a:pt x="72237" y="144815"/>
                  </a:cubicBezTo>
                  <a:cubicBezTo>
                    <a:pt x="64789" y="155414"/>
                    <a:pt x="52639" y="161711"/>
                    <a:pt x="39686" y="1616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918CAEB1-5750-ED4A-B309-7D7FF8E87725}"/>
                </a:ext>
              </a:extLst>
            </p:cNvPr>
            <p:cNvSpPr/>
            <p:nvPr/>
          </p:nvSpPr>
          <p:spPr>
            <a:xfrm>
              <a:off x="3125670" y="2712289"/>
              <a:ext cx="79441" cy="79480"/>
            </a:xfrm>
            <a:custGeom>
              <a:avLst/>
              <a:gdLst>
                <a:gd name="connsiteX0" fmla="*/ 39696 w 79441"/>
                <a:gd name="connsiteY0" fmla="*/ 79480 h 79480"/>
                <a:gd name="connsiteX1" fmla="*/ 31955 w 79441"/>
                <a:gd name="connsiteY1" fmla="*/ 78686 h 79480"/>
                <a:gd name="connsiteX2" fmla="*/ 24562 w 79441"/>
                <a:gd name="connsiteY2" fmla="*/ 76453 h 79480"/>
                <a:gd name="connsiteX3" fmla="*/ 17664 w 79441"/>
                <a:gd name="connsiteY3" fmla="*/ 72782 h 79480"/>
                <a:gd name="connsiteX4" fmla="*/ 11660 w 79441"/>
                <a:gd name="connsiteY4" fmla="*/ 67819 h 79480"/>
                <a:gd name="connsiteX5" fmla="*/ 6698 w 79441"/>
                <a:gd name="connsiteY5" fmla="*/ 61766 h 79480"/>
                <a:gd name="connsiteX6" fmla="*/ 3076 w 79441"/>
                <a:gd name="connsiteY6" fmla="*/ 54918 h 79480"/>
                <a:gd name="connsiteX7" fmla="*/ 793 w 79441"/>
                <a:gd name="connsiteY7" fmla="*/ 47475 h 79480"/>
                <a:gd name="connsiteX8" fmla="*/ 793 w 79441"/>
                <a:gd name="connsiteY8" fmla="*/ 31993 h 79480"/>
                <a:gd name="connsiteX9" fmla="*/ 3076 w 79441"/>
                <a:gd name="connsiteY9" fmla="*/ 24550 h 79480"/>
                <a:gd name="connsiteX10" fmla="*/ 6698 w 79441"/>
                <a:gd name="connsiteY10" fmla="*/ 17703 h 79480"/>
                <a:gd name="connsiteX11" fmla="*/ 11660 w 79441"/>
                <a:gd name="connsiteY11" fmla="*/ 11649 h 79480"/>
                <a:gd name="connsiteX12" fmla="*/ 17664 w 79441"/>
                <a:gd name="connsiteY12" fmla="*/ 6687 h 79480"/>
                <a:gd name="connsiteX13" fmla="*/ 24562 w 79441"/>
                <a:gd name="connsiteY13" fmla="*/ 3015 h 79480"/>
                <a:gd name="connsiteX14" fmla="*/ 31955 w 79441"/>
                <a:gd name="connsiteY14" fmla="*/ 782 h 79480"/>
                <a:gd name="connsiteX15" fmla="*/ 47487 w 79441"/>
                <a:gd name="connsiteY15" fmla="*/ 782 h 79480"/>
                <a:gd name="connsiteX16" fmla="*/ 54930 w 79441"/>
                <a:gd name="connsiteY16" fmla="*/ 3015 h 79480"/>
                <a:gd name="connsiteX17" fmla="*/ 61777 w 79441"/>
                <a:gd name="connsiteY17" fmla="*/ 6687 h 79480"/>
                <a:gd name="connsiteX18" fmla="*/ 67781 w 79441"/>
                <a:gd name="connsiteY18" fmla="*/ 11649 h 79480"/>
                <a:gd name="connsiteX19" fmla="*/ 72744 w 79441"/>
                <a:gd name="connsiteY19" fmla="*/ 17703 h 79480"/>
                <a:gd name="connsiteX20" fmla="*/ 78648 w 79441"/>
                <a:gd name="connsiteY20" fmla="*/ 31993 h 79480"/>
                <a:gd name="connsiteX21" fmla="*/ 78648 w 79441"/>
                <a:gd name="connsiteY21" fmla="*/ 47475 h 79480"/>
                <a:gd name="connsiteX22" fmla="*/ 67781 w 79441"/>
                <a:gd name="connsiteY22" fmla="*/ 67819 h 79480"/>
                <a:gd name="connsiteX23" fmla="*/ 61777 w 79441"/>
                <a:gd name="connsiteY23" fmla="*/ 72782 h 79480"/>
                <a:gd name="connsiteX24" fmla="*/ 54880 w 79441"/>
                <a:gd name="connsiteY24" fmla="*/ 76453 h 79480"/>
                <a:gd name="connsiteX25" fmla="*/ 47487 w 79441"/>
                <a:gd name="connsiteY25" fmla="*/ 78686 h 79480"/>
                <a:gd name="connsiteX26" fmla="*/ 39696 w 79441"/>
                <a:gd name="connsiteY26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441" h="79480">
                  <a:moveTo>
                    <a:pt x="39696" y="79480"/>
                  </a:moveTo>
                  <a:cubicBezTo>
                    <a:pt x="37095" y="79487"/>
                    <a:pt x="34501" y="79220"/>
                    <a:pt x="31955" y="78686"/>
                  </a:cubicBezTo>
                  <a:cubicBezTo>
                    <a:pt x="29422" y="78192"/>
                    <a:pt x="26945" y="77444"/>
                    <a:pt x="24562" y="76453"/>
                  </a:cubicBezTo>
                  <a:cubicBezTo>
                    <a:pt x="22148" y="75459"/>
                    <a:pt x="19837" y="74229"/>
                    <a:pt x="17664" y="72782"/>
                  </a:cubicBezTo>
                  <a:cubicBezTo>
                    <a:pt x="15520" y="71308"/>
                    <a:pt x="13511" y="69648"/>
                    <a:pt x="11660" y="67819"/>
                  </a:cubicBezTo>
                  <a:cubicBezTo>
                    <a:pt x="9807" y="65974"/>
                    <a:pt x="8144" y="63946"/>
                    <a:pt x="6698" y="61766"/>
                  </a:cubicBezTo>
                  <a:cubicBezTo>
                    <a:pt x="5287" y="59597"/>
                    <a:pt x="4074" y="57305"/>
                    <a:pt x="3076" y="54918"/>
                  </a:cubicBezTo>
                  <a:cubicBezTo>
                    <a:pt x="2070" y="52519"/>
                    <a:pt x="1305" y="50026"/>
                    <a:pt x="793" y="47475"/>
                  </a:cubicBezTo>
                  <a:cubicBezTo>
                    <a:pt x="-264" y="42369"/>
                    <a:pt x="-264" y="37100"/>
                    <a:pt x="793" y="31993"/>
                  </a:cubicBezTo>
                  <a:cubicBezTo>
                    <a:pt x="1305" y="29442"/>
                    <a:pt x="2070" y="26949"/>
                    <a:pt x="3076" y="24550"/>
                  </a:cubicBezTo>
                  <a:cubicBezTo>
                    <a:pt x="4074" y="22163"/>
                    <a:pt x="5287" y="19871"/>
                    <a:pt x="6698" y="17703"/>
                  </a:cubicBezTo>
                  <a:cubicBezTo>
                    <a:pt x="8144" y="15523"/>
                    <a:pt x="9807" y="13495"/>
                    <a:pt x="11660" y="11649"/>
                  </a:cubicBezTo>
                  <a:cubicBezTo>
                    <a:pt x="13498" y="9806"/>
                    <a:pt x="15508" y="8144"/>
                    <a:pt x="17664" y="6687"/>
                  </a:cubicBezTo>
                  <a:cubicBezTo>
                    <a:pt x="19837" y="5239"/>
                    <a:pt x="22148" y="4009"/>
                    <a:pt x="24562" y="3015"/>
                  </a:cubicBezTo>
                  <a:cubicBezTo>
                    <a:pt x="26945" y="2024"/>
                    <a:pt x="29422" y="1276"/>
                    <a:pt x="31955" y="782"/>
                  </a:cubicBezTo>
                  <a:cubicBezTo>
                    <a:pt x="37080" y="-261"/>
                    <a:pt x="42362" y="-261"/>
                    <a:pt x="47487" y="782"/>
                  </a:cubicBezTo>
                  <a:cubicBezTo>
                    <a:pt x="50034" y="1283"/>
                    <a:pt x="52527" y="2031"/>
                    <a:pt x="54930" y="3015"/>
                  </a:cubicBezTo>
                  <a:cubicBezTo>
                    <a:pt x="57322" y="4021"/>
                    <a:pt x="59615" y="5251"/>
                    <a:pt x="61777" y="6687"/>
                  </a:cubicBezTo>
                  <a:cubicBezTo>
                    <a:pt x="63933" y="8144"/>
                    <a:pt x="65944" y="9806"/>
                    <a:pt x="67781" y="11649"/>
                  </a:cubicBezTo>
                  <a:cubicBezTo>
                    <a:pt x="69635" y="13495"/>
                    <a:pt x="71298" y="15523"/>
                    <a:pt x="72744" y="17703"/>
                  </a:cubicBezTo>
                  <a:cubicBezTo>
                    <a:pt x="75597" y="22050"/>
                    <a:pt x="77601" y="26899"/>
                    <a:pt x="78648" y="31993"/>
                  </a:cubicBezTo>
                  <a:cubicBezTo>
                    <a:pt x="79706" y="37100"/>
                    <a:pt x="79706" y="42369"/>
                    <a:pt x="78648" y="47475"/>
                  </a:cubicBezTo>
                  <a:cubicBezTo>
                    <a:pt x="77120" y="55183"/>
                    <a:pt x="73337" y="62263"/>
                    <a:pt x="67781" y="67819"/>
                  </a:cubicBezTo>
                  <a:cubicBezTo>
                    <a:pt x="65931" y="69648"/>
                    <a:pt x="63921" y="71308"/>
                    <a:pt x="61777" y="72782"/>
                  </a:cubicBezTo>
                  <a:cubicBezTo>
                    <a:pt x="59604" y="74229"/>
                    <a:pt x="57294" y="75459"/>
                    <a:pt x="54880" y="76453"/>
                  </a:cubicBezTo>
                  <a:cubicBezTo>
                    <a:pt x="52497" y="77444"/>
                    <a:pt x="50020" y="78192"/>
                    <a:pt x="47487" y="78686"/>
                  </a:cubicBezTo>
                  <a:cubicBezTo>
                    <a:pt x="44925" y="79223"/>
                    <a:pt x="42314" y="79489"/>
                    <a:pt x="39696" y="7948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73B5DF63-67A1-A743-8905-DB48BA02F73B}"/>
                </a:ext>
              </a:extLst>
            </p:cNvPr>
            <p:cNvSpPr/>
            <p:nvPr/>
          </p:nvSpPr>
          <p:spPr>
            <a:xfrm>
              <a:off x="3282867" y="2713164"/>
              <a:ext cx="79294" cy="79449"/>
            </a:xfrm>
            <a:custGeom>
              <a:avLst/>
              <a:gdLst>
                <a:gd name="connsiteX0" fmla="*/ 39697 w 79294"/>
                <a:gd name="connsiteY0" fmla="*/ 79449 h 79449"/>
                <a:gd name="connsiteX1" fmla="*/ 31956 w 79294"/>
                <a:gd name="connsiteY1" fmla="*/ 78655 h 79449"/>
                <a:gd name="connsiteX2" fmla="*/ 24513 w 79294"/>
                <a:gd name="connsiteY2" fmla="*/ 76422 h 79449"/>
                <a:gd name="connsiteX3" fmla="*/ 17666 w 79294"/>
                <a:gd name="connsiteY3" fmla="*/ 72750 h 79449"/>
                <a:gd name="connsiteX4" fmla="*/ 11661 w 79294"/>
                <a:gd name="connsiteY4" fmla="*/ 67788 h 79449"/>
                <a:gd name="connsiteX5" fmla="*/ 6699 w 79294"/>
                <a:gd name="connsiteY5" fmla="*/ 61734 h 79449"/>
                <a:gd name="connsiteX6" fmla="*/ 795 w 79294"/>
                <a:gd name="connsiteY6" fmla="*/ 47444 h 79449"/>
                <a:gd name="connsiteX7" fmla="*/ 795 w 79294"/>
                <a:gd name="connsiteY7" fmla="*/ 31962 h 79449"/>
                <a:gd name="connsiteX8" fmla="*/ 6551 w 79294"/>
                <a:gd name="connsiteY8" fmla="*/ 17721 h 79449"/>
                <a:gd name="connsiteX9" fmla="*/ 11513 w 79294"/>
                <a:gd name="connsiteY9" fmla="*/ 11618 h 79449"/>
                <a:gd name="connsiteX10" fmla="*/ 67634 w 79294"/>
                <a:gd name="connsiteY10" fmla="*/ 11618 h 79449"/>
                <a:gd name="connsiteX11" fmla="*/ 72596 w 79294"/>
                <a:gd name="connsiteY11" fmla="*/ 17622 h 79449"/>
                <a:gd name="connsiteX12" fmla="*/ 76268 w 79294"/>
                <a:gd name="connsiteY12" fmla="*/ 24469 h 79449"/>
                <a:gd name="connsiteX13" fmla="*/ 78550 w 79294"/>
                <a:gd name="connsiteY13" fmla="*/ 31912 h 79449"/>
                <a:gd name="connsiteX14" fmla="*/ 78550 w 79294"/>
                <a:gd name="connsiteY14" fmla="*/ 47394 h 79449"/>
                <a:gd name="connsiteX15" fmla="*/ 76268 w 79294"/>
                <a:gd name="connsiteY15" fmla="*/ 54837 h 79449"/>
                <a:gd name="connsiteX16" fmla="*/ 72596 w 79294"/>
                <a:gd name="connsiteY16" fmla="*/ 61685 h 79449"/>
                <a:gd name="connsiteX17" fmla="*/ 61630 w 79294"/>
                <a:gd name="connsiteY17" fmla="*/ 72651 h 79449"/>
                <a:gd name="connsiteX18" fmla="*/ 54782 w 79294"/>
                <a:gd name="connsiteY18" fmla="*/ 76323 h 79449"/>
                <a:gd name="connsiteX19" fmla="*/ 47388 w 79294"/>
                <a:gd name="connsiteY19" fmla="*/ 78556 h 79449"/>
                <a:gd name="connsiteX20" fmla="*/ 39697 w 79294"/>
                <a:gd name="connsiteY20" fmla="*/ 79449 h 7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94" h="79449">
                  <a:moveTo>
                    <a:pt x="39697" y="79449"/>
                  </a:moveTo>
                  <a:cubicBezTo>
                    <a:pt x="37097" y="79455"/>
                    <a:pt x="34502" y="79189"/>
                    <a:pt x="31956" y="78655"/>
                  </a:cubicBezTo>
                  <a:cubicBezTo>
                    <a:pt x="29411" y="78154"/>
                    <a:pt x="26915" y="77406"/>
                    <a:pt x="24513" y="76422"/>
                  </a:cubicBezTo>
                  <a:cubicBezTo>
                    <a:pt x="22122" y="75416"/>
                    <a:pt x="19828" y="74186"/>
                    <a:pt x="17666" y="72750"/>
                  </a:cubicBezTo>
                  <a:cubicBezTo>
                    <a:pt x="15510" y="71293"/>
                    <a:pt x="13499" y="69631"/>
                    <a:pt x="11661" y="67788"/>
                  </a:cubicBezTo>
                  <a:cubicBezTo>
                    <a:pt x="9808" y="65942"/>
                    <a:pt x="8145" y="63914"/>
                    <a:pt x="6699" y="61734"/>
                  </a:cubicBezTo>
                  <a:cubicBezTo>
                    <a:pt x="3846" y="57387"/>
                    <a:pt x="1842" y="52538"/>
                    <a:pt x="795" y="47444"/>
                  </a:cubicBezTo>
                  <a:cubicBezTo>
                    <a:pt x="-265" y="42337"/>
                    <a:pt x="-265" y="37068"/>
                    <a:pt x="795" y="31962"/>
                  </a:cubicBezTo>
                  <a:cubicBezTo>
                    <a:pt x="1802" y="26896"/>
                    <a:pt x="3755" y="22064"/>
                    <a:pt x="6551" y="17721"/>
                  </a:cubicBezTo>
                  <a:cubicBezTo>
                    <a:pt x="7979" y="15513"/>
                    <a:pt x="9642" y="13466"/>
                    <a:pt x="11513" y="11618"/>
                  </a:cubicBezTo>
                  <a:cubicBezTo>
                    <a:pt x="27014" y="-3873"/>
                    <a:pt x="52132" y="-3873"/>
                    <a:pt x="67634" y="11618"/>
                  </a:cubicBezTo>
                  <a:cubicBezTo>
                    <a:pt x="69499" y="13434"/>
                    <a:pt x="71162" y="15447"/>
                    <a:pt x="72596" y="17622"/>
                  </a:cubicBezTo>
                  <a:cubicBezTo>
                    <a:pt x="74040" y="19779"/>
                    <a:pt x="75270" y="22072"/>
                    <a:pt x="76268" y="24469"/>
                  </a:cubicBezTo>
                  <a:cubicBezTo>
                    <a:pt x="77250" y="26876"/>
                    <a:pt x="78014" y="29367"/>
                    <a:pt x="78550" y="31912"/>
                  </a:cubicBezTo>
                  <a:cubicBezTo>
                    <a:pt x="79543" y="37025"/>
                    <a:pt x="79543" y="42281"/>
                    <a:pt x="78550" y="47394"/>
                  </a:cubicBezTo>
                  <a:cubicBezTo>
                    <a:pt x="78014" y="49939"/>
                    <a:pt x="77250" y="52430"/>
                    <a:pt x="76268" y="54837"/>
                  </a:cubicBezTo>
                  <a:cubicBezTo>
                    <a:pt x="75270" y="57234"/>
                    <a:pt x="74040" y="59528"/>
                    <a:pt x="72596" y="61685"/>
                  </a:cubicBezTo>
                  <a:cubicBezTo>
                    <a:pt x="69743" y="66061"/>
                    <a:pt x="66006" y="69796"/>
                    <a:pt x="61630" y="72651"/>
                  </a:cubicBezTo>
                  <a:cubicBezTo>
                    <a:pt x="59471" y="74096"/>
                    <a:pt x="57179" y="75326"/>
                    <a:pt x="54782" y="76323"/>
                  </a:cubicBezTo>
                  <a:cubicBezTo>
                    <a:pt x="52400" y="77313"/>
                    <a:pt x="49924" y="78062"/>
                    <a:pt x="47388" y="78556"/>
                  </a:cubicBezTo>
                  <a:cubicBezTo>
                    <a:pt x="44863" y="79117"/>
                    <a:pt x="42282" y="79416"/>
                    <a:pt x="39697" y="7944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6" name="Picture Placeholder 71">
              <a:extLst>
                <a:ext uri="{FF2B5EF4-FFF2-40B4-BE49-F238E27FC236}">
                  <a16:creationId xmlns:a16="http://schemas.microsoft.com/office/drawing/2014/main" id="{D9CA4F92-207F-BF41-9D7E-520D296B6E5B}"/>
                </a:ext>
              </a:extLst>
            </p:cNvPr>
            <p:cNvGrpSpPr/>
            <p:nvPr/>
          </p:nvGrpSpPr>
          <p:grpSpPr>
            <a:xfrm>
              <a:off x="2822983" y="2534635"/>
              <a:ext cx="838590" cy="841765"/>
              <a:chOff x="2822983" y="2534635"/>
              <a:chExt cx="838590" cy="841765"/>
            </a:xfrm>
            <a:solidFill>
              <a:srgbClr val="FFFFFF"/>
            </a:solidFill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FC64ABC8-75C4-4048-BC25-EB2DED64F55D}"/>
                  </a:ext>
                </a:extLst>
              </p:cNvPr>
              <p:cNvSpPr/>
              <p:nvPr/>
            </p:nvSpPr>
            <p:spPr>
              <a:xfrm>
                <a:off x="2822983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2" y="645069"/>
                      <a:pt x="759197" y="627295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6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5"/>
                      <a:pt x="820816" y="645069"/>
                      <a:pt x="798894" y="645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2219FC37-210B-E543-98DB-9B3B485B8772}"/>
                  </a:ext>
                </a:extLst>
              </p:cNvPr>
              <p:cNvSpPr/>
              <p:nvPr/>
            </p:nvSpPr>
            <p:spPr>
              <a:xfrm>
                <a:off x="2822983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8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5"/>
                      <a:pt x="217808" y="840728"/>
                      <a:pt x="212972" y="838689"/>
                    </a:cubicBezTo>
                    <a:cubicBezTo>
                      <a:pt x="197837" y="832382"/>
                      <a:pt x="188138" y="817416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5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6"/>
                      <a:pt x="272920" y="583435"/>
                      <a:pt x="272928" y="605358"/>
                    </a:cubicBezTo>
                    <a:cubicBezTo>
                      <a:pt x="272928" y="605710"/>
                      <a:pt x="272924" y="606062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4" y="569988"/>
                      <a:pt x="406503" y="565577"/>
                      <a:pt x="417310" y="565577"/>
                    </a:cubicBezTo>
                    <a:lnTo>
                      <a:pt x="798894" y="565577"/>
                    </a:lnTo>
                    <a:cubicBezTo>
                      <a:pt x="820816" y="565577"/>
                      <a:pt x="838591" y="583351"/>
                      <a:pt x="838591" y="605273"/>
                    </a:cubicBezTo>
                    <a:cubicBezTo>
                      <a:pt x="838591" y="627196"/>
                      <a:pt x="820816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4"/>
                      <a:pt x="239063" y="841765"/>
                      <a:pt x="228255" y="841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74ECB504-A4F1-C947-B332-0154561E025B}"/>
              </a:ext>
            </a:extLst>
          </p:cNvPr>
          <p:cNvGrpSpPr>
            <a:grpSpLocks noChangeAspect="1"/>
          </p:cNvGrpSpPr>
          <p:nvPr/>
        </p:nvGrpSpPr>
        <p:grpSpPr>
          <a:xfrm>
            <a:off x="4140491" y="2534635"/>
            <a:ext cx="838590" cy="841765"/>
            <a:chOff x="4140491" y="2534635"/>
            <a:chExt cx="838590" cy="841765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1F89BC23-9259-D84F-9601-200289B14EAA}"/>
                </a:ext>
              </a:extLst>
            </p:cNvPr>
            <p:cNvSpPr/>
            <p:nvPr/>
          </p:nvSpPr>
          <p:spPr>
            <a:xfrm>
              <a:off x="4443178" y="2712338"/>
              <a:ext cx="79342" cy="79432"/>
            </a:xfrm>
            <a:custGeom>
              <a:avLst/>
              <a:gdLst>
                <a:gd name="connsiteX0" fmla="*/ 39696 w 79342"/>
                <a:gd name="connsiteY0" fmla="*/ 79431 h 79432"/>
                <a:gd name="connsiteX1" fmla="*/ 11611 w 79342"/>
                <a:gd name="connsiteY1" fmla="*/ 67820 h 79432"/>
                <a:gd name="connsiteX2" fmla="*/ 6649 w 79342"/>
                <a:gd name="connsiteY2" fmla="*/ 61766 h 79432"/>
                <a:gd name="connsiteX3" fmla="*/ 744 w 79342"/>
                <a:gd name="connsiteY3" fmla="*/ 47475 h 79432"/>
                <a:gd name="connsiteX4" fmla="*/ 744 w 79342"/>
                <a:gd name="connsiteY4" fmla="*/ 31993 h 79432"/>
                <a:gd name="connsiteX5" fmla="*/ 6649 w 79342"/>
                <a:gd name="connsiteY5" fmla="*/ 17703 h 79432"/>
                <a:gd name="connsiteX6" fmla="*/ 11611 w 79342"/>
                <a:gd name="connsiteY6" fmla="*/ 11649 h 79432"/>
                <a:gd name="connsiteX7" fmla="*/ 17615 w 79342"/>
                <a:gd name="connsiteY7" fmla="*/ 6687 h 79432"/>
                <a:gd name="connsiteX8" fmla="*/ 24463 w 79342"/>
                <a:gd name="connsiteY8" fmla="*/ 3015 h 79432"/>
                <a:gd name="connsiteX9" fmla="*/ 31906 w 79342"/>
                <a:gd name="connsiteY9" fmla="*/ 782 h 79432"/>
                <a:gd name="connsiteX10" fmla="*/ 47437 w 79342"/>
                <a:gd name="connsiteY10" fmla="*/ 782 h 79432"/>
                <a:gd name="connsiteX11" fmla="*/ 54880 w 79342"/>
                <a:gd name="connsiteY11" fmla="*/ 3015 h 79432"/>
                <a:gd name="connsiteX12" fmla="*/ 61728 w 79342"/>
                <a:gd name="connsiteY12" fmla="*/ 6687 h 79432"/>
                <a:gd name="connsiteX13" fmla="*/ 67732 w 79342"/>
                <a:gd name="connsiteY13" fmla="*/ 11649 h 79432"/>
                <a:gd name="connsiteX14" fmla="*/ 72694 w 79342"/>
                <a:gd name="connsiteY14" fmla="*/ 17703 h 79432"/>
                <a:gd name="connsiteX15" fmla="*/ 78599 w 79342"/>
                <a:gd name="connsiteY15" fmla="*/ 31993 h 79432"/>
                <a:gd name="connsiteX16" fmla="*/ 78599 w 79342"/>
                <a:gd name="connsiteY16" fmla="*/ 47475 h 79432"/>
                <a:gd name="connsiteX17" fmla="*/ 72694 w 79342"/>
                <a:gd name="connsiteY17" fmla="*/ 61766 h 79432"/>
                <a:gd name="connsiteX18" fmla="*/ 67732 w 79342"/>
                <a:gd name="connsiteY18" fmla="*/ 67820 h 79432"/>
                <a:gd name="connsiteX19" fmla="*/ 61728 w 79342"/>
                <a:gd name="connsiteY19" fmla="*/ 72782 h 79432"/>
                <a:gd name="connsiteX20" fmla="*/ 54831 w 79342"/>
                <a:gd name="connsiteY20" fmla="*/ 76454 h 79432"/>
                <a:gd name="connsiteX21" fmla="*/ 47437 w 79342"/>
                <a:gd name="connsiteY21" fmla="*/ 78686 h 79432"/>
                <a:gd name="connsiteX22" fmla="*/ 39696 w 79342"/>
                <a:gd name="connsiteY22" fmla="*/ 79431 h 7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342" h="79432">
                  <a:moveTo>
                    <a:pt x="39696" y="79431"/>
                  </a:moveTo>
                  <a:cubicBezTo>
                    <a:pt x="29170" y="79412"/>
                    <a:pt x="19077" y="75239"/>
                    <a:pt x="11611" y="67820"/>
                  </a:cubicBezTo>
                  <a:cubicBezTo>
                    <a:pt x="9757" y="65974"/>
                    <a:pt x="8095" y="63946"/>
                    <a:pt x="6649" y="61766"/>
                  </a:cubicBezTo>
                  <a:cubicBezTo>
                    <a:pt x="3795" y="57418"/>
                    <a:pt x="1791" y="52569"/>
                    <a:pt x="744" y="47475"/>
                  </a:cubicBezTo>
                  <a:cubicBezTo>
                    <a:pt x="-248" y="42362"/>
                    <a:pt x="-248" y="37106"/>
                    <a:pt x="744" y="31993"/>
                  </a:cubicBezTo>
                  <a:cubicBezTo>
                    <a:pt x="1791" y="26899"/>
                    <a:pt x="3795" y="22050"/>
                    <a:pt x="6649" y="17703"/>
                  </a:cubicBezTo>
                  <a:cubicBezTo>
                    <a:pt x="8095" y="15523"/>
                    <a:pt x="9757" y="13495"/>
                    <a:pt x="11611" y="11649"/>
                  </a:cubicBezTo>
                  <a:cubicBezTo>
                    <a:pt x="13448" y="9806"/>
                    <a:pt x="15459" y="8144"/>
                    <a:pt x="17615" y="6687"/>
                  </a:cubicBezTo>
                  <a:cubicBezTo>
                    <a:pt x="19777" y="5251"/>
                    <a:pt x="22070" y="4021"/>
                    <a:pt x="24463" y="3015"/>
                  </a:cubicBezTo>
                  <a:cubicBezTo>
                    <a:pt x="26866" y="2031"/>
                    <a:pt x="29358" y="1283"/>
                    <a:pt x="31906" y="782"/>
                  </a:cubicBezTo>
                  <a:cubicBezTo>
                    <a:pt x="37030" y="-261"/>
                    <a:pt x="42313" y="-261"/>
                    <a:pt x="47437" y="782"/>
                  </a:cubicBezTo>
                  <a:cubicBezTo>
                    <a:pt x="49985" y="1283"/>
                    <a:pt x="52477" y="2031"/>
                    <a:pt x="54880" y="3015"/>
                  </a:cubicBezTo>
                  <a:cubicBezTo>
                    <a:pt x="57273" y="4021"/>
                    <a:pt x="59566" y="5251"/>
                    <a:pt x="61728" y="6687"/>
                  </a:cubicBezTo>
                  <a:cubicBezTo>
                    <a:pt x="63884" y="8144"/>
                    <a:pt x="65895" y="9806"/>
                    <a:pt x="67732" y="11649"/>
                  </a:cubicBezTo>
                  <a:cubicBezTo>
                    <a:pt x="69586" y="13495"/>
                    <a:pt x="71248" y="15523"/>
                    <a:pt x="72694" y="17703"/>
                  </a:cubicBezTo>
                  <a:cubicBezTo>
                    <a:pt x="75548" y="22050"/>
                    <a:pt x="77552" y="26899"/>
                    <a:pt x="78599" y="31993"/>
                  </a:cubicBezTo>
                  <a:cubicBezTo>
                    <a:pt x="79591" y="37106"/>
                    <a:pt x="79591" y="42362"/>
                    <a:pt x="78599" y="47475"/>
                  </a:cubicBezTo>
                  <a:cubicBezTo>
                    <a:pt x="77552" y="52569"/>
                    <a:pt x="75548" y="57418"/>
                    <a:pt x="72694" y="61766"/>
                  </a:cubicBezTo>
                  <a:cubicBezTo>
                    <a:pt x="71248" y="63946"/>
                    <a:pt x="69586" y="65974"/>
                    <a:pt x="67732" y="67820"/>
                  </a:cubicBezTo>
                  <a:cubicBezTo>
                    <a:pt x="65895" y="69662"/>
                    <a:pt x="63884" y="71324"/>
                    <a:pt x="61728" y="72782"/>
                  </a:cubicBezTo>
                  <a:cubicBezTo>
                    <a:pt x="59555" y="74229"/>
                    <a:pt x="57245" y="75459"/>
                    <a:pt x="54831" y="76454"/>
                  </a:cubicBezTo>
                  <a:cubicBezTo>
                    <a:pt x="52447" y="77444"/>
                    <a:pt x="49970" y="78192"/>
                    <a:pt x="47437" y="78686"/>
                  </a:cubicBezTo>
                  <a:cubicBezTo>
                    <a:pt x="44890" y="79204"/>
                    <a:pt x="42295" y="79453"/>
                    <a:pt x="39696" y="794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217293C-5EBE-4B44-AB0E-9FADDF89810D}"/>
                </a:ext>
              </a:extLst>
            </p:cNvPr>
            <p:cNvSpPr/>
            <p:nvPr/>
          </p:nvSpPr>
          <p:spPr>
            <a:xfrm>
              <a:off x="4600376" y="2713164"/>
              <a:ext cx="79294" cy="79449"/>
            </a:xfrm>
            <a:custGeom>
              <a:avLst/>
              <a:gdLst>
                <a:gd name="connsiteX0" fmla="*/ 39697 w 79294"/>
                <a:gd name="connsiteY0" fmla="*/ 79449 h 79449"/>
                <a:gd name="connsiteX1" fmla="*/ 31956 w 79294"/>
                <a:gd name="connsiteY1" fmla="*/ 78655 h 79449"/>
                <a:gd name="connsiteX2" fmla="*/ 24513 w 79294"/>
                <a:gd name="connsiteY2" fmla="*/ 76422 h 79449"/>
                <a:gd name="connsiteX3" fmla="*/ 17665 w 79294"/>
                <a:gd name="connsiteY3" fmla="*/ 72750 h 79449"/>
                <a:gd name="connsiteX4" fmla="*/ 11661 w 79294"/>
                <a:gd name="connsiteY4" fmla="*/ 67788 h 79449"/>
                <a:gd name="connsiteX5" fmla="*/ 0 w 79294"/>
                <a:gd name="connsiteY5" fmla="*/ 39703 h 79449"/>
                <a:gd name="connsiteX6" fmla="*/ 794 w 79294"/>
                <a:gd name="connsiteY6" fmla="*/ 31962 h 79449"/>
                <a:gd name="connsiteX7" fmla="*/ 6550 w 79294"/>
                <a:gd name="connsiteY7" fmla="*/ 17721 h 79449"/>
                <a:gd name="connsiteX8" fmla="*/ 11512 w 79294"/>
                <a:gd name="connsiteY8" fmla="*/ 11618 h 79449"/>
                <a:gd name="connsiteX9" fmla="*/ 67633 w 79294"/>
                <a:gd name="connsiteY9" fmla="*/ 11618 h 79449"/>
                <a:gd name="connsiteX10" fmla="*/ 72595 w 79294"/>
                <a:gd name="connsiteY10" fmla="*/ 17622 h 79449"/>
                <a:gd name="connsiteX11" fmla="*/ 76267 w 79294"/>
                <a:gd name="connsiteY11" fmla="*/ 24469 h 79449"/>
                <a:gd name="connsiteX12" fmla="*/ 78550 w 79294"/>
                <a:gd name="connsiteY12" fmla="*/ 31913 h 79449"/>
                <a:gd name="connsiteX13" fmla="*/ 79294 w 79294"/>
                <a:gd name="connsiteY13" fmla="*/ 39653 h 79449"/>
                <a:gd name="connsiteX14" fmla="*/ 39598 w 79294"/>
                <a:gd name="connsiteY14" fmla="*/ 79350 h 7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294" h="79449">
                  <a:moveTo>
                    <a:pt x="39697" y="79449"/>
                  </a:moveTo>
                  <a:cubicBezTo>
                    <a:pt x="37096" y="79455"/>
                    <a:pt x="34501" y="79189"/>
                    <a:pt x="31956" y="78655"/>
                  </a:cubicBezTo>
                  <a:cubicBezTo>
                    <a:pt x="29408" y="78154"/>
                    <a:pt x="26916" y="77406"/>
                    <a:pt x="24513" y="76422"/>
                  </a:cubicBezTo>
                  <a:cubicBezTo>
                    <a:pt x="22120" y="75416"/>
                    <a:pt x="19827" y="74186"/>
                    <a:pt x="17665" y="72750"/>
                  </a:cubicBezTo>
                  <a:cubicBezTo>
                    <a:pt x="15490" y="71318"/>
                    <a:pt x="13477" y="69654"/>
                    <a:pt x="11661" y="67788"/>
                  </a:cubicBezTo>
                  <a:cubicBezTo>
                    <a:pt x="4228" y="60327"/>
                    <a:pt x="38" y="50235"/>
                    <a:pt x="0" y="39703"/>
                  </a:cubicBezTo>
                  <a:cubicBezTo>
                    <a:pt x="-9" y="37102"/>
                    <a:pt x="258" y="34507"/>
                    <a:pt x="794" y="31962"/>
                  </a:cubicBezTo>
                  <a:cubicBezTo>
                    <a:pt x="1802" y="26896"/>
                    <a:pt x="3754" y="22065"/>
                    <a:pt x="6550" y="17721"/>
                  </a:cubicBezTo>
                  <a:cubicBezTo>
                    <a:pt x="7978" y="15513"/>
                    <a:pt x="9642" y="13466"/>
                    <a:pt x="11512" y="11618"/>
                  </a:cubicBezTo>
                  <a:cubicBezTo>
                    <a:pt x="27013" y="-3873"/>
                    <a:pt x="52133" y="-3873"/>
                    <a:pt x="67633" y="11618"/>
                  </a:cubicBezTo>
                  <a:cubicBezTo>
                    <a:pt x="69499" y="13434"/>
                    <a:pt x="71163" y="15447"/>
                    <a:pt x="72595" y="17622"/>
                  </a:cubicBezTo>
                  <a:cubicBezTo>
                    <a:pt x="74040" y="19779"/>
                    <a:pt x="75270" y="22072"/>
                    <a:pt x="76267" y="24469"/>
                  </a:cubicBezTo>
                  <a:cubicBezTo>
                    <a:pt x="77252" y="26876"/>
                    <a:pt x="78016" y="29368"/>
                    <a:pt x="78550" y="31913"/>
                  </a:cubicBezTo>
                  <a:cubicBezTo>
                    <a:pt x="79045" y="34463"/>
                    <a:pt x="79295" y="37055"/>
                    <a:pt x="79294" y="39653"/>
                  </a:cubicBezTo>
                  <a:cubicBezTo>
                    <a:pt x="79294" y="61577"/>
                    <a:pt x="61521" y="79350"/>
                    <a:pt x="39598" y="793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05E2B44A-AA66-A84C-BA10-7790A17512F4}"/>
                </a:ext>
              </a:extLst>
            </p:cNvPr>
            <p:cNvSpPr/>
            <p:nvPr/>
          </p:nvSpPr>
          <p:spPr>
            <a:xfrm>
              <a:off x="4364628" y="2909122"/>
              <a:ext cx="394484" cy="80087"/>
            </a:xfrm>
            <a:custGeom>
              <a:avLst/>
              <a:gdLst>
                <a:gd name="connsiteX0" fmla="*/ 39697 w 394484"/>
                <a:gd name="connsiteY0" fmla="*/ 80088 h 80087"/>
                <a:gd name="connsiteX1" fmla="*/ 0 w 394484"/>
                <a:gd name="connsiteY1" fmla="*/ 40391 h 80087"/>
                <a:gd name="connsiteX2" fmla="*/ 39697 w 394484"/>
                <a:gd name="connsiteY2" fmla="*/ 695 h 80087"/>
                <a:gd name="connsiteX3" fmla="*/ 354788 w 394484"/>
                <a:gd name="connsiteY3" fmla="*/ 0 h 80087"/>
                <a:gd name="connsiteX4" fmla="*/ 354788 w 394484"/>
                <a:gd name="connsiteY4" fmla="*/ 0 h 80087"/>
                <a:gd name="connsiteX5" fmla="*/ 394485 w 394484"/>
                <a:gd name="connsiteY5" fmla="*/ 39697 h 80087"/>
                <a:gd name="connsiteX6" fmla="*/ 354788 w 394484"/>
                <a:gd name="connsiteY6" fmla="*/ 79393 h 80087"/>
                <a:gd name="connsiteX7" fmla="*/ 39746 w 394484"/>
                <a:gd name="connsiteY7" fmla="*/ 80088 h 8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484" h="80087">
                  <a:moveTo>
                    <a:pt x="39697" y="80088"/>
                  </a:moveTo>
                  <a:cubicBezTo>
                    <a:pt x="17773" y="80088"/>
                    <a:pt x="0" y="62315"/>
                    <a:pt x="0" y="40391"/>
                  </a:cubicBezTo>
                  <a:cubicBezTo>
                    <a:pt x="0" y="18467"/>
                    <a:pt x="17773" y="695"/>
                    <a:pt x="39697" y="695"/>
                  </a:cubicBezTo>
                  <a:lnTo>
                    <a:pt x="354788" y="0"/>
                  </a:lnTo>
                  <a:lnTo>
                    <a:pt x="354788" y="0"/>
                  </a:lnTo>
                  <a:cubicBezTo>
                    <a:pt x="376712" y="0"/>
                    <a:pt x="394485" y="17773"/>
                    <a:pt x="394485" y="39697"/>
                  </a:cubicBezTo>
                  <a:cubicBezTo>
                    <a:pt x="394485" y="61620"/>
                    <a:pt x="376712" y="79393"/>
                    <a:pt x="354788" y="79393"/>
                  </a:cubicBezTo>
                  <a:lnTo>
                    <a:pt x="39746" y="80088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3" name="Picture Placeholder 73">
              <a:extLst>
                <a:ext uri="{FF2B5EF4-FFF2-40B4-BE49-F238E27FC236}">
                  <a16:creationId xmlns:a16="http://schemas.microsoft.com/office/drawing/2014/main" id="{98681F6C-D4CB-8D42-AD97-A0AA7B9D2421}"/>
                </a:ext>
              </a:extLst>
            </p:cNvPr>
            <p:cNvGrpSpPr/>
            <p:nvPr/>
          </p:nvGrpSpPr>
          <p:grpSpPr>
            <a:xfrm>
              <a:off x="4140491" y="2534635"/>
              <a:ext cx="838590" cy="841765"/>
              <a:chOff x="4140491" y="2534635"/>
              <a:chExt cx="838590" cy="841765"/>
            </a:xfrm>
            <a:solidFill>
              <a:srgbClr val="FFFFFF"/>
            </a:solidFill>
          </p:grpSpPr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29A8F314-EB53-9146-8B61-E28DFBC4DD9B}"/>
                  </a:ext>
                </a:extLst>
              </p:cNvPr>
              <p:cNvSpPr/>
              <p:nvPr/>
            </p:nvSpPr>
            <p:spPr>
              <a:xfrm>
                <a:off x="4140491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0" y="645069"/>
                      <a:pt x="759197" y="627296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8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6"/>
                      <a:pt x="820818" y="645069"/>
                      <a:pt x="798894" y="645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E1091190-E2E6-4C44-8875-93F419317267}"/>
                  </a:ext>
                </a:extLst>
              </p:cNvPr>
              <p:cNvSpPr/>
              <p:nvPr/>
            </p:nvSpPr>
            <p:spPr>
              <a:xfrm>
                <a:off x="4140491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9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6"/>
                      <a:pt x="217808" y="840730"/>
                      <a:pt x="212972" y="838689"/>
                    </a:cubicBezTo>
                    <a:cubicBezTo>
                      <a:pt x="197837" y="832382"/>
                      <a:pt x="188137" y="817418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6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8"/>
                      <a:pt x="272920" y="583435"/>
                      <a:pt x="272928" y="605359"/>
                    </a:cubicBezTo>
                    <a:cubicBezTo>
                      <a:pt x="272928" y="605711"/>
                      <a:pt x="272923" y="606063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3" y="569987"/>
                      <a:pt x="406503" y="565578"/>
                      <a:pt x="417310" y="565577"/>
                    </a:cubicBezTo>
                    <a:lnTo>
                      <a:pt x="798894" y="565577"/>
                    </a:lnTo>
                    <a:cubicBezTo>
                      <a:pt x="820818" y="565577"/>
                      <a:pt x="838591" y="583349"/>
                      <a:pt x="838591" y="605273"/>
                    </a:cubicBezTo>
                    <a:cubicBezTo>
                      <a:pt x="838591" y="627197"/>
                      <a:pt x="820818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5"/>
                      <a:pt x="239063" y="841764"/>
                      <a:pt x="228255" y="841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6" name="Picture Placeholder 75">
            <a:extLst>
              <a:ext uri="{FF2B5EF4-FFF2-40B4-BE49-F238E27FC236}">
                <a16:creationId xmlns:a16="http://schemas.microsoft.com/office/drawing/2014/main" id="{8C6E979E-4C92-7149-90E6-CE6864E4AF10}"/>
              </a:ext>
            </a:extLst>
          </p:cNvPr>
          <p:cNvGrpSpPr>
            <a:grpSpLocks noChangeAspect="1"/>
          </p:cNvGrpSpPr>
          <p:nvPr/>
        </p:nvGrpSpPr>
        <p:grpSpPr>
          <a:xfrm>
            <a:off x="5475763" y="2595043"/>
            <a:ext cx="808260" cy="727321"/>
            <a:chOff x="5475763" y="2595043"/>
            <a:chExt cx="808260" cy="727321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30884F25-C50C-3A45-B583-0A9CA1751043}"/>
                </a:ext>
              </a:extLst>
            </p:cNvPr>
            <p:cNvSpPr/>
            <p:nvPr/>
          </p:nvSpPr>
          <p:spPr>
            <a:xfrm>
              <a:off x="5665406" y="2907398"/>
              <a:ext cx="209443" cy="347332"/>
            </a:xfrm>
            <a:custGeom>
              <a:avLst/>
              <a:gdLst>
                <a:gd name="connsiteX0" fmla="*/ 39654 w 209443"/>
                <a:gd name="connsiteY0" fmla="*/ 347332 h 347332"/>
                <a:gd name="connsiteX1" fmla="*/ 0 w 209443"/>
                <a:gd name="connsiteY1" fmla="*/ 307593 h 347332"/>
                <a:gd name="connsiteX2" fmla="*/ 3977 w 209443"/>
                <a:gd name="connsiteY2" fmla="*/ 290318 h 347332"/>
                <a:gd name="connsiteX3" fmla="*/ 133983 w 209443"/>
                <a:gd name="connsiteY3" fmla="*/ 22366 h 347332"/>
                <a:gd name="connsiteX4" fmla="*/ 187077 w 209443"/>
                <a:gd name="connsiteY4" fmla="*/ 4007 h 347332"/>
                <a:gd name="connsiteX5" fmla="*/ 205437 w 209443"/>
                <a:gd name="connsiteY5" fmla="*/ 57101 h 347332"/>
                <a:gd name="connsiteX6" fmla="*/ 75430 w 209443"/>
                <a:gd name="connsiteY6" fmla="*/ 325052 h 347332"/>
                <a:gd name="connsiteX7" fmla="*/ 39654 w 209443"/>
                <a:gd name="connsiteY7" fmla="*/ 347332 h 34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443" h="347332">
                  <a:moveTo>
                    <a:pt x="39654" y="347332"/>
                  </a:moveTo>
                  <a:cubicBezTo>
                    <a:pt x="17730" y="347309"/>
                    <a:pt x="-24" y="329517"/>
                    <a:pt x="0" y="307593"/>
                  </a:cubicBezTo>
                  <a:cubicBezTo>
                    <a:pt x="6" y="301609"/>
                    <a:pt x="1366" y="295703"/>
                    <a:pt x="3977" y="290318"/>
                  </a:cubicBezTo>
                  <a:lnTo>
                    <a:pt x="133983" y="22366"/>
                  </a:lnTo>
                  <a:cubicBezTo>
                    <a:pt x="143575" y="2635"/>
                    <a:pt x="167346" y="-5585"/>
                    <a:pt x="187077" y="4007"/>
                  </a:cubicBezTo>
                  <a:cubicBezTo>
                    <a:pt x="206809" y="13598"/>
                    <a:pt x="215028" y="37369"/>
                    <a:pt x="205437" y="57101"/>
                  </a:cubicBezTo>
                  <a:lnTo>
                    <a:pt x="75430" y="325052"/>
                  </a:lnTo>
                  <a:cubicBezTo>
                    <a:pt x="68758" y="338719"/>
                    <a:pt x="54863" y="347372"/>
                    <a:pt x="39654" y="3473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E219C86E-335D-3F41-A6CC-85DF2B8F0A2E}"/>
                </a:ext>
              </a:extLst>
            </p:cNvPr>
            <p:cNvSpPr/>
            <p:nvPr/>
          </p:nvSpPr>
          <p:spPr>
            <a:xfrm>
              <a:off x="5497648" y="2665202"/>
              <a:ext cx="292793" cy="496241"/>
            </a:xfrm>
            <a:custGeom>
              <a:avLst/>
              <a:gdLst>
                <a:gd name="connsiteX0" fmla="*/ 39743 w 292793"/>
                <a:gd name="connsiteY0" fmla="*/ 496241 h 496241"/>
                <a:gd name="connsiteX1" fmla="*/ 0 w 292793"/>
                <a:gd name="connsiteY1" fmla="*/ 456591 h 496241"/>
                <a:gd name="connsiteX2" fmla="*/ 5009 w 292793"/>
                <a:gd name="connsiteY2" fmla="*/ 437242 h 496241"/>
                <a:gd name="connsiteX3" fmla="*/ 52794 w 292793"/>
                <a:gd name="connsiteY3" fmla="*/ 351448 h 496241"/>
                <a:gd name="connsiteX4" fmla="*/ 217535 w 292793"/>
                <a:gd name="connsiteY4" fmla="*/ 21966 h 496241"/>
                <a:gd name="connsiteX5" fmla="*/ 270827 w 292793"/>
                <a:gd name="connsiteY5" fmla="*/ 4202 h 496241"/>
                <a:gd name="connsiteX6" fmla="*/ 288592 w 292793"/>
                <a:gd name="connsiteY6" fmla="*/ 57495 h 496241"/>
                <a:gd name="connsiteX7" fmla="*/ 123503 w 292793"/>
                <a:gd name="connsiteY7" fmla="*/ 387770 h 496241"/>
                <a:gd name="connsiteX8" fmla="*/ 122660 w 292793"/>
                <a:gd name="connsiteY8" fmla="*/ 389358 h 496241"/>
                <a:gd name="connsiteX9" fmla="*/ 74478 w 292793"/>
                <a:gd name="connsiteY9" fmla="*/ 475847 h 496241"/>
                <a:gd name="connsiteX10" fmla="*/ 39743 w 292793"/>
                <a:gd name="connsiteY10" fmla="*/ 496241 h 49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793" h="496241">
                  <a:moveTo>
                    <a:pt x="39743" y="496241"/>
                  </a:moveTo>
                  <a:cubicBezTo>
                    <a:pt x="17820" y="496267"/>
                    <a:pt x="26" y="478515"/>
                    <a:pt x="0" y="456591"/>
                  </a:cubicBezTo>
                  <a:cubicBezTo>
                    <a:pt x="-8" y="449820"/>
                    <a:pt x="1716" y="443159"/>
                    <a:pt x="5009" y="437242"/>
                  </a:cubicBezTo>
                  <a:lnTo>
                    <a:pt x="52794" y="351448"/>
                  </a:lnTo>
                  <a:lnTo>
                    <a:pt x="217535" y="21966"/>
                  </a:lnTo>
                  <a:cubicBezTo>
                    <a:pt x="227346" y="2345"/>
                    <a:pt x="251205" y="-5609"/>
                    <a:pt x="270827" y="4202"/>
                  </a:cubicBezTo>
                  <a:cubicBezTo>
                    <a:pt x="290449" y="14013"/>
                    <a:pt x="298402" y="37873"/>
                    <a:pt x="288592" y="57495"/>
                  </a:cubicBezTo>
                  <a:lnTo>
                    <a:pt x="123503" y="387770"/>
                  </a:lnTo>
                  <a:lnTo>
                    <a:pt x="122660" y="389358"/>
                  </a:lnTo>
                  <a:lnTo>
                    <a:pt x="74478" y="475847"/>
                  </a:lnTo>
                  <a:cubicBezTo>
                    <a:pt x="67465" y="488450"/>
                    <a:pt x="54167" y="496258"/>
                    <a:pt x="39743" y="4962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8819B245-BA35-814F-B038-401847E118F9}"/>
                </a:ext>
              </a:extLst>
            </p:cNvPr>
            <p:cNvSpPr/>
            <p:nvPr/>
          </p:nvSpPr>
          <p:spPr>
            <a:xfrm>
              <a:off x="5704427" y="2595043"/>
              <a:ext cx="579597" cy="727321"/>
            </a:xfrm>
            <a:custGeom>
              <a:avLst/>
              <a:gdLst>
                <a:gd name="connsiteX0" fmla="*/ 428414 w 579597"/>
                <a:gd name="connsiteY0" fmla="*/ 727320 h 727321"/>
                <a:gd name="connsiteX1" fmla="*/ 307736 w 579597"/>
                <a:gd name="connsiteY1" fmla="*/ 662218 h 727321"/>
                <a:gd name="connsiteX2" fmla="*/ 23459 w 579597"/>
                <a:gd name="connsiteY2" fmla="*/ 227392 h 727321"/>
                <a:gd name="connsiteX3" fmla="*/ 65190 w 579597"/>
                <a:gd name="connsiteY3" fmla="*/ 28214 h 727321"/>
                <a:gd name="connsiteX4" fmla="*/ 72733 w 579597"/>
                <a:gd name="connsiteY4" fmla="*/ 23252 h 727321"/>
                <a:gd name="connsiteX5" fmla="*/ 271910 w 579597"/>
                <a:gd name="connsiteY5" fmla="*/ 65231 h 727321"/>
                <a:gd name="connsiteX6" fmla="*/ 556138 w 579597"/>
                <a:gd name="connsiteY6" fmla="*/ 500057 h 727321"/>
                <a:gd name="connsiteX7" fmla="*/ 556138 w 579597"/>
                <a:gd name="connsiteY7" fmla="*/ 500057 h 727321"/>
                <a:gd name="connsiteX8" fmla="*/ 514407 w 579597"/>
                <a:gd name="connsiteY8" fmla="*/ 699235 h 727321"/>
                <a:gd name="connsiteX9" fmla="*/ 506914 w 579597"/>
                <a:gd name="connsiteY9" fmla="*/ 704197 h 727321"/>
                <a:gd name="connsiteX10" fmla="*/ 428414 w 579597"/>
                <a:gd name="connsiteY10" fmla="*/ 727320 h 727321"/>
                <a:gd name="connsiteX11" fmla="*/ 151133 w 579597"/>
                <a:gd name="connsiteY11" fmla="*/ 79274 h 727321"/>
                <a:gd name="connsiteX12" fmla="*/ 116151 w 579597"/>
                <a:gd name="connsiteY12" fmla="*/ 89744 h 727321"/>
                <a:gd name="connsiteX13" fmla="*/ 108608 w 579597"/>
                <a:gd name="connsiteY13" fmla="*/ 94706 h 727321"/>
                <a:gd name="connsiteX14" fmla="*/ 89879 w 579597"/>
                <a:gd name="connsiteY14" fmla="*/ 183989 h 727321"/>
                <a:gd name="connsiteX15" fmla="*/ 89901 w 579597"/>
                <a:gd name="connsiteY15" fmla="*/ 184023 h 727321"/>
                <a:gd name="connsiteX16" fmla="*/ 374179 w 579597"/>
                <a:gd name="connsiteY16" fmla="*/ 618899 h 727321"/>
                <a:gd name="connsiteX17" fmla="*/ 463474 w 579597"/>
                <a:gd name="connsiteY17" fmla="*/ 637571 h 727321"/>
                <a:gd name="connsiteX18" fmla="*/ 463496 w 579597"/>
                <a:gd name="connsiteY18" fmla="*/ 637556 h 727321"/>
                <a:gd name="connsiteX19" fmla="*/ 471038 w 579597"/>
                <a:gd name="connsiteY19" fmla="*/ 632594 h 727321"/>
                <a:gd name="connsiteX20" fmla="*/ 489768 w 579597"/>
                <a:gd name="connsiteY20" fmla="*/ 543311 h 727321"/>
                <a:gd name="connsiteX21" fmla="*/ 489745 w 579597"/>
                <a:gd name="connsiteY21" fmla="*/ 543277 h 727321"/>
                <a:gd name="connsiteX22" fmla="*/ 205418 w 579597"/>
                <a:gd name="connsiteY22" fmla="*/ 108451 h 727321"/>
                <a:gd name="connsiteX23" fmla="*/ 164630 w 579597"/>
                <a:gd name="connsiteY23" fmla="*/ 80713 h 727321"/>
                <a:gd name="connsiteX24" fmla="*/ 151133 w 579597"/>
                <a:gd name="connsiteY24" fmla="*/ 79274 h 727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9597" h="727321">
                  <a:moveTo>
                    <a:pt x="428414" y="727320"/>
                  </a:moveTo>
                  <a:cubicBezTo>
                    <a:pt x="379770" y="727411"/>
                    <a:pt x="334373" y="702921"/>
                    <a:pt x="307736" y="662218"/>
                  </a:cubicBezTo>
                  <a:lnTo>
                    <a:pt x="23459" y="227392"/>
                  </a:lnTo>
                  <a:cubicBezTo>
                    <a:pt x="-20017" y="160866"/>
                    <a:pt x="-1334" y="71693"/>
                    <a:pt x="65190" y="28214"/>
                  </a:cubicBezTo>
                  <a:lnTo>
                    <a:pt x="72733" y="23252"/>
                  </a:lnTo>
                  <a:cubicBezTo>
                    <a:pt x="139360" y="-19973"/>
                    <a:pt x="228396" y="-1208"/>
                    <a:pt x="271910" y="65231"/>
                  </a:cubicBezTo>
                  <a:lnTo>
                    <a:pt x="556138" y="500057"/>
                  </a:lnTo>
                  <a:lnTo>
                    <a:pt x="556138" y="500057"/>
                  </a:lnTo>
                  <a:cubicBezTo>
                    <a:pt x="599614" y="566583"/>
                    <a:pt x="580931" y="655756"/>
                    <a:pt x="514407" y="699235"/>
                  </a:cubicBezTo>
                  <a:lnTo>
                    <a:pt x="506914" y="704197"/>
                  </a:lnTo>
                  <a:cubicBezTo>
                    <a:pt x="483560" y="719389"/>
                    <a:pt x="456275" y="727427"/>
                    <a:pt x="428414" y="727320"/>
                  </a:cubicBezTo>
                  <a:close/>
                  <a:moveTo>
                    <a:pt x="151133" y="79274"/>
                  </a:moveTo>
                  <a:cubicBezTo>
                    <a:pt x="138699" y="79264"/>
                    <a:pt x="126535" y="82905"/>
                    <a:pt x="116151" y="89744"/>
                  </a:cubicBezTo>
                  <a:lnTo>
                    <a:pt x="108608" y="94706"/>
                  </a:lnTo>
                  <a:cubicBezTo>
                    <a:pt x="78782" y="114189"/>
                    <a:pt x="70396" y="154162"/>
                    <a:pt x="89879" y="183989"/>
                  </a:cubicBezTo>
                  <a:cubicBezTo>
                    <a:pt x="89887" y="184001"/>
                    <a:pt x="89894" y="184012"/>
                    <a:pt x="89901" y="184023"/>
                  </a:cubicBezTo>
                  <a:lnTo>
                    <a:pt x="374179" y="618899"/>
                  </a:lnTo>
                  <a:cubicBezTo>
                    <a:pt x="393681" y="648713"/>
                    <a:pt x="433660" y="657073"/>
                    <a:pt x="463474" y="637571"/>
                  </a:cubicBezTo>
                  <a:cubicBezTo>
                    <a:pt x="463481" y="637566"/>
                    <a:pt x="463489" y="637561"/>
                    <a:pt x="463496" y="637556"/>
                  </a:cubicBezTo>
                  <a:lnTo>
                    <a:pt x="471038" y="632594"/>
                  </a:lnTo>
                  <a:cubicBezTo>
                    <a:pt x="500865" y="613111"/>
                    <a:pt x="509251" y="573138"/>
                    <a:pt x="489768" y="543311"/>
                  </a:cubicBezTo>
                  <a:cubicBezTo>
                    <a:pt x="489760" y="543300"/>
                    <a:pt x="489753" y="543288"/>
                    <a:pt x="489745" y="543277"/>
                  </a:cubicBezTo>
                  <a:lnTo>
                    <a:pt x="205418" y="108451"/>
                  </a:lnTo>
                  <a:cubicBezTo>
                    <a:pt x="196098" y="94103"/>
                    <a:pt x="181399" y="84107"/>
                    <a:pt x="164630" y="80713"/>
                  </a:cubicBezTo>
                  <a:cubicBezTo>
                    <a:pt x="160193" y="79771"/>
                    <a:pt x="155670" y="79289"/>
                    <a:pt x="151133" y="7927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0460E44F-CD86-6549-8BE3-477C70ECB249}"/>
                </a:ext>
              </a:extLst>
            </p:cNvPr>
            <p:cNvSpPr/>
            <p:nvPr/>
          </p:nvSpPr>
          <p:spPr>
            <a:xfrm>
              <a:off x="5475763" y="3049201"/>
              <a:ext cx="272914" cy="272913"/>
            </a:xfrm>
            <a:custGeom>
              <a:avLst/>
              <a:gdLst>
                <a:gd name="connsiteX0" fmla="*/ 136457 w 272914"/>
                <a:gd name="connsiteY0" fmla="*/ 272914 h 272913"/>
                <a:gd name="connsiteX1" fmla="*/ 0 w 272914"/>
                <a:gd name="connsiteY1" fmla="*/ 136457 h 272913"/>
                <a:gd name="connsiteX2" fmla="*/ 136457 w 272914"/>
                <a:gd name="connsiteY2" fmla="*/ 0 h 272913"/>
                <a:gd name="connsiteX3" fmla="*/ 272914 w 272914"/>
                <a:gd name="connsiteY3" fmla="*/ 136457 h 272913"/>
                <a:gd name="connsiteX4" fmla="*/ 136457 w 272914"/>
                <a:gd name="connsiteY4" fmla="*/ 272914 h 272913"/>
                <a:gd name="connsiteX5" fmla="*/ 136457 w 272914"/>
                <a:gd name="connsiteY5" fmla="*/ 79393 h 272913"/>
                <a:gd name="connsiteX6" fmla="*/ 79393 w 272914"/>
                <a:gd name="connsiteY6" fmla="*/ 136457 h 272913"/>
                <a:gd name="connsiteX7" fmla="*/ 136457 w 272914"/>
                <a:gd name="connsiteY7" fmla="*/ 193521 h 272913"/>
                <a:gd name="connsiteX8" fmla="*/ 193521 w 272914"/>
                <a:gd name="connsiteY8" fmla="*/ 136457 h 272913"/>
                <a:gd name="connsiteX9" fmla="*/ 136457 w 272914"/>
                <a:gd name="connsiteY9" fmla="*/ 79393 h 27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914" h="272913">
                  <a:moveTo>
                    <a:pt x="136457" y="272914"/>
                  </a:moveTo>
                  <a:cubicBezTo>
                    <a:pt x="61094" y="272914"/>
                    <a:pt x="0" y="211820"/>
                    <a:pt x="0" y="136457"/>
                  </a:cubicBezTo>
                  <a:cubicBezTo>
                    <a:pt x="0" y="61094"/>
                    <a:pt x="61094" y="0"/>
                    <a:pt x="136457" y="0"/>
                  </a:cubicBezTo>
                  <a:cubicBezTo>
                    <a:pt x="211820" y="0"/>
                    <a:pt x="272914" y="61094"/>
                    <a:pt x="272914" y="136457"/>
                  </a:cubicBezTo>
                  <a:cubicBezTo>
                    <a:pt x="272805" y="211775"/>
                    <a:pt x="211775" y="272804"/>
                    <a:pt x="136457" y="272914"/>
                  </a:cubicBezTo>
                  <a:close/>
                  <a:moveTo>
                    <a:pt x="136457" y="79393"/>
                  </a:moveTo>
                  <a:cubicBezTo>
                    <a:pt x="104942" y="79393"/>
                    <a:pt x="79393" y="104941"/>
                    <a:pt x="79393" y="136457"/>
                  </a:cubicBezTo>
                  <a:cubicBezTo>
                    <a:pt x="79393" y="167972"/>
                    <a:pt x="104942" y="193521"/>
                    <a:pt x="136457" y="193521"/>
                  </a:cubicBezTo>
                  <a:cubicBezTo>
                    <a:pt x="167973" y="193521"/>
                    <a:pt x="193521" y="167972"/>
                    <a:pt x="193521" y="136457"/>
                  </a:cubicBezTo>
                  <a:cubicBezTo>
                    <a:pt x="193494" y="104953"/>
                    <a:pt x="167961" y="79420"/>
                    <a:pt x="13645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C0D5A05-7B3D-A999-BA95-2412B006FD43}"/>
              </a:ext>
            </a:extLst>
          </p:cNvPr>
          <p:cNvGrpSpPr/>
          <p:nvPr/>
        </p:nvGrpSpPr>
        <p:grpSpPr>
          <a:xfrm>
            <a:off x="6939328" y="2546104"/>
            <a:ext cx="511106" cy="818783"/>
            <a:chOff x="6939328" y="2546104"/>
            <a:chExt cx="511106" cy="818783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D512E443-EC71-9C83-97C1-8C7E0668BF0F}"/>
                </a:ext>
              </a:extLst>
            </p:cNvPr>
            <p:cNvSpPr/>
            <p:nvPr/>
          </p:nvSpPr>
          <p:spPr>
            <a:xfrm>
              <a:off x="7016165" y="2926983"/>
              <a:ext cx="356971" cy="437904"/>
            </a:xfrm>
            <a:custGeom>
              <a:avLst/>
              <a:gdLst>
                <a:gd name="connsiteX0" fmla="*/ 191886 w 356971"/>
                <a:gd name="connsiteY0" fmla="*/ 437905 h 437904"/>
                <a:gd name="connsiteX1" fmla="*/ 183599 w 356971"/>
                <a:gd name="connsiteY1" fmla="*/ 437905 h 437904"/>
                <a:gd name="connsiteX2" fmla="*/ 94282 w 356971"/>
                <a:gd name="connsiteY2" fmla="*/ 348588 h 437904"/>
                <a:gd name="connsiteX3" fmla="*/ 94282 w 356971"/>
                <a:gd name="connsiteY3" fmla="*/ 130257 h 437904"/>
                <a:gd name="connsiteX4" fmla="*/ 15881 w 356971"/>
                <a:gd name="connsiteY4" fmla="*/ 71456 h 437904"/>
                <a:gd name="connsiteX5" fmla="*/ 7942 w 356971"/>
                <a:gd name="connsiteY5" fmla="*/ 15881 h 437904"/>
                <a:gd name="connsiteX6" fmla="*/ 63517 w 356971"/>
                <a:gd name="connsiteY6" fmla="*/ 7942 h 437904"/>
                <a:gd name="connsiteX7" fmla="*/ 157796 w 356971"/>
                <a:gd name="connsiteY7" fmla="*/ 78651 h 437904"/>
                <a:gd name="connsiteX8" fmla="*/ 173675 w 356971"/>
                <a:gd name="connsiteY8" fmla="*/ 110408 h 437904"/>
                <a:gd name="connsiteX9" fmla="*/ 173675 w 356971"/>
                <a:gd name="connsiteY9" fmla="*/ 348588 h 437904"/>
                <a:gd name="connsiteX10" fmla="*/ 183599 w 356971"/>
                <a:gd name="connsiteY10" fmla="*/ 358512 h 437904"/>
                <a:gd name="connsiteX11" fmla="*/ 191886 w 356971"/>
                <a:gd name="connsiteY11" fmla="*/ 358512 h 437904"/>
                <a:gd name="connsiteX12" fmla="*/ 201810 w 356971"/>
                <a:gd name="connsiteY12" fmla="*/ 348588 h 437904"/>
                <a:gd name="connsiteX13" fmla="*/ 201810 w 356971"/>
                <a:gd name="connsiteY13" fmla="*/ 110408 h 437904"/>
                <a:gd name="connsiteX14" fmla="*/ 214513 w 356971"/>
                <a:gd name="connsiteY14" fmla="*/ 81331 h 437904"/>
                <a:gd name="connsiteX15" fmla="*/ 289341 w 356971"/>
                <a:gd name="connsiteY15" fmla="*/ 11862 h 437904"/>
                <a:gd name="connsiteX16" fmla="*/ 345482 w 356971"/>
                <a:gd name="connsiteY16" fmla="*/ 12133 h 437904"/>
                <a:gd name="connsiteX17" fmla="*/ 345209 w 356971"/>
                <a:gd name="connsiteY17" fmla="*/ 68272 h 437904"/>
                <a:gd name="connsiteX18" fmla="*/ 343328 w 356971"/>
                <a:gd name="connsiteY18" fmla="*/ 70017 h 437904"/>
                <a:gd name="connsiteX19" fmla="*/ 281203 w 356971"/>
                <a:gd name="connsiteY19" fmla="*/ 127726 h 437904"/>
                <a:gd name="connsiteX20" fmla="*/ 281203 w 356971"/>
                <a:gd name="connsiteY20" fmla="*/ 348588 h 437904"/>
                <a:gd name="connsiteX21" fmla="*/ 191886 w 356971"/>
                <a:gd name="connsiteY21" fmla="*/ 437905 h 43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6971" h="437904">
                  <a:moveTo>
                    <a:pt x="191886" y="437905"/>
                  </a:moveTo>
                  <a:lnTo>
                    <a:pt x="183599" y="437905"/>
                  </a:lnTo>
                  <a:cubicBezTo>
                    <a:pt x="134271" y="437905"/>
                    <a:pt x="94282" y="397916"/>
                    <a:pt x="94282" y="348588"/>
                  </a:cubicBezTo>
                  <a:lnTo>
                    <a:pt x="94282" y="130257"/>
                  </a:lnTo>
                  <a:lnTo>
                    <a:pt x="15881" y="71456"/>
                  </a:lnTo>
                  <a:cubicBezTo>
                    <a:pt x="-1658" y="58302"/>
                    <a:pt x="-5213" y="33420"/>
                    <a:pt x="7942" y="15881"/>
                  </a:cubicBezTo>
                  <a:cubicBezTo>
                    <a:pt x="21096" y="-1658"/>
                    <a:pt x="45978" y="-5213"/>
                    <a:pt x="63517" y="7942"/>
                  </a:cubicBezTo>
                  <a:lnTo>
                    <a:pt x="157796" y="78651"/>
                  </a:lnTo>
                  <a:cubicBezTo>
                    <a:pt x="167792" y="86148"/>
                    <a:pt x="173675" y="97914"/>
                    <a:pt x="173675" y="110408"/>
                  </a:cubicBezTo>
                  <a:lnTo>
                    <a:pt x="173675" y="348588"/>
                  </a:lnTo>
                  <a:cubicBezTo>
                    <a:pt x="173675" y="354071"/>
                    <a:pt x="178118" y="358512"/>
                    <a:pt x="183599" y="358512"/>
                  </a:cubicBezTo>
                  <a:lnTo>
                    <a:pt x="191886" y="358512"/>
                  </a:lnTo>
                  <a:cubicBezTo>
                    <a:pt x="197367" y="358512"/>
                    <a:pt x="201810" y="354071"/>
                    <a:pt x="201810" y="348588"/>
                  </a:cubicBezTo>
                  <a:lnTo>
                    <a:pt x="201810" y="110408"/>
                  </a:lnTo>
                  <a:cubicBezTo>
                    <a:pt x="201818" y="99373"/>
                    <a:pt x="206420" y="88836"/>
                    <a:pt x="214513" y="81331"/>
                  </a:cubicBezTo>
                  <a:lnTo>
                    <a:pt x="289341" y="11862"/>
                  </a:lnTo>
                  <a:cubicBezTo>
                    <a:pt x="304917" y="-3565"/>
                    <a:pt x="330055" y="-3444"/>
                    <a:pt x="345482" y="12133"/>
                  </a:cubicBezTo>
                  <a:cubicBezTo>
                    <a:pt x="360909" y="27711"/>
                    <a:pt x="360785" y="52845"/>
                    <a:pt x="345209" y="68272"/>
                  </a:cubicBezTo>
                  <a:cubicBezTo>
                    <a:pt x="344599" y="68874"/>
                    <a:pt x="343973" y="69456"/>
                    <a:pt x="343328" y="70017"/>
                  </a:cubicBezTo>
                  <a:lnTo>
                    <a:pt x="281203" y="127726"/>
                  </a:lnTo>
                  <a:lnTo>
                    <a:pt x="281203" y="348588"/>
                  </a:lnTo>
                  <a:cubicBezTo>
                    <a:pt x="281203" y="397916"/>
                    <a:pt x="241214" y="437905"/>
                    <a:pt x="191886" y="43790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AF42C5E9-9BCD-8107-5BE4-20B261B9FD5B}"/>
                </a:ext>
              </a:extLst>
            </p:cNvPr>
            <p:cNvSpPr/>
            <p:nvPr/>
          </p:nvSpPr>
          <p:spPr>
            <a:xfrm>
              <a:off x="6939328" y="2546104"/>
              <a:ext cx="511106" cy="461515"/>
            </a:xfrm>
            <a:custGeom>
              <a:avLst/>
              <a:gdLst>
                <a:gd name="connsiteX0" fmla="*/ 393172 w 511106"/>
                <a:gd name="connsiteY0" fmla="*/ 461515 h 461515"/>
                <a:gd name="connsiteX1" fmla="*/ 393172 w 511106"/>
                <a:gd name="connsiteY1" fmla="*/ 461515 h 461515"/>
                <a:gd name="connsiteX2" fmla="*/ 116437 w 511106"/>
                <a:gd name="connsiteY2" fmla="*/ 460423 h 461515"/>
                <a:gd name="connsiteX3" fmla="*/ 91031 w 511106"/>
                <a:gd name="connsiteY3" fmla="*/ 451095 h 461515"/>
                <a:gd name="connsiteX4" fmla="*/ 60010 w 511106"/>
                <a:gd name="connsiteY4" fmla="*/ 91031 h 461515"/>
                <a:gd name="connsiteX5" fmla="*/ 420076 w 511106"/>
                <a:gd name="connsiteY5" fmla="*/ 60010 h 461515"/>
                <a:gd name="connsiteX6" fmla="*/ 451094 w 511106"/>
                <a:gd name="connsiteY6" fmla="*/ 420073 h 461515"/>
                <a:gd name="connsiteX7" fmla="*/ 418528 w 511106"/>
                <a:gd name="connsiteY7" fmla="*/ 452385 h 461515"/>
                <a:gd name="connsiteX8" fmla="*/ 393172 w 511106"/>
                <a:gd name="connsiteY8" fmla="*/ 461515 h 461515"/>
                <a:gd name="connsiteX9" fmla="*/ 131869 w 511106"/>
                <a:gd name="connsiteY9" fmla="*/ 381080 h 461515"/>
                <a:gd name="connsiteX10" fmla="*/ 378087 w 511106"/>
                <a:gd name="connsiteY10" fmla="*/ 382072 h 461515"/>
                <a:gd name="connsiteX11" fmla="*/ 381973 w 511106"/>
                <a:gd name="connsiteY11" fmla="*/ 132984 h 461515"/>
                <a:gd name="connsiteX12" fmla="*/ 132885 w 511106"/>
                <a:gd name="connsiteY12" fmla="*/ 129098 h 461515"/>
                <a:gd name="connsiteX13" fmla="*/ 128999 w 511106"/>
                <a:gd name="connsiteY13" fmla="*/ 378186 h 461515"/>
                <a:gd name="connsiteX14" fmla="*/ 131869 w 511106"/>
                <a:gd name="connsiteY14" fmla="*/ 381080 h 4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1106" h="461515">
                  <a:moveTo>
                    <a:pt x="393172" y="461515"/>
                  </a:moveTo>
                  <a:lnTo>
                    <a:pt x="393172" y="461515"/>
                  </a:lnTo>
                  <a:lnTo>
                    <a:pt x="116437" y="460423"/>
                  </a:lnTo>
                  <a:cubicBezTo>
                    <a:pt x="107141" y="460365"/>
                    <a:pt x="98156" y="457066"/>
                    <a:pt x="91031" y="451095"/>
                  </a:cubicBezTo>
                  <a:cubicBezTo>
                    <a:pt x="-16964" y="360232"/>
                    <a:pt x="-30853" y="199026"/>
                    <a:pt x="60010" y="91031"/>
                  </a:cubicBezTo>
                  <a:cubicBezTo>
                    <a:pt x="150872" y="-16964"/>
                    <a:pt x="312079" y="-30853"/>
                    <a:pt x="420076" y="60010"/>
                  </a:cubicBezTo>
                  <a:cubicBezTo>
                    <a:pt x="528071" y="150872"/>
                    <a:pt x="541960" y="312078"/>
                    <a:pt x="451094" y="420073"/>
                  </a:cubicBezTo>
                  <a:cubicBezTo>
                    <a:pt x="441230" y="431799"/>
                    <a:pt x="430333" y="442613"/>
                    <a:pt x="418528" y="452385"/>
                  </a:cubicBezTo>
                  <a:cubicBezTo>
                    <a:pt x="411398" y="458292"/>
                    <a:pt x="402431" y="461522"/>
                    <a:pt x="393172" y="461515"/>
                  </a:cubicBezTo>
                  <a:close/>
                  <a:moveTo>
                    <a:pt x="131869" y="381080"/>
                  </a:moveTo>
                  <a:lnTo>
                    <a:pt x="378087" y="382072"/>
                  </a:lnTo>
                  <a:cubicBezTo>
                    <a:pt x="447943" y="314361"/>
                    <a:pt x="449685" y="202841"/>
                    <a:pt x="381973" y="132984"/>
                  </a:cubicBezTo>
                  <a:cubicBezTo>
                    <a:pt x="314263" y="63127"/>
                    <a:pt x="202742" y="61387"/>
                    <a:pt x="132885" y="129098"/>
                  </a:cubicBezTo>
                  <a:cubicBezTo>
                    <a:pt x="63028" y="196809"/>
                    <a:pt x="61288" y="308330"/>
                    <a:pt x="128999" y="378186"/>
                  </a:cubicBezTo>
                  <a:cubicBezTo>
                    <a:pt x="129944" y="379162"/>
                    <a:pt x="130901" y="380126"/>
                    <a:pt x="131869" y="38108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57D9D503-84AA-C4B1-7ABC-993540ABB2C7}"/>
                </a:ext>
              </a:extLst>
            </p:cNvPr>
            <p:cNvSpPr/>
            <p:nvPr/>
          </p:nvSpPr>
          <p:spPr>
            <a:xfrm>
              <a:off x="7210432" y="2771387"/>
              <a:ext cx="79145" cy="79332"/>
            </a:xfrm>
            <a:custGeom>
              <a:avLst/>
              <a:gdLst>
                <a:gd name="connsiteX0" fmla="*/ 39449 w 79145"/>
                <a:gd name="connsiteY0" fmla="*/ 79331 h 79332"/>
                <a:gd name="connsiteX1" fmla="*/ 31510 w 79145"/>
                <a:gd name="connsiteY1" fmla="*/ 78538 h 79332"/>
                <a:gd name="connsiteX2" fmla="*/ 24067 w 79145"/>
                <a:gd name="connsiteY2" fmla="*/ 76305 h 79332"/>
                <a:gd name="connsiteX3" fmla="*/ 17418 w 79145"/>
                <a:gd name="connsiteY3" fmla="*/ 72484 h 79332"/>
                <a:gd name="connsiteX4" fmla="*/ 6699 w 79145"/>
                <a:gd name="connsiteY4" fmla="*/ 61666 h 79332"/>
                <a:gd name="connsiteX5" fmla="*/ 795 w 79145"/>
                <a:gd name="connsiteY5" fmla="*/ 47376 h 79332"/>
                <a:gd name="connsiteX6" fmla="*/ 795 w 79145"/>
                <a:gd name="connsiteY6" fmla="*/ 31894 h 79332"/>
                <a:gd name="connsiteX7" fmla="*/ 11662 w 79145"/>
                <a:gd name="connsiteY7" fmla="*/ 11550 h 79332"/>
                <a:gd name="connsiteX8" fmla="*/ 17666 w 79145"/>
                <a:gd name="connsiteY8" fmla="*/ 6588 h 79332"/>
                <a:gd name="connsiteX9" fmla="*/ 24265 w 79145"/>
                <a:gd name="connsiteY9" fmla="*/ 3015 h 79332"/>
                <a:gd name="connsiteX10" fmla="*/ 31708 w 79145"/>
                <a:gd name="connsiteY10" fmla="*/ 782 h 79332"/>
                <a:gd name="connsiteX11" fmla="*/ 47240 w 79145"/>
                <a:gd name="connsiteY11" fmla="*/ 782 h 79332"/>
                <a:gd name="connsiteX12" fmla="*/ 54633 w 79145"/>
                <a:gd name="connsiteY12" fmla="*/ 3015 h 79332"/>
                <a:gd name="connsiteX13" fmla="*/ 61481 w 79145"/>
                <a:gd name="connsiteY13" fmla="*/ 6687 h 79332"/>
                <a:gd name="connsiteX14" fmla="*/ 67534 w 79145"/>
                <a:gd name="connsiteY14" fmla="*/ 11649 h 79332"/>
                <a:gd name="connsiteX15" fmla="*/ 72497 w 79145"/>
                <a:gd name="connsiteY15" fmla="*/ 17703 h 79332"/>
                <a:gd name="connsiteX16" fmla="*/ 78401 w 79145"/>
                <a:gd name="connsiteY16" fmla="*/ 31993 h 79332"/>
                <a:gd name="connsiteX17" fmla="*/ 78401 w 79145"/>
                <a:gd name="connsiteY17" fmla="*/ 47475 h 79332"/>
                <a:gd name="connsiteX18" fmla="*/ 72497 w 79145"/>
                <a:gd name="connsiteY18" fmla="*/ 61766 h 79332"/>
                <a:gd name="connsiteX19" fmla="*/ 61282 w 79145"/>
                <a:gd name="connsiteY19" fmla="*/ 72484 h 79332"/>
                <a:gd name="connsiteX20" fmla="*/ 54435 w 79145"/>
                <a:gd name="connsiteY20" fmla="*/ 76156 h 79332"/>
                <a:gd name="connsiteX21" fmla="*/ 47041 w 79145"/>
                <a:gd name="connsiteY21" fmla="*/ 78389 h 79332"/>
                <a:gd name="connsiteX22" fmla="*/ 39449 w 79145"/>
                <a:gd name="connsiteY22" fmla="*/ 79331 h 7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145" h="79332">
                  <a:moveTo>
                    <a:pt x="39449" y="79331"/>
                  </a:moveTo>
                  <a:cubicBezTo>
                    <a:pt x="36782" y="79352"/>
                    <a:pt x="34120" y="79085"/>
                    <a:pt x="31510" y="78538"/>
                  </a:cubicBezTo>
                  <a:cubicBezTo>
                    <a:pt x="28962" y="78036"/>
                    <a:pt x="26469" y="77289"/>
                    <a:pt x="24067" y="76305"/>
                  </a:cubicBezTo>
                  <a:cubicBezTo>
                    <a:pt x="21746" y="75220"/>
                    <a:pt x="19522" y="73943"/>
                    <a:pt x="17418" y="72484"/>
                  </a:cubicBezTo>
                  <a:cubicBezTo>
                    <a:pt x="13174" y="69610"/>
                    <a:pt x="9534" y="65936"/>
                    <a:pt x="6699" y="61666"/>
                  </a:cubicBezTo>
                  <a:cubicBezTo>
                    <a:pt x="3846" y="57319"/>
                    <a:pt x="1842" y="52470"/>
                    <a:pt x="795" y="47376"/>
                  </a:cubicBezTo>
                  <a:cubicBezTo>
                    <a:pt x="-265" y="42270"/>
                    <a:pt x="-265" y="37000"/>
                    <a:pt x="795" y="31894"/>
                  </a:cubicBezTo>
                  <a:cubicBezTo>
                    <a:pt x="2323" y="24186"/>
                    <a:pt x="6105" y="17106"/>
                    <a:pt x="11662" y="11550"/>
                  </a:cubicBezTo>
                  <a:cubicBezTo>
                    <a:pt x="13478" y="9683"/>
                    <a:pt x="15491" y="8020"/>
                    <a:pt x="17666" y="6588"/>
                  </a:cubicBezTo>
                  <a:cubicBezTo>
                    <a:pt x="19753" y="5199"/>
                    <a:pt x="21962" y="4003"/>
                    <a:pt x="24265" y="3015"/>
                  </a:cubicBezTo>
                  <a:cubicBezTo>
                    <a:pt x="26668" y="2031"/>
                    <a:pt x="29161" y="1283"/>
                    <a:pt x="31708" y="782"/>
                  </a:cubicBezTo>
                  <a:cubicBezTo>
                    <a:pt x="36833" y="-261"/>
                    <a:pt x="42115" y="-261"/>
                    <a:pt x="47240" y="782"/>
                  </a:cubicBezTo>
                  <a:cubicBezTo>
                    <a:pt x="49775" y="1276"/>
                    <a:pt x="52251" y="2024"/>
                    <a:pt x="54633" y="3015"/>
                  </a:cubicBezTo>
                  <a:cubicBezTo>
                    <a:pt x="57035" y="4000"/>
                    <a:pt x="59332" y="5230"/>
                    <a:pt x="61481" y="6687"/>
                  </a:cubicBezTo>
                  <a:cubicBezTo>
                    <a:pt x="63664" y="8131"/>
                    <a:pt x="65689" y="9794"/>
                    <a:pt x="67534" y="11649"/>
                  </a:cubicBezTo>
                  <a:cubicBezTo>
                    <a:pt x="69375" y="13508"/>
                    <a:pt x="71033" y="15534"/>
                    <a:pt x="72497" y="17703"/>
                  </a:cubicBezTo>
                  <a:cubicBezTo>
                    <a:pt x="75350" y="22050"/>
                    <a:pt x="77354" y="26899"/>
                    <a:pt x="78401" y="31993"/>
                  </a:cubicBezTo>
                  <a:cubicBezTo>
                    <a:pt x="79394" y="37106"/>
                    <a:pt x="79394" y="42362"/>
                    <a:pt x="78401" y="47475"/>
                  </a:cubicBezTo>
                  <a:cubicBezTo>
                    <a:pt x="77354" y="52569"/>
                    <a:pt x="75350" y="57418"/>
                    <a:pt x="72497" y="61766"/>
                  </a:cubicBezTo>
                  <a:cubicBezTo>
                    <a:pt x="69519" y="66059"/>
                    <a:pt x="65708" y="69706"/>
                    <a:pt x="61282" y="72484"/>
                  </a:cubicBezTo>
                  <a:cubicBezTo>
                    <a:pt x="59119" y="73921"/>
                    <a:pt x="56826" y="75150"/>
                    <a:pt x="54435" y="76156"/>
                  </a:cubicBezTo>
                  <a:cubicBezTo>
                    <a:pt x="52053" y="77146"/>
                    <a:pt x="49577" y="77894"/>
                    <a:pt x="47041" y="78389"/>
                  </a:cubicBezTo>
                  <a:cubicBezTo>
                    <a:pt x="44549" y="78959"/>
                    <a:pt x="42005" y="79275"/>
                    <a:pt x="39449" y="793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AA6FBB0-99C9-92C1-B026-02AD96DA110E}"/>
              </a:ext>
            </a:extLst>
          </p:cNvPr>
          <p:cNvGrpSpPr/>
          <p:nvPr/>
        </p:nvGrpSpPr>
        <p:grpSpPr>
          <a:xfrm>
            <a:off x="8241872" y="2558136"/>
            <a:ext cx="538484" cy="798465"/>
            <a:chOff x="8241872" y="2558136"/>
            <a:chExt cx="538484" cy="798465"/>
          </a:xfrm>
        </p:grpSpPr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494ED191-BB69-6C10-EC4A-B741934D101C}"/>
                </a:ext>
              </a:extLst>
            </p:cNvPr>
            <p:cNvSpPr/>
            <p:nvPr/>
          </p:nvSpPr>
          <p:spPr>
            <a:xfrm>
              <a:off x="8423855" y="2760117"/>
              <a:ext cx="356501" cy="595194"/>
            </a:xfrm>
            <a:custGeom>
              <a:avLst/>
              <a:gdLst>
                <a:gd name="connsiteX0" fmla="*/ 205063 w 356501"/>
                <a:gd name="connsiteY0" fmla="*/ 594847 h 595194"/>
                <a:gd name="connsiteX1" fmla="*/ 164970 w 356501"/>
                <a:gd name="connsiteY1" fmla="*/ 555548 h 595194"/>
                <a:gd name="connsiteX2" fmla="*/ 204270 w 356501"/>
                <a:gd name="connsiteY2" fmla="*/ 515454 h 595194"/>
                <a:gd name="connsiteX3" fmla="*/ 206751 w 356501"/>
                <a:gd name="connsiteY3" fmla="*/ 515454 h 595194"/>
                <a:gd name="connsiteX4" fmla="*/ 207296 w 356501"/>
                <a:gd name="connsiteY4" fmla="*/ 510492 h 595194"/>
                <a:gd name="connsiteX5" fmla="*/ 207892 w 356501"/>
                <a:gd name="connsiteY5" fmla="*/ 505282 h 595194"/>
                <a:gd name="connsiteX6" fmla="*/ 209083 w 356501"/>
                <a:gd name="connsiteY6" fmla="*/ 492579 h 595194"/>
                <a:gd name="connsiteX7" fmla="*/ 235977 w 356501"/>
                <a:gd name="connsiteY7" fmla="*/ 403262 h 595194"/>
                <a:gd name="connsiteX8" fmla="*/ 269273 w 356501"/>
                <a:gd name="connsiteY8" fmla="*/ 316277 h 595194"/>
                <a:gd name="connsiteX9" fmla="*/ 270414 w 356501"/>
                <a:gd name="connsiteY9" fmla="*/ 195202 h 595194"/>
                <a:gd name="connsiteX10" fmla="*/ 228584 w 356501"/>
                <a:gd name="connsiteY10" fmla="*/ 152727 h 595194"/>
                <a:gd name="connsiteX11" fmla="*/ 174745 w 356501"/>
                <a:gd name="connsiteY11" fmla="*/ 124443 h 595194"/>
                <a:gd name="connsiteX12" fmla="*/ 140011 w 356501"/>
                <a:gd name="connsiteY12" fmla="*/ 113229 h 595194"/>
                <a:gd name="connsiteX13" fmla="*/ 67515 w 356501"/>
                <a:gd name="connsiteY13" fmla="*/ 88419 h 595194"/>
                <a:gd name="connsiteX14" fmla="*/ 41811 w 356501"/>
                <a:gd name="connsiteY14" fmla="*/ 79487 h 595194"/>
                <a:gd name="connsiteX15" fmla="*/ 40372 w 356501"/>
                <a:gd name="connsiteY15" fmla="*/ 79487 h 595194"/>
                <a:gd name="connsiteX16" fmla="*/ 6 w 356501"/>
                <a:gd name="connsiteY16" fmla="*/ 40460 h 595194"/>
                <a:gd name="connsiteX17" fmla="*/ 39032 w 356501"/>
                <a:gd name="connsiteY17" fmla="*/ 94 h 595194"/>
                <a:gd name="connsiteX18" fmla="*/ 126216 w 356501"/>
                <a:gd name="connsiteY18" fmla="*/ 34828 h 595194"/>
                <a:gd name="connsiteX19" fmla="*/ 127655 w 356501"/>
                <a:gd name="connsiteY19" fmla="*/ 34828 h 595194"/>
                <a:gd name="connsiteX20" fmla="*/ 235134 w 356501"/>
                <a:gd name="connsiteY20" fmla="*/ 73135 h 595194"/>
                <a:gd name="connsiteX21" fmla="*/ 238210 w 356501"/>
                <a:gd name="connsiteY21" fmla="*/ 73979 h 595194"/>
                <a:gd name="connsiteX22" fmla="*/ 347376 w 356501"/>
                <a:gd name="connsiteY22" fmla="*/ 177289 h 595194"/>
                <a:gd name="connsiteX23" fmla="*/ 345490 w 356501"/>
                <a:gd name="connsiteY23" fmla="*/ 337217 h 595194"/>
                <a:gd name="connsiteX24" fmla="*/ 306588 w 356501"/>
                <a:gd name="connsiteY24" fmla="*/ 438691 h 595194"/>
                <a:gd name="connsiteX25" fmla="*/ 287980 w 356501"/>
                <a:gd name="connsiteY25" fmla="*/ 496549 h 595194"/>
                <a:gd name="connsiteX26" fmla="*/ 286392 w 356501"/>
                <a:gd name="connsiteY26" fmla="*/ 514313 h 595194"/>
                <a:gd name="connsiteX27" fmla="*/ 285896 w 356501"/>
                <a:gd name="connsiteY27" fmla="*/ 518977 h 595194"/>
                <a:gd name="connsiteX28" fmla="*/ 205460 w 356501"/>
                <a:gd name="connsiteY28" fmla="*/ 595195 h 59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56501" h="595194">
                  <a:moveTo>
                    <a:pt x="205063" y="594847"/>
                  </a:moveTo>
                  <a:cubicBezTo>
                    <a:pt x="183141" y="595066"/>
                    <a:pt x="165188" y="577470"/>
                    <a:pt x="164970" y="555548"/>
                  </a:cubicBezTo>
                  <a:cubicBezTo>
                    <a:pt x="164752" y="533625"/>
                    <a:pt x="182347" y="515673"/>
                    <a:pt x="204270" y="515454"/>
                  </a:cubicBezTo>
                  <a:lnTo>
                    <a:pt x="206751" y="515454"/>
                  </a:lnTo>
                  <a:cubicBezTo>
                    <a:pt x="206751" y="513370"/>
                    <a:pt x="207197" y="511484"/>
                    <a:pt x="207296" y="510492"/>
                  </a:cubicBezTo>
                  <a:lnTo>
                    <a:pt x="207892" y="505282"/>
                  </a:lnTo>
                  <a:cubicBezTo>
                    <a:pt x="208388" y="500717"/>
                    <a:pt x="208884" y="496350"/>
                    <a:pt x="209083" y="492579"/>
                  </a:cubicBezTo>
                  <a:cubicBezTo>
                    <a:pt x="210720" y="457845"/>
                    <a:pt x="222977" y="429065"/>
                    <a:pt x="235977" y="403262"/>
                  </a:cubicBezTo>
                  <a:cubicBezTo>
                    <a:pt x="249906" y="375430"/>
                    <a:pt x="261056" y="346297"/>
                    <a:pt x="269273" y="316277"/>
                  </a:cubicBezTo>
                  <a:cubicBezTo>
                    <a:pt x="279792" y="276650"/>
                    <a:pt x="280184" y="235019"/>
                    <a:pt x="270414" y="195202"/>
                  </a:cubicBezTo>
                  <a:cubicBezTo>
                    <a:pt x="263070" y="163395"/>
                    <a:pt x="248382" y="155208"/>
                    <a:pt x="228584" y="152727"/>
                  </a:cubicBezTo>
                  <a:cubicBezTo>
                    <a:pt x="220297" y="151685"/>
                    <a:pt x="191964" y="146574"/>
                    <a:pt x="174745" y="124443"/>
                  </a:cubicBezTo>
                  <a:cubicBezTo>
                    <a:pt x="167302" y="114817"/>
                    <a:pt x="159561" y="110202"/>
                    <a:pt x="140011" y="113229"/>
                  </a:cubicBezTo>
                  <a:cubicBezTo>
                    <a:pt x="110238" y="117943"/>
                    <a:pt x="85775" y="109607"/>
                    <a:pt x="67515" y="88419"/>
                  </a:cubicBezTo>
                  <a:cubicBezTo>
                    <a:pt x="63644" y="84002"/>
                    <a:pt x="57293" y="78842"/>
                    <a:pt x="41811" y="79487"/>
                  </a:cubicBezTo>
                  <a:lnTo>
                    <a:pt x="40372" y="79487"/>
                  </a:lnTo>
                  <a:cubicBezTo>
                    <a:pt x="18448" y="79857"/>
                    <a:pt x="376" y="62384"/>
                    <a:pt x="6" y="40460"/>
                  </a:cubicBezTo>
                  <a:cubicBezTo>
                    <a:pt x="-364" y="18536"/>
                    <a:pt x="17109" y="464"/>
                    <a:pt x="39032" y="94"/>
                  </a:cubicBezTo>
                  <a:cubicBezTo>
                    <a:pt x="74561" y="-1196"/>
                    <a:pt x="104631" y="10861"/>
                    <a:pt x="126216" y="34828"/>
                  </a:cubicBezTo>
                  <a:lnTo>
                    <a:pt x="127655" y="34828"/>
                  </a:lnTo>
                  <a:cubicBezTo>
                    <a:pt x="172314" y="27782"/>
                    <a:pt x="208587" y="40634"/>
                    <a:pt x="235134" y="73135"/>
                  </a:cubicBezTo>
                  <a:cubicBezTo>
                    <a:pt x="236126" y="73521"/>
                    <a:pt x="237158" y="73803"/>
                    <a:pt x="238210" y="73979"/>
                  </a:cubicBezTo>
                  <a:cubicBezTo>
                    <a:pt x="294927" y="81075"/>
                    <a:pt x="333730" y="117794"/>
                    <a:pt x="347376" y="177289"/>
                  </a:cubicBezTo>
                  <a:cubicBezTo>
                    <a:pt x="360153" y="229915"/>
                    <a:pt x="359503" y="284907"/>
                    <a:pt x="345490" y="337217"/>
                  </a:cubicBezTo>
                  <a:cubicBezTo>
                    <a:pt x="335864" y="372229"/>
                    <a:pt x="322833" y="406219"/>
                    <a:pt x="306588" y="438691"/>
                  </a:cubicBezTo>
                  <a:cubicBezTo>
                    <a:pt x="296068" y="459829"/>
                    <a:pt x="288873" y="477742"/>
                    <a:pt x="287980" y="496549"/>
                  </a:cubicBezTo>
                  <a:cubicBezTo>
                    <a:pt x="287682" y="502900"/>
                    <a:pt x="286987" y="508954"/>
                    <a:pt x="286392" y="514313"/>
                  </a:cubicBezTo>
                  <a:lnTo>
                    <a:pt x="285896" y="518977"/>
                  </a:lnTo>
                  <a:cubicBezTo>
                    <a:pt x="280934" y="567457"/>
                    <a:pt x="266444" y="594004"/>
                    <a:pt x="205460" y="5951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80269024-EFFD-8860-67F0-79B96C2844E5}"/>
                </a:ext>
              </a:extLst>
            </p:cNvPr>
            <p:cNvSpPr/>
            <p:nvPr/>
          </p:nvSpPr>
          <p:spPr>
            <a:xfrm>
              <a:off x="8241872" y="2558136"/>
              <a:ext cx="456515" cy="798465"/>
            </a:xfrm>
            <a:custGeom>
              <a:avLst/>
              <a:gdLst>
                <a:gd name="connsiteX0" fmla="*/ 170750 w 456515"/>
                <a:gd name="connsiteY0" fmla="*/ 798465 h 798465"/>
                <a:gd name="connsiteX1" fmla="*/ 170204 w 456515"/>
                <a:gd name="connsiteY1" fmla="*/ 798465 h 798465"/>
                <a:gd name="connsiteX2" fmla="*/ 98502 w 456515"/>
                <a:gd name="connsiteY2" fmla="*/ 730733 h 798465"/>
                <a:gd name="connsiteX3" fmla="*/ 64760 w 456515"/>
                <a:gd name="connsiteY3" fmla="*/ 631889 h 798465"/>
                <a:gd name="connsiteX4" fmla="*/ 5711 w 456515"/>
                <a:gd name="connsiteY4" fmla="*/ 502031 h 798465"/>
                <a:gd name="connsiteX5" fmla="*/ 5 w 456515"/>
                <a:gd name="connsiteY5" fmla="*/ 448342 h 798465"/>
                <a:gd name="connsiteX6" fmla="*/ 48385 w 456515"/>
                <a:gd name="connsiteY6" fmla="*/ 364483 h 798465"/>
                <a:gd name="connsiteX7" fmla="*/ 49130 w 456515"/>
                <a:gd name="connsiteY7" fmla="*/ 364086 h 798465"/>
                <a:gd name="connsiteX8" fmla="*/ 49378 w 456515"/>
                <a:gd name="connsiteY8" fmla="*/ 355601 h 798465"/>
                <a:gd name="connsiteX9" fmla="*/ 45110 w 456515"/>
                <a:gd name="connsiteY9" fmla="*/ 176272 h 798465"/>
                <a:gd name="connsiteX10" fmla="*/ 44068 w 456515"/>
                <a:gd name="connsiteY10" fmla="*/ 126651 h 798465"/>
                <a:gd name="connsiteX11" fmla="*/ 44068 w 456515"/>
                <a:gd name="connsiteY11" fmla="*/ 118811 h 798465"/>
                <a:gd name="connsiteX12" fmla="*/ 44564 w 456515"/>
                <a:gd name="connsiteY12" fmla="*/ 84076 h 798465"/>
                <a:gd name="connsiteX13" fmla="*/ 136561 w 456515"/>
                <a:gd name="connsiteY13" fmla="*/ 19 h 798465"/>
                <a:gd name="connsiteX14" fmla="*/ 224638 w 456515"/>
                <a:gd name="connsiteY14" fmla="*/ 88244 h 798465"/>
                <a:gd name="connsiteX15" fmla="*/ 226970 w 456515"/>
                <a:gd name="connsiteY15" fmla="*/ 157713 h 798465"/>
                <a:gd name="connsiteX16" fmla="*/ 228260 w 456515"/>
                <a:gd name="connsiteY16" fmla="*/ 202372 h 798465"/>
                <a:gd name="connsiteX17" fmla="*/ 262118 w 456515"/>
                <a:gd name="connsiteY17" fmla="*/ 247153 h 798465"/>
                <a:gd name="connsiteX18" fmla="*/ 224043 w 456515"/>
                <a:gd name="connsiteY18" fmla="*/ 281368 h 798465"/>
                <a:gd name="connsiteX19" fmla="*/ 149115 w 456515"/>
                <a:gd name="connsiteY19" fmla="*/ 210510 h 798465"/>
                <a:gd name="connsiteX20" fmla="*/ 147627 w 456515"/>
                <a:gd name="connsiteY20" fmla="*/ 159797 h 798465"/>
                <a:gd name="connsiteX21" fmla="*/ 145344 w 456515"/>
                <a:gd name="connsiteY21" fmla="*/ 92363 h 798465"/>
                <a:gd name="connsiteX22" fmla="*/ 134676 w 456515"/>
                <a:gd name="connsiteY22" fmla="*/ 79809 h 798465"/>
                <a:gd name="connsiteX23" fmla="*/ 123213 w 456515"/>
                <a:gd name="connsiteY23" fmla="*/ 92214 h 798465"/>
                <a:gd name="connsiteX24" fmla="*/ 123213 w 456515"/>
                <a:gd name="connsiteY24" fmla="*/ 116429 h 798465"/>
                <a:gd name="connsiteX25" fmla="*/ 123461 w 456515"/>
                <a:gd name="connsiteY25" fmla="*/ 125113 h 798465"/>
                <a:gd name="connsiteX26" fmla="*/ 124503 w 456515"/>
                <a:gd name="connsiteY26" fmla="*/ 174733 h 798465"/>
                <a:gd name="connsiteX27" fmla="*/ 128721 w 456515"/>
                <a:gd name="connsiteY27" fmla="*/ 353368 h 798465"/>
                <a:gd name="connsiteX28" fmla="*/ 84608 w 456515"/>
                <a:gd name="connsiteY28" fmla="*/ 435242 h 798465"/>
                <a:gd name="connsiteX29" fmla="*/ 79398 w 456515"/>
                <a:gd name="connsiteY29" fmla="*/ 447796 h 798465"/>
                <a:gd name="connsiteX30" fmla="*/ 83517 w 456515"/>
                <a:gd name="connsiteY30" fmla="*/ 485557 h 798465"/>
                <a:gd name="connsiteX31" fmla="*/ 129614 w 456515"/>
                <a:gd name="connsiteY31" fmla="*/ 586089 h 798465"/>
                <a:gd name="connsiteX32" fmla="*/ 177548 w 456515"/>
                <a:gd name="connsiteY32" fmla="*/ 719221 h 798465"/>
                <a:gd name="connsiteX33" fmla="*/ 416819 w 456515"/>
                <a:gd name="connsiteY33" fmla="*/ 717435 h 798465"/>
                <a:gd name="connsiteX34" fmla="*/ 416819 w 456515"/>
                <a:gd name="connsiteY34" fmla="*/ 717435 h 798465"/>
                <a:gd name="connsiteX35" fmla="*/ 456516 w 456515"/>
                <a:gd name="connsiteY35" fmla="*/ 757131 h 798465"/>
                <a:gd name="connsiteX36" fmla="*/ 416819 w 456515"/>
                <a:gd name="connsiteY36" fmla="*/ 796828 h 798465"/>
                <a:gd name="connsiteX37" fmla="*/ 170750 w 456515"/>
                <a:gd name="connsiteY37" fmla="*/ 798465 h 79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56515" h="798465">
                  <a:moveTo>
                    <a:pt x="170750" y="798465"/>
                  </a:moveTo>
                  <a:lnTo>
                    <a:pt x="170204" y="798465"/>
                  </a:lnTo>
                  <a:cubicBezTo>
                    <a:pt x="137901" y="798019"/>
                    <a:pt x="100735" y="789931"/>
                    <a:pt x="98502" y="730733"/>
                  </a:cubicBezTo>
                  <a:cubicBezTo>
                    <a:pt x="97622" y="695110"/>
                    <a:pt x="85846" y="660614"/>
                    <a:pt x="64760" y="631889"/>
                  </a:cubicBezTo>
                  <a:cubicBezTo>
                    <a:pt x="36404" y="593095"/>
                    <a:pt x="16306" y="548898"/>
                    <a:pt x="5711" y="502031"/>
                  </a:cubicBezTo>
                  <a:cubicBezTo>
                    <a:pt x="2015" y="484371"/>
                    <a:pt x="103" y="466384"/>
                    <a:pt x="5" y="448342"/>
                  </a:cubicBezTo>
                  <a:cubicBezTo>
                    <a:pt x="-342" y="410977"/>
                    <a:pt x="17323" y="380411"/>
                    <a:pt x="48385" y="364483"/>
                  </a:cubicBezTo>
                  <a:lnTo>
                    <a:pt x="49130" y="364086"/>
                  </a:lnTo>
                  <a:cubicBezTo>
                    <a:pt x="49452" y="361269"/>
                    <a:pt x="49535" y="358431"/>
                    <a:pt x="49378" y="355601"/>
                  </a:cubicBezTo>
                  <a:cubicBezTo>
                    <a:pt x="47591" y="296056"/>
                    <a:pt x="46301" y="235022"/>
                    <a:pt x="45110" y="176272"/>
                  </a:cubicBezTo>
                  <a:lnTo>
                    <a:pt x="44068" y="126651"/>
                  </a:lnTo>
                  <a:cubicBezTo>
                    <a:pt x="44068" y="124021"/>
                    <a:pt x="44068" y="121391"/>
                    <a:pt x="44068" y="118811"/>
                  </a:cubicBezTo>
                  <a:cubicBezTo>
                    <a:pt x="43441" y="107235"/>
                    <a:pt x="43606" y="95629"/>
                    <a:pt x="44564" y="84076"/>
                  </a:cubicBezTo>
                  <a:cubicBezTo>
                    <a:pt x="49527" y="33612"/>
                    <a:pt x="87387" y="-924"/>
                    <a:pt x="136561" y="19"/>
                  </a:cubicBezTo>
                  <a:cubicBezTo>
                    <a:pt x="185735" y="962"/>
                    <a:pt x="222157" y="38177"/>
                    <a:pt x="224638" y="88244"/>
                  </a:cubicBezTo>
                  <a:cubicBezTo>
                    <a:pt x="225829" y="111467"/>
                    <a:pt x="226424" y="134937"/>
                    <a:pt x="226970" y="157713"/>
                  </a:cubicBezTo>
                  <a:cubicBezTo>
                    <a:pt x="227367" y="172600"/>
                    <a:pt x="227764" y="187486"/>
                    <a:pt x="228260" y="202372"/>
                  </a:cubicBezTo>
                  <a:cubicBezTo>
                    <a:pt x="249976" y="205388"/>
                    <a:pt x="265135" y="225437"/>
                    <a:pt x="262118" y="247153"/>
                  </a:cubicBezTo>
                  <a:cubicBezTo>
                    <a:pt x="259457" y="266311"/>
                    <a:pt x="243375" y="280762"/>
                    <a:pt x="224043" y="281368"/>
                  </a:cubicBezTo>
                  <a:cubicBezTo>
                    <a:pt x="172735" y="283105"/>
                    <a:pt x="151150" y="262661"/>
                    <a:pt x="149115" y="210510"/>
                  </a:cubicBezTo>
                  <a:cubicBezTo>
                    <a:pt x="148470" y="193639"/>
                    <a:pt x="148024" y="176718"/>
                    <a:pt x="147627" y="159797"/>
                  </a:cubicBezTo>
                  <a:cubicBezTo>
                    <a:pt x="147031" y="137617"/>
                    <a:pt x="146485" y="114692"/>
                    <a:pt x="145344" y="92363"/>
                  </a:cubicBezTo>
                  <a:cubicBezTo>
                    <a:pt x="144947" y="84176"/>
                    <a:pt x="141375" y="79958"/>
                    <a:pt x="134676" y="79809"/>
                  </a:cubicBezTo>
                  <a:cubicBezTo>
                    <a:pt x="131351" y="79809"/>
                    <a:pt x="124454" y="79809"/>
                    <a:pt x="123213" y="92214"/>
                  </a:cubicBezTo>
                  <a:cubicBezTo>
                    <a:pt x="122711" y="100278"/>
                    <a:pt x="122711" y="108365"/>
                    <a:pt x="123213" y="116429"/>
                  </a:cubicBezTo>
                  <a:cubicBezTo>
                    <a:pt x="123213" y="119357"/>
                    <a:pt x="123213" y="122235"/>
                    <a:pt x="123461" y="125113"/>
                  </a:cubicBezTo>
                  <a:lnTo>
                    <a:pt x="124503" y="174733"/>
                  </a:lnTo>
                  <a:cubicBezTo>
                    <a:pt x="125694" y="233286"/>
                    <a:pt x="126935" y="293823"/>
                    <a:pt x="128721" y="353368"/>
                  </a:cubicBezTo>
                  <a:cubicBezTo>
                    <a:pt x="129168" y="367807"/>
                    <a:pt x="130508" y="411722"/>
                    <a:pt x="84608" y="435242"/>
                  </a:cubicBezTo>
                  <a:cubicBezTo>
                    <a:pt x="82872" y="436135"/>
                    <a:pt x="79299" y="437971"/>
                    <a:pt x="79398" y="447796"/>
                  </a:cubicBezTo>
                  <a:cubicBezTo>
                    <a:pt x="79488" y="460489"/>
                    <a:pt x="80867" y="473142"/>
                    <a:pt x="83517" y="485557"/>
                  </a:cubicBezTo>
                  <a:cubicBezTo>
                    <a:pt x="91860" y="521865"/>
                    <a:pt x="107549" y="556073"/>
                    <a:pt x="129614" y="586089"/>
                  </a:cubicBezTo>
                  <a:cubicBezTo>
                    <a:pt x="157926" y="625006"/>
                    <a:pt x="174554" y="671188"/>
                    <a:pt x="177548" y="719221"/>
                  </a:cubicBezTo>
                  <a:lnTo>
                    <a:pt x="416819" y="717435"/>
                  </a:lnTo>
                  <a:lnTo>
                    <a:pt x="416819" y="717435"/>
                  </a:lnTo>
                  <a:cubicBezTo>
                    <a:pt x="438742" y="717435"/>
                    <a:pt x="456516" y="735209"/>
                    <a:pt x="456516" y="757131"/>
                  </a:cubicBezTo>
                  <a:cubicBezTo>
                    <a:pt x="456516" y="779054"/>
                    <a:pt x="438742" y="796828"/>
                    <a:pt x="416819" y="796828"/>
                  </a:cubicBezTo>
                  <a:lnTo>
                    <a:pt x="170750" y="79846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49E589E8-8FB6-BA91-3815-C4AA135899FF}"/>
              </a:ext>
            </a:extLst>
          </p:cNvPr>
          <p:cNvGrpSpPr/>
          <p:nvPr/>
        </p:nvGrpSpPr>
        <p:grpSpPr>
          <a:xfrm>
            <a:off x="9508722" y="2546147"/>
            <a:ext cx="641987" cy="818741"/>
            <a:chOff x="9508722" y="2546147"/>
            <a:chExt cx="641987" cy="818741"/>
          </a:xfrm>
        </p:grpSpPr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26CD780-7712-ACBD-3DF8-E590138579C6}"/>
                </a:ext>
              </a:extLst>
            </p:cNvPr>
            <p:cNvSpPr/>
            <p:nvPr/>
          </p:nvSpPr>
          <p:spPr>
            <a:xfrm>
              <a:off x="9676940" y="2646430"/>
              <a:ext cx="305753" cy="78351"/>
            </a:xfrm>
            <a:custGeom>
              <a:avLst/>
              <a:gdLst>
                <a:gd name="connsiteX0" fmla="*/ 267948 w 305753"/>
                <a:gd name="connsiteY0" fmla="*/ 78351 h 78351"/>
                <a:gd name="connsiteX1" fmla="*/ 37807 w 305753"/>
                <a:gd name="connsiteY1" fmla="*/ 78351 h 78351"/>
                <a:gd name="connsiteX2" fmla="*/ 25 w 305753"/>
                <a:gd name="connsiteY2" fmla="*/ 37781 h 78351"/>
                <a:gd name="connsiteX3" fmla="*/ 37807 w 305753"/>
                <a:gd name="connsiteY3" fmla="*/ 0 h 78351"/>
                <a:gd name="connsiteX4" fmla="*/ 267948 w 305753"/>
                <a:gd name="connsiteY4" fmla="*/ 0 h 78351"/>
                <a:gd name="connsiteX5" fmla="*/ 305729 w 305753"/>
                <a:gd name="connsiteY5" fmla="*/ 40570 h 78351"/>
                <a:gd name="connsiteX6" fmla="*/ 267948 w 305753"/>
                <a:gd name="connsiteY6" fmla="*/ 78351 h 7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753" h="78351">
                  <a:moveTo>
                    <a:pt x="267948" y="78351"/>
                  </a:moveTo>
                  <a:lnTo>
                    <a:pt x="37807" y="78351"/>
                  </a:lnTo>
                  <a:cubicBezTo>
                    <a:pt x="16170" y="77581"/>
                    <a:pt x="-745" y="59417"/>
                    <a:pt x="25" y="37781"/>
                  </a:cubicBezTo>
                  <a:cubicBezTo>
                    <a:pt x="757" y="17226"/>
                    <a:pt x="17251" y="732"/>
                    <a:pt x="37807" y="0"/>
                  </a:cubicBezTo>
                  <a:lnTo>
                    <a:pt x="267948" y="0"/>
                  </a:lnTo>
                  <a:cubicBezTo>
                    <a:pt x="289582" y="770"/>
                    <a:pt x="306498" y="18934"/>
                    <a:pt x="305729" y="40570"/>
                  </a:cubicBezTo>
                  <a:cubicBezTo>
                    <a:pt x="304999" y="61125"/>
                    <a:pt x="288500" y="77619"/>
                    <a:pt x="267948" y="7835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3DA86F38-DA0C-36CD-AB3F-25DC71386A0E}"/>
                </a:ext>
              </a:extLst>
            </p:cNvPr>
            <p:cNvSpPr/>
            <p:nvPr/>
          </p:nvSpPr>
          <p:spPr>
            <a:xfrm>
              <a:off x="9508722" y="2546147"/>
              <a:ext cx="641987" cy="818741"/>
            </a:xfrm>
            <a:custGeom>
              <a:avLst/>
              <a:gdLst>
                <a:gd name="connsiteX0" fmla="*/ 555355 w 641987"/>
                <a:gd name="connsiteY0" fmla="*/ 818741 h 818741"/>
                <a:gd name="connsiteX1" fmla="*/ 86836 w 641987"/>
                <a:gd name="connsiteY1" fmla="*/ 818741 h 818741"/>
                <a:gd name="connsiteX2" fmla="*/ 0 w 641987"/>
                <a:gd name="connsiteY2" fmla="*/ 732004 h 818741"/>
                <a:gd name="connsiteX3" fmla="*/ 10966 w 641987"/>
                <a:gd name="connsiteY3" fmla="*/ 689728 h 818741"/>
                <a:gd name="connsiteX4" fmla="*/ 138640 w 641987"/>
                <a:gd name="connsiteY4" fmla="*/ 427234 h 818741"/>
                <a:gd name="connsiteX5" fmla="*/ 194215 w 641987"/>
                <a:gd name="connsiteY5" fmla="*/ 185730 h 818741"/>
                <a:gd name="connsiteX6" fmla="*/ 194215 w 641987"/>
                <a:gd name="connsiteY6" fmla="*/ 178238 h 818741"/>
                <a:gd name="connsiteX7" fmla="*/ 164095 w 641987"/>
                <a:gd name="connsiteY7" fmla="*/ 139682 h 818741"/>
                <a:gd name="connsiteX8" fmla="*/ 164095 w 641987"/>
                <a:gd name="connsiteY8" fmla="*/ 39697 h 818741"/>
                <a:gd name="connsiteX9" fmla="*/ 203792 w 641987"/>
                <a:gd name="connsiteY9" fmla="*/ 0 h 818741"/>
                <a:gd name="connsiteX10" fmla="*/ 438399 w 641987"/>
                <a:gd name="connsiteY10" fmla="*/ 0 h 818741"/>
                <a:gd name="connsiteX11" fmla="*/ 478095 w 641987"/>
                <a:gd name="connsiteY11" fmla="*/ 39697 h 818741"/>
                <a:gd name="connsiteX12" fmla="*/ 478095 w 641987"/>
                <a:gd name="connsiteY12" fmla="*/ 139682 h 818741"/>
                <a:gd name="connsiteX13" fmla="*/ 447628 w 641987"/>
                <a:gd name="connsiteY13" fmla="*/ 178287 h 818741"/>
                <a:gd name="connsiteX14" fmla="*/ 447628 w 641987"/>
                <a:gd name="connsiteY14" fmla="*/ 183597 h 818741"/>
                <a:gd name="connsiteX15" fmla="*/ 502707 w 641987"/>
                <a:gd name="connsiteY15" fmla="*/ 424009 h 818741"/>
                <a:gd name="connsiteX16" fmla="*/ 631225 w 641987"/>
                <a:gd name="connsiteY16" fmla="*/ 690125 h 818741"/>
                <a:gd name="connsiteX17" fmla="*/ 597016 w 641987"/>
                <a:gd name="connsiteY17" fmla="*/ 807994 h 818741"/>
                <a:gd name="connsiteX18" fmla="*/ 555355 w 641987"/>
                <a:gd name="connsiteY18" fmla="*/ 818741 h 818741"/>
                <a:gd name="connsiteX19" fmla="*/ 243489 w 641987"/>
                <a:gd name="connsiteY19" fmla="*/ 101127 h 818741"/>
                <a:gd name="connsiteX20" fmla="*/ 273608 w 641987"/>
                <a:gd name="connsiteY20" fmla="*/ 139682 h 818741"/>
                <a:gd name="connsiteX21" fmla="*/ 273608 w 641987"/>
                <a:gd name="connsiteY21" fmla="*/ 185730 h 818741"/>
                <a:gd name="connsiteX22" fmla="*/ 210044 w 641987"/>
                <a:gd name="connsiteY22" fmla="*/ 461969 h 818741"/>
                <a:gd name="connsiteX23" fmla="*/ 81775 w 641987"/>
                <a:gd name="connsiteY23" fmla="*/ 725703 h 818741"/>
                <a:gd name="connsiteX24" fmla="*/ 80435 w 641987"/>
                <a:gd name="connsiteY24" fmla="*/ 728233 h 818741"/>
                <a:gd name="connsiteX25" fmla="*/ 83236 w 641987"/>
                <a:gd name="connsiteY25" fmla="*/ 738381 h 818741"/>
                <a:gd name="connsiteX26" fmla="*/ 86836 w 641987"/>
                <a:gd name="connsiteY26" fmla="*/ 739348 h 818741"/>
                <a:gd name="connsiteX27" fmla="*/ 555355 w 641987"/>
                <a:gd name="connsiteY27" fmla="*/ 739348 h 818741"/>
                <a:gd name="connsiteX28" fmla="*/ 562783 w 641987"/>
                <a:gd name="connsiteY28" fmla="*/ 731989 h 818741"/>
                <a:gd name="connsiteX29" fmla="*/ 561806 w 641987"/>
                <a:gd name="connsiteY29" fmla="*/ 728283 h 818741"/>
                <a:gd name="connsiteX30" fmla="*/ 560466 w 641987"/>
                <a:gd name="connsiteY30" fmla="*/ 725752 h 818741"/>
                <a:gd name="connsiteX31" fmla="*/ 431452 w 641987"/>
                <a:gd name="connsiteY31" fmla="*/ 458694 h 818741"/>
                <a:gd name="connsiteX32" fmla="*/ 368235 w 641987"/>
                <a:gd name="connsiteY32" fmla="*/ 183597 h 818741"/>
                <a:gd name="connsiteX33" fmla="*/ 368235 w 641987"/>
                <a:gd name="connsiteY33" fmla="*/ 139682 h 818741"/>
                <a:gd name="connsiteX34" fmla="*/ 398653 w 641987"/>
                <a:gd name="connsiteY34" fmla="*/ 101077 h 818741"/>
                <a:gd name="connsiteX35" fmla="*/ 398653 w 641987"/>
                <a:gd name="connsiteY35" fmla="*/ 79393 h 818741"/>
                <a:gd name="connsiteX36" fmla="*/ 243489 w 641987"/>
                <a:gd name="connsiteY36" fmla="*/ 79393 h 81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1987" h="818741">
                  <a:moveTo>
                    <a:pt x="555355" y="818741"/>
                  </a:moveTo>
                  <a:lnTo>
                    <a:pt x="86836" y="818741"/>
                  </a:lnTo>
                  <a:cubicBezTo>
                    <a:pt x="38905" y="818766"/>
                    <a:pt x="27" y="779933"/>
                    <a:pt x="0" y="732004"/>
                  </a:cubicBezTo>
                  <a:cubicBezTo>
                    <a:pt x="-8" y="717207"/>
                    <a:pt x="3766" y="702654"/>
                    <a:pt x="10966" y="689728"/>
                  </a:cubicBezTo>
                  <a:lnTo>
                    <a:pt x="138640" y="427234"/>
                  </a:lnTo>
                  <a:cubicBezTo>
                    <a:pt x="175122" y="351948"/>
                    <a:pt x="194120" y="269390"/>
                    <a:pt x="194215" y="185730"/>
                  </a:cubicBezTo>
                  <a:lnTo>
                    <a:pt x="194215" y="178238"/>
                  </a:lnTo>
                  <a:cubicBezTo>
                    <a:pt x="176507" y="173836"/>
                    <a:pt x="164081" y="157929"/>
                    <a:pt x="164095" y="139682"/>
                  </a:cubicBezTo>
                  <a:lnTo>
                    <a:pt x="164095" y="39697"/>
                  </a:lnTo>
                  <a:cubicBezTo>
                    <a:pt x="164095" y="17773"/>
                    <a:pt x="181868" y="0"/>
                    <a:pt x="203792" y="0"/>
                  </a:cubicBezTo>
                  <a:lnTo>
                    <a:pt x="438399" y="0"/>
                  </a:lnTo>
                  <a:cubicBezTo>
                    <a:pt x="460321" y="0"/>
                    <a:pt x="478095" y="17773"/>
                    <a:pt x="478095" y="39697"/>
                  </a:cubicBezTo>
                  <a:lnTo>
                    <a:pt x="478095" y="139682"/>
                  </a:lnTo>
                  <a:cubicBezTo>
                    <a:pt x="478095" y="158049"/>
                    <a:pt x="465492" y="174017"/>
                    <a:pt x="447628" y="178287"/>
                  </a:cubicBezTo>
                  <a:lnTo>
                    <a:pt x="447628" y="183597"/>
                  </a:lnTo>
                  <a:cubicBezTo>
                    <a:pt x="447737" y="266849"/>
                    <a:pt x="466564" y="349012"/>
                    <a:pt x="502707" y="424009"/>
                  </a:cubicBezTo>
                  <a:lnTo>
                    <a:pt x="631225" y="690125"/>
                  </a:lnTo>
                  <a:cubicBezTo>
                    <a:pt x="654328" y="732119"/>
                    <a:pt x="639011" y="784895"/>
                    <a:pt x="597016" y="807994"/>
                  </a:cubicBezTo>
                  <a:cubicBezTo>
                    <a:pt x="584249" y="815015"/>
                    <a:pt x="569924" y="818712"/>
                    <a:pt x="555355" y="818741"/>
                  </a:cubicBezTo>
                  <a:close/>
                  <a:moveTo>
                    <a:pt x="243489" y="101127"/>
                  </a:moveTo>
                  <a:cubicBezTo>
                    <a:pt x="261196" y="105529"/>
                    <a:pt x="273623" y="121436"/>
                    <a:pt x="273608" y="139682"/>
                  </a:cubicBezTo>
                  <a:lnTo>
                    <a:pt x="273608" y="185730"/>
                  </a:lnTo>
                  <a:cubicBezTo>
                    <a:pt x="273488" y="281421"/>
                    <a:pt x="251760" y="375849"/>
                    <a:pt x="210044" y="461969"/>
                  </a:cubicBezTo>
                  <a:lnTo>
                    <a:pt x="81775" y="725703"/>
                  </a:lnTo>
                  <a:cubicBezTo>
                    <a:pt x="81312" y="726596"/>
                    <a:pt x="80865" y="727439"/>
                    <a:pt x="80435" y="728233"/>
                  </a:cubicBezTo>
                  <a:cubicBezTo>
                    <a:pt x="78407" y="731811"/>
                    <a:pt x="79661" y="736351"/>
                    <a:pt x="83236" y="738381"/>
                  </a:cubicBezTo>
                  <a:cubicBezTo>
                    <a:pt x="84335" y="739001"/>
                    <a:pt x="85573" y="739333"/>
                    <a:pt x="86836" y="739348"/>
                  </a:cubicBezTo>
                  <a:lnTo>
                    <a:pt x="555355" y="739348"/>
                  </a:lnTo>
                  <a:cubicBezTo>
                    <a:pt x="559439" y="739368"/>
                    <a:pt x="562763" y="736073"/>
                    <a:pt x="562783" y="731989"/>
                  </a:cubicBezTo>
                  <a:cubicBezTo>
                    <a:pt x="562788" y="730689"/>
                    <a:pt x="562451" y="729409"/>
                    <a:pt x="561806" y="728283"/>
                  </a:cubicBezTo>
                  <a:cubicBezTo>
                    <a:pt x="561309" y="727424"/>
                    <a:pt x="560863" y="726581"/>
                    <a:pt x="560466" y="725752"/>
                  </a:cubicBezTo>
                  <a:lnTo>
                    <a:pt x="431452" y="458694"/>
                  </a:lnTo>
                  <a:cubicBezTo>
                    <a:pt x="390014" y="372897"/>
                    <a:pt x="368406" y="278877"/>
                    <a:pt x="368235" y="183597"/>
                  </a:cubicBezTo>
                  <a:lnTo>
                    <a:pt x="368235" y="139682"/>
                  </a:lnTo>
                  <a:cubicBezTo>
                    <a:pt x="368231" y="121330"/>
                    <a:pt x="380808" y="105367"/>
                    <a:pt x="398653" y="101077"/>
                  </a:cubicBezTo>
                  <a:lnTo>
                    <a:pt x="398653" y="79393"/>
                  </a:lnTo>
                  <a:lnTo>
                    <a:pt x="243489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FF5EB784-22C5-1CFE-9617-6B1D80B817D9}"/>
                </a:ext>
              </a:extLst>
            </p:cNvPr>
            <p:cNvSpPr/>
            <p:nvPr/>
          </p:nvSpPr>
          <p:spPr>
            <a:xfrm>
              <a:off x="9665572" y="2892946"/>
              <a:ext cx="327000" cy="149953"/>
            </a:xfrm>
            <a:custGeom>
              <a:avLst/>
              <a:gdLst>
                <a:gd name="connsiteX0" fmla="*/ 128716 w 327000"/>
                <a:gd name="connsiteY0" fmla="*/ 149954 h 149953"/>
                <a:gd name="connsiteX1" fmla="*/ 0 w 327000"/>
                <a:gd name="connsiteY1" fmla="*/ 60636 h 149953"/>
                <a:gd name="connsiteX2" fmla="*/ 76416 w 327000"/>
                <a:gd name="connsiteY2" fmla="*/ 39002 h 149953"/>
                <a:gd name="connsiteX3" fmla="*/ 76416 w 327000"/>
                <a:gd name="connsiteY3" fmla="*/ 38307 h 149953"/>
                <a:gd name="connsiteX4" fmla="*/ 131892 w 327000"/>
                <a:gd name="connsiteY4" fmla="*/ 70511 h 149953"/>
                <a:gd name="connsiteX5" fmla="*/ 176997 w 327000"/>
                <a:gd name="connsiteY5" fmla="*/ 47537 h 149953"/>
                <a:gd name="connsiteX6" fmla="*/ 287304 w 327000"/>
                <a:gd name="connsiteY6" fmla="*/ 0 h 149953"/>
                <a:gd name="connsiteX7" fmla="*/ 327001 w 327000"/>
                <a:gd name="connsiteY7" fmla="*/ 39697 h 149953"/>
                <a:gd name="connsiteX8" fmla="*/ 287304 w 327000"/>
                <a:gd name="connsiteY8" fmla="*/ 79393 h 149953"/>
                <a:gd name="connsiteX9" fmla="*/ 232721 w 327000"/>
                <a:gd name="connsiteY9" fmla="*/ 104203 h 149953"/>
                <a:gd name="connsiteX10" fmla="*/ 134571 w 327000"/>
                <a:gd name="connsiteY10" fmla="*/ 149755 h 14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000" h="149953">
                  <a:moveTo>
                    <a:pt x="128716" y="149954"/>
                  </a:moveTo>
                  <a:cubicBezTo>
                    <a:pt x="47040" y="149954"/>
                    <a:pt x="8832" y="91947"/>
                    <a:pt x="0" y="60636"/>
                  </a:cubicBezTo>
                  <a:lnTo>
                    <a:pt x="76416" y="39002"/>
                  </a:lnTo>
                  <a:lnTo>
                    <a:pt x="76416" y="38307"/>
                  </a:lnTo>
                  <a:cubicBezTo>
                    <a:pt x="78996" y="46147"/>
                    <a:pt x="90756" y="71752"/>
                    <a:pt x="131892" y="70511"/>
                  </a:cubicBezTo>
                  <a:cubicBezTo>
                    <a:pt x="154221" y="69816"/>
                    <a:pt x="161664" y="62373"/>
                    <a:pt x="176997" y="47537"/>
                  </a:cubicBezTo>
                  <a:cubicBezTo>
                    <a:pt x="197491" y="27688"/>
                    <a:pt x="225626" y="0"/>
                    <a:pt x="287304" y="0"/>
                  </a:cubicBezTo>
                  <a:cubicBezTo>
                    <a:pt x="309227" y="0"/>
                    <a:pt x="327001" y="17773"/>
                    <a:pt x="327001" y="39697"/>
                  </a:cubicBezTo>
                  <a:cubicBezTo>
                    <a:pt x="327001" y="61620"/>
                    <a:pt x="309227" y="79393"/>
                    <a:pt x="287304" y="79393"/>
                  </a:cubicBezTo>
                  <a:cubicBezTo>
                    <a:pt x="257978" y="79393"/>
                    <a:pt x="248947" y="88226"/>
                    <a:pt x="232721" y="104203"/>
                  </a:cubicBezTo>
                  <a:cubicBezTo>
                    <a:pt x="213766" y="122762"/>
                    <a:pt x="187765" y="148118"/>
                    <a:pt x="134571" y="1497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CBE98058-9B0C-9480-2814-BF62F7726B37}"/>
                </a:ext>
              </a:extLst>
            </p:cNvPr>
            <p:cNvSpPr/>
            <p:nvPr/>
          </p:nvSpPr>
          <p:spPr>
            <a:xfrm>
              <a:off x="9702341" y="3147115"/>
              <a:ext cx="79393" cy="79430"/>
            </a:xfrm>
            <a:custGeom>
              <a:avLst/>
              <a:gdLst>
                <a:gd name="connsiteX0" fmla="*/ 39697 w 79393"/>
                <a:gd name="connsiteY0" fmla="*/ 79430 h 79430"/>
                <a:gd name="connsiteX1" fmla="*/ 31906 w 79393"/>
                <a:gd name="connsiteY1" fmla="*/ 78686 h 79430"/>
                <a:gd name="connsiteX2" fmla="*/ 24513 w 79393"/>
                <a:gd name="connsiteY2" fmla="*/ 76403 h 79430"/>
                <a:gd name="connsiteX3" fmla="*/ 17665 w 79393"/>
                <a:gd name="connsiteY3" fmla="*/ 72732 h 79430"/>
                <a:gd name="connsiteX4" fmla="*/ 11611 w 79393"/>
                <a:gd name="connsiteY4" fmla="*/ 67769 h 79430"/>
                <a:gd name="connsiteX5" fmla="*/ 0 w 79393"/>
                <a:gd name="connsiteY5" fmla="*/ 39684 h 79430"/>
                <a:gd name="connsiteX6" fmla="*/ 744 w 79393"/>
                <a:gd name="connsiteY6" fmla="*/ 31943 h 79430"/>
                <a:gd name="connsiteX7" fmla="*/ 3027 w 79393"/>
                <a:gd name="connsiteY7" fmla="*/ 24500 h 79430"/>
                <a:gd name="connsiteX8" fmla="*/ 6649 w 79393"/>
                <a:gd name="connsiteY8" fmla="*/ 17653 h 79430"/>
                <a:gd name="connsiteX9" fmla="*/ 11611 w 79393"/>
                <a:gd name="connsiteY9" fmla="*/ 11649 h 79430"/>
                <a:gd name="connsiteX10" fmla="*/ 17615 w 79393"/>
                <a:gd name="connsiteY10" fmla="*/ 6686 h 79430"/>
                <a:gd name="connsiteX11" fmla="*/ 24513 w 79393"/>
                <a:gd name="connsiteY11" fmla="*/ 3064 h 79430"/>
                <a:gd name="connsiteX12" fmla="*/ 31906 w 79393"/>
                <a:gd name="connsiteY12" fmla="*/ 782 h 79430"/>
                <a:gd name="connsiteX13" fmla="*/ 47437 w 79393"/>
                <a:gd name="connsiteY13" fmla="*/ 782 h 79430"/>
                <a:gd name="connsiteX14" fmla="*/ 54881 w 79393"/>
                <a:gd name="connsiteY14" fmla="*/ 3064 h 79430"/>
                <a:gd name="connsiteX15" fmla="*/ 61728 w 79393"/>
                <a:gd name="connsiteY15" fmla="*/ 6686 h 79430"/>
                <a:gd name="connsiteX16" fmla="*/ 76317 w 79393"/>
                <a:gd name="connsiteY16" fmla="*/ 24500 h 79430"/>
                <a:gd name="connsiteX17" fmla="*/ 78599 w 79393"/>
                <a:gd name="connsiteY17" fmla="*/ 31943 h 79430"/>
                <a:gd name="connsiteX18" fmla="*/ 79393 w 79393"/>
                <a:gd name="connsiteY18" fmla="*/ 39684 h 79430"/>
                <a:gd name="connsiteX19" fmla="*/ 67732 w 79393"/>
                <a:gd name="connsiteY19" fmla="*/ 67769 h 79430"/>
                <a:gd name="connsiteX20" fmla="*/ 61728 w 79393"/>
                <a:gd name="connsiteY20" fmla="*/ 72732 h 79430"/>
                <a:gd name="connsiteX21" fmla="*/ 54881 w 79393"/>
                <a:gd name="connsiteY21" fmla="*/ 76403 h 79430"/>
                <a:gd name="connsiteX22" fmla="*/ 47437 w 79393"/>
                <a:gd name="connsiteY22" fmla="*/ 78686 h 79430"/>
                <a:gd name="connsiteX23" fmla="*/ 39697 w 79393"/>
                <a:gd name="connsiteY23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93" h="79430">
                  <a:moveTo>
                    <a:pt x="39697" y="79430"/>
                  </a:moveTo>
                  <a:cubicBezTo>
                    <a:pt x="37082" y="79430"/>
                    <a:pt x="34474" y="79177"/>
                    <a:pt x="31906" y="78686"/>
                  </a:cubicBezTo>
                  <a:cubicBezTo>
                    <a:pt x="29372" y="78175"/>
                    <a:pt x="26894" y="77411"/>
                    <a:pt x="24513" y="76403"/>
                  </a:cubicBezTo>
                  <a:cubicBezTo>
                    <a:pt x="22110" y="75416"/>
                    <a:pt x="19815" y="74185"/>
                    <a:pt x="17665" y="72732"/>
                  </a:cubicBezTo>
                  <a:cubicBezTo>
                    <a:pt x="15484" y="71288"/>
                    <a:pt x="13456" y="69625"/>
                    <a:pt x="11611" y="67769"/>
                  </a:cubicBezTo>
                  <a:cubicBezTo>
                    <a:pt x="4191" y="60302"/>
                    <a:pt x="19" y="50209"/>
                    <a:pt x="0" y="39684"/>
                  </a:cubicBezTo>
                  <a:cubicBezTo>
                    <a:pt x="1" y="37084"/>
                    <a:pt x="251" y="34494"/>
                    <a:pt x="744" y="31943"/>
                  </a:cubicBezTo>
                  <a:cubicBezTo>
                    <a:pt x="1263" y="29393"/>
                    <a:pt x="2028" y="26902"/>
                    <a:pt x="3027" y="24500"/>
                  </a:cubicBezTo>
                  <a:cubicBezTo>
                    <a:pt x="4036" y="22118"/>
                    <a:pt x="5248" y="19826"/>
                    <a:pt x="6649" y="17653"/>
                  </a:cubicBezTo>
                  <a:cubicBezTo>
                    <a:pt x="8124" y="15509"/>
                    <a:pt x="9784" y="13499"/>
                    <a:pt x="11611" y="11649"/>
                  </a:cubicBezTo>
                  <a:cubicBezTo>
                    <a:pt x="13450" y="9808"/>
                    <a:pt x="15461" y="8145"/>
                    <a:pt x="17615" y="6686"/>
                  </a:cubicBezTo>
                  <a:cubicBezTo>
                    <a:pt x="19801" y="5272"/>
                    <a:pt x="22110" y="4061"/>
                    <a:pt x="24513" y="3064"/>
                  </a:cubicBezTo>
                  <a:cubicBezTo>
                    <a:pt x="26902" y="2082"/>
                    <a:pt x="29377" y="1317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0" y="1322"/>
                    <a:pt x="52471" y="2087"/>
                    <a:pt x="54881" y="3064"/>
                  </a:cubicBezTo>
                  <a:cubicBezTo>
                    <a:pt x="57263" y="4071"/>
                    <a:pt x="59554" y="5287"/>
                    <a:pt x="61728" y="6686"/>
                  </a:cubicBezTo>
                  <a:cubicBezTo>
                    <a:pt x="68269" y="11023"/>
                    <a:pt x="73352" y="17231"/>
                    <a:pt x="76317" y="24500"/>
                  </a:cubicBezTo>
                  <a:cubicBezTo>
                    <a:pt x="77316" y="26902"/>
                    <a:pt x="78081" y="29393"/>
                    <a:pt x="78599" y="31943"/>
                  </a:cubicBezTo>
                  <a:cubicBezTo>
                    <a:pt x="79109" y="34494"/>
                    <a:pt x="79375" y="37084"/>
                    <a:pt x="79393" y="39684"/>
                  </a:cubicBezTo>
                  <a:cubicBezTo>
                    <a:pt x="79356" y="50214"/>
                    <a:pt x="75165" y="60307"/>
                    <a:pt x="67732" y="67769"/>
                  </a:cubicBezTo>
                  <a:cubicBezTo>
                    <a:pt x="65895" y="69610"/>
                    <a:pt x="63884" y="71273"/>
                    <a:pt x="61728" y="72732"/>
                  </a:cubicBezTo>
                  <a:cubicBezTo>
                    <a:pt x="59566" y="74166"/>
                    <a:pt x="57273" y="75396"/>
                    <a:pt x="54881" y="76403"/>
                  </a:cubicBezTo>
                  <a:cubicBezTo>
                    <a:pt x="52479" y="77401"/>
                    <a:pt x="49986" y="78165"/>
                    <a:pt x="47437" y="78686"/>
                  </a:cubicBezTo>
                  <a:cubicBezTo>
                    <a:pt x="44886" y="79177"/>
                    <a:pt x="42295" y="79430"/>
                    <a:pt x="39697" y="7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F4C3C14-C73A-46B0-0F85-E884D1C296EE}"/>
                </a:ext>
              </a:extLst>
            </p:cNvPr>
            <p:cNvSpPr/>
            <p:nvPr/>
          </p:nvSpPr>
          <p:spPr>
            <a:xfrm>
              <a:off x="9849368" y="3053977"/>
              <a:ext cx="79443" cy="79529"/>
            </a:xfrm>
            <a:custGeom>
              <a:avLst/>
              <a:gdLst>
                <a:gd name="connsiteX0" fmla="*/ 39548 w 79443"/>
                <a:gd name="connsiteY0" fmla="*/ 79530 h 79529"/>
                <a:gd name="connsiteX1" fmla="*/ 31757 w 79443"/>
                <a:gd name="connsiteY1" fmla="*/ 78785 h 79529"/>
                <a:gd name="connsiteX2" fmla="*/ 24364 w 79443"/>
                <a:gd name="connsiteY2" fmla="*/ 76503 h 79529"/>
                <a:gd name="connsiteX3" fmla="*/ 17665 w 79443"/>
                <a:gd name="connsiteY3" fmla="*/ 72732 h 79529"/>
                <a:gd name="connsiteX4" fmla="*/ 11611 w 79443"/>
                <a:gd name="connsiteY4" fmla="*/ 67769 h 79529"/>
                <a:gd name="connsiteX5" fmla="*/ 0 w 79443"/>
                <a:gd name="connsiteY5" fmla="*/ 39734 h 79529"/>
                <a:gd name="connsiteX6" fmla="*/ 744 w 79443"/>
                <a:gd name="connsiteY6" fmla="*/ 31943 h 79529"/>
                <a:gd name="connsiteX7" fmla="*/ 3027 w 79443"/>
                <a:gd name="connsiteY7" fmla="*/ 24550 h 79529"/>
                <a:gd name="connsiteX8" fmla="*/ 6699 w 79443"/>
                <a:gd name="connsiteY8" fmla="*/ 17702 h 79529"/>
                <a:gd name="connsiteX9" fmla="*/ 11661 w 79443"/>
                <a:gd name="connsiteY9" fmla="*/ 11648 h 79529"/>
                <a:gd name="connsiteX10" fmla="*/ 17715 w 79443"/>
                <a:gd name="connsiteY10" fmla="*/ 6686 h 79529"/>
                <a:gd name="connsiteX11" fmla="*/ 24562 w 79443"/>
                <a:gd name="connsiteY11" fmla="*/ 3064 h 79529"/>
                <a:gd name="connsiteX12" fmla="*/ 31956 w 79443"/>
                <a:gd name="connsiteY12" fmla="*/ 782 h 79529"/>
                <a:gd name="connsiteX13" fmla="*/ 47487 w 79443"/>
                <a:gd name="connsiteY13" fmla="*/ 782 h 79529"/>
                <a:gd name="connsiteX14" fmla="*/ 61778 w 79443"/>
                <a:gd name="connsiteY14" fmla="*/ 6686 h 79529"/>
                <a:gd name="connsiteX15" fmla="*/ 72744 w 79443"/>
                <a:gd name="connsiteY15" fmla="*/ 17702 h 79529"/>
                <a:gd name="connsiteX16" fmla="*/ 76416 w 79443"/>
                <a:gd name="connsiteY16" fmla="*/ 24550 h 79529"/>
                <a:gd name="connsiteX17" fmla="*/ 78649 w 79443"/>
                <a:gd name="connsiteY17" fmla="*/ 31943 h 79529"/>
                <a:gd name="connsiteX18" fmla="*/ 79443 w 79443"/>
                <a:gd name="connsiteY18" fmla="*/ 39734 h 79529"/>
                <a:gd name="connsiteX19" fmla="*/ 67782 w 79443"/>
                <a:gd name="connsiteY19" fmla="*/ 67769 h 79529"/>
                <a:gd name="connsiteX20" fmla="*/ 61778 w 79443"/>
                <a:gd name="connsiteY20" fmla="*/ 72732 h 79529"/>
                <a:gd name="connsiteX21" fmla="*/ 54930 w 79443"/>
                <a:gd name="connsiteY21" fmla="*/ 76354 h 79529"/>
                <a:gd name="connsiteX22" fmla="*/ 47487 w 79443"/>
                <a:gd name="connsiteY22" fmla="*/ 78636 h 79529"/>
                <a:gd name="connsiteX23" fmla="*/ 39548 w 79443"/>
                <a:gd name="connsiteY23" fmla="*/ 79530 h 7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43" h="79529">
                  <a:moveTo>
                    <a:pt x="39548" y="79530"/>
                  </a:moveTo>
                  <a:cubicBezTo>
                    <a:pt x="36933" y="79530"/>
                    <a:pt x="34325" y="79276"/>
                    <a:pt x="31757" y="78785"/>
                  </a:cubicBezTo>
                  <a:cubicBezTo>
                    <a:pt x="29223" y="78274"/>
                    <a:pt x="26746" y="77510"/>
                    <a:pt x="24364" y="76503"/>
                  </a:cubicBezTo>
                  <a:cubicBezTo>
                    <a:pt x="22023" y="75451"/>
                    <a:pt x="19781" y="74185"/>
                    <a:pt x="17665" y="72732"/>
                  </a:cubicBezTo>
                  <a:cubicBezTo>
                    <a:pt x="15485" y="71288"/>
                    <a:pt x="13457" y="69625"/>
                    <a:pt x="11611" y="67769"/>
                  </a:cubicBezTo>
                  <a:cubicBezTo>
                    <a:pt x="4181" y="60331"/>
                    <a:pt x="5" y="50248"/>
                    <a:pt x="0" y="39734"/>
                  </a:cubicBezTo>
                  <a:cubicBezTo>
                    <a:pt x="0" y="37119"/>
                    <a:pt x="249" y="34509"/>
                    <a:pt x="744" y="31943"/>
                  </a:cubicBezTo>
                  <a:cubicBezTo>
                    <a:pt x="1279" y="29413"/>
                    <a:pt x="2043" y="26942"/>
                    <a:pt x="3027" y="24550"/>
                  </a:cubicBezTo>
                  <a:cubicBezTo>
                    <a:pt x="4012" y="22148"/>
                    <a:pt x="5243" y="19851"/>
                    <a:pt x="6699" y="17702"/>
                  </a:cubicBezTo>
                  <a:cubicBezTo>
                    <a:pt x="8143" y="15519"/>
                    <a:pt x="9806" y="13494"/>
                    <a:pt x="11661" y="11648"/>
                  </a:cubicBezTo>
                  <a:cubicBezTo>
                    <a:pt x="13520" y="9808"/>
                    <a:pt x="15546" y="8150"/>
                    <a:pt x="17715" y="6686"/>
                  </a:cubicBezTo>
                  <a:cubicBezTo>
                    <a:pt x="19878" y="5267"/>
                    <a:pt x="22170" y="4052"/>
                    <a:pt x="24562" y="3064"/>
                  </a:cubicBezTo>
                  <a:cubicBezTo>
                    <a:pt x="26952" y="2082"/>
                    <a:pt x="29427" y="1317"/>
                    <a:pt x="31956" y="782"/>
                  </a:cubicBezTo>
                  <a:cubicBezTo>
                    <a:pt x="37081" y="-261"/>
                    <a:pt x="42362" y="-261"/>
                    <a:pt x="47487" y="782"/>
                  </a:cubicBezTo>
                  <a:cubicBezTo>
                    <a:pt x="52583" y="1829"/>
                    <a:pt x="57431" y="3833"/>
                    <a:pt x="61778" y="6686"/>
                  </a:cubicBezTo>
                  <a:cubicBezTo>
                    <a:pt x="66110" y="9614"/>
                    <a:pt x="69836" y="13355"/>
                    <a:pt x="72744" y="17702"/>
                  </a:cubicBezTo>
                  <a:cubicBezTo>
                    <a:pt x="74198" y="19851"/>
                    <a:pt x="75428" y="22148"/>
                    <a:pt x="76416" y="24550"/>
                  </a:cubicBezTo>
                  <a:cubicBezTo>
                    <a:pt x="77408" y="26932"/>
                    <a:pt x="78153" y="29408"/>
                    <a:pt x="78649" y="31943"/>
                  </a:cubicBezTo>
                  <a:cubicBezTo>
                    <a:pt x="79185" y="34504"/>
                    <a:pt x="79453" y="37119"/>
                    <a:pt x="79443" y="39734"/>
                  </a:cubicBezTo>
                  <a:cubicBezTo>
                    <a:pt x="79398" y="50248"/>
                    <a:pt x="75210" y="60321"/>
                    <a:pt x="67782" y="67769"/>
                  </a:cubicBezTo>
                  <a:cubicBezTo>
                    <a:pt x="65966" y="69635"/>
                    <a:pt x="63951" y="71297"/>
                    <a:pt x="61778" y="72732"/>
                  </a:cubicBezTo>
                  <a:cubicBezTo>
                    <a:pt x="59609" y="74141"/>
                    <a:pt x="57317" y="75356"/>
                    <a:pt x="54930" y="76354"/>
                  </a:cubicBezTo>
                  <a:cubicBezTo>
                    <a:pt x="52529" y="77351"/>
                    <a:pt x="50038" y="78120"/>
                    <a:pt x="47487" y="78636"/>
                  </a:cubicBezTo>
                  <a:cubicBezTo>
                    <a:pt x="44877" y="79192"/>
                    <a:pt x="42217" y="79490"/>
                    <a:pt x="39548" y="795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BD131993-D6F6-DAB8-39DB-28584D861F26}"/>
                </a:ext>
              </a:extLst>
            </p:cNvPr>
            <p:cNvSpPr/>
            <p:nvPr/>
          </p:nvSpPr>
          <p:spPr>
            <a:xfrm>
              <a:off x="9863857" y="3186591"/>
              <a:ext cx="79639" cy="79103"/>
            </a:xfrm>
            <a:custGeom>
              <a:avLst/>
              <a:gdLst>
                <a:gd name="connsiteX0" fmla="*/ 39746 w 79639"/>
                <a:gd name="connsiteY0" fmla="*/ 79056 h 79103"/>
                <a:gd name="connsiteX1" fmla="*/ 32005 w 79639"/>
                <a:gd name="connsiteY1" fmla="*/ 78262 h 79103"/>
                <a:gd name="connsiteX2" fmla="*/ 24562 w 79639"/>
                <a:gd name="connsiteY2" fmla="*/ 76029 h 79103"/>
                <a:gd name="connsiteX3" fmla="*/ 17714 w 79639"/>
                <a:gd name="connsiteY3" fmla="*/ 72357 h 79103"/>
                <a:gd name="connsiteX4" fmla="*/ 11660 w 79639"/>
                <a:gd name="connsiteY4" fmla="*/ 67395 h 79103"/>
                <a:gd name="connsiteX5" fmla="*/ 6698 w 79639"/>
                <a:gd name="connsiteY5" fmla="*/ 61341 h 79103"/>
                <a:gd name="connsiteX6" fmla="*/ 3026 w 79639"/>
                <a:gd name="connsiteY6" fmla="*/ 54493 h 79103"/>
                <a:gd name="connsiteX7" fmla="*/ 793 w 79639"/>
                <a:gd name="connsiteY7" fmla="*/ 47050 h 79103"/>
                <a:gd name="connsiteX8" fmla="*/ 793 w 79639"/>
                <a:gd name="connsiteY8" fmla="*/ 31569 h 79103"/>
                <a:gd name="connsiteX9" fmla="*/ 3175 w 79639"/>
                <a:gd name="connsiteY9" fmla="*/ 24473 h 79103"/>
                <a:gd name="connsiteX10" fmla="*/ 6847 w 79639"/>
                <a:gd name="connsiteY10" fmla="*/ 17625 h 79103"/>
                <a:gd name="connsiteX11" fmla="*/ 11809 w 79639"/>
                <a:gd name="connsiteY11" fmla="*/ 11571 h 79103"/>
                <a:gd name="connsiteX12" fmla="*/ 55079 w 79639"/>
                <a:gd name="connsiteY12" fmla="*/ 2987 h 79103"/>
                <a:gd name="connsiteX13" fmla="*/ 61926 w 79639"/>
                <a:gd name="connsiteY13" fmla="*/ 6659 h 79103"/>
                <a:gd name="connsiteX14" fmla="*/ 67980 w 79639"/>
                <a:gd name="connsiteY14" fmla="*/ 11621 h 79103"/>
                <a:gd name="connsiteX15" fmla="*/ 72942 w 79639"/>
                <a:gd name="connsiteY15" fmla="*/ 17675 h 79103"/>
                <a:gd name="connsiteX16" fmla="*/ 78847 w 79639"/>
                <a:gd name="connsiteY16" fmla="*/ 31965 h 79103"/>
                <a:gd name="connsiteX17" fmla="*/ 78847 w 79639"/>
                <a:gd name="connsiteY17" fmla="*/ 47447 h 79103"/>
                <a:gd name="connsiteX18" fmla="*/ 72942 w 79639"/>
                <a:gd name="connsiteY18" fmla="*/ 61738 h 79103"/>
                <a:gd name="connsiteX19" fmla="*/ 55128 w 79639"/>
                <a:gd name="connsiteY19" fmla="*/ 76376 h 79103"/>
                <a:gd name="connsiteX20" fmla="*/ 47685 w 79639"/>
                <a:gd name="connsiteY20" fmla="*/ 78609 h 79103"/>
                <a:gd name="connsiteX21" fmla="*/ 39746 w 79639"/>
                <a:gd name="connsiteY21" fmla="*/ 79056 h 79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639" h="79103">
                  <a:moveTo>
                    <a:pt x="39746" y="79056"/>
                  </a:moveTo>
                  <a:cubicBezTo>
                    <a:pt x="37146" y="79065"/>
                    <a:pt x="34550" y="78798"/>
                    <a:pt x="32005" y="78262"/>
                  </a:cubicBezTo>
                  <a:cubicBezTo>
                    <a:pt x="29454" y="77775"/>
                    <a:pt x="26960" y="77026"/>
                    <a:pt x="24562" y="76029"/>
                  </a:cubicBezTo>
                  <a:cubicBezTo>
                    <a:pt x="22165" y="75031"/>
                    <a:pt x="19871" y="73801"/>
                    <a:pt x="17714" y="72357"/>
                  </a:cubicBezTo>
                  <a:cubicBezTo>
                    <a:pt x="15545" y="70898"/>
                    <a:pt x="13518" y="69236"/>
                    <a:pt x="11660" y="67395"/>
                  </a:cubicBezTo>
                  <a:cubicBezTo>
                    <a:pt x="9806" y="65549"/>
                    <a:pt x="8143" y="63524"/>
                    <a:pt x="6698" y="61341"/>
                  </a:cubicBezTo>
                  <a:cubicBezTo>
                    <a:pt x="5253" y="59182"/>
                    <a:pt x="4024" y="56890"/>
                    <a:pt x="3026" y="54493"/>
                  </a:cubicBezTo>
                  <a:cubicBezTo>
                    <a:pt x="2036" y="52092"/>
                    <a:pt x="1288" y="49601"/>
                    <a:pt x="793" y="47050"/>
                  </a:cubicBezTo>
                  <a:cubicBezTo>
                    <a:pt x="-264" y="41944"/>
                    <a:pt x="-264" y="36675"/>
                    <a:pt x="793" y="31569"/>
                  </a:cubicBezTo>
                  <a:cubicBezTo>
                    <a:pt x="1358" y="29132"/>
                    <a:pt x="2156" y="26755"/>
                    <a:pt x="3175" y="24473"/>
                  </a:cubicBezTo>
                  <a:cubicBezTo>
                    <a:pt x="4173" y="22076"/>
                    <a:pt x="5402" y="19784"/>
                    <a:pt x="6847" y="17625"/>
                  </a:cubicBezTo>
                  <a:cubicBezTo>
                    <a:pt x="8292" y="15442"/>
                    <a:pt x="9954" y="13417"/>
                    <a:pt x="11809" y="11571"/>
                  </a:cubicBezTo>
                  <a:cubicBezTo>
                    <a:pt x="23201" y="283"/>
                    <a:pt x="40242" y="-3096"/>
                    <a:pt x="55079" y="2987"/>
                  </a:cubicBezTo>
                  <a:cubicBezTo>
                    <a:pt x="57475" y="3984"/>
                    <a:pt x="59768" y="5215"/>
                    <a:pt x="61926" y="6659"/>
                  </a:cubicBezTo>
                  <a:cubicBezTo>
                    <a:pt x="64110" y="8103"/>
                    <a:pt x="66134" y="9765"/>
                    <a:pt x="67980" y="11621"/>
                  </a:cubicBezTo>
                  <a:cubicBezTo>
                    <a:pt x="69821" y="13477"/>
                    <a:pt x="71483" y="15506"/>
                    <a:pt x="72942" y="17675"/>
                  </a:cubicBezTo>
                  <a:cubicBezTo>
                    <a:pt x="75795" y="22022"/>
                    <a:pt x="77800" y="26869"/>
                    <a:pt x="78847" y="31965"/>
                  </a:cubicBezTo>
                  <a:cubicBezTo>
                    <a:pt x="79904" y="37071"/>
                    <a:pt x="79904" y="42341"/>
                    <a:pt x="78847" y="47447"/>
                  </a:cubicBezTo>
                  <a:cubicBezTo>
                    <a:pt x="77800" y="52543"/>
                    <a:pt x="75795" y="57391"/>
                    <a:pt x="72942" y="61738"/>
                  </a:cubicBezTo>
                  <a:cubicBezTo>
                    <a:pt x="68585" y="68273"/>
                    <a:pt x="62383" y="73369"/>
                    <a:pt x="55128" y="76376"/>
                  </a:cubicBezTo>
                  <a:cubicBezTo>
                    <a:pt x="52727" y="77359"/>
                    <a:pt x="50231" y="78108"/>
                    <a:pt x="47685" y="78609"/>
                  </a:cubicBezTo>
                  <a:cubicBezTo>
                    <a:pt x="45060" y="79041"/>
                    <a:pt x="42400" y="79189"/>
                    <a:pt x="39746" y="7905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5FA5184-29BB-52EE-1F6E-7228025CB82B}"/>
              </a:ext>
            </a:extLst>
          </p:cNvPr>
          <p:cNvGrpSpPr/>
          <p:nvPr/>
        </p:nvGrpSpPr>
        <p:grpSpPr>
          <a:xfrm>
            <a:off x="1521750" y="3664783"/>
            <a:ext cx="805809" cy="818742"/>
            <a:chOff x="1521750" y="3664783"/>
            <a:chExt cx="805809" cy="818742"/>
          </a:xfrm>
        </p:grpSpPr>
        <p:grpSp>
          <p:nvGrpSpPr>
            <p:cNvPr id="5" name="Picture Placeholder 9">
              <a:extLst>
                <a:ext uri="{FF2B5EF4-FFF2-40B4-BE49-F238E27FC236}">
                  <a16:creationId xmlns:a16="http://schemas.microsoft.com/office/drawing/2014/main" id="{CE8DD942-FE59-23FC-8E8A-954F5C86D426}"/>
                </a:ext>
              </a:extLst>
            </p:cNvPr>
            <p:cNvGrpSpPr/>
            <p:nvPr/>
          </p:nvGrpSpPr>
          <p:grpSpPr>
            <a:xfrm>
              <a:off x="1521750" y="3783079"/>
              <a:ext cx="427581" cy="585623"/>
              <a:chOff x="1521750" y="3783079"/>
              <a:chExt cx="427581" cy="585623"/>
            </a:xfrm>
          </p:grpSpPr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20BF9AAE-569E-DC7A-639A-CC88250C212D}"/>
                  </a:ext>
                </a:extLst>
              </p:cNvPr>
              <p:cNvSpPr/>
              <p:nvPr/>
            </p:nvSpPr>
            <p:spPr>
              <a:xfrm>
                <a:off x="1521750" y="3783079"/>
                <a:ext cx="427581" cy="416267"/>
              </a:xfrm>
              <a:custGeom>
                <a:avLst/>
                <a:gdLst>
                  <a:gd name="connsiteX0" fmla="*/ 293804 w 427581"/>
                  <a:gd name="connsiteY0" fmla="*/ 416268 h 416267"/>
                  <a:gd name="connsiteX1" fmla="*/ 254111 w 427581"/>
                  <a:gd name="connsiteY1" fmla="*/ 376566 h 416267"/>
                  <a:gd name="connsiteX2" fmla="*/ 279861 w 427581"/>
                  <a:gd name="connsiteY2" fmla="*/ 339405 h 416267"/>
                  <a:gd name="connsiteX3" fmla="*/ 348189 w 427581"/>
                  <a:gd name="connsiteY3" fmla="*/ 209201 h 416267"/>
                  <a:gd name="connsiteX4" fmla="*/ 213816 w 427581"/>
                  <a:gd name="connsiteY4" fmla="*/ 79393 h 416267"/>
                  <a:gd name="connsiteX5" fmla="*/ 79393 w 427581"/>
                  <a:gd name="connsiteY5" fmla="*/ 209201 h 416267"/>
                  <a:gd name="connsiteX6" fmla="*/ 150301 w 427581"/>
                  <a:gd name="connsiteY6" fmla="*/ 338760 h 416267"/>
                  <a:gd name="connsiteX7" fmla="*/ 170733 w 427581"/>
                  <a:gd name="connsiteY7" fmla="*/ 391051 h 416267"/>
                  <a:gd name="connsiteX8" fmla="*/ 121422 w 427581"/>
                  <a:gd name="connsiteY8" fmla="*/ 412646 h 416267"/>
                  <a:gd name="connsiteX9" fmla="*/ 0 w 427581"/>
                  <a:gd name="connsiteY9" fmla="*/ 209201 h 416267"/>
                  <a:gd name="connsiteX10" fmla="*/ 213816 w 427581"/>
                  <a:gd name="connsiteY10" fmla="*/ 0 h 416267"/>
                  <a:gd name="connsiteX11" fmla="*/ 427582 w 427581"/>
                  <a:gd name="connsiteY11" fmla="*/ 209201 h 416267"/>
                  <a:gd name="connsiteX12" fmla="*/ 307748 w 427581"/>
                  <a:gd name="connsiteY12" fmla="*/ 413737 h 416267"/>
                  <a:gd name="connsiteX13" fmla="*/ 293804 w 427581"/>
                  <a:gd name="connsiteY13" fmla="*/ 416268 h 416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7581" h="416267">
                    <a:moveTo>
                      <a:pt x="293804" y="416268"/>
                    </a:moveTo>
                    <a:cubicBezTo>
                      <a:pt x="271881" y="416268"/>
                      <a:pt x="254109" y="398494"/>
                      <a:pt x="254111" y="376566"/>
                    </a:cubicBezTo>
                    <a:cubicBezTo>
                      <a:pt x="254113" y="360023"/>
                      <a:pt x="264373" y="345218"/>
                      <a:pt x="279861" y="339405"/>
                    </a:cubicBezTo>
                    <a:cubicBezTo>
                      <a:pt x="348189" y="313752"/>
                      <a:pt x="348189" y="235202"/>
                      <a:pt x="348189" y="209201"/>
                    </a:cubicBezTo>
                    <a:cubicBezTo>
                      <a:pt x="348189" y="133976"/>
                      <a:pt x="291671" y="79393"/>
                      <a:pt x="213816" y="79393"/>
                    </a:cubicBezTo>
                    <a:cubicBezTo>
                      <a:pt x="135961" y="79393"/>
                      <a:pt x="79393" y="133976"/>
                      <a:pt x="79393" y="209201"/>
                    </a:cubicBezTo>
                    <a:cubicBezTo>
                      <a:pt x="79393" y="255646"/>
                      <a:pt x="91699" y="315836"/>
                      <a:pt x="150301" y="338760"/>
                    </a:cubicBezTo>
                    <a:cubicBezTo>
                      <a:pt x="170383" y="347558"/>
                      <a:pt x="179530" y="370969"/>
                      <a:pt x="170733" y="391051"/>
                    </a:cubicBezTo>
                    <a:cubicBezTo>
                      <a:pt x="162433" y="409996"/>
                      <a:pt x="140975" y="419394"/>
                      <a:pt x="121422" y="412646"/>
                    </a:cubicBezTo>
                    <a:cubicBezTo>
                      <a:pt x="43269" y="382079"/>
                      <a:pt x="0" y="309782"/>
                      <a:pt x="0" y="209201"/>
                    </a:cubicBezTo>
                    <a:cubicBezTo>
                      <a:pt x="0" y="90111"/>
                      <a:pt x="91898" y="0"/>
                      <a:pt x="213816" y="0"/>
                    </a:cubicBezTo>
                    <a:cubicBezTo>
                      <a:pt x="335734" y="0"/>
                      <a:pt x="427582" y="90111"/>
                      <a:pt x="427582" y="209201"/>
                    </a:cubicBezTo>
                    <a:cubicBezTo>
                      <a:pt x="427582" y="312114"/>
                      <a:pt x="385057" y="384759"/>
                      <a:pt x="307748" y="413737"/>
                    </a:cubicBezTo>
                    <a:cubicBezTo>
                      <a:pt x="303284" y="415390"/>
                      <a:pt x="298565" y="416248"/>
                      <a:pt x="293804" y="416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D64D7DFB-07CC-E85A-8FCC-0EF02096ABB9}"/>
                  </a:ext>
                </a:extLst>
              </p:cNvPr>
              <p:cNvSpPr/>
              <p:nvPr/>
            </p:nvSpPr>
            <p:spPr>
              <a:xfrm>
                <a:off x="1633050" y="4175529"/>
                <a:ext cx="205330" cy="79393"/>
              </a:xfrm>
              <a:custGeom>
                <a:avLst/>
                <a:gdLst>
                  <a:gd name="connsiteX0" fmla="*/ 165634 w 205330"/>
                  <a:gd name="connsiteY0" fmla="*/ 79393 h 79393"/>
                  <a:gd name="connsiteX1" fmla="*/ 39697 w 205330"/>
                  <a:gd name="connsiteY1" fmla="*/ 79393 h 79393"/>
                  <a:gd name="connsiteX2" fmla="*/ 0 w 205330"/>
                  <a:gd name="connsiteY2" fmla="*/ 39697 h 79393"/>
                  <a:gd name="connsiteX3" fmla="*/ 39697 w 205330"/>
                  <a:gd name="connsiteY3" fmla="*/ 0 h 79393"/>
                  <a:gd name="connsiteX4" fmla="*/ 165634 w 205330"/>
                  <a:gd name="connsiteY4" fmla="*/ 0 h 79393"/>
                  <a:gd name="connsiteX5" fmla="*/ 205331 w 205330"/>
                  <a:gd name="connsiteY5" fmla="*/ 39697 h 79393"/>
                  <a:gd name="connsiteX6" fmla="*/ 165634 w 20533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330" h="79393">
                    <a:moveTo>
                      <a:pt x="16563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5634" y="0"/>
                    </a:lnTo>
                    <a:cubicBezTo>
                      <a:pt x="187558" y="0"/>
                      <a:pt x="205331" y="17774"/>
                      <a:pt x="205331" y="39697"/>
                    </a:cubicBezTo>
                    <a:cubicBezTo>
                      <a:pt x="205331" y="61619"/>
                      <a:pt x="187558" y="79393"/>
                      <a:pt x="165634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A92C9BB1-D05C-8798-AD3D-56946ACA1942}"/>
                  </a:ext>
                </a:extLst>
              </p:cNvPr>
              <p:cNvSpPr/>
              <p:nvPr/>
            </p:nvSpPr>
            <p:spPr>
              <a:xfrm>
                <a:off x="1633050" y="4289309"/>
                <a:ext cx="202105" cy="79393"/>
              </a:xfrm>
              <a:custGeom>
                <a:avLst/>
                <a:gdLst>
                  <a:gd name="connsiteX0" fmla="*/ 162409 w 202105"/>
                  <a:gd name="connsiteY0" fmla="*/ 79393 h 79393"/>
                  <a:gd name="connsiteX1" fmla="*/ 39697 w 202105"/>
                  <a:gd name="connsiteY1" fmla="*/ 79393 h 79393"/>
                  <a:gd name="connsiteX2" fmla="*/ 0 w 202105"/>
                  <a:gd name="connsiteY2" fmla="*/ 39697 h 79393"/>
                  <a:gd name="connsiteX3" fmla="*/ 39697 w 202105"/>
                  <a:gd name="connsiteY3" fmla="*/ 0 h 79393"/>
                  <a:gd name="connsiteX4" fmla="*/ 162409 w 202105"/>
                  <a:gd name="connsiteY4" fmla="*/ 0 h 79393"/>
                  <a:gd name="connsiteX5" fmla="*/ 202105 w 202105"/>
                  <a:gd name="connsiteY5" fmla="*/ 39697 h 79393"/>
                  <a:gd name="connsiteX6" fmla="*/ 162409 w 20210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105" h="79393">
                    <a:moveTo>
                      <a:pt x="162409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62409" y="0"/>
                    </a:lnTo>
                    <a:cubicBezTo>
                      <a:pt x="184333" y="0"/>
                      <a:pt x="202105" y="17774"/>
                      <a:pt x="202105" y="39697"/>
                    </a:cubicBezTo>
                    <a:cubicBezTo>
                      <a:pt x="202105" y="61619"/>
                      <a:pt x="184333" y="79393"/>
                      <a:pt x="162409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44FAFF7D-E9B3-A657-F031-60B8DCAF196A}"/>
                  </a:ext>
                </a:extLst>
              </p:cNvPr>
              <p:cNvSpPr/>
              <p:nvPr/>
            </p:nvSpPr>
            <p:spPr>
              <a:xfrm>
                <a:off x="1619255" y="4120598"/>
                <a:ext cx="232870" cy="248103"/>
              </a:xfrm>
              <a:custGeom>
                <a:avLst/>
                <a:gdLst>
                  <a:gd name="connsiteX0" fmla="*/ 193174 w 232870"/>
                  <a:gd name="connsiteY0" fmla="*/ 248103 h 248103"/>
                  <a:gd name="connsiteX1" fmla="*/ 39697 w 232870"/>
                  <a:gd name="connsiteY1" fmla="*/ 248103 h 248103"/>
                  <a:gd name="connsiteX2" fmla="*/ 0 w 232870"/>
                  <a:gd name="connsiteY2" fmla="*/ 208407 h 248103"/>
                  <a:gd name="connsiteX3" fmla="*/ 0 w 232870"/>
                  <a:gd name="connsiteY3" fmla="*/ 39697 h 248103"/>
                  <a:gd name="connsiteX4" fmla="*/ 39697 w 232870"/>
                  <a:gd name="connsiteY4" fmla="*/ 0 h 248103"/>
                  <a:gd name="connsiteX5" fmla="*/ 79393 w 232870"/>
                  <a:gd name="connsiteY5" fmla="*/ 39697 h 248103"/>
                  <a:gd name="connsiteX6" fmla="*/ 79393 w 232870"/>
                  <a:gd name="connsiteY6" fmla="*/ 168710 h 248103"/>
                  <a:gd name="connsiteX7" fmla="*/ 153477 w 232870"/>
                  <a:gd name="connsiteY7" fmla="*/ 168710 h 248103"/>
                  <a:gd name="connsiteX8" fmla="*/ 153477 w 232870"/>
                  <a:gd name="connsiteY8" fmla="*/ 42128 h 248103"/>
                  <a:gd name="connsiteX9" fmla="*/ 193174 w 232870"/>
                  <a:gd name="connsiteY9" fmla="*/ 2431 h 248103"/>
                  <a:gd name="connsiteX10" fmla="*/ 232870 w 232870"/>
                  <a:gd name="connsiteY10" fmla="*/ 42128 h 248103"/>
                  <a:gd name="connsiteX11" fmla="*/ 232870 w 232870"/>
                  <a:gd name="connsiteY11" fmla="*/ 208407 h 248103"/>
                  <a:gd name="connsiteX12" fmla="*/ 193174 w 232870"/>
                  <a:gd name="connsiteY12" fmla="*/ 248103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2870" h="248103">
                    <a:moveTo>
                      <a:pt x="193174" y="248103"/>
                    </a:moveTo>
                    <a:lnTo>
                      <a:pt x="39697" y="248103"/>
                    </a:lnTo>
                    <a:cubicBezTo>
                      <a:pt x="17773" y="248103"/>
                      <a:pt x="0" y="230329"/>
                      <a:pt x="0" y="208407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168710"/>
                    </a:lnTo>
                    <a:lnTo>
                      <a:pt x="153477" y="168710"/>
                    </a:lnTo>
                    <a:lnTo>
                      <a:pt x="153477" y="42128"/>
                    </a:lnTo>
                    <a:cubicBezTo>
                      <a:pt x="153477" y="20206"/>
                      <a:pt x="171250" y="2431"/>
                      <a:pt x="193174" y="2431"/>
                    </a:cubicBezTo>
                    <a:cubicBezTo>
                      <a:pt x="215097" y="2431"/>
                      <a:pt x="232870" y="20206"/>
                      <a:pt x="232870" y="42128"/>
                    </a:cubicBezTo>
                    <a:lnTo>
                      <a:pt x="232870" y="208407"/>
                    </a:lnTo>
                    <a:cubicBezTo>
                      <a:pt x="232870" y="230329"/>
                      <a:pt x="215097" y="248103"/>
                      <a:pt x="193174" y="2481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615E79A-6E5D-8BA8-3083-70E32C065B1C}"/>
                </a:ext>
              </a:extLst>
            </p:cNvPr>
            <p:cNvSpPr/>
            <p:nvPr/>
          </p:nvSpPr>
          <p:spPr>
            <a:xfrm>
              <a:off x="1697507" y="3664783"/>
              <a:ext cx="572136" cy="366151"/>
            </a:xfrm>
            <a:custGeom>
              <a:avLst/>
              <a:gdLst>
                <a:gd name="connsiteX0" fmla="*/ 437010 w 572136"/>
                <a:gd name="connsiteY0" fmla="*/ 366151 h 366151"/>
                <a:gd name="connsiteX1" fmla="*/ 397313 w 572136"/>
                <a:gd name="connsiteY1" fmla="*/ 326455 h 366151"/>
                <a:gd name="connsiteX2" fmla="*/ 397313 w 572136"/>
                <a:gd name="connsiteY2" fmla="*/ 79393 h 366151"/>
                <a:gd name="connsiteX3" fmla="*/ 79393 w 572136"/>
                <a:gd name="connsiteY3" fmla="*/ 79393 h 366151"/>
                <a:gd name="connsiteX4" fmla="*/ 79393 w 572136"/>
                <a:gd name="connsiteY4" fmla="*/ 157496 h 366151"/>
                <a:gd name="connsiteX5" fmla="*/ 39697 w 572136"/>
                <a:gd name="connsiteY5" fmla="*/ 197193 h 366151"/>
                <a:gd name="connsiteX6" fmla="*/ 0 w 572136"/>
                <a:gd name="connsiteY6" fmla="*/ 157496 h 366151"/>
                <a:gd name="connsiteX7" fmla="*/ 0 w 572136"/>
                <a:gd name="connsiteY7" fmla="*/ 39697 h 366151"/>
                <a:gd name="connsiteX8" fmla="*/ 39697 w 572136"/>
                <a:gd name="connsiteY8" fmla="*/ 0 h 366151"/>
                <a:gd name="connsiteX9" fmla="*/ 437010 w 572136"/>
                <a:gd name="connsiteY9" fmla="*/ 0 h 366151"/>
                <a:gd name="connsiteX10" fmla="*/ 476707 w 572136"/>
                <a:gd name="connsiteY10" fmla="*/ 39697 h 366151"/>
                <a:gd name="connsiteX11" fmla="*/ 476707 w 572136"/>
                <a:gd name="connsiteY11" fmla="*/ 230587 h 366151"/>
                <a:gd name="connsiteX12" fmla="*/ 502658 w 572136"/>
                <a:gd name="connsiteY12" fmla="*/ 204884 h 366151"/>
                <a:gd name="connsiteX13" fmla="*/ 558685 w 572136"/>
                <a:gd name="connsiteY13" fmla="*/ 201352 h 366151"/>
                <a:gd name="connsiteX14" fmla="*/ 562218 w 572136"/>
                <a:gd name="connsiteY14" fmla="*/ 257380 h 366151"/>
                <a:gd name="connsiteX15" fmla="*/ 558581 w 572136"/>
                <a:gd name="connsiteY15" fmla="*/ 261005 h 366151"/>
                <a:gd name="connsiteX16" fmla="*/ 465095 w 572136"/>
                <a:gd name="connsiteY16" fmla="*/ 354490 h 366151"/>
                <a:gd name="connsiteX17" fmla="*/ 437010 w 572136"/>
                <a:gd name="connsiteY17" fmla="*/ 366151 h 3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2136" h="366151">
                  <a:moveTo>
                    <a:pt x="437010" y="366151"/>
                  </a:moveTo>
                  <a:cubicBezTo>
                    <a:pt x="415087" y="366151"/>
                    <a:pt x="397313" y="348378"/>
                    <a:pt x="397313" y="326455"/>
                  </a:cubicBezTo>
                  <a:lnTo>
                    <a:pt x="397313" y="79393"/>
                  </a:lnTo>
                  <a:lnTo>
                    <a:pt x="79393" y="79393"/>
                  </a:lnTo>
                  <a:lnTo>
                    <a:pt x="79393" y="157496"/>
                  </a:lnTo>
                  <a:cubicBezTo>
                    <a:pt x="79393" y="179420"/>
                    <a:pt x="61621" y="197193"/>
                    <a:pt x="39697" y="197193"/>
                  </a:cubicBezTo>
                  <a:cubicBezTo>
                    <a:pt x="17773" y="197193"/>
                    <a:pt x="0" y="179420"/>
                    <a:pt x="0" y="1574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37010" y="0"/>
                  </a:lnTo>
                  <a:cubicBezTo>
                    <a:pt x="458932" y="0"/>
                    <a:pt x="476707" y="17773"/>
                    <a:pt x="476707" y="39697"/>
                  </a:cubicBezTo>
                  <a:lnTo>
                    <a:pt x="476707" y="230587"/>
                  </a:lnTo>
                  <a:lnTo>
                    <a:pt x="502658" y="204884"/>
                  </a:lnTo>
                  <a:cubicBezTo>
                    <a:pt x="517152" y="188437"/>
                    <a:pt x="542241" y="186856"/>
                    <a:pt x="558685" y="201352"/>
                  </a:cubicBezTo>
                  <a:cubicBezTo>
                    <a:pt x="575134" y="215848"/>
                    <a:pt x="576717" y="240933"/>
                    <a:pt x="562218" y="257380"/>
                  </a:cubicBezTo>
                  <a:cubicBezTo>
                    <a:pt x="561087" y="258666"/>
                    <a:pt x="559871" y="259876"/>
                    <a:pt x="558581" y="261005"/>
                  </a:cubicBezTo>
                  <a:lnTo>
                    <a:pt x="465095" y="354490"/>
                  </a:lnTo>
                  <a:cubicBezTo>
                    <a:pt x="457652" y="361951"/>
                    <a:pt x="447549" y="366146"/>
                    <a:pt x="437010" y="36615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3AD61629-996B-7C61-37A7-7EE4ED5F72AB}"/>
                </a:ext>
              </a:extLst>
            </p:cNvPr>
            <p:cNvSpPr/>
            <p:nvPr/>
          </p:nvSpPr>
          <p:spPr>
            <a:xfrm>
              <a:off x="1636523" y="4315310"/>
              <a:ext cx="198482" cy="168214"/>
            </a:xfrm>
            <a:custGeom>
              <a:avLst/>
              <a:gdLst>
                <a:gd name="connsiteX0" fmla="*/ 99241 w 198482"/>
                <a:gd name="connsiteY0" fmla="*/ 168214 h 168214"/>
                <a:gd name="connsiteX1" fmla="*/ 0 w 198482"/>
                <a:gd name="connsiteY1" fmla="*/ 68973 h 168214"/>
                <a:gd name="connsiteX2" fmla="*/ 0 w 198482"/>
                <a:gd name="connsiteY2" fmla="*/ 39697 h 168214"/>
                <a:gd name="connsiteX3" fmla="*/ 39697 w 198482"/>
                <a:gd name="connsiteY3" fmla="*/ 0 h 168214"/>
                <a:gd name="connsiteX4" fmla="*/ 79393 w 198482"/>
                <a:gd name="connsiteY4" fmla="*/ 39697 h 168214"/>
                <a:gd name="connsiteX5" fmla="*/ 79393 w 198482"/>
                <a:gd name="connsiteY5" fmla="*/ 68973 h 168214"/>
                <a:gd name="connsiteX6" fmla="*/ 99241 w 198482"/>
                <a:gd name="connsiteY6" fmla="*/ 88821 h 168214"/>
                <a:gd name="connsiteX7" fmla="*/ 119090 w 198482"/>
                <a:gd name="connsiteY7" fmla="*/ 68973 h 168214"/>
                <a:gd name="connsiteX8" fmla="*/ 119090 w 198482"/>
                <a:gd name="connsiteY8" fmla="*/ 39697 h 168214"/>
                <a:gd name="connsiteX9" fmla="*/ 158786 w 198482"/>
                <a:gd name="connsiteY9" fmla="*/ 0 h 168214"/>
                <a:gd name="connsiteX10" fmla="*/ 198483 w 198482"/>
                <a:gd name="connsiteY10" fmla="*/ 39697 h 168214"/>
                <a:gd name="connsiteX11" fmla="*/ 198483 w 198482"/>
                <a:gd name="connsiteY11" fmla="*/ 68973 h 168214"/>
                <a:gd name="connsiteX12" fmla="*/ 99241 w 198482"/>
                <a:gd name="connsiteY12" fmla="*/ 168214 h 16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8482" h="168214">
                  <a:moveTo>
                    <a:pt x="99241" y="168214"/>
                  </a:moveTo>
                  <a:cubicBezTo>
                    <a:pt x="44432" y="168214"/>
                    <a:pt x="0" y="123784"/>
                    <a:pt x="0" y="6897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68973"/>
                  </a:lnTo>
                  <a:cubicBezTo>
                    <a:pt x="79393" y="79934"/>
                    <a:pt x="88280" y="88821"/>
                    <a:pt x="99241" y="88821"/>
                  </a:cubicBezTo>
                  <a:cubicBezTo>
                    <a:pt x="110203" y="88821"/>
                    <a:pt x="119090" y="79934"/>
                    <a:pt x="119090" y="68973"/>
                  </a:cubicBezTo>
                  <a:lnTo>
                    <a:pt x="119090" y="39697"/>
                  </a:lnTo>
                  <a:cubicBezTo>
                    <a:pt x="119090" y="17774"/>
                    <a:pt x="136862" y="0"/>
                    <a:pt x="158786" y="0"/>
                  </a:cubicBezTo>
                  <a:cubicBezTo>
                    <a:pt x="180710" y="0"/>
                    <a:pt x="198483" y="17774"/>
                    <a:pt x="198483" y="39697"/>
                  </a:cubicBezTo>
                  <a:lnTo>
                    <a:pt x="198483" y="68973"/>
                  </a:lnTo>
                  <a:cubicBezTo>
                    <a:pt x="198483" y="123784"/>
                    <a:pt x="154051" y="168214"/>
                    <a:pt x="99241" y="1682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" name="Picture Placeholder 9">
              <a:extLst>
                <a:ext uri="{FF2B5EF4-FFF2-40B4-BE49-F238E27FC236}">
                  <a16:creationId xmlns:a16="http://schemas.microsoft.com/office/drawing/2014/main" id="{FCD086AD-D390-B356-33C2-19AD9FC9A248}"/>
                </a:ext>
              </a:extLst>
            </p:cNvPr>
            <p:cNvGrpSpPr/>
            <p:nvPr/>
          </p:nvGrpSpPr>
          <p:grpSpPr>
            <a:xfrm>
              <a:off x="1941681" y="4083862"/>
              <a:ext cx="385878" cy="399663"/>
              <a:chOff x="1941681" y="4083862"/>
              <a:chExt cx="385878" cy="399663"/>
            </a:xfrm>
            <a:solidFill>
              <a:srgbClr val="EE7684"/>
            </a:solidFill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430250C9-22D2-DE4F-B4FD-9B095871C5C5}"/>
                  </a:ext>
                </a:extLst>
              </p:cNvPr>
              <p:cNvSpPr/>
              <p:nvPr/>
            </p:nvSpPr>
            <p:spPr>
              <a:xfrm>
                <a:off x="2054411" y="4083862"/>
                <a:ext cx="98830" cy="149276"/>
              </a:xfrm>
              <a:custGeom>
                <a:avLst/>
                <a:gdLst>
                  <a:gd name="connsiteX0" fmla="*/ 59116 w 98830"/>
                  <a:gd name="connsiteY0" fmla="*/ 149276 h 149276"/>
                  <a:gd name="connsiteX1" fmla="*/ 20858 w 98830"/>
                  <a:gd name="connsiteY1" fmla="*/ 120199 h 149276"/>
                  <a:gd name="connsiteX2" fmla="*/ 1457 w 98830"/>
                  <a:gd name="connsiteY2" fmla="*/ 50333 h 149276"/>
                  <a:gd name="connsiteX3" fmla="*/ 29095 w 98830"/>
                  <a:gd name="connsiteY3" fmla="*/ 1456 h 149276"/>
                  <a:gd name="connsiteX4" fmla="*/ 77972 w 98830"/>
                  <a:gd name="connsiteY4" fmla="*/ 29095 h 149276"/>
                  <a:gd name="connsiteX5" fmla="*/ 97373 w 98830"/>
                  <a:gd name="connsiteY5" fmla="*/ 98961 h 149276"/>
                  <a:gd name="connsiteX6" fmla="*/ 69750 w 98830"/>
                  <a:gd name="connsiteY6" fmla="*/ 147832 h 149276"/>
                  <a:gd name="connsiteX7" fmla="*/ 69735 w 98830"/>
                  <a:gd name="connsiteY7" fmla="*/ 147837 h 149276"/>
                  <a:gd name="connsiteX8" fmla="*/ 59116 w 98830"/>
                  <a:gd name="connsiteY8" fmla="*/ 149276 h 14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830" h="149276">
                    <a:moveTo>
                      <a:pt x="59116" y="149276"/>
                    </a:moveTo>
                    <a:cubicBezTo>
                      <a:pt x="41277" y="149281"/>
                      <a:pt x="25632" y="137387"/>
                      <a:pt x="20858" y="120199"/>
                    </a:cubicBezTo>
                    <a:lnTo>
                      <a:pt x="1457" y="50333"/>
                    </a:lnTo>
                    <a:cubicBezTo>
                      <a:pt x="-4409" y="29204"/>
                      <a:pt x="7967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7373" y="98961"/>
                    </a:lnTo>
                    <a:cubicBezTo>
                      <a:pt x="103239" y="120085"/>
                      <a:pt x="90873" y="141967"/>
                      <a:pt x="69750" y="147832"/>
                    </a:cubicBezTo>
                    <a:cubicBezTo>
                      <a:pt x="69745" y="147832"/>
                      <a:pt x="69740" y="147837"/>
                      <a:pt x="69735" y="147837"/>
                    </a:cubicBezTo>
                    <a:cubicBezTo>
                      <a:pt x="66271" y="148770"/>
                      <a:pt x="62703" y="149257"/>
                      <a:pt x="59116" y="14927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C6C71D48-B715-7D84-E387-EBDCF3DB4804}"/>
                  </a:ext>
                </a:extLst>
              </p:cNvPr>
              <p:cNvSpPr/>
              <p:nvPr/>
            </p:nvSpPr>
            <p:spPr>
              <a:xfrm>
                <a:off x="2142918" y="4102492"/>
                <a:ext cx="116865" cy="141066"/>
              </a:xfrm>
              <a:custGeom>
                <a:avLst/>
                <a:gdLst>
                  <a:gd name="connsiteX0" fmla="*/ 39682 w 116865"/>
                  <a:gd name="connsiteY0" fmla="*/ 141067 h 141066"/>
                  <a:gd name="connsiteX1" fmla="*/ 0 w 116865"/>
                  <a:gd name="connsiteY1" fmla="*/ 101355 h 141066"/>
                  <a:gd name="connsiteX2" fmla="*/ 5791 w 116865"/>
                  <a:gd name="connsiteY2" fmla="*/ 80728 h 141066"/>
                  <a:gd name="connsiteX3" fmla="*/ 43602 w 116865"/>
                  <a:gd name="connsiteY3" fmla="*/ 18504 h 141066"/>
                  <a:gd name="connsiteX4" fmla="*/ 98363 w 116865"/>
                  <a:gd name="connsiteY4" fmla="*/ 6139 h 141066"/>
                  <a:gd name="connsiteX5" fmla="*/ 111433 w 116865"/>
                  <a:gd name="connsiteY5" fmla="*/ 59738 h 141066"/>
                  <a:gd name="connsiteX6" fmla="*/ 73622 w 116865"/>
                  <a:gd name="connsiteY6" fmla="*/ 121963 h 141066"/>
                  <a:gd name="connsiteX7" fmla="*/ 39682 w 116865"/>
                  <a:gd name="connsiteY7" fmla="*/ 141067 h 14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865" h="141066">
                    <a:moveTo>
                      <a:pt x="39682" y="141067"/>
                    </a:moveTo>
                    <a:cubicBezTo>
                      <a:pt x="17759" y="141057"/>
                      <a:pt x="-5" y="123278"/>
                      <a:pt x="0" y="101355"/>
                    </a:cubicBezTo>
                    <a:cubicBezTo>
                      <a:pt x="5" y="94076"/>
                      <a:pt x="2010" y="86941"/>
                      <a:pt x="5791" y="80728"/>
                    </a:cubicBezTo>
                    <a:lnTo>
                      <a:pt x="43602" y="18504"/>
                    </a:lnTo>
                    <a:cubicBezTo>
                      <a:pt x="55307" y="-33"/>
                      <a:pt x="79825" y="-5568"/>
                      <a:pt x="98363" y="6139"/>
                    </a:cubicBezTo>
                    <a:cubicBezTo>
                      <a:pt x="116450" y="17564"/>
                      <a:pt x="122231" y="41270"/>
                      <a:pt x="111433" y="59738"/>
                    </a:cubicBezTo>
                    <a:lnTo>
                      <a:pt x="73622" y="121963"/>
                    </a:lnTo>
                    <a:cubicBezTo>
                      <a:pt x="66427" y="133827"/>
                      <a:pt x="53556" y="141067"/>
                      <a:pt x="39682" y="14106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BAB7CFC6-977E-DB38-4EC9-D80D0E8F50A1}"/>
                  </a:ext>
                </a:extLst>
              </p:cNvPr>
              <p:cNvSpPr/>
              <p:nvPr/>
            </p:nvSpPr>
            <p:spPr>
              <a:xfrm>
                <a:off x="2195263" y="4210235"/>
                <a:ext cx="132296" cy="90139"/>
              </a:xfrm>
              <a:custGeom>
                <a:avLst/>
                <a:gdLst>
                  <a:gd name="connsiteX0" fmla="*/ 39637 w 132296"/>
                  <a:gd name="connsiteY0" fmla="*/ 90139 h 90139"/>
                  <a:gd name="connsiteX1" fmla="*/ 0 w 132296"/>
                  <a:gd name="connsiteY1" fmla="*/ 50383 h 90139"/>
                  <a:gd name="connsiteX2" fmla="*/ 31797 w 132296"/>
                  <a:gd name="connsiteY2" fmla="*/ 11540 h 90139"/>
                  <a:gd name="connsiteX3" fmla="*/ 85090 w 132296"/>
                  <a:gd name="connsiteY3" fmla="*/ 723 h 90139"/>
                  <a:gd name="connsiteX4" fmla="*/ 131574 w 132296"/>
                  <a:gd name="connsiteY4" fmla="*/ 32202 h 90139"/>
                  <a:gd name="connsiteX5" fmla="*/ 100869 w 132296"/>
                  <a:gd name="connsiteY5" fmla="*/ 78528 h 90139"/>
                  <a:gd name="connsiteX6" fmla="*/ 47576 w 132296"/>
                  <a:gd name="connsiteY6" fmla="*/ 89345 h 90139"/>
                  <a:gd name="connsiteX7" fmla="*/ 39637 w 132296"/>
                  <a:gd name="connsiteY7" fmla="*/ 90139 h 9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96" h="90139">
                    <a:moveTo>
                      <a:pt x="39637" y="90139"/>
                    </a:moveTo>
                    <a:cubicBezTo>
                      <a:pt x="17715" y="90104"/>
                      <a:pt x="-35" y="72306"/>
                      <a:pt x="0" y="50383"/>
                    </a:cubicBezTo>
                    <a:cubicBezTo>
                      <a:pt x="30" y="31527"/>
                      <a:pt x="13318" y="15291"/>
                      <a:pt x="31797" y="11540"/>
                    </a:cubicBezTo>
                    <a:lnTo>
                      <a:pt x="85090" y="723"/>
                    </a:lnTo>
                    <a:cubicBezTo>
                      <a:pt x="106620" y="-3421"/>
                      <a:pt x="127431" y="10672"/>
                      <a:pt x="131574" y="32202"/>
                    </a:cubicBezTo>
                    <a:cubicBezTo>
                      <a:pt x="135658" y="53425"/>
                      <a:pt x="122013" y="74022"/>
                      <a:pt x="100869" y="78528"/>
                    </a:cubicBezTo>
                    <a:lnTo>
                      <a:pt x="47576" y="89345"/>
                    </a:lnTo>
                    <a:cubicBezTo>
                      <a:pt x="44966" y="89881"/>
                      <a:pt x="42302" y="90144"/>
                      <a:pt x="39637" y="9013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23C0575A-7CFE-1712-E830-EBDD27E243E6}"/>
                  </a:ext>
                </a:extLst>
              </p:cNvPr>
              <p:cNvSpPr/>
              <p:nvPr/>
            </p:nvSpPr>
            <p:spPr>
              <a:xfrm>
                <a:off x="2181665" y="4295351"/>
                <a:ext cx="132445" cy="111509"/>
              </a:xfrm>
              <a:custGeom>
                <a:avLst/>
                <a:gdLst>
                  <a:gd name="connsiteX0" fmla="*/ 92931 w 132445"/>
                  <a:gd name="connsiteY0" fmla="*/ 111510 h 111509"/>
                  <a:gd name="connsiteX1" fmla="*/ 72438 w 132445"/>
                  <a:gd name="connsiteY1" fmla="*/ 105754 h 111509"/>
                  <a:gd name="connsiteX2" fmla="*/ 17061 w 132445"/>
                  <a:gd name="connsiteY2" fmla="*/ 72309 h 111509"/>
                  <a:gd name="connsiteX3" fmla="*/ 7092 w 132445"/>
                  <a:gd name="connsiteY3" fmla="*/ 17062 h 111509"/>
                  <a:gd name="connsiteX4" fmla="*/ 58197 w 132445"/>
                  <a:gd name="connsiteY4" fmla="*/ 4577 h 111509"/>
                  <a:gd name="connsiteX5" fmla="*/ 113573 w 132445"/>
                  <a:gd name="connsiteY5" fmla="*/ 38021 h 111509"/>
                  <a:gd name="connsiteX6" fmla="*/ 126534 w 132445"/>
                  <a:gd name="connsiteY6" fmla="*/ 92644 h 111509"/>
                  <a:gd name="connsiteX7" fmla="*/ 92931 w 132445"/>
                  <a:gd name="connsiteY7" fmla="*/ 111510 h 11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445" h="111509">
                    <a:moveTo>
                      <a:pt x="92931" y="111510"/>
                    </a:moveTo>
                    <a:cubicBezTo>
                      <a:pt x="85701" y="111495"/>
                      <a:pt x="78616" y="109500"/>
                      <a:pt x="72438" y="105754"/>
                    </a:cubicBezTo>
                    <a:lnTo>
                      <a:pt x="17061" y="72309"/>
                    </a:lnTo>
                    <a:cubicBezTo>
                      <a:pt x="-946" y="59805"/>
                      <a:pt x="-5412" y="35074"/>
                      <a:pt x="7092" y="17062"/>
                    </a:cubicBezTo>
                    <a:cubicBezTo>
                      <a:pt x="18525" y="588"/>
                      <a:pt x="40452" y="-4767"/>
                      <a:pt x="58197" y="4577"/>
                    </a:cubicBezTo>
                    <a:lnTo>
                      <a:pt x="113573" y="38021"/>
                    </a:lnTo>
                    <a:cubicBezTo>
                      <a:pt x="132236" y="49523"/>
                      <a:pt x="138041" y="73981"/>
                      <a:pt x="126534" y="92644"/>
                    </a:cubicBezTo>
                    <a:cubicBezTo>
                      <a:pt x="119344" y="104315"/>
                      <a:pt x="106636" y="111445"/>
                      <a:pt x="92931" y="11151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82D8366-0DE0-2FCA-2EBC-9607E4A04D1C}"/>
                  </a:ext>
                </a:extLst>
              </p:cNvPr>
              <p:cNvSpPr/>
              <p:nvPr/>
            </p:nvSpPr>
            <p:spPr>
              <a:xfrm>
                <a:off x="2113775" y="4351008"/>
                <a:ext cx="92478" cy="132517"/>
              </a:xfrm>
              <a:custGeom>
                <a:avLst/>
                <a:gdLst>
                  <a:gd name="connsiteX0" fmla="*/ 52499 w 92478"/>
                  <a:gd name="connsiteY0" fmla="*/ 132517 h 132517"/>
                  <a:gd name="connsiteX1" fmla="*/ 13943 w 92478"/>
                  <a:gd name="connsiteY1" fmla="*/ 102149 h 132517"/>
                  <a:gd name="connsiteX2" fmla="*/ 1340 w 92478"/>
                  <a:gd name="connsiteY2" fmla="*/ 49898 h 132517"/>
                  <a:gd name="connsiteX3" fmla="*/ 29514 w 92478"/>
                  <a:gd name="connsiteY3" fmla="*/ 1339 h 132517"/>
                  <a:gd name="connsiteX4" fmla="*/ 78073 w 92478"/>
                  <a:gd name="connsiteY4" fmla="*/ 29519 h 132517"/>
                  <a:gd name="connsiteX5" fmla="*/ 78500 w 92478"/>
                  <a:gd name="connsiteY5" fmla="*/ 31290 h 132517"/>
                  <a:gd name="connsiteX6" fmla="*/ 91352 w 92478"/>
                  <a:gd name="connsiteY6" fmla="*/ 83491 h 132517"/>
                  <a:gd name="connsiteX7" fmla="*/ 62125 w 92478"/>
                  <a:gd name="connsiteY7" fmla="*/ 131425 h 132517"/>
                  <a:gd name="connsiteX8" fmla="*/ 62125 w 92478"/>
                  <a:gd name="connsiteY8" fmla="*/ 131425 h 132517"/>
                  <a:gd name="connsiteX9" fmla="*/ 52499 w 92478"/>
                  <a:gd name="connsiteY9" fmla="*/ 132517 h 132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478" h="132517">
                    <a:moveTo>
                      <a:pt x="52499" y="132517"/>
                    </a:moveTo>
                    <a:cubicBezTo>
                      <a:pt x="34179" y="132502"/>
                      <a:pt x="18251" y="119953"/>
                      <a:pt x="13943" y="102149"/>
                    </a:cubicBezTo>
                    <a:lnTo>
                      <a:pt x="1340" y="49898"/>
                    </a:lnTo>
                    <a:cubicBezTo>
                      <a:pt x="-4287" y="28710"/>
                      <a:pt x="8326" y="6971"/>
                      <a:pt x="29514" y="1339"/>
                    </a:cubicBezTo>
                    <a:cubicBezTo>
                      <a:pt x="50707" y="-4288"/>
                      <a:pt x="72446" y="8331"/>
                      <a:pt x="78073" y="29519"/>
                    </a:cubicBezTo>
                    <a:cubicBezTo>
                      <a:pt x="78227" y="30104"/>
                      <a:pt x="78371" y="30695"/>
                      <a:pt x="78500" y="31290"/>
                    </a:cubicBezTo>
                    <a:lnTo>
                      <a:pt x="91352" y="83491"/>
                    </a:lnTo>
                    <a:cubicBezTo>
                      <a:pt x="96517" y="104799"/>
                      <a:pt x="83432" y="126259"/>
                      <a:pt x="62125" y="131425"/>
                    </a:cubicBezTo>
                    <a:cubicBezTo>
                      <a:pt x="62125" y="131425"/>
                      <a:pt x="62125" y="131425"/>
                      <a:pt x="62125" y="131425"/>
                    </a:cubicBezTo>
                    <a:cubicBezTo>
                      <a:pt x="58969" y="132169"/>
                      <a:pt x="55739" y="132537"/>
                      <a:pt x="52499" y="13251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CB4EBA8B-DA31-25F5-D05A-CA0053EC6179}"/>
                  </a:ext>
                </a:extLst>
              </p:cNvPr>
              <p:cNvSpPr/>
              <p:nvPr/>
            </p:nvSpPr>
            <p:spPr>
              <a:xfrm>
                <a:off x="2009413" y="4331944"/>
                <a:ext cx="110926" cy="133568"/>
              </a:xfrm>
              <a:custGeom>
                <a:avLst/>
                <a:gdLst>
                  <a:gd name="connsiteX0" fmla="*/ 39558 w 110926"/>
                  <a:gd name="connsiteY0" fmla="*/ 133568 h 133568"/>
                  <a:gd name="connsiteX1" fmla="*/ 0 w 110926"/>
                  <a:gd name="connsiteY1" fmla="*/ 93733 h 133568"/>
                  <a:gd name="connsiteX2" fmla="*/ 5320 w 110926"/>
                  <a:gd name="connsiteY2" fmla="*/ 74023 h 133568"/>
                  <a:gd name="connsiteX3" fmla="*/ 36928 w 110926"/>
                  <a:gd name="connsiteY3" fmla="*/ 19689 h 133568"/>
                  <a:gd name="connsiteX4" fmla="*/ 91238 w 110926"/>
                  <a:gd name="connsiteY4" fmla="*/ 5423 h 133568"/>
                  <a:gd name="connsiteX5" fmla="*/ 105504 w 110926"/>
                  <a:gd name="connsiteY5" fmla="*/ 59733 h 133568"/>
                  <a:gd name="connsiteX6" fmla="*/ 73895 w 110926"/>
                  <a:gd name="connsiteY6" fmla="*/ 113869 h 133568"/>
                  <a:gd name="connsiteX7" fmla="*/ 39558 w 110926"/>
                  <a:gd name="connsiteY7" fmla="*/ 133568 h 13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926" h="133568">
                    <a:moveTo>
                      <a:pt x="39558" y="133568"/>
                    </a:moveTo>
                    <a:cubicBezTo>
                      <a:pt x="17635" y="133489"/>
                      <a:pt x="-74" y="115655"/>
                      <a:pt x="0" y="93733"/>
                    </a:cubicBezTo>
                    <a:cubicBezTo>
                      <a:pt x="25" y="86811"/>
                      <a:pt x="1861" y="80018"/>
                      <a:pt x="5320" y="74023"/>
                    </a:cubicBezTo>
                    <a:lnTo>
                      <a:pt x="36928" y="19689"/>
                    </a:lnTo>
                    <a:cubicBezTo>
                      <a:pt x="47983" y="754"/>
                      <a:pt x="72303" y="-5633"/>
                      <a:pt x="91238" y="5423"/>
                    </a:cubicBezTo>
                    <a:cubicBezTo>
                      <a:pt x="110173" y="16478"/>
                      <a:pt x="116559" y="40797"/>
                      <a:pt x="105504" y="59733"/>
                    </a:cubicBezTo>
                    <a:lnTo>
                      <a:pt x="73895" y="113869"/>
                    </a:lnTo>
                    <a:cubicBezTo>
                      <a:pt x="66775" y="126080"/>
                      <a:pt x="53695" y="133583"/>
                      <a:pt x="39558" y="13356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1DFD3EE9-C16C-4952-8200-1DC208485376}"/>
                  </a:ext>
                </a:extLst>
              </p:cNvPr>
              <p:cNvSpPr/>
              <p:nvPr/>
            </p:nvSpPr>
            <p:spPr>
              <a:xfrm>
                <a:off x="1941681" y="4266421"/>
                <a:ext cx="137948" cy="95333"/>
              </a:xfrm>
              <a:custGeom>
                <a:avLst/>
                <a:gdLst>
                  <a:gd name="connsiteX0" fmla="*/ 39657 w 137948"/>
                  <a:gd name="connsiteY0" fmla="*/ 95334 h 95333"/>
                  <a:gd name="connsiteX1" fmla="*/ 0 w 137948"/>
                  <a:gd name="connsiteY1" fmla="*/ 55597 h 95333"/>
                  <a:gd name="connsiteX2" fmla="*/ 29286 w 137948"/>
                  <a:gd name="connsiteY2" fmla="*/ 17330 h 95333"/>
                  <a:gd name="connsiteX3" fmla="*/ 88385 w 137948"/>
                  <a:gd name="connsiteY3" fmla="*/ 1253 h 95333"/>
                  <a:gd name="connsiteX4" fmla="*/ 136695 w 137948"/>
                  <a:gd name="connsiteY4" fmla="*/ 29849 h 95333"/>
                  <a:gd name="connsiteX5" fmla="*/ 109176 w 137948"/>
                  <a:gd name="connsiteY5" fmla="*/ 77867 h 95333"/>
                  <a:gd name="connsiteX6" fmla="*/ 50077 w 137948"/>
                  <a:gd name="connsiteY6" fmla="*/ 93944 h 95333"/>
                  <a:gd name="connsiteX7" fmla="*/ 39657 w 137948"/>
                  <a:gd name="connsiteY7" fmla="*/ 95334 h 9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7948" h="95333">
                    <a:moveTo>
                      <a:pt x="39657" y="95334"/>
                    </a:moveTo>
                    <a:cubicBezTo>
                      <a:pt x="17733" y="95314"/>
                      <a:pt x="-22" y="77520"/>
                      <a:pt x="0" y="55597"/>
                    </a:cubicBezTo>
                    <a:cubicBezTo>
                      <a:pt x="18" y="37699"/>
                      <a:pt x="12013" y="22024"/>
                      <a:pt x="29286" y="17330"/>
                    </a:cubicBezTo>
                    <a:lnTo>
                      <a:pt x="88385" y="1253"/>
                    </a:lnTo>
                    <a:cubicBezTo>
                      <a:pt x="109622" y="-4191"/>
                      <a:pt x="131252" y="8611"/>
                      <a:pt x="136695" y="29849"/>
                    </a:cubicBezTo>
                    <a:cubicBezTo>
                      <a:pt x="142034" y="50665"/>
                      <a:pt x="129833" y="71947"/>
                      <a:pt x="109176" y="77867"/>
                    </a:cubicBezTo>
                    <a:lnTo>
                      <a:pt x="50077" y="93944"/>
                    </a:lnTo>
                    <a:cubicBezTo>
                      <a:pt x="46683" y="94867"/>
                      <a:pt x="43177" y="95334"/>
                      <a:pt x="39657" y="9533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F0F8392F-5037-A6D5-D6DE-DA5E9404A59F}"/>
                  </a:ext>
                </a:extLst>
              </p:cNvPr>
              <p:cNvSpPr/>
              <p:nvPr/>
            </p:nvSpPr>
            <p:spPr>
              <a:xfrm>
                <a:off x="1955205" y="4156044"/>
                <a:ext cx="136117" cy="116344"/>
              </a:xfrm>
              <a:custGeom>
                <a:avLst/>
                <a:gdLst>
                  <a:gd name="connsiteX0" fmla="*/ 96346 w 136117"/>
                  <a:gd name="connsiteY0" fmla="*/ 116344 h 116344"/>
                  <a:gd name="connsiteX1" fmla="*/ 74712 w 136117"/>
                  <a:gd name="connsiteY1" fmla="*/ 109893 h 116344"/>
                  <a:gd name="connsiteX2" fmla="*/ 18045 w 136117"/>
                  <a:gd name="connsiteY2" fmla="*/ 72976 h 116344"/>
                  <a:gd name="connsiteX3" fmla="*/ 6434 w 136117"/>
                  <a:gd name="connsiteY3" fmla="*/ 18045 h 116344"/>
                  <a:gd name="connsiteX4" fmla="*/ 61364 w 136117"/>
                  <a:gd name="connsiteY4" fmla="*/ 6434 h 116344"/>
                  <a:gd name="connsiteX5" fmla="*/ 118031 w 136117"/>
                  <a:gd name="connsiteY5" fmla="*/ 43352 h 116344"/>
                  <a:gd name="connsiteX6" fmla="*/ 129711 w 136117"/>
                  <a:gd name="connsiteY6" fmla="*/ 98262 h 116344"/>
                  <a:gd name="connsiteX7" fmla="*/ 96346 w 136117"/>
                  <a:gd name="connsiteY7" fmla="*/ 116344 h 116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17" h="116344">
                    <a:moveTo>
                      <a:pt x="96346" y="116344"/>
                    </a:moveTo>
                    <a:cubicBezTo>
                      <a:pt x="88660" y="116334"/>
                      <a:pt x="81148" y="114091"/>
                      <a:pt x="74712" y="109893"/>
                    </a:cubicBezTo>
                    <a:lnTo>
                      <a:pt x="18045" y="72976"/>
                    </a:lnTo>
                    <a:cubicBezTo>
                      <a:pt x="-330" y="61012"/>
                      <a:pt x="-5528" y="36420"/>
                      <a:pt x="6434" y="18045"/>
                    </a:cubicBezTo>
                    <a:cubicBezTo>
                      <a:pt x="18396" y="-329"/>
                      <a:pt x="42989" y="-5529"/>
                      <a:pt x="61364" y="6434"/>
                    </a:cubicBezTo>
                    <a:lnTo>
                      <a:pt x="118031" y="43352"/>
                    </a:lnTo>
                    <a:cubicBezTo>
                      <a:pt x="136420" y="55291"/>
                      <a:pt x="141650" y="79873"/>
                      <a:pt x="129711" y="98262"/>
                    </a:cubicBezTo>
                    <a:cubicBezTo>
                      <a:pt x="122377" y="109561"/>
                      <a:pt x="109814" y="116369"/>
                      <a:pt x="96346" y="11634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3D562EB7-B6C2-96E9-15F7-6294CAC39E05}"/>
                  </a:ext>
                </a:extLst>
              </p:cNvPr>
              <p:cNvSpPr/>
              <p:nvPr/>
            </p:nvSpPr>
            <p:spPr>
              <a:xfrm>
                <a:off x="1999911" y="4151165"/>
                <a:ext cx="270952" cy="270929"/>
              </a:xfrm>
              <a:custGeom>
                <a:avLst/>
                <a:gdLst>
                  <a:gd name="connsiteX0" fmla="*/ 135251 w 270952"/>
                  <a:gd name="connsiteY0" fmla="*/ 270929 h 270929"/>
                  <a:gd name="connsiteX1" fmla="*/ 0 w 270952"/>
                  <a:gd name="connsiteY1" fmla="*/ 135251 h 270929"/>
                  <a:gd name="connsiteX2" fmla="*/ 135673 w 270952"/>
                  <a:gd name="connsiteY2" fmla="*/ 0 h 270929"/>
                  <a:gd name="connsiteX3" fmla="*/ 267342 w 270952"/>
                  <a:gd name="connsiteY3" fmla="*/ 104501 h 270929"/>
                  <a:gd name="connsiteX4" fmla="*/ 267342 w 270952"/>
                  <a:gd name="connsiteY4" fmla="*/ 104501 h 270929"/>
                  <a:gd name="connsiteX5" fmla="*/ 166463 w 270952"/>
                  <a:gd name="connsiteY5" fmla="*/ 267307 h 270929"/>
                  <a:gd name="connsiteX6" fmla="*/ 135251 w 270952"/>
                  <a:gd name="connsiteY6" fmla="*/ 270929 h 270929"/>
                  <a:gd name="connsiteX7" fmla="*/ 135748 w 270952"/>
                  <a:gd name="connsiteY7" fmla="*/ 79294 h 270929"/>
                  <a:gd name="connsiteX8" fmla="*/ 122846 w 270952"/>
                  <a:gd name="connsiteY8" fmla="*/ 80783 h 270929"/>
                  <a:gd name="connsiteX9" fmla="*/ 81239 w 270952"/>
                  <a:gd name="connsiteY9" fmla="*/ 148202 h 270929"/>
                  <a:gd name="connsiteX10" fmla="*/ 148659 w 270952"/>
                  <a:gd name="connsiteY10" fmla="*/ 189814 h 270929"/>
                  <a:gd name="connsiteX11" fmla="*/ 190330 w 270952"/>
                  <a:gd name="connsiteY11" fmla="*/ 122663 h 270929"/>
                  <a:gd name="connsiteX12" fmla="*/ 190330 w 270952"/>
                  <a:gd name="connsiteY12" fmla="*/ 122663 h 270929"/>
                  <a:gd name="connsiteX13" fmla="*/ 135748 w 270952"/>
                  <a:gd name="connsiteY13" fmla="*/ 79294 h 270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0952" h="270929">
                    <a:moveTo>
                      <a:pt x="135251" y="270929"/>
                    </a:moveTo>
                    <a:cubicBezTo>
                      <a:pt x="60438" y="270810"/>
                      <a:pt x="-119" y="210069"/>
                      <a:pt x="0" y="135251"/>
                    </a:cubicBezTo>
                    <a:cubicBezTo>
                      <a:pt x="114" y="60438"/>
                      <a:pt x="60860" y="-119"/>
                      <a:pt x="135673" y="0"/>
                    </a:cubicBezTo>
                    <a:cubicBezTo>
                      <a:pt x="198483" y="99"/>
                      <a:pt x="252987" y="43359"/>
                      <a:pt x="267342" y="104501"/>
                    </a:cubicBezTo>
                    <a:lnTo>
                      <a:pt x="267342" y="104501"/>
                    </a:lnTo>
                    <a:cubicBezTo>
                      <a:pt x="284421" y="177315"/>
                      <a:pt x="239266" y="250188"/>
                      <a:pt x="166463" y="267307"/>
                    </a:cubicBezTo>
                    <a:cubicBezTo>
                      <a:pt x="156231" y="269708"/>
                      <a:pt x="145761" y="270924"/>
                      <a:pt x="135251" y="270929"/>
                    </a:cubicBezTo>
                    <a:close/>
                    <a:moveTo>
                      <a:pt x="135748" y="79294"/>
                    </a:moveTo>
                    <a:cubicBezTo>
                      <a:pt x="131406" y="79299"/>
                      <a:pt x="127074" y="79800"/>
                      <a:pt x="122846" y="80783"/>
                    </a:cubicBezTo>
                    <a:cubicBezTo>
                      <a:pt x="92736" y="87908"/>
                      <a:pt x="74109" y="118097"/>
                      <a:pt x="81239" y="148202"/>
                    </a:cubicBezTo>
                    <a:cubicBezTo>
                      <a:pt x="88365" y="178312"/>
                      <a:pt x="118549" y="196940"/>
                      <a:pt x="148659" y="189814"/>
                    </a:cubicBezTo>
                    <a:cubicBezTo>
                      <a:pt x="178660" y="182709"/>
                      <a:pt x="197282" y="152698"/>
                      <a:pt x="190330" y="122663"/>
                    </a:cubicBezTo>
                    <a:lnTo>
                      <a:pt x="190330" y="122663"/>
                    </a:lnTo>
                    <a:cubicBezTo>
                      <a:pt x="184396" y="97296"/>
                      <a:pt x="161799" y="79344"/>
                      <a:pt x="135748" y="7929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3E62E627-E3C4-4845-579E-9A17BCD93D8C}"/>
                </a:ext>
              </a:extLst>
            </p:cNvPr>
            <p:cNvSpPr/>
            <p:nvPr/>
          </p:nvSpPr>
          <p:spPr>
            <a:xfrm>
              <a:off x="2000785" y="3858225"/>
              <a:ext cx="172865" cy="172858"/>
            </a:xfrm>
            <a:custGeom>
              <a:avLst/>
              <a:gdLst>
                <a:gd name="connsiteX0" fmla="*/ 133186 w 172865"/>
                <a:gd name="connsiteY0" fmla="*/ 172858 h 172858"/>
                <a:gd name="connsiteX1" fmla="*/ 105101 w 172865"/>
                <a:gd name="connsiteY1" fmla="*/ 161247 h 172858"/>
                <a:gd name="connsiteX2" fmla="*/ 11616 w 172865"/>
                <a:gd name="connsiteY2" fmla="*/ 67762 h 172858"/>
                <a:gd name="connsiteX3" fmla="*/ 11640 w 172865"/>
                <a:gd name="connsiteY3" fmla="*/ 11616 h 172858"/>
                <a:gd name="connsiteX4" fmla="*/ 67786 w 172865"/>
                <a:gd name="connsiteY4" fmla="*/ 11641 h 172858"/>
                <a:gd name="connsiteX5" fmla="*/ 161222 w 172865"/>
                <a:gd name="connsiteY5" fmla="*/ 105076 h 172858"/>
                <a:gd name="connsiteX6" fmla="*/ 161252 w 172865"/>
                <a:gd name="connsiteY6" fmla="*/ 161216 h 172858"/>
                <a:gd name="connsiteX7" fmla="*/ 133186 w 172865"/>
                <a:gd name="connsiteY7" fmla="*/ 172858 h 17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65" h="172858">
                  <a:moveTo>
                    <a:pt x="133186" y="172858"/>
                  </a:moveTo>
                  <a:cubicBezTo>
                    <a:pt x="122657" y="172867"/>
                    <a:pt x="112554" y="168690"/>
                    <a:pt x="105101" y="161247"/>
                  </a:cubicBezTo>
                  <a:lnTo>
                    <a:pt x="11616" y="67762"/>
                  </a:lnTo>
                  <a:cubicBezTo>
                    <a:pt x="-3881" y="52251"/>
                    <a:pt x="-3871" y="27113"/>
                    <a:pt x="11640" y="11616"/>
                  </a:cubicBezTo>
                  <a:cubicBezTo>
                    <a:pt x="27152" y="-3882"/>
                    <a:pt x="52290" y="-3870"/>
                    <a:pt x="67786" y="11641"/>
                  </a:cubicBezTo>
                  <a:lnTo>
                    <a:pt x="161222" y="105076"/>
                  </a:lnTo>
                  <a:cubicBezTo>
                    <a:pt x="176734" y="120570"/>
                    <a:pt x="176748" y="145705"/>
                    <a:pt x="161252" y="161216"/>
                  </a:cubicBezTo>
                  <a:cubicBezTo>
                    <a:pt x="153814" y="168665"/>
                    <a:pt x="143716" y="172853"/>
                    <a:pt x="133186" y="1728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FC248FFE-626B-AF25-8881-CA885FC8E1DF}"/>
              </a:ext>
            </a:extLst>
          </p:cNvPr>
          <p:cNvGrpSpPr/>
          <p:nvPr/>
        </p:nvGrpSpPr>
        <p:grpSpPr>
          <a:xfrm>
            <a:off x="2826357" y="3653023"/>
            <a:ext cx="824150" cy="837497"/>
            <a:chOff x="2826357" y="3653023"/>
            <a:chExt cx="824150" cy="837497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F1CF7E4-5974-0684-E0C0-6B49060D50ED}"/>
                </a:ext>
              </a:extLst>
            </p:cNvPr>
            <p:cNvSpPr/>
            <p:nvPr/>
          </p:nvSpPr>
          <p:spPr>
            <a:xfrm>
              <a:off x="3331208" y="3782289"/>
              <a:ext cx="181131" cy="184187"/>
            </a:xfrm>
            <a:custGeom>
              <a:avLst/>
              <a:gdLst>
                <a:gd name="connsiteX0" fmla="*/ 39687 w 181131"/>
                <a:gd name="connsiteY0" fmla="*/ 184187 h 184187"/>
                <a:gd name="connsiteX1" fmla="*/ 0 w 181131"/>
                <a:gd name="connsiteY1" fmla="*/ 144479 h 184187"/>
                <a:gd name="connsiteX2" fmla="*/ 11204 w 181131"/>
                <a:gd name="connsiteY2" fmla="*/ 116852 h 184187"/>
                <a:gd name="connsiteX3" fmla="*/ 112381 w 181131"/>
                <a:gd name="connsiteY3" fmla="*/ 12649 h 184187"/>
                <a:gd name="connsiteX4" fmla="*/ 168482 w 181131"/>
                <a:gd name="connsiteY4" fmla="*/ 10641 h 184187"/>
                <a:gd name="connsiteX5" fmla="*/ 170492 w 181131"/>
                <a:gd name="connsiteY5" fmla="*/ 66745 h 184187"/>
                <a:gd name="connsiteX6" fmla="*/ 169346 w 181131"/>
                <a:gd name="connsiteY6" fmla="*/ 67926 h 184187"/>
                <a:gd name="connsiteX7" fmla="*/ 68169 w 181131"/>
                <a:gd name="connsiteY7" fmla="*/ 172129 h 184187"/>
                <a:gd name="connsiteX8" fmla="*/ 39687 w 181131"/>
                <a:gd name="connsiteY8" fmla="*/ 184187 h 184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131" h="184187">
                  <a:moveTo>
                    <a:pt x="39687" y="184187"/>
                  </a:moveTo>
                  <a:cubicBezTo>
                    <a:pt x="17764" y="184181"/>
                    <a:pt x="-5" y="166403"/>
                    <a:pt x="0" y="144479"/>
                  </a:cubicBezTo>
                  <a:cubicBezTo>
                    <a:pt x="5" y="134164"/>
                    <a:pt x="4024" y="124256"/>
                    <a:pt x="11204" y="116852"/>
                  </a:cubicBezTo>
                  <a:lnTo>
                    <a:pt x="112381" y="12649"/>
                  </a:lnTo>
                  <a:cubicBezTo>
                    <a:pt x="127322" y="-3398"/>
                    <a:pt x="152440" y="-4297"/>
                    <a:pt x="168482" y="10641"/>
                  </a:cubicBezTo>
                  <a:cubicBezTo>
                    <a:pt x="184530" y="25580"/>
                    <a:pt x="185428" y="50698"/>
                    <a:pt x="170492" y="66745"/>
                  </a:cubicBezTo>
                  <a:cubicBezTo>
                    <a:pt x="170120" y="67146"/>
                    <a:pt x="169738" y="67540"/>
                    <a:pt x="169346" y="67926"/>
                  </a:cubicBezTo>
                  <a:lnTo>
                    <a:pt x="68169" y="172129"/>
                  </a:lnTo>
                  <a:cubicBezTo>
                    <a:pt x="60696" y="179834"/>
                    <a:pt x="50420" y="184184"/>
                    <a:pt x="39687" y="18418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81C701A4-4AE1-2AD8-3827-6FEFE5CF60AF}"/>
                </a:ext>
              </a:extLst>
            </p:cNvPr>
            <p:cNvSpPr/>
            <p:nvPr/>
          </p:nvSpPr>
          <p:spPr>
            <a:xfrm>
              <a:off x="2946913" y="3823379"/>
              <a:ext cx="172854" cy="167957"/>
            </a:xfrm>
            <a:custGeom>
              <a:avLst/>
              <a:gdLst>
                <a:gd name="connsiteX0" fmla="*/ 133155 w 172854"/>
                <a:gd name="connsiteY0" fmla="*/ 167908 h 167957"/>
                <a:gd name="connsiteX1" fmla="*/ 105863 w 172854"/>
                <a:gd name="connsiteY1" fmla="*/ 157041 h 167957"/>
                <a:gd name="connsiteX2" fmla="*/ 11584 w 172854"/>
                <a:gd name="connsiteY2" fmla="*/ 67723 h 167957"/>
                <a:gd name="connsiteX3" fmla="*/ 11670 w 172854"/>
                <a:gd name="connsiteY3" fmla="*/ 11584 h 167957"/>
                <a:gd name="connsiteX4" fmla="*/ 66167 w 172854"/>
                <a:gd name="connsiteY4" fmla="*/ 10114 h 167957"/>
                <a:gd name="connsiteX5" fmla="*/ 160446 w 172854"/>
                <a:gd name="connsiteY5" fmla="*/ 99431 h 167957"/>
                <a:gd name="connsiteX6" fmla="*/ 161987 w 172854"/>
                <a:gd name="connsiteY6" fmla="*/ 155549 h 167957"/>
                <a:gd name="connsiteX7" fmla="*/ 133155 w 172854"/>
                <a:gd name="connsiteY7" fmla="*/ 167957 h 16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854" h="167957">
                  <a:moveTo>
                    <a:pt x="133155" y="167908"/>
                  </a:moveTo>
                  <a:cubicBezTo>
                    <a:pt x="123003" y="167908"/>
                    <a:pt x="113237" y="164019"/>
                    <a:pt x="105863" y="157041"/>
                  </a:cubicBezTo>
                  <a:lnTo>
                    <a:pt x="11584" y="67723"/>
                  </a:lnTo>
                  <a:cubicBezTo>
                    <a:pt x="-3895" y="52197"/>
                    <a:pt x="-3856" y="27063"/>
                    <a:pt x="11670" y="11584"/>
                  </a:cubicBezTo>
                  <a:cubicBezTo>
                    <a:pt x="26574" y="-3274"/>
                    <a:pt x="50483" y="-3919"/>
                    <a:pt x="66167" y="10114"/>
                  </a:cubicBezTo>
                  <a:lnTo>
                    <a:pt x="160446" y="99431"/>
                  </a:lnTo>
                  <a:cubicBezTo>
                    <a:pt x="176369" y="114502"/>
                    <a:pt x="177058" y="139627"/>
                    <a:pt x="161987" y="155549"/>
                  </a:cubicBezTo>
                  <a:cubicBezTo>
                    <a:pt x="154489" y="163470"/>
                    <a:pt x="144062" y="167958"/>
                    <a:pt x="133155" y="1679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C1C2715-B347-9E8E-8C31-0535A9F2854E}"/>
                </a:ext>
              </a:extLst>
            </p:cNvPr>
            <p:cNvSpPr/>
            <p:nvPr/>
          </p:nvSpPr>
          <p:spPr>
            <a:xfrm>
              <a:off x="3394431" y="4166697"/>
              <a:ext cx="144951" cy="139829"/>
            </a:xfrm>
            <a:custGeom>
              <a:avLst/>
              <a:gdLst>
                <a:gd name="connsiteX0" fmla="*/ 105279 w 144951"/>
                <a:gd name="connsiteY0" fmla="*/ 139830 h 139829"/>
                <a:gd name="connsiteX1" fmla="*/ 78385 w 144951"/>
                <a:gd name="connsiteY1" fmla="*/ 129310 h 139829"/>
                <a:gd name="connsiteX2" fmla="*/ 11992 w 144951"/>
                <a:gd name="connsiteY2" fmla="*/ 68128 h 139829"/>
                <a:gd name="connsiteX3" fmla="*/ 11263 w 144951"/>
                <a:gd name="connsiteY3" fmla="*/ 11992 h 139829"/>
                <a:gd name="connsiteX4" fmla="*/ 65781 w 144951"/>
                <a:gd name="connsiteY4" fmla="*/ 9774 h 139829"/>
                <a:gd name="connsiteX5" fmla="*/ 132174 w 144951"/>
                <a:gd name="connsiteY5" fmla="*/ 70956 h 139829"/>
                <a:gd name="connsiteX6" fmla="*/ 134432 w 144951"/>
                <a:gd name="connsiteY6" fmla="*/ 127053 h 139829"/>
                <a:gd name="connsiteX7" fmla="*/ 105279 w 144951"/>
                <a:gd name="connsiteY7" fmla="*/ 139830 h 139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51" h="139829">
                  <a:moveTo>
                    <a:pt x="105279" y="139830"/>
                  </a:moveTo>
                  <a:cubicBezTo>
                    <a:pt x="95311" y="139825"/>
                    <a:pt x="85709" y="136069"/>
                    <a:pt x="78385" y="129310"/>
                  </a:cubicBezTo>
                  <a:lnTo>
                    <a:pt x="11992" y="68128"/>
                  </a:lnTo>
                  <a:cubicBezTo>
                    <a:pt x="-3708" y="52830"/>
                    <a:pt x="-4035" y="27697"/>
                    <a:pt x="11263" y="11992"/>
                  </a:cubicBezTo>
                  <a:cubicBezTo>
                    <a:pt x="25971" y="-3097"/>
                    <a:pt x="49898" y="-4070"/>
                    <a:pt x="65781" y="9774"/>
                  </a:cubicBezTo>
                  <a:lnTo>
                    <a:pt x="132174" y="70956"/>
                  </a:lnTo>
                  <a:cubicBezTo>
                    <a:pt x="148286" y="85823"/>
                    <a:pt x="149298" y="110936"/>
                    <a:pt x="134432" y="127053"/>
                  </a:cubicBezTo>
                  <a:cubicBezTo>
                    <a:pt x="126924" y="135190"/>
                    <a:pt x="116355" y="139825"/>
                    <a:pt x="105279" y="1398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C6C3993-195F-BEF3-54D0-8FA77348B563}"/>
                </a:ext>
              </a:extLst>
            </p:cNvPr>
            <p:cNvSpPr/>
            <p:nvPr/>
          </p:nvSpPr>
          <p:spPr>
            <a:xfrm>
              <a:off x="2928388" y="4144473"/>
              <a:ext cx="168563" cy="171581"/>
            </a:xfrm>
            <a:custGeom>
              <a:avLst/>
              <a:gdLst>
                <a:gd name="connsiteX0" fmla="*/ 39686 w 168563"/>
                <a:gd name="connsiteY0" fmla="*/ 171581 h 171581"/>
                <a:gd name="connsiteX1" fmla="*/ 0 w 168563"/>
                <a:gd name="connsiteY1" fmla="*/ 131875 h 171581"/>
                <a:gd name="connsiteX2" fmla="*/ 11154 w 168563"/>
                <a:gd name="connsiteY2" fmla="*/ 104295 h 171581"/>
                <a:gd name="connsiteX3" fmla="*/ 100869 w 168563"/>
                <a:gd name="connsiteY3" fmla="*/ 11554 h 171581"/>
                <a:gd name="connsiteX4" fmla="*/ 157008 w 168563"/>
                <a:gd name="connsiteY4" fmla="*/ 11698 h 171581"/>
                <a:gd name="connsiteX5" fmla="*/ 157932 w 168563"/>
                <a:gd name="connsiteY5" fmla="*/ 66733 h 171581"/>
                <a:gd name="connsiteX6" fmla="*/ 68268 w 168563"/>
                <a:gd name="connsiteY6" fmla="*/ 159474 h 171581"/>
                <a:gd name="connsiteX7" fmla="*/ 39686 w 168563"/>
                <a:gd name="connsiteY7" fmla="*/ 171581 h 17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563" h="171581">
                  <a:moveTo>
                    <a:pt x="39686" y="171581"/>
                  </a:moveTo>
                  <a:cubicBezTo>
                    <a:pt x="17762" y="171576"/>
                    <a:pt x="-6" y="153797"/>
                    <a:pt x="0" y="131875"/>
                  </a:cubicBezTo>
                  <a:cubicBezTo>
                    <a:pt x="2" y="121583"/>
                    <a:pt x="4002" y="111694"/>
                    <a:pt x="11154" y="104295"/>
                  </a:cubicBezTo>
                  <a:lnTo>
                    <a:pt x="100869" y="11554"/>
                  </a:lnTo>
                  <a:cubicBezTo>
                    <a:pt x="116410" y="-3907"/>
                    <a:pt x="141545" y="-3843"/>
                    <a:pt x="157008" y="11698"/>
                  </a:cubicBezTo>
                  <a:cubicBezTo>
                    <a:pt x="172050" y="26813"/>
                    <a:pt x="172458" y="51117"/>
                    <a:pt x="157932" y="66733"/>
                  </a:cubicBezTo>
                  <a:lnTo>
                    <a:pt x="68268" y="159474"/>
                  </a:lnTo>
                  <a:cubicBezTo>
                    <a:pt x="60778" y="167219"/>
                    <a:pt x="50462" y="171591"/>
                    <a:pt x="39686" y="17158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3919D72C-7637-DA62-1D88-E4723ABD7E13}"/>
                </a:ext>
              </a:extLst>
            </p:cNvPr>
            <p:cNvSpPr/>
            <p:nvPr/>
          </p:nvSpPr>
          <p:spPr>
            <a:xfrm>
              <a:off x="2841889" y="3720805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5 w 195108"/>
                <a:gd name="connsiteY2" fmla="*/ 0 h 195108"/>
                <a:gd name="connsiteX3" fmla="*/ 195109 w 195108"/>
                <a:gd name="connsiteY3" fmla="*/ 97555 h 195108"/>
                <a:gd name="connsiteX4" fmla="*/ 195108 w 195108"/>
                <a:gd name="connsiteY4" fmla="*/ 97802 h 195108"/>
                <a:gd name="connsiteX5" fmla="*/ 97554 w 195108"/>
                <a:gd name="connsiteY5" fmla="*/ 195109 h 195108"/>
                <a:gd name="connsiteX6" fmla="*/ 97554 w 195108"/>
                <a:gd name="connsiteY6" fmla="*/ 79443 h 195108"/>
                <a:gd name="connsiteX7" fmla="*/ 79394 w 195108"/>
                <a:gd name="connsiteY7" fmla="*/ 97605 h 195108"/>
                <a:gd name="connsiteX8" fmla="*/ 97556 w 195108"/>
                <a:gd name="connsiteY8" fmla="*/ 115765 h 195108"/>
                <a:gd name="connsiteX9" fmla="*/ 115715 w 195108"/>
                <a:gd name="connsiteY9" fmla="*/ 97802 h 195108"/>
                <a:gd name="connsiteX10" fmla="*/ 97754 w 195108"/>
                <a:gd name="connsiteY10" fmla="*/ 79444 h 195108"/>
                <a:gd name="connsiteX11" fmla="*/ 9755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6" y="195109"/>
                    <a:pt x="0" y="151432"/>
                    <a:pt x="0" y="97554"/>
                  </a:cubicBezTo>
                  <a:cubicBezTo>
                    <a:pt x="0" y="43676"/>
                    <a:pt x="43677" y="0"/>
                    <a:pt x="97555" y="0"/>
                  </a:cubicBezTo>
                  <a:cubicBezTo>
                    <a:pt x="151432" y="0"/>
                    <a:pt x="195109" y="43677"/>
                    <a:pt x="195109" y="97555"/>
                  </a:cubicBezTo>
                  <a:cubicBezTo>
                    <a:pt x="195109" y="97637"/>
                    <a:pt x="195108" y="97720"/>
                    <a:pt x="195108" y="97802"/>
                  </a:cubicBezTo>
                  <a:cubicBezTo>
                    <a:pt x="194944" y="151572"/>
                    <a:pt x="151324" y="195081"/>
                    <a:pt x="97554" y="195109"/>
                  </a:cubicBezTo>
                  <a:close/>
                  <a:moveTo>
                    <a:pt x="97554" y="79443"/>
                  </a:moveTo>
                  <a:cubicBezTo>
                    <a:pt x="87524" y="79443"/>
                    <a:pt x="79393" y="87575"/>
                    <a:pt x="79394" y="97605"/>
                  </a:cubicBezTo>
                  <a:cubicBezTo>
                    <a:pt x="79394" y="107635"/>
                    <a:pt x="87526" y="115766"/>
                    <a:pt x="97556" y="115765"/>
                  </a:cubicBezTo>
                  <a:cubicBezTo>
                    <a:pt x="107509" y="115765"/>
                    <a:pt x="115607" y="107754"/>
                    <a:pt x="115715" y="97802"/>
                  </a:cubicBezTo>
                  <a:cubicBezTo>
                    <a:pt x="115825" y="87773"/>
                    <a:pt x="107783" y="79553"/>
                    <a:pt x="97754" y="79444"/>
                  </a:cubicBezTo>
                  <a:cubicBezTo>
                    <a:pt x="97687" y="79443"/>
                    <a:pt x="97621" y="79443"/>
                    <a:pt x="9755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1D7E5C6-A89E-C5B4-8D95-3DBA2CE84C5E}"/>
                </a:ext>
              </a:extLst>
            </p:cNvPr>
            <p:cNvSpPr/>
            <p:nvPr/>
          </p:nvSpPr>
          <p:spPr>
            <a:xfrm>
              <a:off x="3413519" y="3653023"/>
              <a:ext cx="236988" cy="236988"/>
            </a:xfrm>
            <a:custGeom>
              <a:avLst/>
              <a:gdLst>
                <a:gd name="connsiteX0" fmla="*/ 118494 w 236988"/>
                <a:gd name="connsiteY0" fmla="*/ 236988 h 236988"/>
                <a:gd name="connsiteX1" fmla="*/ 0 w 236988"/>
                <a:gd name="connsiteY1" fmla="*/ 118494 h 236988"/>
                <a:gd name="connsiteX2" fmla="*/ 118494 w 236988"/>
                <a:gd name="connsiteY2" fmla="*/ 0 h 236988"/>
                <a:gd name="connsiteX3" fmla="*/ 236989 w 236988"/>
                <a:gd name="connsiteY3" fmla="*/ 118494 h 236988"/>
                <a:gd name="connsiteX4" fmla="*/ 118494 w 236988"/>
                <a:gd name="connsiteY4" fmla="*/ 236988 h 236988"/>
                <a:gd name="connsiteX5" fmla="*/ 118494 w 236988"/>
                <a:gd name="connsiteY5" fmla="*/ 79443 h 236988"/>
                <a:gd name="connsiteX6" fmla="*/ 79393 w 236988"/>
                <a:gd name="connsiteY6" fmla="*/ 118544 h 236988"/>
                <a:gd name="connsiteX7" fmla="*/ 118494 w 236988"/>
                <a:gd name="connsiteY7" fmla="*/ 157645 h 236988"/>
                <a:gd name="connsiteX8" fmla="*/ 157595 w 236988"/>
                <a:gd name="connsiteY8" fmla="*/ 118544 h 236988"/>
                <a:gd name="connsiteX9" fmla="*/ 157595 w 236988"/>
                <a:gd name="connsiteY9" fmla="*/ 118494 h 236988"/>
                <a:gd name="connsiteX10" fmla="*/ 118494 w 236988"/>
                <a:gd name="connsiteY10" fmla="*/ 79443 h 23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8" h="236988">
                  <a:moveTo>
                    <a:pt x="118494" y="236988"/>
                  </a:moveTo>
                  <a:cubicBezTo>
                    <a:pt x="53050" y="236988"/>
                    <a:pt x="0" y="183937"/>
                    <a:pt x="0" y="118494"/>
                  </a:cubicBezTo>
                  <a:cubicBezTo>
                    <a:pt x="0" y="53051"/>
                    <a:pt x="53050" y="0"/>
                    <a:pt x="118494" y="0"/>
                  </a:cubicBezTo>
                  <a:cubicBezTo>
                    <a:pt x="183939" y="0"/>
                    <a:pt x="236989" y="53051"/>
                    <a:pt x="236989" y="118494"/>
                  </a:cubicBezTo>
                  <a:cubicBezTo>
                    <a:pt x="236934" y="183914"/>
                    <a:pt x="183914" y="236934"/>
                    <a:pt x="118494" y="236988"/>
                  </a:cubicBezTo>
                  <a:close/>
                  <a:moveTo>
                    <a:pt x="118494" y="79443"/>
                  </a:moveTo>
                  <a:cubicBezTo>
                    <a:pt x="96899" y="79443"/>
                    <a:pt x="79393" y="96949"/>
                    <a:pt x="79393" y="118544"/>
                  </a:cubicBezTo>
                  <a:cubicBezTo>
                    <a:pt x="79393" y="140139"/>
                    <a:pt x="96899" y="157645"/>
                    <a:pt x="118494" y="157645"/>
                  </a:cubicBezTo>
                  <a:cubicBezTo>
                    <a:pt x="140089" y="157645"/>
                    <a:pt x="157595" y="140139"/>
                    <a:pt x="157595" y="118544"/>
                  </a:cubicBezTo>
                  <a:cubicBezTo>
                    <a:pt x="157595" y="118527"/>
                    <a:pt x="157595" y="118511"/>
                    <a:pt x="157595" y="118494"/>
                  </a:cubicBezTo>
                  <a:cubicBezTo>
                    <a:pt x="157566" y="96919"/>
                    <a:pt x="140069" y="79443"/>
                    <a:pt x="11849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3A7C1F24-55BC-C2E8-2859-A179450CB88A}"/>
                </a:ext>
              </a:extLst>
            </p:cNvPr>
            <p:cNvSpPr/>
            <p:nvPr/>
          </p:nvSpPr>
          <p:spPr>
            <a:xfrm>
              <a:off x="2826357" y="4231302"/>
              <a:ext cx="195108" cy="195108"/>
            </a:xfrm>
            <a:custGeom>
              <a:avLst/>
              <a:gdLst>
                <a:gd name="connsiteX0" fmla="*/ 97753 w 195108"/>
                <a:gd name="connsiteY0" fmla="*/ 195109 h 195108"/>
                <a:gd name="connsiteX1" fmla="*/ 0 w 195108"/>
                <a:gd name="connsiteY1" fmla="*/ 97753 h 195108"/>
                <a:gd name="connsiteX2" fmla="*/ 97356 w 195108"/>
                <a:gd name="connsiteY2" fmla="*/ 0 h 195108"/>
                <a:gd name="connsiteX3" fmla="*/ 195109 w 195108"/>
                <a:gd name="connsiteY3" fmla="*/ 97356 h 195108"/>
                <a:gd name="connsiteX4" fmla="*/ 195109 w 195108"/>
                <a:gd name="connsiteY4" fmla="*/ 97554 h 195108"/>
                <a:gd name="connsiteX5" fmla="*/ 97753 w 195108"/>
                <a:gd name="connsiteY5" fmla="*/ 195109 h 195108"/>
                <a:gd name="connsiteX6" fmla="*/ 97753 w 195108"/>
                <a:gd name="connsiteY6" fmla="*/ 79393 h 195108"/>
                <a:gd name="connsiteX7" fmla="*/ 79394 w 195108"/>
                <a:gd name="connsiteY7" fmla="*/ 97356 h 195108"/>
                <a:gd name="connsiteX8" fmla="*/ 97356 w 195108"/>
                <a:gd name="connsiteY8" fmla="*/ 115716 h 195108"/>
                <a:gd name="connsiteX9" fmla="*/ 115715 w 195108"/>
                <a:gd name="connsiteY9" fmla="*/ 97753 h 195108"/>
                <a:gd name="connsiteX10" fmla="*/ 115716 w 195108"/>
                <a:gd name="connsiteY10" fmla="*/ 97554 h 195108"/>
                <a:gd name="connsiteX11" fmla="*/ 97753 w 195108"/>
                <a:gd name="connsiteY11" fmla="*/ 7939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753" y="195109"/>
                  </a:moveTo>
                  <a:cubicBezTo>
                    <a:pt x="43875" y="195218"/>
                    <a:pt x="110" y="151631"/>
                    <a:pt x="0" y="97753"/>
                  </a:cubicBezTo>
                  <a:cubicBezTo>
                    <a:pt x="-109" y="43875"/>
                    <a:pt x="43478" y="109"/>
                    <a:pt x="97356" y="0"/>
                  </a:cubicBezTo>
                  <a:cubicBezTo>
                    <a:pt x="151234" y="-109"/>
                    <a:pt x="194999" y="43478"/>
                    <a:pt x="195109" y="97356"/>
                  </a:cubicBezTo>
                  <a:cubicBezTo>
                    <a:pt x="195109" y="97420"/>
                    <a:pt x="195109" y="97490"/>
                    <a:pt x="195109" y="97554"/>
                  </a:cubicBezTo>
                  <a:cubicBezTo>
                    <a:pt x="195054" y="151333"/>
                    <a:pt x="151530" y="194945"/>
                    <a:pt x="97753" y="195109"/>
                  </a:cubicBezTo>
                  <a:close/>
                  <a:moveTo>
                    <a:pt x="97753" y="79393"/>
                  </a:moveTo>
                  <a:cubicBezTo>
                    <a:pt x="87724" y="79284"/>
                    <a:pt x="79504" y="87328"/>
                    <a:pt x="79394" y="97356"/>
                  </a:cubicBezTo>
                  <a:cubicBezTo>
                    <a:pt x="79285" y="107384"/>
                    <a:pt x="87327" y="115602"/>
                    <a:pt x="97356" y="115716"/>
                  </a:cubicBezTo>
                  <a:cubicBezTo>
                    <a:pt x="107385" y="115825"/>
                    <a:pt x="115605" y="107781"/>
                    <a:pt x="115715" y="97753"/>
                  </a:cubicBezTo>
                  <a:cubicBezTo>
                    <a:pt x="115715" y="97688"/>
                    <a:pt x="115716" y="97619"/>
                    <a:pt x="115716" y="97554"/>
                  </a:cubicBezTo>
                  <a:cubicBezTo>
                    <a:pt x="115689" y="87611"/>
                    <a:pt x="107694" y="79527"/>
                    <a:pt x="9775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BA31444-ED69-771E-3F50-725C13064F84}"/>
                </a:ext>
              </a:extLst>
            </p:cNvPr>
            <p:cNvSpPr/>
            <p:nvPr/>
          </p:nvSpPr>
          <p:spPr>
            <a:xfrm>
              <a:off x="3449296" y="4218947"/>
              <a:ext cx="195108" cy="195108"/>
            </a:xfrm>
            <a:custGeom>
              <a:avLst/>
              <a:gdLst>
                <a:gd name="connsiteX0" fmla="*/ 97554 w 195108"/>
                <a:gd name="connsiteY0" fmla="*/ 195109 h 195108"/>
                <a:gd name="connsiteX1" fmla="*/ 0 w 195108"/>
                <a:gd name="connsiteY1" fmla="*/ 97554 h 195108"/>
                <a:gd name="connsiteX2" fmla="*/ 97554 w 195108"/>
                <a:gd name="connsiteY2" fmla="*/ 0 h 195108"/>
                <a:gd name="connsiteX3" fmla="*/ 195109 w 195108"/>
                <a:gd name="connsiteY3" fmla="*/ 97554 h 195108"/>
                <a:gd name="connsiteX4" fmla="*/ 97554 w 195108"/>
                <a:gd name="connsiteY4" fmla="*/ 195109 h 195108"/>
                <a:gd name="connsiteX5" fmla="*/ 97554 w 195108"/>
                <a:gd name="connsiteY5" fmla="*/ 79393 h 195108"/>
                <a:gd name="connsiteX6" fmla="*/ 79393 w 195108"/>
                <a:gd name="connsiteY6" fmla="*/ 97554 h 195108"/>
                <a:gd name="connsiteX7" fmla="*/ 97554 w 195108"/>
                <a:gd name="connsiteY7" fmla="*/ 115715 h 195108"/>
                <a:gd name="connsiteX8" fmla="*/ 115716 w 195108"/>
                <a:gd name="connsiteY8" fmla="*/ 97554 h 195108"/>
                <a:gd name="connsiteX9" fmla="*/ 97554 w 195108"/>
                <a:gd name="connsiteY9" fmla="*/ 793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108" h="195108">
                  <a:moveTo>
                    <a:pt x="97554" y="195109"/>
                  </a:moveTo>
                  <a:cubicBezTo>
                    <a:pt x="43676" y="195109"/>
                    <a:pt x="0" y="151432"/>
                    <a:pt x="0" y="97554"/>
                  </a:cubicBezTo>
                  <a:cubicBezTo>
                    <a:pt x="0" y="43676"/>
                    <a:pt x="43676" y="0"/>
                    <a:pt x="97554" y="0"/>
                  </a:cubicBezTo>
                  <a:cubicBezTo>
                    <a:pt x="151433" y="0"/>
                    <a:pt x="195109" y="43676"/>
                    <a:pt x="195109" y="97554"/>
                  </a:cubicBezTo>
                  <a:cubicBezTo>
                    <a:pt x="195054" y="151408"/>
                    <a:pt x="151408" y="195054"/>
                    <a:pt x="97554" y="195109"/>
                  </a:cubicBezTo>
                  <a:close/>
                  <a:moveTo>
                    <a:pt x="97554" y="79393"/>
                  </a:moveTo>
                  <a:cubicBezTo>
                    <a:pt x="87526" y="79393"/>
                    <a:pt x="79393" y="87526"/>
                    <a:pt x="79393" y="97554"/>
                  </a:cubicBezTo>
                  <a:cubicBezTo>
                    <a:pt x="79393" y="107583"/>
                    <a:pt x="87526" y="115715"/>
                    <a:pt x="97554" y="115715"/>
                  </a:cubicBezTo>
                  <a:cubicBezTo>
                    <a:pt x="107583" y="115715"/>
                    <a:pt x="115716" y="107583"/>
                    <a:pt x="115716" y="97554"/>
                  </a:cubicBezTo>
                  <a:cubicBezTo>
                    <a:pt x="115716" y="87516"/>
                    <a:pt x="107593" y="79373"/>
                    <a:pt x="97554" y="793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" name="Picture Placeholder 11">
              <a:extLst>
                <a:ext uri="{FF2B5EF4-FFF2-40B4-BE49-F238E27FC236}">
                  <a16:creationId xmlns:a16="http://schemas.microsoft.com/office/drawing/2014/main" id="{F03D6B08-4BFA-511F-DE38-F455A9D722C9}"/>
                </a:ext>
              </a:extLst>
            </p:cNvPr>
            <p:cNvGrpSpPr/>
            <p:nvPr/>
          </p:nvGrpSpPr>
          <p:grpSpPr>
            <a:xfrm>
              <a:off x="3000079" y="3845452"/>
              <a:ext cx="485588" cy="645068"/>
              <a:chOff x="3000079" y="3845452"/>
              <a:chExt cx="485588" cy="645068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805DB3CB-E8F8-7A0A-57EB-44F798C0A426}"/>
                  </a:ext>
                </a:extLst>
              </p:cNvPr>
              <p:cNvSpPr/>
              <p:nvPr/>
            </p:nvSpPr>
            <p:spPr>
              <a:xfrm>
                <a:off x="3000079" y="3845452"/>
                <a:ext cx="485588" cy="472289"/>
              </a:xfrm>
              <a:custGeom>
                <a:avLst/>
                <a:gdLst>
                  <a:gd name="connsiteX0" fmla="*/ 336131 w 485588"/>
                  <a:gd name="connsiteY0" fmla="*/ 472290 h 472289"/>
                  <a:gd name="connsiteX1" fmla="*/ 296438 w 485588"/>
                  <a:gd name="connsiteY1" fmla="*/ 432588 h 472289"/>
                  <a:gd name="connsiteX2" fmla="*/ 322188 w 485588"/>
                  <a:gd name="connsiteY2" fmla="*/ 395427 h 472289"/>
                  <a:gd name="connsiteX3" fmla="*/ 406195 w 485588"/>
                  <a:gd name="connsiteY3" fmla="*/ 237385 h 472289"/>
                  <a:gd name="connsiteX4" fmla="*/ 242794 w 485588"/>
                  <a:gd name="connsiteY4" fmla="*/ 79393 h 472289"/>
                  <a:gd name="connsiteX5" fmla="*/ 79393 w 485588"/>
                  <a:gd name="connsiteY5" fmla="*/ 237385 h 472289"/>
                  <a:gd name="connsiteX6" fmla="*/ 166378 w 485588"/>
                  <a:gd name="connsiteY6" fmla="*/ 394633 h 472289"/>
                  <a:gd name="connsiteX7" fmla="*/ 188775 w 485588"/>
                  <a:gd name="connsiteY7" fmla="*/ 446110 h 472289"/>
                  <a:gd name="connsiteX8" fmla="*/ 137449 w 485588"/>
                  <a:gd name="connsiteY8" fmla="*/ 468568 h 472289"/>
                  <a:gd name="connsiteX9" fmla="*/ 0 w 485588"/>
                  <a:gd name="connsiteY9" fmla="*/ 237385 h 472289"/>
                  <a:gd name="connsiteX10" fmla="*/ 242794 w 485588"/>
                  <a:gd name="connsiteY10" fmla="*/ 0 h 472289"/>
                  <a:gd name="connsiteX11" fmla="*/ 485589 w 485588"/>
                  <a:gd name="connsiteY11" fmla="*/ 237385 h 472289"/>
                  <a:gd name="connsiteX12" fmla="*/ 350074 w 485588"/>
                  <a:gd name="connsiteY12" fmla="*/ 469759 h 472289"/>
                  <a:gd name="connsiteX13" fmla="*/ 336131 w 485588"/>
                  <a:gd name="connsiteY13" fmla="*/ 472290 h 47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5588" h="472289">
                    <a:moveTo>
                      <a:pt x="336131" y="472290"/>
                    </a:moveTo>
                    <a:cubicBezTo>
                      <a:pt x="314208" y="472290"/>
                      <a:pt x="296436" y="454516"/>
                      <a:pt x="296438" y="432588"/>
                    </a:cubicBezTo>
                    <a:cubicBezTo>
                      <a:pt x="296439" y="416045"/>
                      <a:pt x="306701" y="401238"/>
                      <a:pt x="322188" y="395427"/>
                    </a:cubicBezTo>
                    <a:cubicBezTo>
                      <a:pt x="377912" y="374487"/>
                      <a:pt x="406195" y="321344"/>
                      <a:pt x="406195" y="237385"/>
                    </a:cubicBezTo>
                    <a:cubicBezTo>
                      <a:pt x="406195" y="145835"/>
                      <a:pt x="337471" y="79393"/>
                      <a:pt x="242794" y="79393"/>
                    </a:cubicBezTo>
                    <a:cubicBezTo>
                      <a:pt x="148118" y="79393"/>
                      <a:pt x="79393" y="145835"/>
                      <a:pt x="79393" y="237385"/>
                    </a:cubicBezTo>
                    <a:cubicBezTo>
                      <a:pt x="79393" y="293606"/>
                      <a:pt x="94279" y="366399"/>
                      <a:pt x="166378" y="394633"/>
                    </a:cubicBezTo>
                    <a:cubicBezTo>
                      <a:pt x="186778" y="402662"/>
                      <a:pt x="196806" y="425711"/>
                      <a:pt x="188775" y="446110"/>
                    </a:cubicBezTo>
                    <a:cubicBezTo>
                      <a:pt x="180767" y="466454"/>
                      <a:pt x="157823" y="476493"/>
                      <a:pt x="137449" y="468568"/>
                    </a:cubicBezTo>
                    <a:cubicBezTo>
                      <a:pt x="48827" y="433834"/>
                      <a:pt x="0" y="351811"/>
                      <a:pt x="0" y="237385"/>
                    </a:cubicBezTo>
                    <a:cubicBezTo>
                      <a:pt x="0" y="102020"/>
                      <a:pt x="104204" y="0"/>
                      <a:pt x="242794" y="0"/>
                    </a:cubicBezTo>
                    <a:cubicBezTo>
                      <a:pt x="381385" y="0"/>
                      <a:pt x="485589" y="102169"/>
                      <a:pt x="485589" y="237385"/>
                    </a:cubicBezTo>
                    <a:cubicBezTo>
                      <a:pt x="485589" y="387438"/>
                      <a:pt x="411902" y="446586"/>
                      <a:pt x="350074" y="469759"/>
                    </a:cubicBezTo>
                    <a:cubicBezTo>
                      <a:pt x="345613" y="471431"/>
                      <a:pt x="340895" y="472290"/>
                      <a:pt x="336131" y="472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BE667F61-4D11-9545-D5D0-3B06AC5DB2AB}"/>
                  </a:ext>
                </a:extLst>
              </p:cNvPr>
              <p:cNvSpPr/>
              <p:nvPr/>
            </p:nvSpPr>
            <p:spPr>
              <a:xfrm>
                <a:off x="3129887" y="4316402"/>
                <a:ext cx="226320" cy="79393"/>
              </a:xfrm>
              <a:custGeom>
                <a:avLst/>
                <a:gdLst>
                  <a:gd name="connsiteX0" fmla="*/ 186624 w 226320"/>
                  <a:gd name="connsiteY0" fmla="*/ 79393 h 79393"/>
                  <a:gd name="connsiteX1" fmla="*/ 39697 w 226320"/>
                  <a:gd name="connsiteY1" fmla="*/ 79393 h 79393"/>
                  <a:gd name="connsiteX2" fmla="*/ 0 w 226320"/>
                  <a:gd name="connsiteY2" fmla="*/ 39697 h 79393"/>
                  <a:gd name="connsiteX3" fmla="*/ 39697 w 226320"/>
                  <a:gd name="connsiteY3" fmla="*/ 0 h 79393"/>
                  <a:gd name="connsiteX4" fmla="*/ 186624 w 226320"/>
                  <a:gd name="connsiteY4" fmla="*/ 0 h 79393"/>
                  <a:gd name="connsiteX5" fmla="*/ 226320 w 226320"/>
                  <a:gd name="connsiteY5" fmla="*/ 39697 h 79393"/>
                  <a:gd name="connsiteX6" fmla="*/ 186624 w 226320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320" h="79393">
                    <a:moveTo>
                      <a:pt x="186624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6624" y="0"/>
                    </a:lnTo>
                    <a:cubicBezTo>
                      <a:pt x="208546" y="0"/>
                      <a:pt x="226320" y="17774"/>
                      <a:pt x="226320" y="39697"/>
                    </a:cubicBezTo>
                    <a:cubicBezTo>
                      <a:pt x="226320" y="61619"/>
                      <a:pt x="208546" y="79393"/>
                      <a:pt x="186624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353A3148-E68C-549C-1EB6-322354CE3AB6}"/>
                  </a:ext>
                </a:extLst>
              </p:cNvPr>
              <p:cNvSpPr/>
              <p:nvPr/>
            </p:nvSpPr>
            <p:spPr>
              <a:xfrm>
                <a:off x="3129887" y="4411128"/>
                <a:ext cx="222549" cy="79393"/>
              </a:xfrm>
              <a:custGeom>
                <a:avLst/>
                <a:gdLst>
                  <a:gd name="connsiteX0" fmla="*/ 182852 w 222549"/>
                  <a:gd name="connsiteY0" fmla="*/ 79393 h 79393"/>
                  <a:gd name="connsiteX1" fmla="*/ 39697 w 222549"/>
                  <a:gd name="connsiteY1" fmla="*/ 79393 h 79393"/>
                  <a:gd name="connsiteX2" fmla="*/ 0 w 222549"/>
                  <a:gd name="connsiteY2" fmla="*/ 39697 h 79393"/>
                  <a:gd name="connsiteX3" fmla="*/ 39697 w 222549"/>
                  <a:gd name="connsiteY3" fmla="*/ 0 h 79393"/>
                  <a:gd name="connsiteX4" fmla="*/ 182852 w 222549"/>
                  <a:gd name="connsiteY4" fmla="*/ 0 h 79393"/>
                  <a:gd name="connsiteX5" fmla="*/ 222549 w 222549"/>
                  <a:gd name="connsiteY5" fmla="*/ 39697 h 79393"/>
                  <a:gd name="connsiteX6" fmla="*/ 182852 w 222549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49" h="79393">
                    <a:moveTo>
                      <a:pt x="182852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4"/>
                      <a:pt x="17773" y="0"/>
                      <a:pt x="39697" y="0"/>
                    </a:cubicBezTo>
                    <a:lnTo>
                      <a:pt x="182852" y="0"/>
                    </a:lnTo>
                    <a:cubicBezTo>
                      <a:pt x="204775" y="0"/>
                      <a:pt x="222549" y="17774"/>
                      <a:pt x="222549" y="39697"/>
                    </a:cubicBezTo>
                    <a:cubicBezTo>
                      <a:pt x="222549" y="61619"/>
                      <a:pt x="204775" y="79393"/>
                      <a:pt x="182852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1ECED148-735A-143D-EFE0-80704BD87A44}"/>
                  </a:ext>
                </a:extLst>
              </p:cNvPr>
              <p:cNvSpPr/>
              <p:nvPr/>
            </p:nvSpPr>
            <p:spPr>
              <a:xfrm>
                <a:off x="3113810" y="4239390"/>
                <a:ext cx="258474" cy="251130"/>
              </a:xfrm>
              <a:custGeom>
                <a:avLst/>
                <a:gdLst>
                  <a:gd name="connsiteX0" fmla="*/ 218778 w 258474"/>
                  <a:gd name="connsiteY0" fmla="*/ 251130 h 251130"/>
                  <a:gd name="connsiteX1" fmla="*/ 39697 w 258474"/>
                  <a:gd name="connsiteY1" fmla="*/ 251130 h 251130"/>
                  <a:gd name="connsiteX2" fmla="*/ 0 w 258474"/>
                  <a:gd name="connsiteY2" fmla="*/ 211434 h 251130"/>
                  <a:gd name="connsiteX3" fmla="*/ 0 w 258474"/>
                  <a:gd name="connsiteY3" fmla="*/ 39697 h 251130"/>
                  <a:gd name="connsiteX4" fmla="*/ 39697 w 258474"/>
                  <a:gd name="connsiteY4" fmla="*/ 0 h 251130"/>
                  <a:gd name="connsiteX5" fmla="*/ 79393 w 258474"/>
                  <a:gd name="connsiteY5" fmla="*/ 39697 h 251130"/>
                  <a:gd name="connsiteX6" fmla="*/ 79393 w 258474"/>
                  <a:gd name="connsiteY6" fmla="*/ 171737 h 251130"/>
                  <a:gd name="connsiteX7" fmla="*/ 179081 w 258474"/>
                  <a:gd name="connsiteY7" fmla="*/ 171737 h 251130"/>
                  <a:gd name="connsiteX8" fmla="*/ 179081 w 258474"/>
                  <a:gd name="connsiteY8" fmla="*/ 42277 h 251130"/>
                  <a:gd name="connsiteX9" fmla="*/ 218778 w 258474"/>
                  <a:gd name="connsiteY9" fmla="*/ 2580 h 251130"/>
                  <a:gd name="connsiteX10" fmla="*/ 258474 w 258474"/>
                  <a:gd name="connsiteY10" fmla="*/ 42277 h 251130"/>
                  <a:gd name="connsiteX11" fmla="*/ 258474 w 258474"/>
                  <a:gd name="connsiteY11" fmla="*/ 211434 h 251130"/>
                  <a:gd name="connsiteX12" fmla="*/ 218778 w 258474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474" h="251130">
                    <a:moveTo>
                      <a:pt x="218778" y="251130"/>
                    </a:moveTo>
                    <a:lnTo>
                      <a:pt x="39697" y="251130"/>
                    </a:lnTo>
                    <a:cubicBezTo>
                      <a:pt x="17773" y="251130"/>
                      <a:pt x="0" y="233356"/>
                      <a:pt x="0" y="211434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cubicBezTo>
                      <a:pt x="61621" y="0"/>
                      <a:pt x="79393" y="17774"/>
                      <a:pt x="79393" y="39697"/>
                    </a:cubicBezTo>
                    <a:lnTo>
                      <a:pt x="79393" y="171737"/>
                    </a:lnTo>
                    <a:lnTo>
                      <a:pt x="179081" y="171737"/>
                    </a:lnTo>
                    <a:lnTo>
                      <a:pt x="179081" y="42277"/>
                    </a:lnTo>
                    <a:cubicBezTo>
                      <a:pt x="179081" y="20354"/>
                      <a:pt x="196855" y="2580"/>
                      <a:pt x="218778" y="2580"/>
                    </a:cubicBezTo>
                    <a:cubicBezTo>
                      <a:pt x="240700" y="2580"/>
                      <a:pt x="258474" y="20354"/>
                      <a:pt x="258474" y="42277"/>
                    </a:cubicBezTo>
                    <a:lnTo>
                      <a:pt x="258474" y="211434"/>
                    </a:lnTo>
                    <a:cubicBezTo>
                      <a:pt x="258474" y="233356"/>
                      <a:pt x="240700" y="251130"/>
                      <a:pt x="218778" y="251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1FF617F-F24A-48B2-F6BE-D1AE37F236C1}"/>
              </a:ext>
            </a:extLst>
          </p:cNvPr>
          <p:cNvGrpSpPr/>
          <p:nvPr/>
        </p:nvGrpSpPr>
        <p:grpSpPr>
          <a:xfrm>
            <a:off x="4153442" y="3645183"/>
            <a:ext cx="735081" cy="833379"/>
            <a:chOff x="4153442" y="3645183"/>
            <a:chExt cx="735081" cy="833379"/>
          </a:xfrm>
        </p:grpSpPr>
        <p:grpSp>
          <p:nvGrpSpPr>
            <p:cNvPr id="52" name="Picture Placeholder 30">
              <a:extLst>
                <a:ext uri="{FF2B5EF4-FFF2-40B4-BE49-F238E27FC236}">
                  <a16:creationId xmlns:a16="http://schemas.microsoft.com/office/drawing/2014/main" id="{5B6ABAC0-7291-9853-E9BE-725CAB13B5B0}"/>
                </a:ext>
              </a:extLst>
            </p:cNvPr>
            <p:cNvGrpSpPr/>
            <p:nvPr/>
          </p:nvGrpSpPr>
          <p:grpSpPr>
            <a:xfrm>
              <a:off x="4153442" y="3645183"/>
              <a:ext cx="466563" cy="832734"/>
              <a:chOff x="4153442" y="3645183"/>
              <a:chExt cx="466563" cy="832734"/>
            </a:xfrm>
          </p:grpSpPr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F2C61574-6241-FBEE-A8D9-2024B3C5EFBB}"/>
                  </a:ext>
                </a:extLst>
              </p:cNvPr>
              <p:cNvSpPr/>
              <p:nvPr/>
            </p:nvSpPr>
            <p:spPr>
              <a:xfrm>
                <a:off x="4153442" y="4018628"/>
                <a:ext cx="153824" cy="79393"/>
              </a:xfrm>
              <a:custGeom>
                <a:avLst/>
                <a:gdLst>
                  <a:gd name="connsiteX0" fmla="*/ 114128 w 153824"/>
                  <a:gd name="connsiteY0" fmla="*/ 79393 h 79393"/>
                  <a:gd name="connsiteX1" fmla="*/ 39697 w 153824"/>
                  <a:gd name="connsiteY1" fmla="*/ 79393 h 79393"/>
                  <a:gd name="connsiteX2" fmla="*/ 0 w 153824"/>
                  <a:gd name="connsiteY2" fmla="*/ 39697 h 79393"/>
                  <a:gd name="connsiteX3" fmla="*/ 39697 w 153824"/>
                  <a:gd name="connsiteY3" fmla="*/ 0 h 79393"/>
                  <a:gd name="connsiteX4" fmla="*/ 114128 w 153824"/>
                  <a:gd name="connsiteY4" fmla="*/ 0 h 79393"/>
                  <a:gd name="connsiteX5" fmla="*/ 153824 w 153824"/>
                  <a:gd name="connsiteY5" fmla="*/ 39697 h 79393"/>
                  <a:gd name="connsiteX6" fmla="*/ 114128 w 15382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824" h="79393">
                    <a:moveTo>
                      <a:pt x="114128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14128" y="0"/>
                    </a:lnTo>
                    <a:cubicBezTo>
                      <a:pt x="136052" y="0"/>
                      <a:pt x="153824" y="17773"/>
                      <a:pt x="153824" y="39697"/>
                    </a:cubicBezTo>
                    <a:cubicBezTo>
                      <a:pt x="153824" y="61620"/>
                      <a:pt x="136052" y="79393"/>
                      <a:pt x="114128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6" name="Picture Placeholder 30">
                <a:extLst>
                  <a:ext uri="{FF2B5EF4-FFF2-40B4-BE49-F238E27FC236}">
                    <a16:creationId xmlns:a16="http://schemas.microsoft.com/office/drawing/2014/main" id="{08EC4FE9-9CE8-A663-4BE4-05B24B17126F}"/>
                  </a:ext>
                </a:extLst>
              </p:cNvPr>
              <p:cNvGrpSpPr/>
              <p:nvPr/>
            </p:nvGrpSpPr>
            <p:grpSpPr>
              <a:xfrm>
                <a:off x="4325626" y="3832848"/>
                <a:ext cx="294379" cy="645068"/>
                <a:chOff x="4325626" y="3832848"/>
                <a:chExt cx="294379" cy="645068"/>
              </a:xfrm>
            </p:grpSpPr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86C6966A-8216-C49D-24E6-6A97760D49DA}"/>
                    </a:ext>
                  </a:extLst>
                </p:cNvPr>
                <p:cNvSpPr/>
                <p:nvPr/>
              </p:nvSpPr>
              <p:spPr>
                <a:xfrm>
                  <a:off x="4325626" y="3832848"/>
                  <a:ext cx="294379" cy="471446"/>
                </a:xfrm>
                <a:custGeom>
                  <a:avLst/>
                  <a:gdLst>
                    <a:gd name="connsiteX0" fmla="*/ 151839 w 294379"/>
                    <a:gd name="connsiteY0" fmla="*/ 471297 h 471446"/>
                    <a:gd name="connsiteX1" fmla="*/ 137400 w 294379"/>
                    <a:gd name="connsiteY1" fmla="*/ 468568 h 471446"/>
                    <a:gd name="connsiteX2" fmla="*/ 0 w 294379"/>
                    <a:gd name="connsiteY2" fmla="*/ 237385 h 471446"/>
                    <a:gd name="connsiteX3" fmla="*/ 242794 w 294379"/>
                    <a:gd name="connsiteY3" fmla="*/ 0 h 471446"/>
                    <a:gd name="connsiteX4" fmla="*/ 257085 w 294379"/>
                    <a:gd name="connsiteY4" fmla="*/ 397 h 471446"/>
                    <a:gd name="connsiteX5" fmla="*/ 294301 w 294379"/>
                    <a:gd name="connsiteY5" fmla="*/ 42575 h 471446"/>
                    <a:gd name="connsiteX6" fmla="*/ 252123 w 294379"/>
                    <a:gd name="connsiteY6" fmla="*/ 79790 h 471446"/>
                    <a:gd name="connsiteX7" fmla="*/ 242844 w 294379"/>
                    <a:gd name="connsiteY7" fmla="*/ 79542 h 471446"/>
                    <a:gd name="connsiteX8" fmla="*/ 79443 w 294379"/>
                    <a:gd name="connsiteY8" fmla="*/ 237534 h 471446"/>
                    <a:gd name="connsiteX9" fmla="*/ 166378 w 294379"/>
                    <a:gd name="connsiteY9" fmla="*/ 394782 h 471446"/>
                    <a:gd name="connsiteX10" fmla="*/ 188881 w 294379"/>
                    <a:gd name="connsiteY10" fmla="*/ 446214 h 471446"/>
                    <a:gd name="connsiteX11" fmla="*/ 151939 w 294379"/>
                    <a:gd name="connsiteY11" fmla="*/ 471446 h 47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4379" h="471446">
                      <a:moveTo>
                        <a:pt x="151839" y="471297"/>
                      </a:moveTo>
                      <a:cubicBezTo>
                        <a:pt x="146900" y="471282"/>
                        <a:pt x="142005" y="470355"/>
                        <a:pt x="137400" y="468568"/>
                      </a:cubicBezTo>
                      <a:cubicBezTo>
                        <a:pt x="48777" y="433834"/>
                        <a:pt x="0" y="351811"/>
                        <a:pt x="0" y="237385"/>
                      </a:cubicBezTo>
                      <a:cubicBezTo>
                        <a:pt x="0" y="102070"/>
                        <a:pt x="104204" y="0"/>
                        <a:pt x="242794" y="0"/>
                      </a:cubicBezTo>
                      <a:cubicBezTo>
                        <a:pt x="247756" y="0"/>
                        <a:pt x="252718" y="0"/>
                        <a:pt x="257085" y="397"/>
                      </a:cubicBezTo>
                      <a:cubicBezTo>
                        <a:pt x="279009" y="1767"/>
                        <a:pt x="295671" y="20651"/>
                        <a:pt x="294301" y="42575"/>
                      </a:cubicBezTo>
                      <a:cubicBezTo>
                        <a:pt x="292931" y="64498"/>
                        <a:pt x="274047" y="81160"/>
                        <a:pt x="252123" y="79790"/>
                      </a:cubicBezTo>
                      <a:cubicBezTo>
                        <a:pt x="249295" y="79790"/>
                        <a:pt x="246268" y="79542"/>
                        <a:pt x="242844" y="79542"/>
                      </a:cubicBezTo>
                      <a:cubicBezTo>
                        <a:pt x="148168" y="79542"/>
                        <a:pt x="79443" y="145984"/>
                        <a:pt x="79443" y="237534"/>
                      </a:cubicBezTo>
                      <a:cubicBezTo>
                        <a:pt x="79443" y="293754"/>
                        <a:pt x="94329" y="366548"/>
                        <a:pt x="166378" y="394782"/>
                      </a:cubicBezTo>
                      <a:cubicBezTo>
                        <a:pt x="186795" y="402771"/>
                        <a:pt x="196870" y="425800"/>
                        <a:pt x="188881" y="446214"/>
                      </a:cubicBezTo>
                      <a:cubicBezTo>
                        <a:pt x="182930" y="461423"/>
                        <a:pt x="168271" y="471436"/>
                        <a:pt x="151939" y="471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416191F2-62F0-7F9C-FE30-44BE0F59E9D1}"/>
                    </a:ext>
                  </a:extLst>
                </p:cNvPr>
                <p:cNvSpPr/>
                <p:nvPr/>
              </p:nvSpPr>
              <p:spPr>
                <a:xfrm>
                  <a:off x="4455384" y="4303798"/>
                  <a:ext cx="164492" cy="79393"/>
                </a:xfrm>
                <a:custGeom>
                  <a:avLst/>
                  <a:gdLst>
                    <a:gd name="connsiteX0" fmla="*/ 124796 w 164492"/>
                    <a:gd name="connsiteY0" fmla="*/ 79393 h 79393"/>
                    <a:gd name="connsiteX1" fmla="*/ 39697 w 164492"/>
                    <a:gd name="connsiteY1" fmla="*/ 79393 h 79393"/>
                    <a:gd name="connsiteX2" fmla="*/ 0 w 164492"/>
                    <a:gd name="connsiteY2" fmla="*/ 39697 h 79393"/>
                    <a:gd name="connsiteX3" fmla="*/ 39697 w 164492"/>
                    <a:gd name="connsiteY3" fmla="*/ 0 h 79393"/>
                    <a:gd name="connsiteX4" fmla="*/ 124796 w 164492"/>
                    <a:gd name="connsiteY4" fmla="*/ 0 h 79393"/>
                    <a:gd name="connsiteX5" fmla="*/ 164493 w 164492"/>
                    <a:gd name="connsiteY5" fmla="*/ 39697 h 79393"/>
                    <a:gd name="connsiteX6" fmla="*/ 124796 w 164492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492" h="79393">
                      <a:moveTo>
                        <a:pt x="124796" y="79393"/>
                      </a:moveTo>
                      <a:lnTo>
                        <a:pt x="39697" y="79393"/>
                      </a:lnTo>
                      <a:cubicBezTo>
                        <a:pt x="17773" y="79393"/>
                        <a:pt x="0" y="61619"/>
                        <a:pt x="0" y="39697"/>
                      </a:cubicBezTo>
                      <a:cubicBezTo>
                        <a:pt x="0" y="17774"/>
                        <a:pt x="17773" y="0"/>
                        <a:pt x="39697" y="0"/>
                      </a:cubicBezTo>
                      <a:lnTo>
                        <a:pt x="124796" y="0"/>
                      </a:lnTo>
                      <a:cubicBezTo>
                        <a:pt x="146720" y="0"/>
                        <a:pt x="164493" y="17774"/>
                        <a:pt x="164493" y="39697"/>
                      </a:cubicBezTo>
                      <a:cubicBezTo>
                        <a:pt x="164493" y="61619"/>
                        <a:pt x="146720" y="79393"/>
                        <a:pt x="124796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EA87C3FC-49BA-1563-D1D5-94E68E3C7E6E}"/>
                    </a:ext>
                  </a:extLst>
                </p:cNvPr>
                <p:cNvSpPr/>
                <p:nvPr/>
              </p:nvSpPr>
              <p:spPr>
                <a:xfrm>
                  <a:off x="4455384" y="4398524"/>
                  <a:ext cx="164492" cy="79393"/>
                </a:xfrm>
                <a:custGeom>
                  <a:avLst/>
                  <a:gdLst>
                    <a:gd name="connsiteX0" fmla="*/ 124796 w 164492"/>
                    <a:gd name="connsiteY0" fmla="*/ 79393 h 79393"/>
                    <a:gd name="connsiteX1" fmla="*/ 39697 w 164492"/>
                    <a:gd name="connsiteY1" fmla="*/ 79393 h 79393"/>
                    <a:gd name="connsiteX2" fmla="*/ 0 w 164492"/>
                    <a:gd name="connsiteY2" fmla="*/ 39697 h 79393"/>
                    <a:gd name="connsiteX3" fmla="*/ 39697 w 164492"/>
                    <a:gd name="connsiteY3" fmla="*/ 0 h 79393"/>
                    <a:gd name="connsiteX4" fmla="*/ 124796 w 164492"/>
                    <a:gd name="connsiteY4" fmla="*/ 0 h 79393"/>
                    <a:gd name="connsiteX5" fmla="*/ 164493 w 164492"/>
                    <a:gd name="connsiteY5" fmla="*/ 39697 h 79393"/>
                    <a:gd name="connsiteX6" fmla="*/ 124796 w 164492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492" h="79393">
                      <a:moveTo>
                        <a:pt x="124796" y="79393"/>
                      </a:moveTo>
                      <a:lnTo>
                        <a:pt x="39697" y="79393"/>
                      </a:lnTo>
                      <a:cubicBezTo>
                        <a:pt x="17773" y="79393"/>
                        <a:pt x="0" y="61619"/>
                        <a:pt x="0" y="39697"/>
                      </a:cubicBezTo>
                      <a:cubicBezTo>
                        <a:pt x="0" y="17774"/>
                        <a:pt x="17773" y="0"/>
                        <a:pt x="39697" y="0"/>
                      </a:cubicBezTo>
                      <a:lnTo>
                        <a:pt x="124796" y="0"/>
                      </a:lnTo>
                      <a:cubicBezTo>
                        <a:pt x="146720" y="0"/>
                        <a:pt x="164493" y="17774"/>
                        <a:pt x="164493" y="39697"/>
                      </a:cubicBezTo>
                      <a:cubicBezTo>
                        <a:pt x="164493" y="61619"/>
                        <a:pt x="146720" y="79393"/>
                        <a:pt x="124796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3976CEB2-5832-1D80-3251-4718A30DF093}"/>
                    </a:ext>
                  </a:extLst>
                </p:cNvPr>
                <p:cNvSpPr/>
                <p:nvPr/>
              </p:nvSpPr>
              <p:spPr>
                <a:xfrm>
                  <a:off x="4439307" y="4226787"/>
                  <a:ext cx="180569" cy="251130"/>
                </a:xfrm>
                <a:custGeom>
                  <a:avLst/>
                  <a:gdLst>
                    <a:gd name="connsiteX0" fmla="*/ 140873 w 180569"/>
                    <a:gd name="connsiteY0" fmla="*/ 251130 h 251130"/>
                    <a:gd name="connsiteX1" fmla="*/ 39697 w 180569"/>
                    <a:gd name="connsiteY1" fmla="*/ 251130 h 251130"/>
                    <a:gd name="connsiteX2" fmla="*/ 0 w 180569"/>
                    <a:gd name="connsiteY2" fmla="*/ 211434 h 251130"/>
                    <a:gd name="connsiteX3" fmla="*/ 0 w 180569"/>
                    <a:gd name="connsiteY3" fmla="*/ 39697 h 251130"/>
                    <a:gd name="connsiteX4" fmla="*/ 39697 w 180569"/>
                    <a:gd name="connsiteY4" fmla="*/ 0 h 251130"/>
                    <a:gd name="connsiteX5" fmla="*/ 79393 w 180569"/>
                    <a:gd name="connsiteY5" fmla="*/ 39697 h 251130"/>
                    <a:gd name="connsiteX6" fmla="*/ 79393 w 180569"/>
                    <a:gd name="connsiteY6" fmla="*/ 171737 h 251130"/>
                    <a:gd name="connsiteX7" fmla="*/ 140873 w 180569"/>
                    <a:gd name="connsiteY7" fmla="*/ 171737 h 251130"/>
                    <a:gd name="connsiteX8" fmla="*/ 180570 w 180569"/>
                    <a:gd name="connsiteY8" fmla="*/ 211434 h 251130"/>
                    <a:gd name="connsiteX9" fmla="*/ 140873 w 180569"/>
                    <a:gd name="connsiteY9" fmla="*/ 251130 h 251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0569" h="251130">
                      <a:moveTo>
                        <a:pt x="140873" y="251130"/>
                      </a:moveTo>
                      <a:lnTo>
                        <a:pt x="39697" y="251130"/>
                      </a:lnTo>
                      <a:cubicBezTo>
                        <a:pt x="17773" y="251130"/>
                        <a:pt x="0" y="233356"/>
                        <a:pt x="0" y="211434"/>
                      </a:cubicBezTo>
                      <a:lnTo>
                        <a:pt x="0" y="39697"/>
                      </a:lnTo>
                      <a:cubicBezTo>
                        <a:pt x="0" y="17774"/>
                        <a:pt x="17773" y="0"/>
                        <a:pt x="39697" y="0"/>
                      </a:cubicBezTo>
                      <a:cubicBezTo>
                        <a:pt x="61621" y="0"/>
                        <a:pt x="79393" y="17774"/>
                        <a:pt x="79393" y="39697"/>
                      </a:cubicBezTo>
                      <a:lnTo>
                        <a:pt x="79393" y="171737"/>
                      </a:lnTo>
                      <a:lnTo>
                        <a:pt x="140873" y="171737"/>
                      </a:lnTo>
                      <a:cubicBezTo>
                        <a:pt x="162797" y="171737"/>
                        <a:pt x="180570" y="189511"/>
                        <a:pt x="180570" y="211434"/>
                      </a:cubicBezTo>
                      <a:cubicBezTo>
                        <a:pt x="180570" y="233356"/>
                        <a:pt x="162797" y="251130"/>
                        <a:pt x="140873" y="251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F8E26A06-267C-119A-79F7-090995B6D4C3}"/>
                  </a:ext>
                </a:extLst>
              </p:cNvPr>
              <p:cNvSpPr/>
              <p:nvPr/>
            </p:nvSpPr>
            <p:spPr>
              <a:xfrm>
                <a:off x="4248759" y="3740375"/>
                <a:ext cx="142696" cy="142738"/>
              </a:xfrm>
              <a:custGeom>
                <a:avLst/>
                <a:gdLst>
                  <a:gd name="connsiteX0" fmla="*/ 102868 w 142696"/>
                  <a:gd name="connsiteY0" fmla="*/ 142738 h 142738"/>
                  <a:gd name="connsiteX1" fmla="*/ 74783 w 142696"/>
                  <a:gd name="connsiteY1" fmla="*/ 131127 h 142738"/>
                  <a:gd name="connsiteX2" fmla="*/ 11616 w 142696"/>
                  <a:gd name="connsiteY2" fmla="*/ 67762 h 142738"/>
                  <a:gd name="connsiteX3" fmla="*/ 11641 w 142696"/>
                  <a:gd name="connsiteY3" fmla="*/ 11616 h 142738"/>
                  <a:gd name="connsiteX4" fmla="*/ 67786 w 142696"/>
                  <a:gd name="connsiteY4" fmla="*/ 11641 h 142738"/>
                  <a:gd name="connsiteX5" fmla="*/ 130904 w 142696"/>
                  <a:gd name="connsiteY5" fmla="*/ 74808 h 142738"/>
                  <a:gd name="connsiteX6" fmla="*/ 131235 w 142696"/>
                  <a:gd name="connsiteY6" fmla="*/ 130946 h 142738"/>
                  <a:gd name="connsiteX7" fmla="*/ 102868 w 142696"/>
                  <a:gd name="connsiteY7" fmla="*/ 142738 h 142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696" h="142738">
                    <a:moveTo>
                      <a:pt x="102868" y="142738"/>
                    </a:moveTo>
                    <a:cubicBezTo>
                      <a:pt x="92337" y="142747"/>
                      <a:pt x="82234" y="138570"/>
                      <a:pt x="74783" y="131127"/>
                    </a:cubicBezTo>
                    <a:lnTo>
                      <a:pt x="11616" y="67762"/>
                    </a:lnTo>
                    <a:cubicBezTo>
                      <a:pt x="-3882" y="52251"/>
                      <a:pt x="-3870" y="27113"/>
                      <a:pt x="11641" y="11616"/>
                    </a:cubicBezTo>
                    <a:cubicBezTo>
                      <a:pt x="27152" y="-3882"/>
                      <a:pt x="52289" y="-3870"/>
                      <a:pt x="67786" y="11641"/>
                    </a:cubicBezTo>
                    <a:lnTo>
                      <a:pt x="130904" y="74808"/>
                    </a:lnTo>
                    <a:cubicBezTo>
                      <a:pt x="146497" y="90219"/>
                      <a:pt x="146645" y="115353"/>
                      <a:pt x="131235" y="130946"/>
                    </a:cubicBezTo>
                    <a:cubicBezTo>
                      <a:pt x="123745" y="138525"/>
                      <a:pt x="113523" y="142774"/>
                      <a:pt x="102868" y="14273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7FA39690-3044-A1F5-4EC0-2B76BD8FF849}"/>
                  </a:ext>
                </a:extLst>
              </p:cNvPr>
              <p:cNvSpPr/>
              <p:nvPr/>
            </p:nvSpPr>
            <p:spPr>
              <a:xfrm>
                <a:off x="4529468" y="3645183"/>
                <a:ext cx="79393" cy="168710"/>
              </a:xfrm>
              <a:custGeom>
                <a:avLst/>
                <a:gdLst>
                  <a:gd name="connsiteX0" fmla="*/ 39697 w 79393"/>
                  <a:gd name="connsiteY0" fmla="*/ 168710 h 168710"/>
                  <a:gd name="connsiteX1" fmla="*/ 0 w 79393"/>
                  <a:gd name="connsiteY1" fmla="*/ 129014 h 168710"/>
                  <a:gd name="connsiteX2" fmla="*/ 0 w 79393"/>
                  <a:gd name="connsiteY2" fmla="*/ 39697 h 168710"/>
                  <a:gd name="connsiteX3" fmla="*/ 39697 w 79393"/>
                  <a:gd name="connsiteY3" fmla="*/ 0 h 168710"/>
                  <a:gd name="connsiteX4" fmla="*/ 79393 w 79393"/>
                  <a:gd name="connsiteY4" fmla="*/ 39697 h 168710"/>
                  <a:gd name="connsiteX5" fmla="*/ 79393 w 79393"/>
                  <a:gd name="connsiteY5" fmla="*/ 129014 h 168710"/>
                  <a:gd name="connsiteX6" fmla="*/ 39697 w 79393"/>
                  <a:gd name="connsiteY6" fmla="*/ 168710 h 16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68710">
                    <a:moveTo>
                      <a:pt x="39697" y="168710"/>
                    </a:moveTo>
                    <a:cubicBezTo>
                      <a:pt x="17773" y="168710"/>
                      <a:pt x="0" y="150938"/>
                      <a:pt x="0" y="1290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29014"/>
                    </a:lnTo>
                    <a:cubicBezTo>
                      <a:pt x="79393" y="150938"/>
                      <a:pt x="61621" y="168710"/>
                      <a:pt x="39697" y="16871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19CA1A42-4A7F-7C36-0730-3AA374872889}"/>
                </a:ext>
              </a:extLst>
            </p:cNvPr>
            <p:cNvGrpSpPr/>
            <p:nvPr/>
          </p:nvGrpSpPr>
          <p:grpSpPr>
            <a:xfrm>
              <a:off x="4675105" y="3833158"/>
              <a:ext cx="213418" cy="645404"/>
              <a:chOff x="4675105" y="3833158"/>
              <a:chExt cx="213418" cy="645404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929E549A-9DA8-EC27-5C92-EC6F2B21877E}"/>
                  </a:ext>
                </a:extLst>
              </p:cNvPr>
              <p:cNvSpPr/>
              <p:nvPr/>
            </p:nvSpPr>
            <p:spPr>
              <a:xfrm>
                <a:off x="4675154" y="4399133"/>
                <a:ext cx="79343" cy="79429"/>
              </a:xfrm>
              <a:custGeom>
                <a:avLst/>
                <a:gdLst>
                  <a:gd name="connsiteX0" fmla="*/ 39647 w 79343"/>
                  <a:gd name="connsiteY0" fmla="*/ 79429 h 79429"/>
                  <a:gd name="connsiteX1" fmla="*/ 31906 w 79343"/>
                  <a:gd name="connsiteY1" fmla="*/ 78635 h 79429"/>
                  <a:gd name="connsiteX2" fmla="*/ 24513 w 79343"/>
                  <a:gd name="connsiteY2" fmla="*/ 76353 h 79429"/>
                  <a:gd name="connsiteX3" fmla="*/ 17665 w 79343"/>
                  <a:gd name="connsiteY3" fmla="*/ 72731 h 79429"/>
                  <a:gd name="connsiteX4" fmla="*/ 6649 w 79343"/>
                  <a:gd name="connsiteY4" fmla="*/ 61764 h 79429"/>
                  <a:gd name="connsiteX5" fmla="*/ 3027 w 79343"/>
                  <a:gd name="connsiteY5" fmla="*/ 54917 h 79429"/>
                  <a:gd name="connsiteX6" fmla="*/ 744 w 79343"/>
                  <a:gd name="connsiteY6" fmla="*/ 47474 h 79429"/>
                  <a:gd name="connsiteX7" fmla="*/ 744 w 79343"/>
                  <a:gd name="connsiteY7" fmla="*/ 31992 h 79429"/>
                  <a:gd name="connsiteX8" fmla="*/ 3027 w 79343"/>
                  <a:gd name="connsiteY8" fmla="*/ 24549 h 79429"/>
                  <a:gd name="connsiteX9" fmla="*/ 6649 w 79343"/>
                  <a:gd name="connsiteY9" fmla="*/ 17701 h 79429"/>
                  <a:gd name="connsiteX10" fmla="*/ 11611 w 79343"/>
                  <a:gd name="connsiteY10" fmla="*/ 11648 h 79429"/>
                  <a:gd name="connsiteX11" fmla="*/ 17665 w 79343"/>
                  <a:gd name="connsiteY11" fmla="*/ 6685 h 79429"/>
                  <a:gd name="connsiteX12" fmla="*/ 24513 w 79343"/>
                  <a:gd name="connsiteY12" fmla="*/ 3014 h 79429"/>
                  <a:gd name="connsiteX13" fmla="*/ 31906 w 79343"/>
                  <a:gd name="connsiteY13" fmla="*/ 731 h 79429"/>
                  <a:gd name="connsiteX14" fmla="*/ 67732 w 79343"/>
                  <a:gd name="connsiteY14" fmla="*/ 11598 h 79429"/>
                  <a:gd name="connsiteX15" fmla="*/ 72694 w 79343"/>
                  <a:gd name="connsiteY15" fmla="*/ 17652 h 79429"/>
                  <a:gd name="connsiteX16" fmla="*/ 78599 w 79343"/>
                  <a:gd name="connsiteY16" fmla="*/ 31942 h 79429"/>
                  <a:gd name="connsiteX17" fmla="*/ 78599 w 79343"/>
                  <a:gd name="connsiteY17" fmla="*/ 47424 h 79429"/>
                  <a:gd name="connsiteX18" fmla="*/ 72694 w 79343"/>
                  <a:gd name="connsiteY18" fmla="*/ 61715 h 79429"/>
                  <a:gd name="connsiteX19" fmla="*/ 67732 w 79343"/>
                  <a:gd name="connsiteY19" fmla="*/ 67719 h 79429"/>
                  <a:gd name="connsiteX20" fmla="*/ 61728 w 79343"/>
                  <a:gd name="connsiteY20" fmla="*/ 72681 h 79429"/>
                  <a:gd name="connsiteX21" fmla="*/ 54831 w 79343"/>
                  <a:gd name="connsiteY21" fmla="*/ 76303 h 79429"/>
                  <a:gd name="connsiteX22" fmla="*/ 47437 w 79343"/>
                  <a:gd name="connsiteY22" fmla="*/ 78586 h 79429"/>
                  <a:gd name="connsiteX23" fmla="*/ 39647 w 79343"/>
                  <a:gd name="connsiteY23" fmla="*/ 79429 h 7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9343" h="79429">
                    <a:moveTo>
                      <a:pt x="39647" y="79429"/>
                    </a:moveTo>
                    <a:cubicBezTo>
                      <a:pt x="37047" y="79434"/>
                      <a:pt x="34452" y="79171"/>
                      <a:pt x="31906" y="78635"/>
                    </a:cubicBezTo>
                    <a:cubicBezTo>
                      <a:pt x="29371" y="78124"/>
                      <a:pt x="26894" y="77360"/>
                      <a:pt x="24513" y="76353"/>
                    </a:cubicBezTo>
                    <a:cubicBezTo>
                      <a:pt x="22111" y="75385"/>
                      <a:pt x="19819" y="74170"/>
                      <a:pt x="17665" y="72731"/>
                    </a:cubicBezTo>
                    <a:cubicBezTo>
                      <a:pt x="13318" y="69823"/>
                      <a:pt x="9577" y="66096"/>
                      <a:pt x="6649" y="61764"/>
                    </a:cubicBezTo>
                    <a:cubicBezTo>
                      <a:pt x="5240" y="59596"/>
                      <a:pt x="4024" y="57304"/>
                      <a:pt x="3027" y="54917"/>
                    </a:cubicBezTo>
                    <a:cubicBezTo>
                      <a:pt x="2020" y="52520"/>
                      <a:pt x="1255" y="50024"/>
                      <a:pt x="744" y="47474"/>
                    </a:cubicBezTo>
                    <a:cubicBezTo>
                      <a:pt x="-248" y="42363"/>
                      <a:pt x="-248" y="37103"/>
                      <a:pt x="744" y="31992"/>
                    </a:cubicBezTo>
                    <a:cubicBezTo>
                      <a:pt x="1250" y="29441"/>
                      <a:pt x="2015" y="26946"/>
                      <a:pt x="3027" y="24549"/>
                    </a:cubicBezTo>
                    <a:cubicBezTo>
                      <a:pt x="4024" y="22162"/>
                      <a:pt x="5240" y="19870"/>
                      <a:pt x="6649" y="17701"/>
                    </a:cubicBezTo>
                    <a:cubicBezTo>
                      <a:pt x="8113" y="15533"/>
                      <a:pt x="9770" y="13508"/>
                      <a:pt x="11611" y="11648"/>
                    </a:cubicBezTo>
                    <a:cubicBezTo>
                      <a:pt x="13457" y="9792"/>
                      <a:pt x="15482" y="8129"/>
                      <a:pt x="17665" y="6685"/>
                    </a:cubicBezTo>
                    <a:cubicBezTo>
                      <a:pt x="19814" y="5232"/>
                      <a:pt x="22111" y="4001"/>
                      <a:pt x="24513" y="3014"/>
                    </a:cubicBezTo>
                    <a:cubicBezTo>
                      <a:pt x="26904" y="2031"/>
                      <a:pt x="29375" y="1267"/>
                      <a:pt x="31906" y="731"/>
                    </a:cubicBezTo>
                    <a:cubicBezTo>
                      <a:pt x="44912" y="-1785"/>
                      <a:pt x="58319" y="2279"/>
                      <a:pt x="67732" y="11598"/>
                    </a:cubicBezTo>
                    <a:cubicBezTo>
                      <a:pt x="69588" y="13444"/>
                      <a:pt x="71250" y="15473"/>
                      <a:pt x="72694" y="17652"/>
                    </a:cubicBezTo>
                    <a:cubicBezTo>
                      <a:pt x="75548" y="21998"/>
                      <a:pt x="77552" y="26846"/>
                      <a:pt x="78599" y="31942"/>
                    </a:cubicBezTo>
                    <a:cubicBezTo>
                      <a:pt x="79592" y="37053"/>
                      <a:pt x="79592" y="42313"/>
                      <a:pt x="78599" y="47424"/>
                    </a:cubicBezTo>
                    <a:cubicBezTo>
                      <a:pt x="77552" y="52520"/>
                      <a:pt x="75548" y="57368"/>
                      <a:pt x="72694" y="61715"/>
                    </a:cubicBezTo>
                    <a:cubicBezTo>
                      <a:pt x="71260" y="63888"/>
                      <a:pt x="69598" y="65903"/>
                      <a:pt x="67732" y="67719"/>
                    </a:cubicBezTo>
                    <a:cubicBezTo>
                      <a:pt x="65891" y="69560"/>
                      <a:pt x="63882" y="71222"/>
                      <a:pt x="61728" y="72681"/>
                    </a:cubicBezTo>
                    <a:cubicBezTo>
                      <a:pt x="59555" y="74110"/>
                      <a:pt x="57243" y="75326"/>
                      <a:pt x="54831" y="76303"/>
                    </a:cubicBezTo>
                    <a:cubicBezTo>
                      <a:pt x="52449" y="77311"/>
                      <a:pt x="49973" y="78075"/>
                      <a:pt x="47437" y="78586"/>
                    </a:cubicBezTo>
                    <a:cubicBezTo>
                      <a:pt x="44877" y="79137"/>
                      <a:pt x="42267" y="79419"/>
                      <a:pt x="39647" y="794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81EB16B-630E-761F-6ABC-AD81093DB760}"/>
                  </a:ext>
                </a:extLst>
              </p:cNvPr>
              <p:cNvSpPr/>
              <p:nvPr/>
            </p:nvSpPr>
            <p:spPr>
              <a:xfrm>
                <a:off x="4675105" y="3833158"/>
                <a:ext cx="79393" cy="79430"/>
              </a:xfrm>
              <a:custGeom>
                <a:avLst/>
                <a:gdLst>
                  <a:gd name="connsiteX0" fmla="*/ 39746 w 79393"/>
                  <a:gd name="connsiteY0" fmla="*/ 79431 h 79430"/>
                  <a:gd name="connsiteX1" fmla="*/ 31956 w 79393"/>
                  <a:gd name="connsiteY1" fmla="*/ 78637 h 79430"/>
                  <a:gd name="connsiteX2" fmla="*/ 24562 w 79393"/>
                  <a:gd name="connsiteY2" fmla="*/ 76404 h 79430"/>
                  <a:gd name="connsiteX3" fmla="*/ 17665 w 79393"/>
                  <a:gd name="connsiteY3" fmla="*/ 72732 h 79430"/>
                  <a:gd name="connsiteX4" fmla="*/ 11661 w 79393"/>
                  <a:gd name="connsiteY4" fmla="*/ 67770 h 79430"/>
                  <a:gd name="connsiteX5" fmla="*/ 6699 w 79393"/>
                  <a:gd name="connsiteY5" fmla="*/ 61716 h 79430"/>
                  <a:gd name="connsiteX6" fmla="*/ 3076 w 79393"/>
                  <a:gd name="connsiteY6" fmla="*/ 54868 h 79430"/>
                  <a:gd name="connsiteX7" fmla="*/ 794 w 79393"/>
                  <a:gd name="connsiteY7" fmla="*/ 47475 h 79430"/>
                  <a:gd name="connsiteX8" fmla="*/ 0 w 79393"/>
                  <a:gd name="connsiteY8" fmla="*/ 39685 h 79430"/>
                  <a:gd name="connsiteX9" fmla="*/ 794 w 79393"/>
                  <a:gd name="connsiteY9" fmla="*/ 31944 h 79430"/>
                  <a:gd name="connsiteX10" fmla="*/ 3076 w 79393"/>
                  <a:gd name="connsiteY10" fmla="*/ 24501 h 79430"/>
                  <a:gd name="connsiteX11" fmla="*/ 6699 w 79393"/>
                  <a:gd name="connsiteY11" fmla="*/ 17653 h 79430"/>
                  <a:gd name="connsiteX12" fmla="*/ 11661 w 79393"/>
                  <a:gd name="connsiteY12" fmla="*/ 11649 h 79430"/>
                  <a:gd name="connsiteX13" fmla="*/ 17665 w 79393"/>
                  <a:gd name="connsiteY13" fmla="*/ 6687 h 79430"/>
                  <a:gd name="connsiteX14" fmla="*/ 24562 w 79393"/>
                  <a:gd name="connsiteY14" fmla="*/ 3015 h 79430"/>
                  <a:gd name="connsiteX15" fmla="*/ 31956 w 79393"/>
                  <a:gd name="connsiteY15" fmla="*/ 782 h 79430"/>
                  <a:gd name="connsiteX16" fmla="*/ 47487 w 79393"/>
                  <a:gd name="connsiteY16" fmla="*/ 782 h 79430"/>
                  <a:gd name="connsiteX17" fmla="*/ 54881 w 79393"/>
                  <a:gd name="connsiteY17" fmla="*/ 3015 h 79430"/>
                  <a:gd name="connsiteX18" fmla="*/ 61778 w 79393"/>
                  <a:gd name="connsiteY18" fmla="*/ 6687 h 79430"/>
                  <a:gd name="connsiteX19" fmla="*/ 67782 w 79393"/>
                  <a:gd name="connsiteY19" fmla="*/ 11649 h 79430"/>
                  <a:gd name="connsiteX20" fmla="*/ 72744 w 79393"/>
                  <a:gd name="connsiteY20" fmla="*/ 17653 h 79430"/>
                  <a:gd name="connsiteX21" fmla="*/ 76366 w 79393"/>
                  <a:gd name="connsiteY21" fmla="*/ 24501 h 79430"/>
                  <a:gd name="connsiteX22" fmla="*/ 78649 w 79393"/>
                  <a:gd name="connsiteY22" fmla="*/ 31944 h 79430"/>
                  <a:gd name="connsiteX23" fmla="*/ 79393 w 79393"/>
                  <a:gd name="connsiteY23" fmla="*/ 39685 h 79430"/>
                  <a:gd name="connsiteX24" fmla="*/ 78649 w 79393"/>
                  <a:gd name="connsiteY24" fmla="*/ 47475 h 79430"/>
                  <a:gd name="connsiteX25" fmla="*/ 76366 w 79393"/>
                  <a:gd name="connsiteY25" fmla="*/ 54868 h 79430"/>
                  <a:gd name="connsiteX26" fmla="*/ 72744 w 79393"/>
                  <a:gd name="connsiteY26" fmla="*/ 61716 h 79430"/>
                  <a:gd name="connsiteX27" fmla="*/ 67782 w 79393"/>
                  <a:gd name="connsiteY27" fmla="*/ 67770 h 79430"/>
                  <a:gd name="connsiteX28" fmla="*/ 61778 w 79393"/>
                  <a:gd name="connsiteY28" fmla="*/ 72732 h 79430"/>
                  <a:gd name="connsiteX29" fmla="*/ 54881 w 79393"/>
                  <a:gd name="connsiteY29" fmla="*/ 76404 h 79430"/>
                  <a:gd name="connsiteX30" fmla="*/ 47487 w 79393"/>
                  <a:gd name="connsiteY30" fmla="*/ 78637 h 79430"/>
                  <a:gd name="connsiteX31" fmla="*/ 39746 w 79393"/>
                  <a:gd name="connsiteY31" fmla="*/ 79431 h 79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79393" h="79430">
                    <a:moveTo>
                      <a:pt x="39746" y="79431"/>
                    </a:moveTo>
                    <a:cubicBezTo>
                      <a:pt x="37131" y="79439"/>
                      <a:pt x="34516" y="79173"/>
                      <a:pt x="31956" y="78637"/>
                    </a:cubicBezTo>
                    <a:cubicBezTo>
                      <a:pt x="29420" y="78143"/>
                      <a:pt x="26944" y="77394"/>
                      <a:pt x="24562" y="76404"/>
                    </a:cubicBezTo>
                    <a:cubicBezTo>
                      <a:pt x="22146" y="75409"/>
                      <a:pt x="19838" y="74180"/>
                      <a:pt x="17665" y="72732"/>
                    </a:cubicBezTo>
                    <a:cubicBezTo>
                      <a:pt x="15511" y="71275"/>
                      <a:pt x="13497" y="69613"/>
                      <a:pt x="11661" y="67770"/>
                    </a:cubicBezTo>
                    <a:cubicBezTo>
                      <a:pt x="9820" y="65911"/>
                      <a:pt x="8163" y="63885"/>
                      <a:pt x="6699" y="61716"/>
                    </a:cubicBezTo>
                    <a:cubicBezTo>
                      <a:pt x="5280" y="59553"/>
                      <a:pt x="4064" y="57261"/>
                      <a:pt x="3076" y="54868"/>
                    </a:cubicBezTo>
                    <a:cubicBezTo>
                      <a:pt x="2069" y="52487"/>
                      <a:pt x="1305" y="50010"/>
                      <a:pt x="794" y="47475"/>
                    </a:cubicBezTo>
                    <a:cubicBezTo>
                      <a:pt x="283" y="44909"/>
                      <a:pt x="20" y="42301"/>
                      <a:pt x="0" y="39685"/>
                    </a:cubicBezTo>
                    <a:cubicBezTo>
                      <a:pt x="15" y="37085"/>
                      <a:pt x="283" y="34493"/>
                      <a:pt x="794" y="31944"/>
                    </a:cubicBezTo>
                    <a:cubicBezTo>
                      <a:pt x="1305" y="29393"/>
                      <a:pt x="2069" y="26899"/>
                      <a:pt x="3076" y="24501"/>
                    </a:cubicBezTo>
                    <a:cubicBezTo>
                      <a:pt x="4084" y="22118"/>
                      <a:pt x="5299" y="19827"/>
                      <a:pt x="6699" y="17653"/>
                    </a:cubicBezTo>
                    <a:cubicBezTo>
                      <a:pt x="8148" y="15491"/>
                      <a:pt x="9810" y="13479"/>
                      <a:pt x="11661" y="11649"/>
                    </a:cubicBezTo>
                    <a:cubicBezTo>
                      <a:pt x="13502" y="9807"/>
                      <a:pt x="15511" y="8146"/>
                      <a:pt x="17665" y="6687"/>
                    </a:cubicBezTo>
                    <a:cubicBezTo>
                      <a:pt x="19838" y="5239"/>
                      <a:pt x="22146" y="4009"/>
                      <a:pt x="24562" y="3015"/>
                    </a:cubicBezTo>
                    <a:cubicBezTo>
                      <a:pt x="26944" y="2024"/>
                      <a:pt x="29420" y="1276"/>
                      <a:pt x="31956" y="782"/>
                    </a:cubicBezTo>
                    <a:cubicBezTo>
                      <a:pt x="37082" y="-261"/>
                      <a:pt x="42361" y="-261"/>
                      <a:pt x="47487" y="782"/>
                    </a:cubicBezTo>
                    <a:cubicBezTo>
                      <a:pt x="50023" y="1276"/>
                      <a:pt x="52499" y="2024"/>
                      <a:pt x="54881" y="3015"/>
                    </a:cubicBezTo>
                    <a:cubicBezTo>
                      <a:pt x="57297" y="4009"/>
                      <a:pt x="59604" y="5239"/>
                      <a:pt x="61778" y="6687"/>
                    </a:cubicBezTo>
                    <a:cubicBezTo>
                      <a:pt x="63931" y="8146"/>
                      <a:pt x="65941" y="9807"/>
                      <a:pt x="67782" y="11649"/>
                    </a:cubicBezTo>
                    <a:cubicBezTo>
                      <a:pt x="69648" y="13466"/>
                      <a:pt x="71310" y="15479"/>
                      <a:pt x="72744" y="17653"/>
                    </a:cubicBezTo>
                    <a:cubicBezTo>
                      <a:pt x="74163" y="19816"/>
                      <a:pt x="75379" y="22109"/>
                      <a:pt x="76366" y="24501"/>
                    </a:cubicBezTo>
                    <a:cubicBezTo>
                      <a:pt x="77374" y="26899"/>
                      <a:pt x="78138" y="29393"/>
                      <a:pt x="78649" y="31944"/>
                    </a:cubicBezTo>
                    <a:cubicBezTo>
                      <a:pt x="79145" y="34494"/>
                      <a:pt x="79393" y="37086"/>
                      <a:pt x="79393" y="39685"/>
                    </a:cubicBezTo>
                    <a:cubicBezTo>
                      <a:pt x="79393" y="42299"/>
                      <a:pt x="79140" y="44908"/>
                      <a:pt x="78649" y="47475"/>
                    </a:cubicBezTo>
                    <a:cubicBezTo>
                      <a:pt x="78113" y="50004"/>
                      <a:pt x="77349" y="52479"/>
                      <a:pt x="76366" y="54868"/>
                    </a:cubicBezTo>
                    <a:cubicBezTo>
                      <a:pt x="75379" y="57261"/>
                      <a:pt x="74163" y="59553"/>
                      <a:pt x="72744" y="61716"/>
                    </a:cubicBezTo>
                    <a:cubicBezTo>
                      <a:pt x="71280" y="63885"/>
                      <a:pt x="69623" y="65911"/>
                      <a:pt x="67782" y="67770"/>
                    </a:cubicBezTo>
                    <a:cubicBezTo>
                      <a:pt x="65946" y="69613"/>
                      <a:pt x="63931" y="71275"/>
                      <a:pt x="61778" y="72732"/>
                    </a:cubicBezTo>
                    <a:cubicBezTo>
                      <a:pt x="59604" y="74180"/>
                      <a:pt x="57297" y="75409"/>
                      <a:pt x="54881" y="76404"/>
                    </a:cubicBezTo>
                    <a:cubicBezTo>
                      <a:pt x="52499" y="77394"/>
                      <a:pt x="50023" y="78143"/>
                      <a:pt x="47487" y="78637"/>
                    </a:cubicBezTo>
                    <a:cubicBezTo>
                      <a:pt x="44942" y="79171"/>
                      <a:pt x="42346" y="79437"/>
                      <a:pt x="39746" y="79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9DB57D71-7BED-A6AD-CC0C-F2206566EAAC}"/>
                  </a:ext>
                </a:extLst>
              </p:cNvPr>
              <p:cNvSpPr/>
              <p:nvPr/>
            </p:nvSpPr>
            <p:spPr>
              <a:xfrm>
                <a:off x="4809081" y="3927439"/>
                <a:ext cx="79442" cy="79428"/>
              </a:xfrm>
              <a:custGeom>
                <a:avLst/>
                <a:gdLst>
                  <a:gd name="connsiteX0" fmla="*/ 39746 w 79442"/>
                  <a:gd name="connsiteY0" fmla="*/ 79429 h 79428"/>
                  <a:gd name="connsiteX1" fmla="*/ 31956 w 79442"/>
                  <a:gd name="connsiteY1" fmla="*/ 78684 h 79428"/>
                  <a:gd name="connsiteX2" fmla="*/ 24562 w 79442"/>
                  <a:gd name="connsiteY2" fmla="*/ 76402 h 79428"/>
                  <a:gd name="connsiteX3" fmla="*/ 17665 w 79442"/>
                  <a:gd name="connsiteY3" fmla="*/ 72779 h 79428"/>
                  <a:gd name="connsiteX4" fmla="*/ 11661 w 79442"/>
                  <a:gd name="connsiteY4" fmla="*/ 67817 h 79428"/>
                  <a:gd name="connsiteX5" fmla="*/ 6699 w 79442"/>
                  <a:gd name="connsiteY5" fmla="*/ 61764 h 79428"/>
                  <a:gd name="connsiteX6" fmla="*/ 3076 w 79442"/>
                  <a:gd name="connsiteY6" fmla="*/ 54916 h 79428"/>
                  <a:gd name="connsiteX7" fmla="*/ 794 w 79442"/>
                  <a:gd name="connsiteY7" fmla="*/ 47522 h 79428"/>
                  <a:gd name="connsiteX8" fmla="*/ 0 w 79442"/>
                  <a:gd name="connsiteY8" fmla="*/ 39732 h 79428"/>
                  <a:gd name="connsiteX9" fmla="*/ 794 w 79442"/>
                  <a:gd name="connsiteY9" fmla="*/ 31991 h 79428"/>
                  <a:gd name="connsiteX10" fmla="*/ 3076 w 79442"/>
                  <a:gd name="connsiteY10" fmla="*/ 24548 h 79428"/>
                  <a:gd name="connsiteX11" fmla="*/ 6699 w 79442"/>
                  <a:gd name="connsiteY11" fmla="*/ 17700 h 79428"/>
                  <a:gd name="connsiteX12" fmla="*/ 11661 w 79442"/>
                  <a:gd name="connsiteY12" fmla="*/ 11647 h 79428"/>
                  <a:gd name="connsiteX13" fmla="*/ 17665 w 79442"/>
                  <a:gd name="connsiteY13" fmla="*/ 6685 h 79428"/>
                  <a:gd name="connsiteX14" fmla="*/ 24562 w 79442"/>
                  <a:gd name="connsiteY14" fmla="*/ 3062 h 79428"/>
                  <a:gd name="connsiteX15" fmla="*/ 47487 w 79442"/>
                  <a:gd name="connsiteY15" fmla="*/ 780 h 79428"/>
                  <a:gd name="connsiteX16" fmla="*/ 54930 w 79442"/>
                  <a:gd name="connsiteY16" fmla="*/ 3062 h 79428"/>
                  <a:gd name="connsiteX17" fmla="*/ 61778 w 79442"/>
                  <a:gd name="connsiteY17" fmla="*/ 6685 h 79428"/>
                  <a:gd name="connsiteX18" fmla="*/ 67782 w 79442"/>
                  <a:gd name="connsiteY18" fmla="*/ 11647 h 79428"/>
                  <a:gd name="connsiteX19" fmla="*/ 72744 w 79442"/>
                  <a:gd name="connsiteY19" fmla="*/ 17700 h 79428"/>
                  <a:gd name="connsiteX20" fmla="*/ 76366 w 79442"/>
                  <a:gd name="connsiteY20" fmla="*/ 24548 h 79428"/>
                  <a:gd name="connsiteX21" fmla="*/ 78649 w 79442"/>
                  <a:gd name="connsiteY21" fmla="*/ 31991 h 79428"/>
                  <a:gd name="connsiteX22" fmla="*/ 79443 w 79442"/>
                  <a:gd name="connsiteY22" fmla="*/ 39732 h 79428"/>
                  <a:gd name="connsiteX23" fmla="*/ 78649 w 79442"/>
                  <a:gd name="connsiteY23" fmla="*/ 47522 h 79428"/>
                  <a:gd name="connsiteX24" fmla="*/ 76366 w 79442"/>
                  <a:gd name="connsiteY24" fmla="*/ 54916 h 79428"/>
                  <a:gd name="connsiteX25" fmla="*/ 72744 w 79442"/>
                  <a:gd name="connsiteY25" fmla="*/ 61764 h 79428"/>
                  <a:gd name="connsiteX26" fmla="*/ 67782 w 79442"/>
                  <a:gd name="connsiteY26" fmla="*/ 67817 h 79428"/>
                  <a:gd name="connsiteX27" fmla="*/ 39746 w 79442"/>
                  <a:gd name="connsiteY27" fmla="*/ 79429 h 79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79442" h="79428">
                    <a:moveTo>
                      <a:pt x="39746" y="79429"/>
                    </a:moveTo>
                    <a:cubicBezTo>
                      <a:pt x="37131" y="79429"/>
                      <a:pt x="34521" y="79180"/>
                      <a:pt x="31956" y="78684"/>
                    </a:cubicBezTo>
                    <a:cubicBezTo>
                      <a:pt x="29425" y="78150"/>
                      <a:pt x="26954" y="77386"/>
                      <a:pt x="24562" y="76402"/>
                    </a:cubicBezTo>
                    <a:cubicBezTo>
                      <a:pt x="22161" y="75403"/>
                      <a:pt x="19853" y="74191"/>
                      <a:pt x="17665" y="72779"/>
                    </a:cubicBezTo>
                    <a:cubicBezTo>
                      <a:pt x="15521" y="71305"/>
                      <a:pt x="13512" y="69644"/>
                      <a:pt x="11661" y="67817"/>
                    </a:cubicBezTo>
                    <a:cubicBezTo>
                      <a:pt x="9820" y="65959"/>
                      <a:pt x="8158" y="63932"/>
                      <a:pt x="6699" y="61764"/>
                    </a:cubicBezTo>
                    <a:cubicBezTo>
                      <a:pt x="5280" y="59601"/>
                      <a:pt x="4064" y="57308"/>
                      <a:pt x="3076" y="54916"/>
                    </a:cubicBezTo>
                    <a:cubicBezTo>
                      <a:pt x="2069" y="52534"/>
                      <a:pt x="1305" y="50057"/>
                      <a:pt x="794" y="47522"/>
                    </a:cubicBezTo>
                    <a:cubicBezTo>
                      <a:pt x="283" y="44957"/>
                      <a:pt x="20" y="42348"/>
                      <a:pt x="0" y="39732"/>
                    </a:cubicBezTo>
                    <a:cubicBezTo>
                      <a:pt x="20" y="37132"/>
                      <a:pt x="283" y="34541"/>
                      <a:pt x="794" y="31991"/>
                    </a:cubicBezTo>
                    <a:cubicBezTo>
                      <a:pt x="1310" y="29442"/>
                      <a:pt x="2079" y="26950"/>
                      <a:pt x="3076" y="24548"/>
                    </a:cubicBezTo>
                    <a:cubicBezTo>
                      <a:pt x="4084" y="22166"/>
                      <a:pt x="5299" y="19875"/>
                      <a:pt x="6699" y="17700"/>
                    </a:cubicBezTo>
                    <a:cubicBezTo>
                      <a:pt x="8158" y="15532"/>
                      <a:pt x="9820" y="13505"/>
                      <a:pt x="11661" y="11647"/>
                    </a:cubicBezTo>
                    <a:cubicBezTo>
                      <a:pt x="13512" y="9818"/>
                      <a:pt x="15521" y="8158"/>
                      <a:pt x="17665" y="6685"/>
                    </a:cubicBezTo>
                    <a:cubicBezTo>
                      <a:pt x="19838" y="5254"/>
                      <a:pt x="22151" y="4041"/>
                      <a:pt x="24562" y="3062"/>
                    </a:cubicBezTo>
                    <a:cubicBezTo>
                      <a:pt x="31802" y="14"/>
                      <a:pt x="39791" y="-782"/>
                      <a:pt x="47487" y="780"/>
                    </a:cubicBezTo>
                    <a:cubicBezTo>
                      <a:pt x="50038" y="1298"/>
                      <a:pt x="52529" y="2063"/>
                      <a:pt x="54930" y="3062"/>
                    </a:cubicBezTo>
                    <a:cubicBezTo>
                      <a:pt x="57322" y="4052"/>
                      <a:pt x="59614" y="5264"/>
                      <a:pt x="61778" y="6685"/>
                    </a:cubicBezTo>
                    <a:cubicBezTo>
                      <a:pt x="63921" y="8158"/>
                      <a:pt x="65931" y="9818"/>
                      <a:pt x="67782" y="11647"/>
                    </a:cubicBezTo>
                    <a:cubicBezTo>
                      <a:pt x="69623" y="13505"/>
                      <a:pt x="71280" y="15532"/>
                      <a:pt x="72744" y="17700"/>
                    </a:cubicBezTo>
                    <a:cubicBezTo>
                      <a:pt x="74163" y="19864"/>
                      <a:pt x="75379" y="22157"/>
                      <a:pt x="76366" y="24548"/>
                    </a:cubicBezTo>
                    <a:cubicBezTo>
                      <a:pt x="77364" y="26950"/>
                      <a:pt x="78128" y="29442"/>
                      <a:pt x="78649" y="31991"/>
                    </a:cubicBezTo>
                    <a:cubicBezTo>
                      <a:pt x="79160" y="34541"/>
                      <a:pt x="79423" y="37132"/>
                      <a:pt x="79443" y="39732"/>
                    </a:cubicBezTo>
                    <a:cubicBezTo>
                      <a:pt x="79423" y="42348"/>
                      <a:pt x="79160" y="44957"/>
                      <a:pt x="78649" y="47522"/>
                    </a:cubicBezTo>
                    <a:cubicBezTo>
                      <a:pt x="78138" y="50057"/>
                      <a:pt x="77374" y="52534"/>
                      <a:pt x="76366" y="54916"/>
                    </a:cubicBezTo>
                    <a:cubicBezTo>
                      <a:pt x="75399" y="57317"/>
                      <a:pt x="74183" y="59612"/>
                      <a:pt x="72744" y="61764"/>
                    </a:cubicBezTo>
                    <a:cubicBezTo>
                      <a:pt x="71280" y="63932"/>
                      <a:pt x="69623" y="65959"/>
                      <a:pt x="67782" y="67817"/>
                    </a:cubicBezTo>
                    <a:cubicBezTo>
                      <a:pt x="60344" y="75248"/>
                      <a:pt x="50261" y="79424"/>
                      <a:pt x="39746" y="794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33CAEC8B-947B-4011-D107-91F14D8FADAB}"/>
                  </a:ext>
                </a:extLst>
              </p:cNvPr>
              <p:cNvSpPr/>
              <p:nvPr/>
            </p:nvSpPr>
            <p:spPr>
              <a:xfrm>
                <a:off x="4809081" y="4116325"/>
                <a:ext cx="79393" cy="79399"/>
              </a:xfrm>
              <a:custGeom>
                <a:avLst/>
                <a:gdLst>
                  <a:gd name="connsiteX0" fmla="*/ 39697 w 79393"/>
                  <a:gd name="connsiteY0" fmla="*/ 79399 h 79399"/>
                  <a:gd name="connsiteX1" fmla="*/ 0 w 79393"/>
                  <a:gd name="connsiteY1" fmla="*/ 39703 h 79399"/>
                  <a:gd name="connsiteX2" fmla="*/ 744 w 79393"/>
                  <a:gd name="connsiteY2" fmla="*/ 31912 h 79399"/>
                  <a:gd name="connsiteX3" fmla="*/ 3027 w 79393"/>
                  <a:gd name="connsiteY3" fmla="*/ 24519 h 79399"/>
                  <a:gd name="connsiteX4" fmla="*/ 6649 w 79393"/>
                  <a:gd name="connsiteY4" fmla="*/ 17622 h 79399"/>
                  <a:gd name="connsiteX5" fmla="*/ 11611 w 79393"/>
                  <a:gd name="connsiteY5" fmla="*/ 11618 h 79399"/>
                  <a:gd name="connsiteX6" fmla="*/ 67732 w 79393"/>
                  <a:gd name="connsiteY6" fmla="*/ 11618 h 79399"/>
                  <a:gd name="connsiteX7" fmla="*/ 72694 w 79393"/>
                  <a:gd name="connsiteY7" fmla="*/ 17622 h 79399"/>
                  <a:gd name="connsiteX8" fmla="*/ 76317 w 79393"/>
                  <a:gd name="connsiteY8" fmla="*/ 24519 h 79399"/>
                  <a:gd name="connsiteX9" fmla="*/ 78599 w 79393"/>
                  <a:gd name="connsiteY9" fmla="*/ 31912 h 79399"/>
                  <a:gd name="connsiteX10" fmla="*/ 79393 w 79393"/>
                  <a:gd name="connsiteY10" fmla="*/ 39703 h 79399"/>
                  <a:gd name="connsiteX11" fmla="*/ 39697 w 79393"/>
                  <a:gd name="connsiteY11" fmla="*/ 79399 h 7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9393" h="79399">
                    <a:moveTo>
                      <a:pt x="39697" y="79399"/>
                    </a:moveTo>
                    <a:cubicBezTo>
                      <a:pt x="17774" y="79399"/>
                      <a:pt x="0" y="61625"/>
                      <a:pt x="0" y="39703"/>
                    </a:cubicBezTo>
                    <a:cubicBezTo>
                      <a:pt x="0" y="37088"/>
                      <a:pt x="248" y="34478"/>
                      <a:pt x="744" y="31912"/>
                    </a:cubicBezTo>
                    <a:cubicBezTo>
                      <a:pt x="1255" y="29377"/>
                      <a:pt x="2020" y="26901"/>
                      <a:pt x="3027" y="24519"/>
                    </a:cubicBezTo>
                    <a:cubicBezTo>
                      <a:pt x="4004" y="22107"/>
                      <a:pt x="5220" y="19797"/>
                      <a:pt x="6649" y="17622"/>
                    </a:cubicBezTo>
                    <a:cubicBezTo>
                      <a:pt x="8108" y="15467"/>
                      <a:pt x="9770" y="13457"/>
                      <a:pt x="11611" y="11618"/>
                    </a:cubicBezTo>
                    <a:cubicBezTo>
                      <a:pt x="27113" y="-3873"/>
                      <a:pt x="52231" y="-3873"/>
                      <a:pt x="67732" y="11618"/>
                    </a:cubicBezTo>
                    <a:cubicBezTo>
                      <a:pt x="69573" y="13457"/>
                      <a:pt x="71235" y="15467"/>
                      <a:pt x="72694" y="17622"/>
                    </a:cubicBezTo>
                    <a:cubicBezTo>
                      <a:pt x="74123" y="19797"/>
                      <a:pt x="75339" y="22107"/>
                      <a:pt x="76317" y="24519"/>
                    </a:cubicBezTo>
                    <a:cubicBezTo>
                      <a:pt x="77324" y="26901"/>
                      <a:pt x="78088" y="29377"/>
                      <a:pt x="78599" y="31912"/>
                    </a:cubicBezTo>
                    <a:cubicBezTo>
                      <a:pt x="79110" y="34478"/>
                      <a:pt x="79378" y="37088"/>
                      <a:pt x="79393" y="39703"/>
                    </a:cubicBezTo>
                    <a:cubicBezTo>
                      <a:pt x="79393" y="61625"/>
                      <a:pt x="61619" y="79399"/>
                      <a:pt x="39697" y="793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0E51FF92-AC93-C2B0-6344-79559D502C12}"/>
                  </a:ext>
                </a:extLst>
              </p:cNvPr>
              <p:cNvSpPr/>
              <p:nvPr/>
            </p:nvSpPr>
            <p:spPr>
              <a:xfrm>
                <a:off x="4809130" y="4304651"/>
                <a:ext cx="79343" cy="79335"/>
              </a:xfrm>
              <a:custGeom>
                <a:avLst/>
                <a:gdLst>
                  <a:gd name="connsiteX0" fmla="*/ 39697 w 79343"/>
                  <a:gd name="connsiteY0" fmla="*/ 79334 h 79335"/>
                  <a:gd name="connsiteX1" fmla="*/ 31906 w 79343"/>
                  <a:gd name="connsiteY1" fmla="*/ 78590 h 79335"/>
                  <a:gd name="connsiteX2" fmla="*/ 24513 w 79343"/>
                  <a:gd name="connsiteY2" fmla="*/ 76307 h 79335"/>
                  <a:gd name="connsiteX3" fmla="*/ 17615 w 79343"/>
                  <a:gd name="connsiteY3" fmla="*/ 72685 h 79335"/>
                  <a:gd name="connsiteX4" fmla="*/ 11611 w 79343"/>
                  <a:gd name="connsiteY4" fmla="*/ 67723 h 79335"/>
                  <a:gd name="connsiteX5" fmla="*/ 6649 w 79343"/>
                  <a:gd name="connsiteY5" fmla="*/ 61719 h 79335"/>
                  <a:gd name="connsiteX6" fmla="*/ 3027 w 79343"/>
                  <a:gd name="connsiteY6" fmla="*/ 54871 h 79335"/>
                  <a:gd name="connsiteX7" fmla="*/ 744 w 79343"/>
                  <a:gd name="connsiteY7" fmla="*/ 47428 h 79335"/>
                  <a:gd name="connsiteX8" fmla="*/ 0 w 79343"/>
                  <a:gd name="connsiteY8" fmla="*/ 39687 h 79335"/>
                  <a:gd name="connsiteX9" fmla="*/ 744 w 79343"/>
                  <a:gd name="connsiteY9" fmla="*/ 31897 h 79335"/>
                  <a:gd name="connsiteX10" fmla="*/ 3027 w 79343"/>
                  <a:gd name="connsiteY10" fmla="*/ 24503 h 79335"/>
                  <a:gd name="connsiteX11" fmla="*/ 6649 w 79343"/>
                  <a:gd name="connsiteY11" fmla="*/ 17656 h 79335"/>
                  <a:gd name="connsiteX12" fmla="*/ 11611 w 79343"/>
                  <a:gd name="connsiteY12" fmla="*/ 11602 h 79335"/>
                  <a:gd name="connsiteX13" fmla="*/ 47437 w 79343"/>
                  <a:gd name="connsiteY13" fmla="*/ 735 h 79335"/>
                  <a:gd name="connsiteX14" fmla="*/ 54831 w 79343"/>
                  <a:gd name="connsiteY14" fmla="*/ 3018 h 79335"/>
                  <a:gd name="connsiteX15" fmla="*/ 61728 w 79343"/>
                  <a:gd name="connsiteY15" fmla="*/ 6690 h 79335"/>
                  <a:gd name="connsiteX16" fmla="*/ 67732 w 79343"/>
                  <a:gd name="connsiteY16" fmla="*/ 11652 h 79335"/>
                  <a:gd name="connsiteX17" fmla="*/ 72694 w 79343"/>
                  <a:gd name="connsiteY17" fmla="*/ 17705 h 79335"/>
                  <a:gd name="connsiteX18" fmla="*/ 76317 w 79343"/>
                  <a:gd name="connsiteY18" fmla="*/ 24553 h 79335"/>
                  <a:gd name="connsiteX19" fmla="*/ 78599 w 79343"/>
                  <a:gd name="connsiteY19" fmla="*/ 31947 h 79335"/>
                  <a:gd name="connsiteX20" fmla="*/ 79344 w 79343"/>
                  <a:gd name="connsiteY20" fmla="*/ 39737 h 79335"/>
                  <a:gd name="connsiteX21" fmla="*/ 78599 w 79343"/>
                  <a:gd name="connsiteY21" fmla="*/ 47478 h 79335"/>
                  <a:gd name="connsiteX22" fmla="*/ 76317 w 79343"/>
                  <a:gd name="connsiteY22" fmla="*/ 54921 h 79335"/>
                  <a:gd name="connsiteX23" fmla="*/ 72694 w 79343"/>
                  <a:gd name="connsiteY23" fmla="*/ 61769 h 79335"/>
                  <a:gd name="connsiteX24" fmla="*/ 67732 w 79343"/>
                  <a:gd name="connsiteY24" fmla="*/ 67773 h 79335"/>
                  <a:gd name="connsiteX25" fmla="*/ 61728 w 79343"/>
                  <a:gd name="connsiteY25" fmla="*/ 72735 h 79335"/>
                  <a:gd name="connsiteX26" fmla="*/ 54831 w 79343"/>
                  <a:gd name="connsiteY26" fmla="*/ 76357 h 79335"/>
                  <a:gd name="connsiteX27" fmla="*/ 47437 w 79343"/>
                  <a:gd name="connsiteY27" fmla="*/ 78640 h 79335"/>
                  <a:gd name="connsiteX28" fmla="*/ 39697 w 79343"/>
                  <a:gd name="connsiteY28" fmla="*/ 79334 h 7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9343" h="79335">
                    <a:moveTo>
                      <a:pt x="39697" y="79334"/>
                    </a:moveTo>
                    <a:cubicBezTo>
                      <a:pt x="37082" y="79334"/>
                      <a:pt x="34472" y="79081"/>
                      <a:pt x="31906" y="78590"/>
                    </a:cubicBezTo>
                    <a:cubicBezTo>
                      <a:pt x="29371" y="78079"/>
                      <a:pt x="26894" y="77315"/>
                      <a:pt x="24513" y="76307"/>
                    </a:cubicBezTo>
                    <a:cubicBezTo>
                      <a:pt x="22101" y="75330"/>
                      <a:pt x="19789" y="74114"/>
                      <a:pt x="17615" y="72685"/>
                    </a:cubicBezTo>
                    <a:cubicBezTo>
                      <a:pt x="15462" y="71226"/>
                      <a:pt x="13452" y="69564"/>
                      <a:pt x="11611" y="67723"/>
                    </a:cubicBezTo>
                    <a:cubicBezTo>
                      <a:pt x="9770" y="65882"/>
                      <a:pt x="8113" y="63873"/>
                      <a:pt x="6649" y="61719"/>
                    </a:cubicBezTo>
                    <a:cubicBezTo>
                      <a:pt x="5250" y="59546"/>
                      <a:pt x="4034" y="57253"/>
                      <a:pt x="3027" y="54871"/>
                    </a:cubicBezTo>
                    <a:cubicBezTo>
                      <a:pt x="2049" y="52460"/>
                      <a:pt x="1285" y="49974"/>
                      <a:pt x="744" y="47428"/>
                    </a:cubicBezTo>
                    <a:cubicBezTo>
                      <a:pt x="253" y="44878"/>
                      <a:pt x="0" y="42288"/>
                      <a:pt x="0" y="39687"/>
                    </a:cubicBezTo>
                    <a:cubicBezTo>
                      <a:pt x="0" y="37072"/>
                      <a:pt x="253" y="34462"/>
                      <a:pt x="744" y="31897"/>
                    </a:cubicBezTo>
                    <a:cubicBezTo>
                      <a:pt x="1280" y="29366"/>
                      <a:pt x="2044" y="26895"/>
                      <a:pt x="3027" y="24503"/>
                    </a:cubicBezTo>
                    <a:cubicBezTo>
                      <a:pt x="4014" y="22112"/>
                      <a:pt x="5230" y="19819"/>
                      <a:pt x="6649" y="17656"/>
                    </a:cubicBezTo>
                    <a:cubicBezTo>
                      <a:pt x="8108" y="15487"/>
                      <a:pt x="9770" y="13463"/>
                      <a:pt x="11611" y="11602"/>
                    </a:cubicBezTo>
                    <a:cubicBezTo>
                      <a:pt x="21019" y="2278"/>
                      <a:pt x="34432" y="-1791"/>
                      <a:pt x="47437" y="735"/>
                    </a:cubicBezTo>
                    <a:cubicBezTo>
                      <a:pt x="49968" y="1271"/>
                      <a:pt x="52439" y="2035"/>
                      <a:pt x="54831" y="3018"/>
                    </a:cubicBezTo>
                    <a:cubicBezTo>
                      <a:pt x="57247" y="4010"/>
                      <a:pt x="59555" y="5241"/>
                      <a:pt x="61728" y="6690"/>
                    </a:cubicBezTo>
                    <a:cubicBezTo>
                      <a:pt x="63882" y="8148"/>
                      <a:pt x="65896" y="9811"/>
                      <a:pt x="67732" y="11652"/>
                    </a:cubicBezTo>
                    <a:cubicBezTo>
                      <a:pt x="69588" y="13498"/>
                      <a:pt x="71250" y="15527"/>
                      <a:pt x="72694" y="17705"/>
                    </a:cubicBezTo>
                    <a:cubicBezTo>
                      <a:pt x="74114" y="19869"/>
                      <a:pt x="75329" y="22161"/>
                      <a:pt x="76317" y="24553"/>
                    </a:cubicBezTo>
                    <a:cubicBezTo>
                      <a:pt x="77299" y="26945"/>
                      <a:pt x="78063" y="29416"/>
                      <a:pt x="78599" y="31947"/>
                    </a:cubicBezTo>
                    <a:cubicBezTo>
                      <a:pt x="79090" y="34512"/>
                      <a:pt x="79344" y="37122"/>
                      <a:pt x="79344" y="39737"/>
                    </a:cubicBezTo>
                    <a:cubicBezTo>
                      <a:pt x="79344" y="42337"/>
                      <a:pt x="79090" y="44927"/>
                      <a:pt x="78599" y="47478"/>
                    </a:cubicBezTo>
                    <a:cubicBezTo>
                      <a:pt x="78058" y="50023"/>
                      <a:pt x="77294" y="52509"/>
                      <a:pt x="76317" y="54921"/>
                    </a:cubicBezTo>
                    <a:cubicBezTo>
                      <a:pt x="75309" y="57303"/>
                      <a:pt x="74094" y="59595"/>
                      <a:pt x="72694" y="61769"/>
                    </a:cubicBezTo>
                    <a:cubicBezTo>
                      <a:pt x="71245" y="63932"/>
                      <a:pt x="69583" y="65947"/>
                      <a:pt x="67732" y="67773"/>
                    </a:cubicBezTo>
                    <a:cubicBezTo>
                      <a:pt x="65891" y="69614"/>
                      <a:pt x="63882" y="71276"/>
                      <a:pt x="61728" y="72735"/>
                    </a:cubicBezTo>
                    <a:cubicBezTo>
                      <a:pt x="59555" y="74164"/>
                      <a:pt x="57242" y="75380"/>
                      <a:pt x="54831" y="76357"/>
                    </a:cubicBezTo>
                    <a:cubicBezTo>
                      <a:pt x="52449" y="77364"/>
                      <a:pt x="49973" y="78129"/>
                      <a:pt x="47437" y="78640"/>
                    </a:cubicBezTo>
                    <a:cubicBezTo>
                      <a:pt x="44887" y="79116"/>
                      <a:pt x="42292" y="79349"/>
                      <a:pt x="39697" y="79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E59681A8-6F7C-0F01-04B6-3459A9E997E6}"/>
                  </a:ext>
                </a:extLst>
              </p:cNvPr>
              <p:cNvSpPr/>
              <p:nvPr/>
            </p:nvSpPr>
            <p:spPr>
              <a:xfrm>
                <a:off x="4675154" y="4021768"/>
                <a:ext cx="79391" cy="79378"/>
              </a:xfrm>
              <a:custGeom>
                <a:avLst/>
                <a:gdLst>
                  <a:gd name="connsiteX0" fmla="*/ 39697 w 79391"/>
                  <a:gd name="connsiteY0" fmla="*/ 79379 h 79378"/>
                  <a:gd name="connsiteX1" fmla="*/ 11611 w 79391"/>
                  <a:gd name="connsiteY1" fmla="*/ 67768 h 79378"/>
                  <a:gd name="connsiteX2" fmla="*/ 6649 w 79391"/>
                  <a:gd name="connsiteY2" fmla="*/ 61714 h 79378"/>
                  <a:gd name="connsiteX3" fmla="*/ 3027 w 79391"/>
                  <a:gd name="connsiteY3" fmla="*/ 54866 h 79378"/>
                  <a:gd name="connsiteX4" fmla="*/ 744 w 79391"/>
                  <a:gd name="connsiteY4" fmla="*/ 47473 h 79378"/>
                  <a:gd name="connsiteX5" fmla="*/ 744 w 79391"/>
                  <a:gd name="connsiteY5" fmla="*/ 31942 h 79378"/>
                  <a:gd name="connsiteX6" fmla="*/ 3027 w 79391"/>
                  <a:gd name="connsiteY6" fmla="*/ 24498 h 79378"/>
                  <a:gd name="connsiteX7" fmla="*/ 6649 w 79391"/>
                  <a:gd name="connsiteY7" fmla="*/ 17651 h 79378"/>
                  <a:gd name="connsiteX8" fmla="*/ 11611 w 79391"/>
                  <a:gd name="connsiteY8" fmla="*/ 11647 h 79378"/>
                  <a:gd name="connsiteX9" fmla="*/ 17615 w 79391"/>
                  <a:gd name="connsiteY9" fmla="*/ 6685 h 79378"/>
                  <a:gd name="connsiteX10" fmla="*/ 24513 w 79391"/>
                  <a:gd name="connsiteY10" fmla="*/ 3062 h 79378"/>
                  <a:gd name="connsiteX11" fmla="*/ 47437 w 79391"/>
                  <a:gd name="connsiteY11" fmla="*/ 780 h 79378"/>
                  <a:gd name="connsiteX12" fmla="*/ 54881 w 79391"/>
                  <a:gd name="connsiteY12" fmla="*/ 3062 h 79378"/>
                  <a:gd name="connsiteX13" fmla="*/ 61728 w 79391"/>
                  <a:gd name="connsiteY13" fmla="*/ 6685 h 79378"/>
                  <a:gd name="connsiteX14" fmla="*/ 67732 w 79391"/>
                  <a:gd name="connsiteY14" fmla="*/ 11647 h 79378"/>
                  <a:gd name="connsiteX15" fmla="*/ 72694 w 79391"/>
                  <a:gd name="connsiteY15" fmla="*/ 17651 h 79378"/>
                  <a:gd name="connsiteX16" fmla="*/ 76317 w 79391"/>
                  <a:gd name="connsiteY16" fmla="*/ 24498 h 79378"/>
                  <a:gd name="connsiteX17" fmla="*/ 78599 w 79391"/>
                  <a:gd name="connsiteY17" fmla="*/ 31942 h 79378"/>
                  <a:gd name="connsiteX18" fmla="*/ 78599 w 79391"/>
                  <a:gd name="connsiteY18" fmla="*/ 47473 h 79378"/>
                  <a:gd name="connsiteX19" fmla="*/ 76317 w 79391"/>
                  <a:gd name="connsiteY19" fmla="*/ 54866 h 79378"/>
                  <a:gd name="connsiteX20" fmla="*/ 72694 w 79391"/>
                  <a:gd name="connsiteY20" fmla="*/ 61714 h 79378"/>
                  <a:gd name="connsiteX21" fmla="*/ 67732 w 79391"/>
                  <a:gd name="connsiteY21" fmla="*/ 67768 h 79378"/>
                  <a:gd name="connsiteX22" fmla="*/ 61728 w 79391"/>
                  <a:gd name="connsiteY22" fmla="*/ 72730 h 79378"/>
                  <a:gd name="connsiteX23" fmla="*/ 54831 w 79391"/>
                  <a:gd name="connsiteY23" fmla="*/ 76352 h 79378"/>
                  <a:gd name="connsiteX24" fmla="*/ 47437 w 79391"/>
                  <a:gd name="connsiteY24" fmla="*/ 78635 h 79378"/>
                  <a:gd name="connsiteX25" fmla="*/ 39697 w 79391"/>
                  <a:gd name="connsiteY25" fmla="*/ 79379 h 79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91" h="79378">
                    <a:moveTo>
                      <a:pt x="39697" y="79379"/>
                    </a:moveTo>
                    <a:cubicBezTo>
                      <a:pt x="29172" y="79360"/>
                      <a:pt x="19079" y="75187"/>
                      <a:pt x="11611" y="67768"/>
                    </a:cubicBezTo>
                    <a:cubicBezTo>
                      <a:pt x="9755" y="65922"/>
                      <a:pt x="8093" y="63894"/>
                      <a:pt x="6649" y="61714"/>
                    </a:cubicBezTo>
                    <a:cubicBezTo>
                      <a:pt x="5230" y="59551"/>
                      <a:pt x="4014" y="57259"/>
                      <a:pt x="3027" y="54866"/>
                    </a:cubicBezTo>
                    <a:cubicBezTo>
                      <a:pt x="2044" y="52477"/>
                      <a:pt x="1280" y="50001"/>
                      <a:pt x="744" y="47473"/>
                    </a:cubicBezTo>
                    <a:cubicBezTo>
                      <a:pt x="-248" y="42344"/>
                      <a:pt x="-248" y="37071"/>
                      <a:pt x="744" y="31942"/>
                    </a:cubicBezTo>
                    <a:cubicBezTo>
                      <a:pt x="1285" y="29398"/>
                      <a:pt x="2049" y="26908"/>
                      <a:pt x="3027" y="24498"/>
                    </a:cubicBezTo>
                    <a:cubicBezTo>
                      <a:pt x="4034" y="22116"/>
                      <a:pt x="5250" y="19826"/>
                      <a:pt x="6649" y="17651"/>
                    </a:cubicBezTo>
                    <a:cubicBezTo>
                      <a:pt x="8098" y="15487"/>
                      <a:pt x="9760" y="13475"/>
                      <a:pt x="11611" y="11647"/>
                    </a:cubicBezTo>
                    <a:cubicBezTo>
                      <a:pt x="13452" y="9805"/>
                      <a:pt x="15462" y="8144"/>
                      <a:pt x="17615" y="6685"/>
                    </a:cubicBezTo>
                    <a:cubicBezTo>
                      <a:pt x="19804" y="5273"/>
                      <a:pt x="22111" y="4061"/>
                      <a:pt x="24513" y="3062"/>
                    </a:cubicBezTo>
                    <a:cubicBezTo>
                      <a:pt x="31752" y="14"/>
                      <a:pt x="39741" y="-782"/>
                      <a:pt x="47437" y="780"/>
                    </a:cubicBezTo>
                    <a:cubicBezTo>
                      <a:pt x="49988" y="1298"/>
                      <a:pt x="52479" y="2063"/>
                      <a:pt x="54881" y="3062"/>
                    </a:cubicBezTo>
                    <a:cubicBezTo>
                      <a:pt x="57262" y="4072"/>
                      <a:pt x="59555" y="5283"/>
                      <a:pt x="61728" y="6685"/>
                    </a:cubicBezTo>
                    <a:cubicBezTo>
                      <a:pt x="63882" y="8144"/>
                      <a:pt x="65891" y="9805"/>
                      <a:pt x="67732" y="11647"/>
                    </a:cubicBezTo>
                    <a:cubicBezTo>
                      <a:pt x="69573" y="13488"/>
                      <a:pt x="71231" y="15498"/>
                      <a:pt x="72694" y="17651"/>
                    </a:cubicBezTo>
                    <a:cubicBezTo>
                      <a:pt x="74094" y="19826"/>
                      <a:pt x="75309" y="22117"/>
                      <a:pt x="76317" y="24498"/>
                    </a:cubicBezTo>
                    <a:cubicBezTo>
                      <a:pt x="77314" y="26900"/>
                      <a:pt x="78083" y="29393"/>
                      <a:pt x="78599" y="31942"/>
                    </a:cubicBezTo>
                    <a:cubicBezTo>
                      <a:pt x="79656" y="37064"/>
                      <a:pt x="79656" y="42350"/>
                      <a:pt x="78599" y="47473"/>
                    </a:cubicBezTo>
                    <a:cubicBezTo>
                      <a:pt x="78088" y="50007"/>
                      <a:pt x="77324" y="52484"/>
                      <a:pt x="76317" y="54866"/>
                    </a:cubicBezTo>
                    <a:cubicBezTo>
                      <a:pt x="75329" y="57259"/>
                      <a:pt x="74114" y="59551"/>
                      <a:pt x="72694" y="61714"/>
                    </a:cubicBezTo>
                    <a:cubicBezTo>
                      <a:pt x="71231" y="63882"/>
                      <a:pt x="69573" y="65909"/>
                      <a:pt x="67732" y="67768"/>
                    </a:cubicBezTo>
                    <a:cubicBezTo>
                      <a:pt x="65881" y="69595"/>
                      <a:pt x="63872" y="71255"/>
                      <a:pt x="61728" y="72730"/>
                    </a:cubicBezTo>
                    <a:cubicBezTo>
                      <a:pt x="59540" y="74141"/>
                      <a:pt x="57233" y="75354"/>
                      <a:pt x="54831" y="76352"/>
                    </a:cubicBezTo>
                    <a:cubicBezTo>
                      <a:pt x="52449" y="77359"/>
                      <a:pt x="49973" y="78123"/>
                      <a:pt x="47437" y="78635"/>
                    </a:cubicBezTo>
                    <a:cubicBezTo>
                      <a:pt x="44887" y="79128"/>
                      <a:pt x="42297" y="79377"/>
                      <a:pt x="39697" y="79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EBA6F541-1958-873B-8FA9-DE2828208B27}"/>
                  </a:ext>
                </a:extLst>
              </p:cNvPr>
              <p:cNvSpPr/>
              <p:nvPr/>
            </p:nvSpPr>
            <p:spPr>
              <a:xfrm>
                <a:off x="4675154" y="4210327"/>
                <a:ext cx="79391" cy="79379"/>
              </a:xfrm>
              <a:custGeom>
                <a:avLst/>
                <a:gdLst>
                  <a:gd name="connsiteX0" fmla="*/ 39697 w 79391"/>
                  <a:gd name="connsiteY0" fmla="*/ 79379 h 79379"/>
                  <a:gd name="connsiteX1" fmla="*/ 31906 w 79391"/>
                  <a:gd name="connsiteY1" fmla="*/ 78635 h 79379"/>
                  <a:gd name="connsiteX2" fmla="*/ 24513 w 79391"/>
                  <a:gd name="connsiteY2" fmla="*/ 76352 h 79379"/>
                  <a:gd name="connsiteX3" fmla="*/ 17615 w 79391"/>
                  <a:gd name="connsiteY3" fmla="*/ 72730 h 79379"/>
                  <a:gd name="connsiteX4" fmla="*/ 11611 w 79391"/>
                  <a:gd name="connsiteY4" fmla="*/ 67768 h 79379"/>
                  <a:gd name="connsiteX5" fmla="*/ 6649 w 79391"/>
                  <a:gd name="connsiteY5" fmla="*/ 61764 h 79379"/>
                  <a:gd name="connsiteX6" fmla="*/ 3027 w 79391"/>
                  <a:gd name="connsiteY6" fmla="*/ 54916 h 79379"/>
                  <a:gd name="connsiteX7" fmla="*/ 744 w 79391"/>
                  <a:gd name="connsiteY7" fmla="*/ 47473 h 79379"/>
                  <a:gd name="connsiteX8" fmla="*/ 744 w 79391"/>
                  <a:gd name="connsiteY8" fmla="*/ 31942 h 79379"/>
                  <a:gd name="connsiteX9" fmla="*/ 3027 w 79391"/>
                  <a:gd name="connsiteY9" fmla="*/ 24548 h 79379"/>
                  <a:gd name="connsiteX10" fmla="*/ 6649 w 79391"/>
                  <a:gd name="connsiteY10" fmla="*/ 17701 h 79379"/>
                  <a:gd name="connsiteX11" fmla="*/ 11611 w 79391"/>
                  <a:gd name="connsiteY11" fmla="*/ 11647 h 79379"/>
                  <a:gd name="connsiteX12" fmla="*/ 17615 w 79391"/>
                  <a:gd name="connsiteY12" fmla="*/ 6685 h 79379"/>
                  <a:gd name="connsiteX13" fmla="*/ 24513 w 79391"/>
                  <a:gd name="connsiteY13" fmla="*/ 3062 h 79379"/>
                  <a:gd name="connsiteX14" fmla="*/ 47437 w 79391"/>
                  <a:gd name="connsiteY14" fmla="*/ 780 h 79379"/>
                  <a:gd name="connsiteX15" fmla="*/ 54881 w 79391"/>
                  <a:gd name="connsiteY15" fmla="*/ 3062 h 79379"/>
                  <a:gd name="connsiteX16" fmla="*/ 61728 w 79391"/>
                  <a:gd name="connsiteY16" fmla="*/ 6685 h 79379"/>
                  <a:gd name="connsiteX17" fmla="*/ 67732 w 79391"/>
                  <a:gd name="connsiteY17" fmla="*/ 11647 h 79379"/>
                  <a:gd name="connsiteX18" fmla="*/ 72694 w 79391"/>
                  <a:gd name="connsiteY18" fmla="*/ 17701 h 79379"/>
                  <a:gd name="connsiteX19" fmla="*/ 76317 w 79391"/>
                  <a:gd name="connsiteY19" fmla="*/ 24548 h 79379"/>
                  <a:gd name="connsiteX20" fmla="*/ 78599 w 79391"/>
                  <a:gd name="connsiteY20" fmla="*/ 31942 h 79379"/>
                  <a:gd name="connsiteX21" fmla="*/ 78599 w 79391"/>
                  <a:gd name="connsiteY21" fmla="*/ 47473 h 79379"/>
                  <a:gd name="connsiteX22" fmla="*/ 76317 w 79391"/>
                  <a:gd name="connsiteY22" fmla="*/ 54916 h 79379"/>
                  <a:gd name="connsiteX23" fmla="*/ 72694 w 79391"/>
                  <a:gd name="connsiteY23" fmla="*/ 61764 h 79379"/>
                  <a:gd name="connsiteX24" fmla="*/ 67732 w 79391"/>
                  <a:gd name="connsiteY24" fmla="*/ 67768 h 79379"/>
                  <a:gd name="connsiteX25" fmla="*/ 61728 w 79391"/>
                  <a:gd name="connsiteY25" fmla="*/ 72730 h 79379"/>
                  <a:gd name="connsiteX26" fmla="*/ 54831 w 79391"/>
                  <a:gd name="connsiteY26" fmla="*/ 76352 h 79379"/>
                  <a:gd name="connsiteX27" fmla="*/ 47437 w 79391"/>
                  <a:gd name="connsiteY27" fmla="*/ 78635 h 79379"/>
                  <a:gd name="connsiteX28" fmla="*/ 39697 w 79391"/>
                  <a:gd name="connsiteY28" fmla="*/ 79379 h 7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9391" h="79379">
                    <a:moveTo>
                      <a:pt x="39697" y="79379"/>
                    </a:moveTo>
                    <a:cubicBezTo>
                      <a:pt x="37082" y="79379"/>
                      <a:pt x="34472" y="79131"/>
                      <a:pt x="31906" y="78635"/>
                    </a:cubicBezTo>
                    <a:cubicBezTo>
                      <a:pt x="29371" y="78124"/>
                      <a:pt x="26894" y="77360"/>
                      <a:pt x="24513" y="76352"/>
                    </a:cubicBezTo>
                    <a:cubicBezTo>
                      <a:pt x="22101" y="75375"/>
                      <a:pt x="19789" y="74159"/>
                      <a:pt x="17615" y="72730"/>
                    </a:cubicBezTo>
                    <a:cubicBezTo>
                      <a:pt x="15462" y="71271"/>
                      <a:pt x="13452" y="69609"/>
                      <a:pt x="11611" y="67768"/>
                    </a:cubicBezTo>
                    <a:cubicBezTo>
                      <a:pt x="9770" y="65927"/>
                      <a:pt x="8113" y="63917"/>
                      <a:pt x="6649" y="61764"/>
                    </a:cubicBezTo>
                    <a:cubicBezTo>
                      <a:pt x="5250" y="59590"/>
                      <a:pt x="4034" y="57298"/>
                      <a:pt x="3027" y="54916"/>
                    </a:cubicBezTo>
                    <a:cubicBezTo>
                      <a:pt x="2049" y="52505"/>
                      <a:pt x="1285" y="50019"/>
                      <a:pt x="744" y="47473"/>
                    </a:cubicBezTo>
                    <a:cubicBezTo>
                      <a:pt x="-248" y="42342"/>
                      <a:pt x="-248" y="37073"/>
                      <a:pt x="744" y="31942"/>
                    </a:cubicBezTo>
                    <a:cubicBezTo>
                      <a:pt x="1280" y="29411"/>
                      <a:pt x="2044" y="26940"/>
                      <a:pt x="3027" y="24548"/>
                    </a:cubicBezTo>
                    <a:cubicBezTo>
                      <a:pt x="4014" y="22157"/>
                      <a:pt x="5230" y="19864"/>
                      <a:pt x="6649" y="17701"/>
                    </a:cubicBezTo>
                    <a:cubicBezTo>
                      <a:pt x="8093" y="15522"/>
                      <a:pt x="9755" y="13493"/>
                      <a:pt x="11611" y="11647"/>
                    </a:cubicBezTo>
                    <a:cubicBezTo>
                      <a:pt x="13462" y="9821"/>
                      <a:pt x="15472" y="8159"/>
                      <a:pt x="17615" y="6685"/>
                    </a:cubicBezTo>
                    <a:cubicBezTo>
                      <a:pt x="19804" y="5276"/>
                      <a:pt x="22111" y="4060"/>
                      <a:pt x="24513" y="3062"/>
                    </a:cubicBezTo>
                    <a:cubicBezTo>
                      <a:pt x="31752" y="16"/>
                      <a:pt x="39741" y="-783"/>
                      <a:pt x="47437" y="780"/>
                    </a:cubicBezTo>
                    <a:cubicBezTo>
                      <a:pt x="49988" y="1301"/>
                      <a:pt x="52479" y="2065"/>
                      <a:pt x="54881" y="3062"/>
                    </a:cubicBezTo>
                    <a:cubicBezTo>
                      <a:pt x="57262" y="4070"/>
                      <a:pt x="59555" y="5286"/>
                      <a:pt x="61728" y="6685"/>
                    </a:cubicBezTo>
                    <a:cubicBezTo>
                      <a:pt x="63872" y="8159"/>
                      <a:pt x="65881" y="9821"/>
                      <a:pt x="67732" y="11647"/>
                    </a:cubicBezTo>
                    <a:cubicBezTo>
                      <a:pt x="69588" y="13493"/>
                      <a:pt x="71250" y="15522"/>
                      <a:pt x="72694" y="17701"/>
                    </a:cubicBezTo>
                    <a:cubicBezTo>
                      <a:pt x="74133" y="19854"/>
                      <a:pt x="75349" y="22147"/>
                      <a:pt x="76317" y="24548"/>
                    </a:cubicBezTo>
                    <a:cubicBezTo>
                      <a:pt x="77324" y="26930"/>
                      <a:pt x="78088" y="29406"/>
                      <a:pt x="78599" y="31942"/>
                    </a:cubicBezTo>
                    <a:cubicBezTo>
                      <a:pt x="79656" y="37063"/>
                      <a:pt x="79656" y="42352"/>
                      <a:pt x="78599" y="47473"/>
                    </a:cubicBezTo>
                    <a:cubicBezTo>
                      <a:pt x="78083" y="50024"/>
                      <a:pt x="77314" y="52514"/>
                      <a:pt x="76317" y="54916"/>
                    </a:cubicBezTo>
                    <a:cubicBezTo>
                      <a:pt x="75329" y="57308"/>
                      <a:pt x="74114" y="59600"/>
                      <a:pt x="72694" y="61764"/>
                    </a:cubicBezTo>
                    <a:cubicBezTo>
                      <a:pt x="71245" y="63927"/>
                      <a:pt x="69583" y="65942"/>
                      <a:pt x="67732" y="67768"/>
                    </a:cubicBezTo>
                    <a:cubicBezTo>
                      <a:pt x="65891" y="69609"/>
                      <a:pt x="63882" y="71271"/>
                      <a:pt x="61728" y="72730"/>
                    </a:cubicBezTo>
                    <a:cubicBezTo>
                      <a:pt x="59555" y="74159"/>
                      <a:pt x="57243" y="75375"/>
                      <a:pt x="54831" y="76352"/>
                    </a:cubicBezTo>
                    <a:cubicBezTo>
                      <a:pt x="52449" y="77360"/>
                      <a:pt x="49973" y="78124"/>
                      <a:pt x="47437" y="78635"/>
                    </a:cubicBezTo>
                    <a:cubicBezTo>
                      <a:pt x="44887" y="79126"/>
                      <a:pt x="42297" y="79379"/>
                      <a:pt x="39697" y="79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77AFEBE4-09DE-E14B-8A4D-6D00C908FA4D}"/>
              </a:ext>
            </a:extLst>
          </p:cNvPr>
          <p:cNvGrpSpPr/>
          <p:nvPr/>
        </p:nvGrpSpPr>
        <p:grpSpPr>
          <a:xfrm>
            <a:off x="5451101" y="3645183"/>
            <a:ext cx="857347" cy="850895"/>
            <a:chOff x="5451101" y="3645183"/>
            <a:chExt cx="857347" cy="850895"/>
          </a:xfrm>
        </p:grpSpPr>
        <p:grpSp>
          <p:nvGrpSpPr>
            <p:cNvPr id="71" name="Picture Placeholder 34">
              <a:extLst>
                <a:ext uri="{FF2B5EF4-FFF2-40B4-BE49-F238E27FC236}">
                  <a16:creationId xmlns:a16="http://schemas.microsoft.com/office/drawing/2014/main" id="{6B6E59DC-AE28-07B1-A53B-9033D5803705}"/>
                </a:ext>
              </a:extLst>
            </p:cNvPr>
            <p:cNvGrpSpPr/>
            <p:nvPr/>
          </p:nvGrpSpPr>
          <p:grpSpPr>
            <a:xfrm>
              <a:off x="5718114" y="3948596"/>
              <a:ext cx="318033" cy="329002"/>
              <a:chOff x="5718114" y="3948596"/>
              <a:chExt cx="318033" cy="329002"/>
            </a:xfrm>
            <a:solidFill>
              <a:srgbClr val="EE7684"/>
            </a:solidFill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290966C8-200F-021B-FCB3-D1B74AB1A536}"/>
                  </a:ext>
                </a:extLst>
              </p:cNvPr>
              <p:cNvSpPr/>
              <p:nvPr/>
            </p:nvSpPr>
            <p:spPr>
              <a:xfrm>
                <a:off x="5806319" y="3948596"/>
                <a:ext cx="94316" cy="133993"/>
              </a:xfrm>
              <a:custGeom>
                <a:avLst/>
                <a:gdLst>
                  <a:gd name="connsiteX0" fmla="*/ 54600 w 94316"/>
                  <a:gd name="connsiteY0" fmla="*/ 133993 h 133993"/>
                  <a:gd name="connsiteX1" fmla="*/ 16343 w 94316"/>
                  <a:gd name="connsiteY1" fmla="*/ 104916 h 133993"/>
                  <a:gd name="connsiteX2" fmla="*/ 1456 w 94316"/>
                  <a:gd name="connsiteY2" fmla="*/ 50333 h 133993"/>
                  <a:gd name="connsiteX3" fmla="*/ 29095 w 94316"/>
                  <a:gd name="connsiteY3" fmla="*/ 1456 h 133993"/>
                  <a:gd name="connsiteX4" fmla="*/ 77972 w 94316"/>
                  <a:gd name="connsiteY4" fmla="*/ 29095 h 133993"/>
                  <a:gd name="connsiteX5" fmla="*/ 92858 w 94316"/>
                  <a:gd name="connsiteY5" fmla="*/ 83678 h 133993"/>
                  <a:gd name="connsiteX6" fmla="*/ 65233 w 94316"/>
                  <a:gd name="connsiteY6" fmla="*/ 132550 h 133993"/>
                  <a:gd name="connsiteX7" fmla="*/ 65219 w 94316"/>
                  <a:gd name="connsiteY7" fmla="*/ 132554 h 133993"/>
                  <a:gd name="connsiteX8" fmla="*/ 54600 w 94316"/>
                  <a:gd name="connsiteY8" fmla="*/ 133993 h 13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316" h="133993">
                    <a:moveTo>
                      <a:pt x="54600" y="133993"/>
                    </a:moveTo>
                    <a:cubicBezTo>
                      <a:pt x="36763" y="133997"/>
                      <a:pt x="21114" y="122103"/>
                      <a:pt x="16343" y="104916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2858" y="83678"/>
                    </a:lnTo>
                    <a:cubicBezTo>
                      <a:pt x="98725" y="104802"/>
                      <a:pt x="86358" y="126683"/>
                      <a:pt x="65233" y="132550"/>
                    </a:cubicBezTo>
                    <a:cubicBezTo>
                      <a:pt x="65229" y="132552"/>
                      <a:pt x="65224" y="132553"/>
                      <a:pt x="65219" y="132554"/>
                    </a:cubicBezTo>
                    <a:cubicBezTo>
                      <a:pt x="61756" y="133488"/>
                      <a:pt x="58187" y="133972"/>
                      <a:pt x="54600" y="1339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D68F626F-9DBA-3CCF-F072-C0D68CFA9EB3}"/>
                  </a:ext>
                </a:extLst>
              </p:cNvPr>
              <p:cNvSpPr/>
              <p:nvPr/>
            </p:nvSpPr>
            <p:spPr>
              <a:xfrm>
                <a:off x="5874831" y="3962759"/>
                <a:ext cx="108871" cy="127919"/>
              </a:xfrm>
              <a:custGeom>
                <a:avLst/>
                <a:gdLst>
                  <a:gd name="connsiteX0" fmla="*/ 39678 w 108871"/>
                  <a:gd name="connsiteY0" fmla="*/ 127918 h 127919"/>
                  <a:gd name="connsiteX1" fmla="*/ 19135 w 108871"/>
                  <a:gd name="connsiteY1" fmla="*/ 122162 h 127919"/>
                  <a:gd name="connsiteX2" fmla="*/ 5749 w 108871"/>
                  <a:gd name="connsiteY2" fmla="*/ 67642 h 127919"/>
                  <a:gd name="connsiteX3" fmla="*/ 5787 w 108871"/>
                  <a:gd name="connsiteY3" fmla="*/ 67580 h 127919"/>
                  <a:gd name="connsiteX4" fmla="*/ 35212 w 108871"/>
                  <a:gd name="connsiteY4" fmla="*/ 19100 h 127919"/>
                  <a:gd name="connsiteX5" fmla="*/ 89770 w 108871"/>
                  <a:gd name="connsiteY5" fmla="*/ 5777 h 127919"/>
                  <a:gd name="connsiteX6" fmla="*/ 103094 w 108871"/>
                  <a:gd name="connsiteY6" fmla="*/ 60335 h 127919"/>
                  <a:gd name="connsiteX7" fmla="*/ 73867 w 108871"/>
                  <a:gd name="connsiteY7" fmla="*/ 108914 h 127919"/>
                  <a:gd name="connsiteX8" fmla="*/ 39678 w 108871"/>
                  <a:gd name="connsiteY8" fmla="*/ 127918 h 1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871" h="127919">
                    <a:moveTo>
                      <a:pt x="39678" y="127918"/>
                    </a:moveTo>
                    <a:cubicBezTo>
                      <a:pt x="32431" y="127931"/>
                      <a:pt x="25321" y="125939"/>
                      <a:pt x="19135" y="122162"/>
                    </a:cubicBezTo>
                    <a:cubicBezTo>
                      <a:pt x="384" y="110804"/>
                      <a:pt x="-5610" y="86394"/>
                      <a:pt x="5749" y="67642"/>
                    </a:cubicBezTo>
                    <a:cubicBezTo>
                      <a:pt x="5762" y="67621"/>
                      <a:pt x="5774" y="67600"/>
                      <a:pt x="5787" y="67580"/>
                    </a:cubicBezTo>
                    <a:lnTo>
                      <a:pt x="35212" y="19100"/>
                    </a:lnTo>
                    <a:cubicBezTo>
                      <a:pt x="46599" y="355"/>
                      <a:pt x="71024" y="-5609"/>
                      <a:pt x="89770" y="5777"/>
                    </a:cubicBezTo>
                    <a:cubicBezTo>
                      <a:pt x="108517" y="17164"/>
                      <a:pt x="114482" y="41590"/>
                      <a:pt x="103094" y="60335"/>
                    </a:cubicBezTo>
                    <a:lnTo>
                      <a:pt x="73867" y="108914"/>
                    </a:lnTo>
                    <a:cubicBezTo>
                      <a:pt x="66598" y="120813"/>
                      <a:pt x="53621" y="128028"/>
                      <a:pt x="39678" y="12791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104DDAB4-574C-9124-0486-FA774F62EA2E}"/>
                  </a:ext>
                </a:extLst>
              </p:cNvPr>
              <p:cNvSpPr/>
              <p:nvPr/>
            </p:nvSpPr>
            <p:spPr>
              <a:xfrm>
                <a:off x="5915710" y="4047231"/>
                <a:ext cx="120437" cy="87708"/>
              </a:xfrm>
              <a:custGeom>
                <a:avLst/>
                <a:gdLst>
                  <a:gd name="connsiteX0" fmla="*/ 39637 w 120437"/>
                  <a:gd name="connsiteY0" fmla="*/ 87708 h 87708"/>
                  <a:gd name="connsiteX1" fmla="*/ 0 w 120437"/>
                  <a:gd name="connsiteY1" fmla="*/ 47952 h 87708"/>
                  <a:gd name="connsiteX2" fmla="*/ 31797 w 120437"/>
                  <a:gd name="connsiteY2" fmla="*/ 9109 h 87708"/>
                  <a:gd name="connsiteX3" fmla="*/ 73230 w 120437"/>
                  <a:gd name="connsiteY3" fmla="*/ 723 h 87708"/>
                  <a:gd name="connsiteX4" fmla="*/ 119715 w 120437"/>
                  <a:gd name="connsiteY4" fmla="*/ 32200 h 87708"/>
                  <a:gd name="connsiteX5" fmla="*/ 89010 w 120437"/>
                  <a:gd name="connsiteY5" fmla="*/ 78528 h 87708"/>
                  <a:gd name="connsiteX6" fmla="*/ 47527 w 120437"/>
                  <a:gd name="connsiteY6" fmla="*/ 86914 h 87708"/>
                  <a:gd name="connsiteX7" fmla="*/ 39637 w 120437"/>
                  <a:gd name="connsiteY7" fmla="*/ 87708 h 87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437" h="87708">
                    <a:moveTo>
                      <a:pt x="39637" y="87708"/>
                    </a:moveTo>
                    <a:cubicBezTo>
                      <a:pt x="17713" y="87675"/>
                      <a:pt x="-33" y="69876"/>
                      <a:pt x="0" y="47952"/>
                    </a:cubicBezTo>
                    <a:cubicBezTo>
                      <a:pt x="28" y="29096"/>
                      <a:pt x="13318" y="12861"/>
                      <a:pt x="31797" y="9109"/>
                    </a:cubicBezTo>
                    <a:lnTo>
                      <a:pt x="73230" y="723"/>
                    </a:lnTo>
                    <a:cubicBezTo>
                      <a:pt x="94761" y="-3421"/>
                      <a:pt x="115572" y="10671"/>
                      <a:pt x="119715" y="32200"/>
                    </a:cubicBezTo>
                    <a:cubicBezTo>
                      <a:pt x="123799" y="53427"/>
                      <a:pt x="110153" y="74022"/>
                      <a:pt x="89010" y="78528"/>
                    </a:cubicBezTo>
                    <a:lnTo>
                      <a:pt x="47527" y="86914"/>
                    </a:lnTo>
                    <a:cubicBezTo>
                      <a:pt x="44932" y="87442"/>
                      <a:pt x="42287" y="87708"/>
                      <a:pt x="39637" y="8770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E88F9BCF-E9FA-7DBF-59EE-0E943B87372C}"/>
                  </a:ext>
                </a:extLst>
              </p:cNvPr>
              <p:cNvSpPr/>
              <p:nvPr/>
            </p:nvSpPr>
            <p:spPr>
              <a:xfrm>
                <a:off x="5902584" y="4111868"/>
                <a:ext cx="123384" cy="105986"/>
              </a:xfrm>
              <a:custGeom>
                <a:avLst/>
                <a:gdLst>
                  <a:gd name="connsiteX0" fmla="*/ 83727 w 123384"/>
                  <a:gd name="connsiteY0" fmla="*/ 105987 h 105986"/>
                  <a:gd name="connsiteX1" fmla="*/ 63234 w 123384"/>
                  <a:gd name="connsiteY1" fmla="*/ 100280 h 105986"/>
                  <a:gd name="connsiteX2" fmla="*/ 20113 w 123384"/>
                  <a:gd name="connsiteY2" fmla="*/ 74230 h 105986"/>
                  <a:gd name="connsiteX3" fmla="*/ 5177 w 123384"/>
                  <a:gd name="connsiteY3" fmla="*/ 20113 h 105986"/>
                  <a:gd name="connsiteX4" fmla="*/ 59294 w 123384"/>
                  <a:gd name="connsiteY4" fmla="*/ 5177 h 105986"/>
                  <a:gd name="connsiteX5" fmla="*/ 61150 w 123384"/>
                  <a:gd name="connsiteY5" fmla="*/ 6299 h 105986"/>
                  <a:gd name="connsiteX6" fmla="*/ 104270 w 123384"/>
                  <a:gd name="connsiteY6" fmla="*/ 32350 h 105986"/>
                  <a:gd name="connsiteX7" fmla="*/ 117623 w 123384"/>
                  <a:gd name="connsiteY7" fmla="*/ 86878 h 105986"/>
                  <a:gd name="connsiteX8" fmla="*/ 83727 w 123384"/>
                  <a:gd name="connsiteY8" fmla="*/ 105987 h 10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384" h="105986">
                    <a:moveTo>
                      <a:pt x="83727" y="105987"/>
                    </a:moveTo>
                    <a:cubicBezTo>
                      <a:pt x="76502" y="105987"/>
                      <a:pt x="69416" y="104012"/>
                      <a:pt x="63234" y="100280"/>
                    </a:cubicBezTo>
                    <a:lnTo>
                      <a:pt x="20113" y="74230"/>
                    </a:lnTo>
                    <a:cubicBezTo>
                      <a:pt x="1045" y="63412"/>
                      <a:pt x="-5642" y="39182"/>
                      <a:pt x="5177" y="20113"/>
                    </a:cubicBezTo>
                    <a:cubicBezTo>
                      <a:pt x="15997" y="1045"/>
                      <a:pt x="40225" y="-5642"/>
                      <a:pt x="59294" y="5177"/>
                    </a:cubicBezTo>
                    <a:cubicBezTo>
                      <a:pt x="59924" y="5534"/>
                      <a:pt x="60539" y="5908"/>
                      <a:pt x="61150" y="6299"/>
                    </a:cubicBezTo>
                    <a:lnTo>
                      <a:pt x="104270" y="32350"/>
                    </a:lnTo>
                    <a:cubicBezTo>
                      <a:pt x="123017" y="43718"/>
                      <a:pt x="128991" y="68131"/>
                      <a:pt x="117623" y="86878"/>
                    </a:cubicBezTo>
                    <a:cubicBezTo>
                      <a:pt x="110433" y="98727"/>
                      <a:pt x="97586" y="105972"/>
                      <a:pt x="83727" y="10598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C6BFE6C3-9350-9FF2-FCA4-380BEC7B6B6A}"/>
                  </a:ext>
                </a:extLst>
              </p:cNvPr>
              <p:cNvSpPr/>
              <p:nvPr/>
            </p:nvSpPr>
            <p:spPr>
              <a:xfrm>
                <a:off x="5852543" y="4158099"/>
                <a:ext cx="89191" cy="119499"/>
              </a:xfrm>
              <a:custGeom>
                <a:avLst/>
                <a:gdLst>
                  <a:gd name="connsiteX0" fmla="*/ 49462 w 89191"/>
                  <a:gd name="connsiteY0" fmla="*/ 119500 h 119499"/>
                  <a:gd name="connsiteX1" fmla="*/ 10907 w 89191"/>
                  <a:gd name="connsiteY1" fmla="*/ 89132 h 119499"/>
                  <a:gd name="connsiteX2" fmla="*/ 982 w 89191"/>
                  <a:gd name="connsiteY2" fmla="*/ 48443 h 119499"/>
                  <a:gd name="connsiteX3" fmla="*/ 30967 w 89191"/>
                  <a:gd name="connsiteY3" fmla="*/ 981 h 119499"/>
                  <a:gd name="connsiteX4" fmla="*/ 78143 w 89191"/>
                  <a:gd name="connsiteY4" fmla="*/ 29785 h 119499"/>
                  <a:gd name="connsiteX5" fmla="*/ 88067 w 89191"/>
                  <a:gd name="connsiteY5" fmla="*/ 70474 h 119499"/>
                  <a:gd name="connsiteX6" fmla="*/ 58828 w 89191"/>
                  <a:gd name="connsiteY6" fmla="*/ 118398 h 119499"/>
                  <a:gd name="connsiteX7" fmla="*/ 58791 w 89191"/>
                  <a:gd name="connsiteY7" fmla="*/ 118408 h 119499"/>
                  <a:gd name="connsiteX8" fmla="*/ 49462 w 89191"/>
                  <a:gd name="connsiteY8" fmla="*/ 119500 h 11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1" h="119499">
                    <a:moveTo>
                      <a:pt x="49462" y="119500"/>
                    </a:moveTo>
                    <a:cubicBezTo>
                      <a:pt x="31142" y="119485"/>
                      <a:pt x="15212" y="106936"/>
                      <a:pt x="10907" y="89132"/>
                    </a:cubicBezTo>
                    <a:lnTo>
                      <a:pt x="982" y="48443"/>
                    </a:lnTo>
                    <a:cubicBezTo>
                      <a:pt x="-3844" y="27056"/>
                      <a:pt x="9581" y="5809"/>
                      <a:pt x="30967" y="981"/>
                    </a:cubicBezTo>
                    <a:cubicBezTo>
                      <a:pt x="51892" y="-3738"/>
                      <a:pt x="72783" y="9014"/>
                      <a:pt x="78143" y="29785"/>
                    </a:cubicBezTo>
                    <a:lnTo>
                      <a:pt x="88067" y="70474"/>
                    </a:lnTo>
                    <a:cubicBezTo>
                      <a:pt x="93227" y="91781"/>
                      <a:pt x="80136" y="113237"/>
                      <a:pt x="58828" y="118398"/>
                    </a:cubicBezTo>
                    <a:cubicBezTo>
                      <a:pt x="58816" y="118403"/>
                      <a:pt x="58803" y="118403"/>
                      <a:pt x="58791" y="118408"/>
                    </a:cubicBezTo>
                    <a:cubicBezTo>
                      <a:pt x="55734" y="119132"/>
                      <a:pt x="52603" y="119500"/>
                      <a:pt x="49462" y="11950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4F4CEEC5-013F-6AA7-824F-E9B46D6160A3}"/>
                  </a:ext>
                </a:extLst>
              </p:cNvPr>
              <p:cNvSpPr/>
              <p:nvPr/>
            </p:nvSpPr>
            <p:spPr>
              <a:xfrm>
                <a:off x="5771096" y="4141679"/>
                <a:ext cx="104382" cy="121877"/>
              </a:xfrm>
              <a:custGeom>
                <a:avLst/>
                <a:gdLst>
                  <a:gd name="connsiteX0" fmla="*/ 39557 w 104382"/>
                  <a:gd name="connsiteY0" fmla="*/ 121877 h 121877"/>
                  <a:gd name="connsiteX1" fmla="*/ 0 w 104382"/>
                  <a:gd name="connsiteY1" fmla="*/ 82042 h 121877"/>
                  <a:gd name="connsiteX2" fmla="*/ 5319 w 104382"/>
                  <a:gd name="connsiteY2" fmla="*/ 62332 h 121877"/>
                  <a:gd name="connsiteX3" fmla="*/ 30129 w 104382"/>
                  <a:gd name="connsiteY3" fmla="*/ 20155 h 121877"/>
                  <a:gd name="connsiteX4" fmla="*/ 84226 w 104382"/>
                  <a:gd name="connsiteY4" fmla="*/ 5154 h 121877"/>
                  <a:gd name="connsiteX5" fmla="*/ 99229 w 104382"/>
                  <a:gd name="connsiteY5" fmla="*/ 59251 h 121877"/>
                  <a:gd name="connsiteX6" fmla="*/ 98705 w 104382"/>
                  <a:gd name="connsiteY6" fmla="*/ 60149 h 121877"/>
                  <a:gd name="connsiteX7" fmla="*/ 73894 w 104382"/>
                  <a:gd name="connsiteY7" fmla="*/ 102327 h 121877"/>
                  <a:gd name="connsiteX8" fmla="*/ 39557 w 104382"/>
                  <a:gd name="connsiteY8" fmla="*/ 121877 h 12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382" h="121877">
                    <a:moveTo>
                      <a:pt x="39557" y="121877"/>
                    </a:moveTo>
                    <a:cubicBezTo>
                      <a:pt x="17633" y="121798"/>
                      <a:pt x="-77" y="103964"/>
                      <a:pt x="0" y="82042"/>
                    </a:cubicBezTo>
                    <a:cubicBezTo>
                      <a:pt x="25" y="75120"/>
                      <a:pt x="1858" y="68326"/>
                      <a:pt x="5319" y="62332"/>
                    </a:cubicBezTo>
                    <a:lnTo>
                      <a:pt x="30129" y="20155"/>
                    </a:lnTo>
                    <a:cubicBezTo>
                      <a:pt x="40925" y="1076"/>
                      <a:pt x="65145" y="-5644"/>
                      <a:pt x="84226" y="5154"/>
                    </a:cubicBezTo>
                    <a:cubicBezTo>
                      <a:pt x="103308" y="15947"/>
                      <a:pt x="110025" y="40167"/>
                      <a:pt x="99229" y="59251"/>
                    </a:cubicBezTo>
                    <a:cubicBezTo>
                      <a:pt x="99058" y="59554"/>
                      <a:pt x="98883" y="59851"/>
                      <a:pt x="98705" y="60149"/>
                    </a:cubicBezTo>
                    <a:lnTo>
                      <a:pt x="73894" y="102327"/>
                    </a:lnTo>
                    <a:cubicBezTo>
                      <a:pt x="66735" y="114484"/>
                      <a:pt x="53664" y="121927"/>
                      <a:pt x="39557" y="12187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CD1AD35F-2A58-B96F-39D2-34E761F55A05}"/>
                  </a:ext>
                </a:extLst>
              </p:cNvPr>
              <p:cNvSpPr/>
              <p:nvPr/>
            </p:nvSpPr>
            <p:spPr>
              <a:xfrm>
                <a:off x="5718114" y="4091012"/>
                <a:ext cx="125083" cy="91761"/>
              </a:xfrm>
              <a:custGeom>
                <a:avLst/>
                <a:gdLst>
                  <a:gd name="connsiteX0" fmla="*/ 39842 w 125083"/>
                  <a:gd name="connsiteY0" fmla="*/ 91761 h 91761"/>
                  <a:gd name="connsiteX1" fmla="*/ 0 w 125083"/>
                  <a:gd name="connsiteY1" fmla="*/ 52209 h 91761"/>
                  <a:gd name="connsiteX2" fmla="*/ 29472 w 125083"/>
                  <a:gd name="connsiteY2" fmla="*/ 13708 h 91761"/>
                  <a:gd name="connsiteX3" fmla="*/ 75520 w 125083"/>
                  <a:gd name="connsiteY3" fmla="*/ 1253 h 91761"/>
                  <a:gd name="connsiteX4" fmla="*/ 123831 w 125083"/>
                  <a:gd name="connsiteY4" fmla="*/ 29848 h 91761"/>
                  <a:gd name="connsiteX5" fmla="*/ 96311 w 125083"/>
                  <a:gd name="connsiteY5" fmla="*/ 77868 h 91761"/>
                  <a:gd name="connsiteX6" fmla="*/ 50312 w 125083"/>
                  <a:gd name="connsiteY6" fmla="*/ 90322 h 91761"/>
                  <a:gd name="connsiteX7" fmla="*/ 39842 w 125083"/>
                  <a:gd name="connsiteY7" fmla="*/ 91761 h 91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083" h="91761">
                    <a:moveTo>
                      <a:pt x="39842" y="91761"/>
                    </a:moveTo>
                    <a:cubicBezTo>
                      <a:pt x="17919" y="91841"/>
                      <a:pt x="81" y="74136"/>
                      <a:pt x="0" y="52209"/>
                    </a:cubicBezTo>
                    <a:cubicBezTo>
                      <a:pt x="-66" y="34171"/>
                      <a:pt x="12040" y="18355"/>
                      <a:pt x="29472" y="13708"/>
                    </a:cubicBezTo>
                    <a:lnTo>
                      <a:pt x="75520" y="1253"/>
                    </a:lnTo>
                    <a:cubicBezTo>
                      <a:pt x="96757" y="-4192"/>
                      <a:pt x="118386" y="8611"/>
                      <a:pt x="123831" y="29848"/>
                    </a:cubicBezTo>
                    <a:cubicBezTo>
                      <a:pt x="129168" y="50666"/>
                      <a:pt x="116970" y="71948"/>
                      <a:pt x="96311" y="77868"/>
                    </a:cubicBezTo>
                    <a:lnTo>
                      <a:pt x="50312" y="90322"/>
                    </a:lnTo>
                    <a:cubicBezTo>
                      <a:pt x="46900" y="91260"/>
                      <a:pt x="43380" y="91742"/>
                      <a:pt x="39842" y="9176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35DAE239-9F7E-D667-C4A7-3A39FF24F782}"/>
                  </a:ext>
                </a:extLst>
              </p:cNvPr>
              <p:cNvSpPr/>
              <p:nvPr/>
            </p:nvSpPr>
            <p:spPr>
              <a:xfrm>
                <a:off x="5728884" y="4004914"/>
                <a:ext cx="123745" cy="108241"/>
              </a:xfrm>
              <a:custGeom>
                <a:avLst/>
                <a:gdLst>
                  <a:gd name="connsiteX0" fmla="*/ 83754 w 123745"/>
                  <a:gd name="connsiteY0" fmla="*/ 108241 h 108241"/>
                  <a:gd name="connsiteX1" fmla="*/ 62119 w 123745"/>
                  <a:gd name="connsiteY1" fmla="*/ 101791 h 108241"/>
                  <a:gd name="connsiteX2" fmla="*/ 17957 w 123745"/>
                  <a:gd name="connsiteY2" fmla="*/ 73011 h 108241"/>
                  <a:gd name="connsiteX3" fmla="*/ 6519 w 123745"/>
                  <a:gd name="connsiteY3" fmla="*/ 17957 h 108241"/>
                  <a:gd name="connsiteX4" fmla="*/ 61573 w 123745"/>
                  <a:gd name="connsiteY4" fmla="*/ 6519 h 108241"/>
                  <a:gd name="connsiteX5" fmla="*/ 105736 w 123745"/>
                  <a:gd name="connsiteY5" fmla="*/ 35299 h 108241"/>
                  <a:gd name="connsiteX6" fmla="*/ 117290 w 123745"/>
                  <a:gd name="connsiteY6" fmla="*/ 90237 h 108241"/>
                  <a:gd name="connsiteX7" fmla="*/ 84002 w 123745"/>
                  <a:gd name="connsiteY7" fmla="*/ 108241 h 108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745" h="108241">
                    <a:moveTo>
                      <a:pt x="83754" y="108241"/>
                    </a:moveTo>
                    <a:cubicBezTo>
                      <a:pt x="76070" y="108231"/>
                      <a:pt x="68554" y="105990"/>
                      <a:pt x="62119" y="101791"/>
                    </a:cubicBezTo>
                    <a:lnTo>
                      <a:pt x="17957" y="73011"/>
                    </a:lnTo>
                    <a:cubicBezTo>
                      <a:pt x="-405" y="60966"/>
                      <a:pt x="-5525" y="36318"/>
                      <a:pt x="6519" y="17957"/>
                    </a:cubicBezTo>
                    <a:cubicBezTo>
                      <a:pt x="18563" y="-405"/>
                      <a:pt x="43212" y="-5525"/>
                      <a:pt x="61573" y="6519"/>
                    </a:cubicBezTo>
                    <a:lnTo>
                      <a:pt x="105736" y="35299"/>
                    </a:lnTo>
                    <a:cubicBezTo>
                      <a:pt x="124097" y="47279"/>
                      <a:pt x="129270" y="71875"/>
                      <a:pt x="117290" y="90237"/>
                    </a:cubicBezTo>
                    <a:cubicBezTo>
                      <a:pt x="109953" y="101482"/>
                      <a:pt x="97429" y="108256"/>
                      <a:pt x="84002" y="10824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D54175AC-C343-9747-08CB-797BD6B0B3CD}"/>
                  </a:ext>
                </a:extLst>
              </p:cNvPr>
              <p:cNvSpPr/>
              <p:nvPr/>
            </p:nvSpPr>
            <p:spPr>
              <a:xfrm>
                <a:off x="5763031" y="4000417"/>
                <a:ext cx="229348" cy="229346"/>
              </a:xfrm>
              <a:custGeom>
                <a:avLst/>
                <a:gdLst>
                  <a:gd name="connsiteX0" fmla="*/ 114709 w 229348"/>
                  <a:gd name="connsiteY0" fmla="*/ 229347 h 229346"/>
                  <a:gd name="connsiteX1" fmla="*/ 0 w 229348"/>
                  <a:gd name="connsiteY1" fmla="*/ 114709 h 229346"/>
                  <a:gd name="connsiteX2" fmla="*/ 114638 w 229348"/>
                  <a:gd name="connsiteY2" fmla="*/ 0 h 229346"/>
                  <a:gd name="connsiteX3" fmla="*/ 229348 w 229348"/>
                  <a:gd name="connsiteY3" fmla="*/ 114638 h 229346"/>
                  <a:gd name="connsiteX4" fmla="*/ 141058 w 229348"/>
                  <a:gd name="connsiteY4" fmla="*/ 226270 h 229346"/>
                  <a:gd name="connsiteX5" fmla="*/ 114709 w 229348"/>
                  <a:gd name="connsiteY5" fmla="*/ 229347 h 229346"/>
                  <a:gd name="connsiteX6" fmla="*/ 114709 w 229348"/>
                  <a:gd name="connsiteY6" fmla="*/ 80187 h 229346"/>
                  <a:gd name="connsiteX7" fmla="*/ 106820 w 229348"/>
                  <a:gd name="connsiteY7" fmla="*/ 81179 h 229346"/>
                  <a:gd name="connsiteX8" fmla="*/ 81066 w 229348"/>
                  <a:gd name="connsiteY8" fmla="*/ 123009 h 229346"/>
                  <a:gd name="connsiteX9" fmla="*/ 122896 w 229348"/>
                  <a:gd name="connsiteY9" fmla="*/ 148763 h 229346"/>
                  <a:gd name="connsiteX10" fmla="*/ 148649 w 229348"/>
                  <a:gd name="connsiteY10" fmla="*/ 106933 h 229346"/>
                  <a:gd name="connsiteX11" fmla="*/ 114809 w 229348"/>
                  <a:gd name="connsiteY11" fmla="*/ 80237 h 22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9348" h="229346">
                    <a:moveTo>
                      <a:pt x="114709" y="229347"/>
                    </a:moveTo>
                    <a:cubicBezTo>
                      <a:pt x="51377" y="229367"/>
                      <a:pt x="20" y="178039"/>
                      <a:pt x="0" y="114709"/>
                    </a:cubicBezTo>
                    <a:cubicBezTo>
                      <a:pt x="-19" y="51377"/>
                      <a:pt x="51306" y="20"/>
                      <a:pt x="114638" y="0"/>
                    </a:cubicBezTo>
                    <a:cubicBezTo>
                      <a:pt x="177971" y="-19"/>
                      <a:pt x="229328" y="51306"/>
                      <a:pt x="229348" y="114638"/>
                    </a:cubicBezTo>
                    <a:cubicBezTo>
                      <a:pt x="229363" y="167822"/>
                      <a:pt x="192812" y="214034"/>
                      <a:pt x="141058" y="226270"/>
                    </a:cubicBezTo>
                    <a:cubicBezTo>
                      <a:pt x="132426" y="228325"/>
                      <a:pt x="123582" y="229357"/>
                      <a:pt x="114709" y="229347"/>
                    </a:cubicBezTo>
                    <a:close/>
                    <a:moveTo>
                      <a:pt x="114709" y="80187"/>
                    </a:moveTo>
                    <a:cubicBezTo>
                      <a:pt x="112050" y="80209"/>
                      <a:pt x="109402" y="80542"/>
                      <a:pt x="106820" y="81179"/>
                    </a:cubicBezTo>
                    <a:cubicBezTo>
                      <a:pt x="88157" y="85619"/>
                      <a:pt x="76627" y="104346"/>
                      <a:pt x="81066" y="123009"/>
                    </a:cubicBezTo>
                    <a:cubicBezTo>
                      <a:pt x="85505" y="141672"/>
                      <a:pt x="104233" y="153204"/>
                      <a:pt x="122896" y="148763"/>
                    </a:cubicBezTo>
                    <a:cubicBezTo>
                      <a:pt x="141558" y="144322"/>
                      <a:pt x="153088" y="125596"/>
                      <a:pt x="148649" y="106933"/>
                    </a:cubicBezTo>
                    <a:cubicBezTo>
                      <a:pt x="144922" y="91265"/>
                      <a:pt x="130914" y="80214"/>
                      <a:pt x="114809" y="8023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E73E3689-5E1F-A69D-A51A-87A66C44D3DB}"/>
                </a:ext>
              </a:extLst>
            </p:cNvPr>
            <p:cNvSpPr/>
            <p:nvPr/>
          </p:nvSpPr>
          <p:spPr>
            <a:xfrm>
              <a:off x="5451101" y="4018628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EF4ABCEE-A065-FF20-8CA3-7274A668ED75}"/>
                </a:ext>
              </a:extLst>
            </p:cNvPr>
            <p:cNvSpPr/>
            <p:nvPr/>
          </p:nvSpPr>
          <p:spPr>
            <a:xfrm>
              <a:off x="5546418" y="3740375"/>
              <a:ext cx="142696" cy="142738"/>
            </a:xfrm>
            <a:custGeom>
              <a:avLst/>
              <a:gdLst>
                <a:gd name="connsiteX0" fmla="*/ 102868 w 142696"/>
                <a:gd name="connsiteY0" fmla="*/ 142738 h 142738"/>
                <a:gd name="connsiteX1" fmla="*/ 74783 w 142696"/>
                <a:gd name="connsiteY1" fmla="*/ 131127 h 142738"/>
                <a:gd name="connsiteX2" fmla="*/ 11616 w 142696"/>
                <a:gd name="connsiteY2" fmla="*/ 67762 h 142738"/>
                <a:gd name="connsiteX3" fmla="*/ 11641 w 142696"/>
                <a:gd name="connsiteY3" fmla="*/ 11616 h 142738"/>
                <a:gd name="connsiteX4" fmla="*/ 67786 w 142696"/>
                <a:gd name="connsiteY4" fmla="*/ 11641 h 142738"/>
                <a:gd name="connsiteX5" fmla="*/ 130904 w 142696"/>
                <a:gd name="connsiteY5" fmla="*/ 74808 h 142738"/>
                <a:gd name="connsiteX6" fmla="*/ 131235 w 142696"/>
                <a:gd name="connsiteY6" fmla="*/ 130946 h 142738"/>
                <a:gd name="connsiteX7" fmla="*/ 102868 w 142696"/>
                <a:gd name="connsiteY7" fmla="*/ 142738 h 142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696" h="142738">
                  <a:moveTo>
                    <a:pt x="102868" y="142738"/>
                  </a:moveTo>
                  <a:cubicBezTo>
                    <a:pt x="92337" y="142747"/>
                    <a:pt x="82234" y="138570"/>
                    <a:pt x="74783" y="131127"/>
                  </a:cubicBezTo>
                  <a:lnTo>
                    <a:pt x="11616" y="67762"/>
                  </a:lnTo>
                  <a:cubicBezTo>
                    <a:pt x="-3882" y="52251"/>
                    <a:pt x="-3870" y="27113"/>
                    <a:pt x="11641" y="11616"/>
                  </a:cubicBezTo>
                  <a:cubicBezTo>
                    <a:pt x="27152" y="-3882"/>
                    <a:pt x="52289" y="-3870"/>
                    <a:pt x="67786" y="11641"/>
                  </a:cubicBezTo>
                  <a:lnTo>
                    <a:pt x="130904" y="74808"/>
                  </a:lnTo>
                  <a:cubicBezTo>
                    <a:pt x="146497" y="90219"/>
                    <a:pt x="146645" y="115353"/>
                    <a:pt x="131235" y="130946"/>
                  </a:cubicBezTo>
                  <a:cubicBezTo>
                    <a:pt x="123745" y="138525"/>
                    <a:pt x="113523" y="142774"/>
                    <a:pt x="102868" y="1427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BC82708A-C5CB-B7C0-79D9-19901E85E10E}"/>
                </a:ext>
              </a:extLst>
            </p:cNvPr>
            <p:cNvSpPr/>
            <p:nvPr/>
          </p:nvSpPr>
          <p:spPr>
            <a:xfrm>
              <a:off x="5837052" y="3645183"/>
              <a:ext cx="79393" cy="168710"/>
            </a:xfrm>
            <a:custGeom>
              <a:avLst/>
              <a:gdLst>
                <a:gd name="connsiteX0" fmla="*/ 39697 w 79393"/>
                <a:gd name="connsiteY0" fmla="*/ 168710 h 168710"/>
                <a:gd name="connsiteX1" fmla="*/ 0 w 79393"/>
                <a:gd name="connsiteY1" fmla="*/ 129014 h 168710"/>
                <a:gd name="connsiteX2" fmla="*/ 0 w 79393"/>
                <a:gd name="connsiteY2" fmla="*/ 39697 h 168710"/>
                <a:gd name="connsiteX3" fmla="*/ 39697 w 79393"/>
                <a:gd name="connsiteY3" fmla="*/ 0 h 168710"/>
                <a:gd name="connsiteX4" fmla="*/ 79393 w 79393"/>
                <a:gd name="connsiteY4" fmla="*/ 39697 h 168710"/>
                <a:gd name="connsiteX5" fmla="*/ 79393 w 79393"/>
                <a:gd name="connsiteY5" fmla="*/ 129014 h 168710"/>
                <a:gd name="connsiteX6" fmla="*/ 39697 w 79393"/>
                <a:gd name="connsiteY6" fmla="*/ 168710 h 16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8710">
                  <a:moveTo>
                    <a:pt x="39697" y="168710"/>
                  </a:moveTo>
                  <a:cubicBezTo>
                    <a:pt x="17773" y="168710"/>
                    <a:pt x="0" y="150938"/>
                    <a:pt x="0" y="1290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9014"/>
                  </a:lnTo>
                  <a:cubicBezTo>
                    <a:pt x="79393" y="150938"/>
                    <a:pt x="61621" y="168710"/>
                    <a:pt x="39697" y="16871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A10E2FC-0E2B-0A04-C190-14517C16F5C5}"/>
                </a:ext>
              </a:extLst>
            </p:cNvPr>
            <p:cNvSpPr/>
            <p:nvPr/>
          </p:nvSpPr>
          <p:spPr>
            <a:xfrm>
              <a:off x="6154624" y="4018628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14128" y="0"/>
                  </a:lnTo>
                  <a:cubicBezTo>
                    <a:pt x="136050" y="0"/>
                    <a:pt x="153824" y="17773"/>
                    <a:pt x="153824" y="39697"/>
                  </a:cubicBezTo>
                  <a:cubicBezTo>
                    <a:pt x="153824" y="61620"/>
                    <a:pt x="136050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8C1B3C30-0BA2-C05D-EC52-9DE727B98EF1}"/>
                </a:ext>
              </a:extLst>
            </p:cNvPr>
            <p:cNvSpPr/>
            <p:nvPr/>
          </p:nvSpPr>
          <p:spPr>
            <a:xfrm>
              <a:off x="6070636" y="3740574"/>
              <a:ext cx="142495" cy="142539"/>
            </a:xfrm>
            <a:custGeom>
              <a:avLst/>
              <a:gdLst>
                <a:gd name="connsiteX0" fmla="*/ 39627 w 142495"/>
                <a:gd name="connsiteY0" fmla="*/ 142540 h 142539"/>
                <a:gd name="connsiteX1" fmla="*/ 0 w 142495"/>
                <a:gd name="connsiteY1" fmla="*/ 102775 h 142539"/>
                <a:gd name="connsiteX2" fmla="*/ 11592 w 142495"/>
                <a:gd name="connsiteY2" fmla="*/ 74808 h 142539"/>
                <a:gd name="connsiteX3" fmla="*/ 74709 w 142495"/>
                <a:gd name="connsiteY3" fmla="*/ 11641 h 142539"/>
                <a:gd name="connsiteX4" fmla="*/ 130855 w 142495"/>
                <a:gd name="connsiteY4" fmla="*/ 11616 h 142539"/>
                <a:gd name="connsiteX5" fmla="*/ 130880 w 142495"/>
                <a:gd name="connsiteY5" fmla="*/ 67762 h 142539"/>
                <a:gd name="connsiteX6" fmla="*/ 67713 w 142495"/>
                <a:gd name="connsiteY6" fmla="*/ 130730 h 142539"/>
                <a:gd name="connsiteX7" fmla="*/ 39627 w 142495"/>
                <a:gd name="connsiteY7" fmla="*/ 142540 h 14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95" h="142539">
                  <a:moveTo>
                    <a:pt x="39627" y="142540"/>
                  </a:moveTo>
                  <a:cubicBezTo>
                    <a:pt x="17705" y="142502"/>
                    <a:pt x="-40" y="124699"/>
                    <a:pt x="0" y="102775"/>
                  </a:cubicBezTo>
                  <a:cubicBezTo>
                    <a:pt x="15" y="92288"/>
                    <a:pt x="4183" y="82233"/>
                    <a:pt x="11592" y="74808"/>
                  </a:cubicBezTo>
                  <a:lnTo>
                    <a:pt x="74709" y="11641"/>
                  </a:lnTo>
                  <a:cubicBezTo>
                    <a:pt x="90206" y="-3870"/>
                    <a:pt x="115344" y="-3882"/>
                    <a:pt x="130855" y="11616"/>
                  </a:cubicBezTo>
                  <a:cubicBezTo>
                    <a:pt x="146366" y="27113"/>
                    <a:pt x="146376" y="52251"/>
                    <a:pt x="130880" y="67762"/>
                  </a:cubicBezTo>
                  <a:lnTo>
                    <a:pt x="67713" y="130730"/>
                  </a:lnTo>
                  <a:cubicBezTo>
                    <a:pt x="60294" y="138246"/>
                    <a:pt x="50187" y="142496"/>
                    <a:pt x="39627" y="14254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2846EFAC-6029-FE4F-A61B-FBFD6B31BF42}"/>
                </a:ext>
              </a:extLst>
            </p:cNvPr>
            <p:cNvSpPr/>
            <p:nvPr/>
          </p:nvSpPr>
          <p:spPr>
            <a:xfrm>
              <a:off x="5575321" y="3831490"/>
              <a:ext cx="566499" cy="664588"/>
            </a:xfrm>
            <a:custGeom>
              <a:avLst/>
              <a:gdLst>
                <a:gd name="connsiteX0" fmla="*/ 416200 w 566499"/>
                <a:gd name="connsiteY0" fmla="*/ 664588 h 664588"/>
                <a:gd name="connsiteX1" fmla="*/ 225061 w 566499"/>
                <a:gd name="connsiteY1" fmla="*/ 664588 h 664588"/>
                <a:gd name="connsiteX2" fmla="*/ 176334 w 566499"/>
                <a:gd name="connsiteY2" fmla="*/ 615811 h 664588"/>
                <a:gd name="connsiteX3" fmla="*/ 176334 w 566499"/>
                <a:gd name="connsiteY3" fmla="*/ 591795 h 664588"/>
                <a:gd name="connsiteX4" fmla="*/ 159215 w 566499"/>
                <a:gd name="connsiteY4" fmla="*/ 591795 h 664588"/>
                <a:gd name="connsiteX5" fmla="*/ 79127 w 566499"/>
                <a:gd name="connsiteY5" fmla="*/ 523021 h 664588"/>
                <a:gd name="connsiteX6" fmla="*/ 70691 w 566499"/>
                <a:gd name="connsiteY6" fmla="*/ 467842 h 664588"/>
                <a:gd name="connsiteX7" fmla="*/ 67019 w 566499"/>
                <a:gd name="connsiteY7" fmla="*/ 467842 h 664588"/>
                <a:gd name="connsiteX8" fmla="*/ 0 w 566499"/>
                <a:gd name="connsiteY8" fmla="*/ 400785 h 664588"/>
                <a:gd name="connsiteX9" fmla="*/ 4299 w 566499"/>
                <a:gd name="connsiteY9" fmla="*/ 377185 h 664588"/>
                <a:gd name="connsiteX10" fmla="*/ 45285 w 566499"/>
                <a:gd name="connsiteY10" fmla="*/ 258890 h 664588"/>
                <a:gd name="connsiteX11" fmla="*/ 117335 w 566499"/>
                <a:gd name="connsiteY11" fmla="*/ 72366 h 664588"/>
                <a:gd name="connsiteX12" fmla="*/ 312245 w 566499"/>
                <a:gd name="connsiteY12" fmla="*/ 19 h 664588"/>
                <a:gd name="connsiteX13" fmla="*/ 491128 w 566499"/>
                <a:gd name="connsiteY13" fmla="*/ 68743 h 664588"/>
                <a:gd name="connsiteX14" fmla="*/ 566402 w 566499"/>
                <a:gd name="connsiteY14" fmla="*/ 244152 h 664588"/>
                <a:gd name="connsiteX15" fmla="*/ 560696 w 566499"/>
                <a:gd name="connsiteY15" fmla="*/ 320717 h 664588"/>
                <a:gd name="connsiteX16" fmla="*/ 498819 w 566499"/>
                <a:gd name="connsiteY16" fmla="*/ 468785 h 664588"/>
                <a:gd name="connsiteX17" fmla="*/ 470386 w 566499"/>
                <a:gd name="connsiteY17" fmla="*/ 539892 h 664588"/>
                <a:gd name="connsiteX18" fmla="*/ 464829 w 566499"/>
                <a:gd name="connsiteY18" fmla="*/ 619285 h 664588"/>
                <a:gd name="connsiteX19" fmla="*/ 416200 w 566499"/>
                <a:gd name="connsiteY19" fmla="*/ 664588 h 664588"/>
                <a:gd name="connsiteX20" fmla="*/ 255777 w 566499"/>
                <a:gd name="connsiteY20" fmla="*/ 615414 h 664588"/>
                <a:gd name="connsiteX21" fmla="*/ 255777 w 566499"/>
                <a:gd name="connsiteY21" fmla="*/ 615414 h 664588"/>
                <a:gd name="connsiteX22" fmla="*/ 255777 w 566499"/>
                <a:gd name="connsiteY22" fmla="*/ 585195 h 664588"/>
                <a:gd name="connsiteX23" fmla="*/ 387768 w 566499"/>
                <a:gd name="connsiteY23" fmla="*/ 585195 h 664588"/>
                <a:gd name="connsiteX24" fmla="*/ 391340 w 566499"/>
                <a:gd name="connsiteY24" fmla="*/ 534334 h 664588"/>
                <a:gd name="connsiteX25" fmla="*/ 436992 w 566499"/>
                <a:gd name="connsiteY25" fmla="*/ 418817 h 664588"/>
                <a:gd name="connsiteX26" fmla="*/ 482395 w 566499"/>
                <a:gd name="connsiteY26" fmla="*/ 307568 h 664588"/>
                <a:gd name="connsiteX27" fmla="*/ 487059 w 566499"/>
                <a:gd name="connsiteY27" fmla="*/ 246782 h 664588"/>
                <a:gd name="connsiteX28" fmla="*/ 487059 w 566499"/>
                <a:gd name="connsiteY28" fmla="*/ 244946 h 664588"/>
                <a:gd name="connsiteX29" fmla="*/ 436843 w 566499"/>
                <a:gd name="connsiteY29" fmla="*/ 126452 h 664588"/>
                <a:gd name="connsiteX30" fmla="*/ 312295 w 566499"/>
                <a:gd name="connsiteY30" fmla="*/ 79263 h 664588"/>
                <a:gd name="connsiteX31" fmla="*/ 173605 w 566499"/>
                <a:gd name="connsiteY31" fmla="*/ 128338 h 664588"/>
                <a:gd name="connsiteX32" fmla="*/ 124629 w 566499"/>
                <a:gd name="connsiteY32" fmla="*/ 265886 h 664588"/>
                <a:gd name="connsiteX33" fmla="*/ 122446 w 566499"/>
                <a:gd name="connsiteY33" fmla="*/ 278688 h 664588"/>
                <a:gd name="connsiteX34" fmla="*/ 84436 w 566499"/>
                <a:gd name="connsiteY34" fmla="*/ 388350 h 664588"/>
                <a:gd name="connsiteX35" fmla="*/ 104830 w 566499"/>
                <a:gd name="connsiteY35" fmla="*/ 388350 h 664588"/>
                <a:gd name="connsiteX36" fmla="*/ 144031 w 566499"/>
                <a:gd name="connsiteY36" fmla="*/ 422043 h 664588"/>
                <a:gd name="connsiteX37" fmla="*/ 157627 w 566499"/>
                <a:gd name="connsiteY37" fmla="*/ 510864 h 664588"/>
                <a:gd name="connsiteX38" fmla="*/ 159204 w 566499"/>
                <a:gd name="connsiteY38" fmla="*/ 512258 h 664588"/>
                <a:gd name="connsiteX39" fmla="*/ 159264 w 566499"/>
                <a:gd name="connsiteY39" fmla="*/ 512253 h 664588"/>
                <a:gd name="connsiteX40" fmla="*/ 215832 w 566499"/>
                <a:gd name="connsiteY40" fmla="*/ 512253 h 664588"/>
                <a:gd name="connsiteX41" fmla="*/ 255528 w 566499"/>
                <a:gd name="connsiteY41" fmla="*/ 551949 h 66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66499" h="664588">
                  <a:moveTo>
                    <a:pt x="416200" y="664588"/>
                  </a:moveTo>
                  <a:lnTo>
                    <a:pt x="225061" y="664588"/>
                  </a:lnTo>
                  <a:cubicBezTo>
                    <a:pt x="198142" y="664559"/>
                    <a:pt x="176334" y="642731"/>
                    <a:pt x="176334" y="615811"/>
                  </a:cubicBezTo>
                  <a:lnTo>
                    <a:pt x="176334" y="591795"/>
                  </a:lnTo>
                  <a:lnTo>
                    <a:pt x="159215" y="591795"/>
                  </a:lnTo>
                  <a:cubicBezTo>
                    <a:pt x="119144" y="591939"/>
                    <a:pt x="85041" y="562653"/>
                    <a:pt x="79127" y="523021"/>
                  </a:cubicBezTo>
                  <a:lnTo>
                    <a:pt x="70691" y="467842"/>
                  </a:lnTo>
                  <a:lnTo>
                    <a:pt x="67019" y="467842"/>
                  </a:lnTo>
                  <a:cubicBezTo>
                    <a:pt x="29995" y="467833"/>
                    <a:pt x="-10" y="437812"/>
                    <a:pt x="0" y="400785"/>
                  </a:cubicBezTo>
                  <a:cubicBezTo>
                    <a:pt x="2" y="392727"/>
                    <a:pt x="1458" y="384728"/>
                    <a:pt x="4299" y="377185"/>
                  </a:cubicBezTo>
                  <a:lnTo>
                    <a:pt x="45285" y="258890"/>
                  </a:lnTo>
                  <a:cubicBezTo>
                    <a:pt x="46972" y="182375"/>
                    <a:pt x="71832" y="117967"/>
                    <a:pt x="117335" y="72366"/>
                  </a:cubicBezTo>
                  <a:cubicBezTo>
                    <a:pt x="164623" y="25077"/>
                    <a:pt x="232008" y="19"/>
                    <a:pt x="312245" y="19"/>
                  </a:cubicBezTo>
                  <a:cubicBezTo>
                    <a:pt x="378464" y="-773"/>
                    <a:pt x="442475" y="23818"/>
                    <a:pt x="491128" y="68743"/>
                  </a:cubicBezTo>
                  <a:cubicBezTo>
                    <a:pt x="539493" y="114219"/>
                    <a:pt x="566765" y="177765"/>
                    <a:pt x="566402" y="244152"/>
                  </a:cubicBezTo>
                  <a:cubicBezTo>
                    <a:pt x="566968" y="269798"/>
                    <a:pt x="565058" y="295439"/>
                    <a:pt x="560696" y="320717"/>
                  </a:cubicBezTo>
                  <a:cubicBezTo>
                    <a:pt x="553898" y="361654"/>
                    <a:pt x="537622" y="420604"/>
                    <a:pt x="498819" y="468785"/>
                  </a:cubicBezTo>
                  <a:cubicBezTo>
                    <a:pt x="482275" y="489011"/>
                    <a:pt x="472351" y="513836"/>
                    <a:pt x="470386" y="539892"/>
                  </a:cubicBezTo>
                  <a:lnTo>
                    <a:pt x="464829" y="619285"/>
                  </a:lnTo>
                  <a:cubicBezTo>
                    <a:pt x="462913" y="644755"/>
                    <a:pt x="441745" y="664479"/>
                    <a:pt x="416200" y="664588"/>
                  </a:cubicBezTo>
                  <a:close/>
                  <a:moveTo>
                    <a:pt x="255777" y="615414"/>
                  </a:moveTo>
                  <a:lnTo>
                    <a:pt x="255777" y="615414"/>
                  </a:lnTo>
                  <a:close/>
                  <a:moveTo>
                    <a:pt x="255777" y="585195"/>
                  </a:moveTo>
                  <a:lnTo>
                    <a:pt x="387768" y="585195"/>
                  </a:lnTo>
                  <a:lnTo>
                    <a:pt x="391340" y="534334"/>
                  </a:lnTo>
                  <a:cubicBezTo>
                    <a:pt x="394333" y="492052"/>
                    <a:pt x="410271" y="451721"/>
                    <a:pt x="436992" y="418817"/>
                  </a:cubicBezTo>
                  <a:cubicBezTo>
                    <a:pt x="465027" y="384083"/>
                    <a:pt x="477135" y="339126"/>
                    <a:pt x="482395" y="307568"/>
                  </a:cubicBezTo>
                  <a:cubicBezTo>
                    <a:pt x="485893" y="287502"/>
                    <a:pt x="487456" y="267147"/>
                    <a:pt x="487059" y="246782"/>
                  </a:cubicBezTo>
                  <a:cubicBezTo>
                    <a:pt x="487059" y="246187"/>
                    <a:pt x="487059" y="245542"/>
                    <a:pt x="487059" y="244946"/>
                  </a:cubicBezTo>
                  <a:cubicBezTo>
                    <a:pt x="487585" y="200172"/>
                    <a:pt x="469379" y="157214"/>
                    <a:pt x="436843" y="126452"/>
                  </a:cubicBezTo>
                  <a:cubicBezTo>
                    <a:pt x="402867" y="95405"/>
                    <a:pt x="358311" y="78522"/>
                    <a:pt x="312295" y="79263"/>
                  </a:cubicBezTo>
                  <a:cubicBezTo>
                    <a:pt x="253593" y="79263"/>
                    <a:pt x="205660" y="96233"/>
                    <a:pt x="173605" y="128338"/>
                  </a:cubicBezTo>
                  <a:cubicBezTo>
                    <a:pt x="141550" y="160442"/>
                    <a:pt x="124877" y="207731"/>
                    <a:pt x="124629" y="265886"/>
                  </a:cubicBezTo>
                  <a:cubicBezTo>
                    <a:pt x="124626" y="270246"/>
                    <a:pt x="123888" y="274574"/>
                    <a:pt x="122446" y="278688"/>
                  </a:cubicBezTo>
                  <a:lnTo>
                    <a:pt x="84436" y="388350"/>
                  </a:lnTo>
                  <a:lnTo>
                    <a:pt x="104830" y="388350"/>
                  </a:lnTo>
                  <a:cubicBezTo>
                    <a:pt x="124421" y="388370"/>
                    <a:pt x="141068" y="402676"/>
                    <a:pt x="144031" y="422043"/>
                  </a:cubicBezTo>
                  <a:lnTo>
                    <a:pt x="157627" y="510864"/>
                  </a:lnTo>
                  <a:cubicBezTo>
                    <a:pt x="157677" y="511682"/>
                    <a:pt x="158383" y="512308"/>
                    <a:pt x="159204" y="512258"/>
                  </a:cubicBezTo>
                  <a:cubicBezTo>
                    <a:pt x="159224" y="512258"/>
                    <a:pt x="159244" y="512253"/>
                    <a:pt x="159264" y="512253"/>
                  </a:cubicBezTo>
                  <a:lnTo>
                    <a:pt x="215832" y="512253"/>
                  </a:lnTo>
                  <a:cubicBezTo>
                    <a:pt x="237756" y="512253"/>
                    <a:pt x="255528" y="530027"/>
                    <a:pt x="255528" y="5519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FD0FD657-6A63-8833-97DF-589E74ECA3D8}"/>
              </a:ext>
            </a:extLst>
          </p:cNvPr>
          <p:cNvGrpSpPr/>
          <p:nvPr/>
        </p:nvGrpSpPr>
        <p:grpSpPr>
          <a:xfrm>
            <a:off x="6781914" y="3701213"/>
            <a:ext cx="824875" cy="745690"/>
            <a:chOff x="6781914" y="3701213"/>
            <a:chExt cx="824875" cy="745690"/>
          </a:xfrm>
        </p:grpSpPr>
        <p:grpSp>
          <p:nvGrpSpPr>
            <p:cNvPr id="172" name="Picture Placeholder 36">
              <a:extLst>
                <a:ext uri="{FF2B5EF4-FFF2-40B4-BE49-F238E27FC236}">
                  <a16:creationId xmlns:a16="http://schemas.microsoft.com/office/drawing/2014/main" id="{327C3F70-4EC3-6FE5-BCB2-A9B4757FA68A}"/>
                </a:ext>
              </a:extLst>
            </p:cNvPr>
            <p:cNvGrpSpPr/>
            <p:nvPr/>
          </p:nvGrpSpPr>
          <p:grpSpPr>
            <a:xfrm>
              <a:off x="7018375" y="3829474"/>
              <a:ext cx="437557" cy="535655"/>
              <a:chOff x="7018375" y="3829474"/>
              <a:chExt cx="437557" cy="535655"/>
            </a:xfrm>
            <a:solidFill>
              <a:srgbClr val="EE7684"/>
            </a:solidFill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BE0B124D-AE61-017B-7377-F60CE0A97983}"/>
                  </a:ext>
                </a:extLst>
              </p:cNvPr>
              <p:cNvSpPr/>
              <p:nvPr/>
            </p:nvSpPr>
            <p:spPr>
              <a:xfrm>
                <a:off x="7107172" y="3829474"/>
                <a:ext cx="259516" cy="259516"/>
              </a:xfrm>
              <a:custGeom>
                <a:avLst/>
                <a:gdLst>
                  <a:gd name="connsiteX0" fmla="*/ 129808 w 259516"/>
                  <a:gd name="connsiteY0" fmla="*/ 259516 h 259516"/>
                  <a:gd name="connsiteX1" fmla="*/ 0 w 259516"/>
                  <a:gd name="connsiteY1" fmla="*/ 129808 h 259516"/>
                  <a:gd name="connsiteX2" fmla="*/ 129709 w 259516"/>
                  <a:gd name="connsiteY2" fmla="*/ 0 h 259516"/>
                  <a:gd name="connsiteX3" fmla="*/ 259517 w 259516"/>
                  <a:gd name="connsiteY3" fmla="*/ 129709 h 259516"/>
                  <a:gd name="connsiteX4" fmla="*/ 259517 w 259516"/>
                  <a:gd name="connsiteY4" fmla="*/ 129758 h 259516"/>
                  <a:gd name="connsiteX5" fmla="*/ 129808 w 259516"/>
                  <a:gd name="connsiteY5" fmla="*/ 259516 h 259516"/>
                  <a:gd name="connsiteX6" fmla="*/ 129808 w 259516"/>
                  <a:gd name="connsiteY6" fmla="*/ 79443 h 259516"/>
                  <a:gd name="connsiteX7" fmla="*/ 79393 w 259516"/>
                  <a:gd name="connsiteY7" fmla="*/ 129758 h 259516"/>
                  <a:gd name="connsiteX8" fmla="*/ 129709 w 259516"/>
                  <a:gd name="connsiteY8" fmla="*/ 180173 h 259516"/>
                  <a:gd name="connsiteX9" fmla="*/ 180123 w 259516"/>
                  <a:gd name="connsiteY9" fmla="*/ 129857 h 259516"/>
                  <a:gd name="connsiteX10" fmla="*/ 180123 w 259516"/>
                  <a:gd name="connsiteY10" fmla="*/ 129758 h 259516"/>
                  <a:gd name="connsiteX11" fmla="*/ 129808 w 259516"/>
                  <a:gd name="connsiteY11" fmla="*/ 79443 h 25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9516" h="259516">
                    <a:moveTo>
                      <a:pt x="129808" y="259516"/>
                    </a:moveTo>
                    <a:cubicBezTo>
                      <a:pt x="58145" y="259543"/>
                      <a:pt x="27" y="201471"/>
                      <a:pt x="0" y="129808"/>
                    </a:cubicBezTo>
                    <a:cubicBezTo>
                      <a:pt x="-27" y="58145"/>
                      <a:pt x="58045" y="27"/>
                      <a:pt x="129709" y="0"/>
                    </a:cubicBezTo>
                    <a:cubicBezTo>
                      <a:pt x="201371" y="-27"/>
                      <a:pt x="259487" y="58045"/>
                      <a:pt x="259517" y="129709"/>
                    </a:cubicBezTo>
                    <a:cubicBezTo>
                      <a:pt x="259517" y="129725"/>
                      <a:pt x="259517" y="129742"/>
                      <a:pt x="259517" y="129758"/>
                    </a:cubicBezTo>
                    <a:cubicBezTo>
                      <a:pt x="259462" y="201380"/>
                      <a:pt x="201430" y="259434"/>
                      <a:pt x="129808" y="259516"/>
                    </a:cubicBezTo>
                    <a:close/>
                    <a:moveTo>
                      <a:pt x="129808" y="79443"/>
                    </a:moveTo>
                    <a:cubicBezTo>
                      <a:pt x="101992" y="79415"/>
                      <a:pt x="79420" y="101942"/>
                      <a:pt x="79393" y="129758"/>
                    </a:cubicBezTo>
                    <a:cubicBezTo>
                      <a:pt x="79366" y="157574"/>
                      <a:pt x="101893" y="180145"/>
                      <a:pt x="129709" y="180173"/>
                    </a:cubicBezTo>
                    <a:cubicBezTo>
                      <a:pt x="157526" y="180200"/>
                      <a:pt x="180094" y="157673"/>
                      <a:pt x="180123" y="129857"/>
                    </a:cubicBezTo>
                    <a:cubicBezTo>
                      <a:pt x="180123" y="129824"/>
                      <a:pt x="180123" y="129791"/>
                      <a:pt x="180123" y="129758"/>
                    </a:cubicBezTo>
                    <a:cubicBezTo>
                      <a:pt x="180094" y="101981"/>
                      <a:pt x="157586" y="79470"/>
                      <a:pt x="129808" y="794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F2E0397F-45B1-9560-293A-E2A07CF7E78C}"/>
                  </a:ext>
                </a:extLst>
              </p:cNvPr>
              <p:cNvSpPr/>
              <p:nvPr/>
            </p:nvSpPr>
            <p:spPr>
              <a:xfrm>
                <a:off x="7018375" y="4042723"/>
                <a:ext cx="437557" cy="322405"/>
              </a:xfrm>
              <a:custGeom>
                <a:avLst/>
                <a:gdLst>
                  <a:gd name="connsiteX0" fmla="*/ 397835 w 437557"/>
                  <a:gd name="connsiteY0" fmla="*/ 322406 h 322405"/>
                  <a:gd name="connsiteX1" fmla="*/ 358138 w 437557"/>
                  <a:gd name="connsiteY1" fmla="*/ 282709 h 322405"/>
                  <a:gd name="connsiteX2" fmla="*/ 358138 w 437557"/>
                  <a:gd name="connsiteY2" fmla="*/ 222073 h 322405"/>
                  <a:gd name="connsiteX3" fmla="*/ 221408 w 437557"/>
                  <a:gd name="connsiteY3" fmla="*/ 80083 h 322405"/>
                  <a:gd name="connsiteX4" fmla="*/ 79418 w 437557"/>
                  <a:gd name="connsiteY4" fmla="*/ 216813 h 322405"/>
                  <a:gd name="connsiteX5" fmla="*/ 79418 w 437557"/>
                  <a:gd name="connsiteY5" fmla="*/ 222073 h 322405"/>
                  <a:gd name="connsiteX6" fmla="*/ 79418 w 437557"/>
                  <a:gd name="connsiteY6" fmla="*/ 282709 h 322405"/>
                  <a:gd name="connsiteX7" fmla="*/ 39722 w 437557"/>
                  <a:gd name="connsiteY7" fmla="*/ 322406 h 322405"/>
                  <a:gd name="connsiteX8" fmla="*/ 25 w 437557"/>
                  <a:gd name="connsiteY8" fmla="*/ 282709 h 322405"/>
                  <a:gd name="connsiteX9" fmla="*/ 25 w 437557"/>
                  <a:gd name="connsiteY9" fmla="*/ 222073 h 322405"/>
                  <a:gd name="connsiteX10" fmla="*/ 215484 w 437557"/>
                  <a:gd name="connsiteY10" fmla="*/ 25 h 322405"/>
                  <a:gd name="connsiteX11" fmla="*/ 437531 w 437557"/>
                  <a:gd name="connsiteY11" fmla="*/ 215483 h 322405"/>
                  <a:gd name="connsiteX12" fmla="*/ 437531 w 437557"/>
                  <a:gd name="connsiteY12" fmla="*/ 222073 h 322405"/>
                  <a:gd name="connsiteX13" fmla="*/ 437531 w 437557"/>
                  <a:gd name="connsiteY13" fmla="*/ 282709 h 322405"/>
                  <a:gd name="connsiteX14" fmla="*/ 397835 w 437557"/>
                  <a:gd name="connsiteY14" fmla="*/ 322406 h 322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7557" h="322405">
                    <a:moveTo>
                      <a:pt x="397835" y="322406"/>
                    </a:moveTo>
                    <a:cubicBezTo>
                      <a:pt x="375912" y="322406"/>
                      <a:pt x="358138" y="304632"/>
                      <a:pt x="358138" y="282709"/>
                    </a:cubicBezTo>
                    <a:lnTo>
                      <a:pt x="358138" y="222073"/>
                    </a:lnTo>
                    <a:cubicBezTo>
                      <a:pt x="359592" y="145106"/>
                      <a:pt x="298375" y="81536"/>
                      <a:pt x="221408" y="80083"/>
                    </a:cubicBezTo>
                    <a:cubicBezTo>
                      <a:pt x="144442" y="78631"/>
                      <a:pt x="80871" y="139847"/>
                      <a:pt x="79418" y="216813"/>
                    </a:cubicBezTo>
                    <a:cubicBezTo>
                      <a:pt x="79385" y="218565"/>
                      <a:pt x="79385" y="220321"/>
                      <a:pt x="79418" y="222073"/>
                    </a:cubicBezTo>
                    <a:lnTo>
                      <a:pt x="79418" y="282709"/>
                    </a:lnTo>
                    <a:cubicBezTo>
                      <a:pt x="79418" y="304632"/>
                      <a:pt x="61646" y="322406"/>
                      <a:pt x="39722" y="322406"/>
                    </a:cubicBezTo>
                    <a:cubicBezTo>
                      <a:pt x="17798" y="322406"/>
                      <a:pt x="25" y="304632"/>
                      <a:pt x="25" y="282709"/>
                    </a:cubicBezTo>
                    <a:lnTo>
                      <a:pt x="25" y="222073"/>
                    </a:lnTo>
                    <a:cubicBezTo>
                      <a:pt x="-1794" y="101261"/>
                      <a:pt x="94669" y="1845"/>
                      <a:pt x="215484" y="25"/>
                    </a:cubicBezTo>
                    <a:cubicBezTo>
                      <a:pt x="336295" y="-1794"/>
                      <a:pt x="435710" y="94672"/>
                      <a:pt x="437531" y="215483"/>
                    </a:cubicBezTo>
                    <a:cubicBezTo>
                      <a:pt x="437566" y="217682"/>
                      <a:pt x="437566" y="219875"/>
                      <a:pt x="437531" y="222073"/>
                    </a:cubicBezTo>
                    <a:lnTo>
                      <a:pt x="437531" y="282709"/>
                    </a:lnTo>
                    <a:cubicBezTo>
                      <a:pt x="437531" y="304632"/>
                      <a:pt x="419757" y="322406"/>
                      <a:pt x="397835" y="32240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A0C63ED4-3D59-0133-072A-42A4F2DB39BB}"/>
                </a:ext>
              </a:extLst>
            </p:cNvPr>
            <p:cNvSpPr/>
            <p:nvPr/>
          </p:nvSpPr>
          <p:spPr>
            <a:xfrm>
              <a:off x="6781914" y="3878732"/>
              <a:ext cx="249030" cy="186837"/>
            </a:xfrm>
            <a:custGeom>
              <a:avLst/>
              <a:gdLst>
                <a:gd name="connsiteX0" fmla="*/ 209294 w 249030"/>
                <a:gd name="connsiteY0" fmla="*/ 186837 h 186837"/>
                <a:gd name="connsiteX1" fmla="*/ 173964 w 249030"/>
                <a:gd name="connsiteY1" fmla="*/ 165252 h 186837"/>
                <a:gd name="connsiteX2" fmla="*/ 136848 w 249030"/>
                <a:gd name="connsiteY2" fmla="*/ 92905 h 186837"/>
                <a:gd name="connsiteX3" fmla="*/ 58844 w 249030"/>
                <a:gd name="connsiteY3" fmla="*/ 132900 h 186837"/>
                <a:gd name="connsiteX4" fmla="*/ 4926 w 249030"/>
                <a:gd name="connsiteY4" fmla="*/ 117262 h 186837"/>
                <a:gd name="connsiteX5" fmla="*/ 20564 w 249030"/>
                <a:gd name="connsiteY5" fmla="*/ 63345 h 186837"/>
                <a:gd name="connsiteX6" fmla="*/ 22621 w 249030"/>
                <a:gd name="connsiteY6" fmla="*/ 62289 h 186837"/>
                <a:gd name="connsiteX7" fmla="*/ 135955 w 249030"/>
                <a:gd name="connsiteY7" fmla="*/ 4382 h 186837"/>
                <a:gd name="connsiteX8" fmla="*/ 189391 w 249030"/>
                <a:gd name="connsiteY8" fmla="*/ 21591 h 186837"/>
                <a:gd name="connsiteX9" fmla="*/ 189396 w 249030"/>
                <a:gd name="connsiteY9" fmla="*/ 21600 h 186837"/>
                <a:gd name="connsiteX10" fmla="*/ 244624 w 249030"/>
                <a:gd name="connsiteY10" fmla="*/ 128980 h 186837"/>
                <a:gd name="connsiteX11" fmla="*/ 227487 w 249030"/>
                <a:gd name="connsiteY11" fmla="*/ 182439 h 186837"/>
                <a:gd name="connsiteX12" fmla="*/ 209294 w 249030"/>
                <a:gd name="connsiteY12" fmla="*/ 186837 h 1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9030" h="186837">
                  <a:moveTo>
                    <a:pt x="209294" y="186837"/>
                  </a:moveTo>
                  <a:cubicBezTo>
                    <a:pt x="194401" y="186839"/>
                    <a:pt x="180759" y="178505"/>
                    <a:pt x="173964" y="165252"/>
                  </a:cubicBezTo>
                  <a:lnTo>
                    <a:pt x="136848" y="92905"/>
                  </a:lnTo>
                  <a:lnTo>
                    <a:pt x="58844" y="132900"/>
                  </a:lnTo>
                  <a:cubicBezTo>
                    <a:pt x="39637" y="143470"/>
                    <a:pt x="15497" y="136469"/>
                    <a:pt x="4926" y="117262"/>
                  </a:cubicBezTo>
                  <a:cubicBezTo>
                    <a:pt x="-5644" y="98055"/>
                    <a:pt x="1357" y="73916"/>
                    <a:pt x="20564" y="63345"/>
                  </a:cubicBezTo>
                  <a:cubicBezTo>
                    <a:pt x="21239" y="62973"/>
                    <a:pt x="21925" y="62621"/>
                    <a:pt x="22621" y="62289"/>
                  </a:cubicBezTo>
                  <a:lnTo>
                    <a:pt x="135955" y="4382"/>
                  </a:lnTo>
                  <a:cubicBezTo>
                    <a:pt x="155463" y="-5622"/>
                    <a:pt x="179387" y="2083"/>
                    <a:pt x="189391" y="21591"/>
                  </a:cubicBezTo>
                  <a:cubicBezTo>
                    <a:pt x="189393" y="21594"/>
                    <a:pt x="189395" y="21598"/>
                    <a:pt x="189396" y="21600"/>
                  </a:cubicBezTo>
                  <a:lnTo>
                    <a:pt x="244624" y="128980"/>
                  </a:lnTo>
                  <a:cubicBezTo>
                    <a:pt x="254655" y="148475"/>
                    <a:pt x="246982" y="172409"/>
                    <a:pt x="227487" y="182439"/>
                  </a:cubicBezTo>
                  <a:cubicBezTo>
                    <a:pt x="221860" y="185334"/>
                    <a:pt x="215622" y="186842"/>
                    <a:pt x="209294" y="18683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7FAA2147-7254-8519-60BF-4DAA68DF59E2}"/>
                </a:ext>
              </a:extLst>
            </p:cNvPr>
            <p:cNvSpPr/>
            <p:nvPr/>
          </p:nvSpPr>
          <p:spPr>
            <a:xfrm>
              <a:off x="6861145" y="3701213"/>
              <a:ext cx="745644" cy="745690"/>
            </a:xfrm>
            <a:custGeom>
              <a:avLst/>
              <a:gdLst>
                <a:gd name="connsiteX0" fmla="*/ 373205 w 745644"/>
                <a:gd name="connsiteY0" fmla="*/ 745691 h 745690"/>
                <a:gd name="connsiteX1" fmla="*/ 0 w 745644"/>
                <a:gd name="connsiteY1" fmla="*/ 373295 h 745690"/>
                <a:gd name="connsiteX2" fmla="*/ 13603 w 745644"/>
                <a:gd name="connsiteY2" fmla="*/ 273103 h 745690"/>
                <a:gd name="connsiteX3" fmla="*/ 62504 w 745644"/>
                <a:gd name="connsiteY3" fmla="*/ 245489 h 745690"/>
                <a:gd name="connsiteX4" fmla="*/ 90118 w 745644"/>
                <a:gd name="connsiteY4" fmla="*/ 294391 h 745690"/>
                <a:gd name="connsiteX5" fmla="*/ 294367 w 745644"/>
                <a:gd name="connsiteY5" fmla="*/ 655580 h 745690"/>
                <a:gd name="connsiteX6" fmla="*/ 655557 w 745644"/>
                <a:gd name="connsiteY6" fmla="*/ 451331 h 745690"/>
                <a:gd name="connsiteX7" fmla="*/ 451308 w 745644"/>
                <a:gd name="connsiteY7" fmla="*/ 90142 h 745690"/>
                <a:gd name="connsiteX8" fmla="*/ 250493 w 745644"/>
                <a:gd name="connsiteY8" fmla="*/ 106179 h 745690"/>
                <a:gd name="connsiteX9" fmla="*/ 197870 w 745644"/>
                <a:gd name="connsiteY9" fmla="*/ 86604 h 745690"/>
                <a:gd name="connsiteX10" fmla="*/ 217445 w 745644"/>
                <a:gd name="connsiteY10" fmla="*/ 33981 h 745690"/>
                <a:gd name="connsiteX11" fmla="*/ 711663 w 745644"/>
                <a:gd name="connsiteY11" fmla="*/ 217584 h 745690"/>
                <a:gd name="connsiteX12" fmla="*/ 528061 w 745644"/>
                <a:gd name="connsiteY12" fmla="*/ 711800 h 745690"/>
                <a:gd name="connsiteX13" fmla="*/ 373205 w 745644"/>
                <a:gd name="connsiteY13" fmla="*/ 745691 h 74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5644" h="745690">
                  <a:moveTo>
                    <a:pt x="373205" y="745691"/>
                  </a:moveTo>
                  <a:cubicBezTo>
                    <a:pt x="167313" y="745914"/>
                    <a:pt x="224" y="579189"/>
                    <a:pt x="0" y="373295"/>
                  </a:cubicBezTo>
                  <a:cubicBezTo>
                    <a:pt x="-37" y="339435"/>
                    <a:pt x="4540" y="305728"/>
                    <a:pt x="13603" y="273103"/>
                  </a:cubicBezTo>
                  <a:cubicBezTo>
                    <a:pt x="19482" y="251974"/>
                    <a:pt x="41375" y="239611"/>
                    <a:pt x="62504" y="245489"/>
                  </a:cubicBezTo>
                  <a:cubicBezTo>
                    <a:pt x="83633" y="251367"/>
                    <a:pt x="95997" y="273262"/>
                    <a:pt x="90118" y="294391"/>
                  </a:cubicBezTo>
                  <a:cubicBezTo>
                    <a:pt x="46780" y="450532"/>
                    <a:pt x="138225" y="612241"/>
                    <a:pt x="294367" y="655580"/>
                  </a:cubicBezTo>
                  <a:cubicBezTo>
                    <a:pt x="450509" y="698918"/>
                    <a:pt x="612218" y="607472"/>
                    <a:pt x="655557" y="451331"/>
                  </a:cubicBezTo>
                  <a:cubicBezTo>
                    <a:pt x="698896" y="295191"/>
                    <a:pt x="607449" y="133481"/>
                    <a:pt x="451308" y="90142"/>
                  </a:cubicBezTo>
                  <a:cubicBezTo>
                    <a:pt x="384575" y="71620"/>
                    <a:pt x="313441" y="77301"/>
                    <a:pt x="250493" y="106179"/>
                  </a:cubicBezTo>
                  <a:cubicBezTo>
                    <a:pt x="230556" y="115305"/>
                    <a:pt x="206996" y="106541"/>
                    <a:pt x="197870" y="86604"/>
                  </a:cubicBezTo>
                  <a:cubicBezTo>
                    <a:pt x="188744" y="66667"/>
                    <a:pt x="197508" y="43107"/>
                    <a:pt x="217445" y="33981"/>
                  </a:cubicBezTo>
                  <a:cubicBezTo>
                    <a:pt x="404620" y="-51793"/>
                    <a:pt x="625889" y="30409"/>
                    <a:pt x="711663" y="217584"/>
                  </a:cubicBezTo>
                  <a:cubicBezTo>
                    <a:pt x="797437" y="404758"/>
                    <a:pt x="715236" y="626025"/>
                    <a:pt x="528061" y="711800"/>
                  </a:cubicBezTo>
                  <a:cubicBezTo>
                    <a:pt x="479468" y="734070"/>
                    <a:pt x="426656" y="745626"/>
                    <a:pt x="373205" y="7456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5965024B-83C7-F1EC-7909-9FC8F1537D0A}"/>
              </a:ext>
            </a:extLst>
          </p:cNvPr>
          <p:cNvGrpSpPr/>
          <p:nvPr/>
        </p:nvGrpSpPr>
        <p:grpSpPr>
          <a:xfrm>
            <a:off x="8102939" y="3744921"/>
            <a:ext cx="818558" cy="658565"/>
            <a:chOff x="8102939" y="3744921"/>
            <a:chExt cx="818558" cy="658565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5C7B43EC-3CF0-921F-ACB5-A757B106D807}"/>
                </a:ext>
              </a:extLst>
            </p:cNvPr>
            <p:cNvSpPr/>
            <p:nvPr/>
          </p:nvSpPr>
          <p:spPr>
            <a:xfrm>
              <a:off x="8107901" y="4168780"/>
              <a:ext cx="185978" cy="79393"/>
            </a:xfrm>
            <a:custGeom>
              <a:avLst/>
              <a:gdLst>
                <a:gd name="connsiteX0" fmla="*/ 146282 w 185978"/>
                <a:gd name="connsiteY0" fmla="*/ 79393 h 79393"/>
                <a:gd name="connsiteX1" fmla="*/ 39697 w 185978"/>
                <a:gd name="connsiteY1" fmla="*/ 79393 h 79393"/>
                <a:gd name="connsiteX2" fmla="*/ 0 w 185978"/>
                <a:gd name="connsiteY2" fmla="*/ 39697 h 79393"/>
                <a:gd name="connsiteX3" fmla="*/ 39697 w 185978"/>
                <a:gd name="connsiteY3" fmla="*/ 0 h 79393"/>
                <a:gd name="connsiteX4" fmla="*/ 146282 w 185978"/>
                <a:gd name="connsiteY4" fmla="*/ 0 h 79393"/>
                <a:gd name="connsiteX5" fmla="*/ 185979 w 185978"/>
                <a:gd name="connsiteY5" fmla="*/ 39697 h 79393"/>
                <a:gd name="connsiteX6" fmla="*/ 146282 w 18597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978" h="79393">
                  <a:moveTo>
                    <a:pt x="14628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46282" y="0"/>
                  </a:lnTo>
                  <a:cubicBezTo>
                    <a:pt x="168206" y="0"/>
                    <a:pt x="185979" y="17774"/>
                    <a:pt x="185979" y="39697"/>
                  </a:cubicBezTo>
                  <a:cubicBezTo>
                    <a:pt x="185979" y="61619"/>
                    <a:pt x="168206" y="79393"/>
                    <a:pt x="14628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84D392B8-2D19-01A5-3509-05236556C0E8}"/>
                </a:ext>
              </a:extLst>
            </p:cNvPr>
            <p:cNvSpPr/>
            <p:nvPr/>
          </p:nvSpPr>
          <p:spPr>
            <a:xfrm>
              <a:off x="8102939" y="3748840"/>
              <a:ext cx="196001" cy="650626"/>
            </a:xfrm>
            <a:custGeom>
              <a:avLst/>
              <a:gdLst>
                <a:gd name="connsiteX0" fmla="*/ 156305 w 196001"/>
                <a:gd name="connsiteY0" fmla="*/ 650626 h 650626"/>
                <a:gd name="connsiteX1" fmla="*/ 39697 w 196001"/>
                <a:gd name="connsiteY1" fmla="*/ 650626 h 650626"/>
                <a:gd name="connsiteX2" fmla="*/ 0 w 196001"/>
                <a:gd name="connsiteY2" fmla="*/ 610930 h 650626"/>
                <a:gd name="connsiteX3" fmla="*/ 0 w 196001"/>
                <a:gd name="connsiteY3" fmla="*/ 39697 h 650626"/>
                <a:gd name="connsiteX4" fmla="*/ 39697 w 196001"/>
                <a:gd name="connsiteY4" fmla="*/ 0 h 650626"/>
                <a:gd name="connsiteX5" fmla="*/ 156305 w 196001"/>
                <a:gd name="connsiteY5" fmla="*/ 0 h 650626"/>
                <a:gd name="connsiteX6" fmla="*/ 196002 w 196001"/>
                <a:gd name="connsiteY6" fmla="*/ 39697 h 650626"/>
                <a:gd name="connsiteX7" fmla="*/ 196002 w 196001"/>
                <a:gd name="connsiteY7" fmla="*/ 610930 h 650626"/>
                <a:gd name="connsiteX8" fmla="*/ 156305 w 196001"/>
                <a:gd name="connsiteY8" fmla="*/ 650626 h 650626"/>
                <a:gd name="connsiteX9" fmla="*/ 79393 w 196001"/>
                <a:gd name="connsiteY9" fmla="*/ 571233 h 650626"/>
                <a:gd name="connsiteX10" fmla="*/ 116609 w 196001"/>
                <a:gd name="connsiteY10" fmla="*/ 571233 h 650626"/>
                <a:gd name="connsiteX11" fmla="*/ 116609 w 196001"/>
                <a:gd name="connsiteY11" fmla="*/ 79393 h 650626"/>
                <a:gd name="connsiteX12" fmla="*/ 79393 w 196001"/>
                <a:gd name="connsiteY12" fmla="*/ 79393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001" h="650626">
                  <a:moveTo>
                    <a:pt x="156305" y="650626"/>
                  </a:moveTo>
                  <a:lnTo>
                    <a:pt x="39697" y="650626"/>
                  </a:lnTo>
                  <a:cubicBezTo>
                    <a:pt x="17773" y="650626"/>
                    <a:pt x="0" y="632852"/>
                    <a:pt x="0" y="61093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6305" y="0"/>
                  </a:lnTo>
                  <a:cubicBezTo>
                    <a:pt x="178229" y="0"/>
                    <a:pt x="196002" y="17773"/>
                    <a:pt x="196002" y="39697"/>
                  </a:cubicBezTo>
                  <a:lnTo>
                    <a:pt x="196002" y="610930"/>
                  </a:lnTo>
                  <a:cubicBezTo>
                    <a:pt x="196002" y="632852"/>
                    <a:pt x="178229" y="650626"/>
                    <a:pt x="156305" y="650626"/>
                  </a:cubicBezTo>
                  <a:close/>
                  <a:moveTo>
                    <a:pt x="79393" y="571233"/>
                  </a:moveTo>
                  <a:lnTo>
                    <a:pt x="116609" y="571233"/>
                  </a:lnTo>
                  <a:lnTo>
                    <a:pt x="116609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155B558D-BF5C-2C8F-B030-0C0E0D8E8011}"/>
                </a:ext>
              </a:extLst>
            </p:cNvPr>
            <p:cNvSpPr/>
            <p:nvPr/>
          </p:nvSpPr>
          <p:spPr>
            <a:xfrm>
              <a:off x="8336156" y="4168780"/>
              <a:ext cx="185829" cy="79393"/>
            </a:xfrm>
            <a:custGeom>
              <a:avLst/>
              <a:gdLst>
                <a:gd name="connsiteX0" fmla="*/ 146133 w 185829"/>
                <a:gd name="connsiteY0" fmla="*/ 79393 h 79393"/>
                <a:gd name="connsiteX1" fmla="*/ 39697 w 185829"/>
                <a:gd name="connsiteY1" fmla="*/ 79393 h 79393"/>
                <a:gd name="connsiteX2" fmla="*/ 0 w 185829"/>
                <a:gd name="connsiteY2" fmla="*/ 39697 h 79393"/>
                <a:gd name="connsiteX3" fmla="*/ 39697 w 185829"/>
                <a:gd name="connsiteY3" fmla="*/ 0 h 79393"/>
                <a:gd name="connsiteX4" fmla="*/ 146133 w 185829"/>
                <a:gd name="connsiteY4" fmla="*/ 0 h 79393"/>
                <a:gd name="connsiteX5" fmla="*/ 185830 w 185829"/>
                <a:gd name="connsiteY5" fmla="*/ 39697 h 79393"/>
                <a:gd name="connsiteX6" fmla="*/ 146133 w 18582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829" h="79393">
                  <a:moveTo>
                    <a:pt x="14613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46133" y="0"/>
                  </a:lnTo>
                  <a:cubicBezTo>
                    <a:pt x="168057" y="0"/>
                    <a:pt x="185830" y="17774"/>
                    <a:pt x="185830" y="39697"/>
                  </a:cubicBezTo>
                  <a:cubicBezTo>
                    <a:pt x="185830" y="61619"/>
                    <a:pt x="168057" y="79393"/>
                    <a:pt x="14613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E05F5459-6788-6E98-4A7B-3880ED53E913}"/>
                </a:ext>
              </a:extLst>
            </p:cNvPr>
            <p:cNvSpPr/>
            <p:nvPr/>
          </p:nvSpPr>
          <p:spPr>
            <a:xfrm>
              <a:off x="8331194" y="3748840"/>
              <a:ext cx="196001" cy="650626"/>
            </a:xfrm>
            <a:custGeom>
              <a:avLst/>
              <a:gdLst>
                <a:gd name="connsiteX0" fmla="*/ 156156 w 196001"/>
                <a:gd name="connsiteY0" fmla="*/ 650626 h 650626"/>
                <a:gd name="connsiteX1" fmla="*/ 39697 w 196001"/>
                <a:gd name="connsiteY1" fmla="*/ 650626 h 650626"/>
                <a:gd name="connsiteX2" fmla="*/ 0 w 196001"/>
                <a:gd name="connsiteY2" fmla="*/ 610930 h 650626"/>
                <a:gd name="connsiteX3" fmla="*/ 0 w 196001"/>
                <a:gd name="connsiteY3" fmla="*/ 39697 h 650626"/>
                <a:gd name="connsiteX4" fmla="*/ 39697 w 196001"/>
                <a:gd name="connsiteY4" fmla="*/ 0 h 650626"/>
                <a:gd name="connsiteX5" fmla="*/ 156305 w 196001"/>
                <a:gd name="connsiteY5" fmla="*/ 0 h 650626"/>
                <a:gd name="connsiteX6" fmla="*/ 196002 w 196001"/>
                <a:gd name="connsiteY6" fmla="*/ 39697 h 650626"/>
                <a:gd name="connsiteX7" fmla="*/ 196002 w 196001"/>
                <a:gd name="connsiteY7" fmla="*/ 610930 h 650626"/>
                <a:gd name="connsiteX8" fmla="*/ 156306 w 196001"/>
                <a:gd name="connsiteY8" fmla="*/ 650626 h 650626"/>
                <a:gd name="connsiteX9" fmla="*/ 156156 w 196001"/>
                <a:gd name="connsiteY9" fmla="*/ 650626 h 650626"/>
                <a:gd name="connsiteX10" fmla="*/ 79244 w 196001"/>
                <a:gd name="connsiteY10" fmla="*/ 571233 h 650626"/>
                <a:gd name="connsiteX11" fmla="*/ 116460 w 196001"/>
                <a:gd name="connsiteY11" fmla="*/ 571233 h 650626"/>
                <a:gd name="connsiteX12" fmla="*/ 116460 w 196001"/>
                <a:gd name="connsiteY12" fmla="*/ 79393 h 650626"/>
                <a:gd name="connsiteX13" fmla="*/ 79393 w 196001"/>
                <a:gd name="connsiteY13" fmla="*/ 79393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001" h="650626">
                  <a:moveTo>
                    <a:pt x="156156" y="650626"/>
                  </a:moveTo>
                  <a:lnTo>
                    <a:pt x="39697" y="650626"/>
                  </a:lnTo>
                  <a:cubicBezTo>
                    <a:pt x="17773" y="650626"/>
                    <a:pt x="0" y="632852"/>
                    <a:pt x="0" y="61093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56305" y="0"/>
                  </a:lnTo>
                  <a:cubicBezTo>
                    <a:pt x="178229" y="0"/>
                    <a:pt x="196002" y="17773"/>
                    <a:pt x="196002" y="39697"/>
                  </a:cubicBezTo>
                  <a:lnTo>
                    <a:pt x="196002" y="610930"/>
                  </a:lnTo>
                  <a:cubicBezTo>
                    <a:pt x="196002" y="632852"/>
                    <a:pt x="178229" y="650626"/>
                    <a:pt x="156306" y="650626"/>
                  </a:cubicBezTo>
                  <a:cubicBezTo>
                    <a:pt x="156256" y="650626"/>
                    <a:pt x="156206" y="650626"/>
                    <a:pt x="156156" y="650626"/>
                  </a:cubicBezTo>
                  <a:close/>
                  <a:moveTo>
                    <a:pt x="79244" y="571233"/>
                  </a:moveTo>
                  <a:lnTo>
                    <a:pt x="116460" y="571233"/>
                  </a:lnTo>
                  <a:lnTo>
                    <a:pt x="11646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68F7ADB2-BBD4-659F-D0BF-EF7F39BE0CA2}"/>
                </a:ext>
              </a:extLst>
            </p:cNvPr>
            <p:cNvSpPr/>
            <p:nvPr/>
          </p:nvSpPr>
          <p:spPr>
            <a:xfrm>
              <a:off x="8690164" y="4145633"/>
              <a:ext cx="181155" cy="112422"/>
            </a:xfrm>
            <a:custGeom>
              <a:avLst/>
              <a:gdLst>
                <a:gd name="connsiteX0" fmla="*/ 38989 w 181155"/>
                <a:gd name="connsiteY0" fmla="*/ 112414 h 112422"/>
                <a:gd name="connsiteX1" fmla="*/ 6 w 181155"/>
                <a:gd name="connsiteY1" fmla="*/ 72013 h 112422"/>
                <a:gd name="connsiteX2" fmla="*/ 26732 w 181155"/>
                <a:gd name="connsiteY2" fmla="*/ 35205 h 112422"/>
                <a:gd name="connsiteX3" fmla="*/ 128008 w 181155"/>
                <a:gd name="connsiteY3" fmla="*/ 2356 h 112422"/>
                <a:gd name="connsiteX4" fmla="*/ 178800 w 181155"/>
                <a:gd name="connsiteY4" fmla="*/ 26268 h 112422"/>
                <a:gd name="connsiteX5" fmla="*/ 154893 w 181155"/>
                <a:gd name="connsiteY5" fmla="*/ 77060 h 112422"/>
                <a:gd name="connsiteX6" fmla="*/ 152521 w 181155"/>
                <a:gd name="connsiteY6" fmla="*/ 77829 h 112422"/>
                <a:gd name="connsiteX7" fmla="*/ 51294 w 181155"/>
                <a:gd name="connsiteY7" fmla="*/ 110727 h 112422"/>
                <a:gd name="connsiteX8" fmla="*/ 38989 w 181155"/>
                <a:gd name="connsiteY8" fmla="*/ 112414 h 11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155" h="112422">
                  <a:moveTo>
                    <a:pt x="38989" y="112414"/>
                  </a:moveTo>
                  <a:cubicBezTo>
                    <a:pt x="17066" y="112022"/>
                    <a:pt x="-386" y="93936"/>
                    <a:pt x="6" y="72013"/>
                  </a:cubicBezTo>
                  <a:cubicBezTo>
                    <a:pt x="304" y="55351"/>
                    <a:pt x="10978" y="40648"/>
                    <a:pt x="26732" y="35205"/>
                  </a:cubicBezTo>
                  <a:lnTo>
                    <a:pt x="128008" y="2356"/>
                  </a:lnTo>
                  <a:cubicBezTo>
                    <a:pt x="148635" y="-5067"/>
                    <a:pt x="171377" y="5636"/>
                    <a:pt x="178800" y="26268"/>
                  </a:cubicBezTo>
                  <a:cubicBezTo>
                    <a:pt x="186223" y="46895"/>
                    <a:pt x="175520" y="69636"/>
                    <a:pt x="154893" y="77060"/>
                  </a:cubicBezTo>
                  <a:cubicBezTo>
                    <a:pt x="154109" y="77343"/>
                    <a:pt x="153320" y="77596"/>
                    <a:pt x="152521" y="77829"/>
                  </a:cubicBezTo>
                  <a:lnTo>
                    <a:pt x="51294" y="110727"/>
                  </a:lnTo>
                  <a:cubicBezTo>
                    <a:pt x="47305" y="111933"/>
                    <a:pt x="43152" y="112499"/>
                    <a:pt x="38989" y="1124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D2668DB-9113-3F53-561D-8A31A838E4D5}"/>
                </a:ext>
              </a:extLst>
            </p:cNvPr>
            <p:cNvSpPr/>
            <p:nvPr/>
          </p:nvSpPr>
          <p:spPr>
            <a:xfrm>
              <a:off x="8554869" y="3744921"/>
              <a:ext cx="366628" cy="658565"/>
            </a:xfrm>
            <a:custGeom>
              <a:avLst/>
              <a:gdLst>
                <a:gd name="connsiteX0" fmla="*/ 216213 w 366628"/>
                <a:gd name="connsiteY0" fmla="*/ 658565 h 658565"/>
                <a:gd name="connsiteX1" fmla="*/ 178452 w 366628"/>
                <a:gd name="connsiteY1" fmla="*/ 631125 h 658565"/>
                <a:gd name="connsiteX2" fmla="*/ 1951 w 366628"/>
                <a:gd name="connsiteY2" fmla="*/ 87878 h 658565"/>
                <a:gd name="connsiteX3" fmla="*/ 27446 w 366628"/>
                <a:gd name="connsiteY3" fmla="*/ 37863 h 658565"/>
                <a:gd name="connsiteX4" fmla="*/ 27456 w 366628"/>
                <a:gd name="connsiteY4" fmla="*/ 37860 h 658565"/>
                <a:gd name="connsiteX5" fmla="*/ 138557 w 366628"/>
                <a:gd name="connsiteY5" fmla="*/ 1836 h 658565"/>
                <a:gd name="connsiteX6" fmla="*/ 188178 w 366628"/>
                <a:gd name="connsiteY6" fmla="*/ 27341 h 658565"/>
                <a:gd name="connsiteX7" fmla="*/ 364679 w 366628"/>
                <a:gd name="connsiteY7" fmla="*/ 570588 h 658565"/>
                <a:gd name="connsiteX8" fmla="*/ 339184 w 366628"/>
                <a:gd name="connsiteY8" fmla="*/ 620601 h 658565"/>
                <a:gd name="connsiteX9" fmla="*/ 339174 w 366628"/>
                <a:gd name="connsiteY9" fmla="*/ 620606 h 658565"/>
                <a:gd name="connsiteX10" fmla="*/ 228271 w 366628"/>
                <a:gd name="connsiteY10" fmla="*/ 656630 h 658565"/>
                <a:gd name="connsiteX11" fmla="*/ 216213 w 366628"/>
                <a:gd name="connsiteY11" fmla="*/ 658565 h 658565"/>
                <a:gd name="connsiteX12" fmla="*/ 89730 w 366628"/>
                <a:gd name="connsiteY12" fmla="*/ 101077 h 658565"/>
                <a:gd name="connsiteX13" fmla="*/ 241718 w 366628"/>
                <a:gd name="connsiteY13" fmla="*/ 568851 h 658565"/>
                <a:gd name="connsiteX14" fmla="*/ 277098 w 366628"/>
                <a:gd name="connsiteY14" fmla="*/ 557389 h 658565"/>
                <a:gd name="connsiteX15" fmla="*/ 125110 w 366628"/>
                <a:gd name="connsiteY15" fmla="*/ 89615 h 65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6628" h="658565">
                  <a:moveTo>
                    <a:pt x="216213" y="658565"/>
                  </a:moveTo>
                  <a:cubicBezTo>
                    <a:pt x="199010" y="658565"/>
                    <a:pt x="183761" y="647490"/>
                    <a:pt x="178452" y="631125"/>
                  </a:cubicBezTo>
                  <a:lnTo>
                    <a:pt x="1951" y="87878"/>
                  </a:lnTo>
                  <a:cubicBezTo>
                    <a:pt x="-4819" y="67026"/>
                    <a:pt x="6596" y="44633"/>
                    <a:pt x="27446" y="37863"/>
                  </a:cubicBezTo>
                  <a:cubicBezTo>
                    <a:pt x="27451" y="37862"/>
                    <a:pt x="27451" y="37861"/>
                    <a:pt x="27456" y="37860"/>
                  </a:cubicBezTo>
                  <a:lnTo>
                    <a:pt x="138557" y="1836"/>
                  </a:lnTo>
                  <a:cubicBezTo>
                    <a:pt x="159288" y="-4679"/>
                    <a:pt x="181409" y="6690"/>
                    <a:pt x="188178" y="27341"/>
                  </a:cubicBezTo>
                  <a:lnTo>
                    <a:pt x="364679" y="570588"/>
                  </a:lnTo>
                  <a:cubicBezTo>
                    <a:pt x="371447" y="591439"/>
                    <a:pt x="360034" y="613832"/>
                    <a:pt x="339184" y="620601"/>
                  </a:cubicBezTo>
                  <a:cubicBezTo>
                    <a:pt x="339179" y="620606"/>
                    <a:pt x="339179" y="620606"/>
                    <a:pt x="339174" y="620606"/>
                  </a:cubicBezTo>
                  <a:lnTo>
                    <a:pt x="228271" y="656630"/>
                  </a:lnTo>
                  <a:cubicBezTo>
                    <a:pt x="224376" y="657896"/>
                    <a:pt x="220307" y="658546"/>
                    <a:pt x="216213" y="658565"/>
                  </a:cubicBezTo>
                  <a:close/>
                  <a:moveTo>
                    <a:pt x="89730" y="101077"/>
                  </a:moveTo>
                  <a:lnTo>
                    <a:pt x="241718" y="568851"/>
                  </a:lnTo>
                  <a:lnTo>
                    <a:pt x="277098" y="557389"/>
                  </a:lnTo>
                  <a:lnTo>
                    <a:pt x="125110" y="8961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C7052286-F491-AEE0-F258-294AB871F108}"/>
              </a:ext>
            </a:extLst>
          </p:cNvPr>
          <p:cNvGrpSpPr/>
          <p:nvPr/>
        </p:nvGrpSpPr>
        <p:grpSpPr>
          <a:xfrm>
            <a:off x="9438384" y="3654101"/>
            <a:ext cx="787618" cy="840869"/>
            <a:chOff x="9438384" y="3654101"/>
            <a:chExt cx="787618" cy="840869"/>
          </a:xfrm>
        </p:grpSpPr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B98C2A0-FCFC-B99A-AD94-A17F0AD8EEC9}"/>
                </a:ext>
              </a:extLst>
            </p:cNvPr>
            <p:cNvSpPr/>
            <p:nvPr/>
          </p:nvSpPr>
          <p:spPr>
            <a:xfrm>
              <a:off x="9550247" y="3654101"/>
              <a:ext cx="675755" cy="751518"/>
            </a:xfrm>
            <a:custGeom>
              <a:avLst/>
              <a:gdLst>
                <a:gd name="connsiteX0" fmla="*/ 502615 w 675755"/>
                <a:gd name="connsiteY0" fmla="*/ 751519 h 751518"/>
                <a:gd name="connsiteX1" fmla="*/ 462889 w 675755"/>
                <a:gd name="connsiteY1" fmla="*/ 711852 h 751518"/>
                <a:gd name="connsiteX2" fmla="*/ 476961 w 675755"/>
                <a:gd name="connsiteY2" fmla="*/ 681504 h 751518"/>
                <a:gd name="connsiteX3" fmla="*/ 489168 w 675755"/>
                <a:gd name="connsiteY3" fmla="*/ 670389 h 751518"/>
                <a:gd name="connsiteX4" fmla="*/ 592081 w 675755"/>
                <a:gd name="connsiteY4" fmla="*/ 453646 h 751518"/>
                <a:gd name="connsiteX5" fmla="*/ 478450 w 675755"/>
                <a:gd name="connsiteY5" fmla="*/ 356489 h 751518"/>
                <a:gd name="connsiteX6" fmla="*/ 325023 w 675755"/>
                <a:gd name="connsiteY6" fmla="*/ 168922 h 751518"/>
                <a:gd name="connsiteX7" fmla="*/ 267959 w 675755"/>
                <a:gd name="connsiteY7" fmla="*/ 85113 h 751518"/>
                <a:gd name="connsiteX8" fmla="*/ 191047 w 675755"/>
                <a:gd name="connsiteY8" fmla="*/ 93102 h 751518"/>
                <a:gd name="connsiteX9" fmla="*/ 71957 w 675755"/>
                <a:gd name="connsiteY9" fmla="*/ 202268 h 751518"/>
                <a:gd name="connsiteX10" fmla="*/ 16563 w 675755"/>
                <a:gd name="connsiteY10" fmla="*/ 211388 h 751518"/>
                <a:gd name="connsiteX11" fmla="*/ 7442 w 675755"/>
                <a:gd name="connsiteY11" fmla="*/ 155995 h 751518"/>
                <a:gd name="connsiteX12" fmla="*/ 10129 w 675755"/>
                <a:gd name="connsiteY12" fmla="*/ 152647 h 751518"/>
                <a:gd name="connsiteX13" fmla="*/ 156014 w 675755"/>
                <a:gd name="connsiteY13" fmla="*/ 21847 h 751518"/>
                <a:gd name="connsiteX14" fmla="*/ 302346 w 675755"/>
                <a:gd name="connsiteY14" fmla="*/ 13560 h 751518"/>
                <a:gd name="connsiteX15" fmla="*/ 402431 w 675755"/>
                <a:gd name="connsiteY15" fmla="*/ 151208 h 751518"/>
                <a:gd name="connsiteX16" fmla="*/ 503508 w 675755"/>
                <a:gd name="connsiteY16" fmla="*/ 281164 h 751518"/>
                <a:gd name="connsiteX17" fmla="*/ 669143 w 675755"/>
                <a:gd name="connsiteY17" fmla="*/ 434393 h 751518"/>
                <a:gd name="connsiteX18" fmla="*/ 669738 w 675755"/>
                <a:gd name="connsiteY18" fmla="*/ 437122 h 751518"/>
                <a:gd name="connsiteX19" fmla="*/ 542411 w 675755"/>
                <a:gd name="connsiteY19" fmla="*/ 729289 h 751518"/>
                <a:gd name="connsiteX20" fmla="*/ 529361 w 675755"/>
                <a:gd name="connsiteY20" fmla="*/ 741099 h 751518"/>
                <a:gd name="connsiteX21" fmla="*/ 502615 w 675755"/>
                <a:gd name="connsiteY21" fmla="*/ 751519 h 751518"/>
                <a:gd name="connsiteX22" fmla="*/ 402481 w 675755"/>
                <a:gd name="connsiteY22" fmla="*/ 151406 h 751518"/>
                <a:gd name="connsiteX23" fmla="*/ 402481 w 675755"/>
                <a:gd name="connsiteY23" fmla="*/ 151704 h 751518"/>
                <a:gd name="connsiteX24" fmla="*/ 402481 w 675755"/>
                <a:gd name="connsiteY24" fmla="*/ 151406 h 75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75755" h="751518">
                  <a:moveTo>
                    <a:pt x="502615" y="751519"/>
                  </a:moveTo>
                  <a:cubicBezTo>
                    <a:pt x="480693" y="751534"/>
                    <a:pt x="462904" y="733775"/>
                    <a:pt x="462889" y="711852"/>
                  </a:cubicBezTo>
                  <a:cubicBezTo>
                    <a:pt x="462879" y="700157"/>
                    <a:pt x="468030" y="689051"/>
                    <a:pt x="476961" y="681504"/>
                  </a:cubicBezTo>
                  <a:cubicBezTo>
                    <a:pt x="480981" y="677783"/>
                    <a:pt x="485099" y="674111"/>
                    <a:pt x="489168" y="670389"/>
                  </a:cubicBezTo>
                  <a:cubicBezTo>
                    <a:pt x="557794" y="608363"/>
                    <a:pt x="612029" y="559288"/>
                    <a:pt x="592081" y="453646"/>
                  </a:cubicBezTo>
                  <a:cubicBezTo>
                    <a:pt x="575260" y="393009"/>
                    <a:pt x="534323" y="375096"/>
                    <a:pt x="478450" y="356489"/>
                  </a:cubicBezTo>
                  <a:cubicBezTo>
                    <a:pt x="398015" y="329842"/>
                    <a:pt x="331275" y="197107"/>
                    <a:pt x="325023" y="168922"/>
                  </a:cubicBezTo>
                  <a:cubicBezTo>
                    <a:pt x="321400" y="152548"/>
                    <a:pt x="303090" y="101984"/>
                    <a:pt x="267959" y="85113"/>
                  </a:cubicBezTo>
                  <a:cubicBezTo>
                    <a:pt x="247317" y="75189"/>
                    <a:pt x="222159" y="77819"/>
                    <a:pt x="191047" y="93102"/>
                  </a:cubicBezTo>
                  <a:cubicBezTo>
                    <a:pt x="153831" y="111362"/>
                    <a:pt x="120486" y="141929"/>
                    <a:pt x="71957" y="202268"/>
                  </a:cubicBezTo>
                  <a:cubicBezTo>
                    <a:pt x="59179" y="220083"/>
                    <a:pt x="34379" y="224166"/>
                    <a:pt x="16563" y="211388"/>
                  </a:cubicBezTo>
                  <a:cubicBezTo>
                    <a:pt x="-1252" y="198610"/>
                    <a:pt x="-5335" y="173810"/>
                    <a:pt x="7442" y="155995"/>
                  </a:cubicBezTo>
                  <a:cubicBezTo>
                    <a:pt x="8277" y="154831"/>
                    <a:pt x="9174" y="153714"/>
                    <a:pt x="10129" y="152647"/>
                  </a:cubicBezTo>
                  <a:cubicBezTo>
                    <a:pt x="57219" y="93846"/>
                    <a:pt x="100042" y="49337"/>
                    <a:pt x="156014" y="21847"/>
                  </a:cubicBezTo>
                  <a:cubicBezTo>
                    <a:pt x="222854" y="-11002"/>
                    <a:pt x="272474" y="-780"/>
                    <a:pt x="302346" y="13560"/>
                  </a:cubicBezTo>
                  <a:cubicBezTo>
                    <a:pt x="377224" y="49485"/>
                    <a:pt x="400397" y="142574"/>
                    <a:pt x="402431" y="151208"/>
                  </a:cubicBezTo>
                  <a:cubicBezTo>
                    <a:pt x="409229" y="173934"/>
                    <a:pt x="463514" y="267916"/>
                    <a:pt x="503508" y="281164"/>
                  </a:cubicBezTo>
                  <a:cubicBezTo>
                    <a:pt x="572680" y="304188"/>
                    <a:pt x="642447" y="334953"/>
                    <a:pt x="669143" y="434393"/>
                  </a:cubicBezTo>
                  <a:cubicBezTo>
                    <a:pt x="669143" y="435286"/>
                    <a:pt x="669589" y="436179"/>
                    <a:pt x="669738" y="437122"/>
                  </a:cubicBezTo>
                  <a:cubicBezTo>
                    <a:pt x="699014" y="587671"/>
                    <a:pt x="615800" y="662896"/>
                    <a:pt x="542411" y="729289"/>
                  </a:cubicBezTo>
                  <a:lnTo>
                    <a:pt x="529361" y="741099"/>
                  </a:lnTo>
                  <a:cubicBezTo>
                    <a:pt x="522057" y="747787"/>
                    <a:pt x="512520" y="751504"/>
                    <a:pt x="502615" y="751519"/>
                  </a:cubicBezTo>
                  <a:close/>
                  <a:moveTo>
                    <a:pt x="402481" y="151406"/>
                  </a:moveTo>
                  <a:lnTo>
                    <a:pt x="402481" y="151704"/>
                  </a:lnTo>
                  <a:cubicBezTo>
                    <a:pt x="402481" y="151704"/>
                    <a:pt x="402481" y="151506"/>
                    <a:pt x="402481" y="15140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5B1DABF-5085-69B8-89DD-E1C8EE5E0DEC}"/>
                </a:ext>
              </a:extLst>
            </p:cNvPr>
            <p:cNvSpPr/>
            <p:nvPr/>
          </p:nvSpPr>
          <p:spPr>
            <a:xfrm>
              <a:off x="9438384" y="3761725"/>
              <a:ext cx="700406" cy="733245"/>
            </a:xfrm>
            <a:custGeom>
              <a:avLst/>
              <a:gdLst>
                <a:gd name="connsiteX0" fmla="*/ 451176 w 700406"/>
                <a:gd name="connsiteY0" fmla="*/ 733212 h 733245"/>
                <a:gd name="connsiteX1" fmla="*/ 368062 w 700406"/>
                <a:gd name="connsiteY1" fmla="*/ 716192 h 733245"/>
                <a:gd name="connsiteX2" fmla="*/ 278744 w 700406"/>
                <a:gd name="connsiteY2" fmla="*/ 610649 h 733245"/>
                <a:gd name="connsiteX3" fmla="*/ 170323 w 700406"/>
                <a:gd name="connsiteY3" fmla="*/ 462928 h 733245"/>
                <a:gd name="connsiteX4" fmla="*/ 153650 w 700406"/>
                <a:gd name="connsiteY4" fmla="*/ 455783 h 733245"/>
                <a:gd name="connsiteX5" fmla="*/ 52225 w 700406"/>
                <a:gd name="connsiteY5" fmla="*/ 395246 h 733245"/>
                <a:gd name="connsiteX6" fmla="*/ 2605 w 700406"/>
                <a:gd name="connsiteY6" fmla="*/ 232837 h 733245"/>
                <a:gd name="connsiteX7" fmla="*/ 186450 w 700406"/>
                <a:gd name="connsiteY7" fmla="*/ 8552 h 733245"/>
                <a:gd name="connsiteX8" fmla="*/ 189923 w 700406"/>
                <a:gd name="connsiteY8" fmla="*/ 7559 h 733245"/>
                <a:gd name="connsiteX9" fmla="*/ 349255 w 700406"/>
                <a:gd name="connsiteY9" fmla="*/ 26514 h 733245"/>
                <a:gd name="connsiteX10" fmla="*/ 427904 w 700406"/>
                <a:gd name="connsiteY10" fmla="*/ 139947 h 733245"/>
                <a:gd name="connsiteX11" fmla="*/ 528982 w 700406"/>
                <a:gd name="connsiteY11" fmla="*/ 269904 h 733245"/>
                <a:gd name="connsiteX12" fmla="*/ 694616 w 700406"/>
                <a:gd name="connsiteY12" fmla="*/ 423133 h 733245"/>
                <a:gd name="connsiteX13" fmla="*/ 695261 w 700406"/>
                <a:gd name="connsiteY13" fmla="*/ 425862 h 733245"/>
                <a:gd name="connsiteX14" fmla="*/ 529676 w 700406"/>
                <a:gd name="connsiteY14" fmla="*/ 716937 h 733245"/>
                <a:gd name="connsiteX15" fmla="*/ 451176 w 700406"/>
                <a:gd name="connsiteY15" fmla="*/ 733212 h 733245"/>
                <a:gd name="connsiteX16" fmla="*/ 210317 w 700406"/>
                <a:gd name="connsiteY16" fmla="*/ 84422 h 733245"/>
                <a:gd name="connsiteX17" fmla="*/ 81303 w 700406"/>
                <a:gd name="connsiteY17" fmla="*/ 244399 h 733245"/>
                <a:gd name="connsiteX18" fmla="*/ 183472 w 700406"/>
                <a:gd name="connsiteY18" fmla="*/ 382195 h 733245"/>
                <a:gd name="connsiteX19" fmla="*/ 214039 w 700406"/>
                <a:gd name="connsiteY19" fmla="*/ 396685 h 733245"/>
                <a:gd name="connsiteX20" fmla="*/ 355458 w 700406"/>
                <a:gd name="connsiteY20" fmla="*/ 590205 h 733245"/>
                <a:gd name="connsiteX21" fmla="*/ 400613 w 700406"/>
                <a:gd name="connsiteY21" fmla="*/ 643796 h 733245"/>
                <a:gd name="connsiteX22" fmla="*/ 494148 w 700406"/>
                <a:gd name="connsiteY22" fmla="*/ 646029 h 733245"/>
                <a:gd name="connsiteX23" fmla="*/ 617654 w 700406"/>
                <a:gd name="connsiteY23" fmla="*/ 442584 h 733245"/>
                <a:gd name="connsiteX24" fmla="*/ 504022 w 700406"/>
                <a:gd name="connsiteY24" fmla="*/ 345476 h 733245"/>
                <a:gd name="connsiteX25" fmla="*/ 350545 w 700406"/>
                <a:gd name="connsiteY25" fmla="*/ 157711 h 733245"/>
                <a:gd name="connsiteX26" fmla="*/ 306978 w 700406"/>
                <a:gd name="connsiteY26" fmla="*/ 93701 h 733245"/>
                <a:gd name="connsiteX27" fmla="*/ 210317 w 700406"/>
                <a:gd name="connsiteY27" fmla="*/ 84422 h 733245"/>
                <a:gd name="connsiteX28" fmla="*/ 428053 w 700406"/>
                <a:gd name="connsiteY28" fmla="*/ 140295 h 733245"/>
                <a:gd name="connsiteX29" fmla="*/ 428053 w 700406"/>
                <a:gd name="connsiteY29" fmla="*/ 140295 h 73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00406" h="733245">
                  <a:moveTo>
                    <a:pt x="451176" y="733212"/>
                  </a:moveTo>
                  <a:cubicBezTo>
                    <a:pt x="422587" y="733401"/>
                    <a:pt x="394276" y="727600"/>
                    <a:pt x="368062" y="716192"/>
                  </a:cubicBezTo>
                  <a:cubicBezTo>
                    <a:pt x="323516" y="696791"/>
                    <a:pt x="290513" y="657789"/>
                    <a:pt x="278744" y="610649"/>
                  </a:cubicBezTo>
                  <a:cubicBezTo>
                    <a:pt x="262320" y="549268"/>
                    <a:pt x="225848" y="499548"/>
                    <a:pt x="170323" y="462928"/>
                  </a:cubicBezTo>
                  <a:cubicBezTo>
                    <a:pt x="168189" y="461688"/>
                    <a:pt x="159803" y="458264"/>
                    <a:pt x="153650" y="455783"/>
                  </a:cubicBezTo>
                  <a:cubicBezTo>
                    <a:pt x="126557" y="444817"/>
                    <a:pt x="85571" y="428194"/>
                    <a:pt x="52225" y="395246"/>
                  </a:cubicBezTo>
                  <a:cubicBezTo>
                    <a:pt x="9701" y="353267"/>
                    <a:pt x="-6922" y="298634"/>
                    <a:pt x="2605" y="232837"/>
                  </a:cubicBezTo>
                  <a:cubicBezTo>
                    <a:pt x="27663" y="62986"/>
                    <a:pt x="179949" y="10685"/>
                    <a:pt x="186450" y="8552"/>
                  </a:cubicBezTo>
                  <a:cubicBezTo>
                    <a:pt x="187591" y="8155"/>
                    <a:pt x="188782" y="7857"/>
                    <a:pt x="189923" y="7559"/>
                  </a:cubicBezTo>
                  <a:cubicBezTo>
                    <a:pt x="252693" y="-6930"/>
                    <a:pt x="306234" y="-579"/>
                    <a:pt x="349255" y="26514"/>
                  </a:cubicBezTo>
                  <a:cubicBezTo>
                    <a:pt x="406319" y="62440"/>
                    <a:pt x="423686" y="121786"/>
                    <a:pt x="427904" y="139947"/>
                  </a:cubicBezTo>
                  <a:cubicBezTo>
                    <a:pt x="434752" y="162723"/>
                    <a:pt x="489037" y="256655"/>
                    <a:pt x="528982" y="269904"/>
                  </a:cubicBezTo>
                  <a:cubicBezTo>
                    <a:pt x="598153" y="292878"/>
                    <a:pt x="667920" y="323643"/>
                    <a:pt x="694616" y="423133"/>
                  </a:cubicBezTo>
                  <a:cubicBezTo>
                    <a:pt x="694616" y="424026"/>
                    <a:pt x="695062" y="424969"/>
                    <a:pt x="695261" y="425862"/>
                  </a:cubicBezTo>
                  <a:cubicBezTo>
                    <a:pt x="718979" y="548127"/>
                    <a:pt x="660179" y="651487"/>
                    <a:pt x="529676" y="716937"/>
                  </a:cubicBezTo>
                  <a:cubicBezTo>
                    <a:pt x="505059" y="728171"/>
                    <a:pt x="478229" y="733733"/>
                    <a:pt x="451176" y="733212"/>
                  </a:cubicBezTo>
                  <a:close/>
                  <a:moveTo>
                    <a:pt x="210317" y="84422"/>
                  </a:moveTo>
                  <a:cubicBezTo>
                    <a:pt x="196126" y="89731"/>
                    <a:pt x="98323" y="130222"/>
                    <a:pt x="81303" y="244399"/>
                  </a:cubicBezTo>
                  <a:cubicBezTo>
                    <a:pt x="68948" y="328407"/>
                    <a:pt x="122588" y="357534"/>
                    <a:pt x="183472" y="382195"/>
                  </a:cubicBezTo>
                  <a:cubicBezTo>
                    <a:pt x="194099" y="386041"/>
                    <a:pt x="204334" y="390894"/>
                    <a:pt x="214039" y="396685"/>
                  </a:cubicBezTo>
                  <a:cubicBezTo>
                    <a:pt x="286287" y="444321"/>
                    <a:pt x="333873" y="509423"/>
                    <a:pt x="355458" y="590205"/>
                  </a:cubicBezTo>
                  <a:cubicBezTo>
                    <a:pt x="361054" y="614271"/>
                    <a:pt x="377844" y="634199"/>
                    <a:pt x="400613" y="643796"/>
                  </a:cubicBezTo>
                  <a:cubicBezTo>
                    <a:pt x="434305" y="658980"/>
                    <a:pt x="476582" y="654861"/>
                    <a:pt x="494148" y="646029"/>
                  </a:cubicBezTo>
                  <a:cubicBezTo>
                    <a:pt x="592198" y="596855"/>
                    <a:pt x="633731" y="528378"/>
                    <a:pt x="617654" y="442584"/>
                  </a:cubicBezTo>
                  <a:cubicBezTo>
                    <a:pt x="600832" y="381898"/>
                    <a:pt x="559895" y="364034"/>
                    <a:pt x="504022" y="345476"/>
                  </a:cubicBezTo>
                  <a:cubicBezTo>
                    <a:pt x="423686" y="318532"/>
                    <a:pt x="356847" y="185896"/>
                    <a:pt x="350545" y="157711"/>
                  </a:cubicBezTo>
                  <a:cubicBezTo>
                    <a:pt x="349603" y="153345"/>
                    <a:pt x="340125" y="114541"/>
                    <a:pt x="306978" y="93701"/>
                  </a:cubicBezTo>
                  <a:cubicBezTo>
                    <a:pt x="282962" y="78566"/>
                    <a:pt x="250361" y="75440"/>
                    <a:pt x="210317" y="84422"/>
                  </a:cubicBezTo>
                  <a:close/>
                  <a:moveTo>
                    <a:pt x="428053" y="140295"/>
                  </a:moveTo>
                  <a:lnTo>
                    <a:pt x="428053" y="14029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FFDA137E-2933-8F40-BCF5-5D1D23D89806}"/>
                </a:ext>
              </a:extLst>
            </p:cNvPr>
            <p:cNvSpPr/>
            <p:nvPr/>
          </p:nvSpPr>
          <p:spPr>
            <a:xfrm>
              <a:off x="9634560" y="3889875"/>
              <a:ext cx="79442" cy="79191"/>
            </a:xfrm>
            <a:custGeom>
              <a:avLst/>
              <a:gdLst>
                <a:gd name="connsiteX0" fmla="*/ 39696 w 79442"/>
                <a:gd name="connsiteY0" fmla="*/ 79182 h 79191"/>
                <a:gd name="connsiteX1" fmla="*/ 31955 w 79442"/>
                <a:gd name="connsiteY1" fmla="*/ 78388 h 79191"/>
                <a:gd name="connsiteX2" fmla="*/ 24512 w 79442"/>
                <a:gd name="connsiteY2" fmla="*/ 76155 h 79191"/>
                <a:gd name="connsiteX3" fmla="*/ 17664 w 79442"/>
                <a:gd name="connsiteY3" fmla="*/ 72632 h 79191"/>
                <a:gd name="connsiteX4" fmla="*/ 6698 w 79442"/>
                <a:gd name="connsiteY4" fmla="*/ 61666 h 79191"/>
                <a:gd name="connsiteX5" fmla="*/ 3026 w 79442"/>
                <a:gd name="connsiteY5" fmla="*/ 54818 h 79191"/>
                <a:gd name="connsiteX6" fmla="*/ 793 w 79442"/>
                <a:gd name="connsiteY6" fmla="*/ 47375 h 79191"/>
                <a:gd name="connsiteX7" fmla="*/ 793 w 79442"/>
                <a:gd name="connsiteY7" fmla="*/ 31893 h 79191"/>
                <a:gd name="connsiteX8" fmla="*/ 3026 w 79442"/>
                <a:gd name="connsiteY8" fmla="*/ 24450 h 79191"/>
                <a:gd name="connsiteX9" fmla="*/ 6698 w 79442"/>
                <a:gd name="connsiteY9" fmla="*/ 17603 h 79191"/>
                <a:gd name="connsiteX10" fmla="*/ 17664 w 79442"/>
                <a:gd name="connsiteY10" fmla="*/ 6636 h 79191"/>
                <a:gd name="connsiteX11" fmla="*/ 24512 w 79442"/>
                <a:gd name="connsiteY11" fmla="*/ 2965 h 79191"/>
                <a:gd name="connsiteX12" fmla="*/ 31955 w 79442"/>
                <a:gd name="connsiteY12" fmla="*/ 732 h 79191"/>
                <a:gd name="connsiteX13" fmla="*/ 67781 w 79442"/>
                <a:gd name="connsiteY13" fmla="*/ 11549 h 79191"/>
                <a:gd name="connsiteX14" fmla="*/ 72744 w 79442"/>
                <a:gd name="connsiteY14" fmla="*/ 17603 h 79191"/>
                <a:gd name="connsiteX15" fmla="*/ 76415 w 79442"/>
                <a:gd name="connsiteY15" fmla="*/ 24450 h 79191"/>
                <a:gd name="connsiteX16" fmla="*/ 78648 w 79442"/>
                <a:gd name="connsiteY16" fmla="*/ 31893 h 79191"/>
                <a:gd name="connsiteX17" fmla="*/ 79442 w 79442"/>
                <a:gd name="connsiteY17" fmla="*/ 39634 h 79191"/>
                <a:gd name="connsiteX18" fmla="*/ 67781 w 79442"/>
                <a:gd name="connsiteY18" fmla="*/ 67670 h 79191"/>
                <a:gd name="connsiteX19" fmla="*/ 61728 w 79442"/>
                <a:gd name="connsiteY19" fmla="*/ 72632 h 79191"/>
                <a:gd name="connsiteX20" fmla="*/ 54880 w 79442"/>
                <a:gd name="connsiteY20" fmla="*/ 76304 h 79191"/>
                <a:gd name="connsiteX21" fmla="*/ 47437 w 79442"/>
                <a:gd name="connsiteY21" fmla="*/ 78537 h 79191"/>
                <a:gd name="connsiteX22" fmla="*/ 39696 w 79442"/>
                <a:gd name="connsiteY22" fmla="*/ 79182 h 7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2" h="79191">
                  <a:moveTo>
                    <a:pt x="39696" y="79182"/>
                  </a:moveTo>
                  <a:cubicBezTo>
                    <a:pt x="37095" y="79191"/>
                    <a:pt x="34500" y="78924"/>
                    <a:pt x="31955" y="78388"/>
                  </a:cubicBezTo>
                  <a:cubicBezTo>
                    <a:pt x="29406" y="77894"/>
                    <a:pt x="26912" y="77145"/>
                    <a:pt x="24512" y="76155"/>
                  </a:cubicBezTo>
                  <a:cubicBezTo>
                    <a:pt x="22121" y="75205"/>
                    <a:pt x="19827" y="74025"/>
                    <a:pt x="17664" y="72632"/>
                  </a:cubicBezTo>
                  <a:cubicBezTo>
                    <a:pt x="13288" y="69777"/>
                    <a:pt x="9553" y="66042"/>
                    <a:pt x="6698" y="61666"/>
                  </a:cubicBezTo>
                  <a:cubicBezTo>
                    <a:pt x="5253" y="59509"/>
                    <a:pt x="4023" y="57215"/>
                    <a:pt x="3026" y="54818"/>
                  </a:cubicBezTo>
                  <a:cubicBezTo>
                    <a:pt x="2036" y="52418"/>
                    <a:pt x="1288" y="49924"/>
                    <a:pt x="793" y="47375"/>
                  </a:cubicBezTo>
                  <a:cubicBezTo>
                    <a:pt x="-264" y="42269"/>
                    <a:pt x="-264" y="37000"/>
                    <a:pt x="793" y="31893"/>
                  </a:cubicBezTo>
                  <a:cubicBezTo>
                    <a:pt x="1288" y="29344"/>
                    <a:pt x="2036" y="26851"/>
                    <a:pt x="3026" y="24450"/>
                  </a:cubicBezTo>
                  <a:cubicBezTo>
                    <a:pt x="4023" y="22053"/>
                    <a:pt x="5253" y="19760"/>
                    <a:pt x="6698" y="17603"/>
                  </a:cubicBezTo>
                  <a:cubicBezTo>
                    <a:pt x="9553" y="13226"/>
                    <a:pt x="13288" y="9492"/>
                    <a:pt x="17664" y="6636"/>
                  </a:cubicBezTo>
                  <a:cubicBezTo>
                    <a:pt x="19821" y="5192"/>
                    <a:pt x="22115" y="3961"/>
                    <a:pt x="24512" y="2965"/>
                  </a:cubicBezTo>
                  <a:cubicBezTo>
                    <a:pt x="26912" y="1974"/>
                    <a:pt x="29406" y="1226"/>
                    <a:pt x="31955" y="732"/>
                  </a:cubicBezTo>
                  <a:cubicBezTo>
                    <a:pt x="44950" y="-1781"/>
                    <a:pt x="58349" y="2264"/>
                    <a:pt x="67781" y="11549"/>
                  </a:cubicBezTo>
                  <a:cubicBezTo>
                    <a:pt x="69637" y="13393"/>
                    <a:pt x="71299" y="15422"/>
                    <a:pt x="72744" y="17603"/>
                  </a:cubicBezTo>
                  <a:cubicBezTo>
                    <a:pt x="74188" y="19760"/>
                    <a:pt x="75419" y="22053"/>
                    <a:pt x="76415" y="24450"/>
                  </a:cubicBezTo>
                  <a:cubicBezTo>
                    <a:pt x="77406" y="26851"/>
                    <a:pt x="78154" y="29344"/>
                    <a:pt x="78648" y="31893"/>
                  </a:cubicBezTo>
                  <a:cubicBezTo>
                    <a:pt x="79185" y="34438"/>
                    <a:pt x="79451" y="37033"/>
                    <a:pt x="79442" y="39634"/>
                  </a:cubicBezTo>
                  <a:cubicBezTo>
                    <a:pt x="79387" y="50148"/>
                    <a:pt x="75198" y="60218"/>
                    <a:pt x="67781" y="67670"/>
                  </a:cubicBezTo>
                  <a:cubicBezTo>
                    <a:pt x="65937" y="69525"/>
                    <a:pt x="63909" y="71188"/>
                    <a:pt x="61728" y="72632"/>
                  </a:cubicBezTo>
                  <a:cubicBezTo>
                    <a:pt x="59571" y="74077"/>
                    <a:pt x="57277" y="75307"/>
                    <a:pt x="54880" y="76304"/>
                  </a:cubicBezTo>
                  <a:cubicBezTo>
                    <a:pt x="52482" y="77301"/>
                    <a:pt x="49988" y="78050"/>
                    <a:pt x="47437" y="78537"/>
                  </a:cubicBezTo>
                  <a:cubicBezTo>
                    <a:pt x="44886" y="79024"/>
                    <a:pt x="42292" y="79239"/>
                    <a:pt x="39696" y="7918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46463438-8819-7CAA-F4C5-D06C6A748D26}"/>
                </a:ext>
              </a:extLst>
            </p:cNvPr>
            <p:cNvSpPr/>
            <p:nvPr/>
          </p:nvSpPr>
          <p:spPr>
            <a:xfrm>
              <a:off x="9783421" y="4114911"/>
              <a:ext cx="79492" cy="79424"/>
            </a:xfrm>
            <a:custGeom>
              <a:avLst/>
              <a:gdLst>
                <a:gd name="connsiteX0" fmla="*/ 39697 w 79492"/>
                <a:gd name="connsiteY0" fmla="*/ 79424 h 79424"/>
                <a:gd name="connsiteX1" fmla="*/ 31956 w 79492"/>
                <a:gd name="connsiteY1" fmla="*/ 78630 h 79424"/>
                <a:gd name="connsiteX2" fmla="*/ 24513 w 79492"/>
                <a:gd name="connsiteY2" fmla="*/ 76397 h 79424"/>
                <a:gd name="connsiteX3" fmla="*/ 17666 w 79492"/>
                <a:gd name="connsiteY3" fmla="*/ 72725 h 79424"/>
                <a:gd name="connsiteX4" fmla="*/ 6699 w 79492"/>
                <a:gd name="connsiteY4" fmla="*/ 61759 h 79424"/>
                <a:gd name="connsiteX5" fmla="*/ 3028 w 79492"/>
                <a:gd name="connsiteY5" fmla="*/ 54912 h 79424"/>
                <a:gd name="connsiteX6" fmla="*/ 795 w 79492"/>
                <a:gd name="connsiteY6" fmla="*/ 47468 h 79424"/>
                <a:gd name="connsiteX7" fmla="*/ 795 w 79492"/>
                <a:gd name="connsiteY7" fmla="*/ 31987 h 79424"/>
                <a:gd name="connsiteX8" fmla="*/ 3028 w 79492"/>
                <a:gd name="connsiteY8" fmla="*/ 24544 h 79424"/>
                <a:gd name="connsiteX9" fmla="*/ 6699 w 79492"/>
                <a:gd name="connsiteY9" fmla="*/ 17696 h 79424"/>
                <a:gd name="connsiteX10" fmla="*/ 11662 w 79492"/>
                <a:gd name="connsiteY10" fmla="*/ 11642 h 79424"/>
                <a:gd name="connsiteX11" fmla="*/ 67801 w 79492"/>
                <a:gd name="connsiteY11" fmla="*/ 11611 h 79424"/>
                <a:gd name="connsiteX12" fmla="*/ 67832 w 79492"/>
                <a:gd name="connsiteY12" fmla="*/ 11642 h 79424"/>
                <a:gd name="connsiteX13" fmla="*/ 72794 w 79492"/>
                <a:gd name="connsiteY13" fmla="*/ 17696 h 79424"/>
                <a:gd name="connsiteX14" fmla="*/ 76466 w 79492"/>
                <a:gd name="connsiteY14" fmla="*/ 24544 h 79424"/>
                <a:gd name="connsiteX15" fmla="*/ 78699 w 79492"/>
                <a:gd name="connsiteY15" fmla="*/ 31987 h 79424"/>
                <a:gd name="connsiteX16" fmla="*/ 78699 w 79492"/>
                <a:gd name="connsiteY16" fmla="*/ 47468 h 79424"/>
                <a:gd name="connsiteX17" fmla="*/ 76466 w 79492"/>
                <a:gd name="connsiteY17" fmla="*/ 54912 h 79424"/>
                <a:gd name="connsiteX18" fmla="*/ 72794 w 79492"/>
                <a:gd name="connsiteY18" fmla="*/ 61759 h 79424"/>
                <a:gd name="connsiteX19" fmla="*/ 67832 w 79492"/>
                <a:gd name="connsiteY19" fmla="*/ 67813 h 79424"/>
                <a:gd name="connsiteX20" fmla="*/ 39697 w 79492"/>
                <a:gd name="connsiteY20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492" h="79424">
                  <a:moveTo>
                    <a:pt x="39697" y="79424"/>
                  </a:moveTo>
                  <a:cubicBezTo>
                    <a:pt x="37096" y="79434"/>
                    <a:pt x="34501" y="79166"/>
                    <a:pt x="31956" y="78630"/>
                  </a:cubicBezTo>
                  <a:cubicBezTo>
                    <a:pt x="29407" y="78134"/>
                    <a:pt x="26914" y="77390"/>
                    <a:pt x="24513" y="76397"/>
                  </a:cubicBezTo>
                  <a:cubicBezTo>
                    <a:pt x="22116" y="75400"/>
                    <a:pt x="19823" y="74169"/>
                    <a:pt x="17666" y="72725"/>
                  </a:cubicBezTo>
                  <a:cubicBezTo>
                    <a:pt x="13289" y="69872"/>
                    <a:pt x="9555" y="66136"/>
                    <a:pt x="6699" y="61759"/>
                  </a:cubicBezTo>
                  <a:cubicBezTo>
                    <a:pt x="5254" y="59601"/>
                    <a:pt x="4025" y="57308"/>
                    <a:pt x="3028" y="54912"/>
                  </a:cubicBezTo>
                  <a:cubicBezTo>
                    <a:pt x="2037" y="52510"/>
                    <a:pt x="1289" y="50019"/>
                    <a:pt x="795" y="47468"/>
                  </a:cubicBezTo>
                  <a:cubicBezTo>
                    <a:pt x="-265" y="42362"/>
                    <a:pt x="-265" y="37093"/>
                    <a:pt x="795" y="31987"/>
                  </a:cubicBezTo>
                  <a:cubicBezTo>
                    <a:pt x="1289" y="29436"/>
                    <a:pt x="2037" y="26945"/>
                    <a:pt x="3028" y="24544"/>
                  </a:cubicBezTo>
                  <a:cubicBezTo>
                    <a:pt x="4025" y="22147"/>
                    <a:pt x="5254" y="19853"/>
                    <a:pt x="6699" y="17696"/>
                  </a:cubicBezTo>
                  <a:cubicBezTo>
                    <a:pt x="8159" y="15527"/>
                    <a:pt x="9821" y="13500"/>
                    <a:pt x="11662" y="11642"/>
                  </a:cubicBezTo>
                  <a:cubicBezTo>
                    <a:pt x="27156" y="-3869"/>
                    <a:pt x="52290" y="-3883"/>
                    <a:pt x="67801" y="11611"/>
                  </a:cubicBezTo>
                  <a:cubicBezTo>
                    <a:pt x="67811" y="11621"/>
                    <a:pt x="67822" y="11632"/>
                    <a:pt x="67832" y="11642"/>
                  </a:cubicBezTo>
                  <a:cubicBezTo>
                    <a:pt x="69688" y="13487"/>
                    <a:pt x="71350" y="15515"/>
                    <a:pt x="72794" y="17696"/>
                  </a:cubicBezTo>
                  <a:cubicBezTo>
                    <a:pt x="74239" y="19853"/>
                    <a:pt x="75469" y="22147"/>
                    <a:pt x="76466" y="24544"/>
                  </a:cubicBezTo>
                  <a:cubicBezTo>
                    <a:pt x="77457" y="26945"/>
                    <a:pt x="78205" y="29436"/>
                    <a:pt x="78699" y="31987"/>
                  </a:cubicBezTo>
                  <a:cubicBezTo>
                    <a:pt x="79757" y="37093"/>
                    <a:pt x="79757" y="42362"/>
                    <a:pt x="78699" y="47468"/>
                  </a:cubicBezTo>
                  <a:cubicBezTo>
                    <a:pt x="78205" y="50019"/>
                    <a:pt x="77457" y="52510"/>
                    <a:pt x="76466" y="54912"/>
                  </a:cubicBezTo>
                  <a:cubicBezTo>
                    <a:pt x="75469" y="57308"/>
                    <a:pt x="74239" y="59601"/>
                    <a:pt x="72794" y="61759"/>
                  </a:cubicBezTo>
                  <a:cubicBezTo>
                    <a:pt x="71350" y="63943"/>
                    <a:pt x="69688" y="65967"/>
                    <a:pt x="67832" y="67813"/>
                  </a:cubicBezTo>
                  <a:cubicBezTo>
                    <a:pt x="60354" y="75246"/>
                    <a:pt x="50241" y="79419"/>
                    <a:pt x="39697" y="794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5C46C212-A839-EFC8-2C04-B24DD5E0C746}"/>
                </a:ext>
              </a:extLst>
            </p:cNvPr>
            <p:cNvSpPr/>
            <p:nvPr/>
          </p:nvSpPr>
          <p:spPr>
            <a:xfrm>
              <a:off x="9654359" y="4025841"/>
              <a:ext cx="79491" cy="79424"/>
            </a:xfrm>
            <a:custGeom>
              <a:avLst/>
              <a:gdLst>
                <a:gd name="connsiteX0" fmla="*/ 39746 w 79491"/>
                <a:gd name="connsiteY0" fmla="*/ 79424 h 79424"/>
                <a:gd name="connsiteX1" fmla="*/ 11660 w 79491"/>
                <a:gd name="connsiteY1" fmla="*/ 67813 h 79424"/>
                <a:gd name="connsiteX2" fmla="*/ 6698 w 79491"/>
                <a:gd name="connsiteY2" fmla="*/ 61759 h 79424"/>
                <a:gd name="connsiteX3" fmla="*/ 3026 w 79491"/>
                <a:gd name="connsiteY3" fmla="*/ 54912 h 79424"/>
                <a:gd name="connsiteX4" fmla="*/ 793 w 79491"/>
                <a:gd name="connsiteY4" fmla="*/ 47468 h 79424"/>
                <a:gd name="connsiteX5" fmla="*/ 793 w 79491"/>
                <a:gd name="connsiteY5" fmla="*/ 31987 h 79424"/>
                <a:gd name="connsiteX6" fmla="*/ 3026 w 79491"/>
                <a:gd name="connsiteY6" fmla="*/ 24544 h 79424"/>
                <a:gd name="connsiteX7" fmla="*/ 6698 w 79491"/>
                <a:gd name="connsiteY7" fmla="*/ 17696 h 79424"/>
                <a:gd name="connsiteX8" fmla="*/ 11660 w 79491"/>
                <a:gd name="connsiteY8" fmla="*/ 11642 h 79424"/>
                <a:gd name="connsiteX9" fmla="*/ 67800 w 79491"/>
                <a:gd name="connsiteY9" fmla="*/ 11611 h 79424"/>
                <a:gd name="connsiteX10" fmla="*/ 67831 w 79491"/>
                <a:gd name="connsiteY10" fmla="*/ 11642 h 79424"/>
                <a:gd name="connsiteX11" fmla="*/ 72793 w 79491"/>
                <a:gd name="connsiteY11" fmla="*/ 17696 h 79424"/>
                <a:gd name="connsiteX12" fmla="*/ 76465 w 79491"/>
                <a:gd name="connsiteY12" fmla="*/ 24544 h 79424"/>
                <a:gd name="connsiteX13" fmla="*/ 78698 w 79491"/>
                <a:gd name="connsiteY13" fmla="*/ 31987 h 79424"/>
                <a:gd name="connsiteX14" fmla="*/ 78698 w 79491"/>
                <a:gd name="connsiteY14" fmla="*/ 47468 h 79424"/>
                <a:gd name="connsiteX15" fmla="*/ 76465 w 79491"/>
                <a:gd name="connsiteY15" fmla="*/ 54912 h 79424"/>
                <a:gd name="connsiteX16" fmla="*/ 72793 w 79491"/>
                <a:gd name="connsiteY16" fmla="*/ 61759 h 79424"/>
                <a:gd name="connsiteX17" fmla="*/ 67831 w 79491"/>
                <a:gd name="connsiteY17" fmla="*/ 67813 h 79424"/>
                <a:gd name="connsiteX18" fmla="*/ 39746 w 79491"/>
                <a:gd name="connsiteY18" fmla="*/ 79424 h 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91" h="79424">
                  <a:moveTo>
                    <a:pt x="39746" y="79424"/>
                  </a:moveTo>
                  <a:cubicBezTo>
                    <a:pt x="29222" y="79394"/>
                    <a:pt x="19133" y="75223"/>
                    <a:pt x="11660" y="67813"/>
                  </a:cubicBezTo>
                  <a:cubicBezTo>
                    <a:pt x="9805" y="65969"/>
                    <a:pt x="8143" y="63940"/>
                    <a:pt x="6698" y="61759"/>
                  </a:cubicBezTo>
                  <a:cubicBezTo>
                    <a:pt x="5253" y="59602"/>
                    <a:pt x="4023" y="57309"/>
                    <a:pt x="3026" y="54912"/>
                  </a:cubicBezTo>
                  <a:cubicBezTo>
                    <a:pt x="2029" y="52513"/>
                    <a:pt x="1281" y="50019"/>
                    <a:pt x="793" y="47468"/>
                  </a:cubicBezTo>
                  <a:cubicBezTo>
                    <a:pt x="-264" y="42362"/>
                    <a:pt x="-264" y="37093"/>
                    <a:pt x="793" y="31987"/>
                  </a:cubicBezTo>
                  <a:cubicBezTo>
                    <a:pt x="1288" y="29438"/>
                    <a:pt x="2036" y="26944"/>
                    <a:pt x="3026" y="24544"/>
                  </a:cubicBezTo>
                  <a:cubicBezTo>
                    <a:pt x="4023" y="22147"/>
                    <a:pt x="5253" y="19853"/>
                    <a:pt x="6698" y="17696"/>
                  </a:cubicBezTo>
                  <a:cubicBezTo>
                    <a:pt x="8143" y="15515"/>
                    <a:pt x="9805" y="13487"/>
                    <a:pt x="11660" y="11642"/>
                  </a:cubicBezTo>
                  <a:cubicBezTo>
                    <a:pt x="27154" y="-3869"/>
                    <a:pt x="52289" y="-3883"/>
                    <a:pt x="67800" y="11611"/>
                  </a:cubicBezTo>
                  <a:cubicBezTo>
                    <a:pt x="67810" y="11621"/>
                    <a:pt x="67821" y="11632"/>
                    <a:pt x="67831" y="11642"/>
                  </a:cubicBezTo>
                  <a:cubicBezTo>
                    <a:pt x="69686" y="13487"/>
                    <a:pt x="71349" y="15515"/>
                    <a:pt x="72793" y="17696"/>
                  </a:cubicBezTo>
                  <a:cubicBezTo>
                    <a:pt x="74238" y="19853"/>
                    <a:pt x="75468" y="22147"/>
                    <a:pt x="76465" y="24544"/>
                  </a:cubicBezTo>
                  <a:cubicBezTo>
                    <a:pt x="77456" y="26944"/>
                    <a:pt x="78204" y="29438"/>
                    <a:pt x="78698" y="31987"/>
                  </a:cubicBezTo>
                  <a:cubicBezTo>
                    <a:pt x="79756" y="37093"/>
                    <a:pt x="79756" y="42362"/>
                    <a:pt x="78698" y="47468"/>
                  </a:cubicBezTo>
                  <a:cubicBezTo>
                    <a:pt x="78211" y="50019"/>
                    <a:pt x="77462" y="52513"/>
                    <a:pt x="76465" y="54912"/>
                  </a:cubicBezTo>
                  <a:cubicBezTo>
                    <a:pt x="75468" y="57309"/>
                    <a:pt x="74238" y="59602"/>
                    <a:pt x="72793" y="61759"/>
                  </a:cubicBezTo>
                  <a:cubicBezTo>
                    <a:pt x="71349" y="63940"/>
                    <a:pt x="69686" y="65969"/>
                    <a:pt x="67831" y="67813"/>
                  </a:cubicBezTo>
                  <a:cubicBezTo>
                    <a:pt x="60365" y="75233"/>
                    <a:pt x="50272" y="79405"/>
                    <a:pt x="39746" y="794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AC4DEBFA-6ED7-2C0D-EFD6-30B82CD0F96C}"/>
                </a:ext>
              </a:extLst>
            </p:cNvPr>
            <p:cNvSpPr/>
            <p:nvPr/>
          </p:nvSpPr>
          <p:spPr>
            <a:xfrm>
              <a:off x="10143669" y="4079576"/>
              <a:ext cx="79391" cy="79428"/>
            </a:xfrm>
            <a:custGeom>
              <a:avLst/>
              <a:gdLst>
                <a:gd name="connsiteX0" fmla="*/ 39695 w 79391"/>
                <a:gd name="connsiteY0" fmla="*/ 79429 h 79428"/>
                <a:gd name="connsiteX1" fmla="*/ 31955 w 79391"/>
                <a:gd name="connsiteY1" fmla="*/ 78635 h 79428"/>
                <a:gd name="connsiteX2" fmla="*/ 24511 w 79391"/>
                <a:gd name="connsiteY2" fmla="*/ 76352 h 79428"/>
                <a:gd name="connsiteX3" fmla="*/ 17664 w 79391"/>
                <a:gd name="connsiteY3" fmla="*/ 72730 h 79428"/>
                <a:gd name="connsiteX4" fmla="*/ 11660 w 79391"/>
                <a:gd name="connsiteY4" fmla="*/ 67768 h 79428"/>
                <a:gd name="connsiteX5" fmla="*/ 6698 w 79391"/>
                <a:gd name="connsiteY5" fmla="*/ 61764 h 79428"/>
                <a:gd name="connsiteX6" fmla="*/ 3075 w 79391"/>
                <a:gd name="connsiteY6" fmla="*/ 54866 h 79428"/>
                <a:gd name="connsiteX7" fmla="*/ 793 w 79391"/>
                <a:gd name="connsiteY7" fmla="*/ 47473 h 79428"/>
                <a:gd name="connsiteX8" fmla="*/ 793 w 79391"/>
                <a:gd name="connsiteY8" fmla="*/ 31942 h 79428"/>
                <a:gd name="connsiteX9" fmla="*/ 3075 w 79391"/>
                <a:gd name="connsiteY9" fmla="*/ 24498 h 79428"/>
                <a:gd name="connsiteX10" fmla="*/ 11660 w 79391"/>
                <a:gd name="connsiteY10" fmla="*/ 11647 h 79428"/>
                <a:gd name="connsiteX11" fmla="*/ 17664 w 79391"/>
                <a:gd name="connsiteY11" fmla="*/ 6685 h 79428"/>
                <a:gd name="connsiteX12" fmla="*/ 24511 w 79391"/>
                <a:gd name="connsiteY12" fmla="*/ 3062 h 79428"/>
                <a:gd name="connsiteX13" fmla="*/ 31955 w 79391"/>
                <a:gd name="connsiteY13" fmla="*/ 780 h 79428"/>
                <a:gd name="connsiteX14" fmla="*/ 54879 w 79391"/>
                <a:gd name="connsiteY14" fmla="*/ 3062 h 79428"/>
                <a:gd name="connsiteX15" fmla="*/ 61727 w 79391"/>
                <a:gd name="connsiteY15" fmla="*/ 6685 h 79428"/>
                <a:gd name="connsiteX16" fmla="*/ 67781 w 79391"/>
                <a:gd name="connsiteY16" fmla="*/ 11647 h 79428"/>
                <a:gd name="connsiteX17" fmla="*/ 72743 w 79391"/>
                <a:gd name="connsiteY17" fmla="*/ 17651 h 79428"/>
                <a:gd name="connsiteX18" fmla="*/ 76365 w 79391"/>
                <a:gd name="connsiteY18" fmla="*/ 24498 h 79428"/>
                <a:gd name="connsiteX19" fmla="*/ 78648 w 79391"/>
                <a:gd name="connsiteY19" fmla="*/ 31942 h 79428"/>
                <a:gd name="connsiteX20" fmla="*/ 78648 w 79391"/>
                <a:gd name="connsiteY20" fmla="*/ 47473 h 79428"/>
                <a:gd name="connsiteX21" fmla="*/ 76365 w 79391"/>
                <a:gd name="connsiteY21" fmla="*/ 54866 h 79428"/>
                <a:gd name="connsiteX22" fmla="*/ 72743 w 79391"/>
                <a:gd name="connsiteY22" fmla="*/ 61764 h 79428"/>
                <a:gd name="connsiteX23" fmla="*/ 67781 w 79391"/>
                <a:gd name="connsiteY23" fmla="*/ 67768 h 79428"/>
                <a:gd name="connsiteX24" fmla="*/ 61727 w 79391"/>
                <a:gd name="connsiteY24" fmla="*/ 72730 h 79428"/>
                <a:gd name="connsiteX25" fmla="*/ 54879 w 79391"/>
                <a:gd name="connsiteY25" fmla="*/ 76352 h 79428"/>
                <a:gd name="connsiteX26" fmla="*/ 47486 w 79391"/>
                <a:gd name="connsiteY26" fmla="*/ 78635 h 79428"/>
                <a:gd name="connsiteX27" fmla="*/ 39695 w 79391"/>
                <a:gd name="connsiteY27" fmla="*/ 79429 h 7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91" h="79428">
                  <a:moveTo>
                    <a:pt x="39695" y="79429"/>
                  </a:moveTo>
                  <a:cubicBezTo>
                    <a:pt x="37095" y="79409"/>
                    <a:pt x="34505" y="79146"/>
                    <a:pt x="31955" y="78635"/>
                  </a:cubicBezTo>
                  <a:cubicBezTo>
                    <a:pt x="29404" y="78119"/>
                    <a:pt x="26913" y="77349"/>
                    <a:pt x="24511" y="76352"/>
                  </a:cubicBezTo>
                  <a:cubicBezTo>
                    <a:pt x="22130" y="75345"/>
                    <a:pt x="19837" y="74129"/>
                    <a:pt x="17664" y="72730"/>
                  </a:cubicBezTo>
                  <a:cubicBezTo>
                    <a:pt x="15510" y="71266"/>
                    <a:pt x="13501" y="69609"/>
                    <a:pt x="11660" y="67768"/>
                  </a:cubicBezTo>
                  <a:cubicBezTo>
                    <a:pt x="9819" y="65927"/>
                    <a:pt x="8156" y="63917"/>
                    <a:pt x="6698" y="61764"/>
                  </a:cubicBezTo>
                  <a:cubicBezTo>
                    <a:pt x="5268" y="59590"/>
                    <a:pt x="4053" y="57278"/>
                    <a:pt x="3075" y="54866"/>
                  </a:cubicBezTo>
                  <a:cubicBezTo>
                    <a:pt x="2068" y="52484"/>
                    <a:pt x="1304" y="50007"/>
                    <a:pt x="793" y="47473"/>
                  </a:cubicBezTo>
                  <a:cubicBezTo>
                    <a:pt x="-264" y="42350"/>
                    <a:pt x="-264" y="37064"/>
                    <a:pt x="793" y="31942"/>
                  </a:cubicBezTo>
                  <a:cubicBezTo>
                    <a:pt x="1309" y="29393"/>
                    <a:pt x="2078" y="26900"/>
                    <a:pt x="3075" y="24498"/>
                  </a:cubicBezTo>
                  <a:cubicBezTo>
                    <a:pt x="5030" y="19673"/>
                    <a:pt x="7948" y="15299"/>
                    <a:pt x="11660" y="11647"/>
                  </a:cubicBezTo>
                  <a:cubicBezTo>
                    <a:pt x="13486" y="9794"/>
                    <a:pt x="15500" y="8131"/>
                    <a:pt x="17664" y="6685"/>
                  </a:cubicBezTo>
                  <a:cubicBezTo>
                    <a:pt x="19827" y="5264"/>
                    <a:pt x="22120" y="4052"/>
                    <a:pt x="24511" y="3062"/>
                  </a:cubicBezTo>
                  <a:cubicBezTo>
                    <a:pt x="26913" y="2062"/>
                    <a:pt x="29404" y="1298"/>
                    <a:pt x="31955" y="780"/>
                  </a:cubicBezTo>
                  <a:cubicBezTo>
                    <a:pt x="39651" y="-782"/>
                    <a:pt x="47640" y="14"/>
                    <a:pt x="54879" y="3062"/>
                  </a:cubicBezTo>
                  <a:cubicBezTo>
                    <a:pt x="57281" y="4030"/>
                    <a:pt x="59573" y="5245"/>
                    <a:pt x="61727" y="6685"/>
                  </a:cubicBezTo>
                  <a:cubicBezTo>
                    <a:pt x="63905" y="8131"/>
                    <a:pt x="65935" y="9793"/>
                    <a:pt x="67781" y="11647"/>
                  </a:cubicBezTo>
                  <a:cubicBezTo>
                    <a:pt x="69607" y="13499"/>
                    <a:pt x="71269" y="15508"/>
                    <a:pt x="72743" y="17651"/>
                  </a:cubicBezTo>
                  <a:cubicBezTo>
                    <a:pt x="74142" y="19825"/>
                    <a:pt x="75358" y="22116"/>
                    <a:pt x="76365" y="24498"/>
                  </a:cubicBezTo>
                  <a:cubicBezTo>
                    <a:pt x="77362" y="26900"/>
                    <a:pt x="78127" y="29393"/>
                    <a:pt x="78648" y="31942"/>
                  </a:cubicBezTo>
                  <a:cubicBezTo>
                    <a:pt x="79640" y="37071"/>
                    <a:pt x="79640" y="42344"/>
                    <a:pt x="78648" y="47473"/>
                  </a:cubicBezTo>
                  <a:cubicBezTo>
                    <a:pt x="78136" y="50007"/>
                    <a:pt x="77372" y="52484"/>
                    <a:pt x="76365" y="54866"/>
                  </a:cubicBezTo>
                  <a:cubicBezTo>
                    <a:pt x="75368" y="57268"/>
                    <a:pt x="74152" y="59575"/>
                    <a:pt x="72743" y="61764"/>
                  </a:cubicBezTo>
                  <a:cubicBezTo>
                    <a:pt x="71269" y="63907"/>
                    <a:pt x="69607" y="65917"/>
                    <a:pt x="67781" y="67768"/>
                  </a:cubicBezTo>
                  <a:cubicBezTo>
                    <a:pt x="65920" y="69609"/>
                    <a:pt x="63895" y="71266"/>
                    <a:pt x="61727" y="72730"/>
                  </a:cubicBezTo>
                  <a:cubicBezTo>
                    <a:pt x="59563" y="74149"/>
                    <a:pt x="57271" y="75365"/>
                    <a:pt x="54879" y="76352"/>
                  </a:cubicBezTo>
                  <a:cubicBezTo>
                    <a:pt x="52497" y="77359"/>
                    <a:pt x="50021" y="78123"/>
                    <a:pt x="47486" y="78635"/>
                  </a:cubicBezTo>
                  <a:cubicBezTo>
                    <a:pt x="44920" y="79146"/>
                    <a:pt x="42310" y="79414"/>
                    <a:pt x="39695" y="79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9E2A9BD0-1CEC-BBEC-CDAF-6FBD55779843}"/>
                </a:ext>
              </a:extLst>
            </p:cNvPr>
            <p:cNvSpPr/>
            <p:nvPr/>
          </p:nvSpPr>
          <p:spPr>
            <a:xfrm>
              <a:off x="9830858" y="4271458"/>
              <a:ext cx="79394" cy="79480"/>
            </a:xfrm>
            <a:custGeom>
              <a:avLst/>
              <a:gdLst>
                <a:gd name="connsiteX0" fmla="*/ 39698 w 79394"/>
                <a:gd name="connsiteY0" fmla="*/ 79480 h 79480"/>
                <a:gd name="connsiteX1" fmla="*/ 31957 w 79394"/>
                <a:gd name="connsiteY1" fmla="*/ 78686 h 79480"/>
                <a:gd name="connsiteX2" fmla="*/ 24514 w 79394"/>
                <a:gd name="connsiteY2" fmla="*/ 76453 h 79480"/>
                <a:gd name="connsiteX3" fmla="*/ 17666 w 79394"/>
                <a:gd name="connsiteY3" fmla="*/ 72781 h 79480"/>
                <a:gd name="connsiteX4" fmla="*/ 11662 w 79394"/>
                <a:gd name="connsiteY4" fmla="*/ 67819 h 79480"/>
                <a:gd name="connsiteX5" fmla="*/ 795 w 79394"/>
                <a:gd name="connsiteY5" fmla="*/ 31993 h 79480"/>
                <a:gd name="connsiteX6" fmla="*/ 11662 w 79394"/>
                <a:gd name="connsiteY6" fmla="*/ 11648 h 79480"/>
                <a:gd name="connsiteX7" fmla="*/ 17666 w 79394"/>
                <a:gd name="connsiteY7" fmla="*/ 6686 h 79480"/>
                <a:gd name="connsiteX8" fmla="*/ 24514 w 79394"/>
                <a:gd name="connsiteY8" fmla="*/ 3014 h 79480"/>
                <a:gd name="connsiteX9" fmla="*/ 31957 w 79394"/>
                <a:gd name="connsiteY9" fmla="*/ 782 h 79480"/>
                <a:gd name="connsiteX10" fmla="*/ 47488 w 79394"/>
                <a:gd name="connsiteY10" fmla="*/ 782 h 79480"/>
                <a:gd name="connsiteX11" fmla="*/ 54882 w 79394"/>
                <a:gd name="connsiteY11" fmla="*/ 3014 h 79480"/>
                <a:gd name="connsiteX12" fmla="*/ 61779 w 79394"/>
                <a:gd name="connsiteY12" fmla="*/ 6686 h 79480"/>
                <a:gd name="connsiteX13" fmla="*/ 67783 w 79394"/>
                <a:gd name="connsiteY13" fmla="*/ 11648 h 79480"/>
                <a:gd name="connsiteX14" fmla="*/ 72745 w 79394"/>
                <a:gd name="connsiteY14" fmla="*/ 17702 h 79480"/>
                <a:gd name="connsiteX15" fmla="*/ 76367 w 79394"/>
                <a:gd name="connsiteY15" fmla="*/ 24550 h 79480"/>
                <a:gd name="connsiteX16" fmla="*/ 78650 w 79394"/>
                <a:gd name="connsiteY16" fmla="*/ 31993 h 79480"/>
                <a:gd name="connsiteX17" fmla="*/ 78650 w 79394"/>
                <a:gd name="connsiteY17" fmla="*/ 47475 h 79480"/>
                <a:gd name="connsiteX18" fmla="*/ 76367 w 79394"/>
                <a:gd name="connsiteY18" fmla="*/ 54918 h 79480"/>
                <a:gd name="connsiteX19" fmla="*/ 72745 w 79394"/>
                <a:gd name="connsiteY19" fmla="*/ 61765 h 79480"/>
                <a:gd name="connsiteX20" fmla="*/ 67783 w 79394"/>
                <a:gd name="connsiteY20" fmla="*/ 67819 h 79480"/>
                <a:gd name="connsiteX21" fmla="*/ 61729 w 79394"/>
                <a:gd name="connsiteY21" fmla="*/ 72781 h 79480"/>
                <a:gd name="connsiteX22" fmla="*/ 54882 w 79394"/>
                <a:gd name="connsiteY22" fmla="*/ 76453 h 79480"/>
                <a:gd name="connsiteX23" fmla="*/ 47488 w 79394"/>
                <a:gd name="connsiteY23" fmla="*/ 78686 h 79480"/>
                <a:gd name="connsiteX24" fmla="*/ 39698 w 79394"/>
                <a:gd name="connsiteY24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4" h="79480">
                  <a:moveTo>
                    <a:pt x="39698" y="79480"/>
                  </a:moveTo>
                  <a:cubicBezTo>
                    <a:pt x="37097" y="79485"/>
                    <a:pt x="34502" y="79222"/>
                    <a:pt x="31957" y="78686"/>
                  </a:cubicBezTo>
                  <a:cubicBezTo>
                    <a:pt x="29409" y="78185"/>
                    <a:pt x="26916" y="77436"/>
                    <a:pt x="24514" y="76453"/>
                  </a:cubicBezTo>
                  <a:cubicBezTo>
                    <a:pt x="22121" y="75446"/>
                    <a:pt x="19829" y="74215"/>
                    <a:pt x="17666" y="72781"/>
                  </a:cubicBezTo>
                  <a:cubicBezTo>
                    <a:pt x="15491" y="71347"/>
                    <a:pt x="13478" y="69685"/>
                    <a:pt x="11662" y="67819"/>
                  </a:cubicBezTo>
                  <a:cubicBezTo>
                    <a:pt x="2227" y="58475"/>
                    <a:pt x="-1860" y="45003"/>
                    <a:pt x="795" y="31993"/>
                  </a:cubicBezTo>
                  <a:cubicBezTo>
                    <a:pt x="2324" y="24287"/>
                    <a:pt x="6106" y="17206"/>
                    <a:pt x="11662" y="11648"/>
                  </a:cubicBezTo>
                  <a:cubicBezTo>
                    <a:pt x="13478" y="9783"/>
                    <a:pt x="15491" y="8120"/>
                    <a:pt x="17666" y="6686"/>
                  </a:cubicBezTo>
                  <a:cubicBezTo>
                    <a:pt x="19829" y="5252"/>
                    <a:pt x="22121" y="4022"/>
                    <a:pt x="24514" y="3014"/>
                  </a:cubicBezTo>
                  <a:cubicBezTo>
                    <a:pt x="26916" y="2032"/>
                    <a:pt x="29409" y="1283"/>
                    <a:pt x="31957" y="782"/>
                  </a:cubicBezTo>
                  <a:cubicBezTo>
                    <a:pt x="37082" y="-261"/>
                    <a:pt x="42363" y="-261"/>
                    <a:pt x="47488" y="782"/>
                  </a:cubicBezTo>
                  <a:cubicBezTo>
                    <a:pt x="50021" y="1278"/>
                    <a:pt x="52498" y="2022"/>
                    <a:pt x="54882" y="3014"/>
                  </a:cubicBezTo>
                  <a:cubicBezTo>
                    <a:pt x="57296" y="4007"/>
                    <a:pt x="59606" y="5237"/>
                    <a:pt x="61779" y="6686"/>
                  </a:cubicBezTo>
                  <a:cubicBezTo>
                    <a:pt x="63933" y="8145"/>
                    <a:pt x="65947" y="9808"/>
                    <a:pt x="67783" y="11648"/>
                  </a:cubicBezTo>
                  <a:cubicBezTo>
                    <a:pt x="69624" y="13509"/>
                    <a:pt x="71281" y="15534"/>
                    <a:pt x="72745" y="17702"/>
                  </a:cubicBezTo>
                  <a:cubicBezTo>
                    <a:pt x="74154" y="19871"/>
                    <a:pt x="75370" y="22163"/>
                    <a:pt x="76367" y="24550"/>
                  </a:cubicBezTo>
                  <a:cubicBezTo>
                    <a:pt x="77375" y="26946"/>
                    <a:pt x="78139" y="29442"/>
                    <a:pt x="78650" y="31993"/>
                  </a:cubicBezTo>
                  <a:cubicBezTo>
                    <a:pt x="79642" y="37104"/>
                    <a:pt x="79642" y="42364"/>
                    <a:pt x="78650" y="47475"/>
                  </a:cubicBezTo>
                  <a:cubicBezTo>
                    <a:pt x="78139" y="50025"/>
                    <a:pt x="77375" y="52521"/>
                    <a:pt x="76367" y="54918"/>
                  </a:cubicBezTo>
                  <a:cubicBezTo>
                    <a:pt x="75370" y="57304"/>
                    <a:pt x="74154" y="59597"/>
                    <a:pt x="72745" y="61765"/>
                  </a:cubicBezTo>
                  <a:cubicBezTo>
                    <a:pt x="71281" y="63934"/>
                    <a:pt x="69624" y="65958"/>
                    <a:pt x="67783" y="67819"/>
                  </a:cubicBezTo>
                  <a:cubicBezTo>
                    <a:pt x="65937" y="69675"/>
                    <a:pt x="63913" y="71337"/>
                    <a:pt x="61729" y="72781"/>
                  </a:cubicBezTo>
                  <a:cubicBezTo>
                    <a:pt x="59579" y="74235"/>
                    <a:pt x="57284" y="75466"/>
                    <a:pt x="54882" y="76453"/>
                  </a:cubicBezTo>
                  <a:cubicBezTo>
                    <a:pt x="52498" y="77445"/>
                    <a:pt x="50021" y="78190"/>
                    <a:pt x="47488" y="78686"/>
                  </a:cubicBezTo>
                  <a:cubicBezTo>
                    <a:pt x="44926" y="79222"/>
                    <a:pt x="42315" y="79485"/>
                    <a:pt x="39698" y="7948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813A05DE-061D-1597-EF1D-25C6B8CBE82B}"/>
                </a:ext>
              </a:extLst>
            </p:cNvPr>
            <p:cNvSpPr/>
            <p:nvPr/>
          </p:nvSpPr>
          <p:spPr>
            <a:xfrm>
              <a:off x="9933625" y="4196568"/>
              <a:ext cx="79441" cy="79343"/>
            </a:xfrm>
            <a:custGeom>
              <a:avLst/>
              <a:gdLst>
                <a:gd name="connsiteX0" fmla="*/ 39745 w 79441"/>
                <a:gd name="connsiteY0" fmla="*/ 79344 h 79343"/>
                <a:gd name="connsiteX1" fmla="*/ 11660 w 79441"/>
                <a:gd name="connsiteY1" fmla="*/ 67732 h 79343"/>
                <a:gd name="connsiteX2" fmla="*/ 6698 w 79441"/>
                <a:gd name="connsiteY2" fmla="*/ 61679 h 79343"/>
                <a:gd name="connsiteX3" fmla="*/ 793 w 79441"/>
                <a:gd name="connsiteY3" fmla="*/ 47388 h 79343"/>
                <a:gd name="connsiteX4" fmla="*/ 793 w 79441"/>
                <a:gd name="connsiteY4" fmla="*/ 31906 h 79343"/>
                <a:gd name="connsiteX5" fmla="*/ 6698 w 79441"/>
                <a:gd name="connsiteY5" fmla="*/ 17615 h 79343"/>
                <a:gd name="connsiteX6" fmla="*/ 11660 w 79441"/>
                <a:gd name="connsiteY6" fmla="*/ 11562 h 79343"/>
                <a:gd name="connsiteX7" fmla="*/ 47535 w 79441"/>
                <a:gd name="connsiteY7" fmla="*/ 744 h 79343"/>
                <a:gd name="connsiteX8" fmla="*/ 54929 w 79441"/>
                <a:gd name="connsiteY8" fmla="*/ 2977 h 79343"/>
                <a:gd name="connsiteX9" fmla="*/ 61777 w 79441"/>
                <a:gd name="connsiteY9" fmla="*/ 6649 h 79343"/>
                <a:gd name="connsiteX10" fmla="*/ 72743 w 79441"/>
                <a:gd name="connsiteY10" fmla="*/ 17615 h 79343"/>
                <a:gd name="connsiteX11" fmla="*/ 76415 w 79441"/>
                <a:gd name="connsiteY11" fmla="*/ 24463 h 79343"/>
                <a:gd name="connsiteX12" fmla="*/ 78697 w 79441"/>
                <a:gd name="connsiteY12" fmla="*/ 31906 h 79343"/>
                <a:gd name="connsiteX13" fmla="*/ 78697 w 79441"/>
                <a:gd name="connsiteY13" fmla="*/ 47388 h 79343"/>
                <a:gd name="connsiteX14" fmla="*/ 76415 w 79441"/>
                <a:gd name="connsiteY14" fmla="*/ 54831 h 79343"/>
                <a:gd name="connsiteX15" fmla="*/ 72743 w 79441"/>
                <a:gd name="connsiteY15" fmla="*/ 61679 h 79343"/>
                <a:gd name="connsiteX16" fmla="*/ 61777 w 79441"/>
                <a:gd name="connsiteY16" fmla="*/ 72645 h 79343"/>
                <a:gd name="connsiteX17" fmla="*/ 54929 w 79441"/>
                <a:gd name="connsiteY17" fmla="*/ 76317 h 79343"/>
                <a:gd name="connsiteX18" fmla="*/ 47535 w 79441"/>
                <a:gd name="connsiteY18" fmla="*/ 78550 h 79343"/>
                <a:gd name="connsiteX19" fmla="*/ 39745 w 79441"/>
                <a:gd name="connsiteY19" fmla="*/ 79344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1" h="79343">
                  <a:moveTo>
                    <a:pt x="39745" y="79344"/>
                  </a:moveTo>
                  <a:cubicBezTo>
                    <a:pt x="29220" y="79314"/>
                    <a:pt x="19133" y="75141"/>
                    <a:pt x="11660" y="67732"/>
                  </a:cubicBezTo>
                  <a:cubicBezTo>
                    <a:pt x="9819" y="65877"/>
                    <a:pt x="8156" y="63847"/>
                    <a:pt x="6698" y="61679"/>
                  </a:cubicBezTo>
                  <a:cubicBezTo>
                    <a:pt x="3844" y="57332"/>
                    <a:pt x="1840" y="52484"/>
                    <a:pt x="793" y="47388"/>
                  </a:cubicBezTo>
                  <a:cubicBezTo>
                    <a:pt x="-264" y="42282"/>
                    <a:pt x="-264" y="37012"/>
                    <a:pt x="793" y="31906"/>
                  </a:cubicBezTo>
                  <a:cubicBezTo>
                    <a:pt x="1840" y="26810"/>
                    <a:pt x="3844" y="21962"/>
                    <a:pt x="6698" y="17615"/>
                  </a:cubicBezTo>
                  <a:cubicBezTo>
                    <a:pt x="8156" y="15447"/>
                    <a:pt x="9819" y="13418"/>
                    <a:pt x="11660" y="11562"/>
                  </a:cubicBezTo>
                  <a:cubicBezTo>
                    <a:pt x="21097" y="2253"/>
                    <a:pt x="34525" y="-1796"/>
                    <a:pt x="47535" y="744"/>
                  </a:cubicBezTo>
                  <a:cubicBezTo>
                    <a:pt x="50071" y="1241"/>
                    <a:pt x="52547" y="1985"/>
                    <a:pt x="54929" y="2977"/>
                  </a:cubicBezTo>
                  <a:cubicBezTo>
                    <a:pt x="57331" y="3965"/>
                    <a:pt x="59628" y="5195"/>
                    <a:pt x="61777" y="6649"/>
                  </a:cubicBezTo>
                  <a:cubicBezTo>
                    <a:pt x="66153" y="9502"/>
                    <a:pt x="69890" y="13239"/>
                    <a:pt x="72743" y="17615"/>
                  </a:cubicBezTo>
                  <a:cubicBezTo>
                    <a:pt x="74187" y="19774"/>
                    <a:pt x="75417" y="22066"/>
                    <a:pt x="76415" y="24463"/>
                  </a:cubicBezTo>
                  <a:cubicBezTo>
                    <a:pt x="77397" y="26870"/>
                    <a:pt x="78161" y="29361"/>
                    <a:pt x="78697" y="31906"/>
                  </a:cubicBezTo>
                  <a:cubicBezTo>
                    <a:pt x="79690" y="37017"/>
                    <a:pt x="79690" y="42277"/>
                    <a:pt x="78697" y="47388"/>
                  </a:cubicBezTo>
                  <a:cubicBezTo>
                    <a:pt x="78161" y="49933"/>
                    <a:pt x="77397" y="52424"/>
                    <a:pt x="76415" y="54831"/>
                  </a:cubicBezTo>
                  <a:cubicBezTo>
                    <a:pt x="75417" y="57228"/>
                    <a:pt x="74187" y="59520"/>
                    <a:pt x="72743" y="61679"/>
                  </a:cubicBezTo>
                  <a:cubicBezTo>
                    <a:pt x="69890" y="66055"/>
                    <a:pt x="66153" y="69792"/>
                    <a:pt x="61777" y="72645"/>
                  </a:cubicBezTo>
                  <a:cubicBezTo>
                    <a:pt x="59628" y="74099"/>
                    <a:pt x="57331" y="75329"/>
                    <a:pt x="54929" y="76317"/>
                  </a:cubicBezTo>
                  <a:cubicBezTo>
                    <a:pt x="52547" y="77309"/>
                    <a:pt x="50071" y="78053"/>
                    <a:pt x="47535" y="78550"/>
                  </a:cubicBezTo>
                  <a:cubicBezTo>
                    <a:pt x="44975" y="79086"/>
                    <a:pt x="42360" y="79349"/>
                    <a:pt x="39745" y="793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3" name="Picture Placeholder 42">
            <a:extLst>
              <a:ext uri="{FF2B5EF4-FFF2-40B4-BE49-F238E27FC236}">
                <a16:creationId xmlns:a16="http://schemas.microsoft.com/office/drawing/2014/main" id="{40F77B88-2104-1DB3-B8F7-31D60EFE8561}"/>
              </a:ext>
            </a:extLst>
          </p:cNvPr>
          <p:cNvGrpSpPr/>
          <p:nvPr/>
        </p:nvGrpSpPr>
        <p:grpSpPr>
          <a:xfrm>
            <a:off x="1655505" y="4773048"/>
            <a:ext cx="554412" cy="841020"/>
            <a:chOff x="1655505" y="4773048"/>
            <a:chExt cx="554412" cy="841020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3CA9FE4F-3B12-F62C-4515-F2C026C53EF3}"/>
                </a:ext>
              </a:extLst>
            </p:cNvPr>
            <p:cNvSpPr/>
            <p:nvPr/>
          </p:nvSpPr>
          <p:spPr>
            <a:xfrm>
              <a:off x="1655505" y="4773048"/>
              <a:ext cx="554412" cy="841020"/>
            </a:xfrm>
            <a:custGeom>
              <a:avLst/>
              <a:gdLst>
                <a:gd name="connsiteX0" fmla="*/ 514666 w 554412"/>
                <a:gd name="connsiteY0" fmla="*/ 841021 h 841020"/>
                <a:gd name="connsiteX1" fmla="*/ 39697 w 554412"/>
                <a:gd name="connsiteY1" fmla="*/ 841021 h 841020"/>
                <a:gd name="connsiteX2" fmla="*/ 0 w 554412"/>
                <a:gd name="connsiteY2" fmla="*/ 801324 h 841020"/>
                <a:gd name="connsiteX3" fmla="*/ 0 w 554412"/>
                <a:gd name="connsiteY3" fmla="*/ 39697 h 841020"/>
                <a:gd name="connsiteX4" fmla="*/ 39697 w 554412"/>
                <a:gd name="connsiteY4" fmla="*/ 0 h 841020"/>
                <a:gd name="connsiteX5" fmla="*/ 39697 w 554412"/>
                <a:gd name="connsiteY5" fmla="*/ 0 h 841020"/>
                <a:gd name="connsiteX6" fmla="*/ 514716 w 554412"/>
                <a:gd name="connsiteY6" fmla="*/ 844 h 841020"/>
                <a:gd name="connsiteX7" fmla="*/ 554413 w 554412"/>
                <a:gd name="connsiteY7" fmla="*/ 40540 h 841020"/>
                <a:gd name="connsiteX8" fmla="*/ 554413 w 554412"/>
                <a:gd name="connsiteY8" fmla="*/ 801324 h 841020"/>
                <a:gd name="connsiteX9" fmla="*/ 514716 w 554412"/>
                <a:gd name="connsiteY9" fmla="*/ 841021 h 841020"/>
                <a:gd name="connsiteX10" fmla="*/ 514666 w 554412"/>
                <a:gd name="connsiteY10" fmla="*/ 841021 h 841020"/>
                <a:gd name="connsiteX11" fmla="*/ 79393 w 554412"/>
                <a:gd name="connsiteY11" fmla="*/ 761628 h 841020"/>
                <a:gd name="connsiteX12" fmla="*/ 474970 w 554412"/>
                <a:gd name="connsiteY12" fmla="*/ 761628 h 841020"/>
                <a:gd name="connsiteX13" fmla="*/ 474970 w 554412"/>
                <a:gd name="connsiteY13" fmla="*/ 80187 h 841020"/>
                <a:gd name="connsiteX14" fmla="*/ 79393 w 554412"/>
                <a:gd name="connsiteY14" fmla="*/ 79492 h 8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4412" h="841020">
                  <a:moveTo>
                    <a:pt x="514666" y="841021"/>
                  </a:moveTo>
                  <a:lnTo>
                    <a:pt x="39697" y="841021"/>
                  </a:lnTo>
                  <a:cubicBezTo>
                    <a:pt x="17773" y="841021"/>
                    <a:pt x="0" y="823247"/>
                    <a:pt x="0" y="8013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lnTo>
                    <a:pt x="514716" y="844"/>
                  </a:lnTo>
                  <a:cubicBezTo>
                    <a:pt x="536638" y="844"/>
                    <a:pt x="554413" y="18616"/>
                    <a:pt x="554413" y="40540"/>
                  </a:cubicBezTo>
                  <a:lnTo>
                    <a:pt x="554413" y="801324"/>
                  </a:lnTo>
                  <a:cubicBezTo>
                    <a:pt x="554413" y="823247"/>
                    <a:pt x="536638" y="841021"/>
                    <a:pt x="514716" y="841021"/>
                  </a:cubicBezTo>
                  <a:cubicBezTo>
                    <a:pt x="514701" y="841021"/>
                    <a:pt x="514681" y="841021"/>
                    <a:pt x="514666" y="841021"/>
                  </a:cubicBezTo>
                  <a:close/>
                  <a:moveTo>
                    <a:pt x="79393" y="761628"/>
                  </a:moveTo>
                  <a:lnTo>
                    <a:pt x="474970" y="761628"/>
                  </a:lnTo>
                  <a:lnTo>
                    <a:pt x="474970" y="80187"/>
                  </a:lnTo>
                  <a:lnTo>
                    <a:pt x="79393" y="79492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4BB40142-B6D6-246F-C9E5-94B04B686349}"/>
                </a:ext>
              </a:extLst>
            </p:cNvPr>
            <p:cNvSpPr/>
            <p:nvPr/>
          </p:nvSpPr>
          <p:spPr>
            <a:xfrm>
              <a:off x="1888425" y="5380058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4"/>
                    <a:pt x="80981" y="39697"/>
                  </a:cubicBezTo>
                  <a:cubicBezTo>
                    <a:pt x="80981" y="61619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811D0093-DEA1-AAAF-2D17-7DE6AECD7E7A}"/>
                </a:ext>
              </a:extLst>
            </p:cNvPr>
            <p:cNvSpPr/>
            <p:nvPr/>
          </p:nvSpPr>
          <p:spPr>
            <a:xfrm>
              <a:off x="1784073" y="4898440"/>
              <a:ext cx="297327" cy="79393"/>
            </a:xfrm>
            <a:custGeom>
              <a:avLst/>
              <a:gdLst>
                <a:gd name="connsiteX0" fmla="*/ 257631 w 297327"/>
                <a:gd name="connsiteY0" fmla="*/ 79393 h 79393"/>
                <a:gd name="connsiteX1" fmla="*/ 39697 w 297327"/>
                <a:gd name="connsiteY1" fmla="*/ 79393 h 79393"/>
                <a:gd name="connsiteX2" fmla="*/ 0 w 297327"/>
                <a:gd name="connsiteY2" fmla="*/ 39697 h 79393"/>
                <a:gd name="connsiteX3" fmla="*/ 39697 w 297327"/>
                <a:gd name="connsiteY3" fmla="*/ 0 h 79393"/>
                <a:gd name="connsiteX4" fmla="*/ 257631 w 297327"/>
                <a:gd name="connsiteY4" fmla="*/ 0 h 79393"/>
                <a:gd name="connsiteX5" fmla="*/ 297327 w 297327"/>
                <a:gd name="connsiteY5" fmla="*/ 39697 h 79393"/>
                <a:gd name="connsiteX6" fmla="*/ 257631 w 2973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327" h="79393">
                  <a:moveTo>
                    <a:pt x="25763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57631" y="0"/>
                  </a:lnTo>
                  <a:cubicBezTo>
                    <a:pt x="279553" y="0"/>
                    <a:pt x="297327" y="17773"/>
                    <a:pt x="297327" y="39697"/>
                  </a:cubicBezTo>
                  <a:cubicBezTo>
                    <a:pt x="297327" y="61620"/>
                    <a:pt x="279553" y="79393"/>
                    <a:pt x="25763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5DE65300-500C-B692-E750-DA55F425058C}"/>
                </a:ext>
              </a:extLst>
            </p:cNvPr>
            <p:cNvSpPr/>
            <p:nvPr/>
          </p:nvSpPr>
          <p:spPr>
            <a:xfrm>
              <a:off x="1784073" y="5007605"/>
              <a:ext cx="297327" cy="79393"/>
            </a:xfrm>
            <a:custGeom>
              <a:avLst/>
              <a:gdLst>
                <a:gd name="connsiteX0" fmla="*/ 257631 w 297327"/>
                <a:gd name="connsiteY0" fmla="*/ 79393 h 79393"/>
                <a:gd name="connsiteX1" fmla="*/ 39697 w 297327"/>
                <a:gd name="connsiteY1" fmla="*/ 79393 h 79393"/>
                <a:gd name="connsiteX2" fmla="*/ 0 w 297327"/>
                <a:gd name="connsiteY2" fmla="*/ 39697 h 79393"/>
                <a:gd name="connsiteX3" fmla="*/ 39697 w 297327"/>
                <a:gd name="connsiteY3" fmla="*/ 0 h 79393"/>
                <a:gd name="connsiteX4" fmla="*/ 257631 w 297327"/>
                <a:gd name="connsiteY4" fmla="*/ 0 h 79393"/>
                <a:gd name="connsiteX5" fmla="*/ 297327 w 297327"/>
                <a:gd name="connsiteY5" fmla="*/ 39697 h 79393"/>
                <a:gd name="connsiteX6" fmla="*/ 257631 w 29732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327" h="79393">
                  <a:moveTo>
                    <a:pt x="257631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57631" y="0"/>
                  </a:lnTo>
                  <a:cubicBezTo>
                    <a:pt x="279553" y="0"/>
                    <a:pt x="297327" y="17773"/>
                    <a:pt x="297327" y="39697"/>
                  </a:cubicBezTo>
                  <a:cubicBezTo>
                    <a:pt x="297327" y="61620"/>
                    <a:pt x="279553" y="79393"/>
                    <a:pt x="25763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EE60C570-504D-9CF1-BCD4-C4BE04E009AD}"/>
              </a:ext>
            </a:extLst>
          </p:cNvPr>
          <p:cNvGrpSpPr/>
          <p:nvPr/>
        </p:nvGrpSpPr>
        <p:grpSpPr>
          <a:xfrm>
            <a:off x="2854122" y="4774388"/>
            <a:ext cx="806734" cy="830252"/>
            <a:chOff x="2854122" y="4774388"/>
            <a:chExt cx="806734" cy="83025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C7E46BB0-18AE-F0C0-96D4-A78EB8496D70}"/>
                </a:ext>
              </a:extLst>
            </p:cNvPr>
            <p:cNvSpPr/>
            <p:nvPr/>
          </p:nvSpPr>
          <p:spPr>
            <a:xfrm>
              <a:off x="3219777" y="5254121"/>
              <a:ext cx="79889" cy="218628"/>
            </a:xfrm>
            <a:custGeom>
              <a:avLst/>
              <a:gdLst>
                <a:gd name="connsiteX0" fmla="*/ 40193 w 79889"/>
                <a:gd name="connsiteY0" fmla="*/ 218629 h 218628"/>
                <a:gd name="connsiteX1" fmla="*/ 496 w 79889"/>
                <a:gd name="connsiteY1" fmla="*/ 178932 h 218628"/>
                <a:gd name="connsiteX2" fmla="*/ 0 w 79889"/>
                <a:gd name="connsiteY2" fmla="*/ 39697 h 218628"/>
                <a:gd name="connsiteX3" fmla="*/ 39697 w 79889"/>
                <a:gd name="connsiteY3" fmla="*/ 0 h 218628"/>
                <a:gd name="connsiteX4" fmla="*/ 39697 w 79889"/>
                <a:gd name="connsiteY4" fmla="*/ 0 h 218628"/>
                <a:gd name="connsiteX5" fmla="*/ 79393 w 79889"/>
                <a:gd name="connsiteY5" fmla="*/ 39697 h 218628"/>
                <a:gd name="connsiteX6" fmla="*/ 79889 w 79889"/>
                <a:gd name="connsiteY6" fmla="*/ 178634 h 218628"/>
                <a:gd name="connsiteX7" fmla="*/ 40193 w 79889"/>
                <a:gd name="connsiteY7" fmla="*/ 218331 h 21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18628">
                  <a:moveTo>
                    <a:pt x="40193" y="218629"/>
                  </a:moveTo>
                  <a:cubicBezTo>
                    <a:pt x="18269" y="218629"/>
                    <a:pt x="496" y="200855"/>
                    <a:pt x="496" y="178932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89" y="178634"/>
                  </a:lnTo>
                  <a:cubicBezTo>
                    <a:pt x="79889" y="200557"/>
                    <a:pt x="62117" y="218331"/>
                    <a:pt x="40193" y="2183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052F0F5A-EE45-A814-91DC-54BAD85CFA35}"/>
                </a:ext>
              </a:extLst>
            </p:cNvPr>
            <p:cNvSpPr/>
            <p:nvPr/>
          </p:nvSpPr>
          <p:spPr>
            <a:xfrm>
              <a:off x="3031715" y="5458260"/>
              <a:ext cx="203445" cy="79393"/>
            </a:xfrm>
            <a:custGeom>
              <a:avLst/>
              <a:gdLst>
                <a:gd name="connsiteX0" fmla="*/ 163748 w 203445"/>
                <a:gd name="connsiteY0" fmla="*/ 79393 h 79393"/>
                <a:gd name="connsiteX1" fmla="*/ 39697 w 203445"/>
                <a:gd name="connsiteY1" fmla="*/ 79393 h 79393"/>
                <a:gd name="connsiteX2" fmla="*/ 0 w 203445"/>
                <a:gd name="connsiteY2" fmla="*/ 39697 h 79393"/>
                <a:gd name="connsiteX3" fmla="*/ 39697 w 203445"/>
                <a:gd name="connsiteY3" fmla="*/ 0 h 79393"/>
                <a:gd name="connsiteX4" fmla="*/ 163748 w 203445"/>
                <a:gd name="connsiteY4" fmla="*/ 0 h 79393"/>
                <a:gd name="connsiteX5" fmla="*/ 203445 w 203445"/>
                <a:gd name="connsiteY5" fmla="*/ 39697 h 79393"/>
                <a:gd name="connsiteX6" fmla="*/ 163748 w 2034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445" h="79393">
                  <a:moveTo>
                    <a:pt x="16374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63748" y="0"/>
                  </a:lnTo>
                  <a:cubicBezTo>
                    <a:pt x="185672" y="0"/>
                    <a:pt x="203445" y="17774"/>
                    <a:pt x="203445" y="39697"/>
                  </a:cubicBezTo>
                  <a:cubicBezTo>
                    <a:pt x="203445" y="61619"/>
                    <a:pt x="185672" y="79393"/>
                    <a:pt x="16374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3F2A3970-C313-730E-DF1D-5F19CE73B5A1}"/>
                </a:ext>
              </a:extLst>
            </p:cNvPr>
            <p:cNvSpPr/>
            <p:nvPr/>
          </p:nvSpPr>
          <p:spPr>
            <a:xfrm>
              <a:off x="3299667" y="5458260"/>
              <a:ext cx="163748" cy="79393"/>
            </a:xfrm>
            <a:custGeom>
              <a:avLst/>
              <a:gdLst>
                <a:gd name="connsiteX0" fmla="*/ 124052 w 163748"/>
                <a:gd name="connsiteY0" fmla="*/ 79393 h 79393"/>
                <a:gd name="connsiteX1" fmla="*/ 39697 w 163748"/>
                <a:gd name="connsiteY1" fmla="*/ 79393 h 79393"/>
                <a:gd name="connsiteX2" fmla="*/ 0 w 163748"/>
                <a:gd name="connsiteY2" fmla="*/ 39697 h 79393"/>
                <a:gd name="connsiteX3" fmla="*/ 39697 w 163748"/>
                <a:gd name="connsiteY3" fmla="*/ 0 h 79393"/>
                <a:gd name="connsiteX4" fmla="*/ 124052 w 163748"/>
                <a:gd name="connsiteY4" fmla="*/ 0 h 79393"/>
                <a:gd name="connsiteX5" fmla="*/ 163748 w 163748"/>
                <a:gd name="connsiteY5" fmla="*/ 39697 h 79393"/>
                <a:gd name="connsiteX6" fmla="*/ 124052 w 16374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748" h="79393">
                  <a:moveTo>
                    <a:pt x="12405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24052" y="0"/>
                  </a:lnTo>
                  <a:cubicBezTo>
                    <a:pt x="145974" y="0"/>
                    <a:pt x="163748" y="17774"/>
                    <a:pt x="163748" y="39697"/>
                  </a:cubicBezTo>
                  <a:cubicBezTo>
                    <a:pt x="163748" y="61619"/>
                    <a:pt x="145974" y="79393"/>
                    <a:pt x="12405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27E928A6-12A6-4658-A265-CD3781FB8079}"/>
                </a:ext>
              </a:extLst>
            </p:cNvPr>
            <p:cNvSpPr/>
            <p:nvPr/>
          </p:nvSpPr>
          <p:spPr>
            <a:xfrm>
              <a:off x="3404763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7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3" y="79393"/>
                    <a:pt x="79393" y="91143"/>
                    <a:pt x="79393" y="105642"/>
                  </a:cubicBezTo>
                  <a:cubicBezTo>
                    <a:pt x="79393" y="120142"/>
                    <a:pt x="91143" y="131892"/>
                    <a:pt x="105643" y="131892"/>
                  </a:cubicBezTo>
                  <a:cubicBezTo>
                    <a:pt x="120142" y="131892"/>
                    <a:pt x="131892" y="120142"/>
                    <a:pt x="131892" y="105642"/>
                  </a:cubicBezTo>
                  <a:cubicBezTo>
                    <a:pt x="131862" y="91158"/>
                    <a:pt x="120127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C8E508E-C329-80CA-3E5A-CFC8DBB27FE1}"/>
                </a:ext>
              </a:extLst>
            </p:cNvPr>
            <p:cNvSpPr/>
            <p:nvPr/>
          </p:nvSpPr>
          <p:spPr>
            <a:xfrm>
              <a:off x="3153682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0E8E4CDE-8D76-41B0-FFD6-7CD616E90099}"/>
                </a:ext>
              </a:extLst>
            </p:cNvPr>
            <p:cNvSpPr/>
            <p:nvPr/>
          </p:nvSpPr>
          <p:spPr>
            <a:xfrm>
              <a:off x="2898930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965E7DFD-FE60-5C43-DC33-E4AC3AA4D440}"/>
                </a:ext>
              </a:extLst>
            </p:cNvPr>
            <p:cNvSpPr/>
            <p:nvPr/>
          </p:nvSpPr>
          <p:spPr>
            <a:xfrm>
              <a:off x="2854122" y="4774388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4"/>
                    <a:pt x="0" y="228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900"/>
                  </a:lnTo>
                  <a:cubicBezTo>
                    <a:pt x="806734" y="250824"/>
                    <a:pt x="788960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391F7AFF-A289-B171-639C-E6DF478E7F74}"/>
                </a:ext>
              </a:extLst>
            </p:cNvPr>
            <p:cNvSpPr/>
            <p:nvPr/>
          </p:nvSpPr>
          <p:spPr>
            <a:xfrm>
              <a:off x="2951180" y="4868965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0607D9A-BEE7-D5CD-5F72-8C790F053AA7}"/>
                </a:ext>
              </a:extLst>
            </p:cNvPr>
            <p:cNvSpPr/>
            <p:nvPr/>
          </p:nvSpPr>
          <p:spPr>
            <a:xfrm>
              <a:off x="3163557" y="4868965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FDA55A0E-36E8-EA9C-7941-F003B7FDE55D}"/>
                </a:ext>
              </a:extLst>
            </p:cNvPr>
            <p:cNvSpPr/>
            <p:nvPr/>
          </p:nvSpPr>
          <p:spPr>
            <a:xfrm>
              <a:off x="2854122" y="5059409"/>
              <a:ext cx="806734" cy="268547"/>
            </a:xfrm>
            <a:custGeom>
              <a:avLst/>
              <a:gdLst>
                <a:gd name="connsiteX0" fmla="*/ 767037 w 806734"/>
                <a:gd name="connsiteY0" fmla="*/ 268547 h 268547"/>
                <a:gd name="connsiteX1" fmla="*/ 39697 w 806734"/>
                <a:gd name="connsiteY1" fmla="*/ 268547 h 268547"/>
                <a:gd name="connsiteX2" fmla="*/ 0 w 806734"/>
                <a:gd name="connsiteY2" fmla="*/ 228851 h 268547"/>
                <a:gd name="connsiteX3" fmla="*/ 0 w 806734"/>
                <a:gd name="connsiteY3" fmla="*/ 39697 h 268547"/>
                <a:gd name="connsiteX4" fmla="*/ 39697 w 806734"/>
                <a:gd name="connsiteY4" fmla="*/ 0 h 268547"/>
                <a:gd name="connsiteX5" fmla="*/ 767037 w 806734"/>
                <a:gd name="connsiteY5" fmla="*/ 0 h 268547"/>
                <a:gd name="connsiteX6" fmla="*/ 806734 w 806734"/>
                <a:gd name="connsiteY6" fmla="*/ 39697 h 268547"/>
                <a:gd name="connsiteX7" fmla="*/ 806734 w 806734"/>
                <a:gd name="connsiteY7" fmla="*/ 228851 h 268547"/>
                <a:gd name="connsiteX8" fmla="*/ 767037 w 806734"/>
                <a:gd name="connsiteY8" fmla="*/ 268547 h 268547"/>
                <a:gd name="connsiteX9" fmla="*/ 79393 w 806734"/>
                <a:gd name="connsiteY9" fmla="*/ 189154 h 268547"/>
                <a:gd name="connsiteX10" fmla="*/ 727341 w 806734"/>
                <a:gd name="connsiteY10" fmla="*/ 189154 h 268547"/>
                <a:gd name="connsiteX11" fmla="*/ 727341 w 806734"/>
                <a:gd name="connsiteY11" fmla="*/ 79393 h 268547"/>
                <a:gd name="connsiteX12" fmla="*/ 79393 w 806734"/>
                <a:gd name="connsiteY12" fmla="*/ 79393 h 2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47">
                  <a:moveTo>
                    <a:pt x="767037" y="268547"/>
                  </a:moveTo>
                  <a:lnTo>
                    <a:pt x="39697" y="268547"/>
                  </a:lnTo>
                  <a:cubicBezTo>
                    <a:pt x="17773" y="268547"/>
                    <a:pt x="0" y="250773"/>
                    <a:pt x="0" y="2288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0" y="0"/>
                    <a:pt x="806734" y="17773"/>
                    <a:pt x="806734" y="39697"/>
                  </a:cubicBezTo>
                  <a:lnTo>
                    <a:pt x="806734" y="228851"/>
                  </a:lnTo>
                  <a:cubicBezTo>
                    <a:pt x="806734" y="250773"/>
                    <a:pt x="788960" y="268547"/>
                    <a:pt x="767037" y="268547"/>
                  </a:cubicBezTo>
                  <a:close/>
                  <a:moveTo>
                    <a:pt x="79393" y="189154"/>
                  </a:moveTo>
                  <a:lnTo>
                    <a:pt x="727341" y="18915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935E1965-382A-A43F-0AD7-D675BD54F1FF}"/>
                </a:ext>
              </a:extLst>
            </p:cNvPr>
            <p:cNvSpPr/>
            <p:nvPr/>
          </p:nvSpPr>
          <p:spPr>
            <a:xfrm>
              <a:off x="2951180" y="5153986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0FCEDA4B-829C-0135-A3CD-E299A3561F9E}"/>
                </a:ext>
              </a:extLst>
            </p:cNvPr>
            <p:cNvSpPr/>
            <p:nvPr/>
          </p:nvSpPr>
          <p:spPr>
            <a:xfrm>
              <a:off x="3163557" y="5153986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E6BD6DBE-6E64-5B7B-9B64-DBFB19E45057}"/>
              </a:ext>
            </a:extLst>
          </p:cNvPr>
          <p:cNvGrpSpPr/>
          <p:nvPr/>
        </p:nvGrpSpPr>
        <p:grpSpPr>
          <a:xfrm>
            <a:off x="4150631" y="4783417"/>
            <a:ext cx="850777" cy="802517"/>
            <a:chOff x="4150631" y="4783417"/>
            <a:chExt cx="850777" cy="802517"/>
          </a:xfrm>
        </p:grpSpPr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B466307E-4098-FF16-2E46-7B7F86349A8F}"/>
                </a:ext>
              </a:extLst>
            </p:cNvPr>
            <p:cNvSpPr/>
            <p:nvPr/>
          </p:nvSpPr>
          <p:spPr>
            <a:xfrm>
              <a:off x="4150631" y="4783417"/>
              <a:ext cx="850777" cy="605373"/>
            </a:xfrm>
            <a:custGeom>
              <a:avLst/>
              <a:gdLst>
                <a:gd name="connsiteX0" fmla="*/ 324529 w 850777"/>
                <a:gd name="connsiteY0" fmla="*/ 605374 h 605373"/>
                <a:gd name="connsiteX1" fmla="*/ 239529 w 850777"/>
                <a:gd name="connsiteY1" fmla="*/ 605374 h 605373"/>
                <a:gd name="connsiteX2" fmla="*/ 65409 w 850777"/>
                <a:gd name="connsiteY2" fmla="*/ 531687 h 605373"/>
                <a:gd name="connsiteX3" fmla="*/ 108 w 850777"/>
                <a:gd name="connsiteY3" fmla="*/ 364714 h 605373"/>
                <a:gd name="connsiteX4" fmla="*/ 71562 w 850777"/>
                <a:gd name="connsiteY4" fmla="*/ 219375 h 605373"/>
                <a:gd name="connsiteX5" fmla="*/ 187427 w 850777"/>
                <a:gd name="connsiteY5" fmla="*/ 164444 h 605373"/>
                <a:gd name="connsiteX6" fmla="*/ 420247 w 850777"/>
                <a:gd name="connsiteY6" fmla="*/ 696 h 605373"/>
                <a:gd name="connsiteX7" fmla="*/ 427790 w 850777"/>
                <a:gd name="connsiteY7" fmla="*/ 1 h 605373"/>
                <a:gd name="connsiteX8" fmla="*/ 706063 w 850777"/>
                <a:gd name="connsiteY8" fmla="*/ 237288 h 605373"/>
                <a:gd name="connsiteX9" fmla="*/ 846073 w 850777"/>
                <a:gd name="connsiteY9" fmla="*/ 460102 h 605373"/>
                <a:gd name="connsiteX10" fmla="*/ 664530 w 850777"/>
                <a:gd name="connsiteY10" fmla="*/ 604778 h 605373"/>
                <a:gd name="connsiteX11" fmla="*/ 624834 w 850777"/>
                <a:gd name="connsiteY11" fmla="*/ 565082 h 605373"/>
                <a:gd name="connsiteX12" fmla="*/ 664530 w 850777"/>
                <a:gd name="connsiteY12" fmla="*/ 525385 h 605373"/>
                <a:gd name="connsiteX13" fmla="*/ 773100 w 850777"/>
                <a:gd name="connsiteY13" fmla="*/ 420586 h 605373"/>
                <a:gd name="connsiteX14" fmla="*/ 668301 w 850777"/>
                <a:gd name="connsiteY14" fmla="*/ 312016 h 605373"/>
                <a:gd name="connsiteX15" fmla="*/ 629994 w 850777"/>
                <a:gd name="connsiteY15" fmla="*/ 273858 h 605373"/>
                <a:gd name="connsiteX16" fmla="*/ 434637 w 850777"/>
                <a:gd name="connsiteY16" fmla="*/ 79395 h 605373"/>
                <a:gd name="connsiteX17" fmla="*/ 428286 w 850777"/>
                <a:gd name="connsiteY17" fmla="*/ 79891 h 605373"/>
                <a:gd name="connsiteX18" fmla="*/ 252083 w 850777"/>
                <a:gd name="connsiteY18" fmla="*/ 216497 h 605373"/>
                <a:gd name="connsiteX19" fmla="*/ 212733 w 850777"/>
                <a:gd name="connsiteY19" fmla="*/ 242746 h 605373"/>
                <a:gd name="connsiteX20" fmla="*/ 125351 w 850777"/>
                <a:gd name="connsiteY20" fmla="*/ 277480 h 605373"/>
                <a:gd name="connsiteX21" fmla="*/ 79502 w 850777"/>
                <a:gd name="connsiteY21" fmla="*/ 366798 h 605373"/>
                <a:gd name="connsiteX22" fmla="*/ 122424 w 850777"/>
                <a:gd name="connsiteY22" fmla="*/ 475963 h 605373"/>
                <a:gd name="connsiteX23" fmla="*/ 239529 w 850777"/>
                <a:gd name="connsiteY23" fmla="*/ 525584 h 605373"/>
                <a:gd name="connsiteX24" fmla="*/ 324529 w 850777"/>
                <a:gd name="connsiteY24" fmla="*/ 525584 h 605373"/>
                <a:gd name="connsiteX25" fmla="*/ 364225 w 850777"/>
                <a:gd name="connsiteY25" fmla="*/ 565280 h 605373"/>
                <a:gd name="connsiteX26" fmla="*/ 324529 w 850777"/>
                <a:gd name="connsiteY26" fmla="*/ 604977 h 60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0777" h="605373">
                  <a:moveTo>
                    <a:pt x="324529" y="605374"/>
                  </a:moveTo>
                  <a:lnTo>
                    <a:pt x="239529" y="605374"/>
                  </a:lnTo>
                  <a:cubicBezTo>
                    <a:pt x="173935" y="605255"/>
                    <a:pt x="111161" y="578693"/>
                    <a:pt x="65409" y="531687"/>
                  </a:cubicBezTo>
                  <a:cubicBezTo>
                    <a:pt x="21780" y="487267"/>
                    <a:pt x="-1810" y="426948"/>
                    <a:pt x="108" y="364714"/>
                  </a:cubicBezTo>
                  <a:cubicBezTo>
                    <a:pt x="1746" y="313406"/>
                    <a:pt x="28492" y="259071"/>
                    <a:pt x="71562" y="219375"/>
                  </a:cubicBezTo>
                  <a:cubicBezTo>
                    <a:pt x="103338" y="189177"/>
                    <a:pt x="143936" y="169930"/>
                    <a:pt x="187427" y="164444"/>
                  </a:cubicBezTo>
                  <a:cubicBezTo>
                    <a:pt x="244044" y="34339"/>
                    <a:pt x="342492" y="2681"/>
                    <a:pt x="420247" y="696"/>
                  </a:cubicBezTo>
                  <a:cubicBezTo>
                    <a:pt x="422732" y="215"/>
                    <a:pt x="425259" y="-18"/>
                    <a:pt x="427790" y="1"/>
                  </a:cubicBezTo>
                  <a:cubicBezTo>
                    <a:pt x="566405" y="-445"/>
                    <a:pt x="684602" y="100342"/>
                    <a:pt x="706063" y="237288"/>
                  </a:cubicBezTo>
                  <a:cubicBezTo>
                    <a:pt x="806257" y="260153"/>
                    <a:pt x="868938" y="359911"/>
                    <a:pt x="846073" y="460102"/>
                  </a:cubicBezTo>
                  <a:cubicBezTo>
                    <a:pt x="826745" y="544792"/>
                    <a:pt x="751396" y="604838"/>
                    <a:pt x="664530" y="604778"/>
                  </a:cubicBezTo>
                  <a:cubicBezTo>
                    <a:pt x="642608" y="604778"/>
                    <a:pt x="624834" y="587004"/>
                    <a:pt x="624834" y="565082"/>
                  </a:cubicBezTo>
                  <a:cubicBezTo>
                    <a:pt x="624834" y="543159"/>
                    <a:pt x="642608" y="525385"/>
                    <a:pt x="664530" y="525385"/>
                  </a:cubicBezTo>
                  <a:cubicBezTo>
                    <a:pt x="723450" y="526427"/>
                    <a:pt x="772058" y="479506"/>
                    <a:pt x="773100" y="420586"/>
                  </a:cubicBezTo>
                  <a:cubicBezTo>
                    <a:pt x="774142" y="361666"/>
                    <a:pt x="727221" y="313058"/>
                    <a:pt x="668301" y="312016"/>
                  </a:cubicBezTo>
                  <a:cubicBezTo>
                    <a:pt x="647505" y="311303"/>
                    <a:pt x="630788" y="294652"/>
                    <a:pt x="629994" y="273858"/>
                  </a:cubicBezTo>
                  <a:cubicBezTo>
                    <a:pt x="626278" y="167692"/>
                    <a:pt x="540821" y="82624"/>
                    <a:pt x="434637" y="79395"/>
                  </a:cubicBezTo>
                  <a:cubicBezTo>
                    <a:pt x="432534" y="79711"/>
                    <a:pt x="430412" y="79877"/>
                    <a:pt x="428286" y="79891"/>
                  </a:cubicBezTo>
                  <a:cubicBezTo>
                    <a:pt x="342789" y="79891"/>
                    <a:pt x="285130" y="124549"/>
                    <a:pt x="252083" y="216497"/>
                  </a:cubicBezTo>
                  <a:cubicBezTo>
                    <a:pt x="246180" y="232959"/>
                    <a:pt x="230200" y="243619"/>
                    <a:pt x="212733" y="242746"/>
                  </a:cubicBezTo>
                  <a:cubicBezTo>
                    <a:pt x="182465" y="241108"/>
                    <a:pt x="151501" y="253613"/>
                    <a:pt x="125351" y="277480"/>
                  </a:cubicBezTo>
                  <a:cubicBezTo>
                    <a:pt x="98010" y="302638"/>
                    <a:pt x="80693" y="337025"/>
                    <a:pt x="79502" y="366798"/>
                  </a:cubicBezTo>
                  <a:cubicBezTo>
                    <a:pt x="78318" y="407518"/>
                    <a:pt x="93823" y="446954"/>
                    <a:pt x="122424" y="475963"/>
                  </a:cubicBezTo>
                  <a:cubicBezTo>
                    <a:pt x="153194" y="507581"/>
                    <a:pt x="195408" y="525470"/>
                    <a:pt x="239529" y="525584"/>
                  </a:cubicBezTo>
                  <a:lnTo>
                    <a:pt x="324529" y="525584"/>
                  </a:lnTo>
                  <a:cubicBezTo>
                    <a:pt x="346453" y="525584"/>
                    <a:pt x="364225" y="543358"/>
                    <a:pt x="364225" y="565280"/>
                  </a:cubicBezTo>
                  <a:cubicBezTo>
                    <a:pt x="364225" y="587203"/>
                    <a:pt x="346453" y="604977"/>
                    <a:pt x="324529" y="60497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25C92F0B-9FAB-13DB-5FC1-3A63F57E14D7}"/>
                </a:ext>
              </a:extLst>
            </p:cNvPr>
            <p:cNvSpPr/>
            <p:nvPr/>
          </p:nvSpPr>
          <p:spPr>
            <a:xfrm>
              <a:off x="4439979" y="5110848"/>
              <a:ext cx="406694" cy="475086"/>
            </a:xfrm>
            <a:custGeom>
              <a:avLst/>
              <a:gdLst>
                <a:gd name="connsiteX0" fmla="*/ 203644 w 406694"/>
                <a:gd name="connsiteY0" fmla="*/ 475087 h 475086"/>
                <a:gd name="connsiteX1" fmla="*/ 168909 w 406694"/>
                <a:gd name="connsiteY1" fmla="*/ 463128 h 475086"/>
                <a:gd name="connsiteX2" fmla="*/ 92096 w 406694"/>
                <a:gd name="connsiteY2" fmla="*/ 406957 h 475086"/>
                <a:gd name="connsiteX3" fmla="*/ 0 w 406694"/>
                <a:gd name="connsiteY3" fmla="*/ 225048 h 475086"/>
                <a:gd name="connsiteX4" fmla="*/ 0 w 406694"/>
                <a:gd name="connsiteY4" fmla="*/ 129727 h 475086"/>
                <a:gd name="connsiteX5" fmla="*/ 32105 w 406694"/>
                <a:gd name="connsiteY5" fmla="*/ 78270 h 475086"/>
                <a:gd name="connsiteX6" fmla="*/ 177742 w 406694"/>
                <a:gd name="connsiteY6" fmla="*/ 6122 h 475086"/>
                <a:gd name="connsiteX7" fmla="*/ 229049 w 406694"/>
                <a:gd name="connsiteY7" fmla="*/ 6122 h 475086"/>
                <a:gd name="connsiteX8" fmla="*/ 373396 w 406694"/>
                <a:gd name="connsiteY8" fmla="*/ 77675 h 475086"/>
                <a:gd name="connsiteX9" fmla="*/ 406692 w 406694"/>
                <a:gd name="connsiteY9" fmla="*/ 129677 h 475086"/>
                <a:gd name="connsiteX10" fmla="*/ 406692 w 406694"/>
                <a:gd name="connsiteY10" fmla="*/ 224750 h 475086"/>
                <a:gd name="connsiteX11" fmla="*/ 315638 w 406694"/>
                <a:gd name="connsiteY11" fmla="*/ 406312 h 475086"/>
                <a:gd name="connsiteX12" fmla="*/ 315191 w 406694"/>
                <a:gd name="connsiteY12" fmla="*/ 406660 h 475086"/>
                <a:gd name="connsiteX13" fmla="*/ 238477 w 406694"/>
                <a:gd name="connsiteY13" fmla="*/ 463078 h 475086"/>
                <a:gd name="connsiteX14" fmla="*/ 203644 w 406694"/>
                <a:gd name="connsiteY14" fmla="*/ 475087 h 475086"/>
                <a:gd name="connsiteX15" fmla="*/ 79592 w 406694"/>
                <a:gd name="connsiteY15" fmla="*/ 143472 h 475086"/>
                <a:gd name="connsiteX16" fmla="*/ 79592 w 406694"/>
                <a:gd name="connsiteY16" fmla="*/ 224800 h 475086"/>
                <a:gd name="connsiteX17" fmla="*/ 139534 w 406694"/>
                <a:gd name="connsiteY17" fmla="*/ 342897 h 475086"/>
                <a:gd name="connsiteX18" fmla="*/ 204041 w 406694"/>
                <a:gd name="connsiteY18" fmla="*/ 390186 h 475086"/>
                <a:gd name="connsiteX19" fmla="*/ 268547 w 406694"/>
                <a:gd name="connsiteY19" fmla="*/ 342897 h 475086"/>
                <a:gd name="connsiteX20" fmla="*/ 328092 w 406694"/>
                <a:gd name="connsiteY20" fmla="*/ 224800 h 475086"/>
                <a:gd name="connsiteX21" fmla="*/ 328092 w 406694"/>
                <a:gd name="connsiteY21" fmla="*/ 143472 h 475086"/>
                <a:gd name="connsiteX22" fmla="*/ 204041 w 406694"/>
                <a:gd name="connsiteY22" fmla="*/ 82041 h 475086"/>
                <a:gd name="connsiteX23" fmla="*/ 342185 w 406694"/>
                <a:gd name="connsiteY23" fmla="*/ 150617 h 475086"/>
                <a:gd name="connsiteX24" fmla="*/ 342185 w 406694"/>
                <a:gd name="connsiteY24" fmla="*/ 150617 h 475086"/>
                <a:gd name="connsiteX25" fmla="*/ 193670 w 406694"/>
                <a:gd name="connsiteY25" fmla="*/ 77228 h 475086"/>
                <a:gd name="connsiteX26" fmla="*/ 193670 w 406694"/>
                <a:gd name="connsiteY26" fmla="*/ 77228 h 475086"/>
                <a:gd name="connsiteX27" fmla="*/ 213121 w 406694"/>
                <a:gd name="connsiteY27" fmla="*/ 77228 h 475086"/>
                <a:gd name="connsiteX28" fmla="*/ 213121 w 406694"/>
                <a:gd name="connsiteY28" fmla="*/ 77228 h 47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06694" h="475086">
                  <a:moveTo>
                    <a:pt x="203644" y="475087"/>
                  </a:moveTo>
                  <a:cubicBezTo>
                    <a:pt x="191060" y="475062"/>
                    <a:pt x="178842" y="470854"/>
                    <a:pt x="168909" y="463128"/>
                  </a:cubicBezTo>
                  <a:lnTo>
                    <a:pt x="92096" y="406957"/>
                  </a:lnTo>
                  <a:cubicBezTo>
                    <a:pt x="34516" y="364165"/>
                    <a:pt x="405" y="296790"/>
                    <a:pt x="0" y="225048"/>
                  </a:cubicBezTo>
                  <a:lnTo>
                    <a:pt x="0" y="129727"/>
                  </a:lnTo>
                  <a:cubicBezTo>
                    <a:pt x="202" y="107910"/>
                    <a:pt x="12598" y="88042"/>
                    <a:pt x="32105" y="78270"/>
                  </a:cubicBezTo>
                  <a:lnTo>
                    <a:pt x="177742" y="6122"/>
                  </a:lnTo>
                  <a:cubicBezTo>
                    <a:pt x="193870" y="-2041"/>
                    <a:pt x="212923" y="-2041"/>
                    <a:pt x="229049" y="6122"/>
                  </a:cubicBezTo>
                  <a:lnTo>
                    <a:pt x="373396" y="77675"/>
                  </a:lnTo>
                  <a:cubicBezTo>
                    <a:pt x="393845" y="86848"/>
                    <a:pt x="406920" y="107265"/>
                    <a:pt x="406692" y="129677"/>
                  </a:cubicBezTo>
                  <a:lnTo>
                    <a:pt x="406692" y="224750"/>
                  </a:lnTo>
                  <a:cubicBezTo>
                    <a:pt x="406270" y="296150"/>
                    <a:pt x="372607" y="363271"/>
                    <a:pt x="315638" y="406312"/>
                  </a:cubicBezTo>
                  <a:lnTo>
                    <a:pt x="315191" y="406660"/>
                  </a:lnTo>
                  <a:lnTo>
                    <a:pt x="238477" y="463078"/>
                  </a:lnTo>
                  <a:cubicBezTo>
                    <a:pt x="228523" y="470844"/>
                    <a:pt x="216267" y="475067"/>
                    <a:pt x="203644" y="475087"/>
                  </a:cubicBezTo>
                  <a:close/>
                  <a:moveTo>
                    <a:pt x="79592" y="143472"/>
                  </a:moveTo>
                  <a:lnTo>
                    <a:pt x="79592" y="224800"/>
                  </a:lnTo>
                  <a:cubicBezTo>
                    <a:pt x="79950" y="271389"/>
                    <a:pt x="102141" y="315110"/>
                    <a:pt x="139534" y="342897"/>
                  </a:cubicBezTo>
                  <a:lnTo>
                    <a:pt x="204041" y="390186"/>
                  </a:lnTo>
                  <a:lnTo>
                    <a:pt x="268547" y="342897"/>
                  </a:lnTo>
                  <a:cubicBezTo>
                    <a:pt x="305684" y="314936"/>
                    <a:pt x="327690" y="271285"/>
                    <a:pt x="328092" y="224800"/>
                  </a:cubicBezTo>
                  <a:lnTo>
                    <a:pt x="328092" y="143472"/>
                  </a:lnTo>
                  <a:lnTo>
                    <a:pt x="204041" y="82041"/>
                  </a:lnTo>
                  <a:close/>
                  <a:moveTo>
                    <a:pt x="342185" y="150617"/>
                  </a:moveTo>
                  <a:lnTo>
                    <a:pt x="342185" y="150617"/>
                  </a:lnTo>
                  <a:close/>
                  <a:moveTo>
                    <a:pt x="193670" y="77228"/>
                  </a:moveTo>
                  <a:lnTo>
                    <a:pt x="193670" y="77228"/>
                  </a:lnTo>
                  <a:close/>
                  <a:moveTo>
                    <a:pt x="213121" y="77228"/>
                  </a:moveTo>
                  <a:lnTo>
                    <a:pt x="213121" y="77228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AF6CE8E9-1810-B0C5-E6A0-ECD92EFD9FB5}"/>
              </a:ext>
            </a:extLst>
          </p:cNvPr>
          <p:cNvGrpSpPr/>
          <p:nvPr/>
        </p:nvGrpSpPr>
        <p:grpSpPr>
          <a:xfrm>
            <a:off x="5546946" y="4783092"/>
            <a:ext cx="691125" cy="819067"/>
            <a:chOff x="5546946" y="4783092"/>
            <a:chExt cx="691125" cy="819067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0CAEB2E3-90DE-30A8-8B6C-1AC340FF5CB0}"/>
                </a:ext>
              </a:extLst>
            </p:cNvPr>
            <p:cNvSpPr/>
            <p:nvPr/>
          </p:nvSpPr>
          <p:spPr>
            <a:xfrm>
              <a:off x="5546946" y="4783092"/>
              <a:ext cx="691125" cy="819067"/>
            </a:xfrm>
            <a:custGeom>
              <a:avLst/>
              <a:gdLst>
                <a:gd name="connsiteX0" fmla="*/ 346154 w 691125"/>
                <a:gd name="connsiteY0" fmla="*/ 819068 h 819067"/>
                <a:gd name="connsiteX1" fmla="*/ 301843 w 691125"/>
                <a:gd name="connsiteY1" fmla="*/ 803735 h 819067"/>
                <a:gd name="connsiteX2" fmla="*/ 157943 w 691125"/>
                <a:gd name="connsiteY2" fmla="*/ 697993 h 819067"/>
                <a:gd name="connsiteX3" fmla="*/ 0 w 691125"/>
                <a:gd name="connsiteY3" fmla="*/ 385532 h 819067"/>
                <a:gd name="connsiteX4" fmla="*/ 0 w 691125"/>
                <a:gd name="connsiteY4" fmla="*/ 207890 h 819067"/>
                <a:gd name="connsiteX5" fmla="*/ 40987 w 691125"/>
                <a:gd name="connsiteY5" fmla="*/ 142539 h 819067"/>
                <a:gd name="connsiteX6" fmla="*/ 313008 w 691125"/>
                <a:gd name="connsiteY6" fmla="*/ 7720 h 819067"/>
                <a:gd name="connsiteX7" fmla="*/ 378209 w 691125"/>
                <a:gd name="connsiteY7" fmla="*/ 7720 h 819067"/>
                <a:gd name="connsiteX8" fmla="*/ 648841 w 691125"/>
                <a:gd name="connsiteY8" fmla="*/ 141696 h 819067"/>
                <a:gd name="connsiteX9" fmla="*/ 691118 w 691125"/>
                <a:gd name="connsiteY9" fmla="*/ 207642 h 819067"/>
                <a:gd name="connsiteX10" fmla="*/ 691118 w 691125"/>
                <a:gd name="connsiteY10" fmla="*/ 385284 h 819067"/>
                <a:gd name="connsiteX11" fmla="*/ 534664 w 691125"/>
                <a:gd name="connsiteY11" fmla="*/ 697200 h 819067"/>
                <a:gd name="connsiteX12" fmla="*/ 534267 w 691125"/>
                <a:gd name="connsiteY12" fmla="*/ 697497 h 819067"/>
                <a:gd name="connsiteX13" fmla="*/ 390366 w 691125"/>
                <a:gd name="connsiteY13" fmla="*/ 803239 h 819067"/>
                <a:gd name="connsiteX14" fmla="*/ 346154 w 691125"/>
                <a:gd name="connsiteY14" fmla="*/ 819068 h 819067"/>
                <a:gd name="connsiteX15" fmla="*/ 79393 w 691125"/>
                <a:gd name="connsiteY15" fmla="*/ 212157 h 819067"/>
                <a:gd name="connsiteX16" fmla="*/ 79393 w 691125"/>
                <a:gd name="connsiteY16" fmla="*/ 385532 h 819067"/>
                <a:gd name="connsiteX17" fmla="*/ 205331 w 691125"/>
                <a:gd name="connsiteY17" fmla="*/ 633983 h 819067"/>
                <a:gd name="connsiteX18" fmla="*/ 346154 w 691125"/>
                <a:gd name="connsiteY18" fmla="*/ 737541 h 819067"/>
                <a:gd name="connsiteX19" fmla="*/ 486978 w 691125"/>
                <a:gd name="connsiteY19" fmla="*/ 633983 h 819067"/>
                <a:gd name="connsiteX20" fmla="*/ 611725 w 691125"/>
                <a:gd name="connsiteY20" fmla="*/ 385532 h 819067"/>
                <a:gd name="connsiteX21" fmla="*/ 611725 w 691125"/>
                <a:gd name="connsiteY21" fmla="*/ 212157 h 819067"/>
                <a:gd name="connsiteX22" fmla="*/ 345559 w 691125"/>
                <a:gd name="connsiteY22" fmla="*/ 80216 h 819067"/>
                <a:gd name="connsiteX23" fmla="*/ 343078 w 691125"/>
                <a:gd name="connsiteY23" fmla="*/ 78876 h 819067"/>
                <a:gd name="connsiteX24" fmla="*/ 343078 w 691125"/>
                <a:gd name="connsiteY24" fmla="*/ 78876 h 81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91125" h="819067">
                  <a:moveTo>
                    <a:pt x="346154" y="819068"/>
                  </a:moveTo>
                  <a:cubicBezTo>
                    <a:pt x="330086" y="819048"/>
                    <a:pt x="314487" y="813649"/>
                    <a:pt x="301843" y="803735"/>
                  </a:cubicBezTo>
                  <a:lnTo>
                    <a:pt x="157943" y="697993"/>
                  </a:lnTo>
                  <a:cubicBezTo>
                    <a:pt x="59124" y="624441"/>
                    <a:pt x="628" y="508715"/>
                    <a:pt x="0" y="385532"/>
                  </a:cubicBezTo>
                  <a:lnTo>
                    <a:pt x="0" y="207890"/>
                  </a:lnTo>
                  <a:cubicBezTo>
                    <a:pt x="315" y="180141"/>
                    <a:pt x="16143" y="154904"/>
                    <a:pt x="40987" y="142539"/>
                  </a:cubicBezTo>
                  <a:lnTo>
                    <a:pt x="313008" y="7720"/>
                  </a:lnTo>
                  <a:cubicBezTo>
                    <a:pt x="333523" y="-2573"/>
                    <a:pt x="357694" y="-2573"/>
                    <a:pt x="378209" y="7720"/>
                  </a:cubicBezTo>
                  <a:lnTo>
                    <a:pt x="648841" y="141696"/>
                  </a:lnTo>
                  <a:cubicBezTo>
                    <a:pt x="674887" y="153203"/>
                    <a:pt x="691535" y="179168"/>
                    <a:pt x="691118" y="207642"/>
                  </a:cubicBezTo>
                  <a:lnTo>
                    <a:pt x="691118" y="385284"/>
                  </a:lnTo>
                  <a:cubicBezTo>
                    <a:pt x="690388" y="507946"/>
                    <a:pt x="632545" y="623265"/>
                    <a:pt x="534664" y="697200"/>
                  </a:cubicBezTo>
                  <a:lnTo>
                    <a:pt x="534267" y="697497"/>
                  </a:lnTo>
                  <a:lnTo>
                    <a:pt x="390366" y="803239"/>
                  </a:lnTo>
                  <a:cubicBezTo>
                    <a:pt x="377814" y="813312"/>
                    <a:pt x="362247" y="818884"/>
                    <a:pt x="346154" y="819068"/>
                  </a:cubicBezTo>
                  <a:close/>
                  <a:moveTo>
                    <a:pt x="79393" y="212157"/>
                  </a:moveTo>
                  <a:lnTo>
                    <a:pt x="79393" y="385532"/>
                  </a:lnTo>
                  <a:cubicBezTo>
                    <a:pt x="80071" y="483518"/>
                    <a:pt x="126700" y="575510"/>
                    <a:pt x="205331" y="633983"/>
                  </a:cubicBezTo>
                  <a:lnTo>
                    <a:pt x="346154" y="737541"/>
                  </a:lnTo>
                  <a:lnTo>
                    <a:pt x="486978" y="633983"/>
                  </a:lnTo>
                  <a:cubicBezTo>
                    <a:pt x="564947" y="575083"/>
                    <a:pt x="611060" y="483245"/>
                    <a:pt x="611725" y="385532"/>
                  </a:cubicBezTo>
                  <a:lnTo>
                    <a:pt x="611725" y="212157"/>
                  </a:lnTo>
                  <a:lnTo>
                    <a:pt x="345559" y="80216"/>
                  </a:lnTo>
                  <a:close/>
                  <a:moveTo>
                    <a:pt x="343078" y="78876"/>
                  </a:moveTo>
                  <a:lnTo>
                    <a:pt x="343078" y="7887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1955CCCB-49F2-73D9-9A56-73AAC9504F5E}"/>
                </a:ext>
              </a:extLst>
            </p:cNvPr>
            <p:cNvSpPr/>
            <p:nvPr/>
          </p:nvSpPr>
          <p:spPr>
            <a:xfrm>
              <a:off x="5696998" y="5054547"/>
              <a:ext cx="392450" cy="275741"/>
            </a:xfrm>
            <a:custGeom>
              <a:avLst/>
              <a:gdLst>
                <a:gd name="connsiteX0" fmla="*/ 156356 w 392450"/>
                <a:gd name="connsiteY0" fmla="*/ 275741 h 275741"/>
                <a:gd name="connsiteX1" fmla="*/ 128519 w 392450"/>
                <a:gd name="connsiteY1" fmla="*/ 264130 h 275741"/>
                <a:gd name="connsiteX2" fmla="*/ 10917 w 392450"/>
                <a:gd name="connsiteY2" fmla="*/ 146728 h 275741"/>
                <a:gd name="connsiteX3" fmla="*/ 12355 w 392450"/>
                <a:gd name="connsiteY3" fmla="*/ 90607 h 275741"/>
                <a:gd name="connsiteX4" fmla="*/ 67039 w 392450"/>
                <a:gd name="connsiteY4" fmla="*/ 90607 h 275741"/>
                <a:gd name="connsiteX5" fmla="*/ 156356 w 392450"/>
                <a:gd name="connsiteY5" fmla="*/ 179924 h 275741"/>
                <a:gd name="connsiteX6" fmla="*/ 323975 w 392450"/>
                <a:gd name="connsiteY6" fmla="*/ 12355 h 275741"/>
                <a:gd name="connsiteX7" fmla="*/ 380096 w 392450"/>
                <a:gd name="connsiteY7" fmla="*/ 10917 h 275741"/>
                <a:gd name="connsiteX8" fmla="*/ 381535 w 392450"/>
                <a:gd name="connsiteY8" fmla="*/ 67038 h 275741"/>
                <a:gd name="connsiteX9" fmla="*/ 380096 w 392450"/>
                <a:gd name="connsiteY9" fmla="*/ 68476 h 275741"/>
                <a:gd name="connsiteX10" fmla="*/ 184441 w 392450"/>
                <a:gd name="connsiteY10" fmla="*/ 264130 h 275741"/>
                <a:gd name="connsiteX11" fmla="*/ 156356 w 392450"/>
                <a:gd name="connsiteY11" fmla="*/ 275741 h 275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2450" h="275741">
                  <a:moveTo>
                    <a:pt x="156356" y="275741"/>
                  </a:moveTo>
                  <a:cubicBezTo>
                    <a:pt x="145911" y="275682"/>
                    <a:pt x="135909" y="271514"/>
                    <a:pt x="128519" y="264130"/>
                  </a:cubicBezTo>
                  <a:lnTo>
                    <a:pt x="10917" y="146728"/>
                  </a:lnTo>
                  <a:cubicBezTo>
                    <a:pt x="-4183" y="130833"/>
                    <a:pt x="-3539" y="105707"/>
                    <a:pt x="12355" y="90607"/>
                  </a:cubicBezTo>
                  <a:cubicBezTo>
                    <a:pt x="27676" y="76050"/>
                    <a:pt x="51717" y="76050"/>
                    <a:pt x="67039" y="90607"/>
                  </a:cubicBezTo>
                  <a:lnTo>
                    <a:pt x="156356" y="179924"/>
                  </a:lnTo>
                  <a:lnTo>
                    <a:pt x="323975" y="12355"/>
                  </a:lnTo>
                  <a:cubicBezTo>
                    <a:pt x="339074" y="-3540"/>
                    <a:pt x="364202" y="-4183"/>
                    <a:pt x="380096" y="10917"/>
                  </a:cubicBezTo>
                  <a:cubicBezTo>
                    <a:pt x="395989" y="26018"/>
                    <a:pt x="396634" y="51144"/>
                    <a:pt x="381535" y="67038"/>
                  </a:cubicBezTo>
                  <a:cubicBezTo>
                    <a:pt x="381068" y="67530"/>
                    <a:pt x="380587" y="68009"/>
                    <a:pt x="380096" y="68476"/>
                  </a:cubicBezTo>
                  <a:lnTo>
                    <a:pt x="184441" y="264130"/>
                  </a:lnTo>
                  <a:cubicBezTo>
                    <a:pt x="176990" y="271573"/>
                    <a:pt x="166887" y="275751"/>
                    <a:pt x="156356" y="2757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5E9D99D3-90FD-BD6A-3B80-7A907F244AE5}"/>
              </a:ext>
            </a:extLst>
          </p:cNvPr>
          <p:cNvGrpSpPr/>
          <p:nvPr/>
        </p:nvGrpSpPr>
        <p:grpSpPr>
          <a:xfrm>
            <a:off x="6864454" y="4783069"/>
            <a:ext cx="691125" cy="819091"/>
            <a:chOff x="6864454" y="4783069"/>
            <a:chExt cx="691125" cy="819091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9FA3E619-A85E-9247-5DA9-5A811A7CF30F}"/>
                </a:ext>
              </a:extLst>
            </p:cNvPr>
            <p:cNvSpPr/>
            <p:nvPr/>
          </p:nvSpPr>
          <p:spPr>
            <a:xfrm>
              <a:off x="6864454" y="4783069"/>
              <a:ext cx="550198" cy="819091"/>
            </a:xfrm>
            <a:custGeom>
              <a:avLst/>
              <a:gdLst>
                <a:gd name="connsiteX0" fmla="*/ 346154 w 550198"/>
                <a:gd name="connsiteY0" fmla="*/ 819092 h 819091"/>
                <a:gd name="connsiteX1" fmla="*/ 301843 w 550198"/>
                <a:gd name="connsiteY1" fmla="*/ 803759 h 819091"/>
                <a:gd name="connsiteX2" fmla="*/ 157943 w 550198"/>
                <a:gd name="connsiteY2" fmla="*/ 698017 h 819091"/>
                <a:gd name="connsiteX3" fmla="*/ 0 w 550198"/>
                <a:gd name="connsiteY3" fmla="*/ 385556 h 819091"/>
                <a:gd name="connsiteX4" fmla="*/ 0 w 550198"/>
                <a:gd name="connsiteY4" fmla="*/ 207914 h 819091"/>
                <a:gd name="connsiteX5" fmla="*/ 40987 w 550198"/>
                <a:gd name="connsiteY5" fmla="*/ 142563 h 819091"/>
                <a:gd name="connsiteX6" fmla="*/ 313008 w 550198"/>
                <a:gd name="connsiteY6" fmla="*/ 7744 h 819091"/>
                <a:gd name="connsiteX7" fmla="*/ 378209 w 550198"/>
                <a:gd name="connsiteY7" fmla="*/ 7744 h 819091"/>
                <a:gd name="connsiteX8" fmla="*/ 396586 w 550198"/>
                <a:gd name="connsiteY8" fmla="*/ 60790 h 819091"/>
                <a:gd name="connsiteX9" fmla="*/ 345708 w 550198"/>
                <a:gd name="connsiteY9" fmla="*/ 80140 h 819091"/>
                <a:gd name="connsiteX10" fmla="*/ 79393 w 550198"/>
                <a:gd name="connsiteY10" fmla="*/ 212181 h 819091"/>
                <a:gd name="connsiteX11" fmla="*/ 79393 w 550198"/>
                <a:gd name="connsiteY11" fmla="*/ 385556 h 819091"/>
                <a:gd name="connsiteX12" fmla="*/ 205331 w 550198"/>
                <a:gd name="connsiteY12" fmla="*/ 634006 h 819091"/>
                <a:gd name="connsiteX13" fmla="*/ 346154 w 550198"/>
                <a:gd name="connsiteY13" fmla="*/ 737565 h 819091"/>
                <a:gd name="connsiteX14" fmla="*/ 486978 w 550198"/>
                <a:gd name="connsiteY14" fmla="*/ 633808 h 819091"/>
                <a:gd name="connsiteX15" fmla="*/ 542479 w 550198"/>
                <a:gd name="connsiteY15" fmla="*/ 642268 h 819091"/>
                <a:gd name="connsiteX16" fmla="*/ 534018 w 550198"/>
                <a:gd name="connsiteY16" fmla="*/ 697769 h 819091"/>
                <a:gd name="connsiteX17" fmla="*/ 390118 w 550198"/>
                <a:gd name="connsiteY17" fmla="*/ 803511 h 819091"/>
                <a:gd name="connsiteX18" fmla="*/ 346154 w 550198"/>
                <a:gd name="connsiteY18" fmla="*/ 819092 h 81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0198" h="819091">
                  <a:moveTo>
                    <a:pt x="346154" y="819092"/>
                  </a:moveTo>
                  <a:cubicBezTo>
                    <a:pt x="330086" y="819072"/>
                    <a:pt x="314487" y="813673"/>
                    <a:pt x="301843" y="803759"/>
                  </a:cubicBezTo>
                  <a:lnTo>
                    <a:pt x="157943" y="698017"/>
                  </a:lnTo>
                  <a:cubicBezTo>
                    <a:pt x="59124" y="624464"/>
                    <a:pt x="628" y="508739"/>
                    <a:pt x="0" y="385556"/>
                  </a:cubicBezTo>
                  <a:lnTo>
                    <a:pt x="0" y="207914"/>
                  </a:lnTo>
                  <a:cubicBezTo>
                    <a:pt x="315" y="180164"/>
                    <a:pt x="16143" y="154928"/>
                    <a:pt x="40987" y="142563"/>
                  </a:cubicBezTo>
                  <a:lnTo>
                    <a:pt x="313008" y="7744"/>
                  </a:lnTo>
                  <a:cubicBezTo>
                    <a:pt x="333515" y="-2581"/>
                    <a:pt x="357702" y="-2581"/>
                    <a:pt x="378209" y="7744"/>
                  </a:cubicBezTo>
                  <a:cubicBezTo>
                    <a:pt x="397932" y="17317"/>
                    <a:pt x="406160" y="41067"/>
                    <a:pt x="396586" y="60790"/>
                  </a:cubicBezTo>
                  <a:cubicBezTo>
                    <a:pt x="387415" y="79683"/>
                    <a:pt x="365116" y="88164"/>
                    <a:pt x="345708" y="80140"/>
                  </a:cubicBezTo>
                  <a:lnTo>
                    <a:pt x="79393" y="212181"/>
                  </a:lnTo>
                  <a:lnTo>
                    <a:pt x="79393" y="385556"/>
                  </a:lnTo>
                  <a:cubicBezTo>
                    <a:pt x="80071" y="483542"/>
                    <a:pt x="126700" y="575533"/>
                    <a:pt x="205331" y="634006"/>
                  </a:cubicBezTo>
                  <a:lnTo>
                    <a:pt x="346154" y="737565"/>
                  </a:lnTo>
                  <a:lnTo>
                    <a:pt x="486978" y="633808"/>
                  </a:lnTo>
                  <a:cubicBezTo>
                    <a:pt x="504638" y="620817"/>
                    <a:pt x="529488" y="624608"/>
                    <a:pt x="542479" y="642268"/>
                  </a:cubicBezTo>
                  <a:cubicBezTo>
                    <a:pt x="555469" y="659928"/>
                    <a:pt x="551678" y="684778"/>
                    <a:pt x="534018" y="697769"/>
                  </a:cubicBezTo>
                  <a:lnTo>
                    <a:pt x="390118" y="803511"/>
                  </a:lnTo>
                  <a:cubicBezTo>
                    <a:pt x="377600" y="813440"/>
                    <a:pt x="362133" y="818923"/>
                    <a:pt x="346154" y="8190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9" name="Picture Placeholder 50">
              <a:extLst>
                <a:ext uri="{FF2B5EF4-FFF2-40B4-BE49-F238E27FC236}">
                  <a16:creationId xmlns:a16="http://schemas.microsoft.com/office/drawing/2014/main" id="{AAA6EAB2-1854-4DF4-D004-EB7831041E55}"/>
                </a:ext>
              </a:extLst>
            </p:cNvPr>
            <p:cNvGrpSpPr/>
            <p:nvPr/>
          </p:nvGrpSpPr>
          <p:grpSpPr>
            <a:xfrm>
              <a:off x="7041898" y="4947167"/>
              <a:ext cx="336230" cy="421775"/>
              <a:chOff x="7041898" y="4947167"/>
              <a:chExt cx="336230" cy="421775"/>
            </a:xfrm>
            <a:solidFill>
              <a:srgbClr val="EE7684"/>
            </a:solidFill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2DE99BF-3B63-F380-AD68-A69A5B11ED5A}"/>
                  </a:ext>
                </a:extLst>
              </p:cNvPr>
              <p:cNvSpPr/>
              <p:nvPr/>
            </p:nvSpPr>
            <p:spPr>
              <a:xfrm>
                <a:off x="7084721" y="4947167"/>
                <a:ext cx="250584" cy="248103"/>
              </a:xfrm>
              <a:custGeom>
                <a:avLst/>
                <a:gdLst>
                  <a:gd name="connsiteX0" fmla="*/ 210888 w 250584"/>
                  <a:gd name="connsiteY0" fmla="*/ 248103 h 248103"/>
                  <a:gd name="connsiteX1" fmla="*/ 171192 w 250584"/>
                  <a:gd name="connsiteY1" fmla="*/ 208407 h 248103"/>
                  <a:gd name="connsiteX2" fmla="*/ 171192 w 250584"/>
                  <a:gd name="connsiteY2" fmla="*/ 131991 h 248103"/>
                  <a:gd name="connsiteX3" fmla="*/ 125292 w 250584"/>
                  <a:gd name="connsiteY3" fmla="*/ 79393 h 248103"/>
                  <a:gd name="connsiteX4" fmla="*/ 79393 w 250584"/>
                  <a:gd name="connsiteY4" fmla="*/ 131991 h 248103"/>
                  <a:gd name="connsiteX5" fmla="*/ 79393 w 250584"/>
                  <a:gd name="connsiteY5" fmla="*/ 208407 h 248103"/>
                  <a:gd name="connsiteX6" fmla="*/ 39697 w 250584"/>
                  <a:gd name="connsiteY6" fmla="*/ 248103 h 248103"/>
                  <a:gd name="connsiteX7" fmla="*/ 0 w 250584"/>
                  <a:gd name="connsiteY7" fmla="*/ 208407 h 248103"/>
                  <a:gd name="connsiteX8" fmla="*/ 0 w 250584"/>
                  <a:gd name="connsiteY8" fmla="*/ 131991 h 248103"/>
                  <a:gd name="connsiteX9" fmla="*/ 125292 w 250584"/>
                  <a:gd name="connsiteY9" fmla="*/ 0 h 248103"/>
                  <a:gd name="connsiteX10" fmla="*/ 250585 w 250584"/>
                  <a:gd name="connsiteY10" fmla="*/ 131991 h 248103"/>
                  <a:gd name="connsiteX11" fmla="*/ 250585 w 250584"/>
                  <a:gd name="connsiteY11" fmla="*/ 208407 h 248103"/>
                  <a:gd name="connsiteX12" fmla="*/ 210888 w 250584"/>
                  <a:gd name="connsiteY12" fmla="*/ 248103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0584" h="248103">
                    <a:moveTo>
                      <a:pt x="210888" y="248103"/>
                    </a:moveTo>
                    <a:cubicBezTo>
                      <a:pt x="188966" y="248103"/>
                      <a:pt x="171192" y="230331"/>
                      <a:pt x="171192" y="208407"/>
                    </a:cubicBezTo>
                    <a:lnTo>
                      <a:pt x="171192" y="131991"/>
                    </a:lnTo>
                    <a:cubicBezTo>
                      <a:pt x="171192" y="103013"/>
                      <a:pt x="150599" y="79393"/>
                      <a:pt x="125292" y="79393"/>
                    </a:cubicBezTo>
                    <a:cubicBezTo>
                      <a:pt x="99986" y="79393"/>
                      <a:pt x="79393" y="103013"/>
                      <a:pt x="79393" y="131991"/>
                    </a:cubicBezTo>
                    <a:lnTo>
                      <a:pt x="79393" y="208407"/>
                    </a:lnTo>
                    <a:cubicBezTo>
                      <a:pt x="79393" y="230331"/>
                      <a:pt x="61621" y="248103"/>
                      <a:pt x="39697" y="248103"/>
                    </a:cubicBezTo>
                    <a:cubicBezTo>
                      <a:pt x="17773" y="248103"/>
                      <a:pt x="0" y="230331"/>
                      <a:pt x="0" y="208407"/>
                    </a:cubicBezTo>
                    <a:lnTo>
                      <a:pt x="0" y="131991"/>
                    </a:lnTo>
                    <a:cubicBezTo>
                      <a:pt x="0" y="59197"/>
                      <a:pt x="56220" y="0"/>
                      <a:pt x="125292" y="0"/>
                    </a:cubicBezTo>
                    <a:cubicBezTo>
                      <a:pt x="194364" y="0"/>
                      <a:pt x="250585" y="59197"/>
                      <a:pt x="250585" y="131991"/>
                    </a:cubicBezTo>
                    <a:lnTo>
                      <a:pt x="250585" y="208407"/>
                    </a:lnTo>
                    <a:cubicBezTo>
                      <a:pt x="250585" y="230331"/>
                      <a:pt x="232811" y="248103"/>
                      <a:pt x="210888" y="24810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390B79F8-0533-C593-8320-92434B468595}"/>
                  </a:ext>
                </a:extLst>
              </p:cNvPr>
              <p:cNvSpPr/>
              <p:nvPr/>
            </p:nvSpPr>
            <p:spPr>
              <a:xfrm>
                <a:off x="7041898" y="5116126"/>
                <a:ext cx="336230" cy="252817"/>
              </a:xfrm>
              <a:custGeom>
                <a:avLst/>
                <a:gdLst>
                  <a:gd name="connsiteX0" fmla="*/ 296534 w 336230"/>
                  <a:gd name="connsiteY0" fmla="*/ 252817 h 252817"/>
                  <a:gd name="connsiteX1" fmla="*/ 39697 w 336230"/>
                  <a:gd name="connsiteY1" fmla="*/ 252817 h 252817"/>
                  <a:gd name="connsiteX2" fmla="*/ 0 w 336230"/>
                  <a:gd name="connsiteY2" fmla="*/ 213121 h 252817"/>
                  <a:gd name="connsiteX3" fmla="*/ 0 w 336230"/>
                  <a:gd name="connsiteY3" fmla="*/ 39697 h 252817"/>
                  <a:gd name="connsiteX4" fmla="*/ 39697 w 336230"/>
                  <a:gd name="connsiteY4" fmla="*/ 0 h 252817"/>
                  <a:gd name="connsiteX5" fmla="*/ 296534 w 336230"/>
                  <a:gd name="connsiteY5" fmla="*/ 0 h 252817"/>
                  <a:gd name="connsiteX6" fmla="*/ 336230 w 336230"/>
                  <a:gd name="connsiteY6" fmla="*/ 39697 h 252817"/>
                  <a:gd name="connsiteX7" fmla="*/ 336230 w 336230"/>
                  <a:gd name="connsiteY7" fmla="*/ 213369 h 252817"/>
                  <a:gd name="connsiteX8" fmla="*/ 296534 w 336230"/>
                  <a:gd name="connsiteY8" fmla="*/ 252817 h 252817"/>
                  <a:gd name="connsiteX9" fmla="*/ 79393 w 336230"/>
                  <a:gd name="connsiteY9" fmla="*/ 173424 h 252817"/>
                  <a:gd name="connsiteX10" fmla="*/ 256837 w 336230"/>
                  <a:gd name="connsiteY10" fmla="*/ 173424 h 252817"/>
                  <a:gd name="connsiteX11" fmla="*/ 256837 w 336230"/>
                  <a:gd name="connsiteY11" fmla="*/ 79145 h 252817"/>
                  <a:gd name="connsiteX12" fmla="*/ 79393 w 336230"/>
                  <a:gd name="connsiteY12" fmla="*/ 79145 h 25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30" h="252817">
                    <a:moveTo>
                      <a:pt x="296534" y="252817"/>
                    </a:moveTo>
                    <a:lnTo>
                      <a:pt x="39697" y="252817"/>
                    </a:lnTo>
                    <a:cubicBezTo>
                      <a:pt x="17773" y="252817"/>
                      <a:pt x="0" y="235043"/>
                      <a:pt x="0" y="2131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96534" y="0"/>
                    </a:lnTo>
                    <a:cubicBezTo>
                      <a:pt x="318456" y="0"/>
                      <a:pt x="336230" y="17773"/>
                      <a:pt x="336230" y="39697"/>
                    </a:cubicBezTo>
                    <a:lnTo>
                      <a:pt x="336230" y="213369"/>
                    </a:lnTo>
                    <a:cubicBezTo>
                      <a:pt x="336096" y="235197"/>
                      <a:pt x="318362" y="252817"/>
                      <a:pt x="296534" y="252817"/>
                    </a:cubicBezTo>
                    <a:close/>
                    <a:moveTo>
                      <a:pt x="79393" y="173424"/>
                    </a:moveTo>
                    <a:lnTo>
                      <a:pt x="256837" y="173424"/>
                    </a:lnTo>
                    <a:lnTo>
                      <a:pt x="256837" y="79145"/>
                    </a:lnTo>
                    <a:lnTo>
                      <a:pt x="79393" y="79145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7B5236F3-FA76-07B5-B3DB-D4179BDD21B0}"/>
                  </a:ext>
                </a:extLst>
              </p:cNvPr>
              <p:cNvSpPr/>
              <p:nvPr/>
            </p:nvSpPr>
            <p:spPr>
              <a:xfrm>
                <a:off x="7169620" y="5125478"/>
                <a:ext cx="79792" cy="127650"/>
              </a:xfrm>
              <a:custGeom>
                <a:avLst/>
                <a:gdLst>
                  <a:gd name="connsiteX0" fmla="*/ 40095 w 79792"/>
                  <a:gd name="connsiteY0" fmla="*/ 127651 h 127650"/>
                  <a:gd name="connsiteX1" fmla="*/ 398 w 79792"/>
                  <a:gd name="connsiteY1" fmla="*/ 88252 h 127650"/>
                  <a:gd name="connsiteX2" fmla="*/ 1 w 79792"/>
                  <a:gd name="connsiteY2" fmla="*/ 40020 h 127650"/>
                  <a:gd name="connsiteX3" fmla="*/ 39375 w 79792"/>
                  <a:gd name="connsiteY3" fmla="*/ 1 h 127650"/>
                  <a:gd name="connsiteX4" fmla="*/ 79395 w 79792"/>
                  <a:gd name="connsiteY4" fmla="*/ 39375 h 127650"/>
                  <a:gd name="connsiteX5" fmla="*/ 79792 w 79792"/>
                  <a:gd name="connsiteY5" fmla="*/ 87607 h 127650"/>
                  <a:gd name="connsiteX6" fmla="*/ 40395 w 79792"/>
                  <a:gd name="connsiteY6" fmla="*/ 127601 h 127650"/>
                  <a:gd name="connsiteX7" fmla="*/ 40393 w 79792"/>
                  <a:gd name="connsiteY7" fmla="*/ 127601 h 12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792" h="127650">
                    <a:moveTo>
                      <a:pt x="40095" y="127651"/>
                    </a:moveTo>
                    <a:cubicBezTo>
                      <a:pt x="18287" y="127651"/>
                      <a:pt x="562" y="110059"/>
                      <a:pt x="398" y="88252"/>
                    </a:cubicBezTo>
                    <a:lnTo>
                      <a:pt x="1" y="40020"/>
                    </a:lnTo>
                    <a:cubicBezTo>
                      <a:pt x="-177" y="18097"/>
                      <a:pt x="17451" y="179"/>
                      <a:pt x="39375" y="1"/>
                    </a:cubicBezTo>
                    <a:cubicBezTo>
                      <a:pt x="61299" y="-177"/>
                      <a:pt x="79216" y="17451"/>
                      <a:pt x="79395" y="39375"/>
                    </a:cubicBezTo>
                    <a:lnTo>
                      <a:pt x="79792" y="87607"/>
                    </a:lnTo>
                    <a:cubicBezTo>
                      <a:pt x="79957" y="109530"/>
                      <a:pt x="62318" y="127436"/>
                      <a:pt x="40395" y="127601"/>
                    </a:cubicBezTo>
                    <a:cubicBezTo>
                      <a:pt x="40394" y="127601"/>
                      <a:pt x="40394" y="127601"/>
                      <a:pt x="40393" y="12760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EFA8CEBC-F0A4-3DEA-F146-51A566927898}"/>
                </a:ext>
              </a:extLst>
            </p:cNvPr>
            <p:cNvSpPr/>
            <p:nvPr/>
          </p:nvSpPr>
          <p:spPr>
            <a:xfrm>
              <a:off x="7186951" y="4787478"/>
              <a:ext cx="368628" cy="701100"/>
            </a:xfrm>
            <a:custGeom>
              <a:avLst/>
              <a:gdLst>
                <a:gd name="connsiteX0" fmla="*/ 188250 w 368628"/>
                <a:gd name="connsiteY0" fmla="*/ 701100 h 701100"/>
                <a:gd name="connsiteX1" fmla="*/ 148737 w 368628"/>
                <a:gd name="connsiteY1" fmla="*/ 661225 h 701100"/>
                <a:gd name="connsiteX2" fmla="*/ 164482 w 368628"/>
                <a:gd name="connsiteY2" fmla="*/ 629746 h 701100"/>
                <a:gd name="connsiteX3" fmla="*/ 289427 w 368628"/>
                <a:gd name="connsiteY3" fmla="*/ 381146 h 701100"/>
                <a:gd name="connsiteX4" fmla="*/ 289427 w 368628"/>
                <a:gd name="connsiteY4" fmla="*/ 207771 h 701100"/>
                <a:gd name="connsiteX5" fmla="*/ 20581 w 368628"/>
                <a:gd name="connsiteY5" fmla="*/ 74490 h 701100"/>
                <a:gd name="connsiteX6" fmla="*/ 4917 w 368628"/>
                <a:gd name="connsiteY6" fmla="*/ 20581 h 701100"/>
                <a:gd name="connsiteX7" fmla="*/ 55614 w 368628"/>
                <a:gd name="connsiteY7" fmla="*/ 3334 h 701100"/>
                <a:gd name="connsiteX8" fmla="*/ 326344 w 368628"/>
                <a:gd name="connsiteY8" fmla="*/ 137558 h 701100"/>
                <a:gd name="connsiteX9" fmla="*/ 368621 w 368628"/>
                <a:gd name="connsiteY9" fmla="*/ 203504 h 701100"/>
                <a:gd name="connsiteX10" fmla="*/ 368621 w 368628"/>
                <a:gd name="connsiteY10" fmla="*/ 381146 h 701100"/>
                <a:gd name="connsiteX11" fmla="*/ 212167 w 368628"/>
                <a:gd name="connsiteY11" fmla="*/ 693062 h 701100"/>
                <a:gd name="connsiteX12" fmla="*/ 188250 w 368628"/>
                <a:gd name="connsiteY12" fmla="*/ 701100 h 70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8628" h="701100">
                  <a:moveTo>
                    <a:pt x="188250" y="701100"/>
                  </a:moveTo>
                  <a:cubicBezTo>
                    <a:pt x="166328" y="701001"/>
                    <a:pt x="148633" y="683148"/>
                    <a:pt x="148737" y="661225"/>
                  </a:cubicBezTo>
                  <a:cubicBezTo>
                    <a:pt x="148792" y="648850"/>
                    <a:pt x="154612" y="637209"/>
                    <a:pt x="164482" y="629746"/>
                  </a:cubicBezTo>
                  <a:cubicBezTo>
                    <a:pt x="242560" y="570851"/>
                    <a:pt x="288752" y="478944"/>
                    <a:pt x="289427" y="381146"/>
                  </a:cubicBezTo>
                  <a:lnTo>
                    <a:pt x="289427" y="207771"/>
                  </a:lnTo>
                  <a:lnTo>
                    <a:pt x="20581" y="74490"/>
                  </a:lnTo>
                  <a:cubicBezTo>
                    <a:pt x="1369" y="63929"/>
                    <a:pt x="-5644" y="39793"/>
                    <a:pt x="4917" y="20581"/>
                  </a:cubicBezTo>
                  <a:cubicBezTo>
                    <a:pt x="14810" y="2583"/>
                    <a:pt x="36798" y="-4897"/>
                    <a:pt x="55614" y="3334"/>
                  </a:cubicBezTo>
                  <a:lnTo>
                    <a:pt x="326344" y="137558"/>
                  </a:lnTo>
                  <a:cubicBezTo>
                    <a:pt x="352390" y="149065"/>
                    <a:pt x="369038" y="175030"/>
                    <a:pt x="368621" y="203504"/>
                  </a:cubicBezTo>
                  <a:lnTo>
                    <a:pt x="368621" y="381146"/>
                  </a:lnTo>
                  <a:cubicBezTo>
                    <a:pt x="367892" y="503809"/>
                    <a:pt x="310049" y="619127"/>
                    <a:pt x="212167" y="693062"/>
                  </a:cubicBezTo>
                  <a:cubicBezTo>
                    <a:pt x="205280" y="698272"/>
                    <a:pt x="196884" y="701095"/>
                    <a:pt x="188250" y="70110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EB355578-03CC-C748-4885-F16956444DB7}"/>
              </a:ext>
            </a:extLst>
          </p:cNvPr>
          <p:cNvGrpSpPr/>
          <p:nvPr/>
        </p:nvGrpSpPr>
        <p:grpSpPr>
          <a:xfrm>
            <a:off x="8181962" y="4783069"/>
            <a:ext cx="691125" cy="819091"/>
            <a:chOff x="8181962" y="4783069"/>
            <a:chExt cx="691125" cy="819091"/>
          </a:xfrm>
        </p:grpSpPr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A4176C5F-B9A9-F8CF-7F76-577EAE6BF9A0}"/>
                </a:ext>
              </a:extLst>
            </p:cNvPr>
            <p:cNvSpPr/>
            <p:nvPr/>
          </p:nvSpPr>
          <p:spPr>
            <a:xfrm>
              <a:off x="8181962" y="4783069"/>
              <a:ext cx="691125" cy="819091"/>
            </a:xfrm>
            <a:custGeom>
              <a:avLst/>
              <a:gdLst>
                <a:gd name="connsiteX0" fmla="*/ 346154 w 691125"/>
                <a:gd name="connsiteY0" fmla="*/ 819092 h 819091"/>
                <a:gd name="connsiteX1" fmla="*/ 301843 w 691125"/>
                <a:gd name="connsiteY1" fmla="*/ 803759 h 819091"/>
                <a:gd name="connsiteX2" fmla="*/ 157943 w 691125"/>
                <a:gd name="connsiteY2" fmla="*/ 698017 h 819091"/>
                <a:gd name="connsiteX3" fmla="*/ 0 w 691125"/>
                <a:gd name="connsiteY3" fmla="*/ 385556 h 819091"/>
                <a:gd name="connsiteX4" fmla="*/ 0 w 691125"/>
                <a:gd name="connsiteY4" fmla="*/ 207914 h 819091"/>
                <a:gd name="connsiteX5" fmla="*/ 40987 w 691125"/>
                <a:gd name="connsiteY5" fmla="*/ 142563 h 819091"/>
                <a:gd name="connsiteX6" fmla="*/ 313008 w 691125"/>
                <a:gd name="connsiteY6" fmla="*/ 7744 h 819091"/>
                <a:gd name="connsiteX7" fmla="*/ 378209 w 691125"/>
                <a:gd name="connsiteY7" fmla="*/ 7744 h 819091"/>
                <a:gd name="connsiteX8" fmla="*/ 648841 w 691125"/>
                <a:gd name="connsiteY8" fmla="*/ 141720 h 819091"/>
                <a:gd name="connsiteX9" fmla="*/ 691118 w 691125"/>
                <a:gd name="connsiteY9" fmla="*/ 207665 h 819091"/>
                <a:gd name="connsiteX10" fmla="*/ 691118 w 691125"/>
                <a:gd name="connsiteY10" fmla="*/ 385308 h 819091"/>
                <a:gd name="connsiteX11" fmla="*/ 534664 w 691125"/>
                <a:gd name="connsiteY11" fmla="*/ 697223 h 819091"/>
                <a:gd name="connsiteX12" fmla="*/ 534217 w 691125"/>
                <a:gd name="connsiteY12" fmla="*/ 697521 h 819091"/>
                <a:gd name="connsiteX13" fmla="*/ 390317 w 691125"/>
                <a:gd name="connsiteY13" fmla="*/ 803263 h 819091"/>
                <a:gd name="connsiteX14" fmla="*/ 346154 w 691125"/>
                <a:gd name="connsiteY14" fmla="*/ 819092 h 819091"/>
                <a:gd name="connsiteX15" fmla="*/ 79393 w 691125"/>
                <a:gd name="connsiteY15" fmla="*/ 212181 h 819091"/>
                <a:gd name="connsiteX16" fmla="*/ 79393 w 691125"/>
                <a:gd name="connsiteY16" fmla="*/ 385556 h 819091"/>
                <a:gd name="connsiteX17" fmla="*/ 205331 w 691125"/>
                <a:gd name="connsiteY17" fmla="*/ 634006 h 819091"/>
                <a:gd name="connsiteX18" fmla="*/ 346154 w 691125"/>
                <a:gd name="connsiteY18" fmla="*/ 737565 h 819091"/>
                <a:gd name="connsiteX19" fmla="*/ 486978 w 691125"/>
                <a:gd name="connsiteY19" fmla="*/ 634006 h 819091"/>
                <a:gd name="connsiteX20" fmla="*/ 611725 w 691125"/>
                <a:gd name="connsiteY20" fmla="*/ 385556 h 819091"/>
                <a:gd name="connsiteX21" fmla="*/ 611725 w 691125"/>
                <a:gd name="connsiteY21" fmla="*/ 212181 h 819091"/>
                <a:gd name="connsiteX22" fmla="*/ 345559 w 691125"/>
                <a:gd name="connsiteY22" fmla="*/ 80240 h 819091"/>
                <a:gd name="connsiteX23" fmla="*/ 617580 w 691125"/>
                <a:gd name="connsiteY23" fmla="*/ 214910 h 819091"/>
                <a:gd name="connsiteX24" fmla="*/ 617580 w 691125"/>
                <a:gd name="connsiteY24" fmla="*/ 214910 h 819091"/>
                <a:gd name="connsiteX25" fmla="*/ 343078 w 691125"/>
                <a:gd name="connsiteY25" fmla="*/ 78900 h 819091"/>
                <a:gd name="connsiteX26" fmla="*/ 343078 w 691125"/>
                <a:gd name="connsiteY26" fmla="*/ 78900 h 81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1125" h="819091">
                  <a:moveTo>
                    <a:pt x="346154" y="819092"/>
                  </a:moveTo>
                  <a:cubicBezTo>
                    <a:pt x="330086" y="819072"/>
                    <a:pt x="314487" y="813673"/>
                    <a:pt x="301843" y="803759"/>
                  </a:cubicBezTo>
                  <a:lnTo>
                    <a:pt x="157943" y="698017"/>
                  </a:lnTo>
                  <a:cubicBezTo>
                    <a:pt x="59124" y="624464"/>
                    <a:pt x="628" y="508739"/>
                    <a:pt x="0" y="385556"/>
                  </a:cubicBezTo>
                  <a:lnTo>
                    <a:pt x="0" y="207914"/>
                  </a:lnTo>
                  <a:cubicBezTo>
                    <a:pt x="315" y="180164"/>
                    <a:pt x="16143" y="154928"/>
                    <a:pt x="40987" y="142563"/>
                  </a:cubicBezTo>
                  <a:lnTo>
                    <a:pt x="313008" y="7744"/>
                  </a:lnTo>
                  <a:cubicBezTo>
                    <a:pt x="333515" y="-2581"/>
                    <a:pt x="357702" y="-2581"/>
                    <a:pt x="378209" y="7744"/>
                  </a:cubicBezTo>
                  <a:lnTo>
                    <a:pt x="648841" y="141720"/>
                  </a:lnTo>
                  <a:cubicBezTo>
                    <a:pt x="674887" y="153227"/>
                    <a:pt x="691535" y="179192"/>
                    <a:pt x="691118" y="207665"/>
                  </a:cubicBezTo>
                  <a:lnTo>
                    <a:pt x="691118" y="385308"/>
                  </a:lnTo>
                  <a:cubicBezTo>
                    <a:pt x="690388" y="507970"/>
                    <a:pt x="632545" y="623288"/>
                    <a:pt x="534664" y="697223"/>
                  </a:cubicBezTo>
                  <a:lnTo>
                    <a:pt x="534217" y="697521"/>
                  </a:lnTo>
                  <a:lnTo>
                    <a:pt x="390317" y="803263"/>
                  </a:lnTo>
                  <a:cubicBezTo>
                    <a:pt x="377778" y="813326"/>
                    <a:pt x="362230" y="818898"/>
                    <a:pt x="346154" y="819092"/>
                  </a:cubicBezTo>
                  <a:close/>
                  <a:moveTo>
                    <a:pt x="79393" y="212181"/>
                  </a:moveTo>
                  <a:lnTo>
                    <a:pt x="79393" y="385556"/>
                  </a:lnTo>
                  <a:cubicBezTo>
                    <a:pt x="80071" y="483542"/>
                    <a:pt x="126700" y="575533"/>
                    <a:pt x="205331" y="634006"/>
                  </a:cubicBezTo>
                  <a:lnTo>
                    <a:pt x="346154" y="737565"/>
                  </a:lnTo>
                  <a:lnTo>
                    <a:pt x="486978" y="634006"/>
                  </a:lnTo>
                  <a:cubicBezTo>
                    <a:pt x="564932" y="575092"/>
                    <a:pt x="611035" y="483264"/>
                    <a:pt x="611725" y="385556"/>
                  </a:cubicBezTo>
                  <a:lnTo>
                    <a:pt x="611725" y="212181"/>
                  </a:lnTo>
                  <a:lnTo>
                    <a:pt x="345559" y="80240"/>
                  </a:lnTo>
                  <a:close/>
                  <a:moveTo>
                    <a:pt x="617580" y="214910"/>
                  </a:moveTo>
                  <a:lnTo>
                    <a:pt x="617580" y="214910"/>
                  </a:lnTo>
                  <a:close/>
                  <a:moveTo>
                    <a:pt x="343078" y="78900"/>
                  </a:moveTo>
                  <a:lnTo>
                    <a:pt x="343078" y="7890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6" name="Picture Placeholder 52">
              <a:extLst>
                <a:ext uri="{FF2B5EF4-FFF2-40B4-BE49-F238E27FC236}">
                  <a16:creationId xmlns:a16="http://schemas.microsoft.com/office/drawing/2014/main" id="{012990CA-C29B-5588-9812-6DCB577A89A3}"/>
                </a:ext>
              </a:extLst>
            </p:cNvPr>
            <p:cNvGrpSpPr/>
            <p:nvPr/>
          </p:nvGrpSpPr>
          <p:grpSpPr>
            <a:xfrm>
              <a:off x="8359406" y="4947167"/>
              <a:ext cx="336230" cy="421776"/>
              <a:chOff x="8359406" y="4947167"/>
              <a:chExt cx="336230" cy="421776"/>
            </a:xfrm>
            <a:solidFill>
              <a:srgbClr val="EE7684"/>
            </a:solidFill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E8192A5B-F12A-0867-0AEE-94551F2F2EF5}"/>
                  </a:ext>
                </a:extLst>
              </p:cNvPr>
              <p:cNvSpPr/>
              <p:nvPr/>
            </p:nvSpPr>
            <p:spPr>
              <a:xfrm>
                <a:off x="8402229" y="4947167"/>
                <a:ext cx="248606" cy="248103"/>
              </a:xfrm>
              <a:custGeom>
                <a:avLst/>
                <a:gdLst>
                  <a:gd name="connsiteX0" fmla="*/ 39697 w 248606"/>
                  <a:gd name="connsiteY0" fmla="*/ 248104 h 248103"/>
                  <a:gd name="connsiteX1" fmla="*/ 0 w 248606"/>
                  <a:gd name="connsiteY1" fmla="*/ 208407 h 248103"/>
                  <a:gd name="connsiteX2" fmla="*/ 0 w 248606"/>
                  <a:gd name="connsiteY2" fmla="*/ 131991 h 248103"/>
                  <a:gd name="connsiteX3" fmla="*/ 0 w 248606"/>
                  <a:gd name="connsiteY3" fmla="*/ 128468 h 248103"/>
                  <a:gd name="connsiteX4" fmla="*/ 124052 w 248606"/>
                  <a:gd name="connsiteY4" fmla="*/ 0 h 248103"/>
                  <a:gd name="connsiteX5" fmla="*/ 230389 w 248606"/>
                  <a:gd name="connsiteY5" fmla="*/ 57858 h 248103"/>
                  <a:gd name="connsiteX6" fmla="*/ 248352 w 248606"/>
                  <a:gd name="connsiteY6" fmla="*/ 103509 h 248103"/>
                  <a:gd name="connsiteX7" fmla="*/ 213359 w 248606"/>
                  <a:gd name="connsiteY7" fmla="*/ 147409 h 248103"/>
                  <a:gd name="connsiteX8" fmla="*/ 170447 w 248606"/>
                  <a:gd name="connsiteY8" fmla="*/ 117800 h 248103"/>
                  <a:gd name="connsiteX9" fmla="*/ 163897 w 248606"/>
                  <a:gd name="connsiteY9" fmla="*/ 100929 h 248103"/>
                  <a:gd name="connsiteX10" fmla="*/ 126334 w 248606"/>
                  <a:gd name="connsiteY10" fmla="*/ 79393 h 248103"/>
                  <a:gd name="connsiteX11" fmla="*/ 79393 w 248606"/>
                  <a:gd name="connsiteY11" fmla="*/ 133976 h 248103"/>
                  <a:gd name="connsiteX12" fmla="*/ 79393 w 248606"/>
                  <a:gd name="connsiteY12" fmla="*/ 208407 h 248103"/>
                  <a:gd name="connsiteX13" fmla="*/ 39697 w 248606"/>
                  <a:gd name="connsiteY13" fmla="*/ 248104 h 24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8606" h="248103">
                    <a:moveTo>
                      <a:pt x="39697" y="248104"/>
                    </a:moveTo>
                    <a:cubicBezTo>
                      <a:pt x="17773" y="248104"/>
                      <a:pt x="0" y="230331"/>
                      <a:pt x="0" y="208407"/>
                    </a:cubicBezTo>
                    <a:lnTo>
                      <a:pt x="0" y="131991"/>
                    </a:lnTo>
                    <a:cubicBezTo>
                      <a:pt x="0" y="130800"/>
                      <a:pt x="0" y="129659"/>
                      <a:pt x="0" y="128468"/>
                    </a:cubicBezTo>
                    <a:cubicBezTo>
                      <a:pt x="6302" y="58106"/>
                      <a:pt x="60835" y="1638"/>
                      <a:pt x="124052" y="0"/>
                    </a:cubicBezTo>
                    <a:cubicBezTo>
                      <a:pt x="167039" y="-86"/>
                      <a:pt x="207112" y="21718"/>
                      <a:pt x="230389" y="57858"/>
                    </a:cubicBezTo>
                    <a:cubicBezTo>
                      <a:pt x="239346" y="71733"/>
                      <a:pt x="245449" y="87252"/>
                      <a:pt x="248352" y="103509"/>
                    </a:cubicBezTo>
                    <a:cubicBezTo>
                      <a:pt x="250813" y="125294"/>
                      <a:pt x="235148" y="144949"/>
                      <a:pt x="213359" y="147409"/>
                    </a:cubicBezTo>
                    <a:cubicBezTo>
                      <a:pt x="193670" y="149633"/>
                      <a:pt x="175357" y="136997"/>
                      <a:pt x="170447" y="117800"/>
                    </a:cubicBezTo>
                    <a:cubicBezTo>
                      <a:pt x="169414" y="111795"/>
                      <a:pt x="167187" y="106058"/>
                      <a:pt x="163897" y="100929"/>
                    </a:cubicBezTo>
                    <a:cubicBezTo>
                      <a:pt x="155650" y="88041"/>
                      <a:pt x="141624" y="79999"/>
                      <a:pt x="126334" y="79393"/>
                    </a:cubicBezTo>
                    <a:cubicBezTo>
                      <a:pt x="106486" y="79890"/>
                      <a:pt x="83016" y="100879"/>
                      <a:pt x="79393" y="133976"/>
                    </a:cubicBezTo>
                    <a:lnTo>
                      <a:pt x="79393" y="208407"/>
                    </a:lnTo>
                    <a:cubicBezTo>
                      <a:pt x="79393" y="230331"/>
                      <a:pt x="61621" y="248104"/>
                      <a:pt x="39697" y="24810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79545CF6-8511-F7EC-59A6-B72E1AD28DEA}"/>
                  </a:ext>
                </a:extLst>
              </p:cNvPr>
              <p:cNvSpPr/>
              <p:nvPr/>
            </p:nvSpPr>
            <p:spPr>
              <a:xfrm>
                <a:off x="8359406" y="5116126"/>
                <a:ext cx="336230" cy="252817"/>
              </a:xfrm>
              <a:custGeom>
                <a:avLst/>
                <a:gdLst>
                  <a:gd name="connsiteX0" fmla="*/ 296534 w 336230"/>
                  <a:gd name="connsiteY0" fmla="*/ 252817 h 252817"/>
                  <a:gd name="connsiteX1" fmla="*/ 39697 w 336230"/>
                  <a:gd name="connsiteY1" fmla="*/ 252817 h 252817"/>
                  <a:gd name="connsiteX2" fmla="*/ 0 w 336230"/>
                  <a:gd name="connsiteY2" fmla="*/ 213121 h 252817"/>
                  <a:gd name="connsiteX3" fmla="*/ 0 w 336230"/>
                  <a:gd name="connsiteY3" fmla="*/ 39697 h 252817"/>
                  <a:gd name="connsiteX4" fmla="*/ 39697 w 336230"/>
                  <a:gd name="connsiteY4" fmla="*/ 0 h 252817"/>
                  <a:gd name="connsiteX5" fmla="*/ 296534 w 336230"/>
                  <a:gd name="connsiteY5" fmla="*/ 0 h 252817"/>
                  <a:gd name="connsiteX6" fmla="*/ 336230 w 336230"/>
                  <a:gd name="connsiteY6" fmla="*/ 39697 h 252817"/>
                  <a:gd name="connsiteX7" fmla="*/ 336230 w 336230"/>
                  <a:gd name="connsiteY7" fmla="*/ 213369 h 252817"/>
                  <a:gd name="connsiteX8" fmla="*/ 296534 w 336230"/>
                  <a:gd name="connsiteY8" fmla="*/ 252817 h 252817"/>
                  <a:gd name="connsiteX9" fmla="*/ 79393 w 336230"/>
                  <a:gd name="connsiteY9" fmla="*/ 173424 h 252817"/>
                  <a:gd name="connsiteX10" fmla="*/ 256837 w 336230"/>
                  <a:gd name="connsiteY10" fmla="*/ 173424 h 252817"/>
                  <a:gd name="connsiteX11" fmla="*/ 256837 w 336230"/>
                  <a:gd name="connsiteY11" fmla="*/ 79145 h 252817"/>
                  <a:gd name="connsiteX12" fmla="*/ 79393 w 336230"/>
                  <a:gd name="connsiteY12" fmla="*/ 79145 h 252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30" h="252817">
                    <a:moveTo>
                      <a:pt x="296534" y="252817"/>
                    </a:moveTo>
                    <a:lnTo>
                      <a:pt x="39697" y="252817"/>
                    </a:lnTo>
                    <a:cubicBezTo>
                      <a:pt x="17773" y="252817"/>
                      <a:pt x="0" y="235043"/>
                      <a:pt x="0" y="21312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296534" y="0"/>
                    </a:lnTo>
                    <a:cubicBezTo>
                      <a:pt x="318456" y="0"/>
                      <a:pt x="336230" y="17773"/>
                      <a:pt x="336230" y="39697"/>
                    </a:cubicBezTo>
                    <a:lnTo>
                      <a:pt x="336230" y="213369"/>
                    </a:lnTo>
                    <a:cubicBezTo>
                      <a:pt x="336096" y="235197"/>
                      <a:pt x="318362" y="252817"/>
                      <a:pt x="296534" y="252817"/>
                    </a:cubicBezTo>
                    <a:close/>
                    <a:moveTo>
                      <a:pt x="79393" y="173424"/>
                    </a:moveTo>
                    <a:lnTo>
                      <a:pt x="256837" y="173424"/>
                    </a:lnTo>
                    <a:lnTo>
                      <a:pt x="256837" y="79145"/>
                    </a:lnTo>
                    <a:lnTo>
                      <a:pt x="79393" y="79145"/>
                    </a:ln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85593470-88BB-D51D-5101-BC8319D9DD6F}"/>
                  </a:ext>
                </a:extLst>
              </p:cNvPr>
              <p:cNvSpPr/>
              <p:nvPr/>
            </p:nvSpPr>
            <p:spPr>
              <a:xfrm>
                <a:off x="8487130" y="5125802"/>
                <a:ext cx="79791" cy="127574"/>
              </a:xfrm>
              <a:custGeom>
                <a:avLst/>
                <a:gdLst>
                  <a:gd name="connsiteX0" fmla="*/ 40094 w 79791"/>
                  <a:gd name="connsiteY0" fmla="*/ 127327 h 127574"/>
                  <a:gd name="connsiteX1" fmla="*/ 397 w 79791"/>
                  <a:gd name="connsiteY1" fmla="*/ 87928 h 127574"/>
                  <a:gd name="connsiteX2" fmla="*/ 0 w 79791"/>
                  <a:gd name="connsiteY2" fmla="*/ 39697 h 127574"/>
                  <a:gd name="connsiteX3" fmla="*/ 39399 w 79791"/>
                  <a:gd name="connsiteY3" fmla="*/ 0 h 127574"/>
                  <a:gd name="connsiteX4" fmla="*/ 39697 w 79791"/>
                  <a:gd name="connsiteY4" fmla="*/ 0 h 127574"/>
                  <a:gd name="connsiteX5" fmla="*/ 79393 w 79791"/>
                  <a:gd name="connsiteY5" fmla="*/ 39349 h 127574"/>
                  <a:gd name="connsiteX6" fmla="*/ 79790 w 79791"/>
                  <a:gd name="connsiteY6" fmla="*/ 87581 h 127574"/>
                  <a:gd name="connsiteX7" fmla="*/ 40394 w 79791"/>
                  <a:gd name="connsiteY7" fmla="*/ 127575 h 127574"/>
                  <a:gd name="connsiteX8" fmla="*/ 40391 w 79791"/>
                  <a:gd name="connsiteY8" fmla="*/ 127575 h 12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791" h="127574">
                    <a:moveTo>
                      <a:pt x="40094" y="127327"/>
                    </a:moveTo>
                    <a:cubicBezTo>
                      <a:pt x="18286" y="127327"/>
                      <a:pt x="561" y="109735"/>
                      <a:pt x="397" y="87928"/>
                    </a:cubicBezTo>
                    <a:lnTo>
                      <a:pt x="0" y="39697"/>
                    </a:lnTo>
                    <a:cubicBezTo>
                      <a:pt x="0" y="17888"/>
                      <a:pt x="17592" y="164"/>
                      <a:pt x="39399" y="0"/>
                    </a:cubicBezTo>
                    <a:lnTo>
                      <a:pt x="39697" y="0"/>
                    </a:lnTo>
                    <a:cubicBezTo>
                      <a:pt x="61486" y="-1"/>
                      <a:pt x="79203" y="17561"/>
                      <a:pt x="79393" y="39349"/>
                    </a:cubicBezTo>
                    <a:lnTo>
                      <a:pt x="79790" y="87581"/>
                    </a:lnTo>
                    <a:cubicBezTo>
                      <a:pt x="79955" y="109504"/>
                      <a:pt x="62317" y="127410"/>
                      <a:pt x="40394" y="127575"/>
                    </a:cubicBezTo>
                    <a:cubicBezTo>
                      <a:pt x="40393" y="127575"/>
                      <a:pt x="40392" y="127575"/>
                      <a:pt x="40391" y="12757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060F3283-BFDE-7AF9-33A2-A33DD9530CE0}"/>
              </a:ext>
            </a:extLst>
          </p:cNvPr>
          <p:cNvGrpSpPr/>
          <p:nvPr/>
        </p:nvGrpSpPr>
        <p:grpSpPr>
          <a:xfrm>
            <a:off x="9486469" y="4780938"/>
            <a:ext cx="717118" cy="823702"/>
            <a:chOff x="9486469" y="4780938"/>
            <a:chExt cx="717118" cy="823702"/>
          </a:xfrm>
        </p:grpSpPr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7F111241-43AD-0DB1-79FA-F65037F2A7D3}"/>
                </a:ext>
              </a:extLst>
            </p:cNvPr>
            <p:cNvSpPr/>
            <p:nvPr/>
          </p:nvSpPr>
          <p:spPr>
            <a:xfrm>
              <a:off x="9552414" y="5129325"/>
              <a:ext cx="334146" cy="343424"/>
            </a:xfrm>
            <a:custGeom>
              <a:avLst/>
              <a:gdLst>
                <a:gd name="connsiteX0" fmla="*/ 39697 w 334146"/>
                <a:gd name="connsiteY0" fmla="*/ 343425 h 343424"/>
                <a:gd name="connsiteX1" fmla="*/ 0 w 334146"/>
                <a:gd name="connsiteY1" fmla="*/ 303728 h 343424"/>
                <a:gd name="connsiteX2" fmla="*/ 0 w 334146"/>
                <a:gd name="connsiteY2" fmla="*/ 164790 h 343424"/>
                <a:gd name="connsiteX3" fmla="*/ 39697 w 334146"/>
                <a:gd name="connsiteY3" fmla="*/ 125094 h 343424"/>
                <a:gd name="connsiteX4" fmla="*/ 254753 w 334146"/>
                <a:gd name="connsiteY4" fmla="*/ 125094 h 343424"/>
                <a:gd name="connsiteX5" fmla="*/ 254753 w 334146"/>
                <a:gd name="connsiteY5" fmla="*/ 39697 h 343424"/>
                <a:gd name="connsiteX6" fmla="*/ 294450 w 334146"/>
                <a:gd name="connsiteY6" fmla="*/ 0 h 343424"/>
                <a:gd name="connsiteX7" fmla="*/ 334146 w 334146"/>
                <a:gd name="connsiteY7" fmla="*/ 39697 h 343424"/>
                <a:gd name="connsiteX8" fmla="*/ 334146 w 334146"/>
                <a:gd name="connsiteY8" fmla="*/ 164542 h 343424"/>
                <a:gd name="connsiteX9" fmla="*/ 294450 w 334146"/>
                <a:gd name="connsiteY9" fmla="*/ 204239 h 343424"/>
                <a:gd name="connsiteX10" fmla="*/ 79393 w 334146"/>
                <a:gd name="connsiteY10" fmla="*/ 204239 h 343424"/>
                <a:gd name="connsiteX11" fmla="*/ 79393 w 334146"/>
                <a:gd name="connsiteY11" fmla="*/ 303480 h 343424"/>
                <a:gd name="connsiteX12" fmla="*/ 39946 w 334146"/>
                <a:gd name="connsiteY12" fmla="*/ 343425 h 343424"/>
                <a:gd name="connsiteX13" fmla="*/ 39697 w 334146"/>
                <a:gd name="connsiteY13" fmla="*/ 343425 h 34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4146" h="343424">
                  <a:moveTo>
                    <a:pt x="39697" y="343425"/>
                  </a:moveTo>
                  <a:cubicBezTo>
                    <a:pt x="17773" y="343425"/>
                    <a:pt x="0" y="325651"/>
                    <a:pt x="0" y="303728"/>
                  </a:cubicBezTo>
                  <a:lnTo>
                    <a:pt x="0" y="164790"/>
                  </a:lnTo>
                  <a:cubicBezTo>
                    <a:pt x="0" y="142868"/>
                    <a:pt x="17773" y="125094"/>
                    <a:pt x="39697" y="125094"/>
                  </a:cubicBezTo>
                  <a:lnTo>
                    <a:pt x="254753" y="125094"/>
                  </a:lnTo>
                  <a:lnTo>
                    <a:pt x="254753" y="39697"/>
                  </a:lnTo>
                  <a:cubicBezTo>
                    <a:pt x="254753" y="17773"/>
                    <a:pt x="272526" y="0"/>
                    <a:pt x="294450" y="0"/>
                  </a:cubicBezTo>
                  <a:cubicBezTo>
                    <a:pt x="316373" y="0"/>
                    <a:pt x="334146" y="17773"/>
                    <a:pt x="334146" y="39697"/>
                  </a:cubicBezTo>
                  <a:lnTo>
                    <a:pt x="334146" y="164542"/>
                  </a:lnTo>
                  <a:cubicBezTo>
                    <a:pt x="334146" y="186465"/>
                    <a:pt x="316373" y="204239"/>
                    <a:pt x="294450" y="204239"/>
                  </a:cubicBezTo>
                  <a:lnTo>
                    <a:pt x="79393" y="204239"/>
                  </a:lnTo>
                  <a:lnTo>
                    <a:pt x="79393" y="303480"/>
                  </a:lnTo>
                  <a:cubicBezTo>
                    <a:pt x="79530" y="325403"/>
                    <a:pt x="61869" y="343286"/>
                    <a:pt x="39946" y="343425"/>
                  </a:cubicBezTo>
                  <a:cubicBezTo>
                    <a:pt x="39862" y="343425"/>
                    <a:pt x="39779" y="343425"/>
                    <a:pt x="39697" y="3434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15DDFB59-B4CA-5455-68BB-175178F5F489}"/>
                </a:ext>
              </a:extLst>
            </p:cNvPr>
            <p:cNvSpPr/>
            <p:nvPr/>
          </p:nvSpPr>
          <p:spPr>
            <a:xfrm>
              <a:off x="9807167" y="5129325"/>
              <a:ext cx="330474" cy="343424"/>
            </a:xfrm>
            <a:custGeom>
              <a:avLst/>
              <a:gdLst>
                <a:gd name="connsiteX0" fmla="*/ 290778 w 330474"/>
                <a:gd name="connsiteY0" fmla="*/ 343425 h 343424"/>
                <a:gd name="connsiteX1" fmla="*/ 251081 w 330474"/>
                <a:gd name="connsiteY1" fmla="*/ 303728 h 343424"/>
                <a:gd name="connsiteX2" fmla="*/ 251081 w 330474"/>
                <a:gd name="connsiteY2" fmla="*/ 204487 h 343424"/>
                <a:gd name="connsiteX3" fmla="*/ 39697 w 330474"/>
                <a:gd name="connsiteY3" fmla="*/ 204487 h 343424"/>
                <a:gd name="connsiteX4" fmla="*/ 0 w 330474"/>
                <a:gd name="connsiteY4" fmla="*/ 164790 h 343424"/>
                <a:gd name="connsiteX5" fmla="*/ 0 w 330474"/>
                <a:gd name="connsiteY5" fmla="*/ 39697 h 343424"/>
                <a:gd name="connsiteX6" fmla="*/ 39697 w 330474"/>
                <a:gd name="connsiteY6" fmla="*/ 0 h 343424"/>
                <a:gd name="connsiteX7" fmla="*/ 79393 w 330474"/>
                <a:gd name="connsiteY7" fmla="*/ 39697 h 343424"/>
                <a:gd name="connsiteX8" fmla="*/ 79393 w 330474"/>
                <a:gd name="connsiteY8" fmla="*/ 124846 h 343424"/>
                <a:gd name="connsiteX9" fmla="*/ 290778 w 330474"/>
                <a:gd name="connsiteY9" fmla="*/ 124846 h 343424"/>
                <a:gd name="connsiteX10" fmla="*/ 330474 w 330474"/>
                <a:gd name="connsiteY10" fmla="*/ 164542 h 343424"/>
                <a:gd name="connsiteX11" fmla="*/ 330474 w 330474"/>
                <a:gd name="connsiteY11" fmla="*/ 303480 h 343424"/>
                <a:gd name="connsiteX12" fmla="*/ 291026 w 330474"/>
                <a:gd name="connsiteY12" fmla="*/ 343425 h 343424"/>
                <a:gd name="connsiteX13" fmla="*/ 290778 w 330474"/>
                <a:gd name="connsiteY13" fmla="*/ 343425 h 34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474" h="343424">
                  <a:moveTo>
                    <a:pt x="290778" y="343425"/>
                  </a:moveTo>
                  <a:cubicBezTo>
                    <a:pt x="268855" y="343425"/>
                    <a:pt x="251081" y="325651"/>
                    <a:pt x="251081" y="303728"/>
                  </a:cubicBezTo>
                  <a:lnTo>
                    <a:pt x="251081" y="204487"/>
                  </a:lnTo>
                  <a:lnTo>
                    <a:pt x="39697" y="204487"/>
                  </a:lnTo>
                  <a:cubicBezTo>
                    <a:pt x="17773" y="204487"/>
                    <a:pt x="0" y="186713"/>
                    <a:pt x="0" y="16479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24846"/>
                  </a:lnTo>
                  <a:lnTo>
                    <a:pt x="290778" y="124846"/>
                  </a:lnTo>
                  <a:cubicBezTo>
                    <a:pt x="312700" y="124846"/>
                    <a:pt x="330474" y="142620"/>
                    <a:pt x="330474" y="164542"/>
                  </a:cubicBezTo>
                  <a:lnTo>
                    <a:pt x="330474" y="303480"/>
                  </a:lnTo>
                  <a:cubicBezTo>
                    <a:pt x="330613" y="325403"/>
                    <a:pt x="312948" y="343286"/>
                    <a:pt x="291026" y="343425"/>
                  </a:cubicBezTo>
                  <a:cubicBezTo>
                    <a:pt x="290941" y="343425"/>
                    <a:pt x="290862" y="343425"/>
                    <a:pt x="290778" y="3434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1D298186-AD2C-C984-2B1D-6B7B2D7CFE59}"/>
                </a:ext>
              </a:extLst>
            </p:cNvPr>
            <p:cNvSpPr/>
            <p:nvPr/>
          </p:nvSpPr>
          <p:spPr>
            <a:xfrm>
              <a:off x="9807316" y="5254121"/>
              <a:ext cx="79889" cy="218628"/>
            </a:xfrm>
            <a:custGeom>
              <a:avLst/>
              <a:gdLst>
                <a:gd name="connsiteX0" fmla="*/ 40193 w 79889"/>
                <a:gd name="connsiteY0" fmla="*/ 218629 h 218628"/>
                <a:gd name="connsiteX1" fmla="*/ 496 w 79889"/>
                <a:gd name="connsiteY1" fmla="*/ 178932 h 218628"/>
                <a:gd name="connsiteX2" fmla="*/ 0 w 79889"/>
                <a:gd name="connsiteY2" fmla="*/ 39697 h 218628"/>
                <a:gd name="connsiteX3" fmla="*/ 39697 w 79889"/>
                <a:gd name="connsiteY3" fmla="*/ 0 h 218628"/>
                <a:gd name="connsiteX4" fmla="*/ 39697 w 79889"/>
                <a:gd name="connsiteY4" fmla="*/ 0 h 218628"/>
                <a:gd name="connsiteX5" fmla="*/ 79393 w 79889"/>
                <a:gd name="connsiteY5" fmla="*/ 39697 h 218628"/>
                <a:gd name="connsiteX6" fmla="*/ 79889 w 79889"/>
                <a:gd name="connsiteY6" fmla="*/ 178634 h 218628"/>
                <a:gd name="connsiteX7" fmla="*/ 40193 w 79889"/>
                <a:gd name="connsiteY7" fmla="*/ 218331 h 21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89" h="218628">
                  <a:moveTo>
                    <a:pt x="40193" y="218629"/>
                  </a:moveTo>
                  <a:cubicBezTo>
                    <a:pt x="18269" y="218629"/>
                    <a:pt x="496" y="200855"/>
                    <a:pt x="496" y="178932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89" y="178634"/>
                  </a:lnTo>
                  <a:cubicBezTo>
                    <a:pt x="79889" y="200557"/>
                    <a:pt x="62117" y="218331"/>
                    <a:pt x="40193" y="2183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ABBE21E6-89FC-C34D-F912-FC4D8C930EDB}"/>
                </a:ext>
              </a:extLst>
            </p:cNvPr>
            <p:cNvSpPr/>
            <p:nvPr/>
          </p:nvSpPr>
          <p:spPr>
            <a:xfrm>
              <a:off x="9992302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7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3" y="79393"/>
                    <a:pt x="79393" y="91143"/>
                    <a:pt x="79393" y="105642"/>
                  </a:cubicBezTo>
                  <a:cubicBezTo>
                    <a:pt x="79393" y="120142"/>
                    <a:pt x="91143" y="131892"/>
                    <a:pt x="105643" y="131892"/>
                  </a:cubicBezTo>
                  <a:cubicBezTo>
                    <a:pt x="120142" y="131892"/>
                    <a:pt x="131892" y="120142"/>
                    <a:pt x="131892" y="105642"/>
                  </a:cubicBezTo>
                  <a:cubicBezTo>
                    <a:pt x="131862" y="91158"/>
                    <a:pt x="120127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04D3023D-FB75-F4E2-D9F6-75D45409F033}"/>
                </a:ext>
              </a:extLst>
            </p:cNvPr>
            <p:cNvSpPr/>
            <p:nvPr/>
          </p:nvSpPr>
          <p:spPr>
            <a:xfrm>
              <a:off x="9741221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74AC501B-9EE2-5C08-9F4D-4396790F7F26}"/>
                </a:ext>
              </a:extLst>
            </p:cNvPr>
            <p:cNvSpPr/>
            <p:nvPr/>
          </p:nvSpPr>
          <p:spPr>
            <a:xfrm>
              <a:off x="9486469" y="5393356"/>
              <a:ext cx="211285" cy="211284"/>
            </a:xfrm>
            <a:custGeom>
              <a:avLst/>
              <a:gdLst>
                <a:gd name="connsiteX0" fmla="*/ 105643 w 211285"/>
                <a:gd name="connsiteY0" fmla="*/ 211285 h 211284"/>
                <a:gd name="connsiteX1" fmla="*/ 0 w 211285"/>
                <a:gd name="connsiteY1" fmla="*/ 105642 h 211284"/>
                <a:gd name="connsiteX2" fmla="*/ 105643 w 211285"/>
                <a:gd name="connsiteY2" fmla="*/ 0 h 211284"/>
                <a:gd name="connsiteX3" fmla="*/ 211285 w 211285"/>
                <a:gd name="connsiteY3" fmla="*/ 105642 h 211284"/>
                <a:gd name="connsiteX4" fmla="*/ 105643 w 211285"/>
                <a:gd name="connsiteY4" fmla="*/ 211285 h 211284"/>
                <a:gd name="connsiteX5" fmla="*/ 105643 w 211285"/>
                <a:gd name="connsiteY5" fmla="*/ 79393 h 211284"/>
                <a:gd name="connsiteX6" fmla="*/ 79393 w 211285"/>
                <a:gd name="connsiteY6" fmla="*/ 105642 h 211284"/>
                <a:gd name="connsiteX7" fmla="*/ 105643 w 211285"/>
                <a:gd name="connsiteY7" fmla="*/ 131892 h 211284"/>
                <a:gd name="connsiteX8" fmla="*/ 131892 w 211285"/>
                <a:gd name="connsiteY8" fmla="*/ 105642 h 211284"/>
                <a:gd name="connsiteX9" fmla="*/ 105643 w 211285"/>
                <a:gd name="connsiteY9" fmla="*/ 79393 h 21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285" h="211284">
                  <a:moveTo>
                    <a:pt x="105643" y="211285"/>
                  </a:moveTo>
                  <a:cubicBezTo>
                    <a:pt x="47298" y="211285"/>
                    <a:pt x="0" y="163986"/>
                    <a:pt x="0" y="105642"/>
                  </a:cubicBezTo>
                  <a:cubicBezTo>
                    <a:pt x="0" y="47298"/>
                    <a:pt x="47298" y="0"/>
                    <a:pt x="105643" y="0"/>
                  </a:cubicBezTo>
                  <a:cubicBezTo>
                    <a:pt x="163987" y="0"/>
                    <a:pt x="211285" y="47298"/>
                    <a:pt x="211285" y="105642"/>
                  </a:cubicBezTo>
                  <a:cubicBezTo>
                    <a:pt x="211231" y="163967"/>
                    <a:pt x="163965" y="211230"/>
                    <a:pt x="105643" y="211285"/>
                  </a:cubicBezTo>
                  <a:close/>
                  <a:moveTo>
                    <a:pt x="105643" y="79393"/>
                  </a:moveTo>
                  <a:cubicBezTo>
                    <a:pt x="91145" y="79393"/>
                    <a:pt x="79393" y="91143"/>
                    <a:pt x="79393" y="105642"/>
                  </a:cubicBezTo>
                  <a:cubicBezTo>
                    <a:pt x="79393" y="120142"/>
                    <a:pt x="91145" y="131892"/>
                    <a:pt x="105643" y="131892"/>
                  </a:cubicBezTo>
                  <a:cubicBezTo>
                    <a:pt x="120140" y="131892"/>
                    <a:pt x="131892" y="120142"/>
                    <a:pt x="131892" y="105642"/>
                  </a:cubicBezTo>
                  <a:cubicBezTo>
                    <a:pt x="131865" y="91158"/>
                    <a:pt x="120128" y="79418"/>
                    <a:pt x="10564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CCC7CEE5-D1DD-2294-CC62-5399C9C27310}"/>
                </a:ext>
              </a:extLst>
            </p:cNvPr>
            <p:cNvSpPr/>
            <p:nvPr/>
          </p:nvSpPr>
          <p:spPr>
            <a:xfrm>
              <a:off x="9640591" y="4780938"/>
              <a:ext cx="413836" cy="413836"/>
            </a:xfrm>
            <a:custGeom>
              <a:avLst/>
              <a:gdLst>
                <a:gd name="connsiteX0" fmla="*/ 206919 w 413836"/>
                <a:gd name="connsiteY0" fmla="*/ 413837 h 413836"/>
                <a:gd name="connsiteX1" fmla="*/ 0 w 413836"/>
                <a:gd name="connsiteY1" fmla="*/ 206918 h 413836"/>
                <a:gd name="connsiteX2" fmla="*/ 206919 w 413836"/>
                <a:gd name="connsiteY2" fmla="*/ 0 h 413836"/>
                <a:gd name="connsiteX3" fmla="*/ 413837 w 413836"/>
                <a:gd name="connsiteY3" fmla="*/ 206918 h 413836"/>
                <a:gd name="connsiteX4" fmla="*/ 206919 w 413836"/>
                <a:gd name="connsiteY4" fmla="*/ 413837 h 413836"/>
                <a:gd name="connsiteX5" fmla="*/ 206919 w 413836"/>
                <a:gd name="connsiteY5" fmla="*/ 79393 h 413836"/>
                <a:gd name="connsiteX6" fmla="*/ 79393 w 413836"/>
                <a:gd name="connsiteY6" fmla="*/ 206918 h 413836"/>
                <a:gd name="connsiteX7" fmla="*/ 206919 w 413836"/>
                <a:gd name="connsiteY7" fmla="*/ 334443 h 413836"/>
                <a:gd name="connsiteX8" fmla="*/ 334444 w 413836"/>
                <a:gd name="connsiteY8" fmla="*/ 206918 h 413836"/>
                <a:gd name="connsiteX9" fmla="*/ 206919 w 413836"/>
                <a:gd name="connsiteY9" fmla="*/ 79393 h 4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836" h="413836">
                  <a:moveTo>
                    <a:pt x="206919" y="413837"/>
                  </a:moveTo>
                  <a:cubicBezTo>
                    <a:pt x="92640" y="413837"/>
                    <a:pt x="0" y="321196"/>
                    <a:pt x="0" y="206918"/>
                  </a:cubicBezTo>
                  <a:cubicBezTo>
                    <a:pt x="0" y="92640"/>
                    <a:pt x="92640" y="0"/>
                    <a:pt x="206919" y="0"/>
                  </a:cubicBezTo>
                  <a:cubicBezTo>
                    <a:pt x="321195" y="0"/>
                    <a:pt x="413837" y="92640"/>
                    <a:pt x="413837" y="206918"/>
                  </a:cubicBezTo>
                  <a:cubicBezTo>
                    <a:pt x="413698" y="321140"/>
                    <a:pt x="321140" y="413700"/>
                    <a:pt x="206919" y="413837"/>
                  </a:cubicBezTo>
                  <a:close/>
                  <a:moveTo>
                    <a:pt x="206919" y="79393"/>
                  </a:moveTo>
                  <a:cubicBezTo>
                    <a:pt x="136488" y="79393"/>
                    <a:pt x="79393" y="136488"/>
                    <a:pt x="79393" y="206918"/>
                  </a:cubicBezTo>
                  <a:cubicBezTo>
                    <a:pt x="79393" y="277348"/>
                    <a:pt x="136488" y="334443"/>
                    <a:pt x="206919" y="334443"/>
                  </a:cubicBezTo>
                  <a:cubicBezTo>
                    <a:pt x="277350" y="334443"/>
                    <a:pt x="334444" y="277348"/>
                    <a:pt x="334444" y="206918"/>
                  </a:cubicBezTo>
                  <a:cubicBezTo>
                    <a:pt x="334359" y="136522"/>
                    <a:pt x="277315" y="79475"/>
                    <a:pt x="20691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4253AB87-43DE-CE32-10A7-5115D82777BA}"/>
                </a:ext>
              </a:extLst>
            </p:cNvPr>
            <p:cNvSpPr/>
            <p:nvPr/>
          </p:nvSpPr>
          <p:spPr>
            <a:xfrm>
              <a:off x="9652797" y="4794980"/>
              <a:ext cx="233862" cy="233862"/>
            </a:xfrm>
            <a:custGeom>
              <a:avLst/>
              <a:gdLst>
                <a:gd name="connsiteX0" fmla="*/ 194166 w 233862"/>
                <a:gd name="connsiteY0" fmla="*/ 233862 h 233862"/>
                <a:gd name="connsiteX1" fmla="*/ 39697 w 233862"/>
                <a:gd name="connsiteY1" fmla="*/ 233862 h 233862"/>
                <a:gd name="connsiteX2" fmla="*/ 0 w 233862"/>
                <a:gd name="connsiteY2" fmla="*/ 194166 h 233862"/>
                <a:gd name="connsiteX3" fmla="*/ 39697 w 233862"/>
                <a:gd name="connsiteY3" fmla="*/ 154469 h 233862"/>
                <a:gd name="connsiteX4" fmla="*/ 154469 w 233862"/>
                <a:gd name="connsiteY4" fmla="*/ 154469 h 233862"/>
                <a:gd name="connsiteX5" fmla="*/ 154469 w 233862"/>
                <a:gd name="connsiteY5" fmla="*/ 39697 h 233862"/>
                <a:gd name="connsiteX6" fmla="*/ 194166 w 233862"/>
                <a:gd name="connsiteY6" fmla="*/ 0 h 233862"/>
                <a:gd name="connsiteX7" fmla="*/ 233863 w 233862"/>
                <a:gd name="connsiteY7" fmla="*/ 39697 h 233862"/>
                <a:gd name="connsiteX8" fmla="*/ 233863 w 233862"/>
                <a:gd name="connsiteY8" fmla="*/ 194166 h 233862"/>
                <a:gd name="connsiteX9" fmla="*/ 194166 w 233862"/>
                <a:gd name="connsiteY9" fmla="*/ 233862 h 23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62" h="233862">
                  <a:moveTo>
                    <a:pt x="194166" y="233862"/>
                  </a:moveTo>
                  <a:lnTo>
                    <a:pt x="39697" y="233862"/>
                  </a:lnTo>
                  <a:cubicBezTo>
                    <a:pt x="17773" y="233862"/>
                    <a:pt x="0" y="216090"/>
                    <a:pt x="0" y="194166"/>
                  </a:cubicBezTo>
                  <a:cubicBezTo>
                    <a:pt x="0" y="172242"/>
                    <a:pt x="17773" y="154469"/>
                    <a:pt x="39697" y="154469"/>
                  </a:cubicBezTo>
                  <a:lnTo>
                    <a:pt x="154469" y="154469"/>
                  </a:lnTo>
                  <a:lnTo>
                    <a:pt x="154469" y="39697"/>
                  </a:lnTo>
                  <a:cubicBezTo>
                    <a:pt x="154469" y="17773"/>
                    <a:pt x="172242" y="0"/>
                    <a:pt x="194166" y="0"/>
                  </a:cubicBezTo>
                  <a:cubicBezTo>
                    <a:pt x="216090" y="0"/>
                    <a:pt x="233863" y="17773"/>
                    <a:pt x="233863" y="39697"/>
                  </a:cubicBezTo>
                  <a:lnTo>
                    <a:pt x="233863" y="194166"/>
                  </a:lnTo>
                  <a:cubicBezTo>
                    <a:pt x="233863" y="216090"/>
                    <a:pt x="216090" y="233862"/>
                    <a:pt x="194166" y="2338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77CC17A8-9D16-A848-8AEE-FC5373EF6ACA}"/>
              </a:ext>
            </a:extLst>
          </p:cNvPr>
          <p:cNvGrpSpPr>
            <a:grpSpLocks noChangeAspect="1"/>
          </p:cNvGrpSpPr>
          <p:nvPr/>
        </p:nvGrpSpPr>
        <p:grpSpPr>
          <a:xfrm>
            <a:off x="1505475" y="2534635"/>
            <a:ext cx="838590" cy="841765"/>
            <a:chOff x="1505475" y="2534635"/>
            <a:chExt cx="838590" cy="841765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7F4C466A-FB67-1D47-A2B5-873752F5EC71}"/>
                </a:ext>
              </a:extLst>
            </p:cNvPr>
            <p:cNvSpPr/>
            <p:nvPr/>
          </p:nvSpPr>
          <p:spPr>
            <a:xfrm>
              <a:off x="1808112" y="2712416"/>
              <a:ext cx="79441" cy="79357"/>
            </a:xfrm>
            <a:custGeom>
              <a:avLst/>
              <a:gdLst>
                <a:gd name="connsiteX0" fmla="*/ 39746 w 79441"/>
                <a:gd name="connsiteY0" fmla="*/ 79353 h 79357"/>
                <a:gd name="connsiteX1" fmla="*/ 31955 w 79441"/>
                <a:gd name="connsiteY1" fmla="*/ 78559 h 79357"/>
                <a:gd name="connsiteX2" fmla="*/ 24562 w 79441"/>
                <a:gd name="connsiteY2" fmla="*/ 76327 h 79357"/>
                <a:gd name="connsiteX3" fmla="*/ 17714 w 79441"/>
                <a:gd name="connsiteY3" fmla="*/ 72655 h 79357"/>
                <a:gd name="connsiteX4" fmla="*/ 6698 w 79441"/>
                <a:gd name="connsiteY4" fmla="*/ 61688 h 79357"/>
                <a:gd name="connsiteX5" fmla="*/ 3076 w 79441"/>
                <a:gd name="connsiteY5" fmla="*/ 54841 h 79357"/>
                <a:gd name="connsiteX6" fmla="*/ 793 w 79441"/>
                <a:gd name="connsiteY6" fmla="*/ 47398 h 79357"/>
                <a:gd name="connsiteX7" fmla="*/ 793 w 79441"/>
                <a:gd name="connsiteY7" fmla="*/ 31916 h 79357"/>
                <a:gd name="connsiteX8" fmla="*/ 3076 w 79441"/>
                <a:gd name="connsiteY8" fmla="*/ 24473 h 79357"/>
                <a:gd name="connsiteX9" fmla="*/ 6698 w 79441"/>
                <a:gd name="connsiteY9" fmla="*/ 17625 h 79357"/>
                <a:gd name="connsiteX10" fmla="*/ 11660 w 79441"/>
                <a:gd name="connsiteY10" fmla="*/ 11572 h 79357"/>
                <a:gd name="connsiteX11" fmla="*/ 54930 w 79441"/>
                <a:gd name="connsiteY11" fmla="*/ 2987 h 79357"/>
                <a:gd name="connsiteX12" fmla="*/ 61777 w 79441"/>
                <a:gd name="connsiteY12" fmla="*/ 6659 h 79357"/>
                <a:gd name="connsiteX13" fmla="*/ 67781 w 79441"/>
                <a:gd name="connsiteY13" fmla="*/ 11621 h 79357"/>
                <a:gd name="connsiteX14" fmla="*/ 72744 w 79441"/>
                <a:gd name="connsiteY14" fmla="*/ 17675 h 79357"/>
                <a:gd name="connsiteX15" fmla="*/ 76366 w 79441"/>
                <a:gd name="connsiteY15" fmla="*/ 24523 h 79357"/>
                <a:gd name="connsiteX16" fmla="*/ 78648 w 79441"/>
                <a:gd name="connsiteY16" fmla="*/ 31966 h 79357"/>
                <a:gd name="connsiteX17" fmla="*/ 78648 w 79441"/>
                <a:gd name="connsiteY17" fmla="*/ 47447 h 79357"/>
                <a:gd name="connsiteX18" fmla="*/ 76366 w 79441"/>
                <a:gd name="connsiteY18" fmla="*/ 54890 h 79357"/>
                <a:gd name="connsiteX19" fmla="*/ 72744 w 79441"/>
                <a:gd name="connsiteY19" fmla="*/ 61738 h 79357"/>
                <a:gd name="connsiteX20" fmla="*/ 67781 w 79441"/>
                <a:gd name="connsiteY20" fmla="*/ 67792 h 79357"/>
                <a:gd name="connsiteX21" fmla="*/ 61777 w 79441"/>
                <a:gd name="connsiteY21" fmla="*/ 72754 h 79357"/>
                <a:gd name="connsiteX22" fmla="*/ 54880 w 79441"/>
                <a:gd name="connsiteY22" fmla="*/ 76426 h 79357"/>
                <a:gd name="connsiteX23" fmla="*/ 47487 w 79441"/>
                <a:gd name="connsiteY23" fmla="*/ 78659 h 79357"/>
                <a:gd name="connsiteX24" fmla="*/ 39746 w 79441"/>
                <a:gd name="connsiteY24" fmla="*/ 79353 h 7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441" h="79357">
                  <a:moveTo>
                    <a:pt x="39746" y="79353"/>
                  </a:moveTo>
                  <a:cubicBezTo>
                    <a:pt x="37128" y="79362"/>
                    <a:pt x="34517" y="79096"/>
                    <a:pt x="31955" y="78559"/>
                  </a:cubicBezTo>
                  <a:cubicBezTo>
                    <a:pt x="29422" y="78065"/>
                    <a:pt x="26945" y="77317"/>
                    <a:pt x="24562" y="76327"/>
                  </a:cubicBezTo>
                  <a:cubicBezTo>
                    <a:pt x="22159" y="75341"/>
                    <a:pt x="19864" y="74111"/>
                    <a:pt x="17714" y="72655"/>
                  </a:cubicBezTo>
                  <a:cubicBezTo>
                    <a:pt x="13338" y="69783"/>
                    <a:pt x="9590" y="66052"/>
                    <a:pt x="6698" y="61688"/>
                  </a:cubicBezTo>
                  <a:cubicBezTo>
                    <a:pt x="5287" y="59519"/>
                    <a:pt x="4074" y="57228"/>
                    <a:pt x="3076" y="54841"/>
                  </a:cubicBezTo>
                  <a:cubicBezTo>
                    <a:pt x="2070" y="52442"/>
                    <a:pt x="1305" y="49949"/>
                    <a:pt x="793" y="47398"/>
                  </a:cubicBezTo>
                  <a:cubicBezTo>
                    <a:pt x="-264" y="42291"/>
                    <a:pt x="-264" y="37022"/>
                    <a:pt x="793" y="31916"/>
                  </a:cubicBezTo>
                  <a:cubicBezTo>
                    <a:pt x="1305" y="29365"/>
                    <a:pt x="2070" y="26872"/>
                    <a:pt x="3076" y="24473"/>
                  </a:cubicBezTo>
                  <a:cubicBezTo>
                    <a:pt x="4074" y="22086"/>
                    <a:pt x="5287" y="19794"/>
                    <a:pt x="6698" y="17625"/>
                  </a:cubicBezTo>
                  <a:cubicBezTo>
                    <a:pt x="8160" y="15457"/>
                    <a:pt x="9821" y="13430"/>
                    <a:pt x="11660" y="11572"/>
                  </a:cubicBezTo>
                  <a:cubicBezTo>
                    <a:pt x="23052" y="283"/>
                    <a:pt x="40091" y="-3097"/>
                    <a:pt x="54930" y="2987"/>
                  </a:cubicBezTo>
                  <a:cubicBezTo>
                    <a:pt x="57322" y="3993"/>
                    <a:pt x="59615" y="5223"/>
                    <a:pt x="61777" y="6659"/>
                  </a:cubicBezTo>
                  <a:cubicBezTo>
                    <a:pt x="63921" y="8132"/>
                    <a:pt x="65931" y="9793"/>
                    <a:pt x="67781" y="11621"/>
                  </a:cubicBezTo>
                  <a:cubicBezTo>
                    <a:pt x="69621" y="13480"/>
                    <a:pt x="71282" y="15506"/>
                    <a:pt x="72744" y="17675"/>
                  </a:cubicBezTo>
                  <a:cubicBezTo>
                    <a:pt x="74155" y="19844"/>
                    <a:pt x="75367" y="22135"/>
                    <a:pt x="76366" y="24523"/>
                  </a:cubicBezTo>
                  <a:cubicBezTo>
                    <a:pt x="77373" y="26922"/>
                    <a:pt x="78137" y="29415"/>
                    <a:pt x="78648" y="31966"/>
                  </a:cubicBezTo>
                  <a:cubicBezTo>
                    <a:pt x="79706" y="37072"/>
                    <a:pt x="79706" y="42341"/>
                    <a:pt x="78648" y="47447"/>
                  </a:cubicBezTo>
                  <a:cubicBezTo>
                    <a:pt x="78137" y="49998"/>
                    <a:pt x="77373" y="52491"/>
                    <a:pt x="76366" y="54890"/>
                  </a:cubicBezTo>
                  <a:cubicBezTo>
                    <a:pt x="75367" y="57278"/>
                    <a:pt x="74155" y="59569"/>
                    <a:pt x="72744" y="61738"/>
                  </a:cubicBezTo>
                  <a:cubicBezTo>
                    <a:pt x="71282" y="63906"/>
                    <a:pt x="69621" y="65933"/>
                    <a:pt x="67781" y="67792"/>
                  </a:cubicBezTo>
                  <a:cubicBezTo>
                    <a:pt x="65931" y="69620"/>
                    <a:pt x="63921" y="71281"/>
                    <a:pt x="61777" y="72754"/>
                  </a:cubicBezTo>
                  <a:cubicBezTo>
                    <a:pt x="59604" y="74202"/>
                    <a:pt x="57294" y="75431"/>
                    <a:pt x="54880" y="76426"/>
                  </a:cubicBezTo>
                  <a:cubicBezTo>
                    <a:pt x="52497" y="77416"/>
                    <a:pt x="50020" y="78164"/>
                    <a:pt x="47487" y="78659"/>
                  </a:cubicBezTo>
                  <a:cubicBezTo>
                    <a:pt x="44938" y="79159"/>
                    <a:pt x="42343" y="79392"/>
                    <a:pt x="39746" y="7935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63D4CC4-939F-DA45-BBA0-BE99E567AC0C}"/>
                </a:ext>
              </a:extLst>
            </p:cNvPr>
            <p:cNvSpPr/>
            <p:nvPr/>
          </p:nvSpPr>
          <p:spPr>
            <a:xfrm>
              <a:off x="1965211" y="2713087"/>
              <a:ext cx="79591" cy="79526"/>
            </a:xfrm>
            <a:custGeom>
              <a:avLst/>
              <a:gdLst>
                <a:gd name="connsiteX0" fmla="*/ 39845 w 79591"/>
                <a:gd name="connsiteY0" fmla="*/ 79526 h 79526"/>
                <a:gd name="connsiteX1" fmla="*/ 11661 w 79591"/>
                <a:gd name="connsiteY1" fmla="*/ 67915 h 79526"/>
                <a:gd name="connsiteX2" fmla="*/ 6699 w 79591"/>
                <a:gd name="connsiteY2" fmla="*/ 61861 h 79526"/>
                <a:gd name="connsiteX3" fmla="*/ 3076 w 79591"/>
                <a:gd name="connsiteY3" fmla="*/ 55014 h 79526"/>
                <a:gd name="connsiteX4" fmla="*/ 794 w 79591"/>
                <a:gd name="connsiteY4" fmla="*/ 47620 h 79526"/>
                <a:gd name="connsiteX5" fmla="*/ 0 w 79591"/>
                <a:gd name="connsiteY5" fmla="*/ 39830 h 79526"/>
                <a:gd name="connsiteX6" fmla="*/ 794 w 79591"/>
                <a:gd name="connsiteY6" fmla="*/ 32089 h 79526"/>
                <a:gd name="connsiteX7" fmla="*/ 3076 w 79591"/>
                <a:gd name="connsiteY7" fmla="*/ 24646 h 79526"/>
                <a:gd name="connsiteX8" fmla="*/ 6699 w 79591"/>
                <a:gd name="connsiteY8" fmla="*/ 17798 h 79526"/>
                <a:gd name="connsiteX9" fmla="*/ 11661 w 79591"/>
                <a:gd name="connsiteY9" fmla="*/ 11695 h 79526"/>
                <a:gd name="connsiteX10" fmla="*/ 17665 w 79591"/>
                <a:gd name="connsiteY10" fmla="*/ 6733 h 79526"/>
                <a:gd name="connsiteX11" fmla="*/ 24513 w 79591"/>
                <a:gd name="connsiteY11" fmla="*/ 3061 h 79526"/>
                <a:gd name="connsiteX12" fmla="*/ 67931 w 79591"/>
                <a:gd name="connsiteY12" fmla="*/ 11695 h 79526"/>
                <a:gd name="connsiteX13" fmla="*/ 72893 w 79591"/>
                <a:gd name="connsiteY13" fmla="*/ 17699 h 79526"/>
                <a:gd name="connsiteX14" fmla="*/ 76565 w 79591"/>
                <a:gd name="connsiteY14" fmla="*/ 24546 h 79526"/>
                <a:gd name="connsiteX15" fmla="*/ 78847 w 79591"/>
                <a:gd name="connsiteY15" fmla="*/ 31990 h 79526"/>
                <a:gd name="connsiteX16" fmla="*/ 79592 w 79591"/>
                <a:gd name="connsiteY16" fmla="*/ 39730 h 79526"/>
                <a:gd name="connsiteX17" fmla="*/ 78847 w 79591"/>
                <a:gd name="connsiteY17" fmla="*/ 47521 h 79526"/>
                <a:gd name="connsiteX18" fmla="*/ 76565 w 79591"/>
                <a:gd name="connsiteY18" fmla="*/ 54914 h 79526"/>
                <a:gd name="connsiteX19" fmla="*/ 72893 w 79591"/>
                <a:gd name="connsiteY19" fmla="*/ 61762 h 79526"/>
                <a:gd name="connsiteX20" fmla="*/ 61927 w 79591"/>
                <a:gd name="connsiteY20" fmla="*/ 72728 h 79526"/>
                <a:gd name="connsiteX21" fmla="*/ 55079 w 79591"/>
                <a:gd name="connsiteY21" fmla="*/ 76400 h 79526"/>
                <a:gd name="connsiteX22" fmla="*/ 47686 w 79591"/>
                <a:gd name="connsiteY22" fmla="*/ 78683 h 79526"/>
                <a:gd name="connsiteX23" fmla="*/ 39845 w 79591"/>
                <a:gd name="connsiteY23" fmla="*/ 79526 h 7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591" h="79526">
                  <a:moveTo>
                    <a:pt x="39845" y="79526"/>
                  </a:moveTo>
                  <a:cubicBezTo>
                    <a:pt x="29281" y="79561"/>
                    <a:pt x="19136" y="75382"/>
                    <a:pt x="11661" y="67915"/>
                  </a:cubicBezTo>
                  <a:cubicBezTo>
                    <a:pt x="9807" y="66069"/>
                    <a:pt x="8145" y="64041"/>
                    <a:pt x="6699" y="61861"/>
                  </a:cubicBezTo>
                  <a:cubicBezTo>
                    <a:pt x="5269" y="59704"/>
                    <a:pt x="4055" y="57410"/>
                    <a:pt x="3076" y="55014"/>
                  </a:cubicBezTo>
                  <a:cubicBezTo>
                    <a:pt x="2070" y="52632"/>
                    <a:pt x="1305" y="50155"/>
                    <a:pt x="794" y="47620"/>
                  </a:cubicBezTo>
                  <a:cubicBezTo>
                    <a:pt x="284" y="45054"/>
                    <a:pt x="18" y="42446"/>
                    <a:pt x="0" y="39830"/>
                  </a:cubicBezTo>
                  <a:cubicBezTo>
                    <a:pt x="18" y="37230"/>
                    <a:pt x="284" y="34638"/>
                    <a:pt x="794" y="32089"/>
                  </a:cubicBezTo>
                  <a:cubicBezTo>
                    <a:pt x="1312" y="29540"/>
                    <a:pt x="2077" y="27047"/>
                    <a:pt x="3076" y="24646"/>
                  </a:cubicBezTo>
                  <a:cubicBezTo>
                    <a:pt x="4055" y="22249"/>
                    <a:pt x="5269" y="19956"/>
                    <a:pt x="6699" y="17798"/>
                  </a:cubicBezTo>
                  <a:cubicBezTo>
                    <a:pt x="8127" y="15590"/>
                    <a:pt x="9791" y="13543"/>
                    <a:pt x="11661" y="11695"/>
                  </a:cubicBezTo>
                  <a:cubicBezTo>
                    <a:pt x="13489" y="9842"/>
                    <a:pt x="15501" y="8179"/>
                    <a:pt x="17665" y="6733"/>
                  </a:cubicBezTo>
                  <a:cubicBezTo>
                    <a:pt x="19827" y="5297"/>
                    <a:pt x="22121" y="4067"/>
                    <a:pt x="24513" y="3061"/>
                  </a:cubicBezTo>
                  <a:cubicBezTo>
                    <a:pt x="39394" y="-3147"/>
                    <a:pt x="56553" y="265"/>
                    <a:pt x="67931" y="11695"/>
                  </a:cubicBezTo>
                  <a:cubicBezTo>
                    <a:pt x="69797" y="13511"/>
                    <a:pt x="71459" y="15524"/>
                    <a:pt x="72893" y="17699"/>
                  </a:cubicBezTo>
                  <a:cubicBezTo>
                    <a:pt x="74327" y="19861"/>
                    <a:pt x="75557" y="22154"/>
                    <a:pt x="76565" y="24546"/>
                  </a:cubicBezTo>
                  <a:cubicBezTo>
                    <a:pt x="77542" y="26956"/>
                    <a:pt x="78306" y="29446"/>
                    <a:pt x="78847" y="31990"/>
                  </a:cubicBezTo>
                  <a:cubicBezTo>
                    <a:pt x="79339" y="34540"/>
                    <a:pt x="79592" y="37132"/>
                    <a:pt x="79592" y="39730"/>
                  </a:cubicBezTo>
                  <a:cubicBezTo>
                    <a:pt x="79592" y="42345"/>
                    <a:pt x="79339" y="44953"/>
                    <a:pt x="78847" y="47521"/>
                  </a:cubicBezTo>
                  <a:cubicBezTo>
                    <a:pt x="78311" y="50049"/>
                    <a:pt x="77547" y="52525"/>
                    <a:pt x="76565" y="54914"/>
                  </a:cubicBezTo>
                  <a:cubicBezTo>
                    <a:pt x="75567" y="57311"/>
                    <a:pt x="74337" y="59605"/>
                    <a:pt x="72893" y="61762"/>
                  </a:cubicBezTo>
                  <a:cubicBezTo>
                    <a:pt x="70040" y="66138"/>
                    <a:pt x="66303" y="69873"/>
                    <a:pt x="61927" y="72728"/>
                  </a:cubicBezTo>
                  <a:cubicBezTo>
                    <a:pt x="59768" y="74173"/>
                    <a:pt x="57476" y="75403"/>
                    <a:pt x="55079" y="76400"/>
                  </a:cubicBezTo>
                  <a:cubicBezTo>
                    <a:pt x="52687" y="77384"/>
                    <a:pt x="50216" y="78148"/>
                    <a:pt x="47686" y="78683"/>
                  </a:cubicBezTo>
                  <a:cubicBezTo>
                    <a:pt x="45105" y="79213"/>
                    <a:pt x="42480" y="79495"/>
                    <a:pt x="39845" y="795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71B9632F-9B63-9745-951F-5A5ACE09A8F7}"/>
                </a:ext>
              </a:extLst>
            </p:cNvPr>
            <p:cNvSpPr/>
            <p:nvPr/>
          </p:nvSpPr>
          <p:spPr>
            <a:xfrm>
              <a:off x="1729000" y="2868199"/>
              <a:ext cx="394793" cy="161799"/>
            </a:xfrm>
            <a:custGeom>
              <a:avLst/>
              <a:gdLst>
                <a:gd name="connsiteX0" fmla="*/ 197606 w 394793"/>
                <a:gd name="connsiteY0" fmla="*/ 161800 h 161799"/>
                <a:gd name="connsiteX1" fmla="*/ 7856 w 394793"/>
                <a:gd name="connsiteY1" fmla="*/ 63402 h 161799"/>
                <a:gd name="connsiteX2" fmla="*/ 15996 w 394793"/>
                <a:gd name="connsiteY2" fmla="*/ 7856 h 161799"/>
                <a:gd name="connsiteX3" fmla="*/ 71542 w 394793"/>
                <a:gd name="connsiteY3" fmla="*/ 15996 h 161799"/>
                <a:gd name="connsiteX4" fmla="*/ 72710 w 394793"/>
                <a:gd name="connsiteY4" fmla="*/ 17652 h 161799"/>
                <a:gd name="connsiteX5" fmla="*/ 285613 w 394793"/>
                <a:gd name="connsiteY5" fmla="*/ 54506 h 161799"/>
                <a:gd name="connsiteX6" fmla="*/ 322848 w 394793"/>
                <a:gd name="connsiteY6" fmla="*/ 17106 h 161799"/>
                <a:gd name="connsiteX7" fmla="*/ 378245 w 394793"/>
                <a:gd name="connsiteY7" fmla="*/ 8013 h 161799"/>
                <a:gd name="connsiteX8" fmla="*/ 387901 w 394793"/>
                <a:gd name="connsiteY8" fmla="*/ 62608 h 161799"/>
                <a:gd name="connsiteX9" fmla="*/ 197606 w 394793"/>
                <a:gd name="connsiteY9" fmla="*/ 161800 h 16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793" h="161799">
                  <a:moveTo>
                    <a:pt x="197606" y="161800"/>
                  </a:moveTo>
                  <a:cubicBezTo>
                    <a:pt x="122137" y="161730"/>
                    <a:pt x="51395" y="125045"/>
                    <a:pt x="7856" y="63402"/>
                  </a:cubicBezTo>
                  <a:cubicBezTo>
                    <a:pt x="-5235" y="45815"/>
                    <a:pt x="-1590" y="20946"/>
                    <a:pt x="15996" y="7856"/>
                  </a:cubicBezTo>
                  <a:cubicBezTo>
                    <a:pt x="33583" y="-5235"/>
                    <a:pt x="58452" y="-1590"/>
                    <a:pt x="71542" y="15996"/>
                  </a:cubicBezTo>
                  <a:cubicBezTo>
                    <a:pt x="71946" y="16538"/>
                    <a:pt x="72335" y="17090"/>
                    <a:pt x="72710" y="17652"/>
                  </a:cubicBezTo>
                  <a:cubicBezTo>
                    <a:pt x="121324" y="86619"/>
                    <a:pt x="216643" y="103120"/>
                    <a:pt x="285613" y="54506"/>
                  </a:cubicBezTo>
                  <a:cubicBezTo>
                    <a:pt x="300097" y="44294"/>
                    <a:pt x="312701" y="31639"/>
                    <a:pt x="322848" y="17106"/>
                  </a:cubicBezTo>
                  <a:cubicBezTo>
                    <a:pt x="335636" y="-703"/>
                    <a:pt x="360436" y="-4774"/>
                    <a:pt x="378245" y="8013"/>
                  </a:cubicBezTo>
                  <a:cubicBezTo>
                    <a:pt x="395746" y="20577"/>
                    <a:pt x="400029" y="44804"/>
                    <a:pt x="387901" y="62608"/>
                  </a:cubicBezTo>
                  <a:cubicBezTo>
                    <a:pt x="344419" y="124703"/>
                    <a:pt x="273411" y="161715"/>
                    <a:pt x="197606" y="16180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9" name="Picture Placeholder 69">
              <a:extLst>
                <a:ext uri="{FF2B5EF4-FFF2-40B4-BE49-F238E27FC236}">
                  <a16:creationId xmlns:a16="http://schemas.microsoft.com/office/drawing/2014/main" id="{3B6F1645-A697-CC4B-9405-71230C0E3CAD}"/>
                </a:ext>
              </a:extLst>
            </p:cNvPr>
            <p:cNvGrpSpPr/>
            <p:nvPr/>
          </p:nvGrpSpPr>
          <p:grpSpPr>
            <a:xfrm>
              <a:off x="1505475" y="2534635"/>
              <a:ext cx="838590" cy="841765"/>
              <a:chOff x="1505475" y="2534635"/>
              <a:chExt cx="838590" cy="841765"/>
            </a:xfrm>
            <a:solidFill>
              <a:srgbClr val="FFFFFF"/>
            </a:solidFill>
          </p:grpSpPr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7DEC7DE-04E1-194A-B592-151A2C1E150A}"/>
                  </a:ext>
                </a:extLst>
              </p:cNvPr>
              <p:cNvSpPr/>
              <p:nvPr/>
            </p:nvSpPr>
            <p:spPr>
              <a:xfrm>
                <a:off x="1505475" y="2534635"/>
                <a:ext cx="838590" cy="645068"/>
              </a:xfrm>
              <a:custGeom>
                <a:avLst/>
                <a:gdLst>
                  <a:gd name="connsiteX0" fmla="*/ 798894 w 838590"/>
                  <a:gd name="connsiteY0" fmla="*/ 645069 h 645068"/>
                  <a:gd name="connsiteX1" fmla="*/ 759197 w 838590"/>
                  <a:gd name="connsiteY1" fmla="*/ 605372 h 645068"/>
                  <a:gd name="connsiteX2" fmla="*/ 759197 w 838590"/>
                  <a:gd name="connsiteY2" fmla="*/ 79393 h 645068"/>
                  <a:gd name="connsiteX3" fmla="*/ 39697 w 838590"/>
                  <a:gd name="connsiteY3" fmla="*/ 79393 h 645068"/>
                  <a:gd name="connsiteX4" fmla="*/ 0 w 838590"/>
                  <a:gd name="connsiteY4" fmla="*/ 39697 h 645068"/>
                  <a:gd name="connsiteX5" fmla="*/ 39697 w 838590"/>
                  <a:gd name="connsiteY5" fmla="*/ 0 h 645068"/>
                  <a:gd name="connsiteX6" fmla="*/ 798894 w 838590"/>
                  <a:gd name="connsiteY6" fmla="*/ 0 h 645068"/>
                  <a:gd name="connsiteX7" fmla="*/ 838591 w 838590"/>
                  <a:gd name="connsiteY7" fmla="*/ 39697 h 645068"/>
                  <a:gd name="connsiteX8" fmla="*/ 838591 w 838590"/>
                  <a:gd name="connsiteY8" fmla="*/ 605372 h 645068"/>
                  <a:gd name="connsiteX9" fmla="*/ 798894 w 838590"/>
                  <a:gd name="connsiteY9" fmla="*/ 645069 h 6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8590" h="645068">
                    <a:moveTo>
                      <a:pt x="798894" y="645069"/>
                    </a:moveTo>
                    <a:cubicBezTo>
                      <a:pt x="776972" y="645069"/>
                      <a:pt x="759197" y="627295"/>
                      <a:pt x="759197" y="605372"/>
                    </a:cubicBezTo>
                    <a:lnTo>
                      <a:pt x="759197" y="79393"/>
                    </a:ln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798894" y="0"/>
                    </a:lnTo>
                    <a:cubicBezTo>
                      <a:pt x="820816" y="0"/>
                      <a:pt x="838591" y="17773"/>
                      <a:pt x="838591" y="39697"/>
                    </a:cubicBezTo>
                    <a:lnTo>
                      <a:pt x="838591" y="605372"/>
                    </a:lnTo>
                    <a:cubicBezTo>
                      <a:pt x="838591" y="627295"/>
                      <a:pt x="820816" y="645069"/>
                      <a:pt x="798894" y="645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07FA4695-B788-FA4E-B164-446D963319C6}"/>
                  </a:ext>
                </a:extLst>
              </p:cNvPr>
              <p:cNvSpPr/>
              <p:nvPr/>
            </p:nvSpPr>
            <p:spPr>
              <a:xfrm>
                <a:off x="1505475" y="2534635"/>
                <a:ext cx="838590" cy="841765"/>
              </a:xfrm>
              <a:custGeom>
                <a:avLst/>
                <a:gdLst>
                  <a:gd name="connsiteX0" fmla="*/ 228255 w 838590"/>
                  <a:gd name="connsiteY0" fmla="*/ 841765 h 841765"/>
                  <a:gd name="connsiteX1" fmla="*/ 212972 w 838590"/>
                  <a:gd name="connsiteY1" fmla="*/ 838689 h 841765"/>
                  <a:gd name="connsiteX2" fmla="*/ 188559 w 838590"/>
                  <a:gd name="connsiteY2" fmla="*/ 801027 h 841765"/>
                  <a:gd name="connsiteX3" fmla="*/ 192528 w 838590"/>
                  <a:gd name="connsiteY3" fmla="*/ 645069 h 841765"/>
                  <a:gd name="connsiteX4" fmla="*/ 39697 w 838590"/>
                  <a:gd name="connsiteY4" fmla="*/ 645069 h 841765"/>
                  <a:gd name="connsiteX5" fmla="*/ 0 w 838590"/>
                  <a:gd name="connsiteY5" fmla="*/ 605372 h 841765"/>
                  <a:gd name="connsiteX6" fmla="*/ 0 w 838590"/>
                  <a:gd name="connsiteY6" fmla="*/ 39697 h 841765"/>
                  <a:gd name="connsiteX7" fmla="*/ 39697 w 838590"/>
                  <a:gd name="connsiteY7" fmla="*/ 0 h 841765"/>
                  <a:gd name="connsiteX8" fmla="*/ 79393 w 838590"/>
                  <a:gd name="connsiteY8" fmla="*/ 39697 h 841765"/>
                  <a:gd name="connsiteX9" fmla="*/ 79393 w 838590"/>
                  <a:gd name="connsiteY9" fmla="*/ 565676 h 841765"/>
                  <a:gd name="connsiteX10" fmla="*/ 233217 w 838590"/>
                  <a:gd name="connsiteY10" fmla="*/ 565676 h 841765"/>
                  <a:gd name="connsiteX11" fmla="*/ 272928 w 838590"/>
                  <a:gd name="connsiteY11" fmla="*/ 605358 h 841765"/>
                  <a:gd name="connsiteX12" fmla="*/ 272914 w 838590"/>
                  <a:gd name="connsiteY12" fmla="*/ 606414 h 841765"/>
                  <a:gd name="connsiteX13" fmla="*/ 270532 w 838590"/>
                  <a:gd name="connsiteY13" fmla="*/ 700694 h 841765"/>
                  <a:gd name="connsiteX14" fmla="*/ 388679 w 838590"/>
                  <a:gd name="connsiteY14" fmla="*/ 577783 h 841765"/>
                  <a:gd name="connsiteX15" fmla="*/ 417310 w 838590"/>
                  <a:gd name="connsiteY15" fmla="*/ 565577 h 841765"/>
                  <a:gd name="connsiteX16" fmla="*/ 798894 w 838590"/>
                  <a:gd name="connsiteY16" fmla="*/ 565577 h 841765"/>
                  <a:gd name="connsiteX17" fmla="*/ 838591 w 838590"/>
                  <a:gd name="connsiteY17" fmla="*/ 605273 h 841765"/>
                  <a:gd name="connsiteX18" fmla="*/ 798894 w 838590"/>
                  <a:gd name="connsiteY18" fmla="*/ 644970 h 841765"/>
                  <a:gd name="connsiteX19" fmla="*/ 434231 w 838590"/>
                  <a:gd name="connsiteY19" fmla="*/ 644970 h 841765"/>
                  <a:gd name="connsiteX20" fmla="*/ 256887 w 838590"/>
                  <a:gd name="connsiteY20" fmla="*/ 829559 h 841765"/>
                  <a:gd name="connsiteX21" fmla="*/ 228255 w 838590"/>
                  <a:gd name="connsiteY21" fmla="*/ 841765 h 84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38590" h="841765">
                    <a:moveTo>
                      <a:pt x="228255" y="841765"/>
                    </a:moveTo>
                    <a:cubicBezTo>
                      <a:pt x="223006" y="841775"/>
                      <a:pt x="217808" y="840728"/>
                      <a:pt x="212972" y="838689"/>
                    </a:cubicBezTo>
                    <a:cubicBezTo>
                      <a:pt x="197837" y="832382"/>
                      <a:pt x="188138" y="817416"/>
                      <a:pt x="188559" y="801027"/>
                    </a:cubicBezTo>
                    <a:lnTo>
                      <a:pt x="192528" y="645069"/>
                    </a:lnTo>
                    <a:lnTo>
                      <a:pt x="39697" y="645069"/>
                    </a:lnTo>
                    <a:cubicBezTo>
                      <a:pt x="17773" y="645069"/>
                      <a:pt x="0" y="627295"/>
                      <a:pt x="0" y="605372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565676"/>
                    </a:lnTo>
                    <a:lnTo>
                      <a:pt x="233217" y="565676"/>
                    </a:lnTo>
                    <a:cubicBezTo>
                      <a:pt x="255141" y="565666"/>
                      <a:pt x="272920" y="583435"/>
                      <a:pt x="272928" y="605358"/>
                    </a:cubicBezTo>
                    <a:cubicBezTo>
                      <a:pt x="272928" y="605710"/>
                      <a:pt x="272924" y="606062"/>
                      <a:pt x="272914" y="606414"/>
                    </a:cubicBezTo>
                    <a:lnTo>
                      <a:pt x="270532" y="700694"/>
                    </a:lnTo>
                    <a:lnTo>
                      <a:pt x="388679" y="577783"/>
                    </a:lnTo>
                    <a:cubicBezTo>
                      <a:pt x="396164" y="569988"/>
                      <a:pt x="406503" y="565577"/>
                      <a:pt x="417310" y="565577"/>
                    </a:cubicBezTo>
                    <a:lnTo>
                      <a:pt x="798894" y="565577"/>
                    </a:lnTo>
                    <a:cubicBezTo>
                      <a:pt x="820816" y="565577"/>
                      <a:pt x="838591" y="583351"/>
                      <a:pt x="838591" y="605273"/>
                    </a:cubicBezTo>
                    <a:cubicBezTo>
                      <a:pt x="838591" y="627196"/>
                      <a:pt x="820816" y="644970"/>
                      <a:pt x="798894" y="644970"/>
                    </a:cubicBezTo>
                    <a:lnTo>
                      <a:pt x="434231" y="644970"/>
                    </a:lnTo>
                    <a:lnTo>
                      <a:pt x="256887" y="829559"/>
                    </a:lnTo>
                    <a:cubicBezTo>
                      <a:pt x="249402" y="837354"/>
                      <a:pt x="239063" y="841765"/>
                      <a:pt x="228255" y="841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0" name="Picture Placeholder 67">
            <a:extLst>
              <a:ext uri="{FF2B5EF4-FFF2-40B4-BE49-F238E27FC236}">
                <a16:creationId xmlns:a16="http://schemas.microsoft.com/office/drawing/2014/main" id="{44A43C0B-A1EC-8847-B0E3-BFAB339EFFC0}"/>
              </a:ext>
            </a:extLst>
          </p:cNvPr>
          <p:cNvGrpSpPr>
            <a:grpSpLocks noChangeAspect="1"/>
          </p:cNvGrpSpPr>
          <p:nvPr/>
        </p:nvGrpSpPr>
        <p:grpSpPr>
          <a:xfrm>
            <a:off x="9504724" y="1429992"/>
            <a:ext cx="620011" cy="813779"/>
            <a:chOff x="9504724" y="1429992"/>
            <a:chExt cx="620011" cy="813779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26BCB98C-E8B9-6F41-A6D0-4801B320AC4D}"/>
                </a:ext>
              </a:extLst>
            </p:cNvPr>
            <p:cNvSpPr/>
            <p:nvPr/>
          </p:nvSpPr>
          <p:spPr>
            <a:xfrm>
              <a:off x="9504724" y="1429992"/>
              <a:ext cx="620011" cy="813779"/>
            </a:xfrm>
            <a:custGeom>
              <a:avLst/>
              <a:gdLst>
                <a:gd name="connsiteX0" fmla="*/ 580315 w 620011"/>
                <a:gd name="connsiteY0" fmla="*/ 813779 h 813779"/>
                <a:gd name="connsiteX1" fmla="*/ 39697 w 620011"/>
                <a:gd name="connsiteY1" fmla="*/ 813779 h 813779"/>
                <a:gd name="connsiteX2" fmla="*/ 0 w 620011"/>
                <a:gd name="connsiteY2" fmla="*/ 774083 h 813779"/>
                <a:gd name="connsiteX3" fmla="*/ 0 w 620011"/>
                <a:gd name="connsiteY3" fmla="*/ 39697 h 813779"/>
                <a:gd name="connsiteX4" fmla="*/ 39697 w 620011"/>
                <a:gd name="connsiteY4" fmla="*/ 0 h 813779"/>
                <a:gd name="connsiteX5" fmla="*/ 580315 w 620011"/>
                <a:gd name="connsiteY5" fmla="*/ 0 h 813779"/>
                <a:gd name="connsiteX6" fmla="*/ 620011 w 620011"/>
                <a:gd name="connsiteY6" fmla="*/ 39697 h 813779"/>
                <a:gd name="connsiteX7" fmla="*/ 620011 w 620011"/>
                <a:gd name="connsiteY7" fmla="*/ 774083 h 813779"/>
                <a:gd name="connsiteX8" fmla="*/ 580315 w 620011"/>
                <a:gd name="connsiteY8" fmla="*/ 813779 h 813779"/>
                <a:gd name="connsiteX9" fmla="*/ 79641 w 620011"/>
                <a:gd name="connsiteY9" fmla="*/ 734386 h 813779"/>
                <a:gd name="connsiteX10" fmla="*/ 540618 w 620011"/>
                <a:gd name="connsiteY10" fmla="*/ 734386 h 813779"/>
                <a:gd name="connsiteX11" fmla="*/ 540618 w 620011"/>
                <a:gd name="connsiteY11" fmla="*/ 79393 h 813779"/>
                <a:gd name="connsiteX12" fmla="*/ 79393 w 620011"/>
                <a:gd name="connsiteY12" fmla="*/ 79393 h 813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0011" h="813779">
                  <a:moveTo>
                    <a:pt x="580315" y="813779"/>
                  </a:moveTo>
                  <a:lnTo>
                    <a:pt x="39697" y="813779"/>
                  </a:lnTo>
                  <a:cubicBezTo>
                    <a:pt x="17773" y="813779"/>
                    <a:pt x="0" y="796005"/>
                    <a:pt x="0" y="77408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80315" y="0"/>
                  </a:lnTo>
                  <a:cubicBezTo>
                    <a:pt x="602237" y="0"/>
                    <a:pt x="620011" y="17773"/>
                    <a:pt x="620011" y="39697"/>
                  </a:cubicBezTo>
                  <a:lnTo>
                    <a:pt x="620011" y="774083"/>
                  </a:lnTo>
                  <a:cubicBezTo>
                    <a:pt x="620011" y="796005"/>
                    <a:pt x="602237" y="813779"/>
                    <a:pt x="580315" y="813779"/>
                  </a:cubicBezTo>
                  <a:close/>
                  <a:moveTo>
                    <a:pt x="79641" y="734386"/>
                  </a:moveTo>
                  <a:lnTo>
                    <a:pt x="540618" y="734386"/>
                  </a:lnTo>
                  <a:lnTo>
                    <a:pt x="54061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C77F9C93-BC18-3E43-BC27-04039D8439D6}"/>
                </a:ext>
              </a:extLst>
            </p:cNvPr>
            <p:cNvSpPr/>
            <p:nvPr/>
          </p:nvSpPr>
          <p:spPr>
            <a:xfrm>
              <a:off x="9598520" y="1527038"/>
              <a:ext cx="143876" cy="148576"/>
            </a:xfrm>
            <a:custGeom>
              <a:avLst/>
              <a:gdLst>
                <a:gd name="connsiteX0" fmla="*/ 71938 w 143876"/>
                <a:gd name="connsiteY0" fmla="*/ 148576 h 148576"/>
                <a:gd name="connsiteX1" fmla="*/ 42960 w 143876"/>
                <a:gd name="connsiteY1" fmla="*/ 135973 h 148576"/>
                <a:gd name="connsiteX2" fmla="*/ 10706 w 143876"/>
                <a:gd name="connsiteY2" fmla="*/ 101238 h 148576"/>
                <a:gd name="connsiteX3" fmla="*/ 10706 w 143876"/>
                <a:gd name="connsiteY3" fmla="*/ 47003 h 148576"/>
                <a:gd name="connsiteX4" fmla="*/ 42960 w 143876"/>
                <a:gd name="connsiteY4" fmla="*/ 12566 h 148576"/>
                <a:gd name="connsiteX5" fmla="*/ 99069 w 143876"/>
                <a:gd name="connsiteY5" fmla="*/ 10718 h 148576"/>
                <a:gd name="connsiteX6" fmla="*/ 100917 w 143876"/>
                <a:gd name="connsiteY6" fmla="*/ 12566 h 148576"/>
                <a:gd name="connsiteX7" fmla="*/ 133170 w 143876"/>
                <a:gd name="connsiteY7" fmla="*/ 47003 h 148576"/>
                <a:gd name="connsiteX8" fmla="*/ 133170 w 143876"/>
                <a:gd name="connsiteY8" fmla="*/ 101238 h 148576"/>
                <a:gd name="connsiteX9" fmla="*/ 100917 w 143876"/>
                <a:gd name="connsiteY9" fmla="*/ 135973 h 148576"/>
                <a:gd name="connsiteX10" fmla="*/ 71938 w 143876"/>
                <a:gd name="connsiteY10" fmla="*/ 148576 h 14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876" h="148576">
                  <a:moveTo>
                    <a:pt x="71938" y="148576"/>
                  </a:moveTo>
                  <a:cubicBezTo>
                    <a:pt x="60951" y="148567"/>
                    <a:pt x="50459" y="144003"/>
                    <a:pt x="42960" y="135973"/>
                  </a:cubicBezTo>
                  <a:lnTo>
                    <a:pt x="10706" y="101238"/>
                  </a:lnTo>
                  <a:cubicBezTo>
                    <a:pt x="-3569" y="85977"/>
                    <a:pt x="-3569" y="62264"/>
                    <a:pt x="10706" y="47003"/>
                  </a:cubicBezTo>
                  <a:lnTo>
                    <a:pt x="42960" y="12566"/>
                  </a:lnTo>
                  <a:cubicBezTo>
                    <a:pt x="57944" y="-3438"/>
                    <a:pt x="83064" y="-4266"/>
                    <a:pt x="99069" y="10718"/>
                  </a:cubicBezTo>
                  <a:cubicBezTo>
                    <a:pt x="99705" y="11314"/>
                    <a:pt x="100321" y="11930"/>
                    <a:pt x="100917" y="12566"/>
                  </a:cubicBezTo>
                  <a:lnTo>
                    <a:pt x="133170" y="47003"/>
                  </a:lnTo>
                  <a:cubicBezTo>
                    <a:pt x="147445" y="62264"/>
                    <a:pt x="147445" y="85977"/>
                    <a:pt x="133170" y="101238"/>
                  </a:cubicBezTo>
                  <a:lnTo>
                    <a:pt x="100917" y="135973"/>
                  </a:lnTo>
                  <a:cubicBezTo>
                    <a:pt x="93418" y="144003"/>
                    <a:pt x="82926" y="148567"/>
                    <a:pt x="71938" y="1485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FE8140C-1F67-F64F-A20F-7717DE055AB4}"/>
                </a:ext>
              </a:extLst>
            </p:cNvPr>
            <p:cNvSpPr/>
            <p:nvPr/>
          </p:nvSpPr>
          <p:spPr>
            <a:xfrm>
              <a:off x="9883689" y="2002478"/>
              <a:ext cx="143927" cy="148850"/>
            </a:xfrm>
            <a:custGeom>
              <a:avLst/>
              <a:gdLst>
                <a:gd name="connsiteX0" fmla="*/ 71939 w 143927"/>
                <a:gd name="connsiteY0" fmla="*/ 148850 h 148850"/>
                <a:gd name="connsiteX1" fmla="*/ 42960 w 143927"/>
                <a:gd name="connsiteY1" fmla="*/ 136296 h 148850"/>
                <a:gd name="connsiteX2" fmla="*/ 10707 w 143927"/>
                <a:gd name="connsiteY2" fmla="*/ 101562 h 148850"/>
                <a:gd name="connsiteX3" fmla="*/ 10707 w 143927"/>
                <a:gd name="connsiteY3" fmla="*/ 47326 h 148850"/>
                <a:gd name="connsiteX4" fmla="*/ 42960 w 143927"/>
                <a:gd name="connsiteY4" fmla="*/ 12592 h 148850"/>
                <a:gd name="connsiteX5" fmla="*/ 99067 w 143927"/>
                <a:gd name="connsiteY5" fmla="*/ 10691 h 148850"/>
                <a:gd name="connsiteX6" fmla="*/ 100967 w 143927"/>
                <a:gd name="connsiteY6" fmla="*/ 12592 h 148850"/>
                <a:gd name="connsiteX7" fmla="*/ 133221 w 143927"/>
                <a:gd name="connsiteY7" fmla="*/ 47326 h 148850"/>
                <a:gd name="connsiteX8" fmla="*/ 133221 w 143927"/>
                <a:gd name="connsiteY8" fmla="*/ 101562 h 148850"/>
                <a:gd name="connsiteX9" fmla="*/ 100967 w 143927"/>
                <a:gd name="connsiteY9" fmla="*/ 136296 h 148850"/>
                <a:gd name="connsiteX10" fmla="*/ 71939 w 143927"/>
                <a:gd name="connsiteY10" fmla="*/ 148850 h 14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927" h="148850">
                  <a:moveTo>
                    <a:pt x="71939" y="148850"/>
                  </a:moveTo>
                  <a:cubicBezTo>
                    <a:pt x="60958" y="148855"/>
                    <a:pt x="50468" y="144310"/>
                    <a:pt x="42960" y="136296"/>
                  </a:cubicBezTo>
                  <a:lnTo>
                    <a:pt x="10707" y="101562"/>
                  </a:lnTo>
                  <a:cubicBezTo>
                    <a:pt x="-3569" y="86303"/>
                    <a:pt x="-3569" y="62585"/>
                    <a:pt x="10707" y="47326"/>
                  </a:cubicBezTo>
                  <a:lnTo>
                    <a:pt x="42960" y="12592"/>
                  </a:lnTo>
                  <a:cubicBezTo>
                    <a:pt x="57931" y="-3426"/>
                    <a:pt x="83049" y="-4274"/>
                    <a:pt x="99067" y="10691"/>
                  </a:cubicBezTo>
                  <a:cubicBezTo>
                    <a:pt x="99722" y="11302"/>
                    <a:pt x="100357" y="11937"/>
                    <a:pt x="100967" y="12592"/>
                  </a:cubicBezTo>
                  <a:lnTo>
                    <a:pt x="133221" y="47326"/>
                  </a:lnTo>
                  <a:cubicBezTo>
                    <a:pt x="147496" y="62585"/>
                    <a:pt x="147496" y="86303"/>
                    <a:pt x="133221" y="101562"/>
                  </a:cubicBezTo>
                  <a:lnTo>
                    <a:pt x="100967" y="136296"/>
                  </a:lnTo>
                  <a:cubicBezTo>
                    <a:pt x="93449" y="144320"/>
                    <a:pt x="82935" y="148865"/>
                    <a:pt x="71939" y="1488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7C124DFA-1DCB-DF41-B3CF-D76054AE97EA}"/>
                </a:ext>
              </a:extLst>
            </p:cNvPr>
            <p:cNvSpPr/>
            <p:nvPr/>
          </p:nvSpPr>
          <p:spPr>
            <a:xfrm>
              <a:off x="9668703" y="1665724"/>
              <a:ext cx="301233" cy="317538"/>
            </a:xfrm>
            <a:custGeom>
              <a:avLst/>
              <a:gdLst>
                <a:gd name="connsiteX0" fmla="*/ 150617 w 301233"/>
                <a:gd name="connsiteY0" fmla="*/ 317539 h 317538"/>
                <a:gd name="connsiteX1" fmla="*/ 150617 w 301233"/>
                <a:gd name="connsiteY1" fmla="*/ 317539 h 317538"/>
                <a:gd name="connsiteX2" fmla="*/ 121589 w 301233"/>
                <a:gd name="connsiteY2" fmla="*/ 304885 h 317538"/>
                <a:gd name="connsiteX3" fmla="*/ 10637 w 301233"/>
                <a:gd name="connsiteY3" fmla="*/ 185796 h 317538"/>
                <a:gd name="connsiteX4" fmla="*/ 10637 w 301233"/>
                <a:gd name="connsiteY4" fmla="*/ 131709 h 317538"/>
                <a:gd name="connsiteX5" fmla="*/ 121589 w 301233"/>
                <a:gd name="connsiteY5" fmla="*/ 12619 h 317538"/>
                <a:gd name="connsiteX6" fmla="*/ 177694 w 301233"/>
                <a:gd name="connsiteY6" fmla="*/ 10669 h 317538"/>
                <a:gd name="connsiteX7" fmla="*/ 179645 w 301233"/>
                <a:gd name="connsiteY7" fmla="*/ 12619 h 317538"/>
                <a:gd name="connsiteX8" fmla="*/ 290597 w 301233"/>
                <a:gd name="connsiteY8" fmla="*/ 131709 h 317538"/>
                <a:gd name="connsiteX9" fmla="*/ 290597 w 301233"/>
                <a:gd name="connsiteY9" fmla="*/ 185796 h 317538"/>
                <a:gd name="connsiteX10" fmla="*/ 179645 w 301233"/>
                <a:gd name="connsiteY10" fmla="*/ 304885 h 317538"/>
                <a:gd name="connsiteX11" fmla="*/ 150617 w 301233"/>
                <a:gd name="connsiteY11" fmla="*/ 317539 h 317538"/>
                <a:gd name="connsiteX12" fmla="*/ 93801 w 301233"/>
                <a:gd name="connsiteY12" fmla="*/ 158752 h 317538"/>
                <a:gd name="connsiteX13" fmla="*/ 150617 w 301233"/>
                <a:gd name="connsiteY13" fmla="*/ 219587 h 317538"/>
                <a:gd name="connsiteX14" fmla="*/ 207284 w 301233"/>
                <a:gd name="connsiteY14" fmla="*/ 158752 h 317538"/>
                <a:gd name="connsiteX15" fmla="*/ 150617 w 301233"/>
                <a:gd name="connsiteY15" fmla="*/ 97917 h 317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1233" h="317538">
                  <a:moveTo>
                    <a:pt x="150617" y="317539"/>
                  </a:moveTo>
                  <a:lnTo>
                    <a:pt x="150617" y="317539"/>
                  </a:lnTo>
                  <a:cubicBezTo>
                    <a:pt x="139604" y="317529"/>
                    <a:pt x="129091" y="312949"/>
                    <a:pt x="121589" y="304885"/>
                  </a:cubicBezTo>
                  <a:lnTo>
                    <a:pt x="10637" y="185796"/>
                  </a:lnTo>
                  <a:cubicBezTo>
                    <a:pt x="-3546" y="170556"/>
                    <a:pt x="-3546" y="146949"/>
                    <a:pt x="10637" y="131709"/>
                  </a:cubicBezTo>
                  <a:lnTo>
                    <a:pt x="121589" y="12619"/>
                  </a:lnTo>
                  <a:cubicBezTo>
                    <a:pt x="136543" y="-3413"/>
                    <a:pt x="161662" y="-4286"/>
                    <a:pt x="177694" y="10669"/>
                  </a:cubicBezTo>
                  <a:cubicBezTo>
                    <a:pt x="178367" y="11296"/>
                    <a:pt x="179018" y="11947"/>
                    <a:pt x="179645" y="12619"/>
                  </a:cubicBezTo>
                  <a:lnTo>
                    <a:pt x="290597" y="131709"/>
                  </a:lnTo>
                  <a:cubicBezTo>
                    <a:pt x="304778" y="146949"/>
                    <a:pt x="304778" y="170556"/>
                    <a:pt x="290597" y="185796"/>
                  </a:cubicBezTo>
                  <a:lnTo>
                    <a:pt x="179645" y="304885"/>
                  </a:lnTo>
                  <a:cubicBezTo>
                    <a:pt x="172143" y="312949"/>
                    <a:pt x="161629" y="317529"/>
                    <a:pt x="150617" y="317539"/>
                  </a:cubicBezTo>
                  <a:close/>
                  <a:moveTo>
                    <a:pt x="93801" y="158752"/>
                  </a:moveTo>
                  <a:lnTo>
                    <a:pt x="150617" y="219587"/>
                  </a:lnTo>
                  <a:lnTo>
                    <a:pt x="207284" y="158752"/>
                  </a:lnTo>
                  <a:lnTo>
                    <a:pt x="150617" y="9791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5456DA1-F7B2-2C45-9E50-25DD0C7DF046}"/>
              </a:ext>
            </a:extLst>
          </p:cNvPr>
          <p:cNvGrpSpPr>
            <a:grpSpLocks noChangeAspect="1"/>
          </p:cNvGrpSpPr>
          <p:nvPr/>
        </p:nvGrpSpPr>
        <p:grpSpPr>
          <a:xfrm>
            <a:off x="8098744" y="1429417"/>
            <a:ext cx="796692" cy="814949"/>
            <a:chOff x="8098744" y="1429417"/>
            <a:chExt cx="796692" cy="814949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C540E2-1DDA-C14C-997D-5960CCA6B8E5}"/>
                </a:ext>
              </a:extLst>
            </p:cNvPr>
            <p:cNvSpPr/>
            <p:nvPr/>
          </p:nvSpPr>
          <p:spPr>
            <a:xfrm>
              <a:off x="8098744" y="1561884"/>
              <a:ext cx="774182" cy="682482"/>
            </a:xfrm>
            <a:custGeom>
              <a:avLst/>
              <a:gdLst>
                <a:gd name="connsiteX0" fmla="*/ 170497 w 774182"/>
                <a:gd name="connsiteY0" fmla="*/ 682483 h 682482"/>
                <a:gd name="connsiteX1" fmla="*/ 130800 w 774182"/>
                <a:gd name="connsiteY1" fmla="*/ 642786 h 682482"/>
                <a:gd name="connsiteX2" fmla="*/ 130800 w 774182"/>
                <a:gd name="connsiteY2" fmla="*/ 554213 h 682482"/>
                <a:gd name="connsiteX3" fmla="*/ 39697 w 774182"/>
                <a:gd name="connsiteY3" fmla="*/ 554213 h 682482"/>
                <a:gd name="connsiteX4" fmla="*/ 0 w 774182"/>
                <a:gd name="connsiteY4" fmla="*/ 514517 h 682482"/>
                <a:gd name="connsiteX5" fmla="*/ 0 w 774182"/>
                <a:gd name="connsiteY5" fmla="*/ 39697 h 682482"/>
                <a:gd name="connsiteX6" fmla="*/ 39697 w 774182"/>
                <a:gd name="connsiteY6" fmla="*/ 0 h 682482"/>
                <a:gd name="connsiteX7" fmla="*/ 563940 w 774182"/>
                <a:gd name="connsiteY7" fmla="*/ 0 h 682482"/>
                <a:gd name="connsiteX8" fmla="*/ 603636 w 774182"/>
                <a:gd name="connsiteY8" fmla="*/ 39697 h 682482"/>
                <a:gd name="connsiteX9" fmla="*/ 563940 w 774182"/>
                <a:gd name="connsiteY9" fmla="*/ 79393 h 682482"/>
                <a:gd name="connsiteX10" fmla="*/ 79393 w 774182"/>
                <a:gd name="connsiteY10" fmla="*/ 79393 h 682482"/>
                <a:gd name="connsiteX11" fmla="*/ 79393 w 774182"/>
                <a:gd name="connsiteY11" fmla="*/ 474820 h 682482"/>
                <a:gd name="connsiteX12" fmla="*/ 170497 w 774182"/>
                <a:gd name="connsiteY12" fmla="*/ 474820 h 682482"/>
                <a:gd name="connsiteX13" fmla="*/ 210193 w 774182"/>
                <a:gd name="connsiteY13" fmla="*/ 514517 h 682482"/>
                <a:gd name="connsiteX14" fmla="*/ 210193 w 774182"/>
                <a:gd name="connsiteY14" fmla="*/ 548606 h 682482"/>
                <a:gd name="connsiteX15" fmla="*/ 274303 w 774182"/>
                <a:gd name="connsiteY15" fmla="*/ 485886 h 682482"/>
                <a:gd name="connsiteX16" fmla="*/ 301992 w 774182"/>
                <a:gd name="connsiteY16" fmla="*/ 474622 h 682482"/>
                <a:gd name="connsiteX17" fmla="*/ 694790 w 774182"/>
                <a:gd name="connsiteY17" fmla="*/ 474622 h 682482"/>
                <a:gd name="connsiteX18" fmla="*/ 694790 w 774182"/>
                <a:gd name="connsiteY18" fmla="*/ 39697 h 682482"/>
                <a:gd name="connsiteX19" fmla="*/ 734486 w 774182"/>
                <a:gd name="connsiteY19" fmla="*/ 0 h 682482"/>
                <a:gd name="connsiteX20" fmla="*/ 774183 w 774182"/>
                <a:gd name="connsiteY20" fmla="*/ 39697 h 682482"/>
                <a:gd name="connsiteX21" fmla="*/ 774183 w 774182"/>
                <a:gd name="connsiteY21" fmla="*/ 514517 h 682482"/>
                <a:gd name="connsiteX22" fmla="*/ 734486 w 774182"/>
                <a:gd name="connsiteY22" fmla="*/ 554213 h 682482"/>
                <a:gd name="connsiteX23" fmla="*/ 318168 w 774182"/>
                <a:gd name="connsiteY23" fmla="*/ 554213 h 682482"/>
                <a:gd name="connsiteX24" fmla="*/ 198235 w 774182"/>
                <a:gd name="connsiteY24" fmla="*/ 671169 h 682482"/>
                <a:gd name="connsiteX25" fmla="*/ 170497 w 774182"/>
                <a:gd name="connsiteY25" fmla="*/ 682483 h 68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4182" h="682482">
                  <a:moveTo>
                    <a:pt x="170497" y="682483"/>
                  </a:moveTo>
                  <a:cubicBezTo>
                    <a:pt x="148573" y="682483"/>
                    <a:pt x="130800" y="664709"/>
                    <a:pt x="130800" y="642786"/>
                  </a:cubicBezTo>
                  <a:lnTo>
                    <a:pt x="130800" y="554213"/>
                  </a:lnTo>
                  <a:lnTo>
                    <a:pt x="39697" y="554213"/>
                  </a:lnTo>
                  <a:cubicBezTo>
                    <a:pt x="17773" y="554213"/>
                    <a:pt x="0" y="536439"/>
                    <a:pt x="0" y="51451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563940" y="0"/>
                  </a:lnTo>
                  <a:cubicBezTo>
                    <a:pt x="585862" y="0"/>
                    <a:pt x="603636" y="17773"/>
                    <a:pt x="603636" y="39697"/>
                  </a:cubicBezTo>
                  <a:cubicBezTo>
                    <a:pt x="603636" y="61620"/>
                    <a:pt x="585862" y="79393"/>
                    <a:pt x="563940" y="79393"/>
                  </a:cubicBezTo>
                  <a:lnTo>
                    <a:pt x="79393" y="79393"/>
                  </a:lnTo>
                  <a:lnTo>
                    <a:pt x="79393" y="474820"/>
                  </a:lnTo>
                  <a:lnTo>
                    <a:pt x="170497" y="474820"/>
                  </a:lnTo>
                  <a:cubicBezTo>
                    <a:pt x="192421" y="474820"/>
                    <a:pt x="210193" y="492595"/>
                    <a:pt x="210193" y="514517"/>
                  </a:cubicBezTo>
                  <a:lnTo>
                    <a:pt x="210193" y="548606"/>
                  </a:lnTo>
                  <a:lnTo>
                    <a:pt x="274303" y="485886"/>
                  </a:lnTo>
                  <a:cubicBezTo>
                    <a:pt x="281713" y="478666"/>
                    <a:pt x="291647" y="474627"/>
                    <a:pt x="301992" y="474622"/>
                  </a:cubicBezTo>
                  <a:lnTo>
                    <a:pt x="694790" y="474622"/>
                  </a:lnTo>
                  <a:lnTo>
                    <a:pt x="694790" y="39697"/>
                  </a:lnTo>
                  <a:cubicBezTo>
                    <a:pt x="694790" y="17773"/>
                    <a:pt x="712564" y="0"/>
                    <a:pt x="734486" y="0"/>
                  </a:cubicBezTo>
                  <a:cubicBezTo>
                    <a:pt x="756409" y="0"/>
                    <a:pt x="774183" y="17773"/>
                    <a:pt x="774183" y="39697"/>
                  </a:cubicBezTo>
                  <a:lnTo>
                    <a:pt x="774183" y="514517"/>
                  </a:lnTo>
                  <a:cubicBezTo>
                    <a:pt x="774183" y="536439"/>
                    <a:pt x="756409" y="554213"/>
                    <a:pt x="734486" y="554213"/>
                  </a:cubicBezTo>
                  <a:lnTo>
                    <a:pt x="318168" y="554213"/>
                  </a:lnTo>
                  <a:lnTo>
                    <a:pt x="198235" y="671169"/>
                  </a:lnTo>
                  <a:cubicBezTo>
                    <a:pt x="190821" y="678419"/>
                    <a:pt x="180866" y="682478"/>
                    <a:pt x="170497" y="6824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F3E5F05A-1E6B-5D45-B83A-8B22BF5BFF72}"/>
                </a:ext>
              </a:extLst>
            </p:cNvPr>
            <p:cNvSpPr/>
            <p:nvPr/>
          </p:nvSpPr>
          <p:spPr>
            <a:xfrm>
              <a:off x="8515506" y="1429417"/>
              <a:ext cx="379930" cy="410788"/>
            </a:xfrm>
            <a:custGeom>
              <a:avLst/>
              <a:gdLst>
                <a:gd name="connsiteX0" fmla="*/ 39699 w 379930"/>
                <a:gd name="connsiteY0" fmla="*/ 410789 h 410788"/>
                <a:gd name="connsiteX1" fmla="*/ 0 w 379930"/>
                <a:gd name="connsiteY1" fmla="*/ 371095 h 410788"/>
                <a:gd name="connsiteX2" fmla="*/ 1392 w 379930"/>
                <a:gd name="connsiteY2" fmla="*/ 360672 h 410788"/>
                <a:gd name="connsiteX3" fmla="*/ 25607 w 379930"/>
                <a:gd name="connsiteY3" fmla="*/ 271354 h 410788"/>
                <a:gd name="connsiteX4" fmla="*/ 33447 w 379930"/>
                <a:gd name="connsiteY4" fmla="*/ 256468 h 410788"/>
                <a:gd name="connsiteX5" fmla="*/ 236445 w 379930"/>
                <a:gd name="connsiteY5" fmla="*/ 14220 h 410788"/>
                <a:gd name="connsiteX6" fmla="*/ 290135 w 379930"/>
                <a:gd name="connsiteY6" fmla="*/ 7521 h 410788"/>
                <a:gd name="connsiteX7" fmla="*/ 363474 w 379930"/>
                <a:gd name="connsiteY7" fmla="*/ 60566 h 410788"/>
                <a:gd name="connsiteX8" fmla="*/ 372411 w 379930"/>
                <a:gd name="connsiteY8" fmla="*/ 115990 h 410788"/>
                <a:gd name="connsiteX9" fmla="*/ 370669 w 379930"/>
                <a:gd name="connsiteY9" fmla="*/ 118225 h 410788"/>
                <a:gd name="connsiteX10" fmla="*/ 159384 w 379930"/>
                <a:gd name="connsiteY10" fmla="*/ 370249 h 410788"/>
                <a:gd name="connsiteX11" fmla="*/ 140131 w 379930"/>
                <a:gd name="connsiteY11" fmla="*/ 382803 h 410788"/>
                <a:gd name="connsiteX12" fmla="*/ 50814 w 379930"/>
                <a:gd name="connsiteY12" fmla="*/ 409002 h 410788"/>
                <a:gd name="connsiteX13" fmla="*/ 39699 w 379930"/>
                <a:gd name="connsiteY13" fmla="*/ 410789 h 410788"/>
                <a:gd name="connsiteX14" fmla="*/ 99939 w 379930"/>
                <a:gd name="connsiteY14" fmla="*/ 300780 h 410788"/>
                <a:gd name="connsiteX15" fmla="*/ 96614 w 379930"/>
                <a:gd name="connsiteY15" fmla="*/ 312986 h 410788"/>
                <a:gd name="connsiteX16" fmla="*/ 106240 w 379930"/>
                <a:gd name="connsiteY16" fmla="*/ 310158 h 410788"/>
                <a:gd name="connsiteX17" fmla="*/ 282444 w 379930"/>
                <a:gd name="connsiteY17" fmla="*/ 99915 h 410788"/>
                <a:gd name="connsiteX18" fmla="*/ 273562 w 379930"/>
                <a:gd name="connsiteY18" fmla="*/ 93514 h 41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930" h="410788">
                  <a:moveTo>
                    <a:pt x="39699" y="410789"/>
                  </a:moveTo>
                  <a:cubicBezTo>
                    <a:pt x="17775" y="410790"/>
                    <a:pt x="1" y="393018"/>
                    <a:pt x="0" y="371095"/>
                  </a:cubicBezTo>
                  <a:cubicBezTo>
                    <a:pt x="-1" y="367574"/>
                    <a:pt x="467" y="364069"/>
                    <a:pt x="1392" y="360672"/>
                  </a:cubicBezTo>
                  <a:lnTo>
                    <a:pt x="25607" y="271354"/>
                  </a:lnTo>
                  <a:cubicBezTo>
                    <a:pt x="27112" y="265883"/>
                    <a:pt x="29787" y="260805"/>
                    <a:pt x="33447" y="256468"/>
                  </a:cubicBezTo>
                  <a:lnTo>
                    <a:pt x="236445" y="14220"/>
                  </a:lnTo>
                  <a:cubicBezTo>
                    <a:pt x="249813" y="-1752"/>
                    <a:pt x="273254" y="-4677"/>
                    <a:pt x="290135" y="7521"/>
                  </a:cubicBezTo>
                  <a:lnTo>
                    <a:pt x="363474" y="60566"/>
                  </a:lnTo>
                  <a:cubicBezTo>
                    <a:pt x="381249" y="73404"/>
                    <a:pt x="385248" y="98217"/>
                    <a:pt x="372411" y="115990"/>
                  </a:cubicBezTo>
                  <a:cubicBezTo>
                    <a:pt x="371855" y="116755"/>
                    <a:pt x="371275" y="117501"/>
                    <a:pt x="370669" y="118225"/>
                  </a:cubicBezTo>
                  <a:lnTo>
                    <a:pt x="159384" y="370249"/>
                  </a:lnTo>
                  <a:cubicBezTo>
                    <a:pt x="154363" y="376258"/>
                    <a:pt x="147659" y="380630"/>
                    <a:pt x="140131" y="382803"/>
                  </a:cubicBezTo>
                  <a:lnTo>
                    <a:pt x="50814" y="409002"/>
                  </a:lnTo>
                  <a:cubicBezTo>
                    <a:pt x="47217" y="410129"/>
                    <a:pt x="43471" y="410731"/>
                    <a:pt x="39699" y="410789"/>
                  </a:cubicBezTo>
                  <a:close/>
                  <a:moveTo>
                    <a:pt x="99939" y="300780"/>
                  </a:moveTo>
                  <a:lnTo>
                    <a:pt x="96614" y="312986"/>
                  </a:lnTo>
                  <a:lnTo>
                    <a:pt x="106240" y="310158"/>
                  </a:lnTo>
                  <a:lnTo>
                    <a:pt x="282444" y="99915"/>
                  </a:lnTo>
                  <a:lnTo>
                    <a:pt x="273562" y="9351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096884FC-E0B5-6A44-B8C0-D32D30AB4766}"/>
                </a:ext>
              </a:extLst>
            </p:cNvPr>
            <p:cNvSpPr/>
            <p:nvPr/>
          </p:nvSpPr>
          <p:spPr>
            <a:xfrm>
              <a:off x="8218925" y="1694371"/>
              <a:ext cx="276883" cy="79393"/>
            </a:xfrm>
            <a:custGeom>
              <a:avLst/>
              <a:gdLst>
                <a:gd name="connsiteX0" fmla="*/ 237187 w 276883"/>
                <a:gd name="connsiteY0" fmla="*/ 79393 h 79393"/>
                <a:gd name="connsiteX1" fmla="*/ 39697 w 276883"/>
                <a:gd name="connsiteY1" fmla="*/ 79393 h 79393"/>
                <a:gd name="connsiteX2" fmla="*/ 0 w 276883"/>
                <a:gd name="connsiteY2" fmla="*/ 39697 h 79393"/>
                <a:gd name="connsiteX3" fmla="*/ 39697 w 276883"/>
                <a:gd name="connsiteY3" fmla="*/ 0 h 79393"/>
                <a:gd name="connsiteX4" fmla="*/ 237187 w 276883"/>
                <a:gd name="connsiteY4" fmla="*/ 0 h 79393"/>
                <a:gd name="connsiteX5" fmla="*/ 276884 w 276883"/>
                <a:gd name="connsiteY5" fmla="*/ 39697 h 79393"/>
                <a:gd name="connsiteX6" fmla="*/ 237187 w 2768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883" h="79393">
                  <a:moveTo>
                    <a:pt x="23718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7187" y="0"/>
                  </a:lnTo>
                  <a:cubicBezTo>
                    <a:pt x="259111" y="0"/>
                    <a:pt x="276884" y="17773"/>
                    <a:pt x="276884" y="39697"/>
                  </a:cubicBezTo>
                  <a:cubicBezTo>
                    <a:pt x="276884" y="61620"/>
                    <a:pt x="259111" y="79393"/>
                    <a:pt x="23718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5B2C472-CFC6-7A4B-A9AD-5CA151C25CB6}"/>
                </a:ext>
              </a:extLst>
            </p:cNvPr>
            <p:cNvSpPr/>
            <p:nvPr/>
          </p:nvSpPr>
          <p:spPr>
            <a:xfrm>
              <a:off x="8218925" y="1798574"/>
              <a:ext cx="276883" cy="79393"/>
            </a:xfrm>
            <a:custGeom>
              <a:avLst/>
              <a:gdLst>
                <a:gd name="connsiteX0" fmla="*/ 237187 w 276883"/>
                <a:gd name="connsiteY0" fmla="*/ 79393 h 79393"/>
                <a:gd name="connsiteX1" fmla="*/ 39697 w 276883"/>
                <a:gd name="connsiteY1" fmla="*/ 79393 h 79393"/>
                <a:gd name="connsiteX2" fmla="*/ 0 w 276883"/>
                <a:gd name="connsiteY2" fmla="*/ 39697 h 79393"/>
                <a:gd name="connsiteX3" fmla="*/ 39697 w 276883"/>
                <a:gd name="connsiteY3" fmla="*/ 0 h 79393"/>
                <a:gd name="connsiteX4" fmla="*/ 237187 w 276883"/>
                <a:gd name="connsiteY4" fmla="*/ 0 h 79393"/>
                <a:gd name="connsiteX5" fmla="*/ 276884 w 276883"/>
                <a:gd name="connsiteY5" fmla="*/ 39697 h 79393"/>
                <a:gd name="connsiteX6" fmla="*/ 237187 w 27688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883" h="79393">
                  <a:moveTo>
                    <a:pt x="237187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37187" y="0"/>
                  </a:lnTo>
                  <a:cubicBezTo>
                    <a:pt x="259111" y="0"/>
                    <a:pt x="276884" y="17773"/>
                    <a:pt x="276884" y="39697"/>
                  </a:cubicBezTo>
                  <a:cubicBezTo>
                    <a:pt x="276884" y="61620"/>
                    <a:pt x="259111" y="79393"/>
                    <a:pt x="23718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2CA6BB8-8A5E-6542-842B-8D4B82666F37}"/>
                </a:ext>
              </a:extLst>
            </p:cNvPr>
            <p:cNvSpPr/>
            <p:nvPr/>
          </p:nvSpPr>
          <p:spPr>
            <a:xfrm>
              <a:off x="8214013" y="1904366"/>
              <a:ext cx="519975" cy="79393"/>
            </a:xfrm>
            <a:custGeom>
              <a:avLst/>
              <a:gdLst>
                <a:gd name="connsiteX0" fmla="*/ 480279 w 519975"/>
                <a:gd name="connsiteY0" fmla="*/ 79393 h 79393"/>
                <a:gd name="connsiteX1" fmla="*/ 39697 w 519975"/>
                <a:gd name="connsiteY1" fmla="*/ 79393 h 79393"/>
                <a:gd name="connsiteX2" fmla="*/ 0 w 519975"/>
                <a:gd name="connsiteY2" fmla="*/ 39697 h 79393"/>
                <a:gd name="connsiteX3" fmla="*/ 39697 w 519975"/>
                <a:gd name="connsiteY3" fmla="*/ 0 h 79393"/>
                <a:gd name="connsiteX4" fmla="*/ 480279 w 519975"/>
                <a:gd name="connsiteY4" fmla="*/ 0 h 79393"/>
                <a:gd name="connsiteX5" fmla="*/ 519976 w 519975"/>
                <a:gd name="connsiteY5" fmla="*/ 39697 h 79393"/>
                <a:gd name="connsiteX6" fmla="*/ 480279 w 5199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975" h="79393">
                  <a:moveTo>
                    <a:pt x="480279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80279" y="0"/>
                  </a:lnTo>
                  <a:cubicBezTo>
                    <a:pt x="502202" y="0"/>
                    <a:pt x="519976" y="17774"/>
                    <a:pt x="519976" y="39697"/>
                  </a:cubicBezTo>
                  <a:cubicBezTo>
                    <a:pt x="519976" y="61619"/>
                    <a:pt x="502202" y="79393"/>
                    <a:pt x="48027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A8695C98-00DA-0248-B363-BFFF882B292B}"/>
              </a:ext>
            </a:extLst>
          </p:cNvPr>
          <p:cNvGrpSpPr>
            <a:grpSpLocks noChangeAspect="1"/>
          </p:cNvGrpSpPr>
          <p:nvPr/>
        </p:nvGrpSpPr>
        <p:grpSpPr>
          <a:xfrm>
            <a:off x="6829765" y="1424770"/>
            <a:ext cx="699652" cy="824955"/>
            <a:chOff x="6829765" y="1424770"/>
            <a:chExt cx="699652" cy="824955"/>
          </a:xfrm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DE9848D-D673-BE41-B300-AFF0DBB81DB0}"/>
                </a:ext>
              </a:extLst>
            </p:cNvPr>
            <p:cNvSpPr/>
            <p:nvPr/>
          </p:nvSpPr>
          <p:spPr>
            <a:xfrm>
              <a:off x="7075598" y="1597504"/>
              <a:ext cx="116473" cy="319713"/>
            </a:xfrm>
            <a:custGeom>
              <a:avLst/>
              <a:gdLst>
                <a:gd name="connsiteX0" fmla="*/ 76702 w 116473"/>
                <a:gd name="connsiteY0" fmla="*/ 319714 h 319713"/>
                <a:gd name="connsiteX1" fmla="*/ 37551 w 116473"/>
                <a:gd name="connsiteY1" fmla="*/ 286071 h 319713"/>
                <a:gd name="connsiteX2" fmla="*/ 335 w 116473"/>
                <a:gd name="connsiteY2" fmla="*/ 44815 h 319713"/>
                <a:gd name="connsiteX3" fmla="*/ 34587 w 116473"/>
                <a:gd name="connsiteY3" fmla="*/ 335 h 319713"/>
                <a:gd name="connsiteX4" fmla="*/ 78786 w 116473"/>
                <a:gd name="connsiteY4" fmla="*/ 32757 h 319713"/>
                <a:gd name="connsiteX5" fmla="*/ 116001 w 116473"/>
                <a:gd name="connsiteY5" fmla="*/ 273964 h 319713"/>
                <a:gd name="connsiteX6" fmla="*/ 82840 w 116473"/>
                <a:gd name="connsiteY6" fmla="*/ 319262 h 319713"/>
                <a:gd name="connsiteX7" fmla="*/ 82805 w 116473"/>
                <a:gd name="connsiteY7" fmla="*/ 319267 h 319713"/>
                <a:gd name="connsiteX8" fmla="*/ 76702 w 116473"/>
                <a:gd name="connsiteY8" fmla="*/ 319714 h 319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473" h="319713">
                  <a:moveTo>
                    <a:pt x="76702" y="319714"/>
                  </a:moveTo>
                  <a:cubicBezTo>
                    <a:pt x="57146" y="319674"/>
                    <a:pt x="40533" y="305398"/>
                    <a:pt x="37551" y="286071"/>
                  </a:cubicBezTo>
                  <a:lnTo>
                    <a:pt x="335" y="44815"/>
                  </a:lnTo>
                  <a:cubicBezTo>
                    <a:pt x="-2490" y="23074"/>
                    <a:pt x="12845" y="3160"/>
                    <a:pt x="34587" y="335"/>
                  </a:cubicBezTo>
                  <a:cubicBezTo>
                    <a:pt x="55614" y="-2397"/>
                    <a:pt x="75077" y="11879"/>
                    <a:pt x="78786" y="32757"/>
                  </a:cubicBezTo>
                  <a:lnTo>
                    <a:pt x="116001" y="273964"/>
                  </a:lnTo>
                  <a:cubicBezTo>
                    <a:pt x="119353" y="295629"/>
                    <a:pt x="104506" y="315913"/>
                    <a:pt x="82840" y="319262"/>
                  </a:cubicBezTo>
                  <a:cubicBezTo>
                    <a:pt x="82828" y="319262"/>
                    <a:pt x="82816" y="319267"/>
                    <a:pt x="82805" y="319267"/>
                  </a:cubicBezTo>
                  <a:cubicBezTo>
                    <a:pt x="80784" y="319565"/>
                    <a:pt x="78744" y="319714"/>
                    <a:pt x="76702" y="3197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D6336D3-3723-B04B-8199-6F4779C8F7BC}"/>
                </a:ext>
              </a:extLst>
            </p:cNvPr>
            <p:cNvSpPr/>
            <p:nvPr/>
          </p:nvSpPr>
          <p:spPr>
            <a:xfrm>
              <a:off x="7049421" y="1424770"/>
              <a:ext cx="101309" cy="221568"/>
            </a:xfrm>
            <a:custGeom>
              <a:avLst/>
              <a:gdLst>
                <a:gd name="connsiteX0" fmla="*/ 61545 w 101309"/>
                <a:gd name="connsiteY0" fmla="*/ 221568 h 221568"/>
                <a:gd name="connsiteX1" fmla="*/ 22394 w 101309"/>
                <a:gd name="connsiteY1" fmla="*/ 187925 h 221568"/>
                <a:gd name="connsiteX2" fmla="*/ 362 w 101309"/>
                <a:gd name="connsiteY2" fmla="*/ 45018 h 221568"/>
                <a:gd name="connsiteX3" fmla="*/ 34384 w 101309"/>
                <a:gd name="connsiteY3" fmla="*/ 362 h 221568"/>
                <a:gd name="connsiteX4" fmla="*/ 78813 w 101309"/>
                <a:gd name="connsiteY4" fmla="*/ 32910 h 221568"/>
                <a:gd name="connsiteX5" fmla="*/ 100844 w 101309"/>
                <a:gd name="connsiteY5" fmla="*/ 175818 h 221568"/>
                <a:gd name="connsiteX6" fmla="*/ 67648 w 101309"/>
                <a:gd name="connsiteY6" fmla="*/ 221072 h 221568"/>
                <a:gd name="connsiteX7" fmla="*/ 61545 w 101309"/>
                <a:gd name="connsiteY7" fmla="*/ 221568 h 22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309" h="221568">
                  <a:moveTo>
                    <a:pt x="61545" y="221568"/>
                  </a:moveTo>
                  <a:cubicBezTo>
                    <a:pt x="41989" y="221528"/>
                    <a:pt x="25376" y="207252"/>
                    <a:pt x="22394" y="187925"/>
                  </a:cubicBezTo>
                  <a:lnTo>
                    <a:pt x="362" y="45018"/>
                  </a:lnTo>
                  <a:cubicBezTo>
                    <a:pt x="-2574" y="23291"/>
                    <a:pt x="12658" y="3298"/>
                    <a:pt x="34384" y="362"/>
                  </a:cubicBezTo>
                  <a:cubicBezTo>
                    <a:pt x="55536" y="-2497"/>
                    <a:pt x="75162" y="11881"/>
                    <a:pt x="78813" y="32910"/>
                  </a:cubicBezTo>
                  <a:lnTo>
                    <a:pt x="100844" y="175818"/>
                  </a:lnTo>
                  <a:cubicBezTo>
                    <a:pt x="104168" y="197480"/>
                    <a:pt x="89308" y="217737"/>
                    <a:pt x="67648" y="221072"/>
                  </a:cubicBezTo>
                  <a:cubicBezTo>
                    <a:pt x="65632" y="221409"/>
                    <a:pt x="63590" y="221575"/>
                    <a:pt x="61545" y="2215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8B3F0C7C-A908-774D-8D9A-EA6E6AEA445A}"/>
                </a:ext>
              </a:extLst>
            </p:cNvPr>
            <p:cNvSpPr/>
            <p:nvPr/>
          </p:nvSpPr>
          <p:spPr>
            <a:xfrm>
              <a:off x="6829765" y="1571808"/>
              <a:ext cx="699652" cy="79393"/>
            </a:xfrm>
            <a:custGeom>
              <a:avLst/>
              <a:gdLst>
                <a:gd name="connsiteX0" fmla="*/ 659956 w 699652"/>
                <a:gd name="connsiteY0" fmla="*/ 79393 h 79393"/>
                <a:gd name="connsiteX1" fmla="*/ 39697 w 699652"/>
                <a:gd name="connsiteY1" fmla="*/ 79393 h 79393"/>
                <a:gd name="connsiteX2" fmla="*/ 0 w 699652"/>
                <a:gd name="connsiteY2" fmla="*/ 39697 h 79393"/>
                <a:gd name="connsiteX3" fmla="*/ 39697 w 699652"/>
                <a:gd name="connsiteY3" fmla="*/ 0 h 79393"/>
                <a:gd name="connsiteX4" fmla="*/ 659956 w 699652"/>
                <a:gd name="connsiteY4" fmla="*/ 0 h 79393"/>
                <a:gd name="connsiteX5" fmla="*/ 699653 w 699652"/>
                <a:gd name="connsiteY5" fmla="*/ 39697 h 79393"/>
                <a:gd name="connsiteX6" fmla="*/ 659956 w 69965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9652" h="79393">
                  <a:moveTo>
                    <a:pt x="65995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59956" y="0"/>
                  </a:lnTo>
                  <a:cubicBezTo>
                    <a:pt x="681878" y="0"/>
                    <a:pt x="699653" y="17773"/>
                    <a:pt x="699653" y="39697"/>
                  </a:cubicBezTo>
                  <a:cubicBezTo>
                    <a:pt x="699653" y="61620"/>
                    <a:pt x="681878" y="79393"/>
                    <a:pt x="65995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89E9537D-25A1-A147-A57F-9C8E5886FAFB}"/>
                </a:ext>
              </a:extLst>
            </p:cNvPr>
            <p:cNvSpPr/>
            <p:nvPr/>
          </p:nvSpPr>
          <p:spPr>
            <a:xfrm>
              <a:off x="6896762" y="1577002"/>
              <a:ext cx="571750" cy="672723"/>
            </a:xfrm>
            <a:custGeom>
              <a:avLst/>
              <a:gdLst>
                <a:gd name="connsiteX0" fmla="*/ 430748 w 571750"/>
                <a:gd name="connsiteY0" fmla="*/ 672723 h 672723"/>
                <a:gd name="connsiteX1" fmla="*/ 137490 w 571750"/>
                <a:gd name="connsiteY1" fmla="*/ 672723 h 672723"/>
                <a:gd name="connsiteX2" fmla="*/ 61719 w 571750"/>
                <a:gd name="connsiteY2" fmla="*/ 604743 h 672723"/>
                <a:gd name="connsiteX3" fmla="*/ 239 w 571750"/>
                <a:gd name="connsiteY3" fmla="*/ 44029 h 672723"/>
                <a:gd name="connsiteX4" fmla="*/ 35395 w 571750"/>
                <a:gd name="connsiteY4" fmla="*/ 239 h 672723"/>
                <a:gd name="connsiteX5" fmla="*/ 79185 w 571750"/>
                <a:gd name="connsiteY5" fmla="*/ 35395 h 672723"/>
                <a:gd name="connsiteX6" fmla="*/ 140318 w 571750"/>
                <a:gd name="connsiteY6" fmla="*/ 593330 h 672723"/>
                <a:gd name="connsiteX7" fmla="*/ 420675 w 571750"/>
                <a:gd name="connsiteY7" fmla="*/ 593330 h 672723"/>
                <a:gd name="connsiteX8" fmla="*/ 492774 w 571750"/>
                <a:gd name="connsiteY8" fmla="*/ 50678 h 672723"/>
                <a:gd name="connsiteX9" fmla="*/ 537815 w 571750"/>
                <a:gd name="connsiteY9" fmla="*/ 17164 h 672723"/>
                <a:gd name="connsiteX10" fmla="*/ 571473 w 571750"/>
                <a:gd name="connsiteY10" fmla="*/ 61099 h 672723"/>
                <a:gd name="connsiteX11" fmla="*/ 498977 w 571750"/>
                <a:gd name="connsiteY11" fmla="*/ 606529 h 672723"/>
                <a:gd name="connsiteX12" fmla="*/ 430748 w 571750"/>
                <a:gd name="connsiteY12" fmla="*/ 672723 h 67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750" h="672723">
                  <a:moveTo>
                    <a:pt x="430748" y="672723"/>
                  </a:moveTo>
                  <a:lnTo>
                    <a:pt x="137490" y="672723"/>
                  </a:lnTo>
                  <a:cubicBezTo>
                    <a:pt x="98576" y="672748"/>
                    <a:pt x="65902" y="643432"/>
                    <a:pt x="61719" y="604743"/>
                  </a:cubicBezTo>
                  <a:lnTo>
                    <a:pt x="239" y="44029"/>
                  </a:lnTo>
                  <a:cubicBezTo>
                    <a:pt x="-2145" y="22229"/>
                    <a:pt x="13595" y="2623"/>
                    <a:pt x="35395" y="239"/>
                  </a:cubicBezTo>
                  <a:cubicBezTo>
                    <a:pt x="57195" y="-2145"/>
                    <a:pt x="76801" y="13595"/>
                    <a:pt x="79185" y="35395"/>
                  </a:cubicBezTo>
                  <a:lnTo>
                    <a:pt x="140318" y="593330"/>
                  </a:lnTo>
                  <a:lnTo>
                    <a:pt x="420675" y="593330"/>
                  </a:lnTo>
                  <a:lnTo>
                    <a:pt x="492774" y="50678"/>
                  </a:lnTo>
                  <a:cubicBezTo>
                    <a:pt x="495955" y="28987"/>
                    <a:pt x="516121" y="13982"/>
                    <a:pt x="537815" y="17164"/>
                  </a:cubicBezTo>
                  <a:cubicBezTo>
                    <a:pt x="559078" y="20284"/>
                    <a:pt x="573994" y="39757"/>
                    <a:pt x="571473" y="61099"/>
                  </a:cubicBezTo>
                  <a:lnTo>
                    <a:pt x="498977" y="606529"/>
                  </a:lnTo>
                  <a:cubicBezTo>
                    <a:pt x="492477" y="655306"/>
                    <a:pt x="459479" y="672723"/>
                    <a:pt x="430748" y="6727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B9433DE6-7CBC-8E43-BD9D-4A482F00334E}"/>
                </a:ext>
              </a:extLst>
            </p:cNvPr>
            <p:cNvSpPr/>
            <p:nvPr/>
          </p:nvSpPr>
          <p:spPr>
            <a:xfrm>
              <a:off x="7238392" y="1845255"/>
              <a:ext cx="79393" cy="79405"/>
            </a:xfrm>
            <a:custGeom>
              <a:avLst/>
              <a:gdLst>
                <a:gd name="connsiteX0" fmla="*/ 39697 w 79393"/>
                <a:gd name="connsiteY0" fmla="*/ 79405 h 79405"/>
                <a:gd name="connsiteX1" fmla="*/ 31906 w 79393"/>
                <a:gd name="connsiteY1" fmla="*/ 78611 h 79405"/>
                <a:gd name="connsiteX2" fmla="*/ 24513 w 79393"/>
                <a:gd name="connsiteY2" fmla="*/ 76329 h 79405"/>
                <a:gd name="connsiteX3" fmla="*/ 17665 w 79393"/>
                <a:gd name="connsiteY3" fmla="*/ 72707 h 79405"/>
                <a:gd name="connsiteX4" fmla="*/ 11611 w 79393"/>
                <a:gd name="connsiteY4" fmla="*/ 67745 h 79405"/>
                <a:gd name="connsiteX5" fmla="*/ 0 w 79393"/>
                <a:gd name="connsiteY5" fmla="*/ 39709 h 79405"/>
                <a:gd name="connsiteX6" fmla="*/ 744 w 79393"/>
                <a:gd name="connsiteY6" fmla="*/ 31918 h 79405"/>
                <a:gd name="connsiteX7" fmla="*/ 3027 w 79393"/>
                <a:gd name="connsiteY7" fmla="*/ 24525 h 79405"/>
                <a:gd name="connsiteX8" fmla="*/ 6699 w 79393"/>
                <a:gd name="connsiteY8" fmla="*/ 17628 h 79405"/>
                <a:gd name="connsiteX9" fmla="*/ 11661 w 79393"/>
                <a:gd name="connsiteY9" fmla="*/ 11624 h 79405"/>
                <a:gd name="connsiteX10" fmla="*/ 17715 w 79393"/>
                <a:gd name="connsiteY10" fmla="*/ 6661 h 79405"/>
                <a:gd name="connsiteX11" fmla="*/ 24562 w 79393"/>
                <a:gd name="connsiteY11" fmla="*/ 3039 h 79405"/>
                <a:gd name="connsiteX12" fmla="*/ 31956 w 79393"/>
                <a:gd name="connsiteY12" fmla="*/ 757 h 79405"/>
                <a:gd name="connsiteX13" fmla="*/ 67732 w 79393"/>
                <a:gd name="connsiteY13" fmla="*/ 11624 h 79405"/>
                <a:gd name="connsiteX14" fmla="*/ 72694 w 79393"/>
                <a:gd name="connsiteY14" fmla="*/ 17628 h 79405"/>
                <a:gd name="connsiteX15" fmla="*/ 76317 w 79393"/>
                <a:gd name="connsiteY15" fmla="*/ 24525 h 79405"/>
                <a:gd name="connsiteX16" fmla="*/ 78599 w 79393"/>
                <a:gd name="connsiteY16" fmla="*/ 31918 h 79405"/>
                <a:gd name="connsiteX17" fmla="*/ 79393 w 79393"/>
                <a:gd name="connsiteY17" fmla="*/ 39709 h 79405"/>
                <a:gd name="connsiteX18" fmla="*/ 67732 w 79393"/>
                <a:gd name="connsiteY18" fmla="*/ 67745 h 79405"/>
                <a:gd name="connsiteX19" fmla="*/ 61728 w 79393"/>
                <a:gd name="connsiteY19" fmla="*/ 72707 h 79405"/>
                <a:gd name="connsiteX20" fmla="*/ 54881 w 79393"/>
                <a:gd name="connsiteY20" fmla="*/ 76329 h 79405"/>
                <a:gd name="connsiteX21" fmla="*/ 39697 w 79393"/>
                <a:gd name="connsiteY21" fmla="*/ 79405 h 7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393" h="79405">
                  <a:moveTo>
                    <a:pt x="39697" y="79405"/>
                  </a:moveTo>
                  <a:cubicBezTo>
                    <a:pt x="37082" y="79386"/>
                    <a:pt x="34472" y="79123"/>
                    <a:pt x="31906" y="78611"/>
                  </a:cubicBezTo>
                  <a:cubicBezTo>
                    <a:pt x="29371" y="78100"/>
                    <a:pt x="26894" y="77336"/>
                    <a:pt x="24513" y="76329"/>
                  </a:cubicBezTo>
                  <a:cubicBezTo>
                    <a:pt x="22121" y="75342"/>
                    <a:pt x="19828" y="74126"/>
                    <a:pt x="17665" y="72707"/>
                  </a:cubicBezTo>
                  <a:cubicBezTo>
                    <a:pt x="15497" y="71243"/>
                    <a:pt x="13472" y="69585"/>
                    <a:pt x="11611" y="67745"/>
                  </a:cubicBezTo>
                  <a:cubicBezTo>
                    <a:pt x="4183" y="60306"/>
                    <a:pt x="5" y="50223"/>
                    <a:pt x="0" y="39709"/>
                  </a:cubicBezTo>
                  <a:cubicBezTo>
                    <a:pt x="0" y="37094"/>
                    <a:pt x="249" y="34486"/>
                    <a:pt x="744" y="31918"/>
                  </a:cubicBezTo>
                  <a:cubicBezTo>
                    <a:pt x="1279" y="29390"/>
                    <a:pt x="2043" y="26915"/>
                    <a:pt x="3027" y="24525"/>
                  </a:cubicBezTo>
                  <a:cubicBezTo>
                    <a:pt x="4019" y="22111"/>
                    <a:pt x="5250" y="19801"/>
                    <a:pt x="6699" y="17628"/>
                  </a:cubicBezTo>
                  <a:cubicBezTo>
                    <a:pt x="8158" y="15472"/>
                    <a:pt x="9820" y="13461"/>
                    <a:pt x="11661" y="11624"/>
                  </a:cubicBezTo>
                  <a:cubicBezTo>
                    <a:pt x="13507" y="9770"/>
                    <a:pt x="15536" y="8107"/>
                    <a:pt x="17715" y="6661"/>
                  </a:cubicBezTo>
                  <a:cubicBezTo>
                    <a:pt x="19878" y="5240"/>
                    <a:pt x="22171" y="4027"/>
                    <a:pt x="24562" y="3039"/>
                  </a:cubicBezTo>
                  <a:cubicBezTo>
                    <a:pt x="26944" y="2032"/>
                    <a:pt x="29420" y="1268"/>
                    <a:pt x="31956" y="757"/>
                  </a:cubicBezTo>
                  <a:cubicBezTo>
                    <a:pt x="44946" y="-1816"/>
                    <a:pt x="58364" y="2260"/>
                    <a:pt x="67732" y="11624"/>
                  </a:cubicBezTo>
                  <a:cubicBezTo>
                    <a:pt x="69573" y="13462"/>
                    <a:pt x="71236" y="15473"/>
                    <a:pt x="72694" y="17628"/>
                  </a:cubicBezTo>
                  <a:cubicBezTo>
                    <a:pt x="74123" y="19803"/>
                    <a:pt x="75339" y="22113"/>
                    <a:pt x="76317" y="24525"/>
                  </a:cubicBezTo>
                  <a:cubicBezTo>
                    <a:pt x="77324" y="26907"/>
                    <a:pt x="78088" y="29384"/>
                    <a:pt x="78599" y="31918"/>
                  </a:cubicBezTo>
                  <a:cubicBezTo>
                    <a:pt x="79110" y="34484"/>
                    <a:pt x="79378" y="37093"/>
                    <a:pt x="79393" y="39709"/>
                  </a:cubicBezTo>
                  <a:cubicBezTo>
                    <a:pt x="79349" y="50224"/>
                    <a:pt x="75161" y="60296"/>
                    <a:pt x="67732" y="67745"/>
                  </a:cubicBezTo>
                  <a:cubicBezTo>
                    <a:pt x="65891" y="69585"/>
                    <a:pt x="63882" y="71243"/>
                    <a:pt x="61728" y="72707"/>
                  </a:cubicBezTo>
                  <a:cubicBezTo>
                    <a:pt x="59555" y="74106"/>
                    <a:pt x="57262" y="75322"/>
                    <a:pt x="54881" y="76329"/>
                  </a:cubicBezTo>
                  <a:cubicBezTo>
                    <a:pt x="50072" y="78344"/>
                    <a:pt x="44912" y="79386"/>
                    <a:pt x="39697" y="7940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250DD569-DB8D-4340-A883-D21DDD31F0A9}"/>
                </a:ext>
              </a:extLst>
            </p:cNvPr>
            <p:cNvSpPr/>
            <p:nvPr/>
          </p:nvSpPr>
          <p:spPr>
            <a:xfrm>
              <a:off x="7191698" y="1951369"/>
              <a:ext cx="79391" cy="79437"/>
            </a:xfrm>
            <a:custGeom>
              <a:avLst/>
              <a:gdLst>
                <a:gd name="connsiteX0" fmla="*/ 39697 w 79391"/>
                <a:gd name="connsiteY0" fmla="*/ 79430 h 79437"/>
                <a:gd name="connsiteX1" fmla="*/ 31906 w 79391"/>
                <a:gd name="connsiteY1" fmla="*/ 78686 h 79437"/>
                <a:gd name="connsiteX2" fmla="*/ 24513 w 79391"/>
                <a:gd name="connsiteY2" fmla="*/ 76403 h 79437"/>
                <a:gd name="connsiteX3" fmla="*/ 17615 w 79391"/>
                <a:gd name="connsiteY3" fmla="*/ 72732 h 79437"/>
                <a:gd name="connsiteX4" fmla="*/ 11611 w 79391"/>
                <a:gd name="connsiteY4" fmla="*/ 67769 h 79437"/>
                <a:gd name="connsiteX5" fmla="*/ 0 w 79391"/>
                <a:gd name="connsiteY5" fmla="*/ 39734 h 79437"/>
                <a:gd name="connsiteX6" fmla="*/ 744 w 79391"/>
                <a:gd name="connsiteY6" fmla="*/ 31943 h 79437"/>
                <a:gd name="connsiteX7" fmla="*/ 3027 w 79391"/>
                <a:gd name="connsiteY7" fmla="*/ 24550 h 79437"/>
                <a:gd name="connsiteX8" fmla="*/ 6649 w 79391"/>
                <a:gd name="connsiteY8" fmla="*/ 17653 h 79437"/>
                <a:gd name="connsiteX9" fmla="*/ 24463 w 79391"/>
                <a:gd name="connsiteY9" fmla="*/ 3064 h 79437"/>
                <a:gd name="connsiteX10" fmla="*/ 31906 w 79391"/>
                <a:gd name="connsiteY10" fmla="*/ 782 h 79437"/>
                <a:gd name="connsiteX11" fmla="*/ 47437 w 79391"/>
                <a:gd name="connsiteY11" fmla="*/ 782 h 79437"/>
                <a:gd name="connsiteX12" fmla="*/ 54881 w 79391"/>
                <a:gd name="connsiteY12" fmla="*/ 3064 h 79437"/>
                <a:gd name="connsiteX13" fmla="*/ 67732 w 79391"/>
                <a:gd name="connsiteY13" fmla="*/ 11648 h 79437"/>
                <a:gd name="connsiteX14" fmla="*/ 72694 w 79391"/>
                <a:gd name="connsiteY14" fmla="*/ 17653 h 79437"/>
                <a:gd name="connsiteX15" fmla="*/ 76317 w 79391"/>
                <a:gd name="connsiteY15" fmla="*/ 24550 h 79437"/>
                <a:gd name="connsiteX16" fmla="*/ 78599 w 79391"/>
                <a:gd name="connsiteY16" fmla="*/ 31943 h 79437"/>
                <a:gd name="connsiteX17" fmla="*/ 78599 w 79391"/>
                <a:gd name="connsiteY17" fmla="*/ 47475 h 79437"/>
                <a:gd name="connsiteX18" fmla="*/ 76317 w 79391"/>
                <a:gd name="connsiteY18" fmla="*/ 54918 h 79437"/>
                <a:gd name="connsiteX19" fmla="*/ 72694 w 79391"/>
                <a:gd name="connsiteY19" fmla="*/ 61765 h 79437"/>
                <a:gd name="connsiteX20" fmla="*/ 67732 w 79391"/>
                <a:gd name="connsiteY20" fmla="*/ 67769 h 79437"/>
                <a:gd name="connsiteX21" fmla="*/ 61679 w 79391"/>
                <a:gd name="connsiteY21" fmla="*/ 72732 h 79437"/>
                <a:gd name="connsiteX22" fmla="*/ 54881 w 79391"/>
                <a:gd name="connsiteY22" fmla="*/ 76552 h 79437"/>
                <a:gd name="connsiteX23" fmla="*/ 47487 w 79391"/>
                <a:gd name="connsiteY23" fmla="*/ 78835 h 79437"/>
                <a:gd name="connsiteX24" fmla="*/ 39697 w 79391"/>
                <a:gd name="connsiteY24" fmla="*/ 79430 h 7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1" h="79437">
                  <a:moveTo>
                    <a:pt x="39697" y="79430"/>
                  </a:moveTo>
                  <a:cubicBezTo>
                    <a:pt x="37082" y="79430"/>
                    <a:pt x="34473" y="79182"/>
                    <a:pt x="31906" y="78686"/>
                  </a:cubicBezTo>
                  <a:cubicBezTo>
                    <a:pt x="29377" y="78150"/>
                    <a:pt x="26902" y="77386"/>
                    <a:pt x="24513" y="76403"/>
                  </a:cubicBezTo>
                  <a:cubicBezTo>
                    <a:pt x="22099" y="75411"/>
                    <a:pt x="19788" y="74180"/>
                    <a:pt x="17615" y="72732"/>
                  </a:cubicBezTo>
                  <a:cubicBezTo>
                    <a:pt x="15459" y="71273"/>
                    <a:pt x="13449" y="69610"/>
                    <a:pt x="11611" y="67769"/>
                  </a:cubicBezTo>
                  <a:cubicBezTo>
                    <a:pt x="4181" y="60331"/>
                    <a:pt x="5" y="50248"/>
                    <a:pt x="0" y="39734"/>
                  </a:cubicBezTo>
                  <a:cubicBezTo>
                    <a:pt x="0" y="37119"/>
                    <a:pt x="249" y="34509"/>
                    <a:pt x="744" y="31943"/>
                  </a:cubicBezTo>
                  <a:cubicBezTo>
                    <a:pt x="1256" y="29408"/>
                    <a:pt x="2021" y="26932"/>
                    <a:pt x="3027" y="24550"/>
                  </a:cubicBezTo>
                  <a:cubicBezTo>
                    <a:pt x="4025" y="22148"/>
                    <a:pt x="5237" y="19841"/>
                    <a:pt x="6649" y="17653"/>
                  </a:cubicBezTo>
                  <a:cubicBezTo>
                    <a:pt x="10989" y="11113"/>
                    <a:pt x="17196" y="6026"/>
                    <a:pt x="24463" y="3064"/>
                  </a:cubicBezTo>
                  <a:cubicBezTo>
                    <a:pt x="26865" y="2067"/>
                    <a:pt x="29357" y="1298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8" y="1298"/>
                    <a:pt x="52479" y="2067"/>
                    <a:pt x="54881" y="3064"/>
                  </a:cubicBezTo>
                  <a:cubicBezTo>
                    <a:pt x="59704" y="5019"/>
                    <a:pt x="64080" y="7937"/>
                    <a:pt x="67732" y="11648"/>
                  </a:cubicBezTo>
                  <a:cubicBezTo>
                    <a:pt x="69558" y="13499"/>
                    <a:pt x="71221" y="15509"/>
                    <a:pt x="72694" y="17653"/>
                  </a:cubicBezTo>
                  <a:cubicBezTo>
                    <a:pt x="74104" y="19841"/>
                    <a:pt x="75319" y="22148"/>
                    <a:pt x="76317" y="24550"/>
                  </a:cubicBezTo>
                  <a:cubicBezTo>
                    <a:pt x="77324" y="26932"/>
                    <a:pt x="78088" y="29408"/>
                    <a:pt x="78599" y="31943"/>
                  </a:cubicBezTo>
                  <a:cubicBezTo>
                    <a:pt x="79656" y="37064"/>
                    <a:pt x="79656" y="42354"/>
                    <a:pt x="78599" y="47475"/>
                  </a:cubicBezTo>
                  <a:cubicBezTo>
                    <a:pt x="78083" y="50025"/>
                    <a:pt x="77314" y="52516"/>
                    <a:pt x="76317" y="54918"/>
                  </a:cubicBezTo>
                  <a:cubicBezTo>
                    <a:pt x="75309" y="57300"/>
                    <a:pt x="74094" y="59592"/>
                    <a:pt x="72694" y="61765"/>
                  </a:cubicBezTo>
                  <a:cubicBezTo>
                    <a:pt x="71221" y="63909"/>
                    <a:pt x="69558" y="65919"/>
                    <a:pt x="67732" y="67769"/>
                  </a:cubicBezTo>
                  <a:cubicBezTo>
                    <a:pt x="65886" y="69625"/>
                    <a:pt x="63862" y="71288"/>
                    <a:pt x="61679" y="72732"/>
                  </a:cubicBezTo>
                  <a:cubicBezTo>
                    <a:pt x="59550" y="74235"/>
                    <a:pt x="57272" y="75515"/>
                    <a:pt x="54881" y="76552"/>
                  </a:cubicBezTo>
                  <a:cubicBezTo>
                    <a:pt x="52489" y="77535"/>
                    <a:pt x="50018" y="78299"/>
                    <a:pt x="47487" y="78835"/>
                  </a:cubicBezTo>
                  <a:cubicBezTo>
                    <a:pt x="44915" y="79281"/>
                    <a:pt x="42307" y="79480"/>
                    <a:pt x="39697" y="794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C9D4AA32-2DC3-ED4C-94BE-5F3633C80302}"/>
                </a:ext>
              </a:extLst>
            </p:cNvPr>
            <p:cNvSpPr/>
            <p:nvPr/>
          </p:nvSpPr>
          <p:spPr>
            <a:xfrm>
              <a:off x="7047798" y="1936383"/>
              <a:ext cx="79393" cy="79529"/>
            </a:xfrm>
            <a:custGeom>
              <a:avLst/>
              <a:gdLst>
                <a:gd name="connsiteX0" fmla="*/ 39697 w 79393"/>
                <a:gd name="connsiteY0" fmla="*/ 79530 h 79529"/>
                <a:gd name="connsiteX1" fmla="*/ 31906 w 79393"/>
                <a:gd name="connsiteY1" fmla="*/ 78785 h 79529"/>
                <a:gd name="connsiteX2" fmla="*/ 24513 w 79393"/>
                <a:gd name="connsiteY2" fmla="*/ 76503 h 79529"/>
                <a:gd name="connsiteX3" fmla="*/ 17615 w 79393"/>
                <a:gd name="connsiteY3" fmla="*/ 72880 h 79529"/>
                <a:gd name="connsiteX4" fmla="*/ 6649 w 79393"/>
                <a:gd name="connsiteY4" fmla="*/ 61765 h 79529"/>
                <a:gd name="connsiteX5" fmla="*/ 3027 w 79393"/>
                <a:gd name="connsiteY5" fmla="*/ 54918 h 79529"/>
                <a:gd name="connsiteX6" fmla="*/ 744 w 79393"/>
                <a:gd name="connsiteY6" fmla="*/ 47475 h 79529"/>
                <a:gd name="connsiteX7" fmla="*/ 744 w 79393"/>
                <a:gd name="connsiteY7" fmla="*/ 31943 h 79529"/>
                <a:gd name="connsiteX8" fmla="*/ 3027 w 79393"/>
                <a:gd name="connsiteY8" fmla="*/ 24500 h 79529"/>
                <a:gd name="connsiteX9" fmla="*/ 6649 w 79393"/>
                <a:gd name="connsiteY9" fmla="*/ 17653 h 79529"/>
                <a:gd name="connsiteX10" fmla="*/ 17615 w 79393"/>
                <a:gd name="connsiteY10" fmla="*/ 6686 h 79529"/>
                <a:gd name="connsiteX11" fmla="*/ 24463 w 79393"/>
                <a:gd name="connsiteY11" fmla="*/ 3064 h 79529"/>
                <a:gd name="connsiteX12" fmla="*/ 31906 w 79393"/>
                <a:gd name="connsiteY12" fmla="*/ 782 h 79529"/>
                <a:gd name="connsiteX13" fmla="*/ 47437 w 79393"/>
                <a:gd name="connsiteY13" fmla="*/ 782 h 79529"/>
                <a:gd name="connsiteX14" fmla="*/ 54881 w 79393"/>
                <a:gd name="connsiteY14" fmla="*/ 3064 h 79529"/>
                <a:gd name="connsiteX15" fmla="*/ 61728 w 79393"/>
                <a:gd name="connsiteY15" fmla="*/ 6686 h 79529"/>
                <a:gd name="connsiteX16" fmla="*/ 67732 w 79393"/>
                <a:gd name="connsiteY16" fmla="*/ 11648 h 79529"/>
                <a:gd name="connsiteX17" fmla="*/ 72694 w 79393"/>
                <a:gd name="connsiteY17" fmla="*/ 17653 h 79529"/>
                <a:gd name="connsiteX18" fmla="*/ 76317 w 79393"/>
                <a:gd name="connsiteY18" fmla="*/ 24500 h 79529"/>
                <a:gd name="connsiteX19" fmla="*/ 78599 w 79393"/>
                <a:gd name="connsiteY19" fmla="*/ 31943 h 79529"/>
                <a:gd name="connsiteX20" fmla="*/ 78599 w 79393"/>
                <a:gd name="connsiteY20" fmla="*/ 47475 h 79529"/>
                <a:gd name="connsiteX21" fmla="*/ 76317 w 79393"/>
                <a:gd name="connsiteY21" fmla="*/ 54918 h 79529"/>
                <a:gd name="connsiteX22" fmla="*/ 72694 w 79393"/>
                <a:gd name="connsiteY22" fmla="*/ 61765 h 79529"/>
                <a:gd name="connsiteX23" fmla="*/ 67732 w 79393"/>
                <a:gd name="connsiteY23" fmla="*/ 67769 h 79529"/>
                <a:gd name="connsiteX24" fmla="*/ 39697 w 79393"/>
                <a:gd name="connsiteY24" fmla="*/ 79530 h 7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393" h="79529">
                  <a:moveTo>
                    <a:pt x="39697" y="79530"/>
                  </a:moveTo>
                  <a:cubicBezTo>
                    <a:pt x="37082" y="79530"/>
                    <a:pt x="34474" y="79281"/>
                    <a:pt x="31906" y="78785"/>
                  </a:cubicBezTo>
                  <a:cubicBezTo>
                    <a:pt x="29372" y="78274"/>
                    <a:pt x="26894" y="77510"/>
                    <a:pt x="24513" y="76503"/>
                  </a:cubicBezTo>
                  <a:cubicBezTo>
                    <a:pt x="22110" y="75505"/>
                    <a:pt x="19801" y="74290"/>
                    <a:pt x="17615" y="72880"/>
                  </a:cubicBezTo>
                  <a:cubicBezTo>
                    <a:pt x="13284" y="69908"/>
                    <a:pt x="9562" y="66137"/>
                    <a:pt x="6649" y="61765"/>
                  </a:cubicBezTo>
                  <a:cubicBezTo>
                    <a:pt x="5248" y="59592"/>
                    <a:pt x="4036" y="57299"/>
                    <a:pt x="3027" y="54918"/>
                  </a:cubicBezTo>
                  <a:cubicBezTo>
                    <a:pt x="2049" y="52506"/>
                    <a:pt x="1286" y="50020"/>
                    <a:pt x="744" y="47475"/>
                  </a:cubicBezTo>
                  <a:cubicBezTo>
                    <a:pt x="-248" y="42344"/>
                    <a:pt x="-248" y="37074"/>
                    <a:pt x="744" y="31943"/>
                  </a:cubicBezTo>
                  <a:cubicBezTo>
                    <a:pt x="1286" y="29398"/>
                    <a:pt x="2049" y="26912"/>
                    <a:pt x="3027" y="24500"/>
                  </a:cubicBezTo>
                  <a:cubicBezTo>
                    <a:pt x="4036" y="22118"/>
                    <a:pt x="5248" y="19826"/>
                    <a:pt x="6649" y="17653"/>
                  </a:cubicBezTo>
                  <a:cubicBezTo>
                    <a:pt x="9577" y="13336"/>
                    <a:pt x="13298" y="9614"/>
                    <a:pt x="17615" y="6686"/>
                  </a:cubicBezTo>
                  <a:cubicBezTo>
                    <a:pt x="19790" y="5287"/>
                    <a:pt x="22081" y="4071"/>
                    <a:pt x="24463" y="3064"/>
                  </a:cubicBezTo>
                  <a:cubicBezTo>
                    <a:pt x="26873" y="2087"/>
                    <a:pt x="29363" y="1322"/>
                    <a:pt x="31906" y="782"/>
                  </a:cubicBezTo>
                  <a:cubicBezTo>
                    <a:pt x="37031" y="-261"/>
                    <a:pt x="42313" y="-261"/>
                    <a:pt x="47437" y="782"/>
                  </a:cubicBezTo>
                  <a:cubicBezTo>
                    <a:pt x="49980" y="1322"/>
                    <a:pt x="52471" y="2087"/>
                    <a:pt x="54881" y="3064"/>
                  </a:cubicBezTo>
                  <a:cubicBezTo>
                    <a:pt x="57263" y="4071"/>
                    <a:pt x="59554" y="5287"/>
                    <a:pt x="61728" y="6686"/>
                  </a:cubicBezTo>
                  <a:cubicBezTo>
                    <a:pt x="63871" y="8160"/>
                    <a:pt x="65880" y="9822"/>
                    <a:pt x="67732" y="11648"/>
                  </a:cubicBezTo>
                  <a:cubicBezTo>
                    <a:pt x="69574" y="13489"/>
                    <a:pt x="71235" y="15499"/>
                    <a:pt x="72694" y="17653"/>
                  </a:cubicBezTo>
                  <a:cubicBezTo>
                    <a:pt x="74096" y="19826"/>
                    <a:pt x="75307" y="22118"/>
                    <a:pt x="76317" y="24500"/>
                  </a:cubicBezTo>
                  <a:cubicBezTo>
                    <a:pt x="77317" y="26902"/>
                    <a:pt x="78081" y="29393"/>
                    <a:pt x="78599" y="31943"/>
                  </a:cubicBezTo>
                  <a:cubicBezTo>
                    <a:pt x="79658" y="37064"/>
                    <a:pt x="79658" y="42354"/>
                    <a:pt x="78599" y="47475"/>
                  </a:cubicBezTo>
                  <a:cubicBezTo>
                    <a:pt x="78081" y="50025"/>
                    <a:pt x="77317" y="52516"/>
                    <a:pt x="76317" y="54918"/>
                  </a:cubicBezTo>
                  <a:cubicBezTo>
                    <a:pt x="75307" y="57299"/>
                    <a:pt x="74096" y="59592"/>
                    <a:pt x="72694" y="61765"/>
                  </a:cubicBezTo>
                  <a:cubicBezTo>
                    <a:pt x="71235" y="63919"/>
                    <a:pt x="69574" y="65929"/>
                    <a:pt x="67732" y="67769"/>
                  </a:cubicBezTo>
                  <a:cubicBezTo>
                    <a:pt x="60318" y="75252"/>
                    <a:pt x="50232" y="79485"/>
                    <a:pt x="39697" y="795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03FF0BB-F8B9-8244-9CAA-6151D55B9BC5}"/>
                </a:ext>
              </a:extLst>
            </p:cNvPr>
            <p:cNvSpPr/>
            <p:nvPr/>
          </p:nvSpPr>
          <p:spPr>
            <a:xfrm>
              <a:off x="7221471" y="2060585"/>
              <a:ext cx="79343" cy="79386"/>
            </a:xfrm>
            <a:custGeom>
              <a:avLst/>
              <a:gdLst>
                <a:gd name="connsiteX0" fmla="*/ 39697 w 79343"/>
                <a:gd name="connsiteY0" fmla="*/ 79379 h 79386"/>
                <a:gd name="connsiteX1" fmla="*/ 31906 w 79343"/>
                <a:gd name="connsiteY1" fmla="*/ 78635 h 79386"/>
                <a:gd name="connsiteX2" fmla="*/ 24513 w 79343"/>
                <a:gd name="connsiteY2" fmla="*/ 76353 h 79386"/>
                <a:gd name="connsiteX3" fmla="*/ 17615 w 79343"/>
                <a:gd name="connsiteY3" fmla="*/ 72730 h 79386"/>
                <a:gd name="connsiteX4" fmla="*/ 11611 w 79343"/>
                <a:gd name="connsiteY4" fmla="*/ 67768 h 79386"/>
                <a:gd name="connsiteX5" fmla="*/ 6649 w 79343"/>
                <a:gd name="connsiteY5" fmla="*/ 61764 h 79386"/>
                <a:gd name="connsiteX6" fmla="*/ 3027 w 79343"/>
                <a:gd name="connsiteY6" fmla="*/ 54916 h 79386"/>
                <a:gd name="connsiteX7" fmla="*/ 744 w 79343"/>
                <a:gd name="connsiteY7" fmla="*/ 47473 h 79386"/>
                <a:gd name="connsiteX8" fmla="*/ 744 w 79343"/>
                <a:gd name="connsiteY8" fmla="*/ 31942 h 79386"/>
                <a:gd name="connsiteX9" fmla="*/ 3027 w 79343"/>
                <a:gd name="connsiteY9" fmla="*/ 24499 h 79386"/>
                <a:gd name="connsiteX10" fmla="*/ 6649 w 79343"/>
                <a:gd name="connsiteY10" fmla="*/ 17651 h 79386"/>
                <a:gd name="connsiteX11" fmla="*/ 11611 w 79343"/>
                <a:gd name="connsiteY11" fmla="*/ 11647 h 79386"/>
                <a:gd name="connsiteX12" fmla="*/ 17615 w 79343"/>
                <a:gd name="connsiteY12" fmla="*/ 6685 h 79386"/>
                <a:gd name="connsiteX13" fmla="*/ 24513 w 79343"/>
                <a:gd name="connsiteY13" fmla="*/ 3063 h 79386"/>
                <a:gd name="connsiteX14" fmla="*/ 54831 w 79343"/>
                <a:gd name="connsiteY14" fmla="*/ 3063 h 79386"/>
                <a:gd name="connsiteX15" fmla="*/ 61728 w 79343"/>
                <a:gd name="connsiteY15" fmla="*/ 6685 h 79386"/>
                <a:gd name="connsiteX16" fmla="*/ 67732 w 79343"/>
                <a:gd name="connsiteY16" fmla="*/ 11647 h 79386"/>
                <a:gd name="connsiteX17" fmla="*/ 72694 w 79343"/>
                <a:gd name="connsiteY17" fmla="*/ 17651 h 79386"/>
                <a:gd name="connsiteX18" fmla="*/ 76317 w 79343"/>
                <a:gd name="connsiteY18" fmla="*/ 24499 h 79386"/>
                <a:gd name="connsiteX19" fmla="*/ 78599 w 79343"/>
                <a:gd name="connsiteY19" fmla="*/ 31942 h 79386"/>
                <a:gd name="connsiteX20" fmla="*/ 78599 w 79343"/>
                <a:gd name="connsiteY20" fmla="*/ 47473 h 79386"/>
                <a:gd name="connsiteX21" fmla="*/ 76317 w 79343"/>
                <a:gd name="connsiteY21" fmla="*/ 54916 h 79386"/>
                <a:gd name="connsiteX22" fmla="*/ 72694 w 79343"/>
                <a:gd name="connsiteY22" fmla="*/ 61764 h 79386"/>
                <a:gd name="connsiteX23" fmla="*/ 67732 w 79343"/>
                <a:gd name="connsiteY23" fmla="*/ 67768 h 79386"/>
                <a:gd name="connsiteX24" fmla="*/ 61728 w 79343"/>
                <a:gd name="connsiteY24" fmla="*/ 72730 h 79386"/>
                <a:gd name="connsiteX25" fmla="*/ 54881 w 79343"/>
                <a:gd name="connsiteY25" fmla="*/ 76501 h 79386"/>
                <a:gd name="connsiteX26" fmla="*/ 47487 w 79343"/>
                <a:gd name="connsiteY26" fmla="*/ 78784 h 79386"/>
                <a:gd name="connsiteX27" fmla="*/ 39697 w 79343"/>
                <a:gd name="connsiteY27" fmla="*/ 79379 h 7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43" h="79386">
                  <a:moveTo>
                    <a:pt x="39697" y="79379"/>
                  </a:moveTo>
                  <a:cubicBezTo>
                    <a:pt x="37082" y="79379"/>
                    <a:pt x="34472" y="79131"/>
                    <a:pt x="31906" y="78635"/>
                  </a:cubicBezTo>
                  <a:cubicBezTo>
                    <a:pt x="29375" y="78099"/>
                    <a:pt x="26904" y="77335"/>
                    <a:pt x="24513" y="76353"/>
                  </a:cubicBezTo>
                  <a:cubicBezTo>
                    <a:pt x="22111" y="75355"/>
                    <a:pt x="19801" y="74140"/>
                    <a:pt x="17615" y="72730"/>
                  </a:cubicBezTo>
                  <a:cubicBezTo>
                    <a:pt x="15472" y="71257"/>
                    <a:pt x="13463" y="69594"/>
                    <a:pt x="11611" y="67768"/>
                  </a:cubicBezTo>
                  <a:cubicBezTo>
                    <a:pt x="9772" y="65927"/>
                    <a:pt x="8111" y="63918"/>
                    <a:pt x="6649" y="61764"/>
                  </a:cubicBezTo>
                  <a:cubicBezTo>
                    <a:pt x="5248" y="59591"/>
                    <a:pt x="4036" y="57298"/>
                    <a:pt x="3027" y="54916"/>
                  </a:cubicBezTo>
                  <a:cubicBezTo>
                    <a:pt x="2027" y="52515"/>
                    <a:pt x="1263" y="50024"/>
                    <a:pt x="744" y="47473"/>
                  </a:cubicBezTo>
                  <a:cubicBezTo>
                    <a:pt x="-248" y="42343"/>
                    <a:pt x="-248" y="37073"/>
                    <a:pt x="744" y="31942"/>
                  </a:cubicBezTo>
                  <a:cubicBezTo>
                    <a:pt x="1263" y="29392"/>
                    <a:pt x="2027" y="26901"/>
                    <a:pt x="3027" y="24499"/>
                  </a:cubicBezTo>
                  <a:cubicBezTo>
                    <a:pt x="4036" y="22117"/>
                    <a:pt x="5248" y="19825"/>
                    <a:pt x="6649" y="17651"/>
                  </a:cubicBezTo>
                  <a:cubicBezTo>
                    <a:pt x="8111" y="15498"/>
                    <a:pt x="9772" y="13488"/>
                    <a:pt x="11611" y="11647"/>
                  </a:cubicBezTo>
                  <a:cubicBezTo>
                    <a:pt x="13450" y="9806"/>
                    <a:pt x="15461" y="8144"/>
                    <a:pt x="17615" y="6685"/>
                  </a:cubicBezTo>
                  <a:cubicBezTo>
                    <a:pt x="19790" y="5256"/>
                    <a:pt x="22101" y="4040"/>
                    <a:pt x="24513" y="3063"/>
                  </a:cubicBezTo>
                  <a:cubicBezTo>
                    <a:pt x="34209" y="-1021"/>
                    <a:pt x="45135" y="-1021"/>
                    <a:pt x="54831" y="3063"/>
                  </a:cubicBezTo>
                  <a:cubicBezTo>
                    <a:pt x="57242" y="4040"/>
                    <a:pt x="59555" y="5256"/>
                    <a:pt x="61728" y="6685"/>
                  </a:cubicBezTo>
                  <a:cubicBezTo>
                    <a:pt x="63882" y="8144"/>
                    <a:pt x="65891" y="9806"/>
                    <a:pt x="67732" y="11647"/>
                  </a:cubicBezTo>
                  <a:cubicBezTo>
                    <a:pt x="69583" y="13473"/>
                    <a:pt x="71245" y="15488"/>
                    <a:pt x="72694" y="17651"/>
                  </a:cubicBezTo>
                  <a:cubicBezTo>
                    <a:pt x="74094" y="19825"/>
                    <a:pt x="75309" y="22117"/>
                    <a:pt x="76317" y="24499"/>
                  </a:cubicBezTo>
                  <a:cubicBezTo>
                    <a:pt x="77314" y="26901"/>
                    <a:pt x="78083" y="29392"/>
                    <a:pt x="78599" y="31942"/>
                  </a:cubicBezTo>
                  <a:cubicBezTo>
                    <a:pt x="79592" y="37073"/>
                    <a:pt x="79592" y="42343"/>
                    <a:pt x="78599" y="47473"/>
                  </a:cubicBezTo>
                  <a:cubicBezTo>
                    <a:pt x="78083" y="50024"/>
                    <a:pt x="77314" y="52515"/>
                    <a:pt x="76317" y="54916"/>
                  </a:cubicBezTo>
                  <a:cubicBezTo>
                    <a:pt x="75309" y="57298"/>
                    <a:pt x="74094" y="59591"/>
                    <a:pt x="72694" y="61764"/>
                  </a:cubicBezTo>
                  <a:cubicBezTo>
                    <a:pt x="71245" y="63928"/>
                    <a:pt x="69583" y="65942"/>
                    <a:pt x="67732" y="67768"/>
                  </a:cubicBezTo>
                  <a:cubicBezTo>
                    <a:pt x="65881" y="69594"/>
                    <a:pt x="63872" y="71257"/>
                    <a:pt x="61728" y="72730"/>
                  </a:cubicBezTo>
                  <a:cubicBezTo>
                    <a:pt x="59565" y="74189"/>
                    <a:pt x="57272" y="75454"/>
                    <a:pt x="54881" y="76501"/>
                  </a:cubicBezTo>
                  <a:cubicBezTo>
                    <a:pt x="52489" y="77484"/>
                    <a:pt x="50018" y="78248"/>
                    <a:pt x="47487" y="78784"/>
                  </a:cubicBezTo>
                  <a:cubicBezTo>
                    <a:pt x="44917" y="79231"/>
                    <a:pt x="42307" y="79429"/>
                    <a:pt x="39697" y="793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D86101BB-4B33-ED49-A085-5058D2ED57B4}"/>
                </a:ext>
              </a:extLst>
            </p:cNvPr>
            <p:cNvSpPr/>
            <p:nvPr/>
          </p:nvSpPr>
          <p:spPr>
            <a:xfrm>
              <a:off x="7102381" y="2060585"/>
              <a:ext cx="79343" cy="79386"/>
            </a:xfrm>
            <a:custGeom>
              <a:avLst/>
              <a:gdLst>
                <a:gd name="connsiteX0" fmla="*/ 39697 w 79343"/>
                <a:gd name="connsiteY0" fmla="*/ 79379 h 79386"/>
                <a:gd name="connsiteX1" fmla="*/ 31906 w 79343"/>
                <a:gd name="connsiteY1" fmla="*/ 78635 h 79386"/>
                <a:gd name="connsiteX2" fmla="*/ 24513 w 79343"/>
                <a:gd name="connsiteY2" fmla="*/ 76353 h 79386"/>
                <a:gd name="connsiteX3" fmla="*/ 17615 w 79343"/>
                <a:gd name="connsiteY3" fmla="*/ 72730 h 79386"/>
                <a:gd name="connsiteX4" fmla="*/ 11611 w 79343"/>
                <a:gd name="connsiteY4" fmla="*/ 67768 h 79386"/>
                <a:gd name="connsiteX5" fmla="*/ 6649 w 79343"/>
                <a:gd name="connsiteY5" fmla="*/ 61764 h 79386"/>
                <a:gd name="connsiteX6" fmla="*/ 3027 w 79343"/>
                <a:gd name="connsiteY6" fmla="*/ 54916 h 79386"/>
                <a:gd name="connsiteX7" fmla="*/ 744 w 79343"/>
                <a:gd name="connsiteY7" fmla="*/ 47473 h 79386"/>
                <a:gd name="connsiteX8" fmla="*/ 744 w 79343"/>
                <a:gd name="connsiteY8" fmla="*/ 31942 h 79386"/>
                <a:gd name="connsiteX9" fmla="*/ 3027 w 79343"/>
                <a:gd name="connsiteY9" fmla="*/ 24499 h 79386"/>
                <a:gd name="connsiteX10" fmla="*/ 6649 w 79343"/>
                <a:gd name="connsiteY10" fmla="*/ 17651 h 79386"/>
                <a:gd name="connsiteX11" fmla="*/ 11611 w 79343"/>
                <a:gd name="connsiteY11" fmla="*/ 11647 h 79386"/>
                <a:gd name="connsiteX12" fmla="*/ 17615 w 79343"/>
                <a:gd name="connsiteY12" fmla="*/ 6685 h 79386"/>
                <a:gd name="connsiteX13" fmla="*/ 24513 w 79343"/>
                <a:gd name="connsiteY13" fmla="*/ 3063 h 79386"/>
                <a:gd name="connsiteX14" fmla="*/ 54831 w 79343"/>
                <a:gd name="connsiteY14" fmla="*/ 3063 h 79386"/>
                <a:gd name="connsiteX15" fmla="*/ 61728 w 79343"/>
                <a:gd name="connsiteY15" fmla="*/ 6685 h 79386"/>
                <a:gd name="connsiteX16" fmla="*/ 67732 w 79343"/>
                <a:gd name="connsiteY16" fmla="*/ 11647 h 79386"/>
                <a:gd name="connsiteX17" fmla="*/ 72694 w 79343"/>
                <a:gd name="connsiteY17" fmla="*/ 17651 h 79386"/>
                <a:gd name="connsiteX18" fmla="*/ 76317 w 79343"/>
                <a:gd name="connsiteY18" fmla="*/ 24499 h 79386"/>
                <a:gd name="connsiteX19" fmla="*/ 78599 w 79343"/>
                <a:gd name="connsiteY19" fmla="*/ 31942 h 79386"/>
                <a:gd name="connsiteX20" fmla="*/ 78599 w 79343"/>
                <a:gd name="connsiteY20" fmla="*/ 47473 h 79386"/>
                <a:gd name="connsiteX21" fmla="*/ 76317 w 79343"/>
                <a:gd name="connsiteY21" fmla="*/ 54916 h 79386"/>
                <a:gd name="connsiteX22" fmla="*/ 72694 w 79343"/>
                <a:gd name="connsiteY22" fmla="*/ 61764 h 79386"/>
                <a:gd name="connsiteX23" fmla="*/ 67732 w 79343"/>
                <a:gd name="connsiteY23" fmla="*/ 67768 h 79386"/>
                <a:gd name="connsiteX24" fmla="*/ 61728 w 79343"/>
                <a:gd name="connsiteY24" fmla="*/ 72730 h 79386"/>
                <a:gd name="connsiteX25" fmla="*/ 54881 w 79343"/>
                <a:gd name="connsiteY25" fmla="*/ 76501 h 79386"/>
                <a:gd name="connsiteX26" fmla="*/ 47487 w 79343"/>
                <a:gd name="connsiteY26" fmla="*/ 78784 h 79386"/>
                <a:gd name="connsiteX27" fmla="*/ 39697 w 79343"/>
                <a:gd name="connsiteY27" fmla="*/ 79379 h 7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43" h="79386">
                  <a:moveTo>
                    <a:pt x="39697" y="79379"/>
                  </a:moveTo>
                  <a:cubicBezTo>
                    <a:pt x="37082" y="79379"/>
                    <a:pt x="34474" y="79131"/>
                    <a:pt x="31906" y="78635"/>
                  </a:cubicBezTo>
                  <a:cubicBezTo>
                    <a:pt x="29377" y="78099"/>
                    <a:pt x="26902" y="77335"/>
                    <a:pt x="24513" y="76353"/>
                  </a:cubicBezTo>
                  <a:cubicBezTo>
                    <a:pt x="22110" y="75355"/>
                    <a:pt x="19801" y="74140"/>
                    <a:pt x="17615" y="72730"/>
                  </a:cubicBezTo>
                  <a:cubicBezTo>
                    <a:pt x="15472" y="71257"/>
                    <a:pt x="13463" y="69594"/>
                    <a:pt x="11611" y="67768"/>
                  </a:cubicBezTo>
                  <a:cubicBezTo>
                    <a:pt x="9772" y="65927"/>
                    <a:pt x="8111" y="63918"/>
                    <a:pt x="6649" y="61764"/>
                  </a:cubicBezTo>
                  <a:cubicBezTo>
                    <a:pt x="5248" y="59591"/>
                    <a:pt x="4036" y="57298"/>
                    <a:pt x="3027" y="54916"/>
                  </a:cubicBezTo>
                  <a:cubicBezTo>
                    <a:pt x="2027" y="52515"/>
                    <a:pt x="1263" y="50024"/>
                    <a:pt x="744" y="47473"/>
                  </a:cubicBezTo>
                  <a:cubicBezTo>
                    <a:pt x="-248" y="42343"/>
                    <a:pt x="-248" y="37073"/>
                    <a:pt x="744" y="31942"/>
                  </a:cubicBezTo>
                  <a:cubicBezTo>
                    <a:pt x="1263" y="29392"/>
                    <a:pt x="2027" y="26901"/>
                    <a:pt x="3027" y="24499"/>
                  </a:cubicBezTo>
                  <a:cubicBezTo>
                    <a:pt x="4036" y="22117"/>
                    <a:pt x="5248" y="19825"/>
                    <a:pt x="6649" y="17651"/>
                  </a:cubicBezTo>
                  <a:cubicBezTo>
                    <a:pt x="8111" y="15498"/>
                    <a:pt x="9772" y="13488"/>
                    <a:pt x="11611" y="11647"/>
                  </a:cubicBezTo>
                  <a:cubicBezTo>
                    <a:pt x="13450" y="9806"/>
                    <a:pt x="15461" y="8144"/>
                    <a:pt x="17615" y="6685"/>
                  </a:cubicBezTo>
                  <a:cubicBezTo>
                    <a:pt x="19790" y="5256"/>
                    <a:pt x="22101" y="4040"/>
                    <a:pt x="24513" y="3063"/>
                  </a:cubicBezTo>
                  <a:cubicBezTo>
                    <a:pt x="34207" y="-1021"/>
                    <a:pt x="45138" y="-1021"/>
                    <a:pt x="54831" y="3063"/>
                  </a:cubicBezTo>
                  <a:cubicBezTo>
                    <a:pt x="57243" y="4040"/>
                    <a:pt x="59553" y="5256"/>
                    <a:pt x="61728" y="6685"/>
                  </a:cubicBezTo>
                  <a:cubicBezTo>
                    <a:pt x="63883" y="8144"/>
                    <a:pt x="65893" y="9806"/>
                    <a:pt x="67732" y="11647"/>
                  </a:cubicBezTo>
                  <a:cubicBezTo>
                    <a:pt x="69585" y="13473"/>
                    <a:pt x="71248" y="15488"/>
                    <a:pt x="72694" y="17651"/>
                  </a:cubicBezTo>
                  <a:cubicBezTo>
                    <a:pt x="74096" y="19825"/>
                    <a:pt x="75308" y="22117"/>
                    <a:pt x="76317" y="24499"/>
                  </a:cubicBezTo>
                  <a:cubicBezTo>
                    <a:pt x="77317" y="26901"/>
                    <a:pt x="78081" y="29392"/>
                    <a:pt x="78599" y="31942"/>
                  </a:cubicBezTo>
                  <a:cubicBezTo>
                    <a:pt x="79592" y="37073"/>
                    <a:pt x="79592" y="42343"/>
                    <a:pt x="78599" y="47473"/>
                  </a:cubicBezTo>
                  <a:cubicBezTo>
                    <a:pt x="78081" y="50024"/>
                    <a:pt x="77317" y="52515"/>
                    <a:pt x="76317" y="54916"/>
                  </a:cubicBezTo>
                  <a:cubicBezTo>
                    <a:pt x="75308" y="57298"/>
                    <a:pt x="74096" y="59591"/>
                    <a:pt x="72694" y="61764"/>
                  </a:cubicBezTo>
                  <a:cubicBezTo>
                    <a:pt x="71248" y="63928"/>
                    <a:pt x="69585" y="65942"/>
                    <a:pt x="67732" y="67768"/>
                  </a:cubicBezTo>
                  <a:cubicBezTo>
                    <a:pt x="65880" y="69594"/>
                    <a:pt x="63871" y="71257"/>
                    <a:pt x="61728" y="72730"/>
                  </a:cubicBezTo>
                  <a:cubicBezTo>
                    <a:pt x="59564" y="74189"/>
                    <a:pt x="57272" y="75454"/>
                    <a:pt x="54881" y="76501"/>
                  </a:cubicBezTo>
                  <a:cubicBezTo>
                    <a:pt x="52491" y="77484"/>
                    <a:pt x="50016" y="78248"/>
                    <a:pt x="47487" y="78784"/>
                  </a:cubicBezTo>
                  <a:cubicBezTo>
                    <a:pt x="44915" y="79231"/>
                    <a:pt x="42307" y="79429"/>
                    <a:pt x="39697" y="793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7B9F1553-AD09-F946-83DF-3EAD18B17669}"/>
              </a:ext>
            </a:extLst>
          </p:cNvPr>
          <p:cNvGrpSpPr>
            <a:grpSpLocks noChangeAspect="1"/>
          </p:cNvGrpSpPr>
          <p:nvPr/>
        </p:nvGrpSpPr>
        <p:grpSpPr>
          <a:xfrm>
            <a:off x="5454156" y="1427213"/>
            <a:ext cx="815809" cy="819336"/>
            <a:chOff x="5454156" y="1427213"/>
            <a:chExt cx="815809" cy="819336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7B8C1A08-7A83-7448-8058-5E183B926C96}"/>
                </a:ext>
              </a:extLst>
            </p:cNvPr>
            <p:cNvSpPr/>
            <p:nvPr/>
          </p:nvSpPr>
          <p:spPr>
            <a:xfrm>
              <a:off x="5454156" y="1427213"/>
              <a:ext cx="815809" cy="819336"/>
            </a:xfrm>
            <a:custGeom>
              <a:avLst/>
              <a:gdLst>
                <a:gd name="connsiteX0" fmla="*/ 87873 w 815809"/>
                <a:gd name="connsiteY0" fmla="*/ 819337 h 819336"/>
                <a:gd name="connsiteX1" fmla="*/ 24259 w 815809"/>
                <a:gd name="connsiteY1" fmla="*/ 793534 h 819336"/>
                <a:gd name="connsiteX2" fmla="*/ 45 w 815809"/>
                <a:gd name="connsiteY2" fmla="*/ 731409 h 819336"/>
                <a:gd name="connsiteX3" fmla="*/ 45 w 815809"/>
                <a:gd name="connsiteY3" fmla="*/ 161118 h 819336"/>
                <a:gd name="connsiteX4" fmla="*/ 39146 w 815809"/>
                <a:gd name="connsiteY4" fmla="*/ 121422 h 819336"/>
                <a:gd name="connsiteX5" fmla="*/ 102214 w 815809"/>
                <a:gd name="connsiteY5" fmla="*/ 120429 h 819336"/>
                <a:gd name="connsiteX6" fmla="*/ 102214 w 815809"/>
                <a:gd name="connsiteY6" fmla="*/ 39697 h 819336"/>
                <a:gd name="connsiteX7" fmla="*/ 141910 w 815809"/>
                <a:gd name="connsiteY7" fmla="*/ 0 h 819336"/>
                <a:gd name="connsiteX8" fmla="*/ 776113 w 815809"/>
                <a:gd name="connsiteY8" fmla="*/ 0 h 819336"/>
                <a:gd name="connsiteX9" fmla="*/ 815810 w 815809"/>
                <a:gd name="connsiteY9" fmla="*/ 39697 h 819336"/>
                <a:gd name="connsiteX10" fmla="*/ 815810 w 815809"/>
                <a:gd name="connsiteY10" fmla="*/ 713546 h 819336"/>
                <a:gd name="connsiteX11" fmla="*/ 709968 w 815809"/>
                <a:gd name="connsiteY11" fmla="*/ 819337 h 819336"/>
                <a:gd name="connsiteX12" fmla="*/ 87873 w 815809"/>
                <a:gd name="connsiteY12" fmla="*/ 819337 h 819336"/>
                <a:gd name="connsiteX13" fmla="*/ 79438 w 815809"/>
                <a:gd name="connsiteY13" fmla="*/ 200170 h 819336"/>
                <a:gd name="connsiteX14" fmla="*/ 79438 w 815809"/>
                <a:gd name="connsiteY14" fmla="*/ 731409 h 819336"/>
                <a:gd name="connsiteX15" fmla="*/ 80331 w 815809"/>
                <a:gd name="connsiteY15" fmla="*/ 737314 h 819336"/>
                <a:gd name="connsiteX16" fmla="*/ 88568 w 815809"/>
                <a:gd name="connsiteY16" fmla="*/ 739944 h 819336"/>
                <a:gd name="connsiteX17" fmla="*/ 102214 w 815809"/>
                <a:gd name="connsiteY17" fmla="*/ 739944 h 819336"/>
                <a:gd name="connsiteX18" fmla="*/ 102214 w 815809"/>
                <a:gd name="connsiteY18" fmla="*/ 199823 h 819336"/>
                <a:gd name="connsiteX19" fmla="*/ 181607 w 815809"/>
                <a:gd name="connsiteY19" fmla="*/ 739944 h 819336"/>
                <a:gd name="connsiteX20" fmla="*/ 709968 w 815809"/>
                <a:gd name="connsiteY20" fmla="*/ 739944 h 819336"/>
                <a:gd name="connsiteX21" fmla="*/ 736416 w 815809"/>
                <a:gd name="connsiteY21" fmla="*/ 713099 h 819336"/>
                <a:gd name="connsiteX22" fmla="*/ 736416 w 815809"/>
                <a:gd name="connsiteY22" fmla="*/ 79393 h 819336"/>
                <a:gd name="connsiteX23" fmla="*/ 181607 w 815809"/>
                <a:gd name="connsiteY23" fmla="*/ 79393 h 81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15809" h="819336">
                  <a:moveTo>
                    <a:pt x="87873" y="819337"/>
                  </a:moveTo>
                  <a:cubicBezTo>
                    <a:pt x="64179" y="819034"/>
                    <a:pt x="41468" y="809825"/>
                    <a:pt x="24259" y="793534"/>
                  </a:cubicBezTo>
                  <a:cubicBezTo>
                    <a:pt x="8044" y="777000"/>
                    <a:pt x="-705" y="754557"/>
                    <a:pt x="45" y="731409"/>
                  </a:cubicBezTo>
                  <a:lnTo>
                    <a:pt x="45" y="161118"/>
                  </a:lnTo>
                  <a:cubicBezTo>
                    <a:pt x="42" y="139425"/>
                    <a:pt x="17455" y="121747"/>
                    <a:pt x="39146" y="121422"/>
                  </a:cubicBezTo>
                  <a:lnTo>
                    <a:pt x="102214" y="120429"/>
                  </a:lnTo>
                  <a:lnTo>
                    <a:pt x="102214" y="39697"/>
                  </a:lnTo>
                  <a:cubicBezTo>
                    <a:pt x="102214" y="17773"/>
                    <a:pt x="119986" y="0"/>
                    <a:pt x="141910" y="0"/>
                  </a:cubicBezTo>
                  <a:lnTo>
                    <a:pt x="776113" y="0"/>
                  </a:lnTo>
                  <a:cubicBezTo>
                    <a:pt x="798035" y="0"/>
                    <a:pt x="815810" y="17773"/>
                    <a:pt x="815810" y="39697"/>
                  </a:cubicBezTo>
                  <a:lnTo>
                    <a:pt x="815810" y="713546"/>
                  </a:lnTo>
                  <a:cubicBezTo>
                    <a:pt x="815810" y="756070"/>
                    <a:pt x="787625" y="819337"/>
                    <a:pt x="709968" y="819337"/>
                  </a:cubicBezTo>
                  <a:lnTo>
                    <a:pt x="87873" y="819337"/>
                  </a:lnTo>
                  <a:close/>
                  <a:moveTo>
                    <a:pt x="79438" y="200170"/>
                  </a:moveTo>
                  <a:lnTo>
                    <a:pt x="79438" y="731409"/>
                  </a:lnTo>
                  <a:cubicBezTo>
                    <a:pt x="79266" y="733419"/>
                    <a:pt x="79572" y="735443"/>
                    <a:pt x="80331" y="737314"/>
                  </a:cubicBezTo>
                  <a:cubicBezTo>
                    <a:pt x="82797" y="738902"/>
                    <a:pt x="85638" y="739810"/>
                    <a:pt x="88568" y="739944"/>
                  </a:cubicBezTo>
                  <a:lnTo>
                    <a:pt x="102214" y="739944"/>
                  </a:lnTo>
                  <a:lnTo>
                    <a:pt x="102214" y="199823"/>
                  </a:lnTo>
                  <a:close/>
                  <a:moveTo>
                    <a:pt x="181607" y="739944"/>
                  </a:moveTo>
                  <a:lnTo>
                    <a:pt x="709968" y="739944"/>
                  </a:lnTo>
                  <a:cubicBezTo>
                    <a:pt x="716965" y="739944"/>
                    <a:pt x="735474" y="739944"/>
                    <a:pt x="736416" y="713099"/>
                  </a:cubicBezTo>
                  <a:lnTo>
                    <a:pt x="736416" y="79393"/>
                  </a:lnTo>
                  <a:lnTo>
                    <a:pt x="181607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89B42BF-64DD-FD42-9D18-48D9AF34094A}"/>
                </a:ext>
              </a:extLst>
            </p:cNvPr>
            <p:cNvSpPr/>
            <p:nvPr/>
          </p:nvSpPr>
          <p:spPr>
            <a:xfrm>
              <a:off x="5677643" y="1825221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3" y="0"/>
                    <a:pt x="458347" y="17773"/>
                    <a:pt x="458347" y="39697"/>
                  </a:cubicBezTo>
                  <a:cubicBezTo>
                    <a:pt x="458347" y="61620"/>
                    <a:pt x="440573" y="79393"/>
                    <a:pt x="41865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12C845BB-6851-2F48-A205-1DF4BCDC333A}"/>
                </a:ext>
              </a:extLst>
            </p:cNvPr>
            <p:cNvSpPr/>
            <p:nvPr/>
          </p:nvSpPr>
          <p:spPr>
            <a:xfrm>
              <a:off x="5677643" y="1929424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3" y="0"/>
                    <a:pt x="458347" y="17774"/>
                    <a:pt x="458347" y="39697"/>
                  </a:cubicBezTo>
                  <a:cubicBezTo>
                    <a:pt x="458347" y="61619"/>
                    <a:pt x="440573" y="79393"/>
                    <a:pt x="41865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FCD0FA0D-8052-2545-8246-69854E5447D6}"/>
                </a:ext>
              </a:extLst>
            </p:cNvPr>
            <p:cNvSpPr/>
            <p:nvPr/>
          </p:nvSpPr>
          <p:spPr>
            <a:xfrm>
              <a:off x="5677643" y="2033628"/>
              <a:ext cx="458346" cy="79393"/>
            </a:xfrm>
            <a:custGeom>
              <a:avLst/>
              <a:gdLst>
                <a:gd name="connsiteX0" fmla="*/ 418650 w 458346"/>
                <a:gd name="connsiteY0" fmla="*/ 79393 h 79393"/>
                <a:gd name="connsiteX1" fmla="*/ 39697 w 458346"/>
                <a:gd name="connsiteY1" fmla="*/ 79393 h 79393"/>
                <a:gd name="connsiteX2" fmla="*/ 0 w 458346"/>
                <a:gd name="connsiteY2" fmla="*/ 39697 h 79393"/>
                <a:gd name="connsiteX3" fmla="*/ 39697 w 458346"/>
                <a:gd name="connsiteY3" fmla="*/ 0 h 79393"/>
                <a:gd name="connsiteX4" fmla="*/ 418650 w 458346"/>
                <a:gd name="connsiteY4" fmla="*/ 0 h 79393"/>
                <a:gd name="connsiteX5" fmla="*/ 458347 w 458346"/>
                <a:gd name="connsiteY5" fmla="*/ 39697 h 79393"/>
                <a:gd name="connsiteX6" fmla="*/ 418650 w 45834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346" h="79393">
                  <a:moveTo>
                    <a:pt x="418650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418650" y="0"/>
                  </a:lnTo>
                  <a:cubicBezTo>
                    <a:pt x="440573" y="0"/>
                    <a:pt x="458347" y="17774"/>
                    <a:pt x="458347" y="39697"/>
                  </a:cubicBezTo>
                  <a:cubicBezTo>
                    <a:pt x="458347" y="61619"/>
                    <a:pt x="440573" y="79393"/>
                    <a:pt x="41865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F10A9CF-9DE0-4E4F-A5B9-5AE5917F18EE}"/>
                </a:ext>
              </a:extLst>
            </p:cNvPr>
            <p:cNvSpPr/>
            <p:nvPr/>
          </p:nvSpPr>
          <p:spPr>
            <a:xfrm>
              <a:off x="5680273" y="1567193"/>
              <a:ext cx="248103" cy="197440"/>
            </a:xfrm>
            <a:custGeom>
              <a:avLst/>
              <a:gdLst>
                <a:gd name="connsiteX0" fmla="*/ 208407 w 248103"/>
                <a:gd name="connsiteY0" fmla="*/ 197441 h 197440"/>
                <a:gd name="connsiteX1" fmla="*/ 39697 w 248103"/>
                <a:gd name="connsiteY1" fmla="*/ 197441 h 197440"/>
                <a:gd name="connsiteX2" fmla="*/ 0 w 248103"/>
                <a:gd name="connsiteY2" fmla="*/ 157744 h 197440"/>
                <a:gd name="connsiteX3" fmla="*/ 0 w 248103"/>
                <a:gd name="connsiteY3" fmla="*/ 39697 h 197440"/>
                <a:gd name="connsiteX4" fmla="*/ 39697 w 248103"/>
                <a:gd name="connsiteY4" fmla="*/ 0 h 197440"/>
                <a:gd name="connsiteX5" fmla="*/ 208407 w 248103"/>
                <a:gd name="connsiteY5" fmla="*/ 0 h 197440"/>
                <a:gd name="connsiteX6" fmla="*/ 248104 w 248103"/>
                <a:gd name="connsiteY6" fmla="*/ 39697 h 197440"/>
                <a:gd name="connsiteX7" fmla="*/ 248104 w 248103"/>
                <a:gd name="connsiteY7" fmla="*/ 157744 h 197440"/>
                <a:gd name="connsiteX8" fmla="*/ 208407 w 248103"/>
                <a:gd name="connsiteY8" fmla="*/ 197441 h 197440"/>
                <a:gd name="connsiteX9" fmla="*/ 79393 w 248103"/>
                <a:gd name="connsiteY9" fmla="*/ 118048 h 197440"/>
                <a:gd name="connsiteX10" fmla="*/ 168711 w 248103"/>
                <a:gd name="connsiteY10" fmla="*/ 118048 h 197440"/>
                <a:gd name="connsiteX11" fmla="*/ 168711 w 248103"/>
                <a:gd name="connsiteY11" fmla="*/ 79393 h 197440"/>
                <a:gd name="connsiteX12" fmla="*/ 79393 w 248103"/>
                <a:gd name="connsiteY12" fmla="*/ 79393 h 1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103" h="197440">
                  <a:moveTo>
                    <a:pt x="208407" y="197441"/>
                  </a:moveTo>
                  <a:lnTo>
                    <a:pt x="39697" y="197441"/>
                  </a:lnTo>
                  <a:cubicBezTo>
                    <a:pt x="17773" y="197441"/>
                    <a:pt x="0" y="179668"/>
                    <a:pt x="0" y="15774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8407" y="0"/>
                  </a:lnTo>
                  <a:cubicBezTo>
                    <a:pt x="230331" y="0"/>
                    <a:pt x="248104" y="17773"/>
                    <a:pt x="248104" y="39697"/>
                  </a:cubicBezTo>
                  <a:lnTo>
                    <a:pt x="248104" y="157744"/>
                  </a:lnTo>
                  <a:cubicBezTo>
                    <a:pt x="248104" y="179668"/>
                    <a:pt x="230331" y="197441"/>
                    <a:pt x="208407" y="197441"/>
                  </a:cubicBezTo>
                  <a:close/>
                  <a:moveTo>
                    <a:pt x="79393" y="118048"/>
                  </a:moveTo>
                  <a:lnTo>
                    <a:pt x="168711" y="118048"/>
                  </a:lnTo>
                  <a:lnTo>
                    <a:pt x="1687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AC80E3F-4E4D-E048-AAD7-FD3396DA18CD}"/>
                </a:ext>
              </a:extLst>
            </p:cNvPr>
            <p:cNvSpPr/>
            <p:nvPr/>
          </p:nvSpPr>
          <p:spPr>
            <a:xfrm>
              <a:off x="5967428" y="1577316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976" y="0"/>
                  </a:lnTo>
                  <a:cubicBezTo>
                    <a:pt x="155898" y="0"/>
                    <a:pt x="173673" y="17773"/>
                    <a:pt x="173673" y="39697"/>
                  </a:cubicBezTo>
                  <a:cubicBezTo>
                    <a:pt x="173673" y="61620"/>
                    <a:pt x="155898" y="79393"/>
                    <a:pt x="13397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5701DCA-F47C-B94E-B59A-933D61A64A9E}"/>
                </a:ext>
              </a:extLst>
            </p:cNvPr>
            <p:cNvSpPr/>
            <p:nvPr/>
          </p:nvSpPr>
          <p:spPr>
            <a:xfrm>
              <a:off x="5965790" y="1678641"/>
              <a:ext cx="173672" cy="79393"/>
            </a:xfrm>
            <a:custGeom>
              <a:avLst/>
              <a:gdLst>
                <a:gd name="connsiteX0" fmla="*/ 133976 w 173672"/>
                <a:gd name="connsiteY0" fmla="*/ 79393 h 79393"/>
                <a:gd name="connsiteX1" fmla="*/ 39697 w 173672"/>
                <a:gd name="connsiteY1" fmla="*/ 79393 h 79393"/>
                <a:gd name="connsiteX2" fmla="*/ 0 w 173672"/>
                <a:gd name="connsiteY2" fmla="*/ 39697 h 79393"/>
                <a:gd name="connsiteX3" fmla="*/ 39697 w 173672"/>
                <a:gd name="connsiteY3" fmla="*/ 0 h 79393"/>
                <a:gd name="connsiteX4" fmla="*/ 133976 w 173672"/>
                <a:gd name="connsiteY4" fmla="*/ 0 h 79393"/>
                <a:gd name="connsiteX5" fmla="*/ 173673 w 173672"/>
                <a:gd name="connsiteY5" fmla="*/ 39697 h 79393"/>
                <a:gd name="connsiteX6" fmla="*/ 133976 w 17367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72" h="79393">
                  <a:moveTo>
                    <a:pt x="133976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3976" y="0"/>
                  </a:lnTo>
                  <a:cubicBezTo>
                    <a:pt x="155898" y="0"/>
                    <a:pt x="173673" y="17773"/>
                    <a:pt x="173673" y="39697"/>
                  </a:cubicBezTo>
                  <a:cubicBezTo>
                    <a:pt x="173673" y="61620"/>
                    <a:pt x="155898" y="79393"/>
                    <a:pt x="13397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5A5CE7C2-3498-9540-BD57-F1F22FC52158}"/>
              </a:ext>
            </a:extLst>
          </p:cNvPr>
          <p:cNvGrpSpPr>
            <a:grpSpLocks noChangeAspect="1"/>
          </p:cNvGrpSpPr>
          <p:nvPr/>
        </p:nvGrpSpPr>
        <p:grpSpPr>
          <a:xfrm>
            <a:off x="4130242" y="1427511"/>
            <a:ext cx="829658" cy="833627"/>
            <a:chOff x="4130242" y="1427511"/>
            <a:chExt cx="829658" cy="833627"/>
          </a:xfrm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155CB654-9D8F-E442-AEF1-68B25F3F97CF}"/>
                </a:ext>
              </a:extLst>
            </p:cNvPr>
            <p:cNvSpPr/>
            <p:nvPr/>
          </p:nvSpPr>
          <p:spPr>
            <a:xfrm>
              <a:off x="4725691" y="1602176"/>
              <a:ext cx="192528" cy="268447"/>
            </a:xfrm>
            <a:custGeom>
              <a:avLst/>
              <a:gdLst>
                <a:gd name="connsiteX0" fmla="*/ 39697 w 192528"/>
                <a:gd name="connsiteY0" fmla="*/ 268448 h 268447"/>
                <a:gd name="connsiteX1" fmla="*/ 0 w 192528"/>
                <a:gd name="connsiteY1" fmla="*/ 228751 h 268447"/>
                <a:gd name="connsiteX2" fmla="*/ 0 w 192528"/>
                <a:gd name="connsiteY2" fmla="*/ 39697 h 268447"/>
                <a:gd name="connsiteX3" fmla="*/ 39697 w 192528"/>
                <a:gd name="connsiteY3" fmla="*/ 0 h 268447"/>
                <a:gd name="connsiteX4" fmla="*/ 152832 w 192528"/>
                <a:gd name="connsiteY4" fmla="*/ 0 h 268447"/>
                <a:gd name="connsiteX5" fmla="*/ 192529 w 192528"/>
                <a:gd name="connsiteY5" fmla="*/ 39697 h 268447"/>
                <a:gd name="connsiteX6" fmla="*/ 152832 w 192528"/>
                <a:gd name="connsiteY6" fmla="*/ 79393 h 268447"/>
                <a:gd name="connsiteX7" fmla="*/ 79393 w 192528"/>
                <a:gd name="connsiteY7" fmla="*/ 79393 h 268447"/>
                <a:gd name="connsiteX8" fmla="*/ 79393 w 192528"/>
                <a:gd name="connsiteY8" fmla="*/ 228751 h 268447"/>
                <a:gd name="connsiteX9" fmla="*/ 39697 w 192528"/>
                <a:gd name="connsiteY9" fmla="*/ 268448 h 26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528" h="268447">
                  <a:moveTo>
                    <a:pt x="39697" y="268448"/>
                  </a:moveTo>
                  <a:cubicBezTo>
                    <a:pt x="17863" y="268448"/>
                    <a:pt x="0" y="250584"/>
                    <a:pt x="0" y="228751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lnTo>
                    <a:pt x="152832" y="0"/>
                  </a:lnTo>
                  <a:cubicBezTo>
                    <a:pt x="174665" y="0"/>
                    <a:pt x="192529" y="17863"/>
                    <a:pt x="192529" y="39697"/>
                  </a:cubicBezTo>
                  <a:cubicBezTo>
                    <a:pt x="192529" y="61530"/>
                    <a:pt x="174665" y="79393"/>
                    <a:pt x="152832" y="79393"/>
                  </a:cubicBezTo>
                  <a:lnTo>
                    <a:pt x="79393" y="79393"/>
                  </a:lnTo>
                  <a:lnTo>
                    <a:pt x="79393" y="228751"/>
                  </a:lnTo>
                  <a:cubicBezTo>
                    <a:pt x="79393" y="250584"/>
                    <a:pt x="61530" y="268448"/>
                    <a:pt x="39697" y="2684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84C1A7E-B290-B143-8FE6-4B2FA78691C7}"/>
                </a:ext>
              </a:extLst>
            </p:cNvPr>
            <p:cNvSpPr/>
            <p:nvPr/>
          </p:nvSpPr>
          <p:spPr>
            <a:xfrm>
              <a:off x="4686490" y="1981278"/>
              <a:ext cx="247111" cy="167717"/>
            </a:xfrm>
            <a:custGeom>
              <a:avLst/>
              <a:gdLst>
                <a:gd name="connsiteX0" fmla="*/ 207415 w 247111"/>
                <a:gd name="connsiteY0" fmla="*/ 167718 h 167717"/>
                <a:gd name="connsiteX1" fmla="*/ 167718 w 247111"/>
                <a:gd name="connsiteY1" fmla="*/ 128021 h 167717"/>
                <a:gd name="connsiteX2" fmla="*/ 167718 w 247111"/>
                <a:gd name="connsiteY2" fmla="*/ 79393 h 167717"/>
                <a:gd name="connsiteX3" fmla="*/ 39697 w 247111"/>
                <a:gd name="connsiteY3" fmla="*/ 79393 h 167717"/>
                <a:gd name="connsiteX4" fmla="*/ 0 w 247111"/>
                <a:gd name="connsiteY4" fmla="*/ 39697 h 167717"/>
                <a:gd name="connsiteX5" fmla="*/ 39697 w 247111"/>
                <a:gd name="connsiteY5" fmla="*/ 0 h 167717"/>
                <a:gd name="connsiteX6" fmla="*/ 207415 w 247111"/>
                <a:gd name="connsiteY6" fmla="*/ 0 h 167717"/>
                <a:gd name="connsiteX7" fmla="*/ 247111 w 247111"/>
                <a:gd name="connsiteY7" fmla="*/ 39697 h 167717"/>
                <a:gd name="connsiteX8" fmla="*/ 247111 w 247111"/>
                <a:gd name="connsiteY8" fmla="*/ 128021 h 167717"/>
                <a:gd name="connsiteX9" fmla="*/ 207415 w 247111"/>
                <a:gd name="connsiteY9" fmla="*/ 167718 h 16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111" h="167717">
                  <a:moveTo>
                    <a:pt x="207415" y="167718"/>
                  </a:moveTo>
                  <a:cubicBezTo>
                    <a:pt x="185582" y="167718"/>
                    <a:pt x="167718" y="149855"/>
                    <a:pt x="167718" y="128021"/>
                  </a:cubicBezTo>
                  <a:lnTo>
                    <a:pt x="167718" y="79393"/>
                  </a:ln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07415" y="0"/>
                  </a:lnTo>
                  <a:cubicBezTo>
                    <a:pt x="229248" y="0"/>
                    <a:pt x="247111" y="17863"/>
                    <a:pt x="247111" y="39697"/>
                  </a:cubicBezTo>
                  <a:lnTo>
                    <a:pt x="247111" y="128021"/>
                  </a:lnTo>
                  <a:cubicBezTo>
                    <a:pt x="247111" y="149855"/>
                    <a:pt x="229248" y="167718"/>
                    <a:pt x="207415" y="1677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B53C437-A9DA-554D-8267-9C06CAD31BE6}"/>
                </a:ext>
              </a:extLst>
            </p:cNvPr>
            <p:cNvSpPr/>
            <p:nvPr/>
          </p:nvSpPr>
          <p:spPr>
            <a:xfrm>
              <a:off x="4561446" y="1464230"/>
              <a:ext cx="79393" cy="242148"/>
            </a:xfrm>
            <a:custGeom>
              <a:avLst/>
              <a:gdLst>
                <a:gd name="connsiteX0" fmla="*/ 39697 w 79393"/>
                <a:gd name="connsiteY0" fmla="*/ 242149 h 242148"/>
                <a:gd name="connsiteX1" fmla="*/ 0 w 79393"/>
                <a:gd name="connsiteY1" fmla="*/ 202452 h 242148"/>
                <a:gd name="connsiteX2" fmla="*/ 0 w 79393"/>
                <a:gd name="connsiteY2" fmla="*/ 39697 h 242148"/>
                <a:gd name="connsiteX3" fmla="*/ 39697 w 79393"/>
                <a:gd name="connsiteY3" fmla="*/ 0 h 242148"/>
                <a:gd name="connsiteX4" fmla="*/ 79393 w 79393"/>
                <a:gd name="connsiteY4" fmla="*/ 39697 h 242148"/>
                <a:gd name="connsiteX5" fmla="*/ 79393 w 79393"/>
                <a:gd name="connsiteY5" fmla="*/ 202452 h 242148"/>
                <a:gd name="connsiteX6" fmla="*/ 39697 w 79393"/>
                <a:gd name="connsiteY6" fmla="*/ 242149 h 24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148">
                  <a:moveTo>
                    <a:pt x="39697" y="242149"/>
                  </a:moveTo>
                  <a:cubicBezTo>
                    <a:pt x="17863" y="242149"/>
                    <a:pt x="0" y="224286"/>
                    <a:pt x="0" y="202452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cubicBezTo>
                    <a:pt x="61530" y="0"/>
                    <a:pt x="79393" y="17863"/>
                    <a:pt x="79393" y="39697"/>
                  </a:cubicBezTo>
                  <a:lnTo>
                    <a:pt x="79393" y="202452"/>
                  </a:lnTo>
                  <a:cubicBezTo>
                    <a:pt x="79393" y="224286"/>
                    <a:pt x="61530" y="242149"/>
                    <a:pt x="39697" y="2421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E8E0EC38-B963-724E-89BC-5C13894FDCD9}"/>
                </a:ext>
              </a:extLst>
            </p:cNvPr>
            <p:cNvSpPr/>
            <p:nvPr/>
          </p:nvSpPr>
          <p:spPr>
            <a:xfrm>
              <a:off x="4225425" y="1618550"/>
              <a:ext cx="514169" cy="445097"/>
            </a:xfrm>
            <a:custGeom>
              <a:avLst/>
              <a:gdLst>
                <a:gd name="connsiteX0" fmla="*/ 474463 w 514169"/>
                <a:gd name="connsiteY0" fmla="*/ 445098 h 445097"/>
                <a:gd name="connsiteX1" fmla="*/ 178723 w 514169"/>
                <a:gd name="connsiteY1" fmla="*/ 445098 h 445097"/>
                <a:gd name="connsiteX2" fmla="*/ 48717 w 514169"/>
                <a:gd name="connsiteY2" fmla="*/ 390019 h 445097"/>
                <a:gd name="connsiteX3" fmla="*/ 88 w 514169"/>
                <a:gd name="connsiteY3" fmla="*/ 264974 h 445097"/>
                <a:gd name="connsiteX4" fmla="*/ 53679 w 514169"/>
                <a:gd name="connsiteY4" fmla="*/ 155313 h 445097"/>
                <a:gd name="connsiteX5" fmla="*/ 134064 w 514169"/>
                <a:gd name="connsiteY5" fmla="*/ 115120 h 445097"/>
                <a:gd name="connsiteX6" fmla="*/ 309722 w 514169"/>
                <a:gd name="connsiteY6" fmla="*/ 0 h 445097"/>
                <a:gd name="connsiteX7" fmla="*/ 349418 w 514169"/>
                <a:gd name="connsiteY7" fmla="*/ 39697 h 445097"/>
                <a:gd name="connsiteX8" fmla="*/ 309722 w 514169"/>
                <a:gd name="connsiteY8" fmla="*/ 79393 h 445097"/>
                <a:gd name="connsiteX9" fmla="*/ 198571 w 514169"/>
                <a:gd name="connsiteY9" fmla="*/ 166229 h 445097"/>
                <a:gd name="connsiteX10" fmla="*/ 159371 w 514169"/>
                <a:gd name="connsiteY10" fmla="*/ 192528 h 445097"/>
                <a:gd name="connsiteX11" fmla="*/ 107269 w 514169"/>
                <a:gd name="connsiteY11" fmla="*/ 213369 h 445097"/>
                <a:gd name="connsiteX12" fmla="*/ 78985 w 514169"/>
                <a:gd name="connsiteY12" fmla="*/ 266959 h 445097"/>
                <a:gd name="connsiteX13" fmla="*/ 105284 w 514169"/>
                <a:gd name="connsiteY13" fmla="*/ 334443 h 445097"/>
                <a:gd name="connsiteX14" fmla="*/ 178227 w 514169"/>
                <a:gd name="connsiteY14" fmla="*/ 365208 h 445097"/>
                <a:gd name="connsiteX15" fmla="*/ 474463 w 514169"/>
                <a:gd name="connsiteY15" fmla="*/ 365208 h 445097"/>
                <a:gd name="connsiteX16" fmla="*/ 514159 w 514169"/>
                <a:gd name="connsiteY16" fmla="*/ 404905 h 445097"/>
                <a:gd name="connsiteX17" fmla="*/ 474463 w 514169"/>
                <a:gd name="connsiteY17" fmla="*/ 445098 h 445097"/>
                <a:gd name="connsiteX18" fmla="*/ 474463 w 514169"/>
                <a:gd name="connsiteY18" fmla="*/ 445098 h 445097"/>
                <a:gd name="connsiteX19" fmla="*/ 474463 w 514169"/>
                <a:gd name="connsiteY19" fmla="*/ 445098 h 445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14169" h="445097">
                  <a:moveTo>
                    <a:pt x="474463" y="445098"/>
                  </a:moveTo>
                  <a:lnTo>
                    <a:pt x="178723" y="445098"/>
                  </a:lnTo>
                  <a:cubicBezTo>
                    <a:pt x="129598" y="445098"/>
                    <a:pt x="82955" y="425249"/>
                    <a:pt x="48717" y="390019"/>
                  </a:cubicBezTo>
                  <a:cubicBezTo>
                    <a:pt x="15967" y="356773"/>
                    <a:pt x="-1400" y="311618"/>
                    <a:pt x="88" y="264974"/>
                  </a:cubicBezTo>
                  <a:cubicBezTo>
                    <a:pt x="1081" y="226270"/>
                    <a:pt x="21425" y="185085"/>
                    <a:pt x="53679" y="155313"/>
                  </a:cubicBezTo>
                  <a:cubicBezTo>
                    <a:pt x="76008" y="134472"/>
                    <a:pt x="103796" y="120082"/>
                    <a:pt x="134064" y="115120"/>
                  </a:cubicBezTo>
                  <a:cubicBezTo>
                    <a:pt x="168799" y="40689"/>
                    <a:pt x="230825" y="0"/>
                    <a:pt x="309722" y="0"/>
                  </a:cubicBezTo>
                  <a:cubicBezTo>
                    <a:pt x="331555" y="0"/>
                    <a:pt x="349418" y="17863"/>
                    <a:pt x="349418" y="39697"/>
                  </a:cubicBezTo>
                  <a:cubicBezTo>
                    <a:pt x="349418" y="61530"/>
                    <a:pt x="331555" y="79393"/>
                    <a:pt x="309722" y="79393"/>
                  </a:cubicBezTo>
                  <a:cubicBezTo>
                    <a:pt x="255139" y="79393"/>
                    <a:pt x="219908" y="107181"/>
                    <a:pt x="198571" y="166229"/>
                  </a:cubicBezTo>
                  <a:cubicBezTo>
                    <a:pt x="192617" y="182604"/>
                    <a:pt x="176738" y="193521"/>
                    <a:pt x="159371" y="192528"/>
                  </a:cubicBezTo>
                  <a:cubicBezTo>
                    <a:pt x="135553" y="191040"/>
                    <a:pt x="116697" y="205430"/>
                    <a:pt x="107269" y="213369"/>
                  </a:cubicBezTo>
                  <a:cubicBezTo>
                    <a:pt x="90894" y="228751"/>
                    <a:pt x="79978" y="249592"/>
                    <a:pt x="78985" y="266959"/>
                  </a:cubicBezTo>
                  <a:cubicBezTo>
                    <a:pt x="77993" y="292266"/>
                    <a:pt x="87917" y="316580"/>
                    <a:pt x="105284" y="334443"/>
                  </a:cubicBezTo>
                  <a:cubicBezTo>
                    <a:pt x="124636" y="354292"/>
                    <a:pt x="150935" y="365208"/>
                    <a:pt x="178227" y="365208"/>
                  </a:cubicBezTo>
                  <a:lnTo>
                    <a:pt x="474463" y="365208"/>
                  </a:lnTo>
                  <a:cubicBezTo>
                    <a:pt x="496296" y="365208"/>
                    <a:pt x="514159" y="383072"/>
                    <a:pt x="514159" y="404905"/>
                  </a:cubicBezTo>
                  <a:cubicBezTo>
                    <a:pt x="514655" y="427234"/>
                    <a:pt x="496792" y="445098"/>
                    <a:pt x="474463" y="445098"/>
                  </a:cubicBezTo>
                  <a:cubicBezTo>
                    <a:pt x="474959" y="445098"/>
                    <a:pt x="474959" y="445098"/>
                    <a:pt x="474463" y="445098"/>
                  </a:cubicBezTo>
                  <a:lnTo>
                    <a:pt x="474463" y="44509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ADF4BA3C-83DA-8D46-9E51-7672DDFCEEB0}"/>
                </a:ext>
              </a:extLst>
            </p:cNvPr>
            <p:cNvSpPr/>
            <p:nvPr/>
          </p:nvSpPr>
          <p:spPr>
            <a:xfrm>
              <a:off x="4495450" y="1618052"/>
              <a:ext cx="346066" cy="445100"/>
            </a:xfrm>
            <a:custGeom>
              <a:avLst/>
              <a:gdLst>
                <a:gd name="connsiteX0" fmla="*/ 204437 w 346066"/>
                <a:gd name="connsiteY0" fmla="*/ 445100 h 445100"/>
                <a:gd name="connsiteX1" fmla="*/ 164741 w 346066"/>
                <a:gd name="connsiteY1" fmla="*/ 405404 h 445100"/>
                <a:gd name="connsiteX2" fmla="*/ 204437 w 346066"/>
                <a:gd name="connsiteY2" fmla="*/ 365707 h 445100"/>
                <a:gd name="connsiteX3" fmla="*/ 263486 w 346066"/>
                <a:gd name="connsiteY3" fmla="*/ 300704 h 445100"/>
                <a:gd name="connsiteX4" fmla="*/ 206422 w 346066"/>
                <a:gd name="connsiteY4" fmla="*/ 241655 h 445100"/>
                <a:gd name="connsiteX5" fmla="*/ 168214 w 346066"/>
                <a:gd name="connsiteY5" fmla="*/ 203447 h 445100"/>
                <a:gd name="connsiteX6" fmla="*/ 39697 w 346066"/>
                <a:gd name="connsiteY6" fmla="*/ 79396 h 445100"/>
                <a:gd name="connsiteX7" fmla="*/ 0 w 346066"/>
                <a:gd name="connsiteY7" fmla="*/ 39699 h 445100"/>
                <a:gd name="connsiteX8" fmla="*/ 39697 w 346066"/>
                <a:gd name="connsiteY8" fmla="*/ 3 h 445100"/>
                <a:gd name="connsiteX9" fmla="*/ 244134 w 346066"/>
                <a:gd name="connsiteY9" fmla="*/ 167721 h 445100"/>
                <a:gd name="connsiteX10" fmla="*/ 340398 w 346066"/>
                <a:gd name="connsiteY10" fmla="*/ 343378 h 445100"/>
                <a:gd name="connsiteX11" fmla="*/ 204437 w 346066"/>
                <a:gd name="connsiteY11" fmla="*/ 445100 h 445100"/>
                <a:gd name="connsiteX12" fmla="*/ 204437 w 346066"/>
                <a:gd name="connsiteY12" fmla="*/ 445100 h 44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6066" h="445100">
                  <a:moveTo>
                    <a:pt x="204437" y="445100"/>
                  </a:moveTo>
                  <a:cubicBezTo>
                    <a:pt x="182604" y="445100"/>
                    <a:pt x="164741" y="427237"/>
                    <a:pt x="164741" y="405404"/>
                  </a:cubicBezTo>
                  <a:cubicBezTo>
                    <a:pt x="164741" y="383570"/>
                    <a:pt x="182604" y="365707"/>
                    <a:pt x="204437" y="365707"/>
                  </a:cubicBezTo>
                  <a:cubicBezTo>
                    <a:pt x="238676" y="364218"/>
                    <a:pt x="264975" y="334942"/>
                    <a:pt x="263486" y="300704"/>
                  </a:cubicBezTo>
                  <a:cubicBezTo>
                    <a:pt x="261998" y="269443"/>
                    <a:pt x="237683" y="244633"/>
                    <a:pt x="206422" y="241655"/>
                  </a:cubicBezTo>
                  <a:cubicBezTo>
                    <a:pt x="185582" y="241159"/>
                    <a:pt x="168711" y="224288"/>
                    <a:pt x="168214" y="203447"/>
                  </a:cubicBezTo>
                  <a:cubicBezTo>
                    <a:pt x="165733" y="133978"/>
                    <a:pt x="109166" y="79396"/>
                    <a:pt x="39697" y="79396"/>
                  </a:cubicBezTo>
                  <a:cubicBezTo>
                    <a:pt x="17863" y="79396"/>
                    <a:pt x="0" y="61532"/>
                    <a:pt x="0" y="39699"/>
                  </a:cubicBezTo>
                  <a:cubicBezTo>
                    <a:pt x="0" y="17866"/>
                    <a:pt x="17863" y="3"/>
                    <a:pt x="39697" y="3"/>
                  </a:cubicBezTo>
                  <a:cubicBezTo>
                    <a:pt x="138938" y="-494"/>
                    <a:pt x="224782" y="69968"/>
                    <a:pt x="244134" y="167721"/>
                  </a:cubicBezTo>
                  <a:cubicBezTo>
                    <a:pt x="319061" y="189554"/>
                    <a:pt x="362231" y="268451"/>
                    <a:pt x="340398" y="343378"/>
                  </a:cubicBezTo>
                  <a:cubicBezTo>
                    <a:pt x="322535" y="403419"/>
                    <a:pt x="266960" y="445100"/>
                    <a:pt x="204437" y="445100"/>
                  </a:cubicBezTo>
                  <a:lnTo>
                    <a:pt x="204437" y="44510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9173556-5ED0-5D4E-AB87-E06F72FC9FB5}"/>
                </a:ext>
              </a:extLst>
            </p:cNvPr>
            <p:cNvSpPr/>
            <p:nvPr/>
          </p:nvSpPr>
          <p:spPr>
            <a:xfrm>
              <a:off x="4163984" y="1573892"/>
              <a:ext cx="252073" cy="237683"/>
            </a:xfrm>
            <a:custGeom>
              <a:avLst/>
              <a:gdLst>
                <a:gd name="connsiteX0" fmla="*/ 212377 w 252073"/>
                <a:gd name="connsiteY0" fmla="*/ 237683 h 237683"/>
                <a:gd name="connsiteX1" fmla="*/ 172680 w 252073"/>
                <a:gd name="connsiteY1" fmla="*/ 197987 h 237683"/>
                <a:gd name="connsiteX2" fmla="*/ 172680 w 252073"/>
                <a:gd name="connsiteY2" fmla="*/ 79393 h 237683"/>
                <a:gd name="connsiteX3" fmla="*/ 39697 w 252073"/>
                <a:gd name="connsiteY3" fmla="*/ 79393 h 237683"/>
                <a:gd name="connsiteX4" fmla="*/ 0 w 252073"/>
                <a:gd name="connsiteY4" fmla="*/ 39697 h 237683"/>
                <a:gd name="connsiteX5" fmla="*/ 39697 w 252073"/>
                <a:gd name="connsiteY5" fmla="*/ 0 h 237683"/>
                <a:gd name="connsiteX6" fmla="*/ 212377 w 252073"/>
                <a:gd name="connsiteY6" fmla="*/ 0 h 237683"/>
                <a:gd name="connsiteX7" fmla="*/ 252073 w 252073"/>
                <a:gd name="connsiteY7" fmla="*/ 39697 h 237683"/>
                <a:gd name="connsiteX8" fmla="*/ 252073 w 252073"/>
                <a:gd name="connsiteY8" fmla="*/ 197490 h 237683"/>
                <a:gd name="connsiteX9" fmla="*/ 212377 w 252073"/>
                <a:gd name="connsiteY9" fmla="*/ 237683 h 23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2073" h="237683">
                  <a:moveTo>
                    <a:pt x="212377" y="237683"/>
                  </a:moveTo>
                  <a:cubicBezTo>
                    <a:pt x="190544" y="237683"/>
                    <a:pt x="172680" y="219820"/>
                    <a:pt x="172680" y="197987"/>
                  </a:cubicBezTo>
                  <a:lnTo>
                    <a:pt x="172680" y="79393"/>
                  </a:lnTo>
                  <a:lnTo>
                    <a:pt x="39697" y="79393"/>
                  </a:lnTo>
                  <a:cubicBezTo>
                    <a:pt x="17863" y="79393"/>
                    <a:pt x="0" y="61530"/>
                    <a:pt x="0" y="39697"/>
                  </a:cubicBezTo>
                  <a:cubicBezTo>
                    <a:pt x="0" y="17863"/>
                    <a:pt x="17863" y="0"/>
                    <a:pt x="39697" y="0"/>
                  </a:cubicBezTo>
                  <a:lnTo>
                    <a:pt x="212377" y="0"/>
                  </a:lnTo>
                  <a:cubicBezTo>
                    <a:pt x="234210" y="0"/>
                    <a:pt x="252073" y="17863"/>
                    <a:pt x="252073" y="39697"/>
                  </a:cubicBezTo>
                  <a:lnTo>
                    <a:pt x="252073" y="197490"/>
                  </a:lnTo>
                  <a:cubicBezTo>
                    <a:pt x="252073" y="219820"/>
                    <a:pt x="234210" y="237683"/>
                    <a:pt x="212377" y="2376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C316B87-4A2D-3F41-8DA0-C58DD0E0AEB8}"/>
                </a:ext>
              </a:extLst>
            </p:cNvPr>
            <p:cNvSpPr/>
            <p:nvPr/>
          </p:nvSpPr>
          <p:spPr>
            <a:xfrm>
              <a:off x="4155548" y="1989713"/>
              <a:ext cx="293754" cy="207910"/>
            </a:xfrm>
            <a:custGeom>
              <a:avLst/>
              <a:gdLst>
                <a:gd name="connsiteX0" fmla="*/ 253562 w 293754"/>
                <a:gd name="connsiteY0" fmla="*/ 207911 h 207910"/>
                <a:gd name="connsiteX1" fmla="*/ 39697 w 293754"/>
                <a:gd name="connsiteY1" fmla="*/ 207911 h 207910"/>
                <a:gd name="connsiteX2" fmla="*/ 0 w 293754"/>
                <a:gd name="connsiteY2" fmla="*/ 168214 h 207910"/>
                <a:gd name="connsiteX3" fmla="*/ 0 w 293754"/>
                <a:gd name="connsiteY3" fmla="*/ 99738 h 207910"/>
                <a:gd name="connsiteX4" fmla="*/ 39697 w 293754"/>
                <a:gd name="connsiteY4" fmla="*/ 60041 h 207910"/>
                <a:gd name="connsiteX5" fmla="*/ 79393 w 293754"/>
                <a:gd name="connsiteY5" fmla="*/ 99738 h 207910"/>
                <a:gd name="connsiteX6" fmla="*/ 79393 w 293754"/>
                <a:gd name="connsiteY6" fmla="*/ 128518 h 207910"/>
                <a:gd name="connsiteX7" fmla="*/ 214362 w 293754"/>
                <a:gd name="connsiteY7" fmla="*/ 128518 h 207910"/>
                <a:gd name="connsiteX8" fmla="*/ 214362 w 293754"/>
                <a:gd name="connsiteY8" fmla="*/ 39697 h 207910"/>
                <a:gd name="connsiteX9" fmla="*/ 254058 w 293754"/>
                <a:gd name="connsiteY9" fmla="*/ 0 h 207910"/>
                <a:gd name="connsiteX10" fmla="*/ 293755 w 293754"/>
                <a:gd name="connsiteY10" fmla="*/ 39697 h 207910"/>
                <a:gd name="connsiteX11" fmla="*/ 293755 w 293754"/>
                <a:gd name="connsiteY11" fmla="*/ 168214 h 207910"/>
                <a:gd name="connsiteX12" fmla="*/ 253562 w 293754"/>
                <a:gd name="connsiteY12" fmla="*/ 207911 h 20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54" h="207910">
                  <a:moveTo>
                    <a:pt x="253562" y="207911"/>
                  </a:moveTo>
                  <a:lnTo>
                    <a:pt x="39697" y="207911"/>
                  </a:lnTo>
                  <a:cubicBezTo>
                    <a:pt x="17863" y="207911"/>
                    <a:pt x="0" y="190047"/>
                    <a:pt x="0" y="168214"/>
                  </a:cubicBezTo>
                  <a:lnTo>
                    <a:pt x="0" y="99738"/>
                  </a:lnTo>
                  <a:cubicBezTo>
                    <a:pt x="0" y="77904"/>
                    <a:pt x="17863" y="60041"/>
                    <a:pt x="39697" y="60041"/>
                  </a:cubicBezTo>
                  <a:cubicBezTo>
                    <a:pt x="61530" y="60041"/>
                    <a:pt x="79393" y="77904"/>
                    <a:pt x="79393" y="99738"/>
                  </a:cubicBezTo>
                  <a:lnTo>
                    <a:pt x="79393" y="128518"/>
                  </a:lnTo>
                  <a:lnTo>
                    <a:pt x="214362" y="128518"/>
                  </a:lnTo>
                  <a:lnTo>
                    <a:pt x="214362" y="39697"/>
                  </a:lnTo>
                  <a:cubicBezTo>
                    <a:pt x="214362" y="17863"/>
                    <a:pt x="232225" y="0"/>
                    <a:pt x="254058" y="0"/>
                  </a:cubicBezTo>
                  <a:cubicBezTo>
                    <a:pt x="275891" y="0"/>
                    <a:pt x="293755" y="17863"/>
                    <a:pt x="293755" y="39697"/>
                  </a:cubicBezTo>
                  <a:lnTo>
                    <a:pt x="293755" y="168214"/>
                  </a:lnTo>
                  <a:cubicBezTo>
                    <a:pt x="293259" y="190047"/>
                    <a:pt x="275395" y="207911"/>
                    <a:pt x="253562" y="2079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D932213C-BCB3-FE46-B1FC-71AC34A56616}"/>
                </a:ext>
              </a:extLst>
            </p:cNvPr>
            <p:cNvSpPr/>
            <p:nvPr/>
          </p:nvSpPr>
          <p:spPr>
            <a:xfrm>
              <a:off x="4538621" y="2017005"/>
              <a:ext cx="79393" cy="217338"/>
            </a:xfrm>
            <a:custGeom>
              <a:avLst/>
              <a:gdLst>
                <a:gd name="connsiteX0" fmla="*/ 39697 w 79393"/>
                <a:gd name="connsiteY0" fmla="*/ 217339 h 217338"/>
                <a:gd name="connsiteX1" fmla="*/ 0 w 79393"/>
                <a:gd name="connsiteY1" fmla="*/ 177642 h 217338"/>
                <a:gd name="connsiteX2" fmla="*/ 0 w 79393"/>
                <a:gd name="connsiteY2" fmla="*/ 39697 h 217338"/>
                <a:gd name="connsiteX3" fmla="*/ 39697 w 79393"/>
                <a:gd name="connsiteY3" fmla="*/ 0 h 217338"/>
                <a:gd name="connsiteX4" fmla="*/ 79393 w 79393"/>
                <a:gd name="connsiteY4" fmla="*/ 39697 h 217338"/>
                <a:gd name="connsiteX5" fmla="*/ 79393 w 79393"/>
                <a:gd name="connsiteY5" fmla="*/ 177642 h 217338"/>
                <a:gd name="connsiteX6" fmla="*/ 39697 w 79393"/>
                <a:gd name="connsiteY6" fmla="*/ 217339 h 2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7338">
                  <a:moveTo>
                    <a:pt x="39697" y="217339"/>
                  </a:moveTo>
                  <a:cubicBezTo>
                    <a:pt x="17863" y="217339"/>
                    <a:pt x="0" y="199475"/>
                    <a:pt x="0" y="177642"/>
                  </a:cubicBezTo>
                  <a:lnTo>
                    <a:pt x="0" y="39697"/>
                  </a:lnTo>
                  <a:cubicBezTo>
                    <a:pt x="0" y="17863"/>
                    <a:pt x="17863" y="0"/>
                    <a:pt x="39697" y="0"/>
                  </a:cubicBezTo>
                  <a:cubicBezTo>
                    <a:pt x="61530" y="0"/>
                    <a:pt x="79393" y="17863"/>
                    <a:pt x="79393" y="39697"/>
                  </a:cubicBezTo>
                  <a:lnTo>
                    <a:pt x="79393" y="177642"/>
                  </a:lnTo>
                  <a:cubicBezTo>
                    <a:pt x="79393" y="199475"/>
                    <a:pt x="61530" y="217339"/>
                    <a:pt x="39697" y="21733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356E795-6CCB-9A4F-A308-6D546B065E99}"/>
                </a:ext>
              </a:extLst>
            </p:cNvPr>
            <p:cNvSpPr/>
            <p:nvPr/>
          </p:nvSpPr>
          <p:spPr>
            <a:xfrm>
              <a:off x="4830887" y="1579846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A6C30DB7-6818-BB4F-94F9-4FAD94E9942C}"/>
                </a:ext>
              </a:extLst>
            </p:cNvPr>
            <p:cNvSpPr/>
            <p:nvPr/>
          </p:nvSpPr>
          <p:spPr>
            <a:xfrm>
              <a:off x="4829894" y="2062656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lnTo>
                    <a:pt x="64507" y="12901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2013115-349A-1141-9253-96FB21D30056}"/>
                </a:ext>
              </a:extLst>
            </p:cNvPr>
            <p:cNvSpPr/>
            <p:nvPr/>
          </p:nvSpPr>
          <p:spPr>
            <a:xfrm>
              <a:off x="4512322" y="2132125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lnTo>
                    <a:pt x="64507" y="12901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B021A86B-157C-A747-B896-7A5DE0CAF6E6}"/>
                </a:ext>
              </a:extLst>
            </p:cNvPr>
            <p:cNvSpPr/>
            <p:nvPr/>
          </p:nvSpPr>
          <p:spPr>
            <a:xfrm>
              <a:off x="4537132" y="1427511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5332D17-E304-0C41-A98E-43F183CDC767}"/>
                </a:ext>
              </a:extLst>
            </p:cNvPr>
            <p:cNvSpPr/>
            <p:nvPr/>
          </p:nvSpPr>
          <p:spPr>
            <a:xfrm>
              <a:off x="4130242" y="2003111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lnTo>
                    <a:pt x="64507" y="12901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7938895E-682B-E841-B019-AD9CD3EB8E66}"/>
                </a:ext>
              </a:extLst>
            </p:cNvPr>
            <p:cNvSpPr/>
            <p:nvPr/>
          </p:nvSpPr>
          <p:spPr>
            <a:xfrm>
              <a:off x="4130242" y="1551563"/>
              <a:ext cx="129013" cy="129013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3" h="129013">
                  <a:moveTo>
                    <a:pt x="64507" y="129014"/>
                  </a:moveTo>
                  <a:cubicBezTo>
                    <a:pt x="28780" y="129014"/>
                    <a:pt x="0" y="100234"/>
                    <a:pt x="0" y="64507"/>
                  </a:cubicBezTo>
                  <a:cubicBezTo>
                    <a:pt x="0" y="28780"/>
                    <a:pt x="28780" y="0"/>
                    <a:pt x="64507" y="0"/>
                  </a:cubicBezTo>
                  <a:cubicBezTo>
                    <a:pt x="100234" y="0"/>
                    <a:pt x="129014" y="28780"/>
                    <a:pt x="129014" y="64507"/>
                  </a:cubicBezTo>
                  <a:cubicBezTo>
                    <a:pt x="129014" y="100234"/>
                    <a:pt x="100234" y="129014"/>
                    <a:pt x="64507" y="1290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96699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BC08A2-C9D5-5014-DAB8-1AD913A8AB0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559239A6-6EFC-5070-D731-2AC352AE8399}"/>
              </a:ext>
            </a:extLst>
          </p:cNvPr>
          <p:cNvGrpSpPr/>
          <p:nvPr/>
        </p:nvGrpSpPr>
        <p:grpSpPr>
          <a:xfrm>
            <a:off x="1680361" y="1421070"/>
            <a:ext cx="475416" cy="843145"/>
            <a:chOff x="1680361" y="1421070"/>
            <a:chExt cx="475416" cy="843145"/>
          </a:xfrm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962A9F71-EE80-219F-8F5F-6652E0CA2306}"/>
                </a:ext>
              </a:extLst>
            </p:cNvPr>
            <p:cNvSpPr/>
            <p:nvPr/>
          </p:nvSpPr>
          <p:spPr>
            <a:xfrm>
              <a:off x="1860709" y="1963509"/>
              <a:ext cx="132498" cy="300706"/>
            </a:xfrm>
            <a:custGeom>
              <a:avLst/>
              <a:gdLst>
                <a:gd name="connsiteX0" fmla="*/ 66217 w 132498"/>
                <a:gd name="connsiteY0" fmla="*/ 300706 h 300706"/>
                <a:gd name="connsiteX1" fmla="*/ 26593 w 132498"/>
                <a:gd name="connsiteY1" fmla="*/ 260935 h 300706"/>
                <a:gd name="connsiteX2" fmla="*/ 34758 w 132498"/>
                <a:gd name="connsiteY2" fmla="*/ 236893 h 300706"/>
                <a:gd name="connsiteX3" fmla="*/ 52819 w 132498"/>
                <a:gd name="connsiteY3" fmla="*/ 186628 h 300706"/>
                <a:gd name="connsiteX4" fmla="*/ 43392 w 132498"/>
                <a:gd name="connsiteY4" fmla="*/ 173578 h 300706"/>
                <a:gd name="connsiteX5" fmla="*/ 321 w 132498"/>
                <a:gd name="connsiteY5" fmla="*/ 103662 h 300706"/>
                <a:gd name="connsiteX6" fmla="*/ 38231 w 132498"/>
                <a:gd name="connsiteY6" fmla="*/ 11616 h 300706"/>
                <a:gd name="connsiteX7" fmla="*/ 94377 w 132498"/>
                <a:gd name="connsiteY7" fmla="*/ 11640 h 300706"/>
                <a:gd name="connsiteX8" fmla="*/ 94352 w 132498"/>
                <a:gd name="connsiteY8" fmla="*/ 67786 h 300706"/>
                <a:gd name="connsiteX9" fmla="*/ 79466 w 132498"/>
                <a:gd name="connsiteY9" fmla="*/ 97062 h 300706"/>
                <a:gd name="connsiteX10" fmla="*/ 89092 w 132498"/>
                <a:gd name="connsiteY10" fmla="*/ 108624 h 300706"/>
                <a:gd name="connsiteX11" fmla="*/ 131319 w 132498"/>
                <a:gd name="connsiteY11" fmla="*/ 174868 h 300706"/>
                <a:gd name="connsiteX12" fmla="*/ 97776 w 132498"/>
                <a:gd name="connsiteY12" fmla="*/ 285323 h 300706"/>
                <a:gd name="connsiteX13" fmla="*/ 66217 w 132498"/>
                <a:gd name="connsiteY13" fmla="*/ 300706 h 300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498" h="300706">
                  <a:moveTo>
                    <a:pt x="66217" y="300706"/>
                  </a:moveTo>
                  <a:cubicBezTo>
                    <a:pt x="44293" y="300666"/>
                    <a:pt x="26553" y="282862"/>
                    <a:pt x="26593" y="260935"/>
                  </a:cubicBezTo>
                  <a:cubicBezTo>
                    <a:pt x="26608" y="252246"/>
                    <a:pt x="29477" y="243796"/>
                    <a:pt x="34758" y="236893"/>
                  </a:cubicBezTo>
                  <a:cubicBezTo>
                    <a:pt x="41655" y="227614"/>
                    <a:pt x="55400" y="202903"/>
                    <a:pt x="52819" y="186628"/>
                  </a:cubicBezTo>
                  <a:cubicBezTo>
                    <a:pt x="51766" y="181095"/>
                    <a:pt x="48312" y="176317"/>
                    <a:pt x="43392" y="173578"/>
                  </a:cubicBezTo>
                  <a:cubicBezTo>
                    <a:pt x="10691" y="150603"/>
                    <a:pt x="1909" y="122865"/>
                    <a:pt x="321" y="103662"/>
                  </a:cubicBezTo>
                  <a:cubicBezTo>
                    <a:pt x="-3847" y="54934"/>
                    <a:pt x="33914" y="15933"/>
                    <a:pt x="38231" y="11616"/>
                  </a:cubicBezTo>
                  <a:cubicBezTo>
                    <a:pt x="53742" y="-3881"/>
                    <a:pt x="78879" y="-3871"/>
                    <a:pt x="94377" y="11640"/>
                  </a:cubicBezTo>
                  <a:cubicBezTo>
                    <a:pt x="109874" y="27152"/>
                    <a:pt x="109863" y="52290"/>
                    <a:pt x="94352" y="67786"/>
                  </a:cubicBezTo>
                  <a:cubicBezTo>
                    <a:pt x="87752" y="74584"/>
                    <a:pt x="78672" y="88875"/>
                    <a:pt x="79466" y="97062"/>
                  </a:cubicBezTo>
                  <a:cubicBezTo>
                    <a:pt x="79863" y="101280"/>
                    <a:pt x="84924" y="105696"/>
                    <a:pt x="89092" y="108624"/>
                  </a:cubicBezTo>
                  <a:cubicBezTo>
                    <a:pt x="111749" y="123887"/>
                    <a:pt x="127047" y="147884"/>
                    <a:pt x="131319" y="174868"/>
                  </a:cubicBezTo>
                  <a:cubicBezTo>
                    <a:pt x="139557" y="228805"/>
                    <a:pt x="102093" y="279667"/>
                    <a:pt x="97776" y="285323"/>
                  </a:cubicBezTo>
                  <a:cubicBezTo>
                    <a:pt x="90219" y="295079"/>
                    <a:pt x="78556" y="300760"/>
                    <a:pt x="66217" y="30070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E6FC17C7-D932-7C84-34B2-1F50842E86A1}"/>
                </a:ext>
              </a:extLst>
            </p:cNvPr>
            <p:cNvSpPr/>
            <p:nvPr/>
          </p:nvSpPr>
          <p:spPr>
            <a:xfrm>
              <a:off x="1680361" y="1421070"/>
              <a:ext cx="475416" cy="547306"/>
            </a:xfrm>
            <a:custGeom>
              <a:avLst/>
              <a:gdLst>
                <a:gd name="connsiteX0" fmla="*/ 237634 w 475416"/>
                <a:gd name="connsiteY0" fmla="*/ 547306 h 547306"/>
                <a:gd name="connsiteX1" fmla="*/ 62969 w 475416"/>
                <a:gd name="connsiteY1" fmla="*/ 432781 h 547306"/>
                <a:gd name="connsiteX2" fmla="*/ 0 w 475416"/>
                <a:gd name="connsiteY2" fmla="*/ 234299 h 547306"/>
                <a:gd name="connsiteX3" fmla="*/ 241143 w 475416"/>
                <a:gd name="connsiteY3" fmla="*/ 25 h 547306"/>
                <a:gd name="connsiteX4" fmla="*/ 475416 w 475416"/>
                <a:gd name="connsiteY4" fmla="*/ 234299 h 547306"/>
                <a:gd name="connsiteX5" fmla="*/ 412448 w 475416"/>
                <a:gd name="connsiteY5" fmla="*/ 432781 h 547306"/>
                <a:gd name="connsiteX6" fmla="*/ 237634 w 475416"/>
                <a:gd name="connsiteY6" fmla="*/ 547306 h 547306"/>
                <a:gd name="connsiteX7" fmla="*/ 237634 w 475416"/>
                <a:gd name="connsiteY7" fmla="*/ 75910 h 547306"/>
                <a:gd name="connsiteX8" fmla="*/ 79294 w 475416"/>
                <a:gd name="connsiteY8" fmla="*/ 234199 h 547306"/>
                <a:gd name="connsiteX9" fmla="*/ 129609 w 475416"/>
                <a:gd name="connsiteY9" fmla="*/ 389760 h 547306"/>
                <a:gd name="connsiteX10" fmla="*/ 237634 w 475416"/>
                <a:gd name="connsiteY10" fmla="*/ 467913 h 547306"/>
                <a:gd name="connsiteX11" fmla="*/ 345807 w 475416"/>
                <a:gd name="connsiteY11" fmla="*/ 389760 h 547306"/>
                <a:gd name="connsiteX12" fmla="*/ 396122 w 475416"/>
                <a:gd name="connsiteY12" fmla="*/ 234199 h 547306"/>
                <a:gd name="connsiteX13" fmla="*/ 237634 w 475416"/>
                <a:gd name="connsiteY13" fmla="*/ 75910 h 54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5416" h="547306">
                  <a:moveTo>
                    <a:pt x="237634" y="547306"/>
                  </a:moveTo>
                  <a:cubicBezTo>
                    <a:pt x="172531" y="547306"/>
                    <a:pt x="110505" y="506617"/>
                    <a:pt x="62969" y="432781"/>
                  </a:cubicBezTo>
                  <a:cubicBezTo>
                    <a:pt x="24165" y="372492"/>
                    <a:pt x="0" y="296424"/>
                    <a:pt x="0" y="234299"/>
                  </a:cubicBezTo>
                  <a:cubicBezTo>
                    <a:pt x="1897" y="103016"/>
                    <a:pt x="109860" y="-1871"/>
                    <a:pt x="241143" y="25"/>
                  </a:cubicBezTo>
                  <a:cubicBezTo>
                    <a:pt x="369749" y="1884"/>
                    <a:pt x="473561" y="105691"/>
                    <a:pt x="475416" y="234299"/>
                  </a:cubicBezTo>
                  <a:cubicBezTo>
                    <a:pt x="475416" y="296523"/>
                    <a:pt x="451301" y="372592"/>
                    <a:pt x="412448" y="432781"/>
                  </a:cubicBezTo>
                  <a:cubicBezTo>
                    <a:pt x="364762" y="506617"/>
                    <a:pt x="302687" y="547306"/>
                    <a:pt x="237634" y="547306"/>
                  </a:cubicBezTo>
                  <a:close/>
                  <a:moveTo>
                    <a:pt x="237634" y="75910"/>
                  </a:moveTo>
                  <a:cubicBezTo>
                    <a:pt x="150238" y="75991"/>
                    <a:pt x="79403" y="146805"/>
                    <a:pt x="79294" y="234199"/>
                  </a:cubicBezTo>
                  <a:cubicBezTo>
                    <a:pt x="79294" y="281290"/>
                    <a:pt x="99142" y="342323"/>
                    <a:pt x="129609" y="389760"/>
                  </a:cubicBezTo>
                  <a:cubicBezTo>
                    <a:pt x="161615" y="439431"/>
                    <a:pt x="201014" y="467913"/>
                    <a:pt x="237634" y="467913"/>
                  </a:cubicBezTo>
                  <a:cubicBezTo>
                    <a:pt x="274254" y="467913"/>
                    <a:pt x="313603" y="439431"/>
                    <a:pt x="345807" y="389760"/>
                  </a:cubicBezTo>
                  <a:cubicBezTo>
                    <a:pt x="376373" y="342323"/>
                    <a:pt x="396122" y="281290"/>
                    <a:pt x="396122" y="234199"/>
                  </a:cubicBezTo>
                  <a:cubicBezTo>
                    <a:pt x="396013" y="146747"/>
                    <a:pt x="325085" y="75910"/>
                    <a:pt x="237634" y="7591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2FC74B2-8196-4D5A-E93D-12B4AEB4BBF8}"/>
                </a:ext>
              </a:extLst>
            </p:cNvPr>
            <p:cNvSpPr/>
            <p:nvPr/>
          </p:nvSpPr>
          <p:spPr>
            <a:xfrm>
              <a:off x="1833025" y="1907889"/>
              <a:ext cx="167665" cy="124994"/>
            </a:xfrm>
            <a:custGeom>
              <a:avLst/>
              <a:gdLst>
                <a:gd name="connsiteX0" fmla="*/ 127941 w 167665"/>
                <a:gd name="connsiteY0" fmla="*/ 124995 h 124994"/>
                <a:gd name="connsiteX1" fmla="*/ 39715 w 167665"/>
                <a:gd name="connsiteY1" fmla="*/ 124995 h 124994"/>
                <a:gd name="connsiteX2" fmla="*/ 0 w 167665"/>
                <a:gd name="connsiteY2" fmla="*/ 85318 h 124994"/>
                <a:gd name="connsiteX3" fmla="*/ 3740 w 167665"/>
                <a:gd name="connsiteY3" fmla="*/ 68477 h 124994"/>
                <a:gd name="connsiteX4" fmla="*/ 25077 w 167665"/>
                <a:gd name="connsiteY4" fmla="*/ 22875 h 124994"/>
                <a:gd name="connsiteX5" fmla="*/ 61003 w 167665"/>
                <a:gd name="connsiteY5" fmla="*/ 0 h 124994"/>
                <a:gd name="connsiteX6" fmla="*/ 106654 w 167665"/>
                <a:gd name="connsiteY6" fmla="*/ 0 h 124994"/>
                <a:gd name="connsiteX7" fmla="*/ 142579 w 167665"/>
                <a:gd name="connsiteY7" fmla="*/ 22875 h 124994"/>
                <a:gd name="connsiteX8" fmla="*/ 163916 w 167665"/>
                <a:gd name="connsiteY8" fmla="*/ 68477 h 124994"/>
                <a:gd name="connsiteX9" fmla="*/ 144782 w 167665"/>
                <a:gd name="connsiteY9" fmla="*/ 121253 h 124994"/>
                <a:gd name="connsiteX10" fmla="*/ 127941 w 167665"/>
                <a:gd name="connsiteY10" fmla="*/ 124995 h 12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65" h="124994">
                  <a:moveTo>
                    <a:pt x="127941" y="124995"/>
                  </a:moveTo>
                  <a:lnTo>
                    <a:pt x="39715" y="124995"/>
                  </a:lnTo>
                  <a:cubicBezTo>
                    <a:pt x="17791" y="125004"/>
                    <a:pt x="10" y="107240"/>
                    <a:pt x="0" y="85318"/>
                  </a:cubicBezTo>
                  <a:cubicBezTo>
                    <a:pt x="-2" y="79497"/>
                    <a:pt x="1274" y="73746"/>
                    <a:pt x="3740" y="68477"/>
                  </a:cubicBezTo>
                  <a:lnTo>
                    <a:pt x="25077" y="22875"/>
                  </a:lnTo>
                  <a:cubicBezTo>
                    <a:pt x="31602" y="8927"/>
                    <a:pt x="45604" y="10"/>
                    <a:pt x="61003" y="0"/>
                  </a:cubicBezTo>
                  <a:lnTo>
                    <a:pt x="106654" y="0"/>
                  </a:lnTo>
                  <a:cubicBezTo>
                    <a:pt x="122052" y="10"/>
                    <a:pt x="136054" y="8927"/>
                    <a:pt x="142579" y="22875"/>
                  </a:cubicBezTo>
                  <a:lnTo>
                    <a:pt x="163916" y="68477"/>
                  </a:lnTo>
                  <a:cubicBezTo>
                    <a:pt x="173205" y="88335"/>
                    <a:pt x="164641" y="111964"/>
                    <a:pt x="144782" y="121253"/>
                  </a:cubicBezTo>
                  <a:cubicBezTo>
                    <a:pt x="139508" y="123719"/>
                    <a:pt x="133761" y="124999"/>
                    <a:pt x="127941" y="1249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BFCCA0F-4A53-42DC-1767-563EABD1AD57}"/>
                </a:ext>
              </a:extLst>
            </p:cNvPr>
            <p:cNvSpPr/>
            <p:nvPr/>
          </p:nvSpPr>
          <p:spPr>
            <a:xfrm>
              <a:off x="1904597" y="1536676"/>
              <a:ext cx="136463" cy="138937"/>
            </a:xfrm>
            <a:custGeom>
              <a:avLst/>
              <a:gdLst>
                <a:gd name="connsiteX0" fmla="*/ 96760 w 136463"/>
                <a:gd name="connsiteY0" fmla="*/ 138938 h 138937"/>
                <a:gd name="connsiteX1" fmla="*/ 57064 w 136463"/>
                <a:gd name="connsiteY1" fmla="*/ 99241 h 138937"/>
                <a:gd name="connsiteX2" fmla="*/ 39697 w 136463"/>
                <a:gd name="connsiteY2" fmla="*/ 79393 h 138937"/>
                <a:gd name="connsiteX3" fmla="*/ 0 w 136463"/>
                <a:gd name="connsiteY3" fmla="*/ 39697 h 138937"/>
                <a:gd name="connsiteX4" fmla="*/ 39697 w 136463"/>
                <a:gd name="connsiteY4" fmla="*/ 0 h 138937"/>
                <a:gd name="connsiteX5" fmla="*/ 136457 w 136463"/>
                <a:gd name="connsiteY5" fmla="*/ 99241 h 138937"/>
                <a:gd name="connsiteX6" fmla="*/ 96760 w 136463"/>
                <a:gd name="connsiteY6" fmla="*/ 138938 h 13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463" h="138937">
                  <a:moveTo>
                    <a:pt x="96760" y="138938"/>
                  </a:moveTo>
                  <a:cubicBezTo>
                    <a:pt x="74838" y="138938"/>
                    <a:pt x="57064" y="121165"/>
                    <a:pt x="57064" y="99241"/>
                  </a:cubicBezTo>
                  <a:cubicBezTo>
                    <a:pt x="57689" y="88985"/>
                    <a:pt x="49945" y="80135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93788" y="762"/>
                    <a:pt x="137062" y="45148"/>
                    <a:pt x="136457" y="99241"/>
                  </a:cubicBezTo>
                  <a:cubicBezTo>
                    <a:pt x="136457" y="121165"/>
                    <a:pt x="118683" y="138938"/>
                    <a:pt x="96760" y="13893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85169C5-4051-DEEE-9E98-6516E78C6689}"/>
              </a:ext>
            </a:extLst>
          </p:cNvPr>
          <p:cNvGrpSpPr/>
          <p:nvPr/>
        </p:nvGrpSpPr>
        <p:grpSpPr>
          <a:xfrm>
            <a:off x="2867664" y="1422171"/>
            <a:ext cx="718806" cy="826562"/>
            <a:chOff x="2867664" y="1422171"/>
            <a:chExt cx="718806" cy="82656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3D94216-BAC7-5958-D1E3-8432C66608B9}"/>
                </a:ext>
              </a:extLst>
            </p:cNvPr>
            <p:cNvSpPr/>
            <p:nvPr/>
          </p:nvSpPr>
          <p:spPr>
            <a:xfrm>
              <a:off x="3156854" y="1425030"/>
              <a:ext cx="329382" cy="204387"/>
            </a:xfrm>
            <a:custGeom>
              <a:avLst/>
              <a:gdLst>
                <a:gd name="connsiteX0" fmla="*/ 289686 w 329382"/>
                <a:gd name="connsiteY0" fmla="*/ 204388 h 204387"/>
                <a:gd name="connsiteX1" fmla="*/ 249989 w 329382"/>
                <a:gd name="connsiteY1" fmla="*/ 164691 h 204387"/>
                <a:gd name="connsiteX2" fmla="*/ 164691 w 329382"/>
                <a:gd name="connsiteY2" fmla="*/ 79393 h 204387"/>
                <a:gd name="connsiteX3" fmla="*/ 79393 w 329382"/>
                <a:gd name="connsiteY3" fmla="*/ 164691 h 204387"/>
                <a:gd name="connsiteX4" fmla="*/ 39697 w 329382"/>
                <a:gd name="connsiteY4" fmla="*/ 204388 h 204387"/>
                <a:gd name="connsiteX5" fmla="*/ 0 w 329382"/>
                <a:gd name="connsiteY5" fmla="*/ 164691 h 204387"/>
                <a:gd name="connsiteX6" fmla="*/ 164691 w 329382"/>
                <a:gd name="connsiteY6" fmla="*/ 0 h 204387"/>
                <a:gd name="connsiteX7" fmla="*/ 329382 w 329382"/>
                <a:gd name="connsiteY7" fmla="*/ 164691 h 204387"/>
                <a:gd name="connsiteX8" fmla="*/ 289686 w 329382"/>
                <a:gd name="connsiteY8" fmla="*/ 204388 h 20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382" h="204387">
                  <a:moveTo>
                    <a:pt x="289686" y="204388"/>
                  </a:moveTo>
                  <a:cubicBezTo>
                    <a:pt x="267763" y="204388"/>
                    <a:pt x="249989" y="186615"/>
                    <a:pt x="249989" y="164691"/>
                  </a:cubicBezTo>
                  <a:cubicBezTo>
                    <a:pt x="249989" y="117582"/>
                    <a:pt x="211801" y="79393"/>
                    <a:pt x="164691" y="79393"/>
                  </a:cubicBezTo>
                  <a:cubicBezTo>
                    <a:pt x="117582" y="79393"/>
                    <a:pt x="79393" y="117582"/>
                    <a:pt x="79393" y="164691"/>
                  </a:cubicBezTo>
                  <a:cubicBezTo>
                    <a:pt x="79393" y="186615"/>
                    <a:pt x="61621" y="204388"/>
                    <a:pt x="39697" y="204388"/>
                  </a:cubicBezTo>
                  <a:cubicBezTo>
                    <a:pt x="17773" y="204388"/>
                    <a:pt x="0" y="186615"/>
                    <a:pt x="0" y="164691"/>
                  </a:cubicBezTo>
                  <a:cubicBezTo>
                    <a:pt x="0" y="73735"/>
                    <a:pt x="73735" y="0"/>
                    <a:pt x="164691" y="0"/>
                  </a:cubicBezTo>
                  <a:cubicBezTo>
                    <a:pt x="255646" y="0"/>
                    <a:pt x="329382" y="73735"/>
                    <a:pt x="329382" y="164691"/>
                  </a:cubicBezTo>
                  <a:cubicBezTo>
                    <a:pt x="329382" y="186615"/>
                    <a:pt x="311608" y="204388"/>
                    <a:pt x="289686" y="2043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D5058E7-ADF4-5B19-9360-D8EDBAA988AC}"/>
                </a:ext>
              </a:extLst>
            </p:cNvPr>
            <p:cNvSpPr/>
            <p:nvPr/>
          </p:nvSpPr>
          <p:spPr>
            <a:xfrm>
              <a:off x="3406793" y="1559948"/>
              <a:ext cx="79393" cy="688536"/>
            </a:xfrm>
            <a:custGeom>
              <a:avLst/>
              <a:gdLst>
                <a:gd name="connsiteX0" fmla="*/ 39697 w 79393"/>
                <a:gd name="connsiteY0" fmla="*/ 688537 h 688536"/>
                <a:gd name="connsiteX1" fmla="*/ 0 w 79393"/>
                <a:gd name="connsiteY1" fmla="*/ 648840 h 688536"/>
                <a:gd name="connsiteX2" fmla="*/ 0 w 79393"/>
                <a:gd name="connsiteY2" fmla="*/ 39697 h 688536"/>
                <a:gd name="connsiteX3" fmla="*/ 39697 w 79393"/>
                <a:gd name="connsiteY3" fmla="*/ 0 h 688536"/>
                <a:gd name="connsiteX4" fmla="*/ 79393 w 79393"/>
                <a:gd name="connsiteY4" fmla="*/ 39697 h 688536"/>
                <a:gd name="connsiteX5" fmla="*/ 79393 w 79393"/>
                <a:gd name="connsiteY5" fmla="*/ 648840 h 688536"/>
                <a:gd name="connsiteX6" fmla="*/ 39697 w 79393"/>
                <a:gd name="connsiteY6" fmla="*/ 688537 h 688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88536">
                  <a:moveTo>
                    <a:pt x="39697" y="688537"/>
                  </a:moveTo>
                  <a:cubicBezTo>
                    <a:pt x="17774" y="688537"/>
                    <a:pt x="0" y="670763"/>
                    <a:pt x="0" y="64884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648840"/>
                  </a:lnTo>
                  <a:cubicBezTo>
                    <a:pt x="79393" y="670763"/>
                    <a:pt x="61619" y="688537"/>
                    <a:pt x="39697" y="6885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045209B-9351-BF44-F212-4AD184733286}"/>
                </a:ext>
              </a:extLst>
            </p:cNvPr>
            <p:cNvSpPr/>
            <p:nvPr/>
          </p:nvSpPr>
          <p:spPr>
            <a:xfrm>
              <a:off x="2867664" y="1559105"/>
              <a:ext cx="718806" cy="689628"/>
            </a:xfrm>
            <a:custGeom>
              <a:avLst/>
              <a:gdLst>
                <a:gd name="connsiteX0" fmla="*/ 619565 w 718806"/>
                <a:gd name="connsiteY0" fmla="*/ 689628 h 689628"/>
                <a:gd name="connsiteX1" fmla="*/ 98894 w 718806"/>
                <a:gd name="connsiteY1" fmla="*/ 689628 h 689628"/>
                <a:gd name="connsiteX2" fmla="*/ 0 w 718806"/>
                <a:gd name="connsiteY2" fmla="*/ 590734 h 689628"/>
                <a:gd name="connsiteX3" fmla="*/ 0 w 718806"/>
                <a:gd name="connsiteY3" fmla="*/ 56667 h 689628"/>
                <a:gd name="connsiteX4" fmla="*/ 56717 w 718806"/>
                <a:gd name="connsiteY4" fmla="*/ 0 h 689628"/>
                <a:gd name="connsiteX5" fmla="*/ 662090 w 718806"/>
                <a:gd name="connsiteY5" fmla="*/ 0 h 689628"/>
                <a:gd name="connsiteX6" fmla="*/ 718806 w 718806"/>
                <a:gd name="connsiteY6" fmla="*/ 56667 h 689628"/>
                <a:gd name="connsiteX7" fmla="*/ 718806 w 718806"/>
                <a:gd name="connsiteY7" fmla="*/ 590437 h 689628"/>
                <a:gd name="connsiteX8" fmla="*/ 619565 w 718806"/>
                <a:gd name="connsiteY8" fmla="*/ 689628 h 689628"/>
                <a:gd name="connsiteX9" fmla="*/ 79393 w 718806"/>
                <a:gd name="connsiteY9" fmla="*/ 79393 h 689628"/>
                <a:gd name="connsiteX10" fmla="*/ 79393 w 718806"/>
                <a:gd name="connsiteY10" fmla="*/ 590486 h 689628"/>
                <a:gd name="connsiteX11" fmla="*/ 98744 w 718806"/>
                <a:gd name="connsiteY11" fmla="*/ 610235 h 689628"/>
                <a:gd name="connsiteX12" fmla="*/ 98894 w 718806"/>
                <a:gd name="connsiteY12" fmla="*/ 610235 h 689628"/>
                <a:gd name="connsiteX13" fmla="*/ 619565 w 718806"/>
                <a:gd name="connsiteY13" fmla="*/ 610235 h 689628"/>
                <a:gd name="connsiteX14" fmla="*/ 639413 w 718806"/>
                <a:gd name="connsiteY14" fmla="*/ 590387 h 689628"/>
                <a:gd name="connsiteX15" fmla="*/ 639413 w 718806"/>
                <a:gd name="connsiteY15" fmla="*/ 79294 h 68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806" h="689628">
                  <a:moveTo>
                    <a:pt x="619565" y="689628"/>
                  </a:moveTo>
                  <a:lnTo>
                    <a:pt x="98894" y="689628"/>
                  </a:lnTo>
                  <a:cubicBezTo>
                    <a:pt x="44355" y="689440"/>
                    <a:pt x="191" y="645272"/>
                    <a:pt x="0" y="590734"/>
                  </a:cubicBezTo>
                  <a:lnTo>
                    <a:pt x="0" y="56667"/>
                  </a:lnTo>
                  <a:cubicBezTo>
                    <a:pt x="55" y="25374"/>
                    <a:pt x="25424" y="27"/>
                    <a:pt x="56717" y="0"/>
                  </a:cubicBezTo>
                  <a:lnTo>
                    <a:pt x="662090" y="0"/>
                  </a:lnTo>
                  <a:cubicBezTo>
                    <a:pt x="693380" y="27"/>
                    <a:pt x="718752" y="25374"/>
                    <a:pt x="718806" y="56667"/>
                  </a:cubicBezTo>
                  <a:lnTo>
                    <a:pt x="718806" y="590437"/>
                  </a:lnTo>
                  <a:cubicBezTo>
                    <a:pt x="718776" y="645228"/>
                    <a:pt x="674356" y="689628"/>
                    <a:pt x="619565" y="689628"/>
                  </a:cubicBezTo>
                  <a:close/>
                  <a:moveTo>
                    <a:pt x="79393" y="79393"/>
                  </a:moveTo>
                  <a:lnTo>
                    <a:pt x="79393" y="590486"/>
                  </a:lnTo>
                  <a:cubicBezTo>
                    <a:pt x="79284" y="601284"/>
                    <a:pt x="87947" y="610126"/>
                    <a:pt x="98744" y="610235"/>
                  </a:cubicBezTo>
                  <a:cubicBezTo>
                    <a:pt x="98794" y="610235"/>
                    <a:pt x="98844" y="610235"/>
                    <a:pt x="98894" y="610235"/>
                  </a:cubicBezTo>
                  <a:lnTo>
                    <a:pt x="619565" y="610235"/>
                  </a:lnTo>
                  <a:cubicBezTo>
                    <a:pt x="630526" y="610235"/>
                    <a:pt x="639413" y="601348"/>
                    <a:pt x="639413" y="590387"/>
                  </a:cubicBezTo>
                  <a:lnTo>
                    <a:pt x="639413" y="7929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4039A5C-C075-8EF4-E197-3792B244675A}"/>
                </a:ext>
              </a:extLst>
            </p:cNvPr>
            <p:cNvSpPr/>
            <p:nvPr/>
          </p:nvSpPr>
          <p:spPr>
            <a:xfrm>
              <a:off x="3018734" y="1422171"/>
              <a:ext cx="329384" cy="317652"/>
            </a:xfrm>
            <a:custGeom>
              <a:avLst/>
              <a:gdLst>
                <a:gd name="connsiteX0" fmla="*/ 289662 w 329384"/>
                <a:gd name="connsiteY0" fmla="*/ 317653 h 317652"/>
                <a:gd name="connsiteX1" fmla="*/ 249965 w 329384"/>
                <a:gd name="connsiteY1" fmla="*/ 277956 h 317652"/>
                <a:gd name="connsiteX2" fmla="*/ 249965 w 329384"/>
                <a:gd name="connsiteY2" fmla="*/ 167550 h 317652"/>
                <a:gd name="connsiteX3" fmla="*/ 166749 w 329384"/>
                <a:gd name="connsiteY3" fmla="*/ 80220 h 317652"/>
                <a:gd name="connsiteX4" fmla="*/ 79419 w 329384"/>
                <a:gd name="connsiteY4" fmla="*/ 163436 h 317652"/>
                <a:gd name="connsiteX5" fmla="*/ 79419 w 329384"/>
                <a:gd name="connsiteY5" fmla="*/ 167550 h 317652"/>
                <a:gd name="connsiteX6" fmla="*/ 79419 w 329384"/>
                <a:gd name="connsiteY6" fmla="*/ 277956 h 317652"/>
                <a:gd name="connsiteX7" fmla="*/ 39722 w 329384"/>
                <a:gd name="connsiteY7" fmla="*/ 317653 h 317652"/>
                <a:gd name="connsiteX8" fmla="*/ 25 w 329384"/>
                <a:gd name="connsiteY8" fmla="*/ 277956 h 317652"/>
                <a:gd name="connsiteX9" fmla="*/ 25 w 329384"/>
                <a:gd name="connsiteY9" fmla="*/ 167550 h 317652"/>
                <a:gd name="connsiteX10" fmla="*/ 161833 w 329384"/>
                <a:gd name="connsiteY10" fmla="*/ 25 h 317652"/>
                <a:gd name="connsiteX11" fmla="*/ 329358 w 329384"/>
                <a:gd name="connsiteY11" fmla="*/ 161833 h 317652"/>
                <a:gd name="connsiteX12" fmla="*/ 329358 w 329384"/>
                <a:gd name="connsiteY12" fmla="*/ 167550 h 317652"/>
                <a:gd name="connsiteX13" fmla="*/ 329358 w 329384"/>
                <a:gd name="connsiteY13" fmla="*/ 277956 h 317652"/>
                <a:gd name="connsiteX14" fmla="*/ 289662 w 329384"/>
                <a:gd name="connsiteY14" fmla="*/ 317653 h 31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9384" h="317652">
                  <a:moveTo>
                    <a:pt x="289662" y="317653"/>
                  </a:moveTo>
                  <a:cubicBezTo>
                    <a:pt x="267738" y="317653"/>
                    <a:pt x="249965" y="299880"/>
                    <a:pt x="249965" y="277956"/>
                  </a:cubicBezTo>
                  <a:lnTo>
                    <a:pt x="249965" y="167550"/>
                  </a:lnTo>
                  <a:cubicBezTo>
                    <a:pt x="251101" y="120455"/>
                    <a:pt x="213844" y="81356"/>
                    <a:pt x="166749" y="80220"/>
                  </a:cubicBezTo>
                  <a:cubicBezTo>
                    <a:pt x="119654" y="79084"/>
                    <a:pt x="80555" y="116341"/>
                    <a:pt x="79419" y="163436"/>
                  </a:cubicBezTo>
                  <a:cubicBezTo>
                    <a:pt x="79385" y="164807"/>
                    <a:pt x="79385" y="166179"/>
                    <a:pt x="79419" y="167550"/>
                  </a:cubicBezTo>
                  <a:lnTo>
                    <a:pt x="79419" y="277956"/>
                  </a:lnTo>
                  <a:cubicBezTo>
                    <a:pt x="79419" y="299880"/>
                    <a:pt x="61646" y="317653"/>
                    <a:pt x="39722" y="317653"/>
                  </a:cubicBezTo>
                  <a:cubicBezTo>
                    <a:pt x="17798" y="317653"/>
                    <a:pt x="25" y="299880"/>
                    <a:pt x="25" y="277956"/>
                  </a:cubicBezTo>
                  <a:lnTo>
                    <a:pt x="25" y="167550"/>
                  </a:lnTo>
                  <a:cubicBezTo>
                    <a:pt x="-1554" y="76607"/>
                    <a:pt x="70890" y="1604"/>
                    <a:pt x="161833" y="25"/>
                  </a:cubicBezTo>
                  <a:cubicBezTo>
                    <a:pt x="252776" y="-1553"/>
                    <a:pt x="327780" y="70891"/>
                    <a:pt x="329358" y="161833"/>
                  </a:cubicBezTo>
                  <a:cubicBezTo>
                    <a:pt x="329393" y="163739"/>
                    <a:pt x="329393" y="165645"/>
                    <a:pt x="329358" y="167550"/>
                  </a:cubicBezTo>
                  <a:lnTo>
                    <a:pt x="329358" y="277956"/>
                  </a:lnTo>
                  <a:cubicBezTo>
                    <a:pt x="329358" y="299880"/>
                    <a:pt x="311584" y="317653"/>
                    <a:pt x="289662" y="3176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CD7D6D88-29C7-0B15-0150-E2C51F92A337}"/>
              </a:ext>
            </a:extLst>
          </p:cNvPr>
          <p:cNvGrpSpPr/>
          <p:nvPr/>
        </p:nvGrpSpPr>
        <p:grpSpPr>
          <a:xfrm>
            <a:off x="4180855" y="1424980"/>
            <a:ext cx="727550" cy="823753"/>
            <a:chOff x="4180855" y="1424980"/>
            <a:chExt cx="727550" cy="823753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F7BF1EF1-383F-D4C9-EEE8-39E71E00BAF7}"/>
                </a:ext>
              </a:extLst>
            </p:cNvPr>
            <p:cNvSpPr/>
            <p:nvPr/>
          </p:nvSpPr>
          <p:spPr>
            <a:xfrm>
              <a:off x="4275234" y="1965528"/>
              <a:ext cx="493974" cy="283205"/>
            </a:xfrm>
            <a:custGeom>
              <a:avLst/>
              <a:gdLst>
                <a:gd name="connsiteX0" fmla="*/ 454278 w 493974"/>
                <a:gd name="connsiteY0" fmla="*/ 283206 h 283205"/>
                <a:gd name="connsiteX1" fmla="*/ 39697 w 493974"/>
                <a:gd name="connsiteY1" fmla="*/ 283206 h 283205"/>
                <a:gd name="connsiteX2" fmla="*/ 0 w 493974"/>
                <a:gd name="connsiteY2" fmla="*/ 243509 h 283205"/>
                <a:gd name="connsiteX3" fmla="*/ 250488 w 493974"/>
                <a:gd name="connsiteY3" fmla="*/ 25 h 283205"/>
                <a:gd name="connsiteX4" fmla="*/ 493975 w 493974"/>
                <a:gd name="connsiteY4" fmla="*/ 243509 h 283205"/>
                <a:gd name="connsiteX5" fmla="*/ 454278 w 493974"/>
                <a:gd name="connsiteY5" fmla="*/ 283206 h 283205"/>
                <a:gd name="connsiteX6" fmla="*/ 84157 w 493974"/>
                <a:gd name="connsiteY6" fmla="*/ 203813 h 283205"/>
                <a:gd name="connsiteX7" fmla="*/ 409818 w 493974"/>
                <a:gd name="connsiteY7" fmla="*/ 203813 h 283205"/>
                <a:gd name="connsiteX8" fmla="*/ 207209 w 493974"/>
                <a:gd name="connsiteY8" fmla="*/ 80758 h 283205"/>
                <a:gd name="connsiteX9" fmla="*/ 84157 w 493974"/>
                <a:gd name="connsiteY9" fmla="*/ 203813 h 28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3974" h="283205">
                  <a:moveTo>
                    <a:pt x="454278" y="283206"/>
                  </a:moveTo>
                  <a:lnTo>
                    <a:pt x="39697" y="283206"/>
                  </a:lnTo>
                  <a:cubicBezTo>
                    <a:pt x="17773" y="283206"/>
                    <a:pt x="0" y="265432"/>
                    <a:pt x="0" y="243509"/>
                  </a:cubicBezTo>
                  <a:cubicBezTo>
                    <a:pt x="1934" y="107102"/>
                    <a:pt x="114081" y="-1910"/>
                    <a:pt x="250488" y="25"/>
                  </a:cubicBezTo>
                  <a:cubicBezTo>
                    <a:pt x="384169" y="1916"/>
                    <a:pt x="492079" y="109826"/>
                    <a:pt x="493975" y="243509"/>
                  </a:cubicBezTo>
                  <a:cubicBezTo>
                    <a:pt x="493975" y="265432"/>
                    <a:pt x="476200" y="283206"/>
                    <a:pt x="454278" y="283206"/>
                  </a:cubicBezTo>
                  <a:close/>
                  <a:moveTo>
                    <a:pt x="84157" y="203813"/>
                  </a:moveTo>
                  <a:lnTo>
                    <a:pt x="409818" y="203813"/>
                  </a:lnTo>
                  <a:cubicBezTo>
                    <a:pt x="387851" y="113885"/>
                    <a:pt x="297137" y="58791"/>
                    <a:pt x="207209" y="80758"/>
                  </a:cubicBezTo>
                  <a:cubicBezTo>
                    <a:pt x="146445" y="95605"/>
                    <a:pt x="99001" y="143047"/>
                    <a:pt x="84157" y="2038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E067ECD-FA96-A862-CED2-E9F7054D13D9}"/>
                </a:ext>
              </a:extLst>
            </p:cNvPr>
            <p:cNvSpPr/>
            <p:nvPr/>
          </p:nvSpPr>
          <p:spPr>
            <a:xfrm>
              <a:off x="4312120" y="1538274"/>
              <a:ext cx="194559" cy="194552"/>
            </a:xfrm>
            <a:custGeom>
              <a:avLst/>
              <a:gdLst>
                <a:gd name="connsiteX0" fmla="*/ 39678 w 194559"/>
                <a:gd name="connsiteY0" fmla="*/ 194553 h 194552"/>
                <a:gd name="connsiteX1" fmla="*/ 0 w 194559"/>
                <a:gd name="connsiteY1" fmla="*/ 154838 h 194552"/>
                <a:gd name="connsiteX2" fmla="*/ 11643 w 194559"/>
                <a:gd name="connsiteY2" fmla="*/ 126771 h 194552"/>
                <a:gd name="connsiteX3" fmla="*/ 126763 w 194559"/>
                <a:gd name="connsiteY3" fmla="*/ 11601 h 194552"/>
                <a:gd name="connsiteX4" fmla="*/ 182958 w 194559"/>
                <a:gd name="connsiteY4" fmla="*/ 11676 h 194552"/>
                <a:gd name="connsiteX5" fmla="*/ 182884 w 194559"/>
                <a:gd name="connsiteY5" fmla="*/ 67871 h 194552"/>
                <a:gd name="connsiteX6" fmla="*/ 67714 w 194559"/>
                <a:gd name="connsiteY6" fmla="*/ 182942 h 194552"/>
                <a:gd name="connsiteX7" fmla="*/ 39678 w 194559"/>
                <a:gd name="connsiteY7" fmla="*/ 194553 h 194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59" h="194552">
                  <a:moveTo>
                    <a:pt x="39678" y="194553"/>
                  </a:moveTo>
                  <a:cubicBezTo>
                    <a:pt x="17754" y="194543"/>
                    <a:pt x="-10" y="176762"/>
                    <a:pt x="0" y="154838"/>
                  </a:cubicBezTo>
                  <a:cubicBezTo>
                    <a:pt x="5" y="144308"/>
                    <a:pt x="4193" y="134212"/>
                    <a:pt x="11643" y="126771"/>
                  </a:cubicBezTo>
                  <a:lnTo>
                    <a:pt x="126763" y="11601"/>
                  </a:lnTo>
                  <a:cubicBezTo>
                    <a:pt x="142301" y="-3896"/>
                    <a:pt x="167461" y="-3863"/>
                    <a:pt x="182958" y="11676"/>
                  </a:cubicBezTo>
                  <a:cubicBezTo>
                    <a:pt x="198456" y="27215"/>
                    <a:pt x="198422" y="52374"/>
                    <a:pt x="182884" y="67871"/>
                  </a:cubicBezTo>
                  <a:lnTo>
                    <a:pt x="67714" y="182942"/>
                  </a:lnTo>
                  <a:cubicBezTo>
                    <a:pt x="60275" y="190372"/>
                    <a:pt x="50192" y="194548"/>
                    <a:pt x="39678" y="1945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BB3DD81-13DD-C394-0D12-0338DF5AD27A}"/>
                </a:ext>
              </a:extLst>
            </p:cNvPr>
            <p:cNvSpPr/>
            <p:nvPr/>
          </p:nvSpPr>
          <p:spPr>
            <a:xfrm>
              <a:off x="4524676" y="1529778"/>
              <a:ext cx="226104" cy="226072"/>
            </a:xfrm>
            <a:custGeom>
              <a:avLst/>
              <a:gdLst>
                <a:gd name="connsiteX0" fmla="*/ 186376 w 226104"/>
                <a:gd name="connsiteY0" fmla="*/ 226073 h 226072"/>
                <a:gd name="connsiteX1" fmla="*/ 158341 w 226104"/>
                <a:gd name="connsiteY1" fmla="*/ 214462 h 226072"/>
                <a:gd name="connsiteX2" fmla="*/ 10918 w 226104"/>
                <a:gd name="connsiteY2" fmla="*/ 67039 h 226072"/>
                <a:gd name="connsiteX3" fmla="*/ 12355 w 226104"/>
                <a:gd name="connsiteY3" fmla="*/ 10918 h 226072"/>
                <a:gd name="connsiteX4" fmla="*/ 67039 w 226104"/>
                <a:gd name="connsiteY4" fmla="*/ 10918 h 226072"/>
                <a:gd name="connsiteX5" fmla="*/ 214462 w 226104"/>
                <a:gd name="connsiteY5" fmla="*/ 158291 h 226072"/>
                <a:gd name="connsiteX6" fmla="*/ 214492 w 226104"/>
                <a:gd name="connsiteY6" fmla="*/ 214430 h 226072"/>
                <a:gd name="connsiteX7" fmla="*/ 186376 w 226104"/>
                <a:gd name="connsiteY7" fmla="*/ 226073 h 22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104" h="226072">
                  <a:moveTo>
                    <a:pt x="186376" y="226073"/>
                  </a:moveTo>
                  <a:cubicBezTo>
                    <a:pt x="175862" y="226068"/>
                    <a:pt x="165779" y="221892"/>
                    <a:pt x="158341" y="214462"/>
                  </a:cubicBezTo>
                  <a:lnTo>
                    <a:pt x="10918" y="67039"/>
                  </a:lnTo>
                  <a:cubicBezTo>
                    <a:pt x="-4183" y="51144"/>
                    <a:pt x="-3540" y="26018"/>
                    <a:pt x="12355" y="10918"/>
                  </a:cubicBezTo>
                  <a:cubicBezTo>
                    <a:pt x="27676" y="-3639"/>
                    <a:pt x="51717" y="-3639"/>
                    <a:pt x="67039" y="10918"/>
                  </a:cubicBezTo>
                  <a:lnTo>
                    <a:pt x="214462" y="158291"/>
                  </a:lnTo>
                  <a:cubicBezTo>
                    <a:pt x="229973" y="173785"/>
                    <a:pt x="229988" y="198919"/>
                    <a:pt x="214492" y="214430"/>
                  </a:cubicBezTo>
                  <a:cubicBezTo>
                    <a:pt x="207039" y="221892"/>
                    <a:pt x="196921" y="226081"/>
                    <a:pt x="186376" y="2260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6CE0A2F2-6D06-6B19-5216-35041E3F19C8}"/>
                </a:ext>
              </a:extLst>
            </p:cNvPr>
            <p:cNvSpPr/>
            <p:nvPr/>
          </p:nvSpPr>
          <p:spPr>
            <a:xfrm>
              <a:off x="4310287" y="1789710"/>
              <a:ext cx="251637" cy="251757"/>
            </a:xfrm>
            <a:custGeom>
              <a:avLst/>
              <a:gdLst>
                <a:gd name="connsiteX0" fmla="*/ 211959 w 251637"/>
                <a:gd name="connsiteY0" fmla="*/ 251757 h 251757"/>
                <a:gd name="connsiteX1" fmla="*/ 183923 w 251637"/>
                <a:gd name="connsiteY1" fmla="*/ 240097 h 251757"/>
                <a:gd name="connsiteX2" fmla="*/ 13476 w 251637"/>
                <a:gd name="connsiteY2" fmla="*/ 69501 h 251757"/>
                <a:gd name="connsiteX3" fmla="*/ 9893 w 251637"/>
                <a:gd name="connsiteY3" fmla="*/ 13476 h 251757"/>
                <a:gd name="connsiteX4" fmla="*/ 65918 w 251637"/>
                <a:gd name="connsiteY4" fmla="*/ 9893 h 251757"/>
                <a:gd name="connsiteX5" fmla="*/ 69547 w 251637"/>
                <a:gd name="connsiteY5" fmla="*/ 13529 h 251757"/>
                <a:gd name="connsiteX6" fmla="*/ 239994 w 251637"/>
                <a:gd name="connsiteY6" fmla="*/ 183976 h 251757"/>
                <a:gd name="connsiteX7" fmla="*/ 240026 w 251637"/>
                <a:gd name="connsiteY7" fmla="*/ 240116 h 251757"/>
                <a:gd name="connsiteX8" fmla="*/ 211959 w 251637"/>
                <a:gd name="connsiteY8" fmla="*/ 251757 h 25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1637" h="251757">
                  <a:moveTo>
                    <a:pt x="211959" y="251757"/>
                  </a:moveTo>
                  <a:cubicBezTo>
                    <a:pt x="201431" y="251772"/>
                    <a:pt x="191335" y="247574"/>
                    <a:pt x="183923" y="240097"/>
                  </a:cubicBezTo>
                  <a:lnTo>
                    <a:pt x="13476" y="69501"/>
                  </a:lnTo>
                  <a:cubicBezTo>
                    <a:pt x="-2984" y="55019"/>
                    <a:pt x="-4588" y="29936"/>
                    <a:pt x="9893" y="13476"/>
                  </a:cubicBezTo>
                  <a:cubicBezTo>
                    <a:pt x="24375" y="-2984"/>
                    <a:pt x="49458" y="-4588"/>
                    <a:pt x="65918" y="9893"/>
                  </a:cubicBezTo>
                  <a:cubicBezTo>
                    <a:pt x="67205" y="11025"/>
                    <a:pt x="68417" y="12240"/>
                    <a:pt x="69547" y="13529"/>
                  </a:cubicBezTo>
                  <a:lnTo>
                    <a:pt x="239994" y="183976"/>
                  </a:lnTo>
                  <a:cubicBezTo>
                    <a:pt x="255505" y="199467"/>
                    <a:pt x="255520" y="224605"/>
                    <a:pt x="240026" y="240116"/>
                  </a:cubicBezTo>
                  <a:cubicBezTo>
                    <a:pt x="232585" y="247565"/>
                    <a:pt x="222488" y="251753"/>
                    <a:pt x="211959" y="25175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0FFAA70F-4F4B-88DD-AF94-5844D48B3C07}"/>
                </a:ext>
              </a:extLst>
            </p:cNvPr>
            <p:cNvSpPr/>
            <p:nvPr/>
          </p:nvSpPr>
          <p:spPr>
            <a:xfrm>
              <a:off x="4420225" y="1424980"/>
              <a:ext cx="200368" cy="200368"/>
            </a:xfrm>
            <a:custGeom>
              <a:avLst/>
              <a:gdLst>
                <a:gd name="connsiteX0" fmla="*/ 100184 w 200368"/>
                <a:gd name="connsiteY0" fmla="*/ 200368 h 200368"/>
                <a:gd name="connsiteX1" fmla="*/ 0 w 200368"/>
                <a:gd name="connsiteY1" fmla="*/ 100184 h 200368"/>
                <a:gd name="connsiteX2" fmla="*/ 100184 w 200368"/>
                <a:gd name="connsiteY2" fmla="*/ 0 h 200368"/>
                <a:gd name="connsiteX3" fmla="*/ 200369 w 200368"/>
                <a:gd name="connsiteY3" fmla="*/ 100184 h 200368"/>
                <a:gd name="connsiteX4" fmla="*/ 100184 w 200368"/>
                <a:gd name="connsiteY4" fmla="*/ 200368 h 200368"/>
                <a:gd name="connsiteX5" fmla="*/ 100184 w 200368"/>
                <a:gd name="connsiteY5" fmla="*/ 79443 h 200368"/>
                <a:gd name="connsiteX6" fmla="*/ 79393 w 200368"/>
                <a:gd name="connsiteY6" fmla="*/ 100234 h 200368"/>
                <a:gd name="connsiteX7" fmla="*/ 100184 w 200368"/>
                <a:gd name="connsiteY7" fmla="*/ 121025 h 200368"/>
                <a:gd name="connsiteX8" fmla="*/ 120975 w 200368"/>
                <a:gd name="connsiteY8" fmla="*/ 100234 h 200368"/>
                <a:gd name="connsiteX9" fmla="*/ 120975 w 200368"/>
                <a:gd name="connsiteY9" fmla="*/ 100184 h 200368"/>
                <a:gd name="connsiteX10" fmla="*/ 100184 w 200368"/>
                <a:gd name="connsiteY10" fmla="*/ 79443 h 2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368" h="200368">
                  <a:moveTo>
                    <a:pt x="100184" y="200368"/>
                  </a:moveTo>
                  <a:cubicBezTo>
                    <a:pt x="44854" y="200368"/>
                    <a:pt x="0" y="155514"/>
                    <a:pt x="0" y="100184"/>
                  </a:cubicBezTo>
                  <a:cubicBezTo>
                    <a:pt x="0" y="44854"/>
                    <a:pt x="44854" y="0"/>
                    <a:pt x="100184" y="0"/>
                  </a:cubicBezTo>
                  <a:cubicBezTo>
                    <a:pt x="155514" y="0"/>
                    <a:pt x="200369" y="44854"/>
                    <a:pt x="200369" y="100184"/>
                  </a:cubicBezTo>
                  <a:cubicBezTo>
                    <a:pt x="200314" y="155492"/>
                    <a:pt x="155492" y="200314"/>
                    <a:pt x="100184" y="200368"/>
                  </a:cubicBezTo>
                  <a:close/>
                  <a:moveTo>
                    <a:pt x="100184" y="79443"/>
                  </a:moveTo>
                  <a:cubicBezTo>
                    <a:pt x="88702" y="79443"/>
                    <a:pt x="79393" y="88751"/>
                    <a:pt x="79393" y="100234"/>
                  </a:cubicBezTo>
                  <a:cubicBezTo>
                    <a:pt x="79393" y="111717"/>
                    <a:pt x="88702" y="121025"/>
                    <a:pt x="100184" y="121025"/>
                  </a:cubicBezTo>
                  <a:cubicBezTo>
                    <a:pt x="111667" y="121025"/>
                    <a:pt x="120975" y="111717"/>
                    <a:pt x="120975" y="100234"/>
                  </a:cubicBezTo>
                  <a:cubicBezTo>
                    <a:pt x="120975" y="100217"/>
                    <a:pt x="120975" y="100201"/>
                    <a:pt x="120975" y="100184"/>
                  </a:cubicBezTo>
                  <a:cubicBezTo>
                    <a:pt x="120948" y="88721"/>
                    <a:pt x="111648" y="79443"/>
                    <a:pt x="100184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B613134-A9FB-1149-D798-DE0D9780DFCE}"/>
                </a:ext>
              </a:extLst>
            </p:cNvPr>
            <p:cNvSpPr/>
            <p:nvPr/>
          </p:nvSpPr>
          <p:spPr>
            <a:xfrm>
              <a:off x="4180855" y="1641128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339 w 238179"/>
                <a:gd name="connsiteY9" fmla="*/ 79146 h 238179"/>
                <a:gd name="connsiteX10" fmla="*/ 119090 w 238179"/>
                <a:gd name="connsiteY10" fmla="*/ 79145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1"/>
                    <a:pt x="0" y="119090"/>
                  </a:cubicBezTo>
                  <a:cubicBezTo>
                    <a:pt x="0" y="53318"/>
                    <a:pt x="53318" y="0"/>
                    <a:pt x="119090" y="0"/>
                  </a:cubicBezTo>
                  <a:cubicBezTo>
                    <a:pt x="184861" y="0"/>
                    <a:pt x="238180" y="53318"/>
                    <a:pt x="238180" y="119090"/>
                  </a:cubicBezTo>
                  <a:cubicBezTo>
                    <a:pt x="238180" y="184861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6"/>
                    <a:pt x="79393" y="119090"/>
                  </a:cubicBezTo>
                  <a:cubicBezTo>
                    <a:pt x="79393" y="141014"/>
                    <a:pt x="97166" y="158786"/>
                    <a:pt x="119090" y="158786"/>
                  </a:cubicBezTo>
                  <a:cubicBezTo>
                    <a:pt x="141014" y="158786"/>
                    <a:pt x="158786" y="141014"/>
                    <a:pt x="158786" y="119090"/>
                  </a:cubicBezTo>
                  <a:cubicBezTo>
                    <a:pt x="158923" y="97166"/>
                    <a:pt x="141262" y="79283"/>
                    <a:pt x="119339" y="79146"/>
                  </a:cubicBezTo>
                  <a:cubicBezTo>
                    <a:pt x="119256" y="79145"/>
                    <a:pt x="119173" y="79145"/>
                    <a:pt x="119090" y="7914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CB6022E2-7740-2F8B-2D21-46EB9F81784A}"/>
                </a:ext>
              </a:extLst>
            </p:cNvPr>
            <p:cNvSpPr/>
            <p:nvPr/>
          </p:nvSpPr>
          <p:spPr>
            <a:xfrm>
              <a:off x="4692618" y="1561288"/>
              <a:ext cx="200939" cy="328141"/>
            </a:xfrm>
            <a:custGeom>
              <a:avLst/>
              <a:gdLst>
                <a:gd name="connsiteX0" fmla="*/ 161243 w 200939"/>
                <a:gd name="connsiteY0" fmla="*/ 328142 h 328141"/>
                <a:gd name="connsiteX1" fmla="*/ 25 w 200939"/>
                <a:gd name="connsiteY1" fmla="*/ 161218 h 328141"/>
                <a:gd name="connsiteX2" fmla="*/ 161243 w 200939"/>
                <a:gd name="connsiteY2" fmla="*/ 0 h 328141"/>
                <a:gd name="connsiteX3" fmla="*/ 200940 w 200939"/>
                <a:gd name="connsiteY3" fmla="*/ 39697 h 328141"/>
                <a:gd name="connsiteX4" fmla="*/ 161243 w 200939"/>
                <a:gd name="connsiteY4" fmla="*/ 79393 h 328141"/>
                <a:gd name="connsiteX5" fmla="*/ 78615 w 200939"/>
                <a:gd name="connsiteY5" fmla="*/ 166121 h 328141"/>
                <a:gd name="connsiteX6" fmla="*/ 161243 w 200939"/>
                <a:gd name="connsiteY6" fmla="*/ 248748 h 328141"/>
                <a:gd name="connsiteX7" fmla="*/ 200940 w 200939"/>
                <a:gd name="connsiteY7" fmla="*/ 288445 h 328141"/>
                <a:gd name="connsiteX8" fmla="*/ 161243 w 200939"/>
                <a:gd name="connsiteY8" fmla="*/ 328142 h 32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939" h="328141">
                  <a:moveTo>
                    <a:pt x="161243" y="328142"/>
                  </a:moveTo>
                  <a:cubicBezTo>
                    <a:pt x="70631" y="326566"/>
                    <a:pt x="-1553" y="251831"/>
                    <a:pt x="25" y="161218"/>
                  </a:cubicBezTo>
                  <a:cubicBezTo>
                    <a:pt x="1564" y="72824"/>
                    <a:pt x="72849" y="1537"/>
                    <a:pt x="161243" y="0"/>
                  </a:cubicBezTo>
                  <a:cubicBezTo>
                    <a:pt x="183166" y="0"/>
                    <a:pt x="200940" y="17773"/>
                    <a:pt x="200940" y="39697"/>
                  </a:cubicBezTo>
                  <a:cubicBezTo>
                    <a:pt x="200940" y="61620"/>
                    <a:pt x="183166" y="79393"/>
                    <a:pt x="161243" y="79393"/>
                  </a:cubicBezTo>
                  <a:cubicBezTo>
                    <a:pt x="114476" y="80525"/>
                    <a:pt x="77483" y="119355"/>
                    <a:pt x="78615" y="166121"/>
                  </a:cubicBezTo>
                  <a:cubicBezTo>
                    <a:pt x="79711" y="211294"/>
                    <a:pt x="116068" y="247655"/>
                    <a:pt x="161243" y="248748"/>
                  </a:cubicBezTo>
                  <a:cubicBezTo>
                    <a:pt x="183166" y="248748"/>
                    <a:pt x="200940" y="266521"/>
                    <a:pt x="200940" y="288445"/>
                  </a:cubicBezTo>
                  <a:cubicBezTo>
                    <a:pt x="200940" y="310369"/>
                    <a:pt x="183166" y="328142"/>
                    <a:pt x="161243" y="3281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9FFE7054-4F5C-3D1E-9776-7D3E3BF17F86}"/>
                </a:ext>
              </a:extLst>
            </p:cNvPr>
            <p:cNvSpPr/>
            <p:nvPr/>
          </p:nvSpPr>
          <p:spPr>
            <a:xfrm>
              <a:off x="4828990" y="1690042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21 w 79415"/>
                <a:gd name="connsiteY6" fmla="*/ 80396 h 80446"/>
                <a:gd name="connsiteX7" fmla="*/ 40601 w 79415"/>
                <a:gd name="connsiteY7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8" y="63217"/>
                    <a:pt x="11" y="41643"/>
                  </a:cubicBezTo>
                  <a:lnTo>
                    <a:pt x="11" y="40651"/>
                  </a:lnTo>
                  <a:cubicBezTo>
                    <a:pt x="-510" y="18727"/>
                    <a:pt x="16843" y="532"/>
                    <a:pt x="38765" y="11"/>
                  </a:cubicBezTo>
                  <a:cubicBezTo>
                    <a:pt x="60688" y="-509"/>
                    <a:pt x="78884" y="16841"/>
                    <a:pt x="79405" y="38765"/>
                  </a:cubicBezTo>
                  <a:lnTo>
                    <a:pt x="79405" y="39807"/>
                  </a:lnTo>
                  <a:cubicBezTo>
                    <a:pt x="79906" y="61725"/>
                    <a:pt x="62539" y="79898"/>
                    <a:pt x="40621" y="80396"/>
                  </a:cubicBezTo>
                  <a:cubicBezTo>
                    <a:pt x="40616" y="80396"/>
                    <a:pt x="40606" y="80397"/>
                    <a:pt x="40601" y="803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8AAE2612-B875-7A8F-1163-828FC30C70FA}"/>
              </a:ext>
            </a:extLst>
          </p:cNvPr>
          <p:cNvGrpSpPr/>
          <p:nvPr/>
        </p:nvGrpSpPr>
        <p:grpSpPr>
          <a:xfrm>
            <a:off x="5574248" y="1425030"/>
            <a:ext cx="582337" cy="823703"/>
            <a:chOff x="5574248" y="1425030"/>
            <a:chExt cx="582337" cy="823703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35AEC4D5-CA41-379F-552E-13F7357BAE27}"/>
                </a:ext>
              </a:extLst>
            </p:cNvPr>
            <p:cNvSpPr/>
            <p:nvPr/>
          </p:nvSpPr>
          <p:spPr>
            <a:xfrm>
              <a:off x="5594379" y="2169340"/>
              <a:ext cx="547118" cy="79393"/>
            </a:xfrm>
            <a:custGeom>
              <a:avLst/>
              <a:gdLst>
                <a:gd name="connsiteX0" fmla="*/ 507422 w 547118"/>
                <a:gd name="connsiteY0" fmla="*/ 79393 h 79393"/>
                <a:gd name="connsiteX1" fmla="*/ 39697 w 547118"/>
                <a:gd name="connsiteY1" fmla="*/ 79393 h 79393"/>
                <a:gd name="connsiteX2" fmla="*/ 0 w 547118"/>
                <a:gd name="connsiteY2" fmla="*/ 39697 h 79393"/>
                <a:gd name="connsiteX3" fmla="*/ 39697 w 547118"/>
                <a:gd name="connsiteY3" fmla="*/ 0 h 79393"/>
                <a:gd name="connsiteX4" fmla="*/ 507422 w 547118"/>
                <a:gd name="connsiteY4" fmla="*/ 0 h 79393"/>
                <a:gd name="connsiteX5" fmla="*/ 547118 w 547118"/>
                <a:gd name="connsiteY5" fmla="*/ 39697 h 79393"/>
                <a:gd name="connsiteX6" fmla="*/ 507422 w 54711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118" h="79393">
                  <a:moveTo>
                    <a:pt x="50742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507422" y="0"/>
                  </a:lnTo>
                  <a:cubicBezTo>
                    <a:pt x="529344" y="0"/>
                    <a:pt x="547118" y="17774"/>
                    <a:pt x="547118" y="39697"/>
                  </a:cubicBezTo>
                  <a:cubicBezTo>
                    <a:pt x="547118" y="61619"/>
                    <a:pt x="529344" y="79393"/>
                    <a:pt x="50742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F223F52-A123-68BA-A269-C47352104888}"/>
                </a:ext>
              </a:extLst>
            </p:cNvPr>
            <p:cNvSpPr/>
            <p:nvPr/>
          </p:nvSpPr>
          <p:spPr>
            <a:xfrm>
              <a:off x="5824867" y="1814552"/>
              <a:ext cx="80286" cy="434180"/>
            </a:xfrm>
            <a:custGeom>
              <a:avLst/>
              <a:gdLst>
                <a:gd name="connsiteX0" fmla="*/ 40590 w 80286"/>
                <a:gd name="connsiteY0" fmla="*/ 434181 h 434180"/>
                <a:gd name="connsiteX1" fmla="*/ 893 w 80286"/>
                <a:gd name="connsiteY1" fmla="*/ 394484 h 434180"/>
                <a:gd name="connsiteX2" fmla="*/ 0 w 80286"/>
                <a:gd name="connsiteY2" fmla="*/ 39697 h 434180"/>
                <a:gd name="connsiteX3" fmla="*/ 39697 w 80286"/>
                <a:gd name="connsiteY3" fmla="*/ 0 h 434180"/>
                <a:gd name="connsiteX4" fmla="*/ 39697 w 80286"/>
                <a:gd name="connsiteY4" fmla="*/ 0 h 434180"/>
                <a:gd name="connsiteX5" fmla="*/ 79393 w 80286"/>
                <a:gd name="connsiteY5" fmla="*/ 39697 h 434180"/>
                <a:gd name="connsiteX6" fmla="*/ 80286 w 80286"/>
                <a:gd name="connsiteY6" fmla="*/ 394484 h 434180"/>
                <a:gd name="connsiteX7" fmla="*/ 40590 w 80286"/>
                <a:gd name="connsiteY7" fmla="*/ 434181 h 43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86" h="434180">
                  <a:moveTo>
                    <a:pt x="40590" y="434181"/>
                  </a:moveTo>
                  <a:cubicBezTo>
                    <a:pt x="18666" y="434181"/>
                    <a:pt x="893" y="416407"/>
                    <a:pt x="893" y="39448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0286" y="394484"/>
                  </a:lnTo>
                  <a:cubicBezTo>
                    <a:pt x="80286" y="416407"/>
                    <a:pt x="62514" y="434181"/>
                    <a:pt x="40590" y="43418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40F4285-FEF7-1C34-D66C-95B78C522579}"/>
                </a:ext>
              </a:extLst>
            </p:cNvPr>
            <p:cNvSpPr/>
            <p:nvPr/>
          </p:nvSpPr>
          <p:spPr>
            <a:xfrm>
              <a:off x="5904024" y="1759820"/>
              <a:ext cx="252561" cy="187169"/>
            </a:xfrm>
            <a:custGeom>
              <a:avLst/>
              <a:gdLst>
                <a:gd name="connsiteX0" fmla="*/ 212812 w 252561"/>
                <a:gd name="connsiteY0" fmla="*/ 187170 h 187169"/>
                <a:gd name="connsiteX1" fmla="*/ 191872 w 252561"/>
                <a:gd name="connsiteY1" fmla="*/ 181166 h 187169"/>
                <a:gd name="connsiteX2" fmla="*/ 18943 w 252561"/>
                <a:gd name="connsiteY2" fmla="*/ 73538 h 187169"/>
                <a:gd name="connsiteX3" fmla="*/ 5866 w 252561"/>
                <a:gd name="connsiteY3" fmla="*/ 18943 h 187169"/>
                <a:gd name="connsiteX4" fmla="*/ 60461 w 252561"/>
                <a:gd name="connsiteY4" fmla="*/ 5866 h 187169"/>
                <a:gd name="connsiteX5" fmla="*/ 60922 w 252561"/>
                <a:gd name="connsiteY5" fmla="*/ 6153 h 187169"/>
                <a:gd name="connsiteX6" fmla="*/ 233851 w 252561"/>
                <a:gd name="connsiteY6" fmla="*/ 113781 h 187169"/>
                <a:gd name="connsiteX7" fmla="*/ 246554 w 252561"/>
                <a:gd name="connsiteY7" fmla="*/ 168463 h 187169"/>
                <a:gd name="connsiteX8" fmla="*/ 212812 w 252561"/>
                <a:gd name="connsiteY8" fmla="*/ 187170 h 187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561" h="187169">
                  <a:moveTo>
                    <a:pt x="212812" y="187170"/>
                  </a:moveTo>
                  <a:cubicBezTo>
                    <a:pt x="205408" y="187160"/>
                    <a:pt x="198154" y="185081"/>
                    <a:pt x="191872" y="181166"/>
                  </a:cubicBezTo>
                  <a:lnTo>
                    <a:pt x="18943" y="73538"/>
                  </a:lnTo>
                  <a:cubicBezTo>
                    <a:pt x="256" y="62073"/>
                    <a:pt x="-5599" y="37630"/>
                    <a:pt x="5866" y="18943"/>
                  </a:cubicBezTo>
                  <a:cubicBezTo>
                    <a:pt x="17331" y="256"/>
                    <a:pt x="41774" y="-5599"/>
                    <a:pt x="60461" y="5866"/>
                  </a:cubicBezTo>
                  <a:cubicBezTo>
                    <a:pt x="60615" y="5961"/>
                    <a:pt x="60769" y="6057"/>
                    <a:pt x="60922" y="6153"/>
                  </a:cubicBezTo>
                  <a:lnTo>
                    <a:pt x="233851" y="113781"/>
                  </a:lnTo>
                  <a:cubicBezTo>
                    <a:pt x="252459" y="125374"/>
                    <a:pt x="258145" y="149855"/>
                    <a:pt x="246554" y="168463"/>
                  </a:cubicBezTo>
                  <a:cubicBezTo>
                    <a:pt x="239294" y="180114"/>
                    <a:pt x="226537" y="187185"/>
                    <a:pt x="212812" y="18717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798FDBE-34D9-BA68-A2A2-C1F45F19FF11}"/>
                </a:ext>
              </a:extLst>
            </p:cNvPr>
            <p:cNvSpPr/>
            <p:nvPr/>
          </p:nvSpPr>
          <p:spPr>
            <a:xfrm>
              <a:off x="5574248" y="1769869"/>
              <a:ext cx="255605" cy="177120"/>
            </a:xfrm>
            <a:custGeom>
              <a:avLst/>
              <a:gdLst>
                <a:gd name="connsiteX0" fmla="*/ 39781 w 255605"/>
                <a:gd name="connsiteY0" fmla="*/ 177120 h 177120"/>
                <a:gd name="connsiteX1" fmla="*/ 0 w 255605"/>
                <a:gd name="connsiteY1" fmla="*/ 137508 h 177120"/>
                <a:gd name="connsiteX2" fmla="*/ 20479 w 255605"/>
                <a:gd name="connsiteY2" fmla="*/ 102689 h 177120"/>
                <a:gd name="connsiteX3" fmla="*/ 196632 w 255605"/>
                <a:gd name="connsiteY3" fmla="*/ 4986 h 177120"/>
                <a:gd name="connsiteX4" fmla="*/ 250620 w 255605"/>
                <a:gd name="connsiteY4" fmla="*/ 20468 h 177120"/>
                <a:gd name="connsiteX5" fmla="*/ 235138 w 255605"/>
                <a:gd name="connsiteY5" fmla="*/ 74455 h 177120"/>
                <a:gd name="connsiteX6" fmla="*/ 58984 w 255605"/>
                <a:gd name="connsiteY6" fmla="*/ 172158 h 177120"/>
                <a:gd name="connsiteX7" fmla="*/ 39781 w 255605"/>
                <a:gd name="connsiteY7" fmla="*/ 177120 h 17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605" h="177120">
                  <a:moveTo>
                    <a:pt x="39781" y="177120"/>
                  </a:moveTo>
                  <a:cubicBezTo>
                    <a:pt x="17857" y="177165"/>
                    <a:pt x="47" y="159431"/>
                    <a:pt x="0" y="137508"/>
                  </a:cubicBezTo>
                  <a:cubicBezTo>
                    <a:pt x="-31" y="123037"/>
                    <a:pt x="7816" y="109695"/>
                    <a:pt x="20479" y="102689"/>
                  </a:cubicBezTo>
                  <a:lnTo>
                    <a:pt x="196632" y="4986"/>
                  </a:lnTo>
                  <a:cubicBezTo>
                    <a:pt x="215816" y="-5647"/>
                    <a:pt x="239986" y="1285"/>
                    <a:pt x="250620" y="20468"/>
                  </a:cubicBezTo>
                  <a:cubicBezTo>
                    <a:pt x="261253" y="39651"/>
                    <a:pt x="254321" y="63822"/>
                    <a:pt x="235138" y="74455"/>
                  </a:cubicBezTo>
                  <a:lnTo>
                    <a:pt x="58984" y="172158"/>
                  </a:lnTo>
                  <a:cubicBezTo>
                    <a:pt x="53106" y="175409"/>
                    <a:pt x="46499" y="177116"/>
                    <a:pt x="39781" y="1771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8E68FBD-6438-2CB8-95CC-EAD8ED358B60}"/>
                </a:ext>
              </a:extLst>
            </p:cNvPr>
            <p:cNvSpPr/>
            <p:nvPr/>
          </p:nvSpPr>
          <p:spPr>
            <a:xfrm>
              <a:off x="5824867" y="1425030"/>
              <a:ext cx="80286" cy="315091"/>
            </a:xfrm>
            <a:custGeom>
              <a:avLst/>
              <a:gdLst>
                <a:gd name="connsiteX0" fmla="*/ 39697 w 80286"/>
                <a:gd name="connsiteY0" fmla="*/ 315091 h 315091"/>
                <a:gd name="connsiteX1" fmla="*/ 39697 w 80286"/>
                <a:gd name="connsiteY1" fmla="*/ 315091 h 315091"/>
                <a:gd name="connsiteX2" fmla="*/ 0 w 80286"/>
                <a:gd name="connsiteY2" fmla="*/ 275395 h 315091"/>
                <a:gd name="connsiteX3" fmla="*/ 893 w 80286"/>
                <a:gd name="connsiteY3" fmla="*/ 39697 h 315091"/>
                <a:gd name="connsiteX4" fmla="*/ 40590 w 80286"/>
                <a:gd name="connsiteY4" fmla="*/ 0 h 315091"/>
                <a:gd name="connsiteX5" fmla="*/ 40590 w 80286"/>
                <a:gd name="connsiteY5" fmla="*/ 0 h 315091"/>
                <a:gd name="connsiteX6" fmla="*/ 80286 w 80286"/>
                <a:gd name="connsiteY6" fmla="*/ 39697 h 315091"/>
                <a:gd name="connsiteX7" fmla="*/ 79393 w 80286"/>
                <a:gd name="connsiteY7" fmla="*/ 275395 h 315091"/>
                <a:gd name="connsiteX8" fmla="*/ 39697 w 80286"/>
                <a:gd name="connsiteY8" fmla="*/ 315091 h 31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286" h="315091">
                  <a:moveTo>
                    <a:pt x="39697" y="315091"/>
                  </a:moveTo>
                  <a:lnTo>
                    <a:pt x="39697" y="315091"/>
                  </a:lnTo>
                  <a:cubicBezTo>
                    <a:pt x="17773" y="315091"/>
                    <a:pt x="0" y="297319"/>
                    <a:pt x="0" y="275395"/>
                  </a:cubicBezTo>
                  <a:lnTo>
                    <a:pt x="893" y="39697"/>
                  </a:lnTo>
                  <a:cubicBezTo>
                    <a:pt x="893" y="17773"/>
                    <a:pt x="18666" y="0"/>
                    <a:pt x="40590" y="0"/>
                  </a:cubicBezTo>
                  <a:lnTo>
                    <a:pt x="40590" y="0"/>
                  </a:lnTo>
                  <a:cubicBezTo>
                    <a:pt x="62514" y="0"/>
                    <a:pt x="80286" y="17773"/>
                    <a:pt x="80286" y="39697"/>
                  </a:cubicBezTo>
                  <a:lnTo>
                    <a:pt x="79393" y="275395"/>
                  </a:lnTo>
                  <a:cubicBezTo>
                    <a:pt x="79393" y="297319"/>
                    <a:pt x="61621" y="315091"/>
                    <a:pt x="39697" y="3150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29E04EDF-780A-2C85-2E1F-80A023684127}"/>
                </a:ext>
              </a:extLst>
            </p:cNvPr>
            <p:cNvSpPr/>
            <p:nvPr/>
          </p:nvSpPr>
          <p:spPr>
            <a:xfrm>
              <a:off x="5759666" y="1664995"/>
              <a:ext cx="209697" cy="209697"/>
            </a:xfrm>
            <a:custGeom>
              <a:avLst/>
              <a:gdLst>
                <a:gd name="connsiteX0" fmla="*/ 104898 w 209697"/>
                <a:gd name="connsiteY0" fmla="*/ 209697 h 209697"/>
                <a:gd name="connsiteX1" fmla="*/ 0 w 209697"/>
                <a:gd name="connsiteY1" fmla="*/ 104898 h 209697"/>
                <a:gd name="connsiteX2" fmla="*/ 104799 w 209697"/>
                <a:gd name="connsiteY2" fmla="*/ 0 h 209697"/>
                <a:gd name="connsiteX3" fmla="*/ 209697 w 209697"/>
                <a:gd name="connsiteY3" fmla="*/ 104799 h 209697"/>
                <a:gd name="connsiteX4" fmla="*/ 209697 w 209697"/>
                <a:gd name="connsiteY4" fmla="*/ 104898 h 209697"/>
                <a:gd name="connsiteX5" fmla="*/ 104898 w 209697"/>
                <a:gd name="connsiteY5" fmla="*/ 209697 h 209697"/>
                <a:gd name="connsiteX6" fmla="*/ 104898 w 209697"/>
                <a:gd name="connsiteY6" fmla="*/ 79443 h 209697"/>
                <a:gd name="connsiteX7" fmla="*/ 79393 w 209697"/>
                <a:gd name="connsiteY7" fmla="*/ 104849 h 209697"/>
                <a:gd name="connsiteX8" fmla="*/ 104799 w 209697"/>
                <a:gd name="connsiteY8" fmla="*/ 130354 h 209697"/>
                <a:gd name="connsiteX9" fmla="*/ 130304 w 209697"/>
                <a:gd name="connsiteY9" fmla="*/ 104948 h 209697"/>
                <a:gd name="connsiteX10" fmla="*/ 130304 w 209697"/>
                <a:gd name="connsiteY10" fmla="*/ 104898 h 209697"/>
                <a:gd name="connsiteX11" fmla="*/ 104898 w 209697"/>
                <a:gd name="connsiteY11" fmla="*/ 79443 h 20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697" h="209697">
                  <a:moveTo>
                    <a:pt x="104898" y="209697"/>
                  </a:moveTo>
                  <a:cubicBezTo>
                    <a:pt x="46992" y="209724"/>
                    <a:pt x="27" y="162804"/>
                    <a:pt x="0" y="104898"/>
                  </a:cubicBezTo>
                  <a:cubicBezTo>
                    <a:pt x="-27" y="46992"/>
                    <a:pt x="46893" y="27"/>
                    <a:pt x="104799" y="0"/>
                  </a:cubicBezTo>
                  <a:cubicBezTo>
                    <a:pt x="162705" y="-27"/>
                    <a:pt x="209667" y="46893"/>
                    <a:pt x="209697" y="104799"/>
                  </a:cubicBezTo>
                  <a:cubicBezTo>
                    <a:pt x="209697" y="104832"/>
                    <a:pt x="209697" y="104865"/>
                    <a:pt x="209697" y="104898"/>
                  </a:cubicBezTo>
                  <a:cubicBezTo>
                    <a:pt x="209643" y="162754"/>
                    <a:pt x="162755" y="209642"/>
                    <a:pt x="104898" y="209697"/>
                  </a:cubicBezTo>
                  <a:close/>
                  <a:moveTo>
                    <a:pt x="104898" y="79443"/>
                  </a:moveTo>
                  <a:cubicBezTo>
                    <a:pt x="90840" y="79415"/>
                    <a:pt x="79420" y="90790"/>
                    <a:pt x="79393" y="104849"/>
                  </a:cubicBezTo>
                  <a:cubicBezTo>
                    <a:pt x="79366" y="118907"/>
                    <a:pt x="90740" y="130326"/>
                    <a:pt x="104799" y="130354"/>
                  </a:cubicBezTo>
                  <a:cubicBezTo>
                    <a:pt x="118858" y="130381"/>
                    <a:pt x="130277" y="119006"/>
                    <a:pt x="130304" y="104948"/>
                  </a:cubicBezTo>
                  <a:cubicBezTo>
                    <a:pt x="130304" y="104931"/>
                    <a:pt x="130304" y="104915"/>
                    <a:pt x="130304" y="104898"/>
                  </a:cubicBezTo>
                  <a:cubicBezTo>
                    <a:pt x="130304" y="90859"/>
                    <a:pt x="118937" y="79470"/>
                    <a:pt x="104898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85B31E4-0084-49EE-37D3-212F1F4620E5}"/>
              </a:ext>
            </a:extLst>
          </p:cNvPr>
          <p:cNvGrpSpPr/>
          <p:nvPr/>
        </p:nvGrpSpPr>
        <p:grpSpPr>
          <a:xfrm>
            <a:off x="6767714" y="1531622"/>
            <a:ext cx="823721" cy="610427"/>
            <a:chOff x="6767714" y="1531622"/>
            <a:chExt cx="823721" cy="61042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B2857D7-78BD-B160-DCF1-88D28FC49D12}"/>
                </a:ext>
              </a:extLst>
            </p:cNvPr>
            <p:cNvSpPr/>
            <p:nvPr/>
          </p:nvSpPr>
          <p:spPr>
            <a:xfrm>
              <a:off x="7333187" y="1791112"/>
              <a:ext cx="160994" cy="130273"/>
            </a:xfrm>
            <a:custGeom>
              <a:avLst/>
              <a:gdLst>
                <a:gd name="connsiteX0" fmla="*/ 39776 w 160994"/>
                <a:gd name="connsiteY0" fmla="*/ 130273 h 130273"/>
                <a:gd name="connsiteX1" fmla="*/ 0 w 160994"/>
                <a:gd name="connsiteY1" fmla="*/ 90657 h 130273"/>
                <a:gd name="connsiteX2" fmla="*/ 25882 w 160994"/>
                <a:gd name="connsiteY2" fmla="*/ 53361 h 130273"/>
                <a:gd name="connsiteX3" fmla="*/ 62254 w 160994"/>
                <a:gd name="connsiteY3" fmla="*/ 30139 h 130273"/>
                <a:gd name="connsiteX4" fmla="*/ 110833 w 160994"/>
                <a:gd name="connsiteY4" fmla="*/ 1409 h 130273"/>
                <a:gd name="connsiteX5" fmla="*/ 159585 w 160994"/>
                <a:gd name="connsiteY5" fmla="*/ 29271 h 130273"/>
                <a:gd name="connsiteX6" fmla="*/ 131723 w 160994"/>
                <a:gd name="connsiteY6" fmla="*/ 78023 h 130273"/>
                <a:gd name="connsiteX7" fmla="*/ 112818 w 160994"/>
                <a:gd name="connsiteY7" fmla="*/ 91272 h 130273"/>
                <a:gd name="connsiteX8" fmla="*/ 53719 w 160994"/>
                <a:gd name="connsiteY8" fmla="*/ 127644 h 130273"/>
                <a:gd name="connsiteX9" fmla="*/ 39776 w 160994"/>
                <a:gd name="connsiteY9" fmla="*/ 130273 h 13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994" h="130273">
                  <a:moveTo>
                    <a:pt x="39776" y="130273"/>
                  </a:moveTo>
                  <a:cubicBezTo>
                    <a:pt x="17854" y="130318"/>
                    <a:pt x="45" y="112579"/>
                    <a:pt x="0" y="90657"/>
                  </a:cubicBezTo>
                  <a:cubicBezTo>
                    <a:pt x="-35" y="74032"/>
                    <a:pt x="10296" y="59147"/>
                    <a:pt x="25882" y="53361"/>
                  </a:cubicBezTo>
                  <a:cubicBezTo>
                    <a:pt x="39334" y="47928"/>
                    <a:pt x="51665" y="40055"/>
                    <a:pt x="62254" y="30139"/>
                  </a:cubicBezTo>
                  <a:cubicBezTo>
                    <a:pt x="75156" y="19421"/>
                    <a:pt x="89695" y="7264"/>
                    <a:pt x="110833" y="1409"/>
                  </a:cubicBezTo>
                  <a:cubicBezTo>
                    <a:pt x="131991" y="-4360"/>
                    <a:pt x="153814" y="8114"/>
                    <a:pt x="159585" y="29271"/>
                  </a:cubicBezTo>
                  <a:cubicBezTo>
                    <a:pt x="165356" y="50427"/>
                    <a:pt x="152882" y="72254"/>
                    <a:pt x="131723" y="78023"/>
                  </a:cubicBezTo>
                  <a:cubicBezTo>
                    <a:pt x="124737" y="81375"/>
                    <a:pt x="118350" y="85851"/>
                    <a:pt x="112818" y="91272"/>
                  </a:cubicBezTo>
                  <a:cubicBezTo>
                    <a:pt x="95446" y="106826"/>
                    <a:pt x="75434" y="119144"/>
                    <a:pt x="53719" y="127644"/>
                  </a:cubicBezTo>
                  <a:cubicBezTo>
                    <a:pt x="49264" y="129336"/>
                    <a:pt x="44545" y="130224"/>
                    <a:pt x="39776" y="1302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D02583B-E86D-B00A-CEA3-268175BAC63C}"/>
                </a:ext>
              </a:extLst>
            </p:cNvPr>
            <p:cNvSpPr/>
            <p:nvPr/>
          </p:nvSpPr>
          <p:spPr>
            <a:xfrm>
              <a:off x="7247328" y="1958569"/>
              <a:ext cx="132836" cy="94162"/>
            </a:xfrm>
            <a:custGeom>
              <a:avLst/>
              <a:gdLst>
                <a:gd name="connsiteX0" fmla="*/ 63063 w 132836"/>
                <a:gd name="connsiteY0" fmla="*/ 94162 h 94162"/>
                <a:gd name="connsiteX1" fmla="*/ 14633 w 132836"/>
                <a:gd name="connsiteY1" fmla="*/ 76944 h 94162"/>
                <a:gd name="connsiteX2" fmla="*/ 8912 w 132836"/>
                <a:gd name="connsiteY2" fmla="*/ 21096 h 94162"/>
                <a:gd name="connsiteX3" fmla="*/ 62865 w 132836"/>
                <a:gd name="connsiteY3" fmla="*/ 13926 h 94162"/>
                <a:gd name="connsiteX4" fmla="*/ 118911 w 132836"/>
                <a:gd name="connsiteY4" fmla="*/ 9534 h 94162"/>
                <a:gd name="connsiteX5" fmla="*/ 123303 w 132836"/>
                <a:gd name="connsiteY5" fmla="*/ 65581 h 94162"/>
                <a:gd name="connsiteX6" fmla="*/ 71399 w 132836"/>
                <a:gd name="connsiteY6" fmla="*/ 93716 h 94162"/>
                <a:gd name="connsiteX7" fmla="*/ 63063 w 132836"/>
                <a:gd name="connsiteY7" fmla="*/ 94162 h 9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36" h="94162">
                  <a:moveTo>
                    <a:pt x="63063" y="94162"/>
                  </a:moveTo>
                  <a:cubicBezTo>
                    <a:pt x="45413" y="94192"/>
                    <a:pt x="28304" y="88109"/>
                    <a:pt x="14633" y="76944"/>
                  </a:cubicBezTo>
                  <a:cubicBezTo>
                    <a:pt x="-2367" y="63100"/>
                    <a:pt x="-4927" y="38096"/>
                    <a:pt x="8912" y="21096"/>
                  </a:cubicBezTo>
                  <a:cubicBezTo>
                    <a:pt x="22171" y="4815"/>
                    <a:pt x="45815" y="1669"/>
                    <a:pt x="62865" y="13926"/>
                  </a:cubicBezTo>
                  <a:cubicBezTo>
                    <a:pt x="77131" y="-2762"/>
                    <a:pt x="102224" y="-4732"/>
                    <a:pt x="118911" y="9534"/>
                  </a:cubicBezTo>
                  <a:cubicBezTo>
                    <a:pt x="135599" y="23800"/>
                    <a:pt x="137569" y="48893"/>
                    <a:pt x="123303" y="65581"/>
                  </a:cubicBezTo>
                  <a:cubicBezTo>
                    <a:pt x="110446" y="81504"/>
                    <a:pt x="91759" y="91632"/>
                    <a:pt x="71399" y="93716"/>
                  </a:cubicBezTo>
                  <a:cubicBezTo>
                    <a:pt x="68720" y="94162"/>
                    <a:pt x="65743" y="94162"/>
                    <a:pt x="63063" y="941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4D951C84-99AF-7FB0-3798-5D2C07820281}"/>
                </a:ext>
              </a:extLst>
            </p:cNvPr>
            <p:cNvSpPr/>
            <p:nvPr/>
          </p:nvSpPr>
          <p:spPr>
            <a:xfrm>
              <a:off x="7236828" y="1962984"/>
              <a:ext cx="97241" cy="121257"/>
            </a:xfrm>
            <a:custGeom>
              <a:avLst/>
              <a:gdLst>
                <a:gd name="connsiteX0" fmla="*/ 39523 w 97241"/>
                <a:gd name="connsiteY0" fmla="*/ 121257 h 121257"/>
                <a:gd name="connsiteX1" fmla="*/ 0 w 97241"/>
                <a:gd name="connsiteY1" fmla="*/ 81387 h 121257"/>
                <a:gd name="connsiteX2" fmla="*/ 8709 w 97241"/>
                <a:gd name="connsiteY2" fmla="*/ 56750 h 121257"/>
                <a:gd name="connsiteX3" fmla="*/ 12579 w 97241"/>
                <a:gd name="connsiteY3" fmla="*/ 52086 h 121257"/>
                <a:gd name="connsiteX4" fmla="*/ 37901 w 97241"/>
                <a:gd name="connsiteY4" fmla="*/ 1984 h 121257"/>
                <a:gd name="connsiteX5" fmla="*/ 75300 w 97241"/>
                <a:gd name="connsiteY5" fmla="*/ 8866 h 121257"/>
                <a:gd name="connsiteX6" fmla="*/ 96984 w 97241"/>
                <a:gd name="connsiteY6" fmla="*/ 47223 h 121257"/>
                <a:gd name="connsiteX7" fmla="*/ 73910 w 97241"/>
                <a:gd name="connsiteY7" fmla="*/ 102451 h 121257"/>
                <a:gd name="connsiteX8" fmla="*/ 70387 w 97241"/>
                <a:gd name="connsiteY8" fmla="*/ 106768 h 121257"/>
                <a:gd name="connsiteX9" fmla="*/ 39523 w 97241"/>
                <a:gd name="connsiteY9" fmla="*/ 121257 h 121257"/>
                <a:gd name="connsiteX10" fmla="*/ 25282 w 97241"/>
                <a:gd name="connsiteY10" fmla="*/ 70297 h 121257"/>
                <a:gd name="connsiteX11" fmla="*/ 25282 w 97241"/>
                <a:gd name="connsiteY11" fmla="*/ 70297 h 12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241" h="121257">
                  <a:moveTo>
                    <a:pt x="39523" y="121257"/>
                  </a:moveTo>
                  <a:cubicBezTo>
                    <a:pt x="17601" y="121163"/>
                    <a:pt x="-95" y="103309"/>
                    <a:pt x="0" y="81387"/>
                  </a:cubicBezTo>
                  <a:cubicBezTo>
                    <a:pt x="40" y="72425"/>
                    <a:pt x="3109" y="63747"/>
                    <a:pt x="8709" y="56750"/>
                  </a:cubicBezTo>
                  <a:lnTo>
                    <a:pt x="12579" y="52086"/>
                  </a:lnTo>
                  <a:cubicBezTo>
                    <a:pt x="5737" y="31255"/>
                    <a:pt x="17075" y="8826"/>
                    <a:pt x="37901" y="1984"/>
                  </a:cubicBezTo>
                  <a:cubicBezTo>
                    <a:pt x="50728" y="-2229"/>
                    <a:pt x="64815" y="361"/>
                    <a:pt x="75300" y="8866"/>
                  </a:cubicBezTo>
                  <a:cubicBezTo>
                    <a:pt x="87467" y="18150"/>
                    <a:pt x="95302" y="32009"/>
                    <a:pt x="96984" y="47223"/>
                  </a:cubicBezTo>
                  <a:cubicBezTo>
                    <a:pt x="99366" y="72033"/>
                    <a:pt x="84678" y="89549"/>
                    <a:pt x="73910" y="102451"/>
                  </a:cubicBezTo>
                  <a:cubicBezTo>
                    <a:pt x="72769" y="103840"/>
                    <a:pt x="71529" y="105279"/>
                    <a:pt x="70387" y="106768"/>
                  </a:cubicBezTo>
                  <a:cubicBezTo>
                    <a:pt x="62805" y="115997"/>
                    <a:pt x="51467" y="121317"/>
                    <a:pt x="39523" y="121257"/>
                  </a:cubicBezTo>
                  <a:close/>
                  <a:moveTo>
                    <a:pt x="25282" y="70297"/>
                  </a:moveTo>
                  <a:lnTo>
                    <a:pt x="25282" y="70297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8EBDE209-C209-880E-049B-3DC01E1D19E6}"/>
                </a:ext>
              </a:extLst>
            </p:cNvPr>
            <p:cNvSpPr/>
            <p:nvPr/>
          </p:nvSpPr>
          <p:spPr>
            <a:xfrm>
              <a:off x="7101368" y="2004426"/>
              <a:ext cx="183471" cy="137623"/>
            </a:xfrm>
            <a:custGeom>
              <a:avLst/>
              <a:gdLst>
                <a:gd name="connsiteX0" fmla="*/ 81300 w 183471"/>
                <a:gd name="connsiteY0" fmla="*/ 137623 h 137623"/>
                <a:gd name="connsiteX1" fmla="*/ 32770 w 183471"/>
                <a:gd name="connsiteY1" fmla="*/ 120405 h 137623"/>
                <a:gd name="connsiteX2" fmla="*/ 15403 w 183471"/>
                <a:gd name="connsiteY2" fmla="*/ 106312 h 137623"/>
                <a:gd name="connsiteX3" fmla="*/ 8305 w 183471"/>
                <a:gd name="connsiteY3" fmla="*/ 50623 h 137623"/>
                <a:gd name="connsiteX4" fmla="*/ 63994 w 183471"/>
                <a:gd name="connsiteY4" fmla="*/ 43527 h 137623"/>
                <a:gd name="connsiteX5" fmla="*/ 65421 w 183471"/>
                <a:gd name="connsiteY5" fmla="*/ 44683 h 137623"/>
                <a:gd name="connsiteX6" fmla="*/ 81051 w 183471"/>
                <a:gd name="connsiteY6" fmla="*/ 57337 h 137623"/>
                <a:gd name="connsiteX7" fmla="*/ 99659 w 183471"/>
                <a:gd name="connsiteY7" fmla="*/ 39721 h 137623"/>
                <a:gd name="connsiteX8" fmla="*/ 139329 w 183471"/>
                <a:gd name="connsiteY8" fmla="*/ 0 h 137623"/>
                <a:gd name="connsiteX9" fmla="*/ 164414 w 183471"/>
                <a:gd name="connsiteY9" fmla="*/ 8907 h 137623"/>
                <a:gd name="connsiteX10" fmla="*/ 183469 w 183471"/>
                <a:gd name="connsiteY10" fmla="*/ 47115 h 137623"/>
                <a:gd name="connsiteX11" fmla="*/ 151265 w 183471"/>
                <a:gd name="connsiteY11" fmla="*/ 100060 h 137623"/>
                <a:gd name="connsiteX12" fmla="*/ 141341 w 183471"/>
                <a:gd name="connsiteY12" fmla="*/ 109141 h 137623"/>
                <a:gd name="connsiteX13" fmla="*/ 81300 w 183471"/>
                <a:gd name="connsiteY13" fmla="*/ 137623 h 137623"/>
                <a:gd name="connsiteX14" fmla="*/ 114347 w 183471"/>
                <a:gd name="connsiteY14" fmla="*/ 70585 h 137623"/>
                <a:gd name="connsiteX15" fmla="*/ 114347 w 183471"/>
                <a:gd name="connsiteY15" fmla="*/ 70585 h 13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471" h="137623">
                  <a:moveTo>
                    <a:pt x="81300" y="137623"/>
                  </a:moveTo>
                  <a:cubicBezTo>
                    <a:pt x="63624" y="137638"/>
                    <a:pt x="46484" y="131554"/>
                    <a:pt x="32770" y="120405"/>
                  </a:cubicBezTo>
                  <a:lnTo>
                    <a:pt x="15403" y="106312"/>
                  </a:lnTo>
                  <a:cubicBezTo>
                    <a:pt x="-1935" y="92895"/>
                    <a:pt x="-5113" y="67961"/>
                    <a:pt x="8305" y="50623"/>
                  </a:cubicBezTo>
                  <a:cubicBezTo>
                    <a:pt x="21723" y="33286"/>
                    <a:pt x="46655" y="30105"/>
                    <a:pt x="63994" y="43527"/>
                  </a:cubicBezTo>
                  <a:cubicBezTo>
                    <a:pt x="64478" y="43899"/>
                    <a:pt x="64954" y="44287"/>
                    <a:pt x="65421" y="44683"/>
                  </a:cubicBezTo>
                  <a:lnTo>
                    <a:pt x="81051" y="57337"/>
                  </a:lnTo>
                  <a:cubicBezTo>
                    <a:pt x="86762" y="50965"/>
                    <a:pt x="92985" y="45075"/>
                    <a:pt x="99659" y="39721"/>
                  </a:cubicBezTo>
                  <a:cubicBezTo>
                    <a:pt x="99644" y="17799"/>
                    <a:pt x="117406" y="15"/>
                    <a:pt x="139329" y="0"/>
                  </a:cubicBezTo>
                  <a:cubicBezTo>
                    <a:pt x="148466" y="-10"/>
                    <a:pt x="157329" y="3141"/>
                    <a:pt x="164414" y="8907"/>
                  </a:cubicBezTo>
                  <a:cubicBezTo>
                    <a:pt x="176199" y="18122"/>
                    <a:pt x="183201" y="32159"/>
                    <a:pt x="183469" y="47115"/>
                  </a:cubicBezTo>
                  <a:cubicBezTo>
                    <a:pt x="183717" y="72769"/>
                    <a:pt x="164960" y="88548"/>
                    <a:pt x="151265" y="100060"/>
                  </a:cubicBezTo>
                  <a:cubicBezTo>
                    <a:pt x="147757" y="102864"/>
                    <a:pt x="144442" y="105896"/>
                    <a:pt x="141341" y="109141"/>
                  </a:cubicBezTo>
                  <a:cubicBezTo>
                    <a:pt x="126664" y="127227"/>
                    <a:pt x="104591" y="137697"/>
                    <a:pt x="81300" y="137623"/>
                  </a:cubicBezTo>
                  <a:close/>
                  <a:moveTo>
                    <a:pt x="114347" y="70585"/>
                  </a:moveTo>
                  <a:lnTo>
                    <a:pt x="114347" y="7058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2774B91B-0509-692A-B34B-823EA1989D45}"/>
                </a:ext>
              </a:extLst>
            </p:cNvPr>
            <p:cNvSpPr/>
            <p:nvPr/>
          </p:nvSpPr>
          <p:spPr>
            <a:xfrm>
              <a:off x="7147685" y="1692345"/>
              <a:ext cx="295539" cy="309029"/>
            </a:xfrm>
            <a:custGeom>
              <a:avLst/>
              <a:gdLst>
                <a:gd name="connsiteX0" fmla="*/ 218282 w 295539"/>
                <a:gd name="connsiteY0" fmla="*/ 309030 h 309029"/>
                <a:gd name="connsiteX1" fmla="*/ 169852 w 295539"/>
                <a:gd name="connsiteY1" fmla="*/ 291762 h 309029"/>
                <a:gd name="connsiteX2" fmla="*/ 164051 w 295539"/>
                <a:gd name="connsiteY2" fmla="*/ 235923 h 309029"/>
                <a:gd name="connsiteX3" fmla="*/ 202552 w 295539"/>
                <a:gd name="connsiteY3" fmla="*/ 221995 h 309029"/>
                <a:gd name="connsiteX4" fmla="*/ 16822 w 295539"/>
                <a:gd name="connsiteY4" fmla="*/ 72140 h 309029"/>
                <a:gd name="connsiteX5" fmla="*/ 7259 w 295539"/>
                <a:gd name="connsiteY5" fmla="*/ 16821 h 309029"/>
                <a:gd name="connsiteX6" fmla="*/ 62578 w 295539"/>
                <a:gd name="connsiteY6" fmla="*/ 7259 h 309029"/>
                <a:gd name="connsiteX7" fmla="*/ 66442 w 295539"/>
                <a:gd name="connsiteY7" fmla="*/ 10363 h 309029"/>
                <a:gd name="connsiteX8" fmla="*/ 266910 w 295539"/>
                <a:gd name="connsiteY8" fmla="*/ 171828 h 309029"/>
                <a:gd name="connsiteX9" fmla="*/ 278387 w 295539"/>
                <a:gd name="connsiteY9" fmla="*/ 280274 h 309029"/>
                <a:gd name="connsiteX10" fmla="*/ 226420 w 295539"/>
                <a:gd name="connsiteY10" fmla="*/ 308484 h 309029"/>
                <a:gd name="connsiteX11" fmla="*/ 218282 w 295539"/>
                <a:gd name="connsiteY11" fmla="*/ 309030 h 309029"/>
                <a:gd name="connsiteX12" fmla="*/ 216992 w 295539"/>
                <a:gd name="connsiteY12" fmla="*/ 233656 h 309029"/>
                <a:gd name="connsiteX13" fmla="*/ 216992 w 295539"/>
                <a:gd name="connsiteY13" fmla="*/ 233656 h 30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539" h="309029">
                  <a:moveTo>
                    <a:pt x="218282" y="309030"/>
                  </a:moveTo>
                  <a:cubicBezTo>
                    <a:pt x="200627" y="309039"/>
                    <a:pt x="183518" y="302941"/>
                    <a:pt x="169852" y="291762"/>
                  </a:cubicBezTo>
                  <a:cubicBezTo>
                    <a:pt x="152832" y="277942"/>
                    <a:pt x="150232" y="252943"/>
                    <a:pt x="164051" y="235923"/>
                  </a:cubicBezTo>
                  <a:cubicBezTo>
                    <a:pt x="173316" y="224511"/>
                    <a:pt x="188127" y="219152"/>
                    <a:pt x="202552" y="221995"/>
                  </a:cubicBezTo>
                  <a:lnTo>
                    <a:pt x="16822" y="72140"/>
                  </a:lnTo>
                  <a:cubicBezTo>
                    <a:pt x="-1095" y="59505"/>
                    <a:pt x="-5376" y="34738"/>
                    <a:pt x="7259" y="16821"/>
                  </a:cubicBezTo>
                  <a:cubicBezTo>
                    <a:pt x="19895" y="-1095"/>
                    <a:pt x="44662" y="-5376"/>
                    <a:pt x="62578" y="7259"/>
                  </a:cubicBezTo>
                  <a:cubicBezTo>
                    <a:pt x="63930" y="8212"/>
                    <a:pt x="65220" y="9249"/>
                    <a:pt x="66442" y="10363"/>
                  </a:cubicBezTo>
                  <a:lnTo>
                    <a:pt x="266910" y="171828"/>
                  </a:lnTo>
                  <a:cubicBezTo>
                    <a:pt x="300027" y="198606"/>
                    <a:pt x="305163" y="247157"/>
                    <a:pt x="278387" y="280274"/>
                  </a:cubicBezTo>
                  <a:cubicBezTo>
                    <a:pt x="265501" y="296208"/>
                    <a:pt x="246804" y="306360"/>
                    <a:pt x="226420" y="308484"/>
                  </a:cubicBezTo>
                  <a:cubicBezTo>
                    <a:pt x="223720" y="308811"/>
                    <a:pt x="221001" y="308995"/>
                    <a:pt x="218282" y="309030"/>
                  </a:cubicBezTo>
                  <a:close/>
                  <a:moveTo>
                    <a:pt x="216992" y="233656"/>
                  </a:moveTo>
                  <a:lnTo>
                    <a:pt x="216992" y="23365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C778399-6249-7F68-7D98-365AB8231076}"/>
                </a:ext>
              </a:extLst>
            </p:cNvPr>
            <p:cNvSpPr/>
            <p:nvPr/>
          </p:nvSpPr>
          <p:spPr>
            <a:xfrm>
              <a:off x="6977260" y="1606248"/>
              <a:ext cx="180544" cy="116158"/>
            </a:xfrm>
            <a:custGeom>
              <a:avLst/>
              <a:gdLst>
                <a:gd name="connsiteX0" fmla="*/ 140751 w 180544"/>
                <a:gd name="connsiteY0" fmla="*/ 116158 h 116158"/>
                <a:gd name="connsiteX1" fmla="*/ 124426 w 180544"/>
                <a:gd name="connsiteY1" fmla="*/ 112635 h 116158"/>
                <a:gd name="connsiteX2" fmla="*/ 102891 w 180544"/>
                <a:gd name="connsiteY2" fmla="*/ 106978 h 116158"/>
                <a:gd name="connsiteX3" fmla="*/ 19181 w 180544"/>
                <a:gd name="connsiteY3" fmla="*/ 73683 h 116158"/>
                <a:gd name="connsiteX4" fmla="*/ 5722 w 180544"/>
                <a:gd name="connsiteY4" fmla="*/ 19181 h 116158"/>
                <a:gd name="connsiteX5" fmla="*/ 60224 w 180544"/>
                <a:gd name="connsiteY5" fmla="*/ 5722 h 116158"/>
                <a:gd name="connsiteX6" fmla="*/ 61755 w 180544"/>
                <a:gd name="connsiteY6" fmla="*/ 6695 h 116158"/>
                <a:gd name="connsiteX7" fmla="*/ 114849 w 180544"/>
                <a:gd name="connsiteY7" fmla="*/ 28479 h 116158"/>
                <a:gd name="connsiteX8" fmla="*/ 157077 w 180544"/>
                <a:gd name="connsiteY8" fmla="*/ 40239 h 116158"/>
                <a:gd name="connsiteX9" fmla="*/ 177061 w 180544"/>
                <a:gd name="connsiteY9" fmla="*/ 92701 h 116158"/>
                <a:gd name="connsiteX10" fmla="*/ 140751 w 180544"/>
                <a:gd name="connsiteY10" fmla="*/ 116158 h 11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544" h="116158">
                  <a:moveTo>
                    <a:pt x="140751" y="116158"/>
                  </a:moveTo>
                  <a:cubicBezTo>
                    <a:pt x="135122" y="116155"/>
                    <a:pt x="129557" y="114954"/>
                    <a:pt x="124426" y="112635"/>
                  </a:cubicBezTo>
                  <a:cubicBezTo>
                    <a:pt x="117595" y="109615"/>
                    <a:pt x="110325" y="107705"/>
                    <a:pt x="102891" y="106978"/>
                  </a:cubicBezTo>
                  <a:cubicBezTo>
                    <a:pt x="80363" y="103555"/>
                    <a:pt x="58530" y="98692"/>
                    <a:pt x="19181" y="73683"/>
                  </a:cubicBezTo>
                  <a:cubicBezTo>
                    <a:pt x="414" y="62349"/>
                    <a:pt x="-5612" y="37948"/>
                    <a:pt x="5722" y="19181"/>
                  </a:cubicBezTo>
                  <a:cubicBezTo>
                    <a:pt x="17056" y="414"/>
                    <a:pt x="41458" y="-5612"/>
                    <a:pt x="60224" y="5722"/>
                  </a:cubicBezTo>
                  <a:cubicBezTo>
                    <a:pt x="60742" y="6035"/>
                    <a:pt x="61253" y="6359"/>
                    <a:pt x="61755" y="6695"/>
                  </a:cubicBezTo>
                  <a:cubicBezTo>
                    <a:pt x="90188" y="24757"/>
                    <a:pt x="101452" y="26543"/>
                    <a:pt x="114849" y="28479"/>
                  </a:cubicBezTo>
                  <a:cubicBezTo>
                    <a:pt x="129435" y="30260"/>
                    <a:pt x="143670" y="34225"/>
                    <a:pt x="157077" y="40239"/>
                  </a:cubicBezTo>
                  <a:cubicBezTo>
                    <a:pt x="177082" y="49207"/>
                    <a:pt x="186029" y="72695"/>
                    <a:pt x="177061" y="92701"/>
                  </a:cubicBezTo>
                  <a:cubicBezTo>
                    <a:pt x="170650" y="107002"/>
                    <a:pt x="156424" y="116193"/>
                    <a:pt x="140751" y="1161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36447EB-D93D-82DB-3BB6-4B9942E4C70A}"/>
                </a:ext>
              </a:extLst>
            </p:cNvPr>
            <p:cNvSpPr/>
            <p:nvPr/>
          </p:nvSpPr>
          <p:spPr>
            <a:xfrm>
              <a:off x="6872851" y="1807695"/>
              <a:ext cx="121039" cy="132844"/>
            </a:xfrm>
            <a:custGeom>
              <a:avLst/>
              <a:gdLst>
                <a:gd name="connsiteX0" fmla="*/ 81413 w 121039"/>
                <a:gd name="connsiteY0" fmla="*/ 132844 h 132844"/>
                <a:gd name="connsiteX1" fmla="*/ 49854 w 121039"/>
                <a:gd name="connsiteY1" fmla="*/ 117264 h 132844"/>
                <a:gd name="connsiteX2" fmla="*/ 37746 w 121039"/>
                <a:gd name="connsiteY2" fmla="*/ 100343 h 132844"/>
                <a:gd name="connsiteX3" fmla="*/ 12093 w 121039"/>
                <a:gd name="connsiteY3" fmla="*/ 68238 h 132844"/>
                <a:gd name="connsiteX4" fmla="*/ 11175 w 121039"/>
                <a:gd name="connsiteY4" fmla="*/ 12093 h 132844"/>
                <a:gd name="connsiteX5" fmla="*/ 67320 w 121039"/>
                <a:gd name="connsiteY5" fmla="*/ 11175 h 132844"/>
                <a:gd name="connsiteX6" fmla="*/ 103246 w 121039"/>
                <a:gd name="connsiteY6" fmla="*/ 55387 h 132844"/>
                <a:gd name="connsiteX7" fmla="*/ 112872 w 121039"/>
                <a:gd name="connsiteY7" fmla="*/ 69032 h 132844"/>
                <a:gd name="connsiteX8" fmla="*/ 105456 w 121039"/>
                <a:gd name="connsiteY8" fmla="*/ 124682 h 132844"/>
                <a:gd name="connsiteX9" fmla="*/ 81413 w 121039"/>
                <a:gd name="connsiteY9" fmla="*/ 132844 h 13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039" h="132844">
                  <a:moveTo>
                    <a:pt x="81413" y="132844"/>
                  </a:moveTo>
                  <a:cubicBezTo>
                    <a:pt x="69040" y="132854"/>
                    <a:pt x="57370" y="127093"/>
                    <a:pt x="49854" y="117264"/>
                  </a:cubicBezTo>
                  <a:cubicBezTo>
                    <a:pt x="45487" y="111557"/>
                    <a:pt x="41567" y="105851"/>
                    <a:pt x="37746" y="100343"/>
                  </a:cubicBezTo>
                  <a:cubicBezTo>
                    <a:pt x="30371" y="88753"/>
                    <a:pt x="21771" y="77989"/>
                    <a:pt x="12093" y="68238"/>
                  </a:cubicBezTo>
                  <a:cubicBezTo>
                    <a:pt x="-3665" y="52987"/>
                    <a:pt x="-4076" y="27850"/>
                    <a:pt x="11175" y="12093"/>
                  </a:cubicBezTo>
                  <a:cubicBezTo>
                    <a:pt x="26425" y="-3665"/>
                    <a:pt x="51563" y="-4076"/>
                    <a:pt x="67320" y="11175"/>
                  </a:cubicBezTo>
                  <a:cubicBezTo>
                    <a:pt x="80816" y="24608"/>
                    <a:pt x="92858" y="39428"/>
                    <a:pt x="103246" y="55387"/>
                  </a:cubicBezTo>
                  <a:cubicBezTo>
                    <a:pt x="106570" y="60349"/>
                    <a:pt x="109746" y="64914"/>
                    <a:pt x="112872" y="69032"/>
                  </a:cubicBezTo>
                  <a:cubicBezTo>
                    <a:pt x="126191" y="86447"/>
                    <a:pt x="122871" y="111359"/>
                    <a:pt x="105456" y="124682"/>
                  </a:cubicBezTo>
                  <a:cubicBezTo>
                    <a:pt x="98552" y="129961"/>
                    <a:pt x="90105" y="132830"/>
                    <a:pt x="81413" y="1328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D924D43B-3ADC-33A1-3C44-831FE3265B6F}"/>
                </a:ext>
              </a:extLst>
            </p:cNvPr>
            <p:cNvSpPr/>
            <p:nvPr/>
          </p:nvSpPr>
          <p:spPr>
            <a:xfrm>
              <a:off x="7049086" y="1582804"/>
              <a:ext cx="348034" cy="273627"/>
            </a:xfrm>
            <a:custGeom>
              <a:avLst/>
              <a:gdLst>
                <a:gd name="connsiteX0" fmla="*/ 64062 w 348034"/>
                <a:gd name="connsiteY0" fmla="*/ 273628 h 273627"/>
                <a:gd name="connsiteX1" fmla="*/ 0 w 348034"/>
                <a:gd name="connsiteY1" fmla="*/ 209470 h 273627"/>
                <a:gd name="connsiteX2" fmla="*/ 1491 w 348034"/>
                <a:gd name="connsiteY2" fmla="*/ 195773 h 273627"/>
                <a:gd name="connsiteX3" fmla="*/ 18957 w 348034"/>
                <a:gd name="connsiteY3" fmla="*/ 116380 h 273627"/>
                <a:gd name="connsiteX4" fmla="*/ 64856 w 348034"/>
                <a:gd name="connsiteY4" fmla="*/ 50930 h 273627"/>
                <a:gd name="connsiteX5" fmla="*/ 135467 w 348034"/>
                <a:gd name="connsiteY5" fmla="*/ 11829 h 273627"/>
                <a:gd name="connsiteX6" fmla="*/ 227761 w 348034"/>
                <a:gd name="connsiteY6" fmla="*/ 5825 h 273627"/>
                <a:gd name="connsiteX7" fmla="*/ 310926 w 348034"/>
                <a:gd name="connsiteY7" fmla="*/ 22746 h 273627"/>
                <a:gd name="connsiteX8" fmla="*/ 347943 w 348034"/>
                <a:gd name="connsiteY8" fmla="*/ 65122 h 273627"/>
                <a:gd name="connsiteX9" fmla="*/ 305567 w 348034"/>
                <a:gd name="connsiteY9" fmla="*/ 102139 h 273627"/>
                <a:gd name="connsiteX10" fmla="*/ 204241 w 348034"/>
                <a:gd name="connsiteY10" fmla="*/ 81844 h 273627"/>
                <a:gd name="connsiteX11" fmla="*/ 168812 w 348034"/>
                <a:gd name="connsiteY11" fmla="*/ 84027 h 273627"/>
                <a:gd name="connsiteX12" fmla="*/ 107034 w 348034"/>
                <a:gd name="connsiteY12" fmla="*/ 118117 h 273627"/>
                <a:gd name="connsiteX13" fmla="*/ 96514 w 348034"/>
                <a:gd name="connsiteY13" fmla="*/ 133301 h 273627"/>
                <a:gd name="connsiteX14" fmla="*/ 86590 w 348034"/>
                <a:gd name="connsiteY14" fmla="*/ 178704 h 273627"/>
                <a:gd name="connsiteX15" fmla="*/ 101476 w 348034"/>
                <a:gd name="connsiteY15" fmla="*/ 140893 h 273627"/>
                <a:gd name="connsiteX16" fmla="*/ 150353 w 348034"/>
                <a:gd name="connsiteY16" fmla="*/ 113105 h 273627"/>
                <a:gd name="connsiteX17" fmla="*/ 178140 w 348034"/>
                <a:gd name="connsiteY17" fmla="*/ 161981 h 273627"/>
                <a:gd name="connsiteX18" fmla="*/ 64559 w 348034"/>
                <a:gd name="connsiteY18" fmla="*/ 273628 h 27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8034" h="273627">
                  <a:moveTo>
                    <a:pt x="64062" y="273628"/>
                  </a:moveTo>
                  <a:cubicBezTo>
                    <a:pt x="28656" y="273602"/>
                    <a:pt x="-26" y="244878"/>
                    <a:pt x="0" y="209470"/>
                  </a:cubicBezTo>
                  <a:cubicBezTo>
                    <a:pt x="3" y="204865"/>
                    <a:pt x="503" y="200272"/>
                    <a:pt x="1491" y="195773"/>
                  </a:cubicBezTo>
                  <a:lnTo>
                    <a:pt x="18957" y="116380"/>
                  </a:lnTo>
                  <a:cubicBezTo>
                    <a:pt x="24912" y="89313"/>
                    <a:pt x="41437" y="65749"/>
                    <a:pt x="64856" y="50930"/>
                  </a:cubicBezTo>
                  <a:cubicBezTo>
                    <a:pt x="87543" y="36418"/>
                    <a:pt x="111127" y="23358"/>
                    <a:pt x="135467" y="11829"/>
                  </a:cubicBezTo>
                  <a:cubicBezTo>
                    <a:pt x="164432" y="-1510"/>
                    <a:pt x="197314" y="-3649"/>
                    <a:pt x="227761" y="5825"/>
                  </a:cubicBezTo>
                  <a:cubicBezTo>
                    <a:pt x="254740" y="14635"/>
                    <a:pt x="282647" y="20312"/>
                    <a:pt x="310926" y="22746"/>
                  </a:cubicBezTo>
                  <a:cubicBezTo>
                    <a:pt x="332848" y="24225"/>
                    <a:pt x="349421" y="43198"/>
                    <a:pt x="347943" y="65122"/>
                  </a:cubicBezTo>
                  <a:cubicBezTo>
                    <a:pt x="346464" y="87046"/>
                    <a:pt x="327489" y="103619"/>
                    <a:pt x="305567" y="102139"/>
                  </a:cubicBezTo>
                  <a:cubicBezTo>
                    <a:pt x="271130" y="99263"/>
                    <a:pt x="237130" y="92453"/>
                    <a:pt x="204241" y="81844"/>
                  </a:cubicBezTo>
                  <a:cubicBezTo>
                    <a:pt x="192575" y="78121"/>
                    <a:pt x="179934" y="78899"/>
                    <a:pt x="168812" y="84027"/>
                  </a:cubicBezTo>
                  <a:cubicBezTo>
                    <a:pt x="147521" y="94076"/>
                    <a:pt x="126887" y="105462"/>
                    <a:pt x="107034" y="118117"/>
                  </a:cubicBezTo>
                  <a:cubicBezTo>
                    <a:pt x="101647" y="121577"/>
                    <a:pt x="97862" y="127041"/>
                    <a:pt x="96514" y="133301"/>
                  </a:cubicBezTo>
                  <a:lnTo>
                    <a:pt x="86590" y="178704"/>
                  </a:lnTo>
                  <a:cubicBezTo>
                    <a:pt x="93301" y="166861"/>
                    <a:pt x="98313" y="154132"/>
                    <a:pt x="101476" y="140893"/>
                  </a:cubicBezTo>
                  <a:cubicBezTo>
                    <a:pt x="107300" y="119722"/>
                    <a:pt x="129183" y="107282"/>
                    <a:pt x="150353" y="113105"/>
                  </a:cubicBezTo>
                  <a:cubicBezTo>
                    <a:pt x="171523" y="118928"/>
                    <a:pt x="183964" y="140811"/>
                    <a:pt x="178140" y="161981"/>
                  </a:cubicBezTo>
                  <a:cubicBezTo>
                    <a:pt x="164098" y="212594"/>
                    <a:pt x="132986" y="273082"/>
                    <a:pt x="64559" y="2736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536AADB-FDD2-C99B-990A-39A7FAC8EE46}"/>
                </a:ext>
              </a:extLst>
            </p:cNvPr>
            <p:cNvSpPr/>
            <p:nvPr/>
          </p:nvSpPr>
          <p:spPr>
            <a:xfrm>
              <a:off x="6897025" y="1848633"/>
              <a:ext cx="140063" cy="154477"/>
            </a:xfrm>
            <a:custGeom>
              <a:avLst/>
              <a:gdLst>
                <a:gd name="connsiteX0" fmla="*/ 39523 w 140063"/>
                <a:gd name="connsiteY0" fmla="*/ 154477 h 154477"/>
                <a:gd name="connsiteX1" fmla="*/ 0 w 140063"/>
                <a:gd name="connsiteY1" fmla="*/ 114607 h 154477"/>
                <a:gd name="connsiteX2" fmla="*/ 8709 w 140063"/>
                <a:gd name="connsiteY2" fmla="*/ 89971 h 154477"/>
                <a:gd name="connsiteX3" fmla="*/ 69445 w 140063"/>
                <a:gd name="connsiteY3" fmla="*/ 14746 h 154477"/>
                <a:gd name="connsiteX4" fmla="*/ 125318 w 140063"/>
                <a:gd name="connsiteY4" fmla="*/ 8841 h 154477"/>
                <a:gd name="connsiteX5" fmla="*/ 131222 w 140063"/>
                <a:gd name="connsiteY5" fmla="*/ 64714 h 154477"/>
                <a:gd name="connsiteX6" fmla="*/ 70387 w 140063"/>
                <a:gd name="connsiteY6" fmla="*/ 139591 h 154477"/>
                <a:gd name="connsiteX7" fmla="*/ 39523 w 140063"/>
                <a:gd name="connsiteY7" fmla="*/ 154477 h 1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063" h="154477">
                  <a:moveTo>
                    <a:pt x="39523" y="154477"/>
                  </a:moveTo>
                  <a:cubicBezTo>
                    <a:pt x="17600" y="154383"/>
                    <a:pt x="-95" y="136530"/>
                    <a:pt x="0" y="114607"/>
                  </a:cubicBezTo>
                  <a:cubicBezTo>
                    <a:pt x="40" y="105646"/>
                    <a:pt x="3109" y="96967"/>
                    <a:pt x="8709" y="89971"/>
                  </a:cubicBezTo>
                  <a:lnTo>
                    <a:pt x="69445" y="14746"/>
                  </a:lnTo>
                  <a:cubicBezTo>
                    <a:pt x="83243" y="-2314"/>
                    <a:pt x="108258" y="-4958"/>
                    <a:pt x="125318" y="8841"/>
                  </a:cubicBezTo>
                  <a:cubicBezTo>
                    <a:pt x="142377" y="22639"/>
                    <a:pt x="145021" y="47654"/>
                    <a:pt x="131222" y="64714"/>
                  </a:cubicBezTo>
                  <a:lnTo>
                    <a:pt x="70387" y="139591"/>
                  </a:lnTo>
                  <a:cubicBezTo>
                    <a:pt x="62881" y="148965"/>
                    <a:pt x="51534" y="154438"/>
                    <a:pt x="39523" y="15447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CFB7FAEA-3C9B-F84F-4B1E-389CC9F69EB5}"/>
                </a:ext>
              </a:extLst>
            </p:cNvPr>
            <p:cNvSpPr/>
            <p:nvPr/>
          </p:nvSpPr>
          <p:spPr>
            <a:xfrm>
              <a:off x="6945951" y="1878652"/>
              <a:ext cx="158612" cy="177453"/>
            </a:xfrm>
            <a:custGeom>
              <a:avLst/>
              <a:gdLst>
                <a:gd name="connsiteX0" fmla="*/ 39523 w 158612"/>
                <a:gd name="connsiteY0" fmla="*/ 177454 h 177453"/>
                <a:gd name="connsiteX1" fmla="*/ 0 w 158612"/>
                <a:gd name="connsiteY1" fmla="*/ 137583 h 177453"/>
                <a:gd name="connsiteX2" fmla="*/ 8709 w 158612"/>
                <a:gd name="connsiteY2" fmla="*/ 112947 h 177453"/>
                <a:gd name="connsiteX3" fmla="*/ 87606 w 158612"/>
                <a:gd name="connsiteY3" fmla="*/ 15293 h 177453"/>
                <a:gd name="connsiteX4" fmla="*/ 143319 w 158612"/>
                <a:gd name="connsiteY4" fmla="*/ 8390 h 177453"/>
                <a:gd name="connsiteX5" fmla="*/ 150223 w 158612"/>
                <a:gd name="connsiteY5" fmla="*/ 64105 h 177453"/>
                <a:gd name="connsiteX6" fmla="*/ 149284 w 158612"/>
                <a:gd name="connsiteY6" fmla="*/ 65261 h 177453"/>
                <a:gd name="connsiteX7" fmla="*/ 70437 w 158612"/>
                <a:gd name="connsiteY7" fmla="*/ 162716 h 177453"/>
                <a:gd name="connsiteX8" fmla="*/ 39523 w 158612"/>
                <a:gd name="connsiteY8" fmla="*/ 177454 h 1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12" h="177453">
                  <a:moveTo>
                    <a:pt x="39523" y="177454"/>
                  </a:moveTo>
                  <a:cubicBezTo>
                    <a:pt x="17600" y="177359"/>
                    <a:pt x="-95" y="159506"/>
                    <a:pt x="0" y="137583"/>
                  </a:cubicBezTo>
                  <a:cubicBezTo>
                    <a:pt x="40" y="128622"/>
                    <a:pt x="3109" y="119943"/>
                    <a:pt x="8709" y="112947"/>
                  </a:cubicBezTo>
                  <a:lnTo>
                    <a:pt x="87606" y="15293"/>
                  </a:lnTo>
                  <a:cubicBezTo>
                    <a:pt x="101084" y="-1998"/>
                    <a:pt x="126028" y="-5088"/>
                    <a:pt x="143319" y="8390"/>
                  </a:cubicBezTo>
                  <a:cubicBezTo>
                    <a:pt x="160610" y="21868"/>
                    <a:pt x="163701" y="46812"/>
                    <a:pt x="150223" y="64105"/>
                  </a:cubicBezTo>
                  <a:cubicBezTo>
                    <a:pt x="149917" y="64497"/>
                    <a:pt x="149604" y="64879"/>
                    <a:pt x="149284" y="65261"/>
                  </a:cubicBezTo>
                  <a:lnTo>
                    <a:pt x="70437" y="162716"/>
                  </a:lnTo>
                  <a:cubicBezTo>
                    <a:pt x="62890" y="172050"/>
                    <a:pt x="51526" y="177469"/>
                    <a:pt x="39523" y="17745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D449186-285F-A0F7-2220-F92BDD43EB26}"/>
                </a:ext>
              </a:extLst>
            </p:cNvPr>
            <p:cNvSpPr/>
            <p:nvPr/>
          </p:nvSpPr>
          <p:spPr>
            <a:xfrm>
              <a:off x="6996714" y="1930055"/>
              <a:ext cx="149273" cy="167782"/>
            </a:xfrm>
            <a:custGeom>
              <a:avLst/>
              <a:gdLst>
                <a:gd name="connsiteX0" fmla="*/ 39821 w 149273"/>
                <a:gd name="connsiteY0" fmla="*/ 167782 h 167782"/>
                <a:gd name="connsiteX1" fmla="*/ 0 w 149273"/>
                <a:gd name="connsiteY1" fmla="*/ 128209 h 167782"/>
                <a:gd name="connsiteX2" fmla="*/ 8709 w 149273"/>
                <a:gd name="connsiteY2" fmla="*/ 103275 h 167782"/>
                <a:gd name="connsiteX3" fmla="*/ 78178 w 149273"/>
                <a:gd name="connsiteY3" fmla="*/ 15149 h 167782"/>
                <a:gd name="connsiteX4" fmla="*/ 134125 w 149273"/>
                <a:gd name="connsiteY4" fmla="*/ 8574 h 167782"/>
                <a:gd name="connsiteX5" fmla="*/ 140700 w 149273"/>
                <a:gd name="connsiteY5" fmla="*/ 64521 h 167782"/>
                <a:gd name="connsiteX6" fmla="*/ 71231 w 149273"/>
                <a:gd name="connsiteY6" fmla="*/ 152697 h 167782"/>
                <a:gd name="connsiteX7" fmla="*/ 39821 w 149273"/>
                <a:gd name="connsiteY7" fmla="*/ 167782 h 16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273" h="167782">
                  <a:moveTo>
                    <a:pt x="39821" y="167782"/>
                  </a:moveTo>
                  <a:cubicBezTo>
                    <a:pt x="17897" y="167851"/>
                    <a:pt x="69" y="150132"/>
                    <a:pt x="0" y="128209"/>
                  </a:cubicBezTo>
                  <a:cubicBezTo>
                    <a:pt x="-28" y="119149"/>
                    <a:pt x="3045" y="110351"/>
                    <a:pt x="8709" y="103275"/>
                  </a:cubicBezTo>
                  <a:lnTo>
                    <a:pt x="78178" y="15149"/>
                  </a:lnTo>
                  <a:cubicBezTo>
                    <a:pt x="91811" y="-2115"/>
                    <a:pt x="116860" y="-5062"/>
                    <a:pt x="134125" y="8574"/>
                  </a:cubicBezTo>
                  <a:cubicBezTo>
                    <a:pt x="151390" y="22210"/>
                    <a:pt x="154334" y="47258"/>
                    <a:pt x="140700" y="64521"/>
                  </a:cubicBezTo>
                  <a:lnTo>
                    <a:pt x="71231" y="152697"/>
                  </a:lnTo>
                  <a:cubicBezTo>
                    <a:pt x="63645" y="162299"/>
                    <a:pt x="52056" y="167861"/>
                    <a:pt x="39821" y="16778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16C4D60-3DBD-105E-9559-25F48CB949F6}"/>
                </a:ext>
              </a:extLst>
            </p:cNvPr>
            <p:cNvSpPr/>
            <p:nvPr/>
          </p:nvSpPr>
          <p:spPr>
            <a:xfrm>
              <a:off x="7052735" y="1980524"/>
              <a:ext cx="140207" cy="154429"/>
            </a:xfrm>
            <a:custGeom>
              <a:avLst/>
              <a:gdLst>
                <a:gd name="connsiteX0" fmla="*/ 39474 w 140207"/>
                <a:gd name="connsiteY0" fmla="*/ 154429 h 154429"/>
                <a:gd name="connsiteX1" fmla="*/ 1 w 140207"/>
                <a:gd name="connsiteY1" fmla="*/ 114509 h 154429"/>
                <a:gd name="connsiteX2" fmla="*/ 8709 w 140207"/>
                <a:gd name="connsiteY2" fmla="*/ 89922 h 154429"/>
                <a:gd name="connsiteX3" fmla="*/ 69048 w 140207"/>
                <a:gd name="connsiteY3" fmla="*/ 15491 h 154429"/>
                <a:gd name="connsiteX4" fmla="*/ 124717 w 140207"/>
                <a:gd name="connsiteY4" fmla="*/ 8237 h 154429"/>
                <a:gd name="connsiteX5" fmla="*/ 131969 w 140207"/>
                <a:gd name="connsiteY5" fmla="*/ 63906 h 154429"/>
                <a:gd name="connsiteX6" fmla="*/ 130627 w 140207"/>
                <a:gd name="connsiteY6" fmla="*/ 65559 h 154429"/>
                <a:gd name="connsiteX7" fmla="*/ 70338 w 140207"/>
                <a:gd name="connsiteY7" fmla="*/ 139990 h 154429"/>
                <a:gd name="connsiteX8" fmla="*/ 39474 w 140207"/>
                <a:gd name="connsiteY8" fmla="*/ 154429 h 15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07" h="154429">
                  <a:moveTo>
                    <a:pt x="39474" y="154429"/>
                  </a:moveTo>
                  <a:cubicBezTo>
                    <a:pt x="17551" y="154305"/>
                    <a:pt x="-122" y="136432"/>
                    <a:pt x="1" y="114509"/>
                  </a:cubicBezTo>
                  <a:cubicBezTo>
                    <a:pt x="51" y="105568"/>
                    <a:pt x="3119" y="96904"/>
                    <a:pt x="8709" y="89922"/>
                  </a:cubicBezTo>
                  <a:lnTo>
                    <a:pt x="69048" y="15491"/>
                  </a:lnTo>
                  <a:cubicBezTo>
                    <a:pt x="82418" y="-1886"/>
                    <a:pt x="107342" y="-5131"/>
                    <a:pt x="124717" y="8237"/>
                  </a:cubicBezTo>
                  <a:cubicBezTo>
                    <a:pt x="142092" y="21610"/>
                    <a:pt x="145339" y="46534"/>
                    <a:pt x="131969" y="63906"/>
                  </a:cubicBezTo>
                  <a:cubicBezTo>
                    <a:pt x="131537" y="64472"/>
                    <a:pt x="131089" y="65023"/>
                    <a:pt x="130627" y="65559"/>
                  </a:cubicBezTo>
                  <a:lnTo>
                    <a:pt x="70338" y="139990"/>
                  </a:lnTo>
                  <a:cubicBezTo>
                    <a:pt x="62744" y="149199"/>
                    <a:pt x="51410" y="154499"/>
                    <a:pt x="39474" y="1544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29BDC94-B677-5675-AD4A-26D77FF31CB1}"/>
                </a:ext>
              </a:extLst>
            </p:cNvPr>
            <p:cNvSpPr/>
            <p:nvPr/>
          </p:nvSpPr>
          <p:spPr>
            <a:xfrm>
              <a:off x="7306131" y="1531622"/>
              <a:ext cx="285304" cy="351158"/>
            </a:xfrm>
            <a:custGeom>
              <a:avLst/>
              <a:gdLst>
                <a:gd name="connsiteX0" fmla="*/ 158382 w 285304"/>
                <a:gd name="connsiteY0" fmla="*/ 351159 h 351158"/>
                <a:gd name="connsiteX1" fmla="*/ 123251 w 285304"/>
                <a:gd name="connsiteY1" fmla="*/ 329921 h 351158"/>
                <a:gd name="connsiteX2" fmla="*/ 4558 w 285304"/>
                <a:gd name="connsiteY2" fmla="*/ 103998 h 351158"/>
                <a:gd name="connsiteX3" fmla="*/ 21230 w 285304"/>
                <a:gd name="connsiteY3" fmla="*/ 50408 h 351158"/>
                <a:gd name="connsiteX4" fmla="*/ 108464 w 285304"/>
                <a:gd name="connsiteY4" fmla="*/ 4558 h 351158"/>
                <a:gd name="connsiteX5" fmla="*/ 162054 w 285304"/>
                <a:gd name="connsiteY5" fmla="*/ 21231 h 351158"/>
                <a:gd name="connsiteX6" fmla="*/ 280747 w 285304"/>
                <a:gd name="connsiteY6" fmla="*/ 247204 h 351158"/>
                <a:gd name="connsiteX7" fmla="*/ 264074 w 285304"/>
                <a:gd name="connsiteY7" fmla="*/ 300794 h 351158"/>
                <a:gd name="connsiteX8" fmla="*/ 176841 w 285304"/>
                <a:gd name="connsiteY8" fmla="*/ 346643 h 351158"/>
                <a:gd name="connsiteX9" fmla="*/ 158382 w 285304"/>
                <a:gd name="connsiteY9" fmla="*/ 351159 h 351158"/>
                <a:gd name="connsiteX10" fmla="*/ 93280 w 285304"/>
                <a:gd name="connsiteY10" fmla="*/ 102212 h 351158"/>
                <a:gd name="connsiteX11" fmla="*/ 175055 w 285304"/>
                <a:gd name="connsiteY11" fmla="*/ 258120 h 351158"/>
                <a:gd name="connsiteX12" fmla="*/ 192025 w 285304"/>
                <a:gd name="connsiteY12" fmla="*/ 249238 h 351158"/>
                <a:gd name="connsiteX13" fmla="*/ 110250 w 285304"/>
                <a:gd name="connsiteY13" fmla="*/ 93330 h 351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304" h="351158">
                  <a:moveTo>
                    <a:pt x="158382" y="351159"/>
                  </a:moveTo>
                  <a:cubicBezTo>
                    <a:pt x="143635" y="351154"/>
                    <a:pt x="130108" y="342976"/>
                    <a:pt x="123251" y="329921"/>
                  </a:cubicBezTo>
                  <a:lnTo>
                    <a:pt x="4558" y="103998"/>
                  </a:lnTo>
                  <a:cubicBezTo>
                    <a:pt x="-5629" y="84595"/>
                    <a:pt x="1834" y="60607"/>
                    <a:pt x="21230" y="50408"/>
                  </a:cubicBezTo>
                  <a:lnTo>
                    <a:pt x="108464" y="4558"/>
                  </a:lnTo>
                  <a:cubicBezTo>
                    <a:pt x="127865" y="-5630"/>
                    <a:pt x="151857" y="1833"/>
                    <a:pt x="162054" y="21231"/>
                  </a:cubicBezTo>
                  <a:lnTo>
                    <a:pt x="280747" y="247204"/>
                  </a:lnTo>
                  <a:cubicBezTo>
                    <a:pt x="290934" y="266607"/>
                    <a:pt x="283471" y="290595"/>
                    <a:pt x="264074" y="300794"/>
                  </a:cubicBezTo>
                  <a:lnTo>
                    <a:pt x="176841" y="346643"/>
                  </a:lnTo>
                  <a:cubicBezTo>
                    <a:pt x="171140" y="349606"/>
                    <a:pt x="164808" y="351155"/>
                    <a:pt x="158382" y="351159"/>
                  </a:cubicBezTo>
                  <a:close/>
                  <a:moveTo>
                    <a:pt x="93280" y="102212"/>
                  </a:moveTo>
                  <a:lnTo>
                    <a:pt x="175055" y="258120"/>
                  </a:lnTo>
                  <a:lnTo>
                    <a:pt x="192025" y="249238"/>
                  </a:lnTo>
                  <a:lnTo>
                    <a:pt x="110250" y="93330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0F8095C-0381-B23C-7806-7969EC4EA957}"/>
                </a:ext>
              </a:extLst>
            </p:cNvPr>
            <p:cNvSpPr/>
            <p:nvPr/>
          </p:nvSpPr>
          <p:spPr>
            <a:xfrm>
              <a:off x="6767714" y="1531701"/>
              <a:ext cx="285617" cy="351228"/>
            </a:xfrm>
            <a:custGeom>
              <a:avLst/>
              <a:gdLst>
                <a:gd name="connsiteX0" fmla="*/ 126905 w 285617"/>
                <a:gd name="connsiteY0" fmla="*/ 351079 h 351228"/>
                <a:gd name="connsiteX1" fmla="*/ 108396 w 285617"/>
                <a:gd name="connsiteY1" fmla="*/ 346514 h 351228"/>
                <a:gd name="connsiteX2" fmla="*/ 21213 w 285617"/>
                <a:gd name="connsiteY2" fmla="*/ 300615 h 351228"/>
                <a:gd name="connsiteX3" fmla="*/ 4578 w 285617"/>
                <a:gd name="connsiteY3" fmla="*/ 246996 h 351228"/>
                <a:gd name="connsiteX4" fmla="*/ 4590 w 285617"/>
                <a:gd name="connsiteY4" fmla="*/ 246975 h 351228"/>
                <a:gd name="connsiteX5" fmla="*/ 123679 w 285617"/>
                <a:gd name="connsiteY5" fmla="*/ 21151 h 351228"/>
                <a:gd name="connsiteX6" fmla="*/ 177171 w 285617"/>
                <a:gd name="connsiteY6" fmla="*/ 4528 h 351228"/>
                <a:gd name="connsiteX7" fmla="*/ 264305 w 285617"/>
                <a:gd name="connsiteY7" fmla="*/ 50427 h 351228"/>
                <a:gd name="connsiteX8" fmla="*/ 281092 w 285617"/>
                <a:gd name="connsiteY8" fmla="*/ 103998 h 351228"/>
                <a:gd name="connsiteX9" fmla="*/ 280977 w 285617"/>
                <a:gd name="connsiteY9" fmla="*/ 104216 h 351228"/>
                <a:gd name="connsiteX10" fmla="*/ 161887 w 285617"/>
                <a:gd name="connsiteY10" fmla="*/ 330040 h 351228"/>
                <a:gd name="connsiteX11" fmla="*/ 126756 w 285617"/>
                <a:gd name="connsiteY11" fmla="*/ 351228 h 351228"/>
                <a:gd name="connsiteX12" fmla="*/ 93361 w 285617"/>
                <a:gd name="connsiteY12" fmla="*/ 248861 h 351228"/>
                <a:gd name="connsiteX13" fmla="*/ 110282 w 285617"/>
                <a:gd name="connsiteY13" fmla="*/ 257743 h 351228"/>
                <a:gd name="connsiteX14" fmla="*/ 192206 w 285617"/>
                <a:gd name="connsiteY14" fmla="*/ 102182 h 351228"/>
                <a:gd name="connsiteX15" fmla="*/ 175285 w 285617"/>
                <a:gd name="connsiteY15" fmla="*/ 93250 h 35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5617" h="351228">
                  <a:moveTo>
                    <a:pt x="126905" y="351079"/>
                  </a:moveTo>
                  <a:cubicBezTo>
                    <a:pt x="120456" y="351084"/>
                    <a:pt x="114103" y="349517"/>
                    <a:pt x="108396" y="346514"/>
                  </a:cubicBezTo>
                  <a:lnTo>
                    <a:pt x="21213" y="300615"/>
                  </a:lnTo>
                  <a:cubicBezTo>
                    <a:pt x="1813" y="290402"/>
                    <a:pt x="-5635" y="266396"/>
                    <a:pt x="4578" y="246996"/>
                  </a:cubicBezTo>
                  <a:cubicBezTo>
                    <a:pt x="4582" y="246989"/>
                    <a:pt x="4586" y="246982"/>
                    <a:pt x="4590" y="246975"/>
                  </a:cubicBezTo>
                  <a:lnTo>
                    <a:pt x="123679" y="21151"/>
                  </a:lnTo>
                  <a:cubicBezTo>
                    <a:pt x="133894" y="1830"/>
                    <a:pt x="157804" y="-5600"/>
                    <a:pt x="177171" y="4528"/>
                  </a:cubicBezTo>
                  <a:lnTo>
                    <a:pt x="264305" y="50427"/>
                  </a:lnTo>
                  <a:cubicBezTo>
                    <a:pt x="283734" y="60585"/>
                    <a:pt x="291250" y="84569"/>
                    <a:pt x="281092" y="103998"/>
                  </a:cubicBezTo>
                  <a:cubicBezTo>
                    <a:pt x="281054" y="104071"/>
                    <a:pt x="281016" y="104144"/>
                    <a:pt x="280977" y="104216"/>
                  </a:cubicBezTo>
                  <a:lnTo>
                    <a:pt x="161887" y="330040"/>
                  </a:lnTo>
                  <a:cubicBezTo>
                    <a:pt x="155017" y="343076"/>
                    <a:pt x="141491" y="351233"/>
                    <a:pt x="126756" y="351228"/>
                  </a:cubicBezTo>
                  <a:close/>
                  <a:moveTo>
                    <a:pt x="93361" y="248861"/>
                  </a:moveTo>
                  <a:lnTo>
                    <a:pt x="110282" y="257743"/>
                  </a:lnTo>
                  <a:lnTo>
                    <a:pt x="192206" y="102182"/>
                  </a:lnTo>
                  <a:lnTo>
                    <a:pt x="175285" y="9325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D4E11473-373C-6556-91CD-2BC77218A29B}"/>
              </a:ext>
            </a:extLst>
          </p:cNvPr>
          <p:cNvGrpSpPr/>
          <p:nvPr/>
        </p:nvGrpSpPr>
        <p:grpSpPr>
          <a:xfrm>
            <a:off x="8085148" y="1557120"/>
            <a:ext cx="823902" cy="559522"/>
            <a:chOff x="8085148" y="1557120"/>
            <a:chExt cx="823902" cy="559522"/>
          </a:xfrm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F44666E-E77D-8390-305A-9898F7F94826}"/>
                </a:ext>
              </a:extLst>
            </p:cNvPr>
            <p:cNvSpPr/>
            <p:nvPr/>
          </p:nvSpPr>
          <p:spPr>
            <a:xfrm>
              <a:off x="8184588" y="1557120"/>
              <a:ext cx="724462" cy="447975"/>
            </a:xfrm>
            <a:custGeom>
              <a:avLst/>
              <a:gdLst>
                <a:gd name="connsiteX0" fmla="*/ 684766 w 724462"/>
                <a:gd name="connsiteY0" fmla="*/ 447976 h 447975"/>
                <a:gd name="connsiteX1" fmla="*/ 596144 w 724462"/>
                <a:gd name="connsiteY1" fmla="*/ 447976 h 447975"/>
                <a:gd name="connsiteX2" fmla="*/ 556447 w 724462"/>
                <a:gd name="connsiteY2" fmla="*/ 408279 h 447975"/>
                <a:gd name="connsiteX3" fmla="*/ 596144 w 724462"/>
                <a:gd name="connsiteY3" fmla="*/ 368582 h 447975"/>
                <a:gd name="connsiteX4" fmla="*/ 645070 w 724462"/>
                <a:gd name="connsiteY4" fmla="*/ 368582 h 447975"/>
                <a:gd name="connsiteX5" fmla="*/ 645070 w 724462"/>
                <a:gd name="connsiteY5" fmla="*/ 79393 h 447975"/>
                <a:gd name="connsiteX6" fmla="*/ 79393 w 724462"/>
                <a:gd name="connsiteY6" fmla="*/ 79393 h 447975"/>
                <a:gd name="connsiteX7" fmla="*/ 79393 w 724462"/>
                <a:gd name="connsiteY7" fmla="*/ 136655 h 447975"/>
                <a:gd name="connsiteX8" fmla="*/ 39697 w 724462"/>
                <a:gd name="connsiteY8" fmla="*/ 176352 h 447975"/>
                <a:gd name="connsiteX9" fmla="*/ 0 w 724462"/>
                <a:gd name="connsiteY9" fmla="*/ 136655 h 447975"/>
                <a:gd name="connsiteX10" fmla="*/ 0 w 724462"/>
                <a:gd name="connsiteY10" fmla="*/ 39697 h 447975"/>
                <a:gd name="connsiteX11" fmla="*/ 39697 w 724462"/>
                <a:gd name="connsiteY11" fmla="*/ 0 h 447975"/>
                <a:gd name="connsiteX12" fmla="*/ 684766 w 724462"/>
                <a:gd name="connsiteY12" fmla="*/ 0 h 447975"/>
                <a:gd name="connsiteX13" fmla="*/ 724463 w 724462"/>
                <a:gd name="connsiteY13" fmla="*/ 39697 h 447975"/>
                <a:gd name="connsiteX14" fmla="*/ 724463 w 724462"/>
                <a:gd name="connsiteY14" fmla="*/ 408279 h 447975"/>
                <a:gd name="connsiteX15" fmla="*/ 684766 w 724462"/>
                <a:gd name="connsiteY15" fmla="*/ 447976 h 44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462" h="447975">
                  <a:moveTo>
                    <a:pt x="684766" y="447976"/>
                  </a:moveTo>
                  <a:lnTo>
                    <a:pt x="596144" y="447976"/>
                  </a:lnTo>
                  <a:cubicBezTo>
                    <a:pt x="574221" y="447976"/>
                    <a:pt x="556447" y="430201"/>
                    <a:pt x="556447" y="408279"/>
                  </a:cubicBezTo>
                  <a:cubicBezTo>
                    <a:pt x="556447" y="386357"/>
                    <a:pt x="574221" y="368582"/>
                    <a:pt x="596144" y="368582"/>
                  </a:cubicBezTo>
                  <a:lnTo>
                    <a:pt x="645070" y="368582"/>
                  </a:lnTo>
                  <a:lnTo>
                    <a:pt x="645070" y="79393"/>
                  </a:lnTo>
                  <a:lnTo>
                    <a:pt x="79393" y="79393"/>
                  </a:lnTo>
                  <a:lnTo>
                    <a:pt x="79393" y="136655"/>
                  </a:lnTo>
                  <a:cubicBezTo>
                    <a:pt x="79393" y="158579"/>
                    <a:pt x="61621" y="176352"/>
                    <a:pt x="39697" y="176352"/>
                  </a:cubicBezTo>
                  <a:cubicBezTo>
                    <a:pt x="17773" y="176352"/>
                    <a:pt x="0" y="158579"/>
                    <a:pt x="0" y="13665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84766" y="0"/>
                  </a:lnTo>
                  <a:cubicBezTo>
                    <a:pt x="706689" y="0"/>
                    <a:pt x="724463" y="17773"/>
                    <a:pt x="724463" y="39697"/>
                  </a:cubicBezTo>
                  <a:lnTo>
                    <a:pt x="724463" y="408279"/>
                  </a:lnTo>
                  <a:cubicBezTo>
                    <a:pt x="724463" y="430201"/>
                    <a:pt x="706689" y="447976"/>
                    <a:pt x="684766" y="4479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F37C9BB-D2C4-1936-BA32-864FB324880D}"/>
                </a:ext>
              </a:extLst>
            </p:cNvPr>
            <p:cNvSpPr/>
            <p:nvPr/>
          </p:nvSpPr>
          <p:spPr>
            <a:xfrm>
              <a:off x="8091204" y="1671605"/>
              <a:ext cx="207718" cy="212664"/>
            </a:xfrm>
            <a:custGeom>
              <a:avLst/>
              <a:gdLst>
                <a:gd name="connsiteX0" fmla="*/ 93384 w 207718"/>
                <a:gd name="connsiteY0" fmla="*/ 212664 h 212664"/>
                <a:gd name="connsiteX1" fmla="*/ 11658 w 207718"/>
                <a:gd name="connsiteY1" fmla="*/ 177682 h 212664"/>
                <a:gd name="connsiteX2" fmla="*/ 11609 w 207718"/>
                <a:gd name="connsiteY2" fmla="*/ 121511 h 212664"/>
                <a:gd name="connsiteX3" fmla="*/ 67779 w 207718"/>
                <a:gd name="connsiteY3" fmla="*/ 121461 h 212664"/>
                <a:gd name="connsiteX4" fmla="*/ 117400 w 207718"/>
                <a:gd name="connsiteY4" fmla="*/ 122305 h 212664"/>
                <a:gd name="connsiteX5" fmla="*/ 128267 w 207718"/>
                <a:gd name="connsiteY5" fmla="*/ 95559 h 212664"/>
                <a:gd name="connsiteX6" fmla="*/ 116507 w 207718"/>
                <a:gd name="connsiteY6" fmla="*/ 67821 h 212664"/>
                <a:gd name="connsiteX7" fmla="*/ 116532 w 207718"/>
                <a:gd name="connsiteY7" fmla="*/ 11626 h 212664"/>
                <a:gd name="connsiteX8" fmla="*/ 172727 w 207718"/>
                <a:gd name="connsiteY8" fmla="*/ 11651 h 212664"/>
                <a:gd name="connsiteX9" fmla="*/ 207710 w 207718"/>
                <a:gd name="connsiteY9" fmla="*/ 94914 h 212664"/>
                <a:gd name="connsiteX10" fmla="*/ 173571 w 207718"/>
                <a:gd name="connsiteY10" fmla="*/ 178476 h 212664"/>
                <a:gd name="connsiteX11" fmla="*/ 93384 w 207718"/>
                <a:gd name="connsiteY11" fmla="*/ 212664 h 21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718" h="212664">
                  <a:moveTo>
                    <a:pt x="93384" y="212664"/>
                  </a:moveTo>
                  <a:cubicBezTo>
                    <a:pt x="62563" y="212389"/>
                    <a:pt x="33133" y="199792"/>
                    <a:pt x="11658" y="177682"/>
                  </a:cubicBezTo>
                  <a:cubicBezTo>
                    <a:pt x="-3867" y="162184"/>
                    <a:pt x="-3889" y="137036"/>
                    <a:pt x="11609" y="121511"/>
                  </a:cubicBezTo>
                  <a:cubicBezTo>
                    <a:pt x="27106" y="105986"/>
                    <a:pt x="52254" y="105964"/>
                    <a:pt x="67779" y="121461"/>
                  </a:cubicBezTo>
                  <a:cubicBezTo>
                    <a:pt x="83162" y="136794"/>
                    <a:pt x="102514" y="137142"/>
                    <a:pt x="117400" y="122305"/>
                  </a:cubicBezTo>
                  <a:cubicBezTo>
                    <a:pt x="124507" y="115237"/>
                    <a:pt x="128431" y="105581"/>
                    <a:pt x="128267" y="95559"/>
                  </a:cubicBezTo>
                  <a:cubicBezTo>
                    <a:pt x="128144" y="85127"/>
                    <a:pt x="123920" y="75163"/>
                    <a:pt x="116507" y="67821"/>
                  </a:cubicBezTo>
                  <a:cubicBezTo>
                    <a:pt x="100996" y="52297"/>
                    <a:pt x="101007" y="27137"/>
                    <a:pt x="116532" y="11626"/>
                  </a:cubicBezTo>
                  <a:cubicBezTo>
                    <a:pt x="132056" y="-3885"/>
                    <a:pt x="157216" y="-3874"/>
                    <a:pt x="172727" y="11651"/>
                  </a:cubicBezTo>
                  <a:cubicBezTo>
                    <a:pt x="194909" y="33708"/>
                    <a:pt x="207481" y="63633"/>
                    <a:pt x="207710" y="94914"/>
                  </a:cubicBezTo>
                  <a:cubicBezTo>
                    <a:pt x="208100" y="126239"/>
                    <a:pt x="195783" y="156385"/>
                    <a:pt x="173571" y="178476"/>
                  </a:cubicBezTo>
                  <a:cubicBezTo>
                    <a:pt x="152491" y="200139"/>
                    <a:pt x="123609" y="212453"/>
                    <a:pt x="93384" y="2126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0BE0B2F-A346-C6B2-423E-E55A923253DB}"/>
                </a:ext>
              </a:extLst>
            </p:cNvPr>
            <p:cNvSpPr/>
            <p:nvPr/>
          </p:nvSpPr>
          <p:spPr>
            <a:xfrm>
              <a:off x="8584531" y="1674047"/>
              <a:ext cx="211585" cy="207692"/>
            </a:xfrm>
            <a:custGeom>
              <a:avLst/>
              <a:gdLst>
                <a:gd name="connsiteX0" fmla="*/ 116559 w 211585"/>
                <a:gd name="connsiteY0" fmla="*/ 207692 h 207692"/>
                <a:gd name="connsiteX1" fmla="*/ 34139 w 211585"/>
                <a:gd name="connsiteY1" fmla="*/ 173603 h 207692"/>
                <a:gd name="connsiteX2" fmla="*/ 0 w 211585"/>
                <a:gd name="connsiteY2" fmla="*/ 92473 h 207692"/>
                <a:gd name="connsiteX3" fmla="*/ 34735 w 211585"/>
                <a:gd name="connsiteY3" fmla="*/ 11641 h 207692"/>
                <a:gd name="connsiteX4" fmla="*/ 90881 w 211585"/>
                <a:gd name="connsiteY4" fmla="*/ 11616 h 207692"/>
                <a:gd name="connsiteX5" fmla="*/ 90905 w 211585"/>
                <a:gd name="connsiteY5" fmla="*/ 67762 h 207692"/>
                <a:gd name="connsiteX6" fmla="*/ 79145 w 211585"/>
                <a:gd name="connsiteY6" fmla="*/ 93118 h 207692"/>
                <a:gd name="connsiteX7" fmla="*/ 90012 w 211585"/>
                <a:gd name="connsiteY7" fmla="*/ 117432 h 207692"/>
                <a:gd name="connsiteX8" fmla="*/ 116460 w 211585"/>
                <a:gd name="connsiteY8" fmla="*/ 128299 h 207692"/>
                <a:gd name="connsiteX9" fmla="*/ 116758 w 211585"/>
                <a:gd name="connsiteY9" fmla="*/ 128299 h 207692"/>
                <a:gd name="connsiteX10" fmla="*/ 144545 w 211585"/>
                <a:gd name="connsiteY10" fmla="*/ 116588 h 207692"/>
                <a:gd name="connsiteX11" fmla="*/ 200666 w 211585"/>
                <a:gd name="connsiteY11" fmla="*/ 118026 h 207692"/>
                <a:gd name="connsiteX12" fmla="*/ 200666 w 211585"/>
                <a:gd name="connsiteY12" fmla="*/ 172709 h 207692"/>
                <a:gd name="connsiteX13" fmla="*/ 117403 w 211585"/>
                <a:gd name="connsiteY13" fmla="*/ 207692 h 207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585" h="207692">
                  <a:moveTo>
                    <a:pt x="116559" y="207692"/>
                  </a:moveTo>
                  <a:cubicBezTo>
                    <a:pt x="85636" y="207793"/>
                    <a:pt x="55958" y="195518"/>
                    <a:pt x="34139" y="173603"/>
                  </a:cubicBezTo>
                  <a:cubicBezTo>
                    <a:pt x="12257" y="152289"/>
                    <a:pt x="-59" y="123020"/>
                    <a:pt x="0" y="92473"/>
                  </a:cubicBezTo>
                  <a:cubicBezTo>
                    <a:pt x="496" y="62009"/>
                    <a:pt x="12976" y="32967"/>
                    <a:pt x="34735" y="11641"/>
                  </a:cubicBezTo>
                  <a:cubicBezTo>
                    <a:pt x="50231" y="-3870"/>
                    <a:pt x="75369" y="-3882"/>
                    <a:pt x="90881" y="11616"/>
                  </a:cubicBezTo>
                  <a:cubicBezTo>
                    <a:pt x="106392" y="27113"/>
                    <a:pt x="106402" y="52251"/>
                    <a:pt x="90905" y="67762"/>
                  </a:cubicBezTo>
                  <a:cubicBezTo>
                    <a:pt x="83785" y="74323"/>
                    <a:pt x="79552" y="83442"/>
                    <a:pt x="79145" y="93118"/>
                  </a:cubicBezTo>
                  <a:cubicBezTo>
                    <a:pt x="79294" y="102367"/>
                    <a:pt x="83219" y="111153"/>
                    <a:pt x="90012" y="117432"/>
                  </a:cubicBezTo>
                  <a:cubicBezTo>
                    <a:pt x="97009" y="124460"/>
                    <a:pt x="106541" y="128376"/>
                    <a:pt x="116460" y="128299"/>
                  </a:cubicBezTo>
                  <a:lnTo>
                    <a:pt x="116758" y="128299"/>
                  </a:lnTo>
                  <a:cubicBezTo>
                    <a:pt x="127208" y="128235"/>
                    <a:pt x="137202" y="124022"/>
                    <a:pt x="144545" y="116588"/>
                  </a:cubicBezTo>
                  <a:cubicBezTo>
                    <a:pt x="160439" y="101488"/>
                    <a:pt x="185567" y="102131"/>
                    <a:pt x="200666" y="118026"/>
                  </a:cubicBezTo>
                  <a:cubicBezTo>
                    <a:pt x="215225" y="133347"/>
                    <a:pt x="215225" y="157387"/>
                    <a:pt x="200666" y="172709"/>
                  </a:cubicBezTo>
                  <a:cubicBezTo>
                    <a:pt x="178635" y="194927"/>
                    <a:pt x="148694" y="207507"/>
                    <a:pt x="117403" y="2076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F60E3849-30A7-B662-6C74-AAD51303FDD8}"/>
                </a:ext>
              </a:extLst>
            </p:cNvPr>
            <p:cNvSpPr/>
            <p:nvPr/>
          </p:nvSpPr>
          <p:spPr>
            <a:xfrm>
              <a:off x="8589284" y="1899656"/>
              <a:ext cx="206928" cy="212620"/>
            </a:xfrm>
            <a:custGeom>
              <a:avLst/>
              <a:gdLst>
                <a:gd name="connsiteX0" fmla="*/ 63029 w 206928"/>
                <a:gd name="connsiteY0" fmla="*/ 212620 h 212620"/>
                <a:gd name="connsiteX1" fmla="*/ 34943 w 206928"/>
                <a:gd name="connsiteY1" fmla="*/ 201009 h 212620"/>
                <a:gd name="connsiteX2" fmla="*/ 34050 w 206928"/>
                <a:gd name="connsiteY2" fmla="*/ 34184 h 212620"/>
                <a:gd name="connsiteX3" fmla="*/ 196012 w 206928"/>
                <a:gd name="connsiteY3" fmla="*/ 35077 h 212620"/>
                <a:gd name="connsiteX4" fmla="*/ 194573 w 206928"/>
                <a:gd name="connsiteY4" fmla="*/ 91198 h 212620"/>
                <a:gd name="connsiteX5" fmla="*/ 139891 w 206928"/>
                <a:gd name="connsiteY5" fmla="*/ 91198 h 212620"/>
                <a:gd name="connsiteX6" fmla="*/ 90270 w 206928"/>
                <a:gd name="connsiteY6" fmla="*/ 90355 h 212620"/>
                <a:gd name="connsiteX7" fmla="*/ 91099 w 206928"/>
                <a:gd name="connsiteY7" fmla="*/ 144873 h 212620"/>
                <a:gd name="connsiteX8" fmla="*/ 91164 w 206928"/>
                <a:gd name="connsiteY8" fmla="*/ 144937 h 212620"/>
                <a:gd name="connsiteX9" fmla="*/ 90995 w 206928"/>
                <a:gd name="connsiteY9" fmla="*/ 201078 h 212620"/>
                <a:gd name="connsiteX10" fmla="*/ 63029 w 206928"/>
                <a:gd name="connsiteY10" fmla="*/ 212620 h 21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928" h="212620">
                  <a:moveTo>
                    <a:pt x="63029" y="212620"/>
                  </a:moveTo>
                  <a:cubicBezTo>
                    <a:pt x="52499" y="212630"/>
                    <a:pt x="42396" y="208452"/>
                    <a:pt x="34943" y="201009"/>
                  </a:cubicBezTo>
                  <a:cubicBezTo>
                    <a:pt x="-11298" y="155159"/>
                    <a:pt x="-11695" y="80530"/>
                    <a:pt x="34050" y="34184"/>
                  </a:cubicBezTo>
                  <a:cubicBezTo>
                    <a:pt x="79999" y="-11715"/>
                    <a:pt x="149617" y="-11368"/>
                    <a:pt x="196012" y="35077"/>
                  </a:cubicBezTo>
                  <a:cubicBezTo>
                    <a:pt x="211112" y="50971"/>
                    <a:pt x="210467" y="76099"/>
                    <a:pt x="194573" y="91198"/>
                  </a:cubicBezTo>
                  <a:cubicBezTo>
                    <a:pt x="179255" y="105757"/>
                    <a:pt x="155214" y="105757"/>
                    <a:pt x="139891" y="91198"/>
                  </a:cubicBezTo>
                  <a:cubicBezTo>
                    <a:pt x="124558" y="75865"/>
                    <a:pt x="105157" y="75518"/>
                    <a:pt x="90270" y="90355"/>
                  </a:cubicBezTo>
                  <a:cubicBezTo>
                    <a:pt x="75444" y="105638"/>
                    <a:pt x="75816" y="130046"/>
                    <a:pt x="91099" y="144873"/>
                  </a:cubicBezTo>
                  <a:cubicBezTo>
                    <a:pt x="91119" y="144893"/>
                    <a:pt x="91144" y="144918"/>
                    <a:pt x="91164" y="144937"/>
                  </a:cubicBezTo>
                  <a:cubicBezTo>
                    <a:pt x="106621" y="160484"/>
                    <a:pt x="106546" y="185621"/>
                    <a:pt x="90995" y="201078"/>
                  </a:cubicBezTo>
                  <a:cubicBezTo>
                    <a:pt x="83562" y="208467"/>
                    <a:pt x="73509" y="212615"/>
                    <a:pt x="63029" y="212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53EC8C2-F16A-70A3-24C7-8092659C62C5}"/>
                </a:ext>
              </a:extLst>
            </p:cNvPr>
            <p:cNvSpPr/>
            <p:nvPr/>
          </p:nvSpPr>
          <p:spPr>
            <a:xfrm>
              <a:off x="8091197" y="1902076"/>
              <a:ext cx="212649" cy="207619"/>
            </a:xfrm>
            <a:custGeom>
              <a:avLst/>
              <a:gdLst>
                <a:gd name="connsiteX0" fmla="*/ 149512 w 212649"/>
                <a:gd name="connsiteY0" fmla="*/ 207620 h 207619"/>
                <a:gd name="connsiteX1" fmla="*/ 109834 w 212649"/>
                <a:gd name="connsiteY1" fmla="*/ 167903 h 207619"/>
                <a:gd name="connsiteX2" fmla="*/ 121427 w 212649"/>
                <a:gd name="connsiteY2" fmla="*/ 139888 h 207619"/>
                <a:gd name="connsiteX3" fmla="*/ 122320 w 212649"/>
                <a:gd name="connsiteY3" fmla="*/ 90267 h 207619"/>
                <a:gd name="connsiteX4" fmla="*/ 67737 w 212649"/>
                <a:gd name="connsiteY4" fmla="*/ 91160 h 207619"/>
                <a:gd name="connsiteX5" fmla="*/ 11591 w 212649"/>
                <a:gd name="connsiteY5" fmla="*/ 91086 h 207619"/>
                <a:gd name="connsiteX6" fmla="*/ 11665 w 212649"/>
                <a:gd name="connsiteY6" fmla="*/ 34940 h 207619"/>
                <a:gd name="connsiteX7" fmla="*/ 178441 w 212649"/>
                <a:gd name="connsiteY7" fmla="*/ 34047 h 207619"/>
                <a:gd name="connsiteX8" fmla="*/ 177597 w 212649"/>
                <a:gd name="connsiteY8" fmla="*/ 196009 h 207619"/>
                <a:gd name="connsiteX9" fmla="*/ 149512 w 212649"/>
                <a:gd name="connsiteY9" fmla="*/ 207620 h 20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649" h="207619">
                  <a:moveTo>
                    <a:pt x="149512" y="207620"/>
                  </a:moveTo>
                  <a:cubicBezTo>
                    <a:pt x="127588" y="207610"/>
                    <a:pt x="109824" y="189831"/>
                    <a:pt x="109834" y="167903"/>
                  </a:cubicBezTo>
                  <a:cubicBezTo>
                    <a:pt x="109839" y="157399"/>
                    <a:pt x="114007" y="147326"/>
                    <a:pt x="121427" y="139888"/>
                  </a:cubicBezTo>
                  <a:cubicBezTo>
                    <a:pt x="136809" y="124505"/>
                    <a:pt x="137156" y="105153"/>
                    <a:pt x="122320" y="90267"/>
                  </a:cubicBezTo>
                  <a:cubicBezTo>
                    <a:pt x="107000" y="75445"/>
                    <a:pt x="82564" y="75842"/>
                    <a:pt x="67737" y="91160"/>
                  </a:cubicBezTo>
                  <a:cubicBezTo>
                    <a:pt x="52212" y="106642"/>
                    <a:pt x="27075" y="106612"/>
                    <a:pt x="11591" y="91086"/>
                  </a:cubicBezTo>
                  <a:cubicBezTo>
                    <a:pt x="-3893" y="75559"/>
                    <a:pt x="-3859" y="50421"/>
                    <a:pt x="11665" y="34940"/>
                  </a:cubicBezTo>
                  <a:cubicBezTo>
                    <a:pt x="57500" y="-11296"/>
                    <a:pt x="132114" y="-11695"/>
                    <a:pt x="178441" y="34047"/>
                  </a:cubicBezTo>
                  <a:cubicBezTo>
                    <a:pt x="224390" y="79946"/>
                    <a:pt x="223993" y="149613"/>
                    <a:pt x="177597" y="196009"/>
                  </a:cubicBezTo>
                  <a:cubicBezTo>
                    <a:pt x="170146" y="203452"/>
                    <a:pt x="160043" y="207630"/>
                    <a:pt x="149512" y="2076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B2D4BAC-E12B-7646-68D6-F2C021000045}"/>
                </a:ext>
              </a:extLst>
            </p:cNvPr>
            <p:cNvSpPr/>
            <p:nvPr/>
          </p:nvSpPr>
          <p:spPr>
            <a:xfrm>
              <a:off x="8085148" y="1668667"/>
              <a:ext cx="724462" cy="447975"/>
            </a:xfrm>
            <a:custGeom>
              <a:avLst/>
              <a:gdLst>
                <a:gd name="connsiteX0" fmla="*/ 684766 w 724462"/>
                <a:gd name="connsiteY0" fmla="*/ 447976 h 447975"/>
                <a:gd name="connsiteX1" fmla="*/ 39697 w 724462"/>
                <a:gd name="connsiteY1" fmla="*/ 447976 h 447975"/>
                <a:gd name="connsiteX2" fmla="*/ 0 w 724462"/>
                <a:gd name="connsiteY2" fmla="*/ 408279 h 447975"/>
                <a:gd name="connsiteX3" fmla="*/ 0 w 724462"/>
                <a:gd name="connsiteY3" fmla="*/ 39697 h 447975"/>
                <a:gd name="connsiteX4" fmla="*/ 39697 w 724462"/>
                <a:gd name="connsiteY4" fmla="*/ 0 h 447975"/>
                <a:gd name="connsiteX5" fmla="*/ 684766 w 724462"/>
                <a:gd name="connsiteY5" fmla="*/ 0 h 447975"/>
                <a:gd name="connsiteX6" fmla="*/ 724463 w 724462"/>
                <a:gd name="connsiteY6" fmla="*/ 39697 h 447975"/>
                <a:gd name="connsiteX7" fmla="*/ 724463 w 724462"/>
                <a:gd name="connsiteY7" fmla="*/ 408279 h 447975"/>
                <a:gd name="connsiteX8" fmla="*/ 684766 w 724462"/>
                <a:gd name="connsiteY8" fmla="*/ 447976 h 447975"/>
                <a:gd name="connsiteX9" fmla="*/ 79393 w 724462"/>
                <a:gd name="connsiteY9" fmla="*/ 368582 h 447975"/>
                <a:gd name="connsiteX10" fmla="*/ 645070 w 724462"/>
                <a:gd name="connsiteY10" fmla="*/ 368582 h 447975"/>
                <a:gd name="connsiteX11" fmla="*/ 645070 w 724462"/>
                <a:gd name="connsiteY11" fmla="*/ 79393 h 447975"/>
                <a:gd name="connsiteX12" fmla="*/ 79393 w 724462"/>
                <a:gd name="connsiteY12" fmla="*/ 79393 h 44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4462" h="447975">
                  <a:moveTo>
                    <a:pt x="684766" y="447976"/>
                  </a:moveTo>
                  <a:lnTo>
                    <a:pt x="39697" y="447976"/>
                  </a:lnTo>
                  <a:cubicBezTo>
                    <a:pt x="17773" y="447976"/>
                    <a:pt x="0" y="430201"/>
                    <a:pt x="0" y="4082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684766" y="0"/>
                  </a:lnTo>
                  <a:cubicBezTo>
                    <a:pt x="706689" y="0"/>
                    <a:pt x="724463" y="17773"/>
                    <a:pt x="724463" y="39697"/>
                  </a:cubicBezTo>
                  <a:lnTo>
                    <a:pt x="724463" y="408279"/>
                  </a:lnTo>
                  <a:cubicBezTo>
                    <a:pt x="724463" y="430201"/>
                    <a:pt x="706689" y="447976"/>
                    <a:pt x="684766" y="447976"/>
                  </a:cubicBezTo>
                  <a:close/>
                  <a:moveTo>
                    <a:pt x="79393" y="368582"/>
                  </a:moveTo>
                  <a:lnTo>
                    <a:pt x="645070" y="368582"/>
                  </a:lnTo>
                  <a:lnTo>
                    <a:pt x="64507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71E1F918-4588-C531-4B7A-2E71E9CCE28E}"/>
              </a:ext>
            </a:extLst>
          </p:cNvPr>
          <p:cNvGrpSpPr/>
          <p:nvPr/>
        </p:nvGrpSpPr>
        <p:grpSpPr>
          <a:xfrm>
            <a:off x="9411636" y="1425030"/>
            <a:ext cx="805940" cy="823703"/>
            <a:chOff x="9411636" y="1425030"/>
            <a:chExt cx="805940" cy="823703"/>
          </a:xfrm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32FC389E-B280-9EBF-29CE-553AA45C34AB}"/>
                </a:ext>
              </a:extLst>
            </p:cNvPr>
            <p:cNvSpPr/>
            <p:nvPr/>
          </p:nvSpPr>
          <p:spPr>
            <a:xfrm>
              <a:off x="9469394" y="1859211"/>
              <a:ext cx="79393" cy="363421"/>
            </a:xfrm>
            <a:custGeom>
              <a:avLst/>
              <a:gdLst>
                <a:gd name="connsiteX0" fmla="*/ 39697 w 79393"/>
                <a:gd name="connsiteY0" fmla="*/ 363422 h 363421"/>
                <a:gd name="connsiteX1" fmla="*/ 0 w 79393"/>
                <a:gd name="connsiteY1" fmla="*/ 323725 h 363421"/>
                <a:gd name="connsiteX2" fmla="*/ 0 w 79393"/>
                <a:gd name="connsiteY2" fmla="*/ 39697 h 363421"/>
                <a:gd name="connsiteX3" fmla="*/ 39697 w 79393"/>
                <a:gd name="connsiteY3" fmla="*/ 0 h 363421"/>
                <a:gd name="connsiteX4" fmla="*/ 79393 w 79393"/>
                <a:gd name="connsiteY4" fmla="*/ 39697 h 363421"/>
                <a:gd name="connsiteX5" fmla="*/ 79393 w 79393"/>
                <a:gd name="connsiteY5" fmla="*/ 323626 h 363421"/>
                <a:gd name="connsiteX6" fmla="*/ 39796 w 79393"/>
                <a:gd name="connsiteY6" fmla="*/ 363422 h 363421"/>
                <a:gd name="connsiteX7" fmla="*/ 39697 w 79393"/>
                <a:gd name="connsiteY7" fmla="*/ 363422 h 36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363421">
                  <a:moveTo>
                    <a:pt x="39697" y="363422"/>
                  </a:moveTo>
                  <a:cubicBezTo>
                    <a:pt x="17773" y="363422"/>
                    <a:pt x="0" y="345648"/>
                    <a:pt x="0" y="32372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23626"/>
                  </a:lnTo>
                  <a:cubicBezTo>
                    <a:pt x="79448" y="345549"/>
                    <a:pt x="61720" y="363367"/>
                    <a:pt x="39796" y="363422"/>
                  </a:cubicBezTo>
                  <a:cubicBezTo>
                    <a:pt x="39763" y="363422"/>
                    <a:pt x="39730" y="363422"/>
                    <a:pt x="39697" y="3634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74FE71D-B15D-87D9-94EE-9B990F86DEAA}"/>
                </a:ext>
              </a:extLst>
            </p:cNvPr>
            <p:cNvSpPr/>
            <p:nvPr/>
          </p:nvSpPr>
          <p:spPr>
            <a:xfrm>
              <a:off x="9767466" y="1425030"/>
              <a:ext cx="79393" cy="291720"/>
            </a:xfrm>
            <a:custGeom>
              <a:avLst/>
              <a:gdLst>
                <a:gd name="connsiteX0" fmla="*/ 39697 w 79393"/>
                <a:gd name="connsiteY0" fmla="*/ 291720 h 291720"/>
                <a:gd name="connsiteX1" fmla="*/ 0 w 79393"/>
                <a:gd name="connsiteY1" fmla="*/ 252023 h 291720"/>
                <a:gd name="connsiteX2" fmla="*/ 0 w 79393"/>
                <a:gd name="connsiteY2" fmla="*/ 39697 h 291720"/>
                <a:gd name="connsiteX3" fmla="*/ 39697 w 79393"/>
                <a:gd name="connsiteY3" fmla="*/ 0 h 291720"/>
                <a:gd name="connsiteX4" fmla="*/ 79393 w 79393"/>
                <a:gd name="connsiteY4" fmla="*/ 39697 h 291720"/>
                <a:gd name="connsiteX5" fmla="*/ 79393 w 79393"/>
                <a:gd name="connsiteY5" fmla="*/ 252023 h 291720"/>
                <a:gd name="connsiteX6" fmla="*/ 39697 w 79393"/>
                <a:gd name="connsiteY6" fmla="*/ 291720 h 29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91720">
                  <a:moveTo>
                    <a:pt x="39697" y="291720"/>
                  </a:moveTo>
                  <a:cubicBezTo>
                    <a:pt x="17773" y="291720"/>
                    <a:pt x="0" y="273947"/>
                    <a:pt x="0" y="2520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52023"/>
                  </a:lnTo>
                  <a:cubicBezTo>
                    <a:pt x="79393" y="273947"/>
                    <a:pt x="61621" y="291720"/>
                    <a:pt x="39697" y="2917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E9C5653-A038-C58C-AC97-8E1ED81C2937}"/>
                </a:ext>
              </a:extLst>
            </p:cNvPr>
            <p:cNvSpPr/>
            <p:nvPr/>
          </p:nvSpPr>
          <p:spPr>
            <a:xfrm>
              <a:off x="9769203" y="1425030"/>
              <a:ext cx="253810" cy="191039"/>
            </a:xfrm>
            <a:custGeom>
              <a:avLst/>
              <a:gdLst>
                <a:gd name="connsiteX0" fmla="*/ 214114 w 253810"/>
                <a:gd name="connsiteY0" fmla="*/ 191040 h 191039"/>
                <a:gd name="connsiteX1" fmla="*/ 39697 w 253810"/>
                <a:gd name="connsiteY1" fmla="*/ 191040 h 191039"/>
                <a:gd name="connsiteX2" fmla="*/ 0 w 253810"/>
                <a:gd name="connsiteY2" fmla="*/ 151343 h 191039"/>
                <a:gd name="connsiteX3" fmla="*/ 0 w 253810"/>
                <a:gd name="connsiteY3" fmla="*/ 39697 h 191039"/>
                <a:gd name="connsiteX4" fmla="*/ 39697 w 253810"/>
                <a:gd name="connsiteY4" fmla="*/ 0 h 191039"/>
                <a:gd name="connsiteX5" fmla="*/ 214114 w 253810"/>
                <a:gd name="connsiteY5" fmla="*/ 0 h 191039"/>
                <a:gd name="connsiteX6" fmla="*/ 253810 w 253810"/>
                <a:gd name="connsiteY6" fmla="*/ 39697 h 191039"/>
                <a:gd name="connsiteX7" fmla="*/ 253810 w 253810"/>
                <a:gd name="connsiteY7" fmla="*/ 151343 h 191039"/>
                <a:gd name="connsiteX8" fmla="*/ 214114 w 253810"/>
                <a:gd name="connsiteY8" fmla="*/ 191040 h 191039"/>
                <a:gd name="connsiteX9" fmla="*/ 79393 w 253810"/>
                <a:gd name="connsiteY9" fmla="*/ 111647 h 191039"/>
                <a:gd name="connsiteX10" fmla="*/ 174417 w 253810"/>
                <a:gd name="connsiteY10" fmla="*/ 111647 h 191039"/>
                <a:gd name="connsiteX11" fmla="*/ 174417 w 253810"/>
                <a:gd name="connsiteY11" fmla="*/ 79393 h 191039"/>
                <a:gd name="connsiteX12" fmla="*/ 79393 w 253810"/>
                <a:gd name="connsiteY12" fmla="*/ 79393 h 191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810" h="191039">
                  <a:moveTo>
                    <a:pt x="214114" y="191040"/>
                  </a:moveTo>
                  <a:lnTo>
                    <a:pt x="39697" y="191040"/>
                  </a:lnTo>
                  <a:cubicBezTo>
                    <a:pt x="17773" y="191040"/>
                    <a:pt x="0" y="173267"/>
                    <a:pt x="0" y="15134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14114" y="0"/>
                  </a:lnTo>
                  <a:cubicBezTo>
                    <a:pt x="236036" y="0"/>
                    <a:pt x="253810" y="17773"/>
                    <a:pt x="253810" y="39697"/>
                  </a:cubicBezTo>
                  <a:lnTo>
                    <a:pt x="253810" y="151343"/>
                  </a:lnTo>
                  <a:cubicBezTo>
                    <a:pt x="253810" y="173267"/>
                    <a:pt x="236036" y="191040"/>
                    <a:pt x="214114" y="191040"/>
                  </a:cubicBezTo>
                  <a:close/>
                  <a:moveTo>
                    <a:pt x="79393" y="111647"/>
                  </a:moveTo>
                  <a:lnTo>
                    <a:pt x="174417" y="111647"/>
                  </a:lnTo>
                  <a:lnTo>
                    <a:pt x="17441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5D8BF26C-40DD-8652-A415-70C2A877AF1B}"/>
                </a:ext>
              </a:extLst>
            </p:cNvPr>
            <p:cNvSpPr/>
            <p:nvPr/>
          </p:nvSpPr>
          <p:spPr>
            <a:xfrm>
              <a:off x="9411636" y="1666778"/>
              <a:ext cx="805940" cy="162664"/>
            </a:xfrm>
            <a:custGeom>
              <a:avLst/>
              <a:gdLst>
                <a:gd name="connsiteX0" fmla="*/ 766244 w 805940"/>
                <a:gd name="connsiteY0" fmla="*/ 162661 h 162664"/>
                <a:gd name="connsiteX1" fmla="*/ 530892 w 805940"/>
                <a:gd name="connsiteY1" fmla="*/ 162661 h 162664"/>
                <a:gd name="connsiteX2" fmla="*/ 510052 w 805940"/>
                <a:gd name="connsiteY2" fmla="*/ 156756 h 162664"/>
                <a:gd name="connsiteX3" fmla="*/ 395130 w 805940"/>
                <a:gd name="connsiteY3" fmla="*/ 86146 h 162664"/>
                <a:gd name="connsiteX4" fmla="*/ 276437 w 805940"/>
                <a:gd name="connsiteY4" fmla="*/ 157202 h 162664"/>
                <a:gd name="connsiteX5" fmla="*/ 255894 w 805940"/>
                <a:gd name="connsiteY5" fmla="*/ 162661 h 162664"/>
                <a:gd name="connsiteX6" fmla="*/ 39697 w 805940"/>
                <a:gd name="connsiteY6" fmla="*/ 162661 h 162664"/>
                <a:gd name="connsiteX7" fmla="*/ 0 w 805940"/>
                <a:gd name="connsiteY7" fmla="*/ 122964 h 162664"/>
                <a:gd name="connsiteX8" fmla="*/ 39697 w 805940"/>
                <a:gd name="connsiteY8" fmla="*/ 83268 h 162664"/>
                <a:gd name="connsiteX9" fmla="*/ 244928 w 805940"/>
                <a:gd name="connsiteY9" fmla="*/ 83268 h 162664"/>
                <a:gd name="connsiteX10" fmla="*/ 375083 w 805940"/>
                <a:gd name="connsiteY10" fmla="*/ 5611 h 162664"/>
                <a:gd name="connsiteX11" fmla="*/ 416268 w 805940"/>
                <a:gd name="connsiteY11" fmla="*/ 5909 h 162664"/>
                <a:gd name="connsiteX12" fmla="*/ 542156 w 805940"/>
                <a:gd name="connsiteY12" fmla="*/ 83268 h 162664"/>
                <a:gd name="connsiteX13" fmla="*/ 766244 w 805940"/>
                <a:gd name="connsiteY13" fmla="*/ 83268 h 162664"/>
                <a:gd name="connsiteX14" fmla="*/ 805940 w 805940"/>
                <a:gd name="connsiteY14" fmla="*/ 122964 h 162664"/>
                <a:gd name="connsiteX15" fmla="*/ 766244 w 805940"/>
                <a:gd name="connsiteY15" fmla="*/ 162661 h 16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5940" h="162664">
                  <a:moveTo>
                    <a:pt x="766244" y="162661"/>
                  </a:moveTo>
                  <a:lnTo>
                    <a:pt x="530892" y="162661"/>
                  </a:lnTo>
                  <a:cubicBezTo>
                    <a:pt x="523539" y="162634"/>
                    <a:pt x="516329" y="160592"/>
                    <a:pt x="510052" y="156756"/>
                  </a:cubicBezTo>
                  <a:lnTo>
                    <a:pt x="395130" y="86146"/>
                  </a:lnTo>
                  <a:lnTo>
                    <a:pt x="276437" y="157202"/>
                  </a:lnTo>
                  <a:cubicBezTo>
                    <a:pt x="270221" y="160874"/>
                    <a:pt x="263113" y="162763"/>
                    <a:pt x="255894" y="162661"/>
                  </a:cubicBezTo>
                  <a:lnTo>
                    <a:pt x="39697" y="162661"/>
                  </a:lnTo>
                  <a:cubicBezTo>
                    <a:pt x="17773" y="162661"/>
                    <a:pt x="0" y="144888"/>
                    <a:pt x="0" y="122964"/>
                  </a:cubicBezTo>
                  <a:cubicBezTo>
                    <a:pt x="0" y="101040"/>
                    <a:pt x="17773" y="83268"/>
                    <a:pt x="39697" y="83268"/>
                  </a:cubicBezTo>
                  <a:lnTo>
                    <a:pt x="244928" y="83268"/>
                  </a:lnTo>
                  <a:lnTo>
                    <a:pt x="375083" y="5611"/>
                  </a:lnTo>
                  <a:cubicBezTo>
                    <a:pt x="387794" y="-1976"/>
                    <a:pt x="403669" y="-1861"/>
                    <a:pt x="416268" y="5909"/>
                  </a:cubicBezTo>
                  <a:lnTo>
                    <a:pt x="542156" y="83268"/>
                  </a:lnTo>
                  <a:lnTo>
                    <a:pt x="766244" y="83268"/>
                  </a:lnTo>
                  <a:cubicBezTo>
                    <a:pt x="788166" y="83268"/>
                    <a:pt x="805940" y="101040"/>
                    <a:pt x="805940" y="122964"/>
                  </a:cubicBezTo>
                  <a:cubicBezTo>
                    <a:pt x="805940" y="144888"/>
                    <a:pt x="788166" y="162661"/>
                    <a:pt x="766244" y="1626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87DD423-D16D-D34E-14DA-3CA818A53EDF}"/>
                </a:ext>
              </a:extLst>
            </p:cNvPr>
            <p:cNvSpPr/>
            <p:nvPr/>
          </p:nvSpPr>
          <p:spPr>
            <a:xfrm>
              <a:off x="9411636" y="1854844"/>
              <a:ext cx="805940" cy="79393"/>
            </a:xfrm>
            <a:custGeom>
              <a:avLst/>
              <a:gdLst>
                <a:gd name="connsiteX0" fmla="*/ 766244 w 805940"/>
                <a:gd name="connsiteY0" fmla="*/ 79393 h 79393"/>
                <a:gd name="connsiteX1" fmla="*/ 39697 w 805940"/>
                <a:gd name="connsiteY1" fmla="*/ 79393 h 79393"/>
                <a:gd name="connsiteX2" fmla="*/ 0 w 805940"/>
                <a:gd name="connsiteY2" fmla="*/ 39697 h 79393"/>
                <a:gd name="connsiteX3" fmla="*/ 39697 w 805940"/>
                <a:gd name="connsiteY3" fmla="*/ 0 h 79393"/>
                <a:gd name="connsiteX4" fmla="*/ 766244 w 805940"/>
                <a:gd name="connsiteY4" fmla="*/ 0 h 79393"/>
                <a:gd name="connsiteX5" fmla="*/ 805940 w 805940"/>
                <a:gd name="connsiteY5" fmla="*/ 39697 h 79393"/>
                <a:gd name="connsiteX6" fmla="*/ 766244 w 80594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5940" h="79393">
                  <a:moveTo>
                    <a:pt x="76624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66244" y="0"/>
                  </a:lnTo>
                  <a:cubicBezTo>
                    <a:pt x="788166" y="0"/>
                    <a:pt x="805940" y="17773"/>
                    <a:pt x="805940" y="39697"/>
                  </a:cubicBezTo>
                  <a:cubicBezTo>
                    <a:pt x="805940" y="61619"/>
                    <a:pt x="788166" y="79393"/>
                    <a:pt x="76624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C1FBBEAC-93F9-31DF-A39A-6F70581D74A2}"/>
                </a:ext>
              </a:extLst>
            </p:cNvPr>
            <p:cNvSpPr/>
            <p:nvPr/>
          </p:nvSpPr>
          <p:spPr>
            <a:xfrm>
              <a:off x="9411636" y="2169340"/>
              <a:ext cx="805940" cy="79393"/>
            </a:xfrm>
            <a:custGeom>
              <a:avLst/>
              <a:gdLst>
                <a:gd name="connsiteX0" fmla="*/ 766244 w 805940"/>
                <a:gd name="connsiteY0" fmla="*/ 79393 h 79393"/>
                <a:gd name="connsiteX1" fmla="*/ 39697 w 805940"/>
                <a:gd name="connsiteY1" fmla="*/ 79393 h 79393"/>
                <a:gd name="connsiteX2" fmla="*/ 0 w 805940"/>
                <a:gd name="connsiteY2" fmla="*/ 39697 h 79393"/>
                <a:gd name="connsiteX3" fmla="*/ 39697 w 805940"/>
                <a:gd name="connsiteY3" fmla="*/ 0 h 79393"/>
                <a:gd name="connsiteX4" fmla="*/ 766244 w 805940"/>
                <a:gd name="connsiteY4" fmla="*/ 0 h 79393"/>
                <a:gd name="connsiteX5" fmla="*/ 805940 w 805940"/>
                <a:gd name="connsiteY5" fmla="*/ 39697 h 79393"/>
                <a:gd name="connsiteX6" fmla="*/ 766244 w 80594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5940" h="79393">
                  <a:moveTo>
                    <a:pt x="766244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66244" y="0"/>
                  </a:lnTo>
                  <a:cubicBezTo>
                    <a:pt x="788166" y="0"/>
                    <a:pt x="805940" y="17774"/>
                    <a:pt x="805940" y="39697"/>
                  </a:cubicBezTo>
                  <a:cubicBezTo>
                    <a:pt x="805940" y="61619"/>
                    <a:pt x="788166" y="79393"/>
                    <a:pt x="76624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971912B-B299-B80E-6D0D-00E4E7240306}"/>
                </a:ext>
              </a:extLst>
            </p:cNvPr>
            <p:cNvSpPr/>
            <p:nvPr/>
          </p:nvSpPr>
          <p:spPr>
            <a:xfrm>
              <a:off x="10091639" y="1854844"/>
              <a:ext cx="79393" cy="376521"/>
            </a:xfrm>
            <a:custGeom>
              <a:avLst/>
              <a:gdLst>
                <a:gd name="connsiteX0" fmla="*/ 39697 w 79393"/>
                <a:gd name="connsiteY0" fmla="*/ 376522 h 376521"/>
                <a:gd name="connsiteX1" fmla="*/ 0 w 79393"/>
                <a:gd name="connsiteY1" fmla="*/ 336825 h 376521"/>
                <a:gd name="connsiteX2" fmla="*/ 0 w 79393"/>
                <a:gd name="connsiteY2" fmla="*/ 39697 h 376521"/>
                <a:gd name="connsiteX3" fmla="*/ 39697 w 79393"/>
                <a:gd name="connsiteY3" fmla="*/ 0 h 376521"/>
                <a:gd name="connsiteX4" fmla="*/ 79393 w 79393"/>
                <a:gd name="connsiteY4" fmla="*/ 39697 h 376521"/>
                <a:gd name="connsiteX5" fmla="*/ 79393 w 79393"/>
                <a:gd name="connsiteY5" fmla="*/ 336825 h 376521"/>
                <a:gd name="connsiteX6" fmla="*/ 39697 w 79393"/>
                <a:gd name="connsiteY6" fmla="*/ 376522 h 3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76521">
                  <a:moveTo>
                    <a:pt x="39697" y="376522"/>
                  </a:moveTo>
                  <a:cubicBezTo>
                    <a:pt x="17774" y="376522"/>
                    <a:pt x="0" y="358748"/>
                    <a:pt x="0" y="336825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36825"/>
                  </a:lnTo>
                  <a:cubicBezTo>
                    <a:pt x="79393" y="358748"/>
                    <a:pt x="61619" y="376522"/>
                    <a:pt x="39697" y="3765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089A711-5266-6BC0-6EBF-C1286A20E0B1}"/>
                </a:ext>
              </a:extLst>
            </p:cNvPr>
            <p:cNvSpPr/>
            <p:nvPr/>
          </p:nvSpPr>
          <p:spPr>
            <a:xfrm>
              <a:off x="9968675" y="1956567"/>
              <a:ext cx="79399" cy="81774"/>
            </a:xfrm>
            <a:custGeom>
              <a:avLst/>
              <a:gdLst>
                <a:gd name="connsiteX0" fmla="*/ 39700 w 79399"/>
                <a:gd name="connsiteY0" fmla="*/ 81626 h 81774"/>
                <a:gd name="connsiteX1" fmla="*/ 3 w 79399"/>
                <a:gd name="connsiteY1" fmla="*/ 42475 h 81774"/>
                <a:gd name="connsiteX2" fmla="*/ 3 w 79399"/>
                <a:gd name="connsiteY2" fmla="*/ 40193 h 81774"/>
                <a:gd name="connsiteX3" fmla="*/ 39199 w 79399"/>
                <a:gd name="connsiteY3" fmla="*/ 0 h 81774"/>
                <a:gd name="connsiteX4" fmla="*/ 39204 w 79399"/>
                <a:gd name="connsiteY4" fmla="*/ 0 h 81774"/>
                <a:gd name="connsiteX5" fmla="*/ 39700 w 79399"/>
                <a:gd name="connsiteY5" fmla="*/ 0 h 81774"/>
                <a:gd name="connsiteX6" fmla="*/ 79396 w 79399"/>
                <a:gd name="connsiteY6" fmla="*/ 39200 h 81774"/>
                <a:gd name="connsiteX7" fmla="*/ 79396 w 79399"/>
                <a:gd name="connsiteY7" fmla="*/ 41582 h 81774"/>
                <a:gd name="connsiteX8" fmla="*/ 40201 w 79399"/>
                <a:gd name="connsiteY8" fmla="*/ 81775 h 81774"/>
                <a:gd name="connsiteX9" fmla="*/ 40196 w 79399"/>
                <a:gd name="connsiteY9" fmla="*/ 81775 h 8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399" h="81774">
                  <a:moveTo>
                    <a:pt x="39700" y="81626"/>
                  </a:moveTo>
                  <a:cubicBezTo>
                    <a:pt x="17986" y="81626"/>
                    <a:pt x="301" y="64184"/>
                    <a:pt x="3" y="42475"/>
                  </a:cubicBezTo>
                  <a:lnTo>
                    <a:pt x="3" y="40193"/>
                  </a:lnTo>
                  <a:cubicBezTo>
                    <a:pt x="-275" y="18270"/>
                    <a:pt x="17276" y="278"/>
                    <a:pt x="39199" y="0"/>
                  </a:cubicBezTo>
                  <a:cubicBezTo>
                    <a:pt x="39199" y="0"/>
                    <a:pt x="39204" y="0"/>
                    <a:pt x="39204" y="0"/>
                  </a:cubicBezTo>
                  <a:lnTo>
                    <a:pt x="39700" y="0"/>
                  </a:lnTo>
                  <a:cubicBezTo>
                    <a:pt x="61434" y="0"/>
                    <a:pt x="79123" y="17471"/>
                    <a:pt x="79396" y="39200"/>
                  </a:cubicBezTo>
                  <a:lnTo>
                    <a:pt x="79396" y="41582"/>
                  </a:lnTo>
                  <a:cubicBezTo>
                    <a:pt x="79674" y="63505"/>
                    <a:pt x="62123" y="81497"/>
                    <a:pt x="40201" y="81775"/>
                  </a:cubicBezTo>
                  <a:cubicBezTo>
                    <a:pt x="40201" y="81775"/>
                    <a:pt x="40196" y="81775"/>
                    <a:pt x="40196" y="817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6670A8B-13EC-DFA0-02B7-B0F0385DF438}"/>
                </a:ext>
              </a:extLst>
            </p:cNvPr>
            <p:cNvSpPr/>
            <p:nvPr/>
          </p:nvSpPr>
          <p:spPr>
            <a:xfrm>
              <a:off x="9969619" y="2072877"/>
              <a:ext cx="79448" cy="81626"/>
            </a:xfrm>
            <a:custGeom>
              <a:avLst/>
              <a:gdLst>
                <a:gd name="connsiteX0" fmla="*/ 39699 w 79448"/>
                <a:gd name="connsiteY0" fmla="*/ 81626 h 81626"/>
                <a:gd name="connsiteX1" fmla="*/ 3 w 79448"/>
                <a:gd name="connsiteY1" fmla="*/ 42376 h 81626"/>
                <a:gd name="connsiteX2" fmla="*/ 3 w 79448"/>
                <a:gd name="connsiteY2" fmla="*/ 40143 h 81626"/>
                <a:gd name="connsiteX3" fmla="*/ 39248 w 79448"/>
                <a:gd name="connsiteY3" fmla="*/ 0 h 81626"/>
                <a:gd name="connsiteX4" fmla="*/ 39302 w 79448"/>
                <a:gd name="connsiteY4" fmla="*/ 0 h 81626"/>
                <a:gd name="connsiteX5" fmla="*/ 39749 w 79448"/>
                <a:gd name="connsiteY5" fmla="*/ 0 h 81626"/>
                <a:gd name="connsiteX6" fmla="*/ 79445 w 79448"/>
                <a:gd name="connsiteY6" fmla="*/ 39250 h 81626"/>
                <a:gd name="connsiteX7" fmla="*/ 79445 w 79448"/>
                <a:gd name="connsiteY7" fmla="*/ 41483 h 81626"/>
                <a:gd name="connsiteX8" fmla="*/ 40200 w 79448"/>
                <a:gd name="connsiteY8" fmla="*/ 81626 h 81626"/>
                <a:gd name="connsiteX9" fmla="*/ 40195 w 79448"/>
                <a:gd name="connsiteY9" fmla="*/ 81626 h 8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8" h="81626">
                  <a:moveTo>
                    <a:pt x="39699" y="81626"/>
                  </a:moveTo>
                  <a:cubicBezTo>
                    <a:pt x="17950" y="81626"/>
                    <a:pt x="246" y="64125"/>
                    <a:pt x="3" y="42376"/>
                  </a:cubicBezTo>
                  <a:lnTo>
                    <a:pt x="3" y="40143"/>
                  </a:lnTo>
                  <a:cubicBezTo>
                    <a:pt x="-245" y="18221"/>
                    <a:pt x="17325" y="248"/>
                    <a:pt x="39248" y="0"/>
                  </a:cubicBezTo>
                  <a:cubicBezTo>
                    <a:pt x="39268" y="0"/>
                    <a:pt x="39282" y="0"/>
                    <a:pt x="39302" y="0"/>
                  </a:cubicBezTo>
                  <a:lnTo>
                    <a:pt x="39749" y="0"/>
                  </a:lnTo>
                  <a:cubicBezTo>
                    <a:pt x="61498" y="0"/>
                    <a:pt x="79202" y="17501"/>
                    <a:pt x="79445" y="39250"/>
                  </a:cubicBezTo>
                  <a:lnTo>
                    <a:pt x="79445" y="41483"/>
                  </a:lnTo>
                  <a:cubicBezTo>
                    <a:pt x="79694" y="63405"/>
                    <a:pt x="62123" y="81378"/>
                    <a:pt x="40200" y="81626"/>
                  </a:cubicBezTo>
                  <a:cubicBezTo>
                    <a:pt x="40200" y="81626"/>
                    <a:pt x="40195" y="81626"/>
                    <a:pt x="40195" y="816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E01B03A-90C0-2F75-7431-D660A78AACDE}"/>
                </a:ext>
              </a:extLst>
            </p:cNvPr>
            <p:cNvSpPr/>
            <p:nvPr/>
          </p:nvSpPr>
          <p:spPr>
            <a:xfrm>
              <a:off x="9595726" y="1956567"/>
              <a:ext cx="79448" cy="81725"/>
            </a:xfrm>
            <a:custGeom>
              <a:avLst/>
              <a:gdLst>
                <a:gd name="connsiteX0" fmla="*/ 39699 w 79448"/>
                <a:gd name="connsiteY0" fmla="*/ 81626 h 81725"/>
                <a:gd name="connsiteX1" fmla="*/ 3 w 79448"/>
                <a:gd name="connsiteY1" fmla="*/ 42376 h 81725"/>
                <a:gd name="connsiteX2" fmla="*/ 3 w 79448"/>
                <a:gd name="connsiteY2" fmla="*/ 40143 h 81725"/>
                <a:gd name="connsiteX3" fmla="*/ 39248 w 79448"/>
                <a:gd name="connsiteY3" fmla="*/ 0 h 81725"/>
                <a:gd name="connsiteX4" fmla="*/ 39302 w 79448"/>
                <a:gd name="connsiteY4" fmla="*/ 0 h 81725"/>
                <a:gd name="connsiteX5" fmla="*/ 39749 w 79448"/>
                <a:gd name="connsiteY5" fmla="*/ 0 h 81725"/>
                <a:gd name="connsiteX6" fmla="*/ 79445 w 79448"/>
                <a:gd name="connsiteY6" fmla="*/ 39250 h 81725"/>
                <a:gd name="connsiteX7" fmla="*/ 79445 w 79448"/>
                <a:gd name="connsiteY7" fmla="*/ 41582 h 81725"/>
                <a:gd name="connsiteX8" fmla="*/ 40200 w 79448"/>
                <a:gd name="connsiteY8" fmla="*/ 81725 h 81725"/>
                <a:gd name="connsiteX9" fmla="*/ 40195 w 79448"/>
                <a:gd name="connsiteY9" fmla="*/ 81725 h 8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8" h="81725">
                  <a:moveTo>
                    <a:pt x="39699" y="81626"/>
                  </a:moveTo>
                  <a:cubicBezTo>
                    <a:pt x="17948" y="81626"/>
                    <a:pt x="247" y="64125"/>
                    <a:pt x="3" y="4237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00" y="0"/>
                    <a:pt x="79201" y="17501"/>
                    <a:pt x="79445" y="39250"/>
                  </a:cubicBezTo>
                  <a:lnTo>
                    <a:pt x="79445" y="41582"/>
                  </a:lnTo>
                  <a:cubicBezTo>
                    <a:pt x="79694" y="63505"/>
                    <a:pt x="62123" y="81477"/>
                    <a:pt x="40200" y="81725"/>
                  </a:cubicBezTo>
                  <a:cubicBezTo>
                    <a:pt x="40199" y="81725"/>
                    <a:pt x="40197" y="81725"/>
                    <a:pt x="40195" y="817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962072BA-828C-9607-9229-C191BCB29C47}"/>
                </a:ext>
              </a:extLst>
            </p:cNvPr>
            <p:cNvSpPr/>
            <p:nvPr/>
          </p:nvSpPr>
          <p:spPr>
            <a:xfrm>
              <a:off x="9596669" y="2071835"/>
              <a:ext cx="79447" cy="81626"/>
            </a:xfrm>
            <a:custGeom>
              <a:avLst/>
              <a:gdLst>
                <a:gd name="connsiteX0" fmla="*/ 39699 w 79447"/>
                <a:gd name="connsiteY0" fmla="*/ 81626 h 81626"/>
                <a:gd name="connsiteX1" fmla="*/ 3 w 79447"/>
                <a:gd name="connsiteY1" fmla="*/ 42326 h 81626"/>
                <a:gd name="connsiteX2" fmla="*/ 3 w 79447"/>
                <a:gd name="connsiteY2" fmla="*/ 40143 h 81626"/>
                <a:gd name="connsiteX3" fmla="*/ 39248 w 79447"/>
                <a:gd name="connsiteY3" fmla="*/ 0 h 81626"/>
                <a:gd name="connsiteX4" fmla="*/ 39302 w 79447"/>
                <a:gd name="connsiteY4" fmla="*/ 0 h 81626"/>
                <a:gd name="connsiteX5" fmla="*/ 39749 w 79447"/>
                <a:gd name="connsiteY5" fmla="*/ 0 h 81626"/>
                <a:gd name="connsiteX6" fmla="*/ 79445 w 79447"/>
                <a:gd name="connsiteY6" fmla="*/ 39250 h 81626"/>
                <a:gd name="connsiteX7" fmla="*/ 79445 w 79447"/>
                <a:gd name="connsiteY7" fmla="*/ 41483 h 81626"/>
                <a:gd name="connsiteX8" fmla="*/ 40200 w 79447"/>
                <a:gd name="connsiteY8" fmla="*/ 81626 h 81626"/>
                <a:gd name="connsiteX9" fmla="*/ 40195 w 79447"/>
                <a:gd name="connsiteY9" fmla="*/ 81626 h 8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7" h="81626">
                  <a:moveTo>
                    <a:pt x="39699" y="81626"/>
                  </a:moveTo>
                  <a:cubicBezTo>
                    <a:pt x="17930" y="81626"/>
                    <a:pt x="220" y="64095"/>
                    <a:pt x="3" y="42326"/>
                  </a:cubicBezTo>
                  <a:lnTo>
                    <a:pt x="3" y="40143"/>
                  </a:lnTo>
                  <a:cubicBezTo>
                    <a:pt x="-245" y="18221"/>
                    <a:pt x="17326" y="248"/>
                    <a:pt x="39248" y="0"/>
                  </a:cubicBezTo>
                  <a:cubicBezTo>
                    <a:pt x="39266" y="0"/>
                    <a:pt x="39284" y="0"/>
                    <a:pt x="39302" y="0"/>
                  </a:cubicBezTo>
                  <a:lnTo>
                    <a:pt x="39749" y="0"/>
                  </a:lnTo>
                  <a:cubicBezTo>
                    <a:pt x="61500" y="0"/>
                    <a:pt x="79201" y="17501"/>
                    <a:pt x="79445" y="39250"/>
                  </a:cubicBezTo>
                  <a:lnTo>
                    <a:pt x="79445" y="41483"/>
                  </a:lnTo>
                  <a:cubicBezTo>
                    <a:pt x="79693" y="63405"/>
                    <a:pt x="62123" y="81378"/>
                    <a:pt x="40200" y="81626"/>
                  </a:cubicBezTo>
                  <a:cubicBezTo>
                    <a:pt x="40199" y="81626"/>
                    <a:pt x="40197" y="81626"/>
                    <a:pt x="40195" y="816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C7B9322-2854-0240-747B-06608C137AA5}"/>
                </a:ext>
              </a:extLst>
            </p:cNvPr>
            <p:cNvSpPr/>
            <p:nvPr/>
          </p:nvSpPr>
          <p:spPr>
            <a:xfrm>
              <a:off x="9720773" y="1856085"/>
              <a:ext cx="79393" cy="391010"/>
            </a:xfrm>
            <a:custGeom>
              <a:avLst/>
              <a:gdLst>
                <a:gd name="connsiteX0" fmla="*/ 39697 w 79393"/>
                <a:gd name="connsiteY0" fmla="*/ 391011 h 391010"/>
                <a:gd name="connsiteX1" fmla="*/ 0 w 79393"/>
                <a:gd name="connsiteY1" fmla="*/ 351314 h 391010"/>
                <a:gd name="connsiteX2" fmla="*/ 0 w 79393"/>
                <a:gd name="connsiteY2" fmla="*/ 39697 h 391010"/>
                <a:gd name="connsiteX3" fmla="*/ 39697 w 79393"/>
                <a:gd name="connsiteY3" fmla="*/ 0 h 391010"/>
                <a:gd name="connsiteX4" fmla="*/ 79393 w 79393"/>
                <a:gd name="connsiteY4" fmla="*/ 39697 h 391010"/>
                <a:gd name="connsiteX5" fmla="*/ 79393 w 79393"/>
                <a:gd name="connsiteY5" fmla="*/ 351314 h 391010"/>
                <a:gd name="connsiteX6" fmla="*/ 39697 w 79393"/>
                <a:gd name="connsiteY6" fmla="*/ 391011 h 39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91010">
                  <a:moveTo>
                    <a:pt x="39697" y="391011"/>
                  </a:moveTo>
                  <a:cubicBezTo>
                    <a:pt x="17773" y="391011"/>
                    <a:pt x="0" y="373237"/>
                    <a:pt x="0" y="3513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51314"/>
                  </a:lnTo>
                  <a:cubicBezTo>
                    <a:pt x="79393" y="373237"/>
                    <a:pt x="61621" y="391011"/>
                    <a:pt x="39697" y="3910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DEF8153-5746-82BD-232F-6F064F1963DE}"/>
                </a:ext>
              </a:extLst>
            </p:cNvPr>
            <p:cNvSpPr/>
            <p:nvPr/>
          </p:nvSpPr>
          <p:spPr>
            <a:xfrm>
              <a:off x="9841897" y="1856085"/>
              <a:ext cx="79393" cy="391010"/>
            </a:xfrm>
            <a:custGeom>
              <a:avLst/>
              <a:gdLst>
                <a:gd name="connsiteX0" fmla="*/ 39697 w 79393"/>
                <a:gd name="connsiteY0" fmla="*/ 391011 h 391010"/>
                <a:gd name="connsiteX1" fmla="*/ 0 w 79393"/>
                <a:gd name="connsiteY1" fmla="*/ 351314 h 391010"/>
                <a:gd name="connsiteX2" fmla="*/ 0 w 79393"/>
                <a:gd name="connsiteY2" fmla="*/ 39697 h 391010"/>
                <a:gd name="connsiteX3" fmla="*/ 39697 w 79393"/>
                <a:gd name="connsiteY3" fmla="*/ 0 h 391010"/>
                <a:gd name="connsiteX4" fmla="*/ 79393 w 79393"/>
                <a:gd name="connsiteY4" fmla="*/ 39697 h 391010"/>
                <a:gd name="connsiteX5" fmla="*/ 79393 w 79393"/>
                <a:gd name="connsiteY5" fmla="*/ 351314 h 391010"/>
                <a:gd name="connsiteX6" fmla="*/ 39697 w 79393"/>
                <a:gd name="connsiteY6" fmla="*/ 391011 h 39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91010">
                  <a:moveTo>
                    <a:pt x="39697" y="391011"/>
                  </a:moveTo>
                  <a:cubicBezTo>
                    <a:pt x="17773" y="391011"/>
                    <a:pt x="0" y="373237"/>
                    <a:pt x="0" y="35131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51314"/>
                  </a:lnTo>
                  <a:cubicBezTo>
                    <a:pt x="79393" y="373237"/>
                    <a:pt x="61619" y="391011"/>
                    <a:pt x="39697" y="3910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46EDB15F-A09B-A439-FB25-11D04F80A3D7}"/>
              </a:ext>
            </a:extLst>
          </p:cNvPr>
          <p:cNvGrpSpPr/>
          <p:nvPr/>
        </p:nvGrpSpPr>
        <p:grpSpPr>
          <a:xfrm>
            <a:off x="1694014" y="2543666"/>
            <a:ext cx="461710" cy="823703"/>
            <a:chOff x="1694014" y="2543666"/>
            <a:chExt cx="461710" cy="823703"/>
          </a:xfrm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58900CC4-F720-571A-07AD-DF8CAB5BC358}"/>
                </a:ext>
              </a:extLst>
            </p:cNvPr>
            <p:cNvSpPr/>
            <p:nvPr/>
          </p:nvSpPr>
          <p:spPr>
            <a:xfrm>
              <a:off x="1694014" y="2756172"/>
              <a:ext cx="241468" cy="611197"/>
            </a:xfrm>
            <a:custGeom>
              <a:avLst/>
              <a:gdLst>
                <a:gd name="connsiteX0" fmla="*/ 39716 w 241468"/>
                <a:gd name="connsiteY0" fmla="*/ 611197 h 611197"/>
                <a:gd name="connsiteX1" fmla="*/ 28154 w 241468"/>
                <a:gd name="connsiteY1" fmla="*/ 609460 h 611197"/>
                <a:gd name="connsiteX2" fmla="*/ 1729 w 241468"/>
                <a:gd name="connsiteY2" fmla="*/ 559929 h 611197"/>
                <a:gd name="connsiteX3" fmla="*/ 1756 w 241468"/>
                <a:gd name="connsiteY3" fmla="*/ 559840 h 611197"/>
                <a:gd name="connsiteX4" fmla="*/ 163768 w 241468"/>
                <a:gd name="connsiteY4" fmla="*/ 28154 h 611197"/>
                <a:gd name="connsiteX5" fmla="*/ 213314 w 241468"/>
                <a:gd name="connsiteY5" fmla="*/ 1731 h 611197"/>
                <a:gd name="connsiteX6" fmla="*/ 239737 w 241468"/>
                <a:gd name="connsiteY6" fmla="*/ 51277 h 611197"/>
                <a:gd name="connsiteX7" fmla="*/ 77477 w 241468"/>
                <a:gd name="connsiteY7" fmla="*/ 583062 h 611197"/>
                <a:gd name="connsiteX8" fmla="*/ 39716 w 241468"/>
                <a:gd name="connsiteY8" fmla="*/ 611197 h 61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468" h="611197">
                  <a:moveTo>
                    <a:pt x="39716" y="611197"/>
                  </a:moveTo>
                  <a:cubicBezTo>
                    <a:pt x="35797" y="611202"/>
                    <a:pt x="31900" y="610617"/>
                    <a:pt x="28154" y="609460"/>
                  </a:cubicBezTo>
                  <a:cubicBezTo>
                    <a:pt x="7180" y="603079"/>
                    <a:pt x="-4652" y="580904"/>
                    <a:pt x="1729" y="559929"/>
                  </a:cubicBezTo>
                  <a:cubicBezTo>
                    <a:pt x="1738" y="559899"/>
                    <a:pt x="1747" y="559870"/>
                    <a:pt x="1756" y="559840"/>
                  </a:cubicBezTo>
                  <a:lnTo>
                    <a:pt x="163768" y="28154"/>
                  </a:lnTo>
                  <a:cubicBezTo>
                    <a:pt x="170153" y="7176"/>
                    <a:pt x="192336" y="-4654"/>
                    <a:pt x="213314" y="1731"/>
                  </a:cubicBezTo>
                  <a:cubicBezTo>
                    <a:pt x="234292" y="8116"/>
                    <a:pt x="246122" y="30299"/>
                    <a:pt x="239737" y="51277"/>
                  </a:cubicBezTo>
                  <a:lnTo>
                    <a:pt x="77477" y="583062"/>
                  </a:lnTo>
                  <a:cubicBezTo>
                    <a:pt x="72413" y="599700"/>
                    <a:pt x="57107" y="611103"/>
                    <a:pt x="39716" y="61119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0E4475A-B9B9-EC86-90B4-BE21F32BB872}"/>
                </a:ext>
              </a:extLst>
            </p:cNvPr>
            <p:cNvSpPr/>
            <p:nvPr/>
          </p:nvSpPr>
          <p:spPr>
            <a:xfrm>
              <a:off x="1914284" y="2756225"/>
              <a:ext cx="241440" cy="611144"/>
            </a:xfrm>
            <a:custGeom>
              <a:avLst/>
              <a:gdLst>
                <a:gd name="connsiteX0" fmla="*/ 201526 w 241440"/>
                <a:gd name="connsiteY0" fmla="*/ 611144 h 611144"/>
                <a:gd name="connsiteX1" fmla="*/ 163566 w 241440"/>
                <a:gd name="connsiteY1" fmla="*/ 583010 h 611144"/>
                <a:gd name="connsiteX2" fmla="*/ 1753 w 241440"/>
                <a:gd name="connsiteY2" fmla="*/ 51374 h 611144"/>
                <a:gd name="connsiteX3" fmla="*/ 28101 w 241440"/>
                <a:gd name="connsiteY3" fmla="*/ 1753 h 611144"/>
                <a:gd name="connsiteX4" fmla="*/ 77722 w 241440"/>
                <a:gd name="connsiteY4" fmla="*/ 28101 h 611144"/>
                <a:gd name="connsiteX5" fmla="*/ 239684 w 241440"/>
                <a:gd name="connsiteY5" fmla="*/ 559737 h 611144"/>
                <a:gd name="connsiteX6" fmla="*/ 213375 w 241440"/>
                <a:gd name="connsiteY6" fmla="*/ 609328 h 611144"/>
                <a:gd name="connsiteX7" fmla="*/ 213286 w 241440"/>
                <a:gd name="connsiteY7" fmla="*/ 609358 h 611144"/>
                <a:gd name="connsiteX8" fmla="*/ 201526 w 241440"/>
                <a:gd name="connsiteY8" fmla="*/ 611144 h 61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440" h="611144">
                  <a:moveTo>
                    <a:pt x="201526" y="611144"/>
                  </a:moveTo>
                  <a:cubicBezTo>
                    <a:pt x="184059" y="611139"/>
                    <a:pt x="168652" y="599717"/>
                    <a:pt x="163566" y="583010"/>
                  </a:cubicBezTo>
                  <a:lnTo>
                    <a:pt x="1753" y="51374"/>
                  </a:lnTo>
                  <a:cubicBezTo>
                    <a:pt x="-4674" y="30395"/>
                    <a:pt x="7123" y="8179"/>
                    <a:pt x="28101" y="1753"/>
                  </a:cubicBezTo>
                  <a:cubicBezTo>
                    <a:pt x="49080" y="-4674"/>
                    <a:pt x="71296" y="7123"/>
                    <a:pt x="77722" y="28101"/>
                  </a:cubicBezTo>
                  <a:lnTo>
                    <a:pt x="239684" y="559737"/>
                  </a:lnTo>
                  <a:cubicBezTo>
                    <a:pt x="246115" y="580697"/>
                    <a:pt x="234335" y="602903"/>
                    <a:pt x="213375" y="609328"/>
                  </a:cubicBezTo>
                  <a:cubicBezTo>
                    <a:pt x="213346" y="609338"/>
                    <a:pt x="213316" y="609348"/>
                    <a:pt x="213286" y="609358"/>
                  </a:cubicBezTo>
                  <a:cubicBezTo>
                    <a:pt x="209480" y="610549"/>
                    <a:pt x="205515" y="611149"/>
                    <a:pt x="201526" y="6111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728D16C2-AC30-2840-1E70-9E7E8F5B065D}"/>
                </a:ext>
              </a:extLst>
            </p:cNvPr>
            <p:cNvSpPr/>
            <p:nvPr/>
          </p:nvSpPr>
          <p:spPr>
            <a:xfrm>
              <a:off x="1887257" y="2543666"/>
              <a:ext cx="79393" cy="142560"/>
            </a:xfrm>
            <a:custGeom>
              <a:avLst/>
              <a:gdLst>
                <a:gd name="connsiteX0" fmla="*/ 39697 w 79393"/>
                <a:gd name="connsiteY0" fmla="*/ 142560 h 142560"/>
                <a:gd name="connsiteX1" fmla="*/ 0 w 79393"/>
                <a:gd name="connsiteY1" fmla="*/ 102864 h 142560"/>
                <a:gd name="connsiteX2" fmla="*/ 0 w 79393"/>
                <a:gd name="connsiteY2" fmla="*/ 39697 h 142560"/>
                <a:gd name="connsiteX3" fmla="*/ 39697 w 79393"/>
                <a:gd name="connsiteY3" fmla="*/ 0 h 142560"/>
                <a:gd name="connsiteX4" fmla="*/ 79393 w 79393"/>
                <a:gd name="connsiteY4" fmla="*/ 39697 h 142560"/>
                <a:gd name="connsiteX5" fmla="*/ 79393 w 79393"/>
                <a:gd name="connsiteY5" fmla="*/ 102864 h 142560"/>
                <a:gd name="connsiteX6" fmla="*/ 39697 w 79393"/>
                <a:gd name="connsiteY6" fmla="*/ 142560 h 14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2560">
                  <a:moveTo>
                    <a:pt x="39697" y="142560"/>
                  </a:moveTo>
                  <a:cubicBezTo>
                    <a:pt x="17773" y="142560"/>
                    <a:pt x="0" y="124788"/>
                    <a:pt x="0" y="10286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02864"/>
                  </a:lnTo>
                  <a:cubicBezTo>
                    <a:pt x="79393" y="124788"/>
                    <a:pt x="61621" y="142560"/>
                    <a:pt x="39697" y="14256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860C89F-CEDF-CDA0-CD4D-60AF97BCF02F}"/>
                </a:ext>
              </a:extLst>
            </p:cNvPr>
            <p:cNvSpPr/>
            <p:nvPr/>
          </p:nvSpPr>
          <p:spPr>
            <a:xfrm>
              <a:off x="1813718" y="2613056"/>
              <a:ext cx="222701" cy="222698"/>
            </a:xfrm>
            <a:custGeom>
              <a:avLst/>
              <a:gdLst>
                <a:gd name="connsiteX0" fmla="*/ 113533 w 222701"/>
                <a:gd name="connsiteY0" fmla="*/ 222677 h 222698"/>
                <a:gd name="connsiteX1" fmla="*/ 22 w 222701"/>
                <a:gd name="connsiteY1" fmla="*/ 113533 h 222698"/>
                <a:gd name="connsiteX2" fmla="*/ 109166 w 222701"/>
                <a:gd name="connsiteY2" fmla="*/ 22 h 222698"/>
                <a:gd name="connsiteX3" fmla="*/ 222679 w 222701"/>
                <a:gd name="connsiteY3" fmla="*/ 109166 h 222698"/>
                <a:gd name="connsiteX4" fmla="*/ 222698 w 222701"/>
                <a:gd name="connsiteY4" fmla="*/ 111328 h 222698"/>
                <a:gd name="connsiteX5" fmla="*/ 113533 w 222701"/>
                <a:gd name="connsiteY5" fmla="*/ 222677 h 222698"/>
                <a:gd name="connsiteX6" fmla="*/ 113533 w 222701"/>
                <a:gd name="connsiteY6" fmla="*/ 79372 h 222698"/>
                <a:gd name="connsiteX7" fmla="*/ 79372 w 222701"/>
                <a:gd name="connsiteY7" fmla="*/ 109067 h 222698"/>
                <a:gd name="connsiteX8" fmla="*/ 109067 w 222701"/>
                <a:gd name="connsiteY8" fmla="*/ 143227 h 222698"/>
                <a:gd name="connsiteX9" fmla="*/ 143227 w 222701"/>
                <a:gd name="connsiteY9" fmla="*/ 113533 h 222698"/>
                <a:gd name="connsiteX10" fmla="*/ 143305 w 222701"/>
                <a:gd name="connsiteY10" fmla="*/ 111328 h 222698"/>
                <a:gd name="connsiteX11" fmla="*/ 113533 w 222701"/>
                <a:gd name="connsiteY11" fmla="*/ 79372 h 22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2701" h="222698">
                  <a:moveTo>
                    <a:pt x="113533" y="222677"/>
                  </a:moveTo>
                  <a:cubicBezTo>
                    <a:pt x="52048" y="223883"/>
                    <a:pt x="1228" y="175017"/>
                    <a:pt x="22" y="113533"/>
                  </a:cubicBezTo>
                  <a:cubicBezTo>
                    <a:pt x="-1184" y="52048"/>
                    <a:pt x="47682" y="1228"/>
                    <a:pt x="109166" y="22"/>
                  </a:cubicBezTo>
                  <a:cubicBezTo>
                    <a:pt x="170651" y="-1184"/>
                    <a:pt x="221473" y="47682"/>
                    <a:pt x="222679" y="109166"/>
                  </a:cubicBezTo>
                  <a:cubicBezTo>
                    <a:pt x="222693" y="109887"/>
                    <a:pt x="222698" y="110607"/>
                    <a:pt x="222698" y="111328"/>
                  </a:cubicBezTo>
                  <a:cubicBezTo>
                    <a:pt x="223165" y="172167"/>
                    <a:pt x="174368" y="221941"/>
                    <a:pt x="113533" y="222677"/>
                  </a:cubicBezTo>
                  <a:close/>
                  <a:moveTo>
                    <a:pt x="113533" y="79372"/>
                  </a:moveTo>
                  <a:cubicBezTo>
                    <a:pt x="95900" y="78139"/>
                    <a:pt x="80605" y="91434"/>
                    <a:pt x="79372" y="109067"/>
                  </a:cubicBezTo>
                  <a:cubicBezTo>
                    <a:pt x="78139" y="126699"/>
                    <a:pt x="91434" y="141994"/>
                    <a:pt x="109067" y="143227"/>
                  </a:cubicBezTo>
                  <a:cubicBezTo>
                    <a:pt x="126700" y="144460"/>
                    <a:pt x="141994" y="131165"/>
                    <a:pt x="143227" y="113533"/>
                  </a:cubicBezTo>
                  <a:cubicBezTo>
                    <a:pt x="143278" y="112799"/>
                    <a:pt x="143305" y="112063"/>
                    <a:pt x="143305" y="111328"/>
                  </a:cubicBezTo>
                  <a:cubicBezTo>
                    <a:pt x="143836" y="94309"/>
                    <a:pt x="130547" y="80045"/>
                    <a:pt x="113533" y="7937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6C63D55-8A1A-E209-902F-8DBE8DA7ED53}"/>
                </a:ext>
              </a:extLst>
            </p:cNvPr>
            <p:cNvSpPr/>
            <p:nvPr/>
          </p:nvSpPr>
          <p:spPr>
            <a:xfrm>
              <a:off x="1765140" y="3051087"/>
              <a:ext cx="319259" cy="79393"/>
            </a:xfrm>
            <a:custGeom>
              <a:avLst/>
              <a:gdLst>
                <a:gd name="connsiteX0" fmla="*/ 279563 w 319259"/>
                <a:gd name="connsiteY0" fmla="*/ 79393 h 79393"/>
                <a:gd name="connsiteX1" fmla="*/ 39697 w 319259"/>
                <a:gd name="connsiteY1" fmla="*/ 79393 h 79393"/>
                <a:gd name="connsiteX2" fmla="*/ 0 w 319259"/>
                <a:gd name="connsiteY2" fmla="*/ 39697 h 79393"/>
                <a:gd name="connsiteX3" fmla="*/ 39697 w 319259"/>
                <a:gd name="connsiteY3" fmla="*/ 0 h 79393"/>
                <a:gd name="connsiteX4" fmla="*/ 279563 w 319259"/>
                <a:gd name="connsiteY4" fmla="*/ 0 h 79393"/>
                <a:gd name="connsiteX5" fmla="*/ 319260 w 319259"/>
                <a:gd name="connsiteY5" fmla="*/ 39697 h 79393"/>
                <a:gd name="connsiteX6" fmla="*/ 279563 w 3192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259" h="79393">
                  <a:moveTo>
                    <a:pt x="27956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279563" y="0"/>
                  </a:lnTo>
                  <a:cubicBezTo>
                    <a:pt x="301486" y="0"/>
                    <a:pt x="319260" y="17774"/>
                    <a:pt x="319260" y="39697"/>
                  </a:cubicBezTo>
                  <a:cubicBezTo>
                    <a:pt x="319260" y="61619"/>
                    <a:pt x="301486" y="79393"/>
                    <a:pt x="27956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AF50563-A4FA-7696-DB7E-68789D5F2E8E}"/>
                </a:ext>
              </a:extLst>
            </p:cNvPr>
            <p:cNvSpPr/>
            <p:nvPr/>
          </p:nvSpPr>
          <p:spPr>
            <a:xfrm>
              <a:off x="1887554" y="2997695"/>
              <a:ext cx="79393" cy="183596"/>
            </a:xfrm>
            <a:custGeom>
              <a:avLst/>
              <a:gdLst>
                <a:gd name="connsiteX0" fmla="*/ 39697 w 79393"/>
                <a:gd name="connsiteY0" fmla="*/ 183597 h 183596"/>
                <a:gd name="connsiteX1" fmla="*/ 0 w 79393"/>
                <a:gd name="connsiteY1" fmla="*/ 143900 h 183596"/>
                <a:gd name="connsiteX2" fmla="*/ 0 w 79393"/>
                <a:gd name="connsiteY2" fmla="*/ 39697 h 183596"/>
                <a:gd name="connsiteX3" fmla="*/ 39697 w 79393"/>
                <a:gd name="connsiteY3" fmla="*/ 0 h 183596"/>
                <a:gd name="connsiteX4" fmla="*/ 79393 w 79393"/>
                <a:gd name="connsiteY4" fmla="*/ 39697 h 183596"/>
                <a:gd name="connsiteX5" fmla="*/ 79393 w 79393"/>
                <a:gd name="connsiteY5" fmla="*/ 143900 h 183596"/>
                <a:gd name="connsiteX6" fmla="*/ 39697 w 79393"/>
                <a:gd name="connsiteY6" fmla="*/ 183597 h 18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3596">
                  <a:moveTo>
                    <a:pt x="39697" y="183597"/>
                  </a:moveTo>
                  <a:cubicBezTo>
                    <a:pt x="17773" y="183597"/>
                    <a:pt x="0" y="165822"/>
                    <a:pt x="0" y="143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3900"/>
                  </a:lnTo>
                  <a:cubicBezTo>
                    <a:pt x="79393" y="165822"/>
                    <a:pt x="61621" y="183597"/>
                    <a:pt x="39697" y="18359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E79D1687-0756-45E0-37B3-F9030BD7F687}"/>
              </a:ext>
            </a:extLst>
          </p:cNvPr>
          <p:cNvGrpSpPr/>
          <p:nvPr/>
        </p:nvGrpSpPr>
        <p:grpSpPr>
          <a:xfrm>
            <a:off x="2830401" y="2648861"/>
            <a:ext cx="823729" cy="613312"/>
            <a:chOff x="2830401" y="2648861"/>
            <a:chExt cx="823729" cy="613312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9F6734F0-1D46-53F3-8DB1-1414E8053E94}"/>
                </a:ext>
              </a:extLst>
            </p:cNvPr>
            <p:cNvSpPr/>
            <p:nvPr/>
          </p:nvSpPr>
          <p:spPr>
            <a:xfrm>
              <a:off x="3045879" y="2827496"/>
              <a:ext cx="510300" cy="337420"/>
            </a:xfrm>
            <a:custGeom>
              <a:avLst/>
              <a:gdLst>
                <a:gd name="connsiteX0" fmla="*/ 470603 w 510300"/>
                <a:gd name="connsiteY0" fmla="*/ 337421 h 337420"/>
                <a:gd name="connsiteX1" fmla="*/ 430907 w 510300"/>
                <a:gd name="connsiteY1" fmla="*/ 297724 h 337420"/>
                <a:gd name="connsiteX2" fmla="*/ 430907 w 510300"/>
                <a:gd name="connsiteY2" fmla="*/ 102764 h 337420"/>
                <a:gd name="connsiteX3" fmla="*/ 408439 w 510300"/>
                <a:gd name="connsiteY3" fmla="*/ 79393 h 337420"/>
                <a:gd name="connsiteX4" fmla="*/ 408429 w 510300"/>
                <a:gd name="connsiteY4" fmla="*/ 79393 h 337420"/>
                <a:gd name="connsiteX5" fmla="*/ 102169 w 510300"/>
                <a:gd name="connsiteY5" fmla="*/ 79393 h 337420"/>
                <a:gd name="connsiteX6" fmla="*/ 79394 w 510300"/>
                <a:gd name="connsiteY6" fmla="*/ 103013 h 337420"/>
                <a:gd name="connsiteX7" fmla="*/ 79394 w 510300"/>
                <a:gd name="connsiteY7" fmla="*/ 297724 h 337420"/>
                <a:gd name="connsiteX8" fmla="*/ 39697 w 510300"/>
                <a:gd name="connsiteY8" fmla="*/ 337421 h 337420"/>
                <a:gd name="connsiteX9" fmla="*/ 0 w 510300"/>
                <a:gd name="connsiteY9" fmla="*/ 297724 h 337420"/>
                <a:gd name="connsiteX10" fmla="*/ 0 w 510300"/>
                <a:gd name="connsiteY10" fmla="*/ 103013 h 337420"/>
                <a:gd name="connsiteX11" fmla="*/ 102169 w 510300"/>
                <a:gd name="connsiteY11" fmla="*/ 0 h 337420"/>
                <a:gd name="connsiteX12" fmla="*/ 408429 w 510300"/>
                <a:gd name="connsiteY12" fmla="*/ 0 h 337420"/>
                <a:gd name="connsiteX13" fmla="*/ 510300 w 510300"/>
                <a:gd name="connsiteY13" fmla="*/ 102764 h 337420"/>
                <a:gd name="connsiteX14" fmla="*/ 510300 w 510300"/>
                <a:gd name="connsiteY14" fmla="*/ 297724 h 337420"/>
                <a:gd name="connsiteX15" fmla="*/ 470603 w 510300"/>
                <a:gd name="connsiteY15" fmla="*/ 337421 h 33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0300" h="337420">
                  <a:moveTo>
                    <a:pt x="470603" y="337421"/>
                  </a:moveTo>
                  <a:cubicBezTo>
                    <a:pt x="448681" y="337421"/>
                    <a:pt x="430907" y="319647"/>
                    <a:pt x="430907" y="297724"/>
                  </a:cubicBezTo>
                  <a:lnTo>
                    <a:pt x="430907" y="102764"/>
                  </a:lnTo>
                  <a:cubicBezTo>
                    <a:pt x="431155" y="90106"/>
                    <a:pt x="421097" y="79642"/>
                    <a:pt x="408439" y="79393"/>
                  </a:cubicBezTo>
                  <a:cubicBezTo>
                    <a:pt x="408434" y="79393"/>
                    <a:pt x="408434" y="79393"/>
                    <a:pt x="408429" y="79393"/>
                  </a:cubicBezTo>
                  <a:lnTo>
                    <a:pt x="102169" y="79393"/>
                  </a:lnTo>
                  <a:cubicBezTo>
                    <a:pt x="89375" y="79665"/>
                    <a:pt x="79200" y="90216"/>
                    <a:pt x="79394" y="103013"/>
                  </a:cubicBezTo>
                  <a:lnTo>
                    <a:pt x="79394" y="297724"/>
                  </a:lnTo>
                  <a:cubicBezTo>
                    <a:pt x="79394" y="319647"/>
                    <a:pt x="61621" y="337421"/>
                    <a:pt x="39697" y="337421"/>
                  </a:cubicBezTo>
                  <a:cubicBezTo>
                    <a:pt x="17773" y="337421"/>
                    <a:pt x="0" y="319647"/>
                    <a:pt x="0" y="297724"/>
                  </a:cubicBezTo>
                  <a:lnTo>
                    <a:pt x="0" y="103013"/>
                  </a:lnTo>
                  <a:cubicBezTo>
                    <a:pt x="-137" y="46392"/>
                    <a:pt x="45550" y="328"/>
                    <a:pt x="102169" y="0"/>
                  </a:cubicBezTo>
                  <a:lnTo>
                    <a:pt x="408429" y="0"/>
                  </a:lnTo>
                  <a:cubicBezTo>
                    <a:pt x="464917" y="301"/>
                    <a:pt x="510494" y="46278"/>
                    <a:pt x="510300" y="102764"/>
                  </a:cubicBezTo>
                  <a:lnTo>
                    <a:pt x="510300" y="297724"/>
                  </a:lnTo>
                  <a:cubicBezTo>
                    <a:pt x="510300" y="319647"/>
                    <a:pt x="492526" y="337421"/>
                    <a:pt x="470603" y="33742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41BB9BE-EFDB-F132-4AD4-8D6214C587FB}"/>
                </a:ext>
              </a:extLst>
            </p:cNvPr>
            <p:cNvSpPr/>
            <p:nvPr/>
          </p:nvSpPr>
          <p:spPr>
            <a:xfrm>
              <a:off x="2830401" y="2648861"/>
              <a:ext cx="172457" cy="548060"/>
            </a:xfrm>
            <a:custGeom>
              <a:avLst/>
              <a:gdLst>
                <a:gd name="connsiteX0" fmla="*/ 132761 w 172457"/>
                <a:gd name="connsiteY0" fmla="*/ 548061 h 548060"/>
                <a:gd name="connsiteX1" fmla="*/ 93064 w 172457"/>
                <a:gd name="connsiteY1" fmla="*/ 508364 h 548060"/>
                <a:gd name="connsiteX2" fmla="*/ 93064 w 172457"/>
                <a:gd name="connsiteY2" fmla="*/ 154668 h 548060"/>
                <a:gd name="connsiteX3" fmla="*/ 10743 w 172457"/>
                <a:gd name="connsiteY3" fmla="*/ 66889 h 548060"/>
                <a:gd name="connsiteX4" fmla="*/ 12555 w 172457"/>
                <a:gd name="connsiteY4" fmla="*/ 10743 h 548060"/>
                <a:gd name="connsiteX5" fmla="*/ 68700 w 172457"/>
                <a:gd name="connsiteY5" fmla="*/ 12555 h 548060"/>
                <a:gd name="connsiteX6" fmla="*/ 161739 w 172457"/>
                <a:gd name="connsiteY6" fmla="*/ 111796 h 548060"/>
                <a:gd name="connsiteX7" fmla="*/ 172457 w 172457"/>
                <a:gd name="connsiteY7" fmla="*/ 138938 h 548060"/>
                <a:gd name="connsiteX8" fmla="*/ 172457 w 172457"/>
                <a:gd name="connsiteY8" fmla="*/ 508364 h 548060"/>
                <a:gd name="connsiteX9" fmla="*/ 132761 w 172457"/>
                <a:gd name="connsiteY9" fmla="*/ 548061 h 54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2457" h="548060">
                  <a:moveTo>
                    <a:pt x="132761" y="548061"/>
                  </a:moveTo>
                  <a:cubicBezTo>
                    <a:pt x="110837" y="548061"/>
                    <a:pt x="93064" y="530287"/>
                    <a:pt x="93064" y="508364"/>
                  </a:cubicBezTo>
                  <a:lnTo>
                    <a:pt x="93064" y="154668"/>
                  </a:lnTo>
                  <a:lnTo>
                    <a:pt x="10743" y="66889"/>
                  </a:lnTo>
                  <a:cubicBezTo>
                    <a:pt x="-4261" y="50885"/>
                    <a:pt x="-3450" y="25748"/>
                    <a:pt x="12555" y="10743"/>
                  </a:cubicBezTo>
                  <a:cubicBezTo>
                    <a:pt x="28559" y="-4261"/>
                    <a:pt x="53696" y="-3450"/>
                    <a:pt x="68700" y="12555"/>
                  </a:cubicBezTo>
                  <a:lnTo>
                    <a:pt x="161739" y="111796"/>
                  </a:lnTo>
                  <a:cubicBezTo>
                    <a:pt x="168629" y="119155"/>
                    <a:pt x="172460" y="128858"/>
                    <a:pt x="172457" y="138938"/>
                  </a:cubicBezTo>
                  <a:lnTo>
                    <a:pt x="172457" y="508364"/>
                  </a:lnTo>
                  <a:cubicBezTo>
                    <a:pt x="172457" y="530287"/>
                    <a:pt x="154685" y="548061"/>
                    <a:pt x="132761" y="5480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7E5D4728-EE12-F6CD-6F27-0357A8181E88}"/>
                </a:ext>
              </a:extLst>
            </p:cNvPr>
            <p:cNvSpPr/>
            <p:nvPr/>
          </p:nvSpPr>
          <p:spPr>
            <a:xfrm>
              <a:off x="2879402" y="3130182"/>
              <a:ext cx="774728" cy="79393"/>
            </a:xfrm>
            <a:custGeom>
              <a:avLst/>
              <a:gdLst>
                <a:gd name="connsiteX0" fmla="*/ 735032 w 774728"/>
                <a:gd name="connsiteY0" fmla="*/ 79393 h 79393"/>
                <a:gd name="connsiteX1" fmla="*/ 39697 w 774728"/>
                <a:gd name="connsiteY1" fmla="*/ 79393 h 79393"/>
                <a:gd name="connsiteX2" fmla="*/ 0 w 774728"/>
                <a:gd name="connsiteY2" fmla="*/ 39697 h 79393"/>
                <a:gd name="connsiteX3" fmla="*/ 39697 w 774728"/>
                <a:gd name="connsiteY3" fmla="*/ 0 h 79393"/>
                <a:gd name="connsiteX4" fmla="*/ 735032 w 774728"/>
                <a:gd name="connsiteY4" fmla="*/ 0 h 79393"/>
                <a:gd name="connsiteX5" fmla="*/ 774729 w 774728"/>
                <a:gd name="connsiteY5" fmla="*/ 39697 h 79393"/>
                <a:gd name="connsiteX6" fmla="*/ 735032 w 7747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4728" h="79393">
                  <a:moveTo>
                    <a:pt x="735032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35032" y="0"/>
                  </a:lnTo>
                  <a:cubicBezTo>
                    <a:pt x="756955" y="0"/>
                    <a:pt x="774729" y="17774"/>
                    <a:pt x="774729" y="39697"/>
                  </a:cubicBezTo>
                  <a:cubicBezTo>
                    <a:pt x="774729" y="61619"/>
                    <a:pt x="756955" y="79393"/>
                    <a:pt x="73503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0C68DBF-A675-5B62-A563-160904F388F7}"/>
                </a:ext>
              </a:extLst>
            </p:cNvPr>
            <p:cNvSpPr/>
            <p:nvPr/>
          </p:nvSpPr>
          <p:spPr>
            <a:xfrm>
              <a:off x="2982998" y="3181727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51 w 79415"/>
                <a:gd name="connsiteY6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7" y="63218"/>
                    <a:pt x="11" y="41643"/>
                  </a:cubicBezTo>
                  <a:lnTo>
                    <a:pt x="11" y="40651"/>
                  </a:lnTo>
                  <a:cubicBezTo>
                    <a:pt x="-509" y="18728"/>
                    <a:pt x="16841" y="533"/>
                    <a:pt x="38765" y="11"/>
                  </a:cubicBezTo>
                  <a:cubicBezTo>
                    <a:pt x="60689" y="-510"/>
                    <a:pt x="78884" y="16843"/>
                    <a:pt x="79405" y="38765"/>
                  </a:cubicBezTo>
                  <a:lnTo>
                    <a:pt x="79405" y="39807"/>
                  </a:lnTo>
                  <a:cubicBezTo>
                    <a:pt x="79904" y="61715"/>
                    <a:pt x="62557" y="79881"/>
                    <a:pt x="40651" y="803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E918317-8B50-98F2-D330-43B63F7AC355}"/>
                </a:ext>
              </a:extLst>
            </p:cNvPr>
            <p:cNvSpPr/>
            <p:nvPr/>
          </p:nvSpPr>
          <p:spPr>
            <a:xfrm>
              <a:off x="3477568" y="3181727"/>
              <a:ext cx="79415" cy="80446"/>
            </a:xfrm>
            <a:custGeom>
              <a:avLst/>
              <a:gdLst>
                <a:gd name="connsiteX0" fmla="*/ 39708 w 79415"/>
                <a:gd name="connsiteY0" fmla="*/ 80447 h 80446"/>
                <a:gd name="connsiteX1" fmla="*/ 11 w 79415"/>
                <a:gd name="connsiteY1" fmla="*/ 41643 h 80446"/>
                <a:gd name="connsiteX2" fmla="*/ 11 w 79415"/>
                <a:gd name="connsiteY2" fmla="*/ 40651 h 80446"/>
                <a:gd name="connsiteX3" fmla="*/ 38765 w 79415"/>
                <a:gd name="connsiteY3" fmla="*/ 11 h 80446"/>
                <a:gd name="connsiteX4" fmla="*/ 79405 w 79415"/>
                <a:gd name="connsiteY4" fmla="*/ 38765 h 80446"/>
                <a:gd name="connsiteX5" fmla="*/ 79405 w 79415"/>
                <a:gd name="connsiteY5" fmla="*/ 39807 h 80446"/>
                <a:gd name="connsiteX6" fmla="*/ 40651 w 79415"/>
                <a:gd name="connsiteY6" fmla="*/ 80397 h 8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15" h="80446">
                  <a:moveTo>
                    <a:pt x="39708" y="80447"/>
                  </a:moveTo>
                  <a:cubicBezTo>
                    <a:pt x="18128" y="80452"/>
                    <a:pt x="498" y="63218"/>
                    <a:pt x="11" y="41643"/>
                  </a:cubicBezTo>
                  <a:lnTo>
                    <a:pt x="11" y="40651"/>
                  </a:lnTo>
                  <a:cubicBezTo>
                    <a:pt x="-510" y="18728"/>
                    <a:pt x="16843" y="533"/>
                    <a:pt x="38765" y="11"/>
                  </a:cubicBezTo>
                  <a:cubicBezTo>
                    <a:pt x="60688" y="-510"/>
                    <a:pt x="78884" y="16843"/>
                    <a:pt x="79405" y="38765"/>
                  </a:cubicBezTo>
                  <a:lnTo>
                    <a:pt x="79405" y="39807"/>
                  </a:lnTo>
                  <a:cubicBezTo>
                    <a:pt x="79906" y="61715"/>
                    <a:pt x="62558" y="79881"/>
                    <a:pt x="40651" y="803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7FA26476-277F-48C9-86AE-C3A3657F223B}"/>
              </a:ext>
            </a:extLst>
          </p:cNvPr>
          <p:cNvGrpSpPr/>
          <p:nvPr/>
        </p:nvGrpSpPr>
        <p:grpSpPr>
          <a:xfrm>
            <a:off x="4212739" y="2550116"/>
            <a:ext cx="694094" cy="810802"/>
            <a:chOff x="4212739" y="2550116"/>
            <a:chExt cx="694094" cy="81080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5FA04519-3E1F-A7A6-9E18-A7714C14EF8F}"/>
                </a:ext>
              </a:extLst>
            </p:cNvPr>
            <p:cNvSpPr/>
            <p:nvPr/>
          </p:nvSpPr>
          <p:spPr>
            <a:xfrm>
              <a:off x="4212739" y="2550116"/>
              <a:ext cx="236690" cy="652015"/>
            </a:xfrm>
            <a:custGeom>
              <a:avLst/>
              <a:gdLst>
                <a:gd name="connsiteX0" fmla="*/ 196994 w 236690"/>
                <a:gd name="connsiteY0" fmla="*/ 652016 h 652015"/>
                <a:gd name="connsiteX1" fmla="*/ 157298 w 236690"/>
                <a:gd name="connsiteY1" fmla="*/ 612319 h 652015"/>
                <a:gd name="connsiteX2" fmla="*/ 157298 w 236690"/>
                <a:gd name="connsiteY2" fmla="*/ 79393 h 652015"/>
                <a:gd name="connsiteX3" fmla="*/ 39697 w 236690"/>
                <a:gd name="connsiteY3" fmla="*/ 79393 h 652015"/>
                <a:gd name="connsiteX4" fmla="*/ 0 w 236690"/>
                <a:gd name="connsiteY4" fmla="*/ 39697 h 652015"/>
                <a:gd name="connsiteX5" fmla="*/ 39697 w 236690"/>
                <a:gd name="connsiteY5" fmla="*/ 0 h 652015"/>
                <a:gd name="connsiteX6" fmla="*/ 196994 w 236690"/>
                <a:gd name="connsiteY6" fmla="*/ 0 h 652015"/>
                <a:gd name="connsiteX7" fmla="*/ 236691 w 236690"/>
                <a:gd name="connsiteY7" fmla="*/ 39697 h 652015"/>
                <a:gd name="connsiteX8" fmla="*/ 236691 w 236690"/>
                <a:gd name="connsiteY8" fmla="*/ 612319 h 652015"/>
                <a:gd name="connsiteX9" fmla="*/ 196994 w 236690"/>
                <a:gd name="connsiteY9" fmla="*/ 652016 h 65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690" h="652015">
                  <a:moveTo>
                    <a:pt x="196994" y="652016"/>
                  </a:moveTo>
                  <a:cubicBezTo>
                    <a:pt x="175070" y="652016"/>
                    <a:pt x="157298" y="634242"/>
                    <a:pt x="157298" y="612319"/>
                  </a:cubicBezTo>
                  <a:lnTo>
                    <a:pt x="157298" y="79393"/>
                  </a:ln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96994" y="0"/>
                  </a:lnTo>
                  <a:cubicBezTo>
                    <a:pt x="218918" y="0"/>
                    <a:pt x="236691" y="17773"/>
                    <a:pt x="236691" y="39697"/>
                  </a:cubicBezTo>
                  <a:lnTo>
                    <a:pt x="236691" y="612319"/>
                  </a:lnTo>
                  <a:cubicBezTo>
                    <a:pt x="236691" y="634242"/>
                    <a:pt x="218918" y="652016"/>
                    <a:pt x="196994" y="65201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F320278-9A3A-58E3-42D5-A57CF7651EE9}"/>
                </a:ext>
              </a:extLst>
            </p:cNvPr>
            <p:cNvSpPr/>
            <p:nvPr/>
          </p:nvSpPr>
          <p:spPr>
            <a:xfrm>
              <a:off x="4470171" y="2829977"/>
              <a:ext cx="436662" cy="436662"/>
            </a:xfrm>
            <a:custGeom>
              <a:avLst/>
              <a:gdLst>
                <a:gd name="connsiteX0" fmla="*/ 396966 w 436662"/>
                <a:gd name="connsiteY0" fmla="*/ 436662 h 436662"/>
                <a:gd name="connsiteX1" fmla="*/ 39697 w 436662"/>
                <a:gd name="connsiteY1" fmla="*/ 436662 h 436662"/>
                <a:gd name="connsiteX2" fmla="*/ 0 w 436662"/>
                <a:gd name="connsiteY2" fmla="*/ 396965 h 436662"/>
                <a:gd name="connsiteX3" fmla="*/ 0 w 436662"/>
                <a:gd name="connsiteY3" fmla="*/ 39697 h 436662"/>
                <a:gd name="connsiteX4" fmla="*/ 39697 w 436662"/>
                <a:gd name="connsiteY4" fmla="*/ 0 h 436662"/>
                <a:gd name="connsiteX5" fmla="*/ 396966 w 436662"/>
                <a:gd name="connsiteY5" fmla="*/ 0 h 436662"/>
                <a:gd name="connsiteX6" fmla="*/ 436663 w 436662"/>
                <a:gd name="connsiteY6" fmla="*/ 39697 h 436662"/>
                <a:gd name="connsiteX7" fmla="*/ 436663 w 436662"/>
                <a:gd name="connsiteY7" fmla="*/ 396965 h 436662"/>
                <a:gd name="connsiteX8" fmla="*/ 396966 w 436662"/>
                <a:gd name="connsiteY8" fmla="*/ 436662 h 436662"/>
                <a:gd name="connsiteX9" fmla="*/ 79393 w 436662"/>
                <a:gd name="connsiteY9" fmla="*/ 357269 h 436662"/>
                <a:gd name="connsiteX10" fmla="*/ 357269 w 436662"/>
                <a:gd name="connsiteY10" fmla="*/ 357269 h 436662"/>
                <a:gd name="connsiteX11" fmla="*/ 357269 w 436662"/>
                <a:gd name="connsiteY11" fmla="*/ 79393 h 436662"/>
                <a:gd name="connsiteX12" fmla="*/ 79393 w 436662"/>
                <a:gd name="connsiteY12" fmla="*/ 79393 h 43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6662" h="436662">
                  <a:moveTo>
                    <a:pt x="396966" y="436662"/>
                  </a:moveTo>
                  <a:lnTo>
                    <a:pt x="39697" y="436662"/>
                  </a:lnTo>
                  <a:cubicBezTo>
                    <a:pt x="17773" y="436662"/>
                    <a:pt x="0" y="418888"/>
                    <a:pt x="0" y="39696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66" y="0"/>
                  </a:lnTo>
                  <a:cubicBezTo>
                    <a:pt x="418888" y="0"/>
                    <a:pt x="436663" y="17773"/>
                    <a:pt x="436663" y="39697"/>
                  </a:cubicBezTo>
                  <a:lnTo>
                    <a:pt x="436663" y="396965"/>
                  </a:lnTo>
                  <a:cubicBezTo>
                    <a:pt x="436663" y="418888"/>
                    <a:pt x="418888" y="436662"/>
                    <a:pt x="396966" y="436662"/>
                  </a:cubicBezTo>
                  <a:close/>
                  <a:moveTo>
                    <a:pt x="79393" y="357269"/>
                  </a:moveTo>
                  <a:lnTo>
                    <a:pt x="357269" y="357269"/>
                  </a:lnTo>
                  <a:lnTo>
                    <a:pt x="357269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51AD0DCD-84AB-6E12-5CF2-B1C1B2C55991}"/>
                </a:ext>
              </a:extLst>
            </p:cNvPr>
            <p:cNvSpPr/>
            <p:nvPr/>
          </p:nvSpPr>
          <p:spPr>
            <a:xfrm>
              <a:off x="4504905" y="2646381"/>
              <a:ext cx="367193" cy="262989"/>
            </a:xfrm>
            <a:custGeom>
              <a:avLst/>
              <a:gdLst>
                <a:gd name="connsiteX0" fmla="*/ 327497 w 367193"/>
                <a:gd name="connsiteY0" fmla="*/ 262990 h 262989"/>
                <a:gd name="connsiteX1" fmla="*/ 287800 w 367193"/>
                <a:gd name="connsiteY1" fmla="*/ 223293 h 262989"/>
                <a:gd name="connsiteX2" fmla="*/ 287800 w 367193"/>
                <a:gd name="connsiteY2" fmla="*/ 79393 h 262989"/>
                <a:gd name="connsiteX3" fmla="*/ 79393 w 367193"/>
                <a:gd name="connsiteY3" fmla="*/ 79393 h 262989"/>
                <a:gd name="connsiteX4" fmla="*/ 79393 w 367193"/>
                <a:gd name="connsiteY4" fmla="*/ 223293 h 262989"/>
                <a:gd name="connsiteX5" fmla="*/ 39697 w 367193"/>
                <a:gd name="connsiteY5" fmla="*/ 262990 h 262989"/>
                <a:gd name="connsiteX6" fmla="*/ 0 w 367193"/>
                <a:gd name="connsiteY6" fmla="*/ 223293 h 262989"/>
                <a:gd name="connsiteX7" fmla="*/ 0 w 367193"/>
                <a:gd name="connsiteY7" fmla="*/ 39697 h 262989"/>
                <a:gd name="connsiteX8" fmla="*/ 39697 w 367193"/>
                <a:gd name="connsiteY8" fmla="*/ 0 h 262989"/>
                <a:gd name="connsiteX9" fmla="*/ 327497 w 367193"/>
                <a:gd name="connsiteY9" fmla="*/ 0 h 262989"/>
                <a:gd name="connsiteX10" fmla="*/ 367194 w 367193"/>
                <a:gd name="connsiteY10" fmla="*/ 39697 h 262989"/>
                <a:gd name="connsiteX11" fmla="*/ 367194 w 367193"/>
                <a:gd name="connsiteY11" fmla="*/ 223293 h 262989"/>
                <a:gd name="connsiteX12" fmla="*/ 327497 w 367193"/>
                <a:gd name="connsiteY12" fmla="*/ 262990 h 2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7193" h="262989">
                  <a:moveTo>
                    <a:pt x="327497" y="262990"/>
                  </a:moveTo>
                  <a:cubicBezTo>
                    <a:pt x="305574" y="262990"/>
                    <a:pt x="287800" y="245217"/>
                    <a:pt x="287800" y="223293"/>
                  </a:cubicBezTo>
                  <a:lnTo>
                    <a:pt x="287800" y="79393"/>
                  </a:lnTo>
                  <a:lnTo>
                    <a:pt x="79393" y="79393"/>
                  </a:lnTo>
                  <a:lnTo>
                    <a:pt x="79393" y="223293"/>
                  </a:lnTo>
                  <a:cubicBezTo>
                    <a:pt x="79393" y="245217"/>
                    <a:pt x="61621" y="262990"/>
                    <a:pt x="39697" y="262990"/>
                  </a:cubicBezTo>
                  <a:cubicBezTo>
                    <a:pt x="17773" y="262990"/>
                    <a:pt x="0" y="245217"/>
                    <a:pt x="0" y="22329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27497" y="0"/>
                  </a:lnTo>
                  <a:cubicBezTo>
                    <a:pt x="349419" y="0"/>
                    <a:pt x="367194" y="17773"/>
                    <a:pt x="367194" y="39697"/>
                  </a:cubicBezTo>
                  <a:lnTo>
                    <a:pt x="367194" y="223293"/>
                  </a:lnTo>
                  <a:cubicBezTo>
                    <a:pt x="367194" y="245217"/>
                    <a:pt x="349419" y="262990"/>
                    <a:pt x="327497" y="2629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860EF135-E771-A956-F308-264EA6F7FED0}"/>
                </a:ext>
              </a:extLst>
            </p:cNvPr>
            <p:cNvSpPr/>
            <p:nvPr/>
          </p:nvSpPr>
          <p:spPr>
            <a:xfrm>
              <a:off x="4648806" y="2646381"/>
              <a:ext cx="79393" cy="153824"/>
            </a:xfrm>
            <a:custGeom>
              <a:avLst/>
              <a:gdLst>
                <a:gd name="connsiteX0" fmla="*/ 39697 w 79393"/>
                <a:gd name="connsiteY0" fmla="*/ 153824 h 153824"/>
                <a:gd name="connsiteX1" fmla="*/ 0 w 79393"/>
                <a:gd name="connsiteY1" fmla="*/ 114128 h 153824"/>
                <a:gd name="connsiteX2" fmla="*/ 0 w 79393"/>
                <a:gd name="connsiteY2" fmla="*/ 39697 h 153824"/>
                <a:gd name="connsiteX3" fmla="*/ 39697 w 79393"/>
                <a:gd name="connsiteY3" fmla="*/ 0 h 153824"/>
                <a:gd name="connsiteX4" fmla="*/ 79393 w 79393"/>
                <a:gd name="connsiteY4" fmla="*/ 39697 h 153824"/>
                <a:gd name="connsiteX5" fmla="*/ 79393 w 79393"/>
                <a:gd name="connsiteY5" fmla="*/ 114128 h 153824"/>
                <a:gd name="connsiteX6" fmla="*/ 39697 w 79393"/>
                <a:gd name="connsiteY6" fmla="*/ 153824 h 153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53824">
                  <a:moveTo>
                    <a:pt x="39697" y="153824"/>
                  </a:moveTo>
                  <a:cubicBezTo>
                    <a:pt x="17774" y="153824"/>
                    <a:pt x="0" y="136051"/>
                    <a:pt x="0" y="11412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14128"/>
                  </a:lnTo>
                  <a:cubicBezTo>
                    <a:pt x="79393" y="136051"/>
                    <a:pt x="61619" y="153824"/>
                    <a:pt x="39697" y="15382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9A7A60E-79D1-945C-85A3-6C71970CB959}"/>
                </a:ext>
              </a:extLst>
            </p:cNvPr>
            <p:cNvSpPr/>
            <p:nvPr/>
          </p:nvSpPr>
          <p:spPr>
            <a:xfrm>
              <a:off x="4289899" y="3122739"/>
              <a:ext cx="238179" cy="238179"/>
            </a:xfrm>
            <a:custGeom>
              <a:avLst/>
              <a:gdLst>
                <a:gd name="connsiteX0" fmla="*/ 119090 w 238179"/>
                <a:gd name="connsiteY0" fmla="*/ 238179 h 238179"/>
                <a:gd name="connsiteX1" fmla="*/ 0 w 238179"/>
                <a:gd name="connsiteY1" fmla="*/ 119090 h 238179"/>
                <a:gd name="connsiteX2" fmla="*/ 119090 w 238179"/>
                <a:gd name="connsiteY2" fmla="*/ 0 h 238179"/>
                <a:gd name="connsiteX3" fmla="*/ 238180 w 238179"/>
                <a:gd name="connsiteY3" fmla="*/ 119090 h 238179"/>
                <a:gd name="connsiteX4" fmla="*/ 119090 w 238179"/>
                <a:gd name="connsiteY4" fmla="*/ 238179 h 238179"/>
                <a:gd name="connsiteX5" fmla="*/ 119090 w 238179"/>
                <a:gd name="connsiteY5" fmla="*/ 79393 h 238179"/>
                <a:gd name="connsiteX6" fmla="*/ 79393 w 238179"/>
                <a:gd name="connsiteY6" fmla="*/ 119090 h 238179"/>
                <a:gd name="connsiteX7" fmla="*/ 119090 w 238179"/>
                <a:gd name="connsiteY7" fmla="*/ 158786 h 238179"/>
                <a:gd name="connsiteX8" fmla="*/ 158786 w 238179"/>
                <a:gd name="connsiteY8" fmla="*/ 119090 h 238179"/>
                <a:gd name="connsiteX9" fmla="*/ 119090 w 238179"/>
                <a:gd name="connsiteY9" fmla="*/ 79393 h 23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179" h="238179">
                  <a:moveTo>
                    <a:pt x="119090" y="238179"/>
                  </a:moveTo>
                  <a:cubicBezTo>
                    <a:pt x="53318" y="238179"/>
                    <a:pt x="0" y="184862"/>
                    <a:pt x="0" y="119090"/>
                  </a:cubicBezTo>
                  <a:cubicBezTo>
                    <a:pt x="0" y="53317"/>
                    <a:pt x="53318" y="0"/>
                    <a:pt x="119090" y="0"/>
                  </a:cubicBezTo>
                  <a:cubicBezTo>
                    <a:pt x="184861" y="0"/>
                    <a:pt x="238180" y="53317"/>
                    <a:pt x="238180" y="119090"/>
                  </a:cubicBezTo>
                  <a:cubicBezTo>
                    <a:pt x="238180" y="184862"/>
                    <a:pt x="184861" y="238179"/>
                    <a:pt x="119090" y="238179"/>
                  </a:cubicBezTo>
                  <a:close/>
                  <a:moveTo>
                    <a:pt x="119090" y="79393"/>
                  </a:moveTo>
                  <a:cubicBezTo>
                    <a:pt x="97166" y="79393"/>
                    <a:pt x="79393" y="97167"/>
                    <a:pt x="79393" y="119090"/>
                  </a:cubicBezTo>
                  <a:cubicBezTo>
                    <a:pt x="79393" y="141012"/>
                    <a:pt x="97166" y="158786"/>
                    <a:pt x="119090" y="158786"/>
                  </a:cubicBezTo>
                  <a:cubicBezTo>
                    <a:pt x="141014" y="158786"/>
                    <a:pt x="158786" y="141012"/>
                    <a:pt x="158786" y="119090"/>
                  </a:cubicBezTo>
                  <a:cubicBezTo>
                    <a:pt x="158786" y="97167"/>
                    <a:pt x="141014" y="79393"/>
                    <a:pt x="11909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A5EC8D-A008-12F0-21EB-095DF8ACD2C2}"/>
                </a:ext>
              </a:extLst>
            </p:cNvPr>
            <p:cNvSpPr/>
            <p:nvPr/>
          </p:nvSpPr>
          <p:spPr>
            <a:xfrm>
              <a:off x="4650542" y="2943757"/>
              <a:ext cx="79939" cy="222002"/>
            </a:xfrm>
            <a:custGeom>
              <a:avLst/>
              <a:gdLst>
                <a:gd name="connsiteX0" fmla="*/ 39697 w 79939"/>
                <a:gd name="connsiteY0" fmla="*/ 222003 h 222002"/>
                <a:gd name="connsiteX1" fmla="*/ 39697 w 79939"/>
                <a:gd name="connsiteY1" fmla="*/ 222003 h 222002"/>
                <a:gd name="connsiteX2" fmla="*/ 0 w 79939"/>
                <a:gd name="connsiteY2" fmla="*/ 182306 h 222002"/>
                <a:gd name="connsiteX3" fmla="*/ 546 w 79939"/>
                <a:gd name="connsiteY3" fmla="*/ 39697 h 222002"/>
                <a:gd name="connsiteX4" fmla="*/ 40242 w 79939"/>
                <a:gd name="connsiteY4" fmla="*/ 0 h 222002"/>
                <a:gd name="connsiteX5" fmla="*/ 40242 w 79939"/>
                <a:gd name="connsiteY5" fmla="*/ 0 h 222002"/>
                <a:gd name="connsiteX6" fmla="*/ 79939 w 79939"/>
                <a:gd name="connsiteY6" fmla="*/ 39697 h 222002"/>
                <a:gd name="connsiteX7" fmla="*/ 79393 w 79939"/>
                <a:gd name="connsiteY7" fmla="*/ 182306 h 222002"/>
                <a:gd name="connsiteX8" fmla="*/ 39697 w 79939"/>
                <a:gd name="connsiteY8" fmla="*/ 222003 h 22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939" h="222002">
                  <a:moveTo>
                    <a:pt x="39697" y="222003"/>
                  </a:moveTo>
                  <a:lnTo>
                    <a:pt x="39697" y="222003"/>
                  </a:lnTo>
                  <a:cubicBezTo>
                    <a:pt x="17774" y="222003"/>
                    <a:pt x="0" y="204229"/>
                    <a:pt x="0" y="182306"/>
                  </a:cubicBezTo>
                  <a:lnTo>
                    <a:pt x="546" y="39697"/>
                  </a:lnTo>
                  <a:cubicBezTo>
                    <a:pt x="546" y="17773"/>
                    <a:pt x="18320" y="0"/>
                    <a:pt x="40242" y="0"/>
                  </a:cubicBezTo>
                  <a:lnTo>
                    <a:pt x="40242" y="0"/>
                  </a:lnTo>
                  <a:cubicBezTo>
                    <a:pt x="62165" y="0"/>
                    <a:pt x="79939" y="17773"/>
                    <a:pt x="79939" y="39697"/>
                  </a:cubicBezTo>
                  <a:lnTo>
                    <a:pt x="79393" y="182306"/>
                  </a:lnTo>
                  <a:cubicBezTo>
                    <a:pt x="79393" y="204229"/>
                    <a:pt x="61619" y="222003"/>
                    <a:pt x="39697" y="22200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7E1127A-1852-389A-E0E5-653A705EB86B}"/>
                </a:ext>
              </a:extLst>
            </p:cNvPr>
            <p:cNvSpPr/>
            <p:nvPr/>
          </p:nvSpPr>
          <p:spPr>
            <a:xfrm>
              <a:off x="4588336" y="2937456"/>
              <a:ext cx="204647" cy="143900"/>
            </a:xfrm>
            <a:custGeom>
              <a:avLst/>
              <a:gdLst>
                <a:gd name="connsiteX0" fmla="*/ 39728 w 204647"/>
                <a:gd name="connsiteY0" fmla="*/ 143900 h 143900"/>
                <a:gd name="connsiteX1" fmla="*/ 0 w 204647"/>
                <a:gd name="connsiteY1" fmla="*/ 104233 h 143900"/>
                <a:gd name="connsiteX2" fmla="*/ 11543 w 204647"/>
                <a:gd name="connsiteY2" fmla="*/ 76217 h 143900"/>
                <a:gd name="connsiteX3" fmla="*/ 75653 w 204647"/>
                <a:gd name="connsiteY3" fmla="*/ 11710 h 143900"/>
                <a:gd name="connsiteX4" fmla="*/ 103639 w 204647"/>
                <a:gd name="connsiteY4" fmla="*/ 0 h 143900"/>
                <a:gd name="connsiteX5" fmla="*/ 103639 w 204647"/>
                <a:gd name="connsiteY5" fmla="*/ 0 h 143900"/>
                <a:gd name="connsiteX6" fmla="*/ 131576 w 204647"/>
                <a:gd name="connsiteY6" fmla="*/ 11512 h 143900"/>
                <a:gd name="connsiteX7" fmla="*/ 192907 w 204647"/>
                <a:gd name="connsiteY7" fmla="*/ 72347 h 143900"/>
                <a:gd name="connsiteX8" fmla="*/ 193130 w 204647"/>
                <a:gd name="connsiteY8" fmla="*/ 128493 h 143900"/>
                <a:gd name="connsiteX9" fmla="*/ 136985 w 204647"/>
                <a:gd name="connsiteY9" fmla="*/ 128716 h 143900"/>
                <a:gd name="connsiteX10" fmla="*/ 103838 w 204647"/>
                <a:gd name="connsiteY10" fmla="*/ 95818 h 143900"/>
                <a:gd name="connsiteX11" fmla="*/ 67714 w 204647"/>
                <a:gd name="connsiteY11" fmla="*/ 132190 h 143900"/>
                <a:gd name="connsiteX12" fmla="*/ 39728 w 204647"/>
                <a:gd name="connsiteY12" fmla="*/ 143900 h 14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4647" h="143900">
                  <a:moveTo>
                    <a:pt x="39728" y="143900"/>
                  </a:moveTo>
                  <a:cubicBezTo>
                    <a:pt x="17804" y="143920"/>
                    <a:pt x="17" y="126161"/>
                    <a:pt x="0" y="104233"/>
                  </a:cubicBezTo>
                  <a:cubicBezTo>
                    <a:pt x="-8" y="93738"/>
                    <a:pt x="4142" y="83660"/>
                    <a:pt x="11543" y="76217"/>
                  </a:cubicBezTo>
                  <a:lnTo>
                    <a:pt x="75653" y="11710"/>
                  </a:lnTo>
                  <a:cubicBezTo>
                    <a:pt x="83062" y="4256"/>
                    <a:pt x="93130" y="44"/>
                    <a:pt x="103639" y="0"/>
                  </a:cubicBezTo>
                  <a:lnTo>
                    <a:pt x="103639" y="0"/>
                  </a:lnTo>
                  <a:cubicBezTo>
                    <a:pt x="114104" y="5"/>
                    <a:pt x="124148" y="4142"/>
                    <a:pt x="131576" y="11512"/>
                  </a:cubicBezTo>
                  <a:lnTo>
                    <a:pt x="192907" y="72347"/>
                  </a:lnTo>
                  <a:cubicBezTo>
                    <a:pt x="208473" y="87789"/>
                    <a:pt x="208572" y="112927"/>
                    <a:pt x="193130" y="128493"/>
                  </a:cubicBezTo>
                  <a:cubicBezTo>
                    <a:pt x="177688" y="144059"/>
                    <a:pt x="152551" y="144158"/>
                    <a:pt x="136985" y="128716"/>
                  </a:cubicBezTo>
                  <a:lnTo>
                    <a:pt x="103838" y="95818"/>
                  </a:lnTo>
                  <a:lnTo>
                    <a:pt x="67714" y="132190"/>
                  </a:lnTo>
                  <a:cubicBezTo>
                    <a:pt x="60306" y="139643"/>
                    <a:pt x="50238" y="143855"/>
                    <a:pt x="39728" y="14390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84397CE6-B7DA-7E2F-0DAA-5C6EE89F8469}"/>
              </a:ext>
            </a:extLst>
          </p:cNvPr>
          <p:cNvGrpSpPr/>
          <p:nvPr/>
        </p:nvGrpSpPr>
        <p:grpSpPr>
          <a:xfrm>
            <a:off x="5465442" y="2563018"/>
            <a:ext cx="824051" cy="784998"/>
            <a:chOff x="5465442" y="2563018"/>
            <a:chExt cx="824051" cy="784998"/>
          </a:xfrm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EA8655C-1001-6164-D9A2-AC43A6215075}"/>
                </a:ext>
              </a:extLst>
            </p:cNvPr>
            <p:cNvSpPr/>
            <p:nvPr/>
          </p:nvSpPr>
          <p:spPr>
            <a:xfrm>
              <a:off x="5547316" y="2661862"/>
              <a:ext cx="669985" cy="298953"/>
            </a:xfrm>
            <a:custGeom>
              <a:avLst/>
              <a:gdLst>
                <a:gd name="connsiteX0" fmla="*/ 336429 w 669985"/>
                <a:gd name="connsiteY0" fmla="*/ 298915 h 298953"/>
                <a:gd name="connsiteX1" fmla="*/ 112738 w 669985"/>
                <a:gd name="connsiteY1" fmla="*/ 264181 h 298953"/>
                <a:gd name="connsiteX2" fmla="*/ 0 w 669985"/>
                <a:gd name="connsiteY2" fmla="*/ 149507 h 298953"/>
                <a:gd name="connsiteX3" fmla="*/ 112887 w 669985"/>
                <a:gd name="connsiteY3" fmla="*/ 34734 h 298953"/>
                <a:gd name="connsiteX4" fmla="*/ 336578 w 669985"/>
                <a:gd name="connsiteY4" fmla="*/ 0 h 298953"/>
                <a:gd name="connsiteX5" fmla="*/ 601800 w 669985"/>
                <a:gd name="connsiteY5" fmla="*/ 53243 h 298953"/>
                <a:gd name="connsiteX6" fmla="*/ 666307 w 669985"/>
                <a:gd name="connsiteY6" fmla="*/ 116757 h 298953"/>
                <a:gd name="connsiteX7" fmla="*/ 646950 w 669985"/>
                <a:gd name="connsiteY7" fmla="*/ 169454 h 298953"/>
                <a:gd name="connsiteX8" fmla="*/ 594253 w 669985"/>
                <a:gd name="connsiteY8" fmla="*/ 150095 h 298953"/>
                <a:gd name="connsiteX9" fmla="*/ 593266 w 669985"/>
                <a:gd name="connsiteY9" fmla="*/ 147770 h 298953"/>
                <a:gd name="connsiteX10" fmla="*/ 563493 w 669985"/>
                <a:gd name="connsiteY10" fmla="*/ 122960 h 298953"/>
                <a:gd name="connsiteX11" fmla="*/ 336379 w 669985"/>
                <a:gd name="connsiteY11" fmla="*/ 79443 h 298953"/>
                <a:gd name="connsiteX12" fmla="*/ 140228 w 669985"/>
                <a:gd name="connsiteY12" fmla="*/ 109215 h 298953"/>
                <a:gd name="connsiteX13" fmla="*/ 79393 w 669985"/>
                <a:gd name="connsiteY13" fmla="*/ 149507 h 298953"/>
                <a:gd name="connsiteX14" fmla="*/ 140427 w 669985"/>
                <a:gd name="connsiteY14" fmla="*/ 189849 h 298953"/>
                <a:gd name="connsiteX15" fmla="*/ 336578 w 669985"/>
                <a:gd name="connsiteY15" fmla="*/ 219621 h 298953"/>
                <a:gd name="connsiteX16" fmla="*/ 505784 w 669985"/>
                <a:gd name="connsiteY16" fmla="*/ 198681 h 298953"/>
                <a:gd name="connsiteX17" fmla="*/ 554785 w 669985"/>
                <a:gd name="connsiteY17" fmla="*/ 226097 h 298953"/>
                <a:gd name="connsiteX18" fmla="*/ 527369 w 669985"/>
                <a:gd name="connsiteY18" fmla="*/ 275097 h 298953"/>
                <a:gd name="connsiteX19" fmla="*/ 336429 w 669985"/>
                <a:gd name="connsiteY19" fmla="*/ 298915 h 298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69985" h="298953">
                  <a:moveTo>
                    <a:pt x="336429" y="298915"/>
                  </a:moveTo>
                  <a:cubicBezTo>
                    <a:pt x="252570" y="298915"/>
                    <a:pt x="173127" y="286659"/>
                    <a:pt x="112738" y="264181"/>
                  </a:cubicBezTo>
                  <a:cubicBezTo>
                    <a:pt x="19451" y="229843"/>
                    <a:pt x="0" y="182852"/>
                    <a:pt x="0" y="149507"/>
                  </a:cubicBezTo>
                  <a:cubicBezTo>
                    <a:pt x="0" y="116162"/>
                    <a:pt x="19848" y="69171"/>
                    <a:pt x="112887" y="34734"/>
                  </a:cubicBezTo>
                  <a:cubicBezTo>
                    <a:pt x="173276" y="12405"/>
                    <a:pt x="252718" y="0"/>
                    <a:pt x="336578" y="0"/>
                  </a:cubicBezTo>
                  <a:cubicBezTo>
                    <a:pt x="443262" y="0"/>
                    <a:pt x="540023" y="19402"/>
                    <a:pt x="601800" y="53243"/>
                  </a:cubicBezTo>
                  <a:cubicBezTo>
                    <a:pt x="634302" y="71057"/>
                    <a:pt x="656036" y="92394"/>
                    <a:pt x="666307" y="116757"/>
                  </a:cubicBezTo>
                  <a:cubicBezTo>
                    <a:pt x="675512" y="136655"/>
                    <a:pt x="666848" y="160248"/>
                    <a:pt x="646950" y="169454"/>
                  </a:cubicBezTo>
                  <a:cubicBezTo>
                    <a:pt x="627052" y="178660"/>
                    <a:pt x="603458" y="169993"/>
                    <a:pt x="594253" y="150095"/>
                  </a:cubicBezTo>
                  <a:cubicBezTo>
                    <a:pt x="593901" y="149331"/>
                    <a:pt x="593568" y="148555"/>
                    <a:pt x="593266" y="147770"/>
                  </a:cubicBezTo>
                  <a:cubicBezTo>
                    <a:pt x="590933" y="142312"/>
                    <a:pt x="581952" y="132884"/>
                    <a:pt x="563493" y="122960"/>
                  </a:cubicBezTo>
                  <a:cubicBezTo>
                    <a:pt x="514468" y="96115"/>
                    <a:pt x="427433" y="79443"/>
                    <a:pt x="336379" y="79443"/>
                  </a:cubicBezTo>
                  <a:cubicBezTo>
                    <a:pt x="262742" y="79443"/>
                    <a:pt x="191238" y="90260"/>
                    <a:pt x="140228" y="109215"/>
                  </a:cubicBezTo>
                  <a:cubicBezTo>
                    <a:pt x="93734" y="126384"/>
                    <a:pt x="79393" y="144793"/>
                    <a:pt x="79393" y="149507"/>
                  </a:cubicBezTo>
                  <a:cubicBezTo>
                    <a:pt x="79393" y="154221"/>
                    <a:pt x="93882" y="172680"/>
                    <a:pt x="140427" y="189849"/>
                  </a:cubicBezTo>
                  <a:cubicBezTo>
                    <a:pt x="191437" y="208705"/>
                    <a:pt x="262940" y="219621"/>
                    <a:pt x="336578" y="219621"/>
                  </a:cubicBezTo>
                  <a:cubicBezTo>
                    <a:pt x="393661" y="220256"/>
                    <a:pt x="450576" y="213214"/>
                    <a:pt x="505784" y="198681"/>
                  </a:cubicBezTo>
                  <a:cubicBezTo>
                    <a:pt x="526888" y="192721"/>
                    <a:pt x="548825" y="204995"/>
                    <a:pt x="554785" y="226097"/>
                  </a:cubicBezTo>
                  <a:cubicBezTo>
                    <a:pt x="560744" y="247198"/>
                    <a:pt x="548473" y="269137"/>
                    <a:pt x="527369" y="275097"/>
                  </a:cubicBezTo>
                  <a:cubicBezTo>
                    <a:pt x="465080" y="291570"/>
                    <a:pt x="400856" y="299582"/>
                    <a:pt x="336429" y="29891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BB79918C-9A1F-7F69-D849-E57213FDF024}"/>
                </a:ext>
              </a:extLst>
            </p:cNvPr>
            <p:cNvSpPr/>
            <p:nvPr/>
          </p:nvSpPr>
          <p:spPr>
            <a:xfrm>
              <a:off x="5609297" y="2980377"/>
              <a:ext cx="611025" cy="268696"/>
            </a:xfrm>
            <a:custGeom>
              <a:avLst/>
              <a:gdLst>
                <a:gd name="connsiteX0" fmla="*/ 274448 w 611025"/>
                <a:gd name="connsiteY0" fmla="*/ 268696 h 268696"/>
                <a:gd name="connsiteX1" fmla="*/ 24607 w 611025"/>
                <a:gd name="connsiteY1" fmla="*/ 228999 h 268696"/>
                <a:gd name="connsiteX2" fmla="*/ 2998 w 611025"/>
                <a:gd name="connsiteY2" fmla="*/ 177171 h 268696"/>
                <a:gd name="connsiteX3" fmla="*/ 54826 w 611025"/>
                <a:gd name="connsiteY3" fmla="*/ 155561 h 268696"/>
                <a:gd name="connsiteX4" fmla="*/ 274448 w 611025"/>
                <a:gd name="connsiteY4" fmla="*/ 189303 h 268696"/>
                <a:gd name="connsiteX5" fmla="*/ 530292 w 611025"/>
                <a:gd name="connsiteY5" fmla="*/ 134323 h 268696"/>
                <a:gd name="connsiteX6" fmla="*/ 274448 w 611025"/>
                <a:gd name="connsiteY6" fmla="*/ 79393 h 268696"/>
                <a:gd name="connsiteX7" fmla="*/ 81721 w 611025"/>
                <a:gd name="connsiteY7" fmla="*/ 103608 h 268696"/>
                <a:gd name="connsiteX8" fmla="*/ 31429 w 611025"/>
                <a:gd name="connsiteY8" fmla="*/ 78659 h 268696"/>
                <a:gd name="connsiteX9" fmla="*/ 56376 w 611025"/>
                <a:gd name="connsiteY9" fmla="*/ 28369 h 268696"/>
                <a:gd name="connsiteX10" fmla="*/ 58796 w 611025"/>
                <a:gd name="connsiteY10" fmla="*/ 27639 h 268696"/>
                <a:gd name="connsiteX11" fmla="*/ 274448 w 611025"/>
                <a:gd name="connsiteY11" fmla="*/ 0 h 268696"/>
                <a:gd name="connsiteX12" fmla="*/ 496401 w 611025"/>
                <a:gd name="connsiteY12" fmla="*/ 29772 h 268696"/>
                <a:gd name="connsiteX13" fmla="*/ 611025 w 611025"/>
                <a:gd name="connsiteY13" fmla="*/ 134522 h 268696"/>
                <a:gd name="connsiteX14" fmla="*/ 496401 w 611025"/>
                <a:gd name="connsiteY14" fmla="*/ 239271 h 268696"/>
                <a:gd name="connsiteX15" fmla="*/ 274448 w 611025"/>
                <a:gd name="connsiteY15" fmla="*/ 268696 h 268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1025" h="268696">
                  <a:moveTo>
                    <a:pt x="274448" y="268696"/>
                  </a:moveTo>
                  <a:cubicBezTo>
                    <a:pt x="176993" y="268696"/>
                    <a:pt x="85889" y="254207"/>
                    <a:pt x="24607" y="228999"/>
                  </a:cubicBezTo>
                  <a:cubicBezTo>
                    <a:pt x="4328" y="220653"/>
                    <a:pt x="-5347" y="197451"/>
                    <a:pt x="2998" y="177171"/>
                  </a:cubicBezTo>
                  <a:cubicBezTo>
                    <a:pt x="11342" y="156891"/>
                    <a:pt x="34547" y="147215"/>
                    <a:pt x="54826" y="155561"/>
                  </a:cubicBezTo>
                  <a:cubicBezTo>
                    <a:pt x="106134" y="176699"/>
                    <a:pt x="188257" y="189303"/>
                    <a:pt x="274448" y="189303"/>
                  </a:cubicBezTo>
                  <a:cubicBezTo>
                    <a:pt x="430009" y="189303"/>
                    <a:pt x="515108" y="152584"/>
                    <a:pt x="530292" y="134323"/>
                  </a:cubicBezTo>
                  <a:cubicBezTo>
                    <a:pt x="515108" y="116112"/>
                    <a:pt x="430009" y="79393"/>
                    <a:pt x="274448" y="79393"/>
                  </a:cubicBezTo>
                  <a:cubicBezTo>
                    <a:pt x="201952" y="79393"/>
                    <a:pt x="133475" y="87977"/>
                    <a:pt x="81721" y="103608"/>
                  </a:cubicBezTo>
                  <a:cubicBezTo>
                    <a:pt x="60944" y="110605"/>
                    <a:pt x="38428" y="99440"/>
                    <a:pt x="31429" y="78659"/>
                  </a:cubicBezTo>
                  <a:cubicBezTo>
                    <a:pt x="24430" y="57883"/>
                    <a:pt x="35599" y="35368"/>
                    <a:pt x="56376" y="28369"/>
                  </a:cubicBezTo>
                  <a:cubicBezTo>
                    <a:pt x="57175" y="28100"/>
                    <a:pt x="57982" y="27857"/>
                    <a:pt x="58796" y="27639"/>
                  </a:cubicBezTo>
                  <a:cubicBezTo>
                    <a:pt x="117746" y="9775"/>
                    <a:pt x="194360" y="0"/>
                    <a:pt x="274448" y="0"/>
                  </a:cubicBezTo>
                  <a:cubicBezTo>
                    <a:pt x="357711" y="0"/>
                    <a:pt x="436559" y="10470"/>
                    <a:pt x="496401" y="29772"/>
                  </a:cubicBezTo>
                  <a:cubicBezTo>
                    <a:pt x="591127" y="59991"/>
                    <a:pt x="611025" y="103409"/>
                    <a:pt x="611025" y="134522"/>
                  </a:cubicBezTo>
                  <a:cubicBezTo>
                    <a:pt x="611025" y="165634"/>
                    <a:pt x="591177" y="208953"/>
                    <a:pt x="496401" y="239271"/>
                  </a:cubicBezTo>
                  <a:cubicBezTo>
                    <a:pt x="436559" y="258176"/>
                    <a:pt x="357711" y="268696"/>
                    <a:pt x="274448" y="26869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DA1C5C2-1349-7AA3-1F51-BCF11BF4D1A8}"/>
                </a:ext>
              </a:extLst>
            </p:cNvPr>
            <p:cNvSpPr/>
            <p:nvPr/>
          </p:nvSpPr>
          <p:spPr>
            <a:xfrm>
              <a:off x="5684865" y="2563018"/>
              <a:ext cx="410661" cy="178336"/>
            </a:xfrm>
            <a:custGeom>
              <a:avLst/>
              <a:gdLst>
                <a:gd name="connsiteX0" fmla="*/ 205331 w 410661"/>
                <a:gd name="connsiteY0" fmla="*/ 178337 h 178336"/>
                <a:gd name="connsiteX1" fmla="*/ 76863 w 410661"/>
                <a:gd name="connsiteY1" fmla="*/ 162210 h 178336"/>
                <a:gd name="connsiteX2" fmla="*/ 0 w 410661"/>
                <a:gd name="connsiteY2" fmla="*/ 89168 h 178336"/>
                <a:gd name="connsiteX3" fmla="*/ 76863 w 410661"/>
                <a:gd name="connsiteY3" fmla="*/ 16176 h 178336"/>
                <a:gd name="connsiteX4" fmla="*/ 205331 w 410661"/>
                <a:gd name="connsiteY4" fmla="*/ 0 h 178336"/>
                <a:gd name="connsiteX5" fmla="*/ 333848 w 410661"/>
                <a:gd name="connsiteY5" fmla="*/ 16176 h 178336"/>
                <a:gd name="connsiteX6" fmla="*/ 410661 w 410661"/>
                <a:gd name="connsiteY6" fmla="*/ 89168 h 178336"/>
                <a:gd name="connsiteX7" fmla="*/ 333848 w 410661"/>
                <a:gd name="connsiteY7" fmla="*/ 162210 h 178336"/>
                <a:gd name="connsiteX8" fmla="*/ 205331 w 410661"/>
                <a:gd name="connsiteY8" fmla="*/ 178337 h 178336"/>
                <a:gd name="connsiteX9" fmla="*/ 336032 w 410661"/>
                <a:gd name="connsiteY9" fmla="*/ 103112 h 178336"/>
                <a:gd name="connsiteX10" fmla="*/ 336032 w 410661"/>
                <a:gd name="connsiteY10" fmla="*/ 103112 h 178336"/>
                <a:gd name="connsiteX11" fmla="*/ 110853 w 410661"/>
                <a:gd name="connsiteY11" fmla="*/ 89168 h 178336"/>
                <a:gd name="connsiteX12" fmla="*/ 205132 w 410661"/>
                <a:gd name="connsiteY12" fmla="*/ 99093 h 178336"/>
                <a:gd name="connsiteX13" fmla="*/ 299412 w 410661"/>
                <a:gd name="connsiteY13" fmla="*/ 89168 h 178336"/>
                <a:gd name="connsiteX14" fmla="*/ 205132 w 410661"/>
                <a:gd name="connsiteY14" fmla="*/ 79244 h 178336"/>
                <a:gd name="connsiteX15" fmla="*/ 110853 w 410661"/>
                <a:gd name="connsiteY15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661" h="178336">
                  <a:moveTo>
                    <a:pt x="205331" y="178337"/>
                  </a:moveTo>
                  <a:cubicBezTo>
                    <a:pt x="157347" y="178337"/>
                    <a:pt x="111696" y="172630"/>
                    <a:pt x="76863" y="162210"/>
                  </a:cubicBezTo>
                  <a:cubicBezTo>
                    <a:pt x="13348" y="143255"/>
                    <a:pt x="0" y="112143"/>
                    <a:pt x="0" y="89168"/>
                  </a:cubicBezTo>
                  <a:cubicBezTo>
                    <a:pt x="0" y="66194"/>
                    <a:pt x="13348" y="35131"/>
                    <a:pt x="76863" y="16176"/>
                  </a:cubicBezTo>
                  <a:cubicBezTo>
                    <a:pt x="111597" y="5756"/>
                    <a:pt x="157347" y="0"/>
                    <a:pt x="205331" y="0"/>
                  </a:cubicBezTo>
                  <a:cubicBezTo>
                    <a:pt x="253314" y="0"/>
                    <a:pt x="299114" y="5756"/>
                    <a:pt x="333848" y="16176"/>
                  </a:cubicBezTo>
                  <a:cubicBezTo>
                    <a:pt x="397363" y="35131"/>
                    <a:pt x="410661" y="66343"/>
                    <a:pt x="410661" y="89168"/>
                  </a:cubicBezTo>
                  <a:cubicBezTo>
                    <a:pt x="410661" y="111994"/>
                    <a:pt x="397363" y="143255"/>
                    <a:pt x="333848" y="162210"/>
                  </a:cubicBezTo>
                  <a:cubicBezTo>
                    <a:pt x="299114" y="172630"/>
                    <a:pt x="253314" y="178337"/>
                    <a:pt x="205331" y="178337"/>
                  </a:cubicBezTo>
                  <a:close/>
                  <a:moveTo>
                    <a:pt x="336032" y="103112"/>
                  </a:moveTo>
                  <a:lnTo>
                    <a:pt x="336032" y="103112"/>
                  </a:lnTo>
                  <a:close/>
                  <a:moveTo>
                    <a:pt x="110853" y="89168"/>
                  </a:moveTo>
                  <a:cubicBezTo>
                    <a:pt x="141797" y="96070"/>
                    <a:pt x="173429" y="99399"/>
                    <a:pt x="205132" y="99093"/>
                  </a:cubicBezTo>
                  <a:cubicBezTo>
                    <a:pt x="236835" y="99399"/>
                    <a:pt x="268468" y="96070"/>
                    <a:pt x="299412" y="89168"/>
                  </a:cubicBezTo>
                  <a:cubicBezTo>
                    <a:pt x="268463" y="82291"/>
                    <a:pt x="236833" y="78962"/>
                    <a:pt x="205132" y="79244"/>
                  </a:cubicBezTo>
                  <a:cubicBezTo>
                    <a:pt x="173431" y="78962"/>
                    <a:pt x="141801" y="82291"/>
                    <a:pt x="110853" y="891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53A59501-EFE7-EC07-9778-C68EDE84D910}"/>
                </a:ext>
              </a:extLst>
            </p:cNvPr>
            <p:cNvSpPr/>
            <p:nvPr/>
          </p:nvSpPr>
          <p:spPr>
            <a:xfrm>
              <a:off x="5684865" y="3169680"/>
              <a:ext cx="410710" cy="178336"/>
            </a:xfrm>
            <a:custGeom>
              <a:avLst/>
              <a:gdLst>
                <a:gd name="connsiteX0" fmla="*/ 205331 w 410710"/>
                <a:gd name="connsiteY0" fmla="*/ 178337 h 178336"/>
                <a:gd name="connsiteX1" fmla="*/ 76863 w 410710"/>
                <a:gd name="connsiteY1" fmla="*/ 162160 h 178336"/>
                <a:gd name="connsiteX2" fmla="*/ 0 w 410710"/>
                <a:gd name="connsiteY2" fmla="*/ 89168 h 178336"/>
                <a:gd name="connsiteX3" fmla="*/ 76863 w 410710"/>
                <a:gd name="connsiteY3" fmla="*/ 16127 h 178336"/>
                <a:gd name="connsiteX4" fmla="*/ 205331 w 410710"/>
                <a:gd name="connsiteY4" fmla="*/ 0 h 178336"/>
                <a:gd name="connsiteX5" fmla="*/ 333848 w 410710"/>
                <a:gd name="connsiteY5" fmla="*/ 16127 h 178336"/>
                <a:gd name="connsiteX6" fmla="*/ 410711 w 410710"/>
                <a:gd name="connsiteY6" fmla="*/ 89168 h 178336"/>
                <a:gd name="connsiteX7" fmla="*/ 333848 w 410710"/>
                <a:gd name="connsiteY7" fmla="*/ 162160 h 178336"/>
                <a:gd name="connsiteX8" fmla="*/ 205331 w 410710"/>
                <a:gd name="connsiteY8" fmla="*/ 178337 h 178336"/>
                <a:gd name="connsiteX9" fmla="*/ 336032 w 410710"/>
                <a:gd name="connsiteY9" fmla="*/ 103062 h 178336"/>
                <a:gd name="connsiteX10" fmla="*/ 336032 w 410710"/>
                <a:gd name="connsiteY10" fmla="*/ 103062 h 178336"/>
                <a:gd name="connsiteX11" fmla="*/ 110853 w 410710"/>
                <a:gd name="connsiteY11" fmla="*/ 89168 h 178336"/>
                <a:gd name="connsiteX12" fmla="*/ 205132 w 410710"/>
                <a:gd name="connsiteY12" fmla="*/ 99093 h 178336"/>
                <a:gd name="connsiteX13" fmla="*/ 299412 w 410710"/>
                <a:gd name="connsiteY13" fmla="*/ 89168 h 178336"/>
                <a:gd name="connsiteX14" fmla="*/ 205132 w 410710"/>
                <a:gd name="connsiteY14" fmla="*/ 79244 h 178336"/>
                <a:gd name="connsiteX15" fmla="*/ 110853 w 410710"/>
                <a:gd name="connsiteY15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710" h="178336">
                  <a:moveTo>
                    <a:pt x="205331" y="178337"/>
                  </a:moveTo>
                  <a:cubicBezTo>
                    <a:pt x="157347" y="178337"/>
                    <a:pt x="111696" y="172581"/>
                    <a:pt x="76863" y="162160"/>
                  </a:cubicBezTo>
                  <a:cubicBezTo>
                    <a:pt x="13348" y="143205"/>
                    <a:pt x="0" y="111994"/>
                    <a:pt x="0" y="89168"/>
                  </a:cubicBezTo>
                  <a:cubicBezTo>
                    <a:pt x="0" y="66343"/>
                    <a:pt x="13348" y="35082"/>
                    <a:pt x="76863" y="16127"/>
                  </a:cubicBezTo>
                  <a:cubicBezTo>
                    <a:pt x="111597" y="5706"/>
                    <a:pt x="157347" y="0"/>
                    <a:pt x="205331" y="0"/>
                  </a:cubicBezTo>
                  <a:cubicBezTo>
                    <a:pt x="253314" y="0"/>
                    <a:pt x="299114" y="5706"/>
                    <a:pt x="333848" y="16127"/>
                  </a:cubicBezTo>
                  <a:cubicBezTo>
                    <a:pt x="397413" y="35082"/>
                    <a:pt x="410711" y="66293"/>
                    <a:pt x="410711" y="89168"/>
                  </a:cubicBezTo>
                  <a:cubicBezTo>
                    <a:pt x="410711" y="112044"/>
                    <a:pt x="397363" y="143205"/>
                    <a:pt x="333848" y="162160"/>
                  </a:cubicBezTo>
                  <a:cubicBezTo>
                    <a:pt x="299114" y="172581"/>
                    <a:pt x="253314" y="178337"/>
                    <a:pt x="205331" y="178337"/>
                  </a:cubicBezTo>
                  <a:close/>
                  <a:moveTo>
                    <a:pt x="336032" y="103062"/>
                  </a:moveTo>
                  <a:lnTo>
                    <a:pt x="336032" y="103062"/>
                  </a:lnTo>
                  <a:close/>
                  <a:moveTo>
                    <a:pt x="110853" y="89168"/>
                  </a:moveTo>
                  <a:cubicBezTo>
                    <a:pt x="141801" y="96046"/>
                    <a:pt x="173431" y="99375"/>
                    <a:pt x="205132" y="99093"/>
                  </a:cubicBezTo>
                  <a:cubicBezTo>
                    <a:pt x="236833" y="99375"/>
                    <a:pt x="268463" y="96046"/>
                    <a:pt x="299412" y="89168"/>
                  </a:cubicBezTo>
                  <a:cubicBezTo>
                    <a:pt x="268468" y="82266"/>
                    <a:pt x="236835" y="78937"/>
                    <a:pt x="205132" y="79244"/>
                  </a:cubicBezTo>
                  <a:cubicBezTo>
                    <a:pt x="173429" y="78937"/>
                    <a:pt x="141797" y="82266"/>
                    <a:pt x="110853" y="891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7636C7B-A43C-992D-E554-9153919FA471}"/>
                </a:ext>
              </a:extLst>
            </p:cNvPr>
            <p:cNvSpPr/>
            <p:nvPr/>
          </p:nvSpPr>
          <p:spPr>
            <a:xfrm>
              <a:off x="5465442" y="2791066"/>
              <a:ext cx="619431" cy="301653"/>
            </a:xfrm>
            <a:custGeom>
              <a:avLst/>
              <a:gdLst>
                <a:gd name="connsiteX0" fmla="*/ 111200 w 619431"/>
                <a:gd name="connsiteY0" fmla="*/ 301653 h 301653"/>
                <a:gd name="connsiteX1" fmla="*/ 93089 w 619431"/>
                <a:gd name="connsiteY1" fmla="*/ 297286 h 301653"/>
                <a:gd name="connsiteX2" fmla="*/ 0 w 619431"/>
                <a:gd name="connsiteY2" fmla="*/ 179537 h 301653"/>
                <a:gd name="connsiteX3" fmla="*/ 134720 w 619431"/>
                <a:gd name="connsiteY3" fmla="*/ 43477 h 301653"/>
                <a:gd name="connsiteX4" fmla="*/ 411852 w 619431"/>
                <a:gd name="connsiteY4" fmla="*/ 9 h 301653"/>
                <a:gd name="connsiteX5" fmla="*/ 587162 w 619431"/>
                <a:gd name="connsiteY5" fmla="*/ 15689 h 301653"/>
                <a:gd name="connsiteX6" fmla="*/ 618721 w 619431"/>
                <a:gd name="connsiteY6" fmla="*/ 62134 h 301653"/>
                <a:gd name="connsiteX7" fmla="*/ 572276 w 619431"/>
                <a:gd name="connsiteY7" fmla="*/ 93693 h 301653"/>
                <a:gd name="connsiteX8" fmla="*/ 411852 w 619431"/>
                <a:gd name="connsiteY8" fmla="*/ 79402 h 301653"/>
                <a:gd name="connsiteX9" fmla="*/ 79393 w 619431"/>
                <a:gd name="connsiteY9" fmla="*/ 179537 h 301653"/>
                <a:gd name="connsiteX10" fmla="*/ 129411 w 619431"/>
                <a:gd name="connsiteY10" fmla="*/ 226676 h 301653"/>
                <a:gd name="connsiteX11" fmla="*/ 146495 w 619431"/>
                <a:gd name="connsiteY11" fmla="*/ 280152 h 301653"/>
                <a:gd name="connsiteX12" fmla="*/ 111200 w 619431"/>
                <a:gd name="connsiteY12" fmla="*/ 301653 h 30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431" h="301653">
                  <a:moveTo>
                    <a:pt x="111200" y="301653"/>
                  </a:moveTo>
                  <a:cubicBezTo>
                    <a:pt x="104902" y="301653"/>
                    <a:pt x="98694" y="300160"/>
                    <a:pt x="93089" y="297286"/>
                  </a:cubicBezTo>
                  <a:cubicBezTo>
                    <a:pt x="16176" y="257739"/>
                    <a:pt x="0" y="211592"/>
                    <a:pt x="0" y="179537"/>
                  </a:cubicBezTo>
                  <a:cubicBezTo>
                    <a:pt x="0" y="140535"/>
                    <a:pt x="23371" y="85257"/>
                    <a:pt x="134720" y="43477"/>
                  </a:cubicBezTo>
                  <a:cubicBezTo>
                    <a:pt x="209400" y="15441"/>
                    <a:pt x="307797" y="9"/>
                    <a:pt x="411852" y="9"/>
                  </a:cubicBezTo>
                  <a:cubicBezTo>
                    <a:pt x="470650" y="-248"/>
                    <a:pt x="529344" y="5002"/>
                    <a:pt x="587162" y="15689"/>
                  </a:cubicBezTo>
                  <a:cubicBezTo>
                    <a:pt x="608703" y="19800"/>
                    <a:pt x="622830" y="40594"/>
                    <a:pt x="618721" y="62134"/>
                  </a:cubicBezTo>
                  <a:cubicBezTo>
                    <a:pt x="614612" y="83674"/>
                    <a:pt x="593816" y="97803"/>
                    <a:pt x="572276" y="93693"/>
                  </a:cubicBezTo>
                  <a:cubicBezTo>
                    <a:pt x="519356" y="83995"/>
                    <a:pt x="465653" y="79211"/>
                    <a:pt x="411852" y="79402"/>
                  </a:cubicBezTo>
                  <a:cubicBezTo>
                    <a:pt x="196746" y="79402"/>
                    <a:pt x="79393" y="145546"/>
                    <a:pt x="79393" y="179537"/>
                  </a:cubicBezTo>
                  <a:cubicBezTo>
                    <a:pt x="79393" y="189461"/>
                    <a:pt x="92493" y="207672"/>
                    <a:pt x="129411" y="226676"/>
                  </a:cubicBezTo>
                  <a:cubicBezTo>
                    <a:pt x="148895" y="236724"/>
                    <a:pt x="156545" y="260666"/>
                    <a:pt x="146495" y="280152"/>
                  </a:cubicBezTo>
                  <a:cubicBezTo>
                    <a:pt x="139682" y="293361"/>
                    <a:pt x="126062" y="301658"/>
                    <a:pt x="111200" y="3016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1021A6C0-9B76-FDA0-4034-113A44C58B73}"/>
                </a:ext>
              </a:extLst>
            </p:cNvPr>
            <p:cNvSpPr/>
            <p:nvPr/>
          </p:nvSpPr>
          <p:spPr>
            <a:xfrm>
              <a:off x="5665863" y="2856636"/>
              <a:ext cx="623630" cy="293452"/>
            </a:xfrm>
            <a:custGeom>
              <a:avLst/>
              <a:gdLst>
                <a:gd name="connsiteX0" fmla="*/ 211431 w 623630"/>
                <a:gd name="connsiteY0" fmla="*/ 293444 h 293452"/>
                <a:gd name="connsiteX1" fmla="*/ 32797 w 623630"/>
                <a:gd name="connsiteY1" fmla="*/ 277069 h 293452"/>
                <a:gd name="connsiteX2" fmla="*/ 612 w 623630"/>
                <a:gd name="connsiteY2" fmla="*/ 231071 h 293452"/>
                <a:gd name="connsiteX3" fmla="*/ 46610 w 623630"/>
                <a:gd name="connsiteY3" fmla="*/ 198887 h 293452"/>
                <a:gd name="connsiteX4" fmla="*/ 48030 w 623630"/>
                <a:gd name="connsiteY4" fmla="*/ 199165 h 293452"/>
                <a:gd name="connsiteX5" fmla="*/ 211779 w 623630"/>
                <a:gd name="connsiteY5" fmla="*/ 214051 h 293452"/>
                <a:gd name="connsiteX6" fmla="*/ 544238 w 623630"/>
                <a:gd name="connsiteY6" fmla="*/ 113966 h 293452"/>
                <a:gd name="connsiteX7" fmla="*/ 506873 w 623630"/>
                <a:gd name="connsiteY7" fmla="*/ 73773 h 293452"/>
                <a:gd name="connsiteX8" fmla="*/ 493203 w 623630"/>
                <a:gd name="connsiteY8" fmla="*/ 19315 h 293452"/>
                <a:gd name="connsiteX9" fmla="*/ 547661 w 623630"/>
                <a:gd name="connsiteY9" fmla="*/ 5644 h 293452"/>
                <a:gd name="connsiteX10" fmla="*/ 623631 w 623630"/>
                <a:gd name="connsiteY10" fmla="*/ 113966 h 293452"/>
                <a:gd name="connsiteX11" fmla="*/ 488910 w 623630"/>
                <a:gd name="connsiteY11" fmla="*/ 249977 h 293452"/>
                <a:gd name="connsiteX12" fmla="*/ 211431 w 623630"/>
                <a:gd name="connsiteY12" fmla="*/ 293444 h 29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630" h="293452">
                  <a:moveTo>
                    <a:pt x="211431" y="293444"/>
                  </a:moveTo>
                  <a:cubicBezTo>
                    <a:pt x="151500" y="293702"/>
                    <a:pt x="91682" y="288219"/>
                    <a:pt x="32797" y="277069"/>
                  </a:cubicBezTo>
                  <a:cubicBezTo>
                    <a:pt x="11207" y="273254"/>
                    <a:pt x="-3202" y="252661"/>
                    <a:pt x="612" y="231071"/>
                  </a:cubicBezTo>
                  <a:cubicBezTo>
                    <a:pt x="4426" y="209481"/>
                    <a:pt x="25020" y="195071"/>
                    <a:pt x="46610" y="198887"/>
                  </a:cubicBezTo>
                  <a:cubicBezTo>
                    <a:pt x="47085" y="198971"/>
                    <a:pt x="47558" y="199066"/>
                    <a:pt x="48030" y="199165"/>
                  </a:cubicBezTo>
                  <a:cubicBezTo>
                    <a:pt x="102023" y="209268"/>
                    <a:pt x="156849" y="214255"/>
                    <a:pt x="211779" y="214051"/>
                  </a:cubicBezTo>
                  <a:cubicBezTo>
                    <a:pt x="426885" y="214051"/>
                    <a:pt x="544238" y="147907"/>
                    <a:pt x="544238" y="113966"/>
                  </a:cubicBezTo>
                  <a:cubicBezTo>
                    <a:pt x="544238" y="105332"/>
                    <a:pt x="534313" y="90297"/>
                    <a:pt x="506873" y="73773"/>
                  </a:cubicBezTo>
                  <a:cubicBezTo>
                    <a:pt x="488062" y="62510"/>
                    <a:pt x="481939" y="38128"/>
                    <a:pt x="493203" y="19315"/>
                  </a:cubicBezTo>
                  <a:cubicBezTo>
                    <a:pt x="504467" y="502"/>
                    <a:pt x="528850" y="-5619"/>
                    <a:pt x="547661" y="5644"/>
                  </a:cubicBezTo>
                  <a:cubicBezTo>
                    <a:pt x="610432" y="43257"/>
                    <a:pt x="623631" y="85285"/>
                    <a:pt x="623631" y="113966"/>
                  </a:cubicBezTo>
                  <a:cubicBezTo>
                    <a:pt x="623631" y="152918"/>
                    <a:pt x="600259" y="208246"/>
                    <a:pt x="488910" y="249977"/>
                  </a:cubicBezTo>
                  <a:cubicBezTo>
                    <a:pt x="413884" y="278012"/>
                    <a:pt x="315486" y="293444"/>
                    <a:pt x="211431" y="29344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F84762F7-DC84-D119-1D1F-BA2085E68D73}"/>
                </a:ext>
              </a:extLst>
            </p:cNvPr>
            <p:cNvSpPr/>
            <p:nvPr/>
          </p:nvSpPr>
          <p:spPr>
            <a:xfrm>
              <a:off x="6018267" y="2755893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4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6"/>
                    <a:pt x="30" y="151482"/>
                    <a:pt x="0" y="97604"/>
                  </a:cubicBezTo>
                  <a:cubicBezTo>
                    <a:pt x="-30" y="43726"/>
                    <a:pt x="43627" y="27"/>
                    <a:pt x="97505" y="0"/>
                  </a:cubicBezTo>
                  <a:cubicBezTo>
                    <a:pt x="151383" y="-27"/>
                    <a:pt x="195079" y="43627"/>
                    <a:pt x="195109" y="97505"/>
                  </a:cubicBezTo>
                  <a:cubicBezTo>
                    <a:pt x="195109" y="97538"/>
                    <a:pt x="195109" y="97571"/>
                    <a:pt x="195109" y="97604"/>
                  </a:cubicBezTo>
                  <a:cubicBezTo>
                    <a:pt x="195054" y="151431"/>
                    <a:pt x="151433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6" y="79415"/>
                    <a:pt x="79423" y="87524"/>
                    <a:pt x="79393" y="97554"/>
                  </a:cubicBezTo>
                  <a:cubicBezTo>
                    <a:pt x="79363" y="107584"/>
                    <a:pt x="87476" y="115738"/>
                    <a:pt x="97505" y="115765"/>
                  </a:cubicBezTo>
                  <a:cubicBezTo>
                    <a:pt x="107533" y="115792"/>
                    <a:pt x="115686" y="107683"/>
                    <a:pt x="115716" y="97654"/>
                  </a:cubicBezTo>
                  <a:cubicBezTo>
                    <a:pt x="115716" y="97637"/>
                    <a:pt x="115716" y="97620"/>
                    <a:pt x="115716" y="97604"/>
                  </a:cubicBezTo>
                  <a:cubicBezTo>
                    <a:pt x="115716" y="87593"/>
                    <a:pt x="107613" y="79470"/>
                    <a:pt x="9760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6AD0C72-235E-14BC-B9B3-A3699D93D0B5}"/>
                </a:ext>
              </a:extLst>
            </p:cNvPr>
            <p:cNvSpPr/>
            <p:nvPr/>
          </p:nvSpPr>
          <p:spPr>
            <a:xfrm>
              <a:off x="5536945" y="3003997"/>
              <a:ext cx="195108" cy="195108"/>
            </a:xfrm>
            <a:custGeom>
              <a:avLst/>
              <a:gdLst>
                <a:gd name="connsiteX0" fmla="*/ 97604 w 195108"/>
                <a:gd name="connsiteY0" fmla="*/ 195109 h 195108"/>
                <a:gd name="connsiteX1" fmla="*/ 0 w 195108"/>
                <a:gd name="connsiteY1" fmla="*/ 97604 h 195108"/>
                <a:gd name="connsiteX2" fmla="*/ 97505 w 195108"/>
                <a:gd name="connsiteY2" fmla="*/ 0 h 195108"/>
                <a:gd name="connsiteX3" fmla="*/ 195109 w 195108"/>
                <a:gd name="connsiteY3" fmla="*/ 97505 h 195108"/>
                <a:gd name="connsiteX4" fmla="*/ 195109 w 195108"/>
                <a:gd name="connsiteY4" fmla="*/ 97604 h 195108"/>
                <a:gd name="connsiteX5" fmla="*/ 97604 w 195108"/>
                <a:gd name="connsiteY5" fmla="*/ 195109 h 195108"/>
                <a:gd name="connsiteX6" fmla="*/ 97604 w 195108"/>
                <a:gd name="connsiteY6" fmla="*/ 79443 h 195108"/>
                <a:gd name="connsiteX7" fmla="*/ 79393 w 195108"/>
                <a:gd name="connsiteY7" fmla="*/ 97554 h 195108"/>
                <a:gd name="connsiteX8" fmla="*/ 97505 w 195108"/>
                <a:gd name="connsiteY8" fmla="*/ 115765 h 195108"/>
                <a:gd name="connsiteX9" fmla="*/ 115716 w 195108"/>
                <a:gd name="connsiteY9" fmla="*/ 97654 h 195108"/>
                <a:gd name="connsiteX10" fmla="*/ 115716 w 195108"/>
                <a:gd name="connsiteY10" fmla="*/ 97604 h 195108"/>
                <a:gd name="connsiteX11" fmla="*/ 97604 w 195108"/>
                <a:gd name="connsiteY11" fmla="*/ 79443 h 19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08" h="195108">
                  <a:moveTo>
                    <a:pt x="97604" y="195109"/>
                  </a:moveTo>
                  <a:cubicBezTo>
                    <a:pt x="43726" y="195138"/>
                    <a:pt x="27" y="151482"/>
                    <a:pt x="0" y="97604"/>
                  </a:cubicBezTo>
                  <a:cubicBezTo>
                    <a:pt x="-27" y="43726"/>
                    <a:pt x="43627" y="27"/>
                    <a:pt x="97505" y="0"/>
                  </a:cubicBezTo>
                  <a:cubicBezTo>
                    <a:pt x="151382" y="-27"/>
                    <a:pt x="195081" y="43627"/>
                    <a:pt x="195109" y="97505"/>
                  </a:cubicBezTo>
                  <a:cubicBezTo>
                    <a:pt x="195109" y="97539"/>
                    <a:pt x="195109" y="97569"/>
                    <a:pt x="195109" y="97604"/>
                  </a:cubicBezTo>
                  <a:cubicBezTo>
                    <a:pt x="195054" y="151432"/>
                    <a:pt x="151432" y="195054"/>
                    <a:pt x="97604" y="195109"/>
                  </a:cubicBezTo>
                  <a:close/>
                  <a:moveTo>
                    <a:pt x="97604" y="79443"/>
                  </a:moveTo>
                  <a:cubicBezTo>
                    <a:pt x="87574" y="79413"/>
                    <a:pt x="79421" y="87526"/>
                    <a:pt x="79393" y="97554"/>
                  </a:cubicBezTo>
                  <a:cubicBezTo>
                    <a:pt x="79366" y="107583"/>
                    <a:pt x="87474" y="115735"/>
                    <a:pt x="97505" y="115765"/>
                  </a:cubicBezTo>
                  <a:cubicBezTo>
                    <a:pt x="107535" y="115790"/>
                    <a:pt x="115688" y="107682"/>
                    <a:pt x="115716" y="97654"/>
                  </a:cubicBezTo>
                  <a:cubicBezTo>
                    <a:pt x="115716" y="97639"/>
                    <a:pt x="115716" y="97619"/>
                    <a:pt x="115716" y="97604"/>
                  </a:cubicBezTo>
                  <a:cubicBezTo>
                    <a:pt x="115716" y="87595"/>
                    <a:pt x="107615" y="79473"/>
                    <a:pt x="9760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796DD8D3-1A2F-D5DA-C4B9-9907E6559D22}"/>
              </a:ext>
            </a:extLst>
          </p:cNvPr>
          <p:cNvGrpSpPr/>
          <p:nvPr/>
        </p:nvGrpSpPr>
        <p:grpSpPr>
          <a:xfrm>
            <a:off x="6782947" y="2548106"/>
            <a:ext cx="823915" cy="814797"/>
            <a:chOff x="6782947" y="2548106"/>
            <a:chExt cx="823915" cy="814797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6D584BE-78AB-609A-99A0-405EBEB3CB92}"/>
                </a:ext>
              </a:extLst>
            </p:cNvPr>
            <p:cNvSpPr/>
            <p:nvPr/>
          </p:nvSpPr>
          <p:spPr>
            <a:xfrm>
              <a:off x="6782947" y="3070555"/>
              <a:ext cx="292390" cy="292348"/>
            </a:xfrm>
            <a:custGeom>
              <a:avLst/>
              <a:gdLst>
                <a:gd name="connsiteX0" fmla="*/ 158094 w 292390"/>
                <a:gd name="connsiteY0" fmla="*/ 292349 h 292348"/>
                <a:gd name="connsiteX1" fmla="*/ 157548 w 292390"/>
                <a:gd name="connsiteY1" fmla="*/ 292349 h 292348"/>
                <a:gd name="connsiteX2" fmla="*/ 129215 w 292390"/>
                <a:gd name="connsiteY2" fmla="*/ 279944 h 292348"/>
                <a:gd name="connsiteX3" fmla="*/ 10870 w 292390"/>
                <a:gd name="connsiteY3" fmla="*/ 154751 h 292348"/>
                <a:gd name="connsiteX4" fmla="*/ 10870 w 292390"/>
                <a:gd name="connsiteY4" fmla="*/ 100168 h 292348"/>
                <a:gd name="connsiteX5" fmla="*/ 118249 w 292390"/>
                <a:gd name="connsiteY5" fmla="*/ 2068 h 292348"/>
                <a:gd name="connsiteX6" fmla="*/ 168500 w 292390"/>
                <a:gd name="connsiteY6" fmla="*/ 27096 h 292348"/>
                <a:gd name="connsiteX7" fmla="*/ 149857 w 292390"/>
                <a:gd name="connsiteY7" fmla="*/ 74564 h 292348"/>
                <a:gd name="connsiteX8" fmla="*/ 94481 w 292390"/>
                <a:gd name="connsiteY8" fmla="*/ 128055 h 292348"/>
                <a:gd name="connsiteX9" fmla="*/ 158690 w 292390"/>
                <a:gd name="connsiteY9" fmla="*/ 195886 h 292348"/>
                <a:gd name="connsiteX10" fmla="*/ 224487 w 292390"/>
                <a:gd name="connsiteY10" fmla="*/ 130040 h 292348"/>
                <a:gd name="connsiteX11" fmla="*/ 280658 w 292390"/>
                <a:gd name="connsiteY11" fmla="*/ 129841 h 292348"/>
                <a:gd name="connsiteX12" fmla="*/ 280856 w 292390"/>
                <a:gd name="connsiteY12" fmla="*/ 186012 h 292348"/>
                <a:gd name="connsiteX13" fmla="*/ 186080 w 292390"/>
                <a:gd name="connsiteY13" fmla="*/ 280688 h 292348"/>
                <a:gd name="connsiteX14" fmla="*/ 158094 w 292390"/>
                <a:gd name="connsiteY14" fmla="*/ 292349 h 29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90" h="292348">
                  <a:moveTo>
                    <a:pt x="158094" y="292349"/>
                  </a:moveTo>
                  <a:lnTo>
                    <a:pt x="157548" y="292349"/>
                  </a:lnTo>
                  <a:cubicBezTo>
                    <a:pt x="146815" y="292215"/>
                    <a:pt x="136594" y="287739"/>
                    <a:pt x="129215" y="279944"/>
                  </a:cubicBezTo>
                  <a:lnTo>
                    <a:pt x="10870" y="154751"/>
                  </a:lnTo>
                  <a:cubicBezTo>
                    <a:pt x="-3623" y="139443"/>
                    <a:pt x="-3623" y="115476"/>
                    <a:pt x="10870" y="100168"/>
                  </a:cubicBezTo>
                  <a:cubicBezTo>
                    <a:pt x="98847" y="8568"/>
                    <a:pt x="109168" y="5095"/>
                    <a:pt x="118249" y="2068"/>
                  </a:cubicBezTo>
                  <a:cubicBezTo>
                    <a:pt x="139037" y="-4899"/>
                    <a:pt x="161535" y="6310"/>
                    <a:pt x="168500" y="27096"/>
                  </a:cubicBezTo>
                  <a:cubicBezTo>
                    <a:pt x="174615" y="45347"/>
                    <a:pt x="166757" y="65354"/>
                    <a:pt x="149857" y="74564"/>
                  </a:cubicBezTo>
                  <a:cubicBezTo>
                    <a:pt x="141868" y="80865"/>
                    <a:pt x="118695" y="103492"/>
                    <a:pt x="94481" y="128055"/>
                  </a:cubicBezTo>
                  <a:lnTo>
                    <a:pt x="158690" y="195886"/>
                  </a:lnTo>
                  <a:lnTo>
                    <a:pt x="224487" y="130040"/>
                  </a:lnTo>
                  <a:cubicBezTo>
                    <a:pt x="239943" y="114474"/>
                    <a:pt x="265092" y="114384"/>
                    <a:pt x="280658" y="129841"/>
                  </a:cubicBezTo>
                  <a:cubicBezTo>
                    <a:pt x="296224" y="145298"/>
                    <a:pt x="296312" y="170446"/>
                    <a:pt x="280856" y="186012"/>
                  </a:cubicBezTo>
                  <a:lnTo>
                    <a:pt x="186080" y="280688"/>
                  </a:lnTo>
                  <a:cubicBezTo>
                    <a:pt x="178662" y="288126"/>
                    <a:pt x="168599" y="292319"/>
                    <a:pt x="158094" y="29234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F426E1C-85FA-61C5-57E5-41730BBDE815}"/>
                </a:ext>
              </a:extLst>
            </p:cNvPr>
            <p:cNvSpPr/>
            <p:nvPr/>
          </p:nvSpPr>
          <p:spPr>
            <a:xfrm>
              <a:off x="6869145" y="2548106"/>
              <a:ext cx="737717" cy="731385"/>
            </a:xfrm>
            <a:custGeom>
              <a:avLst/>
              <a:gdLst>
                <a:gd name="connsiteX0" fmla="*/ 212273 w 737717"/>
                <a:gd name="connsiteY0" fmla="*/ 731385 h 731385"/>
                <a:gd name="connsiteX1" fmla="*/ 211479 w 737717"/>
                <a:gd name="connsiteY1" fmla="*/ 731385 h 731385"/>
                <a:gd name="connsiteX2" fmla="*/ 183146 w 737717"/>
                <a:gd name="connsiteY2" fmla="*/ 718633 h 731385"/>
                <a:gd name="connsiteX3" fmla="*/ 10565 w 737717"/>
                <a:gd name="connsiteY3" fmla="*/ 532158 h 731385"/>
                <a:gd name="connsiteX4" fmla="*/ 12649 w 737717"/>
                <a:gd name="connsiteY4" fmla="*/ 476137 h 731385"/>
                <a:gd name="connsiteX5" fmla="*/ 56216 w 737717"/>
                <a:gd name="connsiteY5" fmla="*/ 435547 h 731385"/>
                <a:gd name="connsiteX6" fmla="*/ 146972 w 737717"/>
                <a:gd name="connsiteY6" fmla="*/ 105619 h 731385"/>
                <a:gd name="connsiteX7" fmla="*/ 489356 w 737717"/>
                <a:gd name="connsiteY7" fmla="*/ 29054 h 731385"/>
                <a:gd name="connsiteX8" fmla="*/ 505403 w 737717"/>
                <a:gd name="connsiteY8" fmla="*/ 82851 h 731385"/>
                <a:gd name="connsiteX9" fmla="*/ 496948 w 737717"/>
                <a:gd name="connsiteY9" fmla="*/ 93561 h 731385"/>
                <a:gd name="connsiteX10" fmla="*/ 289731 w 737717"/>
                <a:gd name="connsiteY10" fmla="*/ 277604 h 731385"/>
                <a:gd name="connsiteX11" fmla="*/ 310622 w 737717"/>
                <a:gd name="connsiteY11" fmla="*/ 424779 h 731385"/>
                <a:gd name="connsiteX12" fmla="*/ 454919 w 737717"/>
                <a:gd name="connsiteY12" fmla="*/ 456189 h 731385"/>
                <a:gd name="connsiteX13" fmla="*/ 652707 w 737717"/>
                <a:gd name="connsiteY13" fmla="*/ 262023 h 731385"/>
                <a:gd name="connsiteX14" fmla="*/ 708843 w 737717"/>
                <a:gd name="connsiteY14" fmla="*/ 262621 h 731385"/>
                <a:gd name="connsiteX15" fmla="*/ 716668 w 737717"/>
                <a:gd name="connsiteY15" fmla="*/ 274081 h 731385"/>
                <a:gd name="connsiteX16" fmla="*/ 616434 w 737717"/>
                <a:gd name="connsiteY16" fmla="*/ 610559 h 731385"/>
                <a:gd name="connsiteX17" fmla="*/ 281842 w 737717"/>
                <a:gd name="connsiteY17" fmla="*/ 678291 h 731385"/>
                <a:gd name="connsiteX18" fmla="*/ 240309 w 737717"/>
                <a:gd name="connsiteY18" fmla="*/ 719774 h 731385"/>
                <a:gd name="connsiteX19" fmla="*/ 212273 w 737717"/>
                <a:gd name="connsiteY19" fmla="*/ 731385 h 731385"/>
                <a:gd name="connsiteX20" fmla="*/ 95615 w 737717"/>
                <a:gd name="connsiteY20" fmla="*/ 507249 h 731385"/>
                <a:gd name="connsiteX21" fmla="*/ 213415 w 737717"/>
                <a:gd name="connsiteY21" fmla="*/ 634476 h 731385"/>
                <a:gd name="connsiteX22" fmla="*/ 243187 w 737717"/>
                <a:gd name="connsiteY22" fmla="*/ 604704 h 731385"/>
                <a:gd name="connsiteX23" fmla="*/ 286655 w 737717"/>
                <a:gd name="connsiteY23" fmla="*/ 596219 h 731385"/>
                <a:gd name="connsiteX24" fmla="*/ 569493 w 737717"/>
                <a:gd name="connsiteY24" fmla="*/ 546598 h 731385"/>
                <a:gd name="connsiteX25" fmla="*/ 658463 w 737717"/>
                <a:gd name="connsiteY25" fmla="*/ 387812 h 731385"/>
                <a:gd name="connsiteX26" fmla="*/ 658116 w 737717"/>
                <a:gd name="connsiteY26" fmla="*/ 367963 h 731385"/>
                <a:gd name="connsiteX27" fmla="*/ 495657 w 737717"/>
                <a:gd name="connsiteY27" fmla="*/ 527246 h 731385"/>
                <a:gd name="connsiteX28" fmla="*/ 459434 w 737717"/>
                <a:gd name="connsiteY28" fmla="*/ 537716 h 731385"/>
                <a:gd name="connsiteX29" fmla="*/ 267204 w 737717"/>
                <a:gd name="connsiteY29" fmla="*/ 495935 h 731385"/>
                <a:gd name="connsiteX30" fmla="*/ 236339 w 737717"/>
                <a:gd name="connsiteY30" fmla="*/ 462689 h 731385"/>
                <a:gd name="connsiteX31" fmla="*/ 208552 w 737717"/>
                <a:gd name="connsiteY31" fmla="*/ 267233 h 731385"/>
                <a:gd name="connsiteX32" fmla="*/ 221552 w 737717"/>
                <a:gd name="connsiteY32" fmla="*/ 231953 h 731385"/>
                <a:gd name="connsiteX33" fmla="*/ 391900 w 737717"/>
                <a:gd name="connsiteY33" fmla="*/ 80858 h 731385"/>
                <a:gd name="connsiteX34" fmla="*/ 207559 w 737717"/>
                <a:gd name="connsiteY34" fmla="*/ 156927 h 731385"/>
                <a:gd name="connsiteX35" fmla="*/ 138438 w 737717"/>
                <a:gd name="connsiteY35" fmla="*/ 435596 h 731385"/>
                <a:gd name="connsiteX36" fmla="*/ 127868 w 737717"/>
                <a:gd name="connsiteY36" fmla="*/ 477278 h 73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37717" h="731385">
                  <a:moveTo>
                    <a:pt x="212273" y="731385"/>
                  </a:moveTo>
                  <a:lnTo>
                    <a:pt x="211479" y="731385"/>
                  </a:lnTo>
                  <a:cubicBezTo>
                    <a:pt x="200694" y="731162"/>
                    <a:pt x="190466" y="726557"/>
                    <a:pt x="183146" y="718633"/>
                  </a:cubicBezTo>
                  <a:lnTo>
                    <a:pt x="10565" y="532158"/>
                  </a:lnTo>
                  <a:cubicBezTo>
                    <a:pt x="-4298" y="516101"/>
                    <a:pt x="-3366" y="491043"/>
                    <a:pt x="12649" y="476137"/>
                  </a:cubicBezTo>
                  <a:lnTo>
                    <a:pt x="56216" y="435547"/>
                  </a:lnTo>
                  <a:cubicBezTo>
                    <a:pt x="44654" y="378979"/>
                    <a:pt x="32249" y="239297"/>
                    <a:pt x="146972" y="105619"/>
                  </a:cubicBezTo>
                  <a:cubicBezTo>
                    <a:pt x="267997" y="-35453"/>
                    <a:pt x="424005" y="-6127"/>
                    <a:pt x="489356" y="29054"/>
                  </a:cubicBezTo>
                  <a:cubicBezTo>
                    <a:pt x="508643" y="39479"/>
                    <a:pt x="515828" y="63565"/>
                    <a:pt x="505403" y="82851"/>
                  </a:cubicBezTo>
                  <a:cubicBezTo>
                    <a:pt x="503225" y="86883"/>
                    <a:pt x="500361" y="90506"/>
                    <a:pt x="496948" y="93561"/>
                  </a:cubicBezTo>
                  <a:lnTo>
                    <a:pt x="289731" y="277604"/>
                  </a:lnTo>
                  <a:lnTo>
                    <a:pt x="310622" y="424779"/>
                  </a:lnTo>
                  <a:lnTo>
                    <a:pt x="454919" y="456189"/>
                  </a:lnTo>
                  <a:lnTo>
                    <a:pt x="652707" y="262023"/>
                  </a:lnTo>
                  <a:cubicBezTo>
                    <a:pt x="668372" y="246687"/>
                    <a:pt x="693505" y="246954"/>
                    <a:pt x="708843" y="262621"/>
                  </a:cubicBezTo>
                  <a:cubicBezTo>
                    <a:pt x="712103" y="265952"/>
                    <a:pt x="714753" y="269831"/>
                    <a:pt x="716668" y="274081"/>
                  </a:cubicBezTo>
                  <a:cubicBezTo>
                    <a:pt x="747235" y="341962"/>
                    <a:pt x="765594" y="499657"/>
                    <a:pt x="616434" y="610559"/>
                  </a:cubicBezTo>
                  <a:cubicBezTo>
                    <a:pt x="475809" y="715110"/>
                    <a:pt x="338062" y="693773"/>
                    <a:pt x="281842" y="678291"/>
                  </a:cubicBezTo>
                  <a:lnTo>
                    <a:pt x="240309" y="719774"/>
                  </a:lnTo>
                  <a:cubicBezTo>
                    <a:pt x="232870" y="727202"/>
                    <a:pt x="222787" y="731380"/>
                    <a:pt x="212273" y="731385"/>
                  </a:cubicBezTo>
                  <a:close/>
                  <a:moveTo>
                    <a:pt x="95615" y="507249"/>
                  </a:moveTo>
                  <a:lnTo>
                    <a:pt x="213415" y="634476"/>
                  </a:lnTo>
                  <a:lnTo>
                    <a:pt x="243187" y="604704"/>
                  </a:lnTo>
                  <a:cubicBezTo>
                    <a:pt x="254605" y="593306"/>
                    <a:pt x="271787" y="589952"/>
                    <a:pt x="286655" y="596219"/>
                  </a:cubicBezTo>
                  <a:cubicBezTo>
                    <a:pt x="292163" y="598452"/>
                    <a:pt x="427578" y="651992"/>
                    <a:pt x="569493" y="546598"/>
                  </a:cubicBezTo>
                  <a:cubicBezTo>
                    <a:pt x="626805" y="503974"/>
                    <a:pt x="656776" y="450532"/>
                    <a:pt x="658463" y="387812"/>
                  </a:cubicBezTo>
                  <a:cubicBezTo>
                    <a:pt x="658463" y="380964"/>
                    <a:pt x="658463" y="374414"/>
                    <a:pt x="658116" y="367963"/>
                  </a:cubicBezTo>
                  <a:lnTo>
                    <a:pt x="495657" y="527246"/>
                  </a:lnTo>
                  <a:cubicBezTo>
                    <a:pt x="486115" y="536614"/>
                    <a:pt x="472499" y="540549"/>
                    <a:pt x="459434" y="537716"/>
                  </a:cubicBezTo>
                  <a:lnTo>
                    <a:pt x="267204" y="495935"/>
                  </a:lnTo>
                  <a:cubicBezTo>
                    <a:pt x="250973" y="492402"/>
                    <a:pt x="238659" y="479139"/>
                    <a:pt x="236339" y="462689"/>
                  </a:cubicBezTo>
                  <a:lnTo>
                    <a:pt x="208552" y="267233"/>
                  </a:lnTo>
                  <a:cubicBezTo>
                    <a:pt x="206688" y="254037"/>
                    <a:pt x="211571" y="240785"/>
                    <a:pt x="221552" y="231953"/>
                  </a:cubicBezTo>
                  <a:lnTo>
                    <a:pt x="391900" y="80858"/>
                  </a:lnTo>
                  <a:cubicBezTo>
                    <a:pt x="342776" y="74259"/>
                    <a:pt x="271471" y="82396"/>
                    <a:pt x="207559" y="156927"/>
                  </a:cubicBezTo>
                  <a:cubicBezTo>
                    <a:pt x="92588" y="290903"/>
                    <a:pt x="136502" y="429840"/>
                    <a:pt x="138438" y="435596"/>
                  </a:cubicBezTo>
                  <a:cubicBezTo>
                    <a:pt x="143306" y="450364"/>
                    <a:pt x="139185" y="466614"/>
                    <a:pt x="127868" y="4772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A0D8A34F-18B5-4BB3-6EB6-C70182FC597D}"/>
                </a:ext>
              </a:extLst>
            </p:cNvPr>
            <p:cNvSpPr/>
            <p:nvPr/>
          </p:nvSpPr>
          <p:spPr>
            <a:xfrm>
              <a:off x="7192298" y="2767452"/>
              <a:ext cx="198721" cy="200471"/>
            </a:xfrm>
            <a:custGeom>
              <a:avLst/>
              <a:gdLst>
                <a:gd name="connsiteX0" fmla="*/ 116136 w 198721"/>
                <a:gd name="connsiteY0" fmla="*/ 200471 h 200471"/>
                <a:gd name="connsiteX1" fmla="*/ 106807 w 198721"/>
                <a:gd name="connsiteY1" fmla="*/ 199380 h 200471"/>
                <a:gd name="connsiteX2" fmla="*/ 45277 w 198721"/>
                <a:gd name="connsiteY2" fmla="*/ 184493 h 200471"/>
                <a:gd name="connsiteX3" fmla="*/ 16001 w 198721"/>
                <a:gd name="connsiteY3" fmla="*/ 155217 h 200471"/>
                <a:gd name="connsiteX4" fmla="*/ 1115 w 198721"/>
                <a:gd name="connsiteY4" fmla="*/ 93687 h 200471"/>
                <a:gd name="connsiteX5" fmla="*/ 11634 w 198721"/>
                <a:gd name="connsiteY5" fmla="*/ 56273 h 200471"/>
                <a:gd name="connsiteX6" fmla="*/ 56293 w 198721"/>
                <a:gd name="connsiteY6" fmla="*/ 11615 h 200471"/>
                <a:gd name="connsiteX7" fmla="*/ 92963 w 198721"/>
                <a:gd name="connsiteY7" fmla="*/ 946 h 200471"/>
                <a:gd name="connsiteX8" fmla="*/ 156973 w 198721"/>
                <a:gd name="connsiteY8" fmla="*/ 15188 h 200471"/>
                <a:gd name="connsiteX9" fmla="*/ 187490 w 198721"/>
                <a:gd name="connsiteY9" fmla="*/ 47391 h 200471"/>
                <a:gd name="connsiteX10" fmla="*/ 198159 w 198721"/>
                <a:gd name="connsiteY10" fmla="*/ 111402 h 200471"/>
                <a:gd name="connsiteX11" fmla="*/ 187093 w 198721"/>
                <a:gd name="connsiteY11" fmla="*/ 146137 h 200471"/>
                <a:gd name="connsiteX12" fmla="*/ 144419 w 198721"/>
                <a:gd name="connsiteY12" fmla="*/ 188810 h 200471"/>
                <a:gd name="connsiteX13" fmla="*/ 116136 w 198721"/>
                <a:gd name="connsiteY13" fmla="*/ 200471 h 200471"/>
                <a:gd name="connsiteX14" fmla="*/ 87504 w 198721"/>
                <a:gd name="connsiteY14" fmla="*/ 112990 h 200471"/>
                <a:gd name="connsiteX15" fmla="*/ 103830 w 198721"/>
                <a:gd name="connsiteY15" fmla="*/ 116960 h 200471"/>
                <a:gd name="connsiteX16" fmla="*/ 116284 w 198721"/>
                <a:gd name="connsiteY16" fmla="*/ 104505 h 200471"/>
                <a:gd name="connsiteX17" fmla="*/ 113406 w 198721"/>
                <a:gd name="connsiteY17" fmla="*/ 87088 h 200471"/>
                <a:gd name="connsiteX18" fmla="*/ 96833 w 198721"/>
                <a:gd name="connsiteY18" fmla="*/ 83366 h 200471"/>
                <a:gd name="connsiteX19" fmla="*/ 83535 w 198721"/>
                <a:gd name="connsiteY19" fmla="*/ 96665 h 20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8721" h="200471">
                  <a:moveTo>
                    <a:pt x="116136" y="200471"/>
                  </a:moveTo>
                  <a:cubicBezTo>
                    <a:pt x="112995" y="200473"/>
                    <a:pt x="109863" y="200106"/>
                    <a:pt x="106807" y="199380"/>
                  </a:cubicBezTo>
                  <a:lnTo>
                    <a:pt x="45277" y="184493"/>
                  </a:lnTo>
                  <a:cubicBezTo>
                    <a:pt x="30799" y="181000"/>
                    <a:pt x="19495" y="169695"/>
                    <a:pt x="16001" y="155217"/>
                  </a:cubicBezTo>
                  <a:lnTo>
                    <a:pt x="1115" y="93687"/>
                  </a:lnTo>
                  <a:cubicBezTo>
                    <a:pt x="-2141" y="80235"/>
                    <a:pt x="1845" y="66058"/>
                    <a:pt x="11634" y="56273"/>
                  </a:cubicBezTo>
                  <a:lnTo>
                    <a:pt x="56293" y="11615"/>
                  </a:lnTo>
                  <a:cubicBezTo>
                    <a:pt x="65890" y="2026"/>
                    <a:pt x="79719" y="-1997"/>
                    <a:pt x="92963" y="946"/>
                  </a:cubicBezTo>
                  <a:lnTo>
                    <a:pt x="156973" y="15188"/>
                  </a:lnTo>
                  <a:cubicBezTo>
                    <a:pt x="172753" y="18706"/>
                    <a:pt x="184825" y="31444"/>
                    <a:pt x="187490" y="47391"/>
                  </a:cubicBezTo>
                  <a:lnTo>
                    <a:pt x="198159" y="111402"/>
                  </a:lnTo>
                  <a:cubicBezTo>
                    <a:pt x="200317" y="124090"/>
                    <a:pt x="196194" y="137037"/>
                    <a:pt x="187093" y="146137"/>
                  </a:cubicBezTo>
                  <a:lnTo>
                    <a:pt x="144419" y="188810"/>
                  </a:lnTo>
                  <a:cubicBezTo>
                    <a:pt x="136927" y="196320"/>
                    <a:pt x="126744" y="200519"/>
                    <a:pt x="116136" y="200471"/>
                  </a:cubicBezTo>
                  <a:close/>
                  <a:moveTo>
                    <a:pt x="87504" y="112990"/>
                  </a:moveTo>
                  <a:lnTo>
                    <a:pt x="103830" y="116960"/>
                  </a:lnTo>
                  <a:lnTo>
                    <a:pt x="116284" y="104505"/>
                  </a:lnTo>
                  <a:lnTo>
                    <a:pt x="113406" y="87088"/>
                  </a:lnTo>
                  <a:lnTo>
                    <a:pt x="96833" y="83366"/>
                  </a:lnTo>
                  <a:lnTo>
                    <a:pt x="83535" y="9666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96EC1EBC-7A3C-08FE-0954-57DDD98A6D8C}"/>
              </a:ext>
            </a:extLst>
          </p:cNvPr>
          <p:cNvGrpSpPr/>
          <p:nvPr/>
        </p:nvGrpSpPr>
        <p:grpSpPr>
          <a:xfrm>
            <a:off x="8100455" y="2543666"/>
            <a:ext cx="823707" cy="823703"/>
            <a:chOff x="8100455" y="2543666"/>
            <a:chExt cx="823707" cy="823703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B1398D5-7141-90AA-3731-16F68392908C}"/>
                </a:ext>
              </a:extLst>
            </p:cNvPr>
            <p:cNvSpPr/>
            <p:nvPr/>
          </p:nvSpPr>
          <p:spPr>
            <a:xfrm>
              <a:off x="8100458" y="2543666"/>
              <a:ext cx="823704" cy="823703"/>
            </a:xfrm>
            <a:custGeom>
              <a:avLst/>
              <a:gdLst>
                <a:gd name="connsiteX0" fmla="*/ 784008 w 823704"/>
                <a:gd name="connsiteY0" fmla="*/ 823703 h 823703"/>
                <a:gd name="connsiteX1" fmla="*/ 39697 w 823704"/>
                <a:gd name="connsiteY1" fmla="*/ 823703 h 823703"/>
                <a:gd name="connsiteX2" fmla="*/ 0 w 823704"/>
                <a:gd name="connsiteY2" fmla="*/ 784007 h 823703"/>
                <a:gd name="connsiteX3" fmla="*/ 0 w 823704"/>
                <a:gd name="connsiteY3" fmla="*/ 39697 h 823703"/>
                <a:gd name="connsiteX4" fmla="*/ 39697 w 823704"/>
                <a:gd name="connsiteY4" fmla="*/ 0 h 823703"/>
                <a:gd name="connsiteX5" fmla="*/ 784008 w 823704"/>
                <a:gd name="connsiteY5" fmla="*/ 0 h 823703"/>
                <a:gd name="connsiteX6" fmla="*/ 823704 w 823704"/>
                <a:gd name="connsiteY6" fmla="*/ 39697 h 823703"/>
                <a:gd name="connsiteX7" fmla="*/ 823704 w 823704"/>
                <a:gd name="connsiteY7" fmla="*/ 784007 h 823703"/>
                <a:gd name="connsiteX8" fmla="*/ 784008 w 823704"/>
                <a:gd name="connsiteY8" fmla="*/ 823703 h 823703"/>
                <a:gd name="connsiteX9" fmla="*/ 79393 w 823704"/>
                <a:gd name="connsiteY9" fmla="*/ 744310 h 823703"/>
                <a:gd name="connsiteX10" fmla="*/ 744311 w 823704"/>
                <a:gd name="connsiteY10" fmla="*/ 744310 h 823703"/>
                <a:gd name="connsiteX11" fmla="*/ 744311 w 823704"/>
                <a:gd name="connsiteY11" fmla="*/ 79393 h 823703"/>
                <a:gd name="connsiteX12" fmla="*/ 79393 w 823704"/>
                <a:gd name="connsiteY12" fmla="*/ 79393 h 823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823703">
                  <a:moveTo>
                    <a:pt x="784008" y="823703"/>
                  </a:moveTo>
                  <a:lnTo>
                    <a:pt x="39697" y="823703"/>
                  </a:lnTo>
                  <a:cubicBezTo>
                    <a:pt x="17773" y="823703"/>
                    <a:pt x="0" y="805929"/>
                    <a:pt x="0" y="7840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lnTo>
                    <a:pt x="823704" y="784007"/>
                  </a:lnTo>
                  <a:cubicBezTo>
                    <a:pt x="823704" y="805929"/>
                    <a:pt x="805930" y="823703"/>
                    <a:pt x="784008" y="823703"/>
                  </a:cubicBezTo>
                  <a:close/>
                  <a:moveTo>
                    <a:pt x="79393" y="744310"/>
                  </a:moveTo>
                  <a:lnTo>
                    <a:pt x="744311" y="744310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1064C8D-8C4E-3915-027A-600228660690}"/>
                </a:ext>
              </a:extLst>
            </p:cNvPr>
            <p:cNvSpPr/>
            <p:nvPr/>
          </p:nvSpPr>
          <p:spPr>
            <a:xfrm>
              <a:off x="8100455" y="3010186"/>
              <a:ext cx="802732" cy="273324"/>
            </a:xfrm>
            <a:custGeom>
              <a:avLst/>
              <a:gdLst>
                <a:gd name="connsiteX0" fmla="*/ 39700 w 802732"/>
                <a:gd name="connsiteY0" fmla="*/ 273325 h 273324"/>
                <a:gd name="connsiteX1" fmla="*/ 0 w 802732"/>
                <a:gd name="connsiteY1" fmla="*/ 233633 h 273324"/>
                <a:gd name="connsiteX2" fmla="*/ 13897 w 802732"/>
                <a:gd name="connsiteY2" fmla="*/ 203459 h 273324"/>
                <a:gd name="connsiteX3" fmla="*/ 215853 w 802732"/>
                <a:gd name="connsiteY3" fmla="*/ 30828 h 273324"/>
                <a:gd name="connsiteX4" fmla="*/ 271824 w 802732"/>
                <a:gd name="connsiteY4" fmla="*/ 35185 h 273324"/>
                <a:gd name="connsiteX5" fmla="*/ 276043 w 802732"/>
                <a:gd name="connsiteY5" fmla="*/ 41149 h 273324"/>
                <a:gd name="connsiteX6" fmla="*/ 333256 w 802732"/>
                <a:gd name="connsiteY6" fmla="*/ 140391 h 273324"/>
                <a:gd name="connsiteX7" fmla="*/ 409970 w 802732"/>
                <a:gd name="connsiteY7" fmla="*/ 80846 h 273324"/>
                <a:gd name="connsiteX8" fmla="*/ 463659 w 802732"/>
                <a:gd name="connsiteY8" fmla="*/ 85510 h 273324"/>
                <a:gd name="connsiteX9" fmla="*/ 543797 w 802732"/>
                <a:gd name="connsiteY9" fmla="*/ 173785 h 273324"/>
                <a:gd name="connsiteX10" fmla="*/ 737318 w 802732"/>
                <a:gd name="connsiteY10" fmla="*/ 9442 h 273324"/>
                <a:gd name="connsiteX11" fmla="*/ 793290 w 802732"/>
                <a:gd name="connsiteY11" fmla="*/ 14007 h 273324"/>
                <a:gd name="connsiteX12" fmla="*/ 788725 w 802732"/>
                <a:gd name="connsiteY12" fmla="*/ 69979 h 273324"/>
                <a:gd name="connsiteX13" fmla="*/ 565828 w 802732"/>
                <a:gd name="connsiteY13" fmla="*/ 259431 h 273324"/>
                <a:gd name="connsiteX14" fmla="*/ 510700 w 802732"/>
                <a:gd name="connsiteY14" fmla="*/ 255858 h 273324"/>
                <a:gd name="connsiteX15" fmla="*/ 429471 w 802732"/>
                <a:gd name="connsiteY15" fmla="*/ 166144 h 273324"/>
                <a:gd name="connsiteX16" fmla="*/ 345760 w 802732"/>
                <a:gd name="connsiteY16" fmla="*/ 231147 h 273324"/>
                <a:gd name="connsiteX17" fmla="*/ 290073 w 802732"/>
                <a:gd name="connsiteY17" fmla="*/ 224036 h 273324"/>
                <a:gd name="connsiteX18" fmla="*/ 287059 w 802732"/>
                <a:gd name="connsiteY18" fmla="*/ 219536 h 273324"/>
                <a:gd name="connsiteX19" fmla="*/ 230988 w 802732"/>
                <a:gd name="connsiteY19" fmla="*/ 122230 h 273324"/>
                <a:gd name="connsiteX20" fmla="*/ 65502 w 802732"/>
                <a:gd name="connsiteY20" fmla="*/ 263797 h 273324"/>
                <a:gd name="connsiteX21" fmla="*/ 39700 w 802732"/>
                <a:gd name="connsiteY21" fmla="*/ 273325 h 27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2732" h="273324">
                  <a:moveTo>
                    <a:pt x="39700" y="273325"/>
                  </a:moveTo>
                  <a:cubicBezTo>
                    <a:pt x="17776" y="273325"/>
                    <a:pt x="2" y="255555"/>
                    <a:pt x="0" y="233633"/>
                  </a:cubicBezTo>
                  <a:cubicBezTo>
                    <a:pt x="-1" y="222027"/>
                    <a:pt x="5077" y="211001"/>
                    <a:pt x="13897" y="203459"/>
                  </a:cubicBezTo>
                  <a:lnTo>
                    <a:pt x="215853" y="30828"/>
                  </a:lnTo>
                  <a:cubicBezTo>
                    <a:pt x="232512" y="16577"/>
                    <a:pt x="257570" y="18522"/>
                    <a:pt x="271824" y="35185"/>
                  </a:cubicBezTo>
                  <a:cubicBezTo>
                    <a:pt x="273410" y="37036"/>
                    <a:pt x="274823" y="39036"/>
                    <a:pt x="276043" y="41149"/>
                  </a:cubicBezTo>
                  <a:lnTo>
                    <a:pt x="333256" y="140391"/>
                  </a:lnTo>
                  <a:lnTo>
                    <a:pt x="409970" y="80846"/>
                  </a:lnTo>
                  <a:cubicBezTo>
                    <a:pt x="426342" y="68153"/>
                    <a:pt x="449721" y="70182"/>
                    <a:pt x="463659" y="85510"/>
                  </a:cubicBezTo>
                  <a:lnTo>
                    <a:pt x="543797" y="173785"/>
                  </a:lnTo>
                  <a:lnTo>
                    <a:pt x="737318" y="9442"/>
                  </a:lnTo>
                  <a:cubicBezTo>
                    <a:pt x="754035" y="-4754"/>
                    <a:pt x="779093" y="-2710"/>
                    <a:pt x="793290" y="14007"/>
                  </a:cubicBezTo>
                  <a:cubicBezTo>
                    <a:pt x="807486" y="30724"/>
                    <a:pt x="805442" y="55783"/>
                    <a:pt x="788725" y="69979"/>
                  </a:cubicBezTo>
                  <a:lnTo>
                    <a:pt x="565828" y="259431"/>
                  </a:lnTo>
                  <a:cubicBezTo>
                    <a:pt x="549503" y="273320"/>
                    <a:pt x="525100" y="271737"/>
                    <a:pt x="510700" y="255858"/>
                  </a:cubicBezTo>
                  <a:lnTo>
                    <a:pt x="429471" y="166144"/>
                  </a:lnTo>
                  <a:lnTo>
                    <a:pt x="345760" y="231147"/>
                  </a:lnTo>
                  <a:cubicBezTo>
                    <a:pt x="328419" y="244559"/>
                    <a:pt x="303487" y="241379"/>
                    <a:pt x="290073" y="224036"/>
                  </a:cubicBezTo>
                  <a:cubicBezTo>
                    <a:pt x="288967" y="222607"/>
                    <a:pt x="287960" y="221104"/>
                    <a:pt x="287059" y="219536"/>
                  </a:cubicBezTo>
                  <a:lnTo>
                    <a:pt x="230988" y="122230"/>
                  </a:lnTo>
                  <a:lnTo>
                    <a:pt x="65502" y="263797"/>
                  </a:lnTo>
                  <a:cubicBezTo>
                    <a:pt x="58312" y="269945"/>
                    <a:pt x="49161" y="273325"/>
                    <a:pt x="39700" y="2733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B39B7DE-F09C-E1DB-592B-A61429CCDEE8}"/>
                </a:ext>
              </a:extLst>
            </p:cNvPr>
            <p:cNvSpPr/>
            <p:nvPr/>
          </p:nvSpPr>
          <p:spPr>
            <a:xfrm>
              <a:off x="8550419" y="2665931"/>
              <a:ext cx="79393" cy="314892"/>
            </a:xfrm>
            <a:custGeom>
              <a:avLst/>
              <a:gdLst>
                <a:gd name="connsiteX0" fmla="*/ 39697 w 79393"/>
                <a:gd name="connsiteY0" fmla="*/ 314893 h 314892"/>
                <a:gd name="connsiteX1" fmla="*/ 0 w 79393"/>
                <a:gd name="connsiteY1" fmla="*/ 275196 h 314892"/>
                <a:gd name="connsiteX2" fmla="*/ 0 w 79393"/>
                <a:gd name="connsiteY2" fmla="*/ 39697 h 314892"/>
                <a:gd name="connsiteX3" fmla="*/ 39697 w 79393"/>
                <a:gd name="connsiteY3" fmla="*/ 0 h 314892"/>
                <a:gd name="connsiteX4" fmla="*/ 79393 w 79393"/>
                <a:gd name="connsiteY4" fmla="*/ 39697 h 314892"/>
                <a:gd name="connsiteX5" fmla="*/ 79393 w 79393"/>
                <a:gd name="connsiteY5" fmla="*/ 275196 h 314892"/>
                <a:gd name="connsiteX6" fmla="*/ 39697 w 79393"/>
                <a:gd name="connsiteY6" fmla="*/ 314893 h 31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14892">
                  <a:moveTo>
                    <a:pt x="39697" y="314893"/>
                  </a:moveTo>
                  <a:cubicBezTo>
                    <a:pt x="17773" y="314893"/>
                    <a:pt x="0" y="297120"/>
                    <a:pt x="0" y="2751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75196"/>
                  </a:lnTo>
                  <a:cubicBezTo>
                    <a:pt x="79393" y="297120"/>
                    <a:pt x="61619" y="314893"/>
                    <a:pt x="39697" y="3148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853B0D7-0121-9F53-4AE2-CF0C74259608}"/>
                </a:ext>
              </a:extLst>
            </p:cNvPr>
            <p:cNvSpPr/>
            <p:nvPr/>
          </p:nvSpPr>
          <p:spPr>
            <a:xfrm>
              <a:off x="8642912" y="2758474"/>
              <a:ext cx="79393" cy="222350"/>
            </a:xfrm>
            <a:custGeom>
              <a:avLst/>
              <a:gdLst>
                <a:gd name="connsiteX0" fmla="*/ 39697 w 79393"/>
                <a:gd name="connsiteY0" fmla="*/ 222350 h 222350"/>
                <a:gd name="connsiteX1" fmla="*/ 0 w 79393"/>
                <a:gd name="connsiteY1" fmla="*/ 182654 h 222350"/>
                <a:gd name="connsiteX2" fmla="*/ 0 w 79393"/>
                <a:gd name="connsiteY2" fmla="*/ 39697 h 222350"/>
                <a:gd name="connsiteX3" fmla="*/ 39697 w 79393"/>
                <a:gd name="connsiteY3" fmla="*/ 0 h 222350"/>
                <a:gd name="connsiteX4" fmla="*/ 79393 w 79393"/>
                <a:gd name="connsiteY4" fmla="*/ 39697 h 222350"/>
                <a:gd name="connsiteX5" fmla="*/ 79393 w 79393"/>
                <a:gd name="connsiteY5" fmla="*/ 182654 h 222350"/>
                <a:gd name="connsiteX6" fmla="*/ 39697 w 79393"/>
                <a:gd name="connsiteY6" fmla="*/ 222350 h 22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2350">
                  <a:moveTo>
                    <a:pt x="39697" y="222350"/>
                  </a:moveTo>
                  <a:cubicBezTo>
                    <a:pt x="17774" y="222350"/>
                    <a:pt x="0" y="204578"/>
                    <a:pt x="0" y="18265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82654"/>
                  </a:lnTo>
                  <a:cubicBezTo>
                    <a:pt x="79393" y="204578"/>
                    <a:pt x="61619" y="222350"/>
                    <a:pt x="39697" y="22235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DB4EE590-F233-CD68-28B3-B0733636B113}"/>
                </a:ext>
              </a:extLst>
            </p:cNvPr>
            <p:cNvSpPr/>
            <p:nvPr/>
          </p:nvSpPr>
          <p:spPr>
            <a:xfrm>
              <a:off x="8735454" y="2813106"/>
              <a:ext cx="79393" cy="167717"/>
            </a:xfrm>
            <a:custGeom>
              <a:avLst/>
              <a:gdLst>
                <a:gd name="connsiteX0" fmla="*/ 39697 w 79393"/>
                <a:gd name="connsiteY0" fmla="*/ 167718 h 167717"/>
                <a:gd name="connsiteX1" fmla="*/ 0 w 79393"/>
                <a:gd name="connsiteY1" fmla="*/ 128021 h 167717"/>
                <a:gd name="connsiteX2" fmla="*/ 0 w 79393"/>
                <a:gd name="connsiteY2" fmla="*/ 39697 h 167717"/>
                <a:gd name="connsiteX3" fmla="*/ 39697 w 79393"/>
                <a:gd name="connsiteY3" fmla="*/ 0 h 167717"/>
                <a:gd name="connsiteX4" fmla="*/ 79393 w 79393"/>
                <a:gd name="connsiteY4" fmla="*/ 39697 h 167717"/>
                <a:gd name="connsiteX5" fmla="*/ 79393 w 79393"/>
                <a:gd name="connsiteY5" fmla="*/ 128021 h 167717"/>
                <a:gd name="connsiteX6" fmla="*/ 39697 w 79393"/>
                <a:gd name="connsiteY6" fmla="*/ 167718 h 16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67717">
                  <a:moveTo>
                    <a:pt x="39697" y="167718"/>
                  </a:moveTo>
                  <a:cubicBezTo>
                    <a:pt x="17774" y="167718"/>
                    <a:pt x="0" y="149945"/>
                    <a:pt x="0" y="128021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128021"/>
                  </a:lnTo>
                  <a:cubicBezTo>
                    <a:pt x="79393" y="149945"/>
                    <a:pt x="61619" y="167718"/>
                    <a:pt x="39697" y="1677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4E2C8139-F92C-50F2-ACAF-6136F87420B3}"/>
                </a:ext>
              </a:extLst>
            </p:cNvPr>
            <p:cNvSpPr/>
            <p:nvPr/>
          </p:nvSpPr>
          <p:spPr>
            <a:xfrm>
              <a:off x="8214335" y="2679304"/>
              <a:ext cx="292317" cy="289686"/>
            </a:xfrm>
            <a:custGeom>
              <a:avLst/>
              <a:gdLst>
                <a:gd name="connsiteX0" fmla="*/ 147524 w 292317"/>
                <a:gd name="connsiteY0" fmla="*/ 289661 h 289686"/>
                <a:gd name="connsiteX1" fmla="*/ 25 w 292317"/>
                <a:gd name="connsiteY1" fmla="*/ 147524 h 289686"/>
                <a:gd name="connsiteX2" fmla="*/ 142163 w 292317"/>
                <a:gd name="connsiteY2" fmla="*/ 25 h 289686"/>
                <a:gd name="connsiteX3" fmla="*/ 147524 w 292317"/>
                <a:gd name="connsiteY3" fmla="*/ 25 h 289686"/>
                <a:gd name="connsiteX4" fmla="*/ 187221 w 292317"/>
                <a:gd name="connsiteY4" fmla="*/ 39721 h 289686"/>
                <a:gd name="connsiteX5" fmla="*/ 147524 w 292317"/>
                <a:gd name="connsiteY5" fmla="*/ 79418 h 289686"/>
                <a:gd name="connsiteX6" fmla="*/ 82025 w 292317"/>
                <a:gd name="connsiteY6" fmla="*/ 144818 h 289686"/>
                <a:gd name="connsiteX7" fmla="*/ 147426 w 292317"/>
                <a:gd name="connsiteY7" fmla="*/ 210317 h 289686"/>
                <a:gd name="connsiteX8" fmla="*/ 212925 w 292317"/>
                <a:gd name="connsiteY8" fmla="*/ 144917 h 289686"/>
                <a:gd name="connsiteX9" fmla="*/ 212925 w 292317"/>
                <a:gd name="connsiteY9" fmla="*/ 144719 h 289686"/>
                <a:gd name="connsiteX10" fmla="*/ 252621 w 292317"/>
                <a:gd name="connsiteY10" fmla="*/ 105022 h 289686"/>
                <a:gd name="connsiteX11" fmla="*/ 292318 w 292317"/>
                <a:gd name="connsiteY11" fmla="*/ 144719 h 289686"/>
                <a:gd name="connsiteX12" fmla="*/ 147524 w 292317"/>
                <a:gd name="connsiteY12" fmla="*/ 289661 h 28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317" h="289686">
                  <a:moveTo>
                    <a:pt x="147524" y="289661"/>
                  </a:moveTo>
                  <a:cubicBezTo>
                    <a:pt x="67544" y="291142"/>
                    <a:pt x="1506" y="227505"/>
                    <a:pt x="25" y="147524"/>
                  </a:cubicBezTo>
                  <a:cubicBezTo>
                    <a:pt x="-1455" y="67543"/>
                    <a:pt x="62182" y="1506"/>
                    <a:pt x="142163" y="25"/>
                  </a:cubicBezTo>
                  <a:cubicBezTo>
                    <a:pt x="143950" y="-8"/>
                    <a:pt x="145738" y="-8"/>
                    <a:pt x="147524" y="25"/>
                  </a:cubicBezTo>
                  <a:cubicBezTo>
                    <a:pt x="169448" y="25"/>
                    <a:pt x="187221" y="17798"/>
                    <a:pt x="187221" y="39721"/>
                  </a:cubicBezTo>
                  <a:cubicBezTo>
                    <a:pt x="187221" y="61645"/>
                    <a:pt x="169448" y="79418"/>
                    <a:pt x="147524" y="79418"/>
                  </a:cubicBezTo>
                  <a:cubicBezTo>
                    <a:pt x="111378" y="79391"/>
                    <a:pt x="82052" y="108671"/>
                    <a:pt x="82025" y="144818"/>
                  </a:cubicBezTo>
                  <a:cubicBezTo>
                    <a:pt x="81998" y="180965"/>
                    <a:pt x="111278" y="210290"/>
                    <a:pt x="147426" y="210317"/>
                  </a:cubicBezTo>
                  <a:cubicBezTo>
                    <a:pt x="183572" y="210345"/>
                    <a:pt x="212897" y="181064"/>
                    <a:pt x="212925" y="144917"/>
                  </a:cubicBezTo>
                  <a:cubicBezTo>
                    <a:pt x="212925" y="144851"/>
                    <a:pt x="212925" y="144785"/>
                    <a:pt x="212925" y="144719"/>
                  </a:cubicBezTo>
                  <a:cubicBezTo>
                    <a:pt x="212925" y="122795"/>
                    <a:pt x="230697" y="105022"/>
                    <a:pt x="252621" y="105022"/>
                  </a:cubicBezTo>
                  <a:cubicBezTo>
                    <a:pt x="274545" y="105022"/>
                    <a:pt x="292318" y="122795"/>
                    <a:pt x="292318" y="144719"/>
                  </a:cubicBezTo>
                  <a:cubicBezTo>
                    <a:pt x="292318" y="224710"/>
                    <a:pt x="227516" y="289579"/>
                    <a:pt x="147524" y="2896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469F7971-94C6-BC62-7649-E03A8729A049}"/>
                </a:ext>
              </a:extLst>
            </p:cNvPr>
            <p:cNvSpPr/>
            <p:nvPr/>
          </p:nvSpPr>
          <p:spPr>
            <a:xfrm>
              <a:off x="8322163" y="2679329"/>
              <a:ext cx="184489" cy="184390"/>
            </a:xfrm>
            <a:custGeom>
              <a:avLst/>
              <a:gdLst>
                <a:gd name="connsiteX0" fmla="*/ 144793 w 184489"/>
                <a:gd name="connsiteY0" fmla="*/ 184390 h 184390"/>
                <a:gd name="connsiteX1" fmla="*/ 105097 w 184489"/>
                <a:gd name="connsiteY1" fmla="*/ 144694 h 184390"/>
                <a:gd name="connsiteX2" fmla="*/ 39697 w 184489"/>
                <a:gd name="connsiteY2" fmla="*/ 79393 h 184390"/>
                <a:gd name="connsiteX3" fmla="*/ 0 w 184489"/>
                <a:gd name="connsiteY3" fmla="*/ 39697 h 184390"/>
                <a:gd name="connsiteX4" fmla="*/ 39697 w 184489"/>
                <a:gd name="connsiteY4" fmla="*/ 0 h 184390"/>
                <a:gd name="connsiteX5" fmla="*/ 184490 w 184489"/>
                <a:gd name="connsiteY5" fmla="*/ 144694 h 184390"/>
                <a:gd name="connsiteX6" fmla="*/ 144793 w 184489"/>
                <a:gd name="connsiteY6" fmla="*/ 184390 h 18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489" h="184390">
                  <a:moveTo>
                    <a:pt x="144793" y="184390"/>
                  </a:moveTo>
                  <a:cubicBezTo>
                    <a:pt x="122869" y="184390"/>
                    <a:pt x="105097" y="166618"/>
                    <a:pt x="105097" y="144694"/>
                  </a:cubicBezTo>
                  <a:cubicBezTo>
                    <a:pt x="105042" y="108613"/>
                    <a:pt x="75777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119636" y="-27"/>
                    <a:pt x="184463" y="64755"/>
                    <a:pt x="184490" y="144694"/>
                  </a:cubicBezTo>
                  <a:cubicBezTo>
                    <a:pt x="184490" y="166618"/>
                    <a:pt x="166717" y="184390"/>
                    <a:pt x="144793" y="1843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28906236-4C4D-450A-F14F-8482D9045017}"/>
              </a:ext>
            </a:extLst>
          </p:cNvPr>
          <p:cNvGrpSpPr/>
          <p:nvPr/>
        </p:nvGrpSpPr>
        <p:grpSpPr>
          <a:xfrm>
            <a:off x="9441187" y="2543168"/>
            <a:ext cx="783905" cy="823704"/>
            <a:chOff x="9441187" y="2543168"/>
            <a:chExt cx="783905" cy="823704"/>
          </a:xfrm>
        </p:grpSpPr>
        <p:grpSp>
          <p:nvGrpSpPr>
            <p:cNvPr id="136" name="Picture Placeholder 57">
              <a:extLst>
                <a:ext uri="{FF2B5EF4-FFF2-40B4-BE49-F238E27FC236}">
                  <a16:creationId xmlns:a16="http://schemas.microsoft.com/office/drawing/2014/main" id="{52830062-0523-66F6-BE60-29AE08B6AC05}"/>
                </a:ext>
              </a:extLst>
            </p:cNvPr>
            <p:cNvGrpSpPr/>
            <p:nvPr/>
          </p:nvGrpSpPr>
          <p:grpSpPr>
            <a:xfrm>
              <a:off x="9441187" y="2797773"/>
              <a:ext cx="634847" cy="569099"/>
              <a:chOff x="9441187" y="2797773"/>
              <a:chExt cx="634847" cy="569099"/>
            </a:xfrm>
          </p:grpSpPr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3FD44979-EB95-1C8D-B639-59421BAA40A4}"/>
                  </a:ext>
                </a:extLst>
              </p:cNvPr>
              <p:cNvSpPr/>
              <p:nvPr/>
            </p:nvSpPr>
            <p:spPr>
              <a:xfrm>
                <a:off x="9441187" y="2966633"/>
                <a:ext cx="217438" cy="400240"/>
              </a:xfrm>
              <a:custGeom>
                <a:avLst/>
                <a:gdLst>
                  <a:gd name="connsiteX0" fmla="*/ 177742 w 217438"/>
                  <a:gd name="connsiteY0" fmla="*/ 400240 h 400240"/>
                  <a:gd name="connsiteX1" fmla="*/ 39697 w 217438"/>
                  <a:gd name="connsiteY1" fmla="*/ 400240 h 400240"/>
                  <a:gd name="connsiteX2" fmla="*/ 0 w 217438"/>
                  <a:gd name="connsiteY2" fmla="*/ 360544 h 400240"/>
                  <a:gd name="connsiteX3" fmla="*/ 0 w 217438"/>
                  <a:gd name="connsiteY3" fmla="*/ 39697 h 400240"/>
                  <a:gd name="connsiteX4" fmla="*/ 39697 w 217438"/>
                  <a:gd name="connsiteY4" fmla="*/ 0 h 400240"/>
                  <a:gd name="connsiteX5" fmla="*/ 176551 w 217438"/>
                  <a:gd name="connsiteY5" fmla="*/ 0 h 400240"/>
                  <a:gd name="connsiteX6" fmla="*/ 216247 w 217438"/>
                  <a:gd name="connsiteY6" fmla="*/ 39697 h 400240"/>
                  <a:gd name="connsiteX7" fmla="*/ 217438 w 217438"/>
                  <a:gd name="connsiteY7" fmla="*/ 360345 h 400240"/>
                  <a:gd name="connsiteX8" fmla="*/ 177742 w 217438"/>
                  <a:gd name="connsiteY8" fmla="*/ 400042 h 400240"/>
                  <a:gd name="connsiteX9" fmla="*/ 79294 w 217438"/>
                  <a:gd name="connsiteY9" fmla="*/ 320847 h 400240"/>
                  <a:gd name="connsiteX10" fmla="*/ 138045 w 217438"/>
                  <a:gd name="connsiteY10" fmla="*/ 320847 h 400240"/>
                  <a:gd name="connsiteX11" fmla="*/ 137102 w 217438"/>
                  <a:gd name="connsiteY11" fmla="*/ 79393 h 400240"/>
                  <a:gd name="connsiteX12" fmla="*/ 79393 w 217438"/>
                  <a:gd name="connsiteY12" fmla="*/ 79393 h 40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438" h="400240">
                    <a:moveTo>
                      <a:pt x="177742" y="400240"/>
                    </a:moveTo>
                    <a:lnTo>
                      <a:pt x="39697" y="400240"/>
                    </a:lnTo>
                    <a:cubicBezTo>
                      <a:pt x="17773" y="400240"/>
                      <a:pt x="0" y="382466"/>
                      <a:pt x="0" y="36054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176551" y="0"/>
                    </a:lnTo>
                    <a:cubicBezTo>
                      <a:pt x="198475" y="0"/>
                      <a:pt x="216247" y="17773"/>
                      <a:pt x="216247" y="39697"/>
                    </a:cubicBezTo>
                    <a:lnTo>
                      <a:pt x="217438" y="360345"/>
                    </a:lnTo>
                    <a:cubicBezTo>
                      <a:pt x="217438" y="382268"/>
                      <a:pt x="199665" y="400042"/>
                      <a:pt x="177742" y="400042"/>
                    </a:cubicBezTo>
                    <a:close/>
                    <a:moveTo>
                      <a:pt x="79294" y="320847"/>
                    </a:moveTo>
                    <a:lnTo>
                      <a:pt x="138045" y="320847"/>
                    </a:lnTo>
                    <a:lnTo>
                      <a:pt x="137102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66B94508-57B5-3B19-D2E6-50ACBDE85C87}"/>
                  </a:ext>
                </a:extLst>
              </p:cNvPr>
              <p:cNvSpPr/>
              <p:nvPr/>
            </p:nvSpPr>
            <p:spPr>
              <a:xfrm>
                <a:off x="9851198" y="3080363"/>
                <a:ext cx="224837" cy="285219"/>
              </a:xfrm>
              <a:custGeom>
                <a:avLst/>
                <a:gdLst>
                  <a:gd name="connsiteX0" fmla="*/ 185141 w 224837"/>
                  <a:gd name="connsiteY0" fmla="*/ 285220 h 285219"/>
                  <a:gd name="connsiteX1" fmla="*/ 39703 w 224837"/>
                  <a:gd name="connsiteY1" fmla="*/ 285220 h 285219"/>
                  <a:gd name="connsiteX2" fmla="*/ 0 w 224837"/>
                  <a:gd name="connsiteY2" fmla="*/ 245528 h 285219"/>
                  <a:gd name="connsiteX3" fmla="*/ 6 w 224837"/>
                  <a:gd name="connsiteY3" fmla="*/ 244828 h 285219"/>
                  <a:gd name="connsiteX4" fmla="*/ 3678 w 224837"/>
                  <a:gd name="connsiteY4" fmla="*/ 39002 h 285219"/>
                  <a:gd name="connsiteX5" fmla="*/ 43375 w 224837"/>
                  <a:gd name="connsiteY5" fmla="*/ 0 h 285219"/>
                  <a:gd name="connsiteX6" fmla="*/ 183851 w 224837"/>
                  <a:gd name="connsiteY6" fmla="*/ 0 h 285219"/>
                  <a:gd name="connsiteX7" fmla="*/ 223547 w 224837"/>
                  <a:gd name="connsiteY7" fmla="*/ 39697 h 285219"/>
                  <a:gd name="connsiteX8" fmla="*/ 224838 w 224837"/>
                  <a:gd name="connsiteY8" fmla="*/ 245523 h 285219"/>
                  <a:gd name="connsiteX9" fmla="*/ 185141 w 224837"/>
                  <a:gd name="connsiteY9" fmla="*/ 285220 h 285219"/>
                  <a:gd name="connsiteX10" fmla="*/ 80094 w 224837"/>
                  <a:gd name="connsiteY10" fmla="*/ 205827 h 285219"/>
                  <a:gd name="connsiteX11" fmla="*/ 145196 w 224837"/>
                  <a:gd name="connsiteY11" fmla="*/ 205827 h 285219"/>
                  <a:gd name="connsiteX12" fmla="*/ 144402 w 224837"/>
                  <a:gd name="connsiteY12" fmla="*/ 79393 h 285219"/>
                  <a:gd name="connsiteX13" fmla="*/ 82376 w 224837"/>
                  <a:gd name="connsiteY13" fmla="*/ 79393 h 285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4837" h="285219">
                    <a:moveTo>
                      <a:pt x="185141" y="285220"/>
                    </a:moveTo>
                    <a:lnTo>
                      <a:pt x="39703" y="285220"/>
                    </a:lnTo>
                    <a:cubicBezTo>
                      <a:pt x="17779" y="285225"/>
                      <a:pt x="3" y="267455"/>
                      <a:pt x="0" y="245528"/>
                    </a:cubicBezTo>
                    <a:cubicBezTo>
                      <a:pt x="0" y="245295"/>
                      <a:pt x="2" y="245062"/>
                      <a:pt x="6" y="244828"/>
                    </a:cubicBezTo>
                    <a:lnTo>
                      <a:pt x="3678" y="39002"/>
                    </a:lnTo>
                    <a:cubicBezTo>
                      <a:pt x="4057" y="17347"/>
                      <a:pt x="21719" y="-5"/>
                      <a:pt x="43375" y="0"/>
                    </a:cubicBezTo>
                    <a:lnTo>
                      <a:pt x="183851" y="0"/>
                    </a:lnTo>
                    <a:cubicBezTo>
                      <a:pt x="205773" y="0"/>
                      <a:pt x="223547" y="17774"/>
                      <a:pt x="223547" y="39697"/>
                    </a:cubicBezTo>
                    <a:lnTo>
                      <a:pt x="224838" y="245523"/>
                    </a:lnTo>
                    <a:cubicBezTo>
                      <a:pt x="224838" y="267446"/>
                      <a:pt x="207063" y="285220"/>
                      <a:pt x="185141" y="285220"/>
                    </a:cubicBezTo>
                    <a:close/>
                    <a:moveTo>
                      <a:pt x="80094" y="205827"/>
                    </a:moveTo>
                    <a:lnTo>
                      <a:pt x="145196" y="205827"/>
                    </a:lnTo>
                    <a:lnTo>
                      <a:pt x="144402" y="79393"/>
                    </a:lnTo>
                    <a:lnTo>
                      <a:pt x="82376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AEFA590A-60DB-3908-8910-D5019868773E}"/>
                  </a:ext>
                </a:extLst>
              </p:cNvPr>
              <p:cNvSpPr/>
              <p:nvPr/>
            </p:nvSpPr>
            <p:spPr>
              <a:xfrm>
                <a:off x="9578041" y="2797773"/>
                <a:ext cx="354341" cy="567809"/>
              </a:xfrm>
              <a:custGeom>
                <a:avLst/>
                <a:gdLst>
                  <a:gd name="connsiteX0" fmla="*/ 313802 w 354341"/>
                  <a:gd name="connsiteY0" fmla="*/ 567810 h 567809"/>
                  <a:gd name="connsiteX1" fmla="*/ 39697 w 354341"/>
                  <a:gd name="connsiteY1" fmla="*/ 567810 h 567809"/>
                  <a:gd name="connsiteX2" fmla="*/ 0 w 354341"/>
                  <a:gd name="connsiteY2" fmla="*/ 528113 h 567809"/>
                  <a:gd name="connsiteX3" fmla="*/ 0 w 354341"/>
                  <a:gd name="connsiteY3" fmla="*/ 39697 h 567809"/>
                  <a:gd name="connsiteX4" fmla="*/ 39697 w 354341"/>
                  <a:gd name="connsiteY4" fmla="*/ 0 h 567809"/>
                  <a:gd name="connsiteX5" fmla="*/ 91898 w 354341"/>
                  <a:gd name="connsiteY5" fmla="*/ 0 h 567809"/>
                  <a:gd name="connsiteX6" fmla="*/ 131594 w 354341"/>
                  <a:gd name="connsiteY6" fmla="*/ 39697 h 567809"/>
                  <a:gd name="connsiteX7" fmla="*/ 91898 w 354341"/>
                  <a:gd name="connsiteY7" fmla="*/ 79393 h 567809"/>
                  <a:gd name="connsiteX8" fmla="*/ 79393 w 354341"/>
                  <a:gd name="connsiteY8" fmla="*/ 79393 h 567809"/>
                  <a:gd name="connsiteX9" fmla="*/ 79393 w 354341"/>
                  <a:gd name="connsiteY9" fmla="*/ 488416 h 567809"/>
                  <a:gd name="connsiteX10" fmla="*/ 274105 w 354341"/>
                  <a:gd name="connsiteY10" fmla="*/ 488416 h 567809"/>
                  <a:gd name="connsiteX11" fmla="*/ 274949 w 354341"/>
                  <a:gd name="connsiteY11" fmla="*/ 137449 h 567809"/>
                  <a:gd name="connsiteX12" fmla="*/ 314645 w 354341"/>
                  <a:gd name="connsiteY12" fmla="*/ 97753 h 567809"/>
                  <a:gd name="connsiteX13" fmla="*/ 314645 w 354341"/>
                  <a:gd name="connsiteY13" fmla="*/ 97753 h 567809"/>
                  <a:gd name="connsiteX14" fmla="*/ 354342 w 354341"/>
                  <a:gd name="connsiteY14" fmla="*/ 137449 h 567809"/>
                  <a:gd name="connsiteX15" fmla="*/ 353498 w 354341"/>
                  <a:gd name="connsiteY15" fmla="*/ 528212 h 567809"/>
                  <a:gd name="connsiteX16" fmla="*/ 313802 w 354341"/>
                  <a:gd name="connsiteY16" fmla="*/ 567810 h 56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4341" h="567809">
                    <a:moveTo>
                      <a:pt x="313802" y="567810"/>
                    </a:moveTo>
                    <a:lnTo>
                      <a:pt x="39697" y="567810"/>
                    </a:lnTo>
                    <a:cubicBezTo>
                      <a:pt x="17773" y="567810"/>
                      <a:pt x="0" y="550035"/>
                      <a:pt x="0" y="528113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91898" y="0"/>
                    </a:lnTo>
                    <a:cubicBezTo>
                      <a:pt x="113822" y="0"/>
                      <a:pt x="131594" y="17773"/>
                      <a:pt x="131594" y="39697"/>
                    </a:cubicBezTo>
                    <a:cubicBezTo>
                      <a:pt x="131594" y="61620"/>
                      <a:pt x="113822" y="79393"/>
                      <a:pt x="91898" y="79393"/>
                    </a:cubicBezTo>
                    <a:lnTo>
                      <a:pt x="79393" y="79393"/>
                    </a:lnTo>
                    <a:lnTo>
                      <a:pt x="79393" y="488416"/>
                    </a:lnTo>
                    <a:lnTo>
                      <a:pt x="274105" y="488416"/>
                    </a:lnTo>
                    <a:lnTo>
                      <a:pt x="274949" y="137449"/>
                    </a:lnTo>
                    <a:cubicBezTo>
                      <a:pt x="274949" y="115525"/>
                      <a:pt x="292721" y="97753"/>
                      <a:pt x="314645" y="97753"/>
                    </a:cubicBezTo>
                    <a:lnTo>
                      <a:pt x="314645" y="97753"/>
                    </a:lnTo>
                    <a:cubicBezTo>
                      <a:pt x="336568" y="97753"/>
                      <a:pt x="354342" y="115525"/>
                      <a:pt x="354342" y="137449"/>
                    </a:cubicBezTo>
                    <a:lnTo>
                      <a:pt x="353498" y="528212"/>
                    </a:lnTo>
                    <a:cubicBezTo>
                      <a:pt x="353444" y="550095"/>
                      <a:pt x="335684" y="567810"/>
                      <a:pt x="313802" y="5678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64BC766A-042E-61D5-083C-6E5AA5CE9403}"/>
                  </a:ext>
                </a:extLst>
              </p:cNvPr>
              <p:cNvSpPr/>
              <p:nvPr/>
            </p:nvSpPr>
            <p:spPr>
              <a:xfrm>
                <a:off x="9716828" y="3072124"/>
                <a:ext cx="79398" cy="81132"/>
              </a:xfrm>
              <a:custGeom>
                <a:avLst/>
                <a:gdLst>
                  <a:gd name="connsiteX0" fmla="*/ 39699 w 79398"/>
                  <a:gd name="connsiteY0" fmla="*/ 81132 h 81132"/>
                  <a:gd name="connsiteX1" fmla="*/ 3 w 79398"/>
                  <a:gd name="connsiteY1" fmla="*/ 41882 h 81132"/>
                  <a:gd name="connsiteX2" fmla="*/ 3 w 79398"/>
                  <a:gd name="connsiteY2" fmla="*/ 40146 h 81132"/>
                  <a:gd name="connsiteX3" fmla="*/ 39253 w 79398"/>
                  <a:gd name="connsiteY3" fmla="*/ 3 h 81132"/>
                  <a:gd name="connsiteX4" fmla="*/ 79396 w 79398"/>
                  <a:gd name="connsiteY4" fmla="*/ 39253 h 81132"/>
                  <a:gd name="connsiteX5" fmla="*/ 79396 w 79398"/>
                  <a:gd name="connsiteY5" fmla="*/ 40989 h 81132"/>
                  <a:gd name="connsiteX6" fmla="*/ 40195 w 79398"/>
                  <a:gd name="connsiteY6" fmla="*/ 81132 h 81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8" h="81132">
                    <a:moveTo>
                      <a:pt x="39699" y="81132"/>
                    </a:moveTo>
                    <a:cubicBezTo>
                      <a:pt x="17948" y="81132"/>
                      <a:pt x="247" y="63631"/>
                      <a:pt x="3" y="41882"/>
                    </a:cubicBezTo>
                    <a:lnTo>
                      <a:pt x="3" y="40146"/>
                    </a:lnTo>
                    <a:cubicBezTo>
                      <a:pt x="-244" y="18223"/>
                      <a:pt x="17329" y="251"/>
                      <a:pt x="39253" y="3"/>
                    </a:cubicBezTo>
                    <a:cubicBezTo>
                      <a:pt x="61176" y="-246"/>
                      <a:pt x="79149" y="17330"/>
                      <a:pt x="79396" y="39253"/>
                    </a:cubicBezTo>
                    <a:lnTo>
                      <a:pt x="79396" y="40989"/>
                    </a:lnTo>
                    <a:cubicBezTo>
                      <a:pt x="79644" y="62897"/>
                      <a:pt x="62100" y="80859"/>
                      <a:pt x="40195" y="8113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E32318C9-98E2-0A2D-FC9B-D646391FA9F7}"/>
                  </a:ext>
                </a:extLst>
              </p:cNvPr>
              <p:cNvSpPr/>
              <p:nvPr/>
            </p:nvSpPr>
            <p:spPr>
              <a:xfrm>
                <a:off x="9716828" y="2965541"/>
                <a:ext cx="79398" cy="81080"/>
              </a:xfrm>
              <a:custGeom>
                <a:avLst/>
                <a:gdLst>
                  <a:gd name="connsiteX0" fmla="*/ 39699 w 79398"/>
                  <a:gd name="connsiteY0" fmla="*/ 81080 h 81080"/>
                  <a:gd name="connsiteX1" fmla="*/ 3 w 79398"/>
                  <a:gd name="connsiteY1" fmla="*/ 41830 h 81080"/>
                  <a:gd name="connsiteX2" fmla="*/ 3 w 79398"/>
                  <a:gd name="connsiteY2" fmla="*/ 40143 h 81080"/>
                  <a:gd name="connsiteX3" fmla="*/ 39248 w 79398"/>
                  <a:gd name="connsiteY3" fmla="*/ 0 h 81080"/>
                  <a:gd name="connsiteX4" fmla="*/ 39253 w 79398"/>
                  <a:gd name="connsiteY4" fmla="*/ 0 h 81080"/>
                  <a:gd name="connsiteX5" fmla="*/ 39699 w 79398"/>
                  <a:gd name="connsiteY5" fmla="*/ 0 h 81080"/>
                  <a:gd name="connsiteX6" fmla="*/ 79396 w 79398"/>
                  <a:gd name="connsiteY6" fmla="*/ 39200 h 81080"/>
                  <a:gd name="connsiteX7" fmla="*/ 79396 w 79398"/>
                  <a:gd name="connsiteY7" fmla="*/ 40937 h 81080"/>
                  <a:gd name="connsiteX8" fmla="*/ 40195 w 79398"/>
                  <a:gd name="connsiteY8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398" h="81080">
                    <a:moveTo>
                      <a:pt x="39699" y="81080"/>
                    </a:moveTo>
                    <a:cubicBezTo>
                      <a:pt x="17948" y="81080"/>
                      <a:pt x="247" y="63579"/>
                      <a:pt x="3" y="41830"/>
                    </a:cubicBezTo>
                    <a:lnTo>
                      <a:pt x="3" y="40143"/>
                    </a:lnTo>
                    <a:cubicBezTo>
                      <a:pt x="-246" y="18221"/>
                      <a:pt x="17325" y="248"/>
                      <a:pt x="39248" y="0"/>
                    </a:cubicBezTo>
                    <a:cubicBezTo>
                      <a:pt x="39249" y="0"/>
                      <a:pt x="39251" y="0"/>
                      <a:pt x="39253" y="0"/>
                    </a:cubicBezTo>
                    <a:lnTo>
                      <a:pt x="39699" y="0"/>
                    </a:lnTo>
                    <a:cubicBezTo>
                      <a:pt x="61431" y="-1"/>
                      <a:pt x="79124" y="17470"/>
                      <a:pt x="79396" y="39200"/>
                    </a:cubicBezTo>
                    <a:lnTo>
                      <a:pt x="79396" y="40937"/>
                    </a:lnTo>
                    <a:cubicBezTo>
                      <a:pt x="79644" y="62845"/>
                      <a:pt x="62100" y="80807"/>
                      <a:pt x="40195" y="8108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45727559-08A8-93E1-C608-6E9CC55268A9}"/>
                  </a:ext>
                </a:extLst>
              </p:cNvPr>
              <p:cNvSpPr/>
              <p:nvPr/>
            </p:nvSpPr>
            <p:spPr>
              <a:xfrm>
                <a:off x="9717572" y="3178662"/>
                <a:ext cx="79398" cy="81080"/>
              </a:xfrm>
              <a:custGeom>
                <a:avLst/>
                <a:gdLst>
                  <a:gd name="connsiteX0" fmla="*/ 39699 w 79398"/>
                  <a:gd name="connsiteY0" fmla="*/ 81080 h 81080"/>
                  <a:gd name="connsiteX1" fmla="*/ 3 w 79398"/>
                  <a:gd name="connsiteY1" fmla="*/ 41830 h 81080"/>
                  <a:gd name="connsiteX2" fmla="*/ 3 w 79398"/>
                  <a:gd name="connsiteY2" fmla="*/ 40143 h 81080"/>
                  <a:gd name="connsiteX3" fmla="*/ 39203 w 79398"/>
                  <a:gd name="connsiteY3" fmla="*/ 0 h 81080"/>
                  <a:gd name="connsiteX4" fmla="*/ 39699 w 79398"/>
                  <a:gd name="connsiteY4" fmla="*/ 0 h 81080"/>
                  <a:gd name="connsiteX5" fmla="*/ 79396 w 79398"/>
                  <a:gd name="connsiteY5" fmla="*/ 39250 h 81080"/>
                  <a:gd name="connsiteX6" fmla="*/ 79396 w 79398"/>
                  <a:gd name="connsiteY6" fmla="*/ 40937 h 81080"/>
                  <a:gd name="connsiteX7" fmla="*/ 40295 w 79398"/>
                  <a:gd name="connsiteY7" fmla="*/ 81080 h 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398" h="81080">
                    <a:moveTo>
                      <a:pt x="39699" y="81080"/>
                    </a:moveTo>
                    <a:cubicBezTo>
                      <a:pt x="17948" y="81080"/>
                      <a:pt x="247" y="63579"/>
                      <a:pt x="3" y="41830"/>
                    </a:cubicBezTo>
                    <a:lnTo>
                      <a:pt x="3" y="40143"/>
                    </a:lnTo>
                    <a:cubicBezTo>
                      <a:pt x="-245" y="18236"/>
                      <a:pt x="17298" y="273"/>
                      <a:pt x="39203" y="0"/>
                    </a:cubicBezTo>
                    <a:lnTo>
                      <a:pt x="39699" y="0"/>
                    </a:lnTo>
                    <a:cubicBezTo>
                      <a:pt x="61450" y="0"/>
                      <a:pt x="79151" y="17501"/>
                      <a:pt x="79396" y="39250"/>
                    </a:cubicBezTo>
                    <a:lnTo>
                      <a:pt x="79396" y="40937"/>
                    </a:lnTo>
                    <a:cubicBezTo>
                      <a:pt x="79644" y="62805"/>
                      <a:pt x="62161" y="80753"/>
                      <a:pt x="40295" y="8108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EE78D981-308C-979E-8AEC-0D355990F6B6}"/>
                </a:ext>
              </a:extLst>
            </p:cNvPr>
            <p:cNvSpPr/>
            <p:nvPr/>
          </p:nvSpPr>
          <p:spPr>
            <a:xfrm>
              <a:off x="9630010" y="2543168"/>
              <a:ext cx="595082" cy="431155"/>
            </a:xfrm>
            <a:custGeom>
              <a:avLst/>
              <a:gdLst>
                <a:gd name="connsiteX0" fmla="*/ 230224 w 595082"/>
                <a:gd name="connsiteY0" fmla="*/ 431155 h 431155"/>
                <a:gd name="connsiteX1" fmla="*/ 173309 w 595082"/>
                <a:gd name="connsiteY1" fmla="*/ 431155 h 431155"/>
                <a:gd name="connsiteX2" fmla="*/ 47421 w 595082"/>
                <a:gd name="connsiteY2" fmla="*/ 377863 h 431155"/>
                <a:gd name="connsiteX3" fmla="*/ 83 w 595082"/>
                <a:gd name="connsiteY3" fmla="*/ 256639 h 431155"/>
                <a:gd name="connsiteX4" fmla="*/ 52086 w 595082"/>
                <a:gd name="connsiteY4" fmla="*/ 150203 h 431155"/>
                <a:gd name="connsiteX5" fmla="*/ 129544 w 595082"/>
                <a:gd name="connsiteY5" fmla="*/ 111102 h 431155"/>
                <a:gd name="connsiteX6" fmla="*/ 292796 w 595082"/>
                <a:gd name="connsiteY6" fmla="*/ 497 h 431155"/>
                <a:gd name="connsiteX7" fmla="*/ 299247 w 595082"/>
                <a:gd name="connsiteY7" fmla="*/ 1 h 431155"/>
                <a:gd name="connsiteX8" fmla="*/ 496787 w 595082"/>
                <a:gd name="connsiteY8" fmla="*/ 161219 h 431155"/>
                <a:gd name="connsiteX9" fmla="*/ 589290 w 595082"/>
                <a:gd name="connsiteY9" fmla="*/ 332499 h 431155"/>
                <a:gd name="connsiteX10" fmla="*/ 457586 w 595082"/>
                <a:gd name="connsiteY10" fmla="*/ 430758 h 431155"/>
                <a:gd name="connsiteX11" fmla="*/ 152022 w 595082"/>
                <a:gd name="connsiteY11" fmla="*/ 188609 h 431155"/>
                <a:gd name="connsiteX12" fmla="*/ 105875 w 595082"/>
                <a:gd name="connsiteY12" fmla="*/ 208458 h 431155"/>
                <a:gd name="connsiteX13" fmla="*/ 79427 w 595082"/>
                <a:gd name="connsiteY13" fmla="*/ 259021 h 431155"/>
                <a:gd name="connsiteX14" fmla="*/ 104237 w 595082"/>
                <a:gd name="connsiteY14" fmla="*/ 322536 h 431155"/>
                <a:gd name="connsiteX15" fmla="*/ 173111 w 595082"/>
                <a:gd name="connsiteY15" fmla="*/ 351663 h 431155"/>
                <a:gd name="connsiteX16" fmla="*/ 230175 w 595082"/>
                <a:gd name="connsiteY16" fmla="*/ 351663 h 431155"/>
                <a:gd name="connsiteX17" fmla="*/ 457438 w 595082"/>
                <a:gd name="connsiteY17" fmla="*/ 351266 h 431155"/>
                <a:gd name="connsiteX18" fmla="*/ 457438 w 595082"/>
                <a:gd name="connsiteY18" fmla="*/ 351266 h 431155"/>
                <a:gd name="connsiteX19" fmla="*/ 515340 w 595082"/>
                <a:gd name="connsiteY19" fmla="*/ 292762 h 431155"/>
                <a:gd name="connsiteX20" fmla="*/ 459522 w 595082"/>
                <a:gd name="connsiteY20" fmla="*/ 234905 h 431155"/>
                <a:gd name="connsiteX21" fmla="*/ 421214 w 595082"/>
                <a:gd name="connsiteY21" fmla="*/ 196747 h 431155"/>
                <a:gd name="connsiteX22" fmla="*/ 304506 w 595082"/>
                <a:gd name="connsiteY22" fmla="*/ 79493 h 431155"/>
                <a:gd name="connsiteX23" fmla="*/ 299544 w 595082"/>
                <a:gd name="connsiteY23" fmla="*/ 79791 h 431155"/>
                <a:gd name="connsiteX24" fmla="*/ 194100 w 595082"/>
                <a:gd name="connsiteY24" fmla="*/ 162459 h 431155"/>
                <a:gd name="connsiteX25" fmla="*/ 154751 w 595082"/>
                <a:gd name="connsiteY25" fmla="*/ 188659 h 43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5082" h="431155">
                  <a:moveTo>
                    <a:pt x="230224" y="431155"/>
                  </a:moveTo>
                  <a:lnTo>
                    <a:pt x="173309" y="431155"/>
                  </a:lnTo>
                  <a:cubicBezTo>
                    <a:pt x="125887" y="431045"/>
                    <a:pt x="80509" y="411834"/>
                    <a:pt x="47421" y="377863"/>
                  </a:cubicBezTo>
                  <a:cubicBezTo>
                    <a:pt x="15754" y="345612"/>
                    <a:pt x="-1349" y="301815"/>
                    <a:pt x="83" y="256639"/>
                  </a:cubicBezTo>
                  <a:cubicBezTo>
                    <a:pt x="1274" y="218878"/>
                    <a:pt x="20725" y="179082"/>
                    <a:pt x="52086" y="150203"/>
                  </a:cubicBezTo>
                  <a:cubicBezTo>
                    <a:pt x="73564" y="129929"/>
                    <a:pt x="100477" y="116343"/>
                    <a:pt x="129544" y="111102"/>
                  </a:cubicBezTo>
                  <a:cubicBezTo>
                    <a:pt x="162591" y="41583"/>
                    <a:pt x="219506" y="2978"/>
                    <a:pt x="292796" y="497"/>
                  </a:cubicBezTo>
                  <a:cubicBezTo>
                    <a:pt x="294930" y="157"/>
                    <a:pt x="297088" y="-9"/>
                    <a:pt x="299247" y="1"/>
                  </a:cubicBezTo>
                  <a:cubicBezTo>
                    <a:pt x="395139" y="-318"/>
                    <a:pt x="477876" y="67207"/>
                    <a:pt x="496787" y="161219"/>
                  </a:cubicBezTo>
                  <a:cubicBezTo>
                    <a:pt x="569630" y="182972"/>
                    <a:pt x="611044" y="259657"/>
                    <a:pt x="589290" y="332499"/>
                  </a:cubicBezTo>
                  <a:cubicBezTo>
                    <a:pt x="571898" y="390738"/>
                    <a:pt x="518367" y="430675"/>
                    <a:pt x="457586" y="430758"/>
                  </a:cubicBezTo>
                  <a:close/>
                  <a:moveTo>
                    <a:pt x="152022" y="188609"/>
                  </a:moveTo>
                  <a:cubicBezTo>
                    <a:pt x="130834" y="188609"/>
                    <a:pt x="114112" y="200965"/>
                    <a:pt x="105875" y="208458"/>
                  </a:cubicBezTo>
                  <a:cubicBezTo>
                    <a:pt x="90343" y="222798"/>
                    <a:pt x="79973" y="242646"/>
                    <a:pt x="79427" y="259021"/>
                  </a:cubicBezTo>
                  <a:cubicBezTo>
                    <a:pt x="78696" y="282689"/>
                    <a:pt x="87658" y="305629"/>
                    <a:pt x="104237" y="322536"/>
                  </a:cubicBezTo>
                  <a:cubicBezTo>
                    <a:pt x="122348" y="341106"/>
                    <a:pt x="147172" y="351604"/>
                    <a:pt x="173111" y="351663"/>
                  </a:cubicBezTo>
                  <a:lnTo>
                    <a:pt x="230175" y="351663"/>
                  </a:lnTo>
                  <a:lnTo>
                    <a:pt x="457438" y="351266"/>
                  </a:lnTo>
                  <a:lnTo>
                    <a:pt x="457438" y="351266"/>
                  </a:lnTo>
                  <a:cubicBezTo>
                    <a:pt x="489582" y="351100"/>
                    <a:pt x="515509" y="324907"/>
                    <a:pt x="515340" y="292762"/>
                  </a:cubicBezTo>
                  <a:cubicBezTo>
                    <a:pt x="515181" y="261660"/>
                    <a:pt x="490599" y="236179"/>
                    <a:pt x="459522" y="234905"/>
                  </a:cubicBezTo>
                  <a:cubicBezTo>
                    <a:pt x="438726" y="234192"/>
                    <a:pt x="422008" y="217541"/>
                    <a:pt x="421214" y="196747"/>
                  </a:cubicBezTo>
                  <a:cubicBezTo>
                    <a:pt x="418932" y="133169"/>
                    <a:pt x="368076" y="82072"/>
                    <a:pt x="304506" y="79493"/>
                  </a:cubicBezTo>
                  <a:cubicBezTo>
                    <a:pt x="302859" y="79693"/>
                    <a:pt x="301202" y="79793"/>
                    <a:pt x="299544" y="79791"/>
                  </a:cubicBezTo>
                  <a:cubicBezTo>
                    <a:pt x="247889" y="79791"/>
                    <a:pt x="214346" y="106041"/>
                    <a:pt x="194100" y="162459"/>
                  </a:cubicBezTo>
                  <a:cubicBezTo>
                    <a:pt x="188181" y="178902"/>
                    <a:pt x="172205" y="189539"/>
                    <a:pt x="154751" y="18865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76494D7E-E2FA-F555-30E2-BA5742D90EA3}"/>
              </a:ext>
            </a:extLst>
          </p:cNvPr>
          <p:cNvGrpSpPr/>
          <p:nvPr/>
        </p:nvGrpSpPr>
        <p:grpSpPr>
          <a:xfrm>
            <a:off x="1560026" y="3674676"/>
            <a:ext cx="729485" cy="798924"/>
            <a:chOff x="1560026" y="3674676"/>
            <a:chExt cx="729485" cy="798924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7BECF19-B694-95A2-E1E7-369ACB4BCE63}"/>
                </a:ext>
              </a:extLst>
            </p:cNvPr>
            <p:cNvSpPr/>
            <p:nvPr/>
          </p:nvSpPr>
          <p:spPr>
            <a:xfrm>
              <a:off x="1657612" y="3978634"/>
              <a:ext cx="81080" cy="494966"/>
            </a:xfrm>
            <a:custGeom>
              <a:avLst/>
              <a:gdLst>
                <a:gd name="connsiteX0" fmla="*/ 41384 w 81080"/>
                <a:gd name="connsiteY0" fmla="*/ 494966 h 494966"/>
                <a:gd name="connsiteX1" fmla="*/ 1687 w 81080"/>
                <a:gd name="connsiteY1" fmla="*/ 455270 h 494966"/>
                <a:gd name="connsiteX2" fmla="*/ 0 w 81080"/>
                <a:gd name="connsiteY2" fmla="*/ 39697 h 494966"/>
                <a:gd name="connsiteX3" fmla="*/ 39697 w 81080"/>
                <a:gd name="connsiteY3" fmla="*/ 0 h 494966"/>
                <a:gd name="connsiteX4" fmla="*/ 39697 w 81080"/>
                <a:gd name="connsiteY4" fmla="*/ 0 h 494966"/>
                <a:gd name="connsiteX5" fmla="*/ 79393 w 81080"/>
                <a:gd name="connsiteY5" fmla="*/ 39697 h 494966"/>
                <a:gd name="connsiteX6" fmla="*/ 81080 w 81080"/>
                <a:gd name="connsiteY6" fmla="*/ 455270 h 494966"/>
                <a:gd name="connsiteX7" fmla="*/ 41384 w 81080"/>
                <a:gd name="connsiteY7" fmla="*/ 494966 h 49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494966">
                  <a:moveTo>
                    <a:pt x="41384" y="494966"/>
                  </a:moveTo>
                  <a:cubicBezTo>
                    <a:pt x="19460" y="494966"/>
                    <a:pt x="1687" y="477192"/>
                    <a:pt x="1687" y="45527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1080" y="455270"/>
                  </a:lnTo>
                  <a:cubicBezTo>
                    <a:pt x="81080" y="477192"/>
                    <a:pt x="63308" y="494966"/>
                    <a:pt x="41384" y="4949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09AFA864-BD64-00C0-1D9D-E5B31107D73B}"/>
                </a:ext>
              </a:extLst>
            </p:cNvPr>
            <p:cNvSpPr/>
            <p:nvPr/>
          </p:nvSpPr>
          <p:spPr>
            <a:xfrm>
              <a:off x="1560026" y="3972400"/>
              <a:ext cx="272935" cy="178665"/>
            </a:xfrm>
            <a:custGeom>
              <a:avLst/>
              <a:gdLst>
                <a:gd name="connsiteX0" fmla="*/ 39728 w 272935"/>
                <a:gd name="connsiteY0" fmla="*/ 178666 h 178665"/>
                <a:gd name="connsiteX1" fmla="*/ 0 w 272935"/>
                <a:gd name="connsiteY1" fmla="*/ 139000 h 178665"/>
                <a:gd name="connsiteX2" fmla="*/ 11643 w 272935"/>
                <a:gd name="connsiteY2" fmla="*/ 110884 h 178665"/>
                <a:gd name="connsiteX3" fmla="*/ 110884 w 272935"/>
                <a:gd name="connsiteY3" fmla="*/ 11642 h 178665"/>
                <a:gd name="connsiteX4" fmla="*/ 167023 w 272935"/>
                <a:gd name="connsiteY4" fmla="*/ 11611 h 178665"/>
                <a:gd name="connsiteX5" fmla="*/ 167055 w 272935"/>
                <a:gd name="connsiteY5" fmla="*/ 11642 h 178665"/>
                <a:gd name="connsiteX6" fmla="*/ 261334 w 272935"/>
                <a:gd name="connsiteY6" fmla="*/ 105922 h 178665"/>
                <a:gd name="connsiteX7" fmla="*/ 261260 w 272935"/>
                <a:gd name="connsiteY7" fmla="*/ 162117 h 178665"/>
                <a:gd name="connsiteX8" fmla="*/ 205064 w 272935"/>
                <a:gd name="connsiteY8" fmla="*/ 162043 h 178665"/>
                <a:gd name="connsiteX9" fmla="*/ 138969 w 272935"/>
                <a:gd name="connsiteY9" fmla="*/ 95948 h 178665"/>
                <a:gd name="connsiteX10" fmla="*/ 67912 w 272935"/>
                <a:gd name="connsiteY10" fmla="*/ 167005 h 178665"/>
                <a:gd name="connsiteX11" fmla="*/ 39728 w 272935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35" h="178665">
                  <a:moveTo>
                    <a:pt x="39728" y="178666"/>
                  </a:moveTo>
                  <a:cubicBezTo>
                    <a:pt x="17804" y="178680"/>
                    <a:pt x="17" y="160924"/>
                    <a:pt x="0" y="139000"/>
                  </a:cubicBezTo>
                  <a:cubicBezTo>
                    <a:pt x="-8" y="128453"/>
                    <a:pt x="4181" y="118337"/>
                    <a:pt x="11643" y="110884"/>
                  </a:cubicBezTo>
                  <a:lnTo>
                    <a:pt x="110884" y="11642"/>
                  </a:lnTo>
                  <a:cubicBezTo>
                    <a:pt x="126378" y="-3869"/>
                    <a:pt x="151513" y="-3882"/>
                    <a:pt x="167023" y="11611"/>
                  </a:cubicBezTo>
                  <a:cubicBezTo>
                    <a:pt x="167034" y="11621"/>
                    <a:pt x="167044" y="11632"/>
                    <a:pt x="167055" y="11642"/>
                  </a:cubicBezTo>
                  <a:lnTo>
                    <a:pt x="261334" y="105922"/>
                  </a:lnTo>
                  <a:cubicBezTo>
                    <a:pt x="276832" y="121460"/>
                    <a:pt x="276798" y="146620"/>
                    <a:pt x="261260" y="162117"/>
                  </a:cubicBezTo>
                  <a:cubicBezTo>
                    <a:pt x="245721" y="177614"/>
                    <a:pt x="220562" y="177579"/>
                    <a:pt x="205064" y="162043"/>
                  </a:cubicBezTo>
                  <a:lnTo>
                    <a:pt x="138969" y="95948"/>
                  </a:lnTo>
                  <a:lnTo>
                    <a:pt x="67912" y="167005"/>
                  </a:lnTo>
                  <a:cubicBezTo>
                    <a:pt x="60446" y="174487"/>
                    <a:pt x="50301" y="178685"/>
                    <a:pt x="39728" y="1786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B842DC1B-64D9-FB92-3543-E9A2957EAA9D}"/>
                </a:ext>
              </a:extLst>
            </p:cNvPr>
            <p:cNvSpPr/>
            <p:nvPr/>
          </p:nvSpPr>
          <p:spPr>
            <a:xfrm>
              <a:off x="1885867" y="3829871"/>
              <a:ext cx="81080" cy="643729"/>
            </a:xfrm>
            <a:custGeom>
              <a:avLst/>
              <a:gdLst>
                <a:gd name="connsiteX0" fmla="*/ 41384 w 81080"/>
                <a:gd name="connsiteY0" fmla="*/ 643729 h 643729"/>
                <a:gd name="connsiteX1" fmla="*/ 1687 w 81080"/>
                <a:gd name="connsiteY1" fmla="*/ 604033 h 643729"/>
                <a:gd name="connsiteX2" fmla="*/ 0 w 81080"/>
                <a:gd name="connsiteY2" fmla="*/ 39697 h 643729"/>
                <a:gd name="connsiteX3" fmla="*/ 39697 w 81080"/>
                <a:gd name="connsiteY3" fmla="*/ 0 h 643729"/>
                <a:gd name="connsiteX4" fmla="*/ 39697 w 81080"/>
                <a:gd name="connsiteY4" fmla="*/ 0 h 643729"/>
                <a:gd name="connsiteX5" fmla="*/ 79393 w 81080"/>
                <a:gd name="connsiteY5" fmla="*/ 39697 h 643729"/>
                <a:gd name="connsiteX6" fmla="*/ 81080 w 81080"/>
                <a:gd name="connsiteY6" fmla="*/ 604033 h 643729"/>
                <a:gd name="connsiteX7" fmla="*/ 41384 w 81080"/>
                <a:gd name="connsiteY7" fmla="*/ 643729 h 643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643729">
                  <a:moveTo>
                    <a:pt x="41384" y="643729"/>
                  </a:moveTo>
                  <a:cubicBezTo>
                    <a:pt x="19460" y="643729"/>
                    <a:pt x="1687" y="625955"/>
                    <a:pt x="1687" y="60403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81080" y="604033"/>
                  </a:lnTo>
                  <a:cubicBezTo>
                    <a:pt x="81080" y="625955"/>
                    <a:pt x="63308" y="643729"/>
                    <a:pt x="41384" y="64372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36B67C3-3426-E8C5-E3AB-4157B091648F}"/>
                </a:ext>
              </a:extLst>
            </p:cNvPr>
            <p:cNvSpPr/>
            <p:nvPr/>
          </p:nvSpPr>
          <p:spPr>
            <a:xfrm>
              <a:off x="1788282" y="3823538"/>
              <a:ext cx="272974" cy="178665"/>
            </a:xfrm>
            <a:custGeom>
              <a:avLst/>
              <a:gdLst>
                <a:gd name="connsiteX0" fmla="*/ 39728 w 272974"/>
                <a:gd name="connsiteY0" fmla="*/ 178666 h 178665"/>
                <a:gd name="connsiteX1" fmla="*/ 0 w 272974"/>
                <a:gd name="connsiteY1" fmla="*/ 139000 h 178665"/>
                <a:gd name="connsiteX2" fmla="*/ 11643 w 272974"/>
                <a:gd name="connsiteY2" fmla="*/ 110884 h 178665"/>
                <a:gd name="connsiteX3" fmla="*/ 110884 w 272974"/>
                <a:gd name="connsiteY3" fmla="*/ 11642 h 178665"/>
                <a:gd name="connsiteX4" fmla="*/ 167023 w 272974"/>
                <a:gd name="connsiteY4" fmla="*/ 11611 h 178665"/>
                <a:gd name="connsiteX5" fmla="*/ 167055 w 272974"/>
                <a:gd name="connsiteY5" fmla="*/ 11642 h 178665"/>
                <a:gd name="connsiteX6" fmla="*/ 261334 w 272974"/>
                <a:gd name="connsiteY6" fmla="*/ 105922 h 178665"/>
                <a:gd name="connsiteX7" fmla="*/ 261359 w 272974"/>
                <a:gd name="connsiteY7" fmla="*/ 162067 h 178665"/>
                <a:gd name="connsiteX8" fmla="*/ 205213 w 272974"/>
                <a:gd name="connsiteY8" fmla="*/ 162092 h 178665"/>
                <a:gd name="connsiteX9" fmla="*/ 138969 w 272974"/>
                <a:gd name="connsiteY9" fmla="*/ 95948 h 178665"/>
                <a:gd name="connsiteX10" fmla="*/ 67912 w 272974"/>
                <a:gd name="connsiteY10" fmla="*/ 167005 h 178665"/>
                <a:gd name="connsiteX11" fmla="*/ 39728 w 272974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4" h="178665">
                  <a:moveTo>
                    <a:pt x="39728" y="178666"/>
                  </a:moveTo>
                  <a:cubicBezTo>
                    <a:pt x="17804" y="178683"/>
                    <a:pt x="17" y="160924"/>
                    <a:pt x="0" y="139000"/>
                  </a:cubicBezTo>
                  <a:cubicBezTo>
                    <a:pt x="-8" y="128453"/>
                    <a:pt x="4181" y="118337"/>
                    <a:pt x="11643" y="110884"/>
                  </a:cubicBezTo>
                  <a:lnTo>
                    <a:pt x="110884" y="11642"/>
                  </a:lnTo>
                  <a:cubicBezTo>
                    <a:pt x="126378" y="-3869"/>
                    <a:pt x="151513" y="-3883"/>
                    <a:pt x="167023" y="11611"/>
                  </a:cubicBezTo>
                  <a:cubicBezTo>
                    <a:pt x="167034" y="11621"/>
                    <a:pt x="167044" y="11632"/>
                    <a:pt x="167055" y="11642"/>
                  </a:cubicBezTo>
                  <a:lnTo>
                    <a:pt x="261334" y="105922"/>
                  </a:lnTo>
                  <a:cubicBezTo>
                    <a:pt x="276846" y="121419"/>
                    <a:pt x="276856" y="146557"/>
                    <a:pt x="261359" y="162067"/>
                  </a:cubicBezTo>
                  <a:cubicBezTo>
                    <a:pt x="245862" y="177578"/>
                    <a:pt x="220724" y="177590"/>
                    <a:pt x="205213" y="162092"/>
                  </a:cubicBezTo>
                  <a:lnTo>
                    <a:pt x="138969" y="95948"/>
                  </a:lnTo>
                  <a:lnTo>
                    <a:pt x="67912" y="167005"/>
                  </a:lnTo>
                  <a:cubicBezTo>
                    <a:pt x="60446" y="174490"/>
                    <a:pt x="50301" y="178687"/>
                    <a:pt x="39728" y="1786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F9A9C69E-47C1-929C-49B0-C7C9543B6DFC}"/>
                </a:ext>
              </a:extLst>
            </p:cNvPr>
            <p:cNvSpPr/>
            <p:nvPr/>
          </p:nvSpPr>
          <p:spPr>
            <a:xfrm>
              <a:off x="2114123" y="3680959"/>
              <a:ext cx="81080" cy="792640"/>
            </a:xfrm>
            <a:custGeom>
              <a:avLst/>
              <a:gdLst>
                <a:gd name="connsiteX0" fmla="*/ 41384 w 81080"/>
                <a:gd name="connsiteY0" fmla="*/ 792641 h 792640"/>
                <a:gd name="connsiteX1" fmla="*/ 1687 w 81080"/>
                <a:gd name="connsiteY1" fmla="*/ 752944 h 792640"/>
                <a:gd name="connsiteX2" fmla="*/ 0 w 81080"/>
                <a:gd name="connsiteY2" fmla="*/ 39697 h 792640"/>
                <a:gd name="connsiteX3" fmla="*/ 39697 w 81080"/>
                <a:gd name="connsiteY3" fmla="*/ 0 h 792640"/>
                <a:gd name="connsiteX4" fmla="*/ 39697 w 81080"/>
                <a:gd name="connsiteY4" fmla="*/ 0 h 792640"/>
                <a:gd name="connsiteX5" fmla="*/ 79393 w 81080"/>
                <a:gd name="connsiteY5" fmla="*/ 39697 h 792640"/>
                <a:gd name="connsiteX6" fmla="*/ 81080 w 81080"/>
                <a:gd name="connsiteY6" fmla="*/ 752944 h 792640"/>
                <a:gd name="connsiteX7" fmla="*/ 41384 w 81080"/>
                <a:gd name="connsiteY7" fmla="*/ 792641 h 79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080" h="792640">
                  <a:moveTo>
                    <a:pt x="41384" y="792641"/>
                  </a:moveTo>
                  <a:cubicBezTo>
                    <a:pt x="19461" y="792641"/>
                    <a:pt x="1687" y="774867"/>
                    <a:pt x="1687" y="75294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39697" y="0"/>
                  </a:lnTo>
                  <a:cubicBezTo>
                    <a:pt x="61619" y="0"/>
                    <a:pt x="79393" y="17773"/>
                    <a:pt x="79393" y="39697"/>
                  </a:cubicBezTo>
                  <a:lnTo>
                    <a:pt x="81080" y="752944"/>
                  </a:lnTo>
                  <a:cubicBezTo>
                    <a:pt x="81080" y="774867"/>
                    <a:pt x="63306" y="792641"/>
                    <a:pt x="41384" y="7926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0AB0EF13-48EC-F243-643D-56E303FF8F39}"/>
                </a:ext>
              </a:extLst>
            </p:cNvPr>
            <p:cNvSpPr/>
            <p:nvPr/>
          </p:nvSpPr>
          <p:spPr>
            <a:xfrm>
              <a:off x="2016539" y="3674676"/>
              <a:ext cx="272972" cy="178665"/>
            </a:xfrm>
            <a:custGeom>
              <a:avLst/>
              <a:gdLst>
                <a:gd name="connsiteX0" fmla="*/ 39726 w 272972"/>
                <a:gd name="connsiteY0" fmla="*/ 178666 h 178665"/>
                <a:gd name="connsiteX1" fmla="*/ 0 w 272972"/>
                <a:gd name="connsiteY1" fmla="*/ 139000 h 178665"/>
                <a:gd name="connsiteX2" fmla="*/ 11641 w 272972"/>
                <a:gd name="connsiteY2" fmla="*/ 110884 h 178665"/>
                <a:gd name="connsiteX3" fmla="*/ 110882 w 272972"/>
                <a:gd name="connsiteY3" fmla="*/ 11642 h 178665"/>
                <a:gd name="connsiteX4" fmla="*/ 167023 w 272972"/>
                <a:gd name="connsiteY4" fmla="*/ 11611 h 178665"/>
                <a:gd name="connsiteX5" fmla="*/ 167053 w 272972"/>
                <a:gd name="connsiteY5" fmla="*/ 11642 h 178665"/>
                <a:gd name="connsiteX6" fmla="*/ 261333 w 272972"/>
                <a:gd name="connsiteY6" fmla="*/ 105922 h 178665"/>
                <a:gd name="connsiteX7" fmla="*/ 261357 w 272972"/>
                <a:gd name="connsiteY7" fmla="*/ 162068 h 178665"/>
                <a:gd name="connsiteX8" fmla="*/ 205212 w 272972"/>
                <a:gd name="connsiteY8" fmla="*/ 162092 h 178665"/>
                <a:gd name="connsiteX9" fmla="*/ 138968 w 272972"/>
                <a:gd name="connsiteY9" fmla="*/ 95948 h 178665"/>
                <a:gd name="connsiteX10" fmla="*/ 67911 w 272972"/>
                <a:gd name="connsiteY10" fmla="*/ 167005 h 178665"/>
                <a:gd name="connsiteX11" fmla="*/ 39726 w 272972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2" h="178665">
                  <a:moveTo>
                    <a:pt x="39726" y="178666"/>
                  </a:moveTo>
                  <a:cubicBezTo>
                    <a:pt x="17804" y="178683"/>
                    <a:pt x="15" y="160924"/>
                    <a:pt x="0" y="139000"/>
                  </a:cubicBezTo>
                  <a:cubicBezTo>
                    <a:pt x="-10" y="128454"/>
                    <a:pt x="4178" y="118337"/>
                    <a:pt x="11641" y="110884"/>
                  </a:cubicBezTo>
                  <a:lnTo>
                    <a:pt x="110882" y="11642"/>
                  </a:lnTo>
                  <a:cubicBezTo>
                    <a:pt x="126374" y="-3869"/>
                    <a:pt x="151512" y="-3883"/>
                    <a:pt x="167023" y="11611"/>
                  </a:cubicBezTo>
                  <a:cubicBezTo>
                    <a:pt x="167033" y="11622"/>
                    <a:pt x="167043" y="11632"/>
                    <a:pt x="167053" y="11642"/>
                  </a:cubicBezTo>
                  <a:lnTo>
                    <a:pt x="261333" y="105922"/>
                  </a:lnTo>
                  <a:cubicBezTo>
                    <a:pt x="276844" y="121419"/>
                    <a:pt x="276854" y="146557"/>
                    <a:pt x="261357" y="162068"/>
                  </a:cubicBezTo>
                  <a:cubicBezTo>
                    <a:pt x="245861" y="177579"/>
                    <a:pt x="220723" y="177590"/>
                    <a:pt x="205212" y="162092"/>
                  </a:cubicBezTo>
                  <a:lnTo>
                    <a:pt x="138968" y="95948"/>
                  </a:lnTo>
                  <a:lnTo>
                    <a:pt x="67911" y="167005"/>
                  </a:lnTo>
                  <a:cubicBezTo>
                    <a:pt x="60443" y="174490"/>
                    <a:pt x="50301" y="178687"/>
                    <a:pt x="39726" y="17866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663E94E-8F0C-0D82-6333-EBD3922C944D}"/>
              </a:ext>
            </a:extLst>
          </p:cNvPr>
          <p:cNvGrpSpPr/>
          <p:nvPr/>
        </p:nvGrpSpPr>
        <p:grpSpPr>
          <a:xfrm>
            <a:off x="2830426" y="3687112"/>
            <a:ext cx="823704" cy="778747"/>
            <a:chOff x="2830426" y="3687112"/>
            <a:chExt cx="823704" cy="778747"/>
          </a:xfrm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AF84945E-6642-387B-BC87-9F08ADAF75A0}"/>
                </a:ext>
              </a:extLst>
            </p:cNvPr>
            <p:cNvSpPr/>
            <p:nvPr/>
          </p:nvSpPr>
          <p:spPr>
            <a:xfrm>
              <a:off x="2830426" y="4386466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74480251-7B75-94A3-1E43-91B6E4D1DE60}"/>
                </a:ext>
              </a:extLst>
            </p:cNvPr>
            <p:cNvSpPr/>
            <p:nvPr/>
          </p:nvSpPr>
          <p:spPr>
            <a:xfrm>
              <a:off x="2832907" y="3687112"/>
              <a:ext cx="818742" cy="663875"/>
            </a:xfrm>
            <a:custGeom>
              <a:avLst/>
              <a:gdLst>
                <a:gd name="connsiteX0" fmla="*/ 779046 w 818742"/>
                <a:gd name="connsiteY0" fmla="*/ 663875 h 663875"/>
                <a:gd name="connsiteX1" fmla="*/ 589296 w 818742"/>
                <a:gd name="connsiteY1" fmla="*/ 663875 h 663875"/>
                <a:gd name="connsiteX2" fmla="*/ 549599 w 818742"/>
                <a:gd name="connsiteY2" fmla="*/ 624179 h 663875"/>
                <a:gd name="connsiteX3" fmla="*/ 589296 w 818742"/>
                <a:gd name="connsiteY3" fmla="*/ 584482 h 663875"/>
                <a:gd name="connsiteX4" fmla="*/ 739349 w 818742"/>
                <a:gd name="connsiteY4" fmla="*/ 584482 h 663875"/>
                <a:gd name="connsiteX5" fmla="*/ 739349 w 818742"/>
                <a:gd name="connsiteY5" fmla="*/ 79393 h 663875"/>
                <a:gd name="connsiteX6" fmla="*/ 79393 w 818742"/>
                <a:gd name="connsiteY6" fmla="*/ 79393 h 663875"/>
                <a:gd name="connsiteX7" fmla="*/ 79393 w 818742"/>
                <a:gd name="connsiteY7" fmla="*/ 584482 h 663875"/>
                <a:gd name="connsiteX8" fmla="*/ 222053 w 818742"/>
                <a:gd name="connsiteY8" fmla="*/ 584482 h 663875"/>
                <a:gd name="connsiteX9" fmla="*/ 261749 w 818742"/>
                <a:gd name="connsiteY9" fmla="*/ 624179 h 663875"/>
                <a:gd name="connsiteX10" fmla="*/ 222053 w 818742"/>
                <a:gd name="connsiteY10" fmla="*/ 663875 h 663875"/>
                <a:gd name="connsiteX11" fmla="*/ 39697 w 818742"/>
                <a:gd name="connsiteY11" fmla="*/ 663875 h 663875"/>
                <a:gd name="connsiteX12" fmla="*/ 0 w 818742"/>
                <a:gd name="connsiteY12" fmla="*/ 624179 h 663875"/>
                <a:gd name="connsiteX13" fmla="*/ 0 w 818742"/>
                <a:gd name="connsiteY13" fmla="*/ 39697 h 663875"/>
                <a:gd name="connsiteX14" fmla="*/ 39697 w 818742"/>
                <a:gd name="connsiteY14" fmla="*/ 0 h 663875"/>
                <a:gd name="connsiteX15" fmla="*/ 779046 w 818742"/>
                <a:gd name="connsiteY15" fmla="*/ 0 h 663875"/>
                <a:gd name="connsiteX16" fmla="*/ 818742 w 818742"/>
                <a:gd name="connsiteY16" fmla="*/ 39697 h 663875"/>
                <a:gd name="connsiteX17" fmla="*/ 818742 w 818742"/>
                <a:gd name="connsiteY17" fmla="*/ 624179 h 663875"/>
                <a:gd name="connsiteX18" fmla="*/ 779046 w 818742"/>
                <a:gd name="connsiteY18" fmla="*/ 663875 h 66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8742" h="663875">
                  <a:moveTo>
                    <a:pt x="779046" y="663875"/>
                  </a:moveTo>
                  <a:lnTo>
                    <a:pt x="589296" y="663875"/>
                  </a:lnTo>
                  <a:cubicBezTo>
                    <a:pt x="567374" y="663875"/>
                    <a:pt x="549599" y="646101"/>
                    <a:pt x="549599" y="624179"/>
                  </a:cubicBezTo>
                  <a:cubicBezTo>
                    <a:pt x="549599" y="602256"/>
                    <a:pt x="567374" y="584482"/>
                    <a:pt x="589296" y="584482"/>
                  </a:cubicBezTo>
                  <a:lnTo>
                    <a:pt x="739349" y="584482"/>
                  </a:lnTo>
                  <a:lnTo>
                    <a:pt x="739349" y="79393"/>
                  </a:lnTo>
                  <a:lnTo>
                    <a:pt x="79393" y="79393"/>
                  </a:lnTo>
                  <a:lnTo>
                    <a:pt x="79393" y="584482"/>
                  </a:lnTo>
                  <a:lnTo>
                    <a:pt x="222053" y="584482"/>
                  </a:lnTo>
                  <a:cubicBezTo>
                    <a:pt x="243977" y="584482"/>
                    <a:pt x="261749" y="602256"/>
                    <a:pt x="261749" y="624179"/>
                  </a:cubicBezTo>
                  <a:cubicBezTo>
                    <a:pt x="261749" y="646101"/>
                    <a:pt x="243977" y="663875"/>
                    <a:pt x="222053" y="663875"/>
                  </a:cubicBezTo>
                  <a:lnTo>
                    <a:pt x="39697" y="663875"/>
                  </a:lnTo>
                  <a:cubicBezTo>
                    <a:pt x="17773" y="663875"/>
                    <a:pt x="0" y="646101"/>
                    <a:pt x="0" y="62417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79046" y="0"/>
                  </a:lnTo>
                  <a:cubicBezTo>
                    <a:pt x="800968" y="0"/>
                    <a:pt x="818742" y="17773"/>
                    <a:pt x="818742" y="39697"/>
                  </a:cubicBezTo>
                  <a:lnTo>
                    <a:pt x="818742" y="624179"/>
                  </a:lnTo>
                  <a:cubicBezTo>
                    <a:pt x="818742" y="646101"/>
                    <a:pt x="800968" y="663875"/>
                    <a:pt x="779046" y="66387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64ACD74F-82FD-A882-747E-6E96BE1DC2DE}"/>
                </a:ext>
              </a:extLst>
            </p:cNvPr>
            <p:cNvSpPr/>
            <p:nvPr/>
          </p:nvSpPr>
          <p:spPr>
            <a:xfrm>
              <a:off x="3055208" y="3687112"/>
              <a:ext cx="374140" cy="199276"/>
            </a:xfrm>
            <a:custGeom>
              <a:avLst/>
              <a:gdLst>
                <a:gd name="connsiteX0" fmla="*/ 334444 w 374140"/>
                <a:gd name="connsiteY0" fmla="*/ 199277 h 199276"/>
                <a:gd name="connsiteX1" fmla="*/ 39697 w 374140"/>
                <a:gd name="connsiteY1" fmla="*/ 199277 h 199276"/>
                <a:gd name="connsiteX2" fmla="*/ 0 w 374140"/>
                <a:gd name="connsiteY2" fmla="*/ 159580 h 199276"/>
                <a:gd name="connsiteX3" fmla="*/ 0 w 374140"/>
                <a:gd name="connsiteY3" fmla="*/ 39697 h 199276"/>
                <a:gd name="connsiteX4" fmla="*/ 39697 w 374140"/>
                <a:gd name="connsiteY4" fmla="*/ 0 h 199276"/>
                <a:gd name="connsiteX5" fmla="*/ 334444 w 374140"/>
                <a:gd name="connsiteY5" fmla="*/ 0 h 199276"/>
                <a:gd name="connsiteX6" fmla="*/ 374140 w 374140"/>
                <a:gd name="connsiteY6" fmla="*/ 39697 h 199276"/>
                <a:gd name="connsiteX7" fmla="*/ 374140 w 374140"/>
                <a:gd name="connsiteY7" fmla="*/ 159580 h 199276"/>
                <a:gd name="connsiteX8" fmla="*/ 334444 w 374140"/>
                <a:gd name="connsiteY8" fmla="*/ 199277 h 199276"/>
                <a:gd name="connsiteX9" fmla="*/ 79393 w 374140"/>
                <a:gd name="connsiteY9" fmla="*/ 119884 h 199276"/>
                <a:gd name="connsiteX10" fmla="*/ 294747 w 374140"/>
                <a:gd name="connsiteY10" fmla="*/ 119884 h 199276"/>
                <a:gd name="connsiteX11" fmla="*/ 294747 w 374140"/>
                <a:gd name="connsiteY11" fmla="*/ 79393 h 199276"/>
                <a:gd name="connsiteX12" fmla="*/ 79393 w 374140"/>
                <a:gd name="connsiteY12" fmla="*/ 79393 h 19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4140" h="199276">
                  <a:moveTo>
                    <a:pt x="334444" y="199277"/>
                  </a:moveTo>
                  <a:lnTo>
                    <a:pt x="39697" y="199277"/>
                  </a:lnTo>
                  <a:cubicBezTo>
                    <a:pt x="17773" y="199277"/>
                    <a:pt x="0" y="181504"/>
                    <a:pt x="0" y="15958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34444" y="0"/>
                  </a:lnTo>
                  <a:cubicBezTo>
                    <a:pt x="356366" y="0"/>
                    <a:pt x="374140" y="17773"/>
                    <a:pt x="374140" y="39697"/>
                  </a:cubicBezTo>
                  <a:lnTo>
                    <a:pt x="374140" y="159580"/>
                  </a:lnTo>
                  <a:cubicBezTo>
                    <a:pt x="374140" y="181504"/>
                    <a:pt x="356366" y="199277"/>
                    <a:pt x="334444" y="199277"/>
                  </a:cubicBezTo>
                  <a:close/>
                  <a:moveTo>
                    <a:pt x="79393" y="119884"/>
                  </a:moveTo>
                  <a:lnTo>
                    <a:pt x="294747" y="119884"/>
                  </a:lnTo>
                  <a:lnTo>
                    <a:pt x="29474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5" name="Picture Placeholder 61">
              <a:extLst>
                <a:ext uri="{FF2B5EF4-FFF2-40B4-BE49-F238E27FC236}">
                  <a16:creationId xmlns:a16="http://schemas.microsoft.com/office/drawing/2014/main" id="{2A8984B6-B2CE-E1FE-C91F-4E24C3156107}"/>
                </a:ext>
              </a:extLst>
            </p:cNvPr>
            <p:cNvGrpSpPr/>
            <p:nvPr/>
          </p:nvGrpSpPr>
          <p:grpSpPr>
            <a:xfrm>
              <a:off x="3042604" y="3956801"/>
              <a:ext cx="399347" cy="487027"/>
              <a:chOff x="3042604" y="3956801"/>
              <a:chExt cx="399347" cy="487027"/>
            </a:xfrm>
            <a:solidFill>
              <a:srgbClr val="EE7684"/>
            </a:solidFill>
          </p:grpSpPr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418C42-0571-0AB2-7CCF-D663939C5E5D}"/>
                  </a:ext>
                </a:extLst>
              </p:cNvPr>
              <p:cNvSpPr/>
              <p:nvPr/>
            </p:nvSpPr>
            <p:spPr>
              <a:xfrm>
                <a:off x="3122146" y="3956801"/>
                <a:ext cx="240263" cy="240263"/>
              </a:xfrm>
              <a:custGeom>
                <a:avLst/>
                <a:gdLst>
                  <a:gd name="connsiteX0" fmla="*/ 120132 w 240263"/>
                  <a:gd name="connsiteY0" fmla="*/ 240263 h 240263"/>
                  <a:gd name="connsiteX1" fmla="*/ 0 w 240263"/>
                  <a:gd name="connsiteY1" fmla="*/ 120132 h 240263"/>
                  <a:gd name="connsiteX2" fmla="*/ 120132 w 240263"/>
                  <a:gd name="connsiteY2" fmla="*/ 0 h 240263"/>
                  <a:gd name="connsiteX3" fmla="*/ 240264 w 240263"/>
                  <a:gd name="connsiteY3" fmla="*/ 120132 h 240263"/>
                  <a:gd name="connsiteX4" fmla="*/ 240264 w 240263"/>
                  <a:gd name="connsiteY4" fmla="*/ 120181 h 240263"/>
                  <a:gd name="connsiteX5" fmla="*/ 120132 w 240263"/>
                  <a:gd name="connsiteY5" fmla="*/ 240263 h 240263"/>
                  <a:gd name="connsiteX6" fmla="*/ 120132 w 240263"/>
                  <a:gd name="connsiteY6" fmla="*/ 79443 h 240263"/>
                  <a:gd name="connsiteX7" fmla="*/ 79393 w 240263"/>
                  <a:gd name="connsiteY7" fmla="*/ 120181 h 240263"/>
                  <a:gd name="connsiteX8" fmla="*/ 120132 w 240263"/>
                  <a:gd name="connsiteY8" fmla="*/ 160920 h 240263"/>
                  <a:gd name="connsiteX9" fmla="*/ 160870 w 240263"/>
                  <a:gd name="connsiteY9" fmla="*/ 120181 h 240263"/>
                  <a:gd name="connsiteX10" fmla="*/ 120132 w 240263"/>
                  <a:gd name="connsiteY10" fmla="*/ 79443 h 24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0263" h="240263">
                    <a:moveTo>
                      <a:pt x="120132" y="240263"/>
                    </a:moveTo>
                    <a:cubicBezTo>
                      <a:pt x="53785" y="240263"/>
                      <a:pt x="0" y="186480"/>
                      <a:pt x="0" y="120132"/>
                    </a:cubicBezTo>
                    <a:cubicBezTo>
                      <a:pt x="0" y="53785"/>
                      <a:pt x="53785" y="0"/>
                      <a:pt x="120132" y="0"/>
                    </a:cubicBezTo>
                    <a:cubicBezTo>
                      <a:pt x="186480" y="0"/>
                      <a:pt x="240264" y="53785"/>
                      <a:pt x="240264" y="120132"/>
                    </a:cubicBezTo>
                    <a:cubicBezTo>
                      <a:pt x="240264" y="120148"/>
                      <a:pt x="240264" y="120165"/>
                      <a:pt x="240264" y="120181"/>
                    </a:cubicBezTo>
                    <a:cubicBezTo>
                      <a:pt x="240179" y="186484"/>
                      <a:pt x="186435" y="240209"/>
                      <a:pt x="120132" y="240263"/>
                    </a:cubicBezTo>
                    <a:close/>
                    <a:moveTo>
                      <a:pt x="120132" y="79443"/>
                    </a:moveTo>
                    <a:cubicBezTo>
                      <a:pt x="97632" y="79443"/>
                      <a:pt x="79393" y="97682"/>
                      <a:pt x="79393" y="120181"/>
                    </a:cubicBezTo>
                    <a:cubicBezTo>
                      <a:pt x="79393" y="142681"/>
                      <a:pt x="97632" y="160920"/>
                      <a:pt x="120132" y="160920"/>
                    </a:cubicBezTo>
                    <a:cubicBezTo>
                      <a:pt x="142631" y="160920"/>
                      <a:pt x="160870" y="142681"/>
                      <a:pt x="160870" y="120181"/>
                    </a:cubicBezTo>
                    <a:cubicBezTo>
                      <a:pt x="160843" y="97693"/>
                      <a:pt x="142620" y="79470"/>
                      <a:pt x="120132" y="794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1E498123-66BB-87ED-F5ED-52748B8973A2}"/>
                  </a:ext>
                </a:extLst>
              </p:cNvPr>
              <p:cNvSpPr/>
              <p:nvPr/>
            </p:nvSpPr>
            <p:spPr>
              <a:xfrm>
                <a:off x="3042604" y="4150222"/>
                <a:ext cx="399347" cy="293605"/>
              </a:xfrm>
              <a:custGeom>
                <a:avLst/>
                <a:gdLst>
                  <a:gd name="connsiteX0" fmla="*/ 359651 w 399347"/>
                  <a:gd name="connsiteY0" fmla="*/ 293606 h 293605"/>
                  <a:gd name="connsiteX1" fmla="*/ 319955 w 399347"/>
                  <a:gd name="connsiteY1" fmla="*/ 253909 h 293605"/>
                  <a:gd name="connsiteX2" fmla="*/ 319955 w 399347"/>
                  <a:gd name="connsiteY2" fmla="*/ 199674 h 293605"/>
                  <a:gd name="connsiteX3" fmla="*/ 199674 w 399347"/>
                  <a:gd name="connsiteY3" fmla="*/ 79393 h 293605"/>
                  <a:gd name="connsiteX4" fmla="*/ 79393 w 399347"/>
                  <a:gd name="connsiteY4" fmla="*/ 199674 h 293605"/>
                  <a:gd name="connsiteX5" fmla="*/ 79393 w 399347"/>
                  <a:gd name="connsiteY5" fmla="*/ 253909 h 293605"/>
                  <a:gd name="connsiteX6" fmla="*/ 39697 w 399347"/>
                  <a:gd name="connsiteY6" fmla="*/ 293606 h 293605"/>
                  <a:gd name="connsiteX7" fmla="*/ 0 w 399347"/>
                  <a:gd name="connsiteY7" fmla="*/ 253909 h 293605"/>
                  <a:gd name="connsiteX8" fmla="*/ 0 w 399347"/>
                  <a:gd name="connsiteY8" fmla="*/ 199674 h 293605"/>
                  <a:gd name="connsiteX9" fmla="*/ 199674 w 399347"/>
                  <a:gd name="connsiteY9" fmla="*/ 0 h 293605"/>
                  <a:gd name="connsiteX10" fmla="*/ 399348 w 399347"/>
                  <a:gd name="connsiteY10" fmla="*/ 199674 h 293605"/>
                  <a:gd name="connsiteX11" fmla="*/ 399348 w 399347"/>
                  <a:gd name="connsiteY11" fmla="*/ 253909 h 293605"/>
                  <a:gd name="connsiteX12" fmla="*/ 359651 w 399347"/>
                  <a:gd name="connsiteY12" fmla="*/ 293606 h 293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9347" h="293605">
                    <a:moveTo>
                      <a:pt x="359651" y="293606"/>
                    </a:moveTo>
                    <a:cubicBezTo>
                      <a:pt x="337729" y="293606"/>
                      <a:pt x="319955" y="275831"/>
                      <a:pt x="319955" y="253909"/>
                    </a:cubicBezTo>
                    <a:lnTo>
                      <a:pt x="319955" y="199674"/>
                    </a:lnTo>
                    <a:cubicBezTo>
                      <a:pt x="319955" y="133246"/>
                      <a:pt x="266101" y="79393"/>
                      <a:pt x="199674" y="79393"/>
                    </a:cubicBezTo>
                    <a:cubicBezTo>
                      <a:pt x="133245" y="79393"/>
                      <a:pt x="79393" y="133246"/>
                      <a:pt x="79393" y="199674"/>
                    </a:cubicBezTo>
                    <a:lnTo>
                      <a:pt x="79393" y="253909"/>
                    </a:lnTo>
                    <a:cubicBezTo>
                      <a:pt x="79393" y="275831"/>
                      <a:pt x="61621" y="293606"/>
                      <a:pt x="39697" y="293606"/>
                    </a:cubicBezTo>
                    <a:cubicBezTo>
                      <a:pt x="17773" y="293606"/>
                      <a:pt x="0" y="275831"/>
                      <a:pt x="0" y="253909"/>
                    </a:cubicBezTo>
                    <a:lnTo>
                      <a:pt x="0" y="199674"/>
                    </a:lnTo>
                    <a:cubicBezTo>
                      <a:pt x="0" y="89397"/>
                      <a:pt x="89397" y="0"/>
                      <a:pt x="199674" y="0"/>
                    </a:cubicBezTo>
                    <a:cubicBezTo>
                      <a:pt x="309951" y="0"/>
                      <a:pt x="399348" y="89397"/>
                      <a:pt x="399348" y="199674"/>
                    </a:cubicBezTo>
                    <a:lnTo>
                      <a:pt x="399348" y="253909"/>
                    </a:lnTo>
                    <a:cubicBezTo>
                      <a:pt x="399348" y="275831"/>
                      <a:pt x="381574" y="293606"/>
                      <a:pt x="359651" y="29360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6D13A122-6DBE-3497-A20C-DFF7C4DC15B8}"/>
              </a:ext>
            </a:extLst>
          </p:cNvPr>
          <p:cNvGrpSpPr/>
          <p:nvPr/>
        </p:nvGrpSpPr>
        <p:grpSpPr>
          <a:xfrm>
            <a:off x="4155824" y="3662302"/>
            <a:ext cx="808023" cy="823702"/>
            <a:chOff x="4155824" y="3662302"/>
            <a:chExt cx="808023" cy="823702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A1D5B9A0-CFF7-5157-A0B1-C00545ACA7EF}"/>
                </a:ext>
              </a:extLst>
            </p:cNvPr>
            <p:cNvSpPr/>
            <p:nvPr/>
          </p:nvSpPr>
          <p:spPr>
            <a:xfrm>
              <a:off x="4155824" y="3769830"/>
              <a:ext cx="188558" cy="283582"/>
            </a:xfrm>
            <a:custGeom>
              <a:avLst/>
              <a:gdLst>
                <a:gd name="connsiteX0" fmla="*/ 148862 w 188558"/>
                <a:gd name="connsiteY0" fmla="*/ 283582 h 283582"/>
                <a:gd name="connsiteX1" fmla="*/ 39697 w 188558"/>
                <a:gd name="connsiteY1" fmla="*/ 283582 h 283582"/>
                <a:gd name="connsiteX2" fmla="*/ 0 w 188558"/>
                <a:gd name="connsiteY2" fmla="*/ 243886 h 283582"/>
                <a:gd name="connsiteX3" fmla="*/ 0 w 188558"/>
                <a:gd name="connsiteY3" fmla="*/ 39697 h 283582"/>
                <a:gd name="connsiteX4" fmla="*/ 39697 w 188558"/>
                <a:gd name="connsiteY4" fmla="*/ 0 h 283582"/>
                <a:gd name="connsiteX5" fmla="*/ 147820 w 188558"/>
                <a:gd name="connsiteY5" fmla="*/ 0 h 283582"/>
                <a:gd name="connsiteX6" fmla="*/ 187517 w 188558"/>
                <a:gd name="connsiteY6" fmla="*/ 39697 h 283582"/>
                <a:gd name="connsiteX7" fmla="*/ 188559 w 188558"/>
                <a:gd name="connsiteY7" fmla="*/ 243886 h 283582"/>
                <a:gd name="connsiteX8" fmla="*/ 148862 w 188558"/>
                <a:gd name="connsiteY8" fmla="*/ 283582 h 283582"/>
                <a:gd name="connsiteX9" fmla="*/ 79393 w 188558"/>
                <a:gd name="connsiteY9" fmla="*/ 204189 h 283582"/>
                <a:gd name="connsiteX10" fmla="*/ 109166 w 188558"/>
                <a:gd name="connsiteY10" fmla="*/ 204189 h 283582"/>
                <a:gd name="connsiteX11" fmla="*/ 108521 w 188558"/>
                <a:gd name="connsiteY11" fmla="*/ 79393 h 283582"/>
                <a:gd name="connsiteX12" fmla="*/ 79294 w 188558"/>
                <a:gd name="connsiteY12" fmla="*/ 79393 h 28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558" h="283582">
                  <a:moveTo>
                    <a:pt x="148862" y="283582"/>
                  </a:moveTo>
                  <a:lnTo>
                    <a:pt x="39697" y="283582"/>
                  </a:lnTo>
                  <a:cubicBezTo>
                    <a:pt x="17773" y="283582"/>
                    <a:pt x="0" y="265810"/>
                    <a:pt x="0" y="2438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47820" y="0"/>
                  </a:lnTo>
                  <a:cubicBezTo>
                    <a:pt x="169744" y="0"/>
                    <a:pt x="187517" y="17773"/>
                    <a:pt x="187517" y="39697"/>
                  </a:cubicBezTo>
                  <a:lnTo>
                    <a:pt x="188559" y="243886"/>
                  </a:lnTo>
                  <a:cubicBezTo>
                    <a:pt x="188559" y="265810"/>
                    <a:pt x="170786" y="283582"/>
                    <a:pt x="148862" y="283582"/>
                  </a:cubicBezTo>
                  <a:close/>
                  <a:moveTo>
                    <a:pt x="79393" y="204189"/>
                  </a:moveTo>
                  <a:lnTo>
                    <a:pt x="109166" y="204189"/>
                  </a:lnTo>
                  <a:lnTo>
                    <a:pt x="108521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FF9CD007-FA2B-7354-6E66-1AE817F5EEB5}"/>
                </a:ext>
              </a:extLst>
            </p:cNvPr>
            <p:cNvSpPr/>
            <p:nvPr/>
          </p:nvSpPr>
          <p:spPr>
            <a:xfrm>
              <a:off x="4263947" y="3662302"/>
              <a:ext cx="296831" cy="390316"/>
            </a:xfrm>
            <a:custGeom>
              <a:avLst/>
              <a:gdLst>
                <a:gd name="connsiteX0" fmla="*/ 256390 w 296831"/>
                <a:gd name="connsiteY0" fmla="*/ 390316 h 390316"/>
                <a:gd name="connsiteX1" fmla="*/ 39697 w 296831"/>
                <a:gd name="connsiteY1" fmla="*/ 390316 h 390316"/>
                <a:gd name="connsiteX2" fmla="*/ 0 w 296831"/>
                <a:gd name="connsiteY2" fmla="*/ 350620 h 390316"/>
                <a:gd name="connsiteX3" fmla="*/ 0 w 296831"/>
                <a:gd name="connsiteY3" fmla="*/ 39697 h 390316"/>
                <a:gd name="connsiteX4" fmla="*/ 39697 w 296831"/>
                <a:gd name="connsiteY4" fmla="*/ 0 h 390316"/>
                <a:gd name="connsiteX5" fmla="*/ 257135 w 296831"/>
                <a:gd name="connsiteY5" fmla="*/ 0 h 390316"/>
                <a:gd name="connsiteX6" fmla="*/ 296831 w 296831"/>
                <a:gd name="connsiteY6" fmla="*/ 39697 h 390316"/>
                <a:gd name="connsiteX7" fmla="*/ 296831 w 296831"/>
                <a:gd name="connsiteY7" fmla="*/ 102119 h 390316"/>
                <a:gd name="connsiteX8" fmla="*/ 296087 w 296831"/>
                <a:gd name="connsiteY8" fmla="*/ 350769 h 390316"/>
                <a:gd name="connsiteX9" fmla="*/ 256390 w 296831"/>
                <a:gd name="connsiteY9" fmla="*/ 390316 h 390316"/>
                <a:gd name="connsiteX10" fmla="*/ 79393 w 296831"/>
                <a:gd name="connsiteY10" fmla="*/ 310923 h 390316"/>
                <a:gd name="connsiteX11" fmla="*/ 216843 w 296831"/>
                <a:gd name="connsiteY11" fmla="*/ 310923 h 390316"/>
                <a:gd name="connsiteX12" fmla="*/ 217438 w 296831"/>
                <a:gd name="connsiteY12" fmla="*/ 79393 h 390316"/>
                <a:gd name="connsiteX13" fmla="*/ 79393 w 296831"/>
                <a:gd name="connsiteY13" fmla="*/ 79393 h 390316"/>
                <a:gd name="connsiteX14" fmla="*/ 257135 w 296831"/>
                <a:gd name="connsiteY14" fmla="*/ 101971 h 390316"/>
                <a:gd name="connsiteX15" fmla="*/ 257135 w 296831"/>
                <a:gd name="connsiteY15" fmla="*/ 101971 h 3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6831" h="390316">
                  <a:moveTo>
                    <a:pt x="256390" y="390316"/>
                  </a:moveTo>
                  <a:lnTo>
                    <a:pt x="39697" y="390316"/>
                  </a:lnTo>
                  <a:cubicBezTo>
                    <a:pt x="17773" y="390316"/>
                    <a:pt x="0" y="372544"/>
                    <a:pt x="0" y="35062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57135" y="0"/>
                  </a:lnTo>
                  <a:cubicBezTo>
                    <a:pt x="279059" y="0"/>
                    <a:pt x="296831" y="17773"/>
                    <a:pt x="296831" y="39697"/>
                  </a:cubicBezTo>
                  <a:lnTo>
                    <a:pt x="296831" y="102119"/>
                  </a:lnTo>
                  <a:lnTo>
                    <a:pt x="296087" y="350769"/>
                  </a:lnTo>
                  <a:cubicBezTo>
                    <a:pt x="296005" y="372635"/>
                    <a:pt x="278256" y="390316"/>
                    <a:pt x="256390" y="390316"/>
                  </a:cubicBezTo>
                  <a:close/>
                  <a:moveTo>
                    <a:pt x="79393" y="310923"/>
                  </a:moveTo>
                  <a:lnTo>
                    <a:pt x="216843" y="310923"/>
                  </a:lnTo>
                  <a:lnTo>
                    <a:pt x="217438" y="79393"/>
                  </a:lnTo>
                  <a:lnTo>
                    <a:pt x="79393" y="79393"/>
                  </a:lnTo>
                  <a:close/>
                  <a:moveTo>
                    <a:pt x="257135" y="101971"/>
                  </a:moveTo>
                  <a:lnTo>
                    <a:pt x="257135" y="10197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EBE29010-3BA7-2F8E-3644-4CB16C090341}"/>
                </a:ext>
              </a:extLst>
            </p:cNvPr>
            <p:cNvSpPr/>
            <p:nvPr/>
          </p:nvSpPr>
          <p:spPr>
            <a:xfrm>
              <a:off x="4373705" y="3871574"/>
              <a:ext cx="79399" cy="80463"/>
            </a:xfrm>
            <a:custGeom>
              <a:avLst/>
              <a:gdLst>
                <a:gd name="connsiteX0" fmla="*/ 39700 w 79399"/>
                <a:gd name="connsiteY0" fmla="*/ 80265 h 80463"/>
                <a:gd name="connsiteX1" fmla="*/ 3 w 79399"/>
                <a:gd name="connsiteY1" fmla="*/ 41313 h 80463"/>
                <a:gd name="connsiteX2" fmla="*/ 3 w 79399"/>
                <a:gd name="connsiteY2" fmla="*/ 40221 h 80463"/>
                <a:gd name="connsiteX3" fmla="*/ 39179 w 79399"/>
                <a:gd name="connsiteY3" fmla="*/ 3 h 80463"/>
                <a:gd name="connsiteX4" fmla="*/ 79397 w 79399"/>
                <a:gd name="connsiteY4" fmla="*/ 39179 h 80463"/>
                <a:gd name="connsiteX5" fmla="*/ 79397 w 79399"/>
                <a:gd name="connsiteY5" fmla="*/ 40271 h 80463"/>
                <a:gd name="connsiteX6" fmla="*/ 40246 w 79399"/>
                <a:gd name="connsiteY6" fmla="*/ 80463 h 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9" h="80463">
                  <a:moveTo>
                    <a:pt x="39700" y="80265"/>
                  </a:moveTo>
                  <a:cubicBezTo>
                    <a:pt x="18063" y="80269"/>
                    <a:pt x="409" y="62945"/>
                    <a:pt x="3" y="41313"/>
                  </a:cubicBezTo>
                  <a:lnTo>
                    <a:pt x="3" y="40221"/>
                  </a:lnTo>
                  <a:cubicBezTo>
                    <a:pt x="-284" y="18297"/>
                    <a:pt x="17255" y="291"/>
                    <a:pt x="39179" y="3"/>
                  </a:cubicBezTo>
                  <a:cubicBezTo>
                    <a:pt x="61103" y="-284"/>
                    <a:pt x="79109" y="17255"/>
                    <a:pt x="79397" y="39179"/>
                  </a:cubicBezTo>
                  <a:lnTo>
                    <a:pt x="79397" y="40271"/>
                  </a:lnTo>
                  <a:cubicBezTo>
                    <a:pt x="79673" y="62176"/>
                    <a:pt x="62151" y="80164"/>
                    <a:pt x="40246" y="804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FF06E848-C015-6406-33B3-52946A920B65}"/>
                </a:ext>
              </a:extLst>
            </p:cNvPr>
            <p:cNvSpPr/>
            <p:nvPr/>
          </p:nvSpPr>
          <p:spPr>
            <a:xfrm>
              <a:off x="4373704" y="3769082"/>
              <a:ext cx="79400" cy="80488"/>
            </a:xfrm>
            <a:custGeom>
              <a:avLst/>
              <a:gdLst>
                <a:gd name="connsiteX0" fmla="*/ 39700 w 79400"/>
                <a:gd name="connsiteY0" fmla="*/ 80489 h 80488"/>
                <a:gd name="connsiteX1" fmla="*/ 4 w 79400"/>
                <a:gd name="connsiteY1" fmla="*/ 41338 h 80488"/>
                <a:gd name="connsiteX2" fmla="*/ 4 w 79400"/>
                <a:gd name="connsiteY2" fmla="*/ 40246 h 80488"/>
                <a:gd name="connsiteX3" fmla="*/ 39155 w 79400"/>
                <a:gd name="connsiteY3" fmla="*/ 4 h 80488"/>
                <a:gd name="connsiteX4" fmla="*/ 79397 w 79400"/>
                <a:gd name="connsiteY4" fmla="*/ 39155 h 80488"/>
                <a:gd name="connsiteX5" fmla="*/ 79397 w 79400"/>
                <a:gd name="connsiteY5" fmla="*/ 40246 h 80488"/>
                <a:gd name="connsiteX6" fmla="*/ 40254 w 79400"/>
                <a:gd name="connsiteY6" fmla="*/ 80489 h 80488"/>
                <a:gd name="connsiteX7" fmla="*/ 40246 w 79400"/>
                <a:gd name="connsiteY7" fmla="*/ 80489 h 80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400" h="80488">
                  <a:moveTo>
                    <a:pt x="39700" y="80489"/>
                  </a:moveTo>
                  <a:cubicBezTo>
                    <a:pt x="17988" y="80491"/>
                    <a:pt x="303" y="63048"/>
                    <a:pt x="4" y="41338"/>
                  </a:cubicBezTo>
                  <a:lnTo>
                    <a:pt x="4" y="40246"/>
                  </a:lnTo>
                  <a:cubicBezTo>
                    <a:pt x="-298" y="18322"/>
                    <a:pt x="17231" y="306"/>
                    <a:pt x="39155" y="4"/>
                  </a:cubicBezTo>
                  <a:cubicBezTo>
                    <a:pt x="61079" y="-298"/>
                    <a:pt x="79095" y="17231"/>
                    <a:pt x="79397" y="39155"/>
                  </a:cubicBezTo>
                  <a:lnTo>
                    <a:pt x="79397" y="40246"/>
                  </a:lnTo>
                  <a:cubicBezTo>
                    <a:pt x="79701" y="62168"/>
                    <a:pt x="62176" y="80185"/>
                    <a:pt x="40254" y="80489"/>
                  </a:cubicBezTo>
                  <a:cubicBezTo>
                    <a:pt x="40251" y="80489"/>
                    <a:pt x="40249" y="80489"/>
                    <a:pt x="40246" y="8048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CF0E69F2-C12A-CEC9-C7EB-C2E0C5C639FD}"/>
                </a:ext>
              </a:extLst>
            </p:cNvPr>
            <p:cNvSpPr/>
            <p:nvPr/>
          </p:nvSpPr>
          <p:spPr>
            <a:xfrm>
              <a:off x="4558893" y="4202373"/>
              <a:ext cx="188658" cy="283631"/>
            </a:xfrm>
            <a:custGeom>
              <a:avLst/>
              <a:gdLst>
                <a:gd name="connsiteX0" fmla="*/ 148862 w 188658"/>
                <a:gd name="connsiteY0" fmla="*/ 283632 h 283631"/>
                <a:gd name="connsiteX1" fmla="*/ 39697 w 188658"/>
                <a:gd name="connsiteY1" fmla="*/ 283632 h 283631"/>
                <a:gd name="connsiteX2" fmla="*/ 0 w 188658"/>
                <a:gd name="connsiteY2" fmla="*/ 243935 h 283631"/>
                <a:gd name="connsiteX3" fmla="*/ 0 w 188658"/>
                <a:gd name="connsiteY3" fmla="*/ 39697 h 283631"/>
                <a:gd name="connsiteX4" fmla="*/ 39697 w 188658"/>
                <a:gd name="connsiteY4" fmla="*/ 0 h 283631"/>
                <a:gd name="connsiteX5" fmla="*/ 147919 w 188658"/>
                <a:gd name="connsiteY5" fmla="*/ 0 h 283631"/>
                <a:gd name="connsiteX6" fmla="*/ 187616 w 188658"/>
                <a:gd name="connsiteY6" fmla="*/ 39697 h 283631"/>
                <a:gd name="connsiteX7" fmla="*/ 188658 w 188658"/>
                <a:gd name="connsiteY7" fmla="*/ 243935 h 283631"/>
                <a:gd name="connsiteX8" fmla="*/ 148961 w 188658"/>
                <a:gd name="connsiteY8" fmla="*/ 283632 h 283631"/>
                <a:gd name="connsiteX9" fmla="*/ 79393 w 188658"/>
                <a:gd name="connsiteY9" fmla="*/ 204239 h 283631"/>
                <a:gd name="connsiteX10" fmla="*/ 109166 w 188658"/>
                <a:gd name="connsiteY10" fmla="*/ 204239 h 283631"/>
                <a:gd name="connsiteX11" fmla="*/ 108521 w 188658"/>
                <a:gd name="connsiteY11" fmla="*/ 79393 h 283631"/>
                <a:gd name="connsiteX12" fmla="*/ 79294 w 188658"/>
                <a:gd name="connsiteY12" fmla="*/ 79393 h 28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658" h="283631">
                  <a:moveTo>
                    <a:pt x="148862" y="283632"/>
                  </a:moveTo>
                  <a:lnTo>
                    <a:pt x="39697" y="283632"/>
                  </a:lnTo>
                  <a:cubicBezTo>
                    <a:pt x="17773" y="283632"/>
                    <a:pt x="0" y="265858"/>
                    <a:pt x="0" y="24393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147919" y="0"/>
                  </a:lnTo>
                  <a:cubicBezTo>
                    <a:pt x="169842" y="0"/>
                    <a:pt x="187616" y="17774"/>
                    <a:pt x="187616" y="39697"/>
                  </a:cubicBezTo>
                  <a:lnTo>
                    <a:pt x="188658" y="243935"/>
                  </a:lnTo>
                  <a:cubicBezTo>
                    <a:pt x="188658" y="265858"/>
                    <a:pt x="170884" y="283632"/>
                    <a:pt x="148961" y="283632"/>
                  </a:cubicBezTo>
                  <a:close/>
                  <a:moveTo>
                    <a:pt x="79393" y="204239"/>
                  </a:moveTo>
                  <a:lnTo>
                    <a:pt x="109166" y="204239"/>
                  </a:lnTo>
                  <a:lnTo>
                    <a:pt x="108521" y="79393"/>
                  </a:lnTo>
                  <a:lnTo>
                    <a:pt x="79294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E88A4B35-DB33-1BB0-285F-250A617645F3}"/>
                </a:ext>
              </a:extLst>
            </p:cNvPr>
            <p:cNvSpPr/>
            <p:nvPr/>
          </p:nvSpPr>
          <p:spPr>
            <a:xfrm>
              <a:off x="4667016" y="4094895"/>
              <a:ext cx="296831" cy="390316"/>
            </a:xfrm>
            <a:custGeom>
              <a:avLst/>
              <a:gdLst>
                <a:gd name="connsiteX0" fmla="*/ 256390 w 296831"/>
                <a:gd name="connsiteY0" fmla="*/ 390316 h 390316"/>
                <a:gd name="connsiteX1" fmla="*/ 39697 w 296831"/>
                <a:gd name="connsiteY1" fmla="*/ 390316 h 390316"/>
                <a:gd name="connsiteX2" fmla="*/ 0 w 296831"/>
                <a:gd name="connsiteY2" fmla="*/ 350620 h 390316"/>
                <a:gd name="connsiteX3" fmla="*/ 0 w 296831"/>
                <a:gd name="connsiteY3" fmla="*/ 39697 h 390316"/>
                <a:gd name="connsiteX4" fmla="*/ 39697 w 296831"/>
                <a:gd name="connsiteY4" fmla="*/ 0 h 390316"/>
                <a:gd name="connsiteX5" fmla="*/ 257135 w 296831"/>
                <a:gd name="connsiteY5" fmla="*/ 0 h 390316"/>
                <a:gd name="connsiteX6" fmla="*/ 296831 w 296831"/>
                <a:gd name="connsiteY6" fmla="*/ 39697 h 390316"/>
                <a:gd name="connsiteX7" fmla="*/ 296831 w 296831"/>
                <a:gd name="connsiteY7" fmla="*/ 102070 h 390316"/>
                <a:gd name="connsiteX8" fmla="*/ 296087 w 296831"/>
                <a:gd name="connsiteY8" fmla="*/ 350719 h 390316"/>
                <a:gd name="connsiteX9" fmla="*/ 256390 w 296831"/>
                <a:gd name="connsiteY9" fmla="*/ 390316 h 390316"/>
                <a:gd name="connsiteX10" fmla="*/ 79393 w 296831"/>
                <a:gd name="connsiteY10" fmla="*/ 310923 h 390316"/>
                <a:gd name="connsiteX11" fmla="*/ 216843 w 296831"/>
                <a:gd name="connsiteY11" fmla="*/ 310923 h 390316"/>
                <a:gd name="connsiteX12" fmla="*/ 217438 w 296831"/>
                <a:gd name="connsiteY12" fmla="*/ 79393 h 390316"/>
                <a:gd name="connsiteX13" fmla="*/ 79393 w 296831"/>
                <a:gd name="connsiteY13" fmla="*/ 79393 h 390316"/>
                <a:gd name="connsiteX14" fmla="*/ 257135 w 296831"/>
                <a:gd name="connsiteY14" fmla="*/ 101971 h 390316"/>
                <a:gd name="connsiteX15" fmla="*/ 257135 w 296831"/>
                <a:gd name="connsiteY15" fmla="*/ 101971 h 3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6831" h="390316">
                  <a:moveTo>
                    <a:pt x="256390" y="390316"/>
                  </a:moveTo>
                  <a:lnTo>
                    <a:pt x="39697" y="390316"/>
                  </a:lnTo>
                  <a:cubicBezTo>
                    <a:pt x="17774" y="390316"/>
                    <a:pt x="0" y="372542"/>
                    <a:pt x="0" y="35062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lnTo>
                    <a:pt x="257135" y="0"/>
                  </a:lnTo>
                  <a:cubicBezTo>
                    <a:pt x="279057" y="0"/>
                    <a:pt x="296831" y="17773"/>
                    <a:pt x="296831" y="39697"/>
                  </a:cubicBezTo>
                  <a:lnTo>
                    <a:pt x="296831" y="102070"/>
                  </a:lnTo>
                  <a:lnTo>
                    <a:pt x="296087" y="350719"/>
                  </a:lnTo>
                  <a:cubicBezTo>
                    <a:pt x="296032" y="372602"/>
                    <a:pt x="278273" y="390316"/>
                    <a:pt x="256390" y="390316"/>
                  </a:cubicBezTo>
                  <a:close/>
                  <a:moveTo>
                    <a:pt x="79393" y="310923"/>
                  </a:moveTo>
                  <a:lnTo>
                    <a:pt x="216843" y="310923"/>
                  </a:lnTo>
                  <a:lnTo>
                    <a:pt x="217438" y="79393"/>
                  </a:lnTo>
                  <a:lnTo>
                    <a:pt x="79393" y="79393"/>
                  </a:lnTo>
                  <a:close/>
                  <a:moveTo>
                    <a:pt x="257135" y="101971"/>
                  </a:moveTo>
                  <a:lnTo>
                    <a:pt x="257135" y="10197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065D8CD5-83C5-44BE-9F28-3E66745CA94F}"/>
                </a:ext>
              </a:extLst>
            </p:cNvPr>
            <p:cNvSpPr/>
            <p:nvPr/>
          </p:nvSpPr>
          <p:spPr>
            <a:xfrm>
              <a:off x="4776823" y="4303798"/>
              <a:ext cx="79450" cy="80484"/>
            </a:xfrm>
            <a:custGeom>
              <a:avLst/>
              <a:gdLst>
                <a:gd name="connsiteX0" fmla="*/ 39700 w 79450"/>
                <a:gd name="connsiteY0" fmla="*/ 80485 h 80484"/>
                <a:gd name="connsiteX1" fmla="*/ 4 w 79450"/>
                <a:gd name="connsiteY1" fmla="*/ 41334 h 80484"/>
                <a:gd name="connsiteX2" fmla="*/ 4 w 79450"/>
                <a:gd name="connsiteY2" fmla="*/ 40242 h 80484"/>
                <a:gd name="connsiteX3" fmla="*/ 39150 w 79450"/>
                <a:gd name="connsiteY3" fmla="*/ 0 h 80484"/>
                <a:gd name="connsiteX4" fmla="*/ 39204 w 79450"/>
                <a:gd name="connsiteY4" fmla="*/ 0 h 80484"/>
                <a:gd name="connsiteX5" fmla="*/ 39750 w 79450"/>
                <a:gd name="connsiteY5" fmla="*/ 0 h 80484"/>
                <a:gd name="connsiteX6" fmla="*/ 79447 w 79450"/>
                <a:gd name="connsiteY6" fmla="*/ 39151 h 80484"/>
                <a:gd name="connsiteX7" fmla="*/ 79447 w 79450"/>
                <a:gd name="connsiteY7" fmla="*/ 40242 h 80484"/>
                <a:gd name="connsiteX8" fmla="*/ 40301 w 79450"/>
                <a:gd name="connsiteY8" fmla="*/ 80485 h 80484"/>
                <a:gd name="connsiteX9" fmla="*/ 40246 w 79450"/>
                <a:gd name="connsiteY9" fmla="*/ 80485 h 8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50" h="80484">
                  <a:moveTo>
                    <a:pt x="39700" y="80485"/>
                  </a:moveTo>
                  <a:cubicBezTo>
                    <a:pt x="17986" y="80485"/>
                    <a:pt x="302" y="63043"/>
                    <a:pt x="4" y="41334"/>
                  </a:cubicBezTo>
                  <a:lnTo>
                    <a:pt x="4" y="40242"/>
                  </a:lnTo>
                  <a:cubicBezTo>
                    <a:pt x="-299" y="18320"/>
                    <a:pt x="17227" y="303"/>
                    <a:pt x="39150" y="0"/>
                  </a:cubicBezTo>
                  <a:cubicBezTo>
                    <a:pt x="39165" y="0"/>
                    <a:pt x="39184" y="0"/>
                    <a:pt x="39204" y="0"/>
                  </a:cubicBezTo>
                  <a:lnTo>
                    <a:pt x="39750" y="0"/>
                  </a:lnTo>
                  <a:cubicBezTo>
                    <a:pt x="61464" y="0"/>
                    <a:pt x="79149" y="17442"/>
                    <a:pt x="79447" y="39151"/>
                  </a:cubicBezTo>
                  <a:lnTo>
                    <a:pt x="79447" y="40242"/>
                  </a:lnTo>
                  <a:cubicBezTo>
                    <a:pt x="79749" y="62165"/>
                    <a:pt x="62223" y="80182"/>
                    <a:pt x="40301" y="80485"/>
                  </a:cubicBezTo>
                  <a:cubicBezTo>
                    <a:pt x="40286" y="80485"/>
                    <a:pt x="40266" y="80485"/>
                    <a:pt x="40246" y="804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18FAACB3-35C2-A6AF-41A1-8ABEBDBCFB39}"/>
                </a:ext>
              </a:extLst>
            </p:cNvPr>
            <p:cNvSpPr/>
            <p:nvPr/>
          </p:nvSpPr>
          <p:spPr>
            <a:xfrm>
              <a:off x="4776824" y="4201679"/>
              <a:ext cx="79449" cy="80435"/>
            </a:xfrm>
            <a:custGeom>
              <a:avLst/>
              <a:gdLst>
                <a:gd name="connsiteX0" fmla="*/ 39700 w 79449"/>
                <a:gd name="connsiteY0" fmla="*/ 80435 h 80435"/>
                <a:gd name="connsiteX1" fmla="*/ 3 w 79449"/>
                <a:gd name="connsiteY1" fmla="*/ 41284 h 80435"/>
                <a:gd name="connsiteX2" fmla="*/ 3 w 79449"/>
                <a:gd name="connsiteY2" fmla="*/ 40193 h 80435"/>
                <a:gd name="connsiteX3" fmla="*/ 39199 w 79449"/>
                <a:gd name="connsiteY3" fmla="*/ 0 h 80435"/>
                <a:gd name="connsiteX4" fmla="*/ 39204 w 79449"/>
                <a:gd name="connsiteY4" fmla="*/ 0 h 80435"/>
                <a:gd name="connsiteX5" fmla="*/ 39749 w 79449"/>
                <a:gd name="connsiteY5" fmla="*/ 0 h 80435"/>
                <a:gd name="connsiteX6" fmla="*/ 79446 w 79449"/>
                <a:gd name="connsiteY6" fmla="*/ 39151 h 80435"/>
                <a:gd name="connsiteX7" fmla="*/ 79446 w 79449"/>
                <a:gd name="connsiteY7" fmla="*/ 40242 h 80435"/>
                <a:gd name="connsiteX8" fmla="*/ 40251 w 79449"/>
                <a:gd name="connsiteY8" fmla="*/ 80435 h 80435"/>
                <a:gd name="connsiteX9" fmla="*/ 40246 w 79449"/>
                <a:gd name="connsiteY9" fmla="*/ 80435 h 80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449" h="80435">
                  <a:moveTo>
                    <a:pt x="39700" y="80435"/>
                  </a:moveTo>
                  <a:cubicBezTo>
                    <a:pt x="17986" y="80435"/>
                    <a:pt x="301" y="62993"/>
                    <a:pt x="3" y="41284"/>
                  </a:cubicBezTo>
                  <a:lnTo>
                    <a:pt x="3" y="40193"/>
                  </a:lnTo>
                  <a:cubicBezTo>
                    <a:pt x="-275" y="18270"/>
                    <a:pt x="17276" y="278"/>
                    <a:pt x="39199" y="0"/>
                  </a:cubicBezTo>
                  <a:cubicBezTo>
                    <a:pt x="39199" y="0"/>
                    <a:pt x="39204" y="0"/>
                    <a:pt x="39204" y="0"/>
                  </a:cubicBezTo>
                  <a:lnTo>
                    <a:pt x="39749" y="0"/>
                  </a:lnTo>
                  <a:cubicBezTo>
                    <a:pt x="61464" y="0"/>
                    <a:pt x="79148" y="17442"/>
                    <a:pt x="79446" y="39151"/>
                  </a:cubicBezTo>
                  <a:lnTo>
                    <a:pt x="79446" y="40242"/>
                  </a:lnTo>
                  <a:cubicBezTo>
                    <a:pt x="79724" y="62165"/>
                    <a:pt x="62173" y="80157"/>
                    <a:pt x="40251" y="80435"/>
                  </a:cubicBezTo>
                  <a:cubicBezTo>
                    <a:pt x="40251" y="80435"/>
                    <a:pt x="40246" y="80435"/>
                    <a:pt x="40246" y="8043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EEBA116E-9271-0F53-B0AD-E4D89917E573}"/>
                </a:ext>
              </a:extLst>
            </p:cNvPr>
            <p:cNvSpPr/>
            <p:nvPr/>
          </p:nvSpPr>
          <p:spPr>
            <a:xfrm>
              <a:off x="4589384" y="3785311"/>
              <a:ext cx="372131" cy="267307"/>
            </a:xfrm>
            <a:custGeom>
              <a:avLst/>
              <a:gdLst>
                <a:gd name="connsiteX0" fmla="*/ 332534 w 372131"/>
                <a:gd name="connsiteY0" fmla="*/ 267307 h 267307"/>
                <a:gd name="connsiteX1" fmla="*/ 292837 w 372131"/>
                <a:gd name="connsiteY1" fmla="*/ 227611 h 267307"/>
                <a:gd name="connsiteX2" fmla="*/ 292837 w 372131"/>
                <a:gd name="connsiteY2" fmla="*/ 80833 h 267307"/>
                <a:gd name="connsiteX3" fmla="*/ 39474 w 372131"/>
                <a:gd name="connsiteY3" fmla="*/ 79394 h 267307"/>
                <a:gd name="connsiteX4" fmla="*/ 1 w 372131"/>
                <a:gd name="connsiteY4" fmla="*/ 39474 h 267307"/>
                <a:gd name="connsiteX5" fmla="*/ 39921 w 372131"/>
                <a:gd name="connsiteY5" fmla="*/ 1 h 267307"/>
                <a:gd name="connsiteX6" fmla="*/ 332683 w 372131"/>
                <a:gd name="connsiteY6" fmla="*/ 1638 h 267307"/>
                <a:gd name="connsiteX7" fmla="*/ 372131 w 372131"/>
                <a:gd name="connsiteY7" fmla="*/ 41335 h 267307"/>
                <a:gd name="connsiteX8" fmla="*/ 372131 w 372131"/>
                <a:gd name="connsiteY8" fmla="*/ 227611 h 267307"/>
                <a:gd name="connsiteX9" fmla="*/ 332534 w 372131"/>
                <a:gd name="connsiteY9" fmla="*/ 267307 h 26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2131" h="267307">
                  <a:moveTo>
                    <a:pt x="332534" y="267307"/>
                  </a:moveTo>
                  <a:cubicBezTo>
                    <a:pt x="310612" y="267307"/>
                    <a:pt x="292837" y="249535"/>
                    <a:pt x="292837" y="227611"/>
                  </a:cubicBezTo>
                  <a:lnTo>
                    <a:pt x="292837" y="80833"/>
                  </a:lnTo>
                  <a:lnTo>
                    <a:pt x="39474" y="79394"/>
                  </a:lnTo>
                  <a:cubicBezTo>
                    <a:pt x="17550" y="79270"/>
                    <a:pt x="-123" y="61398"/>
                    <a:pt x="1" y="39474"/>
                  </a:cubicBezTo>
                  <a:cubicBezTo>
                    <a:pt x="124" y="17550"/>
                    <a:pt x="17997" y="-122"/>
                    <a:pt x="39921" y="1"/>
                  </a:cubicBezTo>
                  <a:lnTo>
                    <a:pt x="332683" y="1638"/>
                  </a:lnTo>
                  <a:cubicBezTo>
                    <a:pt x="354511" y="1775"/>
                    <a:pt x="372131" y="19508"/>
                    <a:pt x="372131" y="41335"/>
                  </a:cubicBezTo>
                  <a:lnTo>
                    <a:pt x="372131" y="227611"/>
                  </a:lnTo>
                  <a:cubicBezTo>
                    <a:pt x="372131" y="249496"/>
                    <a:pt x="354417" y="267253"/>
                    <a:pt x="332534" y="26730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91B714C9-3A01-9452-2DDB-B8188CDD80C0}"/>
                </a:ext>
              </a:extLst>
            </p:cNvPr>
            <p:cNvSpPr/>
            <p:nvPr/>
          </p:nvSpPr>
          <p:spPr>
            <a:xfrm>
              <a:off x="4583201" y="3709887"/>
              <a:ext cx="156314" cy="230092"/>
            </a:xfrm>
            <a:custGeom>
              <a:avLst/>
              <a:gdLst>
                <a:gd name="connsiteX0" fmla="*/ 113439 w 156314"/>
                <a:gd name="connsiteY0" fmla="*/ 230042 h 230092"/>
                <a:gd name="connsiteX1" fmla="*/ 85354 w 156314"/>
                <a:gd name="connsiteY1" fmla="*/ 218382 h 230092"/>
                <a:gd name="connsiteX2" fmla="*/ 11618 w 156314"/>
                <a:gd name="connsiteY2" fmla="*/ 144645 h 230092"/>
                <a:gd name="connsiteX3" fmla="*/ 11618 w 156314"/>
                <a:gd name="connsiteY3" fmla="*/ 88524 h 230092"/>
                <a:gd name="connsiteX4" fmla="*/ 89274 w 156314"/>
                <a:gd name="connsiteY4" fmla="*/ 10917 h 230092"/>
                <a:gd name="connsiteX5" fmla="*/ 145395 w 156314"/>
                <a:gd name="connsiteY5" fmla="*/ 12355 h 230092"/>
                <a:gd name="connsiteX6" fmla="*/ 145395 w 156314"/>
                <a:gd name="connsiteY6" fmla="*/ 67038 h 230092"/>
                <a:gd name="connsiteX7" fmla="*/ 95774 w 156314"/>
                <a:gd name="connsiteY7" fmla="*/ 116659 h 230092"/>
                <a:gd name="connsiteX8" fmla="*/ 141475 w 156314"/>
                <a:gd name="connsiteY8" fmla="*/ 162310 h 230092"/>
                <a:gd name="connsiteX9" fmla="*/ 141505 w 156314"/>
                <a:gd name="connsiteY9" fmla="*/ 218450 h 230092"/>
                <a:gd name="connsiteX10" fmla="*/ 113390 w 156314"/>
                <a:gd name="connsiteY10" fmla="*/ 230092 h 23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314" h="230092">
                  <a:moveTo>
                    <a:pt x="113439" y="230042"/>
                  </a:moveTo>
                  <a:cubicBezTo>
                    <a:pt x="102900" y="230037"/>
                    <a:pt x="92797" y="225843"/>
                    <a:pt x="85354" y="218382"/>
                  </a:cubicBezTo>
                  <a:lnTo>
                    <a:pt x="11618" y="144645"/>
                  </a:lnTo>
                  <a:cubicBezTo>
                    <a:pt x="-3873" y="129145"/>
                    <a:pt x="-3873" y="104025"/>
                    <a:pt x="11618" y="88524"/>
                  </a:cubicBezTo>
                  <a:lnTo>
                    <a:pt x="89274" y="10917"/>
                  </a:lnTo>
                  <a:cubicBezTo>
                    <a:pt x="105168" y="-4183"/>
                    <a:pt x="130296" y="-3539"/>
                    <a:pt x="145395" y="12355"/>
                  </a:cubicBezTo>
                  <a:cubicBezTo>
                    <a:pt x="159954" y="27676"/>
                    <a:pt x="159954" y="51717"/>
                    <a:pt x="145395" y="67038"/>
                  </a:cubicBezTo>
                  <a:lnTo>
                    <a:pt x="95774" y="116659"/>
                  </a:lnTo>
                  <a:lnTo>
                    <a:pt x="141475" y="162310"/>
                  </a:lnTo>
                  <a:cubicBezTo>
                    <a:pt x="156987" y="177804"/>
                    <a:pt x="157001" y="202939"/>
                    <a:pt x="141505" y="218450"/>
                  </a:cubicBezTo>
                  <a:cubicBezTo>
                    <a:pt x="134052" y="225912"/>
                    <a:pt x="123934" y="230101"/>
                    <a:pt x="113390" y="2300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0A663C60-7F40-CA91-E105-3DBD8509B12A}"/>
                </a:ext>
              </a:extLst>
            </p:cNvPr>
            <p:cNvSpPr/>
            <p:nvPr/>
          </p:nvSpPr>
          <p:spPr>
            <a:xfrm>
              <a:off x="4156022" y="4094895"/>
              <a:ext cx="372453" cy="265520"/>
            </a:xfrm>
            <a:custGeom>
              <a:avLst/>
              <a:gdLst>
                <a:gd name="connsiteX0" fmla="*/ 332211 w 372453"/>
                <a:gd name="connsiteY0" fmla="*/ 265520 h 265520"/>
                <a:gd name="connsiteX1" fmla="*/ 332211 w 372453"/>
                <a:gd name="connsiteY1" fmla="*/ 265520 h 265520"/>
                <a:gd name="connsiteX2" fmla="*/ 39448 w 372453"/>
                <a:gd name="connsiteY2" fmla="*/ 263883 h 265520"/>
                <a:gd name="connsiteX3" fmla="*/ 0 w 372453"/>
                <a:gd name="connsiteY3" fmla="*/ 224186 h 265520"/>
                <a:gd name="connsiteX4" fmla="*/ 0 w 372453"/>
                <a:gd name="connsiteY4" fmla="*/ 39697 h 265520"/>
                <a:gd name="connsiteX5" fmla="*/ 39697 w 372453"/>
                <a:gd name="connsiteY5" fmla="*/ 0 h 265520"/>
                <a:gd name="connsiteX6" fmla="*/ 79393 w 372453"/>
                <a:gd name="connsiteY6" fmla="*/ 39697 h 265520"/>
                <a:gd name="connsiteX7" fmla="*/ 79393 w 372453"/>
                <a:gd name="connsiteY7" fmla="*/ 184738 h 265520"/>
                <a:gd name="connsiteX8" fmla="*/ 332757 w 372453"/>
                <a:gd name="connsiteY8" fmla="*/ 186127 h 265520"/>
                <a:gd name="connsiteX9" fmla="*/ 372453 w 372453"/>
                <a:gd name="connsiteY9" fmla="*/ 225824 h 265520"/>
                <a:gd name="connsiteX10" fmla="*/ 332757 w 372453"/>
                <a:gd name="connsiteY10" fmla="*/ 265520 h 26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453" h="265520">
                  <a:moveTo>
                    <a:pt x="332211" y="265520"/>
                  </a:moveTo>
                  <a:lnTo>
                    <a:pt x="332211" y="265520"/>
                  </a:lnTo>
                  <a:lnTo>
                    <a:pt x="39448" y="263883"/>
                  </a:lnTo>
                  <a:cubicBezTo>
                    <a:pt x="17622" y="263749"/>
                    <a:pt x="0" y="246014"/>
                    <a:pt x="0" y="2241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4738"/>
                  </a:lnTo>
                  <a:lnTo>
                    <a:pt x="332757" y="186127"/>
                  </a:lnTo>
                  <a:cubicBezTo>
                    <a:pt x="354681" y="186127"/>
                    <a:pt x="372453" y="203901"/>
                    <a:pt x="372453" y="225824"/>
                  </a:cubicBezTo>
                  <a:cubicBezTo>
                    <a:pt x="372453" y="247746"/>
                    <a:pt x="354681" y="265520"/>
                    <a:pt x="332757" y="2655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93DBDD0A-D26A-5C02-E8AD-37C73F2023AC}"/>
                </a:ext>
              </a:extLst>
            </p:cNvPr>
            <p:cNvSpPr/>
            <p:nvPr/>
          </p:nvSpPr>
          <p:spPr>
            <a:xfrm>
              <a:off x="4376952" y="4205718"/>
              <a:ext cx="157236" cy="230864"/>
            </a:xfrm>
            <a:custGeom>
              <a:avLst/>
              <a:gdLst>
                <a:gd name="connsiteX0" fmla="*/ 39877 w 157236"/>
                <a:gd name="connsiteY0" fmla="*/ 230865 h 230864"/>
                <a:gd name="connsiteX1" fmla="*/ 0 w 157236"/>
                <a:gd name="connsiteY1" fmla="*/ 191347 h 230864"/>
                <a:gd name="connsiteX2" fmla="*/ 11643 w 157236"/>
                <a:gd name="connsiteY2" fmla="*/ 163083 h 230864"/>
                <a:gd name="connsiteX3" fmla="*/ 61264 w 157236"/>
                <a:gd name="connsiteY3" fmla="*/ 113462 h 230864"/>
                <a:gd name="connsiteX4" fmla="*/ 15563 w 157236"/>
                <a:gd name="connsiteY4" fmla="*/ 67761 h 230864"/>
                <a:gd name="connsiteX5" fmla="*/ 15588 w 157236"/>
                <a:gd name="connsiteY5" fmla="*/ 11616 h 230864"/>
                <a:gd name="connsiteX6" fmla="*/ 71734 w 157236"/>
                <a:gd name="connsiteY6" fmla="*/ 11640 h 230864"/>
                <a:gd name="connsiteX7" fmla="*/ 145619 w 157236"/>
                <a:gd name="connsiteY7" fmla="*/ 85476 h 230864"/>
                <a:gd name="connsiteX8" fmla="*/ 145619 w 157236"/>
                <a:gd name="connsiteY8" fmla="*/ 141597 h 230864"/>
                <a:gd name="connsiteX9" fmla="*/ 67913 w 157236"/>
                <a:gd name="connsiteY9" fmla="*/ 219253 h 230864"/>
                <a:gd name="connsiteX10" fmla="*/ 39877 w 157236"/>
                <a:gd name="connsiteY10" fmla="*/ 230865 h 230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236" h="230864">
                  <a:moveTo>
                    <a:pt x="39877" y="230865"/>
                  </a:moveTo>
                  <a:cubicBezTo>
                    <a:pt x="17954" y="230964"/>
                    <a:pt x="100" y="213274"/>
                    <a:pt x="0" y="191347"/>
                  </a:cubicBezTo>
                  <a:cubicBezTo>
                    <a:pt x="-48" y="180753"/>
                    <a:pt x="4144" y="170571"/>
                    <a:pt x="11643" y="163083"/>
                  </a:cubicBezTo>
                  <a:lnTo>
                    <a:pt x="61264" y="113462"/>
                  </a:lnTo>
                  <a:lnTo>
                    <a:pt x="15563" y="67761"/>
                  </a:lnTo>
                  <a:cubicBezTo>
                    <a:pt x="65" y="52250"/>
                    <a:pt x="77" y="27112"/>
                    <a:pt x="15588" y="11616"/>
                  </a:cubicBezTo>
                  <a:cubicBezTo>
                    <a:pt x="31099" y="-3881"/>
                    <a:pt x="56236" y="-3871"/>
                    <a:pt x="71734" y="11640"/>
                  </a:cubicBezTo>
                  <a:lnTo>
                    <a:pt x="145619" y="85476"/>
                  </a:lnTo>
                  <a:cubicBezTo>
                    <a:pt x="161109" y="100977"/>
                    <a:pt x="161109" y="126095"/>
                    <a:pt x="145619" y="141597"/>
                  </a:cubicBezTo>
                  <a:lnTo>
                    <a:pt x="67913" y="219253"/>
                  </a:lnTo>
                  <a:cubicBezTo>
                    <a:pt x="60474" y="226682"/>
                    <a:pt x="50391" y="230860"/>
                    <a:pt x="39877" y="23086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62A89435-DA8B-51D9-13D2-52ED3F9120A5}"/>
              </a:ext>
            </a:extLst>
          </p:cNvPr>
          <p:cNvGrpSpPr/>
          <p:nvPr/>
        </p:nvGrpSpPr>
        <p:grpSpPr>
          <a:xfrm>
            <a:off x="8105767" y="3654860"/>
            <a:ext cx="817352" cy="827572"/>
            <a:chOff x="8105767" y="3654860"/>
            <a:chExt cx="817352" cy="827572"/>
          </a:xfrm>
        </p:grpSpPr>
        <p:grpSp>
          <p:nvGrpSpPr>
            <p:cNvPr id="172" name="Picture Placeholder 77">
              <a:extLst>
                <a:ext uri="{FF2B5EF4-FFF2-40B4-BE49-F238E27FC236}">
                  <a16:creationId xmlns:a16="http://schemas.microsoft.com/office/drawing/2014/main" id="{1DE095F8-B16B-56DE-4E16-DB8D99C2D026}"/>
                </a:ext>
              </a:extLst>
            </p:cNvPr>
            <p:cNvGrpSpPr/>
            <p:nvPr/>
          </p:nvGrpSpPr>
          <p:grpSpPr>
            <a:xfrm>
              <a:off x="8105767" y="3983199"/>
              <a:ext cx="817352" cy="499233"/>
              <a:chOff x="8105767" y="3983199"/>
              <a:chExt cx="817352" cy="499233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6B1812C2-3DA6-696A-1F69-BE024A167CD8}"/>
                  </a:ext>
                </a:extLst>
              </p:cNvPr>
              <p:cNvSpPr/>
              <p:nvPr/>
            </p:nvSpPr>
            <p:spPr>
              <a:xfrm>
                <a:off x="8105767" y="4153001"/>
                <a:ext cx="166427" cy="174565"/>
              </a:xfrm>
              <a:custGeom>
                <a:avLst/>
                <a:gdLst>
                  <a:gd name="connsiteX0" fmla="*/ 126731 w 166427"/>
                  <a:gd name="connsiteY0" fmla="*/ 174566 h 174565"/>
                  <a:gd name="connsiteX1" fmla="*/ 39697 w 166427"/>
                  <a:gd name="connsiteY1" fmla="*/ 174566 h 174565"/>
                  <a:gd name="connsiteX2" fmla="*/ 0 w 166427"/>
                  <a:gd name="connsiteY2" fmla="*/ 134869 h 174565"/>
                  <a:gd name="connsiteX3" fmla="*/ 0 w 166427"/>
                  <a:gd name="connsiteY3" fmla="*/ 39697 h 174565"/>
                  <a:gd name="connsiteX4" fmla="*/ 39697 w 166427"/>
                  <a:gd name="connsiteY4" fmla="*/ 0 h 174565"/>
                  <a:gd name="connsiteX5" fmla="*/ 124796 w 166427"/>
                  <a:gd name="connsiteY5" fmla="*/ 0 h 174565"/>
                  <a:gd name="connsiteX6" fmla="*/ 164493 w 166427"/>
                  <a:gd name="connsiteY6" fmla="*/ 39697 h 174565"/>
                  <a:gd name="connsiteX7" fmla="*/ 124796 w 166427"/>
                  <a:gd name="connsiteY7" fmla="*/ 79393 h 174565"/>
                  <a:gd name="connsiteX8" fmla="*/ 79393 w 166427"/>
                  <a:gd name="connsiteY8" fmla="*/ 79393 h 174565"/>
                  <a:gd name="connsiteX9" fmla="*/ 79393 w 166427"/>
                  <a:gd name="connsiteY9" fmla="*/ 95172 h 174565"/>
                  <a:gd name="connsiteX10" fmla="*/ 126731 w 166427"/>
                  <a:gd name="connsiteY10" fmla="*/ 95172 h 174565"/>
                  <a:gd name="connsiteX11" fmla="*/ 166428 w 166427"/>
                  <a:gd name="connsiteY11" fmla="*/ 134869 h 174565"/>
                  <a:gd name="connsiteX12" fmla="*/ 126731 w 166427"/>
                  <a:gd name="connsiteY12" fmla="*/ 174566 h 17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6427" h="174565">
                    <a:moveTo>
                      <a:pt x="126731" y="174566"/>
                    </a:moveTo>
                    <a:lnTo>
                      <a:pt x="39697" y="174566"/>
                    </a:lnTo>
                    <a:cubicBezTo>
                      <a:pt x="17773" y="174566"/>
                      <a:pt x="0" y="156791"/>
                      <a:pt x="0" y="134869"/>
                    </a:cubicBezTo>
                    <a:lnTo>
                      <a:pt x="0" y="39697"/>
                    </a:lnTo>
                    <a:cubicBezTo>
                      <a:pt x="0" y="17774"/>
                      <a:pt x="17773" y="0"/>
                      <a:pt x="39697" y="0"/>
                    </a:cubicBezTo>
                    <a:lnTo>
                      <a:pt x="124796" y="0"/>
                    </a:lnTo>
                    <a:cubicBezTo>
                      <a:pt x="146720" y="0"/>
                      <a:pt x="164493" y="17774"/>
                      <a:pt x="164493" y="39697"/>
                    </a:cubicBezTo>
                    <a:cubicBezTo>
                      <a:pt x="164493" y="61619"/>
                      <a:pt x="146720" y="79393"/>
                      <a:pt x="124796" y="79393"/>
                    </a:cubicBezTo>
                    <a:lnTo>
                      <a:pt x="79393" y="79393"/>
                    </a:lnTo>
                    <a:lnTo>
                      <a:pt x="79393" y="95172"/>
                    </a:lnTo>
                    <a:lnTo>
                      <a:pt x="126731" y="95172"/>
                    </a:lnTo>
                    <a:cubicBezTo>
                      <a:pt x="148655" y="95172"/>
                      <a:pt x="166428" y="112947"/>
                      <a:pt x="166428" y="134869"/>
                    </a:cubicBezTo>
                    <a:cubicBezTo>
                      <a:pt x="166428" y="156791"/>
                      <a:pt x="148655" y="174566"/>
                      <a:pt x="126731" y="1745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1EBAC1D-3AC7-E5D8-AF69-CC0E64687D44}"/>
                  </a:ext>
                </a:extLst>
              </p:cNvPr>
              <p:cNvSpPr/>
              <p:nvPr/>
            </p:nvSpPr>
            <p:spPr>
              <a:xfrm>
                <a:off x="8758627" y="4151066"/>
                <a:ext cx="164492" cy="174615"/>
              </a:xfrm>
              <a:custGeom>
                <a:avLst/>
                <a:gdLst>
                  <a:gd name="connsiteX0" fmla="*/ 124796 w 164492"/>
                  <a:gd name="connsiteY0" fmla="*/ 174615 h 174615"/>
                  <a:gd name="connsiteX1" fmla="*/ 39697 w 164492"/>
                  <a:gd name="connsiteY1" fmla="*/ 174615 h 174615"/>
                  <a:gd name="connsiteX2" fmla="*/ 0 w 164492"/>
                  <a:gd name="connsiteY2" fmla="*/ 134919 h 174615"/>
                  <a:gd name="connsiteX3" fmla="*/ 39697 w 164492"/>
                  <a:gd name="connsiteY3" fmla="*/ 95222 h 174615"/>
                  <a:gd name="connsiteX4" fmla="*/ 85100 w 164492"/>
                  <a:gd name="connsiteY4" fmla="*/ 95222 h 174615"/>
                  <a:gd name="connsiteX5" fmla="*/ 85100 w 164492"/>
                  <a:gd name="connsiteY5" fmla="*/ 79393 h 174615"/>
                  <a:gd name="connsiteX6" fmla="*/ 42823 w 164492"/>
                  <a:gd name="connsiteY6" fmla="*/ 79393 h 174615"/>
                  <a:gd name="connsiteX7" fmla="*/ 3126 w 164492"/>
                  <a:gd name="connsiteY7" fmla="*/ 39697 h 174615"/>
                  <a:gd name="connsiteX8" fmla="*/ 42823 w 164492"/>
                  <a:gd name="connsiteY8" fmla="*/ 0 h 174615"/>
                  <a:gd name="connsiteX9" fmla="*/ 124796 w 164492"/>
                  <a:gd name="connsiteY9" fmla="*/ 0 h 174615"/>
                  <a:gd name="connsiteX10" fmla="*/ 164493 w 164492"/>
                  <a:gd name="connsiteY10" fmla="*/ 39697 h 174615"/>
                  <a:gd name="connsiteX11" fmla="*/ 164493 w 164492"/>
                  <a:gd name="connsiteY11" fmla="*/ 134869 h 174615"/>
                  <a:gd name="connsiteX12" fmla="*/ 124846 w 164492"/>
                  <a:gd name="connsiteY12" fmla="*/ 174615 h 174615"/>
                  <a:gd name="connsiteX13" fmla="*/ 124796 w 164492"/>
                  <a:gd name="connsiteY13" fmla="*/ 174615 h 174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4492" h="174615">
                    <a:moveTo>
                      <a:pt x="124796" y="174615"/>
                    </a:moveTo>
                    <a:lnTo>
                      <a:pt x="39697" y="174615"/>
                    </a:lnTo>
                    <a:cubicBezTo>
                      <a:pt x="17774" y="174615"/>
                      <a:pt x="0" y="156841"/>
                      <a:pt x="0" y="134919"/>
                    </a:cubicBezTo>
                    <a:cubicBezTo>
                      <a:pt x="0" y="112996"/>
                      <a:pt x="17774" y="95222"/>
                      <a:pt x="39697" y="95222"/>
                    </a:cubicBezTo>
                    <a:lnTo>
                      <a:pt x="85100" y="95222"/>
                    </a:lnTo>
                    <a:lnTo>
                      <a:pt x="85100" y="79393"/>
                    </a:lnTo>
                    <a:lnTo>
                      <a:pt x="42823" y="79393"/>
                    </a:lnTo>
                    <a:cubicBezTo>
                      <a:pt x="20900" y="79393"/>
                      <a:pt x="3126" y="61619"/>
                      <a:pt x="3126" y="39697"/>
                    </a:cubicBezTo>
                    <a:cubicBezTo>
                      <a:pt x="3126" y="17774"/>
                      <a:pt x="20900" y="0"/>
                      <a:pt x="42823" y="0"/>
                    </a:cubicBezTo>
                    <a:lnTo>
                      <a:pt x="124796" y="0"/>
                    </a:lnTo>
                    <a:cubicBezTo>
                      <a:pt x="146719" y="0"/>
                      <a:pt x="164493" y="17774"/>
                      <a:pt x="164493" y="39697"/>
                    </a:cubicBezTo>
                    <a:lnTo>
                      <a:pt x="164493" y="134869"/>
                    </a:lnTo>
                    <a:cubicBezTo>
                      <a:pt x="164523" y="156791"/>
                      <a:pt x="146768" y="174585"/>
                      <a:pt x="124846" y="174615"/>
                    </a:cubicBezTo>
                    <a:cubicBezTo>
                      <a:pt x="124831" y="174615"/>
                      <a:pt x="124811" y="174615"/>
                      <a:pt x="124796" y="174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A4C34690-44DB-B0F7-9286-ADB7F870DF5E}"/>
                  </a:ext>
                </a:extLst>
              </p:cNvPr>
              <p:cNvSpPr/>
              <p:nvPr/>
            </p:nvSpPr>
            <p:spPr>
              <a:xfrm>
                <a:off x="8209623" y="3983199"/>
                <a:ext cx="606415" cy="499233"/>
              </a:xfrm>
              <a:custGeom>
                <a:avLst/>
                <a:gdLst>
                  <a:gd name="connsiteX0" fmla="*/ 566719 w 606415"/>
                  <a:gd name="connsiteY0" fmla="*/ 499234 h 499233"/>
                  <a:gd name="connsiteX1" fmla="*/ 39697 w 606415"/>
                  <a:gd name="connsiteY1" fmla="*/ 499234 h 499233"/>
                  <a:gd name="connsiteX2" fmla="*/ 0 w 606415"/>
                  <a:gd name="connsiteY2" fmla="*/ 459537 h 499233"/>
                  <a:gd name="connsiteX3" fmla="*/ 0 w 606415"/>
                  <a:gd name="connsiteY3" fmla="*/ 39697 h 499233"/>
                  <a:gd name="connsiteX4" fmla="*/ 39697 w 606415"/>
                  <a:gd name="connsiteY4" fmla="*/ 0 h 499233"/>
                  <a:gd name="connsiteX5" fmla="*/ 566719 w 606415"/>
                  <a:gd name="connsiteY5" fmla="*/ 0 h 499233"/>
                  <a:gd name="connsiteX6" fmla="*/ 606415 w 606415"/>
                  <a:gd name="connsiteY6" fmla="*/ 39697 h 499233"/>
                  <a:gd name="connsiteX7" fmla="*/ 606415 w 606415"/>
                  <a:gd name="connsiteY7" fmla="*/ 459537 h 499233"/>
                  <a:gd name="connsiteX8" fmla="*/ 566719 w 606415"/>
                  <a:gd name="connsiteY8" fmla="*/ 499234 h 499233"/>
                  <a:gd name="connsiteX9" fmla="*/ 79393 w 606415"/>
                  <a:gd name="connsiteY9" fmla="*/ 419841 h 499233"/>
                  <a:gd name="connsiteX10" fmla="*/ 527022 w 606415"/>
                  <a:gd name="connsiteY10" fmla="*/ 419841 h 499233"/>
                  <a:gd name="connsiteX11" fmla="*/ 527022 w 606415"/>
                  <a:gd name="connsiteY11" fmla="*/ 79393 h 499233"/>
                  <a:gd name="connsiteX12" fmla="*/ 79393 w 606415"/>
                  <a:gd name="connsiteY12" fmla="*/ 79393 h 49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6415" h="499233">
                    <a:moveTo>
                      <a:pt x="566719" y="499234"/>
                    </a:moveTo>
                    <a:lnTo>
                      <a:pt x="39697" y="499234"/>
                    </a:lnTo>
                    <a:cubicBezTo>
                      <a:pt x="17773" y="499234"/>
                      <a:pt x="0" y="481460"/>
                      <a:pt x="0" y="45953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566719" y="0"/>
                    </a:lnTo>
                    <a:cubicBezTo>
                      <a:pt x="588641" y="0"/>
                      <a:pt x="606415" y="17773"/>
                      <a:pt x="606415" y="39697"/>
                    </a:cubicBezTo>
                    <a:lnTo>
                      <a:pt x="606415" y="459537"/>
                    </a:lnTo>
                    <a:cubicBezTo>
                      <a:pt x="606415" y="481460"/>
                      <a:pt x="588641" y="499234"/>
                      <a:pt x="566719" y="499234"/>
                    </a:cubicBezTo>
                    <a:close/>
                    <a:moveTo>
                      <a:pt x="79393" y="419841"/>
                    </a:moveTo>
                    <a:lnTo>
                      <a:pt x="527022" y="419841"/>
                    </a:lnTo>
                    <a:lnTo>
                      <a:pt x="527022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B6519128-D742-EF30-E627-D77FDB378335}"/>
                  </a:ext>
                </a:extLst>
              </p:cNvPr>
              <p:cNvSpPr/>
              <p:nvPr/>
            </p:nvSpPr>
            <p:spPr>
              <a:xfrm>
                <a:off x="8336454" y="4116393"/>
                <a:ext cx="79395" cy="79330"/>
              </a:xfrm>
              <a:custGeom>
                <a:avLst/>
                <a:gdLst>
                  <a:gd name="connsiteX0" fmla="*/ 39697 w 79395"/>
                  <a:gd name="connsiteY0" fmla="*/ 79331 h 79330"/>
                  <a:gd name="connsiteX1" fmla="*/ 31906 w 79395"/>
                  <a:gd name="connsiteY1" fmla="*/ 78537 h 79330"/>
                  <a:gd name="connsiteX2" fmla="*/ 24513 w 79395"/>
                  <a:gd name="connsiteY2" fmla="*/ 76304 h 79330"/>
                  <a:gd name="connsiteX3" fmla="*/ 17665 w 79395"/>
                  <a:gd name="connsiteY3" fmla="*/ 72632 h 79330"/>
                  <a:gd name="connsiteX4" fmla="*/ 11611 w 79395"/>
                  <a:gd name="connsiteY4" fmla="*/ 67670 h 79330"/>
                  <a:gd name="connsiteX5" fmla="*/ 0 w 79395"/>
                  <a:gd name="connsiteY5" fmla="*/ 39634 h 79330"/>
                  <a:gd name="connsiteX6" fmla="*/ 744 w 79395"/>
                  <a:gd name="connsiteY6" fmla="*/ 31893 h 79330"/>
                  <a:gd name="connsiteX7" fmla="*/ 3027 w 79395"/>
                  <a:gd name="connsiteY7" fmla="*/ 24450 h 79330"/>
                  <a:gd name="connsiteX8" fmla="*/ 6699 w 79395"/>
                  <a:gd name="connsiteY8" fmla="*/ 17603 h 79330"/>
                  <a:gd name="connsiteX9" fmla="*/ 11661 w 79395"/>
                  <a:gd name="connsiteY9" fmla="*/ 11599 h 79330"/>
                  <a:gd name="connsiteX10" fmla="*/ 47487 w 79395"/>
                  <a:gd name="connsiteY10" fmla="*/ 732 h 79330"/>
                  <a:gd name="connsiteX11" fmla="*/ 54930 w 79395"/>
                  <a:gd name="connsiteY11" fmla="*/ 3014 h 79330"/>
                  <a:gd name="connsiteX12" fmla="*/ 61778 w 79395"/>
                  <a:gd name="connsiteY12" fmla="*/ 6636 h 79330"/>
                  <a:gd name="connsiteX13" fmla="*/ 67782 w 79395"/>
                  <a:gd name="connsiteY13" fmla="*/ 11599 h 79330"/>
                  <a:gd name="connsiteX14" fmla="*/ 72744 w 79395"/>
                  <a:gd name="connsiteY14" fmla="*/ 17603 h 79330"/>
                  <a:gd name="connsiteX15" fmla="*/ 76366 w 79395"/>
                  <a:gd name="connsiteY15" fmla="*/ 24450 h 79330"/>
                  <a:gd name="connsiteX16" fmla="*/ 54873 w 79395"/>
                  <a:gd name="connsiteY16" fmla="*/ 76314 h 79330"/>
                  <a:gd name="connsiteX17" fmla="*/ 39697 w 79395"/>
                  <a:gd name="connsiteY17" fmla="*/ 79331 h 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395" h="79330">
                    <a:moveTo>
                      <a:pt x="39697" y="79331"/>
                    </a:moveTo>
                    <a:cubicBezTo>
                      <a:pt x="37079" y="79336"/>
                      <a:pt x="34469" y="79073"/>
                      <a:pt x="31906" y="78537"/>
                    </a:cubicBezTo>
                    <a:cubicBezTo>
                      <a:pt x="29373" y="78041"/>
                      <a:pt x="26896" y="77296"/>
                      <a:pt x="24513" y="76304"/>
                    </a:cubicBezTo>
                    <a:cubicBezTo>
                      <a:pt x="22110" y="75316"/>
                      <a:pt x="19815" y="74086"/>
                      <a:pt x="17665" y="72632"/>
                    </a:cubicBezTo>
                    <a:cubicBezTo>
                      <a:pt x="15484" y="71188"/>
                      <a:pt x="13456" y="69526"/>
                      <a:pt x="11611" y="67670"/>
                    </a:cubicBezTo>
                    <a:cubicBezTo>
                      <a:pt x="4204" y="60217"/>
                      <a:pt x="32" y="50144"/>
                      <a:pt x="0" y="39634"/>
                    </a:cubicBezTo>
                    <a:cubicBezTo>
                      <a:pt x="-1" y="37034"/>
                      <a:pt x="249" y="34444"/>
                      <a:pt x="744" y="31893"/>
                    </a:cubicBezTo>
                    <a:cubicBezTo>
                      <a:pt x="1286" y="29348"/>
                      <a:pt x="2049" y="26862"/>
                      <a:pt x="3027" y="24450"/>
                    </a:cubicBezTo>
                    <a:cubicBezTo>
                      <a:pt x="4033" y="22059"/>
                      <a:pt x="5263" y="19765"/>
                      <a:pt x="6699" y="17603"/>
                    </a:cubicBezTo>
                    <a:cubicBezTo>
                      <a:pt x="8144" y="15437"/>
                      <a:pt x="9807" y="13426"/>
                      <a:pt x="11661" y="11599"/>
                    </a:cubicBezTo>
                    <a:cubicBezTo>
                      <a:pt x="21075" y="2281"/>
                      <a:pt x="34483" y="-1786"/>
                      <a:pt x="47487" y="732"/>
                    </a:cubicBezTo>
                    <a:cubicBezTo>
                      <a:pt x="50042" y="1227"/>
                      <a:pt x="52537" y="1992"/>
                      <a:pt x="54930" y="3014"/>
                    </a:cubicBezTo>
                    <a:cubicBezTo>
                      <a:pt x="57321" y="4004"/>
                      <a:pt x="59614" y="5216"/>
                      <a:pt x="61778" y="6636"/>
                    </a:cubicBezTo>
                    <a:cubicBezTo>
                      <a:pt x="63952" y="8070"/>
                      <a:pt x="65964" y="9734"/>
                      <a:pt x="67782" y="11599"/>
                    </a:cubicBezTo>
                    <a:cubicBezTo>
                      <a:pt x="69635" y="13427"/>
                      <a:pt x="71298" y="15439"/>
                      <a:pt x="72744" y="17603"/>
                    </a:cubicBezTo>
                    <a:cubicBezTo>
                      <a:pt x="74164" y="19766"/>
                      <a:pt x="75377" y="22059"/>
                      <a:pt x="76366" y="24450"/>
                    </a:cubicBezTo>
                    <a:cubicBezTo>
                      <a:pt x="84752" y="44705"/>
                      <a:pt x="75129" y="67928"/>
                      <a:pt x="54873" y="76314"/>
                    </a:cubicBezTo>
                    <a:cubicBezTo>
                      <a:pt x="50061" y="78304"/>
                      <a:pt x="44904" y="79331"/>
                      <a:pt x="39697" y="7933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82F9835F-CE52-7975-2839-F81A45945469}"/>
                  </a:ext>
                </a:extLst>
              </p:cNvPr>
              <p:cNvSpPr/>
              <p:nvPr/>
            </p:nvSpPr>
            <p:spPr>
              <a:xfrm>
                <a:off x="8627082" y="4117491"/>
                <a:ext cx="79592" cy="79424"/>
              </a:xfrm>
              <a:custGeom>
                <a:avLst/>
                <a:gdLst>
                  <a:gd name="connsiteX0" fmla="*/ 39697 w 79592"/>
                  <a:gd name="connsiteY0" fmla="*/ 79424 h 79424"/>
                  <a:gd name="connsiteX1" fmla="*/ 0 w 79592"/>
                  <a:gd name="connsiteY1" fmla="*/ 39728 h 79424"/>
                  <a:gd name="connsiteX2" fmla="*/ 794 w 79592"/>
                  <a:gd name="connsiteY2" fmla="*/ 31937 h 79424"/>
                  <a:gd name="connsiteX3" fmla="*/ 3027 w 79592"/>
                  <a:gd name="connsiteY3" fmla="*/ 24544 h 79424"/>
                  <a:gd name="connsiteX4" fmla="*/ 6798 w 79592"/>
                  <a:gd name="connsiteY4" fmla="*/ 17696 h 79424"/>
                  <a:gd name="connsiteX5" fmla="*/ 11760 w 79592"/>
                  <a:gd name="connsiteY5" fmla="*/ 11642 h 79424"/>
                  <a:gd name="connsiteX6" fmla="*/ 67901 w 79592"/>
                  <a:gd name="connsiteY6" fmla="*/ 11611 h 79424"/>
                  <a:gd name="connsiteX7" fmla="*/ 67931 w 79592"/>
                  <a:gd name="connsiteY7" fmla="*/ 11642 h 79424"/>
                  <a:gd name="connsiteX8" fmla="*/ 72893 w 79592"/>
                  <a:gd name="connsiteY8" fmla="*/ 17696 h 79424"/>
                  <a:gd name="connsiteX9" fmla="*/ 76565 w 79592"/>
                  <a:gd name="connsiteY9" fmla="*/ 24544 h 79424"/>
                  <a:gd name="connsiteX10" fmla="*/ 78798 w 79592"/>
                  <a:gd name="connsiteY10" fmla="*/ 31937 h 79424"/>
                  <a:gd name="connsiteX11" fmla="*/ 79592 w 79592"/>
                  <a:gd name="connsiteY11" fmla="*/ 39728 h 79424"/>
                  <a:gd name="connsiteX12" fmla="*/ 67981 w 79592"/>
                  <a:gd name="connsiteY12" fmla="*/ 67763 h 79424"/>
                  <a:gd name="connsiteX13" fmla="*/ 61927 w 79592"/>
                  <a:gd name="connsiteY13" fmla="*/ 72725 h 79424"/>
                  <a:gd name="connsiteX14" fmla="*/ 47636 w 79592"/>
                  <a:gd name="connsiteY14" fmla="*/ 78630 h 79424"/>
                  <a:gd name="connsiteX15" fmla="*/ 39697 w 79592"/>
                  <a:gd name="connsiteY15" fmla="*/ 79424 h 79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9592" h="79424">
                    <a:moveTo>
                      <a:pt x="39697" y="79424"/>
                    </a:moveTo>
                    <a:cubicBezTo>
                      <a:pt x="17774" y="79424"/>
                      <a:pt x="0" y="61650"/>
                      <a:pt x="0" y="39728"/>
                    </a:cubicBezTo>
                    <a:cubicBezTo>
                      <a:pt x="-10" y="37113"/>
                      <a:pt x="258" y="34498"/>
                      <a:pt x="794" y="31937"/>
                    </a:cubicBezTo>
                    <a:cubicBezTo>
                      <a:pt x="1290" y="29402"/>
                      <a:pt x="2035" y="26926"/>
                      <a:pt x="3027" y="24544"/>
                    </a:cubicBezTo>
                    <a:cubicBezTo>
                      <a:pt x="4044" y="22137"/>
                      <a:pt x="5310" y="19840"/>
                      <a:pt x="6798" y="17696"/>
                    </a:cubicBezTo>
                    <a:cubicBezTo>
                      <a:pt x="8242" y="15515"/>
                      <a:pt x="9905" y="13487"/>
                      <a:pt x="11760" y="11642"/>
                    </a:cubicBezTo>
                    <a:cubicBezTo>
                      <a:pt x="27252" y="-3869"/>
                      <a:pt x="52390" y="-3883"/>
                      <a:pt x="67901" y="11611"/>
                    </a:cubicBezTo>
                    <a:cubicBezTo>
                      <a:pt x="67911" y="11621"/>
                      <a:pt x="67921" y="11632"/>
                      <a:pt x="67931" y="11642"/>
                    </a:cubicBezTo>
                    <a:cubicBezTo>
                      <a:pt x="69787" y="13487"/>
                      <a:pt x="71449" y="15515"/>
                      <a:pt x="72893" y="17696"/>
                    </a:cubicBezTo>
                    <a:cubicBezTo>
                      <a:pt x="74347" y="19845"/>
                      <a:pt x="75578" y="22142"/>
                      <a:pt x="76565" y="24544"/>
                    </a:cubicBezTo>
                    <a:cubicBezTo>
                      <a:pt x="77558" y="26926"/>
                      <a:pt x="78302" y="29402"/>
                      <a:pt x="78798" y="31937"/>
                    </a:cubicBezTo>
                    <a:cubicBezTo>
                      <a:pt x="79334" y="34498"/>
                      <a:pt x="79602" y="37113"/>
                      <a:pt x="79592" y="39728"/>
                    </a:cubicBezTo>
                    <a:cubicBezTo>
                      <a:pt x="79587" y="50242"/>
                      <a:pt x="75409" y="60325"/>
                      <a:pt x="67981" y="67763"/>
                    </a:cubicBezTo>
                    <a:cubicBezTo>
                      <a:pt x="66135" y="69619"/>
                      <a:pt x="64105" y="71281"/>
                      <a:pt x="61927" y="72725"/>
                    </a:cubicBezTo>
                    <a:cubicBezTo>
                      <a:pt x="57580" y="75579"/>
                      <a:pt x="52732" y="77583"/>
                      <a:pt x="47636" y="78630"/>
                    </a:cubicBezTo>
                    <a:cubicBezTo>
                      <a:pt x="45021" y="79156"/>
                      <a:pt x="42362" y="79419"/>
                      <a:pt x="39697" y="7942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5841A0C3-BA7C-B7DA-90EF-0CB567F8EAA0}"/>
                </a:ext>
              </a:extLst>
            </p:cNvPr>
            <p:cNvSpPr/>
            <p:nvPr/>
          </p:nvSpPr>
          <p:spPr>
            <a:xfrm>
              <a:off x="8386397" y="4279534"/>
              <a:ext cx="267331" cy="80534"/>
            </a:xfrm>
            <a:custGeom>
              <a:avLst/>
              <a:gdLst>
                <a:gd name="connsiteX0" fmla="*/ 39821 w 267331"/>
                <a:gd name="connsiteY0" fmla="*/ 80534 h 80534"/>
                <a:gd name="connsiteX1" fmla="*/ 0 w 267331"/>
                <a:gd name="connsiteY1" fmla="*/ 40962 h 80534"/>
                <a:gd name="connsiteX2" fmla="*/ 39573 w 267331"/>
                <a:gd name="connsiteY2" fmla="*/ 1141 h 80534"/>
                <a:gd name="connsiteX3" fmla="*/ 227586 w 267331"/>
                <a:gd name="connsiteY3" fmla="*/ 0 h 80534"/>
                <a:gd name="connsiteX4" fmla="*/ 227635 w 267331"/>
                <a:gd name="connsiteY4" fmla="*/ 0 h 80534"/>
                <a:gd name="connsiteX5" fmla="*/ 267332 w 267331"/>
                <a:gd name="connsiteY5" fmla="*/ 39697 h 80534"/>
                <a:gd name="connsiteX6" fmla="*/ 227635 w 267331"/>
                <a:gd name="connsiteY6" fmla="*/ 79393 h 80534"/>
                <a:gd name="connsiteX7" fmla="*/ 39573 w 267331"/>
                <a:gd name="connsiteY7" fmla="*/ 80534 h 8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331" h="80534">
                  <a:moveTo>
                    <a:pt x="39821" y="80534"/>
                  </a:moveTo>
                  <a:cubicBezTo>
                    <a:pt x="17897" y="80604"/>
                    <a:pt x="69" y="62884"/>
                    <a:pt x="0" y="40962"/>
                  </a:cubicBezTo>
                  <a:cubicBezTo>
                    <a:pt x="-68" y="19039"/>
                    <a:pt x="17649" y="1211"/>
                    <a:pt x="39573" y="1141"/>
                  </a:cubicBezTo>
                  <a:lnTo>
                    <a:pt x="227586" y="0"/>
                  </a:lnTo>
                  <a:lnTo>
                    <a:pt x="227635" y="0"/>
                  </a:lnTo>
                  <a:cubicBezTo>
                    <a:pt x="249558" y="0"/>
                    <a:pt x="267332" y="17774"/>
                    <a:pt x="267332" y="39697"/>
                  </a:cubicBezTo>
                  <a:cubicBezTo>
                    <a:pt x="267332" y="61619"/>
                    <a:pt x="249558" y="79393"/>
                    <a:pt x="227635" y="79393"/>
                  </a:cubicBezTo>
                  <a:lnTo>
                    <a:pt x="39573" y="80534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3310C7A2-A467-2418-9ED0-7E0DBCF17F71}"/>
                </a:ext>
              </a:extLst>
            </p:cNvPr>
            <p:cNvSpPr/>
            <p:nvPr/>
          </p:nvSpPr>
          <p:spPr>
            <a:xfrm>
              <a:off x="8481843" y="3775784"/>
              <a:ext cx="79393" cy="242099"/>
            </a:xfrm>
            <a:custGeom>
              <a:avLst/>
              <a:gdLst>
                <a:gd name="connsiteX0" fmla="*/ 39697 w 79393"/>
                <a:gd name="connsiteY0" fmla="*/ 242099 h 242099"/>
                <a:gd name="connsiteX1" fmla="*/ 0 w 79393"/>
                <a:gd name="connsiteY1" fmla="*/ 202403 h 242099"/>
                <a:gd name="connsiteX2" fmla="*/ 0 w 79393"/>
                <a:gd name="connsiteY2" fmla="*/ 39697 h 242099"/>
                <a:gd name="connsiteX3" fmla="*/ 39697 w 79393"/>
                <a:gd name="connsiteY3" fmla="*/ 0 h 242099"/>
                <a:gd name="connsiteX4" fmla="*/ 79393 w 79393"/>
                <a:gd name="connsiteY4" fmla="*/ 39697 h 242099"/>
                <a:gd name="connsiteX5" fmla="*/ 79393 w 79393"/>
                <a:gd name="connsiteY5" fmla="*/ 202403 h 242099"/>
                <a:gd name="connsiteX6" fmla="*/ 39697 w 79393"/>
                <a:gd name="connsiteY6" fmla="*/ 242099 h 24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2099">
                  <a:moveTo>
                    <a:pt x="39697" y="242099"/>
                  </a:moveTo>
                  <a:cubicBezTo>
                    <a:pt x="17773" y="242099"/>
                    <a:pt x="0" y="224327"/>
                    <a:pt x="0" y="2024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2403"/>
                  </a:lnTo>
                  <a:cubicBezTo>
                    <a:pt x="79393" y="224327"/>
                    <a:pt x="61621" y="242099"/>
                    <a:pt x="39697" y="2420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50FF5524-491C-AF20-7484-E1D1F506B7E0}"/>
                </a:ext>
              </a:extLst>
            </p:cNvPr>
            <p:cNvSpPr/>
            <p:nvPr/>
          </p:nvSpPr>
          <p:spPr>
            <a:xfrm>
              <a:off x="8457728" y="3739215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81" y="129014"/>
                    <a:pt x="0" y="100133"/>
                    <a:pt x="0" y="64507"/>
                  </a:cubicBezTo>
                  <a:cubicBezTo>
                    <a:pt x="0" y="28881"/>
                    <a:pt x="28881" y="0"/>
                    <a:pt x="64507" y="0"/>
                  </a:cubicBezTo>
                  <a:cubicBezTo>
                    <a:pt x="100133" y="0"/>
                    <a:pt x="129014" y="28881"/>
                    <a:pt x="129014" y="64507"/>
                  </a:cubicBezTo>
                  <a:cubicBezTo>
                    <a:pt x="129014" y="100133"/>
                    <a:pt x="100133" y="129014"/>
                    <a:pt x="64507" y="129014"/>
                  </a:cubicBezTo>
                  <a:close/>
                  <a:moveTo>
                    <a:pt x="64507" y="79393"/>
                  </a:moveTo>
                  <a:lnTo>
                    <a:pt x="49621" y="64507"/>
                  </a:lnTo>
                  <a:lnTo>
                    <a:pt x="64507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85040D9C-C1A8-00CF-3B55-51C69BECA394}"/>
                </a:ext>
              </a:extLst>
            </p:cNvPr>
            <p:cNvSpPr/>
            <p:nvPr/>
          </p:nvSpPr>
          <p:spPr>
            <a:xfrm>
              <a:off x="8332981" y="3696391"/>
              <a:ext cx="79393" cy="321492"/>
            </a:xfrm>
            <a:custGeom>
              <a:avLst/>
              <a:gdLst>
                <a:gd name="connsiteX0" fmla="*/ 39697 w 79393"/>
                <a:gd name="connsiteY0" fmla="*/ 321492 h 321492"/>
                <a:gd name="connsiteX1" fmla="*/ 0 w 79393"/>
                <a:gd name="connsiteY1" fmla="*/ 281796 h 321492"/>
                <a:gd name="connsiteX2" fmla="*/ 0 w 79393"/>
                <a:gd name="connsiteY2" fmla="*/ 39697 h 321492"/>
                <a:gd name="connsiteX3" fmla="*/ 39697 w 79393"/>
                <a:gd name="connsiteY3" fmla="*/ 0 h 321492"/>
                <a:gd name="connsiteX4" fmla="*/ 79393 w 79393"/>
                <a:gd name="connsiteY4" fmla="*/ 39697 h 321492"/>
                <a:gd name="connsiteX5" fmla="*/ 79393 w 79393"/>
                <a:gd name="connsiteY5" fmla="*/ 281796 h 321492"/>
                <a:gd name="connsiteX6" fmla="*/ 39697 w 79393"/>
                <a:gd name="connsiteY6" fmla="*/ 321492 h 321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21492">
                  <a:moveTo>
                    <a:pt x="39697" y="321492"/>
                  </a:moveTo>
                  <a:cubicBezTo>
                    <a:pt x="17773" y="321492"/>
                    <a:pt x="0" y="303720"/>
                    <a:pt x="0" y="2817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81796"/>
                  </a:lnTo>
                  <a:cubicBezTo>
                    <a:pt x="79393" y="303720"/>
                    <a:pt x="61621" y="321492"/>
                    <a:pt x="39697" y="3214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E9D2E13F-37D8-3C28-9DA1-EFE3BB966CD1}"/>
                </a:ext>
              </a:extLst>
            </p:cNvPr>
            <p:cNvSpPr/>
            <p:nvPr/>
          </p:nvSpPr>
          <p:spPr>
            <a:xfrm>
              <a:off x="8308866" y="3659822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81" y="129014"/>
                    <a:pt x="0" y="100133"/>
                    <a:pt x="0" y="64507"/>
                  </a:cubicBezTo>
                  <a:cubicBezTo>
                    <a:pt x="0" y="28881"/>
                    <a:pt x="28881" y="0"/>
                    <a:pt x="64507" y="0"/>
                  </a:cubicBezTo>
                  <a:cubicBezTo>
                    <a:pt x="100133" y="0"/>
                    <a:pt x="129014" y="28881"/>
                    <a:pt x="129014" y="64507"/>
                  </a:cubicBezTo>
                  <a:cubicBezTo>
                    <a:pt x="129014" y="100133"/>
                    <a:pt x="100133" y="129014"/>
                    <a:pt x="64507" y="1290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FC930767-43C5-A8CE-BB5E-92A2BD88B4DD}"/>
                </a:ext>
              </a:extLst>
            </p:cNvPr>
            <p:cNvSpPr/>
            <p:nvPr/>
          </p:nvSpPr>
          <p:spPr>
            <a:xfrm>
              <a:off x="8630705" y="3691429"/>
              <a:ext cx="79393" cy="326454"/>
            </a:xfrm>
            <a:custGeom>
              <a:avLst/>
              <a:gdLst>
                <a:gd name="connsiteX0" fmla="*/ 39697 w 79393"/>
                <a:gd name="connsiteY0" fmla="*/ 326455 h 326454"/>
                <a:gd name="connsiteX1" fmla="*/ 0 w 79393"/>
                <a:gd name="connsiteY1" fmla="*/ 286758 h 326454"/>
                <a:gd name="connsiteX2" fmla="*/ 0 w 79393"/>
                <a:gd name="connsiteY2" fmla="*/ 39697 h 326454"/>
                <a:gd name="connsiteX3" fmla="*/ 39697 w 79393"/>
                <a:gd name="connsiteY3" fmla="*/ 0 h 326454"/>
                <a:gd name="connsiteX4" fmla="*/ 79393 w 79393"/>
                <a:gd name="connsiteY4" fmla="*/ 39697 h 326454"/>
                <a:gd name="connsiteX5" fmla="*/ 79393 w 79393"/>
                <a:gd name="connsiteY5" fmla="*/ 286758 h 326454"/>
                <a:gd name="connsiteX6" fmla="*/ 39697 w 79393"/>
                <a:gd name="connsiteY6" fmla="*/ 326455 h 3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26454">
                  <a:moveTo>
                    <a:pt x="39697" y="326455"/>
                  </a:moveTo>
                  <a:cubicBezTo>
                    <a:pt x="17774" y="326455"/>
                    <a:pt x="0" y="308682"/>
                    <a:pt x="0" y="286758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86758"/>
                  </a:lnTo>
                  <a:cubicBezTo>
                    <a:pt x="79393" y="308682"/>
                    <a:pt x="61619" y="326455"/>
                    <a:pt x="39697" y="32645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7EE818B8-3CC4-F892-9760-8ED4829C0611}"/>
                </a:ext>
              </a:extLst>
            </p:cNvPr>
            <p:cNvSpPr/>
            <p:nvPr/>
          </p:nvSpPr>
          <p:spPr>
            <a:xfrm>
              <a:off x="8606590" y="3654860"/>
              <a:ext cx="129014" cy="129014"/>
            </a:xfrm>
            <a:custGeom>
              <a:avLst/>
              <a:gdLst>
                <a:gd name="connsiteX0" fmla="*/ 64507 w 129013"/>
                <a:gd name="connsiteY0" fmla="*/ 129014 h 129013"/>
                <a:gd name="connsiteX1" fmla="*/ 0 w 129013"/>
                <a:gd name="connsiteY1" fmla="*/ 64507 h 129013"/>
                <a:gd name="connsiteX2" fmla="*/ 64507 w 129013"/>
                <a:gd name="connsiteY2" fmla="*/ 0 h 129013"/>
                <a:gd name="connsiteX3" fmla="*/ 129014 w 129013"/>
                <a:gd name="connsiteY3" fmla="*/ 64507 h 129013"/>
                <a:gd name="connsiteX4" fmla="*/ 64507 w 129013"/>
                <a:gd name="connsiteY4" fmla="*/ 129014 h 129013"/>
                <a:gd name="connsiteX5" fmla="*/ 64507 w 129013"/>
                <a:gd name="connsiteY5" fmla="*/ 49621 h 129013"/>
                <a:gd name="connsiteX6" fmla="*/ 49621 w 129013"/>
                <a:gd name="connsiteY6" fmla="*/ 64507 h 129013"/>
                <a:gd name="connsiteX7" fmla="*/ 64507 w 129013"/>
                <a:gd name="connsiteY7" fmla="*/ 79393 h 129013"/>
                <a:gd name="connsiteX8" fmla="*/ 79393 w 129013"/>
                <a:gd name="connsiteY8" fmla="*/ 64507 h 129013"/>
                <a:gd name="connsiteX9" fmla="*/ 64507 w 129013"/>
                <a:gd name="connsiteY9" fmla="*/ 49621 h 129013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79393 w 129014"/>
                <a:gd name="connsiteY5" fmla="*/ 64507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8" fmla="*/ 79393 w 129014"/>
                <a:gd name="connsiteY8" fmla="*/ 64507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  <a:gd name="connsiteX5" fmla="*/ 64507 w 129014"/>
                <a:gd name="connsiteY5" fmla="*/ 79393 h 129014"/>
                <a:gd name="connsiteX6" fmla="*/ 49621 w 129014"/>
                <a:gd name="connsiteY6" fmla="*/ 64507 h 129014"/>
                <a:gd name="connsiteX7" fmla="*/ 64507 w 129014"/>
                <a:gd name="connsiteY7" fmla="*/ 79393 h 129014"/>
                <a:gd name="connsiteX0" fmla="*/ 64507 w 129014"/>
                <a:gd name="connsiteY0" fmla="*/ 129014 h 129014"/>
                <a:gd name="connsiteX1" fmla="*/ 0 w 129014"/>
                <a:gd name="connsiteY1" fmla="*/ 64507 h 129014"/>
                <a:gd name="connsiteX2" fmla="*/ 64507 w 129014"/>
                <a:gd name="connsiteY2" fmla="*/ 0 h 129014"/>
                <a:gd name="connsiteX3" fmla="*/ 129014 w 129014"/>
                <a:gd name="connsiteY3" fmla="*/ 64507 h 129014"/>
                <a:gd name="connsiteX4" fmla="*/ 64507 w 129014"/>
                <a:gd name="connsiteY4" fmla="*/ 129014 h 1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014" h="129014">
                  <a:moveTo>
                    <a:pt x="64507" y="129014"/>
                  </a:moveTo>
                  <a:cubicBezTo>
                    <a:pt x="28879" y="129014"/>
                    <a:pt x="0" y="100133"/>
                    <a:pt x="0" y="64507"/>
                  </a:cubicBezTo>
                  <a:cubicBezTo>
                    <a:pt x="0" y="28881"/>
                    <a:pt x="28879" y="0"/>
                    <a:pt x="64507" y="0"/>
                  </a:cubicBezTo>
                  <a:cubicBezTo>
                    <a:pt x="100135" y="0"/>
                    <a:pt x="129014" y="28881"/>
                    <a:pt x="129014" y="64507"/>
                  </a:cubicBezTo>
                  <a:cubicBezTo>
                    <a:pt x="129014" y="100133"/>
                    <a:pt x="100135" y="129014"/>
                    <a:pt x="64507" y="12901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695583B4-E513-EF52-0340-4638F214EB96}"/>
              </a:ext>
            </a:extLst>
          </p:cNvPr>
          <p:cNvGrpSpPr/>
          <p:nvPr/>
        </p:nvGrpSpPr>
        <p:grpSpPr>
          <a:xfrm>
            <a:off x="9400424" y="3752570"/>
            <a:ext cx="848607" cy="643374"/>
            <a:chOff x="9400424" y="3752570"/>
            <a:chExt cx="848607" cy="643374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6A35F312-6D70-D500-B760-94D0B2241E4B}"/>
                </a:ext>
              </a:extLst>
            </p:cNvPr>
            <p:cNvSpPr/>
            <p:nvPr/>
          </p:nvSpPr>
          <p:spPr>
            <a:xfrm>
              <a:off x="9595998" y="3992415"/>
              <a:ext cx="283453" cy="403529"/>
            </a:xfrm>
            <a:custGeom>
              <a:avLst/>
              <a:gdLst>
                <a:gd name="connsiteX0" fmla="*/ 51662 w 283453"/>
                <a:gd name="connsiteY0" fmla="*/ 403529 h 403529"/>
                <a:gd name="connsiteX1" fmla="*/ 11965 w 283453"/>
                <a:gd name="connsiteY1" fmla="*/ 363832 h 403529"/>
                <a:gd name="connsiteX2" fmla="*/ 51662 w 283453"/>
                <a:gd name="connsiteY2" fmla="*/ 324136 h 403529"/>
                <a:gd name="connsiteX3" fmla="*/ 60616 w 283453"/>
                <a:gd name="connsiteY3" fmla="*/ 316469 h 403529"/>
                <a:gd name="connsiteX4" fmla="*/ 52947 w 283453"/>
                <a:gd name="connsiteY4" fmla="*/ 307513 h 403529"/>
                <a:gd name="connsiteX5" fmla="*/ 51662 w 283453"/>
                <a:gd name="connsiteY5" fmla="*/ 307513 h 403529"/>
                <a:gd name="connsiteX6" fmla="*/ 39653 w 283453"/>
                <a:gd name="connsiteY6" fmla="*/ 307513 h 403529"/>
                <a:gd name="connsiteX7" fmla="*/ 0 w 283453"/>
                <a:gd name="connsiteY7" fmla="*/ 267772 h 403529"/>
                <a:gd name="connsiteX8" fmla="*/ 24023 w 283453"/>
                <a:gd name="connsiteY8" fmla="*/ 231345 h 403529"/>
                <a:gd name="connsiteX9" fmla="*/ 206081 w 283453"/>
                <a:gd name="connsiteY9" fmla="*/ 27156 h 403529"/>
                <a:gd name="connsiteX10" fmla="*/ 256298 w 283453"/>
                <a:gd name="connsiteY10" fmla="*/ 2048 h 403529"/>
                <a:gd name="connsiteX11" fmla="*/ 281406 w 283453"/>
                <a:gd name="connsiteY11" fmla="*/ 52264 h 403529"/>
                <a:gd name="connsiteX12" fmla="*/ 272375 w 283453"/>
                <a:gd name="connsiteY12" fmla="*/ 72112 h 403529"/>
                <a:gd name="connsiteX13" fmla="*/ 283291 w 283453"/>
                <a:gd name="connsiteY13" fmla="*/ 103175 h 403529"/>
                <a:gd name="connsiteX14" fmla="*/ 247465 w 283453"/>
                <a:gd name="connsiteY14" fmla="*/ 246678 h 403529"/>
                <a:gd name="connsiteX15" fmla="*/ 51662 w 283453"/>
                <a:gd name="connsiteY15" fmla="*/ 403529 h 403529"/>
                <a:gd name="connsiteX16" fmla="*/ 120436 w 283453"/>
                <a:gd name="connsiteY16" fmla="*/ 261465 h 403529"/>
                <a:gd name="connsiteX17" fmla="*/ 133734 w 283453"/>
                <a:gd name="connsiteY17" fmla="*/ 284886 h 403529"/>
                <a:gd name="connsiteX18" fmla="*/ 173431 w 283453"/>
                <a:gd name="connsiteY18" fmla="*/ 218196 h 403529"/>
                <a:gd name="connsiteX19" fmla="*/ 179534 w 283453"/>
                <a:gd name="connsiteY19" fmla="*/ 202516 h 403529"/>
                <a:gd name="connsiteX20" fmla="*/ 120436 w 283453"/>
                <a:gd name="connsiteY20" fmla="*/ 261465 h 40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3453" h="403529">
                  <a:moveTo>
                    <a:pt x="51662" y="403529"/>
                  </a:moveTo>
                  <a:cubicBezTo>
                    <a:pt x="29738" y="403529"/>
                    <a:pt x="11965" y="385755"/>
                    <a:pt x="11965" y="363832"/>
                  </a:cubicBezTo>
                  <a:cubicBezTo>
                    <a:pt x="11965" y="341910"/>
                    <a:pt x="29738" y="324136"/>
                    <a:pt x="51662" y="324136"/>
                  </a:cubicBezTo>
                  <a:cubicBezTo>
                    <a:pt x="56252" y="324493"/>
                    <a:pt x="60261" y="321059"/>
                    <a:pt x="60616" y="316469"/>
                  </a:cubicBezTo>
                  <a:cubicBezTo>
                    <a:pt x="60971" y="311875"/>
                    <a:pt x="57537" y="307870"/>
                    <a:pt x="52947" y="307513"/>
                  </a:cubicBezTo>
                  <a:cubicBezTo>
                    <a:pt x="52519" y="307478"/>
                    <a:pt x="52089" y="307478"/>
                    <a:pt x="51662" y="307513"/>
                  </a:cubicBezTo>
                  <a:lnTo>
                    <a:pt x="39653" y="307513"/>
                  </a:lnTo>
                  <a:cubicBezTo>
                    <a:pt x="17730" y="307488"/>
                    <a:pt x="-24" y="289699"/>
                    <a:pt x="0" y="267772"/>
                  </a:cubicBezTo>
                  <a:cubicBezTo>
                    <a:pt x="17" y="251923"/>
                    <a:pt x="9461" y="237602"/>
                    <a:pt x="24023" y="231345"/>
                  </a:cubicBezTo>
                  <a:cubicBezTo>
                    <a:pt x="95675" y="200630"/>
                    <a:pt x="196604" y="55093"/>
                    <a:pt x="206081" y="27156"/>
                  </a:cubicBezTo>
                  <a:cubicBezTo>
                    <a:pt x="213015" y="6356"/>
                    <a:pt x="235498" y="-4885"/>
                    <a:pt x="256298" y="2048"/>
                  </a:cubicBezTo>
                  <a:cubicBezTo>
                    <a:pt x="277098" y="8982"/>
                    <a:pt x="288339" y="31464"/>
                    <a:pt x="281406" y="52264"/>
                  </a:cubicBezTo>
                  <a:cubicBezTo>
                    <a:pt x="278915" y="59104"/>
                    <a:pt x="275895" y="65741"/>
                    <a:pt x="272375" y="72112"/>
                  </a:cubicBezTo>
                  <a:cubicBezTo>
                    <a:pt x="280338" y="80398"/>
                    <a:pt x="284320" y="91729"/>
                    <a:pt x="283291" y="103175"/>
                  </a:cubicBezTo>
                  <a:cubicBezTo>
                    <a:pt x="277782" y="152389"/>
                    <a:pt x="265734" y="200650"/>
                    <a:pt x="247465" y="246678"/>
                  </a:cubicBezTo>
                  <a:cubicBezTo>
                    <a:pt x="194470" y="376337"/>
                    <a:pt x="111752" y="403529"/>
                    <a:pt x="51662" y="403529"/>
                  </a:cubicBezTo>
                  <a:close/>
                  <a:moveTo>
                    <a:pt x="120436" y="261465"/>
                  </a:moveTo>
                  <a:cubicBezTo>
                    <a:pt x="126054" y="268536"/>
                    <a:pt x="130540" y="276436"/>
                    <a:pt x="133734" y="284886"/>
                  </a:cubicBezTo>
                  <a:cubicBezTo>
                    <a:pt x="150569" y="265008"/>
                    <a:pt x="163984" y="242470"/>
                    <a:pt x="173431" y="218196"/>
                  </a:cubicBezTo>
                  <a:cubicBezTo>
                    <a:pt x="175614" y="213234"/>
                    <a:pt x="177649" y="207726"/>
                    <a:pt x="179534" y="202516"/>
                  </a:cubicBezTo>
                  <a:cubicBezTo>
                    <a:pt x="161249" y="223535"/>
                    <a:pt x="141501" y="243234"/>
                    <a:pt x="120436" y="26146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97A4147D-658C-FAB5-1368-9D57AF237BFF}"/>
                </a:ext>
              </a:extLst>
            </p:cNvPr>
            <p:cNvSpPr/>
            <p:nvPr/>
          </p:nvSpPr>
          <p:spPr>
            <a:xfrm>
              <a:off x="9400424" y="3752570"/>
              <a:ext cx="848607" cy="643373"/>
            </a:xfrm>
            <a:custGeom>
              <a:avLst/>
              <a:gdLst>
                <a:gd name="connsiteX0" fmla="*/ 808992 w 848607"/>
                <a:gd name="connsiteY0" fmla="*/ 643373 h 643373"/>
                <a:gd name="connsiteX1" fmla="*/ 444280 w 848607"/>
                <a:gd name="connsiteY1" fmla="*/ 643373 h 643373"/>
                <a:gd name="connsiteX2" fmla="*/ 404583 w 848607"/>
                <a:gd name="connsiteY2" fmla="*/ 603677 h 643373"/>
                <a:gd name="connsiteX3" fmla="*/ 444280 w 848607"/>
                <a:gd name="connsiteY3" fmla="*/ 563980 h 643373"/>
                <a:gd name="connsiteX4" fmla="*/ 729252 w 848607"/>
                <a:gd name="connsiteY4" fmla="*/ 563980 h 643373"/>
                <a:gd name="connsiteX5" fmla="*/ 604902 w 848607"/>
                <a:gd name="connsiteY5" fmla="*/ 394178 h 643373"/>
                <a:gd name="connsiteX6" fmla="*/ 429145 w 848607"/>
                <a:gd name="connsiteY6" fmla="*/ 128459 h 643373"/>
                <a:gd name="connsiteX7" fmla="*/ 248625 w 848607"/>
                <a:gd name="connsiteY7" fmla="*/ 394575 h 643373"/>
                <a:gd name="connsiteX8" fmla="*/ 121050 w 848607"/>
                <a:gd name="connsiteY8" fmla="*/ 563980 h 643373"/>
                <a:gd name="connsiteX9" fmla="*/ 237312 w 848607"/>
                <a:gd name="connsiteY9" fmla="*/ 563980 h 643373"/>
                <a:gd name="connsiteX10" fmla="*/ 277008 w 848607"/>
                <a:gd name="connsiteY10" fmla="*/ 603677 h 643373"/>
                <a:gd name="connsiteX11" fmla="*/ 237312 w 848607"/>
                <a:gd name="connsiteY11" fmla="*/ 643373 h 643373"/>
                <a:gd name="connsiteX12" fmla="*/ 39871 w 848607"/>
                <a:gd name="connsiteY12" fmla="*/ 643373 h 643373"/>
                <a:gd name="connsiteX13" fmla="*/ 0 w 848607"/>
                <a:gd name="connsiteY13" fmla="*/ 603850 h 643373"/>
                <a:gd name="connsiteX14" fmla="*/ 8709 w 848607"/>
                <a:gd name="connsiteY14" fmla="*/ 578866 h 643373"/>
                <a:gd name="connsiteX15" fmla="*/ 392178 w 848607"/>
                <a:gd name="connsiteY15" fmla="*/ 25893 h 643373"/>
                <a:gd name="connsiteX16" fmla="*/ 443207 w 848607"/>
                <a:gd name="connsiteY16" fmla="*/ 2492 h 643373"/>
                <a:gd name="connsiteX17" fmla="*/ 466609 w 848607"/>
                <a:gd name="connsiteY17" fmla="*/ 25893 h 643373"/>
                <a:gd name="connsiteX18" fmla="*/ 840402 w 848607"/>
                <a:gd name="connsiteY18" fmla="*/ 579511 h 643373"/>
                <a:gd name="connsiteX19" fmla="*/ 833073 w 848607"/>
                <a:gd name="connsiteY19" fmla="*/ 635171 h 643373"/>
                <a:gd name="connsiteX20" fmla="*/ 808992 w 848607"/>
                <a:gd name="connsiteY20" fmla="*/ 643373 h 64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48607" h="643373">
                  <a:moveTo>
                    <a:pt x="808992" y="643373"/>
                  </a:moveTo>
                  <a:lnTo>
                    <a:pt x="444280" y="643373"/>
                  </a:lnTo>
                  <a:cubicBezTo>
                    <a:pt x="422356" y="643373"/>
                    <a:pt x="404583" y="625599"/>
                    <a:pt x="404583" y="603677"/>
                  </a:cubicBezTo>
                  <a:cubicBezTo>
                    <a:pt x="404583" y="581754"/>
                    <a:pt x="422356" y="563980"/>
                    <a:pt x="444280" y="563980"/>
                  </a:cubicBezTo>
                  <a:lnTo>
                    <a:pt x="729252" y="563980"/>
                  </a:lnTo>
                  <a:cubicBezTo>
                    <a:pt x="696750" y="520612"/>
                    <a:pt x="651496" y="459479"/>
                    <a:pt x="604902" y="394178"/>
                  </a:cubicBezTo>
                  <a:cubicBezTo>
                    <a:pt x="524219" y="281142"/>
                    <a:pt x="465418" y="192272"/>
                    <a:pt x="429145" y="128459"/>
                  </a:cubicBezTo>
                  <a:cubicBezTo>
                    <a:pt x="392178" y="192371"/>
                    <a:pt x="331690" y="281390"/>
                    <a:pt x="248625" y="394575"/>
                  </a:cubicBezTo>
                  <a:cubicBezTo>
                    <a:pt x="200890" y="459677"/>
                    <a:pt x="154346" y="520661"/>
                    <a:pt x="121050" y="563980"/>
                  </a:cubicBezTo>
                  <a:lnTo>
                    <a:pt x="237312" y="563980"/>
                  </a:lnTo>
                  <a:cubicBezTo>
                    <a:pt x="259235" y="563980"/>
                    <a:pt x="277008" y="581754"/>
                    <a:pt x="277008" y="603677"/>
                  </a:cubicBezTo>
                  <a:cubicBezTo>
                    <a:pt x="277008" y="625599"/>
                    <a:pt x="259235" y="643373"/>
                    <a:pt x="237312" y="643373"/>
                  </a:cubicBezTo>
                  <a:lnTo>
                    <a:pt x="39871" y="643373"/>
                  </a:lnTo>
                  <a:cubicBezTo>
                    <a:pt x="17947" y="643468"/>
                    <a:pt x="96" y="625773"/>
                    <a:pt x="0" y="603850"/>
                  </a:cubicBezTo>
                  <a:cubicBezTo>
                    <a:pt x="-39" y="594770"/>
                    <a:pt x="3034" y="585952"/>
                    <a:pt x="8709" y="578866"/>
                  </a:cubicBezTo>
                  <a:cubicBezTo>
                    <a:pt x="102591" y="460273"/>
                    <a:pt x="354516" y="129253"/>
                    <a:pt x="392178" y="25893"/>
                  </a:cubicBezTo>
                  <a:cubicBezTo>
                    <a:pt x="399807" y="5340"/>
                    <a:pt x="422653" y="-5137"/>
                    <a:pt x="443207" y="2492"/>
                  </a:cubicBezTo>
                  <a:cubicBezTo>
                    <a:pt x="454043" y="6514"/>
                    <a:pt x="462587" y="15058"/>
                    <a:pt x="466609" y="25893"/>
                  </a:cubicBezTo>
                  <a:cubicBezTo>
                    <a:pt x="504271" y="129501"/>
                    <a:pt x="749447" y="460670"/>
                    <a:pt x="840402" y="579511"/>
                  </a:cubicBezTo>
                  <a:cubicBezTo>
                    <a:pt x="853750" y="596903"/>
                    <a:pt x="850465" y="621823"/>
                    <a:pt x="833073" y="635171"/>
                  </a:cubicBezTo>
                  <a:cubicBezTo>
                    <a:pt x="826166" y="640470"/>
                    <a:pt x="817701" y="643353"/>
                    <a:pt x="808992" y="6433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A852388E-BFC4-D41A-6A30-C6A6E0444FF7}"/>
                </a:ext>
              </a:extLst>
            </p:cNvPr>
            <p:cNvSpPr/>
            <p:nvPr/>
          </p:nvSpPr>
          <p:spPr>
            <a:xfrm>
              <a:off x="9800045" y="3992279"/>
              <a:ext cx="79393" cy="403664"/>
            </a:xfrm>
            <a:custGeom>
              <a:avLst/>
              <a:gdLst>
                <a:gd name="connsiteX0" fmla="*/ 39697 w 79393"/>
                <a:gd name="connsiteY0" fmla="*/ 403664 h 403664"/>
                <a:gd name="connsiteX1" fmla="*/ 0 w 79393"/>
                <a:gd name="connsiteY1" fmla="*/ 363968 h 403664"/>
                <a:gd name="connsiteX2" fmla="*/ 0 w 79393"/>
                <a:gd name="connsiteY2" fmla="*/ 39697 h 403664"/>
                <a:gd name="connsiteX3" fmla="*/ 39697 w 79393"/>
                <a:gd name="connsiteY3" fmla="*/ 0 h 403664"/>
                <a:gd name="connsiteX4" fmla="*/ 79393 w 79393"/>
                <a:gd name="connsiteY4" fmla="*/ 39697 h 403664"/>
                <a:gd name="connsiteX5" fmla="*/ 79393 w 79393"/>
                <a:gd name="connsiteY5" fmla="*/ 363819 h 403664"/>
                <a:gd name="connsiteX6" fmla="*/ 39846 w 79393"/>
                <a:gd name="connsiteY6" fmla="*/ 403664 h 403664"/>
                <a:gd name="connsiteX7" fmla="*/ 39697 w 79393"/>
                <a:gd name="connsiteY7" fmla="*/ 403664 h 4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393" h="403664">
                  <a:moveTo>
                    <a:pt x="39697" y="403664"/>
                  </a:moveTo>
                  <a:cubicBezTo>
                    <a:pt x="17773" y="403664"/>
                    <a:pt x="0" y="385890"/>
                    <a:pt x="0" y="36396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63819"/>
                  </a:lnTo>
                  <a:cubicBezTo>
                    <a:pt x="79476" y="385741"/>
                    <a:pt x="61769" y="403580"/>
                    <a:pt x="39846" y="403664"/>
                  </a:cubicBezTo>
                  <a:cubicBezTo>
                    <a:pt x="39796" y="403664"/>
                    <a:pt x="39746" y="403664"/>
                    <a:pt x="39697" y="40366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9DB2226A-FF3E-E01B-0E35-E0F7F1C5213D}"/>
              </a:ext>
            </a:extLst>
          </p:cNvPr>
          <p:cNvGrpSpPr/>
          <p:nvPr/>
        </p:nvGrpSpPr>
        <p:grpSpPr>
          <a:xfrm>
            <a:off x="1528119" y="4881519"/>
            <a:ext cx="823727" cy="622689"/>
            <a:chOff x="1528119" y="4881519"/>
            <a:chExt cx="823727" cy="622689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5BA04FE4-810A-B9C6-DFD0-79CCF7C0CCDB}"/>
                </a:ext>
              </a:extLst>
            </p:cNvPr>
            <p:cNvSpPr/>
            <p:nvPr/>
          </p:nvSpPr>
          <p:spPr>
            <a:xfrm>
              <a:off x="1612186" y="4881519"/>
              <a:ext cx="223442" cy="135117"/>
            </a:xfrm>
            <a:custGeom>
              <a:avLst/>
              <a:gdLst>
                <a:gd name="connsiteX0" fmla="*/ 183746 w 223442"/>
                <a:gd name="connsiteY0" fmla="*/ 135117 h 135117"/>
                <a:gd name="connsiteX1" fmla="*/ 144049 w 223442"/>
                <a:gd name="connsiteY1" fmla="*/ 95421 h 135117"/>
                <a:gd name="connsiteX2" fmla="*/ 142511 w 223442"/>
                <a:gd name="connsiteY2" fmla="*/ 79393 h 135117"/>
                <a:gd name="connsiteX3" fmla="*/ 80882 w 223442"/>
                <a:gd name="connsiteY3" fmla="*/ 79393 h 135117"/>
                <a:gd name="connsiteX4" fmla="*/ 79393 w 223442"/>
                <a:gd name="connsiteY4" fmla="*/ 95421 h 135117"/>
                <a:gd name="connsiteX5" fmla="*/ 39697 w 223442"/>
                <a:gd name="connsiteY5" fmla="*/ 135117 h 135117"/>
                <a:gd name="connsiteX6" fmla="*/ 0 w 223442"/>
                <a:gd name="connsiteY6" fmla="*/ 95421 h 135117"/>
                <a:gd name="connsiteX7" fmla="*/ 63663 w 223442"/>
                <a:gd name="connsiteY7" fmla="*/ 0 h 135117"/>
                <a:gd name="connsiteX8" fmla="*/ 159729 w 223442"/>
                <a:gd name="connsiteY8" fmla="*/ 0 h 135117"/>
                <a:gd name="connsiteX9" fmla="*/ 223442 w 223442"/>
                <a:gd name="connsiteY9" fmla="*/ 95421 h 135117"/>
                <a:gd name="connsiteX10" fmla="*/ 183746 w 223442"/>
                <a:gd name="connsiteY10" fmla="*/ 135117 h 13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442" h="135117">
                  <a:moveTo>
                    <a:pt x="183746" y="135117"/>
                  </a:moveTo>
                  <a:cubicBezTo>
                    <a:pt x="161822" y="135117"/>
                    <a:pt x="144049" y="117344"/>
                    <a:pt x="144049" y="95421"/>
                  </a:cubicBezTo>
                  <a:cubicBezTo>
                    <a:pt x="144067" y="90040"/>
                    <a:pt x="143552" y="84672"/>
                    <a:pt x="142511" y="79393"/>
                  </a:cubicBezTo>
                  <a:lnTo>
                    <a:pt x="80882" y="79393"/>
                  </a:lnTo>
                  <a:cubicBezTo>
                    <a:pt x="79861" y="84674"/>
                    <a:pt x="79362" y="90042"/>
                    <a:pt x="79393" y="95421"/>
                  </a:cubicBezTo>
                  <a:cubicBezTo>
                    <a:pt x="79393" y="117344"/>
                    <a:pt x="61621" y="135117"/>
                    <a:pt x="39697" y="135117"/>
                  </a:cubicBezTo>
                  <a:cubicBezTo>
                    <a:pt x="17773" y="135117"/>
                    <a:pt x="0" y="117344"/>
                    <a:pt x="0" y="95421"/>
                  </a:cubicBezTo>
                  <a:cubicBezTo>
                    <a:pt x="0" y="39250"/>
                    <a:pt x="26150" y="0"/>
                    <a:pt x="63663" y="0"/>
                  </a:cubicBezTo>
                  <a:lnTo>
                    <a:pt x="159729" y="0"/>
                  </a:lnTo>
                  <a:cubicBezTo>
                    <a:pt x="197242" y="0"/>
                    <a:pt x="223442" y="39250"/>
                    <a:pt x="223442" y="95421"/>
                  </a:cubicBezTo>
                  <a:cubicBezTo>
                    <a:pt x="223442" y="117344"/>
                    <a:pt x="205670" y="135117"/>
                    <a:pt x="183746" y="13511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CDFB876E-4CD2-E1EC-1977-DE27ABCD6D83}"/>
                </a:ext>
              </a:extLst>
            </p:cNvPr>
            <p:cNvSpPr/>
            <p:nvPr/>
          </p:nvSpPr>
          <p:spPr>
            <a:xfrm>
              <a:off x="1744227" y="5360110"/>
              <a:ext cx="415524" cy="79393"/>
            </a:xfrm>
            <a:custGeom>
              <a:avLst/>
              <a:gdLst>
                <a:gd name="connsiteX0" fmla="*/ 375828 w 415524"/>
                <a:gd name="connsiteY0" fmla="*/ 79393 h 79393"/>
                <a:gd name="connsiteX1" fmla="*/ 39697 w 415524"/>
                <a:gd name="connsiteY1" fmla="*/ 79393 h 79393"/>
                <a:gd name="connsiteX2" fmla="*/ 0 w 415524"/>
                <a:gd name="connsiteY2" fmla="*/ 39697 h 79393"/>
                <a:gd name="connsiteX3" fmla="*/ 39697 w 415524"/>
                <a:gd name="connsiteY3" fmla="*/ 0 h 79393"/>
                <a:gd name="connsiteX4" fmla="*/ 375828 w 415524"/>
                <a:gd name="connsiteY4" fmla="*/ 0 h 79393"/>
                <a:gd name="connsiteX5" fmla="*/ 415524 w 415524"/>
                <a:gd name="connsiteY5" fmla="*/ 39697 h 79393"/>
                <a:gd name="connsiteX6" fmla="*/ 375828 w 4155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524" h="79393">
                  <a:moveTo>
                    <a:pt x="37582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375828" y="0"/>
                  </a:lnTo>
                  <a:cubicBezTo>
                    <a:pt x="397750" y="0"/>
                    <a:pt x="415524" y="17774"/>
                    <a:pt x="415524" y="39697"/>
                  </a:cubicBezTo>
                  <a:cubicBezTo>
                    <a:pt x="415524" y="61619"/>
                    <a:pt x="397750" y="79393"/>
                    <a:pt x="37582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34D69823-D3BA-27CB-4241-77280F1E9C8D}"/>
                </a:ext>
              </a:extLst>
            </p:cNvPr>
            <p:cNvSpPr/>
            <p:nvPr/>
          </p:nvSpPr>
          <p:spPr>
            <a:xfrm>
              <a:off x="2020317" y="5075437"/>
              <a:ext cx="331529" cy="364066"/>
            </a:xfrm>
            <a:custGeom>
              <a:avLst/>
              <a:gdLst>
                <a:gd name="connsiteX0" fmla="*/ 267803 w 331529"/>
                <a:gd name="connsiteY0" fmla="*/ 364067 h 364066"/>
                <a:gd name="connsiteX1" fmla="*/ 219870 w 331529"/>
                <a:gd name="connsiteY1" fmla="*/ 364067 h 364066"/>
                <a:gd name="connsiteX2" fmla="*/ 180173 w 331529"/>
                <a:gd name="connsiteY2" fmla="*/ 324370 h 364066"/>
                <a:gd name="connsiteX3" fmla="*/ 219870 w 331529"/>
                <a:gd name="connsiteY3" fmla="*/ 284674 h 364066"/>
                <a:gd name="connsiteX4" fmla="*/ 250138 w 331529"/>
                <a:gd name="connsiteY4" fmla="*/ 284674 h 364066"/>
                <a:gd name="connsiteX5" fmla="*/ 238974 w 331529"/>
                <a:gd name="connsiteY5" fmla="*/ 206521 h 364066"/>
                <a:gd name="connsiteX6" fmla="*/ 222351 w 331529"/>
                <a:gd name="connsiteY6" fmla="*/ 186078 h 364066"/>
                <a:gd name="connsiteX7" fmla="*/ 203495 w 331529"/>
                <a:gd name="connsiteY7" fmla="*/ 182058 h 364066"/>
                <a:gd name="connsiteX8" fmla="*/ 182753 w 331529"/>
                <a:gd name="connsiteY8" fmla="*/ 170249 h 364066"/>
                <a:gd name="connsiteX9" fmla="*/ 100780 w 331529"/>
                <a:gd name="connsiteY9" fmla="*/ 81874 h 364066"/>
                <a:gd name="connsiteX10" fmla="*/ 95818 w 331529"/>
                <a:gd name="connsiteY10" fmla="*/ 79393 h 364066"/>
                <a:gd name="connsiteX11" fmla="*/ 39697 w 331529"/>
                <a:gd name="connsiteY11" fmla="*/ 79393 h 364066"/>
                <a:gd name="connsiteX12" fmla="*/ 0 w 331529"/>
                <a:gd name="connsiteY12" fmla="*/ 39697 h 364066"/>
                <a:gd name="connsiteX13" fmla="*/ 39697 w 331529"/>
                <a:gd name="connsiteY13" fmla="*/ 0 h 364066"/>
                <a:gd name="connsiteX14" fmla="*/ 95818 w 331529"/>
                <a:gd name="connsiteY14" fmla="*/ 0 h 364066"/>
                <a:gd name="connsiteX15" fmla="*/ 158886 w 331529"/>
                <a:gd name="connsiteY15" fmla="*/ 27887 h 364066"/>
                <a:gd name="connsiteX16" fmla="*/ 232374 w 331529"/>
                <a:gd name="connsiteY16" fmla="*/ 107280 h 364066"/>
                <a:gd name="connsiteX17" fmla="*/ 238974 w 331529"/>
                <a:gd name="connsiteY17" fmla="*/ 108669 h 364066"/>
                <a:gd name="connsiteX18" fmla="*/ 317474 w 331529"/>
                <a:gd name="connsiteY18" fmla="*/ 195506 h 364066"/>
                <a:gd name="connsiteX19" fmla="*/ 330821 w 331529"/>
                <a:gd name="connsiteY19" fmla="*/ 289140 h 364066"/>
                <a:gd name="connsiteX20" fmla="*/ 315340 w 331529"/>
                <a:gd name="connsiteY20" fmla="*/ 342383 h 364066"/>
                <a:gd name="connsiteX21" fmla="*/ 267803 w 331529"/>
                <a:gd name="connsiteY21" fmla="*/ 364067 h 364066"/>
                <a:gd name="connsiteX22" fmla="*/ 252222 w 331529"/>
                <a:gd name="connsiteY22" fmla="*/ 300156 h 364066"/>
                <a:gd name="connsiteX23" fmla="*/ 252222 w 331529"/>
                <a:gd name="connsiteY23" fmla="*/ 300156 h 36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1529" h="364066">
                  <a:moveTo>
                    <a:pt x="267803" y="364067"/>
                  </a:moveTo>
                  <a:lnTo>
                    <a:pt x="219870" y="364067"/>
                  </a:lnTo>
                  <a:cubicBezTo>
                    <a:pt x="197947" y="364067"/>
                    <a:pt x="180173" y="346293"/>
                    <a:pt x="180173" y="324370"/>
                  </a:cubicBezTo>
                  <a:cubicBezTo>
                    <a:pt x="180173" y="302448"/>
                    <a:pt x="197947" y="284674"/>
                    <a:pt x="219870" y="284674"/>
                  </a:cubicBezTo>
                  <a:lnTo>
                    <a:pt x="250138" y="284674"/>
                  </a:lnTo>
                  <a:lnTo>
                    <a:pt x="238974" y="206521"/>
                  </a:lnTo>
                  <a:cubicBezTo>
                    <a:pt x="238170" y="196935"/>
                    <a:pt x="231570" y="188822"/>
                    <a:pt x="222351" y="186078"/>
                  </a:cubicBezTo>
                  <a:lnTo>
                    <a:pt x="203495" y="182058"/>
                  </a:lnTo>
                  <a:cubicBezTo>
                    <a:pt x="195540" y="180317"/>
                    <a:pt x="188306" y="176200"/>
                    <a:pt x="182753" y="170249"/>
                  </a:cubicBezTo>
                  <a:lnTo>
                    <a:pt x="100780" y="81874"/>
                  </a:lnTo>
                  <a:cubicBezTo>
                    <a:pt x="99544" y="80394"/>
                    <a:pt x="97743" y="79495"/>
                    <a:pt x="95818" y="79393"/>
                  </a:cubicBez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95818" y="0"/>
                  </a:lnTo>
                  <a:cubicBezTo>
                    <a:pt x="119799" y="144"/>
                    <a:pt x="142640" y="10245"/>
                    <a:pt x="158886" y="27887"/>
                  </a:cubicBezTo>
                  <a:lnTo>
                    <a:pt x="232374" y="107280"/>
                  </a:lnTo>
                  <a:lnTo>
                    <a:pt x="238974" y="108669"/>
                  </a:lnTo>
                  <a:cubicBezTo>
                    <a:pt x="280655" y="118465"/>
                    <a:pt x="311921" y="153048"/>
                    <a:pt x="317474" y="195506"/>
                  </a:cubicBezTo>
                  <a:lnTo>
                    <a:pt x="330821" y="289140"/>
                  </a:lnTo>
                  <a:cubicBezTo>
                    <a:pt x="333635" y="308293"/>
                    <a:pt x="327983" y="327725"/>
                    <a:pt x="315340" y="342383"/>
                  </a:cubicBezTo>
                  <a:cubicBezTo>
                    <a:pt x="303376" y="356147"/>
                    <a:pt x="286039" y="364057"/>
                    <a:pt x="267803" y="364067"/>
                  </a:cubicBezTo>
                  <a:close/>
                  <a:moveTo>
                    <a:pt x="252222" y="300156"/>
                  </a:moveTo>
                  <a:lnTo>
                    <a:pt x="252222" y="30015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C51BBE11-4DBA-F8B9-D5D7-A8A47417522F}"/>
                </a:ext>
              </a:extLst>
            </p:cNvPr>
            <p:cNvSpPr/>
            <p:nvPr/>
          </p:nvSpPr>
          <p:spPr>
            <a:xfrm>
              <a:off x="1528119" y="4907469"/>
              <a:ext cx="759181" cy="532034"/>
            </a:xfrm>
            <a:custGeom>
              <a:avLst/>
              <a:gdLst>
                <a:gd name="connsiteX0" fmla="*/ 135772 w 759181"/>
                <a:gd name="connsiteY0" fmla="*/ 532034 h 532034"/>
                <a:gd name="connsiteX1" fmla="*/ 63722 w 759181"/>
                <a:gd name="connsiteY1" fmla="*/ 532034 h 532034"/>
                <a:gd name="connsiteX2" fmla="*/ 5 w 759181"/>
                <a:gd name="connsiteY2" fmla="*/ 466748 h 532034"/>
                <a:gd name="connsiteX3" fmla="*/ 9 w 759181"/>
                <a:gd name="connsiteY3" fmla="*/ 466436 h 532034"/>
                <a:gd name="connsiteX4" fmla="*/ 9 w 759181"/>
                <a:gd name="connsiteY4" fmla="*/ 117106 h 532034"/>
                <a:gd name="connsiteX5" fmla="*/ 63461 w 759181"/>
                <a:gd name="connsiteY5" fmla="*/ 51561 h 532034"/>
                <a:gd name="connsiteX6" fmla="*/ 63722 w 759181"/>
                <a:gd name="connsiteY6" fmla="*/ 51557 h 532034"/>
                <a:gd name="connsiteX7" fmla="*/ 328747 w 759181"/>
                <a:gd name="connsiteY7" fmla="*/ 51557 h 532034"/>
                <a:gd name="connsiteX8" fmla="*/ 357577 w 759181"/>
                <a:gd name="connsiteY8" fmla="*/ 45553 h 532034"/>
                <a:gd name="connsiteX9" fmla="*/ 434687 w 759181"/>
                <a:gd name="connsiteY9" fmla="*/ 12307 h 532034"/>
                <a:gd name="connsiteX10" fmla="*/ 495026 w 759181"/>
                <a:gd name="connsiteY10" fmla="*/ 1 h 532034"/>
                <a:gd name="connsiteX11" fmla="*/ 633567 w 759181"/>
                <a:gd name="connsiteY11" fmla="*/ 1 h 532034"/>
                <a:gd name="connsiteX12" fmla="*/ 731915 w 759181"/>
                <a:gd name="connsiteY12" fmla="*/ 61233 h 532034"/>
                <a:gd name="connsiteX13" fmla="*/ 751764 w 759181"/>
                <a:gd name="connsiteY13" fmla="*/ 99292 h 532034"/>
                <a:gd name="connsiteX14" fmla="*/ 749432 w 759181"/>
                <a:gd name="connsiteY14" fmla="*/ 164941 h 532034"/>
                <a:gd name="connsiteX15" fmla="*/ 695494 w 759181"/>
                <a:gd name="connsiteY15" fmla="*/ 195606 h 532034"/>
                <a:gd name="connsiteX16" fmla="*/ 571591 w 759181"/>
                <a:gd name="connsiteY16" fmla="*/ 195606 h 532034"/>
                <a:gd name="connsiteX17" fmla="*/ 571591 w 759181"/>
                <a:gd name="connsiteY17" fmla="*/ 220416 h 532034"/>
                <a:gd name="connsiteX18" fmla="*/ 531894 w 759181"/>
                <a:gd name="connsiteY18" fmla="*/ 260113 h 532034"/>
                <a:gd name="connsiteX19" fmla="*/ 492198 w 759181"/>
                <a:gd name="connsiteY19" fmla="*/ 220416 h 532034"/>
                <a:gd name="connsiteX20" fmla="*/ 492198 w 759181"/>
                <a:gd name="connsiteY20" fmla="*/ 155910 h 532034"/>
                <a:gd name="connsiteX21" fmla="*/ 531894 w 759181"/>
                <a:gd name="connsiteY21" fmla="*/ 116213 h 532034"/>
                <a:gd name="connsiteX22" fmla="*/ 670832 w 759181"/>
                <a:gd name="connsiteY22" fmla="*/ 116213 h 532034"/>
                <a:gd name="connsiteX23" fmla="*/ 661206 w 759181"/>
                <a:gd name="connsiteY23" fmla="*/ 97605 h 532034"/>
                <a:gd name="connsiteX24" fmla="*/ 633567 w 759181"/>
                <a:gd name="connsiteY24" fmla="*/ 79394 h 532034"/>
                <a:gd name="connsiteX25" fmla="*/ 495026 w 759181"/>
                <a:gd name="connsiteY25" fmla="*/ 79394 h 532034"/>
                <a:gd name="connsiteX26" fmla="*/ 466147 w 759181"/>
                <a:gd name="connsiteY26" fmla="*/ 85399 h 532034"/>
                <a:gd name="connsiteX27" fmla="*/ 389036 w 759181"/>
                <a:gd name="connsiteY27" fmla="*/ 118446 h 532034"/>
                <a:gd name="connsiteX28" fmla="*/ 328747 w 759181"/>
                <a:gd name="connsiteY28" fmla="*/ 130950 h 532034"/>
                <a:gd name="connsiteX29" fmla="*/ 79403 w 759181"/>
                <a:gd name="connsiteY29" fmla="*/ 130950 h 532034"/>
                <a:gd name="connsiteX30" fmla="*/ 79403 w 759181"/>
                <a:gd name="connsiteY30" fmla="*/ 452641 h 532034"/>
                <a:gd name="connsiteX31" fmla="*/ 135772 w 759181"/>
                <a:gd name="connsiteY31" fmla="*/ 452641 h 532034"/>
                <a:gd name="connsiteX32" fmla="*/ 175468 w 759181"/>
                <a:gd name="connsiteY32" fmla="*/ 492338 h 532034"/>
                <a:gd name="connsiteX33" fmla="*/ 135772 w 759181"/>
                <a:gd name="connsiteY33" fmla="*/ 532034 h 53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59181" h="532034">
                  <a:moveTo>
                    <a:pt x="135772" y="532034"/>
                  </a:moveTo>
                  <a:lnTo>
                    <a:pt x="63722" y="532034"/>
                  </a:lnTo>
                  <a:cubicBezTo>
                    <a:pt x="28099" y="531603"/>
                    <a:pt x="-428" y="502371"/>
                    <a:pt x="5" y="466748"/>
                  </a:cubicBezTo>
                  <a:cubicBezTo>
                    <a:pt x="6" y="466644"/>
                    <a:pt x="8" y="466540"/>
                    <a:pt x="9" y="466436"/>
                  </a:cubicBezTo>
                  <a:lnTo>
                    <a:pt x="9" y="117106"/>
                  </a:lnTo>
                  <a:cubicBezTo>
                    <a:pt x="-569" y="81484"/>
                    <a:pt x="27840" y="52139"/>
                    <a:pt x="63461" y="51561"/>
                  </a:cubicBezTo>
                  <a:cubicBezTo>
                    <a:pt x="63548" y="51560"/>
                    <a:pt x="63635" y="51558"/>
                    <a:pt x="63722" y="51557"/>
                  </a:cubicBezTo>
                  <a:lnTo>
                    <a:pt x="328747" y="51557"/>
                  </a:lnTo>
                  <a:cubicBezTo>
                    <a:pt x="338666" y="51544"/>
                    <a:pt x="348477" y="49500"/>
                    <a:pt x="357577" y="45553"/>
                  </a:cubicBezTo>
                  <a:lnTo>
                    <a:pt x="434687" y="12307"/>
                  </a:lnTo>
                  <a:cubicBezTo>
                    <a:pt x="453741" y="4103"/>
                    <a:pt x="474280" y="-86"/>
                    <a:pt x="495026" y="1"/>
                  </a:cubicBezTo>
                  <a:lnTo>
                    <a:pt x="633567" y="1"/>
                  </a:lnTo>
                  <a:cubicBezTo>
                    <a:pt x="675253" y="295"/>
                    <a:pt x="713253" y="23953"/>
                    <a:pt x="731915" y="61233"/>
                  </a:cubicBezTo>
                  <a:lnTo>
                    <a:pt x="751764" y="99292"/>
                  </a:lnTo>
                  <a:cubicBezTo>
                    <a:pt x="762427" y="120098"/>
                    <a:pt x="761544" y="144944"/>
                    <a:pt x="749432" y="164941"/>
                  </a:cubicBezTo>
                  <a:cubicBezTo>
                    <a:pt x="738093" y="183933"/>
                    <a:pt x="717615" y="195576"/>
                    <a:pt x="695494" y="195606"/>
                  </a:cubicBezTo>
                  <a:lnTo>
                    <a:pt x="571591" y="195606"/>
                  </a:lnTo>
                  <a:lnTo>
                    <a:pt x="571591" y="220416"/>
                  </a:lnTo>
                  <a:cubicBezTo>
                    <a:pt x="571591" y="242340"/>
                    <a:pt x="553817" y="260113"/>
                    <a:pt x="531894" y="260113"/>
                  </a:cubicBezTo>
                  <a:cubicBezTo>
                    <a:pt x="509972" y="260113"/>
                    <a:pt x="492198" y="242340"/>
                    <a:pt x="492198" y="220416"/>
                  </a:cubicBezTo>
                  <a:lnTo>
                    <a:pt x="492198" y="155910"/>
                  </a:lnTo>
                  <a:cubicBezTo>
                    <a:pt x="492198" y="133986"/>
                    <a:pt x="509972" y="116213"/>
                    <a:pt x="531894" y="116213"/>
                  </a:cubicBezTo>
                  <a:lnTo>
                    <a:pt x="670832" y="116213"/>
                  </a:lnTo>
                  <a:lnTo>
                    <a:pt x="661206" y="97605"/>
                  </a:lnTo>
                  <a:cubicBezTo>
                    <a:pt x="656115" y="86849"/>
                    <a:pt x="645456" y="79827"/>
                    <a:pt x="633567" y="79394"/>
                  </a:cubicBezTo>
                  <a:lnTo>
                    <a:pt x="495026" y="79394"/>
                  </a:lnTo>
                  <a:cubicBezTo>
                    <a:pt x="485087" y="79379"/>
                    <a:pt x="475257" y="81423"/>
                    <a:pt x="466147" y="85399"/>
                  </a:cubicBezTo>
                  <a:lnTo>
                    <a:pt x="389036" y="118446"/>
                  </a:lnTo>
                  <a:cubicBezTo>
                    <a:pt x="370006" y="126690"/>
                    <a:pt x="349487" y="130946"/>
                    <a:pt x="328747" y="130950"/>
                  </a:cubicBezTo>
                  <a:lnTo>
                    <a:pt x="79403" y="130950"/>
                  </a:lnTo>
                  <a:lnTo>
                    <a:pt x="79403" y="452641"/>
                  </a:lnTo>
                  <a:lnTo>
                    <a:pt x="135772" y="452641"/>
                  </a:lnTo>
                  <a:cubicBezTo>
                    <a:pt x="157696" y="452641"/>
                    <a:pt x="175468" y="470415"/>
                    <a:pt x="175468" y="492338"/>
                  </a:cubicBezTo>
                  <a:cubicBezTo>
                    <a:pt x="175468" y="514260"/>
                    <a:pt x="157696" y="532034"/>
                    <a:pt x="135772" y="53203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DC09992-7344-215D-4C05-259B0983666E}"/>
                </a:ext>
              </a:extLst>
            </p:cNvPr>
            <p:cNvSpPr/>
            <p:nvPr/>
          </p:nvSpPr>
          <p:spPr>
            <a:xfrm>
              <a:off x="1624393" y="5295802"/>
              <a:ext cx="199475" cy="208406"/>
            </a:xfrm>
            <a:custGeom>
              <a:avLst/>
              <a:gdLst>
                <a:gd name="connsiteX0" fmla="*/ 99738 w 199475"/>
                <a:gd name="connsiteY0" fmla="*/ 208407 h 208406"/>
                <a:gd name="connsiteX1" fmla="*/ 0 w 199475"/>
                <a:gd name="connsiteY1" fmla="*/ 104203 h 208406"/>
                <a:gd name="connsiteX2" fmla="*/ 99738 w 199475"/>
                <a:gd name="connsiteY2" fmla="*/ 0 h 208406"/>
                <a:gd name="connsiteX3" fmla="*/ 199475 w 199475"/>
                <a:gd name="connsiteY3" fmla="*/ 104203 h 208406"/>
                <a:gd name="connsiteX4" fmla="*/ 99738 w 199475"/>
                <a:gd name="connsiteY4" fmla="*/ 208407 h 208406"/>
                <a:gd name="connsiteX5" fmla="*/ 99738 w 199475"/>
                <a:gd name="connsiteY5" fmla="*/ 78996 h 208406"/>
                <a:gd name="connsiteX6" fmla="*/ 79393 w 199475"/>
                <a:gd name="connsiteY6" fmla="*/ 103806 h 208406"/>
                <a:gd name="connsiteX7" fmla="*/ 99738 w 199475"/>
                <a:gd name="connsiteY7" fmla="*/ 128617 h 208406"/>
                <a:gd name="connsiteX8" fmla="*/ 120082 w 199475"/>
                <a:gd name="connsiteY8" fmla="*/ 103806 h 208406"/>
                <a:gd name="connsiteX9" fmla="*/ 99738 w 199475"/>
                <a:gd name="connsiteY9" fmla="*/ 78996 h 20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475" h="208406">
                  <a:moveTo>
                    <a:pt x="99738" y="208407"/>
                  </a:moveTo>
                  <a:cubicBezTo>
                    <a:pt x="44758" y="208407"/>
                    <a:pt x="0" y="161565"/>
                    <a:pt x="0" y="104203"/>
                  </a:cubicBezTo>
                  <a:cubicBezTo>
                    <a:pt x="0" y="46842"/>
                    <a:pt x="44659" y="0"/>
                    <a:pt x="99738" y="0"/>
                  </a:cubicBezTo>
                  <a:cubicBezTo>
                    <a:pt x="154817" y="0"/>
                    <a:pt x="199475" y="46842"/>
                    <a:pt x="199475" y="104203"/>
                  </a:cubicBezTo>
                  <a:cubicBezTo>
                    <a:pt x="199475" y="161565"/>
                    <a:pt x="154321" y="208407"/>
                    <a:pt x="99738" y="208407"/>
                  </a:cubicBezTo>
                  <a:close/>
                  <a:moveTo>
                    <a:pt x="99738" y="78996"/>
                  </a:moveTo>
                  <a:cubicBezTo>
                    <a:pt x="88722" y="78996"/>
                    <a:pt x="79393" y="90458"/>
                    <a:pt x="79393" y="103806"/>
                  </a:cubicBezTo>
                  <a:cubicBezTo>
                    <a:pt x="79393" y="117154"/>
                    <a:pt x="88722" y="128617"/>
                    <a:pt x="99738" y="128617"/>
                  </a:cubicBezTo>
                  <a:cubicBezTo>
                    <a:pt x="110754" y="128617"/>
                    <a:pt x="120082" y="117154"/>
                    <a:pt x="120082" y="103806"/>
                  </a:cubicBezTo>
                  <a:cubicBezTo>
                    <a:pt x="120082" y="90458"/>
                    <a:pt x="110505" y="78996"/>
                    <a:pt x="99738" y="789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470C2149-50A4-D6F2-327D-A541A98BAC83}"/>
                </a:ext>
              </a:extLst>
            </p:cNvPr>
            <p:cNvSpPr/>
            <p:nvPr/>
          </p:nvSpPr>
          <p:spPr>
            <a:xfrm>
              <a:off x="2080358" y="5295802"/>
              <a:ext cx="199425" cy="208406"/>
            </a:xfrm>
            <a:custGeom>
              <a:avLst/>
              <a:gdLst>
                <a:gd name="connsiteX0" fmla="*/ 99738 w 199425"/>
                <a:gd name="connsiteY0" fmla="*/ 208407 h 208406"/>
                <a:gd name="connsiteX1" fmla="*/ 0 w 199425"/>
                <a:gd name="connsiteY1" fmla="*/ 104203 h 208406"/>
                <a:gd name="connsiteX2" fmla="*/ 99738 w 199425"/>
                <a:gd name="connsiteY2" fmla="*/ 0 h 208406"/>
                <a:gd name="connsiteX3" fmla="*/ 199426 w 199425"/>
                <a:gd name="connsiteY3" fmla="*/ 104203 h 208406"/>
                <a:gd name="connsiteX4" fmla="*/ 99738 w 199425"/>
                <a:gd name="connsiteY4" fmla="*/ 208407 h 208406"/>
                <a:gd name="connsiteX5" fmla="*/ 99738 w 199425"/>
                <a:gd name="connsiteY5" fmla="*/ 78996 h 208406"/>
                <a:gd name="connsiteX6" fmla="*/ 79393 w 199425"/>
                <a:gd name="connsiteY6" fmla="*/ 103806 h 208406"/>
                <a:gd name="connsiteX7" fmla="*/ 99738 w 199425"/>
                <a:gd name="connsiteY7" fmla="*/ 128617 h 208406"/>
                <a:gd name="connsiteX8" fmla="*/ 120033 w 199425"/>
                <a:gd name="connsiteY8" fmla="*/ 103806 h 208406"/>
                <a:gd name="connsiteX9" fmla="*/ 99738 w 199425"/>
                <a:gd name="connsiteY9" fmla="*/ 78996 h 20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425" h="208406">
                  <a:moveTo>
                    <a:pt x="99738" y="208407"/>
                  </a:moveTo>
                  <a:cubicBezTo>
                    <a:pt x="44758" y="208407"/>
                    <a:pt x="0" y="161565"/>
                    <a:pt x="0" y="104203"/>
                  </a:cubicBezTo>
                  <a:cubicBezTo>
                    <a:pt x="0" y="46842"/>
                    <a:pt x="44659" y="0"/>
                    <a:pt x="99738" y="0"/>
                  </a:cubicBezTo>
                  <a:cubicBezTo>
                    <a:pt x="154817" y="0"/>
                    <a:pt x="199426" y="46842"/>
                    <a:pt x="199426" y="104203"/>
                  </a:cubicBezTo>
                  <a:cubicBezTo>
                    <a:pt x="199426" y="161565"/>
                    <a:pt x="154866" y="208407"/>
                    <a:pt x="99738" y="208407"/>
                  </a:cubicBezTo>
                  <a:close/>
                  <a:moveTo>
                    <a:pt x="99738" y="78996"/>
                  </a:moveTo>
                  <a:cubicBezTo>
                    <a:pt x="88722" y="78996"/>
                    <a:pt x="79393" y="90458"/>
                    <a:pt x="79393" y="103806"/>
                  </a:cubicBezTo>
                  <a:cubicBezTo>
                    <a:pt x="79393" y="117154"/>
                    <a:pt x="88722" y="128617"/>
                    <a:pt x="99738" y="128617"/>
                  </a:cubicBezTo>
                  <a:cubicBezTo>
                    <a:pt x="110754" y="128617"/>
                    <a:pt x="120033" y="117154"/>
                    <a:pt x="120033" y="103806"/>
                  </a:cubicBezTo>
                  <a:cubicBezTo>
                    <a:pt x="120033" y="90458"/>
                    <a:pt x="110754" y="78996"/>
                    <a:pt x="99738" y="7899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EA0D6433-2432-2185-3011-16A54FB465C7}"/>
                </a:ext>
              </a:extLst>
            </p:cNvPr>
            <p:cNvSpPr/>
            <p:nvPr/>
          </p:nvSpPr>
          <p:spPr>
            <a:xfrm>
              <a:off x="1891650" y="5204847"/>
              <a:ext cx="103409" cy="79393"/>
            </a:xfrm>
            <a:custGeom>
              <a:avLst/>
              <a:gdLst>
                <a:gd name="connsiteX0" fmla="*/ 63713 w 103409"/>
                <a:gd name="connsiteY0" fmla="*/ 79393 h 79393"/>
                <a:gd name="connsiteX1" fmla="*/ 39697 w 103409"/>
                <a:gd name="connsiteY1" fmla="*/ 79393 h 79393"/>
                <a:gd name="connsiteX2" fmla="*/ 0 w 103409"/>
                <a:gd name="connsiteY2" fmla="*/ 39697 h 79393"/>
                <a:gd name="connsiteX3" fmla="*/ 39697 w 103409"/>
                <a:gd name="connsiteY3" fmla="*/ 0 h 79393"/>
                <a:gd name="connsiteX4" fmla="*/ 63713 w 103409"/>
                <a:gd name="connsiteY4" fmla="*/ 0 h 79393"/>
                <a:gd name="connsiteX5" fmla="*/ 103410 w 103409"/>
                <a:gd name="connsiteY5" fmla="*/ 39697 h 79393"/>
                <a:gd name="connsiteX6" fmla="*/ 63713 w 10340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09" h="79393">
                  <a:moveTo>
                    <a:pt x="6371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63713" y="0"/>
                  </a:lnTo>
                  <a:cubicBezTo>
                    <a:pt x="85637" y="0"/>
                    <a:pt x="103410" y="17773"/>
                    <a:pt x="103410" y="39697"/>
                  </a:cubicBezTo>
                  <a:cubicBezTo>
                    <a:pt x="103410" y="61619"/>
                    <a:pt x="85637" y="79393"/>
                    <a:pt x="6371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5ECCC862-623B-E139-524B-428F46DB1E5A}"/>
                </a:ext>
              </a:extLst>
            </p:cNvPr>
            <p:cNvSpPr/>
            <p:nvPr/>
          </p:nvSpPr>
          <p:spPr>
            <a:xfrm>
              <a:off x="1795585" y="5062535"/>
              <a:ext cx="199475" cy="376968"/>
            </a:xfrm>
            <a:custGeom>
              <a:avLst/>
              <a:gdLst>
                <a:gd name="connsiteX0" fmla="*/ 159779 w 199475"/>
                <a:gd name="connsiteY0" fmla="*/ 376968 h 376968"/>
                <a:gd name="connsiteX1" fmla="*/ 120082 w 199475"/>
                <a:gd name="connsiteY1" fmla="*/ 337272 h 376968"/>
                <a:gd name="connsiteX2" fmla="*/ 120082 w 199475"/>
                <a:gd name="connsiteY2" fmla="*/ 79244 h 376968"/>
                <a:gd name="connsiteX3" fmla="*/ 79393 w 199475"/>
                <a:gd name="connsiteY3" fmla="*/ 79244 h 376968"/>
                <a:gd name="connsiteX4" fmla="*/ 79393 w 199475"/>
                <a:gd name="connsiteY4" fmla="*/ 337272 h 376968"/>
                <a:gd name="connsiteX5" fmla="*/ 39697 w 199475"/>
                <a:gd name="connsiteY5" fmla="*/ 376968 h 376968"/>
                <a:gd name="connsiteX6" fmla="*/ 0 w 199475"/>
                <a:gd name="connsiteY6" fmla="*/ 337272 h 376968"/>
                <a:gd name="connsiteX7" fmla="*/ 0 w 199475"/>
                <a:gd name="connsiteY7" fmla="*/ 78500 h 376968"/>
                <a:gd name="connsiteX8" fmla="*/ 75721 w 199475"/>
                <a:gd name="connsiteY8" fmla="*/ 0 h 376968"/>
                <a:gd name="connsiteX9" fmla="*/ 123754 w 199475"/>
                <a:gd name="connsiteY9" fmla="*/ 0 h 376968"/>
                <a:gd name="connsiteX10" fmla="*/ 199475 w 199475"/>
                <a:gd name="connsiteY10" fmla="*/ 78500 h 376968"/>
                <a:gd name="connsiteX11" fmla="*/ 199475 w 199475"/>
                <a:gd name="connsiteY11" fmla="*/ 337272 h 376968"/>
                <a:gd name="connsiteX12" fmla="*/ 159779 w 199475"/>
                <a:gd name="connsiteY12" fmla="*/ 376968 h 37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475" h="376968">
                  <a:moveTo>
                    <a:pt x="159779" y="376968"/>
                  </a:moveTo>
                  <a:cubicBezTo>
                    <a:pt x="137855" y="376968"/>
                    <a:pt x="120082" y="359194"/>
                    <a:pt x="120082" y="337272"/>
                  </a:cubicBezTo>
                  <a:lnTo>
                    <a:pt x="120082" y="79244"/>
                  </a:lnTo>
                  <a:lnTo>
                    <a:pt x="79393" y="79244"/>
                  </a:lnTo>
                  <a:lnTo>
                    <a:pt x="79393" y="337272"/>
                  </a:lnTo>
                  <a:cubicBezTo>
                    <a:pt x="79393" y="359194"/>
                    <a:pt x="61621" y="376968"/>
                    <a:pt x="39697" y="376968"/>
                  </a:cubicBezTo>
                  <a:cubicBezTo>
                    <a:pt x="17773" y="376968"/>
                    <a:pt x="0" y="359194"/>
                    <a:pt x="0" y="337272"/>
                  </a:cubicBezTo>
                  <a:lnTo>
                    <a:pt x="0" y="78500"/>
                  </a:lnTo>
                  <a:cubicBezTo>
                    <a:pt x="0" y="35231"/>
                    <a:pt x="33990" y="0"/>
                    <a:pt x="75721" y="0"/>
                  </a:cubicBezTo>
                  <a:lnTo>
                    <a:pt x="123754" y="0"/>
                  </a:lnTo>
                  <a:cubicBezTo>
                    <a:pt x="165485" y="0"/>
                    <a:pt x="199475" y="35231"/>
                    <a:pt x="199475" y="78500"/>
                  </a:cubicBezTo>
                  <a:lnTo>
                    <a:pt x="199475" y="337272"/>
                  </a:lnTo>
                  <a:cubicBezTo>
                    <a:pt x="199475" y="359194"/>
                    <a:pt x="181703" y="376968"/>
                    <a:pt x="159779" y="3769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35BB588A-F59D-7D6D-0EEA-89755DF9D78C}"/>
                </a:ext>
              </a:extLst>
            </p:cNvPr>
            <p:cNvSpPr/>
            <p:nvPr/>
          </p:nvSpPr>
          <p:spPr>
            <a:xfrm>
              <a:off x="2019622" y="5096029"/>
              <a:ext cx="175905" cy="178634"/>
            </a:xfrm>
            <a:custGeom>
              <a:avLst/>
              <a:gdLst>
                <a:gd name="connsiteX0" fmla="*/ 136209 w 175905"/>
                <a:gd name="connsiteY0" fmla="*/ 178634 h 178634"/>
                <a:gd name="connsiteX1" fmla="*/ 136209 w 175905"/>
                <a:gd name="connsiteY1" fmla="*/ 178634 h 178634"/>
                <a:gd name="connsiteX2" fmla="*/ 71702 w 175905"/>
                <a:gd name="connsiteY2" fmla="*/ 178287 h 178634"/>
                <a:gd name="connsiteX3" fmla="*/ 0 w 175905"/>
                <a:gd name="connsiteY3" fmla="*/ 98894 h 178634"/>
                <a:gd name="connsiteX4" fmla="*/ 0 w 175905"/>
                <a:gd name="connsiteY4" fmla="*/ 39697 h 178634"/>
                <a:gd name="connsiteX5" fmla="*/ 39697 w 175905"/>
                <a:gd name="connsiteY5" fmla="*/ 0 h 178634"/>
                <a:gd name="connsiteX6" fmla="*/ 79393 w 175905"/>
                <a:gd name="connsiteY6" fmla="*/ 39697 h 178634"/>
                <a:gd name="connsiteX7" fmla="*/ 79393 w 175905"/>
                <a:gd name="connsiteY7" fmla="*/ 98944 h 178634"/>
                <a:gd name="connsiteX8" fmla="*/ 136209 w 175905"/>
                <a:gd name="connsiteY8" fmla="*/ 99241 h 178634"/>
                <a:gd name="connsiteX9" fmla="*/ 175906 w 175905"/>
                <a:gd name="connsiteY9" fmla="*/ 138938 h 178634"/>
                <a:gd name="connsiteX10" fmla="*/ 136209 w 175905"/>
                <a:gd name="connsiteY10" fmla="*/ 178634 h 178634"/>
                <a:gd name="connsiteX11" fmla="*/ 79939 w 175905"/>
                <a:gd name="connsiteY11" fmla="*/ 102070 h 178634"/>
                <a:gd name="connsiteX12" fmla="*/ 79939 w 175905"/>
                <a:gd name="connsiteY12" fmla="*/ 102070 h 178634"/>
                <a:gd name="connsiteX13" fmla="*/ 71702 w 175905"/>
                <a:gd name="connsiteY13" fmla="*/ 98894 h 178634"/>
                <a:gd name="connsiteX14" fmla="*/ 71702 w 175905"/>
                <a:gd name="connsiteY14" fmla="*/ 98894 h 1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905" h="178634">
                  <a:moveTo>
                    <a:pt x="136209" y="178634"/>
                  </a:moveTo>
                  <a:lnTo>
                    <a:pt x="136209" y="178634"/>
                  </a:lnTo>
                  <a:lnTo>
                    <a:pt x="71702" y="178287"/>
                  </a:lnTo>
                  <a:cubicBezTo>
                    <a:pt x="32005" y="178287"/>
                    <a:pt x="0" y="142709"/>
                    <a:pt x="0" y="98894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98944"/>
                  </a:lnTo>
                  <a:lnTo>
                    <a:pt x="136209" y="99241"/>
                  </a:lnTo>
                  <a:cubicBezTo>
                    <a:pt x="158131" y="99241"/>
                    <a:pt x="175906" y="117014"/>
                    <a:pt x="175906" y="138938"/>
                  </a:cubicBezTo>
                  <a:cubicBezTo>
                    <a:pt x="175906" y="160860"/>
                    <a:pt x="158131" y="178634"/>
                    <a:pt x="136209" y="178634"/>
                  </a:cubicBezTo>
                  <a:close/>
                  <a:moveTo>
                    <a:pt x="79939" y="102070"/>
                  </a:moveTo>
                  <a:lnTo>
                    <a:pt x="79939" y="102070"/>
                  </a:lnTo>
                  <a:close/>
                  <a:moveTo>
                    <a:pt x="71702" y="98894"/>
                  </a:moveTo>
                  <a:lnTo>
                    <a:pt x="71702" y="9889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14B2B156-1216-849D-2D6A-04BE3CF3836C}"/>
                </a:ext>
              </a:extLst>
            </p:cNvPr>
            <p:cNvSpPr/>
            <p:nvPr/>
          </p:nvSpPr>
          <p:spPr>
            <a:xfrm>
              <a:off x="1619927" y="5096029"/>
              <a:ext cx="153824" cy="79393"/>
            </a:xfrm>
            <a:custGeom>
              <a:avLst/>
              <a:gdLst>
                <a:gd name="connsiteX0" fmla="*/ 114128 w 153824"/>
                <a:gd name="connsiteY0" fmla="*/ 79393 h 79393"/>
                <a:gd name="connsiteX1" fmla="*/ 39697 w 153824"/>
                <a:gd name="connsiteY1" fmla="*/ 79393 h 79393"/>
                <a:gd name="connsiteX2" fmla="*/ 0 w 153824"/>
                <a:gd name="connsiteY2" fmla="*/ 39697 h 79393"/>
                <a:gd name="connsiteX3" fmla="*/ 39697 w 153824"/>
                <a:gd name="connsiteY3" fmla="*/ 0 h 79393"/>
                <a:gd name="connsiteX4" fmla="*/ 114128 w 153824"/>
                <a:gd name="connsiteY4" fmla="*/ 0 h 79393"/>
                <a:gd name="connsiteX5" fmla="*/ 153824 w 153824"/>
                <a:gd name="connsiteY5" fmla="*/ 39697 h 79393"/>
                <a:gd name="connsiteX6" fmla="*/ 114128 w 15382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24" h="79393">
                  <a:moveTo>
                    <a:pt x="11412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14128" y="0"/>
                  </a:lnTo>
                  <a:cubicBezTo>
                    <a:pt x="136052" y="0"/>
                    <a:pt x="153824" y="17773"/>
                    <a:pt x="153824" y="39697"/>
                  </a:cubicBezTo>
                  <a:cubicBezTo>
                    <a:pt x="153824" y="61620"/>
                    <a:pt x="136052" y="79393"/>
                    <a:pt x="11412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DAE7E57-04BB-2AE2-DB1B-8A90BE3A1F9F}"/>
              </a:ext>
            </a:extLst>
          </p:cNvPr>
          <p:cNvGrpSpPr/>
          <p:nvPr/>
        </p:nvGrpSpPr>
        <p:grpSpPr>
          <a:xfrm>
            <a:off x="2891306" y="4780888"/>
            <a:ext cx="732334" cy="823802"/>
            <a:chOff x="2891306" y="4780888"/>
            <a:chExt cx="732334" cy="823802"/>
          </a:xfrm>
        </p:grpSpPr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48ED18BF-0301-957A-4D48-219C0490C29C}"/>
                </a:ext>
              </a:extLst>
            </p:cNvPr>
            <p:cNvSpPr/>
            <p:nvPr/>
          </p:nvSpPr>
          <p:spPr>
            <a:xfrm>
              <a:off x="2891802" y="5031901"/>
              <a:ext cx="479879" cy="479949"/>
            </a:xfrm>
            <a:custGeom>
              <a:avLst/>
              <a:gdLst>
                <a:gd name="connsiteX0" fmla="*/ 39678 w 479879"/>
                <a:gd name="connsiteY0" fmla="*/ 479950 h 479949"/>
                <a:gd name="connsiteX1" fmla="*/ 0 w 479879"/>
                <a:gd name="connsiteY1" fmla="*/ 440233 h 479949"/>
                <a:gd name="connsiteX2" fmla="*/ 11593 w 479879"/>
                <a:gd name="connsiteY2" fmla="*/ 412217 h 479949"/>
                <a:gd name="connsiteX3" fmla="*/ 410742 w 479879"/>
                <a:gd name="connsiteY3" fmla="*/ 13068 h 479949"/>
                <a:gd name="connsiteX4" fmla="*/ 466814 w 479879"/>
                <a:gd name="connsiteY4" fmla="*/ 10256 h 479949"/>
                <a:gd name="connsiteX5" fmla="*/ 469622 w 479879"/>
                <a:gd name="connsiteY5" fmla="*/ 66325 h 479949"/>
                <a:gd name="connsiteX6" fmla="*/ 466863 w 479879"/>
                <a:gd name="connsiteY6" fmla="*/ 69090 h 479949"/>
                <a:gd name="connsiteX7" fmla="*/ 67764 w 479879"/>
                <a:gd name="connsiteY7" fmla="*/ 468338 h 479949"/>
                <a:gd name="connsiteX8" fmla="*/ 39678 w 479879"/>
                <a:gd name="connsiteY8" fmla="*/ 479950 h 47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9879" h="479949">
                  <a:moveTo>
                    <a:pt x="39678" y="479950"/>
                  </a:moveTo>
                  <a:cubicBezTo>
                    <a:pt x="17754" y="479940"/>
                    <a:pt x="-10" y="462161"/>
                    <a:pt x="0" y="440233"/>
                  </a:cubicBezTo>
                  <a:cubicBezTo>
                    <a:pt x="5" y="429728"/>
                    <a:pt x="4174" y="419655"/>
                    <a:pt x="11593" y="412217"/>
                  </a:cubicBezTo>
                  <a:lnTo>
                    <a:pt x="410742" y="13068"/>
                  </a:lnTo>
                  <a:cubicBezTo>
                    <a:pt x="425449" y="-3191"/>
                    <a:pt x="450553" y="-4450"/>
                    <a:pt x="466814" y="10256"/>
                  </a:cubicBezTo>
                  <a:cubicBezTo>
                    <a:pt x="483069" y="24963"/>
                    <a:pt x="484330" y="50066"/>
                    <a:pt x="469622" y="66325"/>
                  </a:cubicBezTo>
                  <a:cubicBezTo>
                    <a:pt x="468749" y="67292"/>
                    <a:pt x="467826" y="68214"/>
                    <a:pt x="466863" y="69090"/>
                  </a:cubicBezTo>
                  <a:lnTo>
                    <a:pt x="67764" y="468338"/>
                  </a:lnTo>
                  <a:cubicBezTo>
                    <a:pt x="60313" y="475781"/>
                    <a:pt x="50210" y="479959"/>
                    <a:pt x="39678" y="4799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422FA5B1-9385-402F-13ED-974ECF4CF14F}"/>
                </a:ext>
              </a:extLst>
            </p:cNvPr>
            <p:cNvSpPr/>
            <p:nvPr/>
          </p:nvSpPr>
          <p:spPr>
            <a:xfrm>
              <a:off x="3171393" y="5106696"/>
              <a:ext cx="172914" cy="172929"/>
            </a:xfrm>
            <a:custGeom>
              <a:avLst/>
              <a:gdLst>
                <a:gd name="connsiteX0" fmla="*/ 133236 w 172914"/>
                <a:gd name="connsiteY0" fmla="*/ 172929 h 172929"/>
                <a:gd name="connsiteX1" fmla="*/ 105150 w 172914"/>
                <a:gd name="connsiteY1" fmla="*/ 161269 h 172929"/>
                <a:gd name="connsiteX2" fmla="*/ 10871 w 172914"/>
                <a:gd name="connsiteY2" fmla="*/ 66989 h 172929"/>
                <a:gd name="connsiteX3" fmla="*/ 12404 w 172914"/>
                <a:gd name="connsiteY3" fmla="*/ 10871 h 172929"/>
                <a:gd name="connsiteX4" fmla="*/ 67091 w 172914"/>
                <a:gd name="connsiteY4" fmla="*/ 10967 h 172929"/>
                <a:gd name="connsiteX5" fmla="*/ 161371 w 172914"/>
                <a:gd name="connsiteY5" fmla="*/ 105247 h 172929"/>
                <a:gd name="connsiteX6" fmla="*/ 161202 w 172914"/>
                <a:gd name="connsiteY6" fmla="*/ 161388 h 172929"/>
                <a:gd name="connsiteX7" fmla="*/ 133236 w 172914"/>
                <a:gd name="connsiteY7" fmla="*/ 172929 h 17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914" h="172929">
                  <a:moveTo>
                    <a:pt x="133236" y="172929"/>
                  </a:moveTo>
                  <a:cubicBezTo>
                    <a:pt x="122697" y="172924"/>
                    <a:pt x="112593" y="168731"/>
                    <a:pt x="105150" y="161269"/>
                  </a:cubicBezTo>
                  <a:lnTo>
                    <a:pt x="10871" y="66989"/>
                  </a:lnTo>
                  <a:cubicBezTo>
                    <a:pt x="-4202" y="51069"/>
                    <a:pt x="-3516" y="25944"/>
                    <a:pt x="12404" y="10871"/>
                  </a:cubicBezTo>
                  <a:cubicBezTo>
                    <a:pt x="27752" y="-3661"/>
                    <a:pt x="51795" y="-3619"/>
                    <a:pt x="67091" y="10967"/>
                  </a:cubicBezTo>
                  <a:lnTo>
                    <a:pt x="161371" y="105247"/>
                  </a:lnTo>
                  <a:cubicBezTo>
                    <a:pt x="176827" y="120795"/>
                    <a:pt x="176753" y="145930"/>
                    <a:pt x="161202" y="161388"/>
                  </a:cubicBezTo>
                  <a:cubicBezTo>
                    <a:pt x="153769" y="168776"/>
                    <a:pt x="143717" y="172924"/>
                    <a:pt x="133236" y="17292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B45BE6C2-CD07-9809-90E6-5B88470192A7}"/>
                </a:ext>
              </a:extLst>
            </p:cNvPr>
            <p:cNvSpPr/>
            <p:nvPr/>
          </p:nvSpPr>
          <p:spPr>
            <a:xfrm>
              <a:off x="2891482" y="5430989"/>
              <a:ext cx="173708" cy="173701"/>
            </a:xfrm>
            <a:custGeom>
              <a:avLst/>
              <a:gdLst>
                <a:gd name="connsiteX0" fmla="*/ 133981 w 173708"/>
                <a:gd name="connsiteY0" fmla="*/ 173652 h 173701"/>
                <a:gd name="connsiteX1" fmla="*/ 105895 w 173708"/>
                <a:gd name="connsiteY1" fmla="*/ 162041 h 173701"/>
                <a:gd name="connsiteX2" fmla="*/ 11616 w 173708"/>
                <a:gd name="connsiteY2" fmla="*/ 67761 h 173701"/>
                <a:gd name="connsiteX3" fmla="*/ 11641 w 173708"/>
                <a:gd name="connsiteY3" fmla="*/ 11616 h 173701"/>
                <a:gd name="connsiteX4" fmla="*/ 67786 w 173708"/>
                <a:gd name="connsiteY4" fmla="*/ 11640 h 173701"/>
                <a:gd name="connsiteX5" fmla="*/ 162066 w 173708"/>
                <a:gd name="connsiteY5" fmla="*/ 105920 h 173701"/>
                <a:gd name="connsiteX6" fmla="*/ 162097 w 173708"/>
                <a:gd name="connsiteY6" fmla="*/ 162061 h 173701"/>
                <a:gd name="connsiteX7" fmla="*/ 133981 w 173708"/>
                <a:gd name="connsiteY7" fmla="*/ 173702 h 17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708" h="173701">
                  <a:moveTo>
                    <a:pt x="133981" y="173652"/>
                  </a:moveTo>
                  <a:cubicBezTo>
                    <a:pt x="123449" y="173662"/>
                    <a:pt x="113346" y="169484"/>
                    <a:pt x="105895" y="162041"/>
                  </a:cubicBezTo>
                  <a:lnTo>
                    <a:pt x="11616" y="67761"/>
                  </a:lnTo>
                  <a:cubicBezTo>
                    <a:pt x="-3882" y="52250"/>
                    <a:pt x="-3870" y="27112"/>
                    <a:pt x="11641" y="11616"/>
                  </a:cubicBezTo>
                  <a:cubicBezTo>
                    <a:pt x="27152" y="-3881"/>
                    <a:pt x="52289" y="-3871"/>
                    <a:pt x="67786" y="11640"/>
                  </a:cubicBezTo>
                  <a:lnTo>
                    <a:pt x="162066" y="105920"/>
                  </a:lnTo>
                  <a:cubicBezTo>
                    <a:pt x="177577" y="121411"/>
                    <a:pt x="177591" y="146549"/>
                    <a:pt x="162097" y="162061"/>
                  </a:cubicBezTo>
                  <a:cubicBezTo>
                    <a:pt x="154644" y="169519"/>
                    <a:pt x="144527" y="173711"/>
                    <a:pt x="133981" y="17370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40A3D1E1-ECD5-D245-ED45-8AC8D41BCA19}"/>
                </a:ext>
              </a:extLst>
            </p:cNvPr>
            <p:cNvSpPr/>
            <p:nvPr/>
          </p:nvSpPr>
          <p:spPr>
            <a:xfrm>
              <a:off x="2891306" y="5307645"/>
              <a:ext cx="203097" cy="203163"/>
            </a:xfrm>
            <a:custGeom>
              <a:avLst/>
              <a:gdLst>
                <a:gd name="connsiteX0" fmla="*/ 39728 w 203097"/>
                <a:gd name="connsiteY0" fmla="*/ 203163 h 203163"/>
                <a:gd name="connsiteX1" fmla="*/ 0 w 203097"/>
                <a:gd name="connsiteY1" fmla="*/ 163497 h 203163"/>
                <a:gd name="connsiteX2" fmla="*/ 11643 w 203097"/>
                <a:gd name="connsiteY2" fmla="*/ 135381 h 203163"/>
                <a:gd name="connsiteX3" fmla="*/ 134007 w 203097"/>
                <a:gd name="connsiteY3" fmla="*/ 13017 h 203163"/>
                <a:gd name="connsiteX4" fmla="*/ 190081 w 203097"/>
                <a:gd name="connsiteY4" fmla="*/ 10303 h 203163"/>
                <a:gd name="connsiteX5" fmla="*/ 192794 w 203097"/>
                <a:gd name="connsiteY5" fmla="*/ 66379 h 203163"/>
                <a:gd name="connsiteX6" fmla="*/ 190029 w 203097"/>
                <a:gd name="connsiteY6" fmla="*/ 69138 h 203163"/>
                <a:gd name="connsiteX7" fmla="*/ 67813 w 203097"/>
                <a:gd name="connsiteY7" fmla="*/ 191552 h 203163"/>
                <a:gd name="connsiteX8" fmla="*/ 39728 w 203097"/>
                <a:gd name="connsiteY8" fmla="*/ 203163 h 2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097" h="203163">
                  <a:moveTo>
                    <a:pt x="39728" y="203163"/>
                  </a:moveTo>
                  <a:cubicBezTo>
                    <a:pt x="17804" y="203178"/>
                    <a:pt x="17" y="185424"/>
                    <a:pt x="0" y="163497"/>
                  </a:cubicBezTo>
                  <a:cubicBezTo>
                    <a:pt x="-8" y="152952"/>
                    <a:pt x="4181" y="142835"/>
                    <a:pt x="11643" y="135381"/>
                  </a:cubicBezTo>
                  <a:lnTo>
                    <a:pt x="134007" y="13017"/>
                  </a:lnTo>
                  <a:cubicBezTo>
                    <a:pt x="148743" y="-3219"/>
                    <a:pt x="173848" y="-4430"/>
                    <a:pt x="190081" y="10303"/>
                  </a:cubicBezTo>
                  <a:cubicBezTo>
                    <a:pt x="206315" y="25040"/>
                    <a:pt x="207529" y="50143"/>
                    <a:pt x="192794" y="66379"/>
                  </a:cubicBezTo>
                  <a:cubicBezTo>
                    <a:pt x="191918" y="67342"/>
                    <a:pt x="190995" y="68265"/>
                    <a:pt x="190029" y="69138"/>
                  </a:cubicBezTo>
                  <a:lnTo>
                    <a:pt x="67813" y="191552"/>
                  </a:lnTo>
                  <a:cubicBezTo>
                    <a:pt x="60362" y="198995"/>
                    <a:pt x="50259" y="203173"/>
                    <a:pt x="39728" y="20316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CB2F4260-212E-29F2-1690-D8E807954CF8}"/>
                </a:ext>
              </a:extLst>
            </p:cNvPr>
            <p:cNvSpPr/>
            <p:nvPr/>
          </p:nvSpPr>
          <p:spPr>
            <a:xfrm>
              <a:off x="3247912" y="4780888"/>
              <a:ext cx="375728" cy="375727"/>
            </a:xfrm>
            <a:custGeom>
              <a:avLst/>
              <a:gdLst>
                <a:gd name="connsiteX0" fmla="*/ 187914 w 375728"/>
                <a:gd name="connsiteY0" fmla="*/ 375728 h 375727"/>
                <a:gd name="connsiteX1" fmla="*/ 0 w 375728"/>
                <a:gd name="connsiteY1" fmla="*/ 187914 h 375727"/>
                <a:gd name="connsiteX2" fmla="*/ 187815 w 375728"/>
                <a:gd name="connsiteY2" fmla="*/ 0 h 375727"/>
                <a:gd name="connsiteX3" fmla="*/ 375728 w 375728"/>
                <a:gd name="connsiteY3" fmla="*/ 187814 h 375727"/>
                <a:gd name="connsiteX4" fmla="*/ 375728 w 375728"/>
                <a:gd name="connsiteY4" fmla="*/ 187864 h 375727"/>
                <a:gd name="connsiteX5" fmla="*/ 375728 w 375728"/>
                <a:gd name="connsiteY5" fmla="*/ 187864 h 375727"/>
                <a:gd name="connsiteX6" fmla="*/ 187914 w 375728"/>
                <a:gd name="connsiteY6" fmla="*/ 375728 h 375727"/>
                <a:gd name="connsiteX7" fmla="*/ 187914 w 375728"/>
                <a:gd name="connsiteY7" fmla="*/ 79443 h 375727"/>
                <a:gd name="connsiteX8" fmla="*/ 79492 w 375728"/>
                <a:gd name="connsiteY8" fmla="*/ 187864 h 375727"/>
                <a:gd name="connsiteX9" fmla="*/ 187914 w 375728"/>
                <a:gd name="connsiteY9" fmla="*/ 296335 h 375727"/>
                <a:gd name="connsiteX10" fmla="*/ 294038 w 375728"/>
                <a:gd name="connsiteY10" fmla="*/ 185569 h 375727"/>
                <a:gd name="connsiteX11" fmla="*/ 187914 w 375728"/>
                <a:gd name="connsiteY11" fmla="*/ 79443 h 37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5728" h="375727">
                  <a:moveTo>
                    <a:pt x="187914" y="375728"/>
                  </a:moveTo>
                  <a:cubicBezTo>
                    <a:pt x="84162" y="375755"/>
                    <a:pt x="27" y="291668"/>
                    <a:pt x="0" y="187914"/>
                  </a:cubicBezTo>
                  <a:cubicBezTo>
                    <a:pt x="-27" y="84159"/>
                    <a:pt x="84063" y="27"/>
                    <a:pt x="187815" y="0"/>
                  </a:cubicBezTo>
                  <a:cubicBezTo>
                    <a:pt x="291567" y="-27"/>
                    <a:pt x="375698" y="84060"/>
                    <a:pt x="375728" y="187814"/>
                  </a:cubicBezTo>
                  <a:cubicBezTo>
                    <a:pt x="375728" y="187831"/>
                    <a:pt x="375728" y="187848"/>
                    <a:pt x="375728" y="187864"/>
                  </a:cubicBezTo>
                  <a:lnTo>
                    <a:pt x="375728" y="187864"/>
                  </a:lnTo>
                  <a:cubicBezTo>
                    <a:pt x="375619" y="291554"/>
                    <a:pt x="291601" y="375591"/>
                    <a:pt x="187914" y="375728"/>
                  </a:cubicBezTo>
                  <a:close/>
                  <a:moveTo>
                    <a:pt x="187914" y="79443"/>
                  </a:moveTo>
                  <a:cubicBezTo>
                    <a:pt x="128056" y="79497"/>
                    <a:pt x="79547" y="128007"/>
                    <a:pt x="79492" y="187864"/>
                  </a:cubicBezTo>
                  <a:cubicBezTo>
                    <a:pt x="79522" y="247740"/>
                    <a:pt x="128036" y="296280"/>
                    <a:pt x="187914" y="296335"/>
                  </a:cubicBezTo>
                  <a:cubicBezTo>
                    <a:pt x="247806" y="295054"/>
                    <a:pt x="295323" y="245462"/>
                    <a:pt x="294038" y="185569"/>
                  </a:cubicBezTo>
                  <a:cubicBezTo>
                    <a:pt x="292797" y="127480"/>
                    <a:pt x="246005" y="80685"/>
                    <a:pt x="187914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02747643-F89A-9A43-9E0B-C3B7DAAB56D3}"/>
                </a:ext>
              </a:extLst>
            </p:cNvPr>
            <p:cNvSpPr/>
            <p:nvPr/>
          </p:nvSpPr>
          <p:spPr>
            <a:xfrm>
              <a:off x="2985766" y="4831104"/>
              <a:ext cx="79393" cy="206074"/>
            </a:xfrm>
            <a:custGeom>
              <a:avLst/>
              <a:gdLst>
                <a:gd name="connsiteX0" fmla="*/ 39697 w 79393"/>
                <a:gd name="connsiteY0" fmla="*/ 206075 h 206074"/>
                <a:gd name="connsiteX1" fmla="*/ 0 w 79393"/>
                <a:gd name="connsiteY1" fmla="*/ 166378 h 206074"/>
                <a:gd name="connsiteX2" fmla="*/ 0 w 79393"/>
                <a:gd name="connsiteY2" fmla="*/ 39697 h 206074"/>
                <a:gd name="connsiteX3" fmla="*/ 39697 w 79393"/>
                <a:gd name="connsiteY3" fmla="*/ 0 h 206074"/>
                <a:gd name="connsiteX4" fmla="*/ 79393 w 79393"/>
                <a:gd name="connsiteY4" fmla="*/ 39697 h 206074"/>
                <a:gd name="connsiteX5" fmla="*/ 79393 w 79393"/>
                <a:gd name="connsiteY5" fmla="*/ 166378 h 206074"/>
                <a:gd name="connsiteX6" fmla="*/ 39697 w 79393"/>
                <a:gd name="connsiteY6" fmla="*/ 206075 h 20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6074">
                  <a:moveTo>
                    <a:pt x="39697" y="206075"/>
                  </a:moveTo>
                  <a:cubicBezTo>
                    <a:pt x="17773" y="206075"/>
                    <a:pt x="0" y="188302"/>
                    <a:pt x="0" y="16637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66378"/>
                  </a:lnTo>
                  <a:cubicBezTo>
                    <a:pt x="79393" y="188302"/>
                    <a:pt x="61621" y="206075"/>
                    <a:pt x="39697" y="20607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D2D3A759-22FA-E8C7-2DA6-0257DD5E2375}"/>
                </a:ext>
              </a:extLst>
            </p:cNvPr>
            <p:cNvSpPr/>
            <p:nvPr/>
          </p:nvSpPr>
          <p:spPr>
            <a:xfrm>
              <a:off x="2985766" y="5080858"/>
              <a:ext cx="79492" cy="79132"/>
            </a:xfrm>
            <a:custGeom>
              <a:avLst/>
              <a:gdLst>
                <a:gd name="connsiteX0" fmla="*/ 39697 w 79492"/>
                <a:gd name="connsiteY0" fmla="*/ 79132 h 79132"/>
                <a:gd name="connsiteX1" fmla="*/ 31956 w 79492"/>
                <a:gd name="connsiteY1" fmla="*/ 78338 h 79132"/>
                <a:gd name="connsiteX2" fmla="*/ 24513 w 79492"/>
                <a:gd name="connsiteY2" fmla="*/ 76056 h 79132"/>
                <a:gd name="connsiteX3" fmla="*/ 17665 w 79492"/>
                <a:gd name="connsiteY3" fmla="*/ 72434 h 79132"/>
                <a:gd name="connsiteX4" fmla="*/ 11612 w 79492"/>
                <a:gd name="connsiteY4" fmla="*/ 67471 h 79132"/>
                <a:gd name="connsiteX5" fmla="*/ 6649 w 79492"/>
                <a:gd name="connsiteY5" fmla="*/ 61467 h 79132"/>
                <a:gd name="connsiteX6" fmla="*/ 3027 w 79492"/>
                <a:gd name="connsiteY6" fmla="*/ 54868 h 79132"/>
                <a:gd name="connsiteX7" fmla="*/ 794 w 79492"/>
                <a:gd name="connsiteY7" fmla="*/ 47425 h 79132"/>
                <a:gd name="connsiteX8" fmla="*/ 794 w 79492"/>
                <a:gd name="connsiteY8" fmla="*/ 31893 h 79132"/>
                <a:gd name="connsiteX9" fmla="*/ 3027 w 79492"/>
                <a:gd name="connsiteY9" fmla="*/ 24500 h 79132"/>
                <a:gd name="connsiteX10" fmla="*/ 6699 w 79492"/>
                <a:gd name="connsiteY10" fmla="*/ 17603 h 79132"/>
                <a:gd name="connsiteX11" fmla="*/ 11661 w 79492"/>
                <a:gd name="connsiteY11" fmla="*/ 11599 h 79132"/>
                <a:gd name="connsiteX12" fmla="*/ 17715 w 79492"/>
                <a:gd name="connsiteY12" fmla="*/ 6636 h 79132"/>
                <a:gd name="connsiteX13" fmla="*/ 24563 w 79492"/>
                <a:gd name="connsiteY13" fmla="*/ 3014 h 79132"/>
                <a:gd name="connsiteX14" fmla="*/ 32006 w 79492"/>
                <a:gd name="connsiteY14" fmla="*/ 732 h 79132"/>
                <a:gd name="connsiteX15" fmla="*/ 67832 w 79492"/>
                <a:gd name="connsiteY15" fmla="*/ 11599 h 79132"/>
                <a:gd name="connsiteX16" fmla="*/ 72794 w 79492"/>
                <a:gd name="connsiteY16" fmla="*/ 17603 h 79132"/>
                <a:gd name="connsiteX17" fmla="*/ 76466 w 79492"/>
                <a:gd name="connsiteY17" fmla="*/ 24500 h 79132"/>
                <a:gd name="connsiteX18" fmla="*/ 78699 w 79492"/>
                <a:gd name="connsiteY18" fmla="*/ 31893 h 79132"/>
                <a:gd name="connsiteX19" fmla="*/ 78699 w 79492"/>
                <a:gd name="connsiteY19" fmla="*/ 47425 h 79132"/>
                <a:gd name="connsiteX20" fmla="*/ 76466 w 79492"/>
                <a:gd name="connsiteY20" fmla="*/ 54868 h 79132"/>
                <a:gd name="connsiteX21" fmla="*/ 72794 w 79492"/>
                <a:gd name="connsiteY21" fmla="*/ 61715 h 79132"/>
                <a:gd name="connsiteX22" fmla="*/ 67832 w 79492"/>
                <a:gd name="connsiteY22" fmla="*/ 67720 h 79132"/>
                <a:gd name="connsiteX23" fmla="*/ 39697 w 79492"/>
                <a:gd name="connsiteY23" fmla="*/ 79132 h 7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492" h="79132">
                  <a:moveTo>
                    <a:pt x="39697" y="79132"/>
                  </a:moveTo>
                  <a:cubicBezTo>
                    <a:pt x="37097" y="79116"/>
                    <a:pt x="34505" y="78850"/>
                    <a:pt x="31956" y="78338"/>
                  </a:cubicBezTo>
                  <a:cubicBezTo>
                    <a:pt x="29405" y="77827"/>
                    <a:pt x="26912" y="77062"/>
                    <a:pt x="24513" y="76056"/>
                  </a:cubicBezTo>
                  <a:cubicBezTo>
                    <a:pt x="22126" y="75057"/>
                    <a:pt x="19834" y="73845"/>
                    <a:pt x="17665" y="72434"/>
                  </a:cubicBezTo>
                  <a:cubicBezTo>
                    <a:pt x="15485" y="70988"/>
                    <a:pt x="13457" y="69325"/>
                    <a:pt x="11612" y="67471"/>
                  </a:cubicBezTo>
                  <a:cubicBezTo>
                    <a:pt x="9757" y="65644"/>
                    <a:pt x="8094" y="63633"/>
                    <a:pt x="6649" y="61467"/>
                  </a:cubicBezTo>
                  <a:cubicBezTo>
                    <a:pt x="5244" y="59382"/>
                    <a:pt x="4031" y="57173"/>
                    <a:pt x="3027" y="54868"/>
                  </a:cubicBezTo>
                  <a:cubicBezTo>
                    <a:pt x="2043" y="52465"/>
                    <a:pt x="1295" y="49972"/>
                    <a:pt x="794" y="47425"/>
                  </a:cubicBezTo>
                  <a:cubicBezTo>
                    <a:pt x="-265" y="42302"/>
                    <a:pt x="-265" y="37016"/>
                    <a:pt x="794" y="31893"/>
                  </a:cubicBezTo>
                  <a:cubicBezTo>
                    <a:pt x="1288" y="29360"/>
                    <a:pt x="2037" y="26883"/>
                    <a:pt x="3027" y="24500"/>
                  </a:cubicBezTo>
                  <a:cubicBezTo>
                    <a:pt x="4022" y="22086"/>
                    <a:pt x="5251" y="19776"/>
                    <a:pt x="6699" y="17603"/>
                  </a:cubicBezTo>
                  <a:cubicBezTo>
                    <a:pt x="8156" y="15447"/>
                    <a:pt x="9818" y="13436"/>
                    <a:pt x="11661" y="11599"/>
                  </a:cubicBezTo>
                  <a:cubicBezTo>
                    <a:pt x="13507" y="9745"/>
                    <a:pt x="15535" y="8082"/>
                    <a:pt x="17715" y="6636"/>
                  </a:cubicBezTo>
                  <a:cubicBezTo>
                    <a:pt x="19884" y="5225"/>
                    <a:pt x="22175" y="4013"/>
                    <a:pt x="24563" y="3014"/>
                  </a:cubicBezTo>
                  <a:cubicBezTo>
                    <a:pt x="26962" y="2007"/>
                    <a:pt x="29455" y="1243"/>
                    <a:pt x="32006" y="732"/>
                  </a:cubicBezTo>
                  <a:cubicBezTo>
                    <a:pt x="45010" y="-1786"/>
                    <a:pt x="58418" y="2281"/>
                    <a:pt x="67832" y="11599"/>
                  </a:cubicBezTo>
                  <a:cubicBezTo>
                    <a:pt x="69675" y="13436"/>
                    <a:pt x="71337" y="15447"/>
                    <a:pt x="72794" y="17603"/>
                  </a:cubicBezTo>
                  <a:cubicBezTo>
                    <a:pt x="74242" y="19776"/>
                    <a:pt x="75471" y="22086"/>
                    <a:pt x="76466" y="24500"/>
                  </a:cubicBezTo>
                  <a:cubicBezTo>
                    <a:pt x="77456" y="26883"/>
                    <a:pt x="78205" y="29360"/>
                    <a:pt x="78699" y="31893"/>
                  </a:cubicBezTo>
                  <a:cubicBezTo>
                    <a:pt x="79758" y="37016"/>
                    <a:pt x="79758" y="42302"/>
                    <a:pt x="78699" y="47425"/>
                  </a:cubicBezTo>
                  <a:cubicBezTo>
                    <a:pt x="78198" y="49972"/>
                    <a:pt x="77450" y="52465"/>
                    <a:pt x="76466" y="54868"/>
                  </a:cubicBezTo>
                  <a:cubicBezTo>
                    <a:pt x="75460" y="57261"/>
                    <a:pt x="74230" y="59553"/>
                    <a:pt x="72794" y="61715"/>
                  </a:cubicBezTo>
                  <a:cubicBezTo>
                    <a:pt x="71349" y="63881"/>
                    <a:pt x="69686" y="65893"/>
                    <a:pt x="67832" y="67720"/>
                  </a:cubicBezTo>
                  <a:cubicBezTo>
                    <a:pt x="60318" y="75074"/>
                    <a:pt x="50211" y="79174"/>
                    <a:pt x="39697" y="7913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DC4F7444-1F92-2694-4841-46650EF98164}"/>
              </a:ext>
            </a:extLst>
          </p:cNvPr>
          <p:cNvGrpSpPr/>
          <p:nvPr/>
        </p:nvGrpSpPr>
        <p:grpSpPr>
          <a:xfrm>
            <a:off x="4198788" y="4817484"/>
            <a:ext cx="752478" cy="750587"/>
            <a:chOff x="4198788" y="4817484"/>
            <a:chExt cx="752478" cy="750587"/>
          </a:xfrm>
        </p:grpSpPr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254D72F2-9F37-526F-93F7-06F916ED66D4}"/>
                </a:ext>
              </a:extLst>
            </p:cNvPr>
            <p:cNvSpPr/>
            <p:nvPr/>
          </p:nvSpPr>
          <p:spPr>
            <a:xfrm>
              <a:off x="4805733" y="5000906"/>
              <a:ext cx="79393" cy="562946"/>
            </a:xfrm>
            <a:custGeom>
              <a:avLst/>
              <a:gdLst>
                <a:gd name="connsiteX0" fmla="*/ 39697 w 79393"/>
                <a:gd name="connsiteY0" fmla="*/ 562947 h 562946"/>
                <a:gd name="connsiteX1" fmla="*/ 0 w 79393"/>
                <a:gd name="connsiteY1" fmla="*/ 523250 h 562946"/>
                <a:gd name="connsiteX2" fmla="*/ 0 w 79393"/>
                <a:gd name="connsiteY2" fmla="*/ 39697 h 562946"/>
                <a:gd name="connsiteX3" fmla="*/ 39697 w 79393"/>
                <a:gd name="connsiteY3" fmla="*/ 0 h 562946"/>
                <a:gd name="connsiteX4" fmla="*/ 79393 w 79393"/>
                <a:gd name="connsiteY4" fmla="*/ 39697 h 562946"/>
                <a:gd name="connsiteX5" fmla="*/ 79393 w 79393"/>
                <a:gd name="connsiteY5" fmla="*/ 523250 h 562946"/>
                <a:gd name="connsiteX6" fmla="*/ 39697 w 79393"/>
                <a:gd name="connsiteY6" fmla="*/ 562947 h 56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62946">
                  <a:moveTo>
                    <a:pt x="39697" y="562947"/>
                  </a:moveTo>
                  <a:cubicBezTo>
                    <a:pt x="17774" y="562947"/>
                    <a:pt x="0" y="545173"/>
                    <a:pt x="0" y="52325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23250"/>
                  </a:lnTo>
                  <a:cubicBezTo>
                    <a:pt x="79393" y="545173"/>
                    <a:pt x="61619" y="562947"/>
                    <a:pt x="39697" y="5629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0B35E012-88A0-EFAF-5EC6-017E892BA143}"/>
                </a:ext>
              </a:extLst>
            </p:cNvPr>
            <p:cNvSpPr/>
            <p:nvPr/>
          </p:nvSpPr>
          <p:spPr>
            <a:xfrm>
              <a:off x="4264867" y="5000906"/>
              <a:ext cx="79393" cy="562897"/>
            </a:xfrm>
            <a:custGeom>
              <a:avLst/>
              <a:gdLst>
                <a:gd name="connsiteX0" fmla="*/ 39697 w 79393"/>
                <a:gd name="connsiteY0" fmla="*/ 562897 h 562897"/>
                <a:gd name="connsiteX1" fmla="*/ 0 w 79393"/>
                <a:gd name="connsiteY1" fmla="*/ 523201 h 562897"/>
                <a:gd name="connsiteX2" fmla="*/ 0 w 79393"/>
                <a:gd name="connsiteY2" fmla="*/ 39697 h 562897"/>
                <a:gd name="connsiteX3" fmla="*/ 39697 w 79393"/>
                <a:gd name="connsiteY3" fmla="*/ 0 h 562897"/>
                <a:gd name="connsiteX4" fmla="*/ 79393 w 79393"/>
                <a:gd name="connsiteY4" fmla="*/ 39697 h 562897"/>
                <a:gd name="connsiteX5" fmla="*/ 79393 w 79393"/>
                <a:gd name="connsiteY5" fmla="*/ 523201 h 562897"/>
                <a:gd name="connsiteX6" fmla="*/ 39697 w 79393"/>
                <a:gd name="connsiteY6" fmla="*/ 562897 h 56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62897">
                  <a:moveTo>
                    <a:pt x="39697" y="562897"/>
                  </a:moveTo>
                  <a:cubicBezTo>
                    <a:pt x="17773" y="562897"/>
                    <a:pt x="0" y="545123"/>
                    <a:pt x="0" y="52320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23201"/>
                  </a:lnTo>
                  <a:cubicBezTo>
                    <a:pt x="79393" y="545123"/>
                    <a:pt x="61621" y="562897"/>
                    <a:pt x="39697" y="5628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B1194A32-D480-DC2F-7471-046D0FF97C86}"/>
                </a:ext>
              </a:extLst>
            </p:cNvPr>
            <p:cNvSpPr/>
            <p:nvPr/>
          </p:nvSpPr>
          <p:spPr>
            <a:xfrm>
              <a:off x="4264867" y="5488678"/>
              <a:ext cx="620259" cy="79393"/>
            </a:xfrm>
            <a:custGeom>
              <a:avLst/>
              <a:gdLst>
                <a:gd name="connsiteX0" fmla="*/ 580563 w 620259"/>
                <a:gd name="connsiteY0" fmla="*/ 79393 h 79393"/>
                <a:gd name="connsiteX1" fmla="*/ 39697 w 620259"/>
                <a:gd name="connsiteY1" fmla="*/ 79393 h 79393"/>
                <a:gd name="connsiteX2" fmla="*/ 0 w 620259"/>
                <a:gd name="connsiteY2" fmla="*/ 39697 h 79393"/>
                <a:gd name="connsiteX3" fmla="*/ 39697 w 620259"/>
                <a:gd name="connsiteY3" fmla="*/ 0 h 79393"/>
                <a:gd name="connsiteX4" fmla="*/ 580563 w 620259"/>
                <a:gd name="connsiteY4" fmla="*/ 0 h 79393"/>
                <a:gd name="connsiteX5" fmla="*/ 620259 w 620259"/>
                <a:gd name="connsiteY5" fmla="*/ 39697 h 79393"/>
                <a:gd name="connsiteX6" fmla="*/ 580563 w 6202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259" h="79393">
                  <a:moveTo>
                    <a:pt x="580563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580563" y="0"/>
                  </a:lnTo>
                  <a:cubicBezTo>
                    <a:pt x="602485" y="0"/>
                    <a:pt x="620259" y="17774"/>
                    <a:pt x="620259" y="39697"/>
                  </a:cubicBezTo>
                  <a:cubicBezTo>
                    <a:pt x="620259" y="61619"/>
                    <a:pt x="602485" y="79393"/>
                    <a:pt x="58056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E7F3F95F-2A28-065F-AF32-2DF785FDE90E}"/>
                </a:ext>
              </a:extLst>
            </p:cNvPr>
            <p:cNvSpPr/>
            <p:nvPr/>
          </p:nvSpPr>
          <p:spPr>
            <a:xfrm>
              <a:off x="4702820" y="5110915"/>
              <a:ext cx="79393" cy="265966"/>
            </a:xfrm>
            <a:custGeom>
              <a:avLst/>
              <a:gdLst>
                <a:gd name="connsiteX0" fmla="*/ 39697 w 79393"/>
                <a:gd name="connsiteY0" fmla="*/ 265967 h 265966"/>
                <a:gd name="connsiteX1" fmla="*/ 0 w 79393"/>
                <a:gd name="connsiteY1" fmla="*/ 226270 h 265966"/>
                <a:gd name="connsiteX2" fmla="*/ 0 w 79393"/>
                <a:gd name="connsiteY2" fmla="*/ 39697 h 265966"/>
                <a:gd name="connsiteX3" fmla="*/ 39697 w 79393"/>
                <a:gd name="connsiteY3" fmla="*/ 0 h 265966"/>
                <a:gd name="connsiteX4" fmla="*/ 79393 w 79393"/>
                <a:gd name="connsiteY4" fmla="*/ 39697 h 265966"/>
                <a:gd name="connsiteX5" fmla="*/ 79393 w 79393"/>
                <a:gd name="connsiteY5" fmla="*/ 226270 h 265966"/>
                <a:gd name="connsiteX6" fmla="*/ 39697 w 79393"/>
                <a:gd name="connsiteY6" fmla="*/ 265967 h 265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5966">
                  <a:moveTo>
                    <a:pt x="39697" y="265967"/>
                  </a:moveTo>
                  <a:cubicBezTo>
                    <a:pt x="17774" y="265967"/>
                    <a:pt x="0" y="248193"/>
                    <a:pt x="0" y="226270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226270"/>
                  </a:lnTo>
                  <a:cubicBezTo>
                    <a:pt x="79393" y="248193"/>
                    <a:pt x="61619" y="265967"/>
                    <a:pt x="39697" y="26596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DCB3CEDD-8656-7312-5F75-088E66C091FD}"/>
                </a:ext>
              </a:extLst>
            </p:cNvPr>
            <p:cNvSpPr/>
            <p:nvPr/>
          </p:nvSpPr>
          <p:spPr>
            <a:xfrm>
              <a:off x="4367781" y="5115877"/>
              <a:ext cx="79393" cy="261004"/>
            </a:xfrm>
            <a:custGeom>
              <a:avLst/>
              <a:gdLst>
                <a:gd name="connsiteX0" fmla="*/ 39697 w 79393"/>
                <a:gd name="connsiteY0" fmla="*/ 261005 h 261004"/>
                <a:gd name="connsiteX1" fmla="*/ 0 w 79393"/>
                <a:gd name="connsiteY1" fmla="*/ 221308 h 261004"/>
                <a:gd name="connsiteX2" fmla="*/ 0 w 79393"/>
                <a:gd name="connsiteY2" fmla="*/ 39697 h 261004"/>
                <a:gd name="connsiteX3" fmla="*/ 39697 w 79393"/>
                <a:gd name="connsiteY3" fmla="*/ 0 h 261004"/>
                <a:gd name="connsiteX4" fmla="*/ 79393 w 79393"/>
                <a:gd name="connsiteY4" fmla="*/ 39697 h 261004"/>
                <a:gd name="connsiteX5" fmla="*/ 79393 w 79393"/>
                <a:gd name="connsiteY5" fmla="*/ 221308 h 261004"/>
                <a:gd name="connsiteX6" fmla="*/ 39697 w 79393"/>
                <a:gd name="connsiteY6" fmla="*/ 261005 h 26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61004">
                  <a:moveTo>
                    <a:pt x="39697" y="261005"/>
                  </a:moveTo>
                  <a:cubicBezTo>
                    <a:pt x="17773" y="261005"/>
                    <a:pt x="0" y="243231"/>
                    <a:pt x="0" y="221308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21308"/>
                  </a:lnTo>
                  <a:cubicBezTo>
                    <a:pt x="79393" y="243231"/>
                    <a:pt x="61621" y="261005"/>
                    <a:pt x="39697" y="26100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34BABBE2-6525-EA5C-53C5-54E415FABD27}"/>
                </a:ext>
              </a:extLst>
            </p:cNvPr>
            <p:cNvSpPr/>
            <p:nvPr/>
          </p:nvSpPr>
          <p:spPr>
            <a:xfrm>
              <a:off x="4367744" y="5306087"/>
              <a:ext cx="414505" cy="158425"/>
            </a:xfrm>
            <a:custGeom>
              <a:avLst/>
              <a:gdLst>
                <a:gd name="connsiteX0" fmla="*/ 207253 w 414505"/>
                <a:gd name="connsiteY0" fmla="*/ 158426 h 158425"/>
                <a:gd name="connsiteX1" fmla="*/ 190332 w 414505"/>
                <a:gd name="connsiteY1" fmla="*/ 154655 h 158425"/>
                <a:gd name="connsiteX2" fmla="*/ 22763 w 414505"/>
                <a:gd name="connsiteY2" fmla="*/ 75609 h 158425"/>
                <a:gd name="connsiteX3" fmla="*/ 3808 w 414505"/>
                <a:gd name="connsiteY3" fmla="*/ 22763 h 158425"/>
                <a:gd name="connsiteX4" fmla="*/ 56654 w 414505"/>
                <a:gd name="connsiteY4" fmla="*/ 3808 h 158425"/>
                <a:gd name="connsiteX5" fmla="*/ 207253 w 414505"/>
                <a:gd name="connsiteY5" fmla="*/ 74865 h 158425"/>
                <a:gd name="connsiteX6" fmla="*/ 357852 w 414505"/>
                <a:gd name="connsiteY6" fmla="*/ 3808 h 158425"/>
                <a:gd name="connsiteX7" fmla="*/ 410698 w 414505"/>
                <a:gd name="connsiteY7" fmla="*/ 22763 h 158425"/>
                <a:gd name="connsiteX8" fmla="*/ 391743 w 414505"/>
                <a:gd name="connsiteY8" fmla="*/ 75609 h 158425"/>
                <a:gd name="connsiteX9" fmla="*/ 224174 w 414505"/>
                <a:gd name="connsiteY9" fmla="*/ 154655 h 158425"/>
                <a:gd name="connsiteX10" fmla="*/ 207253 w 414505"/>
                <a:gd name="connsiteY10" fmla="*/ 158426 h 15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505" h="158425">
                  <a:moveTo>
                    <a:pt x="207253" y="158426"/>
                  </a:moveTo>
                  <a:cubicBezTo>
                    <a:pt x="201404" y="158431"/>
                    <a:pt x="195626" y="157141"/>
                    <a:pt x="190332" y="154655"/>
                  </a:cubicBezTo>
                  <a:lnTo>
                    <a:pt x="22763" y="75609"/>
                  </a:lnTo>
                  <a:cubicBezTo>
                    <a:pt x="2935" y="66250"/>
                    <a:pt x="-5551" y="42591"/>
                    <a:pt x="3808" y="22763"/>
                  </a:cubicBezTo>
                  <a:cubicBezTo>
                    <a:pt x="13167" y="2934"/>
                    <a:pt x="36826" y="-5551"/>
                    <a:pt x="56654" y="3808"/>
                  </a:cubicBezTo>
                  <a:lnTo>
                    <a:pt x="207253" y="74865"/>
                  </a:lnTo>
                  <a:lnTo>
                    <a:pt x="357852" y="3808"/>
                  </a:lnTo>
                  <a:cubicBezTo>
                    <a:pt x="377680" y="-5551"/>
                    <a:pt x="401339" y="2934"/>
                    <a:pt x="410698" y="22763"/>
                  </a:cubicBezTo>
                  <a:cubicBezTo>
                    <a:pt x="420056" y="42591"/>
                    <a:pt x="411571" y="66250"/>
                    <a:pt x="391743" y="75609"/>
                  </a:cubicBezTo>
                  <a:lnTo>
                    <a:pt x="224174" y="154655"/>
                  </a:lnTo>
                  <a:cubicBezTo>
                    <a:pt x="218880" y="157141"/>
                    <a:pt x="213102" y="158431"/>
                    <a:pt x="207253" y="1584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560847CF-63F4-C93F-9D50-5484B1BF2DCA}"/>
                </a:ext>
              </a:extLst>
            </p:cNvPr>
            <p:cNvSpPr/>
            <p:nvPr/>
          </p:nvSpPr>
          <p:spPr>
            <a:xfrm>
              <a:off x="4367744" y="5029224"/>
              <a:ext cx="414457" cy="158441"/>
            </a:xfrm>
            <a:custGeom>
              <a:avLst/>
              <a:gdLst>
                <a:gd name="connsiteX0" fmla="*/ 374772 w 414457"/>
                <a:gd name="connsiteY0" fmla="*/ 158405 h 158441"/>
                <a:gd name="connsiteX1" fmla="*/ 357852 w 414457"/>
                <a:gd name="connsiteY1" fmla="*/ 154634 h 158441"/>
                <a:gd name="connsiteX2" fmla="*/ 207253 w 414457"/>
                <a:gd name="connsiteY2" fmla="*/ 83577 h 158441"/>
                <a:gd name="connsiteX3" fmla="*/ 56654 w 414457"/>
                <a:gd name="connsiteY3" fmla="*/ 154634 h 158441"/>
                <a:gd name="connsiteX4" fmla="*/ 3808 w 414457"/>
                <a:gd name="connsiteY4" fmla="*/ 135678 h 158441"/>
                <a:gd name="connsiteX5" fmla="*/ 22763 w 414457"/>
                <a:gd name="connsiteY5" fmla="*/ 82832 h 158441"/>
                <a:gd name="connsiteX6" fmla="*/ 190332 w 414457"/>
                <a:gd name="connsiteY6" fmla="*/ 3787 h 158441"/>
                <a:gd name="connsiteX7" fmla="*/ 224174 w 414457"/>
                <a:gd name="connsiteY7" fmla="*/ 3787 h 158441"/>
                <a:gd name="connsiteX8" fmla="*/ 391743 w 414457"/>
                <a:gd name="connsiteY8" fmla="*/ 82832 h 158441"/>
                <a:gd name="connsiteX9" fmla="*/ 410628 w 414457"/>
                <a:gd name="connsiteY9" fmla="*/ 135701 h 158441"/>
                <a:gd name="connsiteX10" fmla="*/ 374772 w 414457"/>
                <a:gd name="connsiteY10" fmla="*/ 158405 h 1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457" h="158441">
                  <a:moveTo>
                    <a:pt x="374772" y="158405"/>
                  </a:moveTo>
                  <a:cubicBezTo>
                    <a:pt x="368922" y="158410"/>
                    <a:pt x="363146" y="157122"/>
                    <a:pt x="357852" y="154634"/>
                  </a:cubicBezTo>
                  <a:lnTo>
                    <a:pt x="207253" y="83577"/>
                  </a:lnTo>
                  <a:lnTo>
                    <a:pt x="56654" y="154634"/>
                  </a:lnTo>
                  <a:cubicBezTo>
                    <a:pt x="36826" y="163993"/>
                    <a:pt x="13167" y="155506"/>
                    <a:pt x="3808" y="135678"/>
                  </a:cubicBezTo>
                  <a:cubicBezTo>
                    <a:pt x="-5551" y="115851"/>
                    <a:pt x="2935" y="92191"/>
                    <a:pt x="22763" y="82832"/>
                  </a:cubicBezTo>
                  <a:lnTo>
                    <a:pt x="190332" y="3787"/>
                  </a:lnTo>
                  <a:cubicBezTo>
                    <a:pt x="201048" y="-1262"/>
                    <a:pt x="213458" y="-1262"/>
                    <a:pt x="224174" y="3787"/>
                  </a:cubicBezTo>
                  <a:lnTo>
                    <a:pt x="391743" y="82832"/>
                  </a:lnTo>
                  <a:cubicBezTo>
                    <a:pt x="411556" y="92217"/>
                    <a:pt x="420012" y="115887"/>
                    <a:pt x="410628" y="135701"/>
                  </a:cubicBezTo>
                  <a:cubicBezTo>
                    <a:pt x="404064" y="149558"/>
                    <a:pt x="390105" y="158396"/>
                    <a:pt x="374772" y="15840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780BE617-42A1-AB3F-860D-34D1CAC38BB1}"/>
                </a:ext>
              </a:extLst>
            </p:cNvPr>
            <p:cNvSpPr/>
            <p:nvPr/>
          </p:nvSpPr>
          <p:spPr>
            <a:xfrm>
              <a:off x="4535300" y="5187133"/>
              <a:ext cx="79393" cy="256241"/>
            </a:xfrm>
            <a:custGeom>
              <a:avLst/>
              <a:gdLst>
                <a:gd name="connsiteX0" fmla="*/ 39697 w 79393"/>
                <a:gd name="connsiteY0" fmla="*/ 256241 h 256241"/>
                <a:gd name="connsiteX1" fmla="*/ 0 w 79393"/>
                <a:gd name="connsiteY1" fmla="*/ 216545 h 256241"/>
                <a:gd name="connsiteX2" fmla="*/ 0 w 79393"/>
                <a:gd name="connsiteY2" fmla="*/ 39697 h 256241"/>
                <a:gd name="connsiteX3" fmla="*/ 39697 w 79393"/>
                <a:gd name="connsiteY3" fmla="*/ 0 h 256241"/>
                <a:gd name="connsiteX4" fmla="*/ 79393 w 79393"/>
                <a:gd name="connsiteY4" fmla="*/ 39697 h 256241"/>
                <a:gd name="connsiteX5" fmla="*/ 79393 w 79393"/>
                <a:gd name="connsiteY5" fmla="*/ 216545 h 256241"/>
                <a:gd name="connsiteX6" fmla="*/ 39697 w 79393"/>
                <a:gd name="connsiteY6" fmla="*/ 256241 h 25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6241">
                  <a:moveTo>
                    <a:pt x="39697" y="256241"/>
                  </a:moveTo>
                  <a:cubicBezTo>
                    <a:pt x="17773" y="256241"/>
                    <a:pt x="0" y="238467"/>
                    <a:pt x="0" y="216545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6545"/>
                  </a:lnTo>
                  <a:cubicBezTo>
                    <a:pt x="79393" y="238467"/>
                    <a:pt x="61621" y="256241"/>
                    <a:pt x="39697" y="25624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4506345C-39B9-3D3B-2F00-BCE44A3E1E9C}"/>
                </a:ext>
              </a:extLst>
            </p:cNvPr>
            <p:cNvSpPr/>
            <p:nvPr/>
          </p:nvSpPr>
          <p:spPr>
            <a:xfrm>
              <a:off x="4367744" y="5108596"/>
              <a:ext cx="414505" cy="158425"/>
            </a:xfrm>
            <a:custGeom>
              <a:avLst/>
              <a:gdLst>
                <a:gd name="connsiteX0" fmla="*/ 207253 w 414505"/>
                <a:gd name="connsiteY0" fmla="*/ 158426 h 158425"/>
                <a:gd name="connsiteX1" fmla="*/ 190332 w 414505"/>
                <a:gd name="connsiteY1" fmla="*/ 154655 h 158425"/>
                <a:gd name="connsiteX2" fmla="*/ 22763 w 414505"/>
                <a:gd name="connsiteY2" fmla="*/ 75609 h 158425"/>
                <a:gd name="connsiteX3" fmla="*/ 3808 w 414505"/>
                <a:gd name="connsiteY3" fmla="*/ 22763 h 158425"/>
                <a:gd name="connsiteX4" fmla="*/ 56654 w 414505"/>
                <a:gd name="connsiteY4" fmla="*/ 3808 h 158425"/>
                <a:gd name="connsiteX5" fmla="*/ 207253 w 414505"/>
                <a:gd name="connsiteY5" fmla="*/ 74865 h 158425"/>
                <a:gd name="connsiteX6" fmla="*/ 357852 w 414505"/>
                <a:gd name="connsiteY6" fmla="*/ 3808 h 158425"/>
                <a:gd name="connsiteX7" fmla="*/ 410698 w 414505"/>
                <a:gd name="connsiteY7" fmla="*/ 22763 h 158425"/>
                <a:gd name="connsiteX8" fmla="*/ 391743 w 414505"/>
                <a:gd name="connsiteY8" fmla="*/ 75609 h 158425"/>
                <a:gd name="connsiteX9" fmla="*/ 224174 w 414505"/>
                <a:gd name="connsiteY9" fmla="*/ 154655 h 158425"/>
                <a:gd name="connsiteX10" fmla="*/ 207253 w 414505"/>
                <a:gd name="connsiteY10" fmla="*/ 158426 h 15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4505" h="158425">
                  <a:moveTo>
                    <a:pt x="207253" y="158426"/>
                  </a:moveTo>
                  <a:cubicBezTo>
                    <a:pt x="201404" y="158431"/>
                    <a:pt x="195626" y="157141"/>
                    <a:pt x="190332" y="154655"/>
                  </a:cubicBezTo>
                  <a:lnTo>
                    <a:pt x="22763" y="75609"/>
                  </a:lnTo>
                  <a:cubicBezTo>
                    <a:pt x="2935" y="66250"/>
                    <a:pt x="-5551" y="42590"/>
                    <a:pt x="3808" y="22763"/>
                  </a:cubicBezTo>
                  <a:cubicBezTo>
                    <a:pt x="13167" y="2935"/>
                    <a:pt x="36826" y="-5551"/>
                    <a:pt x="56654" y="3808"/>
                  </a:cubicBezTo>
                  <a:lnTo>
                    <a:pt x="207253" y="74865"/>
                  </a:lnTo>
                  <a:lnTo>
                    <a:pt x="357852" y="3808"/>
                  </a:lnTo>
                  <a:cubicBezTo>
                    <a:pt x="377680" y="-5551"/>
                    <a:pt x="401339" y="2935"/>
                    <a:pt x="410698" y="22763"/>
                  </a:cubicBezTo>
                  <a:cubicBezTo>
                    <a:pt x="420056" y="42590"/>
                    <a:pt x="411571" y="66250"/>
                    <a:pt x="391743" y="75609"/>
                  </a:cubicBezTo>
                  <a:lnTo>
                    <a:pt x="224174" y="154655"/>
                  </a:lnTo>
                  <a:cubicBezTo>
                    <a:pt x="218880" y="157141"/>
                    <a:pt x="213102" y="158431"/>
                    <a:pt x="207253" y="1584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05669E45-E8A9-C8BB-3B5F-E1C746B48358}"/>
                </a:ext>
              </a:extLst>
            </p:cNvPr>
            <p:cNvSpPr/>
            <p:nvPr/>
          </p:nvSpPr>
          <p:spPr>
            <a:xfrm>
              <a:off x="4198788" y="4817484"/>
              <a:ext cx="752478" cy="292001"/>
            </a:xfrm>
            <a:custGeom>
              <a:avLst/>
              <a:gdLst>
                <a:gd name="connsiteX0" fmla="*/ 712737 w 752478"/>
                <a:gd name="connsiteY0" fmla="*/ 291943 h 292001"/>
                <a:gd name="connsiteX1" fmla="*/ 691549 w 752478"/>
                <a:gd name="connsiteY1" fmla="*/ 285790 h 292001"/>
                <a:gd name="connsiteX2" fmla="*/ 376209 w 752478"/>
                <a:gd name="connsiteY2" fmla="*/ 86662 h 292001"/>
                <a:gd name="connsiteX3" fmla="*/ 61118 w 752478"/>
                <a:gd name="connsiteY3" fmla="*/ 285790 h 292001"/>
                <a:gd name="connsiteX4" fmla="*/ 6212 w 752478"/>
                <a:gd name="connsiteY4" fmla="*/ 273558 h 292001"/>
                <a:gd name="connsiteX5" fmla="*/ 18444 w 752478"/>
                <a:gd name="connsiteY5" fmla="*/ 218653 h 292001"/>
                <a:gd name="connsiteX6" fmla="*/ 355021 w 752478"/>
                <a:gd name="connsiteY6" fmla="*/ 6128 h 292001"/>
                <a:gd name="connsiteX7" fmla="*/ 397397 w 752478"/>
                <a:gd name="connsiteY7" fmla="*/ 6128 h 292001"/>
                <a:gd name="connsiteX8" fmla="*/ 733925 w 752478"/>
                <a:gd name="connsiteY8" fmla="*/ 218653 h 292001"/>
                <a:gd name="connsiteX9" fmla="*/ 746370 w 752478"/>
                <a:gd name="connsiteY9" fmla="*/ 273396 h 292001"/>
                <a:gd name="connsiteX10" fmla="*/ 712737 w 752478"/>
                <a:gd name="connsiteY10" fmla="*/ 291943 h 29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2478" h="292001">
                  <a:moveTo>
                    <a:pt x="712737" y="291943"/>
                  </a:moveTo>
                  <a:cubicBezTo>
                    <a:pt x="705235" y="291935"/>
                    <a:pt x="697891" y="289802"/>
                    <a:pt x="691549" y="285790"/>
                  </a:cubicBezTo>
                  <a:lnTo>
                    <a:pt x="376209" y="86662"/>
                  </a:lnTo>
                  <a:lnTo>
                    <a:pt x="61118" y="285790"/>
                  </a:lnTo>
                  <a:cubicBezTo>
                    <a:pt x="42578" y="297574"/>
                    <a:pt x="17996" y="292098"/>
                    <a:pt x="6212" y="273558"/>
                  </a:cubicBezTo>
                  <a:cubicBezTo>
                    <a:pt x="-5572" y="255019"/>
                    <a:pt x="-96" y="230437"/>
                    <a:pt x="18444" y="218653"/>
                  </a:cubicBezTo>
                  <a:lnTo>
                    <a:pt x="355021" y="6128"/>
                  </a:lnTo>
                  <a:cubicBezTo>
                    <a:pt x="367965" y="-2043"/>
                    <a:pt x="384453" y="-2043"/>
                    <a:pt x="397397" y="6128"/>
                  </a:cubicBezTo>
                  <a:lnTo>
                    <a:pt x="733925" y="218653"/>
                  </a:lnTo>
                  <a:cubicBezTo>
                    <a:pt x="752478" y="230334"/>
                    <a:pt x="758051" y="254843"/>
                    <a:pt x="746370" y="273396"/>
                  </a:cubicBezTo>
                  <a:cubicBezTo>
                    <a:pt x="739096" y="284951"/>
                    <a:pt x="726393" y="291956"/>
                    <a:pt x="712737" y="2919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A51634B3-80F1-79F8-668B-294C685DAB3E}"/>
              </a:ext>
            </a:extLst>
          </p:cNvPr>
          <p:cNvGrpSpPr/>
          <p:nvPr/>
        </p:nvGrpSpPr>
        <p:grpSpPr>
          <a:xfrm>
            <a:off x="5496780" y="4780878"/>
            <a:ext cx="791401" cy="823763"/>
            <a:chOff x="5496780" y="4780878"/>
            <a:chExt cx="791401" cy="823763"/>
          </a:xfrm>
        </p:grpSpPr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1B95DBF4-C64C-7B45-BB0C-19E8A4E74AB3}"/>
                </a:ext>
              </a:extLst>
            </p:cNvPr>
            <p:cNvSpPr/>
            <p:nvPr/>
          </p:nvSpPr>
          <p:spPr>
            <a:xfrm>
              <a:off x="5851667" y="4878542"/>
              <a:ext cx="79839" cy="180123"/>
            </a:xfrm>
            <a:custGeom>
              <a:avLst/>
              <a:gdLst>
                <a:gd name="connsiteX0" fmla="*/ 40143 w 79839"/>
                <a:gd name="connsiteY0" fmla="*/ 180123 h 180123"/>
                <a:gd name="connsiteX1" fmla="*/ 447 w 79839"/>
                <a:gd name="connsiteY1" fmla="*/ 140427 h 180123"/>
                <a:gd name="connsiteX2" fmla="*/ 0 w 79839"/>
                <a:gd name="connsiteY2" fmla="*/ 39697 h 180123"/>
                <a:gd name="connsiteX3" fmla="*/ 39697 w 79839"/>
                <a:gd name="connsiteY3" fmla="*/ 0 h 180123"/>
                <a:gd name="connsiteX4" fmla="*/ 39697 w 79839"/>
                <a:gd name="connsiteY4" fmla="*/ 0 h 180123"/>
                <a:gd name="connsiteX5" fmla="*/ 79393 w 79839"/>
                <a:gd name="connsiteY5" fmla="*/ 39697 h 180123"/>
                <a:gd name="connsiteX6" fmla="*/ 79840 w 79839"/>
                <a:gd name="connsiteY6" fmla="*/ 140427 h 180123"/>
                <a:gd name="connsiteX7" fmla="*/ 40143 w 79839"/>
                <a:gd name="connsiteY7" fmla="*/ 180123 h 18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180123">
                  <a:moveTo>
                    <a:pt x="40143" y="180123"/>
                  </a:moveTo>
                  <a:cubicBezTo>
                    <a:pt x="18219" y="180123"/>
                    <a:pt x="447" y="162350"/>
                    <a:pt x="447" y="14042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3"/>
                    <a:pt x="79393" y="39697"/>
                  </a:cubicBezTo>
                  <a:lnTo>
                    <a:pt x="79840" y="140427"/>
                  </a:lnTo>
                  <a:cubicBezTo>
                    <a:pt x="79840" y="162350"/>
                    <a:pt x="62067" y="180123"/>
                    <a:pt x="40143" y="18012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3FD75C01-E023-554E-BA4E-7E447E6543ED}"/>
                </a:ext>
              </a:extLst>
            </p:cNvPr>
            <p:cNvSpPr/>
            <p:nvPr/>
          </p:nvSpPr>
          <p:spPr>
            <a:xfrm>
              <a:off x="5851270" y="4780878"/>
              <a:ext cx="79194" cy="79452"/>
            </a:xfrm>
            <a:custGeom>
              <a:avLst/>
              <a:gdLst>
                <a:gd name="connsiteX0" fmla="*/ 39746 w 79194"/>
                <a:gd name="connsiteY0" fmla="*/ 79453 h 79452"/>
                <a:gd name="connsiteX1" fmla="*/ 31956 w 79194"/>
                <a:gd name="connsiteY1" fmla="*/ 78659 h 79452"/>
                <a:gd name="connsiteX2" fmla="*/ 24562 w 79194"/>
                <a:gd name="connsiteY2" fmla="*/ 76426 h 79452"/>
                <a:gd name="connsiteX3" fmla="*/ 17665 w 79194"/>
                <a:gd name="connsiteY3" fmla="*/ 72754 h 79452"/>
                <a:gd name="connsiteX4" fmla="*/ 11661 w 79194"/>
                <a:gd name="connsiteY4" fmla="*/ 67792 h 79452"/>
                <a:gd name="connsiteX5" fmla="*/ 0 w 79194"/>
                <a:gd name="connsiteY5" fmla="*/ 39706 h 79452"/>
                <a:gd name="connsiteX6" fmla="*/ 794 w 79194"/>
                <a:gd name="connsiteY6" fmla="*/ 31966 h 79452"/>
                <a:gd name="connsiteX7" fmla="*/ 11661 w 79194"/>
                <a:gd name="connsiteY7" fmla="*/ 11621 h 79452"/>
                <a:gd name="connsiteX8" fmla="*/ 17665 w 79194"/>
                <a:gd name="connsiteY8" fmla="*/ 6659 h 79452"/>
                <a:gd name="connsiteX9" fmla="*/ 24513 w 79194"/>
                <a:gd name="connsiteY9" fmla="*/ 2987 h 79452"/>
                <a:gd name="connsiteX10" fmla="*/ 67782 w 79194"/>
                <a:gd name="connsiteY10" fmla="*/ 11572 h 79452"/>
                <a:gd name="connsiteX11" fmla="*/ 72744 w 79194"/>
                <a:gd name="connsiteY11" fmla="*/ 17625 h 79452"/>
                <a:gd name="connsiteX12" fmla="*/ 78450 w 79194"/>
                <a:gd name="connsiteY12" fmla="*/ 32015 h 79452"/>
                <a:gd name="connsiteX13" fmla="*/ 79195 w 79194"/>
                <a:gd name="connsiteY13" fmla="*/ 39756 h 79452"/>
                <a:gd name="connsiteX14" fmla="*/ 67583 w 79194"/>
                <a:gd name="connsiteY14" fmla="*/ 67841 h 79452"/>
                <a:gd name="connsiteX15" fmla="*/ 61579 w 79194"/>
                <a:gd name="connsiteY15" fmla="*/ 72803 h 79452"/>
                <a:gd name="connsiteX16" fmla="*/ 54682 w 79194"/>
                <a:gd name="connsiteY16" fmla="*/ 76475 h 79452"/>
                <a:gd name="connsiteX17" fmla="*/ 47289 w 79194"/>
                <a:gd name="connsiteY17" fmla="*/ 78708 h 79452"/>
                <a:gd name="connsiteX18" fmla="*/ 39746 w 79194"/>
                <a:gd name="connsiteY18" fmla="*/ 79453 h 7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194" h="79452">
                  <a:moveTo>
                    <a:pt x="39746" y="79453"/>
                  </a:moveTo>
                  <a:cubicBezTo>
                    <a:pt x="37129" y="79461"/>
                    <a:pt x="34518" y="79195"/>
                    <a:pt x="31956" y="78659"/>
                  </a:cubicBezTo>
                  <a:cubicBezTo>
                    <a:pt x="29423" y="78165"/>
                    <a:pt x="26946" y="77416"/>
                    <a:pt x="24562" y="76426"/>
                  </a:cubicBezTo>
                  <a:cubicBezTo>
                    <a:pt x="22148" y="75431"/>
                    <a:pt x="19838" y="74202"/>
                    <a:pt x="17665" y="72754"/>
                  </a:cubicBezTo>
                  <a:cubicBezTo>
                    <a:pt x="15500" y="71309"/>
                    <a:pt x="13488" y="69646"/>
                    <a:pt x="11661" y="67792"/>
                  </a:cubicBezTo>
                  <a:cubicBezTo>
                    <a:pt x="4228" y="60331"/>
                    <a:pt x="37" y="50238"/>
                    <a:pt x="0" y="39706"/>
                  </a:cubicBezTo>
                  <a:cubicBezTo>
                    <a:pt x="16" y="37107"/>
                    <a:pt x="282" y="34515"/>
                    <a:pt x="794" y="31966"/>
                  </a:cubicBezTo>
                  <a:cubicBezTo>
                    <a:pt x="2323" y="24258"/>
                    <a:pt x="6105" y="17178"/>
                    <a:pt x="11661" y="11621"/>
                  </a:cubicBezTo>
                  <a:cubicBezTo>
                    <a:pt x="13477" y="9755"/>
                    <a:pt x="15490" y="8091"/>
                    <a:pt x="17665" y="6659"/>
                  </a:cubicBezTo>
                  <a:cubicBezTo>
                    <a:pt x="19827" y="5223"/>
                    <a:pt x="22120" y="3994"/>
                    <a:pt x="24513" y="2987"/>
                  </a:cubicBezTo>
                  <a:cubicBezTo>
                    <a:pt x="39351" y="-3097"/>
                    <a:pt x="56390" y="283"/>
                    <a:pt x="67782" y="11572"/>
                  </a:cubicBezTo>
                  <a:cubicBezTo>
                    <a:pt x="69636" y="13417"/>
                    <a:pt x="71298" y="15445"/>
                    <a:pt x="72744" y="17625"/>
                  </a:cubicBezTo>
                  <a:cubicBezTo>
                    <a:pt x="75540" y="22018"/>
                    <a:pt x="77476" y="26901"/>
                    <a:pt x="78450" y="32015"/>
                  </a:cubicBezTo>
                  <a:cubicBezTo>
                    <a:pt x="78946" y="34566"/>
                    <a:pt x="79195" y="37158"/>
                    <a:pt x="79195" y="39756"/>
                  </a:cubicBezTo>
                  <a:cubicBezTo>
                    <a:pt x="79176" y="50282"/>
                    <a:pt x="75003" y="60375"/>
                    <a:pt x="67583" y="67841"/>
                  </a:cubicBezTo>
                  <a:cubicBezTo>
                    <a:pt x="65746" y="69684"/>
                    <a:pt x="63735" y="71346"/>
                    <a:pt x="61579" y="72803"/>
                  </a:cubicBezTo>
                  <a:cubicBezTo>
                    <a:pt x="59406" y="74251"/>
                    <a:pt x="57097" y="75481"/>
                    <a:pt x="54682" y="76475"/>
                  </a:cubicBezTo>
                  <a:cubicBezTo>
                    <a:pt x="52299" y="77466"/>
                    <a:pt x="49822" y="78214"/>
                    <a:pt x="47289" y="78708"/>
                  </a:cubicBezTo>
                  <a:cubicBezTo>
                    <a:pt x="44807" y="79212"/>
                    <a:pt x="42279" y="79462"/>
                    <a:pt x="39746" y="794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D1BAA380-80BC-6F34-825A-8C529770FA60}"/>
                </a:ext>
              </a:extLst>
            </p:cNvPr>
            <p:cNvSpPr/>
            <p:nvPr/>
          </p:nvSpPr>
          <p:spPr>
            <a:xfrm>
              <a:off x="5853453" y="5326914"/>
              <a:ext cx="79839" cy="180123"/>
            </a:xfrm>
            <a:custGeom>
              <a:avLst/>
              <a:gdLst>
                <a:gd name="connsiteX0" fmla="*/ 40143 w 79839"/>
                <a:gd name="connsiteY0" fmla="*/ 180123 h 180123"/>
                <a:gd name="connsiteX1" fmla="*/ 447 w 79839"/>
                <a:gd name="connsiteY1" fmla="*/ 140427 h 180123"/>
                <a:gd name="connsiteX2" fmla="*/ 0 w 79839"/>
                <a:gd name="connsiteY2" fmla="*/ 39697 h 180123"/>
                <a:gd name="connsiteX3" fmla="*/ 39697 w 79839"/>
                <a:gd name="connsiteY3" fmla="*/ 0 h 180123"/>
                <a:gd name="connsiteX4" fmla="*/ 39697 w 79839"/>
                <a:gd name="connsiteY4" fmla="*/ 0 h 180123"/>
                <a:gd name="connsiteX5" fmla="*/ 79393 w 79839"/>
                <a:gd name="connsiteY5" fmla="*/ 39697 h 180123"/>
                <a:gd name="connsiteX6" fmla="*/ 79840 w 79839"/>
                <a:gd name="connsiteY6" fmla="*/ 140377 h 180123"/>
                <a:gd name="connsiteX7" fmla="*/ 40143 w 79839"/>
                <a:gd name="connsiteY7" fmla="*/ 180074 h 18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39" h="180123">
                  <a:moveTo>
                    <a:pt x="40143" y="180123"/>
                  </a:moveTo>
                  <a:cubicBezTo>
                    <a:pt x="18219" y="180123"/>
                    <a:pt x="447" y="162349"/>
                    <a:pt x="447" y="140427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39697" y="0"/>
                  </a:lnTo>
                  <a:cubicBezTo>
                    <a:pt x="61621" y="0"/>
                    <a:pt x="79393" y="17774"/>
                    <a:pt x="79393" y="39697"/>
                  </a:cubicBezTo>
                  <a:lnTo>
                    <a:pt x="79840" y="140377"/>
                  </a:lnTo>
                  <a:cubicBezTo>
                    <a:pt x="79840" y="162299"/>
                    <a:pt x="62067" y="180074"/>
                    <a:pt x="40143" y="1800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79FCB8CC-CD1D-B0B8-CBB3-7195E490E2B6}"/>
                </a:ext>
              </a:extLst>
            </p:cNvPr>
            <p:cNvSpPr/>
            <p:nvPr/>
          </p:nvSpPr>
          <p:spPr>
            <a:xfrm>
              <a:off x="5854347" y="5525161"/>
              <a:ext cx="79342" cy="79480"/>
            </a:xfrm>
            <a:custGeom>
              <a:avLst/>
              <a:gdLst>
                <a:gd name="connsiteX0" fmla="*/ 39696 w 79342"/>
                <a:gd name="connsiteY0" fmla="*/ 79480 h 79480"/>
                <a:gd name="connsiteX1" fmla="*/ 31906 w 79342"/>
                <a:gd name="connsiteY1" fmla="*/ 78686 h 79480"/>
                <a:gd name="connsiteX2" fmla="*/ 24512 w 79342"/>
                <a:gd name="connsiteY2" fmla="*/ 76453 h 79480"/>
                <a:gd name="connsiteX3" fmla="*/ 17615 w 79342"/>
                <a:gd name="connsiteY3" fmla="*/ 72781 h 79480"/>
                <a:gd name="connsiteX4" fmla="*/ 11611 w 79342"/>
                <a:gd name="connsiteY4" fmla="*/ 67819 h 79480"/>
                <a:gd name="connsiteX5" fmla="*/ 6649 w 79342"/>
                <a:gd name="connsiteY5" fmla="*/ 61765 h 79480"/>
                <a:gd name="connsiteX6" fmla="*/ 3026 w 79342"/>
                <a:gd name="connsiteY6" fmla="*/ 54918 h 79480"/>
                <a:gd name="connsiteX7" fmla="*/ 744 w 79342"/>
                <a:gd name="connsiteY7" fmla="*/ 47475 h 79480"/>
                <a:gd name="connsiteX8" fmla="*/ 744 w 79342"/>
                <a:gd name="connsiteY8" fmla="*/ 31993 h 79480"/>
                <a:gd name="connsiteX9" fmla="*/ 3026 w 79342"/>
                <a:gd name="connsiteY9" fmla="*/ 24550 h 79480"/>
                <a:gd name="connsiteX10" fmla="*/ 6649 w 79342"/>
                <a:gd name="connsiteY10" fmla="*/ 17702 h 79480"/>
                <a:gd name="connsiteX11" fmla="*/ 11611 w 79342"/>
                <a:gd name="connsiteY11" fmla="*/ 11648 h 79480"/>
                <a:gd name="connsiteX12" fmla="*/ 17615 w 79342"/>
                <a:gd name="connsiteY12" fmla="*/ 6686 h 79480"/>
                <a:gd name="connsiteX13" fmla="*/ 24463 w 79342"/>
                <a:gd name="connsiteY13" fmla="*/ 3014 h 79480"/>
                <a:gd name="connsiteX14" fmla="*/ 31906 w 79342"/>
                <a:gd name="connsiteY14" fmla="*/ 782 h 79480"/>
                <a:gd name="connsiteX15" fmla="*/ 47437 w 79342"/>
                <a:gd name="connsiteY15" fmla="*/ 782 h 79480"/>
                <a:gd name="connsiteX16" fmla="*/ 54880 w 79342"/>
                <a:gd name="connsiteY16" fmla="*/ 3014 h 79480"/>
                <a:gd name="connsiteX17" fmla="*/ 61728 w 79342"/>
                <a:gd name="connsiteY17" fmla="*/ 6686 h 79480"/>
                <a:gd name="connsiteX18" fmla="*/ 67732 w 79342"/>
                <a:gd name="connsiteY18" fmla="*/ 11648 h 79480"/>
                <a:gd name="connsiteX19" fmla="*/ 72694 w 79342"/>
                <a:gd name="connsiteY19" fmla="*/ 17702 h 79480"/>
                <a:gd name="connsiteX20" fmla="*/ 78599 w 79342"/>
                <a:gd name="connsiteY20" fmla="*/ 31993 h 79480"/>
                <a:gd name="connsiteX21" fmla="*/ 78599 w 79342"/>
                <a:gd name="connsiteY21" fmla="*/ 47475 h 79480"/>
                <a:gd name="connsiteX22" fmla="*/ 67732 w 79342"/>
                <a:gd name="connsiteY22" fmla="*/ 67819 h 79480"/>
                <a:gd name="connsiteX23" fmla="*/ 39696 w 79342"/>
                <a:gd name="connsiteY23" fmla="*/ 79480 h 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342" h="79480">
                  <a:moveTo>
                    <a:pt x="39696" y="79480"/>
                  </a:moveTo>
                  <a:cubicBezTo>
                    <a:pt x="37079" y="79490"/>
                    <a:pt x="34468" y="79222"/>
                    <a:pt x="31906" y="78686"/>
                  </a:cubicBezTo>
                  <a:cubicBezTo>
                    <a:pt x="29373" y="78190"/>
                    <a:pt x="26896" y="77445"/>
                    <a:pt x="24512" y="76453"/>
                  </a:cubicBezTo>
                  <a:cubicBezTo>
                    <a:pt x="22098" y="75461"/>
                    <a:pt x="19788" y="74230"/>
                    <a:pt x="17615" y="72781"/>
                  </a:cubicBezTo>
                  <a:cubicBezTo>
                    <a:pt x="15459" y="71322"/>
                    <a:pt x="13448" y="69660"/>
                    <a:pt x="11611" y="67819"/>
                  </a:cubicBezTo>
                  <a:cubicBezTo>
                    <a:pt x="9771" y="65958"/>
                    <a:pt x="8110" y="63934"/>
                    <a:pt x="6649" y="61765"/>
                  </a:cubicBezTo>
                  <a:cubicBezTo>
                    <a:pt x="5238" y="59597"/>
                    <a:pt x="4025" y="57305"/>
                    <a:pt x="3026" y="54918"/>
                  </a:cubicBezTo>
                  <a:cubicBezTo>
                    <a:pt x="2020" y="52521"/>
                    <a:pt x="1255" y="50025"/>
                    <a:pt x="744" y="47475"/>
                  </a:cubicBezTo>
                  <a:cubicBezTo>
                    <a:pt x="-248" y="42364"/>
                    <a:pt x="-248" y="37104"/>
                    <a:pt x="744" y="31993"/>
                  </a:cubicBezTo>
                  <a:cubicBezTo>
                    <a:pt x="1255" y="29442"/>
                    <a:pt x="2020" y="26947"/>
                    <a:pt x="3026" y="24550"/>
                  </a:cubicBezTo>
                  <a:cubicBezTo>
                    <a:pt x="4025" y="22163"/>
                    <a:pt x="5238" y="19871"/>
                    <a:pt x="6649" y="17702"/>
                  </a:cubicBezTo>
                  <a:cubicBezTo>
                    <a:pt x="8110" y="15534"/>
                    <a:pt x="9771" y="13509"/>
                    <a:pt x="11611" y="11648"/>
                  </a:cubicBezTo>
                  <a:cubicBezTo>
                    <a:pt x="13448" y="9808"/>
                    <a:pt x="15459" y="8145"/>
                    <a:pt x="17615" y="6686"/>
                  </a:cubicBezTo>
                  <a:cubicBezTo>
                    <a:pt x="19777" y="5252"/>
                    <a:pt x="22070" y="4022"/>
                    <a:pt x="24463" y="3014"/>
                  </a:cubicBezTo>
                  <a:cubicBezTo>
                    <a:pt x="26865" y="2032"/>
                    <a:pt x="29358" y="1283"/>
                    <a:pt x="31906" y="782"/>
                  </a:cubicBezTo>
                  <a:cubicBezTo>
                    <a:pt x="37031" y="-261"/>
                    <a:pt x="42312" y="-261"/>
                    <a:pt x="47437" y="782"/>
                  </a:cubicBezTo>
                  <a:cubicBezTo>
                    <a:pt x="49985" y="1283"/>
                    <a:pt x="52478" y="2032"/>
                    <a:pt x="54880" y="3014"/>
                  </a:cubicBezTo>
                  <a:cubicBezTo>
                    <a:pt x="57273" y="4022"/>
                    <a:pt x="59565" y="5252"/>
                    <a:pt x="61728" y="6686"/>
                  </a:cubicBezTo>
                  <a:cubicBezTo>
                    <a:pt x="63893" y="8130"/>
                    <a:pt x="65905" y="9793"/>
                    <a:pt x="67732" y="11648"/>
                  </a:cubicBezTo>
                  <a:cubicBezTo>
                    <a:pt x="69585" y="13494"/>
                    <a:pt x="71248" y="15524"/>
                    <a:pt x="72694" y="17702"/>
                  </a:cubicBezTo>
                  <a:cubicBezTo>
                    <a:pt x="75548" y="22049"/>
                    <a:pt x="77551" y="26897"/>
                    <a:pt x="78599" y="31993"/>
                  </a:cubicBezTo>
                  <a:cubicBezTo>
                    <a:pt x="79591" y="37104"/>
                    <a:pt x="79591" y="42364"/>
                    <a:pt x="78599" y="47475"/>
                  </a:cubicBezTo>
                  <a:cubicBezTo>
                    <a:pt x="77070" y="55181"/>
                    <a:pt x="73288" y="62262"/>
                    <a:pt x="67732" y="67819"/>
                  </a:cubicBezTo>
                  <a:cubicBezTo>
                    <a:pt x="60301" y="75267"/>
                    <a:pt x="50217" y="79460"/>
                    <a:pt x="39696" y="7948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340163B7-1AEE-C449-B1C6-9FB818E22A9D}"/>
                </a:ext>
              </a:extLst>
            </p:cNvPr>
            <p:cNvSpPr/>
            <p:nvPr/>
          </p:nvSpPr>
          <p:spPr>
            <a:xfrm>
              <a:off x="6018299" y="5203565"/>
              <a:ext cx="176454" cy="109058"/>
            </a:xfrm>
            <a:custGeom>
              <a:avLst/>
              <a:gdLst>
                <a:gd name="connsiteX0" fmla="*/ 136799 w 176454"/>
                <a:gd name="connsiteY0" fmla="*/ 109009 h 109058"/>
                <a:gd name="connsiteX1" fmla="*/ 125237 w 176454"/>
                <a:gd name="connsiteY1" fmla="*/ 107272 h 109058"/>
                <a:gd name="connsiteX2" fmla="*/ 28874 w 176454"/>
                <a:gd name="connsiteY2" fmla="*/ 77897 h 109058"/>
                <a:gd name="connsiteX3" fmla="*/ 1518 w 176454"/>
                <a:gd name="connsiteY3" fmla="*/ 28874 h 109058"/>
                <a:gd name="connsiteX4" fmla="*/ 50538 w 176454"/>
                <a:gd name="connsiteY4" fmla="*/ 1517 h 109058"/>
                <a:gd name="connsiteX5" fmla="*/ 52046 w 176454"/>
                <a:gd name="connsiteY5" fmla="*/ 1977 h 109058"/>
                <a:gd name="connsiteX6" fmla="*/ 148360 w 176454"/>
                <a:gd name="connsiteY6" fmla="*/ 31402 h 109058"/>
                <a:gd name="connsiteX7" fmla="*/ 174709 w 176454"/>
                <a:gd name="connsiteY7" fmla="*/ 80973 h 109058"/>
                <a:gd name="connsiteX8" fmla="*/ 136799 w 176454"/>
                <a:gd name="connsiteY8" fmla="*/ 109059 h 109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54" h="109058">
                  <a:moveTo>
                    <a:pt x="136799" y="109009"/>
                  </a:moveTo>
                  <a:cubicBezTo>
                    <a:pt x="132879" y="109014"/>
                    <a:pt x="128983" y="108428"/>
                    <a:pt x="125237" y="107272"/>
                  </a:cubicBezTo>
                  <a:lnTo>
                    <a:pt x="28874" y="77897"/>
                  </a:lnTo>
                  <a:cubicBezTo>
                    <a:pt x="7780" y="71912"/>
                    <a:pt x="-4467" y="49967"/>
                    <a:pt x="1518" y="28874"/>
                  </a:cubicBezTo>
                  <a:cubicBezTo>
                    <a:pt x="7497" y="7783"/>
                    <a:pt x="29444" y="-4466"/>
                    <a:pt x="50538" y="1517"/>
                  </a:cubicBezTo>
                  <a:cubicBezTo>
                    <a:pt x="51044" y="1660"/>
                    <a:pt x="51545" y="1813"/>
                    <a:pt x="52046" y="1977"/>
                  </a:cubicBezTo>
                  <a:lnTo>
                    <a:pt x="148360" y="31402"/>
                  </a:lnTo>
                  <a:cubicBezTo>
                    <a:pt x="169325" y="37816"/>
                    <a:pt x="181120" y="60008"/>
                    <a:pt x="174709" y="80973"/>
                  </a:cubicBezTo>
                  <a:cubicBezTo>
                    <a:pt x="169608" y="97646"/>
                    <a:pt x="154230" y="109034"/>
                    <a:pt x="136799" y="10905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02EAB347-6E50-4E71-3FA5-EDD4985536F8}"/>
                </a:ext>
              </a:extLst>
            </p:cNvPr>
            <p:cNvSpPr/>
            <p:nvPr/>
          </p:nvSpPr>
          <p:spPr>
            <a:xfrm>
              <a:off x="6208738" y="5261675"/>
              <a:ext cx="79443" cy="79430"/>
            </a:xfrm>
            <a:custGeom>
              <a:avLst/>
              <a:gdLst>
                <a:gd name="connsiteX0" fmla="*/ 39746 w 79443"/>
                <a:gd name="connsiteY0" fmla="*/ 79381 h 79430"/>
                <a:gd name="connsiteX1" fmla="*/ 31956 w 79443"/>
                <a:gd name="connsiteY1" fmla="*/ 78587 h 79430"/>
                <a:gd name="connsiteX2" fmla="*/ 24562 w 79443"/>
                <a:gd name="connsiteY2" fmla="*/ 76354 h 79430"/>
                <a:gd name="connsiteX3" fmla="*/ 17715 w 79443"/>
                <a:gd name="connsiteY3" fmla="*/ 72682 h 79430"/>
                <a:gd name="connsiteX4" fmla="*/ 11661 w 79443"/>
                <a:gd name="connsiteY4" fmla="*/ 67720 h 79430"/>
                <a:gd name="connsiteX5" fmla="*/ 6699 w 79443"/>
                <a:gd name="connsiteY5" fmla="*/ 61716 h 79430"/>
                <a:gd name="connsiteX6" fmla="*/ 3027 w 79443"/>
                <a:gd name="connsiteY6" fmla="*/ 54868 h 79430"/>
                <a:gd name="connsiteX7" fmla="*/ 744 w 79443"/>
                <a:gd name="connsiteY7" fmla="*/ 47425 h 79430"/>
                <a:gd name="connsiteX8" fmla="*/ 744 w 79443"/>
                <a:gd name="connsiteY8" fmla="*/ 31943 h 79430"/>
                <a:gd name="connsiteX9" fmla="*/ 3027 w 79443"/>
                <a:gd name="connsiteY9" fmla="*/ 24500 h 79430"/>
                <a:gd name="connsiteX10" fmla="*/ 6699 w 79443"/>
                <a:gd name="connsiteY10" fmla="*/ 17653 h 79430"/>
                <a:gd name="connsiteX11" fmla="*/ 17665 w 79443"/>
                <a:gd name="connsiteY11" fmla="*/ 6686 h 79430"/>
                <a:gd name="connsiteX12" fmla="*/ 24513 w 79443"/>
                <a:gd name="connsiteY12" fmla="*/ 3014 h 79430"/>
                <a:gd name="connsiteX13" fmla="*/ 31906 w 79443"/>
                <a:gd name="connsiteY13" fmla="*/ 782 h 79430"/>
                <a:gd name="connsiteX14" fmla="*/ 47437 w 79443"/>
                <a:gd name="connsiteY14" fmla="*/ 782 h 79430"/>
                <a:gd name="connsiteX15" fmla="*/ 54881 w 79443"/>
                <a:gd name="connsiteY15" fmla="*/ 3014 h 79430"/>
                <a:gd name="connsiteX16" fmla="*/ 61728 w 79443"/>
                <a:gd name="connsiteY16" fmla="*/ 6686 h 79430"/>
                <a:gd name="connsiteX17" fmla="*/ 67782 w 79443"/>
                <a:gd name="connsiteY17" fmla="*/ 11648 h 79430"/>
                <a:gd name="connsiteX18" fmla="*/ 72744 w 79443"/>
                <a:gd name="connsiteY18" fmla="*/ 17702 h 79430"/>
                <a:gd name="connsiteX19" fmla="*/ 76416 w 79443"/>
                <a:gd name="connsiteY19" fmla="*/ 24550 h 79430"/>
                <a:gd name="connsiteX20" fmla="*/ 78649 w 79443"/>
                <a:gd name="connsiteY20" fmla="*/ 31993 h 79430"/>
                <a:gd name="connsiteX21" fmla="*/ 79443 w 79443"/>
                <a:gd name="connsiteY21" fmla="*/ 39734 h 79430"/>
                <a:gd name="connsiteX22" fmla="*/ 39746 w 79443"/>
                <a:gd name="connsiteY22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43" h="79430">
                  <a:moveTo>
                    <a:pt x="39746" y="79381"/>
                  </a:moveTo>
                  <a:cubicBezTo>
                    <a:pt x="37131" y="79386"/>
                    <a:pt x="34516" y="79123"/>
                    <a:pt x="31956" y="78587"/>
                  </a:cubicBezTo>
                  <a:cubicBezTo>
                    <a:pt x="29420" y="78091"/>
                    <a:pt x="26944" y="77346"/>
                    <a:pt x="24562" y="76354"/>
                  </a:cubicBezTo>
                  <a:cubicBezTo>
                    <a:pt x="22171" y="75347"/>
                    <a:pt x="19878" y="74121"/>
                    <a:pt x="17715" y="72682"/>
                  </a:cubicBezTo>
                  <a:cubicBezTo>
                    <a:pt x="15536" y="71238"/>
                    <a:pt x="13507" y="69576"/>
                    <a:pt x="11661" y="67720"/>
                  </a:cubicBezTo>
                  <a:cubicBezTo>
                    <a:pt x="9795" y="65904"/>
                    <a:pt x="8133" y="63889"/>
                    <a:pt x="6699" y="61716"/>
                  </a:cubicBezTo>
                  <a:cubicBezTo>
                    <a:pt x="5255" y="59557"/>
                    <a:pt x="4024" y="57265"/>
                    <a:pt x="3027" y="54868"/>
                  </a:cubicBezTo>
                  <a:cubicBezTo>
                    <a:pt x="2044" y="52461"/>
                    <a:pt x="1280" y="49971"/>
                    <a:pt x="744" y="47425"/>
                  </a:cubicBezTo>
                  <a:cubicBezTo>
                    <a:pt x="-248" y="42314"/>
                    <a:pt x="-248" y="37054"/>
                    <a:pt x="744" y="31943"/>
                  </a:cubicBezTo>
                  <a:cubicBezTo>
                    <a:pt x="1280" y="29398"/>
                    <a:pt x="2044" y="26907"/>
                    <a:pt x="3027" y="24500"/>
                  </a:cubicBezTo>
                  <a:cubicBezTo>
                    <a:pt x="4024" y="22104"/>
                    <a:pt x="5255" y="19811"/>
                    <a:pt x="6699" y="17653"/>
                  </a:cubicBezTo>
                  <a:cubicBezTo>
                    <a:pt x="9552" y="13276"/>
                    <a:pt x="13288" y="9540"/>
                    <a:pt x="17665" y="6686"/>
                  </a:cubicBezTo>
                  <a:cubicBezTo>
                    <a:pt x="19814" y="5232"/>
                    <a:pt x="22111" y="4002"/>
                    <a:pt x="24513" y="3014"/>
                  </a:cubicBezTo>
                  <a:cubicBezTo>
                    <a:pt x="26894" y="2022"/>
                    <a:pt x="29371" y="1278"/>
                    <a:pt x="31906" y="782"/>
                  </a:cubicBezTo>
                  <a:cubicBezTo>
                    <a:pt x="37032" y="-261"/>
                    <a:pt x="42312" y="-261"/>
                    <a:pt x="47437" y="782"/>
                  </a:cubicBezTo>
                  <a:cubicBezTo>
                    <a:pt x="49983" y="1283"/>
                    <a:pt x="52479" y="2032"/>
                    <a:pt x="54881" y="3014"/>
                  </a:cubicBezTo>
                  <a:cubicBezTo>
                    <a:pt x="57277" y="4012"/>
                    <a:pt x="59570" y="5242"/>
                    <a:pt x="61728" y="6686"/>
                  </a:cubicBezTo>
                  <a:cubicBezTo>
                    <a:pt x="63912" y="8130"/>
                    <a:pt x="65936" y="9793"/>
                    <a:pt x="67782" y="11648"/>
                  </a:cubicBezTo>
                  <a:cubicBezTo>
                    <a:pt x="69623" y="13504"/>
                    <a:pt x="71285" y="15534"/>
                    <a:pt x="72744" y="17702"/>
                  </a:cubicBezTo>
                  <a:cubicBezTo>
                    <a:pt x="74188" y="19861"/>
                    <a:pt x="75419" y="22153"/>
                    <a:pt x="76416" y="24550"/>
                  </a:cubicBezTo>
                  <a:cubicBezTo>
                    <a:pt x="77408" y="26951"/>
                    <a:pt x="78153" y="29442"/>
                    <a:pt x="78649" y="31993"/>
                  </a:cubicBezTo>
                  <a:cubicBezTo>
                    <a:pt x="79185" y="34538"/>
                    <a:pt x="79453" y="37134"/>
                    <a:pt x="79443" y="39734"/>
                  </a:cubicBezTo>
                  <a:cubicBezTo>
                    <a:pt x="79443" y="61656"/>
                    <a:pt x="61669" y="79430"/>
                    <a:pt x="39746" y="7943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32F8E018-BF6E-608B-FDA6-4783FAA3EA67}"/>
                </a:ext>
              </a:extLst>
            </p:cNvPr>
            <p:cNvSpPr/>
            <p:nvPr/>
          </p:nvSpPr>
          <p:spPr>
            <a:xfrm>
              <a:off x="5590935" y="5073177"/>
              <a:ext cx="175160" cy="108596"/>
            </a:xfrm>
            <a:custGeom>
              <a:avLst/>
              <a:gdLst>
                <a:gd name="connsiteX0" fmla="*/ 135341 w 175160"/>
                <a:gd name="connsiteY0" fmla="*/ 108597 h 108596"/>
                <a:gd name="connsiteX1" fmla="*/ 123730 w 175160"/>
                <a:gd name="connsiteY1" fmla="*/ 106860 h 108596"/>
                <a:gd name="connsiteX2" fmla="*/ 27366 w 175160"/>
                <a:gd name="connsiteY2" fmla="*/ 77435 h 108596"/>
                <a:gd name="connsiteX3" fmla="*/ 1978 w 175160"/>
                <a:gd name="connsiteY3" fmla="*/ 27365 h 108596"/>
                <a:gd name="connsiteX4" fmla="*/ 50539 w 175160"/>
                <a:gd name="connsiteY4" fmla="*/ 1515 h 108596"/>
                <a:gd name="connsiteX5" fmla="*/ 146903 w 175160"/>
                <a:gd name="connsiteY5" fmla="*/ 30891 h 108596"/>
                <a:gd name="connsiteX6" fmla="*/ 173463 w 175160"/>
                <a:gd name="connsiteY6" fmla="*/ 80350 h 108596"/>
                <a:gd name="connsiteX7" fmla="*/ 135341 w 175160"/>
                <a:gd name="connsiteY7" fmla="*/ 108597 h 10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160" h="108596">
                  <a:moveTo>
                    <a:pt x="135341" y="108597"/>
                  </a:moveTo>
                  <a:cubicBezTo>
                    <a:pt x="131406" y="108603"/>
                    <a:pt x="127491" y="108018"/>
                    <a:pt x="123730" y="106860"/>
                  </a:cubicBezTo>
                  <a:lnTo>
                    <a:pt x="27366" y="77435"/>
                  </a:lnTo>
                  <a:cubicBezTo>
                    <a:pt x="6529" y="70619"/>
                    <a:pt x="-4838" y="48202"/>
                    <a:pt x="1978" y="27365"/>
                  </a:cubicBezTo>
                  <a:cubicBezTo>
                    <a:pt x="8603" y="7111"/>
                    <a:pt x="30038" y="-4300"/>
                    <a:pt x="50539" y="1515"/>
                  </a:cubicBezTo>
                  <a:lnTo>
                    <a:pt x="146903" y="30891"/>
                  </a:lnTo>
                  <a:cubicBezTo>
                    <a:pt x="167895" y="37214"/>
                    <a:pt x="179786" y="59358"/>
                    <a:pt x="173463" y="80350"/>
                  </a:cubicBezTo>
                  <a:cubicBezTo>
                    <a:pt x="168400" y="97159"/>
                    <a:pt x="152896" y="108646"/>
                    <a:pt x="135341" y="10859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B25BD606-A0A4-6376-046A-5EB7C15BE822}"/>
                </a:ext>
              </a:extLst>
            </p:cNvPr>
            <p:cNvSpPr/>
            <p:nvPr/>
          </p:nvSpPr>
          <p:spPr>
            <a:xfrm>
              <a:off x="5496780" y="5044514"/>
              <a:ext cx="79491" cy="79426"/>
            </a:xfrm>
            <a:custGeom>
              <a:avLst/>
              <a:gdLst>
                <a:gd name="connsiteX0" fmla="*/ 39746 w 79491"/>
                <a:gd name="connsiteY0" fmla="*/ 79402 h 79426"/>
                <a:gd name="connsiteX1" fmla="*/ 11660 w 79491"/>
                <a:gd name="connsiteY1" fmla="*/ 67791 h 79426"/>
                <a:gd name="connsiteX2" fmla="*/ 6698 w 79491"/>
                <a:gd name="connsiteY2" fmla="*/ 61737 h 79426"/>
                <a:gd name="connsiteX3" fmla="*/ 3026 w 79491"/>
                <a:gd name="connsiteY3" fmla="*/ 54890 h 79426"/>
                <a:gd name="connsiteX4" fmla="*/ 793 w 79491"/>
                <a:gd name="connsiteY4" fmla="*/ 47447 h 79426"/>
                <a:gd name="connsiteX5" fmla="*/ 793 w 79491"/>
                <a:gd name="connsiteY5" fmla="*/ 31965 h 79426"/>
                <a:gd name="connsiteX6" fmla="*/ 3026 w 79491"/>
                <a:gd name="connsiteY6" fmla="*/ 24522 h 79426"/>
                <a:gd name="connsiteX7" fmla="*/ 6698 w 79491"/>
                <a:gd name="connsiteY7" fmla="*/ 17674 h 79426"/>
                <a:gd name="connsiteX8" fmla="*/ 11660 w 79491"/>
                <a:gd name="connsiteY8" fmla="*/ 11621 h 79426"/>
                <a:gd name="connsiteX9" fmla="*/ 17714 w 79491"/>
                <a:gd name="connsiteY9" fmla="*/ 6658 h 79426"/>
                <a:gd name="connsiteX10" fmla="*/ 24562 w 79491"/>
                <a:gd name="connsiteY10" fmla="*/ 2987 h 79426"/>
                <a:gd name="connsiteX11" fmla="*/ 54930 w 79491"/>
                <a:gd name="connsiteY11" fmla="*/ 2987 h 79426"/>
                <a:gd name="connsiteX12" fmla="*/ 61777 w 79491"/>
                <a:gd name="connsiteY12" fmla="*/ 6857 h 79426"/>
                <a:gd name="connsiteX13" fmla="*/ 67831 w 79491"/>
                <a:gd name="connsiteY13" fmla="*/ 11819 h 79426"/>
                <a:gd name="connsiteX14" fmla="*/ 72793 w 79491"/>
                <a:gd name="connsiteY14" fmla="*/ 17873 h 79426"/>
                <a:gd name="connsiteX15" fmla="*/ 76465 w 79491"/>
                <a:gd name="connsiteY15" fmla="*/ 24720 h 79426"/>
                <a:gd name="connsiteX16" fmla="*/ 78748 w 79491"/>
                <a:gd name="connsiteY16" fmla="*/ 32164 h 79426"/>
                <a:gd name="connsiteX17" fmla="*/ 79492 w 79491"/>
                <a:gd name="connsiteY17" fmla="*/ 39904 h 79426"/>
                <a:gd name="connsiteX18" fmla="*/ 67881 w 79491"/>
                <a:gd name="connsiteY18" fmla="*/ 67990 h 79426"/>
                <a:gd name="connsiteX19" fmla="*/ 61827 w 79491"/>
                <a:gd name="connsiteY19" fmla="*/ 72952 h 79426"/>
                <a:gd name="connsiteX20" fmla="*/ 54979 w 79491"/>
                <a:gd name="connsiteY20" fmla="*/ 76624 h 79426"/>
                <a:gd name="connsiteX21" fmla="*/ 47536 w 79491"/>
                <a:gd name="connsiteY21" fmla="*/ 78857 h 79426"/>
                <a:gd name="connsiteX22" fmla="*/ 39746 w 79491"/>
                <a:gd name="connsiteY22" fmla="*/ 79402 h 7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9491" h="79426">
                  <a:moveTo>
                    <a:pt x="39746" y="79402"/>
                  </a:moveTo>
                  <a:cubicBezTo>
                    <a:pt x="29220" y="79384"/>
                    <a:pt x="19127" y="75211"/>
                    <a:pt x="11660" y="67791"/>
                  </a:cubicBezTo>
                  <a:cubicBezTo>
                    <a:pt x="9805" y="65947"/>
                    <a:pt x="8143" y="63918"/>
                    <a:pt x="6698" y="61737"/>
                  </a:cubicBezTo>
                  <a:cubicBezTo>
                    <a:pt x="5253" y="59580"/>
                    <a:pt x="4023" y="57287"/>
                    <a:pt x="3026" y="54890"/>
                  </a:cubicBezTo>
                  <a:cubicBezTo>
                    <a:pt x="2036" y="52490"/>
                    <a:pt x="1288" y="49996"/>
                    <a:pt x="793" y="47447"/>
                  </a:cubicBezTo>
                  <a:cubicBezTo>
                    <a:pt x="-264" y="42340"/>
                    <a:pt x="-264" y="37072"/>
                    <a:pt x="793" y="31965"/>
                  </a:cubicBezTo>
                  <a:cubicBezTo>
                    <a:pt x="1288" y="29416"/>
                    <a:pt x="2036" y="26923"/>
                    <a:pt x="3026" y="24522"/>
                  </a:cubicBezTo>
                  <a:cubicBezTo>
                    <a:pt x="4023" y="22125"/>
                    <a:pt x="5253" y="19831"/>
                    <a:pt x="6698" y="17674"/>
                  </a:cubicBezTo>
                  <a:cubicBezTo>
                    <a:pt x="8143" y="15493"/>
                    <a:pt x="9805" y="13465"/>
                    <a:pt x="11660" y="11621"/>
                  </a:cubicBezTo>
                  <a:cubicBezTo>
                    <a:pt x="13518" y="9780"/>
                    <a:pt x="15545" y="8118"/>
                    <a:pt x="17714" y="6658"/>
                  </a:cubicBezTo>
                  <a:cubicBezTo>
                    <a:pt x="19871" y="5214"/>
                    <a:pt x="22165" y="3983"/>
                    <a:pt x="24562" y="2987"/>
                  </a:cubicBezTo>
                  <a:cubicBezTo>
                    <a:pt x="34293" y="-996"/>
                    <a:pt x="45199" y="-996"/>
                    <a:pt x="54930" y="2987"/>
                  </a:cubicBezTo>
                  <a:cubicBezTo>
                    <a:pt x="57335" y="4047"/>
                    <a:pt x="59629" y="5344"/>
                    <a:pt x="61777" y="6857"/>
                  </a:cubicBezTo>
                  <a:cubicBezTo>
                    <a:pt x="63947" y="8317"/>
                    <a:pt x="65974" y="9978"/>
                    <a:pt x="67831" y="11819"/>
                  </a:cubicBezTo>
                  <a:cubicBezTo>
                    <a:pt x="69686" y="13663"/>
                    <a:pt x="71349" y="15692"/>
                    <a:pt x="72793" y="17873"/>
                  </a:cubicBezTo>
                  <a:cubicBezTo>
                    <a:pt x="74238" y="20030"/>
                    <a:pt x="75468" y="22323"/>
                    <a:pt x="76465" y="24720"/>
                  </a:cubicBezTo>
                  <a:cubicBezTo>
                    <a:pt x="77450" y="27127"/>
                    <a:pt x="78213" y="29618"/>
                    <a:pt x="78748" y="32164"/>
                  </a:cubicBezTo>
                  <a:cubicBezTo>
                    <a:pt x="79243" y="34714"/>
                    <a:pt x="79492" y="37306"/>
                    <a:pt x="79492" y="39904"/>
                  </a:cubicBezTo>
                  <a:cubicBezTo>
                    <a:pt x="79473" y="50430"/>
                    <a:pt x="75300" y="60523"/>
                    <a:pt x="67881" y="67990"/>
                  </a:cubicBezTo>
                  <a:cubicBezTo>
                    <a:pt x="66036" y="69845"/>
                    <a:pt x="64008" y="71507"/>
                    <a:pt x="61827" y="72952"/>
                  </a:cubicBezTo>
                  <a:cubicBezTo>
                    <a:pt x="59670" y="74397"/>
                    <a:pt x="57376" y="75627"/>
                    <a:pt x="54979" y="76624"/>
                  </a:cubicBezTo>
                  <a:cubicBezTo>
                    <a:pt x="52579" y="77614"/>
                    <a:pt x="50086" y="78362"/>
                    <a:pt x="47536" y="78857"/>
                  </a:cubicBezTo>
                  <a:cubicBezTo>
                    <a:pt x="44966" y="79314"/>
                    <a:pt x="42355" y="79496"/>
                    <a:pt x="39746" y="7940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41EB2C4F-80BB-080F-7139-92E94DBCC24E}"/>
                </a:ext>
              </a:extLst>
            </p:cNvPr>
            <p:cNvSpPr/>
            <p:nvPr/>
          </p:nvSpPr>
          <p:spPr>
            <a:xfrm>
              <a:off x="5957701" y="5290393"/>
              <a:ext cx="141155" cy="160274"/>
            </a:xfrm>
            <a:custGeom>
              <a:avLst/>
              <a:gdLst>
                <a:gd name="connsiteX0" fmla="*/ 101480 w 141155"/>
                <a:gd name="connsiteY0" fmla="*/ 160275 h 160274"/>
                <a:gd name="connsiteX1" fmla="*/ 69921 w 141155"/>
                <a:gd name="connsiteY1" fmla="*/ 144694 h 160274"/>
                <a:gd name="connsiteX2" fmla="*/ 8788 w 141155"/>
                <a:gd name="connsiteY2" fmla="*/ 64606 h 160274"/>
                <a:gd name="connsiteX3" fmla="*/ 14793 w 141155"/>
                <a:gd name="connsiteY3" fmla="*/ 8788 h 160274"/>
                <a:gd name="connsiteX4" fmla="*/ 70606 w 141155"/>
                <a:gd name="connsiteY4" fmla="*/ 14792 h 160274"/>
                <a:gd name="connsiteX5" fmla="*/ 71856 w 141155"/>
                <a:gd name="connsiteY5" fmla="*/ 16424 h 160274"/>
                <a:gd name="connsiteX6" fmla="*/ 132989 w 141155"/>
                <a:gd name="connsiteY6" fmla="*/ 96463 h 160274"/>
                <a:gd name="connsiteX7" fmla="*/ 125571 w 141155"/>
                <a:gd name="connsiteY7" fmla="*/ 152112 h 160274"/>
                <a:gd name="connsiteX8" fmla="*/ 101480 w 141155"/>
                <a:gd name="connsiteY8" fmla="*/ 160275 h 1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55" h="160274">
                  <a:moveTo>
                    <a:pt x="101480" y="160275"/>
                  </a:moveTo>
                  <a:cubicBezTo>
                    <a:pt x="89105" y="160285"/>
                    <a:pt x="77439" y="154524"/>
                    <a:pt x="69921" y="144694"/>
                  </a:cubicBezTo>
                  <a:lnTo>
                    <a:pt x="8788" y="64606"/>
                  </a:lnTo>
                  <a:cubicBezTo>
                    <a:pt x="-4968" y="47537"/>
                    <a:pt x="-2282" y="22543"/>
                    <a:pt x="14793" y="8788"/>
                  </a:cubicBezTo>
                  <a:cubicBezTo>
                    <a:pt x="31862" y="-4967"/>
                    <a:pt x="56851" y="-2283"/>
                    <a:pt x="70606" y="14792"/>
                  </a:cubicBezTo>
                  <a:cubicBezTo>
                    <a:pt x="71038" y="15323"/>
                    <a:pt x="71454" y="15869"/>
                    <a:pt x="71856" y="16424"/>
                  </a:cubicBezTo>
                  <a:lnTo>
                    <a:pt x="132989" y="96463"/>
                  </a:lnTo>
                  <a:cubicBezTo>
                    <a:pt x="146307" y="113879"/>
                    <a:pt x="142988" y="138789"/>
                    <a:pt x="125571" y="152112"/>
                  </a:cubicBezTo>
                  <a:cubicBezTo>
                    <a:pt x="118654" y="157402"/>
                    <a:pt x="110188" y="160270"/>
                    <a:pt x="101480" y="1602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1E55BA31-9650-0C25-6072-50DB293C1569}"/>
                </a:ext>
              </a:extLst>
            </p:cNvPr>
            <p:cNvSpPr/>
            <p:nvPr/>
          </p:nvSpPr>
          <p:spPr>
            <a:xfrm>
              <a:off x="6078563" y="5448832"/>
              <a:ext cx="79395" cy="79393"/>
            </a:xfrm>
            <a:custGeom>
              <a:avLst/>
              <a:gdLst>
                <a:gd name="connsiteX0" fmla="*/ 39716 w 79395"/>
                <a:gd name="connsiteY0" fmla="*/ 79393 h 79393"/>
                <a:gd name="connsiteX1" fmla="*/ 0 w 79395"/>
                <a:gd name="connsiteY1" fmla="*/ 39716 h 79393"/>
                <a:gd name="connsiteX2" fmla="*/ 39682 w 79395"/>
                <a:gd name="connsiteY2" fmla="*/ 0 h 79393"/>
                <a:gd name="connsiteX3" fmla="*/ 67752 w 79395"/>
                <a:gd name="connsiteY3" fmla="*/ 11611 h 79393"/>
                <a:gd name="connsiteX4" fmla="*/ 67752 w 79395"/>
                <a:gd name="connsiteY4" fmla="*/ 11611 h 79393"/>
                <a:gd name="connsiteX5" fmla="*/ 67782 w 79395"/>
                <a:gd name="connsiteY5" fmla="*/ 67752 h 79393"/>
                <a:gd name="connsiteX6" fmla="*/ 39716 w 7939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5" h="79393">
                  <a:moveTo>
                    <a:pt x="39716" y="79393"/>
                  </a:moveTo>
                  <a:cubicBezTo>
                    <a:pt x="17794" y="79403"/>
                    <a:pt x="10" y="61639"/>
                    <a:pt x="0" y="39716"/>
                  </a:cubicBezTo>
                  <a:cubicBezTo>
                    <a:pt x="-10" y="17789"/>
                    <a:pt x="17754" y="10"/>
                    <a:pt x="39682" y="0"/>
                  </a:cubicBezTo>
                  <a:cubicBezTo>
                    <a:pt x="50206" y="-5"/>
                    <a:pt x="60304" y="4173"/>
                    <a:pt x="67752" y="11611"/>
                  </a:cubicBezTo>
                  <a:lnTo>
                    <a:pt x="67752" y="11611"/>
                  </a:lnTo>
                  <a:cubicBezTo>
                    <a:pt x="83264" y="27103"/>
                    <a:pt x="83279" y="52241"/>
                    <a:pt x="67782" y="67752"/>
                  </a:cubicBezTo>
                  <a:cubicBezTo>
                    <a:pt x="60344" y="75200"/>
                    <a:pt x="50246" y="79388"/>
                    <a:pt x="3971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E942DCC8-1B96-B5B0-2FA1-E6946FF77127}"/>
                </a:ext>
              </a:extLst>
            </p:cNvPr>
            <p:cNvSpPr/>
            <p:nvPr/>
          </p:nvSpPr>
          <p:spPr>
            <a:xfrm>
              <a:off x="5685531" y="4934117"/>
              <a:ext cx="141118" cy="160225"/>
            </a:xfrm>
            <a:custGeom>
              <a:avLst/>
              <a:gdLst>
                <a:gd name="connsiteX0" fmla="*/ 101480 w 141118"/>
                <a:gd name="connsiteY0" fmla="*/ 160225 h 160225"/>
                <a:gd name="connsiteX1" fmla="*/ 69921 w 141118"/>
                <a:gd name="connsiteY1" fmla="*/ 144644 h 160225"/>
                <a:gd name="connsiteX2" fmla="*/ 8788 w 141118"/>
                <a:gd name="connsiteY2" fmla="*/ 64606 h 160225"/>
                <a:gd name="connsiteX3" fmla="*/ 14790 w 141118"/>
                <a:gd name="connsiteY3" fmla="*/ 8788 h 160225"/>
                <a:gd name="connsiteX4" fmla="*/ 70608 w 141118"/>
                <a:gd name="connsiteY4" fmla="*/ 14790 h 160225"/>
                <a:gd name="connsiteX5" fmla="*/ 71856 w 141118"/>
                <a:gd name="connsiteY5" fmla="*/ 16424 h 160225"/>
                <a:gd name="connsiteX6" fmla="*/ 132989 w 141118"/>
                <a:gd name="connsiteY6" fmla="*/ 96463 h 160225"/>
                <a:gd name="connsiteX7" fmla="*/ 125485 w 141118"/>
                <a:gd name="connsiteY7" fmla="*/ 152098 h 160225"/>
                <a:gd name="connsiteX8" fmla="*/ 101480 w 141118"/>
                <a:gd name="connsiteY8" fmla="*/ 160225 h 16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8" h="160225">
                  <a:moveTo>
                    <a:pt x="101480" y="160225"/>
                  </a:moveTo>
                  <a:cubicBezTo>
                    <a:pt x="89107" y="160234"/>
                    <a:pt x="77438" y="154472"/>
                    <a:pt x="69921" y="144644"/>
                  </a:cubicBezTo>
                  <a:lnTo>
                    <a:pt x="8788" y="64606"/>
                  </a:lnTo>
                  <a:cubicBezTo>
                    <a:pt x="-4968" y="47535"/>
                    <a:pt x="-2281" y="22545"/>
                    <a:pt x="14790" y="8788"/>
                  </a:cubicBezTo>
                  <a:cubicBezTo>
                    <a:pt x="31861" y="-4968"/>
                    <a:pt x="56851" y="-2281"/>
                    <a:pt x="70608" y="14790"/>
                  </a:cubicBezTo>
                  <a:cubicBezTo>
                    <a:pt x="71038" y="15324"/>
                    <a:pt x="71454" y="15869"/>
                    <a:pt x="71856" y="16424"/>
                  </a:cubicBezTo>
                  <a:lnTo>
                    <a:pt x="132989" y="96463"/>
                  </a:lnTo>
                  <a:cubicBezTo>
                    <a:pt x="146280" y="113898"/>
                    <a:pt x="142921" y="138807"/>
                    <a:pt x="125485" y="152098"/>
                  </a:cubicBezTo>
                  <a:cubicBezTo>
                    <a:pt x="118587" y="157358"/>
                    <a:pt x="110155" y="160212"/>
                    <a:pt x="101480" y="16022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61C52DD4-2321-A1F2-8980-BA1FBA886B6B}"/>
                </a:ext>
              </a:extLst>
            </p:cNvPr>
            <p:cNvSpPr/>
            <p:nvPr/>
          </p:nvSpPr>
          <p:spPr>
            <a:xfrm>
              <a:off x="5627034" y="4857354"/>
              <a:ext cx="79393" cy="79393"/>
            </a:xfrm>
            <a:custGeom>
              <a:avLst/>
              <a:gdLst>
                <a:gd name="connsiteX0" fmla="*/ 39697 w 79393"/>
                <a:gd name="connsiteY0" fmla="*/ 79393 h 79393"/>
                <a:gd name="connsiteX1" fmla="*/ 0 w 79393"/>
                <a:gd name="connsiteY1" fmla="*/ 39697 h 79393"/>
                <a:gd name="connsiteX2" fmla="*/ 39697 w 79393"/>
                <a:gd name="connsiteY2" fmla="*/ 0 h 79393"/>
                <a:gd name="connsiteX3" fmla="*/ 79393 w 79393"/>
                <a:gd name="connsiteY3" fmla="*/ 39697 h 79393"/>
                <a:gd name="connsiteX4" fmla="*/ 79393 w 79393"/>
                <a:gd name="connsiteY4" fmla="*/ 39697 h 79393"/>
                <a:gd name="connsiteX5" fmla="*/ 39697 w 79393"/>
                <a:gd name="connsiteY5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93" h="79393">
                  <a:moveTo>
                    <a:pt x="39697" y="79393"/>
                  </a:move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9697"/>
                  </a:lnTo>
                  <a:cubicBezTo>
                    <a:pt x="79393" y="61620"/>
                    <a:pt x="61621" y="79393"/>
                    <a:pt x="3969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7F6AEA72-A835-C2F2-EABA-B52C7936C414}"/>
                </a:ext>
              </a:extLst>
            </p:cNvPr>
            <p:cNvSpPr/>
            <p:nvPr/>
          </p:nvSpPr>
          <p:spPr>
            <a:xfrm>
              <a:off x="5955955" y="4932531"/>
              <a:ext cx="138641" cy="160074"/>
            </a:xfrm>
            <a:custGeom>
              <a:avLst/>
              <a:gdLst>
                <a:gd name="connsiteX0" fmla="*/ 39662 w 138641"/>
                <a:gd name="connsiteY0" fmla="*/ 160074 h 160074"/>
                <a:gd name="connsiteX1" fmla="*/ 0 w 138641"/>
                <a:gd name="connsiteY1" fmla="*/ 120342 h 160074"/>
                <a:gd name="connsiteX2" fmla="*/ 7756 w 138641"/>
                <a:gd name="connsiteY2" fmla="*/ 96808 h 160074"/>
                <a:gd name="connsiteX3" fmla="*/ 67301 w 138641"/>
                <a:gd name="connsiteY3" fmla="*/ 15728 h 160074"/>
                <a:gd name="connsiteX4" fmla="*/ 122916 w 138641"/>
                <a:gd name="connsiteY4" fmla="*/ 8057 h 160074"/>
                <a:gd name="connsiteX5" fmla="*/ 131212 w 138641"/>
                <a:gd name="connsiteY5" fmla="*/ 62818 h 160074"/>
                <a:gd name="connsiteX6" fmla="*/ 71667 w 138641"/>
                <a:gd name="connsiteY6" fmla="*/ 143898 h 160074"/>
                <a:gd name="connsiteX7" fmla="*/ 39662 w 138641"/>
                <a:gd name="connsiteY7" fmla="*/ 160074 h 1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41" h="160074">
                  <a:moveTo>
                    <a:pt x="39662" y="160074"/>
                  </a:moveTo>
                  <a:cubicBezTo>
                    <a:pt x="17739" y="160054"/>
                    <a:pt x="-20" y="142266"/>
                    <a:pt x="0" y="120342"/>
                  </a:cubicBezTo>
                  <a:cubicBezTo>
                    <a:pt x="10" y="111871"/>
                    <a:pt x="2724" y="103624"/>
                    <a:pt x="7756" y="96808"/>
                  </a:cubicBezTo>
                  <a:lnTo>
                    <a:pt x="67301" y="15728"/>
                  </a:lnTo>
                  <a:cubicBezTo>
                    <a:pt x="80539" y="-1748"/>
                    <a:pt x="105439" y="-5182"/>
                    <a:pt x="122916" y="8057"/>
                  </a:cubicBezTo>
                  <a:cubicBezTo>
                    <a:pt x="140060" y="21047"/>
                    <a:pt x="143741" y="45331"/>
                    <a:pt x="131212" y="62818"/>
                  </a:cubicBezTo>
                  <a:lnTo>
                    <a:pt x="71667" y="143898"/>
                  </a:lnTo>
                  <a:cubicBezTo>
                    <a:pt x="64179" y="154076"/>
                    <a:pt x="52295" y="160083"/>
                    <a:pt x="39662" y="16007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6E444C74-803F-A207-E3FD-35C7E1B86CEE}"/>
                </a:ext>
              </a:extLst>
            </p:cNvPr>
            <p:cNvSpPr/>
            <p:nvPr/>
          </p:nvSpPr>
          <p:spPr>
            <a:xfrm>
              <a:off x="6073621" y="4853527"/>
              <a:ext cx="79441" cy="79400"/>
            </a:xfrm>
            <a:custGeom>
              <a:avLst/>
              <a:gdLst>
                <a:gd name="connsiteX0" fmla="*/ 39697 w 79441"/>
                <a:gd name="connsiteY0" fmla="*/ 79399 h 79400"/>
                <a:gd name="connsiteX1" fmla="*/ 31956 w 79441"/>
                <a:gd name="connsiteY1" fmla="*/ 78655 h 79400"/>
                <a:gd name="connsiteX2" fmla="*/ 24513 w 79441"/>
                <a:gd name="connsiteY2" fmla="*/ 76373 h 79400"/>
                <a:gd name="connsiteX3" fmla="*/ 17665 w 79441"/>
                <a:gd name="connsiteY3" fmla="*/ 72701 h 79400"/>
                <a:gd name="connsiteX4" fmla="*/ 11661 w 79441"/>
                <a:gd name="connsiteY4" fmla="*/ 67739 h 79400"/>
                <a:gd name="connsiteX5" fmla="*/ 0 w 79441"/>
                <a:gd name="connsiteY5" fmla="*/ 39703 h 79400"/>
                <a:gd name="connsiteX6" fmla="*/ 794 w 79441"/>
                <a:gd name="connsiteY6" fmla="*/ 31962 h 79400"/>
                <a:gd name="connsiteX7" fmla="*/ 11661 w 79441"/>
                <a:gd name="connsiteY7" fmla="*/ 11618 h 79400"/>
                <a:gd name="connsiteX8" fmla="*/ 67782 w 79441"/>
                <a:gd name="connsiteY8" fmla="*/ 11618 h 79400"/>
                <a:gd name="connsiteX9" fmla="*/ 72744 w 79441"/>
                <a:gd name="connsiteY9" fmla="*/ 17671 h 79400"/>
                <a:gd name="connsiteX10" fmla="*/ 76366 w 79441"/>
                <a:gd name="connsiteY10" fmla="*/ 24519 h 79400"/>
                <a:gd name="connsiteX11" fmla="*/ 78649 w 79441"/>
                <a:gd name="connsiteY11" fmla="*/ 31962 h 79400"/>
                <a:gd name="connsiteX12" fmla="*/ 78649 w 79441"/>
                <a:gd name="connsiteY12" fmla="*/ 47444 h 79400"/>
                <a:gd name="connsiteX13" fmla="*/ 76366 w 79441"/>
                <a:gd name="connsiteY13" fmla="*/ 54887 h 79400"/>
                <a:gd name="connsiteX14" fmla="*/ 72744 w 79441"/>
                <a:gd name="connsiteY14" fmla="*/ 61734 h 79400"/>
                <a:gd name="connsiteX15" fmla="*/ 67782 w 79441"/>
                <a:gd name="connsiteY15" fmla="*/ 67788 h 79400"/>
                <a:gd name="connsiteX16" fmla="*/ 61728 w 79441"/>
                <a:gd name="connsiteY16" fmla="*/ 72750 h 79400"/>
                <a:gd name="connsiteX17" fmla="*/ 54881 w 79441"/>
                <a:gd name="connsiteY17" fmla="*/ 76422 h 79400"/>
                <a:gd name="connsiteX18" fmla="*/ 47487 w 79441"/>
                <a:gd name="connsiteY18" fmla="*/ 78705 h 79400"/>
                <a:gd name="connsiteX19" fmla="*/ 39697 w 79441"/>
                <a:gd name="connsiteY19" fmla="*/ 79399 h 7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441" h="79400">
                  <a:moveTo>
                    <a:pt x="39697" y="79399"/>
                  </a:moveTo>
                  <a:cubicBezTo>
                    <a:pt x="37096" y="79398"/>
                    <a:pt x="34506" y="79148"/>
                    <a:pt x="31956" y="78655"/>
                  </a:cubicBezTo>
                  <a:cubicBezTo>
                    <a:pt x="29410" y="78114"/>
                    <a:pt x="26924" y="77350"/>
                    <a:pt x="24513" y="76373"/>
                  </a:cubicBezTo>
                  <a:cubicBezTo>
                    <a:pt x="22121" y="75366"/>
                    <a:pt x="19828" y="74137"/>
                    <a:pt x="17665" y="72701"/>
                  </a:cubicBezTo>
                  <a:cubicBezTo>
                    <a:pt x="15502" y="71256"/>
                    <a:pt x="13487" y="69593"/>
                    <a:pt x="11661" y="67739"/>
                  </a:cubicBezTo>
                  <a:cubicBezTo>
                    <a:pt x="4238" y="60289"/>
                    <a:pt x="50" y="50218"/>
                    <a:pt x="0" y="39703"/>
                  </a:cubicBezTo>
                  <a:cubicBezTo>
                    <a:pt x="15" y="37103"/>
                    <a:pt x="283" y="34511"/>
                    <a:pt x="794" y="31962"/>
                  </a:cubicBezTo>
                  <a:cubicBezTo>
                    <a:pt x="2322" y="24254"/>
                    <a:pt x="6103" y="17174"/>
                    <a:pt x="11661" y="11618"/>
                  </a:cubicBezTo>
                  <a:cubicBezTo>
                    <a:pt x="27162" y="-3873"/>
                    <a:pt x="52280" y="-3873"/>
                    <a:pt x="67782" y="11618"/>
                  </a:cubicBezTo>
                  <a:cubicBezTo>
                    <a:pt x="69623" y="13476"/>
                    <a:pt x="71285" y="15503"/>
                    <a:pt x="72744" y="17671"/>
                  </a:cubicBezTo>
                  <a:cubicBezTo>
                    <a:pt x="74153" y="19840"/>
                    <a:pt x="75369" y="22132"/>
                    <a:pt x="76366" y="24519"/>
                  </a:cubicBezTo>
                  <a:cubicBezTo>
                    <a:pt x="77374" y="26918"/>
                    <a:pt x="78138" y="29411"/>
                    <a:pt x="78649" y="31962"/>
                  </a:cubicBezTo>
                  <a:cubicBezTo>
                    <a:pt x="79706" y="37069"/>
                    <a:pt x="79706" y="42337"/>
                    <a:pt x="78649" y="47444"/>
                  </a:cubicBezTo>
                  <a:cubicBezTo>
                    <a:pt x="78138" y="49995"/>
                    <a:pt x="77374" y="52488"/>
                    <a:pt x="76366" y="54887"/>
                  </a:cubicBezTo>
                  <a:cubicBezTo>
                    <a:pt x="75369" y="57274"/>
                    <a:pt x="74153" y="59566"/>
                    <a:pt x="72744" y="61734"/>
                  </a:cubicBezTo>
                  <a:cubicBezTo>
                    <a:pt x="71285" y="63903"/>
                    <a:pt x="69623" y="65929"/>
                    <a:pt x="67782" y="67788"/>
                  </a:cubicBezTo>
                  <a:cubicBezTo>
                    <a:pt x="65936" y="69643"/>
                    <a:pt x="63912" y="71306"/>
                    <a:pt x="61728" y="72750"/>
                  </a:cubicBezTo>
                  <a:cubicBezTo>
                    <a:pt x="59580" y="74207"/>
                    <a:pt x="57282" y="75437"/>
                    <a:pt x="54881" y="76422"/>
                  </a:cubicBezTo>
                  <a:cubicBezTo>
                    <a:pt x="52489" y="77406"/>
                    <a:pt x="50018" y="78170"/>
                    <a:pt x="47487" y="78705"/>
                  </a:cubicBezTo>
                  <a:cubicBezTo>
                    <a:pt x="44917" y="79182"/>
                    <a:pt x="42312" y="79414"/>
                    <a:pt x="39697" y="793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44BD951C-B7E9-6605-817C-2D6460CC40B1}"/>
                </a:ext>
              </a:extLst>
            </p:cNvPr>
            <p:cNvSpPr/>
            <p:nvPr/>
          </p:nvSpPr>
          <p:spPr>
            <a:xfrm>
              <a:off x="5689890" y="5293223"/>
              <a:ext cx="138640" cy="160074"/>
            </a:xfrm>
            <a:custGeom>
              <a:avLst/>
              <a:gdLst>
                <a:gd name="connsiteX0" fmla="*/ 39661 w 138640"/>
                <a:gd name="connsiteY0" fmla="*/ 160075 h 160074"/>
                <a:gd name="connsiteX1" fmla="*/ 0 w 138640"/>
                <a:gd name="connsiteY1" fmla="*/ 120344 h 160074"/>
                <a:gd name="connsiteX2" fmla="*/ 7755 w 138640"/>
                <a:gd name="connsiteY2" fmla="*/ 96809 h 160074"/>
                <a:gd name="connsiteX3" fmla="*/ 67300 w 138640"/>
                <a:gd name="connsiteY3" fmla="*/ 15728 h 160074"/>
                <a:gd name="connsiteX4" fmla="*/ 122913 w 138640"/>
                <a:gd name="connsiteY4" fmla="*/ 8057 h 160074"/>
                <a:gd name="connsiteX5" fmla="*/ 131211 w 138640"/>
                <a:gd name="connsiteY5" fmla="*/ 62818 h 160074"/>
                <a:gd name="connsiteX6" fmla="*/ 71666 w 138640"/>
                <a:gd name="connsiteY6" fmla="*/ 143899 h 160074"/>
                <a:gd name="connsiteX7" fmla="*/ 39661 w 138640"/>
                <a:gd name="connsiteY7" fmla="*/ 160075 h 1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40" h="160074">
                  <a:moveTo>
                    <a:pt x="39661" y="160075"/>
                  </a:moveTo>
                  <a:cubicBezTo>
                    <a:pt x="17737" y="160055"/>
                    <a:pt x="-20" y="142266"/>
                    <a:pt x="0" y="120344"/>
                  </a:cubicBezTo>
                  <a:cubicBezTo>
                    <a:pt x="7" y="111873"/>
                    <a:pt x="2725" y="103626"/>
                    <a:pt x="7755" y="96809"/>
                  </a:cubicBezTo>
                  <a:lnTo>
                    <a:pt x="67300" y="15728"/>
                  </a:lnTo>
                  <a:cubicBezTo>
                    <a:pt x="80538" y="-1748"/>
                    <a:pt x="105437" y="-5182"/>
                    <a:pt x="122913" y="8057"/>
                  </a:cubicBezTo>
                  <a:cubicBezTo>
                    <a:pt x="140060" y="21048"/>
                    <a:pt x="143739" y="45332"/>
                    <a:pt x="131211" y="62818"/>
                  </a:cubicBezTo>
                  <a:lnTo>
                    <a:pt x="71666" y="143899"/>
                  </a:lnTo>
                  <a:cubicBezTo>
                    <a:pt x="64180" y="154076"/>
                    <a:pt x="52296" y="160085"/>
                    <a:pt x="39661" y="1600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4032D7A2-D1FF-22FD-8450-AD19A624A879}"/>
                </a:ext>
              </a:extLst>
            </p:cNvPr>
            <p:cNvSpPr/>
            <p:nvPr/>
          </p:nvSpPr>
          <p:spPr>
            <a:xfrm>
              <a:off x="5632046" y="5452586"/>
              <a:ext cx="79293" cy="79460"/>
            </a:xfrm>
            <a:custGeom>
              <a:avLst/>
              <a:gdLst>
                <a:gd name="connsiteX0" fmla="*/ 39647 w 79293"/>
                <a:gd name="connsiteY0" fmla="*/ 79460 h 79460"/>
                <a:gd name="connsiteX1" fmla="*/ 31906 w 79293"/>
                <a:gd name="connsiteY1" fmla="*/ 78666 h 79460"/>
                <a:gd name="connsiteX2" fmla="*/ 24513 w 79293"/>
                <a:gd name="connsiteY2" fmla="*/ 76384 h 79460"/>
                <a:gd name="connsiteX3" fmla="*/ 17665 w 79293"/>
                <a:gd name="connsiteY3" fmla="*/ 72762 h 79460"/>
                <a:gd name="connsiteX4" fmla="*/ 11611 w 79293"/>
                <a:gd name="connsiteY4" fmla="*/ 67799 h 79460"/>
                <a:gd name="connsiteX5" fmla="*/ 6649 w 79293"/>
                <a:gd name="connsiteY5" fmla="*/ 61795 h 79460"/>
                <a:gd name="connsiteX6" fmla="*/ 744 w 79293"/>
                <a:gd name="connsiteY6" fmla="*/ 47505 h 79460"/>
                <a:gd name="connsiteX7" fmla="*/ 0 w 79293"/>
                <a:gd name="connsiteY7" fmla="*/ 39764 h 79460"/>
                <a:gd name="connsiteX8" fmla="*/ 744 w 79293"/>
                <a:gd name="connsiteY8" fmla="*/ 31973 h 79460"/>
                <a:gd name="connsiteX9" fmla="*/ 3027 w 79293"/>
                <a:gd name="connsiteY9" fmla="*/ 24580 h 79460"/>
                <a:gd name="connsiteX10" fmla="*/ 6649 w 79293"/>
                <a:gd name="connsiteY10" fmla="*/ 17732 h 79460"/>
                <a:gd name="connsiteX11" fmla="*/ 11611 w 79293"/>
                <a:gd name="connsiteY11" fmla="*/ 11678 h 79460"/>
                <a:gd name="connsiteX12" fmla="*/ 47388 w 79293"/>
                <a:gd name="connsiteY12" fmla="*/ 712 h 79460"/>
                <a:gd name="connsiteX13" fmla="*/ 54831 w 79293"/>
                <a:gd name="connsiteY13" fmla="*/ 2995 h 79460"/>
                <a:gd name="connsiteX14" fmla="*/ 61679 w 79293"/>
                <a:gd name="connsiteY14" fmla="*/ 6667 h 79460"/>
                <a:gd name="connsiteX15" fmla="*/ 67683 w 79293"/>
                <a:gd name="connsiteY15" fmla="*/ 11629 h 79460"/>
                <a:gd name="connsiteX16" fmla="*/ 72645 w 79293"/>
                <a:gd name="connsiteY16" fmla="*/ 17683 h 79460"/>
                <a:gd name="connsiteX17" fmla="*/ 76267 w 79293"/>
                <a:gd name="connsiteY17" fmla="*/ 24530 h 79460"/>
                <a:gd name="connsiteX18" fmla="*/ 78550 w 79293"/>
                <a:gd name="connsiteY18" fmla="*/ 31924 h 79460"/>
                <a:gd name="connsiteX19" fmla="*/ 79294 w 79293"/>
                <a:gd name="connsiteY19" fmla="*/ 39714 h 79460"/>
                <a:gd name="connsiteX20" fmla="*/ 67683 w 79293"/>
                <a:gd name="connsiteY20" fmla="*/ 67750 h 79460"/>
                <a:gd name="connsiteX21" fmla="*/ 61679 w 79293"/>
                <a:gd name="connsiteY21" fmla="*/ 72712 h 79460"/>
                <a:gd name="connsiteX22" fmla="*/ 54781 w 79293"/>
                <a:gd name="connsiteY22" fmla="*/ 76334 h 79460"/>
                <a:gd name="connsiteX23" fmla="*/ 47388 w 79293"/>
                <a:gd name="connsiteY23" fmla="*/ 78617 h 79460"/>
                <a:gd name="connsiteX24" fmla="*/ 39647 w 79293"/>
                <a:gd name="connsiteY24" fmla="*/ 79460 h 7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9293" h="79460">
                  <a:moveTo>
                    <a:pt x="39647" y="79460"/>
                  </a:moveTo>
                  <a:cubicBezTo>
                    <a:pt x="37047" y="79440"/>
                    <a:pt x="34456" y="79177"/>
                    <a:pt x="31906" y="78666"/>
                  </a:cubicBezTo>
                  <a:cubicBezTo>
                    <a:pt x="29372" y="78155"/>
                    <a:pt x="26894" y="77391"/>
                    <a:pt x="24513" y="76384"/>
                  </a:cubicBezTo>
                  <a:cubicBezTo>
                    <a:pt x="22112" y="75416"/>
                    <a:pt x="19817" y="74200"/>
                    <a:pt x="17665" y="72762"/>
                  </a:cubicBezTo>
                  <a:cubicBezTo>
                    <a:pt x="15485" y="71318"/>
                    <a:pt x="13457" y="69655"/>
                    <a:pt x="11611" y="67799"/>
                  </a:cubicBezTo>
                  <a:cubicBezTo>
                    <a:pt x="9747" y="65983"/>
                    <a:pt x="8083" y="63969"/>
                    <a:pt x="6649" y="61795"/>
                  </a:cubicBezTo>
                  <a:cubicBezTo>
                    <a:pt x="3795" y="57449"/>
                    <a:pt x="1791" y="52601"/>
                    <a:pt x="744" y="47505"/>
                  </a:cubicBezTo>
                  <a:cubicBezTo>
                    <a:pt x="249" y="44954"/>
                    <a:pt x="0" y="42364"/>
                    <a:pt x="0" y="39764"/>
                  </a:cubicBezTo>
                  <a:cubicBezTo>
                    <a:pt x="1" y="37149"/>
                    <a:pt x="251" y="34539"/>
                    <a:pt x="744" y="31973"/>
                  </a:cubicBezTo>
                  <a:cubicBezTo>
                    <a:pt x="1279" y="29443"/>
                    <a:pt x="2042" y="26972"/>
                    <a:pt x="3027" y="24580"/>
                  </a:cubicBezTo>
                  <a:cubicBezTo>
                    <a:pt x="4015" y="22188"/>
                    <a:pt x="5228" y="19896"/>
                    <a:pt x="6649" y="17732"/>
                  </a:cubicBezTo>
                  <a:cubicBezTo>
                    <a:pt x="8095" y="15554"/>
                    <a:pt x="9757" y="13524"/>
                    <a:pt x="11611" y="11678"/>
                  </a:cubicBezTo>
                  <a:cubicBezTo>
                    <a:pt x="20991" y="2335"/>
                    <a:pt x="34383" y="-1774"/>
                    <a:pt x="47388" y="712"/>
                  </a:cubicBezTo>
                  <a:cubicBezTo>
                    <a:pt x="49931" y="1253"/>
                    <a:pt x="52421" y="2017"/>
                    <a:pt x="54831" y="2995"/>
                  </a:cubicBezTo>
                  <a:cubicBezTo>
                    <a:pt x="57224" y="4002"/>
                    <a:pt x="59516" y="5233"/>
                    <a:pt x="61679" y="6667"/>
                  </a:cubicBezTo>
                  <a:cubicBezTo>
                    <a:pt x="63835" y="8126"/>
                    <a:pt x="65845" y="9788"/>
                    <a:pt x="67683" y="11629"/>
                  </a:cubicBezTo>
                  <a:cubicBezTo>
                    <a:pt x="69536" y="13475"/>
                    <a:pt x="71199" y="15504"/>
                    <a:pt x="72645" y="17683"/>
                  </a:cubicBezTo>
                  <a:cubicBezTo>
                    <a:pt x="74066" y="19846"/>
                    <a:pt x="75279" y="22138"/>
                    <a:pt x="76267" y="24530"/>
                  </a:cubicBezTo>
                  <a:cubicBezTo>
                    <a:pt x="77273" y="26912"/>
                    <a:pt x="78038" y="29388"/>
                    <a:pt x="78550" y="31924"/>
                  </a:cubicBezTo>
                  <a:cubicBezTo>
                    <a:pt x="79043" y="34489"/>
                    <a:pt x="79292" y="37099"/>
                    <a:pt x="79294" y="39714"/>
                  </a:cubicBezTo>
                  <a:cubicBezTo>
                    <a:pt x="79289" y="50229"/>
                    <a:pt x="75113" y="60312"/>
                    <a:pt x="67683" y="67750"/>
                  </a:cubicBezTo>
                  <a:cubicBezTo>
                    <a:pt x="65844" y="69591"/>
                    <a:pt x="63833" y="71253"/>
                    <a:pt x="61679" y="72712"/>
                  </a:cubicBezTo>
                  <a:cubicBezTo>
                    <a:pt x="59504" y="74141"/>
                    <a:pt x="57193" y="75357"/>
                    <a:pt x="54781" y="76334"/>
                  </a:cubicBezTo>
                  <a:cubicBezTo>
                    <a:pt x="52400" y="77341"/>
                    <a:pt x="49922" y="78106"/>
                    <a:pt x="47388" y="78617"/>
                  </a:cubicBezTo>
                  <a:cubicBezTo>
                    <a:pt x="44840" y="79143"/>
                    <a:pt x="42248" y="79426"/>
                    <a:pt x="39647" y="79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2BA7792A-D67E-F63A-7B3C-45D4A1794ADD}"/>
                </a:ext>
              </a:extLst>
            </p:cNvPr>
            <p:cNvSpPr/>
            <p:nvPr/>
          </p:nvSpPr>
          <p:spPr>
            <a:xfrm>
              <a:off x="5589998" y="5204582"/>
              <a:ext cx="177476" cy="109784"/>
            </a:xfrm>
            <a:custGeom>
              <a:avLst/>
              <a:gdLst>
                <a:gd name="connsiteX0" fmla="*/ 40361 w 177476"/>
                <a:gd name="connsiteY0" fmla="*/ 109779 h 109784"/>
                <a:gd name="connsiteX1" fmla="*/ 6 w 177476"/>
                <a:gd name="connsiteY1" fmla="*/ 70752 h 109784"/>
                <a:gd name="connsiteX2" fmla="*/ 28601 w 177476"/>
                <a:gd name="connsiteY2" fmla="*/ 31973 h 109784"/>
                <a:gd name="connsiteX3" fmla="*/ 124766 w 177476"/>
                <a:gd name="connsiteY3" fmla="*/ 2201 h 109784"/>
                <a:gd name="connsiteX4" fmla="*/ 175276 w 177476"/>
                <a:gd name="connsiteY4" fmla="*/ 26704 h 109784"/>
                <a:gd name="connsiteX5" fmla="*/ 150773 w 177476"/>
                <a:gd name="connsiteY5" fmla="*/ 77213 h 109784"/>
                <a:gd name="connsiteX6" fmla="*/ 148335 w 177476"/>
                <a:gd name="connsiteY6" fmla="*/ 77972 h 109784"/>
                <a:gd name="connsiteX7" fmla="*/ 52170 w 177476"/>
                <a:gd name="connsiteY7" fmla="*/ 107744 h 109784"/>
                <a:gd name="connsiteX8" fmla="*/ 40361 w 177476"/>
                <a:gd name="connsiteY8" fmla="*/ 109779 h 10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476" h="109784">
                  <a:moveTo>
                    <a:pt x="40361" y="109779"/>
                  </a:moveTo>
                  <a:cubicBezTo>
                    <a:pt x="18440" y="110146"/>
                    <a:pt x="372" y="92674"/>
                    <a:pt x="6" y="70752"/>
                  </a:cubicBezTo>
                  <a:cubicBezTo>
                    <a:pt x="-294" y="52859"/>
                    <a:pt x="11417" y="36976"/>
                    <a:pt x="28601" y="31973"/>
                  </a:cubicBezTo>
                  <a:lnTo>
                    <a:pt x="124766" y="2201"/>
                  </a:lnTo>
                  <a:cubicBezTo>
                    <a:pt x="145480" y="-4981"/>
                    <a:pt x="168094" y="5990"/>
                    <a:pt x="175276" y="26704"/>
                  </a:cubicBezTo>
                  <a:cubicBezTo>
                    <a:pt x="182457" y="47418"/>
                    <a:pt x="171487" y="70032"/>
                    <a:pt x="150773" y="77213"/>
                  </a:cubicBezTo>
                  <a:cubicBezTo>
                    <a:pt x="149968" y="77490"/>
                    <a:pt x="149156" y="77744"/>
                    <a:pt x="148335" y="77972"/>
                  </a:cubicBezTo>
                  <a:lnTo>
                    <a:pt x="52170" y="107744"/>
                  </a:lnTo>
                  <a:cubicBezTo>
                    <a:pt x="48362" y="109024"/>
                    <a:pt x="44378" y="109714"/>
                    <a:pt x="40361" y="10977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74BB4B0F-D7F6-3690-3F7E-4C07AB9C9C89}"/>
                </a:ext>
              </a:extLst>
            </p:cNvPr>
            <p:cNvSpPr/>
            <p:nvPr/>
          </p:nvSpPr>
          <p:spPr>
            <a:xfrm>
              <a:off x="5497474" y="5263801"/>
              <a:ext cx="79442" cy="79388"/>
            </a:xfrm>
            <a:custGeom>
              <a:avLst/>
              <a:gdLst>
                <a:gd name="connsiteX0" fmla="*/ 39697 w 79442"/>
                <a:gd name="connsiteY0" fmla="*/ 79389 h 79388"/>
                <a:gd name="connsiteX1" fmla="*/ 31956 w 79442"/>
                <a:gd name="connsiteY1" fmla="*/ 78595 h 79388"/>
                <a:gd name="connsiteX2" fmla="*/ 24513 w 79442"/>
                <a:gd name="connsiteY2" fmla="*/ 76312 h 79388"/>
                <a:gd name="connsiteX3" fmla="*/ 17665 w 79442"/>
                <a:gd name="connsiteY3" fmla="*/ 72690 h 79388"/>
                <a:gd name="connsiteX4" fmla="*/ 11661 w 79442"/>
                <a:gd name="connsiteY4" fmla="*/ 67728 h 79388"/>
                <a:gd name="connsiteX5" fmla="*/ 6699 w 79442"/>
                <a:gd name="connsiteY5" fmla="*/ 61724 h 79388"/>
                <a:gd name="connsiteX6" fmla="*/ 3077 w 79442"/>
                <a:gd name="connsiteY6" fmla="*/ 54826 h 79388"/>
                <a:gd name="connsiteX7" fmla="*/ 794 w 79442"/>
                <a:gd name="connsiteY7" fmla="*/ 47433 h 79388"/>
                <a:gd name="connsiteX8" fmla="*/ 0 w 79442"/>
                <a:gd name="connsiteY8" fmla="*/ 39643 h 79388"/>
                <a:gd name="connsiteX9" fmla="*/ 794 w 79442"/>
                <a:gd name="connsiteY9" fmla="*/ 31902 h 79388"/>
                <a:gd name="connsiteX10" fmla="*/ 3077 w 79442"/>
                <a:gd name="connsiteY10" fmla="*/ 24459 h 79388"/>
                <a:gd name="connsiteX11" fmla="*/ 6699 w 79442"/>
                <a:gd name="connsiteY11" fmla="*/ 17611 h 79388"/>
                <a:gd name="connsiteX12" fmla="*/ 11661 w 79442"/>
                <a:gd name="connsiteY12" fmla="*/ 11607 h 79388"/>
                <a:gd name="connsiteX13" fmla="*/ 17665 w 79442"/>
                <a:gd name="connsiteY13" fmla="*/ 6645 h 79388"/>
                <a:gd name="connsiteX14" fmla="*/ 24513 w 79442"/>
                <a:gd name="connsiteY14" fmla="*/ 3022 h 79388"/>
                <a:gd name="connsiteX15" fmla="*/ 31956 w 79442"/>
                <a:gd name="connsiteY15" fmla="*/ 740 h 79388"/>
                <a:gd name="connsiteX16" fmla="*/ 67782 w 79442"/>
                <a:gd name="connsiteY16" fmla="*/ 11607 h 79388"/>
                <a:gd name="connsiteX17" fmla="*/ 72744 w 79442"/>
                <a:gd name="connsiteY17" fmla="*/ 17611 h 79388"/>
                <a:gd name="connsiteX18" fmla="*/ 76416 w 79442"/>
                <a:gd name="connsiteY18" fmla="*/ 24459 h 79388"/>
                <a:gd name="connsiteX19" fmla="*/ 78699 w 79442"/>
                <a:gd name="connsiteY19" fmla="*/ 31902 h 79388"/>
                <a:gd name="connsiteX20" fmla="*/ 79443 w 79442"/>
                <a:gd name="connsiteY20" fmla="*/ 39643 h 79388"/>
                <a:gd name="connsiteX21" fmla="*/ 78699 w 79442"/>
                <a:gd name="connsiteY21" fmla="*/ 47433 h 79388"/>
                <a:gd name="connsiteX22" fmla="*/ 76416 w 79442"/>
                <a:gd name="connsiteY22" fmla="*/ 54826 h 79388"/>
                <a:gd name="connsiteX23" fmla="*/ 72744 w 79442"/>
                <a:gd name="connsiteY23" fmla="*/ 61724 h 79388"/>
                <a:gd name="connsiteX24" fmla="*/ 67782 w 79442"/>
                <a:gd name="connsiteY24" fmla="*/ 67728 h 79388"/>
                <a:gd name="connsiteX25" fmla="*/ 39697 w 79442"/>
                <a:gd name="connsiteY25" fmla="*/ 79389 h 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9442" h="79388">
                  <a:moveTo>
                    <a:pt x="39697" y="79389"/>
                  </a:moveTo>
                  <a:cubicBezTo>
                    <a:pt x="37097" y="79369"/>
                    <a:pt x="34505" y="79106"/>
                    <a:pt x="31956" y="78595"/>
                  </a:cubicBezTo>
                  <a:cubicBezTo>
                    <a:pt x="29413" y="78054"/>
                    <a:pt x="26922" y="77290"/>
                    <a:pt x="24513" y="76312"/>
                  </a:cubicBezTo>
                  <a:cubicBezTo>
                    <a:pt x="22130" y="75305"/>
                    <a:pt x="19839" y="74089"/>
                    <a:pt x="17665" y="72690"/>
                  </a:cubicBezTo>
                  <a:cubicBezTo>
                    <a:pt x="15503" y="71241"/>
                    <a:pt x="13491" y="69579"/>
                    <a:pt x="11661" y="67728"/>
                  </a:cubicBezTo>
                  <a:cubicBezTo>
                    <a:pt x="9820" y="65887"/>
                    <a:pt x="8158" y="63877"/>
                    <a:pt x="6699" y="61724"/>
                  </a:cubicBezTo>
                  <a:cubicBezTo>
                    <a:pt x="5268" y="59550"/>
                    <a:pt x="4055" y="57238"/>
                    <a:pt x="3077" y="54826"/>
                  </a:cubicBezTo>
                  <a:cubicBezTo>
                    <a:pt x="2070" y="52445"/>
                    <a:pt x="1305" y="49969"/>
                    <a:pt x="794" y="47433"/>
                  </a:cubicBezTo>
                  <a:cubicBezTo>
                    <a:pt x="260" y="44873"/>
                    <a:pt x="-6" y="42258"/>
                    <a:pt x="0" y="39643"/>
                  </a:cubicBezTo>
                  <a:cubicBezTo>
                    <a:pt x="-6" y="37042"/>
                    <a:pt x="260" y="34447"/>
                    <a:pt x="794" y="31902"/>
                  </a:cubicBezTo>
                  <a:cubicBezTo>
                    <a:pt x="1313" y="29351"/>
                    <a:pt x="2077" y="26860"/>
                    <a:pt x="3077" y="24459"/>
                  </a:cubicBezTo>
                  <a:cubicBezTo>
                    <a:pt x="4046" y="22057"/>
                    <a:pt x="5260" y="19764"/>
                    <a:pt x="6699" y="17611"/>
                  </a:cubicBezTo>
                  <a:cubicBezTo>
                    <a:pt x="8145" y="15447"/>
                    <a:pt x="9808" y="13433"/>
                    <a:pt x="11661" y="11607"/>
                  </a:cubicBezTo>
                  <a:cubicBezTo>
                    <a:pt x="13479" y="9741"/>
                    <a:pt x="15491" y="8079"/>
                    <a:pt x="17665" y="6645"/>
                  </a:cubicBezTo>
                  <a:cubicBezTo>
                    <a:pt x="19829" y="5226"/>
                    <a:pt x="22122" y="4010"/>
                    <a:pt x="24513" y="3022"/>
                  </a:cubicBezTo>
                  <a:cubicBezTo>
                    <a:pt x="26912" y="2015"/>
                    <a:pt x="29405" y="1251"/>
                    <a:pt x="31956" y="740"/>
                  </a:cubicBezTo>
                  <a:cubicBezTo>
                    <a:pt x="44961" y="-1796"/>
                    <a:pt x="58377" y="2273"/>
                    <a:pt x="67782" y="11607"/>
                  </a:cubicBezTo>
                  <a:cubicBezTo>
                    <a:pt x="69636" y="13433"/>
                    <a:pt x="71299" y="15447"/>
                    <a:pt x="72744" y="17611"/>
                  </a:cubicBezTo>
                  <a:cubicBezTo>
                    <a:pt x="74180" y="19774"/>
                    <a:pt x="75410" y="22067"/>
                    <a:pt x="76416" y="24459"/>
                  </a:cubicBezTo>
                  <a:cubicBezTo>
                    <a:pt x="77394" y="26870"/>
                    <a:pt x="78157" y="29356"/>
                    <a:pt x="78699" y="31902"/>
                  </a:cubicBezTo>
                  <a:cubicBezTo>
                    <a:pt x="79192" y="34452"/>
                    <a:pt x="79441" y="37042"/>
                    <a:pt x="79443" y="39643"/>
                  </a:cubicBezTo>
                  <a:cubicBezTo>
                    <a:pt x="79441" y="42258"/>
                    <a:pt x="79192" y="44868"/>
                    <a:pt x="78699" y="47433"/>
                  </a:cubicBezTo>
                  <a:cubicBezTo>
                    <a:pt x="78164" y="49964"/>
                    <a:pt x="77400" y="52435"/>
                    <a:pt x="76416" y="54826"/>
                  </a:cubicBezTo>
                  <a:cubicBezTo>
                    <a:pt x="75422" y="57243"/>
                    <a:pt x="74192" y="59550"/>
                    <a:pt x="72744" y="61724"/>
                  </a:cubicBezTo>
                  <a:cubicBezTo>
                    <a:pt x="71287" y="63877"/>
                    <a:pt x="69625" y="65892"/>
                    <a:pt x="67782" y="67728"/>
                  </a:cubicBezTo>
                  <a:cubicBezTo>
                    <a:pt x="60321" y="75161"/>
                    <a:pt x="50229" y="79349"/>
                    <a:pt x="39697" y="793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10F997BD-0367-AB33-D966-172DF5AA29E3}"/>
                </a:ext>
              </a:extLst>
            </p:cNvPr>
            <p:cNvSpPr/>
            <p:nvPr/>
          </p:nvSpPr>
          <p:spPr>
            <a:xfrm>
              <a:off x="6018755" y="5071251"/>
              <a:ext cx="176798" cy="109580"/>
            </a:xfrm>
            <a:custGeom>
              <a:avLst/>
              <a:gdLst>
                <a:gd name="connsiteX0" fmla="*/ 39682 w 176798"/>
                <a:gd name="connsiteY0" fmla="*/ 109580 h 109580"/>
                <a:gd name="connsiteX1" fmla="*/ 0 w 176798"/>
                <a:gd name="connsiteY1" fmla="*/ 69870 h 109580"/>
                <a:gd name="connsiteX2" fmla="*/ 27922 w 176798"/>
                <a:gd name="connsiteY2" fmla="*/ 31973 h 109580"/>
                <a:gd name="connsiteX3" fmla="*/ 124087 w 176798"/>
                <a:gd name="connsiteY3" fmla="*/ 2201 h 109580"/>
                <a:gd name="connsiteX4" fmla="*/ 174596 w 176798"/>
                <a:gd name="connsiteY4" fmla="*/ 26704 h 109580"/>
                <a:gd name="connsiteX5" fmla="*/ 150093 w 176798"/>
                <a:gd name="connsiteY5" fmla="*/ 77214 h 109580"/>
                <a:gd name="connsiteX6" fmla="*/ 147656 w 176798"/>
                <a:gd name="connsiteY6" fmla="*/ 77972 h 109580"/>
                <a:gd name="connsiteX7" fmla="*/ 51491 w 176798"/>
                <a:gd name="connsiteY7" fmla="*/ 107744 h 109580"/>
                <a:gd name="connsiteX8" fmla="*/ 39682 w 176798"/>
                <a:gd name="connsiteY8" fmla="*/ 109580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798" h="109580">
                  <a:moveTo>
                    <a:pt x="39682" y="109580"/>
                  </a:moveTo>
                  <a:cubicBezTo>
                    <a:pt x="17759" y="109572"/>
                    <a:pt x="-10" y="91793"/>
                    <a:pt x="0" y="69870"/>
                  </a:cubicBezTo>
                  <a:cubicBezTo>
                    <a:pt x="5" y="52487"/>
                    <a:pt x="11318" y="37130"/>
                    <a:pt x="27922" y="31973"/>
                  </a:cubicBezTo>
                  <a:lnTo>
                    <a:pt x="124087" y="2201"/>
                  </a:lnTo>
                  <a:cubicBezTo>
                    <a:pt x="144798" y="-4981"/>
                    <a:pt x="167415" y="5990"/>
                    <a:pt x="174596" y="26704"/>
                  </a:cubicBezTo>
                  <a:cubicBezTo>
                    <a:pt x="181781" y="47418"/>
                    <a:pt x="170809" y="70032"/>
                    <a:pt x="150093" y="77214"/>
                  </a:cubicBezTo>
                  <a:cubicBezTo>
                    <a:pt x="149289" y="77492"/>
                    <a:pt x="148475" y="77745"/>
                    <a:pt x="147656" y="77972"/>
                  </a:cubicBezTo>
                  <a:lnTo>
                    <a:pt x="51491" y="107744"/>
                  </a:lnTo>
                  <a:cubicBezTo>
                    <a:pt x="47671" y="108958"/>
                    <a:pt x="43691" y="109578"/>
                    <a:pt x="39682" y="10958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275F05AC-46B6-DFAF-D9E2-9BDAAA091815}"/>
                </a:ext>
              </a:extLst>
            </p:cNvPr>
            <p:cNvSpPr/>
            <p:nvPr/>
          </p:nvSpPr>
          <p:spPr>
            <a:xfrm>
              <a:off x="6208143" y="5042452"/>
              <a:ext cx="79443" cy="79430"/>
            </a:xfrm>
            <a:custGeom>
              <a:avLst/>
              <a:gdLst>
                <a:gd name="connsiteX0" fmla="*/ 39697 w 79443"/>
                <a:gd name="connsiteY0" fmla="*/ 79380 h 79430"/>
                <a:gd name="connsiteX1" fmla="*/ 31906 w 79443"/>
                <a:gd name="connsiteY1" fmla="*/ 78586 h 79430"/>
                <a:gd name="connsiteX2" fmla="*/ 24513 w 79443"/>
                <a:gd name="connsiteY2" fmla="*/ 76304 h 79430"/>
                <a:gd name="connsiteX3" fmla="*/ 17665 w 79443"/>
                <a:gd name="connsiteY3" fmla="*/ 72682 h 79430"/>
                <a:gd name="connsiteX4" fmla="*/ 11611 w 79443"/>
                <a:gd name="connsiteY4" fmla="*/ 67720 h 79430"/>
                <a:gd name="connsiteX5" fmla="*/ 0 w 79443"/>
                <a:gd name="connsiteY5" fmla="*/ 39684 h 79430"/>
                <a:gd name="connsiteX6" fmla="*/ 744 w 79443"/>
                <a:gd name="connsiteY6" fmla="*/ 31893 h 79430"/>
                <a:gd name="connsiteX7" fmla="*/ 3027 w 79443"/>
                <a:gd name="connsiteY7" fmla="*/ 24500 h 79430"/>
                <a:gd name="connsiteX8" fmla="*/ 6699 w 79443"/>
                <a:gd name="connsiteY8" fmla="*/ 17652 h 79430"/>
                <a:gd name="connsiteX9" fmla="*/ 11661 w 79443"/>
                <a:gd name="connsiteY9" fmla="*/ 11599 h 79430"/>
                <a:gd name="connsiteX10" fmla="*/ 47487 w 79443"/>
                <a:gd name="connsiteY10" fmla="*/ 732 h 79430"/>
                <a:gd name="connsiteX11" fmla="*/ 54930 w 79443"/>
                <a:gd name="connsiteY11" fmla="*/ 3014 h 79430"/>
                <a:gd name="connsiteX12" fmla="*/ 61778 w 79443"/>
                <a:gd name="connsiteY12" fmla="*/ 6686 h 79430"/>
                <a:gd name="connsiteX13" fmla="*/ 67782 w 79443"/>
                <a:gd name="connsiteY13" fmla="*/ 11648 h 79430"/>
                <a:gd name="connsiteX14" fmla="*/ 72744 w 79443"/>
                <a:gd name="connsiteY14" fmla="*/ 17702 h 79430"/>
                <a:gd name="connsiteX15" fmla="*/ 76366 w 79443"/>
                <a:gd name="connsiteY15" fmla="*/ 24550 h 79430"/>
                <a:gd name="connsiteX16" fmla="*/ 78649 w 79443"/>
                <a:gd name="connsiteY16" fmla="*/ 31943 h 79430"/>
                <a:gd name="connsiteX17" fmla="*/ 79443 w 79443"/>
                <a:gd name="connsiteY17" fmla="*/ 39733 h 79430"/>
                <a:gd name="connsiteX18" fmla="*/ 39746 w 79443"/>
                <a:gd name="connsiteY18" fmla="*/ 79430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3" h="79430">
                  <a:moveTo>
                    <a:pt x="39697" y="79380"/>
                  </a:moveTo>
                  <a:cubicBezTo>
                    <a:pt x="37082" y="79362"/>
                    <a:pt x="34472" y="79096"/>
                    <a:pt x="31906" y="78586"/>
                  </a:cubicBezTo>
                  <a:cubicBezTo>
                    <a:pt x="29371" y="78075"/>
                    <a:pt x="26894" y="77310"/>
                    <a:pt x="24513" y="76304"/>
                  </a:cubicBezTo>
                  <a:cubicBezTo>
                    <a:pt x="22111" y="75336"/>
                    <a:pt x="19819" y="74122"/>
                    <a:pt x="17665" y="72682"/>
                  </a:cubicBezTo>
                  <a:cubicBezTo>
                    <a:pt x="15487" y="71236"/>
                    <a:pt x="13457" y="69573"/>
                    <a:pt x="11611" y="67720"/>
                  </a:cubicBezTo>
                  <a:cubicBezTo>
                    <a:pt x="4183" y="60281"/>
                    <a:pt x="5" y="50198"/>
                    <a:pt x="0" y="39684"/>
                  </a:cubicBezTo>
                  <a:cubicBezTo>
                    <a:pt x="0" y="37069"/>
                    <a:pt x="248" y="34460"/>
                    <a:pt x="744" y="31893"/>
                  </a:cubicBezTo>
                  <a:cubicBezTo>
                    <a:pt x="1280" y="29365"/>
                    <a:pt x="2044" y="26890"/>
                    <a:pt x="3027" y="24500"/>
                  </a:cubicBezTo>
                  <a:cubicBezTo>
                    <a:pt x="4014" y="22097"/>
                    <a:pt x="5245" y="19802"/>
                    <a:pt x="6699" y="17652"/>
                  </a:cubicBezTo>
                  <a:cubicBezTo>
                    <a:pt x="8143" y="15471"/>
                    <a:pt x="9805" y="13443"/>
                    <a:pt x="11661" y="11599"/>
                  </a:cubicBezTo>
                  <a:cubicBezTo>
                    <a:pt x="21074" y="2281"/>
                    <a:pt x="34481" y="-1786"/>
                    <a:pt x="47487" y="732"/>
                  </a:cubicBezTo>
                  <a:cubicBezTo>
                    <a:pt x="50038" y="1243"/>
                    <a:pt x="52534" y="2007"/>
                    <a:pt x="54930" y="3014"/>
                  </a:cubicBezTo>
                  <a:cubicBezTo>
                    <a:pt x="57322" y="4020"/>
                    <a:pt x="59614" y="5250"/>
                    <a:pt x="61778" y="6686"/>
                  </a:cubicBezTo>
                  <a:cubicBezTo>
                    <a:pt x="63951" y="8118"/>
                    <a:pt x="65966" y="9782"/>
                    <a:pt x="67782" y="11648"/>
                  </a:cubicBezTo>
                  <a:cubicBezTo>
                    <a:pt x="69638" y="13494"/>
                    <a:pt x="71300" y="15522"/>
                    <a:pt x="72744" y="17702"/>
                  </a:cubicBezTo>
                  <a:cubicBezTo>
                    <a:pt x="74183" y="19853"/>
                    <a:pt x="75399" y="22148"/>
                    <a:pt x="76366" y="24550"/>
                  </a:cubicBezTo>
                  <a:cubicBezTo>
                    <a:pt x="77374" y="26931"/>
                    <a:pt x="78138" y="29408"/>
                    <a:pt x="78649" y="31943"/>
                  </a:cubicBezTo>
                  <a:cubicBezTo>
                    <a:pt x="79185" y="34505"/>
                    <a:pt x="79453" y="37116"/>
                    <a:pt x="79443" y="39733"/>
                  </a:cubicBezTo>
                  <a:cubicBezTo>
                    <a:pt x="79443" y="61657"/>
                    <a:pt x="61669" y="79430"/>
                    <a:pt x="39746" y="7943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D4DC0779-6512-9EA0-0390-800C5FC700B8}"/>
              </a:ext>
            </a:extLst>
          </p:cNvPr>
          <p:cNvGrpSpPr/>
          <p:nvPr/>
        </p:nvGrpSpPr>
        <p:grpSpPr>
          <a:xfrm>
            <a:off x="6935213" y="4780888"/>
            <a:ext cx="549599" cy="823766"/>
            <a:chOff x="6935213" y="4780888"/>
            <a:chExt cx="549599" cy="823766"/>
          </a:xfrm>
        </p:grpSpPr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D7D7CC74-A866-3339-129A-AA18D0A0C3F4}"/>
                </a:ext>
              </a:extLst>
            </p:cNvPr>
            <p:cNvSpPr/>
            <p:nvPr/>
          </p:nvSpPr>
          <p:spPr>
            <a:xfrm>
              <a:off x="7108599" y="4944847"/>
              <a:ext cx="141662" cy="139471"/>
            </a:xfrm>
            <a:custGeom>
              <a:avLst/>
              <a:gdLst>
                <a:gd name="connsiteX0" fmla="*/ 39686 w 141662"/>
                <a:gd name="connsiteY0" fmla="*/ 139471 h 139471"/>
                <a:gd name="connsiteX1" fmla="*/ 0 w 141662"/>
                <a:gd name="connsiteY1" fmla="*/ 99764 h 139471"/>
                <a:gd name="connsiteX2" fmla="*/ 12097 w 141662"/>
                <a:gd name="connsiteY2" fmla="*/ 71243 h 139471"/>
                <a:gd name="connsiteX3" fmla="*/ 73825 w 141662"/>
                <a:gd name="connsiteY3" fmla="*/ 11698 h 139471"/>
                <a:gd name="connsiteX4" fmla="*/ 129965 w 141662"/>
                <a:gd name="connsiteY4" fmla="*/ 11556 h 139471"/>
                <a:gd name="connsiteX5" fmla="*/ 130107 w 141662"/>
                <a:gd name="connsiteY5" fmla="*/ 67695 h 139471"/>
                <a:gd name="connsiteX6" fmla="*/ 129003 w 141662"/>
                <a:gd name="connsiteY6" fmla="*/ 68762 h 139471"/>
                <a:gd name="connsiteX7" fmla="*/ 67325 w 141662"/>
                <a:gd name="connsiteY7" fmla="*/ 128307 h 139471"/>
                <a:gd name="connsiteX8" fmla="*/ 39686 w 141662"/>
                <a:gd name="connsiteY8" fmla="*/ 139471 h 139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62" h="139471">
                  <a:moveTo>
                    <a:pt x="39686" y="139471"/>
                  </a:moveTo>
                  <a:cubicBezTo>
                    <a:pt x="17762" y="139465"/>
                    <a:pt x="-5" y="121688"/>
                    <a:pt x="0" y="99764"/>
                  </a:cubicBezTo>
                  <a:cubicBezTo>
                    <a:pt x="3" y="89011"/>
                    <a:pt x="4368" y="78719"/>
                    <a:pt x="12097" y="71243"/>
                  </a:cubicBezTo>
                  <a:lnTo>
                    <a:pt x="73825" y="11698"/>
                  </a:lnTo>
                  <a:cubicBezTo>
                    <a:pt x="89289" y="-3844"/>
                    <a:pt x="114423" y="-3907"/>
                    <a:pt x="129965" y="11556"/>
                  </a:cubicBezTo>
                  <a:cubicBezTo>
                    <a:pt x="145506" y="27019"/>
                    <a:pt x="145570" y="52154"/>
                    <a:pt x="130107" y="67695"/>
                  </a:cubicBezTo>
                  <a:cubicBezTo>
                    <a:pt x="129746" y="68058"/>
                    <a:pt x="129378" y="68413"/>
                    <a:pt x="129003" y="68762"/>
                  </a:cubicBezTo>
                  <a:lnTo>
                    <a:pt x="67325" y="128307"/>
                  </a:lnTo>
                  <a:cubicBezTo>
                    <a:pt x="59912" y="135477"/>
                    <a:pt x="50000" y="139481"/>
                    <a:pt x="39686" y="13947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11436857-6246-06F1-0CFE-33ED94B98F85}"/>
                </a:ext>
              </a:extLst>
            </p:cNvPr>
            <p:cNvSpPr/>
            <p:nvPr/>
          </p:nvSpPr>
          <p:spPr>
            <a:xfrm>
              <a:off x="7009347" y="5202118"/>
              <a:ext cx="79393" cy="402523"/>
            </a:xfrm>
            <a:custGeom>
              <a:avLst/>
              <a:gdLst>
                <a:gd name="connsiteX0" fmla="*/ 39697 w 79393"/>
                <a:gd name="connsiteY0" fmla="*/ 402523 h 402523"/>
                <a:gd name="connsiteX1" fmla="*/ 0 w 79393"/>
                <a:gd name="connsiteY1" fmla="*/ 362826 h 402523"/>
                <a:gd name="connsiteX2" fmla="*/ 0 w 79393"/>
                <a:gd name="connsiteY2" fmla="*/ 39697 h 402523"/>
                <a:gd name="connsiteX3" fmla="*/ 39697 w 79393"/>
                <a:gd name="connsiteY3" fmla="*/ 0 h 402523"/>
                <a:gd name="connsiteX4" fmla="*/ 79393 w 79393"/>
                <a:gd name="connsiteY4" fmla="*/ 39697 h 402523"/>
                <a:gd name="connsiteX5" fmla="*/ 79393 w 79393"/>
                <a:gd name="connsiteY5" fmla="*/ 362826 h 402523"/>
                <a:gd name="connsiteX6" fmla="*/ 39697 w 79393"/>
                <a:gd name="connsiteY6" fmla="*/ 402523 h 40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2523">
                  <a:moveTo>
                    <a:pt x="39697" y="402523"/>
                  </a:moveTo>
                  <a:cubicBezTo>
                    <a:pt x="17773" y="402523"/>
                    <a:pt x="0" y="384749"/>
                    <a:pt x="0" y="36282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362826"/>
                  </a:lnTo>
                  <a:cubicBezTo>
                    <a:pt x="79393" y="384749"/>
                    <a:pt x="61621" y="402523"/>
                    <a:pt x="39697" y="40252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BFCFCE86-8A94-8061-0739-B905F0F31662}"/>
                </a:ext>
              </a:extLst>
            </p:cNvPr>
            <p:cNvSpPr/>
            <p:nvPr/>
          </p:nvSpPr>
          <p:spPr>
            <a:xfrm>
              <a:off x="7331286" y="5202118"/>
              <a:ext cx="79393" cy="402523"/>
            </a:xfrm>
            <a:custGeom>
              <a:avLst/>
              <a:gdLst>
                <a:gd name="connsiteX0" fmla="*/ 39697 w 79393"/>
                <a:gd name="connsiteY0" fmla="*/ 402523 h 402523"/>
                <a:gd name="connsiteX1" fmla="*/ 0 w 79393"/>
                <a:gd name="connsiteY1" fmla="*/ 362826 h 402523"/>
                <a:gd name="connsiteX2" fmla="*/ 0 w 79393"/>
                <a:gd name="connsiteY2" fmla="*/ 39697 h 402523"/>
                <a:gd name="connsiteX3" fmla="*/ 39697 w 79393"/>
                <a:gd name="connsiteY3" fmla="*/ 0 h 402523"/>
                <a:gd name="connsiteX4" fmla="*/ 79393 w 79393"/>
                <a:gd name="connsiteY4" fmla="*/ 39697 h 402523"/>
                <a:gd name="connsiteX5" fmla="*/ 79393 w 79393"/>
                <a:gd name="connsiteY5" fmla="*/ 362826 h 402523"/>
                <a:gd name="connsiteX6" fmla="*/ 39697 w 79393"/>
                <a:gd name="connsiteY6" fmla="*/ 402523 h 40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2523">
                  <a:moveTo>
                    <a:pt x="39697" y="402523"/>
                  </a:moveTo>
                  <a:cubicBezTo>
                    <a:pt x="17774" y="402523"/>
                    <a:pt x="0" y="384749"/>
                    <a:pt x="0" y="362826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362826"/>
                  </a:lnTo>
                  <a:cubicBezTo>
                    <a:pt x="79393" y="384749"/>
                    <a:pt x="61619" y="402523"/>
                    <a:pt x="39697" y="40252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115BB217-6AF8-1EA7-9A18-EF45B3756ADB}"/>
                </a:ext>
              </a:extLst>
            </p:cNvPr>
            <p:cNvSpPr/>
            <p:nvPr/>
          </p:nvSpPr>
          <p:spPr>
            <a:xfrm>
              <a:off x="6935213" y="4780888"/>
              <a:ext cx="549599" cy="549598"/>
            </a:xfrm>
            <a:custGeom>
              <a:avLst/>
              <a:gdLst>
                <a:gd name="connsiteX0" fmla="*/ 274800 w 549599"/>
                <a:gd name="connsiteY0" fmla="*/ 549599 h 549598"/>
                <a:gd name="connsiteX1" fmla="*/ 0 w 549599"/>
                <a:gd name="connsiteY1" fmla="*/ 274799 h 549598"/>
                <a:gd name="connsiteX2" fmla="*/ 274800 w 549599"/>
                <a:gd name="connsiteY2" fmla="*/ 0 h 549598"/>
                <a:gd name="connsiteX3" fmla="*/ 549599 w 549599"/>
                <a:gd name="connsiteY3" fmla="*/ 274799 h 549598"/>
                <a:gd name="connsiteX4" fmla="*/ 274800 w 549599"/>
                <a:gd name="connsiteY4" fmla="*/ 549599 h 549598"/>
                <a:gd name="connsiteX5" fmla="*/ 274800 w 549599"/>
                <a:gd name="connsiteY5" fmla="*/ 79443 h 549598"/>
                <a:gd name="connsiteX6" fmla="*/ 79393 w 549599"/>
                <a:gd name="connsiteY6" fmla="*/ 274849 h 549598"/>
                <a:gd name="connsiteX7" fmla="*/ 274800 w 549599"/>
                <a:gd name="connsiteY7" fmla="*/ 470255 h 549598"/>
                <a:gd name="connsiteX8" fmla="*/ 470206 w 549599"/>
                <a:gd name="connsiteY8" fmla="*/ 274849 h 549598"/>
                <a:gd name="connsiteX9" fmla="*/ 470206 w 549599"/>
                <a:gd name="connsiteY9" fmla="*/ 274799 h 549598"/>
                <a:gd name="connsiteX10" fmla="*/ 274800 w 549599"/>
                <a:gd name="connsiteY10" fmla="*/ 79443 h 54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9599" h="549598">
                  <a:moveTo>
                    <a:pt x="274800" y="549599"/>
                  </a:moveTo>
                  <a:cubicBezTo>
                    <a:pt x="123032" y="549599"/>
                    <a:pt x="0" y="426567"/>
                    <a:pt x="0" y="274799"/>
                  </a:cubicBezTo>
                  <a:cubicBezTo>
                    <a:pt x="0" y="123032"/>
                    <a:pt x="123032" y="0"/>
                    <a:pt x="274800" y="0"/>
                  </a:cubicBezTo>
                  <a:cubicBezTo>
                    <a:pt x="426570" y="0"/>
                    <a:pt x="549599" y="123032"/>
                    <a:pt x="549599" y="274799"/>
                  </a:cubicBezTo>
                  <a:cubicBezTo>
                    <a:pt x="549436" y="426499"/>
                    <a:pt x="426500" y="549435"/>
                    <a:pt x="274800" y="549599"/>
                  </a:cubicBezTo>
                  <a:close/>
                  <a:moveTo>
                    <a:pt x="274800" y="79443"/>
                  </a:moveTo>
                  <a:cubicBezTo>
                    <a:pt x="166880" y="79443"/>
                    <a:pt x="79393" y="166929"/>
                    <a:pt x="79393" y="274849"/>
                  </a:cubicBezTo>
                  <a:cubicBezTo>
                    <a:pt x="79393" y="382769"/>
                    <a:pt x="166880" y="470255"/>
                    <a:pt x="274800" y="470255"/>
                  </a:cubicBezTo>
                  <a:cubicBezTo>
                    <a:pt x="382720" y="470255"/>
                    <a:pt x="470206" y="382769"/>
                    <a:pt x="470206" y="274849"/>
                  </a:cubicBezTo>
                  <a:cubicBezTo>
                    <a:pt x="470206" y="274833"/>
                    <a:pt x="470206" y="274816"/>
                    <a:pt x="470206" y="274799"/>
                  </a:cubicBezTo>
                  <a:cubicBezTo>
                    <a:pt x="470067" y="166944"/>
                    <a:pt x="382655" y="79552"/>
                    <a:pt x="274800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116BCCED-0BE7-62FD-EC16-4BE8E16D582E}"/>
                </a:ext>
              </a:extLst>
            </p:cNvPr>
            <p:cNvSpPr/>
            <p:nvPr/>
          </p:nvSpPr>
          <p:spPr>
            <a:xfrm>
              <a:off x="7009304" y="5420092"/>
              <a:ext cx="401412" cy="184562"/>
            </a:xfrm>
            <a:custGeom>
              <a:avLst/>
              <a:gdLst>
                <a:gd name="connsiteX0" fmla="*/ 39789 w 401412"/>
                <a:gd name="connsiteY0" fmla="*/ 184549 h 184562"/>
                <a:gd name="connsiteX1" fmla="*/ 0 w 401412"/>
                <a:gd name="connsiteY1" fmla="*/ 144947 h 184562"/>
                <a:gd name="connsiteX2" fmla="*/ 18005 w 401412"/>
                <a:gd name="connsiteY2" fmla="*/ 111607 h 184562"/>
                <a:gd name="connsiteX3" fmla="*/ 178975 w 401412"/>
                <a:gd name="connsiteY3" fmla="*/ 6461 h 184562"/>
                <a:gd name="connsiteX4" fmla="*/ 222393 w 401412"/>
                <a:gd name="connsiteY4" fmla="*/ 6461 h 184562"/>
                <a:gd name="connsiteX5" fmla="*/ 383412 w 401412"/>
                <a:gd name="connsiteY5" fmla="*/ 111607 h 184562"/>
                <a:gd name="connsiteX6" fmla="*/ 394949 w 401412"/>
                <a:gd name="connsiteY6" fmla="*/ 166562 h 184562"/>
                <a:gd name="connsiteX7" fmla="*/ 339994 w 401412"/>
                <a:gd name="connsiteY7" fmla="*/ 178099 h 184562"/>
                <a:gd name="connsiteX8" fmla="*/ 200709 w 401412"/>
                <a:gd name="connsiteY8" fmla="*/ 87094 h 184562"/>
                <a:gd name="connsiteX9" fmla="*/ 61423 w 401412"/>
                <a:gd name="connsiteY9" fmla="*/ 178099 h 184562"/>
                <a:gd name="connsiteX10" fmla="*/ 39789 w 401412"/>
                <a:gd name="connsiteY10" fmla="*/ 184549 h 18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412" h="184562">
                  <a:moveTo>
                    <a:pt x="39789" y="184549"/>
                  </a:moveTo>
                  <a:cubicBezTo>
                    <a:pt x="17865" y="184599"/>
                    <a:pt x="51" y="166869"/>
                    <a:pt x="0" y="144947"/>
                  </a:cubicBezTo>
                  <a:cubicBezTo>
                    <a:pt x="-31" y="131500"/>
                    <a:pt x="6745" y="118956"/>
                    <a:pt x="18005" y="111607"/>
                  </a:cubicBezTo>
                  <a:lnTo>
                    <a:pt x="178975" y="6461"/>
                  </a:lnTo>
                  <a:cubicBezTo>
                    <a:pt x="192165" y="-2154"/>
                    <a:pt x="209203" y="-2154"/>
                    <a:pt x="222393" y="6461"/>
                  </a:cubicBezTo>
                  <a:lnTo>
                    <a:pt x="383412" y="111607"/>
                  </a:lnTo>
                  <a:cubicBezTo>
                    <a:pt x="401772" y="123595"/>
                    <a:pt x="406937" y="148202"/>
                    <a:pt x="394949" y="166562"/>
                  </a:cubicBezTo>
                  <a:cubicBezTo>
                    <a:pt x="382961" y="184921"/>
                    <a:pt x="358354" y="190087"/>
                    <a:pt x="339994" y="178099"/>
                  </a:cubicBezTo>
                  <a:lnTo>
                    <a:pt x="200709" y="87094"/>
                  </a:lnTo>
                  <a:lnTo>
                    <a:pt x="61423" y="178099"/>
                  </a:lnTo>
                  <a:cubicBezTo>
                    <a:pt x="54988" y="182297"/>
                    <a:pt x="47472" y="184539"/>
                    <a:pt x="39789" y="1845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E532DFDA-88B7-5D24-3DB8-8E75CF5D7C0B}"/>
                </a:ext>
              </a:extLst>
            </p:cNvPr>
            <p:cNvSpPr/>
            <p:nvPr/>
          </p:nvSpPr>
          <p:spPr>
            <a:xfrm>
              <a:off x="7170316" y="4945182"/>
              <a:ext cx="79393" cy="249492"/>
            </a:xfrm>
            <a:custGeom>
              <a:avLst/>
              <a:gdLst>
                <a:gd name="connsiteX0" fmla="*/ 39697 w 79393"/>
                <a:gd name="connsiteY0" fmla="*/ 249493 h 249492"/>
                <a:gd name="connsiteX1" fmla="*/ 0 w 79393"/>
                <a:gd name="connsiteY1" fmla="*/ 209796 h 249492"/>
                <a:gd name="connsiteX2" fmla="*/ 0 w 79393"/>
                <a:gd name="connsiteY2" fmla="*/ 39697 h 249492"/>
                <a:gd name="connsiteX3" fmla="*/ 39697 w 79393"/>
                <a:gd name="connsiteY3" fmla="*/ 0 h 249492"/>
                <a:gd name="connsiteX4" fmla="*/ 79393 w 79393"/>
                <a:gd name="connsiteY4" fmla="*/ 39697 h 249492"/>
                <a:gd name="connsiteX5" fmla="*/ 79393 w 79393"/>
                <a:gd name="connsiteY5" fmla="*/ 209796 h 249492"/>
                <a:gd name="connsiteX6" fmla="*/ 39697 w 79393"/>
                <a:gd name="connsiteY6" fmla="*/ 249493 h 24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49492">
                  <a:moveTo>
                    <a:pt x="39697" y="249493"/>
                  </a:moveTo>
                  <a:cubicBezTo>
                    <a:pt x="17773" y="249493"/>
                    <a:pt x="0" y="231720"/>
                    <a:pt x="0" y="2097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09796"/>
                  </a:lnTo>
                  <a:cubicBezTo>
                    <a:pt x="79393" y="231720"/>
                    <a:pt x="61621" y="249493"/>
                    <a:pt x="39697" y="2494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B5812D59-57D6-FCF6-30AC-B6416F00CD2D}"/>
              </a:ext>
            </a:extLst>
          </p:cNvPr>
          <p:cNvGrpSpPr/>
          <p:nvPr/>
        </p:nvGrpSpPr>
        <p:grpSpPr>
          <a:xfrm>
            <a:off x="8146279" y="4780551"/>
            <a:ext cx="762630" cy="824090"/>
            <a:chOff x="8146279" y="4780551"/>
            <a:chExt cx="762630" cy="824090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09DA534C-E4FC-E9DA-7574-FB34FF486298}"/>
                </a:ext>
              </a:extLst>
            </p:cNvPr>
            <p:cNvSpPr/>
            <p:nvPr/>
          </p:nvSpPr>
          <p:spPr>
            <a:xfrm>
              <a:off x="8405408" y="5121984"/>
              <a:ext cx="161770" cy="176050"/>
            </a:xfrm>
            <a:custGeom>
              <a:avLst/>
              <a:gdLst>
                <a:gd name="connsiteX0" fmla="*/ 122113 w 161770"/>
                <a:gd name="connsiteY0" fmla="*/ 176051 h 176050"/>
                <a:gd name="connsiteX1" fmla="*/ 91894 w 161770"/>
                <a:gd name="connsiteY1" fmla="*/ 162107 h 176050"/>
                <a:gd name="connsiteX2" fmla="*/ 9474 w 161770"/>
                <a:gd name="connsiteY2" fmla="*/ 65496 h 176050"/>
                <a:gd name="connsiteX3" fmla="*/ 13990 w 161770"/>
                <a:gd name="connsiteY3" fmla="*/ 9474 h 176050"/>
                <a:gd name="connsiteX4" fmla="*/ 70011 w 161770"/>
                <a:gd name="connsiteY4" fmla="*/ 13990 h 176050"/>
                <a:gd name="connsiteX5" fmla="*/ 152283 w 161770"/>
                <a:gd name="connsiteY5" fmla="*/ 110601 h 176050"/>
                <a:gd name="connsiteX6" fmla="*/ 147827 w 161770"/>
                <a:gd name="connsiteY6" fmla="*/ 166563 h 176050"/>
                <a:gd name="connsiteX7" fmla="*/ 122113 w 161770"/>
                <a:gd name="connsiteY7" fmla="*/ 176051 h 17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770" h="176050">
                  <a:moveTo>
                    <a:pt x="122113" y="176051"/>
                  </a:moveTo>
                  <a:cubicBezTo>
                    <a:pt x="110484" y="176056"/>
                    <a:pt x="99438" y="170955"/>
                    <a:pt x="91894" y="162107"/>
                  </a:cubicBezTo>
                  <a:lnTo>
                    <a:pt x="9474" y="65496"/>
                  </a:lnTo>
                  <a:cubicBezTo>
                    <a:pt x="-4749" y="48779"/>
                    <a:pt x="-2727" y="23697"/>
                    <a:pt x="13990" y="9474"/>
                  </a:cubicBezTo>
                  <a:cubicBezTo>
                    <a:pt x="30706" y="-4749"/>
                    <a:pt x="55789" y="-2727"/>
                    <a:pt x="70011" y="13990"/>
                  </a:cubicBezTo>
                  <a:lnTo>
                    <a:pt x="152283" y="110601"/>
                  </a:lnTo>
                  <a:cubicBezTo>
                    <a:pt x="166506" y="127285"/>
                    <a:pt x="164511" y="152342"/>
                    <a:pt x="147827" y="166563"/>
                  </a:cubicBezTo>
                  <a:cubicBezTo>
                    <a:pt x="140653" y="172676"/>
                    <a:pt x="131539" y="176041"/>
                    <a:pt x="122113" y="17605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95BBAE7B-B433-FE2A-ECFD-0880D311DD05}"/>
                </a:ext>
              </a:extLst>
            </p:cNvPr>
            <p:cNvSpPr/>
            <p:nvPr/>
          </p:nvSpPr>
          <p:spPr>
            <a:xfrm>
              <a:off x="8146279" y="4841872"/>
              <a:ext cx="762630" cy="762769"/>
            </a:xfrm>
            <a:custGeom>
              <a:avLst/>
              <a:gdLst>
                <a:gd name="connsiteX0" fmla="*/ 381242 w 762630"/>
                <a:gd name="connsiteY0" fmla="*/ 762769 h 762769"/>
                <a:gd name="connsiteX1" fmla="*/ 0 w 762630"/>
                <a:gd name="connsiteY1" fmla="*/ 381242 h 762769"/>
                <a:gd name="connsiteX2" fmla="*/ 381527 w 762630"/>
                <a:gd name="connsiteY2" fmla="*/ 0 h 762769"/>
                <a:gd name="connsiteX3" fmla="*/ 476911 w 762630"/>
                <a:gd name="connsiteY3" fmla="*/ 12157 h 762769"/>
                <a:gd name="connsiteX4" fmla="*/ 506157 w 762630"/>
                <a:gd name="connsiteY4" fmla="*/ 60076 h 762769"/>
                <a:gd name="connsiteX5" fmla="*/ 458239 w 762630"/>
                <a:gd name="connsiteY5" fmla="*/ 89323 h 762769"/>
                <a:gd name="connsiteX6" fmla="*/ 457063 w 762630"/>
                <a:gd name="connsiteY6" fmla="*/ 89020 h 762769"/>
                <a:gd name="connsiteX7" fmla="*/ 88835 w 762630"/>
                <a:gd name="connsiteY7" fmla="*/ 305507 h 762769"/>
                <a:gd name="connsiteX8" fmla="*/ 305322 w 762630"/>
                <a:gd name="connsiteY8" fmla="*/ 673735 h 762769"/>
                <a:gd name="connsiteX9" fmla="*/ 673548 w 762630"/>
                <a:gd name="connsiteY9" fmla="*/ 457245 h 762769"/>
                <a:gd name="connsiteX10" fmla="*/ 683234 w 762630"/>
                <a:gd name="connsiteY10" fmla="*/ 381385 h 762769"/>
                <a:gd name="connsiteX11" fmla="*/ 659466 w 762630"/>
                <a:gd name="connsiteY11" fmla="*/ 264081 h 762769"/>
                <a:gd name="connsiteX12" fmla="*/ 680555 w 762630"/>
                <a:gd name="connsiteY12" fmla="*/ 212029 h 762769"/>
                <a:gd name="connsiteX13" fmla="*/ 732607 w 762630"/>
                <a:gd name="connsiteY13" fmla="*/ 233118 h 762769"/>
                <a:gd name="connsiteX14" fmla="*/ 529117 w 762630"/>
                <a:gd name="connsiteY14" fmla="*/ 732843 h 762769"/>
                <a:gd name="connsiteX15" fmla="*/ 381242 w 762630"/>
                <a:gd name="connsiteY15" fmla="*/ 762769 h 762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2630" h="762769">
                  <a:moveTo>
                    <a:pt x="381242" y="762769"/>
                  </a:moveTo>
                  <a:cubicBezTo>
                    <a:pt x="170609" y="762690"/>
                    <a:pt x="-79" y="591876"/>
                    <a:pt x="0" y="381242"/>
                  </a:cubicBezTo>
                  <a:cubicBezTo>
                    <a:pt x="78" y="170609"/>
                    <a:pt x="170894" y="-79"/>
                    <a:pt x="381527" y="0"/>
                  </a:cubicBezTo>
                  <a:cubicBezTo>
                    <a:pt x="413708" y="12"/>
                    <a:pt x="445759" y="4097"/>
                    <a:pt x="476911" y="12157"/>
                  </a:cubicBezTo>
                  <a:cubicBezTo>
                    <a:pt x="498218" y="17313"/>
                    <a:pt x="511313" y="38768"/>
                    <a:pt x="506157" y="60076"/>
                  </a:cubicBezTo>
                  <a:cubicBezTo>
                    <a:pt x="501002" y="81385"/>
                    <a:pt x="479546" y="94479"/>
                    <a:pt x="458239" y="89323"/>
                  </a:cubicBezTo>
                  <a:cubicBezTo>
                    <a:pt x="457847" y="89228"/>
                    <a:pt x="457455" y="89127"/>
                    <a:pt x="457063" y="89020"/>
                  </a:cubicBezTo>
                  <a:cubicBezTo>
                    <a:pt x="295598" y="47118"/>
                    <a:pt x="130737" y="144042"/>
                    <a:pt x="88835" y="305507"/>
                  </a:cubicBezTo>
                  <a:cubicBezTo>
                    <a:pt x="46933" y="466970"/>
                    <a:pt x="143858" y="631830"/>
                    <a:pt x="305322" y="673735"/>
                  </a:cubicBezTo>
                  <a:cubicBezTo>
                    <a:pt x="466788" y="715635"/>
                    <a:pt x="631648" y="618710"/>
                    <a:pt x="673548" y="457245"/>
                  </a:cubicBezTo>
                  <a:cubicBezTo>
                    <a:pt x="679979" y="432474"/>
                    <a:pt x="683234" y="406980"/>
                    <a:pt x="683234" y="381385"/>
                  </a:cubicBezTo>
                  <a:cubicBezTo>
                    <a:pt x="683289" y="341082"/>
                    <a:pt x="675200" y="301184"/>
                    <a:pt x="659466" y="264081"/>
                  </a:cubicBezTo>
                  <a:cubicBezTo>
                    <a:pt x="650916" y="243884"/>
                    <a:pt x="660359" y="220579"/>
                    <a:pt x="680555" y="212029"/>
                  </a:cubicBezTo>
                  <a:cubicBezTo>
                    <a:pt x="700750" y="203479"/>
                    <a:pt x="724057" y="212921"/>
                    <a:pt x="732607" y="233118"/>
                  </a:cubicBezTo>
                  <a:cubicBezTo>
                    <a:pt x="814411" y="427309"/>
                    <a:pt x="723303" y="651043"/>
                    <a:pt x="529117" y="732843"/>
                  </a:cubicBezTo>
                  <a:cubicBezTo>
                    <a:pt x="482310" y="752562"/>
                    <a:pt x="432033" y="762734"/>
                    <a:pt x="381242" y="7627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79A027EE-6489-8304-3AC2-E47C718A5ECE}"/>
                </a:ext>
              </a:extLst>
            </p:cNvPr>
            <p:cNvSpPr/>
            <p:nvPr/>
          </p:nvSpPr>
          <p:spPr>
            <a:xfrm>
              <a:off x="8487809" y="4876472"/>
              <a:ext cx="341906" cy="421563"/>
            </a:xfrm>
            <a:custGeom>
              <a:avLst/>
              <a:gdLst>
                <a:gd name="connsiteX0" fmla="*/ 39662 w 341906"/>
                <a:gd name="connsiteY0" fmla="*/ 421563 h 421563"/>
                <a:gd name="connsiteX1" fmla="*/ 0 w 341906"/>
                <a:gd name="connsiteY1" fmla="*/ 381832 h 421563"/>
                <a:gd name="connsiteX2" fmla="*/ 8203 w 341906"/>
                <a:gd name="connsiteY2" fmla="*/ 357702 h 421563"/>
                <a:gd name="connsiteX3" fmla="*/ 271193 w 341906"/>
                <a:gd name="connsiteY3" fmla="*/ 14922 h 421563"/>
                <a:gd name="connsiteX4" fmla="*/ 326986 w 341906"/>
                <a:gd name="connsiteY4" fmla="*/ 8683 h 421563"/>
                <a:gd name="connsiteX5" fmla="*/ 334161 w 341906"/>
                <a:gd name="connsiteY5" fmla="*/ 63252 h 421563"/>
                <a:gd name="connsiteX6" fmla="*/ 71172 w 341906"/>
                <a:gd name="connsiteY6" fmla="*/ 406032 h 421563"/>
                <a:gd name="connsiteX7" fmla="*/ 39662 w 341906"/>
                <a:gd name="connsiteY7" fmla="*/ 421563 h 42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906" h="421563">
                  <a:moveTo>
                    <a:pt x="39662" y="421563"/>
                  </a:moveTo>
                  <a:cubicBezTo>
                    <a:pt x="17738" y="421544"/>
                    <a:pt x="-19" y="403755"/>
                    <a:pt x="0" y="381832"/>
                  </a:cubicBezTo>
                  <a:cubicBezTo>
                    <a:pt x="7" y="373106"/>
                    <a:pt x="2890" y="364625"/>
                    <a:pt x="8203" y="357702"/>
                  </a:cubicBezTo>
                  <a:lnTo>
                    <a:pt x="271193" y="14922"/>
                  </a:lnTo>
                  <a:cubicBezTo>
                    <a:pt x="284878" y="-2208"/>
                    <a:pt x="309857" y="-5001"/>
                    <a:pt x="326986" y="8683"/>
                  </a:cubicBezTo>
                  <a:cubicBezTo>
                    <a:pt x="343644" y="21992"/>
                    <a:pt x="346815" y="46087"/>
                    <a:pt x="334161" y="63252"/>
                  </a:cubicBezTo>
                  <a:lnTo>
                    <a:pt x="71172" y="406032"/>
                  </a:lnTo>
                  <a:cubicBezTo>
                    <a:pt x="63655" y="415827"/>
                    <a:pt x="52009" y="421568"/>
                    <a:pt x="39662" y="4215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A992A5EC-0231-C013-933D-4959D97AE0B9}"/>
                </a:ext>
              </a:extLst>
            </p:cNvPr>
            <p:cNvSpPr/>
            <p:nvPr/>
          </p:nvSpPr>
          <p:spPr>
            <a:xfrm>
              <a:off x="8529465" y="4840227"/>
              <a:ext cx="138473" cy="140534"/>
            </a:xfrm>
            <a:custGeom>
              <a:avLst/>
              <a:gdLst>
                <a:gd name="connsiteX0" fmla="*/ 39738 w 138473"/>
                <a:gd name="connsiteY0" fmla="*/ 140534 h 140534"/>
                <a:gd name="connsiteX1" fmla="*/ 0 w 138473"/>
                <a:gd name="connsiteY1" fmla="*/ 100878 h 140534"/>
                <a:gd name="connsiteX2" fmla="*/ 11107 w 138473"/>
                <a:gd name="connsiteY2" fmla="*/ 73298 h 140534"/>
                <a:gd name="connsiteX3" fmla="*/ 69709 w 138473"/>
                <a:gd name="connsiteY3" fmla="*/ 12661 h 140534"/>
                <a:gd name="connsiteX4" fmla="*/ 125810 w 138473"/>
                <a:gd name="connsiteY4" fmla="*/ 10629 h 140534"/>
                <a:gd name="connsiteX5" fmla="*/ 127844 w 138473"/>
                <a:gd name="connsiteY5" fmla="*/ 66732 h 140534"/>
                <a:gd name="connsiteX6" fmla="*/ 126872 w 138473"/>
                <a:gd name="connsiteY6" fmla="*/ 67740 h 140534"/>
                <a:gd name="connsiteX7" fmla="*/ 68319 w 138473"/>
                <a:gd name="connsiteY7" fmla="*/ 128575 h 140534"/>
                <a:gd name="connsiteX8" fmla="*/ 39738 w 138473"/>
                <a:gd name="connsiteY8" fmla="*/ 140534 h 14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73" h="140534">
                  <a:moveTo>
                    <a:pt x="39738" y="140534"/>
                  </a:moveTo>
                  <a:cubicBezTo>
                    <a:pt x="17814" y="140557"/>
                    <a:pt x="23" y="122802"/>
                    <a:pt x="0" y="100878"/>
                  </a:cubicBezTo>
                  <a:cubicBezTo>
                    <a:pt x="-10" y="90593"/>
                    <a:pt x="3971" y="80705"/>
                    <a:pt x="11107" y="73298"/>
                  </a:cubicBezTo>
                  <a:lnTo>
                    <a:pt x="69709" y="12661"/>
                  </a:lnTo>
                  <a:cubicBezTo>
                    <a:pt x="84640" y="-3392"/>
                    <a:pt x="109758" y="-4302"/>
                    <a:pt x="125810" y="10629"/>
                  </a:cubicBezTo>
                  <a:cubicBezTo>
                    <a:pt x="141867" y="25561"/>
                    <a:pt x="142775" y="50679"/>
                    <a:pt x="127844" y="66732"/>
                  </a:cubicBezTo>
                  <a:cubicBezTo>
                    <a:pt x="127527" y="67074"/>
                    <a:pt x="127199" y="67410"/>
                    <a:pt x="126872" y="67740"/>
                  </a:cubicBezTo>
                  <a:lnTo>
                    <a:pt x="68319" y="128575"/>
                  </a:lnTo>
                  <a:cubicBezTo>
                    <a:pt x="60807" y="136268"/>
                    <a:pt x="50492" y="140583"/>
                    <a:pt x="39738" y="1405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EC3AE162-22F2-2780-D536-DAB69F085D70}"/>
                </a:ext>
              </a:extLst>
            </p:cNvPr>
            <p:cNvSpPr/>
            <p:nvPr/>
          </p:nvSpPr>
          <p:spPr>
            <a:xfrm>
              <a:off x="8525627" y="4780551"/>
              <a:ext cx="141814" cy="139423"/>
            </a:xfrm>
            <a:custGeom>
              <a:avLst/>
              <a:gdLst>
                <a:gd name="connsiteX0" fmla="*/ 102127 w 141814"/>
                <a:gd name="connsiteY0" fmla="*/ 139374 h 139423"/>
                <a:gd name="connsiteX1" fmla="*/ 74588 w 141814"/>
                <a:gd name="connsiteY1" fmla="*/ 128309 h 139423"/>
                <a:gd name="connsiteX2" fmla="*/ 12661 w 141814"/>
                <a:gd name="connsiteY2" fmla="*/ 68764 h 139423"/>
                <a:gd name="connsiteX3" fmla="*/ 10629 w 141814"/>
                <a:gd name="connsiteY3" fmla="*/ 12661 h 139423"/>
                <a:gd name="connsiteX4" fmla="*/ 66733 w 141814"/>
                <a:gd name="connsiteY4" fmla="*/ 10630 h 139423"/>
                <a:gd name="connsiteX5" fmla="*/ 67740 w 141814"/>
                <a:gd name="connsiteY5" fmla="*/ 11601 h 139423"/>
                <a:gd name="connsiteX6" fmla="*/ 129667 w 141814"/>
                <a:gd name="connsiteY6" fmla="*/ 71146 h 139423"/>
                <a:gd name="connsiteX7" fmla="*/ 130699 w 141814"/>
                <a:gd name="connsiteY7" fmla="*/ 127276 h 139423"/>
                <a:gd name="connsiteX8" fmla="*/ 102127 w 141814"/>
                <a:gd name="connsiteY8" fmla="*/ 139424 h 13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814" h="139423">
                  <a:moveTo>
                    <a:pt x="102127" y="139374"/>
                  </a:moveTo>
                  <a:cubicBezTo>
                    <a:pt x="91861" y="139385"/>
                    <a:pt x="81991" y="135419"/>
                    <a:pt x="74588" y="128309"/>
                  </a:cubicBezTo>
                  <a:lnTo>
                    <a:pt x="12661" y="68764"/>
                  </a:lnTo>
                  <a:cubicBezTo>
                    <a:pt x="-3392" y="53833"/>
                    <a:pt x="-4302" y="28715"/>
                    <a:pt x="10629" y="12661"/>
                  </a:cubicBezTo>
                  <a:cubicBezTo>
                    <a:pt x="25561" y="-3392"/>
                    <a:pt x="50679" y="-4302"/>
                    <a:pt x="66733" y="10630"/>
                  </a:cubicBezTo>
                  <a:cubicBezTo>
                    <a:pt x="67075" y="10947"/>
                    <a:pt x="67408" y="11271"/>
                    <a:pt x="67740" y="11601"/>
                  </a:cubicBezTo>
                  <a:lnTo>
                    <a:pt x="129667" y="71146"/>
                  </a:lnTo>
                  <a:cubicBezTo>
                    <a:pt x="145451" y="86360"/>
                    <a:pt x="145913" y="111490"/>
                    <a:pt x="130699" y="127276"/>
                  </a:cubicBezTo>
                  <a:cubicBezTo>
                    <a:pt x="123221" y="135036"/>
                    <a:pt x="112905" y="139421"/>
                    <a:pt x="102127" y="1394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F64AB15-E930-1E4C-3F2D-21D0C984B921}"/>
              </a:ext>
            </a:extLst>
          </p:cNvPr>
          <p:cNvGrpSpPr/>
          <p:nvPr/>
        </p:nvGrpSpPr>
        <p:grpSpPr>
          <a:xfrm>
            <a:off x="9433176" y="4880775"/>
            <a:ext cx="823703" cy="624029"/>
            <a:chOff x="9433176" y="4880775"/>
            <a:chExt cx="823703" cy="624029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6AB16FB3-BE33-11CC-A5E7-636F5A6DB34C}"/>
                </a:ext>
              </a:extLst>
            </p:cNvPr>
            <p:cNvSpPr/>
            <p:nvPr/>
          </p:nvSpPr>
          <p:spPr>
            <a:xfrm>
              <a:off x="10175502" y="4880775"/>
              <a:ext cx="79393" cy="624029"/>
            </a:xfrm>
            <a:custGeom>
              <a:avLst/>
              <a:gdLst>
                <a:gd name="connsiteX0" fmla="*/ 39697 w 79393"/>
                <a:gd name="connsiteY0" fmla="*/ 624030 h 624029"/>
                <a:gd name="connsiteX1" fmla="*/ 0 w 79393"/>
                <a:gd name="connsiteY1" fmla="*/ 584333 h 624029"/>
                <a:gd name="connsiteX2" fmla="*/ 0 w 79393"/>
                <a:gd name="connsiteY2" fmla="*/ 39697 h 624029"/>
                <a:gd name="connsiteX3" fmla="*/ 39697 w 79393"/>
                <a:gd name="connsiteY3" fmla="*/ 0 h 624029"/>
                <a:gd name="connsiteX4" fmla="*/ 79393 w 79393"/>
                <a:gd name="connsiteY4" fmla="*/ 39697 h 624029"/>
                <a:gd name="connsiteX5" fmla="*/ 79393 w 79393"/>
                <a:gd name="connsiteY5" fmla="*/ 584333 h 624029"/>
                <a:gd name="connsiteX6" fmla="*/ 39697 w 79393"/>
                <a:gd name="connsiteY6" fmla="*/ 624030 h 62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624029">
                  <a:moveTo>
                    <a:pt x="39697" y="624030"/>
                  </a:moveTo>
                  <a:cubicBezTo>
                    <a:pt x="17774" y="624030"/>
                    <a:pt x="0" y="606256"/>
                    <a:pt x="0" y="584333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584333"/>
                  </a:lnTo>
                  <a:cubicBezTo>
                    <a:pt x="79393" y="606256"/>
                    <a:pt x="61619" y="624030"/>
                    <a:pt x="39697" y="6240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1C12D614-6154-E8C8-8ADA-7DF3914AE6F1}"/>
                </a:ext>
              </a:extLst>
            </p:cNvPr>
            <p:cNvSpPr/>
            <p:nvPr/>
          </p:nvSpPr>
          <p:spPr>
            <a:xfrm>
              <a:off x="9924421" y="5231940"/>
              <a:ext cx="332458" cy="79393"/>
            </a:xfrm>
            <a:custGeom>
              <a:avLst/>
              <a:gdLst>
                <a:gd name="connsiteX0" fmla="*/ 292762 w 332458"/>
                <a:gd name="connsiteY0" fmla="*/ 79393 h 79393"/>
                <a:gd name="connsiteX1" fmla="*/ 39697 w 332458"/>
                <a:gd name="connsiteY1" fmla="*/ 79393 h 79393"/>
                <a:gd name="connsiteX2" fmla="*/ 0 w 332458"/>
                <a:gd name="connsiteY2" fmla="*/ 39697 h 79393"/>
                <a:gd name="connsiteX3" fmla="*/ 39697 w 332458"/>
                <a:gd name="connsiteY3" fmla="*/ 0 h 79393"/>
                <a:gd name="connsiteX4" fmla="*/ 292762 w 332458"/>
                <a:gd name="connsiteY4" fmla="*/ 0 h 79393"/>
                <a:gd name="connsiteX5" fmla="*/ 332459 w 332458"/>
                <a:gd name="connsiteY5" fmla="*/ 39697 h 79393"/>
                <a:gd name="connsiteX6" fmla="*/ 292762 w 332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458" h="79393">
                  <a:moveTo>
                    <a:pt x="292762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92762" y="0"/>
                  </a:lnTo>
                  <a:cubicBezTo>
                    <a:pt x="314685" y="0"/>
                    <a:pt x="332459" y="17773"/>
                    <a:pt x="332459" y="39697"/>
                  </a:cubicBezTo>
                  <a:cubicBezTo>
                    <a:pt x="332459" y="61619"/>
                    <a:pt x="314685" y="79393"/>
                    <a:pt x="2927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B644DEFA-0DB0-635F-8A13-D3BFF24B1429}"/>
                </a:ext>
              </a:extLst>
            </p:cNvPr>
            <p:cNvSpPr/>
            <p:nvPr/>
          </p:nvSpPr>
          <p:spPr>
            <a:xfrm>
              <a:off x="9924421" y="5078563"/>
              <a:ext cx="332458" cy="79393"/>
            </a:xfrm>
            <a:custGeom>
              <a:avLst/>
              <a:gdLst>
                <a:gd name="connsiteX0" fmla="*/ 292762 w 332458"/>
                <a:gd name="connsiteY0" fmla="*/ 79393 h 79393"/>
                <a:gd name="connsiteX1" fmla="*/ 39697 w 332458"/>
                <a:gd name="connsiteY1" fmla="*/ 79393 h 79393"/>
                <a:gd name="connsiteX2" fmla="*/ 0 w 332458"/>
                <a:gd name="connsiteY2" fmla="*/ 39697 h 79393"/>
                <a:gd name="connsiteX3" fmla="*/ 39697 w 332458"/>
                <a:gd name="connsiteY3" fmla="*/ 0 h 79393"/>
                <a:gd name="connsiteX4" fmla="*/ 292762 w 332458"/>
                <a:gd name="connsiteY4" fmla="*/ 0 h 79393"/>
                <a:gd name="connsiteX5" fmla="*/ 332459 w 332458"/>
                <a:gd name="connsiteY5" fmla="*/ 39697 h 79393"/>
                <a:gd name="connsiteX6" fmla="*/ 292762 w 33245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458" h="79393">
                  <a:moveTo>
                    <a:pt x="292762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92762" y="0"/>
                  </a:lnTo>
                  <a:cubicBezTo>
                    <a:pt x="314685" y="0"/>
                    <a:pt x="332459" y="17773"/>
                    <a:pt x="332459" y="39697"/>
                  </a:cubicBezTo>
                  <a:cubicBezTo>
                    <a:pt x="332459" y="61620"/>
                    <a:pt x="314685" y="79393"/>
                    <a:pt x="2927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802E936F-F54C-B4EB-D027-E06EE256B982}"/>
                </a:ext>
              </a:extLst>
            </p:cNvPr>
            <p:cNvSpPr/>
            <p:nvPr/>
          </p:nvSpPr>
          <p:spPr>
            <a:xfrm>
              <a:off x="9433176" y="4880775"/>
              <a:ext cx="821719" cy="624029"/>
            </a:xfrm>
            <a:custGeom>
              <a:avLst/>
              <a:gdLst>
                <a:gd name="connsiteX0" fmla="*/ 782023 w 821719"/>
                <a:gd name="connsiteY0" fmla="*/ 624030 h 624029"/>
                <a:gd name="connsiteX1" fmla="*/ 39697 w 821719"/>
                <a:gd name="connsiteY1" fmla="*/ 624030 h 624029"/>
                <a:gd name="connsiteX2" fmla="*/ 0 w 821719"/>
                <a:gd name="connsiteY2" fmla="*/ 584333 h 624029"/>
                <a:gd name="connsiteX3" fmla="*/ 0 w 821719"/>
                <a:gd name="connsiteY3" fmla="*/ 39697 h 624029"/>
                <a:gd name="connsiteX4" fmla="*/ 39697 w 821719"/>
                <a:gd name="connsiteY4" fmla="*/ 0 h 624029"/>
                <a:gd name="connsiteX5" fmla="*/ 782023 w 821719"/>
                <a:gd name="connsiteY5" fmla="*/ 0 h 624029"/>
                <a:gd name="connsiteX6" fmla="*/ 821720 w 821719"/>
                <a:gd name="connsiteY6" fmla="*/ 39697 h 624029"/>
                <a:gd name="connsiteX7" fmla="*/ 782023 w 821719"/>
                <a:gd name="connsiteY7" fmla="*/ 79393 h 624029"/>
                <a:gd name="connsiteX8" fmla="*/ 79393 w 821719"/>
                <a:gd name="connsiteY8" fmla="*/ 79393 h 624029"/>
                <a:gd name="connsiteX9" fmla="*/ 79393 w 821719"/>
                <a:gd name="connsiteY9" fmla="*/ 544637 h 624029"/>
                <a:gd name="connsiteX10" fmla="*/ 782023 w 821719"/>
                <a:gd name="connsiteY10" fmla="*/ 544637 h 624029"/>
                <a:gd name="connsiteX11" fmla="*/ 821720 w 821719"/>
                <a:gd name="connsiteY11" fmla="*/ 584333 h 624029"/>
                <a:gd name="connsiteX12" fmla="*/ 782023 w 821719"/>
                <a:gd name="connsiteY12" fmla="*/ 624030 h 62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1719" h="624029">
                  <a:moveTo>
                    <a:pt x="782023" y="624030"/>
                  </a:moveTo>
                  <a:lnTo>
                    <a:pt x="39697" y="624030"/>
                  </a:lnTo>
                  <a:cubicBezTo>
                    <a:pt x="17773" y="624030"/>
                    <a:pt x="0" y="606256"/>
                    <a:pt x="0" y="58433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2023" y="0"/>
                  </a:lnTo>
                  <a:cubicBezTo>
                    <a:pt x="803945" y="0"/>
                    <a:pt x="821720" y="17773"/>
                    <a:pt x="821720" y="39697"/>
                  </a:cubicBezTo>
                  <a:cubicBezTo>
                    <a:pt x="821720" y="61620"/>
                    <a:pt x="803945" y="79393"/>
                    <a:pt x="782023" y="79393"/>
                  </a:cubicBezTo>
                  <a:lnTo>
                    <a:pt x="79393" y="79393"/>
                  </a:lnTo>
                  <a:lnTo>
                    <a:pt x="79393" y="544637"/>
                  </a:lnTo>
                  <a:lnTo>
                    <a:pt x="782023" y="544637"/>
                  </a:lnTo>
                  <a:cubicBezTo>
                    <a:pt x="803945" y="544637"/>
                    <a:pt x="821720" y="562411"/>
                    <a:pt x="821720" y="584333"/>
                  </a:cubicBezTo>
                  <a:cubicBezTo>
                    <a:pt x="821720" y="606256"/>
                    <a:pt x="803945" y="624030"/>
                    <a:pt x="782023" y="62403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BAC86046-2FF6-650E-E2E1-A43E4F41D074}"/>
                </a:ext>
              </a:extLst>
            </p:cNvPr>
            <p:cNvSpPr/>
            <p:nvPr/>
          </p:nvSpPr>
          <p:spPr>
            <a:xfrm>
              <a:off x="9587844" y="5078563"/>
              <a:ext cx="232770" cy="232770"/>
            </a:xfrm>
            <a:custGeom>
              <a:avLst/>
              <a:gdLst>
                <a:gd name="connsiteX0" fmla="*/ 193074 w 232770"/>
                <a:gd name="connsiteY0" fmla="*/ 232771 h 232770"/>
                <a:gd name="connsiteX1" fmla="*/ 39697 w 232770"/>
                <a:gd name="connsiteY1" fmla="*/ 232771 h 232770"/>
                <a:gd name="connsiteX2" fmla="*/ 0 w 232770"/>
                <a:gd name="connsiteY2" fmla="*/ 193074 h 232770"/>
                <a:gd name="connsiteX3" fmla="*/ 0 w 232770"/>
                <a:gd name="connsiteY3" fmla="*/ 39697 h 232770"/>
                <a:gd name="connsiteX4" fmla="*/ 39697 w 232770"/>
                <a:gd name="connsiteY4" fmla="*/ 0 h 232770"/>
                <a:gd name="connsiteX5" fmla="*/ 193074 w 232770"/>
                <a:gd name="connsiteY5" fmla="*/ 0 h 232770"/>
                <a:gd name="connsiteX6" fmla="*/ 232771 w 232770"/>
                <a:gd name="connsiteY6" fmla="*/ 39697 h 232770"/>
                <a:gd name="connsiteX7" fmla="*/ 232771 w 232770"/>
                <a:gd name="connsiteY7" fmla="*/ 193074 h 232770"/>
                <a:gd name="connsiteX8" fmla="*/ 193074 w 232770"/>
                <a:gd name="connsiteY8" fmla="*/ 232771 h 232770"/>
                <a:gd name="connsiteX9" fmla="*/ 79393 w 232770"/>
                <a:gd name="connsiteY9" fmla="*/ 153378 h 232770"/>
                <a:gd name="connsiteX10" fmla="*/ 153378 w 232770"/>
                <a:gd name="connsiteY10" fmla="*/ 153378 h 232770"/>
                <a:gd name="connsiteX11" fmla="*/ 153378 w 232770"/>
                <a:gd name="connsiteY11" fmla="*/ 79393 h 232770"/>
                <a:gd name="connsiteX12" fmla="*/ 79393 w 232770"/>
                <a:gd name="connsiteY12" fmla="*/ 79393 h 2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770" h="232770">
                  <a:moveTo>
                    <a:pt x="193074" y="232771"/>
                  </a:moveTo>
                  <a:lnTo>
                    <a:pt x="39697" y="232771"/>
                  </a:lnTo>
                  <a:cubicBezTo>
                    <a:pt x="17773" y="232771"/>
                    <a:pt x="0" y="214996"/>
                    <a:pt x="0" y="1930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93074" y="0"/>
                  </a:lnTo>
                  <a:cubicBezTo>
                    <a:pt x="214998" y="0"/>
                    <a:pt x="232771" y="17773"/>
                    <a:pt x="232771" y="39697"/>
                  </a:cubicBezTo>
                  <a:lnTo>
                    <a:pt x="232771" y="193074"/>
                  </a:lnTo>
                  <a:cubicBezTo>
                    <a:pt x="232771" y="214996"/>
                    <a:pt x="214998" y="232771"/>
                    <a:pt x="193074" y="232771"/>
                  </a:cubicBezTo>
                  <a:close/>
                  <a:moveTo>
                    <a:pt x="79393" y="153378"/>
                  </a:moveTo>
                  <a:lnTo>
                    <a:pt x="153378" y="153378"/>
                  </a:lnTo>
                  <a:lnTo>
                    <a:pt x="15337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F700503F-AF6E-511F-06BA-F34BBBB3D475}"/>
              </a:ext>
            </a:extLst>
          </p:cNvPr>
          <p:cNvGrpSpPr/>
          <p:nvPr/>
        </p:nvGrpSpPr>
        <p:grpSpPr>
          <a:xfrm>
            <a:off x="7002670" y="3895172"/>
            <a:ext cx="384263" cy="459338"/>
            <a:chOff x="7002670" y="3895172"/>
            <a:chExt cx="384263" cy="459338"/>
          </a:xfrm>
        </p:grpSpPr>
        <p:grpSp>
          <p:nvGrpSpPr>
            <p:cNvPr id="260" name="Picture Placeholder 75">
              <a:extLst>
                <a:ext uri="{FF2B5EF4-FFF2-40B4-BE49-F238E27FC236}">
                  <a16:creationId xmlns:a16="http://schemas.microsoft.com/office/drawing/2014/main" id="{98407D15-0C95-1D80-3A04-103E720DBBD9}"/>
                </a:ext>
              </a:extLst>
            </p:cNvPr>
            <p:cNvGrpSpPr/>
            <p:nvPr/>
          </p:nvGrpSpPr>
          <p:grpSpPr>
            <a:xfrm>
              <a:off x="7002670" y="3895172"/>
              <a:ext cx="384263" cy="459338"/>
              <a:chOff x="7002670" y="3895172"/>
              <a:chExt cx="384263" cy="459338"/>
            </a:xfrm>
            <a:solidFill>
              <a:srgbClr val="EE7684"/>
            </a:solidFill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1ABAF5B8-C903-2B43-AEE3-F717F8082D54}"/>
                  </a:ext>
                </a:extLst>
              </p:cNvPr>
              <p:cNvSpPr/>
              <p:nvPr/>
            </p:nvSpPr>
            <p:spPr>
              <a:xfrm>
                <a:off x="7157835" y="3895172"/>
                <a:ext cx="79393" cy="155213"/>
              </a:xfrm>
              <a:custGeom>
                <a:avLst/>
                <a:gdLst>
                  <a:gd name="connsiteX0" fmla="*/ 39697 w 79393"/>
                  <a:gd name="connsiteY0" fmla="*/ 155214 h 155213"/>
                  <a:gd name="connsiteX1" fmla="*/ 0 w 79393"/>
                  <a:gd name="connsiteY1" fmla="*/ 115517 h 155213"/>
                  <a:gd name="connsiteX2" fmla="*/ 0 w 79393"/>
                  <a:gd name="connsiteY2" fmla="*/ 39697 h 155213"/>
                  <a:gd name="connsiteX3" fmla="*/ 39697 w 79393"/>
                  <a:gd name="connsiteY3" fmla="*/ 0 h 155213"/>
                  <a:gd name="connsiteX4" fmla="*/ 79393 w 79393"/>
                  <a:gd name="connsiteY4" fmla="*/ 39697 h 155213"/>
                  <a:gd name="connsiteX5" fmla="*/ 79393 w 79393"/>
                  <a:gd name="connsiteY5" fmla="*/ 115517 h 155213"/>
                  <a:gd name="connsiteX6" fmla="*/ 39697 w 79393"/>
                  <a:gd name="connsiteY6" fmla="*/ 155214 h 155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55213">
                    <a:moveTo>
                      <a:pt x="39697" y="155214"/>
                    </a:moveTo>
                    <a:cubicBezTo>
                      <a:pt x="17773" y="155214"/>
                      <a:pt x="0" y="137441"/>
                      <a:pt x="0" y="115517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1" y="0"/>
                      <a:pt x="79393" y="17773"/>
                      <a:pt x="79393" y="39697"/>
                    </a:cubicBezTo>
                    <a:lnTo>
                      <a:pt x="79393" y="115517"/>
                    </a:lnTo>
                    <a:cubicBezTo>
                      <a:pt x="79393" y="137441"/>
                      <a:pt x="61621" y="155214"/>
                      <a:pt x="39697" y="15521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3E017C-C012-D63F-3639-BE562014F657}"/>
                  </a:ext>
                </a:extLst>
              </p:cNvPr>
              <p:cNvSpPr/>
              <p:nvPr/>
            </p:nvSpPr>
            <p:spPr>
              <a:xfrm>
                <a:off x="7002670" y="3972729"/>
                <a:ext cx="384263" cy="381781"/>
              </a:xfrm>
              <a:custGeom>
                <a:avLst/>
                <a:gdLst>
                  <a:gd name="connsiteX0" fmla="*/ 344566 w 384263"/>
                  <a:gd name="connsiteY0" fmla="*/ 381782 h 381781"/>
                  <a:gd name="connsiteX1" fmla="*/ 304870 w 384263"/>
                  <a:gd name="connsiteY1" fmla="*/ 342085 h 381781"/>
                  <a:gd name="connsiteX2" fmla="*/ 304870 w 384263"/>
                  <a:gd name="connsiteY2" fmla="*/ 79393 h 381781"/>
                  <a:gd name="connsiteX3" fmla="*/ 79393 w 384263"/>
                  <a:gd name="connsiteY3" fmla="*/ 79393 h 381781"/>
                  <a:gd name="connsiteX4" fmla="*/ 79393 w 384263"/>
                  <a:gd name="connsiteY4" fmla="*/ 332161 h 381781"/>
                  <a:gd name="connsiteX5" fmla="*/ 39697 w 384263"/>
                  <a:gd name="connsiteY5" fmla="*/ 371857 h 381781"/>
                  <a:gd name="connsiteX6" fmla="*/ 0 w 384263"/>
                  <a:gd name="connsiteY6" fmla="*/ 332161 h 381781"/>
                  <a:gd name="connsiteX7" fmla="*/ 0 w 384263"/>
                  <a:gd name="connsiteY7" fmla="*/ 39697 h 381781"/>
                  <a:gd name="connsiteX8" fmla="*/ 39697 w 384263"/>
                  <a:gd name="connsiteY8" fmla="*/ 0 h 381781"/>
                  <a:gd name="connsiteX9" fmla="*/ 344566 w 384263"/>
                  <a:gd name="connsiteY9" fmla="*/ 0 h 381781"/>
                  <a:gd name="connsiteX10" fmla="*/ 384263 w 384263"/>
                  <a:gd name="connsiteY10" fmla="*/ 39697 h 381781"/>
                  <a:gd name="connsiteX11" fmla="*/ 384263 w 384263"/>
                  <a:gd name="connsiteY11" fmla="*/ 342085 h 381781"/>
                  <a:gd name="connsiteX12" fmla="*/ 344566 w 384263"/>
                  <a:gd name="connsiteY12" fmla="*/ 381782 h 381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263" h="381781">
                    <a:moveTo>
                      <a:pt x="344566" y="381782"/>
                    </a:moveTo>
                    <a:cubicBezTo>
                      <a:pt x="322644" y="381782"/>
                      <a:pt x="304870" y="364007"/>
                      <a:pt x="304870" y="342085"/>
                    </a:cubicBezTo>
                    <a:lnTo>
                      <a:pt x="304870" y="79393"/>
                    </a:lnTo>
                    <a:lnTo>
                      <a:pt x="79393" y="79393"/>
                    </a:lnTo>
                    <a:lnTo>
                      <a:pt x="79393" y="332161"/>
                    </a:lnTo>
                    <a:cubicBezTo>
                      <a:pt x="79393" y="354083"/>
                      <a:pt x="61621" y="371857"/>
                      <a:pt x="39697" y="371857"/>
                    </a:cubicBezTo>
                    <a:cubicBezTo>
                      <a:pt x="17773" y="371857"/>
                      <a:pt x="0" y="354083"/>
                      <a:pt x="0" y="33216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44566" y="0"/>
                    </a:lnTo>
                    <a:cubicBezTo>
                      <a:pt x="366489" y="0"/>
                      <a:pt x="384263" y="17773"/>
                      <a:pt x="384263" y="39697"/>
                    </a:cubicBezTo>
                    <a:lnTo>
                      <a:pt x="384263" y="342085"/>
                    </a:lnTo>
                    <a:cubicBezTo>
                      <a:pt x="384263" y="364007"/>
                      <a:pt x="366489" y="381782"/>
                      <a:pt x="344566" y="38178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E8B6EE9-09D9-22F9-BF82-284DA82A8A10}"/>
                  </a:ext>
                </a:extLst>
              </p:cNvPr>
              <p:cNvSpPr/>
              <p:nvPr/>
            </p:nvSpPr>
            <p:spPr>
              <a:xfrm>
                <a:off x="7100820" y="4074487"/>
                <a:ext cx="79394" cy="79556"/>
              </a:xfrm>
              <a:custGeom>
                <a:avLst/>
                <a:gdLst>
                  <a:gd name="connsiteX0" fmla="*/ 39697 w 79394"/>
                  <a:gd name="connsiteY0" fmla="*/ 79556 h 79556"/>
                  <a:gd name="connsiteX1" fmla="*/ 11662 w 79394"/>
                  <a:gd name="connsiteY1" fmla="*/ 67895 h 79556"/>
                  <a:gd name="connsiteX2" fmla="*/ 6700 w 79394"/>
                  <a:gd name="connsiteY2" fmla="*/ 61891 h 79556"/>
                  <a:gd name="connsiteX3" fmla="*/ 3028 w 79394"/>
                  <a:gd name="connsiteY3" fmla="*/ 55044 h 79556"/>
                  <a:gd name="connsiteX4" fmla="*/ 795 w 79394"/>
                  <a:gd name="connsiteY4" fmla="*/ 47601 h 79556"/>
                  <a:gd name="connsiteX5" fmla="*/ 1 w 79394"/>
                  <a:gd name="connsiteY5" fmla="*/ 39860 h 79556"/>
                  <a:gd name="connsiteX6" fmla="*/ 795 w 79394"/>
                  <a:gd name="connsiteY6" fmla="*/ 31920 h 79556"/>
                  <a:gd name="connsiteX7" fmla="*/ 3028 w 79394"/>
                  <a:gd name="connsiteY7" fmla="*/ 24527 h 79556"/>
                  <a:gd name="connsiteX8" fmla="*/ 6700 w 79394"/>
                  <a:gd name="connsiteY8" fmla="*/ 17679 h 79556"/>
                  <a:gd name="connsiteX9" fmla="*/ 11662 w 79394"/>
                  <a:gd name="connsiteY9" fmla="*/ 11626 h 79556"/>
                  <a:gd name="connsiteX10" fmla="*/ 17666 w 79394"/>
                  <a:gd name="connsiteY10" fmla="*/ 6664 h 79556"/>
                  <a:gd name="connsiteX11" fmla="*/ 24513 w 79394"/>
                  <a:gd name="connsiteY11" fmla="*/ 2992 h 79556"/>
                  <a:gd name="connsiteX12" fmla="*/ 47488 w 79394"/>
                  <a:gd name="connsiteY12" fmla="*/ 759 h 79556"/>
                  <a:gd name="connsiteX13" fmla="*/ 54881 w 79394"/>
                  <a:gd name="connsiteY13" fmla="*/ 2992 h 79556"/>
                  <a:gd name="connsiteX14" fmla="*/ 61729 w 79394"/>
                  <a:gd name="connsiteY14" fmla="*/ 7110 h 79556"/>
                  <a:gd name="connsiteX15" fmla="*/ 72695 w 79394"/>
                  <a:gd name="connsiteY15" fmla="*/ 18076 h 79556"/>
                  <a:gd name="connsiteX16" fmla="*/ 76615 w 79394"/>
                  <a:gd name="connsiteY16" fmla="*/ 24676 h 79556"/>
                  <a:gd name="connsiteX17" fmla="*/ 78600 w 79394"/>
                  <a:gd name="connsiteY17" fmla="*/ 31920 h 79556"/>
                  <a:gd name="connsiteX18" fmla="*/ 79394 w 79394"/>
                  <a:gd name="connsiteY18" fmla="*/ 39711 h 79556"/>
                  <a:gd name="connsiteX19" fmla="*/ 78600 w 79394"/>
                  <a:gd name="connsiteY19" fmla="*/ 47452 h 79556"/>
                  <a:gd name="connsiteX20" fmla="*/ 76367 w 79394"/>
                  <a:gd name="connsiteY20" fmla="*/ 54895 h 79556"/>
                  <a:gd name="connsiteX21" fmla="*/ 72695 w 79394"/>
                  <a:gd name="connsiteY21" fmla="*/ 61742 h 79556"/>
                  <a:gd name="connsiteX22" fmla="*/ 67733 w 79394"/>
                  <a:gd name="connsiteY22" fmla="*/ 67747 h 79556"/>
                  <a:gd name="connsiteX23" fmla="*/ 61679 w 79394"/>
                  <a:gd name="connsiteY23" fmla="*/ 72709 h 79556"/>
                  <a:gd name="connsiteX24" fmla="*/ 47389 w 79394"/>
                  <a:gd name="connsiteY24" fmla="*/ 78614 h 79556"/>
                  <a:gd name="connsiteX25" fmla="*/ 39697 w 79394"/>
                  <a:gd name="connsiteY25" fmla="*/ 79556 h 79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94" h="79556">
                    <a:moveTo>
                      <a:pt x="39697" y="79556"/>
                    </a:moveTo>
                    <a:cubicBezTo>
                      <a:pt x="29176" y="79536"/>
                      <a:pt x="19092" y="75344"/>
                      <a:pt x="11662" y="67895"/>
                    </a:cubicBezTo>
                    <a:cubicBezTo>
                      <a:pt x="9797" y="66079"/>
                      <a:pt x="8133" y="64065"/>
                      <a:pt x="6700" y="61891"/>
                    </a:cubicBezTo>
                    <a:cubicBezTo>
                      <a:pt x="5255" y="59734"/>
                      <a:pt x="4024" y="57441"/>
                      <a:pt x="3028" y="55044"/>
                    </a:cubicBezTo>
                    <a:cubicBezTo>
                      <a:pt x="2037" y="52644"/>
                      <a:pt x="1289" y="50150"/>
                      <a:pt x="795" y="47601"/>
                    </a:cubicBezTo>
                    <a:cubicBezTo>
                      <a:pt x="258" y="45056"/>
                      <a:pt x="-8" y="42461"/>
                      <a:pt x="1" y="39860"/>
                    </a:cubicBezTo>
                    <a:cubicBezTo>
                      <a:pt x="-16" y="37193"/>
                      <a:pt x="250" y="34531"/>
                      <a:pt x="795" y="31920"/>
                    </a:cubicBezTo>
                    <a:cubicBezTo>
                      <a:pt x="1289" y="29387"/>
                      <a:pt x="2037" y="26910"/>
                      <a:pt x="3028" y="24527"/>
                    </a:cubicBezTo>
                    <a:cubicBezTo>
                      <a:pt x="4024" y="22130"/>
                      <a:pt x="5255" y="19836"/>
                      <a:pt x="6700" y="17679"/>
                    </a:cubicBezTo>
                    <a:cubicBezTo>
                      <a:pt x="8145" y="15499"/>
                      <a:pt x="9808" y="13471"/>
                      <a:pt x="11662" y="11626"/>
                    </a:cubicBezTo>
                    <a:cubicBezTo>
                      <a:pt x="13478" y="9759"/>
                      <a:pt x="15491" y="8096"/>
                      <a:pt x="17666" y="6664"/>
                    </a:cubicBezTo>
                    <a:cubicBezTo>
                      <a:pt x="19823" y="5219"/>
                      <a:pt x="22116" y="3989"/>
                      <a:pt x="24513" y="2992"/>
                    </a:cubicBezTo>
                    <a:cubicBezTo>
                      <a:pt x="31788" y="14"/>
                      <a:pt x="39776" y="-762"/>
                      <a:pt x="47488" y="759"/>
                    </a:cubicBezTo>
                    <a:cubicBezTo>
                      <a:pt x="50021" y="1253"/>
                      <a:pt x="52498" y="2001"/>
                      <a:pt x="54881" y="2992"/>
                    </a:cubicBezTo>
                    <a:cubicBezTo>
                      <a:pt x="57296" y="4131"/>
                      <a:pt x="59591" y="5510"/>
                      <a:pt x="61729" y="7110"/>
                    </a:cubicBezTo>
                    <a:cubicBezTo>
                      <a:pt x="66105" y="9965"/>
                      <a:pt x="69840" y="13700"/>
                      <a:pt x="72695" y="18076"/>
                    </a:cubicBezTo>
                    <a:cubicBezTo>
                      <a:pt x="74212" y="20144"/>
                      <a:pt x="75524" y="22355"/>
                      <a:pt x="76615" y="24676"/>
                    </a:cubicBezTo>
                    <a:cubicBezTo>
                      <a:pt x="77511" y="27020"/>
                      <a:pt x="78176" y="29447"/>
                      <a:pt x="78600" y="31920"/>
                    </a:cubicBezTo>
                    <a:cubicBezTo>
                      <a:pt x="79134" y="34483"/>
                      <a:pt x="79400" y="37093"/>
                      <a:pt x="79394" y="39711"/>
                    </a:cubicBezTo>
                    <a:cubicBezTo>
                      <a:pt x="79403" y="42312"/>
                      <a:pt x="79136" y="44907"/>
                      <a:pt x="78600" y="47452"/>
                    </a:cubicBezTo>
                    <a:cubicBezTo>
                      <a:pt x="78106" y="50001"/>
                      <a:pt x="77357" y="52495"/>
                      <a:pt x="76367" y="54895"/>
                    </a:cubicBezTo>
                    <a:cubicBezTo>
                      <a:pt x="75370" y="57292"/>
                      <a:pt x="74140" y="59585"/>
                      <a:pt x="72695" y="61742"/>
                    </a:cubicBezTo>
                    <a:cubicBezTo>
                      <a:pt x="71263" y="63916"/>
                      <a:pt x="69599" y="65930"/>
                      <a:pt x="67733" y="67747"/>
                    </a:cubicBezTo>
                    <a:cubicBezTo>
                      <a:pt x="65887" y="69602"/>
                      <a:pt x="63859" y="71265"/>
                      <a:pt x="61679" y="72709"/>
                    </a:cubicBezTo>
                    <a:cubicBezTo>
                      <a:pt x="57332" y="75562"/>
                      <a:pt x="52483" y="77566"/>
                      <a:pt x="47389" y="78614"/>
                    </a:cubicBezTo>
                    <a:cubicBezTo>
                      <a:pt x="44861" y="79174"/>
                      <a:pt x="42285" y="79487"/>
                      <a:pt x="39697" y="7955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44B2FA85-C024-5245-758F-1CB38E12EDAA}"/>
                  </a:ext>
                </a:extLst>
              </p:cNvPr>
              <p:cNvSpPr/>
              <p:nvPr/>
            </p:nvSpPr>
            <p:spPr>
              <a:xfrm>
                <a:off x="7209390" y="4075246"/>
                <a:ext cx="79442" cy="79392"/>
              </a:xfrm>
              <a:custGeom>
                <a:avLst/>
                <a:gdLst>
                  <a:gd name="connsiteX0" fmla="*/ 39697 w 79442"/>
                  <a:gd name="connsiteY0" fmla="*/ 79393 h 79392"/>
                  <a:gd name="connsiteX1" fmla="*/ 31956 w 79442"/>
                  <a:gd name="connsiteY1" fmla="*/ 78599 h 79392"/>
                  <a:gd name="connsiteX2" fmla="*/ 11611 w 79442"/>
                  <a:gd name="connsiteY2" fmla="*/ 67732 h 79392"/>
                  <a:gd name="connsiteX3" fmla="*/ 0 w 79442"/>
                  <a:gd name="connsiteY3" fmla="*/ 39696 h 79392"/>
                  <a:gd name="connsiteX4" fmla="*/ 794 w 79442"/>
                  <a:gd name="connsiteY4" fmla="*/ 31906 h 79392"/>
                  <a:gd name="connsiteX5" fmla="*/ 3027 w 79442"/>
                  <a:gd name="connsiteY5" fmla="*/ 24512 h 79392"/>
                  <a:gd name="connsiteX6" fmla="*/ 6699 w 79442"/>
                  <a:gd name="connsiteY6" fmla="*/ 17665 h 79392"/>
                  <a:gd name="connsiteX7" fmla="*/ 11661 w 79442"/>
                  <a:gd name="connsiteY7" fmla="*/ 11611 h 79392"/>
                  <a:gd name="connsiteX8" fmla="*/ 17715 w 79442"/>
                  <a:gd name="connsiteY8" fmla="*/ 6649 h 79392"/>
                  <a:gd name="connsiteX9" fmla="*/ 32005 w 79442"/>
                  <a:gd name="connsiteY9" fmla="*/ 744 h 79392"/>
                  <a:gd name="connsiteX10" fmla="*/ 47487 w 79442"/>
                  <a:gd name="connsiteY10" fmla="*/ 744 h 79392"/>
                  <a:gd name="connsiteX11" fmla="*/ 61778 w 79442"/>
                  <a:gd name="connsiteY11" fmla="*/ 6649 h 79392"/>
                  <a:gd name="connsiteX12" fmla="*/ 72744 w 79442"/>
                  <a:gd name="connsiteY12" fmla="*/ 17665 h 79392"/>
                  <a:gd name="connsiteX13" fmla="*/ 76416 w 79442"/>
                  <a:gd name="connsiteY13" fmla="*/ 24512 h 79392"/>
                  <a:gd name="connsiteX14" fmla="*/ 78649 w 79442"/>
                  <a:gd name="connsiteY14" fmla="*/ 31906 h 79392"/>
                  <a:gd name="connsiteX15" fmla="*/ 79443 w 79442"/>
                  <a:gd name="connsiteY15" fmla="*/ 39696 h 79392"/>
                  <a:gd name="connsiteX16" fmla="*/ 78649 w 79442"/>
                  <a:gd name="connsiteY16" fmla="*/ 47437 h 79392"/>
                  <a:gd name="connsiteX17" fmla="*/ 76416 w 79442"/>
                  <a:gd name="connsiteY17" fmla="*/ 54880 h 79392"/>
                  <a:gd name="connsiteX18" fmla="*/ 67832 w 79442"/>
                  <a:gd name="connsiteY18" fmla="*/ 67732 h 79392"/>
                  <a:gd name="connsiteX19" fmla="*/ 61778 w 79442"/>
                  <a:gd name="connsiteY19" fmla="*/ 72694 h 79392"/>
                  <a:gd name="connsiteX20" fmla="*/ 47487 w 79442"/>
                  <a:gd name="connsiteY20" fmla="*/ 78599 h 79392"/>
                  <a:gd name="connsiteX21" fmla="*/ 39697 w 79442"/>
                  <a:gd name="connsiteY21" fmla="*/ 79393 h 7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9442" h="79392">
                    <a:moveTo>
                      <a:pt x="39697" y="79393"/>
                    </a:moveTo>
                    <a:cubicBezTo>
                      <a:pt x="37097" y="79378"/>
                      <a:pt x="34505" y="79110"/>
                      <a:pt x="31956" y="78599"/>
                    </a:cubicBezTo>
                    <a:cubicBezTo>
                      <a:pt x="24248" y="77070"/>
                      <a:pt x="17168" y="73289"/>
                      <a:pt x="11611" y="67732"/>
                    </a:cubicBezTo>
                    <a:cubicBezTo>
                      <a:pt x="4181" y="60293"/>
                      <a:pt x="5" y="50210"/>
                      <a:pt x="0" y="39696"/>
                    </a:cubicBezTo>
                    <a:cubicBezTo>
                      <a:pt x="-6" y="37079"/>
                      <a:pt x="260" y="34468"/>
                      <a:pt x="794" y="31906"/>
                    </a:cubicBezTo>
                    <a:cubicBezTo>
                      <a:pt x="1288" y="29373"/>
                      <a:pt x="2037" y="26896"/>
                      <a:pt x="3027" y="24512"/>
                    </a:cubicBezTo>
                    <a:cubicBezTo>
                      <a:pt x="4012" y="22110"/>
                      <a:pt x="5243" y="19815"/>
                      <a:pt x="6699" y="17665"/>
                    </a:cubicBezTo>
                    <a:cubicBezTo>
                      <a:pt x="8143" y="15484"/>
                      <a:pt x="9806" y="13455"/>
                      <a:pt x="11661" y="11611"/>
                    </a:cubicBezTo>
                    <a:cubicBezTo>
                      <a:pt x="13520" y="9771"/>
                      <a:pt x="15546" y="8110"/>
                      <a:pt x="17715" y="6649"/>
                    </a:cubicBezTo>
                    <a:cubicBezTo>
                      <a:pt x="22062" y="3795"/>
                      <a:pt x="26911" y="1791"/>
                      <a:pt x="32005" y="744"/>
                    </a:cubicBezTo>
                    <a:cubicBezTo>
                      <a:pt x="37118" y="-248"/>
                      <a:pt x="42374" y="-248"/>
                      <a:pt x="47487" y="744"/>
                    </a:cubicBezTo>
                    <a:cubicBezTo>
                      <a:pt x="52583" y="1791"/>
                      <a:pt x="57431" y="3795"/>
                      <a:pt x="61778" y="6649"/>
                    </a:cubicBezTo>
                    <a:cubicBezTo>
                      <a:pt x="66140" y="9540"/>
                      <a:pt x="69871" y="13288"/>
                      <a:pt x="72744" y="17665"/>
                    </a:cubicBezTo>
                    <a:cubicBezTo>
                      <a:pt x="74198" y="19815"/>
                      <a:pt x="75429" y="22110"/>
                      <a:pt x="76416" y="24512"/>
                    </a:cubicBezTo>
                    <a:cubicBezTo>
                      <a:pt x="77408" y="26896"/>
                      <a:pt x="78153" y="29373"/>
                      <a:pt x="78649" y="31906"/>
                    </a:cubicBezTo>
                    <a:cubicBezTo>
                      <a:pt x="79185" y="34468"/>
                      <a:pt x="79448" y="37079"/>
                      <a:pt x="79443" y="39696"/>
                    </a:cubicBezTo>
                    <a:cubicBezTo>
                      <a:pt x="79448" y="42297"/>
                      <a:pt x="79185" y="44891"/>
                      <a:pt x="78649" y="47437"/>
                    </a:cubicBezTo>
                    <a:cubicBezTo>
                      <a:pt x="78148" y="49985"/>
                      <a:pt x="77399" y="52477"/>
                      <a:pt x="76416" y="54880"/>
                    </a:cubicBezTo>
                    <a:cubicBezTo>
                      <a:pt x="74411" y="59679"/>
                      <a:pt x="71499" y="64045"/>
                      <a:pt x="67832" y="67732"/>
                    </a:cubicBezTo>
                    <a:cubicBezTo>
                      <a:pt x="65986" y="69588"/>
                      <a:pt x="63956" y="71250"/>
                      <a:pt x="61778" y="72694"/>
                    </a:cubicBezTo>
                    <a:cubicBezTo>
                      <a:pt x="57431" y="75547"/>
                      <a:pt x="52583" y="77552"/>
                      <a:pt x="47487" y="78599"/>
                    </a:cubicBezTo>
                    <a:cubicBezTo>
                      <a:pt x="44922" y="79115"/>
                      <a:pt x="42313" y="79378"/>
                      <a:pt x="3969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B896BF68-F35A-D8B0-B552-52B97E90ACDA}"/>
                </a:ext>
              </a:extLst>
            </p:cNvPr>
            <p:cNvSpPr/>
            <p:nvPr/>
          </p:nvSpPr>
          <p:spPr>
            <a:xfrm>
              <a:off x="7104988" y="4189422"/>
              <a:ext cx="188161" cy="79393"/>
            </a:xfrm>
            <a:custGeom>
              <a:avLst/>
              <a:gdLst>
                <a:gd name="connsiteX0" fmla="*/ 39697 w 188161"/>
                <a:gd name="connsiteY0" fmla="*/ 79393 h 79393"/>
                <a:gd name="connsiteX1" fmla="*/ 0 w 188161"/>
                <a:gd name="connsiteY1" fmla="*/ 39697 h 79393"/>
                <a:gd name="connsiteX2" fmla="*/ 39697 w 188161"/>
                <a:gd name="connsiteY2" fmla="*/ 0 h 79393"/>
                <a:gd name="connsiteX3" fmla="*/ 148465 w 188161"/>
                <a:gd name="connsiteY3" fmla="*/ 0 h 79393"/>
                <a:gd name="connsiteX4" fmla="*/ 148465 w 188161"/>
                <a:gd name="connsiteY4" fmla="*/ 0 h 79393"/>
                <a:gd name="connsiteX5" fmla="*/ 188162 w 188161"/>
                <a:gd name="connsiteY5" fmla="*/ 39697 h 79393"/>
                <a:gd name="connsiteX6" fmla="*/ 148465 w 188161"/>
                <a:gd name="connsiteY6" fmla="*/ 79393 h 79393"/>
                <a:gd name="connsiteX7" fmla="*/ 39697 w 188161"/>
                <a:gd name="connsiteY7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161" h="79393">
                  <a:moveTo>
                    <a:pt x="39697" y="79393"/>
                  </a:move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148465" y="0"/>
                  </a:lnTo>
                  <a:lnTo>
                    <a:pt x="148465" y="0"/>
                  </a:lnTo>
                  <a:cubicBezTo>
                    <a:pt x="170388" y="0"/>
                    <a:pt x="188162" y="17774"/>
                    <a:pt x="188162" y="39697"/>
                  </a:cubicBezTo>
                  <a:cubicBezTo>
                    <a:pt x="188162" y="61619"/>
                    <a:pt x="170388" y="79393"/>
                    <a:pt x="148465" y="79393"/>
                  </a:cubicBezTo>
                  <a:lnTo>
                    <a:pt x="39697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6" name="Freeform 265">
            <a:extLst>
              <a:ext uri="{FF2B5EF4-FFF2-40B4-BE49-F238E27FC236}">
                <a16:creationId xmlns:a16="http://schemas.microsoft.com/office/drawing/2014/main" id="{DEC7F10D-EFFC-44A1-5A5F-43C5D992A154}"/>
              </a:ext>
            </a:extLst>
          </p:cNvPr>
          <p:cNvSpPr/>
          <p:nvPr/>
        </p:nvSpPr>
        <p:spPr>
          <a:xfrm>
            <a:off x="6775504" y="3653370"/>
            <a:ext cx="838596" cy="841864"/>
          </a:xfrm>
          <a:custGeom>
            <a:avLst/>
            <a:gdLst>
              <a:gd name="connsiteX0" fmla="*/ 478446 w 838596"/>
              <a:gd name="connsiteY0" fmla="*/ 841567 h 841864"/>
              <a:gd name="connsiteX1" fmla="*/ 354394 w 838596"/>
              <a:gd name="connsiteY1" fmla="*/ 841567 h 841864"/>
              <a:gd name="connsiteX2" fmla="*/ 314697 w 838596"/>
              <a:gd name="connsiteY2" fmla="*/ 803756 h 841864"/>
              <a:gd name="connsiteX3" fmla="*/ 311174 w 838596"/>
              <a:gd name="connsiteY3" fmla="*/ 729920 h 841864"/>
              <a:gd name="connsiteX4" fmla="*/ 267558 w 838596"/>
              <a:gd name="connsiteY4" fmla="*/ 713843 h 841864"/>
              <a:gd name="connsiteX5" fmla="*/ 207020 w 838596"/>
              <a:gd name="connsiteY5" fmla="*/ 778350 h 841864"/>
              <a:gd name="connsiteX6" fmla="*/ 178637 w 838596"/>
              <a:gd name="connsiteY6" fmla="*/ 790458 h 841864"/>
              <a:gd name="connsiteX7" fmla="*/ 149857 w 838596"/>
              <a:gd name="connsiteY7" fmla="*/ 778499 h 841864"/>
              <a:gd name="connsiteX8" fmla="*/ 61681 w 838596"/>
              <a:gd name="connsiteY8" fmla="*/ 688487 h 841864"/>
              <a:gd name="connsiteX9" fmla="*/ 62177 w 838596"/>
              <a:gd name="connsiteY9" fmla="*/ 632564 h 841864"/>
              <a:gd name="connsiteX10" fmla="*/ 128322 w 838596"/>
              <a:gd name="connsiteY10" fmla="*/ 567164 h 841864"/>
              <a:gd name="connsiteX11" fmla="*/ 111600 w 838596"/>
              <a:gd name="connsiteY11" fmla="*/ 522506 h 841864"/>
              <a:gd name="connsiteX12" fmla="*/ 40692 w 838596"/>
              <a:gd name="connsiteY12" fmla="*/ 524193 h 841864"/>
              <a:gd name="connsiteX13" fmla="*/ 12 w 838596"/>
              <a:gd name="connsiteY13" fmla="*/ 485504 h 841864"/>
              <a:gd name="connsiteX14" fmla="*/ 3 w 838596"/>
              <a:gd name="connsiteY14" fmla="*/ 484050 h 841864"/>
              <a:gd name="connsiteX15" fmla="*/ 1541 w 838596"/>
              <a:gd name="connsiteY15" fmla="*/ 358013 h 841864"/>
              <a:gd name="connsiteX16" fmla="*/ 41237 w 838596"/>
              <a:gd name="connsiteY16" fmla="*/ 318763 h 841864"/>
              <a:gd name="connsiteX17" fmla="*/ 112146 w 838596"/>
              <a:gd name="connsiteY17" fmla="*/ 318763 h 841864"/>
              <a:gd name="connsiteX18" fmla="*/ 128967 w 838596"/>
              <a:gd name="connsiteY18" fmla="*/ 271574 h 841864"/>
              <a:gd name="connsiteX19" fmla="*/ 62624 w 838596"/>
              <a:gd name="connsiteY19" fmla="*/ 209300 h 841864"/>
              <a:gd name="connsiteX20" fmla="*/ 60852 w 838596"/>
              <a:gd name="connsiteY20" fmla="*/ 153188 h 841864"/>
              <a:gd name="connsiteX21" fmla="*/ 62078 w 838596"/>
              <a:gd name="connsiteY21" fmla="*/ 151939 h 841864"/>
              <a:gd name="connsiteX22" fmla="*/ 152289 w 838596"/>
              <a:gd name="connsiteY22" fmla="*/ 63862 h 841864"/>
              <a:gd name="connsiteX23" fmla="*/ 208410 w 838596"/>
              <a:gd name="connsiteY23" fmla="*/ 64308 h 841864"/>
              <a:gd name="connsiteX24" fmla="*/ 268501 w 838596"/>
              <a:gd name="connsiteY24" fmla="*/ 124846 h 841864"/>
              <a:gd name="connsiteX25" fmla="*/ 314300 w 838596"/>
              <a:gd name="connsiteY25" fmla="*/ 109017 h 841864"/>
              <a:gd name="connsiteX26" fmla="*/ 312613 w 838596"/>
              <a:gd name="connsiteY26" fmla="*/ 40490 h 841864"/>
              <a:gd name="connsiteX27" fmla="*/ 351508 w 838596"/>
              <a:gd name="connsiteY27" fmla="*/ 8 h 841864"/>
              <a:gd name="connsiteX28" fmla="*/ 352310 w 838596"/>
              <a:gd name="connsiteY28" fmla="*/ 0 h 841864"/>
              <a:gd name="connsiteX29" fmla="*/ 352757 w 838596"/>
              <a:gd name="connsiteY29" fmla="*/ 0 h 841864"/>
              <a:gd name="connsiteX30" fmla="*/ 478942 w 838596"/>
              <a:gd name="connsiteY30" fmla="*/ 1489 h 841864"/>
              <a:gd name="connsiteX31" fmla="*/ 518142 w 838596"/>
              <a:gd name="connsiteY31" fmla="*/ 41185 h 841864"/>
              <a:gd name="connsiteX32" fmla="*/ 518142 w 838596"/>
              <a:gd name="connsiteY32" fmla="*/ 109860 h 841864"/>
              <a:gd name="connsiteX33" fmla="*/ 563297 w 838596"/>
              <a:gd name="connsiteY33" fmla="*/ 128220 h 841864"/>
              <a:gd name="connsiteX34" fmla="*/ 621354 w 838596"/>
              <a:gd name="connsiteY34" fmla="*/ 69122 h 841864"/>
              <a:gd name="connsiteX35" fmla="*/ 649687 w 838596"/>
              <a:gd name="connsiteY35" fmla="*/ 57213 h 841864"/>
              <a:gd name="connsiteX36" fmla="*/ 649687 w 838596"/>
              <a:gd name="connsiteY36" fmla="*/ 57213 h 841864"/>
              <a:gd name="connsiteX37" fmla="*/ 678021 w 838596"/>
              <a:gd name="connsiteY37" fmla="*/ 69171 h 841864"/>
              <a:gd name="connsiteX38" fmla="*/ 766147 w 838596"/>
              <a:gd name="connsiteY38" fmla="*/ 159382 h 841864"/>
              <a:gd name="connsiteX39" fmla="*/ 765750 w 838596"/>
              <a:gd name="connsiteY39" fmla="*/ 215304 h 841864"/>
              <a:gd name="connsiteX40" fmla="*/ 705659 w 838596"/>
              <a:gd name="connsiteY40" fmla="*/ 274849 h 841864"/>
              <a:gd name="connsiteX41" fmla="*/ 724664 w 838596"/>
              <a:gd name="connsiteY41" fmla="*/ 320053 h 841864"/>
              <a:gd name="connsiteX42" fmla="*/ 798053 w 838596"/>
              <a:gd name="connsiteY42" fmla="*/ 318614 h 841864"/>
              <a:gd name="connsiteX43" fmla="*/ 838588 w 838596"/>
              <a:gd name="connsiteY43" fmla="*/ 357456 h 841864"/>
              <a:gd name="connsiteX44" fmla="*/ 838593 w 838596"/>
              <a:gd name="connsiteY44" fmla="*/ 358758 h 841864"/>
              <a:gd name="connsiteX45" fmla="*/ 837055 w 838596"/>
              <a:gd name="connsiteY45" fmla="*/ 484844 h 841864"/>
              <a:gd name="connsiteX46" fmla="*/ 797358 w 838596"/>
              <a:gd name="connsiteY46" fmla="*/ 524044 h 841864"/>
              <a:gd name="connsiteX47" fmla="*/ 797358 w 838596"/>
              <a:gd name="connsiteY47" fmla="*/ 524044 h 841864"/>
              <a:gd name="connsiteX48" fmla="*/ 732256 w 838596"/>
              <a:gd name="connsiteY48" fmla="*/ 524044 h 841864"/>
              <a:gd name="connsiteX49" fmla="*/ 714790 w 838596"/>
              <a:gd name="connsiteY49" fmla="*/ 573665 h 841864"/>
              <a:gd name="connsiteX50" fmla="*/ 770811 w 838596"/>
              <a:gd name="connsiteY50" fmla="*/ 628248 h 841864"/>
              <a:gd name="connsiteX51" fmla="*/ 771491 w 838596"/>
              <a:gd name="connsiteY51" fmla="*/ 684383 h 841864"/>
              <a:gd name="connsiteX52" fmla="*/ 770811 w 838596"/>
              <a:gd name="connsiteY52" fmla="*/ 685063 h 841864"/>
              <a:gd name="connsiteX53" fmla="*/ 680601 w 838596"/>
              <a:gd name="connsiteY53" fmla="*/ 773140 h 841864"/>
              <a:gd name="connsiteX54" fmla="*/ 624877 w 838596"/>
              <a:gd name="connsiteY54" fmla="*/ 773140 h 841864"/>
              <a:gd name="connsiteX55" fmla="*/ 562355 w 838596"/>
              <a:gd name="connsiteY55" fmla="*/ 711064 h 841864"/>
              <a:gd name="connsiteX56" fmla="*/ 517696 w 838596"/>
              <a:gd name="connsiteY56" fmla="*/ 725951 h 841864"/>
              <a:gd name="connsiteX57" fmla="*/ 518391 w 838596"/>
              <a:gd name="connsiteY57" fmla="*/ 801771 h 841864"/>
              <a:gd name="connsiteX58" fmla="*/ 479093 w 838596"/>
              <a:gd name="connsiteY58" fmla="*/ 841865 h 841864"/>
              <a:gd name="connsiteX59" fmla="*/ 478694 w 838596"/>
              <a:gd name="connsiteY59" fmla="*/ 841865 h 841864"/>
              <a:gd name="connsiteX60" fmla="*/ 392007 w 838596"/>
              <a:gd name="connsiteY60" fmla="*/ 762174 h 841864"/>
              <a:gd name="connsiteX61" fmla="*/ 438154 w 838596"/>
              <a:gd name="connsiteY61" fmla="*/ 762174 h 841864"/>
              <a:gd name="connsiteX62" fmla="*/ 437558 w 838596"/>
              <a:gd name="connsiteY62" fmla="*/ 695632 h 841864"/>
              <a:gd name="connsiteX63" fmla="*/ 467827 w 838596"/>
              <a:gd name="connsiteY63" fmla="*/ 656680 h 841864"/>
              <a:gd name="connsiteX64" fmla="*/ 551835 w 838596"/>
              <a:gd name="connsiteY64" fmla="*/ 629041 h 841864"/>
              <a:gd name="connsiteX65" fmla="*/ 598975 w 838596"/>
              <a:gd name="connsiteY65" fmla="*/ 635641 h 841864"/>
              <a:gd name="connsiteX66" fmla="*/ 652863 w 838596"/>
              <a:gd name="connsiteY66" fmla="*/ 689182 h 841864"/>
              <a:gd name="connsiteX67" fmla="*/ 685960 w 838596"/>
              <a:gd name="connsiteY67" fmla="*/ 656829 h 841864"/>
              <a:gd name="connsiteX68" fmla="*/ 636984 w 838596"/>
              <a:gd name="connsiteY68" fmla="*/ 609094 h 841864"/>
              <a:gd name="connsiteX69" fmla="*/ 632022 w 838596"/>
              <a:gd name="connsiteY69" fmla="*/ 558382 h 841864"/>
              <a:gd name="connsiteX70" fmla="*/ 656832 w 838596"/>
              <a:gd name="connsiteY70" fmla="*/ 484298 h 841864"/>
              <a:gd name="connsiteX71" fmla="*/ 696529 w 838596"/>
              <a:gd name="connsiteY71" fmla="*/ 444601 h 841864"/>
              <a:gd name="connsiteX72" fmla="*/ 696529 w 838596"/>
              <a:gd name="connsiteY72" fmla="*/ 444601 h 841864"/>
              <a:gd name="connsiteX73" fmla="*/ 757811 w 838596"/>
              <a:gd name="connsiteY73" fmla="*/ 444601 h 841864"/>
              <a:gd name="connsiteX74" fmla="*/ 758357 w 838596"/>
              <a:gd name="connsiteY74" fmla="*/ 398801 h 841864"/>
              <a:gd name="connsiteX75" fmla="*/ 697125 w 838596"/>
              <a:gd name="connsiteY75" fmla="*/ 399992 h 841864"/>
              <a:gd name="connsiteX76" fmla="*/ 658520 w 838596"/>
              <a:gd name="connsiteY76" fmla="*/ 372254 h 841864"/>
              <a:gd name="connsiteX77" fmla="*/ 622991 w 838596"/>
              <a:gd name="connsiteY77" fmla="*/ 289636 h 841864"/>
              <a:gd name="connsiteX78" fmla="*/ 627953 w 838596"/>
              <a:gd name="connsiteY78" fmla="*/ 239618 h 841864"/>
              <a:gd name="connsiteX79" fmla="*/ 681296 w 838596"/>
              <a:gd name="connsiteY79" fmla="*/ 186623 h 841864"/>
              <a:gd name="connsiteX80" fmla="*/ 649042 w 838596"/>
              <a:gd name="connsiteY80" fmla="*/ 153576 h 841864"/>
              <a:gd name="connsiteX81" fmla="*/ 598081 w 838596"/>
              <a:gd name="connsiteY81" fmla="*/ 206124 h 841864"/>
              <a:gd name="connsiteX82" fmla="*/ 547468 w 838596"/>
              <a:gd name="connsiteY82" fmla="*/ 211086 h 841864"/>
              <a:gd name="connsiteX83" fmla="*/ 473037 w 838596"/>
              <a:gd name="connsiteY83" fmla="*/ 181314 h 841864"/>
              <a:gd name="connsiteX84" fmla="*/ 438303 w 838596"/>
              <a:gd name="connsiteY84" fmla="*/ 141965 h 841864"/>
              <a:gd name="connsiteX85" fmla="*/ 438303 w 838596"/>
              <a:gd name="connsiteY85" fmla="*/ 80435 h 841864"/>
              <a:gd name="connsiteX86" fmla="*/ 392453 w 838596"/>
              <a:gd name="connsiteY86" fmla="*/ 79889 h 841864"/>
              <a:gd name="connsiteX87" fmla="*/ 393644 w 838596"/>
              <a:gd name="connsiteY87" fmla="*/ 141121 h 841864"/>
              <a:gd name="connsiteX88" fmla="*/ 358910 w 838596"/>
              <a:gd name="connsiteY88" fmla="*/ 181314 h 841864"/>
              <a:gd name="connsiteX89" fmla="*/ 281352 w 838596"/>
              <a:gd name="connsiteY89" fmla="*/ 207464 h 841864"/>
              <a:gd name="connsiteX90" fmla="*/ 232426 w 838596"/>
              <a:gd name="connsiteY90" fmla="*/ 201609 h 841864"/>
              <a:gd name="connsiteX91" fmla="*/ 179580 w 838596"/>
              <a:gd name="connsiteY91" fmla="*/ 148167 h 841864"/>
              <a:gd name="connsiteX92" fmla="*/ 147227 w 838596"/>
              <a:gd name="connsiteY92" fmla="*/ 179776 h 841864"/>
              <a:gd name="connsiteX93" fmla="*/ 202902 w 838596"/>
              <a:gd name="connsiteY93" fmla="*/ 232026 h 841864"/>
              <a:gd name="connsiteX94" fmla="*/ 212479 w 838596"/>
              <a:gd name="connsiteY94" fmla="*/ 275990 h 841864"/>
              <a:gd name="connsiteX95" fmla="*/ 180821 w 838596"/>
              <a:gd name="connsiteY95" fmla="*/ 367193 h 841864"/>
              <a:gd name="connsiteX96" fmla="*/ 142166 w 838596"/>
              <a:gd name="connsiteY96" fmla="*/ 398107 h 841864"/>
              <a:gd name="connsiteX97" fmla="*/ 80488 w 838596"/>
              <a:gd name="connsiteY97" fmla="*/ 398107 h 841864"/>
              <a:gd name="connsiteX98" fmla="*/ 79942 w 838596"/>
              <a:gd name="connsiteY98" fmla="*/ 443807 h 841864"/>
              <a:gd name="connsiteX99" fmla="*/ 141025 w 838596"/>
              <a:gd name="connsiteY99" fmla="*/ 442319 h 841864"/>
              <a:gd name="connsiteX100" fmla="*/ 141968 w 838596"/>
              <a:gd name="connsiteY100" fmla="*/ 442319 h 841864"/>
              <a:gd name="connsiteX101" fmla="*/ 180672 w 838596"/>
              <a:gd name="connsiteY101" fmla="*/ 473332 h 841864"/>
              <a:gd name="connsiteX102" fmla="*/ 211337 w 838596"/>
              <a:gd name="connsiteY102" fmla="*/ 555553 h 841864"/>
              <a:gd name="connsiteX103" fmla="*/ 204639 w 838596"/>
              <a:gd name="connsiteY103" fmla="*/ 603139 h 841864"/>
              <a:gd name="connsiteX104" fmla="*/ 146037 w 838596"/>
              <a:gd name="connsiteY104" fmla="*/ 661444 h 841864"/>
              <a:gd name="connsiteX105" fmla="*/ 177645 w 838596"/>
              <a:gd name="connsiteY105" fmla="*/ 693796 h 841864"/>
              <a:gd name="connsiteX106" fmla="*/ 230739 w 838596"/>
              <a:gd name="connsiteY106" fmla="*/ 637378 h 841864"/>
              <a:gd name="connsiteX107" fmla="*/ 280856 w 838596"/>
              <a:gd name="connsiteY107" fmla="*/ 631026 h 841864"/>
              <a:gd name="connsiteX108" fmla="*/ 355684 w 838596"/>
              <a:gd name="connsiteY108" fmla="*/ 658665 h 841864"/>
              <a:gd name="connsiteX109" fmla="*/ 389079 w 838596"/>
              <a:gd name="connsiteY109" fmla="*/ 695980 h 841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838596" h="841864">
                <a:moveTo>
                  <a:pt x="478446" y="841567"/>
                </a:moveTo>
                <a:lnTo>
                  <a:pt x="354394" y="841567"/>
                </a:lnTo>
                <a:cubicBezTo>
                  <a:pt x="333186" y="841592"/>
                  <a:pt x="315705" y="824939"/>
                  <a:pt x="314697" y="803756"/>
                </a:cubicBezTo>
                <a:lnTo>
                  <a:pt x="311174" y="729920"/>
                </a:lnTo>
                <a:cubicBezTo>
                  <a:pt x="296202" y="725822"/>
                  <a:pt x="281609" y="720443"/>
                  <a:pt x="267558" y="713843"/>
                </a:cubicBezTo>
                <a:lnTo>
                  <a:pt x="207020" y="778350"/>
                </a:lnTo>
                <a:cubicBezTo>
                  <a:pt x="199579" y="786046"/>
                  <a:pt x="189344" y="790413"/>
                  <a:pt x="178637" y="790458"/>
                </a:cubicBezTo>
                <a:cubicBezTo>
                  <a:pt x="167828" y="790492"/>
                  <a:pt x="157458" y="786185"/>
                  <a:pt x="149857" y="778499"/>
                </a:cubicBezTo>
                <a:lnTo>
                  <a:pt x="61681" y="688487"/>
                </a:lnTo>
                <a:cubicBezTo>
                  <a:pt x="46459" y="672871"/>
                  <a:pt x="46681" y="647907"/>
                  <a:pt x="62177" y="632564"/>
                </a:cubicBezTo>
                <a:lnTo>
                  <a:pt x="128322" y="567164"/>
                </a:lnTo>
                <a:cubicBezTo>
                  <a:pt x="121841" y="552636"/>
                  <a:pt x="116257" y="537720"/>
                  <a:pt x="111600" y="522506"/>
                </a:cubicBezTo>
                <a:lnTo>
                  <a:pt x="40692" y="524193"/>
                </a:lnTo>
                <a:cubicBezTo>
                  <a:pt x="18775" y="524744"/>
                  <a:pt x="562" y="507421"/>
                  <a:pt x="12" y="485504"/>
                </a:cubicBezTo>
                <a:cubicBezTo>
                  <a:pt x="0" y="485017"/>
                  <a:pt x="-3" y="484536"/>
                  <a:pt x="3" y="484050"/>
                </a:cubicBezTo>
                <a:lnTo>
                  <a:pt x="1541" y="358013"/>
                </a:lnTo>
                <a:cubicBezTo>
                  <a:pt x="1786" y="336264"/>
                  <a:pt x="19487" y="318762"/>
                  <a:pt x="41237" y="318763"/>
                </a:cubicBezTo>
                <a:lnTo>
                  <a:pt x="112146" y="318763"/>
                </a:lnTo>
                <a:cubicBezTo>
                  <a:pt x="117505" y="302289"/>
                  <a:pt x="123757" y="285120"/>
                  <a:pt x="128967" y="271574"/>
                </a:cubicBezTo>
                <a:lnTo>
                  <a:pt x="62624" y="209300"/>
                </a:lnTo>
                <a:cubicBezTo>
                  <a:pt x="46640" y="194295"/>
                  <a:pt x="45846" y="169173"/>
                  <a:pt x="60852" y="153188"/>
                </a:cubicBezTo>
                <a:cubicBezTo>
                  <a:pt x="61251" y="152763"/>
                  <a:pt x="61660" y="152346"/>
                  <a:pt x="62078" y="151939"/>
                </a:cubicBezTo>
                <a:lnTo>
                  <a:pt x="152289" y="63862"/>
                </a:lnTo>
                <a:cubicBezTo>
                  <a:pt x="167912" y="48494"/>
                  <a:pt x="193033" y="48694"/>
                  <a:pt x="208410" y="64308"/>
                </a:cubicBezTo>
                <a:lnTo>
                  <a:pt x="268501" y="124846"/>
                </a:lnTo>
                <a:cubicBezTo>
                  <a:pt x="283250" y="118177"/>
                  <a:pt x="298581" y="112878"/>
                  <a:pt x="314300" y="109017"/>
                </a:cubicBezTo>
                <a:lnTo>
                  <a:pt x="312613" y="40490"/>
                </a:lnTo>
                <a:cubicBezTo>
                  <a:pt x="312175" y="18571"/>
                  <a:pt x="329589" y="446"/>
                  <a:pt x="351508" y="8"/>
                </a:cubicBezTo>
                <a:cubicBezTo>
                  <a:pt x="351776" y="3"/>
                  <a:pt x="352042" y="0"/>
                  <a:pt x="352310" y="0"/>
                </a:cubicBezTo>
                <a:lnTo>
                  <a:pt x="352757" y="0"/>
                </a:lnTo>
                <a:lnTo>
                  <a:pt x="478942" y="1489"/>
                </a:lnTo>
                <a:cubicBezTo>
                  <a:pt x="500671" y="1760"/>
                  <a:pt x="518142" y="19454"/>
                  <a:pt x="518142" y="41185"/>
                </a:cubicBezTo>
                <a:lnTo>
                  <a:pt x="518142" y="109860"/>
                </a:lnTo>
                <a:cubicBezTo>
                  <a:pt x="533748" y="114513"/>
                  <a:pt x="548873" y="120661"/>
                  <a:pt x="563297" y="128220"/>
                </a:cubicBezTo>
                <a:lnTo>
                  <a:pt x="621354" y="69122"/>
                </a:lnTo>
                <a:cubicBezTo>
                  <a:pt x="628817" y="61508"/>
                  <a:pt x="639029" y="57217"/>
                  <a:pt x="649687" y="57213"/>
                </a:cubicBezTo>
                <a:lnTo>
                  <a:pt x="649687" y="57213"/>
                </a:lnTo>
                <a:cubicBezTo>
                  <a:pt x="660346" y="57263"/>
                  <a:pt x="670548" y="61568"/>
                  <a:pt x="678021" y="69171"/>
                </a:cubicBezTo>
                <a:lnTo>
                  <a:pt x="766147" y="159382"/>
                </a:lnTo>
                <a:cubicBezTo>
                  <a:pt x="781395" y="174968"/>
                  <a:pt x="781217" y="199936"/>
                  <a:pt x="765750" y="215304"/>
                </a:cubicBezTo>
                <a:lnTo>
                  <a:pt x="705659" y="274849"/>
                </a:lnTo>
                <a:cubicBezTo>
                  <a:pt x="713152" y="290380"/>
                  <a:pt x="719702" y="306705"/>
                  <a:pt x="724664" y="320053"/>
                </a:cubicBezTo>
                <a:lnTo>
                  <a:pt x="798053" y="318614"/>
                </a:lnTo>
                <a:cubicBezTo>
                  <a:pt x="819971" y="318147"/>
                  <a:pt x="838122" y="335537"/>
                  <a:pt x="838588" y="357456"/>
                </a:cubicBezTo>
                <a:cubicBezTo>
                  <a:pt x="838598" y="357890"/>
                  <a:pt x="838598" y="358324"/>
                  <a:pt x="838593" y="358758"/>
                </a:cubicBezTo>
                <a:lnTo>
                  <a:pt x="837055" y="484844"/>
                </a:lnTo>
                <a:cubicBezTo>
                  <a:pt x="836782" y="506573"/>
                  <a:pt x="819092" y="524044"/>
                  <a:pt x="797358" y="524044"/>
                </a:cubicBezTo>
                <a:lnTo>
                  <a:pt x="797358" y="524044"/>
                </a:lnTo>
                <a:lnTo>
                  <a:pt x="732256" y="524044"/>
                </a:lnTo>
                <a:cubicBezTo>
                  <a:pt x="728475" y="541233"/>
                  <a:pt x="722610" y="557900"/>
                  <a:pt x="714790" y="573665"/>
                </a:cubicBezTo>
                <a:lnTo>
                  <a:pt x="770811" y="628248"/>
                </a:lnTo>
                <a:cubicBezTo>
                  <a:pt x="786501" y="643560"/>
                  <a:pt x="786804" y="668693"/>
                  <a:pt x="771491" y="684383"/>
                </a:cubicBezTo>
                <a:cubicBezTo>
                  <a:pt x="771268" y="684612"/>
                  <a:pt x="771040" y="684840"/>
                  <a:pt x="770811" y="685063"/>
                </a:cubicBezTo>
                <a:lnTo>
                  <a:pt x="680601" y="773140"/>
                </a:lnTo>
                <a:cubicBezTo>
                  <a:pt x="665149" y="788368"/>
                  <a:pt x="640329" y="788368"/>
                  <a:pt x="624877" y="773140"/>
                </a:cubicBezTo>
                <a:lnTo>
                  <a:pt x="562355" y="711064"/>
                </a:lnTo>
                <a:cubicBezTo>
                  <a:pt x="547468" y="716721"/>
                  <a:pt x="531093" y="721783"/>
                  <a:pt x="517696" y="725951"/>
                </a:cubicBezTo>
                <a:lnTo>
                  <a:pt x="518391" y="801771"/>
                </a:lnTo>
                <a:cubicBezTo>
                  <a:pt x="518609" y="823693"/>
                  <a:pt x="501013" y="841641"/>
                  <a:pt x="479093" y="841865"/>
                </a:cubicBezTo>
                <a:cubicBezTo>
                  <a:pt x="478960" y="841865"/>
                  <a:pt x="478827" y="841865"/>
                  <a:pt x="478694" y="841865"/>
                </a:cubicBezTo>
                <a:close/>
                <a:moveTo>
                  <a:pt x="392007" y="762174"/>
                </a:moveTo>
                <a:lnTo>
                  <a:pt x="438154" y="762174"/>
                </a:lnTo>
                <a:lnTo>
                  <a:pt x="437558" y="695632"/>
                </a:lnTo>
                <a:cubicBezTo>
                  <a:pt x="437377" y="677193"/>
                  <a:pt x="449915" y="661057"/>
                  <a:pt x="467827" y="656680"/>
                </a:cubicBezTo>
                <a:cubicBezTo>
                  <a:pt x="491347" y="650924"/>
                  <a:pt x="534964" y="638321"/>
                  <a:pt x="551835" y="629041"/>
                </a:cubicBezTo>
                <a:cubicBezTo>
                  <a:pt x="567272" y="620532"/>
                  <a:pt x="586470" y="623221"/>
                  <a:pt x="598975" y="635641"/>
                </a:cubicBezTo>
                <a:lnTo>
                  <a:pt x="652863" y="689182"/>
                </a:lnTo>
                <a:lnTo>
                  <a:pt x="685960" y="656829"/>
                </a:lnTo>
                <a:lnTo>
                  <a:pt x="636984" y="609094"/>
                </a:lnTo>
                <a:cubicBezTo>
                  <a:pt x="623269" y="595622"/>
                  <a:pt x="621175" y="574255"/>
                  <a:pt x="632022" y="558382"/>
                </a:cubicBezTo>
                <a:cubicBezTo>
                  <a:pt x="647469" y="536702"/>
                  <a:pt x="656108" y="510909"/>
                  <a:pt x="656832" y="484298"/>
                </a:cubicBezTo>
                <a:cubicBezTo>
                  <a:pt x="656832" y="462374"/>
                  <a:pt x="674607" y="444601"/>
                  <a:pt x="696529" y="444601"/>
                </a:cubicBezTo>
                <a:lnTo>
                  <a:pt x="696529" y="444601"/>
                </a:lnTo>
                <a:lnTo>
                  <a:pt x="757811" y="444601"/>
                </a:lnTo>
                <a:lnTo>
                  <a:pt x="758357" y="398801"/>
                </a:lnTo>
                <a:lnTo>
                  <a:pt x="697125" y="399992"/>
                </a:lnTo>
                <a:cubicBezTo>
                  <a:pt x="679529" y="400325"/>
                  <a:pt x="663819" y="389035"/>
                  <a:pt x="658520" y="372254"/>
                </a:cubicBezTo>
                <a:cubicBezTo>
                  <a:pt x="653558" y="356822"/>
                  <a:pt x="637679" y="311916"/>
                  <a:pt x="622991" y="289636"/>
                </a:cubicBezTo>
                <a:cubicBezTo>
                  <a:pt x="612536" y="273906"/>
                  <a:pt x="614610" y="252987"/>
                  <a:pt x="627953" y="239618"/>
                </a:cubicBezTo>
                <a:lnTo>
                  <a:pt x="681296" y="186623"/>
                </a:lnTo>
                <a:lnTo>
                  <a:pt x="649042" y="153576"/>
                </a:lnTo>
                <a:lnTo>
                  <a:pt x="598081" y="206124"/>
                </a:lnTo>
                <a:cubicBezTo>
                  <a:pt x="584624" y="219787"/>
                  <a:pt x="563322" y="221875"/>
                  <a:pt x="547468" y="211086"/>
                </a:cubicBezTo>
                <a:cubicBezTo>
                  <a:pt x="525347" y="195444"/>
                  <a:pt x="499842" y="185244"/>
                  <a:pt x="473037" y="181314"/>
                </a:cubicBezTo>
                <a:cubicBezTo>
                  <a:pt x="453202" y="178815"/>
                  <a:pt x="438321" y="161956"/>
                  <a:pt x="438303" y="141965"/>
                </a:cubicBezTo>
                <a:lnTo>
                  <a:pt x="438303" y="80435"/>
                </a:lnTo>
                <a:lnTo>
                  <a:pt x="392453" y="79889"/>
                </a:lnTo>
                <a:lnTo>
                  <a:pt x="393644" y="141121"/>
                </a:lnTo>
                <a:cubicBezTo>
                  <a:pt x="394057" y="161433"/>
                  <a:pt x="379067" y="178779"/>
                  <a:pt x="358910" y="181314"/>
                </a:cubicBezTo>
                <a:cubicBezTo>
                  <a:pt x="331467" y="184307"/>
                  <a:pt x="305004" y="193229"/>
                  <a:pt x="281352" y="207464"/>
                </a:cubicBezTo>
                <a:cubicBezTo>
                  <a:pt x="265659" y="217095"/>
                  <a:pt x="245403" y="214672"/>
                  <a:pt x="232426" y="201609"/>
                </a:cubicBezTo>
                <a:lnTo>
                  <a:pt x="179580" y="148167"/>
                </a:lnTo>
                <a:lnTo>
                  <a:pt x="147227" y="179776"/>
                </a:lnTo>
                <a:lnTo>
                  <a:pt x="202902" y="232026"/>
                </a:lnTo>
                <a:cubicBezTo>
                  <a:pt x="214893" y="243282"/>
                  <a:pt x="218702" y="260767"/>
                  <a:pt x="212479" y="275990"/>
                </a:cubicBezTo>
                <a:cubicBezTo>
                  <a:pt x="205631" y="292861"/>
                  <a:pt x="186527" y="342085"/>
                  <a:pt x="180821" y="367193"/>
                </a:cubicBezTo>
                <a:cubicBezTo>
                  <a:pt x="176723" y="385252"/>
                  <a:pt x="160684" y="398079"/>
                  <a:pt x="142166" y="398107"/>
                </a:cubicBezTo>
                <a:lnTo>
                  <a:pt x="80488" y="398107"/>
                </a:lnTo>
                <a:lnTo>
                  <a:pt x="79942" y="443807"/>
                </a:lnTo>
                <a:lnTo>
                  <a:pt x="141025" y="442319"/>
                </a:lnTo>
                <a:lnTo>
                  <a:pt x="141968" y="442319"/>
                </a:lnTo>
                <a:cubicBezTo>
                  <a:pt x="160534" y="442333"/>
                  <a:pt x="176610" y="455215"/>
                  <a:pt x="180672" y="473332"/>
                </a:cubicBezTo>
                <a:cubicBezTo>
                  <a:pt x="186872" y="502077"/>
                  <a:pt x="197201" y="529770"/>
                  <a:pt x="211337" y="555553"/>
                </a:cubicBezTo>
                <a:cubicBezTo>
                  <a:pt x="220050" y="571119"/>
                  <a:pt x="217309" y="590585"/>
                  <a:pt x="204639" y="603139"/>
                </a:cubicBezTo>
                <a:lnTo>
                  <a:pt x="146037" y="661444"/>
                </a:lnTo>
                <a:lnTo>
                  <a:pt x="177645" y="693796"/>
                </a:lnTo>
                <a:lnTo>
                  <a:pt x="230739" y="637378"/>
                </a:lnTo>
                <a:cubicBezTo>
                  <a:pt x="243769" y="623534"/>
                  <a:pt x="264785" y="620869"/>
                  <a:pt x="280856" y="631026"/>
                </a:cubicBezTo>
                <a:cubicBezTo>
                  <a:pt x="303660" y="645233"/>
                  <a:pt x="329122" y="654636"/>
                  <a:pt x="355684" y="658665"/>
                </a:cubicBezTo>
                <a:cubicBezTo>
                  <a:pt x="374246" y="661627"/>
                  <a:pt x="388186" y="677203"/>
                  <a:pt x="389079" y="695980"/>
                </a:cubicBezTo>
                <a:close/>
              </a:path>
            </a:pathLst>
          </a:custGeom>
          <a:solidFill>
            <a:srgbClr val="FFFFFF"/>
          </a:solidFill>
          <a:ln w="495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D2004912-E7D4-8E7A-1BD1-8EF7ACD3A125}"/>
              </a:ext>
            </a:extLst>
          </p:cNvPr>
          <p:cNvGrpSpPr/>
          <p:nvPr/>
        </p:nvGrpSpPr>
        <p:grpSpPr>
          <a:xfrm>
            <a:off x="5485935" y="3657340"/>
            <a:ext cx="795726" cy="823702"/>
            <a:chOff x="5485935" y="3657340"/>
            <a:chExt cx="795726" cy="823702"/>
          </a:xfrm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312F3146-05B3-78C5-2B7D-52E8D407A04C}"/>
                </a:ext>
              </a:extLst>
            </p:cNvPr>
            <p:cNvSpPr/>
            <p:nvPr/>
          </p:nvSpPr>
          <p:spPr>
            <a:xfrm>
              <a:off x="5485935" y="3954022"/>
              <a:ext cx="245970" cy="245969"/>
            </a:xfrm>
            <a:custGeom>
              <a:avLst/>
              <a:gdLst>
                <a:gd name="connsiteX0" fmla="*/ 206273 w 245970"/>
                <a:gd name="connsiteY0" fmla="*/ 245970 h 245969"/>
                <a:gd name="connsiteX1" fmla="*/ 39697 w 245970"/>
                <a:gd name="connsiteY1" fmla="*/ 245970 h 245969"/>
                <a:gd name="connsiteX2" fmla="*/ 0 w 245970"/>
                <a:gd name="connsiteY2" fmla="*/ 206273 h 245969"/>
                <a:gd name="connsiteX3" fmla="*/ 0 w 245970"/>
                <a:gd name="connsiteY3" fmla="*/ 39697 h 245969"/>
                <a:gd name="connsiteX4" fmla="*/ 39697 w 245970"/>
                <a:gd name="connsiteY4" fmla="*/ 0 h 245969"/>
                <a:gd name="connsiteX5" fmla="*/ 206273 w 245970"/>
                <a:gd name="connsiteY5" fmla="*/ 0 h 245969"/>
                <a:gd name="connsiteX6" fmla="*/ 245970 w 245970"/>
                <a:gd name="connsiteY6" fmla="*/ 39697 h 245969"/>
                <a:gd name="connsiteX7" fmla="*/ 245970 w 245970"/>
                <a:gd name="connsiteY7" fmla="*/ 206273 h 245969"/>
                <a:gd name="connsiteX8" fmla="*/ 206273 w 245970"/>
                <a:gd name="connsiteY8" fmla="*/ 245970 h 245969"/>
                <a:gd name="connsiteX9" fmla="*/ 79393 w 245970"/>
                <a:gd name="connsiteY9" fmla="*/ 166577 h 245969"/>
                <a:gd name="connsiteX10" fmla="*/ 166577 w 245970"/>
                <a:gd name="connsiteY10" fmla="*/ 166577 h 245969"/>
                <a:gd name="connsiteX11" fmla="*/ 166577 w 245970"/>
                <a:gd name="connsiteY11" fmla="*/ 79393 h 245969"/>
                <a:gd name="connsiteX12" fmla="*/ 79393 w 245970"/>
                <a:gd name="connsiteY12" fmla="*/ 79393 h 24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70" h="245969">
                  <a:moveTo>
                    <a:pt x="206273" y="245970"/>
                  </a:moveTo>
                  <a:lnTo>
                    <a:pt x="39697" y="245970"/>
                  </a:lnTo>
                  <a:cubicBezTo>
                    <a:pt x="17773" y="245970"/>
                    <a:pt x="0" y="228196"/>
                    <a:pt x="0" y="2062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06273" y="0"/>
                  </a:lnTo>
                  <a:cubicBezTo>
                    <a:pt x="228197" y="0"/>
                    <a:pt x="245970" y="17773"/>
                    <a:pt x="245970" y="39697"/>
                  </a:cubicBezTo>
                  <a:lnTo>
                    <a:pt x="245970" y="206273"/>
                  </a:lnTo>
                  <a:cubicBezTo>
                    <a:pt x="245970" y="228196"/>
                    <a:pt x="228197" y="245970"/>
                    <a:pt x="206273" y="245970"/>
                  </a:cubicBezTo>
                  <a:close/>
                  <a:moveTo>
                    <a:pt x="79393" y="166577"/>
                  </a:moveTo>
                  <a:lnTo>
                    <a:pt x="166577" y="166577"/>
                  </a:lnTo>
                  <a:lnTo>
                    <a:pt x="16657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F4BE47CF-D163-70C7-90C5-A29B9D9020D0}"/>
                </a:ext>
              </a:extLst>
            </p:cNvPr>
            <p:cNvSpPr/>
            <p:nvPr/>
          </p:nvSpPr>
          <p:spPr>
            <a:xfrm>
              <a:off x="5485935" y="4235073"/>
              <a:ext cx="245970" cy="245969"/>
            </a:xfrm>
            <a:custGeom>
              <a:avLst/>
              <a:gdLst>
                <a:gd name="connsiteX0" fmla="*/ 206273 w 245970"/>
                <a:gd name="connsiteY0" fmla="*/ 245970 h 245969"/>
                <a:gd name="connsiteX1" fmla="*/ 39697 w 245970"/>
                <a:gd name="connsiteY1" fmla="*/ 245970 h 245969"/>
                <a:gd name="connsiteX2" fmla="*/ 0 w 245970"/>
                <a:gd name="connsiteY2" fmla="*/ 206273 h 245969"/>
                <a:gd name="connsiteX3" fmla="*/ 0 w 245970"/>
                <a:gd name="connsiteY3" fmla="*/ 39697 h 245969"/>
                <a:gd name="connsiteX4" fmla="*/ 39697 w 245970"/>
                <a:gd name="connsiteY4" fmla="*/ 0 h 245969"/>
                <a:gd name="connsiteX5" fmla="*/ 206273 w 245970"/>
                <a:gd name="connsiteY5" fmla="*/ 0 h 245969"/>
                <a:gd name="connsiteX6" fmla="*/ 245970 w 245970"/>
                <a:gd name="connsiteY6" fmla="*/ 39697 h 245969"/>
                <a:gd name="connsiteX7" fmla="*/ 245970 w 245970"/>
                <a:gd name="connsiteY7" fmla="*/ 206273 h 245969"/>
                <a:gd name="connsiteX8" fmla="*/ 206273 w 245970"/>
                <a:gd name="connsiteY8" fmla="*/ 245970 h 245969"/>
                <a:gd name="connsiteX9" fmla="*/ 79393 w 245970"/>
                <a:gd name="connsiteY9" fmla="*/ 166577 h 245969"/>
                <a:gd name="connsiteX10" fmla="*/ 166577 w 245970"/>
                <a:gd name="connsiteY10" fmla="*/ 166577 h 245969"/>
                <a:gd name="connsiteX11" fmla="*/ 166577 w 245970"/>
                <a:gd name="connsiteY11" fmla="*/ 79393 h 245969"/>
                <a:gd name="connsiteX12" fmla="*/ 79393 w 245970"/>
                <a:gd name="connsiteY12" fmla="*/ 79393 h 24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5970" h="245969">
                  <a:moveTo>
                    <a:pt x="206273" y="245970"/>
                  </a:moveTo>
                  <a:lnTo>
                    <a:pt x="39697" y="245970"/>
                  </a:lnTo>
                  <a:cubicBezTo>
                    <a:pt x="17773" y="245970"/>
                    <a:pt x="0" y="228196"/>
                    <a:pt x="0" y="20627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lnTo>
                    <a:pt x="206273" y="0"/>
                  </a:lnTo>
                  <a:cubicBezTo>
                    <a:pt x="228197" y="0"/>
                    <a:pt x="245970" y="17774"/>
                    <a:pt x="245970" y="39697"/>
                  </a:cubicBezTo>
                  <a:lnTo>
                    <a:pt x="245970" y="206273"/>
                  </a:lnTo>
                  <a:cubicBezTo>
                    <a:pt x="245970" y="228196"/>
                    <a:pt x="228197" y="245970"/>
                    <a:pt x="206273" y="245970"/>
                  </a:cubicBezTo>
                  <a:close/>
                  <a:moveTo>
                    <a:pt x="79393" y="166577"/>
                  </a:moveTo>
                  <a:lnTo>
                    <a:pt x="166577" y="166577"/>
                  </a:lnTo>
                  <a:lnTo>
                    <a:pt x="16657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50AFDF24-1A4D-267D-9CA4-ADDD324BB9AB}"/>
                </a:ext>
              </a:extLst>
            </p:cNvPr>
            <p:cNvSpPr/>
            <p:nvPr/>
          </p:nvSpPr>
          <p:spPr>
            <a:xfrm>
              <a:off x="5652512" y="3787445"/>
              <a:ext cx="274551" cy="329233"/>
            </a:xfrm>
            <a:custGeom>
              <a:avLst/>
              <a:gdLst>
                <a:gd name="connsiteX0" fmla="*/ 234855 w 274551"/>
                <a:gd name="connsiteY0" fmla="*/ 329233 h 329233"/>
                <a:gd name="connsiteX1" fmla="*/ 39697 w 274551"/>
                <a:gd name="connsiteY1" fmla="*/ 329233 h 329233"/>
                <a:gd name="connsiteX2" fmla="*/ 0 w 274551"/>
                <a:gd name="connsiteY2" fmla="*/ 289537 h 329233"/>
                <a:gd name="connsiteX3" fmla="*/ 39697 w 274551"/>
                <a:gd name="connsiteY3" fmla="*/ 249840 h 329233"/>
                <a:gd name="connsiteX4" fmla="*/ 195158 w 274551"/>
                <a:gd name="connsiteY4" fmla="*/ 249840 h 329233"/>
                <a:gd name="connsiteX5" fmla="*/ 195158 w 274551"/>
                <a:gd name="connsiteY5" fmla="*/ 39697 h 329233"/>
                <a:gd name="connsiteX6" fmla="*/ 234855 w 274551"/>
                <a:gd name="connsiteY6" fmla="*/ 0 h 329233"/>
                <a:gd name="connsiteX7" fmla="*/ 274552 w 274551"/>
                <a:gd name="connsiteY7" fmla="*/ 39697 h 329233"/>
                <a:gd name="connsiteX8" fmla="*/ 274552 w 274551"/>
                <a:gd name="connsiteY8" fmla="*/ 289537 h 329233"/>
                <a:gd name="connsiteX9" fmla="*/ 234855 w 274551"/>
                <a:gd name="connsiteY9" fmla="*/ 329233 h 32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4551" h="329233">
                  <a:moveTo>
                    <a:pt x="234855" y="329233"/>
                  </a:moveTo>
                  <a:lnTo>
                    <a:pt x="39697" y="329233"/>
                  </a:lnTo>
                  <a:cubicBezTo>
                    <a:pt x="17773" y="329233"/>
                    <a:pt x="0" y="311461"/>
                    <a:pt x="0" y="289537"/>
                  </a:cubicBezTo>
                  <a:cubicBezTo>
                    <a:pt x="0" y="267613"/>
                    <a:pt x="17773" y="249840"/>
                    <a:pt x="39697" y="249840"/>
                  </a:cubicBezTo>
                  <a:lnTo>
                    <a:pt x="195158" y="249840"/>
                  </a:lnTo>
                  <a:lnTo>
                    <a:pt x="195158" y="39697"/>
                  </a:lnTo>
                  <a:cubicBezTo>
                    <a:pt x="195158" y="17773"/>
                    <a:pt x="212931" y="0"/>
                    <a:pt x="234855" y="0"/>
                  </a:cubicBezTo>
                  <a:cubicBezTo>
                    <a:pt x="256779" y="0"/>
                    <a:pt x="274552" y="17773"/>
                    <a:pt x="274552" y="39697"/>
                  </a:cubicBezTo>
                  <a:lnTo>
                    <a:pt x="274552" y="289537"/>
                  </a:lnTo>
                  <a:cubicBezTo>
                    <a:pt x="274552" y="311461"/>
                    <a:pt x="256779" y="329233"/>
                    <a:pt x="234855" y="3292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0C34FB60-A9D2-17B7-230D-DCBCE1F9B7BB}"/>
                </a:ext>
              </a:extLst>
            </p:cNvPr>
            <p:cNvSpPr/>
            <p:nvPr/>
          </p:nvSpPr>
          <p:spPr>
            <a:xfrm>
              <a:off x="5847670" y="4037285"/>
              <a:ext cx="198482" cy="79393"/>
            </a:xfrm>
            <a:custGeom>
              <a:avLst/>
              <a:gdLst>
                <a:gd name="connsiteX0" fmla="*/ 158786 w 198482"/>
                <a:gd name="connsiteY0" fmla="*/ 79393 h 79393"/>
                <a:gd name="connsiteX1" fmla="*/ 39697 w 198482"/>
                <a:gd name="connsiteY1" fmla="*/ 79393 h 79393"/>
                <a:gd name="connsiteX2" fmla="*/ 0 w 198482"/>
                <a:gd name="connsiteY2" fmla="*/ 39697 h 79393"/>
                <a:gd name="connsiteX3" fmla="*/ 39697 w 198482"/>
                <a:gd name="connsiteY3" fmla="*/ 0 h 79393"/>
                <a:gd name="connsiteX4" fmla="*/ 158786 w 198482"/>
                <a:gd name="connsiteY4" fmla="*/ 0 h 79393"/>
                <a:gd name="connsiteX5" fmla="*/ 198483 w 198482"/>
                <a:gd name="connsiteY5" fmla="*/ 39697 h 79393"/>
                <a:gd name="connsiteX6" fmla="*/ 158786 w 19848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482" h="79393">
                  <a:moveTo>
                    <a:pt x="158786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58786" y="0"/>
                  </a:lnTo>
                  <a:cubicBezTo>
                    <a:pt x="180709" y="0"/>
                    <a:pt x="198483" y="17773"/>
                    <a:pt x="198483" y="39697"/>
                  </a:cubicBezTo>
                  <a:cubicBezTo>
                    <a:pt x="198483" y="61620"/>
                    <a:pt x="180709" y="79393"/>
                    <a:pt x="15878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5F0F9892-9F40-621A-8348-80F2EADDCD49}"/>
                </a:ext>
              </a:extLst>
            </p:cNvPr>
            <p:cNvSpPr/>
            <p:nvPr/>
          </p:nvSpPr>
          <p:spPr>
            <a:xfrm>
              <a:off x="5652512" y="4155085"/>
              <a:ext cx="511391" cy="242694"/>
            </a:xfrm>
            <a:custGeom>
              <a:avLst/>
              <a:gdLst>
                <a:gd name="connsiteX0" fmla="*/ 471695 w 511391"/>
                <a:gd name="connsiteY0" fmla="*/ 242695 h 242694"/>
                <a:gd name="connsiteX1" fmla="*/ 39697 w 511391"/>
                <a:gd name="connsiteY1" fmla="*/ 242695 h 242694"/>
                <a:gd name="connsiteX2" fmla="*/ 0 w 511391"/>
                <a:gd name="connsiteY2" fmla="*/ 202998 h 242694"/>
                <a:gd name="connsiteX3" fmla="*/ 39697 w 511391"/>
                <a:gd name="connsiteY3" fmla="*/ 163302 h 242694"/>
                <a:gd name="connsiteX4" fmla="*/ 431998 w 511391"/>
                <a:gd name="connsiteY4" fmla="*/ 163302 h 242694"/>
                <a:gd name="connsiteX5" fmla="*/ 431998 w 511391"/>
                <a:gd name="connsiteY5" fmla="*/ 39697 h 242694"/>
                <a:gd name="connsiteX6" fmla="*/ 471695 w 511391"/>
                <a:gd name="connsiteY6" fmla="*/ 0 h 242694"/>
                <a:gd name="connsiteX7" fmla="*/ 511391 w 511391"/>
                <a:gd name="connsiteY7" fmla="*/ 39697 h 242694"/>
                <a:gd name="connsiteX8" fmla="*/ 511391 w 511391"/>
                <a:gd name="connsiteY8" fmla="*/ 202998 h 242694"/>
                <a:gd name="connsiteX9" fmla="*/ 471695 w 511391"/>
                <a:gd name="connsiteY9" fmla="*/ 242695 h 24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1391" h="242694">
                  <a:moveTo>
                    <a:pt x="471695" y="242695"/>
                  </a:moveTo>
                  <a:lnTo>
                    <a:pt x="39697" y="242695"/>
                  </a:lnTo>
                  <a:cubicBezTo>
                    <a:pt x="17773" y="242695"/>
                    <a:pt x="0" y="224921"/>
                    <a:pt x="0" y="202998"/>
                  </a:cubicBezTo>
                  <a:cubicBezTo>
                    <a:pt x="0" y="181076"/>
                    <a:pt x="17773" y="163302"/>
                    <a:pt x="39697" y="163302"/>
                  </a:cubicBezTo>
                  <a:lnTo>
                    <a:pt x="431998" y="163302"/>
                  </a:lnTo>
                  <a:lnTo>
                    <a:pt x="431998" y="39697"/>
                  </a:lnTo>
                  <a:cubicBezTo>
                    <a:pt x="431998" y="17774"/>
                    <a:pt x="449772" y="0"/>
                    <a:pt x="471695" y="0"/>
                  </a:cubicBezTo>
                  <a:cubicBezTo>
                    <a:pt x="493617" y="0"/>
                    <a:pt x="511391" y="17774"/>
                    <a:pt x="511391" y="39697"/>
                  </a:cubicBezTo>
                  <a:lnTo>
                    <a:pt x="511391" y="202998"/>
                  </a:lnTo>
                  <a:cubicBezTo>
                    <a:pt x="511391" y="224921"/>
                    <a:pt x="493617" y="242695"/>
                    <a:pt x="471695" y="2426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E824AD99-A9CC-43AE-A2D3-7797923A395A}"/>
                </a:ext>
              </a:extLst>
            </p:cNvPr>
            <p:cNvSpPr/>
            <p:nvPr/>
          </p:nvSpPr>
          <p:spPr>
            <a:xfrm>
              <a:off x="5966753" y="3919504"/>
              <a:ext cx="314908" cy="314973"/>
            </a:xfrm>
            <a:custGeom>
              <a:avLst/>
              <a:gdLst>
                <a:gd name="connsiteX0" fmla="*/ 157454 w 314908"/>
                <a:gd name="connsiteY0" fmla="*/ 314974 h 314973"/>
                <a:gd name="connsiteX1" fmla="*/ 129369 w 314908"/>
                <a:gd name="connsiteY1" fmla="*/ 303362 h 314973"/>
                <a:gd name="connsiteX2" fmla="*/ 11619 w 314908"/>
                <a:gd name="connsiteY2" fmla="*/ 185563 h 314973"/>
                <a:gd name="connsiteX3" fmla="*/ 11619 w 314908"/>
                <a:gd name="connsiteY3" fmla="*/ 129442 h 314973"/>
                <a:gd name="connsiteX4" fmla="*/ 129369 w 314908"/>
                <a:gd name="connsiteY4" fmla="*/ 11642 h 314973"/>
                <a:gd name="connsiteX5" fmla="*/ 185510 w 314908"/>
                <a:gd name="connsiteY5" fmla="*/ 11611 h 314973"/>
                <a:gd name="connsiteX6" fmla="*/ 185539 w 314908"/>
                <a:gd name="connsiteY6" fmla="*/ 11642 h 314973"/>
                <a:gd name="connsiteX7" fmla="*/ 303289 w 314908"/>
                <a:gd name="connsiteY7" fmla="*/ 129442 h 314973"/>
                <a:gd name="connsiteX8" fmla="*/ 303289 w 314908"/>
                <a:gd name="connsiteY8" fmla="*/ 185563 h 314973"/>
                <a:gd name="connsiteX9" fmla="*/ 185539 w 314908"/>
                <a:gd name="connsiteY9" fmla="*/ 303362 h 314973"/>
                <a:gd name="connsiteX10" fmla="*/ 157454 w 314908"/>
                <a:gd name="connsiteY10" fmla="*/ 314974 h 314973"/>
                <a:gd name="connsiteX11" fmla="*/ 95825 w 314908"/>
                <a:gd name="connsiteY11" fmla="*/ 157478 h 314973"/>
                <a:gd name="connsiteX12" fmla="*/ 157454 w 314908"/>
                <a:gd name="connsiteY12" fmla="*/ 219156 h 314973"/>
                <a:gd name="connsiteX13" fmla="*/ 219083 w 314908"/>
                <a:gd name="connsiteY13" fmla="*/ 157478 h 314973"/>
                <a:gd name="connsiteX14" fmla="*/ 157454 w 314908"/>
                <a:gd name="connsiteY14" fmla="*/ 95849 h 314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4908" h="314973">
                  <a:moveTo>
                    <a:pt x="157454" y="314974"/>
                  </a:moveTo>
                  <a:cubicBezTo>
                    <a:pt x="146925" y="314983"/>
                    <a:pt x="136822" y="310805"/>
                    <a:pt x="129369" y="303362"/>
                  </a:cubicBezTo>
                  <a:lnTo>
                    <a:pt x="11619" y="185563"/>
                  </a:lnTo>
                  <a:cubicBezTo>
                    <a:pt x="-3873" y="170062"/>
                    <a:pt x="-3873" y="144942"/>
                    <a:pt x="11619" y="129442"/>
                  </a:cubicBezTo>
                  <a:lnTo>
                    <a:pt x="129369" y="11642"/>
                  </a:lnTo>
                  <a:cubicBezTo>
                    <a:pt x="144860" y="-3869"/>
                    <a:pt x="169998" y="-3883"/>
                    <a:pt x="185510" y="11611"/>
                  </a:cubicBezTo>
                  <a:cubicBezTo>
                    <a:pt x="185520" y="11621"/>
                    <a:pt x="185529" y="11632"/>
                    <a:pt x="185539" y="11642"/>
                  </a:cubicBezTo>
                  <a:lnTo>
                    <a:pt x="303289" y="129442"/>
                  </a:lnTo>
                  <a:cubicBezTo>
                    <a:pt x="318781" y="144942"/>
                    <a:pt x="318781" y="170062"/>
                    <a:pt x="303289" y="185563"/>
                  </a:cubicBezTo>
                  <a:lnTo>
                    <a:pt x="185539" y="303362"/>
                  </a:lnTo>
                  <a:cubicBezTo>
                    <a:pt x="178086" y="310805"/>
                    <a:pt x="167984" y="314983"/>
                    <a:pt x="157454" y="314974"/>
                  </a:cubicBezTo>
                  <a:close/>
                  <a:moveTo>
                    <a:pt x="95825" y="157478"/>
                  </a:moveTo>
                  <a:lnTo>
                    <a:pt x="157454" y="219156"/>
                  </a:lnTo>
                  <a:lnTo>
                    <a:pt x="219083" y="157478"/>
                  </a:lnTo>
                  <a:lnTo>
                    <a:pt x="157454" y="9584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D8F38A28-1097-6F6C-C5A3-59438D72CF6A}"/>
                </a:ext>
              </a:extLst>
            </p:cNvPr>
            <p:cNvSpPr/>
            <p:nvPr/>
          </p:nvSpPr>
          <p:spPr>
            <a:xfrm>
              <a:off x="5636633" y="3657340"/>
              <a:ext cx="501169" cy="209498"/>
            </a:xfrm>
            <a:custGeom>
              <a:avLst/>
              <a:gdLst>
                <a:gd name="connsiteX0" fmla="*/ 461473 w 501169"/>
                <a:gd name="connsiteY0" fmla="*/ 209499 h 209498"/>
                <a:gd name="connsiteX1" fmla="*/ 39697 w 501169"/>
                <a:gd name="connsiteY1" fmla="*/ 209499 h 209498"/>
                <a:gd name="connsiteX2" fmla="*/ 0 w 501169"/>
                <a:gd name="connsiteY2" fmla="*/ 169802 h 209498"/>
                <a:gd name="connsiteX3" fmla="*/ 0 w 501169"/>
                <a:gd name="connsiteY3" fmla="*/ 39697 h 209498"/>
                <a:gd name="connsiteX4" fmla="*/ 39697 w 501169"/>
                <a:gd name="connsiteY4" fmla="*/ 0 h 209498"/>
                <a:gd name="connsiteX5" fmla="*/ 461473 w 501169"/>
                <a:gd name="connsiteY5" fmla="*/ 0 h 209498"/>
                <a:gd name="connsiteX6" fmla="*/ 501170 w 501169"/>
                <a:gd name="connsiteY6" fmla="*/ 39697 h 209498"/>
                <a:gd name="connsiteX7" fmla="*/ 501170 w 501169"/>
                <a:gd name="connsiteY7" fmla="*/ 169802 h 209498"/>
                <a:gd name="connsiteX8" fmla="*/ 461473 w 501169"/>
                <a:gd name="connsiteY8" fmla="*/ 209499 h 209498"/>
                <a:gd name="connsiteX9" fmla="*/ 79393 w 501169"/>
                <a:gd name="connsiteY9" fmla="*/ 130105 h 209498"/>
                <a:gd name="connsiteX10" fmla="*/ 421776 w 501169"/>
                <a:gd name="connsiteY10" fmla="*/ 130105 h 209498"/>
                <a:gd name="connsiteX11" fmla="*/ 421776 w 501169"/>
                <a:gd name="connsiteY11" fmla="*/ 79393 h 209498"/>
                <a:gd name="connsiteX12" fmla="*/ 79393 w 501169"/>
                <a:gd name="connsiteY12" fmla="*/ 79393 h 20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169" h="209498">
                  <a:moveTo>
                    <a:pt x="461473" y="209499"/>
                  </a:moveTo>
                  <a:lnTo>
                    <a:pt x="39697" y="209499"/>
                  </a:lnTo>
                  <a:cubicBezTo>
                    <a:pt x="17773" y="209499"/>
                    <a:pt x="0" y="191726"/>
                    <a:pt x="0" y="169802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61473" y="0"/>
                  </a:lnTo>
                  <a:cubicBezTo>
                    <a:pt x="483395" y="0"/>
                    <a:pt x="501170" y="17773"/>
                    <a:pt x="501170" y="39697"/>
                  </a:cubicBezTo>
                  <a:lnTo>
                    <a:pt x="501170" y="169802"/>
                  </a:lnTo>
                  <a:cubicBezTo>
                    <a:pt x="501170" y="191726"/>
                    <a:pt x="483395" y="209499"/>
                    <a:pt x="461473" y="209499"/>
                  </a:cubicBezTo>
                  <a:close/>
                  <a:moveTo>
                    <a:pt x="79393" y="130105"/>
                  </a:moveTo>
                  <a:lnTo>
                    <a:pt x="421776" y="130105"/>
                  </a:lnTo>
                  <a:lnTo>
                    <a:pt x="421776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01518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0858A4-3BB0-D1ED-A565-15DDCCDA04C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27E7A9A8-50A5-EC08-9EB8-C6C022B6208D}"/>
              </a:ext>
            </a:extLst>
          </p:cNvPr>
          <p:cNvGrpSpPr/>
          <p:nvPr/>
        </p:nvGrpSpPr>
        <p:grpSpPr>
          <a:xfrm>
            <a:off x="1497707" y="1462791"/>
            <a:ext cx="823704" cy="748181"/>
            <a:chOff x="1497707" y="1462791"/>
            <a:chExt cx="823704" cy="748181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A5B393F0-F096-EC27-D1FA-7069D4D61F0B}"/>
                </a:ext>
              </a:extLst>
            </p:cNvPr>
            <p:cNvSpPr/>
            <p:nvPr/>
          </p:nvSpPr>
          <p:spPr>
            <a:xfrm>
              <a:off x="1497707" y="146279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cubicBezTo>
                    <a:pt x="823704" y="61620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04FDFD74-4350-2336-27A5-4BFC44597D66}"/>
                </a:ext>
              </a:extLst>
            </p:cNvPr>
            <p:cNvSpPr/>
            <p:nvPr/>
          </p:nvSpPr>
          <p:spPr>
            <a:xfrm>
              <a:off x="1497707" y="161745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cubicBezTo>
                    <a:pt x="823704" y="61620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F4E49D7-F77E-B5A1-ACD2-1EFBC999561B}"/>
                </a:ext>
              </a:extLst>
            </p:cNvPr>
            <p:cNvSpPr/>
            <p:nvPr/>
          </p:nvSpPr>
          <p:spPr>
            <a:xfrm>
              <a:off x="1497707" y="213157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7CAA640-73C1-C641-5E12-2A8EBD3C70FD}"/>
                </a:ext>
              </a:extLst>
            </p:cNvPr>
            <p:cNvSpPr/>
            <p:nvPr/>
          </p:nvSpPr>
          <p:spPr>
            <a:xfrm>
              <a:off x="1870284" y="1815427"/>
              <a:ext cx="159390" cy="160640"/>
            </a:xfrm>
            <a:custGeom>
              <a:avLst/>
              <a:gdLst>
                <a:gd name="connsiteX0" fmla="*/ 119710 w 159390"/>
                <a:gd name="connsiteY0" fmla="*/ 160640 h 160640"/>
                <a:gd name="connsiteX1" fmla="*/ 91426 w 159390"/>
                <a:gd name="connsiteY1" fmla="*/ 148830 h 160640"/>
                <a:gd name="connsiteX2" fmla="*/ 12479 w 159390"/>
                <a:gd name="connsiteY2" fmla="*/ 68594 h 160640"/>
                <a:gd name="connsiteX3" fmla="*/ 10800 w 159390"/>
                <a:gd name="connsiteY3" fmla="*/ 12480 h 160640"/>
                <a:gd name="connsiteX4" fmla="*/ 66914 w 159390"/>
                <a:gd name="connsiteY4" fmla="*/ 10799 h 160640"/>
                <a:gd name="connsiteX5" fmla="*/ 69047 w 159390"/>
                <a:gd name="connsiteY5" fmla="*/ 12969 h 160640"/>
                <a:gd name="connsiteX6" fmla="*/ 147994 w 159390"/>
                <a:gd name="connsiteY6" fmla="*/ 93106 h 160640"/>
                <a:gd name="connsiteX7" fmla="*/ 147532 w 159390"/>
                <a:gd name="connsiteY7" fmla="*/ 149242 h 160640"/>
                <a:gd name="connsiteX8" fmla="*/ 119710 w 159390"/>
                <a:gd name="connsiteY8" fmla="*/ 160640 h 16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390" h="160640">
                  <a:moveTo>
                    <a:pt x="119710" y="160640"/>
                  </a:moveTo>
                  <a:cubicBezTo>
                    <a:pt x="109081" y="160650"/>
                    <a:pt x="98893" y="156393"/>
                    <a:pt x="91426" y="148830"/>
                  </a:cubicBezTo>
                  <a:lnTo>
                    <a:pt x="12479" y="68594"/>
                  </a:lnTo>
                  <a:cubicBezTo>
                    <a:pt x="-3480" y="53562"/>
                    <a:pt x="-4232" y="28439"/>
                    <a:pt x="10800" y="12480"/>
                  </a:cubicBezTo>
                  <a:cubicBezTo>
                    <a:pt x="25831" y="-3480"/>
                    <a:pt x="50955" y="-4232"/>
                    <a:pt x="66914" y="10799"/>
                  </a:cubicBezTo>
                  <a:cubicBezTo>
                    <a:pt x="67652" y="11495"/>
                    <a:pt x="68364" y="12219"/>
                    <a:pt x="69047" y="12969"/>
                  </a:cubicBezTo>
                  <a:lnTo>
                    <a:pt x="147994" y="93106"/>
                  </a:lnTo>
                  <a:cubicBezTo>
                    <a:pt x="163366" y="108737"/>
                    <a:pt x="163163" y="133870"/>
                    <a:pt x="147532" y="149242"/>
                  </a:cubicBezTo>
                  <a:cubicBezTo>
                    <a:pt x="140109" y="156541"/>
                    <a:pt x="130120" y="160635"/>
                    <a:pt x="119710" y="16064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EB18D8EE-D6C3-B2F6-4288-D00E2DF345B1}"/>
                </a:ext>
              </a:extLst>
            </p:cNvPr>
            <p:cNvSpPr/>
            <p:nvPr/>
          </p:nvSpPr>
          <p:spPr>
            <a:xfrm>
              <a:off x="1789442" y="1816554"/>
              <a:ext cx="161309" cy="159364"/>
            </a:xfrm>
            <a:custGeom>
              <a:avLst/>
              <a:gdLst>
                <a:gd name="connsiteX0" fmla="*/ 39682 w 161309"/>
                <a:gd name="connsiteY0" fmla="*/ 159364 h 159364"/>
                <a:gd name="connsiteX1" fmla="*/ 0 w 161309"/>
                <a:gd name="connsiteY1" fmla="*/ 119653 h 159364"/>
                <a:gd name="connsiteX2" fmla="*/ 11944 w 161309"/>
                <a:gd name="connsiteY2" fmla="*/ 91285 h 159364"/>
                <a:gd name="connsiteX3" fmla="*/ 93868 w 161309"/>
                <a:gd name="connsiteY3" fmla="*/ 11296 h 159364"/>
                <a:gd name="connsiteX4" fmla="*/ 150013 w 161309"/>
                <a:gd name="connsiteY4" fmla="*/ 11966 h 159364"/>
                <a:gd name="connsiteX5" fmla="*/ 149344 w 161309"/>
                <a:gd name="connsiteY5" fmla="*/ 68112 h 159364"/>
                <a:gd name="connsiteX6" fmla="*/ 67420 w 161309"/>
                <a:gd name="connsiteY6" fmla="*/ 148100 h 159364"/>
                <a:gd name="connsiteX7" fmla="*/ 39682 w 161309"/>
                <a:gd name="connsiteY7" fmla="*/ 159364 h 15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309" h="159364">
                  <a:moveTo>
                    <a:pt x="39682" y="159364"/>
                  </a:moveTo>
                  <a:cubicBezTo>
                    <a:pt x="17758" y="159354"/>
                    <a:pt x="-8" y="141575"/>
                    <a:pt x="0" y="119653"/>
                  </a:cubicBezTo>
                  <a:cubicBezTo>
                    <a:pt x="4" y="108974"/>
                    <a:pt x="4309" y="98748"/>
                    <a:pt x="11944" y="91285"/>
                  </a:cubicBezTo>
                  <a:lnTo>
                    <a:pt x="93868" y="11296"/>
                  </a:lnTo>
                  <a:cubicBezTo>
                    <a:pt x="109557" y="-4023"/>
                    <a:pt x="134694" y="-3723"/>
                    <a:pt x="150013" y="11966"/>
                  </a:cubicBezTo>
                  <a:cubicBezTo>
                    <a:pt x="165333" y="27655"/>
                    <a:pt x="165033" y="52792"/>
                    <a:pt x="149344" y="68112"/>
                  </a:cubicBezTo>
                  <a:lnTo>
                    <a:pt x="67420" y="148100"/>
                  </a:lnTo>
                  <a:cubicBezTo>
                    <a:pt x="59998" y="155330"/>
                    <a:pt x="50044" y="159374"/>
                    <a:pt x="39682" y="1593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61C2ECF3-9912-09E1-C026-F516305C34C5}"/>
              </a:ext>
            </a:extLst>
          </p:cNvPr>
          <p:cNvGrpSpPr/>
          <p:nvPr/>
        </p:nvGrpSpPr>
        <p:grpSpPr>
          <a:xfrm>
            <a:off x="2815215" y="1462791"/>
            <a:ext cx="823704" cy="748181"/>
            <a:chOff x="2815215" y="1462791"/>
            <a:chExt cx="823704" cy="748181"/>
          </a:xfrm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724C54A8-EE71-B531-761B-38D04F4825C7}"/>
                </a:ext>
              </a:extLst>
            </p:cNvPr>
            <p:cNvSpPr/>
            <p:nvPr/>
          </p:nvSpPr>
          <p:spPr>
            <a:xfrm>
              <a:off x="2815215" y="2131579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FE7CE23-811E-D7D6-FF7D-DEAFC29C5221}"/>
                </a:ext>
              </a:extLst>
            </p:cNvPr>
            <p:cNvSpPr/>
            <p:nvPr/>
          </p:nvSpPr>
          <p:spPr>
            <a:xfrm>
              <a:off x="2815215" y="197691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19"/>
                    <a:pt x="0" y="39697"/>
                  </a:cubicBezTo>
                  <a:cubicBezTo>
                    <a:pt x="0" y="17774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4"/>
                    <a:pt x="823704" y="39697"/>
                  </a:cubicBezTo>
                  <a:cubicBezTo>
                    <a:pt x="823704" y="61619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2918D83-434D-4B89-F680-707BBABFBA4A}"/>
                </a:ext>
              </a:extLst>
            </p:cNvPr>
            <p:cNvSpPr/>
            <p:nvPr/>
          </p:nvSpPr>
          <p:spPr>
            <a:xfrm>
              <a:off x="2815215" y="1462791"/>
              <a:ext cx="823704" cy="79393"/>
            </a:xfrm>
            <a:custGeom>
              <a:avLst/>
              <a:gdLst>
                <a:gd name="connsiteX0" fmla="*/ 784008 w 823704"/>
                <a:gd name="connsiteY0" fmla="*/ 79393 h 79393"/>
                <a:gd name="connsiteX1" fmla="*/ 39697 w 823704"/>
                <a:gd name="connsiteY1" fmla="*/ 79393 h 79393"/>
                <a:gd name="connsiteX2" fmla="*/ 0 w 823704"/>
                <a:gd name="connsiteY2" fmla="*/ 39697 h 79393"/>
                <a:gd name="connsiteX3" fmla="*/ 39697 w 823704"/>
                <a:gd name="connsiteY3" fmla="*/ 0 h 79393"/>
                <a:gd name="connsiteX4" fmla="*/ 784008 w 823704"/>
                <a:gd name="connsiteY4" fmla="*/ 0 h 79393"/>
                <a:gd name="connsiteX5" fmla="*/ 823704 w 823704"/>
                <a:gd name="connsiteY5" fmla="*/ 39697 h 79393"/>
                <a:gd name="connsiteX6" fmla="*/ 784008 w 8237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704" h="79393">
                  <a:moveTo>
                    <a:pt x="78400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0" y="0"/>
                    <a:pt x="823704" y="17773"/>
                    <a:pt x="823704" y="39697"/>
                  </a:cubicBezTo>
                  <a:cubicBezTo>
                    <a:pt x="823704" y="61620"/>
                    <a:pt x="805930" y="79393"/>
                    <a:pt x="78400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BCA82DC-27A0-63B1-B88A-3F3B5E2B875C}"/>
                </a:ext>
              </a:extLst>
            </p:cNvPr>
            <p:cNvSpPr/>
            <p:nvPr/>
          </p:nvSpPr>
          <p:spPr>
            <a:xfrm>
              <a:off x="3106937" y="1697647"/>
              <a:ext cx="158273" cy="159578"/>
            </a:xfrm>
            <a:custGeom>
              <a:avLst/>
              <a:gdLst>
                <a:gd name="connsiteX0" fmla="*/ 118642 w 158273"/>
                <a:gd name="connsiteY0" fmla="*/ 159579 h 159578"/>
                <a:gd name="connsiteX1" fmla="*/ 90358 w 158273"/>
                <a:gd name="connsiteY1" fmla="*/ 147719 h 159578"/>
                <a:gd name="connsiteX2" fmla="*/ 11411 w 158273"/>
                <a:gd name="connsiteY2" fmla="*/ 67582 h 159578"/>
                <a:gd name="connsiteX3" fmla="*/ 11858 w 158273"/>
                <a:gd name="connsiteY3" fmla="*/ 11411 h 159578"/>
                <a:gd name="connsiteX4" fmla="*/ 68029 w 158273"/>
                <a:gd name="connsiteY4" fmla="*/ 11858 h 159578"/>
                <a:gd name="connsiteX5" fmla="*/ 146926 w 158273"/>
                <a:gd name="connsiteY5" fmla="*/ 92095 h 159578"/>
                <a:gd name="connsiteX6" fmla="*/ 146364 w 158273"/>
                <a:gd name="connsiteY6" fmla="*/ 148231 h 159578"/>
                <a:gd name="connsiteX7" fmla="*/ 118642 w 158273"/>
                <a:gd name="connsiteY7" fmla="*/ 159579 h 15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73" h="159578">
                  <a:moveTo>
                    <a:pt x="118642" y="159579"/>
                  </a:moveTo>
                  <a:cubicBezTo>
                    <a:pt x="108006" y="159574"/>
                    <a:pt x="97816" y="155302"/>
                    <a:pt x="90358" y="147719"/>
                  </a:cubicBezTo>
                  <a:lnTo>
                    <a:pt x="11411" y="67582"/>
                  </a:lnTo>
                  <a:cubicBezTo>
                    <a:pt x="-3977" y="51947"/>
                    <a:pt x="-3777" y="26799"/>
                    <a:pt x="11858" y="11411"/>
                  </a:cubicBezTo>
                  <a:cubicBezTo>
                    <a:pt x="27492" y="-3977"/>
                    <a:pt x="52641" y="-3777"/>
                    <a:pt x="68029" y="11858"/>
                  </a:cubicBezTo>
                  <a:lnTo>
                    <a:pt x="146926" y="92095"/>
                  </a:lnTo>
                  <a:cubicBezTo>
                    <a:pt x="162272" y="107751"/>
                    <a:pt x="162021" y="132884"/>
                    <a:pt x="146364" y="148231"/>
                  </a:cubicBezTo>
                  <a:cubicBezTo>
                    <a:pt x="138960" y="155489"/>
                    <a:pt x="129010" y="159562"/>
                    <a:pt x="118642" y="1595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A4B0A0B-1711-7269-EEDF-33EF5A1B7CC8}"/>
                </a:ext>
              </a:extLst>
            </p:cNvPr>
            <p:cNvSpPr/>
            <p:nvPr/>
          </p:nvSpPr>
          <p:spPr>
            <a:xfrm>
              <a:off x="3185846" y="1697812"/>
              <a:ext cx="161360" cy="159413"/>
            </a:xfrm>
            <a:custGeom>
              <a:avLst/>
              <a:gdLst>
                <a:gd name="connsiteX0" fmla="*/ 39733 w 161360"/>
                <a:gd name="connsiteY0" fmla="*/ 159414 h 159413"/>
                <a:gd name="connsiteX1" fmla="*/ 0 w 161360"/>
                <a:gd name="connsiteY1" fmla="*/ 119753 h 159413"/>
                <a:gd name="connsiteX2" fmla="*/ 11995 w 161360"/>
                <a:gd name="connsiteY2" fmla="*/ 91285 h 159413"/>
                <a:gd name="connsiteX3" fmla="*/ 93919 w 161360"/>
                <a:gd name="connsiteY3" fmla="*/ 11296 h 159413"/>
                <a:gd name="connsiteX4" fmla="*/ 150065 w 161360"/>
                <a:gd name="connsiteY4" fmla="*/ 11966 h 159413"/>
                <a:gd name="connsiteX5" fmla="*/ 149395 w 161360"/>
                <a:gd name="connsiteY5" fmla="*/ 68112 h 159413"/>
                <a:gd name="connsiteX6" fmla="*/ 67471 w 161360"/>
                <a:gd name="connsiteY6" fmla="*/ 148100 h 159413"/>
                <a:gd name="connsiteX7" fmla="*/ 39733 w 161360"/>
                <a:gd name="connsiteY7" fmla="*/ 159414 h 15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360" h="159413">
                  <a:moveTo>
                    <a:pt x="39733" y="159414"/>
                  </a:moveTo>
                  <a:cubicBezTo>
                    <a:pt x="17809" y="159434"/>
                    <a:pt x="20" y="141677"/>
                    <a:pt x="0" y="119753"/>
                  </a:cubicBezTo>
                  <a:cubicBezTo>
                    <a:pt x="-9" y="109033"/>
                    <a:pt x="4317" y="98765"/>
                    <a:pt x="11995" y="91285"/>
                  </a:cubicBezTo>
                  <a:lnTo>
                    <a:pt x="93919" y="11296"/>
                  </a:lnTo>
                  <a:cubicBezTo>
                    <a:pt x="109609" y="-4023"/>
                    <a:pt x="134747" y="-3723"/>
                    <a:pt x="150065" y="11966"/>
                  </a:cubicBezTo>
                  <a:cubicBezTo>
                    <a:pt x="165382" y="27655"/>
                    <a:pt x="165085" y="52792"/>
                    <a:pt x="149395" y="68112"/>
                  </a:cubicBezTo>
                  <a:lnTo>
                    <a:pt x="67471" y="148100"/>
                  </a:lnTo>
                  <a:cubicBezTo>
                    <a:pt x="60057" y="155349"/>
                    <a:pt x="50102" y="159410"/>
                    <a:pt x="39733" y="1594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A7B2EAFD-D4CF-3E6D-6D53-845635ABFF21}"/>
              </a:ext>
            </a:extLst>
          </p:cNvPr>
          <p:cNvGrpSpPr/>
          <p:nvPr/>
        </p:nvGrpSpPr>
        <p:grpSpPr>
          <a:xfrm>
            <a:off x="4132721" y="1561928"/>
            <a:ext cx="823703" cy="549908"/>
            <a:chOff x="4132721" y="1561928"/>
            <a:chExt cx="823703" cy="549908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84E72CD0-FD0C-EE9B-76E1-F8618C91E2C2}"/>
                </a:ext>
              </a:extLst>
            </p:cNvPr>
            <p:cNvSpPr/>
            <p:nvPr/>
          </p:nvSpPr>
          <p:spPr>
            <a:xfrm>
              <a:off x="4132723" y="1590316"/>
              <a:ext cx="79393" cy="493130"/>
            </a:xfrm>
            <a:custGeom>
              <a:avLst/>
              <a:gdLst>
                <a:gd name="connsiteX0" fmla="*/ 39697 w 79393"/>
                <a:gd name="connsiteY0" fmla="*/ 493130 h 493130"/>
                <a:gd name="connsiteX1" fmla="*/ 0 w 79393"/>
                <a:gd name="connsiteY1" fmla="*/ 453434 h 493130"/>
                <a:gd name="connsiteX2" fmla="*/ 0 w 79393"/>
                <a:gd name="connsiteY2" fmla="*/ 39697 h 493130"/>
                <a:gd name="connsiteX3" fmla="*/ 39697 w 79393"/>
                <a:gd name="connsiteY3" fmla="*/ 0 h 493130"/>
                <a:gd name="connsiteX4" fmla="*/ 79393 w 79393"/>
                <a:gd name="connsiteY4" fmla="*/ 39697 h 493130"/>
                <a:gd name="connsiteX5" fmla="*/ 79393 w 79393"/>
                <a:gd name="connsiteY5" fmla="*/ 453434 h 493130"/>
                <a:gd name="connsiteX6" fmla="*/ 39697 w 79393"/>
                <a:gd name="connsiteY6" fmla="*/ 493130 h 49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93130">
                  <a:moveTo>
                    <a:pt x="39697" y="493130"/>
                  </a:moveTo>
                  <a:cubicBezTo>
                    <a:pt x="17773" y="493130"/>
                    <a:pt x="0" y="475356"/>
                    <a:pt x="0" y="45343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453434"/>
                  </a:lnTo>
                  <a:cubicBezTo>
                    <a:pt x="79393" y="475356"/>
                    <a:pt x="61621" y="493130"/>
                    <a:pt x="39697" y="4931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8368683-450A-2A0F-FF02-E5C87F80B676}"/>
                </a:ext>
              </a:extLst>
            </p:cNvPr>
            <p:cNvSpPr/>
            <p:nvPr/>
          </p:nvSpPr>
          <p:spPr>
            <a:xfrm>
              <a:off x="4326587" y="1561928"/>
              <a:ext cx="629837" cy="549908"/>
            </a:xfrm>
            <a:custGeom>
              <a:avLst/>
              <a:gdLst>
                <a:gd name="connsiteX0" fmla="*/ 346158 w 629837"/>
                <a:gd name="connsiteY0" fmla="*/ 549902 h 549908"/>
                <a:gd name="connsiteX1" fmla="*/ 7646 w 629837"/>
                <a:gd name="connsiteY1" fmla="*/ 301252 h 549908"/>
                <a:gd name="connsiteX2" fmla="*/ 7646 w 629837"/>
                <a:gd name="connsiteY2" fmla="*/ 254410 h 549908"/>
                <a:gd name="connsiteX3" fmla="*/ 346406 w 629837"/>
                <a:gd name="connsiteY3" fmla="*/ 5 h 549908"/>
                <a:gd name="connsiteX4" fmla="*/ 546130 w 629837"/>
                <a:gd name="connsiteY4" fmla="*/ 78952 h 549908"/>
                <a:gd name="connsiteX5" fmla="*/ 554511 w 629837"/>
                <a:gd name="connsiteY5" fmla="*/ 462574 h 549908"/>
                <a:gd name="connsiteX6" fmla="*/ 546130 w 629837"/>
                <a:gd name="connsiteY6" fmla="*/ 470955 h 549908"/>
                <a:gd name="connsiteX7" fmla="*/ 346158 w 629837"/>
                <a:gd name="connsiteY7" fmla="*/ 549902 h 549908"/>
                <a:gd name="connsiteX8" fmla="*/ 89520 w 629837"/>
                <a:gd name="connsiteY8" fmla="*/ 277434 h 549908"/>
                <a:gd name="connsiteX9" fmla="*/ 346158 w 629837"/>
                <a:gd name="connsiteY9" fmla="*/ 470508 h 549908"/>
                <a:gd name="connsiteX10" fmla="*/ 550447 w 629837"/>
                <a:gd name="connsiteY10" fmla="*/ 274953 h 549908"/>
                <a:gd name="connsiteX11" fmla="*/ 346158 w 629837"/>
                <a:gd name="connsiteY11" fmla="*/ 79398 h 549908"/>
                <a:gd name="connsiteX12" fmla="*/ 89520 w 629837"/>
                <a:gd name="connsiteY12" fmla="*/ 277434 h 549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9837" h="549908">
                  <a:moveTo>
                    <a:pt x="346158" y="549902"/>
                  </a:moveTo>
                  <a:cubicBezTo>
                    <a:pt x="195708" y="549902"/>
                    <a:pt x="26452" y="326608"/>
                    <a:pt x="7646" y="301252"/>
                  </a:cubicBezTo>
                  <a:cubicBezTo>
                    <a:pt x="-2549" y="287302"/>
                    <a:pt x="-2549" y="268361"/>
                    <a:pt x="7646" y="254410"/>
                  </a:cubicBezTo>
                  <a:cubicBezTo>
                    <a:pt x="26452" y="228409"/>
                    <a:pt x="195708" y="5"/>
                    <a:pt x="346406" y="5"/>
                  </a:cubicBezTo>
                  <a:cubicBezTo>
                    <a:pt x="420674" y="-435"/>
                    <a:pt x="492237" y="27852"/>
                    <a:pt x="546130" y="78952"/>
                  </a:cubicBezTo>
                  <a:cubicBezTo>
                    <a:pt x="654378" y="182571"/>
                    <a:pt x="658134" y="354322"/>
                    <a:pt x="554511" y="462574"/>
                  </a:cubicBezTo>
                  <a:cubicBezTo>
                    <a:pt x="551782" y="465427"/>
                    <a:pt x="548983" y="468221"/>
                    <a:pt x="546130" y="470955"/>
                  </a:cubicBezTo>
                  <a:cubicBezTo>
                    <a:pt x="492172" y="522114"/>
                    <a:pt x="420510" y="550408"/>
                    <a:pt x="346158" y="549902"/>
                  </a:cubicBezTo>
                  <a:close/>
                  <a:moveTo>
                    <a:pt x="89520" y="277434"/>
                  </a:moveTo>
                  <a:cubicBezTo>
                    <a:pt x="155962" y="360251"/>
                    <a:pt x="270090" y="470508"/>
                    <a:pt x="346158" y="470508"/>
                  </a:cubicBezTo>
                  <a:cubicBezTo>
                    <a:pt x="460733" y="470508"/>
                    <a:pt x="550447" y="384615"/>
                    <a:pt x="550447" y="274953"/>
                  </a:cubicBezTo>
                  <a:cubicBezTo>
                    <a:pt x="550447" y="165292"/>
                    <a:pt x="460733" y="79398"/>
                    <a:pt x="346158" y="79398"/>
                  </a:cubicBezTo>
                  <a:cubicBezTo>
                    <a:pt x="270090" y="79398"/>
                    <a:pt x="155962" y="192533"/>
                    <a:pt x="89520" y="27743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E3FF1E6-AC1D-AD7C-9DB7-8E5C1E9C37F1}"/>
                </a:ext>
              </a:extLst>
            </p:cNvPr>
            <p:cNvSpPr/>
            <p:nvPr/>
          </p:nvSpPr>
          <p:spPr>
            <a:xfrm>
              <a:off x="4132721" y="1590314"/>
              <a:ext cx="273176" cy="493133"/>
            </a:xfrm>
            <a:custGeom>
              <a:avLst/>
              <a:gdLst>
                <a:gd name="connsiteX0" fmla="*/ 39699 w 273176"/>
                <a:gd name="connsiteY0" fmla="*/ 493133 h 493133"/>
                <a:gd name="connsiteX1" fmla="*/ 27 w 273176"/>
                <a:gd name="connsiteY1" fmla="*/ 453411 h 493133"/>
                <a:gd name="connsiteX2" fmla="*/ 10571 w 273176"/>
                <a:gd name="connsiteY2" fmla="*/ 426492 h 493133"/>
                <a:gd name="connsiteX3" fmla="*/ 179282 w 273176"/>
                <a:gd name="connsiteY3" fmla="*/ 244582 h 493133"/>
                <a:gd name="connsiteX4" fmla="*/ 10869 w 273176"/>
                <a:gd name="connsiteY4" fmla="*/ 66990 h 493133"/>
                <a:gd name="connsiteX5" fmla="*/ 12407 w 273176"/>
                <a:gd name="connsiteY5" fmla="*/ 10869 h 493133"/>
                <a:gd name="connsiteX6" fmla="*/ 68528 w 273176"/>
                <a:gd name="connsiteY6" fmla="*/ 12407 h 493133"/>
                <a:gd name="connsiteX7" fmla="*/ 262297 w 273176"/>
                <a:gd name="connsiteY7" fmla="*/ 216993 h 493133"/>
                <a:gd name="connsiteX8" fmla="*/ 262595 w 273176"/>
                <a:gd name="connsiteY8" fmla="*/ 271278 h 493133"/>
                <a:gd name="connsiteX9" fmla="*/ 69074 w 273176"/>
                <a:gd name="connsiteY9" fmla="*/ 480430 h 493133"/>
                <a:gd name="connsiteX10" fmla="*/ 39699 w 273176"/>
                <a:gd name="connsiteY10" fmla="*/ 493133 h 49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176" h="493133">
                  <a:moveTo>
                    <a:pt x="39699" y="493133"/>
                  </a:moveTo>
                  <a:cubicBezTo>
                    <a:pt x="17775" y="493118"/>
                    <a:pt x="13" y="475334"/>
                    <a:pt x="27" y="453411"/>
                  </a:cubicBezTo>
                  <a:cubicBezTo>
                    <a:pt x="33" y="443432"/>
                    <a:pt x="3798" y="433821"/>
                    <a:pt x="10571" y="426492"/>
                  </a:cubicBezTo>
                  <a:lnTo>
                    <a:pt x="179282" y="244582"/>
                  </a:lnTo>
                  <a:lnTo>
                    <a:pt x="10869" y="66990"/>
                  </a:lnTo>
                  <a:cubicBezTo>
                    <a:pt x="-4204" y="51068"/>
                    <a:pt x="-3515" y="25942"/>
                    <a:pt x="12407" y="10869"/>
                  </a:cubicBezTo>
                  <a:cubicBezTo>
                    <a:pt x="28329" y="-4204"/>
                    <a:pt x="53455" y="-3515"/>
                    <a:pt x="68528" y="12407"/>
                  </a:cubicBezTo>
                  <a:lnTo>
                    <a:pt x="262297" y="216993"/>
                  </a:lnTo>
                  <a:cubicBezTo>
                    <a:pt x="276687" y="232182"/>
                    <a:pt x="276817" y="255933"/>
                    <a:pt x="262595" y="271278"/>
                  </a:cubicBezTo>
                  <a:lnTo>
                    <a:pt x="69074" y="480430"/>
                  </a:lnTo>
                  <a:cubicBezTo>
                    <a:pt x="61498" y="488597"/>
                    <a:pt x="50839" y="493207"/>
                    <a:pt x="39699" y="4931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B2FB0B8-161B-8BB3-744A-905B629A6814}"/>
                </a:ext>
              </a:extLst>
            </p:cNvPr>
            <p:cNvSpPr/>
            <p:nvPr/>
          </p:nvSpPr>
          <p:spPr>
            <a:xfrm>
              <a:off x="4597271" y="1757686"/>
              <a:ext cx="159116" cy="159382"/>
            </a:xfrm>
            <a:custGeom>
              <a:avLst/>
              <a:gdLst>
                <a:gd name="connsiteX0" fmla="*/ 119438 w 159116"/>
                <a:gd name="connsiteY0" fmla="*/ 159135 h 159382"/>
                <a:gd name="connsiteX1" fmla="*/ 91353 w 159116"/>
                <a:gd name="connsiteY1" fmla="*/ 147474 h 159382"/>
                <a:gd name="connsiteX2" fmla="*/ 10917 w 159116"/>
                <a:gd name="connsiteY2" fmla="*/ 67039 h 159382"/>
                <a:gd name="connsiteX3" fmla="*/ 12356 w 159116"/>
                <a:gd name="connsiteY3" fmla="*/ 10918 h 159382"/>
                <a:gd name="connsiteX4" fmla="*/ 67038 w 159116"/>
                <a:gd name="connsiteY4" fmla="*/ 10918 h 159382"/>
                <a:gd name="connsiteX5" fmla="*/ 147474 w 159116"/>
                <a:gd name="connsiteY5" fmla="*/ 91601 h 159382"/>
                <a:gd name="connsiteX6" fmla="*/ 147503 w 159116"/>
                <a:gd name="connsiteY6" fmla="*/ 147742 h 159382"/>
                <a:gd name="connsiteX7" fmla="*/ 119438 w 159116"/>
                <a:gd name="connsiteY7" fmla="*/ 159383 h 15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116" h="159382">
                  <a:moveTo>
                    <a:pt x="119438" y="159135"/>
                  </a:moveTo>
                  <a:cubicBezTo>
                    <a:pt x="108898" y="159130"/>
                    <a:pt x="98796" y="154937"/>
                    <a:pt x="91353" y="147474"/>
                  </a:cubicBezTo>
                  <a:lnTo>
                    <a:pt x="10917" y="67039"/>
                  </a:lnTo>
                  <a:cubicBezTo>
                    <a:pt x="-4183" y="51144"/>
                    <a:pt x="-3540" y="26018"/>
                    <a:pt x="12356" y="10918"/>
                  </a:cubicBezTo>
                  <a:cubicBezTo>
                    <a:pt x="27674" y="-3639"/>
                    <a:pt x="51716" y="-3639"/>
                    <a:pt x="67038" y="10918"/>
                  </a:cubicBezTo>
                  <a:lnTo>
                    <a:pt x="147474" y="91601"/>
                  </a:lnTo>
                  <a:cubicBezTo>
                    <a:pt x="162985" y="107095"/>
                    <a:pt x="163000" y="132229"/>
                    <a:pt x="147503" y="147742"/>
                  </a:cubicBezTo>
                  <a:cubicBezTo>
                    <a:pt x="140065" y="155190"/>
                    <a:pt x="129967" y="159378"/>
                    <a:pt x="119438" y="1593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9000637-B96B-AEAA-0D3E-42AB2CFC49C4}"/>
                </a:ext>
              </a:extLst>
            </p:cNvPr>
            <p:cNvSpPr/>
            <p:nvPr/>
          </p:nvSpPr>
          <p:spPr>
            <a:xfrm>
              <a:off x="4596792" y="1757934"/>
              <a:ext cx="158871" cy="158886"/>
            </a:xfrm>
            <a:custGeom>
              <a:avLst/>
              <a:gdLst>
                <a:gd name="connsiteX0" fmla="*/ 39581 w 158871"/>
                <a:gd name="connsiteY0" fmla="*/ 158886 h 158886"/>
                <a:gd name="connsiteX1" fmla="*/ 0 w 158871"/>
                <a:gd name="connsiteY1" fmla="*/ 119074 h 158886"/>
                <a:gd name="connsiteX2" fmla="*/ 11397 w 158871"/>
                <a:gd name="connsiteY2" fmla="*/ 91353 h 158886"/>
                <a:gd name="connsiteX3" fmla="*/ 91832 w 158871"/>
                <a:gd name="connsiteY3" fmla="*/ 10917 h 158886"/>
                <a:gd name="connsiteX4" fmla="*/ 147953 w 158871"/>
                <a:gd name="connsiteY4" fmla="*/ 12355 h 158886"/>
                <a:gd name="connsiteX5" fmla="*/ 147953 w 158871"/>
                <a:gd name="connsiteY5" fmla="*/ 67038 h 158886"/>
                <a:gd name="connsiteX6" fmla="*/ 67518 w 158871"/>
                <a:gd name="connsiteY6" fmla="*/ 147474 h 158886"/>
                <a:gd name="connsiteX7" fmla="*/ 39581 w 158871"/>
                <a:gd name="connsiteY7" fmla="*/ 158886 h 158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871" h="158886">
                  <a:moveTo>
                    <a:pt x="39581" y="158886"/>
                  </a:moveTo>
                  <a:cubicBezTo>
                    <a:pt x="17659" y="158822"/>
                    <a:pt x="-63" y="140998"/>
                    <a:pt x="0" y="119074"/>
                  </a:cubicBezTo>
                  <a:cubicBezTo>
                    <a:pt x="30" y="108700"/>
                    <a:pt x="4121" y="98749"/>
                    <a:pt x="11397" y="91353"/>
                  </a:cubicBezTo>
                  <a:lnTo>
                    <a:pt x="91832" y="10917"/>
                  </a:lnTo>
                  <a:cubicBezTo>
                    <a:pt x="107725" y="-4183"/>
                    <a:pt x="132853" y="-3539"/>
                    <a:pt x="147953" y="12355"/>
                  </a:cubicBezTo>
                  <a:cubicBezTo>
                    <a:pt x="162512" y="27676"/>
                    <a:pt x="162512" y="51717"/>
                    <a:pt x="147953" y="67038"/>
                  </a:cubicBezTo>
                  <a:lnTo>
                    <a:pt x="67518" y="147474"/>
                  </a:lnTo>
                  <a:cubicBezTo>
                    <a:pt x="60070" y="154808"/>
                    <a:pt x="50031" y="158906"/>
                    <a:pt x="39581" y="15888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65EE7CEC-074A-04BB-8BE5-8AC6960470C9}"/>
              </a:ext>
            </a:extLst>
          </p:cNvPr>
          <p:cNvGrpSpPr/>
          <p:nvPr/>
        </p:nvGrpSpPr>
        <p:grpSpPr>
          <a:xfrm>
            <a:off x="5458517" y="1419533"/>
            <a:ext cx="807031" cy="835303"/>
            <a:chOff x="5458517" y="1419533"/>
            <a:chExt cx="807031" cy="835303"/>
          </a:xfrm>
        </p:grpSpPr>
        <p:grpSp>
          <p:nvGrpSpPr>
            <p:cNvPr id="104" name="Picture Placeholder 37">
              <a:extLst>
                <a:ext uri="{FF2B5EF4-FFF2-40B4-BE49-F238E27FC236}">
                  <a16:creationId xmlns:a16="http://schemas.microsoft.com/office/drawing/2014/main" id="{D328EA12-42B8-F2DB-C8BC-16102FFF155F}"/>
                </a:ext>
              </a:extLst>
            </p:cNvPr>
            <p:cNvGrpSpPr/>
            <p:nvPr/>
          </p:nvGrpSpPr>
          <p:grpSpPr>
            <a:xfrm>
              <a:off x="5559906" y="1984010"/>
              <a:ext cx="596441" cy="270826"/>
              <a:chOff x="5559906" y="1984010"/>
              <a:chExt cx="596441" cy="270826"/>
            </a:xfrm>
          </p:grpSpPr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8E2A280B-17E1-1EC4-3E3F-47F4198F0BD7}"/>
                  </a:ext>
                </a:extLst>
              </p:cNvPr>
              <p:cNvSpPr/>
              <p:nvPr/>
            </p:nvSpPr>
            <p:spPr>
              <a:xfrm>
                <a:off x="5792465" y="1984010"/>
                <a:ext cx="129907" cy="129905"/>
              </a:xfrm>
              <a:custGeom>
                <a:avLst/>
                <a:gdLst>
                  <a:gd name="connsiteX0" fmla="*/ 65400 w 129907"/>
                  <a:gd name="connsiteY0" fmla="*/ 129904 h 129905"/>
                  <a:gd name="connsiteX1" fmla="*/ 2 w 129907"/>
                  <a:gd name="connsiteY1" fmla="*/ 65397 h 129905"/>
                  <a:gd name="connsiteX2" fmla="*/ 64507 w 129907"/>
                  <a:gd name="connsiteY2" fmla="*/ 2 h 129905"/>
                  <a:gd name="connsiteX3" fmla="*/ 129906 w 129907"/>
                  <a:gd name="connsiteY3" fmla="*/ 64503 h 129905"/>
                  <a:gd name="connsiteX4" fmla="*/ 129907 w 129907"/>
                  <a:gd name="connsiteY4" fmla="*/ 64950 h 129905"/>
                  <a:gd name="connsiteX5" fmla="*/ 65400 w 129907"/>
                  <a:gd name="connsiteY5" fmla="*/ 129904 h 129905"/>
                  <a:gd name="connsiteX6" fmla="*/ 65400 w 129907"/>
                  <a:gd name="connsiteY6" fmla="*/ 50510 h 129905"/>
                  <a:gd name="connsiteX7" fmla="*/ 51414 w 129907"/>
                  <a:gd name="connsiteY7" fmla="*/ 65392 h 129905"/>
                  <a:gd name="connsiteX8" fmla="*/ 66293 w 129907"/>
                  <a:gd name="connsiteY8" fmla="*/ 79375 h 129905"/>
                  <a:gd name="connsiteX9" fmla="*/ 80286 w 129907"/>
                  <a:gd name="connsiteY9" fmla="*/ 64950 h 129905"/>
                  <a:gd name="connsiteX10" fmla="*/ 65400 w 129907"/>
                  <a:gd name="connsiteY10" fmla="*/ 50510 h 129905"/>
                  <a:gd name="connsiteX0" fmla="*/ 65400 w 129907"/>
                  <a:gd name="connsiteY0" fmla="*/ 129904 h 129905"/>
                  <a:gd name="connsiteX1" fmla="*/ 2 w 129907"/>
                  <a:gd name="connsiteY1" fmla="*/ 65397 h 129905"/>
                  <a:gd name="connsiteX2" fmla="*/ 64507 w 129907"/>
                  <a:gd name="connsiteY2" fmla="*/ 2 h 129905"/>
                  <a:gd name="connsiteX3" fmla="*/ 129906 w 129907"/>
                  <a:gd name="connsiteY3" fmla="*/ 64503 h 129905"/>
                  <a:gd name="connsiteX4" fmla="*/ 129907 w 129907"/>
                  <a:gd name="connsiteY4" fmla="*/ 64950 h 129905"/>
                  <a:gd name="connsiteX5" fmla="*/ 65400 w 129907"/>
                  <a:gd name="connsiteY5" fmla="*/ 129904 h 129905"/>
                  <a:gd name="connsiteX6" fmla="*/ 80286 w 129907"/>
                  <a:gd name="connsiteY6" fmla="*/ 64950 h 129905"/>
                  <a:gd name="connsiteX7" fmla="*/ 51414 w 129907"/>
                  <a:gd name="connsiteY7" fmla="*/ 65392 h 129905"/>
                  <a:gd name="connsiteX8" fmla="*/ 66293 w 129907"/>
                  <a:gd name="connsiteY8" fmla="*/ 79375 h 129905"/>
                  <a:gd name="connsiteX9" fmla="*/ 80286 w 129907"/>
                  <a:gd name="connsiteY9" fmla="*/ 64950 h 129905"/>
                  <a:gd name="connsiteX0" fmla="*/ 65400 w 129907"/>
                  <a:gd name="connsiteY0" fmla="*/ 129904 h 129905"/>
                  <a:gd name="connsiteX1" fmla="*/ 2 w 129907"/>
                  <a:gd name="connsiteY1" fmla="*/ 65397 h 129905"/>
                  <a:gd name="connsiteX2" fmla="*/ 64507 w 129907"/>
                  <a:gd name="connsiteY2" fmla="*/ 2 h 129905"/>
                  <a:gd name="connsiteX3" fmla="*/ 129906 w 129907"/>
                  <a:gd name="connsiteY3" fmla="*/ 64503 h 129905"/>
                  <a:gd name="connsiteX4" fmla="*/ 129907 w 129907"/>
                  <a:gd name="connsiteY4" fmla="*/ 64950 h 129905"/>
                  <a:gd name="connsiteX5" fmla="*/ 65400 w 129907"/>
                  <a:gd name="connsiteY5" fmla="*/ 129904 h 129905"/>
                  <a:gd name="connsiteX6" fmla="*/ 66293 w 129907"/>
                  <a:gd name="connsiteY6" fmla="*/ 79375 h 129905"/>
                  <a:gd name="connsiteX7" fmla="*/ 51414 w 129907"/>
                  <a:gd name="connsiteY7" fmla="*/ 65392 h 129905"/>
                  <a:gd name="connsiteX8" fmla="*/ 66293 w 129907"/>
                  <a:gd name="connsiteY8" fmla="*/ 79375 h 129905"/>
                  <a:gd name="connsiteX0" fmla="*/ 65400 w 129907"/>
                  <a:gd name="connsiteY0" fmla="*/ 129904 h 129905"/>
                  <a:gd name="connsiteX1" fmla="*/ 2 w 129907"/>
                  <a:gd name="connsiteY1" fmla="*/ 65397 h 129905"/>
                  <a:gd name="connsiteX2" fmla="*/ 64507 w 129907"/>
                  <a:gd name="connsiteY2" fmla="*/ 2 h 129905"/>
                  <a:gd name="connsiteX3" fmla="*/ 129906 w 129907"/>
                  <a:gd name="connsiteY3" fmla="*/ 64503 h 129905"/>
                  <a:gd name="connsiteX4" fmla="*/ 129907 w 129907"/>
                  <a:gd name="connsiteY4" fmla="*/ 64950 h 129905"/>
                  <a:gd name="connsiteX5" fmla="*/ 65400 w 129907"/>
                  <a:gd name="connsiteY5" fmla="*/ 129904 h 12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907" h="129905">
                    <a:moveTo>
                      <a:pt x="65400" y="129904"/>
                    </a:moveTo>
                    <a:cubicBezTo>
                      <a:pt x="29528" y="130152"/>
                      <a:pt x="248" y="101272"/>
                      <a:pt x="2" y="65397"/>
                    </a:cubicBezTo>
                    <a:cubicBezTo>
                      <a:pt x="-245" y="29526"/>
                      <a:pt x="28635" y="245"/>
                      <a:pt x="64507" y="2"/>
                    </a:cubicBezTo>
                    <a:cubicBezTo>
                      <a:pt x="100379" y="-247"/>
                      <a:pt x="129659" y="28633"/>
                      <a:pt x="129906" y="64503"/>
                    </a:cubicBezTo>
                    <a:cubicBezTo>
                      <a:pt x="129907" y="64652"/>
                      <a:pt x="129907" y="64801"/>
                      <a:pt x="129907" y="64950"/>
                    </a:cubicBezTo>
                    <a:cubicBezTo>
                      <a:pt x="129990" y="100682"/>
                      <a:pt x="101133" y="129740"/>
                      <a:pt x="65400" y="129904"/>
                    </a:cubicBezTo>
                    <a:close/>
                  </a:path>
                </a:pathLst>
              </a:custGeom>
              <a:solidFill>
                <a:schemeClr val="bg1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B4CA4F8D-981F-671A-A25B-23A6A9C131F6}"/>
                  </a:ext>
                </a:extLst>
              </p:cNvPr>
              <p:cNvSpPr/>
              <p:nvPr/>
            </p:nvSpPr>
            <p:spPr>
              <a:xfrm>
                <a:off x="5559906" y="2003941"/>
                <a:ext cx="596441" cy="250895"/>
              </a:xfrm>
              <a:custGeom>
                <a:avLst/>
                <a:gdLst>
                  <a:gd name="connsiteX0" fmla="*/ 298208 w 596441"/>
                  <a:gd name="connsiteY0" fmla="*/ 250895 h 250895"/>
                  <a:gd name="connsiteX1" fmla="*/ 6289 w 596441"/>
                  <a:gd name="connsiteY1" fmla="*/ 61146 h 250895"/>
                  <a:gd name="connsiteX2" fmla="*/ 18272 w 596441"/>
                  <a:gd name="connsiteY2" fmla="*/ 6290 h 250895"/>
                  <a:gd name="connsiteX3" fmla="*/ 73128 w 596441"/>
                  <a:gd name="connsiteY3" fmla="*/ 18273 h 250895"/>
                  <a:gd name="connsiteX4" fmla="*/ 298208 w 596441"/>
                  <a:gd name="connsiteY4" fmla="*/ 171502 h 250895"/>
                  <a:gd name="connsiteX5" fmla="*/ 453322 w 596441"/>
                  <a:gd name="connsiteY5" fmla="*/ 97369 h 250895"/>
                  <a:gd name="connsiteX6" fmla="*/ 523734 w 596441"/>
                  <a:gd name="connsiteY6" fmla="*/ 17628 h 250895"/>
                  <a:gd name="connsiteX7" fmla="*/ 578813 w 596441"/>
                  <a:gd name="connsiteY7" fmla="*/ 6712 h 250895"/>
                  <a:gd name="connsiteX8" fmla="*/ 589730 w 596441"/>
                  <a:gd name="connsiteY8" fmla="*/ 61791 h 250895"/>
                  <a:gd name="connsiteX9" fmla="*/ 298208 w 596441"/>
                  <a:gd name="connsiteY9" fmla="*/ 250895 h 250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6441" h="250895">
                    <a:moveTo>
                      <a:pt x="298208" y="250895"/>
                    </a:moveTo>
                    <a:cubicBezTo>
                      <a:pt x="129993" y="250895"/>
                      <a:pt x="11301" y="68887"/>
                      <a:pt x="6289" y="61146"/>
                    </a:cubicBezTo>
                    <a:cubicBezTo>
                      <a:pt x="-5550" y="42687"/>
                      <a:pt x="-185" y="18130"/>
                      <a:pt x="18272" y="6290"/>
                    </a:cubicBezTo>
                    <a:cubicBezTo>
                      <a:pt x="36729" y="-5549"/>
                      <a:pt x="61289" y="-185"/>
                      <a:pt x="73128" y="18273"/>
                    </a:cubicBezTo>
                    <a:cubicBezTo>
                      <a:pt x="74071" y="19762"/>
                      <a:pt x="173560" y="171502"/>
                      <a:pt x="298208" y="171502"/>
                    </a:cubicBezTo>
                    <a:cubicBezTo>
                      <a:pt x="359291" y="171502"/>
                      <a:pt x="416256" y="131161"/>
                      <a:pt x="453322" y="97369"/>
                    </a:cubicBezTo>
                    <a:cubicBezTo>
                      <a:pt x="479567" y="73372"/>
                      <a:pt x="503171" y="46642"/>
                      <a:pt x="523734" y="17628"/>
                    </a:cubicBezTo>
                    <a:cubicBezTo>
                      <a:pt x="535931" y="-597"/>
                      <a:pt x="560587" y="-5485"/>
                      <a:pt x="578813" y="6712"/>
                    </a:cubicBezTo>
                    <a:cubicBezTo>
                      <a:pt x="597039" y="18909"/>
                      <a:pt x="601926" y="43565"/>
                      <a:pt x="589730" y="61791"/>
                    </a:cubicBezTo>
                    <a:cubicBezTo>
                      <a:pt x="584569" y="69482"/>
                      <a:pt x="461460" y="250895"/>
                      <a:pt x="298208" y="25089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BCA6FC15-7511-993D-84AC-7C45E4FB3F1A}"/>
                </a:ext>
              </a:extLst>
            </p:cNvPr>
            <p:cNvSpPr/>
            <p:nvPr/>
          </p:nvSpPr>
          <p:spPr>
            <a:xfrm>
              <a:off x="5458517" y="1839363"/>
              <a:ext cx="807031" cy="243984"/>
            </a:xfrm>
            <a:custGeom>
              <a:avLst/>
              <a:gdLst>
                <a:gd name="connsiteX0" fmla="*/ 767434 w 807031"/>
                <a:gd name="connsiteY0" fmla="*/ 243985 h 243984"/>
                <a:gd name="connsiteX1" fmla="*/ 658269 w 807031"/>
                <a:gd name="connsiteY1" fmla="*/ 243985 h 243984"/>
                <a:gd name="connsiteX2" fmla="*/ 626015 w 807031"/>
                <a:gd name="connsiteY2" fmla="*/ 227412 h 243984"/>
                <a:gd name="connsiteX3" fmla="*/ 399794 w 807031"/>
                <a:gd name="connsiteY3" fmla="*/ 79393 h 243984"/>
                <a:gd name="connsiteX4" fmla="*/ 173970 w 807031"/>
                <a:gd name="connsiteY4" fmla="*/ 226866 h 243984"/>
                <a:gd name="connsiteX5" fmla="*/ 141320 w 807031"/>
                <a:gd name="connsiteY5" fmla="*/ 243985 h 243984"/>
                <a:gd name="connsiteX6" fmla="*/ 39697 w 807031"/>
                <a:gd name="connsiteY6" fmla="*/ 243985 h 243984"/>
                <a:gd name="connsiteX7" fmla="*/ 0 w 807031"/>
                <a:gd name="connsiteY7" fmla="*/ 204288 h 243984"/>
                <a:gd name="connsiteX8" fmla="*/ 39697 w 807031"/>
                <a:gd name="connsiteY8" fmla="*/ 164592 h 243984"/>
                <a:gd name="connsiteX9" fmla="*/ 121273 w 807031"/>
                <a:gd name="connsiteY9" fmla="*/ 164592 h 243984"/>
                <a:gd name="connsiteX10" fmla="*/ 399596 w 807031"/>
                <a:gd name="connsiteY10" fmla="*/ 0 h 243984"/>
                <a:gd name="connsiteX11" fmla="*/ 677472 w 807031"/>
                <a:gd name="connsiteY11" fmla="*/ 164592 h 243984"/>
                <a:gd name="connsiteX12" fmla="*/ 767335 w 807031"/>
                <a:gd name="connsiteY12" fmla="*/ 164592 h 243984"/>
                <a:gd name="connsiteX13" fmla="*/ 807032 w 807031"/>
                <a:gd name="connsiteY13" fmla="*/ 204288 h 243984"/>
                <a:gd name="connsiteX14" fmla="*/ 767335 w 807031"/>
                <a:gd name="connsiteY14" fmla="*/ 243985 h 2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7031" h="243984">
                  <a:moveTo>
                    <a:pt x="767434" y="243985"/>
                  </a:moveTo>
                  <a:lnTo>
                    <a:pt x="658269" y="243985"/>
                  </a:lnTo>
                  <a:cubicBezTo>
                    <a:pt x="645477" y="243980"/>
                    <a:pt x="633468" y="237812"/>
                    <a:pt x="626015" y="227412"/>
                  </a:cubicBezTo>
                  <a:cubicBezTo>
                    <a:pt x="624973" y="225973"/>
                    <a:pt x="517991" y="79393"/>
                    <a:pt x="399794" y="79393"/>
                  </a:cubicBezTo>
                  <a:cubicBezTo>
                    <a:pt x="277628" y="79393"/>
                    <a:pt x="174963" y="225377"/>
                    <a:pt x="173970" y="226866"/>
                  </a:cubicBezTo>
                  <a:cubicBezTo>
                    <a:pt x="166557" y="237584"/>
                    <a:pt x="154354" y="243985"/>
                    <a:pt x="141320" y="243985"/>
                  </a:cubicBezTo>
                  <a:lnTo>
                    <a:pt x="39697" y="243985"/>
                  </a:lnTo>
                  <a:cubicBezTo>
                    <a:pt x="17773" y="243985"/>
                    <a:pt x="0" y="226211"/>
                    <a:pt x="0" y="204288"/>
                  </a:cubicBezTo>
                  <a:cubicBezTo>
                    <a:pt x="0" y="182366"/>
                    <a:pt x="17773" y="164592"/>
                    <a:pt x="39697" y="164592"/>
                  </a:cubicBezTo>
                  <a:lnTo>
                    <a:pt x="121273" y="164592"/>
                  </a:lnTo>
                  <a:cubicBezTo>
                    <a:pt x="157149" y="119090"/>
                    <a:pt x="264032" y="0"/>
                    <a:pt x="399596" y="0"/>
                  </a:cubicBezTo>
                  <a:cubicBezTo>
                    <a:pt x="531637" y="0"/>
                    <a:pt x="641100" y="119635"/>
                    <a:pt x="677472" y="164592"/>
                  </a:cubicBezTo>
                  <a:lnTo>
                    <a:pt x="767335" y="164592"/>
                  </a:lnTo>
                  <a:cubicBezTo>
                    <a:pt x="789258" y="164592"/>
                    <a:pt x="807032" y="182366"/>
                    <a:pt x="807032" y="204288"/>
                  </a:cubicBezTo>
                  <a:cubicBezTo>
                    <a:pt x="807032" y="226211"/>
                    <a:pt x="789258" y="243985"/>
                    <a:pt x="767335" y="2439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DF8A27C-F4F2-83E7-D3B0-B49DE9CBA172}"/>
                </a:ext>
              </a:extLst>
            </p:cNvPr>
            <p:cNvSpPr/>
            <p:nvPr/>
          </p:nvSpPr>
          <p:spPr>
            <a:xfrm>
              <a:off x="5572645" y="1825221"/>
              <a:ext cx="79393" cy="228255"/>
            </a:xfrm>
            <a:custGeom>
              <a:avLst/>
              <a:gdLst>
                <a:gd name="connsiteX0" fmla="*/ 39697 w 79393"/>
                <a:gd name="connsiteY0" fmla="*/ 228255 h 228255"/>
                <a:gd name="connsiteX1" fmla="*/ 0 w 79393"/>
                <a:gd name="connsiteY1" fmla="*/ 188559 h 228255"/>
                <a:gd name="connsiteX2" fmla="*/ 0 w 79393"/>
                <a:gd name="connsiteY2" fmla="*/ 39697 h 228255"/>
                <a:gd name="connsiteX3" fmla="*/ 39697 w 79393"/>
                <a:gd name="connsiteY3" fmla="*/ 0 h 228255"/>
                <a:gd name="connsiteX4" fmla="*/ 79393 w 79393"/>
                <a:gd name="connsiteY4" fmla="*/ 39697 h 228255"/>
                <a:gd name="connsiteX5" fmla="*/ 79393 w 79393"/>
                <a:gd name="connsiteY5" fmla="*/ 188559 h 228255"/>
                <a:gd name="connsiteX6" fmla="*/ 39697 w 79393"/>
                <a:gd name="connsiteY6" fmla="*/ 228255 h 22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28255">
                  <a:moveTo>
                    <a:pt x="39697" y="228255"/>
                  </a:moveTo>
                  <a:cubicBezTo>
                    <a:pt x="17773" y="228255"/>
                    <a:pt x="0" y="210481"/>
                    <a:pt x="0" y="18855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88559"/>
                  </a:lnTo>
                  <a:cubicBezTo>
                    <a:pt x="79393" y="210481"/>
                    <a:pt x="61621" y="228255"/>
                    <a:pt x="39697" y="22825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A9F841D-F5E3-A0E2-002F-7BDF1BE79C01}"/>
                </a:ext>
              </a:extLst>
            </p:cNvPr>
            <p:cNvSpPr/>
            <p:nvPr/>
          </p:nvSpPr>
          <p:spPr>
            <a:xfrm>
              <a:off x="5815787" y="1701169"/>
              <a:ext cx="79393" cy="193520"/>
            </a:xfrm>
            <a:custGeom>
              <a:avLst/>
              <a:gdLst>
                <a:gd name="connsiteX0" fmla="*/ 39697 w 79393"/>
                <a:gd name="connsiteY0" fmla="*/ 193521 h 193520"/>
                <a:gd name="connsiteX1" fmla="*/ 0 w 79393"/>
                <a:gd name="connsiteY1" fmla="*/ 153824 h 193520"/>
                <a:gd name="connsiteX2" fmla="*/ 0 w 79393"/>
                <a:gd name="connsiteY2" fmla="*/ 39697 h 193520"/>
                <a:gd name="connsiteX3" fmla="*/ 39697 w 79393"/>
                <a:gd name="connsiteY3" fmla="*/ 0 h 193520"/>
                <a:gd name="connsiteX4" fmla="*/ 79393 w 79393"/>
                <a:gd name="connsiteY4" fmla="*/ 39697 h 193520"/>
                <a:gd name="connsiteX5" fmla="*/ 79393 w 79393"/>
                <a:gd name="connsiteY5" fmla="*/ 153824 h 193520"/>
                <a:gd name="connsiteX6" fmla="*/ 39697 w 79393"/>
                <a:gd name="connsiteY6" fmla="*/ 193521 h 19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3520">
                  <a:moveTo>
                    <a:pt x="39697" y="193521"/>
                  </a:moveTo>
                  <a:cubicBezTo>
                    <a:pt x="17773" y="193521"/>
                    <a:pt x="0" y="175748"/>
                    <a:pt x="0" y="15382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53824"/>
                  </a:lnTo>
                  <a:cubicBezTo>
                    <a:pt x="79393" y="175748"/>
                    <a:pt x="61621" y="193521"/>
                    <a:pt x="39697" y="1935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E3D6CDC-B9EE-84B4-6A7A-5770F5B45850}"/>
                </a:ext>
              </a:extLst>
            </p:cNvPr>
            <p:cNvSpPr/>
            <p:nvPr/>
          </p:nvSpPr>
          <p:spPr>
            <a:xfrm>
              <a:off x="6063891" y="1621776"/>
              <a:ext cx="79393" cy="451548"/>
            </a:xfrm>
            <a:custGeom>
              <a:avLst/>
              <a:gdLst>
                <a:gd name="connsiteX0" fmla="*/ 39697 w 79393"/>
                <a:gd name="connsiteY0" fmla="*/ 451548 h 451548"/>
                <a:gd name="connsiteX1" fmla="*/ 0 w 79393"/>
                <a:gd name="connsiteY1" fmla="*/ 411852 h 451548"/>
                <a:gd name="connsiteX2" fmla="*/ 0 w 79393"/>
                <a:gd name="connsiteY2" fmla="*/ 39697 h 451548"/>
                <a:gd name="connsiteX3" fmla="*/ 39697 w 79393"/>
                <a:gd name="connsiteY3" fmla="*/ 0 h 451548"/>
                <a:gd name="connsiteX4" fmla="*/ 79393 w 79393"/>
                <a:gd name="connsiteY4" fmla="*/ 39697 h 451548"/>
                <a:gd name="connsiteX5" fmla="*/ 79393 w 79393"/>
                <a:gd name="connsiteY5" fmla="*/ 411852 h 451548"/>
                <a:gd name="connsiteX6" fmla="*/ 39697 w 79393"/>
                <a:gd name="connsiteY6" fmla="*/ 451548 h 45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51548">
                  <a:moveTo>
                    <a:pt x="39697" y="451548"/>
                  </a:moveTo>
                  <a:cubicBezTo>
                    <a:pt x="17774" y="451548"/>
                    <a:pt x="0" y="433774"/>
                    <a:pt x="0" y="411852"/>
                  </a:cubicBezTo>
                  <a:lnTo>
                    <a:pt x="0" y="39697"/>
                  </a:lnTo>
                  <a:cubicBezTo>
                    <a:pt x="0" y="17773"/>
                    <a:pt x="17774" y="0"/>
                    <a:pt x="39697" y="0"/>
                  </a:cubicBezTo>
                  <a:cubicBezTo>
                    <a:pt x="61619" y="0"/>
                    <a:pt x="79393" y="17773"/>
                    <a:pt x="79393" y="39697"/>
                  </a:cubicBezTo>
                  <a:lnTo>
                    <a:pt x="79393" y="411852"/>
                  </a:lnTo>
                  <a:cubicBezTo>
                    <a:pt x="79393" y="433774"/>
                    <a:pt x="61619" y="451548"/>
                    <a:pt x="39697" y="4515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79638163-56FF-5E1B-F8F7-59E968B05EA0}"/>
                </a:ext>
              </a:extLst>
            </p:cNvPr>
            <p:cNvSpPr/>
            <p:nvPr/>
          </p:nvSpPr>
          <p:spPr>
            <a:xfrm>
              <a:off x="5495642" y="1454417"/>
              <a:ext cx="736054" cy="358001"/>
            </a:xfrm>
            <a:custGeom>
              <a:avLst/>
              <a:gdLst>
                <a:gd name="connsiteX0" fmla="*/ 39788 w 736054"/>
                <a:gd name="connsiteY0" fmla="*/ 358001 h 358001"/>
                <a:gd name="connsiteX1" fmla="*/ 0 w 736054"/>
                <a:gd name="connsiteY1" fmla="*/ 318396 h 358001"/>
                <a:gd name="connsiteX2" fmla="*/ 24256 w 736054"/>
                <a:gd name="connsiteY2" fmla="*/ 281734 h 358001"/>
                <a:gd name="connsiteX3" fmla="*/ 680838 w 736054"/>
                <a:gd name="connsiteY3" fmla="*/ 3164 h 358001"/>
                <a:gd name="connsiteX4" fmla="*/ 732890 w 736054"/>
                <a:gd name="connsiteY4" fmla="*/ 24203 h 358001"/>
                <a:gd name="connsiteX5" fmla="*/ 711851 w 736054"/>
                <a:gd name="connsiteY5" fmla="*/ 76255 h 358001"/>
                <a:gd name="connsiteX6" fmla="*/ 55269 w 736054"/>
                <a:gd name="connsiteY6" fmla="*/ 354826 h 358001"/>
                <a:gd name="connsiteX7" fmla="*/ 39788 w 736054"/>
                <a:gd name="connsiteY7" fmla="*/ 358001 h 35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6054" h="358001">
                  <a:moveTo>
                    <a:pt x="39788" y="358001"/>
                  </a:moveTo>
                  <a:cubicBezTo>
                    <a:pt x="17864" y="358052"/>
                    <a:pt x="50" y="340320"/>
                    <a:pt x="0" y="318396"/>
                  </a:cubicBezTo>
                  <a:cubicBezTo>
                    <a:pt x="-36" y="302405"/>
                    <a:pt x="9525" y="287954"/>
                    <a:pt x="24256" y="281734"/>
                  </a:cubicBezTo>
                  <a:lnTo>
                    <a:pt x="680838" y="3164"/>
                  </a:lnTo>
                  <a:cubicBezTo>
                    <a:pt x="701024" y="-5400"/>
                    <a:pt x="724325" y="4019"/>
                    <a:pt x="732890" y="24203"/>
                  </a:cubicBezTo>
                  <a:cubicBezTo>
                    <a:pt x="741455" y="44387"/>
                    <a:pt x="732037" y="67691"/>
                    <a:pt x="711851" y="76255"/>
                  </a:cubicBezTo>
                  <a:lnTo>
                    <a:pt x="55269" y="354826"/>
                  </a:lnTo>
                  <a:cubicBezTo>
                    <a:pt x="50380" y="356931"/>
                    <a:pt x="45111" y="358012"/>
                    <a:pt x="39788" y="3580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878AFAE-F89F-A911-4876-E6DD73D309AF}"/>
                </a:ext>
              </a:extLst>
            </p:cNvPr>
            <p:cNvSpPr/>
            <p:nvPr/>
          </p:nvSpPr>
          <p:spPr>
            <a:xfrm>
              <a:off x="6075746" y="1419533"/>
              <a:ext cx="162327" cy="193113"/>
            </a:xfrm>
            <a:custGeom>
              <a:avLst/>
              <a:gdLst>
                <a:gd name="connsiteX0" fmla="*/ 90066 w 162327"/>
                <a:gd name="connsiteY0" fmla="*/ 193113 h 193113"/>
                <a:gd name="connsiteX1" fmla="*/ 50399 w 162327"/>
                <a:gd name="connsiteY1" fmla="*/ 153386 h 193113"/>
                <a:gd name="connsiteX2" fmla="*/ 53297 w 162327"/>
                <a:gd name="connsiteY2" fmla="*/ 138530 h 193113"/>
                <a:gd name="connsiteX3" fmla="*/ 70912 w 162327"/>
                <a:gd name="connsiteY3" fmla="*/ 95261 h 193113"/>
                <a:gd name="connsiteX4" fmla="*/ 23425 w 162327"/>
                <a:gd name="connsiteY4" fmla="*/ 75909 h 193113"/>
                <a:gd name="connsiteX5" fmla="*/ 3502 w 162327"/>
                <a:gd name="connsiteY5" fmla="*/ 23424 h 193113"/>
                <a:gd name="connsiteX6" fmla="*/ 53198 w 162327"/>
                <a:gd name="connsiteY6" fmla="*/ 2371 h 193113"/>
                <a:gd name="connsiteX7" fmla="*/ 137553 w 162327"/>
                <a:gd name="connsiteY7" fmla="*/ 36659 h 193113"/>
                <a:gd name="connsiteX8" fmla="*/ 159401 w 162327"/>
                <a:gd name="connsiteY8" fmla="*/ 88372 h 193113"/>
                <a:gd name="connsiteX9" fmla="*/ 159386 w 162327"/>
                <a:gd name="connsiteY9" fmla="*/ 88413 h 193113"/>
                <a:gd name="connsiteX10" fmla="*/ 126785 w 162327"/>
                <a:gd name="connsiteY10" fmla="*/ 168452 h 193113"/>
                <a:gd name="connsiteX11" fmla="*/ 90066 w 162327"/>
                <a:gd name="connsiteY11" fmla="*/ 193113 h 19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27" h="193113">
                  <a:moveTo>
                    <a:pt x="90066" y="193113"/>
                  </a:moveTo>
                  <a:cubicBezTo>
                    <a:pt x="68143" y="193096"/>
                    <a:pt x="50384" y="175310"/>
                    <a:pt x="50399" y="153386"/>
                  </a:cubicBezTo>
                  <a:cubicBezTo>
                    <a:pt x="50404" y="148294"/>
                    <a:pt x="51386" y="143251"/>
                    <a:pt x="53297" y="138530"/>
                  </a:cubicBezTo>
                  <a:lnTo>
                    <a:pt x="70912" y="95261"/>
                  </a:lnTo>
                  <a:lnTo>
                    <a:pt x="23425" y="75909"/>
                  </a:lnTo>
                  <a:cubicBezTo>
                    <a:pt x="3428" y="66918"/>
                    <a:pt x="-5489" y="43419"/>
                    <a:pt x="3502" y="23424"/>
                  </a:cubicBezTo>
                  <a:cubicBezTo>
                    <a:pt x="12012" y="4492"/>
                    <a:pt x="33677" y="-4684"/>
                    <a:pt x="53198" y="2371"/>
                  </a:cubicBezTo>
                  <a:lnTo>
                    <a:pt x="137553" y="36659"/>
                  </a:lnTo>
                  <a:cubicBezTo>
                    <a:pt x="157867" y="44905"/>
                    <a:pt x="167648" y="68058"/>
                    <a:pt x="159401" y="88372"/>
                  </a:cubicBezTo>
                  <a:cubicBezTo>
                    <a:pt x="159396" y="88386"/>
                    <a:pt x="159391" y="88399"/>
                    <a:pt x="159386" y="88413"/>
                  </a:cubicBezTo>
                  <a:lnTo>
                    <a:pt x="126785" y="168452"/>
                  </a:lnTo>
                  <a:cubicBezTo>
                    <a:pt x="120682" y="183362"/>
                    <a:pt x="106178" y="193105"/>
                    <a:pt x="90066" y="1931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DA848638-463B-259B-A6E8-2437C29212F9}"/>
              </a:ext>
            </a:extLst>
          </p:cNvPr>
          <p:cNvGrpSpPr/>
          <p:nvPr/>
        </p:nvGrpSpPr>
        <p:grpSpPr>
          <a:xfrm>
            <a:off x="6767782" y="1412916"/>
            <a:ext cx="823619" cy="847924"/>
            <a:chOff x="6767782" y="1412916"/>
            <a:chExt cx="823619" cy="847924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A64B78A-2247-2B46-C6E6-48B7D5ED6A30}"/>
                </a:ext>
              </a:extLst>
            </p:cNvPr>
            <p:cNvSpPr/>
            <p:nvPr/>
          </p:nvSpPr>
          <p:spPr>
            <a:xfrm>
              <a:off x="6819195" y="1464328"/>
              <a:ext cx="201346" cy="201362"/>
            </a:xfrm>
            <a:custGeom>
              <a:avLst/>
              <a:gdLst>
                <a:gd name="connsiteX0" fmla="*/ 161417 w 201346"/>
                <a:gd name="connsiteY0" fmla="*/ 201362 h 201362"/>
                <a:gd name="connsiteX1" fmla="*/ 133332 w 201346"/>
                <a:gd name="connsiteY1" fmla="*/ 189701 h 201362"/>
                <a:gd name="connsiteX2" fmla="*/ 10918 w 201346"/>
                <a:gd name="connsiteY2" fmla="*/ 67039 h 201362"/>
                <a:gd name="connsiteX3" fmla="*/ 12355 w 201346"/>
                <a:gd name="connsiteY3" fmla="*/ 10918 h 201362"/>
                <a:gd name="connsiteX4" fmla="*/ 67039 w 201346"/>
                <a:gd name="connsiteY4" fmla="*/ 10918 h 201362"/>
                <a:gd name="connsiteX5" fmla="*/ 189453 w 201346"/>
                <a:gd name="connsiteY5" fmla="*/ 133332 h 201362"/>
                <a:gd name="connsiteX6" fmla="*/ 189984 w 201346"/>
                <a:gd name="connsiteY6" fmla="*/ 189469 h 201362"/>
                <a:gd name="connsiteX7" fmla="*/ 161417 w 201346"/>
                <a:gd name="connsiteY7" fmla="*/ 201362 h 20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346" h="201362">
                  <a:moveTo>
                    <a:pt x="161417" y="201362"/>
                  </a:moveTo>
                  <a:cubicBezTo>
                    <a:pt x="150879" y="201357"/>
                    <a:pt x="140774" y="197162"/>
                    <a:pt x="133332" y="189701"/>
                  </a:cubicBezTo>
                  <a:lnTo>
                    <a:pt x="10918" y="67039"/>
                  </a:lnTo>
                  <a:cubicBezTo>
                    <a:pt x="-4183" y="51144"/>
                    <a:pt x="-3539" y="26018"/>
                    <a:pt x="12355" y="10918"/>
                  </a:cubicBezTo>
                  <a:cubicBezTo>
                    <a:pt x="27676" y="-3639"/>
                    <a:pt x="51717" y="-3639"/>
                    <a:pt x="67039" y="10918"/>
                  </a:cubicBezTo>
                  <a:lnTo>
                    <a:pt x="189453" y="133332"/>
                  </a:lnTo>
                  <a:cubicBezTo>
                    <a:pt x="205101" y="148687"/>
                    <a:pt x="205340" y="173820"/>
                    <a:pt x="189984" y="189469"/>
                  </a:cubicBezTo>
                  <a:cubicBezTo>
                    <a:pt x="182463" y="197134"/>
                    <a:pt x="172156" y="201425"/>
                    <a:pt x="161417" y="2013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643D6EC4-CE2A-DA26-417C-7E00C4CA951F}"/>
                </a:ext>
              </a:extLst>
            </p:cNvPr>
            <p:cNvSpPr/>
            <p:nvPr/>
          </p:nvSpPr>
          <p:spPr>
            <a:xfrm>
              <a:off x="6818451" y="1463585"/>
              <a:ext cx="174069" cy="174069"/>
            </a:xfrm>
            <a:custGeom>
              <a:avLst/>
              <a:gdLst>
                <a:gd name="connsiteX0" fmla="*/ 39697 w 174069"/>
                <a:gd name="connsiteY0" fmla="*/ 174069 h 174069"/>
                <a:gd name="connsiteX1" fmla="*/ 0 w 174069"/>
                <a:gd name="connsiteY1" fmla="*/ 134373 h 174069"/>
                <a:gd name="connsiteX2" fmla="*/ 0 w 174069"/>
                <a:gd name="connsiteY2" fmla="*/ 39697 h 174069"/>
                <a:gd name="connsiteX3" fmla="*/ 39697 w 174069"/>
                <a:gd name="connsiteY3" fmla="*/ 0 h 174069"/>
                <a:gd name="connsiteX4" fmla="*/ 134373 w 174069"/>
                <a:gd name="connsiteY4" fmla="*/ 0 h 174069"/>
                <a:gd name="connsiteX5" fmla="*/ 174070 w 174069"/>
                <a:gd name="connsiteY5" fmla="*/ 39697 h 174069"/>
                <a:gd name="connsiteX6" fmla="*/ 134373 w 174069"/>
                <a:gd name="connsiteY6" fmla="*/ 79393 h 174069"/>
                <a:gd name="connsiteX7" fmla="*/ 79393 w 174069"/>
                <a:gd name="connsiteY7" fmla="*/ 79393 h 174069"/>
                <a:gd name="connsiteX8" fmla="*/ 79393 w 174069"/>
                <a:gd name="connsiteY8" fmla="*/ 134373 h 174069"/>
                <a:gd name="connsiteX9" fmla="*/ 39697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39697" y="174069"/>
                  </a:moveTo>
                  <a:cubicBezTo>
                    <a:pt x="17773" y="174069"/>
                    <a:pt x="0" y="156297"/>
                    <a:pt x="0" y="13437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134373" y="0"/>
                  </a:lnTo>
                  <a:cubicBezTo>
                    <a:pt x="156297" y="0"/>
                    <a:pt x="174070" y="17773"/>
                    <a:pt x="174070" y="39697"/>
                  </a:cubicBezTo>
                  <a:cubicBezTo>
                    <a:pt x="174070" y="61620"/>
                    <a:pt x="156297" y="79393"/>
                    <a:pt x="134373" y="79393"/>
                  </a:cubicBezTo>
                  <a:lnTo>
                    <a:pt x="79393" y="79393"/>
                  </a:lnTo>
                  <a:lnTo>
                    <a:pt x="79393" y="134373"/>
                  </a:lnTo>
                  <a:cubicBezTo>
                    <a:pt x="79393" y="156297"/>
                    <a:pt x="61621" y="174069"/>
                    <a:pt x="39697" y="1740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A95613F7-5F6D-A07F-77BD-91B33A69E58B}"/>
                </a:ext>
              </a:extLst>
            </p:cNvPr>
            <p:cNvSpPr/>
            <p:nvPr/>
          </p:nvSpPr>
          <p:spPr>
            <a:xfrm>
              <a:off x="7338888" y="1477777"/>
              <a:ext cx="202784" cy="202799"/>
            </a:xfrm>
            <a:custGeom>
              <a:avLst/>
              <a:gdLst>
                <a:gd name="connsiteX0" fmla="*/ 39682 w 202784"/>
                <a:gd name="connsiteY0" fmla="*/ 202799 h 202799"/>
                <a:gd name="connsiteX1" fmla="*/ 0 w 202784"/>
                <a:gd name="connsiteY1" fmla="*/ 163087 h 202799"/>
                <a:gd name="connsiteX2" fmla="*/ 11894 w 202784"/>
                <a:gd name="connsiteY2" fmla="*/ 134769 h 202799"/>
                <a:gd name="connsiteX3" fmla="*/ 134308 w 202784"/>
                <a:gd name="connsiteY3" fmla="*/ 12355 h 202799"/>
                <a:gd name="connsiteX4" fmla="*/ 190430 w 202784"/>
                <a:gd name="connsiteY4" fmla="*/ 10917 h 202799"/>
                <a:gd name="connsiteX5" fmla="*/ 191869 w 202784"/>
                <a:gd name="connsiteY5" fmla="*/ 67038 h 202799"/>
                <a:gd name="connsiteX6" fmla="*/ 190430 w 202784"/>
                <a:gd name="connsiteY6" fmla="*/ 68476 h 202799"/>
                <a:gd name="connsiteX7" fmla="*/ 67767 w 202784"/>
                <a:gd name="connsiteY7" fmla="*/ 190890 h 202799"/>
                <a:gd name="connsiteX8" fmla="*/ 39682 w 202784"/>
                <a:gd name="connsiteY8" fmla="*/ 202799 h 2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784" h="202799">
                  <a:moveTo>
                    <a:pt x="39682" y="202799"/>
                  </a:moveTo>
                  <a:cubicBezTo>
                    <a:pt x="17759" y="202790"/>
                    <a:pt x="-10" y="185010"/>
                    <a:pt x="0" y="163087"/>
                  </a:cubicBezTo>
                  <a:cubicBezTo>
                    <a:pt x="5" y="152434"/>
                    <a:pt x="4292" y="142230"/>
                    <a:pt x="11894" y="134769"/>
                  </a:cubicBezTo>
                  <a:lnTo>
                    <a:pt x="134308" y="12355"/>
                  </a:lnTo>
                  <a:cubicBezTo>
                    <a:pt x="149408" y="-3540"/>
                    <a:pt x="174536" y="-4183"/>
                    <a:pt x="190430" y="10917"/>
                  </a:cubicBezTo>
                  <a:cubicBezTo>
                    <a:pt x="206323" y="26018"/>
                    <a:pt x="206968" y="51144"/>
                    <a:pt x="191869" y="67038"/>
                  </a:cubicBezTo>
                  <a:cubicBezTo>
                    <a:pt x="191402" y="67530"/>
                    <a:pt x="190921" y="68009"/>
                    <a:pt x="190430" y="68476"/>
                  </a:cubicBezTo>
                  <a:lnTo>
                    <a:pt x="67767" y="190890"/>
                  </a:lnTo>
                  <a:cubicBezTo>
                    <a:pt x="60364" y="198442"/>
                    <a:pt x="50256" y="202729"/>
                    <a:pt x="39682" y="2027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31023D1-8299-7C0B-2E0D-7C1053D885D8}"/>
                </a:ext>
              </a:extLst>
            </p:cNvPr>
            <p:cNvSpPr/>
            <p:nvPr/>
          </p:nvSpPr>
          <p:spPr>
            <a:xfrm>
              <a:off x="7366661" y="1478471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94676 w 174069"/>
                <a:gd name="connsiteY1" fmla="*/ 134373 h 174069"/>
                <a:gd name="connsiteX2" fmla="*/ 94676 w 174069"/>
                <a:gd name="connsiteY2" fmla="*/ 79393 h 174069"/>
                <a:gd name="connsiteX3" fmla="*/ 39697 w 174069"/>
                <a:gd name="connsiteY3" fmla="*/ 79393 h 174069"/>
                <a:gd name="connsiteX4" fmla="*/ 0 w 174069"/>
                <a:gd name="connsiteY4" fmla="*/ 39697 h 174069"/>
                <a:gd name="connsiteX5" fmla="*/ 39697 w 174069"/>
                <a:gd name="connsiteY5" fmla="*/ 0 h 174069"/>
                <a:gd name="connsiteX6" fmla="*/ 134373 w 174069"/>
                <a:gd name="connsiteY6" fmla="*/ 0 h 174069"/>
                <a:gd name="connsiteX7" fmla="*/ 174070 w 174069"/>
                <a:gd name="connsiteY7" fmla="*/ 39697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cubicBezTo>
                    <a:pt x="112451" y="174069"/>
                    <a:pt x="94676" y="156297"/>
                    <a:pt x="94676" y="134373"/>
                  </a:cubicBezTo>
                  <a:lnTo>
                    <a:pt x="94676" y="79393"/>
                  </a:ln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134373" y="0"/>
                  </a:lnTo>
                  <a:cubicBezTo>
                    <a:pt x="156295" y="0"/>
                    <a:pt x="174070" y="17773"/>
                    <a:pt x="174070" y="39697"/>
                  </a:cubicBezTo>
                  <a:lnTo>
                    <a:pt x="174070" y="134373"/>
                  </a:lnTo>
                  <a:cubicBezTo>
                    <a:pt x="174070" y="156297"/>
                    <a:pt x="156295" y="174069"/>
                    <a:pt x="134373" y="1740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702E56A6-792A-FCC3-F358-08F523126483}"/>
                </a:ext>
              </a:extLst>
            </p:cNvPr>
            <p:cNvSpPr/>
            <p:nvPr/>
          </p:nvSpPr>
          <p:spPr>
            <a:xfrm>
              <a:off x="6818451" y="2020577"/>
              <a:ext cx="190791" cy="190940"/>
            </a:xfrm>
            <a:custGeom>
              <a:avLst/>
              <a:gdLst>
                <a:gd name="connsiteX0" fmla="*/ 151095 w 190791"/>
                <a:gd name="connsiteY0" fmla="*/ 190940 h 190940"/>
                <a:gd name="connsiteX1" fmla="*/ 39697 w 190791"/>
                <a:gd name="connsiteY1" fmla="*/ 190940 h 190940"/>
                <a:gd name="connsiteX2" fmla="*/ 0 w 190791"/>
                <a:gd name="connsiteY2" fmla="*/ 151244 h 190940"/>
                <a:gd name="connsiteX3" fmla="*/ 0 w 190791"/>
                <a:gd name="connsiteY3" fmla="*/ 39697 h 190940"/>
                <a:gd name="connsiteX4" fmla="*/ 39697 w 190791"/>
                <a:gd name="connsiteY4" fmla="*/ 0 h 190940"/>
                <a:gd name="connsiteX5" fmla="*/ 79393 w 190791"/>
                <a:gd name="connsiteY5" fmla="*/ 39697 h 190940"/>
                <a:gd name="connsiteX6" fmla="*/ 79393 w 190791"/>
                <a:gd name="connsiteY6" fmla="*/ 111547 h 190940"/>
                <a:gd name="connsiteX7" fmla="*/ 151095 w 190791"/>
                <a:gd name="connsiteY7" fmla="*/ 111547 h 190940"/>
                <a:gd name="connsiteX8" fmla="*/ 190792 w 190791"/>
                <a:gd name="connsiteY8" fmla="*/ 151244 h 190940"/>
                <a:gd name="connsiteX9" fmla="*/ 151095 w 190791"/>
                <a:gd name="connsiteY9" fmla="*/ 190940 h 19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1" h="190940">
                  <a:moveTo>
                    <a:pt x="151095" y="190940"/>
                  </a:moveTo>
                  <a:lnTo>
                    <a:pt x="39697" y="190940"/>
                  </a:lnTo>
                  <a:cubicBezTo>
                    <a:pt x="17773" y="190940"/>
                    <a:pt x="0" y="173166"/>
                    <a:pt x="0" y="151244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11547"/>
                  </a:lnTo>
                  <a:lnTo>
                    <a:pt x="151095" y="111547"/>
                  </a:lnTo>
                  <a:cubicBezTo>
                    <a:pt x="173019" y="111547"/>
                    <a:pt x="190792" y="129321"/>
                    <a:pt x="190792" y="151244"/>
                  </a:cubicBezTo>
                  <a:cubicBezTo>
                    <a:pt x="190792" y="173166"/>
                    <a:pt x="173019" y="190940"/>
                    <a:pt x="151095" y="19094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780C51A-92DB-1EFE-2B55-B34D2DB6BABF}"/>
                </a:ext>
              </a:extLst>
            </p:cNvPr>
            <p:cNvSpPr/>
            <p:nvPr/>
          </p:nvSpPr>
          <p:spPr>
            <a:xfrm>
              <a:off x="7320911" y="2009063"/>
              <a:ext cx="201094" cy="201115"/>
            </a:xfrm>
            <a:custGeom>
              <a:avLst/>
              <a:gdLst>
                <a:gd name="connsiteX0" fmla="*/ 161416 w 201094"/>
                <a:gd name="connsiteY0" fmla="*/ 201115 h 201115"/>
                <a:gd name="connsiteX1" fmla="*/ 133330 w 201094"/>
                <a:gd name="connsiteY1" fmla="*/ 189454 h 201115"/>
                <a:gd name="connsiteX2" fmla="*/ 10916 w 201094"/>
                <a:gd name="connsiteY2" fmla="*/ 67040 h 201115"/>
                <a:gd name="connsiteX3" fmla="*/ 12355 w 201094"/>
                <a:gd name="connsiteY3" fmla="*/ 10919 h 201115"/>
                <a:gd name="connsiteX4" fmla="*/ 67037 w 201094"/>
                <a:gd name="connsiteY4" fmla="*/ 10919 h 201115"/>
                <a:gd name="connsiteX5" fmla="*/ 189452 w 201094"/>
                <a:gd name="connsiteY5" fmla="*/ 133333 h 201115"/>
                <a:gd name="connsiteX6" fmla="*/ 189481 w 201094"/>
                <a:gd name="connsiteY6" fmla="*/ 189474 h 201115"/>
                <a:gd name="connsiteX7" fmla="*/ 161416 w 201094"/>
                <a:gd name="connsiteY7" fmla="*/ 201115 h 20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094" h="201115">
                  <a:moveTo>
                    <a:pt x="161416" y="201115"/>
                  </a:moveTo>
                  <a:cubicBezTo>
                    <a:pt x="150876" y="201110"/>
                    <a:pt x="140774" y="196917"/>
                    <a:pt x="133330" y="189454"/>
                  </a:cubicBezTo>
                  <a:lnTo>
                    <a:pt x="10916" y="67040"/>
                  </a:lnTo>
                  <a:cubicBezTo>
                    <a:pt x="-4184" y="51147"/>
                    <a:pt x="-3538" y="26019"/>
                    <a:pt x="12355" y="10919"/>
                  </a:cubicBezTo>
                  <a:cubicBezTo>
                    <a:pt x="27673" y="-3640"/>
                    <a:pt x="51714" y="-3640"/>
                    <a:pt x="67037" y="10919"/>
                  </a:cubicBezTo>
                  <a:lnTo>
                    <a:pt x="189452" y="133333"/>
                  </a:lnTo>
                  <a:cubicBezTo>
                    <a:pt x="204963" y="148825"/>
                    <a:pt x="204978" y="173963"/>
                    <a:pt x="189481" y="189474"/>
                  </a:cubicBezTo>
                  <a:cubicBezTo>
                    <a:pt x="182043" y="196922"/>
                    <a:pt x="171945" y="201110"/>
                    <a:pt x="161416" y="20111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5290591C-3D37-2F6A-84A9-4AE400601F53}"/>
                </a:ext>
              </a:extLst>
            </p:cNvPr>
            <p:cNvSpPr/>
            <p:nvPr/>
          </p:nvSpPr>
          <p:spPr>
            <a:xfrm>
              <a:off x="7347954" y="2036109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39697 w 174069"/>
                <a:gd name="connsiteY1" fmla="*/ 174069 h 174069"/>
                <a:gd name="connsiteX2" fmla="*/ 0 w 174069"/>
                <a:gd name="connsiteY2" fmla="*/ 134373 h 174069"/>
                <a:gd name="connsiteX3" fmla="*/ 39697 w 174069"/>
                <a:gd name="connsiteY3" fmla="*/ 94676 h 174069"/>
                <a:gd name="connsiteX4" fmla="*/ 94676 w 174069"/>
                <a:gd name="connsiteY4" fmla="*/ 94676 h 174069"/>
                <a:gd name="connsiteX5" fmla="*/ 94676 w 174069"/>
                <a:gd name="connsiteY5" fmla="*/ 39697 h 174069"/>
                <a:gd name="connsiteX6" fmla="*/ 134373 w 174069"/>
                <a:gd name="connsiteY6" fmla="*/ 0 h 174069"/>
                <a:gd name="connsiteX7" fmla="*/ 174070 w 174069"/>
                <a:gd name="connsiteY7" fmla="*/ 39697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lnTo>
                    <a:pt x="39697" y="174069"/>
                  </a:lnTo>
                  <a:cubicBezTo>
                    <a:pt x="17774" y="174069"/>
                    <a:pt x="0" y="156295"/>
                    <a:pt x="0" y="134373"/>
                  </a:cubicBezTo>
                  <a:cubicBezTo>
                    <a:pt x="0" y="112450"/>
                    <a:pt x="17774" y="94676"/>
                    <a:pt x="39697" y="94676"/>
                  </a:cubicBezTo>
                  <a:lnTo>
                    <a:pt x="94676" y="94676"/>
                  </a:lnTo>
                  <a:lnTo>
                    <a:pt x="94676" y="39697"/>
                  </a:lnTo>
                  <a:cubicBezTo>
                    <a:pt x="94676" y="17774"/>
                    <a:pt x="112451" y="0"/>
                    <a:pt x="134373" y="0"/>
                  </a:cubicBezTo>
                  <a:cubicBezTo>
                    <a:pt x="156295" y="0"/>
                    <a:pt x="174070" y="17774"/>
                    <a:pt x="174070" y="39697"/>
                  </a:cubicBezTo>
                  <a:lnTo>
                    <a:pt x="174070" y="134373"/>
                  </a:lnTo>
                  <a:cubicBezTo>
                    <a:pt x="174070" y="156295"/>
                    <a:pt x="156295" y="174069"/>
                    <a:pt x="134373" y="1740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606C4F77-D2D9-4B89-7AE3-F54896085B57}"/>
                </a:ext>
              </a:extLst>
            </p:cNvPr>
            <p:cNvSpPr/>
            <p:nvPr/>
          </p:nvSpPr>
          <p:spPr>
            <a:xfrm>
              <a:off x="6818470" y="2009066"/>
              <a:ext cx="201095" cy="201112"/>
            </a:xfrm>
            <a:custGeom>
              <a:avLst/>
              <a:gdLst>
                <a:gd name="connsiteX0" fmla="*/ 39678 w 201095"/>
                <a:gd name="connsiteY0" fmla="*/ 201112 h 201112"/>
                <a:gd name="connsiteX1" fmla="*/ 0 w 201095"/>
                <a:gd name="connsiteY1" fmla="*/ 161396 h 201112"/>
                <a:gd name="connsiteX2" fmla="*/ 11643 w 201095"/>
                <a:gd name="connsiteY2" fmla="*/ 133330 h 201112"/>
                <a:gd name="connsiteX3" fmla="*/ 134057 w 201095"/>
                <a:gd name="connsiteY3" fmla="*/ 10916 h 201112"/>
                <a:gd name="connsiteX4" fmla="*/ 190178 w 201095"/>
                <a:gd name="connsiteY4" fmla="*/ 12355 h 201112"/>
                <a:gd name="connsiteX5" fmla="*/ 190178 w 201095"/>
                <a:gd name="connsiteY5" fmla="*/ 67037 h 201112"/>
                <a:gd name="connsiteX6" fmla="*/ 67764 w 201095"/>
                <a:gd name="connsiteY6" fmla="*/ 189451 h 201112"/>
                <a:gd name="connsiteX7" fmla="*/ 39678 w 201095"/>
                <a:gd name="connsiteY7" fmla="*/ 201112 h 20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095" h="201112">
                  <a:moveTo>
                    <a:pt x="39678" y="201112"/>
                  </a:moveTo>
                  <a:cubicBezTo>
                    <a:pt x="17754" y="201102"/>
                    <a:pt x="-10" y="183323"/>
                    <a:pt x="0" y="161396"/>
                  </a:cubicBezTo>
                  <a:cubicBezTo>
                    <a:pt x="5" y="150866"/>
                    <a:pt x="4193" y="140773"/>
                    <a:pt x="11643" y="133330"/>
                  </a:cubicBezTo>
                  <a:lnTo>
                    <a:pt x="134057" y="10916"/>
                  </a:lnTo>
                  <a:cubicBezTo>
                    <a:pt x="149951" y="-4184"/>
                    <a:pt x="175077" y="-3538"/>
                    <a:pt x="190178" y="12355"/>
                  </a:cubicBezTo>
                  <a:cubicBezTo>
                    <a:pt x="204735" y="27673"/>
                    <a:pt x="204735" y="51714"/>
                    <a:pt x="190178" y="67037"/>
                  </a:cubicBezTo>
                  <a:lnTo>
                    <a:pt x="67764" y="189451"/>
                  </a:lnTo>
                  <a:cubicBezTo>
                    <a:pt x="60321" y="196914"/>
                    <a:pt x="50217" y="201107"/>
                    <a:pt x="39678" y="20111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3B137AB-C6A2-36FA-72BD-C47A00980692}"/>
                </a:ext>
              </a:extLst>
            </p:cNvPr>
            <p:cNvSpPr/>
            <p:nvPr/>
          </p:nvSpPr>
          <p:spPr>
            <a:xfrm>
              <a:off x="6818451" y="2036109"/>
              <a:ext cx="174069" cy="174069"/>
            </a:xfrm>
            <a:custGeom>
              <a:avLst/>
              <a:gdLst>
                <a:gd name="connsiteX0" fmla="*/ 134373 w 174069"/>
                <a:gd name="connsiteY0" fmla="*/ 174069 h 174069"/>
                <a:gd name="connsiteX1" fmla="*/ 39697 w 174069"/>
                <a:gd name="connsiteY1" fmla="*/ 174069 h 174069"/>
                <a:gd name="connsiteX2" fmla="*/ 0 w 174069"/>
                <a:gd name="connsiteY2" fmla="*/ 134373 h 174069"/>
                <a:gd name="connsiteX3" fmla="*/ 0 w 174069"/>
                <a:gd name="connsiteY3" fmla="*/ 39697 h 174069"/>
                <a:gd name="connsiteX4" fmla="*/ 39697 w 174069"/>
                <a:gd name="connsiteY4" fmla="*/ 0 h 174069"/>
                <a:gd name="connsiteX5" fmla="*/ 79393 w 174069"/>
                <a:gd name="connsiteY5" fmla="*/ 39697 h 174069"/>
                <a:gd name="connsiteX6" fmla="*/ 79393 w 174069"/>
                <a:gd name="connsiteY6" fmla="*/ 94676 h 174069"/>
                <a:gd name="connsiteX7" fmla="*/ 134373 w 174069"/>
                <a:gd name="connsiteY7" fmla="*/ 94676 h 174069"/>
                <a:gd name="connsiteX8" fmla="*/ 174070 w 174069"/>
                <a:gd name="connsiteY8" fmla="*/ 134373 h 174069"/>
                <a:gd name="connsiteX9" fmla="*/ 134373 w 174069"/>
                <a:gd name="connsiteY9" fmla="*/ 174069 h 17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069" h="174069">
                  <a:moveTo>
                    <a:pt x="134373" y="174069"/>
                  </a:moveTo>
                  <a:lnTo>
                    <a:pt x="39697" y="174069"/>
                  </a:lnTo>
                  <a:cubicBezTo>
                    <a:pt x="17773" y="174069"/>
                    <a:pt x="0" y="156295"/>
                    <a:pt x="0" y="13437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94676"/>
                  </a:lnTo>
                  <a:lnTo>
                    <a:pt x="134373" y="94676"/>
                  </a:lnTo>
                  <a:cubicBezTo>
                    <a:pt x="156297" y="94676"/>
                    <a:pt x="174070" y="112450"/>
                    <a:pt x="174070" y="134373"/>
                  </a:cubicBezTo>
                  <a:cubicBezTo>
                    <a:pt x="174070" y="156295"/>
                    <a:pt x="156297" y="174069"/>
                    <a:pt x="134373" y="17406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907F140-E755-B680-1854-501E871B99AC}"/>
                </a:ext>
              </a:extLst>
            </p:cNvPr>
            <p:cNvSpPr/>
            <p:nvPr/>
          </p:nvSpPr>
          <p:spPr>
            <a:xfrm>
              <a:off x="7140688" y="2008321"/>
              <a:ext cx="79393" cy="252519"/>
            </a:xfrm>
            <a:custGeom>
              <a:avLst/>
              <a:gdLst>
                <a:gd name="connsiteX0" fmla="*/ 39697 w 79393"/>
                <a:gd name="connsiteY0" fmla="*/ 252520 h 252519"/>
                <a:gd name="connsiteX1" fmla="*/ 0 w 79393"/>
                <a:gd name="connsiteY1" fmla="*/ 212823 h 252519"/>
                <a:gd name="connsiteX2" fmla="*/ 0 w 79393"/>
                <a:gd name="connsiteY2" fmla="*/ 39697 h 252519"/>
                <a:gd name="connsiteX3" fmla="*/ 39697 w 79393"/>
                <a:gd name="connsiteY3" fmla="*/ 0 h 252519"/>
                <a:gd name="connsiteX4" fmla="*/ 79393 w 79393"/>
                <a:gd name="connsiteY4" fmla="*/ 39697 h 252519"/>
                <a:gd name="connsiteX5" fmla="*/ 79393 w 79393"/>
                <a:gd name="connsiteY5" fmla="*/ 212823 h 252519"/>
                <a:gd name="connsiteX6" fmla="*/ 39697 w 79393"/>
                <a:gd name="connsiteY6" fmla="*/ 252520 h 252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2519">
                  <a:moveTo>
                    <a:pt x="39697" y="252520"/>
                  </a:moveTo>
                  <a:cubicBezTo>
                    <a:pt x="17773" y="252520"/>
                    <a:pt x="0" y="234746"/>
                    <a:pt x="0" y="212823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212823"/>
                  </a:lnTo>
                  <a:cubicBezTo>
                    <a:pt x="79393" y="234746"/>
                    <a:pt x="61621" y="252520"/>
                    <a:pt x="39697" y="2525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000D905-A401-8ADC-3656-18725F7B5A26}"/>
                </a:ext>
              </a:extLst>
            </p:cNvPr>
            <p:cNvSpPr/>
            <p:nvPr/>
          </p:nvSpPr>
          <p:spPr>
            <a:xfrm>
              <a:off x="7073006" y="2113815"/>
              <a:ext cx="214017" cy="147025"/>
            </a:xfrm>
            <a:custGeom>
              <a:avLst/>
              <a:gdLst>
                <a:gd name="connsiteX0" fmla="*/ 107379 w 214017"/>
                <a:gd name="connsiteY0" fmla="*/ 147026 h 147025"/>
                <a:gd name="connsiteX1" fmla="*/ 79293 w 214017"/>
                <a:gd name="connsiteY1" fmla="*/ 135414 h 147025"/>
                <a:gd name="connsiteX2" fmla="*/ 12355 w 214017"/>
                <a:gd name="connsiteY2" fmla="*/ 68476 h 147025"/>
                <a:gd name="connsiteX3" fmla="*/ 10917 w 214017"/>
                <a:gd name="connsiteY3" fmla="*/ 12355 h 147025"/>
                <a:gd name="connsiteX4" fmla="*/ 67038 w 214017"/>
                <a:gd name="connsiteY4" fmla="*/ 10916 h 147025"/>
                <a:gd name="connsiteX5" fmla="*/ 68476 w 214017"/>
                <a:gd name="connsiteY5" fmla="*/ 12355 h 147025"/>
                <a:gd name="connsiteX6" fmla="*/ 107379 w 214017"/>
                <a:gd name="connsiteY6" fmla="*/ 51208 h 147025"/>
                <a:gd name="connsiteX7" fmla="*/ 146232 w 214017"/>
                <a:gd name="connsiteY7" fmla="*/ 12355 h 147025"/>
                <a:gd name="connsiteX8" fmla="*/ 202377 w 214017"/>
                <a:gd name="connsiteY8" fmla="*/ 12330 h 147025"/>
                <a:gd name="connsiteX9" fmla="*/ 202402 w 214017"/>
                <a:gd name="connsiteY9" fmla="*/ 68476 h 147025"/>
                <a:gd name="connsiteX10" fmla="*/ 135414 w 214017"/>
                <a:gd name="connsiteY10" fmla="*/ 135414 h 147025"/>
                <a:gd name="connsiteX11" fmla="*/ 107379 w 214017"/>
                <a:gd name="connsiteY11" fmla="*/ 147026 h 1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017" h="147025">
                  <a:moveTo>
                    <a:pt x="107379" y="147026"/>
                  </a:moveTo>
                  <a:cubicBezTo>
                    <a:pt x="96847" y="147036"/>
                    <a:pt x="86744" y="142857"/>
                    <a:pt x="79293" y="135414"/>
                  </a:cubicBezTo>
                  <a:lnTo>
                    <a:pt x="12355" y="68476"/>
                  </a:lnTo>
                  <a:cubicBezTo>
                    <a:pt x="-3540" y="53376"/>
                    <a:pt x="-4183" y="28249"/>
                    <a:pt x="10917" y="12355"/>
                  </a:cubicBezTo>
                  <a:cubicBezTo>
                    <a:pt x="26018" y="-3538"/>
                    <a:pt x="51144" y="-4184"/>
                    <a:pt x="67038" y="10916"/>
                  </a:cubicBezTo>
                  <a:cubicBezTo>
                    <a:pt x="67530" y="11383"/>
                    <a:pt x="68009" y="11864"/>
                    <a:pt x="68476" y="12355"/>
                  </a:cubicBezTo>
                  <a:lnTo>
                    <a:pt x="107379" y="51208"/>
                  </a:lnTo>
                  <a:lnTo>
                    <a:pt x="146232" y="12355"/>
                  </a:lnTo>
                  <a:cubicBezTo>
                    <a:pt x="161729" y="-3156"/>
                    <a:pt x="186866" y="-3166"/>
                    <a:pt x="202377" y="12330"/>
                  </a:cubicBezTo>
                  <a:cubicBezTo>
                    <a:pt x="217889" y="27827"/>
                    <a:pt x="217899" y="52965"/>
                    <a:pt x="202402" y="68476"/>
                  </a:cubicBezTo>
                  <a:lnTo>
                    <a:pt x="135414" y="135414"/>
                  </a:lnTo>
                  <a:cubicBezTo>
                    <a:pt x="127976" y="142843"/>
                    <a:pt x="117893" y="147021"/>
                    <a:pt x="107379" y="1470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93B6A19-DBC5-0882-7DA8-A191E6AA2509}"/>
                </a:ext>
              </a:extLst>
            </p:cNvPr>
            <p:cNvSpPr/>
            <p:nvPr/>
          </p:nvSpPr>
          <p:spPr>
            <a:xfrm>
              <a:off x="7140887" y="1412922"/>
              <a:ext cx="79393" cy="252767"/>
            </a:xfrm>
            <a:custGeom>
              <a:avLst/>
              <a:gdLst>
                <a:gd name="connsiteX0" fmla="*/ 39697 w 79393"/>
                <a:gd name="connsiteY0" fmla="*/ 252768 h 252767"/>
                <a:gd name="connsiteX1" fmla="*/ 0 w 79393"/>
                <a:gd name="connsiteY1" fmla="*/ 213071 h 252767"/>
                <a:gd name="connsiteX2" fmla="*/ 0 w 79393"/>
                <a:gd name="connsiteY2" fmla="*/ 39697 h 252767"/>
                <a:gd name="connsiteX3" fmla="*/ 39697 w 79393"/>
                <a:gd name="connsiteY3" fmla="*/ 0 h 252767"/>
                <a:gd name="connsiteX4" fmla="*/ 79393 w 79393"/>
                <a:gd name="connsiteY4" fmla="*/ 39697 h 252767"/>
                <a:gd name="connsiteX5" fmla="*/ 79393 w 79393"/>
                <a:gd name="connsiteY5" fmla="*/ 213071 h 252767"/>
                <a:gd name="connsiteX6" fmla="*/ 39697 w 79393"/>
                <a:gd name="connsiteY6" fmla="*/ 252768 h 25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52767">
                  <a:moveTo>
                    <a:pt x="39697" y="252768"/>
                  </a:moveTo>
                  <a:cubicBezTo>
                    <a:pt x="17773" y="252768"/>
                    <a:pt x="0" y="234995"/>
                    <a:pt x="0" y="21307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213071"/>
                  </a:lnTo>
                  <a:cubicBezTo>
                    <a:pt x="79393" y="234995"/>
                    <a:pt x="61621" y="252768"/>
                    <a:pt x="39697" y="2527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F1332B7-E785-CA9A-3BD8-6CEE714F7847}"/>
                </a:ext>
              </a:extLst>
            </p:cNvPr>
            <p:cNvSpPr/>
            <p:nvPr/>
          </p:nvSpPr>
          <p:spPr>
            <a:xfrm>
              <a:off x="7074692" y="1412916"/>
              <a:ext cx="212558" cy="146337"/>
            </a:xfrm>
            <a:custGeom>
              <a:avLst/>
              <a:gdLst>
                <a:gd name="connsiteX0" fmla="*/ 172880 w 212558"/>
                <a:gd name="connsiteY0" fmla="*/ 146338 h 146337"/>
                <a:gd name="connsiteX1" fmla="*/ 144794 w 212558"/>
                <a:gd name="connsiteY1" fmla="*/ 134677 h 146337"/>
                <a:gd name="connsiteX2" fmla="*/ 105892 w 212558"/>
                <a:gd name="connsiteY2" fmla="*/ 95824 h 146337"/>
                <a:gd name="connsiteX3" fmla="*/ 67039 w 212558"/>
                <a:gd name="connsiteY3" fmla="*/ 134677 h 146337"/>
                <a:gd name="connsiteX4" fmla="*/ 10918 w 212558"/>
                <a:gd name="connsiteY4" fmla="*/ 133239 h 146337"/>
                <a:gd name="connsiteX5" fmla="*/ 10918 w 212558"/>
                <a:gd name="connsiteY5" fmla="*/ 78556 h 146337"/>
                <a:gd name="connsiteX6" fmla="*/ 77856 w 212558"/>
                <a:gd name="connsiteY6" fmla="*/ 11618 h 146337"/>
                <a:gd name="connsiteX7" fmla="*/ 133977 w 212558"/>
                <a:gd name="connsiteY7" fmla="*/ 11618 h 146337"/>
                <a:gd name="connsiteX8" fmla="*/ 200915 w 212558"/>
                <a:gd name="connsiteY8" fmla="*/ 78556 h 146337"/>
                <a:gd name="connsiteX9" fmla="*/ 200945 w 212558"/>
                <a:gd name="connsiteY9" fmla="*/ 134695 h 146337"/>
                <a:gd name="connsiteX10" fmla="*/ 172880 w 212558"/>
                <a:gd name="connsiteY10" fmla="*/ 146338 h 146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558" h="146337">
                  <a:moveTo>
                    <a:pt x="172880" y="146338"/>
                  </a:moveTo>
                  <a:cubicBezTo>
                    <a:pt x="162341" y="146333"/>
                    <a:pt x="152237" y="142138"/>
                    <a:pt x="144794" y="134677"/>
                  </a:cubicBezTo>
                  <a:lnTo>
                    <a:pt x="105892" y="95824"/>
                  </a:lnTo>
                  <a:lnTo>
                    <a:pt x="67039" y="134677"/>
                  </a:lnTo>
                  <a:cubicBezTo>
                    <a:pt x="51144" y="149778"/>
                    <a:pt x="26018" y="149134"/>
                    <a:pt x="10918" y="133239"/>
                  </a:cubicBezTo>
                  <a:cubicBezTo>
                    <a:pt x="-3639" y="117918"/>
                    <a:pt x="-3639" y="93878"/>
                    <a:pt x="10918" y="78556"/>
                  </a:cubicBezTo>
                  <a:lnTo>
                    <a:pt x="77856" y="11618"/>
                  </a:lnTo>
                  <a:cubicBezTo>
                    <a:pt x="93356" y="-3873"/>
                    <a:pt x="118476" y="-3873"/>
                    <a:pt x="133977" y="11618"/>
                  </a:cubicBezTo>
                  <a:lnTo>
                    <a:pt x="200915" y="78556"/>
                  </a:lnTo>
                  <a:cubicBezTo>
                    <a:pt x="216427" y="94050"/>
                    <a:pt x="216442" y="119184"/>
                    <a:pt x="200945" y="134695"/>
                  </a:cubicBezTo>
                  <a:cubicBezTo>
                    <a:pt x="193507" y="142145"/>
                    <a:pt x="183409" y="146333"/>
                    <a:pt x="172880" y="14633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BA668AE-3D99-0418-745B-8333421D115E}"/>
                </a:ext>
              </a:extLst>
            </p:cNvPr>
            <p:cNvSpPr/>
            <p:nvPr/>
          </p:nvSpPr>
          <p:spPr>
            <a:xfrm>
              <a:off x="6767788" y="1793364"/>
              <a:ext cx="252519" cy="79393"/>
            </a:xfrm>
            <a:custGeom>
              <a:avLst/>
              <a:gdLst>
                <a:gd name="connsiteX0" fmla="*/ 212823 w 252519"/>
                <a:gd name="connsiteY0" fmla="*/ 79393 h 79393"/>
                <a:gd name="connsiteX1" fmla="*/ 39697 w 252519"/>
                <a:gd name="connsiteY1" fmla="*/ 79393 h 79393"/>
                <a:gd name="connsiteX2" fmla="*/ 0 w 252519"/>
                <a:gd name="connsiteY2" fmla="*/ 39697 h 79393"/>
                <a:gd name="connsiteX3" fmla="*/ 39697 w 252519"/>
                <a:gd name="connsiteY3" fmla="*/ 0 h 79393"/>
                <a:gd name="connsiteX4" fmla="*/ 212823 w 252519"/>
                <a:gd name="connsiteY4" fmla="*/ 0 h 79393"/>
                <a:gd name="connsiteX5" fmla="*/ 252520 w 252519"/>
                <a:gd name="connsiteY5" fmla="*/ 39697 h 79393"/>
                <a:gd name="connsiteX6" fmla="*/ 212823 w 2525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19" h="79393">
                  <a:moveTo>
                    <a:pt x="21282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12823" y="0"/>
                  </a:lnTo>
                  <a:cubicBezTo>
                    <a:pt x="234747" y="0"/>
                    <a:pt x="252520" y="17773"/>
                    <a:pt x="252520" y="39697"/>
                  </a:cubicBezTo>
                  <a:cubicBezTo>
                    <a:pt x="252520" y="61620"/>
                    <a:pt x="234747" y="79393"/>
                    <a:pt x="21282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B9195FD-335E-3A0D-9810-FD1118FE4162}"/>
                </a:ext>
              </a:extLst>
            </p:cNvPr>
            <p:cNvSpPr/>
            <p:nvPr/>
          </p:nvSpPr>
          <p:spPr>
            <a:xfrm>
              <a:off x="6767782" y="1727120"/>
              <a:ext cx="146319" cy="212575"/>
            </a:xfrm>
            <a:custGeom>
              <a:avLst/>
              <a:gdLst>
                <a:gd name="connsiteX0" fmla="*/ 106641 w 146319"/>
                <a:gd name="connsiteY0" fmla="*/ 212576 h 212575"/>
                <a:gd name="connsiteX1" fmla="*/ 78556 w 146319"/>
                <a:gd name="connsiteY1" fmla="*/ 200915 h 212575"/>
                <a:gd name="connsiteX2" fmla="*/ 11618 w 146319"/>
                <a:gd name="connsiteY2" fmla="*/ 133977 h 212575"/>
                <a:gd name="connsiteX3" fmla="*/ 11618 w 146319"/>
                <a:gd name="connsiteY3" fmla="*/ 77856 h 212575"/>
                <a:gd name="connsiteX4" fmla="*/ 78556 w 146319"/>
                <a:gd name="connsiteY4" fmla="*/ 10918 h 212575"/>
                <a:gd name="connsiteX5" fmla="*/ 134677 w 146319"/>
                <a:gd name="connsiteY5" fmla="*/ 12355 h 212575"/>
                <a:gd name="connsiteX6" fmla="*/ 134677 w 146319"/>
                <a:gd name="connsiteY6" fmla="*/ 67039 h 212575"/>
                <a:gd name="connsiteX7" fmla="*/ 95824 w 146319"/>
                <a:gd name="connsiteY7" fmla="*/ 105941 h 212575"/>
                <a:gd name="connsiteX8" fmla="*/ 134677 w 146319"/>
                <a:gd name="connsiteY8" fmla="*/ 144794 h 212575"/>
                <a:gd name="connsiteX9" fmla="*/ 134708 w 146319"/>
                <a:gd name="connsiteY9" fmla="*/ 200935 h 212575"/>
                <a:gd name="connsiteX10" fmla="*/ 106641 w 146319"/>
                <a:gd name="connsiteY10" fmla="*/ 212576 h 2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319" h="212575">
                  <a:moveTo>
                    <a:pt x="106641" y="212576"/>
                  </a:moveTo>
                  <a:cubicBezTo>
                    <a:pt x="96103" y="212571"/>
                    <a:pt x="85999" y="208378"/>
                    <a:pt x="78556" y="200915"/>
                  </a:cubicBezTo>
                  <a:lnTo>
                    <a:pt x="11618" y="133977"/>
                  </a:lnTo>
                  <a:cubicBezTo>
                    <a:pt x="-3873" y="118476"/>
                    <a:pt x="-3873" y="93356"/>
                    <a:pt x="11618" y="77856"/>
                  </a:cubicBezTo>
                  <a:lnTo>
                    <a:pt x="78556" y="10918"/>
                  </a:lnTo>
                  <a:cubicBezTo>
                    <a:pt x="94451" y="-4183"/>
                    <a:pt x="119577" y="-3540"/>
                    <a:pt x="134677" y="12355"/>
                  </a:cubicBezTo>
                  <a:cubicBezTo>
                    <a:pt x="149234" y="27676"/>
                    <a:pt x="149234" y="51717"/>
                    <a:pt x="134677" y="67039"/>
                  </a:cubicBezTo>
                  <a:lnTo>
                    <a:pt x="95824" y="105941"/>
                  </a:lnTo>
                  <a:lnTo>
                    <a:pt x="134677" y="144794"/>
                  </a:lnTo>
                  <a:cubicBezTo>
                    <a:pt x="150188" y="160288"/>
                    <a:pt x="150202" y="185424"/>
                    <a:pt x="134708" y="200935"/>
                  </a:cubicBezTo>
                  <a:cubicBezTo>
                    <a:pt x="127267" y="208383"/>
                    <a:pt x="117171" y="212571"/>
                    <a:pt x="106641" y="21257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292EFFCA-2AAC-BFD5-9A71-2DD58DEFCCF3}"/>
                </a:ext>
              </a:extLst>
            </p:cNvPr>
            <p:cNvSpPr/>
            <p:nvPr/>
          </p:nvSpPr>
          <p:spPr>
            <a:xfrm>
              <a:off x="7338874" y="1793364"/>
              <a:ext cx="252519" cy="79393"/>
            </a:xfrm>
            <a:custGeom>
              <a:avLst/>
              <a:gdLst>
                <a:gd name="connsiteX0" fmla="*/ 212823 w 252519"/>
                <a:gd name="connsiteY0" fmla="*/ 79393 h 79393"/>
                <a:gd name="connsiteX1" fmla="*/ 39697 w 252519"/>
                <a:gd name="connsiteY1" fmla="*/ 79393 h 79393"/>
                <a:gd name="connsiteX2" fmla="*/ 0 w 252519"/>
                <a:gd name="connsiteY2" fmla="*/ 39697 h 79393"/>
                <a:gd name="connsiteX3" fmla="*/ 39697 w 252519"/>
                <a:gd name="connsiteY3" fmla="*/ 0 h 79393"/>
                <a:gd name="connsiteX4" fmla="*/ 212823 w 252519"/>
                <a:gd name="connsiteY4" fmla="*/ 0 h 79393"/>
                <a:gd name="connsiteX5" fmla="*/ 252520 w 252519"/>
                <a:gd name="connsiteY5" fmla="*/ 39697 h 79393"/>
                <a:gd name="connsiteX6" fmla="*/ 212823 w 25251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19" h="79393">
                  <a:moveTo>
                    <a:pt x="212823" y="79393"/>
                  </a:moveTo>
                  <a:lnTo>
                    <a:pt x="39697" y="79393"/>
                  </a:lnTo>
                  <a:cubicBezTo>
                    <a:pt x="17774" y="79393"/>
                    <a:pt x="0" y="61620"/>
                    <a:pt x="0" y="39697"/>
                  </a:cubicBezTo>
                  <a:cubicBezTo>
                    <a:pt x="0" y="17773"/>
                    <a:pt x="17774" y="0"/>
                    <a:pt x="39697" y="0"/>
                  </a:cubicBezTo>
                  <a:lnTo>
                    <a:pt x="212823" y="0"/>
                  </a:lnTo>
                  <a:cubicBezTo>
                    <a:pt x="234746" y="0"/>
                    <a:pt x="252520" y="17773"/>
                    <a:pt x="252520" y="39697"/>
                  </a:cubicBezTo>
                  <a:cubicBezTo>
                    <a:pt x="252520" y="61620"/>
                    <a:pt x="234746" y="79393"/>
                    <a:pt x="21282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760693B-BC4E-4B3B-B8A1-4A9780E500F1}"/>
                </a:ext>
              </a:extLst>
            </p:cNvPr>
            <p:cNvSpPr/>
            <p:nvPr/>
          </p:nvSpPr>
          <p:spPr>
            <a:xfrm>
              <a:off x="7445082" y="1727120"/>
              <a:ext cx="146319" cy="212576"/>
            </a:xfrm>
            <a:custGeom>
              <a:avLst/>
              <a:gdLst>
                <a:gd name="connsiteX0" fmla="*/ 39677 w 146319"/>
                <a:gd name="connsiteY0" fmla="*/ 212576 h 212576"/>
                <a:gd name="connsiteX1" fmla="*/ 0 w 146319"/>
                <a:gd name="connsiteY1" fmla="*/ 172860 h 212576"/>
                <a:gd name="connsiteX2" fmla="*/ 11641 w 146319"/>
                <a:gd name="connsiteY2" fmla="*/ 144794 h 212576"/>
                <a:gd name="connsiteX3" fmla="*/ 50494 w 146319"/>
                <a:gd name="connsiteY3" fmla="*/ 105941 h 212576"/>
                <a:gd name="connsiteX4" fmla="*/ 11641 w 146319"/>
                <a:gd name="connsiteY4" fmla="*/ 67039 h 212576"/>
                <a:gd name="connsiteX5" fmla="*/ 13080 w 146319"/>
                <a:gd name="connsiteY5" fmla="*/ 10918 h 212576"/>
                <a:gd name="connsiteX6" fmla="*/ 67762 w 146319"/>
                <a:gd name="connsiteY6" fmla="*/ 10918 h 212576"/>
                <a:gd name="connsiteX7" fmla="*/ 134700 w 146319"/>
                <a:gd name="connsiteY7" fmla="*/ 77856 h 212576"/>
                <a:gd name="connsiteX8" fmla="*/ 134700 w 146319"/>
                <a:gd name="connsiteY8" fmla="*/ 133977 h 212576"/>
                <a:gd name="connsiteX9" fmla="*/ 67762 w 146319"/>
                <a:gd name="connsiteY9" fmla="*/ 200915 h 212576"/>
                <a:gd name="connsiteX10" fmla="*/ 39677 w 146319"/>
                <a:gd name="connsiteY10" fmla="*/ 212576 h 212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319" h="212576">
                  <a:moveTo>
                    <a:pt x="39677" y="212576"/>
                  </a:moveTo>
                  <a:cubicBezTo>
                    <a:pt x="17754" y="212566"/>
                    <a:pt x="-10" y="194787"/>
                    <a:pt x="0" y="172860"/>
                  </a:cubicBezTo>
                  <a:cubicBezTo>
                    <a:pt x="5" y="162332"/>
                    <a:pt x="4193" y="152235"/>
                    <a:pt x="11641" y="144794"/>
                  </a:cubicBezTo>
                  <a:lnTo>
                    <a:pt x="50494" y="105941"/>
                  </a:lnTo>
                  <a:lnTo>
                    <a:pt x="11641" y="67039"/>
                  </a:lnTo>
                  <a:cubicBezTo>
                    <a:pt x="-3459" y="51144"/>
                    <a:pt x="-2813" y="26018"/>
                    <a:pt x="13080" y="10918"/>
                  </a:cubicBezTo>
                  <a:cubicBezTo>
                    <a:pt x="28398" y="-3639"/>
                    <a:pt x="52439" y="-3639"/>
                    <a:pt x="67762" y="10918"/>
                  </a:cubicBezTo>
                  <a:lnTo>
                    <a:pt x="134700" y="77856"/>
                  </a:lnTo>
                  <a:cubicBezTo>
                    <a:pt x="150192" y="93356"/>
                    <a:pt x="150192" y="118476"/>
                    <a:pt x="134700" y="133977"/>
                  </a:cubicBezTo>
                  <a:lnTo>
                    <a:pt x="67762" y="200915"/>
                  </a:lnTo>
                  <a:cubicBezTo>
                    <a:pt x="60319" y="208378"/>
                    <a:pt x="50216" y="212571"/>
                    <a:pt x="39677" y="21257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E400DE6-36EF-FDF8-96B7-E6195C2C21F5}"/>
                </a:ext>
              </a:extLst>
            </p:cNvPr>
            <p:cNvSpPr/>
            <p:nvPr/>
          </p:nvSpPr>
          <p:spPr>
            <a:xfrm>
              <a:off x="6818451" y="2018841"/>
              <a:ext cx="190791" cy="190741"/>
            </a:xfrm>
            <a:custGeom>
              <a:avLst/>
              <a:gdLst>
                <a:gd name="connsiteX0" fmla="*/ 151095 w 190791"/>
                <a:gd name="connsiteY0" fmla="*/ 190742 h 190741"/>
                <a:gd name="connsiteX1" fmla="*/ 39697 w 190791"/>
                <a:gd name="connsiteY1" fmla="*/ 190742 h 190741"/>
                <a:gd name="connsiteX2" fmla="*/ 0 w 190791"/>
                <a:gd name="connsiteY2" fmla="*/ 151045 h 190741"/>
                <a:gd name="connsiteX3" fmla="*/ 0 w 190791"/>
                <a:gd name="connsiteY3" fmla="*/ 39697 h 190741"/>
                <a:gd name="connsiteX4" fmla="*/ 39697 w 190791"/>
                <a:gd name="connsiteY4" fmla="*/ 0 h 190741"/>
                <a:gd name="connsiteX5" fmla="*/ 79393 w 190791"/>
                <a:gd name="connsiteY5" fmla="*/ 39697 h 190741"/>
                <a:gd name="connsiteX6" fmla="*/ 79393 w 190791"/>
                <a:gd name="connsiteY6" fmla="*/ 111349 h 190741"/>
                <a:gd name="connsiteX7" fmla="*/ 151095 w 190791"/>
                <a:gd name="connsiteY7" fmla="*/ 111349 h 190741"/>
                <a:gd name="connsiteX8" fmla="*/ 190792 w 190791"/>
                <a:gd name="connsiteY8" fmla="*/ 151045 h 190741"/>
                <a:gd name="connsiteX9" fmla="*/ 151095 w 190791"/>
                <a:gd name="connsiteY9" fmla="*/ 190742 h 19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1" h="190741">
                  <a:moveTo>
                    <a:pt x="151095" y="190742"/>
                  </a:moveTo>
                  <a:lnTo>
                    <a:pt x="39697" y="190742"/>
                  </a:lnTo>
                  <a:cubicBezTo>
                    <a:pt x="17773" y="190742"/>
                    <a:pt x="0" y="172968"/>
                    <a:pt x="0" y="151045"/>
                  </a:cubicBezTo>
                  <a:lnTo>
                    <a:pt x="0" y="39697"/>
                  </a:lnTo>
                  <a:cubicBezTo>
                    <a:pt x="0" y="17774"/>
                    <a:pt x="17773" y="0"/>
                    <a:pt x="39697" y="0"/>
                  </a:cubicBezTo>
                  <a:cubicBezTo>
                    <a:pt x="61621" y="0"/>
                    <a:pt x="79393" y="17774"/>
                    <a:pt x="79393" y="39697"/>
                  </a:cubicBezTo>
                  <a:lnTo>
                    <a:pt x="79393" y="111349"/>
                  </a:lnTo>
                  <a:lnTo>
                    <a:pt x="151095" y="111349"/>
                  </a:lnTo>
                  <a:cubicBezTo>
                    <a:pt x="173019" y="111349"/>
                    <a:pt x="190792" y="129123"/>
                    <a:pt x="190792" y="151045"/>
                  </a:cubicBezTo>
                  <a:cubicBezTo>
                    <a:pt x="190792" y="172968"/>
                    <a:pt x="173019" y="190742"/>
                    <a:pt x="151095" y="1907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6F22750B-5E4D-E5FE-9EAF-1E8F205EC838}"/>
                </a:ext>
              </a:extLst>
            </p:cNvPr>
            <p:cNvSpPr/>
            <p:nvPr/>
          </p:nvSpPr>
          <p:spPr>
            <a:xfrm>
              <a:off x="7069383" y="1746288"/>
              <a:ext cx="218333" cy="218331"/>
            </a:xfrm>
            <a:custGeom>
              <a:avLst/>
              <a:gdLst>
                <a:gd name="connsiteX0" fmla="*/ 110903 w 218333"/>
                <a:gd name="connsiteY0" fmla="*/ 218317 h 218331"/>
                <a:gd name="connsiteX1" fmla="*/ 14 w 218333"/>
                <a:gd name="connsiteY1" fmla="*/ 110902 h 218331"/>
                <a:gd name="connsiteX2" fmla="*/ 107430 w 218333"/>
                <a:gd name="connsiteY2" fmla="*/ 14 h 218331"/>
                <a:gd name="connsiteX3" fmla="*/ 218317 w 218333"/>
                <a:gd name="connsiteY3" fmla="*/ 107429 h 218331"/>
                <a:gd name="connsiteX4" fmla="*/ 218331 w 218333"/>
                <a:gd name="connsiteY4" fmla="*/ 109400 h 218331"/>
                <a:gd name="connsiteX5" fmla="*/ 110903 w 218333"/>
                <a:gd name="connsiteY5" fmla="*/ 218317 h 218331"/>
                <a:gd name="connsiteX6" fmla="*/ 110903 w 218333"/>
                <a:gd name="connsiteY6" fmla="*/ 79826 h 218331"/>
                <a:gd name="connsiteX7" fmla="*/ 79444 w 218333"/>
                <a:gd name="connsiteY7" fmla="*/ 107811 h 218331"/>
                <a:gd name="connsiteX8" fmla="*/ 107429 w 218333"/>
                <a:gd name="connsiteY8" fmla="*/ 139270 h 218331"/>
                <a:gd name="connsiteX9" fmla="*/ 138888 w 218333"/>
                <a:gd name="connsiteY9" fmla="*/ 111285 h 218331"/>
                <a:gd name="connsiteX10" fmla="*/ 138938 w 218333"/>
                <a:gd name="connsiteY10" fmla="*/ 109598 h 218331"/>
                <a:gd name="connsiteX11" fmla="*/ 111078 w 218333"/>
                <a:gd name="connsiteY11" fmla="*/ 79831 h 218331"/>
                <a:gd name="connsiteX12" fmla="*/ 110903 w 218333"/>
                <a:gd name="connsiteY12" fmla="*/ 79826 h 21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333" h="218331">
                  <a:moveTo>
                    <a:pt x="110903" y="218317"/>
                  </a:moveTo>
                  <a:cubicBezTo>
                    <a:pt x="50620" y="219275"/>
                    <a:pt x="973" y="171183"/>
                    <a:pt x="14" y="110902"/>
                  </a:cubicBezTo>
                  <a:cubicBezTo>
                    <a:pt x="-945" y="50619"/>
                    <a:pt x="47147" y="973"/>
                    <a:pt x="107430" y="14"/>
                  </a:cubicBezTo>
                  <a:cubicBezTo>
                    <a:pt x="167712" y="-945"/>
                    <a:pt x="217359" y="47146"/>
                    <a:pt x="218317" y="107429"/>
                  </a:cubicBezTo>
                  <a:cubicBezTo>
                    <a:pt x="218327" y="108086"/>
                    <a:pt x="218331" y="108743"/>
                    <a:pt x="218331" y="109400"/>
                  </a:cubicBezTo>
                  <a:cubicBezTo>
                    <a:pt x="218664" y="169109"/>
                    <a:pt x="170611" y="217826"/>
                    <a:pt x="110903" y="218317"/>
                  </a:cubicBezTo>
                  <a:close/>
                  <a:moveTo>
                    <a:pt x="110903" y="79826"/>
                  </a:moveTo>
                  <a:cubicBezTo>
                    <a:pt x="94488" y="78867"/>
                    <a:pt x="80403" y="91396"/>
                    <a:pt x="79444" y="107811"/>
                  </a:cubicBezTo>
                  <a:cubicBezTo>
                    <a:pt x="78485" y="124226"/>
                    <a:pt x="91015" y="138310"/>
                    <a:pt x="107429" y="139270"/>
                  </a:cubicBezTo>
                  <a:cubicBezTo>
                    <a:pt x="123844" y="140229"/>
                    <a:pt x="137929" y="127699"/>
                    <a:pt x="138888" y="111285"/>
                  </a:cubicBezTo>
                  <a:cubicBezTo>
                    <a:pt x="138920" y="110723"/>
                    <a:pt x="138937" y="110161"/>
                    <a:pt x="138938" y="109598"/>
                  </a:cubicBezTo>
                  <a:cubicBezTo>
                    <a:pt x="139465" y="93685"/>
                    <a:pt x="126991" y="80358"/>
                    <a:pt x="111078" y="79831"/>
                  </a:cubicBezTo>
                  <a:cubicBezTo>
                    <a:pt x="111019" y="79830"/>
                    <a:pt x="110961" y="79827"/>
                    <a:pt x="110903" y="7982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9827395E-A6FC-BD21-E982-0C80E9269ADB}"/>
              </a:ext>
            </a:extLst>
          </p:cNvPr>
          <p:cNvGrpSpPr/>
          <p:nvPr/>
        </p:nvGrpSpPr>
        <p:grpSpPr>
          <a:xfrm>
            <a:off x="8088522" y="1442397"/>
            <a:ext cx="817154" cy="788968"/>
            <a:chOff x="8088522" y="1442397"/>
            <a:chExt cx="817154" cy="788968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A38A190F-1647-CCAF-9CE9-BEBB486C22DD}"/>
                </a:ext>
              </a:extLst>
            </p:cNvPr>
            <p:cNvSpPr/>
            <p:nvPr/>
          </p:nvSpPr>
          <p:spPr>
            <a:xfrm>
              <a:off x="8088621" y="1442397"/>
              <a:ext cx="746593" cy="746692"/>
            </a:xfrm>
            <a:custGeom>
              <a:avLst/>
              <a:gdLst>
                <a:gd name="connsiteX0" fmla="*/ 451549 w 746593"/>
                <a:gd name="connsiteY0" fmla="*/ 746692 h 746692"/>
                <a:gd name="connsiteX1" fmla="*/ 39697 w 746593"/>
                <a:gd name="connsiteY1" fmla="*/ 746692 h 746692"/>
                <a:gd name="connsiteX2" fmla="*/ 0 w 746593"/>
                <a:gd name="connsiteY2" fmla="*/ 706996 h 746692"/>
                <a:gd name="connsiteX3" fmla="*/ 0 w 746593"/>
                <a:gd name="connsiteY3" fmla="*/ 39697 h 746692"/>
                <a:gd name="connsiteX4" fmla="*/ 39697 w 746593"/>
                <a:gd name="connsiteY4" fmla="*/ 0 h 746692"/>
                <a:gd name="connsiteX5" fmla="*/ 706897 w 746593"/>
                <a:gd name="connsiteY5" fmla="*/ 0 h 746692"/>
                <a:gd name="connsiteX6" fmla="*/ 746594 w 746593"/>
                <a:gd name="connsiteY6" fmla="*/ 39697 h 746692"/>
                <a:gd name="connsiteX7" fmla="*/ 746594 w 746593"/>
                <a:gd name="connsiteY7" fmla="*/ 393839 h 746692"/>
                <a:gd name="connsiteX8" fmla="*/ 706897 w 746593"/>
                <a:gd name="connsiteY8" fmla="*/ 433536 h 746692"/>
                <a:gd name="connsiteX9" fmla="*/ 667201 w 746593"/>
                <a:gd name="connsiteY9" fmla="*/ 393839 h 746692"/>
                <a:gd name="connsiteX10" fmla="*/ 667201 w 746593"/>
                <a:gd name="connsiteY10" fmla="*/ 79393 h 746692"/>
                <a:gd name="connsiteX11" fmla="*/ 79294 w 746593"/>
                <a:gd name="connsiteY11" fmla="*/ 79393 h 746692"/>
                <a:gd name="connsiteX12" fmla="*/ 79294 w 746593"/>
                <a:gd name="connsiteY12" fmla="*/ 667299 h 746692"/>
                <a:gd name="connsiteX13" fmla="*/ 451450 w 746593"/>
                <a:gd name="connsiteY13" fmla="*/ 667299 h 746692"/>
                <a:gd name="connsiteX14" fmla="*/ 491146 w 746593"/>
                <a:gd name="connsiteY14" fmla="*/ 706996 h 746692"/>
                <a:gd name="connsiteX15" fmla="*/ 451450 w 746593"/>
                <a:gd name="connsiteY15" fmla="*/ 746692 h 74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6593" h="746692">
                  <a:moveTo>
                    <a:pt x="451549" y="746692"/>
                  </a:moveTo>
                  <a:lnTo>
                    <a:pt x="39697" y="746692"/>
                  </a:lnTo>
                  <a:cubicBezTo>
                    <a:pt x="17773" y="746692"/>
                    <a:pt x="0" y="728918"/>
                    <a:pt x="0" y="70699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06897" y="0"/>
                  </a:lnTo>
                  <a:cubicBezTo>
                    <a:pt x="728820" y="0"/>
                    <a:pt x="746594" y="17773"/>
                    <a:pt x="746594" y="39697"/>
                  </a:cubicBezTo>
                  <a:lnTo>
                    <a:pt x="746594" y="393839"/>
                  </a:lnTo>
                  <a:cubicBezTo>
                    <a:pt x="746594" y="415763"/>
                    <a:pt x="728820" y="433536"/>
                    <a:pt x="706897" y="433536"/>
                  </a:cubicBezTo>
                  <a:cubicBezTo>
                    <a:pt x="684975" y="433536"/>
                    <a:pt x="667201" y="415763"/>
                    <a:pt x="667201" y="393839"/>
                  </a:cubicBezTo>
                  <a:lnTo>
                    <a:pt x="667201" y="79393"/>
                  </a:lnTo>
                  <a:lnTo>
                    <a:pt x="79294" y="79393"/>
                  </a:lnTo>
                  <a:lnTo>
                    <a:pt x="79294" y="667299"/>
                  </a:lnTo>
                  <a:lnTo>
                    <a:pt x="451450" y="667299"/>
                  </a:lnTo>
                  <a:cubicBezTo>
                    <a:pt x="473372" y="667299"/>
                    <a:pt x="491146" y="685073"/>
                    <a:pt x="491146" y="706996"/>
                  </a:cubicBezTo>
                  <a:cubicBezTo>
                    <a:pt x="491146" y="728918"/>
                    <a:pt x="473372" y="746692"/>
                    <a:pt x="451450" y="7466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2A0D0DCB-44E3-5686-A233-F916CE5C792A}"/>
                </a:ext>
              </a:extLst>
            </p:cNvPr>
            <p:cNvSpPr/>
            <p:nvPr/>
          </p:nvSpPr>
          <p:spPr>
            <a:xfrm>
              <a:off x="8422172" y="1747862"/>
              <a:ext cx="483504" cy="483503"/>
            </a:xfrm>
            <a:custGeom>
              <a:avLst/>
              <a:gdLst>
                <a:gd name="connsiteX0" fmla="*/ 241752 w 483504"/>
                <a:gd name="connsiteY0" fmla="*/ 483504 h 483503"/>
                <a:gd name="connsiteX1" fmla="*/ 0 w 483504"/>
                <a:gd name="connsiteY1" fmla="*/ 241752 h 483503"/>
                <a:gd name="connsiteX2" fmla="*/ 241752 w 483504"/>
                <a:gd name="connsiteY2" fmla="*/ 0 h 483503"/>
                <a:gd name="connsiteX3" fmla="*/ 483505 w 483504"/>
                <a:gd name="connsiteY3" fmla="*/ 241752 h 483503"/>
                <a:gd name="connsiteX4" fmla="*/ 241752 w 483504"/>
                <a:gd name="connsiteY4" fmla="*/ 483504 h 483503"/>
                <a:gd name="connsiteX5" fmla="*/ 241752 w 483504"/>
                <a:gd name="connsiteY5" fmla="*/ 79393 h 483503"/>
                <a:gd name="connsiteX6" fmla="*/ 79393 w 483504"/>
                <a:gd name="connsiteY6" fmla="*/ 241752 h 483503"/>
                <a:gd name="connsiteX7" fmla="*/ 241752 w 483504"/>
                <a:gd name="connsiteY7" fmla="*/ 404111 h 483503"/>
                <a:gd name="connsiteX8" fmla="*/ 404111 w 483504"/>
                <a:gd name="connsiteY8" fmla="*/ 241752 h 483503"/>
                <a:gd name="connsiteX9" fmla="*/ 241752 w 483504"/>
                <a:gd name="connsiteY9" fmla="*/ 79393 h 48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3504" h="483503">
                  <a:moveTo>
                    <a:pt x="241752" y="483504"/>
                  </a:moveTo>
                  <a:cubicBezTo>
                    <a:pt x="108236" y="483504"/>
                    <a:pt x="0" y="375266"/>
                    <a:pt x="0" y="241752"/>
                  </a:cubicBezTo>
                  <a:cubicBezTo>
                    <a:pt x="0" y="108236"/>
                    <a:pt x="108236" y="0"/>
                    <a:pt x="241752" y="0"/>
                  </a:cubicBezTo>
                  <a:cubicBezTo>
                    <a:pt x="375267" y="0"/>
                    <a:pt x="483505" y="108236"/>
                    <a:pt x="483505" y="241752"/>
                  </a:cubicBezTo>
                  <a:cubicBezTo>
                    <a:pt x="483366" y="375212"/>
                    <a:pt x="375212" y="483365"/>
                    <a:pt x="241752" y="483504"/>
                  </a:cubicBezTo>
                  <a:close/>
                  <a:moveTo>
                    <a:pt x="241752" y="79393"/>
                  </a:moveTo>
                  <a:cubicBezTo>
                    <a:pt x="152083" y="79393"/>
                    <a:pt x="79393" y="152082"/>
                    <a:pt x="79393" y="241752"/>
                  </a:cubicBezTo>
                  <a:cubicBezTo>
                    <a:pt x="79393" y="331422"/>
                    <a:pt x="152083" y="404111"/>
                    <a:pt x="241752" y="404111"/>
                  </a:cubicBezTo>
                  <a:cubicBezTo>
                    <a:pt x="331422" y="404111"/>
                    <a:pt x="404111" y="331422"/>
                    <a:pt x="404111" y="241752"/>
                  </a:cubicBezTo>
                  <a:cubicBezTo>
                    <a:pt x="404002" y="152127"/>
                    <a:pt x="331377" y="79502"/>
                    <a:pt x="24175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5D10732-6349-BA39-9360-A40343DD5608}"/>
                </a:ext>
              </a:extLst>
            </p:cNvPr>
            <p:cNvSpPr/>
            <p:nvPr/>
          </p:nvSpPr>
          <p:spPr>
            <a:xfrm>
              <a:off x="8422172" y="1451775"/>
              <a:ext cx="79393" cy="577535"/>
            </a:xfrm>
            <a:custGeom>
              <a:avLst/>
              <a:gdLst>
                <a:gd name="connsiteX0" fmla="*/ 39697 w 79393"/>
                <a:gd name="connsiteY0" fmla="*/ 577535 h 577535"/>
                <a:gd name="connsiteX1" fmla="*/ 0 w 79393"/>
                <a:gd name="connsiteY1" fmla="*/ 537839 h 577535"/>
                <a:gd name="connsiteX2" fmla="*/ 0 w 79393"/>
                <a:gd name="connsiteY2" fmla="*/ 39697 h 577535"/>
                <a:gd name="connsiteX3" fmla="*/ 39697 w 79393"/>
                <a:gd name="connsiteY3" fmla="*/ 0 h 577535"/>
                <a:gd name="connsiteX4" fmla="*/ 79393 w 79393"/>
                <a:gd name="connsiteY4" fmla="*/ 39697 h 577535"/>
                <a:gd name="connsiteX5" fmla="*/ 79393 w 79393"/>
                <a:gd name="connsiteY5" fmla="*/ 537839 h 577535"/>
                <a:gd name="connsiteX6" fmla="*/ 39697 w 79393"/>
                <a:gd name="connsiteY6" fmla="*/ 577535 h 577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77535">
                  <a:moveTo>
                    <a:pt x="39697" y="577535"/>
                  </a:moveTo>
                  <a:cubicBezTo>
                    <a:pt x="17773" y="577535"/>
                    <a:pt x="0" y="559761"/>
                    <a:pt x="0" y="53783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37839"/>
                  </a:lnTo>
                  <a:cubicBezTo>
                    <a:pt x="79393" y="559761"/>
                    <a:pt x="61621" y="577535"/>
                    <a:pt x="39697" y="57753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C64C3F8-32D6-CA59-C75E-94D82863AD1A}"/>
                </a:ext>
              </a:extLst>
            </p:cNvPr>
            <p:cNvSpPr/>
            <p:nvPr/>
          </p:nvSpPr>
          <p:spPr>
            <a:xfrm>
              <a:off x="8088522" y="1776047"/>
              <a:ext cx="497596" cy="79393"/>
            </a:xfrm>
            <a:custGeom>
              <a:avLst/>
              <a:gdLst>
                <a:gd name="connsiteX0" fmla="*/ 457900 w 497596"/>
                <a:gd name="connsiteY0" fmla="*/ 79393 h 79393"/>
                <a:gd name="connsiteX1" fmla="*/ 39697 w 497596"/>
                <a:gd name="connsiteY1" fmla="*/ 79393 h 79393"/>
                <a:gd name="connsiteX2" fmla="*/ 0 w 497596"/>
                <a:gd name="connsiteY2" fmla="*/ 39697 h 79393"/>
                <a:gd name="connsiteX3" fmla="*/ 39697 w 497596"/>
                <a:gd name="connsiteY3" fmla="*/ 0 h 79393"/>
                <a:gd name="connsiteX4" fmla="*/ 457900 w 497596"/>
                <a:gd name="connsiteY4" fmla="*/ 0 h 79393"/>
                <a:gd name="connsiteX5" fmla="*/ 497597 w 497596"/>
                <a:gd name="connsiteY5" fmla="*/ 39697 h 79393"/>
                <a:gd name="connsiteX6" fmla="*/ 457900 w 49759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596" h="79393">
                  <a:moveTo>
                    <a:pt x="45790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57900" y="0"/>
                  </a:lnTo>
                  <a:cubicBezTo>
                    <a:pt x="479823" y="0"/>
                    <a:pt x="497597" y="17773"/>
                    <a:pt x="497597" y="39697"/>
                  </a:cubicBezTo>
                  <a:cubicBezTo>
                    <a:pt x="497597" y="61620"/>
                    <a:pt x="479823" y="79393"/>
                    <a:pt x="45790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3A8DCCDC-CD40-40F1-ED68-6BECA954EE90}"/>
                </a:ext>
              </a:extLst>
            </p:cNvPr>
            <p:cNvSpPr/>
            <p:nvPr/>
          </p:nvSpPr>
          <p:spPr>
            <a:xfrm>
              <a:off x="8218322" y="1913092"/>
              <a:ext cx="155699" cy="155617"/>
            </a:xfrm>
            <a:custGeom>
              <a:avLst/>
              <a:gdLst>
                <a:gd name="connsiteX0" fmla="*/ 115872 w 155699"/>
                <a:gd name="connsiteY0" fmla="*/ 155617 h 155617"/>
                <a:gd name="connsiteX1" fmla="*/ 87737 w 155699"/>
                <a:gd name="connsiteY1" fmla="*/ 144006 h 155617"/>
                <a:gd name="connsiteX2" fmla="*/ 11619 w 155699"/>
                <a:gd name="connsiteY2" fmla="*/ 67838 h 155617"/>
                <a:gd name="connsiteX3" fmla="*/ 11668 w 155699"/>
                <a:gd name="connsiteY3" fmla="*/ 11618 h 155617"/>
                <a:gd name="connsiteX4" fmla="*/ 67889 w 155699"/>
                <a:gd name="connsiteY4" fmla="*/ 11668 h 155617"/>
                <a:gd name="connsiteX5" fmla="*/ 144106 w 155699"/>
                <a:gd name="connsiteY5" fmla="*/ 87885 h 155617"/>
                <a:gd name="connsiteX6" fmla="*/ 144038 w 155699"/>
                <a:gd name="connsiteY6" fmla="*/ 144026 h 155617"/>
                <a:gd name="connsiteX7" fmla="*/ 116021 w 155699"/>
                <a:gd name="connsiteY7" fmla="*/ 155617 h 15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99" h="155617">
                  <a:moveTo>
                    <a:pt x="115872" y="155617"/>
                  </a:moveTo>
                  <a:cubicBezTo>
                    <a:pt x="105324" y="155637"/>
                    <a:pt x="95200" y="151459"/>
                    <a:pt x="87737" y="144006"/>
                  </a:cubicBezTo>
                  <a:lnTo>
                    <a:pt x="11619" y="67838"/>
                  </a:lnTo>
                  <a:cubicBezTo>
                    <a:pt x="-3892" y="52302"/>
                    <a:pt x="-3870" y="27129"/>
                    <a:pt x="11668" y="11618"/>
                  </a:cubicBezTo>
                  <a:cubicBezTo>
                    <a:pt x="27207" y="-3893"/>
                    <a:pt x="52378" y="-3869"/>
                    <a:pt x="67889" y="11668"/>
                  </a:cubicBezTo>
                  <a:lnTo>
                    <a:pt x="144106" y="87885"/>
                  </a:lnTo>
                  <a:cubicBezTo>
                    <a:pt x="159590" y="103406"/>
                    <a:pt x="159560" y="128539"/>
                    <a:pt x="144038" y="144026"/>
                  </a:cubicBezTo>
                  <a:cubicBezTo>
                    <a:pt x="136601" y="151444"/>
                    <a:pt x="126526" y="155612"/>
                    <a:pt x="116021" y="15561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DA950716-AA54-1190-2EFC-0B97605A7549}"/>
                </a:ext>
              </a:extLst>
            </p:cNvPr>
            <p:cNvSpPr/>
            <p:nvPr/>
          </p:nvSpPr>
          <p:spPr>
            <a:xfrm>
              <a:off x="8218348" y="1913126"/>
              <a:ext cx="155515" cy="155583"/>
            </a:xfrm>
            <a:custGeom>
              <a:avLst/>
              <a:gdLst>
                <a:gd name="connsiteX0" fmla="*/ 39629 w 155515"/>
                <a:gd name="connsiteY0" fmla="*/ 155583 h 155583"/>
                <a:gd name="connsiteX1" fmla="*/ 0 w 155515"/>
                <a:gd name="connsiteY1" fmla="*/ 115817 h 155583"/>
                <a:gd name="connsiteX2" fmla="*/ 11593 w 155515"/>
                <a:gd name="connsiteY2" fmla="*/ 87851 h 155583"/>
                <a:gd name="connsiteX3" fmla="*/ 87711 w 155515"/>
                <a:gd name="connsiteY3" fmla="*/ 11634 h 155583"/>
                <a:gd name="connsiteX4" fmla="*/ 143882 w 155515"/>
                <a:gd name="connsiteY4" fmla="*/ 11634 h 155583"/>
                <a:gd name="connsiteX5" fmla="*/ 143882 w 155515"/>
                <a:gd name="connsiteY5" fmla="*/ 67804 h 155583"/>
                <a:gd name="connsiteX6" fmla="*/ 67863 w 155515"/>
                <a:gd name="connsiteY6" fmla="*/ 143972 h 155583"/>
                <a:gd name="connsiteX7" fmla="*/ 39629 w 155515"/>
                <a:gd name="connsiteY7" fmla="*/ 155583 h 1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515" h="155583">
                  <a:moveTo>
                    <a:pt x="39629" y="155583"/>
                  </a:moveTo>
                  <a:cubicBezTo>
                    <a:pt x="17705" y="155544"/>
                    <a:pt x="-38" y="137745"/>
                    <a:pt x="0" y="115817"/>
                  </a:cubicBezTo>
                  <a:cubicBezTo>
                    <a:pt x="18" y="105332"/>
                    <a:pt x="4186" y="95274"/>
                    <a:pt x="11593" y="87851"/>
                  </a:cubicBezTo>
                  <a:lnTo>
                    <a:pt x="87711" y="11634"/>
                  </a:lnTo>
                  <a:cubicBezTo>
                    <a:pt x="103222" y="-3878"/>
                    <a:pt x="128371" y="-3878"/>
                    <a:pt x="143882" y="11634"/>
                  </a:cubicBezTo>
                  <a:cubicBezTo>
                    <a:pt x="159393" y="27145"/>
                    <a:pt x="159393" y="52293"/>
                    <a:pt x="143882" y="67804"/>
                  </a:cubicBezTo>
                  <a:lnTo>
                    <a:pt x="67863" y="143972"/>
                  </a:lnTo>
                  <a:cubicBezTo>
                    <a:pt x="60376" y="151450"/>
                    <a:pt x="50212" y="155633"/>
                    <a:pt x="39629" y="1555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62EFE173-9B51-030D-3AFA-40857C04D87B}"/>
                </a:ext>
              </a:extLst>
            </p:cNvPr>
            <p:cNvSpPr/>
            <p:nvPr/>
          </p:nvSpPr>
          <p:spPr>
            <a:xfrm>
              <a:off x="8256438" y="1554341"/>
              <a:ext cx="79393" cy="187119"/>
            </a:xfrm>
            <a:custGeom>
              <a:avLst/>
              <a:gdLst>
                <a:gd name="connsiteX0" fmla="*/ 39697 w 79393"/>
                <a:gd name="connsiteY0" fmla="*/ 187120 h 187119"/>
                <a:gd name="connsiteX1" fmla="*/ 0 w 79393"/>
                <a:gd name="connsiteY1" fmla="*/ 147423 h 187119"/>
                <a:gd name="connsiteX2" fmla="*/ 0 w 79393"/>
                <a:gd name="connsiteY2" fmla="*/ 39697 h 187119"/>
                <a:gd name="connsiteX3" fmla="*/ 39697 w 79393"/>
                <a:gd name="connsiteY3" fmla="*/ 0 h 187119"/>
                <a:gd name="connsiteX4" fmla="*/ 79393 w 79393"/>
                <a:gd name="connsiteY4" fmla="*/ 39697 h 187119"/>
                <a:gd name="connsiteX5" fmla="*/ 79393 w 79393"/>
                <a:gd name="connsiteY5" fmla="*/ 147423 h 187119"/>
                <a:gd name="connsiteX6" fmla="*/ 39697 w 79393"/>
                <a:gd name="connsiteY6" fmla="*/ 187120 h 18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87119">
                  <a:moveTo>
                    <a:pt x="39697" y="187120"/>
                  </a:moveTo>
                  <a:cubicBezTo>
                    <a:pt x="17773" y="187120"/>
                    <a:pt x="0" y="169347"/>
                    <a:pt x="0" y="14742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147423"/>
                  </a:lnTo>
                  <a:cubicBezTo>
                    <a:pt x="79393" y="169347"/>
                    <a:pt x="61621" y="187120"/>
                    <a:pt x="39697" y="18712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6BE45B22-E56E-1F8C-2817-08C0135F54F6}"/>
                </a:ext>
              </a:extLst>
            </p:cNvPr>
            <p:cNvSpPr/>
            <p:nvPr/>
          </p:nvSpPr>
          <p:spPr>
            <a:xfrm>
              <a:off x="8202501" y="1608229"/>
              <a:ext cx="187169" cy="79393"/>
            </a:xfrm>
            <a:custGeom>
              <a:avLst/>
              <a:gdLst>
                <a:gd name="connsiteX0" fmla="*/ 147473 w 187169"/>
                <a:gd name="connsiteY0" fmla="*/ 79393 h 79393"/>
                <a:gd name="connsiteX1" fmla="*/ 39697 w 187169"/>
                <a:gd name="connsiteY1" fmla="*/ 79393 h 79393"/>
                <a:gd name="connsiteX2" fmla="*/ 0 w 187169"/>
                <a:gd name="connsiteY2" fmla="*/ 39697 h 79393"/>
                <a:gd name="connsiteX3" fmla="*/ 39697 w 187169"/>
                <a:gd name="connsiteY3" fmla="*/ 0 h 79393"/>
                <a:gd name="connsiteX4" fmla="*/ 147473 w 187169"/>
                <a:gd name="connsiteY4" fmla="*/ 0 h 79393"/>
                <a:gd name="connsiteX5" fmla="*/ 187169 w 187169"/>
                <a:gd name="connsiteY5" fmla="*/ 39697 h 79393"/>
                <a:gd name="connsiteX6" fmla="*/ 147473 w 1871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169" h="79393">
                  <a:moveTo>
                    <a:pt x="147473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7473" y="0"/>
                  </a:lnTo>
                  <a:cubicBezTo>
                    <a:pt x="169397" y="0"/>
                    <a:pt x="187169" y="17773"/>
                    <a:pt x="187169" y="39697"/>
                  </a:cubicBezTo>
                  <a:cubicBezTo>
                    <a:pt x="187169" y="61620"/>
                    <a:pt x="169397" y="79393"/>
                    <a:pt x="147473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2692BA10-3E87-AF62-4672-2F4A88488459}"/>
                </a:ext>
              </a:extLst>
            </p:cNvPr>
            <p:cNvSpPr/>
            <p:nvPr/>
          </p:nvSpPr>
          <p:spPr>
            <a:xfrm>
              <a:off x="8540864" y="1608229"/>
              <a:ext cx="186970" cy="79393"/>
            </a:xfrm>
            <a:custGeom>
              <a:avLst/>
              <a:gdLst>
                <a:gd name="connsiteX0" fmla="*/ 147274 w 186970"/>
                <a:gd name="connsiteY0" fmla="*/ 79393 h 79393"/>
                <a:gd name="connsiteX1" fmla="*/ 39697 w 186970"/>
                <a:gd name="connsiteY1" fmla="*/ 79393 h 79393"/>
                <a:gd name="connsiteX2" fmla="*/ 0 w 186970"/>
                <a:gd name="connsiteY2" fmla="*/ 39697 h 79393"/>
                <a:gd name="connsiteX3" fmla="*/ 39697 w 186970"/>
                <a:gd name="connsiteY3" fmla="*/ 0 h 79393"/>
                <a:gd name="connsiteX4" fmla="*/ 147274 w 186970"/>
                <a:gd name="connsiteY4" fmla="*/ 0 h 79393"/>
                <a:gd name="connsiteX5" fmla="*/ 186971 w 186970"/>
                <a:gd name="connsiteY5" fmla="*/ 39697 h 79393"/>
                <a:gd name="connsiteX6" fmla="*/ 147274 w 18697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970" h="79393">
                  <a:moveTo>
                    <a:pt x="14727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47274" y="0"/>
                  </a:lnTo>
                  <a:cubicBezTo>
                    <a:pt x="169197" y="0"/>
                    <a:pt x="186971" y="17773"/>
                    <a:pt x="186971" y="39697"/>
                  </a:cubicBezTo>
                  <a:cubicBezTo>
                    <a:pt x="186971" y="61620"/>
                    <a:pt x="169197" y="79393"/>
                    <a:pt x="14727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D94484C4-B700-AAB5-286A-CC5208D55CA0}"/>
                </a:ext>
              </a:extLst>
            </p:cNvPr>
            <p:cNvSpPr/>
            <p:nvPr/>
          </p:nvSpPr>
          <p:spPr>
            <a:xfrm>
              <a:off x="8571429" y="1909817"/>
              <a:ext cx="187500" cy="81386"/>
            </a:xfrm>
            <a:custGeom>
              <a:avLst/>
              <a:gdLst>
                <a:gd name="connsiteX0" fmla="*/ 40046 w 187500"/>
                <a:gd name="connsiteY0" fmla="*/ 81385 h 81386"/>
                <a:gd name="connsiteX1" fmla="*/ 2 w 187500"/>
                <a:gd name="connsiteY1" fmla="*/ 42035 h 81386"/>
                <a:gd name="connsiteX2" fmla="*/ 39351 w 187500"/>
                <a:gd name="connsiteY2" fmla="*/ 1991 h 81386"/>
                <a:gd name="connsiteX3" fmla="*/ 147077 w 187500"/>
                <a:gd name="connsiteY3" fmla="*/ 7 h 81386"/>
                <a:gd name="connsiteX4" fmla="*/ 187494 w 187500"/>
                <a:gd name="connsiteY4" fmla="*/ 38984 h 81386"/>
                <a:gd name="connsiteX5" fmla="*/ 148516 w 187500"/>
                <a:gd name="connsiteY5" fmla="*/ 79400 h 81386"/>
                <a:gd name="connsiteX6" fmla="*/ 40790 w 187500"/>
                <a:gd name="connsiteY6" fmla="*/ 81385 h 8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500" h="81386">
                  <a:moveTo>
                    <a:pt x="40046" y="81385"/>
                  </a:moveTo>
                  <a:cubicBezTo>
                    <a:pt x="18123" y="81578"/>
                    <a:pt x="195" y="63958"/>
                    <a:pt x="2" y="42035"/>
                  </a:cubicBezTo>
                  <a:cubicBezTo>
                    <a:pt x="-192" y="20113"/>
                    <a:pt x="17428" y="2185"/>
                    <a:pt x="39351" y="1991"/>
                  </a:cubicBezTo>
                  <a:lnTo>
                    <a:pt x="147077" y="7"/>
                  </a:lnTo>
                  <a:cubicBezTo>
                    <a:pt x="169000" y="-390"/>
                    <a:pt x="187097" y="17061"/>
                    <a:pt x="187494" y="38984"/>
                  </a:cubicBezTo>
                  <a:cubicBezTo>
                    <a:pt x="187891" y="60906"/>
                    <a:pt x="170439" y="79003"/>
                    <a:pt x="148516" y="79400"/>
                  </a:cubicBezTo>
                  <a:lnTo>
                    <a:pt x="40790" y="8138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0ACA1E9E-2B45-0CF0-52AE-37900B912692}"/>
                </a:ext>
              </a:extLst>
            </p:cNvPr>
            <p:cNvSpPr/>
            <p:nvPr/>
          </p:nvSpPr>
          <p:spPr>
            <a:xfrm>
              <a:off x="8571778" y="2000084"/>
              <a:ext cx="187169" cy="79393"/>
            </a:xfrm>
            <a:custGeom>
              <a:avLst/>
              <a:gdLst>
                <a:gd name="connsiteX0" fmla="*/ 147473 w 187169"/>
                <a:gd name="connsiteY0" fmla="*/ 79393 h 79393"/>
                <a:gd name="connsiteX1" fmla="*/ 39697 w 187169"/>
                <a:gd name="connsiteY1" fmla="*/ 79393 h 79393"/>
                <a:gd name="connsiteX2" fmla="*/ 0 w 187169"/>
                <a:gd name="connsiteY2" fmla="*/ 39697 h 79393"/>
                <a:gd name="connsiteX3" fmla="*/ 39697 w 187169"/>
                <a:gd name="connsiteY3" fmla="*/ 0 h 79393"/>
                <a:gd name="connsiteX4" fmla="*/ 147473 w 187169"/>
                <a:gd name="connsiteY4" fmla="*/ 0 h 79393"/>
                <a:gd name="connsiteX5" fmla="*/ 187169 w 187169"/>
                <a:gd name="connsiteY5" fmla="*/ 39697 h 79393"/>
                <a:gd name="connsiteX6" fmla="*/ 147473 w 18716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169" h="79393">
                  <a:moveTo>
                    <a:pt x="147473" y="79393"/>
                  </a:moveTo>
                  <a:lnTo>
                    <a:pt x="39697" y="79393"/>
                  </a:lnTo>
                  <a:cubicBezTo>
                    <a:pt x="17774" y="79393"/>
                    <a:pt x="0" y="61619"/>
                    <a:pt x="0" y="39697"/>
                  </a:cubicBezTo>
                  <a:cubicBezTo>
                    <a:pt x="0" y="17774"/>
                    <a:pt x="17774" y="0"/>
                    <a:pt x="39697" y="0"/>
                  </a:cubicBezTo>
                  <a:lnTo>
                    <a:pt x="147473" y="0"/>
                  </a:lnTo>
                  <a:cubicBezTo>
                    <a:pt x="169395" y="0"/>
                    <a:pt x="187169" y="17774"/>
                    <a:pt x="187169" y="39697"/>
                  </a:cubicBezTo>
                  <a:cubicBezTo>
                    <a:pt x="187169" y="61619"/>
                    <a:pt x="169395" y="79393"/>
                    <a:pt x="14747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E93CBF41-A08C-F129-B14D-7079BE4CCD03}"/>
              </a:ext>
            </a:extLst>
          </p:cNvPr>
          <p:cNvGrpSpPr/>
          <p:nvPr/>
        </p:nvGrpSpPr>
        <p:grpSpPr>
          <a:xfrm>
            <a:off x="9415432" y="1448514"/>
            <a:ext cx="798630" cy="776797"/>
            <a:chOff x="9415432" y="1448514"/>
            <a:chExt cx="798630" cy="776797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9500C8F9-20A1-9EB3-6CC2-3EC53B2BA85D}"/>
                </a:ext>
              </a:extLst>
            </p:cNvPr>
            <p:cNvSpPr/>
            <p:nvPr/>
          </p:nvSpPr>
          <p:spPr>
            <a:xfrm>
              <a:off x="9415432" y="1448514"/>
              <a:ext cx="517250" cy="651108"/>
            </a:xfrm>
            <a:custGeom>
              <a:avLst/>
              <a:gdLst>
                <a:gd name="connsiteX0" fmla="*/ 120852 w 517250"/>
                <a:gd name="connsiteY0" fmla="*/ 651109 h 651108"/>
                <a:gd name="connsiteX1" fmla="*/ 90434 w 517250"/>
                <a:gd name="connsiteY1" fmla="*/ 636967 h 651108"/>
                <a:gd name="connsiteX2" fmla="*/ 139015 w 517250"/>
                <a:gd name="connsiteY2" fmla="*/ 90429 h 651108"/>
                <a:gd name="connsiteX3" fmla="*/ 486011 w 517250"/>
                <a:gd name="connsiteY3" fmla="*/ 12590 h 651108"/>
                <a:gd name="connsiteX4" fmla="*/ 516329 w 517250"/>
                <a:gd name="connsiteY4" fmla="*/ 59837 h 651108"/>
                <a:gd name="connsiteX5" fmla="*/ 469085 w 517250"/>
                <a:gd name="connsiteY5" fmla="*/ 90157 h 651108"/>
                <a:gd name="connsiteX6" fmla="*/ 466162 w 517250"/>
                <a:gd name="connsiteY6" fmla="*/ 89403 h 651108"/>
                <a:gd name="connsiteX7" fmla="*/ 89258 w 517250"/>
                <a:gd name="connsiteY7" fmla="*/ 308985 h 651108"/>
                <a:gd name="connsiteX8" fmla="*/ 151220 w 517250"/>
                <a:gd name="connsiteY8" fmla="*/ 585907 h 651108"/>
                <a:gd name="connsiteX9" fmla="*/ 146306 w 517250"/>
                <a:gd name="connsiteY9" fmla="*/ 641830 h 651108"/>
                <a:gd name="connsiteX10" fmla="*/ 120852 w 517250"/>
                <a:gd name="connsiteY10" fmla="*/ 651109 h 65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250" h="651108">
                  <a:moveTo>
                    <a:pt x="120852" y="651109"/>
                  </a:moveTo>
                  <a:cubicBezTo>
                    <a:pt x="109121" y="651119"/>
                    <a:pt x="97986" y="645943"/>
                    <a:pt x="90434" y="636967"/>
                  </a:cubicBezTo>
                  <a:cubicBezTo>
                    <a:pt x="-47073" y="472628"/>
                    <a:pt x="-25322" y="227936"/>
                    <a:pt x="139015" y="90429"/>
                  </a:cubicBezTo>
                  <a:cubicBezTo>
                    <a:pt x="235280" y="9882"/>
                    <a:pt x="364564" y="-19120"/>
                    <a:pt x="486011" y="12590"/>
                  </a:cubicBezTo>
                  <a:cubicBezTo>
                    <a:pt x="507432" y="17264"/>
                    <a:pt x="521003" y="38417"/>
                    <a:pt x="516329" y="59837"/>
                  </a:cubicBezTo>
                  <a:cubicBezTo>
                    <a:pt x="511655" y="81257"/>
                    <a:pt x="490501" y="94832"/>
                    <a:pt x="469085" y="90157"/>
                  </a:cubicBezTo>
                  <a:cubicBezTo>
                    <a:pt x="468103" y="89943"/>
                    <a:pt x="467125" y="89691"/>
                    <a:pt x="466162" y="89403"/>
                  </a:cubicBezTo>
                  <a:cubicBezTo>
                    <a:pt x="301447" y="45959"/>
                    <a:pt x="132701" y="144270"/>
                    <a:pt x="89258" y="308985"/>
                  </a:cubicBezTo>
                  <a:cubicBezTo>
                    <a:pt x="63703" y="405877"/>
                    <a:pt x="86809" y="509144"/>
                    <a:pt x="151220" y="585907"/>
                  </a:cubicBezTo>
                  <a:cubicBezTo>
                    <a:pt x="165305" y="602709"/>
                    <a:pt x="163106" y="627747"/>
                    <a:pt x="146306" y="641830"/>
                  </a:cubicBezTo>
                  <a:cubicBezTo>
                    <a:pt x="139172" y="647814"/>
                    <a:pt x="130162" y="651099"/>
                    <a:pt x="120852" y="65110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DE71C7A8-1B2B-F174-D158-D8531DF63E75}"/>
                </a:ext>
              </a:extLst>
            </p:cNvPr>
            <p:cNvSpPr/>
            <p:nvPr/>
          </p:nvSpPr>
          <p:spPr>
            <a:xfrm>
              <a:off x="9484727" y="2025043"/>
              <a:ext cx="155610" cy="155610"/>
            </a:xfrm>
            <a:custGeom>
              <a:avLst/>
              <a:gdLst>
                <a:gd name="connsiteX0" fmla="*/ 77855 w 155610"/>
                <a:gd name="connsiteY0" fmla="*/ 155611 h 155610"/>
                <a:gd name="connsiteX1" fmla="*/ 0 w 155610"/>
                <a:gd name="connsiteY1" fmla="*/ 77855 h 155610"/>
                <a:gd name="connsiteX2" fmla="*/ 77756 w 155610"/>
                <a:gd name="connsiteY2" fmla="*/ 0 h 155610"/>
                <a:gd name="connsiteX3" fmla="*/ 155611 w 155610"/>
                <a:gd name="connsiteY3" fmla="*/ 77756 h 155610"/>
                <a:gd name="connsiteX4" fmla="*/ 155611 w 155610"/>
                <a:gd name="connsiteY4" fmla="*/ 77805 h 155610"/>
                <a:gd name="connsiteX5" fmla="*/ 77855 w 155610"/>
                <a:gd name="connsiteY5" fmla="*/ 155611 h 155610"/>
                <a:gd name="connsiteX6" fmla="*/ 77855 w 155610"/>
                <a:gd name="connsiteY6" fmla="*/ 76217 h 155610"/>
                <a:gd name="connsiteX7" fmla="*/ 76218 w 155610"/>
                <a:gd name="connsiteY7" fmla="*/ 77756 h 155610"/>
                <a:gd name="connsiteX8" fmla="*/ 76217 w 155610"/>
                <a:gd name="connsiteY8" fmla="*/ 77805 h 155610"/>
                <a:gd name="connsiteX9" fmla="*/ 77546 w 155610"/>
                <a:gd name="connsiteY9" fmla="*/ 79701 h 155610"/>
                <a:gd name="connsiteX10" fmla="*/ 79443 w 155610"/>
                <a:gd name="connsiteY10" fmla="*/ 78371 h 155610"/>
                <a:gd name="connsiteX11" fmla="*/ 79443 w 155610"/>
                <a:gd name="connsiteY11" fmla="*/ 77805 h 155610"/>
                <a:gd name="connsiteX12" fmla="*/ 77855 w 155610"/>
                <a:gd name="connsiteY12" fmla="*/ 76217 h 15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610" h="155610">
                  <a:moveTo>
                    <a:pt x="77855" y="155611"/>
                  </a:moveTo>
                  <a:cubicBezTo>
                    <a:pt x="34884" y="155640"/>
                    <a:pt x="27" y="120826"/>
                    <a:pt x="0" y="77855"/>
                  </a:cubicBezTo>
                  <a:cubicBezTo>
                    <a:pt x="-27" y="34883"/>
                    <a:pt x="34785" y="30"/>
                    <a:pt x="77756" y="0"/>
                  </a:cubicBezTo>
                  <a:cubicBezTo>
                    <a:pt x="120726" y="-30"/>
                    <a:pt x="155583" y="34784"/>
                    <a:pt x="155611" y="77756"/>
                  </a:cubicBezTo>
                  <a:cubicBezTo>
                    <a:pt x="155611" y="77771"/>
                    <a:pt x="155611" y="77790"/>
                    <a:pt x="155611" y="77805"/>
                  </a:cubicBezTo>
                  <a:cubicBezTo>
                    <a:pt x="155583" y="120747"/>
                    <a:pt x="120795" y="155556"/>
                    <a:pt x="77855" y="155611"/>
                  </a:cubicBezTo>
                  <a:close/>
                  <a:moveTo>
                    <a:pt x="77855" y="76217"/>
                  </a:moveTo>
                  <a:cubicBezTo>
                    <a:pt x="76979" y="76188"/>
                    <a:pt x="76246" y="76877"/>
                    <a:pt x="76218" y="77756"/>
                  </a:cubicBezTo>
                  <a:cubicBezTo>
                    <a:pt x="76217" y="77771"/>
                    <a:pt x="76217" y="77790"/>
                    <a:pt x="76217" y="77805"/>
                  </a:cubicBezTo>
                  <a:cubicBezTo>
                    <a:pt x="76061" y="78694"/>
                    <a:pt x="76656" y="79547"/>
                    <a:pt x="77546" y="79701"/>
                  </a:cubicBezTo>
                  <a:cubicBezTo>
                    <a:pt x="78437" y="79860"/>
                    <a:pt x="79286" y="79264"/>
                    <a:pt x="79443" y="78371"/>
                  </a:cubicBezTo>
                  <a:cubicBezTo>
                    <a:pt x="79476" y="78187"/>
                    <a:pt x="79476" y="77994"/>
                    <a:pt x="79443" y="77805"/>
                  </a:cubicBezTo>
                  <a:cubicBezTo>
                    <a:pt x="79443" y="76927"/>
                    <a:pt x="78732" y="76217"/>
                    <a:pt x="77855" y="7621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96484846-BDBC-1A09-25B0-5B6368371023}"/>
                </a:ext>
              </a:extLst>
            </p:cNvPr>
            <p:cNvSpPr/>
            <p:nvPr/>
          </p:nvSpPr>
          <p:spPr>
            <a:xfrm>
              <a:off x="9699447" y="1574553"/>
              <a:ext cx="514615" cy="650758"/>
            </a:xfrm>
            <a:custGeom>
              <a:avLst/>
              <a:gdLst>
                <a:gd name="connsiteX0" fmla="*/ 126820 w 514615"/>
                <a:gd name="connsiteY0" fmla="*/ 650759 h 650758"/>
                <a:gd name="connsiteX1" fmla="*/ 28322 w 514615"/>
                <a:gd name="connsiteY1" fmla="*/ 638106 h 650758"/>
                <a:gd name="connsiteX2" fmla="*/ 1678 w 514615"/>
                <a:gd name="connsiteY2" fmla="*/ 588693 h 650758"/>
                <a:gd name="connsiteX3" fmla="*/ 48171 w 514615"/>
                <a:gd name="connsiteY3" fmla="*/ 561293 h 650758"/>
                <a:gd name="connsiteX4" fmla="*/ 425075 w 514615"/>
                <a:gd name="connsiteY4" fmla="*/ 341711 h 650758"/>
                <a:gd name="connsiteX5" fmla="*/ 363114 w 514615"/>
                <a:gd name="connsiteY5" fmla="*/ 64788 h 650758"/>
                <a:gd name="connsiteX6" fmla="*/ 368785 w 514615"/>
                <a:gd name="connsiteY6" fmla="*/ 8936 h 650758"/>
                <a:gd name="connsiteX7" fmla="*/ 423899 w 514615"/>
                <a:gd name="connsiteY7" fmla="*/ 13728 h 650758"/>
                <a:gd name="connsiteX8" fmla="*/ 376065 w 514615"/>
                <a:gd name="connsiteY8" fmla="*/ 560052 h 650758"/>
                <a:gd name="connsiteX9" fmla="*/ 126820 w 514615"/>
                <a:gd name="connsiteY9" fmla="*/ 650759 h 65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4615" h="650758">
                  <a:moveTo>
                    <a:pt x="126820" y="650759"/>
                  </a:moveTo>
                  <a:cubicBezTo>
                    <a:pt x="93582" y="650754"/>
                    <a:pt x="60482" y="646501"/>
                    <a:pt x="28322" y="638106"/>
                  </a:cubicBezTo>
                  <a:cubicBezTo>
                    <a:pt x="7320" y="631819"/>
                    <a:pt x="-4610" y="609693"/>
                    <a:pt x="1678" y="588693"/>
                  </a:cubicBezTo>
                  <a:cubicBezTo>
                    <a:pt x="7630" y="568810"/>
                    <a:pt x="27893" y="556867"/>
                    <a:pt x="48171" y="561293"/>
                  </a:cubicBezTo>
                  <a:cubicBezTo>
                    <a:pt x="212887" y="604736"/>
                    <a:pt x="381632" y="506427"/>
                    <a:pt x="425075" y="341711"/>
                  </a:cubicBezTo>
                  <a:cubicBezTo>
                    <a:pt x="450630" y="244818"/>
                    <a:pt x="427526" y="141550"/>
                    <a:pt x="363114" y="64788"/>
                  </a:cubicBezTo>
                  <a:cubicBezTo>
                    <a:pt x="349255" y="47799"/>
                    <a:pt x="351795" y="22793"/>
                    <a:pt x="368785" y="8936"/>
                  </a:cubicBezTo>
                  <a:cubicBezTo>
                    <a:pt x="385428" y="-4639"/>
                    <a:pt x="409851" y="-2515"/>
                    <a:pt x="423899" y="13728"/>
                  </a:cubicBezTo>
                  <a:cubicBezTo>
                    <a:pt x="561552" y="177800"/>
                    <a:pt x="540136" y="422394"/>
                    <a:pt x="376065" y="560052"/>
                  </a:cubicBezTo>
                  <a:cubicBezTo>
                    <a:pt x="306228" y="618644"/>
                    <a:pt x="217983" y="650759"/>
                    <a:pt x="126820" y="65075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0912F94-2037-0467-ED65-02D631195BBA}"/>
                </a:ext>
              </a:extLst>
            </p:cNvPr>
            <p:cNvSpPr/>
            <p:nvPr/>
          </p:nvSpPr>
          <p:spPr>
            <a:xfrm>
              <a:off x="9988973" y="1493060"/>
              <a:ext cx="155610" cy="155610"/>
            </a:xfrm>
            <a:custGeom>
              <a:avLst/>
              <a:gdLst>
                <a:gd name="connsiteX0" fmla="*/ 77657 w 155610"/>
                <a:gd name="connsiteY0" fmla="*/ 155610 h 155610"/>
                <a:gd name="connsiteX1" fmla="*/ 0 w 155610"/>
                <a:gd name="connsiteY1" fmla="*/ 77656 h 155610"/>
                <a:gd name="connsiteX2" fmla="*/ 77954 w 155610"/>
                <a:gd name="connsiteY2" fmla="*/ 0 h 155610"/>
                <a:gd name="connsiteX3" fmla="*/ 155611 w 155610"/>
                <a:gd name="connsiteY3" fmla="*/ 77855 h 155610"/>
                <a:gd name="connsiteX4" fmla="*/ 77657 w 155610"/>
                <a:gd name="connsiteY4" fmla="*/ 155610 h 155610"/>
                <a:gd name="connsiteX5" fmla="*/ 77657 w 155610"/>
                <a:gd name="connsiteY5" fmla="*/ 76217 h 155610"/>
                <a:gd name="connsiteX6" fmla="*/ 76069 w 155610"/>
                <a:gd name="connsiteY6" fmla="*/ 77855 h 155610"/>
                <a:gd name="connsiteX7" fmla="*/ 77964 w 155610"/>
                <a:gd name="connsiteY7" fmla="*/ 79183 h 155610"/>
                <a:gd name="connsiteX8" fmla="*/ 79294 w 155610"/>
                <a:gd name="connsiteY8" fmla="*/ 77855 h 155610"/>
                <a:gd name="connsiteX9" fmla="*/ 77657 w 155610"/>
                <a:gd name="connsiteY9" fmla="*/ 76217 h 15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0" h="155610">
                  <a:moveTo>
                    <a:pt x="77657" y="155610"/>
                  </a:moveTo>
                  <a:cubicBezTo>
                    <a:pt x="34685" y="155528"/>
                    <a:pt x="-84" y="120627"/>
                    <a:pt x="0" y="77656"/>
                  </a:cubicBezTo>
                  <a:cubicBezTo>
                    <a:pt x="84" y="34685"/>
                    <a:pt x="34983" y="-82"/>
                    <a:pt x="77954" y="0"/>
                  </a:cubicBezTo>
                  <a:cubicBezTo>
                    <a:pt x="120886" y="82"/>
                    <a:pt x="155636" y="34923"/>
                    <a:pt x="155611" y="77855"/>
                  </a:cubicBezTo>
                  <a:cubicBezTo>
                    <a:pt x="155556" y="120852"/>
                    <a:pt x="120653" y="155665"/>
                    <a:pt x="77657" y="155610"/>
                  </a:cubicBezTo>
                  <a:close/>
                  <a:moveTo>
                    <a:pt x="77657" y="76217"/>
                  </a:moveTo>
                  <a:cubicBezTo>
                    <a:pt x="76773" y="76244"/>
                    <a:pt x="76069" y="76969"/>
                    <a:pt x="76069" y="77855"/>
                  </a:cubicBezTo>
                  <a:cubicBezTo>
                    <a:pt x="76228" y="78745"/>
                    <a:pt x="77076" y="79340"/>
                    <a:pt x="77964" y="79183"/>
                  </a:cubicBezTo>
                  <a:cubicBezTo>
                    <a:pt x="78644" y="79064"/>
                    <a:pt x="79175" y="78533"/>
                    <a:pt x="79294" y="77855"/>
                  </a:cubicBezTo>
                  <a:cubicBezTo>
                    <a:pt x="79294" y="76950"/>
                    <a:pt x="78560" y="76217"/>
                    <a:pt x="77657" y="7621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0" name="Picture Placeholder 43">
              <a:extLst>
                <a:ext uri="{FF2B5EF4-FFF2-40B4-BE49-F238E27FC236}">
                  <a16:creationId xmlns:a16="http://schemas.microsoft.com/office/drawing/2014/main" id="{C28B0628-F4A0-8BD2-94AB-5844A115BFF4}"/>
                </a:ext>
              </a:extLst>
            </p:cNvPr>
            <p:cNvGrpSpPr/>
            <p:nvPr/>
          </p:nvGrpSpPr>
          <p:grpSpPr>
            <a:xfrm>
              <a:off x="9621571" y="1639230"/>
              <a:ext cx="386163" cy="397473"/>
              <a:chOff x="9621571" y="1639230"/>
              <a:chExt cx="386163" cy="397473"/>
            </a:xfrm>
            <a:solidFill>
              <a:srgbClr val="EE7684"/>
            </a:solidFill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54D82B5-8924-C0EF-C5A6-58F702C3DEB9}"/>
                  </a:ext>
                </a:extLst>
              </p:cNvPr>
              <p:cNvSpPr/>
              <p:nvPr/>
            </p:nvSpPr>
            <p:spPr>
              <a:xfrm>
                <a:off x="9734842" y="1639230"/>
                <a:ext cx="98077" cy="147087"/>
              </a:xfrm>
              <a:custGeom>
                <a:avLst/>
                <a:gdLst>
                  <a:gd name="connsiteX0" fmla="*/ 58526 w 98077"/>
                  <a:gd name="connsiteY0" fmla="*/ 147088 h 147087"/>
                  <a:gd name="connsiteX1" fmla="*/ 20318 w 98077"/>
                  <a:gd name="connsiteY1" fmla="*/ 118010 h 147087"/>
                  <a:gd name="connsiteX2" fmla="*/ 916 w 98077"/>
                  <a:gd name="connsiteY2" fmla="*/ 48144 h 147087"/>
                  <a:gd name="connsiteX3" fmla="*/ 31263 w 98077"/>
                  <a:gd name="connsiteY3" fmla="*/ 914 h 147087"/>
                  <a:gd name="connsiteX4" fmla="*/ 77283 w 98077"/>
                  <a:gd name="connsiteY4" fmla="*/ 26906 h 147087"/>
                  <a:gd name="connsiteX5" fmla="*/ 96635 w 98077"/>
                  <a:gd name="connsiteY5" fmla="*/ 96772 h 147087"/>
                  <a:gd name="connsiteX6" fmla="*/ 69145 w 98077"/>
                  <a:gd name="connsiteY6" fmla="*/ 145549 h 147087"/>
                  <a:gd name="connsiteX7" fmla="*/ 58526 w 98077"/>
                  <a:gd name="connsiteY7" fmla="*/ 147088 h 14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8077" h="147087">
                    <a:moveTo>
                      <a:pt x="58526" y="147088"/>
                    </a:moveTo>
                    <a:cubicBezTo>
                      <a:pt x="40707" y="147069"/>
                      <a:pt x="25085" y="135179"/>
                      <a:pt x="20318" y="118010"/>
                    </a:cubicBezTo>
                    <a:lnTo>
                      <a:pt x="916" y="48144"/>
                    </a:lnTo>
                    <a:cubicBezTo>
                      <a:pt x="-3746" y="26722"/>
                      <a:pt x="9841" y="5576"/>
                      <a:pt x="31263" y="914"/>
                    </a:cubicBezTo>
                    <a:cubicBezTo>
                      <a:pt x="50980" y="-3377"/>
                      <a:pt x="70778" y="7805"/>
                      <a:pt x="77283" y="26906"/>
                    </a:cubicBezTo>
                    <a:lnTo>
                      <a:pt x="96635" y="96772"/>
                    </a:lnTo>
                    <a:cubicBezTo>
                      <a:pt x="102451" y="117825"/>
                      <a:pt x="90167" y="139622"/>
                      <a:pt x="69145" y="145549"/>
                    </a:cubicBezTo>
                    <a:cubicBezTo>
                      <a:pt x="65688" y="146523"/>
                      <a:pt x="62118" y="147041"/>
                      <a:pt x="58526" y="14708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02D00256-DA37-6A5E-F169-744F1BFDA8E8}"/>
                  </a:ext>
                </a:extLst>
              </p:cNvPr>
              <p:cNvSpPr/>
              <p:nvPr/>
            </p:nvSpPr>
            <p:spPr>
              <a:xfrm>
                <a:off x="9822810" y="1655817"/>
                <a:ext cx="116722" cy="140921"/>
              </a:xfrm>
              <a:custGeom>
                <a:avLst/>
                <a:gdLst>
                  <a:gd name="connsiteX0" fmla="*/ 39680 w 116722"/>
                  <a:gd name="connsiteY0" fmla="*/ 140922 h 140921"/>
                  <a:gd name="connsiteX1" fmla="*/ 0 w 116722"/>
                  <a:gd name="connsiteY1" fmla="*/ 101209 h 140921"/>
                  <a:gd name="connsiteX2" fmla="*/ 5789 w 116722"/>
                  <a:gd name="connsiteY2" fmla="*/ 80583 h 140921"/>
                  <a:gd name="connsiteX3" fmla="*/ 43551 w 116722"/>
                  <a:gd name="connsiteY3" fmla="*/ 18358 h 140921"/>
                  <a:gd name="connsiteX4" fmla="*/ 98367 w 116722"/>
                  <a:gd name="connsiteY4" fmla="*/ 6231 h 140921"/>
                  <a:gd name="connsiteX5" fmla="*/ 111432 w 116722"/>
                  <a:gd name="connsiteY5" fmla="*/ 59494 h 140921"/>
                  <a:gd name="connsiteX6" fmla="*/ 73670 w 116722"/>
                  <a:gd name="connsiteY6" fmla="*/ 121818 h 140921"/>
                  <a:gd name="connsiteX7" fmla="*/ 39680 w 116722"/>
                  <a:gd name="connsiteY7" fmla="*/ 140922 h 140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722" h="140921">
                    <a:moveTo>
                      <a:pt x="39680" y="140922"/>
                    </a:moveTo>
                    <a:cubicBezTo>
                      <a:pt x="17756" y="140913"/>
                      <a:pt x="-9" y="123133"/>
                      <a:pt x="0" y="101209"/>
                    </a:cubicBezTo>
                    <a:cubicBezTo>
                      <a:pt x="3" y="93933"/>
                      <a:pt x="2006" y="86798"/>
                      <a:pt x="5789" y="80583"/>
                    </a:cubicBezTo>
                    <a:lnTo>
                      <a:pt x="43551" y="18358"/>
                    </a:lnTo>
                    <a:cubicBezTo>
                      <a:pt x="55341" y="-127"/>
                      <a:pt x="79878" y="-5557"/>
                      <a:pt x="98367" y="6231"/>
                    </a:cubicBezTo>
                    <a:cubicBezTo>
                      <a:pt x="116255" y="17639"/>
                      <a:pt x="122011" y="41101"/>
                      <a:pt x="111432" y="59494"/>
                    </a:cubicBezTo>
                    <a:lnTo>
                      <a:pt x="73670" y="121818"/>
                    </a:lnTo>
                    <a:cubicBezTo>
                      <a:pt x="66465" y="133694"/>
                      <a:pt x="53573" y="140940"/>
                      <a:pt x="39680" y="14092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954591EC-E68C-5B75-5298-65A897FCF9CE}"/>
                  </a:ext>
                </a:extLst>
              </p:cNvPr>
              <p:cNvSpPr/>
              <p:nvPr/>
            </p:nvSpPr>
            <p:spPr>
              <a:xfrm>
                <a:off x="9874485" y="1763240"/>
                <a:ext cx="133249" cy="90317"/>
              </a:xfrm>
              <a:custGeom>
                <a:avLst/>
                <a:gdLst>
                  <a:gd name="connsiteX0" fmla="*/ 40157 w 133249"/>
                  <a:gd name="connsiteY0" fmla="*/ 90314 h 90317"/>
                  <a:gd name="connsiteX1" fmla="*/ 3 w 133249"/>
                  <a:gd name="connsiteY1" fmla="*/ 51081 h 90317"/>
                  <a:gd name="connsiteX2" fmla="*/ 32317 w 133249"/>
                  <a:gd name="connsiteY2" fmla="*/ 11616 h 90317"/>
                  <a:gd name="connsiteX3" fmla="*/ 85609 w 133249"/>
                  <a:gd name="connsiteY3" fmla="*/ 799 h 90317"/>
                  <a:gd name="connsiteX4" fmla="*/ 132451 w 133249"/>
                  <a:gd name="connsiteY4" fmla="*/ 31861 h 90317"/>
                  <a:gd name="connsiteX5" fmla="*/ 101389 w 133249"/>
                  <a:gd name="connsiteY5" fmla="*/ 78703 h 90317"/>
                  <a:gd name="connsiteX6" fmla="*/ 48096 w 133249"/>
                  <a:gd name="connsiteY6" fmla="*/ 89520 h 90317"/>
                  <a:gd name="connsiteX7" fmla="*/ 40157 w 133249"/>
                  <a:gd name="connsiteY7" fmla="*/ 90314 h 9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249" h="90317">
                    <a:moveTo>
                      <a:pt x="40157" y="90314"/>
                    </a:moveTo>
                    <a:cubicBezTo>
                      <a:pt x="18234" y="90568"/>
                      <a:pt x="257" y="73003"/>
                      <a:pt x="3" y="51081"/>
                    </a:cubicBezTo>
                    <a:cubicBezTo>
                      <a:pt x="-221" y="31830"/>
                      <a:pt x="13401" y="15195"/>
                      <a:pt x="32317" y="11616"/>
                    </a:cubicBezTo>
                    <a:lnTo>
                      <a:pt x="85609" y="799"/>
                    </a:lnTo>
                    <a:cubicBezTo>
                      <a:pt x="107120" y="-3558"/>
                      <a:pt x="128095" y="10349"/>
                      <a:pt x="132451" y="31861"/>
                    </a:cubicBezTo>
                    <a:cubicBezTo>
                      <a:pt x="136808" y="53374"/>
                      <a:pt x="122899" y="74346"/>
                      <a:pt x="101389" y="78703"/>
                    </a:cubicBezTo>
                    <a:lnTo>
                      <a:pt x="48096" y="89520"/>
                    </a:lnTo>
                    <a:cubicBezTo>
                      <a:pt x="45481" y="90051"/>
                      <a:pt x="42821" y="90317"/>
                      <a:pt x="40157" y="9031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0CBF49-D535-5DCB-7702-13994C523AC2}"/>
                  </a:ext>
                </a:extLst>
              </p:cNvPr>
              <p:cNvSpPr/>
              <p:nvPr/>
            </p:nvSpPr>
            <p:spPr>
              <a:xfrm>
                <a:off x="9859376" y="1847190"/>
                <a:ext cx="134801" cy="112849"/>
              </a:xfrm>
              <a:custGeom>
                <a:avLst/>
                <a:gdLst>
                  <a:gd name="connsiteX0" fmla="*/ 95011 w 134801"/>
                  <a:gd name="connsiteY0" fmla="*/ 112850 h 112849"/>
                  <a:gd name="connsiteX1" fmla="*/ 74518 w 134801"/>
                  <a:gd name="connsiteY1" fmla="*/ 107143 h 112849"/>
                  <a:gd name="connsiteX2" fmla="*/ 19191 w 134801"/>
                  <a:gd name="connsiteY2" fmla="*/ 73699 h 112849"/>
                  <a:gd name="connsiteX3" fmla="*/ 5719 w 134801"/>
                  <a:gd name="connsiteY3" fmla="*/ 19191 h 112849"/>
                  <a:gd name="connsiteX4" fmla="*/ 60227 w 134801"/>
                  <a:gd name="connsiteY4" fmla="*/ 5719 h 112849"/>
                  <a:gd name="connsiteX5" fmla="*/ 115604 w 134801"/>
                  <a:gd name="connsiteY5" fmla="*/ 39163 h 112849"/>
                  <a:gd name="connsiteX6" fmla="*/ 129091 w 134801"/>
                  <a:gd name="connsiteY6" fmla="*/ 93657 h 112849"/>
                  <a:gd name="connsiteX7" fmla="*/ 95011 w 134801"/>
                  <a:gd name="connsiteY7" fmla="*/ 112850 h 112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801" h="112849">
                    <a:moveTo>
                      <a:pt x="95011" y="112850"/>
                    </a:moveTo>
                    <a:cubicBezTo>
                      <a:pt x="87787" y="112850"/>
                      <a:pt x="80701" y="110875"/>
                      <a:pt x="74518" y="107143"/>
                    </a:cubicBezTo>
                    <a:lnTo>
                      <a:pt x="19191" y="73699"/>
                    </a:lnTo>
                    <a:cubicBezTo>
                      <a:pt x="418" y="62366"/>
                      <a:pt x="-5613" y="37963"/>
                      <a:pt x="5719" y="19191"/>
                    </a:cubicBezTo>
                    <a:cubicBezTo>
                      <a:pt x="17051" y="418"/>
                      <a:pt x="41456" y="-5613"/>
                      <a:pt x="60227" y="5719"/>
                    </a:cubicBezTo>
                    <a:lnTo>
                      <a:pt x="115604" y="39163"/>
                    </a:lnTo>
                    <a:cubicBezTo>
                      <a:pt x="134375" y="50488"/>
                      <a:pt x="140414" y="74885"/>
                      <a:pt x="129091" y="93657"/>
                    </a:cubicBezTo>
                    <a:cubicBezTo>
                      <a:pt x="121886" y="105595"/>
                      <a:pt x="108950" y="112880"/>
                      <a:pt x="95011" y="11285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03D853A6-3E3B-F375-466E-C786C5F211C3}"/>
                  </a:ext>
                </a:extLst>
              </p:cNvPr>
              <p:cNvSpPr/>
              <p:nvPr/>
            </p:nvSpPr>
            <p:spPr>
              <a:xfrm>
                <a:off x="9793842" y="1905062"/>
                <a:ext cx="92052" cy="131642"/>
              </a:xfrm>
              <a:custGeom>
                <a:avLst/>
                <a:gdLst>
                  <a:gd name="connsiteX0" fmla="*/ 52323 w 92052"/>
                  <a:gd name="connsiteY0" fmla="*/ 131642 h 131642"/>
                  <a:gd name="connsiteX1" fmla="*/ 13768 w 92052"/>
                  <a:gd name="connsiteY1" fmla="*/ 101275 h 131642"/>
                  <a:gd name="connsiteX2" fmla="*/ 1114 w 92052"/>
                  <a:gd name="connsiteY2" fmla="*/ 49024 h 131642"/>
                  <a:gd name="connsiteX3" fmla="*/ 30415 w 92052"/>
                  <a:gd name="connsiteY3" fmla="*/ 1115 h 131642"/>
                  <a:gd name="connsiteX4" fmla="*/ 78324 w 92052"/>
                  <a:gd name="connsiteY4" fmla="*/ 30416 h 131642"/>
                  <a:gd name="connsiteX5" fmla="*/ 90928 w 92052"/>
                  <a:gd name="connsiteY5" fmla="*/ 82617 h 131642"/>
                  <a:gd name="connsiteX6" fmla="*/ 61689 w 92052"/>
                  <a:gd name="connsiteY6" fmla="*/ 130541 h 131642"/>
                  <a:gd name="connsiteX7" fmla="*/ 61652 w 92052"/>
                  <a:gd name="connsiteY7" fmla="*/ 130551 h 131642"/>
                  <a:gd name="connsiteX8" fmla="*/ 52323 w 92052"/>
                  <a:gd name="connsiteY8" fmla="*/ 131642 h 131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052" h="131642">
                    <a:moveTo>
                      <a:pt x="52323" y="131642"/>
                    </a:moveTo>
                    <a:cubicBezTo>
                      <a:pt x="34004" y="131628"/>
                      <a:pt x="18073" y="119079"/>
                      <a:pt x="13768" y="101275"/>
                    </a:cubicBezTo>
                    <a:lnTo>
                      <a:pt x="1114" y="49024"/>
                    </a:lnTo>
                    <a:cubicBezTo>
                      <a:pt x="-4024" y="27702"/>
                      <a:pt x="9094" y="6256"/>
                      <a:pt x="30415" y="1115"/>
                    </a:cubicBezTo>
                    <a:cubicBezTo>
                      <a:pt x="51736" y="-4025"/>
                      <a:pt x="73186" y="9094"/>
                      <a:pt x="78324" y="30416"/>
                    </a:cubicBezTo>
                    <a:lnTo>
                      <a:pt x="90928" y="82617"/>
                    </a:lnTo>
                    <a:cubicBezTo>
                      <a:pt x="96088" y="103924"/>
                      <a:pt x="82999" y="125380"/>
                      <a:pt x="61689" y="130541"/>
                    </a:cubicBezTo>
                    <a:cubicBezTo>
                      <a:pt x="61677" y="130546"/>
                      <a:pt x="61664" y="130546"/>
                      <a:pt x="61652" y="130551"/>
                    </a:cubicBezTo>
                    <a:cubicBezTo>
                      <a:pt x="58596" y="131275"/>
                      <a:pt x="55464" y="131642"/>
                      <a:pt x="52323" y="13164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00465C2B-688B-EE6B-B019-CB9DAC5806D7}"/>
                  </a:ext>
                </a:extLst>
              </p:cNvPr>
              <p:cNvSpPr/>
              <p:nvPr/>
            </p:nvSpPr>
            <p:spPr>
              <a:xfrm>
                <a:off x="9689304" y="1884904"/>
                <a:ext cx="111130" cy="133787"/>
              </a:xfrm>
              <a:custGeom>
                <a:avLst/>
                <a:gdLst>
                  <a:gd name="connsiteX0" fmla="*/ 39557 w 111130"/>
                  <a:gd name="connsiteY0" fmla="*/ 133787 h 133787"/>
                  <a:gd name="connsiteX1" fmla="*/ 0 w 111130"/>
                  <a:gd name="connsiteY1" fmla="*/ 93952 h 133787"/>
                  <a:gd name="connsiteX2" fmla="*/ 5319 w 111130"/>
                  <a:gd name="connsiteY2" fmla="*/ 74242 h 133787"/>
                  <a:gd name="connsiteX3" fmla="*/ 36877 w 111130"/>
                  <a:gd name="connsiteY3" fmla="*/ 20156 h 133787"/>
                  <a:gd name="connsiteX4" fmla="*/ 90975 w 111130"/>
                  <a:gd name="connsiteY4" fmla="*/ 5154 h 133787"/>
                  <a:gd name="connsiteX5" fmla="*/ 105978 w 111130"/>
                  <a:gd name="connsiteY5" fmla="*/ 59252 h 133787"/>
                  <a:gd name="connsiteX6" fmla="*/ 105453 w 111130"/>
                  <a:gd name="connsiteY6" fmla="*/ 60150 h 133787"/>
                  <a:gd name="connsiteX7" fmla="*/ 73894 w 111130"/>
                  <a:gd name="connsiteY7" fmla="*/ 114286 h 133787"/>
                  <a:gd name="connsiteX8" fmla="*/ 39557 w 111130"/>
                  <a:gd name="connsiteY8" fmla="*/ 133787 h 13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30" h="133787">
                    <a:moveTo>
                      <a:pt x="39557" y="133787"/>
                    </a:moveTo>
                    <a:cubicBezTo>
                      <a:pt x="17633" y="133708"/>
                      <a:pt x="-77" y="115874"/>
                      <a:pt x="0" y="93952"/>
                    </a:cubicBezTo>
                    <a:cubicBezTo>
                      <a:pt x="25" y="87030"/>
                      <a:pt x="1858" y="80237"/>
                      <a:pt x="5319" y="74242"/>
                    </a:cubicBezTo>
                    <a:lnTo>
                      <a:pt x="36877" y="20156"/>
                    </a:lnTo>
                    <a:cubicBezTo>
                      <a:pt x="47673" y="1074"/>
                      <a:pt x="71894" y="-5642"/>
                      <a:pt x="90975" y="5154"/>
                    </a:cubicBezTo>
                    <a:cubicBezTo>
                      <a:pt x="110057" y="15948"/>
                      <a:pt x="116773" y="40168"/>
                      <a:pt x="105978" y="59252"/>
                    </a:cubicBezTo>
                    <a:cubicBezTo>
                      <a:pt x="105807" y="59555"/>
                      <a:pt x="105632" y="59852"/>
                      <a:pt x="105453" y="60150"/>
                    </a:cubicBezTo>
                    <a:lnTo>
                      <a:pt x="73894" y="114286"/>
                    </a:lnTo>
                    <a:cubicBezTo>
                      <a:pt x="66723" y="126424"/>
                      <a:pt x="53653" y="133847"/>
                      <a:pt x="39557" y="13378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D6BED19D-54E8-E868-F7DE-DE392F264E27}"/>
                  </a:ext>
                </a:extLst>
              </p:cNvPr>
              <p:cNvSpPr/>
              <p:nvPr/>
            </p:nvSpPr>
            <p:spPr>
              <a:xfrm>
                <a:off x="9621571" y="1819309"/>
                <a:ext cx="138974" cy="95636"/>
              </a:xfrm>
              <a:custGeom>
                <a:avLst/>
                <a:gdLst>
                  <a:gd name="connsiteX0" fmla="*/ 39657 w 138974"/>
                  <a:gd name="connsiteY0" fmla="*/ 95626 h 95636"/>
                  <a:gd name="connsiteX1" fmla="*/ 0 w 138974"/>
                  <a:gd name="connsiteY1" fmla="*/ 55890 h 95636"/>
                  <a:gd name="connsiteX2" fmla="*/ 29286 w 138974"/>
                  <a:gd name="connsiteY2" fmla="*/ 17622 h 95636"/>
                  <a:gd name="connsiteX3" fmla="*/ 88335 w 138974"/>
                  <a:gd name="connsiteY3" fmla="*/ 1545 h 95636"/>
                  <a:gd name="connsiteX4" fmla="*/ 137429 w 138974"/>
                  <a:gd name="connsiteY4" fmla="*/ 28774 h 95636"/>
                  <a:gd name="connsiteX5" fmla="*/ 110200 w 138974"/>
                  <a:gd name="connsiteY5" fmla="*/ 77868 h 95636"/>
                  <a:gd name="connsiteX6" fmla="*/ 109126 w 138974"/>
                  <a:gd name="connsiteY6" fmla="*/ 78160 h 95636"/>
                  <a:gd name="connsiteX7" fmla="*/ 50077 w 138974"/>
                  <a:gd name="connsiteY7" fmla="*/ 94485 h 95636"/>
                  <a:gd name="connsiteX8" fmla="*/ 39657 w 138974"/>
                  <a:gd name="connsiteY8" fmla="*/ 95626 h 95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974" h="95636">
                    <a:moveTo>
                      <a:pt x="39657" y="95626"/>
                    </a:moveTo>
                    <a:cubicBezTo>
                      <a:pt x="17733" y="95606"/>
                      <a:pt x="-22" y="77814"/>
                      <a:pt x="0" y="55890"/>
                    </a:cubicBezTo>
                    <a:cubicBezTo>
                      <a:pt x="18" y="37990"/>
                      <a:pt x="12013" y="22317"/>
                      <a:pt x="29286" y="17622"/>
                    </a:cubicBezTo>
                    <a:lnTo>
                      <a:pt x="88335" y="1545"/>
                    </a:lnTo>
                    <a:cubicBezTo>
                      <a:pt x="109411" y="-4493"/>
                      <a:pt x="131391" y="7698"/>
                      <a:pt x="137429" y="28774"/>
                    </a:cubicBezTo>
                    <a:cubicBezTo>
                      <a:pt x="143467" y="49850"/>
                      <a:pt x="131276" y="71830"/>
                      <a:pt x="110200" y="77868"/>
                    </a:cubicBezTo>
                    <a:cubicBezTo>
                      <a:pt x="109843" y="77970"/>
                      <a:pt x="109485" y="78067"/>
                      <a:pt x="109126" y="78160"/>
                    </a:cubicBezTo>
                    <a:lnTo>
                      <a:pt x="50077" y="94485"/>
                    </a:lnTo>
                    <a:cubicBezTo>
                      <a:pt x="46669" y="95323"/>
                      <a:pt x="43166" y="95706"/>
                      <a:pt x="39657" y="9562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1EEC614B-A6B9-6660-9230-D6F631C72B77}"/>
                  </a:ext>
                </a:extLst>
              </p:cNvPr>
              <p:cNvSpPr/>
              <p:nvPr/>
            </p:nvSpPr>
            <p:spPr>
              <a:xfrm>
                <a:off x="9635305" y="1709211"/>
                <a:ext cx="136078" cy="116357"/>
              </a:xfrm>
              <a:custGeom>
                <a:avLst/>
                <a:gdLst>
                  <a:gd name="connsiteX0" fmla="*/ 96087 w 136078"/>
                  <a:gd name="connsiteY0" fmla="*/ 116357 h 116357"/>
                  <a:gd name="connsiteX1" fmla="*/ 74453 w 136078"/>
                  <a:gd name="connsiteY1" fmla="*/ 109906 h 116357"/>
                  <a:gd name="connsiteX2" fmla="*/ 18034 w 136078"/>
                  <a:gd name="connsiteY2" fmla="*/ 72989 h 116357"/>
                  <a:gd name="connsiteX3" fmla="*/ 6447 w 136078"/>
                  <a:gd name="connsiteY3" fmla="*/ 18034 h 116357"/>
                  <a:gd name="connsiteX4" fmla="*/ 61402 w 136078"/>
                  <a:gd name="connsiteY4" fmla="*/ 6447 h 116357"/>
                  <a:gd name="connsiteX5" fmla="*/ 118069 w 136078"/>
                  <a:gd name="connsiteY5" fmla="*/ 43415 h 116357"/>
                  <a:gd name="connsiteX6" fmla="*/ 129623 w 136078"/>
                  <a:gd name="connsiteY6" fmla="*/ 98352 h 116357"/>
                  <a:gd name="connsiteX7" fmla="*/ 96335 w 136078"/>
                  <a:gd name="connsiteY7" fmla="*/ 116357 h 116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078" h="116357">
                    <a:moveTo>
                      <a:pt x="96087" y="116357"/>
                    </a:moveTo>
                    <a:cubicBezTo>
                      <a:pt x="88403" y="116346"/>
                      <a:pt x="80888" y="114105"/>
                      <a:pt x="74453" y="109906"/>
                    </a:cubicBezTo>
                    <a:lnTo>
                      <a:pt x="18034" y="72989"/>
                    </a:lnTo>
                    <a:cubicBezTo>
                      <a:pt x="-341" y="61013"/>
                      <a:pt x="-5529" y="36409"/>
                      <a:pt x="6447" y="18034"/>
                    </a:cubicBezTo>
                    <a:cubicBezTo>
                      <a:pt x="18423" y="-341"/>
                      <a:pt x="43027" y="-5529"/>
                      <a:pt x="61402" y="6447"/>
                    </a:cubicBezTo>
                    <a:lnTo>
                      <a:pt x="118069" y="43415"/>
                    </a:lnTo>
                    <a:cubicBezTo>
                      <a:pt x="136430" y="55395"/>
                      <a:pt x="141603" y="79991"/>
                      <a:pt x="129623" y="98352"/>
                    </a:cubicBezTo>
                    <a:cubicBezTo>
                      <a:pt x="122286" y="109597"/>
                      <a:pt x="109762" y="116371"/>
                      <a:pt x="96335" y="11635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B289EAC-DEA7-955E-1C1C-31C09D3AF27D}"/>
                  </a:ext>
                </a:extLst>
              </p:cNvPr>
              <p:cNvSpPr/>
              <p:nvPr/>
            </p:nvSpPr>
            <p:spPr>
              <a:xfrm>
                <a:off x="9679800" y="1704345"/>
                <a:ext cx="270933" cy="270928"/>
              </a:xfrm>
              <a:custGeom>
                <a:avLst/>
                <a:gdLst>
                  <a:gd name="connsiteX0" fmla="*/ 135501 w 270933"/>
                  <a:gd name="connsiteY0" fmla="*/ 270929 h 270928"/>
                  <a:gd name="connsiteX1" fmla="*/ 0 w 270933"/>
                  <a:gd name="connsiteY1" fmla="*/ 135501 h 270928"/>
                  <a:gd name="connsiteX2" fmla="*/ 135428 w 270933"/>
                  <a:gd name="connsiteY2" fmla="*/ 0 h 270928"/>
                  <a:gd name="connsiteX3" fmla="*/ 267343 w 270933"/>
                  <a:gd name="connsiteY3" fmla="*/ 104501 h 270928"/>
                  <a:gd name="connsiteX4" fmla="*/ 267343 w 270933"/>
                  <a:gd name="connsiteY4" fmla="*/ 104501 h 270928"/>
                  <a:gd name="connsiteX5" fmla="*/ 166204 w 270933"/>
                  <a:gd name="connsiteY5" fmla="*/ 267371 h 270928"/>
                  <a:gd name="connsiteX6" fmla="*/ 135501 w 270933"/>
                  <a:gd name="connsiteY6" fmla="*/ 270929 h 270928"/>
                  <a:gd name="connsiteX7" fmla="*/ 135501 w 270933"/>
                  <a:gd name="connsiteY7" fmla="*/ 79393 h 270928"/>
                  <a:gd name="connsiteX8" fmla="*/ 122649 w 270933"/>
                  <a:gd name="connsiteY8" fmla="*/ 80882 h 270928"/>
                  <a:gd name="connsiteX9" fmla="*/ 80893 w 270933"/>
                  <a:gd name="connsiteY9" fmla="*/ 148291 h 270928"/>
                  <a:gd name="connsiteX10" fmla="*/ 148303 w 270933"/>
                  <a:gd name="connsiteY10" fmla="*/ 190047 h 270928"/>
                  <a:gd name="connsiteX11" fmla="*/ 190054 w 270933"/>
                  <a:gd name="connsiteY11" fmla="*/ 122797 h 270928"/>
                  <a:gd name="connsiteX12" fmla="*/ 190034 w 270933"/>
                  <a:gd name="connsiteY12" fmla="*/ 122712 h 270928"/>
                  <a:gd name="connsiteX13" fmla="*/ 190034 w 270933"/>
                  <a:gd name="connsiteY13" fmla="*/ 122712 h 270928"/>
                  <a:gd name="connsiteX14" fmla="*/ 135501 w 270933"/>
                  <a:gd name="connsiteY14" fmla="*/ 79393 h 27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0933" h="270928">
                    <a:moveTo>
                      <a:pt x="135501" y="270929"/>
                    </a:moveTo>
                    <a:cubicBezTo>
                      <a:pt x="60686" y="270949"/>
                      <a:pt x="20" y="210317"/>
                      <a:pt x="0" y="135501"/>
                    </a:cubicBezTo>
                    <a:cubicBezTo>
                      <a:pt x="-20" y="60686"/>
                      <a:pt x="60613" y="20"/>
                      <a:pt x="135428" y="0"/>
                    </a:cubicBezTo>
                    <a:cubicBezTo>
                      <a:pt x="198331" y="-17"/>
                      <a:pt x="252968" y="43266"/>
                      <a:pt x="267343" y="104501"/>
                    </a:cubicBezTo>
                    <a:lnTo>
                      <a:pt x="267343" y="104501"/>
                    </a:lnTo>
                    <a:cubicBezTo>
                      <a:pt x="284388" y="177405"/>
                      <a:pt x="239109" y="250321"/>
                      <a:pt x="166204" y="267371"/>
                    </a:cubicBezTo>
                    <a:cubicBezTo>
                      <a:pt x="156139" y="269723"/>
                      <a:pt x="145837" y="270919"/>
                      <a:pt x="135501" y="270929"/>
                    </a:cubicBezTo>
                    <a:close/>
                    <a:moveTo>
                      <a:pt x="135501" y="79393"/>
                    </a:moveTo>
                    <a:cubicBezTo>
                      <a:pt x="131174" y="79404"/>
                      <a:pt x="126863" y="79903"/>
                      <a:pt x="122649" y="80882"/>
                    </a:cubicBezTo>
                    <a:cubicBezTo>
                      <a:pt x="92504" y="87966"/>
                      <a:pt x="73809" y="118146"/>
                      <a:pt x="80893" y="148291"/>
                    </a:cubicBezTo>
                    <a:cubicBezTo>
                      <a:pt x="87978" y="178436"/>
                      <a:pt x="118158" y="197133"/>
                      <a:pt x="148303" y="190047"/>
                    </a:cubicBezTo>
                    <a:cubicBezTo>
                      <a:pt x="178403" y="183006"/>
                      <a:pt x="197095" y="152897"/>
                      <a:pt x="190054" y="122797"/>
                    </a:cubicBezTo>
                    <a:cubicBezTo>
                      <a:pt x="190047" y="122769"/>
                      <a:pt x="190041" y="122740"/>
                      <a:pt x="190034" y="122712"/>
                    </a:cubicBezTo>
                    <a:lnTo>
                      <a:pt x="190034" y="122712"/>
                    </a:lnTo>
                    <a:cubicBezTo>
                      <a:pt x="184098" y="97376"/>
                      <a:pt x="161523" y="79443"/>
                      <a:pt x="135501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DA69B802-C2FC-88D2-EEF9-023C7A54FE7F}"/>
              </a:ext>
            </a:extLst>
          </p:cNvPr>
          <p:cNvGrpSpPr/>
          <p:nvPr/>
        </p:nvGrpSpPr>
        <p:grpSpPr>
          <a:xfrm>
            <a:off x="1659299" y="2543666"/>
            <a:ext cx="531338" cy="823703"/>
            <a:chOff x="1659299" y="2543666"/>
            <a:chExt cx="531338" cy="823703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6DE74D40-1774-9429-569D-76C023A53C5A}"/>
                </a:ext>
              </a:extLst>
            </p:cNvPr>
            <p:cNvSpPr/>
            <p:nvPr/>
          </p:nvSpPr>
          <p:spPr>
            <a:xfrm>
              <a:off x="1659299" y="2646182"/>
              <a:ext cx="531338" cy="721187"/>
            </a:xfrm>
            <a:custGeom>
              <a:avLst/>
              <a:gdLst>
                <a:gd name="connsiteX0" fmla="*/ 265471 w 531338"/>
                <a:gd name="connsiteY0" fmla="*/ 721187 h 721187"/>
                <a:gd name="connsiteX1" fmla="*/ 89317 w 531338"/>
                <a:gd name="connsiteY1" fmla="*/ 687594 h 721187"/>
                <a:gd name="connsiteX2" fmla="*/ 0 w 531338"/>
                <a:gd name="connsiteY2" fmla="*/ 578974 h 721187"/>
                <a:gd name="connsiteX3" fmla="*/ 0 w 531338"/>
                <a:gd name="connsiteY3" fmla="*/ 39697 h 721187"/>
                <a:gd name="connsiteX4" fmla="*/ 39697 w 531338"/>
                <a:gd name="connsiteY4" fmla="*/ 0 h 721187"/>
                <a:gd name="connsiteX5" fmla="*/ 79393 w 531338"/>
                <a:gd name="connsiteY5" fmla="*/ 39697 h 721187"/>
                <a:gd name="connsiteX6" fmla="*/ 79393 w 531338"/>
                <a:gd name="connsiteY6" fmla="*/ 578974 h 721187"/>
                <a:gd name="connsiteX7" fmla="*/ 265669 w 531338"/>
                <a:gd name="connsiteY7" fmla="*/ 641794 h 721187"/>
                <a:gd name="connsiteX8" fmla="*/ 451946 w 531338"/>
                <a:gd name="connsiteY8" fmla="*/ 578974 h 721187"/>
                <a:gd name="connsiteX9" fmla="*/ 451946 w 531338"/>
                <a:gd name="connsiteY9" fmla="*/ 39697 h 721187"/>
                <a:gd name="connsiteX10" fmla="*/ 491642 w 531338"/>
                <a:gd name="connsiteY10" fmla="*/ 0 h 721187"/>
                <a:gd name="connsiteX11" fmla="*/ 531339 w 531338"/>
                <a:gd name="connsiteY11" fmla="*/ 39697 h 721187"/>
                <a:gd name="connsiteX12" fmla="*/ 531339 w 531338"/>
                <a:gd name="connsiteY12" fmla="*/ 578974 h 721187"/>
                <a:gd name="connsiteX13" fmla="*/ 442022 w 531338"/>
                <a:gd name="connsiteY13" fmla="*/ 687594 h 721187"/>
                <a:gd name="connsiteX14" fmla="*/ 265471 w 531338"/>
                <a:gd name="connsiteY14" fmla="*/ 721187 h 72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1338" h="721187">
                  <a:moveTo>
                    <a:pt x="265471" y="721187"/>
                  </a:moveTo>
                  <a:cubicBezTo>
                    <a:pt x="199575" y="721187"/>
                    <a:pt x="137003" y="709278"/>
                    <a:pt x="89317" y="687594"/>
                  </a:cubicBezTo>
                  <a:cubicBezTo>
                    <a:pt x="11462" y="652264"/>
                    <a:pt x="0" y="604578"/>
                    <a:pt x="0" y="578974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1" y="0"/>
                    <a:pt x="79393" y="17773"/>
                    <a:pt x="79393" y="39697"/>
                  </a:cubicBezTo>
                  <a:lnTo>
                    <a:pt x="79393" y="578974"/>
                  </a:lnTo>
                  <a:cubicBezTo>
                    <a:pt x="79393" y="597185"/>
                    <a:pt x="144694" y="641794"/>
                    <a:pt x="265669" y="641794"/>
                  </a:cubicBezTo>
                  <a:cubicBezTo>
                    <a:pt x="386645" y="641794"/>
                    <a:pt x="451946" y="597135"/>
                    <a:pt x="451946" y="578974"/>
                  </a:cubicBezTo>
                  <a:lnTo>
                    <a:pt x="451946" y="39697"/>
                  </a:lnTo>
                  <a:cubicBezTo>
                    <a:pt x="451946" y="17773"/>
                    <a:pt x="469720" y="0"/>
                    <a:pt x="491642" y="0"/>
                  </a:cubicBezTo>
                  <a:cubicBezTo>
                    <a:pt x="513565" y="0"/>
                    <a:pt x="531339" y="17773"/>
                    <a:pt x="531339" y="39697"/>
                  </a:cubicBezTo>
                  <a:lnTo>
                    <a:pt x="531339" y="578974"/>
                  </a:lnTo>
                  <a:cubicBezTo>
                    <a:pt x="531339" y="604380"/>
                    <a:pt x="519678" y="652264"/>
                    <a:pt x="442022" y="687594"/>
                  </a:cubicBezTo>
                  <a:cubicBezTo>
                    <a:pt x="393939" y="709278"/>
                    <a:pt x="331367" y="721187"/>
                    <a:pt x="265471" y="72118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CBB3A1DF-FEFF-0861-CA67-47894D84D4AC}"/>
                </a:ext>
              </a:extLst>
            </p:cNvPr>
            <p:cNvSpPr/>
            <p:nvPr/>
          </p:nvSpPr>
          <p:spPr>
            <a:xfrm>
              <a:off x="1659299" y="2543666"/>
              <a:ext cx="530941" cy="284475"/>
            </a:xfrm>
            <a:custGeom>
              <a:avLst/>
              <a:gdLst>
                <a:gd name="connsiteX0" fmla="*/ 265471 w 530941"/>
                <a:gd name="connsiteY0" fmla="*/ 284475 h 284475"/>
                <a:gd name="connsiteX1" fmla="*/ 89317 w 530941"/>
                <a:gd name="connsiteY1" fmla="*/ 250882 h 284475"/>
                <a:gd name="connsiteX2" fmla="*/ 0 w 530941"/>
                <a:gd name="connsiteY2" fmla="*/ 142213 h 284475"/>
                <a:gd name="connsiteX3" fmla="*/ 89317 w 530941"/>
                <a:gd name="connsiteY3" fmla="*/ 33593 h 284475"/>
                <a:gd name="connsiteX4" fmla="*/ 265471 w 530941"/>
                <a:gd name="connsiteY4" fmla="*/ 0 h 284475"/>
                <a:gd name="connsiteX5" fmla="*/ 441625 w 530941"/>
                <a:gd name="connsiteY5" fmla="*/ 33593 h 284475"/>
                <a:gd name="connsiteX6" fmla="*/ 530942 w 530941"/>
                <a:gd name="connsiteY6" fmla="*/ 142213 h 284475"/>
                <a:gd name="connsiteX7" fmla="*/ 441625 w 530941"/>
                <a:gd name="connsiteY7" fmla="*/ 250882 h 284475"/>
                <a:gd name="connsiteX8" fmla="*/ 265471 w 530941"/>
                <a:gd name="connsiteY8" fmla="*/ 284475 h 284475"/>
                <a:gd name="connsiteX9" fmla="*/ 265471 w 530941"/>
                <a:gd name="connsiteY9" fmla="*/ 79393 h 284475"/>
                <a:gd name="connsiteX10" fmla="*/ 79393 w 530941"/>
                <a:gd name="connsiteY10" fmla="*/ 142213 h 284475"/>
                <a:gd name="connsiteX11" fmla="*/ 265471 w 530941"/>
                <a:gd name="connsiteY11" fmla="*/ 205082 h 284475"/>
                <a:gd name="connsiteX12" fmla="*/ 451549 w 530941"/>
                <a:gd name="connsiteY12" fmla="*/ 142213 h 284475"/>
                <a:gd name="connsiteX13" fmla="*/ 265471 w 530941"/>
                <a:gd name="connsiteY13" fmla="*/ 79393 h 28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0941" h="284475">
                  <a:moveTo>
                    <a:pt x="265471" y="284475"/>
                  </a:moveTo>
                  <a:cubicBezTo>
                    <a:pt x="199575" y="284475"/>
                    <a:pt x="137003" y="272517"/>
                    <a:pt x="89317" y="250882"/>
                  </a:cubicBezTo>
                  <a:cubicBezTo>
                    <a:pt x="11462" y="215552"/>
                    <a:pt x="0" y="167668"/>
                    <a:pt x="0" y="142213"/>
                  </a:cubicBezTo>
                  <a:cubicBezTo>
                    <a:pt x="0" y="116757"/>
                    <a:pt x="11661" y="68923"/>
                    <a:pt x="89317" y="33593"/>
                  </a:cubicBezTo>
                  <a:cubicBezTo>
                    <a:pt x="137003" y="11909"/>
                    <a:pt x="199575" y="0"/>
                    <a:pt x="265471" y="0"/>
                  </a:cubicBezTo>
                  <a:cubicBezTo>
                    <a:pt x="331367" y="0"/>
                    <a:pt x="393939" y="11909"/>
                    <a:pt x="441625" y="33593"/>
                  </a:cubicBezTo>
                  <a:cubicBezTo>
                    <a:pt x="519480" y="68923"/>
                    <a:pt x="530942" y="116807"/>
                    <a:pt x="530942" y="142213"/>
                  </a:cubicBezTo>
                  <a:cubicBezTo>
                    <a:pt x="530942" y="167619"/>
                    <a:pt x="519281" y="215552"/>
                    <a:pt x="441625" y="250882"/>
                  </a:cubicBezTo>
                  <a:cubicBezTo>
                    <a:pt x="393939" y="272517"/>
                    <a:pt x="331367" y="284475"/>
                    <a:pt x="265471" y="284475"/>
                  </a:cubicBezTo>
                  <a:close/>
                  <a:moveTo>
                    <a:pt x="265471" y="79393"/>
                  </a:moveTo>
                  <a:cubicBezTo>
                    <a:pt x="144496" y="79393"/>
                    <a:pt x="79393" y="124002"/>
                    <a:pt x="79393" y="142213"/>
                  </a:cubicBezTo>
                  <a:cubicBezTo>
                    <a:pt x="79393" y="160424"/>
                    <a:pt x="144496" y="205082"/>
                    <a:pt x="265471" y="205082"/>
                  </a:cubicBezTo>
                  <a:cubicBezTo>
                    <a:pt x="386446" y="205082"/>
                    <a:pt x="451549" y="160473"/>
                    <a:pt x="451549" y="142213"/>
                  </a:cubicBezTo>
                  <a:cubicBezTo>
                    <a:pt x="451549" y="123952"/>
                    <a:pt x="386446" y="79393"/>
                    <a:pt x="26547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0946955F-A499-4512-BE5B-9B6E4B0FEA4A}"/>
              </a:ext>
            </a:extLst>
          </p:cNvPr>
          <p:cNvGrpSpPr/>
          <p:nvPr/>
        </p:nvGrpSpPr>
        <p:grpSpPr>
          <a:xfrm>
            <a:off x="2957703" y="2557163"/>
            <a:ext cx="636832" cy="829161"/>
            <a:chOff x="2957703" y="2557163"/>
            <a:chExt cx="636832" cy="829161"/>
          </a:xfrm>
        </p:grpSpPr>
        <p:grpSp>
          <p:nvGrpSpPr>
            <p:cNvPr id="164" name="Picture Placeholder 47">
              <a:extLst>
                <a:ext uri="{FF2B5EF4-FFF2-40B4-BE49-F238E27FC236}">
                  <a16:creationId xmlns:a16="http://schemas.microsoft.com/office/drawing/2014/main" id="{F08CED2B-EC7F-56BD-164E-A9AC671D5146}"/>
                </a:ext>
              </a:extLst>
            </p:cNvPr>
            <p:cNvGrpSpPr/>
            <p:nvPr/>
          </p:nvGrpSpPr>
          <p:grpSpPr>
            <a:xfrm>
              <a:off x="2957703" y="2557163"/>
              <a:ext cx="636832" cy="829161"/>
              <a:chOff x="2957703" y="2557163"/>
              <a:chExt cx="636832" cy="829161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43074C92-2FED-BFCA-889E-26D630FFB13F}"/>
                  </a:ext>
                </a:extLst>
              </p:cNvPr>
              <p:cNvSpPr/>
              <p:nvPr/>
            </p:nvSpPr>
            <p:spPr>
              <a:xfrm>
                <a:off x="2957703" y="2557163"/>
                <a:ext cx="636832" cy="829161"/>
              </a:xfrm>
              <a:custGeom>
                <a:avLst/>
                <a:gdLst>
                  <a:gd name="connsiteX0" fmla="*/ 597235 w 636832"/>
                  <a:gd name="connsiteY0" fmla="*/ 829162 h 829161"/>
                  <a:gd name="connsiteX1" fmla="*/ 39697 w 636832"/>
                  <a:gd name="connsiteY1" fmla="*/ 829162 h 829161"/>
                  <a:gd name="connsiteX2" fmla="*/ 0 w 636832"/>
                  <a:gd name="connsiteY2" fmla="*/ 789465 h 829161"/>
                  <a:gd name="connsiteX3" fmla="*/ 0 w 636832"/>
                  <a:gd name="connsiteY3" fmla="*/ 39697 h 829161"/>
                  <a:gd name="connsiteX4" fmla="*/ 39697 w 636832"/>
                  <a:gd name="connsiteY4" fmla="*/ 0 h 829161"/>
                  <a:gd name="connsiteX5" fmla="*/ 411108 w 636832"/>
                  <a:gd name="connsiteY5" fmla="*/ 0 h 829161"/>
                  <a:gd name="connsiteX6" fmla="*/ 439292 w 636832"/>
                  <a:gd name="connsiteY6" fmla="*/ 11760 h 829161"/>
                  <a:gd name="connsiteX7" fmla="*/ 625321 w 636832"/>
                  <a:gd name="connsiteY7" fmla="*/ 199475 h 829161"/>
                  <a:gd name="connsiteX8" fmla="*/ 636833 w 636832"/>
                  <a:gd name="connsiteY8" fmla="*/ 227412 h 829161"/>
                  <a:gd name="connsiteX9" fmla="*/ 636833 w 636832"/>
                  <a:gd name="connsiteY9" fmla="*/ 789465 h 829161"/>
                  <a:gd name="connsiteX10" fmla="*/ 597235 w 636832"/>
                  <a:gd name="connsiteY10" fmla="*/ 829162 h 829161"/>
                  <a:gd name="connsiteX11" fmla="*/ 79393 w 636832"/>
                  <a:gd name="connsiteY11" fmla="*/ 749769 h 829161"/>
                  <a:gd name="connsiteX12" fmla="*/ 557539 w 636832"/>
                  <a:gd name="connsiteY12" fmla="*/ 749769 h 829161"/>
                  <a:gd name="connsiteX13" fmla="*/ 557539 w 636832"/>
                  <a:gd name="connsiteY13" fmla="*/ 243638 h 829161"/>
                  <a:gd name="connsiteX14" fmla="*/ 394683 w 636832"/>
                  <a:gd name="connsiteY14" fmla="*/ 79393 h 829161"/>
                  <a:gd name="connsiteX15" fmla="*/ 79393 w 636832"/>
                  <a:gd name="connsiteY15" fmla="*/ 79393 h 829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36832" h="829161">
                    <a:moveTo>
                      <a:pt x="597235" y="829162"/>
                    </a:moveTo>
                    <a:lnTo>
                      <a:pt x="39697" y="829162"/>
                    </a:lnTo>
                    <a:cubicBezTo>
                      <a:pt x="17773" y="829162"/>
                      <a:pt x="0" y="811388"/>
                      <a:pt x="0" y="78946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411108" y="0"/>
                    </a:lnTo>
                    <a:cubicBezTo>
                      <a:pt x="421697" y="5"/>
                      <a:pt x="431839" y="4238"/>
                      <a:pt x="439292" y="11760"/>
                    </a:cubicBezTo>
                    <a:lnTo>
                      <a:pt x="625321" y="199475"/>
                    </a:lnTo>
                    <a:cubicBezTo>
                      <a:pt x="632689" y="206906"/>
                      <a:pt x="636828" y="216946"/>
                      <a:pt x="636833" y="227412"/>
                    </a:cubicBezTo>
                    <a:lnTo>
                      <a:pt x="636833" y="789465"/>
                    </a:lnTo>
                    <a:cubicBezTo>
                      <a:pt x="636833" y="811348"/>
                      <a:pt x="619118" y="829107"/>
                      <a:pt x="597235" y="829162"/>
                    </a:cubicBezTo>
                    <a:close/>
                    <a:moveTo>
                      <a:pt x="79393" y="749769"/>
                    </a:moveTo>
                    <a:lnTo>
                      <a:pt x="557539" y="749769"/>
                    </a:lnTo>
                    <a:lnTo>
                      <a:pt x="557539" y="243638"/>
                    </a:lnTo>
                    <a:lnTo>
                      <a:pt x="394683" y="79393"/>
                    </a:lnTo>
                    <a:lnTo>
                      <a:pt x="79393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C04422A9-6B75-8517-3AA5-8453C14DCB9F}"/>
                  </a:ext>
                </a:extLst>
              </p:cNvPr>
              <p:cNvSpPr/>
              <p:nvPr/>
            </p:nvSpPr>
            <p:spPr>
              <a:xfrm>
                <a:off x="3329114" y="2557163"/>
                <a:ext cx="265421" cy="267108"/>
              </a:xfrm>
              <a:custGeom>
                <a:avLst/>
                <a:gdLst>
                  <a:gd name="connsiteX0" fmla="*/ 225824 w 265421"/>
                  <a:gd name="connsiteY0" fmla="*/ 267108 h 267108"/>
                  <a:gd name="connsiteX1" fmla="*/ 39697 w 265421"/>
                  <a:gd name="connsiteY1" fmla="*/ 267108 h 267108"/>
                  <a:gd name="connsiteX2" fmla="*/ 0 w 265421"/>
                  <a:gd name="connsiteY2" fmla="*/ 227412 h 267108"/>
                  <a:gd name="connsiteX3" fmla="*/ 0 w 265421"/>
                  <a:gd name="connsiteY3" fmla="*/ 39697 h 267108"/>
                  <a:gd name="connsiteX4" fmla="*/ 39697 w 265421"/>
                  <a:gd name="connsiteY4" fmla="*/ 0 h 267108"/>
                  <a:gd name="connsiteX5" fmla="*/ 79393 w 265421"/>
                  <a:gd name="connsiteY5" fmla="*/ 39697 h 267108"/>
                  <a:gd name="connsiteX6" fmla="*/ 79393 w 265421"/>
                  <a:gd name="connsiteY6" fmla="*/ 187715 h 267108"/>
                  <a:gd name="connsiteX7" fmla="*/ 225725 w 265421"/>
                  <a:gd name="connsiteY7" fmla="*/ 187715 h 267108"/>
                  <a:gd name="connsiteX8" fmla="*/ 265421 w 265421"/>
                  <a:gd name="connsiteY8" fmla="*/ 227412 h 267108"/>
                  <a:gd name="connsiteX9" fmla="*/ 225725 w 265421"/>
                  <a:gd name="connsiteY9" fmla="*/ 267108 h 26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7108">
                    <a:moveTo>
                      <a:pt x="225824" y="267108"/>
                    </a:moveTo>
                    <a:lnTo>
                      <a:pt x="39697" y="267108"/>
                    </a:lnTo>
                    <a:cubicBezTo>
                      <a:pt x="17774" y="267108"/>
                      <a:pt x="0" y="249336"/>
                      <a:pt x="0" y="227412"/>
                    </a:cubicBezTo>
                    <a:lnTo>
                      <a:pt x="0" y="39697"/>
                    </a:lnTo>
                    <a:cubicBezTo>
                      <a:pt x="0" y="17773"/>
                      <a:pt x="17774" y="0"/>
                      <a:pt x="39697" y="0"/>
                    </a:cubicBezTo>
                    <a:cubicBezTo>
                      <a:pt x="61619" y="0"/>
                      <a:pt x="79393" y="17773"/>
                      <a:pt x="79393" y="39697"/>
                    </a:cubicBezTo>
                    <a:lnTo>
                      <a:pt x="79393" y="187715"/>
                    </a:lnTo>
                    <a:lnTo>
                      <a:pt x="225725" y="187715"/>
                    </a:lnTo>
                    <a:cubicBezTo>
                      <a:pt x="247647" y="187715"/>
                      <a:pt x="265421" y="205488"/>
                      <a:pt x="265421" y="227412"/>
                    </a:cubicBezTo>
                    <a:cubicBezTo>
                      <a:pt x="265421" y="249336"/>
                      <a:pt x="247647" y="267108"/>
                      <a:pt x="225725" y="2671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BB7D5ED9-8B36-F964-8C13-34D170390FDA}"/>
                  </a:ext>
                </a:extLst>
              </p:cNvPr>
              <p:cNvSpPr/>
              <p:nvPr/>
            </p:nvSpPr>
            <p:spPr>
              <a:xfrm>
                <a:off x="3095897" y="2869922"/>
                <a:ext cx="362231" cy="79393"/>
              </a:xfrm>
              <a:custGeom>
                <a:avLst/>
                <a:gdLst>
                  <a:gd name="connsiteX0" fmla="*/ 322535 w 362231"/>
                  <a:gd name="connsiteY0" fmla="*/ 79393 h 79393"/>
                  <a:gd name="connsiteX1" fmla="*/ 39697 w 362231"/>
                  <a:gd name="connsiteY1" fmla="*/ 79393 h 79393"/>
                  <a:gd name="connsiteX2" fmla="*/ 0 w 362231"/>
                  <a:gd name="connsiteY2" fmla="*/ 39697 h 79393"/>
                  <a:gd name="connsiteX3" fmla="*/ 39697 w 362231"/>
                  <a:gd name="connsiteY3" fmla="*/ 0 h 79393"/>
                  <a:gd name="connsiteX4" fmla="*/ 322535 w 362231"/>
                  <a:gd name="connsiteY4" fmla="*/ 0 h 79393"/>
                  <a:gd name="connsiteX5" fmla="*/ 362231 w 362231"/>
                  <a:gd name="connsiteY5" fmla="*/ 39697 h 79393"/>
                  <a:gd name="connsiteX6" fmla="*/ 322535 w 36223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231" h="79393">
                    <a:moveTo>
                      <a:pt x="32253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22535" y="0"/>
                    </a:lnTo>
                    <a:cubicBezTo>
                      <a:pt x="344457" y="0"/>
                      <a:pt x="362231" y="17773"/>
                      <a:pt x="362231" y="39697"/>
                    </a:cubicBezTo>
                    <a:cubicBezTo>
                      <a:pt x="362231" y="61620"/>
                      <a:pt x="344457" y="79393"/>
                      <a:pt x="32253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ED82A107-42AA-E0EA-3429-57F1FFBD6BD6}"/>
                  </a:ext>
                </a:extLst>
              </p:cNvPr>
              <p:cNvSpPr/>
              <p:nvPr/>
            </p:nvSpPr>
            <p:spPr>
              <a:xfrm>
                <a:off x="3095897" y="2744630"/>
                <a:ext cx="153824" cy="79393"/>
              </a:xfrm>
              <a:custGeom>
                <a:avLst/>
                <a:gdLst>
                  <a:gd name="connsiteX0" fmla="*/ 114128 w 153824"/>
                  <a:gd name="connsiteY0" fmla="*/ 79393 h 79393"/>
                  <a:gd name="connsiteX1" fmla="*/ 39697 w 153824"/>
                  <a:gd name="connsiteY1" fmla="*/ 79393 h 79393"/>
                  <a:gd name="connsiteX2" fmla="*/ 0 w 153824"/>
                  <a:gd name="connsiteY2" fmla="*/ 39697 h 79393"/>
                  <a:gd name="connsiteX3" fmla="*/ 39697 w 153824"/>
                  <a:gd name="connsiteY3" fmla="*/ 0 h 79393"/>
                  <a:gd name="connsiteX4" fmla="*/ 114128 w 153824"/>
                  <a:gd name="connsiteY4" fmla="*/ 0 h 79393"/>
                  <a:gd name="connsiteX5" fmla="*/ 153824 w 153824"/>
                  <a:gd name="connsiteY5" fmla="*/ 39697 h 79393"/>
                  <a:gd name="connsiteX6" fmla="*/ 114128 w 15382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824" h="79393">
                    <a:moveTo>
                      <a:pt x="114128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20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114128" y="0"/>
                    </a:lnTo>
                    <a:cubicBezTo>
                      <a:pt x="136052" y="0"/>
                      <a:pt x="153824" y="17773"/>
                      <a:pt x="153824" y="39697"/>
                    </a:cubicBezTo>
                    <a:cubicBezTo>
                      <a:pt x="153824" y="61620"/>
                      <a:pt x="136052" y="79393"/>
                      <a:pt x="114128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D6AD6F2B-F223-C5D3-A262-E44BA22F9D01}"/>
                  </a:ext>
                </a:extLst>
              </p:cNvPr>
              <p:cNvSpPr/>
              <p:nvPr/>
            </p:nvSpPr>
            <p:spPr>
              <a:xfrm>
                <a:off x="3095897" y="2995214"/>
                <a:ext cx="362231" cy="79393"/>
              </a:xfrm>
              <a:custGeom>
                <a:avLst/>
                <a:gdLst>
                  <a:gd name="connsiteX0" fmla="*/ 322535 w 362231"/>
                  <a:gd name="connsiteY0" fmla="*/ 79393 h 79393"/>
                  <a:gd name="connsiteX1" fmla="*/ 39697 w 362231"/>
                  <a:gd name="connsiteY1" fmla="*/ 79393 h 79393"/>
                  <a:gd name="connsiteX2" fmla="*/ 0 w 362231"/>
                  <a:gd name="connsiteY2" fmla="*/ 39697 h 79393"/>
                  <a:gd name="connsiteX3" fmla="*/ 39697 w 362231"/>
                  <a:gd name="connsiteY3" fmla="*/ 0 h 79393"/>
                  <a:gd name="connsiteX4" fmla="*/ 322535 w 362231"/>
                  <a:gd name="connsiteY4" fmla="*/ 0 h 79393"/>
                  <a:gd name="connsiteX5" fmla="*/ 362231 w 362231"/>
                  <a:gd name="connsiteY5" fmla="*/ 39697 h 79393"/>
                  <a:gd name="connsiteX6" fmla="*/ 322535 w 36223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231" h="79393">
                    <a:moveTo>
                      <a:pt x="322535" y="79393"/>
                    </a:moveTo>
                    <a:lnTo>
                      <a:pt x="39697" y="79393"/>
                    </a:lnTo>
                    <a:cubicBezTo>
                      <a:pt x="17773" y="79393"/>
                      <a:pt x="0" y="61619"/>
                      <a:pt x="0" y="39697"/>
                    </a:cubicBezTo>
                    <a:cubicBezTo>
                      <a:pt x="0" y="17773"/>
                      <a:pt x="17773" y="0"/>
                      <a:pt x="39697" y="0"/>
                    </a:cubicBezTo>
                    <a:lnTo>
                      <a:pt x="322535" y="0"/>
                    </a:lnTo>
                    <a:cubicBezTo>
                      <a:pt x="344457" y="0"/>
                      <a:pt x="362231" y="17773"/>
                      <a:pt x="362231" y="39697"/>
                    </a:cubicBezTo>
                    <a:cubicBezTo>
                      <a:pt x="362231" y="61619"/>
                      <a:pt x="344457" y="79393"/>
                      <a:pt x="32253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984C2616-6707-D0D8-2917-869A0054AFC3}"/>
                </a:ext>
              </a:extLst>
            </p:cNvPr>
            <p:cNvSpPr/>
            <p:nvPr/>
          </p:nvSpPr>
          <p:spPr>
            <a:xfrm>
              <a:off x="3181874" y="3119980"/>
              <a:ext cx="305891" cy="150629"/>
            </a:xfrm>
            <a:custGeom>
              <a:avLst/>
              <a:gdLst>
                <a:gd name="connsiteX0" fmla="*/ 173688 w 305891"/>
                <a:gd name="connsiteY0" fmla="*/ 150629 h 150629"/>
                <a:gd name="connsiteX1" fmla="*/ 101589 w 305891"/>
                <a:gd name="connsiteY1" fmla="*/ 102299 h 150629"/>
                <a:gd name="connsiteX2" fmla="*/ 69336 w 305891"/>
                <a:gd name="connsiteY2" fmla="*/ 137033 h 150629"/>
                <a:gd name="connsiteX3" fmla="*/ 13265 w 305891"/>
                <a:gd name="connsiteY3" fmla="*/ 140209 h 150629"/>
                <a:gd name="connsiteX4" fmla="*/ 10089 w 305891"/>
                <a:gd name="connsiteY4" fmla="*/ 84137 h 150629"/>
                <a:gd name="connsiteX5" fmla="*/ 44823 w 305891"/>
                <a:gd name="connsiteY5" fmla="*/ 46575 h 150629"/>
                <a:gd name="connsiteX6" fmla="*/ 133248 w 305891"/>
                <a:gd name="connsiteY6" fmla="*/ 6878 h 150629"/>
                <a:gd name="connsiteX7" fmla="*/ 154684 w 305891"/>
                <a:gd name="connsiteY7" fmla="*/ 35013 h 150629"/>
                <a:gd name="connsiteX8" fmla="*/ 177013 w 305891"/>
                <a:gd name="connsiteY8" fmla="*/ 70392 h 150629"/>
                <a:gd name="connsiteX9" fmla="*/ 234176 w 305891"/>
                <a:gd name="connsiteY9" fmla="*/ 43101 h 150629"/>
                <a:gd name="connsiteX10" fmla="*/ 289662 w 305891"/>
                <a:gd name="connsiteY10" fmla="*/ 34556 h 150629"/>
                <a:gd name="connsiteX11" fmla="*/ 299279 w 305891"/>
                <a:gd name="connsiteY11" fmla="*/ 88504 h 150629"/>
                <a:gd name="connsiteX12" fmla="*/ 180983 w 305891"/>
                <a:gd name="connsiteY12" fmla="*/ 150034 h 150629"/>
                <a:gd name="connsiteX13" fmla="*/ 173688 w 305891"/>
                <a:gd name="connsiteY13" fmla="*/ 150629 h 150629"/>
                <a:gd name="connsiteX14" fmla="*/ 233233 w 305891"/>
                <a:gd name="connsiteY14" fmla="*/ 44639 h 150629"/>
                <a:gd name="connsiteX15" fmla="*/ 233233 w 305891"/>
                <a:gd name="connsiteY15" fmla="*/ 44639 h 15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891" h="150629">
                  <a:moveTo>
                    <a:pt x="173688" y="150629"/>
                  </a:moveTo>
                  <a:cubicBezTo>
                    <a:pt x="140492" y="150629"/>
                    <a:pt x="117270" y="126166"/>
                    <a:pt x="101589" y="102299"/>
                  </a:cubicBezTo>
                  <a:cubicBezTo>
                    <a:pt x="91169" y="113165"/>
                    <a:pt x="79508" y="125769"/>
                    <a:pt x="69336" y="137033"/>
                  </a:cubicBezTo>
                  <a:cubicBezTo>
                    <a:pt x="54729" y="153393"/>
                    <a:pt x="29625" y="154817"/>
                    <a:pt x="13265" y="140209"/>
                  </a:cubicBezTo>
                  <a:cubicBezTo>
                    <a:pt x="-3096" y="125600"/>
                    <a:pt x="-4518" y="100497"/>
                    <a:pt x="10089" y="84137"/>
                  </a:cubicBezTo>
                  <a:cubicBezTo>
                    <a:pt x="10784" y="83343"/>
                    <a:pt x="27307" y="64885"/>
                    <a:pt x="44823" y="46575"/>
                  </a:cubicBezTo>
                  <a:cubicBezTo>
                    <a:pt x="76779" y="13180"/>
                    <a:pt x="102036" y="-12970"/>
                    <a:pt x="133248" y="6878"/>
                  </a:cubicBezTo>
                  <a:cubicBezTo>
                    <a:pt x="143668" y="13626"/>
                    <a:pt x="148134" y="22608"/>
                    <a:pt x="154684" y="35013"/>
                  </a:cubicBezTo>
                  <a:cubicBezTo>
                    <a:pt x="164310" y="53770"/>
                    <a:pt x="171803" y="65679"/>
                    <a:pt x="177013" y="70392"/>
                  </a:cubicBezTo>
                  <a:cubicBezTo>
                    <a:pt x="197834" y="65584"/>
                    <a:pt x="217345" y="56270"/>
                    <a:pt x="234176" y="43101"/>
                  </a:cubicBezTo>
                  <a:cubicBezTo>
                    <a:pt x="247137" y="25421"/>
                    <a:pt x="271982" y="21595"/>
                    <a:pt x="289662" y="34556"/>
                  </a:cubicBezTo>
                  <a:cubicBezTo>
                    <a:pt x="306756" y="47091"/>
                    <a:pt x="310989" y="70839"/>
                    <a:pt x="299279" y="88504"/>
                  </a:cubicBezTo>
                  <a:cubicBezTo>
                    <a:pt x="281514" y="115101"/>
                    <a:pt x="222962" y="145568"/>
                    <a:pt x="180983" y="150034"/>
                  </a:cubicBezTo>
                  <a:cubicBezTo>
                    <a:pt x="178551" y="150629"/>
                    <a:pt x="176070" y="150629"/>
                    <a:pt x="173688" y="150629"/>
                  </a:cubicBezTo>
                  <a:close/>
                  <a:moveTo>
                    <a:pt x="233233" y="44639"/>
                  </a:moveTo>
                  <a:lnTo>
                    <a:pt x="233233" y="44639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27E6D066-4DBA-8138-61B7-19543BA817CD}"/>
              </a:ext>
            </a:extLst>
          </p:cNvPr>
          <p:cNvGrpSpPr/>
          <p:nvPr/>
        </p:nvGrpSpPr>
        <p:grpSpPr>
          <a:xfrm>
            <a:off x="4133048" y="2530764"/>
            <a:ext cx="853476" cy="849506"/>
            <a:chOff x="4133048" y="2530764"/>
            <a:chExt cx="853476" cy="849506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7A969FA9-3A2C-07C8-405C-BD76EA0CBC83}"/>
                </a:ext>
              </a:extLst>
            </p:cNvPr>
            <p:cNvSpPr/>
            <p:nvPr/>
          </p:nvSpPr>
          <p:spPr>
            <a:xfrm>
              <a:off x="4458510" y="2799163"/>
              <a:ext cx="202254" cy="202253"/>
            </a:xfrm>
            <a:custGeom>
              <a:avLst/>
              <a:gdLst>
                <a:gd name="connsiteX0" fmla="*/ 101177 w 202254"/>
                <a:gd name="connsiteY0" fmla="*/ 202254 h 202253"/>
                <a:gd name="connsiteX1" fmla="*/ 0 w 202254"/>
                <a:gd name="connsiteY1" fmla="*/ 101177 h 202253"/>
                <a:gd name="connsiteX2" fmla="*/ 101077 w 202254"/>
                <a:gd name="connsiteY2" fmla="*/ 0 h 202253"/>
                <a:gd name="connsiteX3" fmla="*/ 202254 w 202254"/>
                <a:gd name="connsiteY3" fmla="*/ 101077 h 202253"/>
                <a:gd name="connsiteX4" fmla="*/ 202254 w 202254"/>
                <a:gd name="connsiteY4" fmla="*/ 101127 h 202253"/>
                <a:gd name="connsiteX5" fmla="*/ 101177 w 202254"/>
                <a:gd name="connsiteY5" fmla="*/ 202254 h 202253"/>
                <a:gd name="connsiteX6" fmla="*/ 101177 w 202254"/>
                <a:gd name="connsiteY6" fmla="*/ 79443 h 202253"/>
                <a:gd name="connsiteX7" fmla="*/ 79393 w 202254"/>
                <a:gd name="connsiteY7" fmla="*/ 101127 h 202253"/>
                <a:gd name="connsiteX8" fmla="*/ 101078 w 202254"/>
                <a:gd name="connsiteY8" fmla="*/ 122910 h 202253"/>
                <a:gd name="connsiteX9" fmla="*/ 122861 w 202254"/>
                <a:gd name="connsiteY9" fmla="*/ 101226 h 202253"/>
                <a:gd name="connsiteX10" fmla="*/ 122861 w 202254"/>
                <a:gd name="connsiteY10" fmla="*/ 101127 h 202253"/>
                <a:gd name="connsiteX11" fmla="*/ 101177 w 202254"/>
                <a:gd name="connsiteY11" fmla="*/ 79443 h 20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2254" h="202253">
                  <a:moveTo>
                    <a:pt x="101177" y="202254"/>
                  </a:moveTo>
                  <a:cubicBezTo>
                    <a:pt x="45326" y="202281"/>
                    <a:pt x="27" y="157027"/>
                    <a:pt x="0" y="101177"/>
                  </a:cubicBezTo>
                  <a:cubicBezTo>
                    <a:pt x="-27" y="45326"/>
                    <a:pt x="45227" y="27"/>
                    <a:pt x="101077" y="0"/>
                  </a:cubicBezTo>
                  <a:cubicBezTo>
                    <a:pt x="156928" y="-27"/>
                    <a:pt x="202227" y="45226"/>
                    <a:pt x="202254" y="101077"/>
                  </a:cubicBezTo>
                  <a:cubicBezTo>
                    <a:pt x="202254" y="101094"/>
                    <a:pt x="202254" y="101110"/>
                    <a:pt x="202254" y="101127"/>
                  </a:cubicBezTo>
                  <a:cubicBezTo>
                    <a:pt x="202199" y="156936"/>
                    <a:pt x="156986" y="202172"/>
                    <a:pt x="101177" y="202254"/>
                  </a:cubicBezTo>
                  <a:close/>
                  <a:moveTo>
                    <a:pt x="101177" y="79443"/>
                  </a:moveTo>
                  <a:cubicBezTo>
                    <a:pt x="89173" y="79415"/>
                    <a:pt x="79421" y="89124"/>
                    <a:pt x="79393" y="101127"/>
                  </a:cubicBezTo>
                  <a:cubicBezTo>
                    <a:pt x="79366" y="113130"/>
                    <a:pt x="89074" y="122883"/>
                    <a:pt x="101078" y="122910"/>
                  </a:cubicBezTo>
                  <a:cubicBezTo>
                    <a:pt x="113081" y="122938"/>
                    <a:pt x="122834" y="113229"/>
                    <a:pt x="122861" y="101226"/>
                  </a:cubicBezTo>
                  <a:cubicBezTo>
                    <a:pt x="122861" y="101193"/>
                    <a:pt x="122861" y="101160"/>
                    <a:pt x="122861" y="101127"/>
                  </a:cubicBezTo>
                  <a:cubicBezTo>
                    <a:pt x="122861" y="89151"/>
                    <a:pt x="113153" y="79443"/>
                    <a:pt x="101177" y="794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D39951D2-6033-01C7-0AB6-E1D4DBB07E64}"/>
                </a:ext>
              </a:extLst>
            </p:cNvPr>
            <p:cNvSpPr/>
            <p:nvPr/>
          </p:nvSpPr>
          <p:spPr>
            <a:xfrm>
              <a:off x="4419260" y="2971892"/>
              <a:ext cx="281051" cy="214361"/>
            </a:xfrm>
            <a:custGeom>
              <a:avLst/>
              <a:gdLst>
                <a:gd name="connsiteX0" fmla="*/ 241355 w 281051"/>
                <a:gd name="connsiteY0" fmla="*/ 214361 h 214361"/>
                <a:gd name="connsiteX1" fmla="*/ 201659 w 281051"/>
                <a:gd name="connsiteY1" fmla="*/ 174665 h 214361"/>
                <a:gd name="connsiteX2" fmla="*/ 201659 w 281051"/>
                <a:gd name="connsiteY2" fmla="*/ 140526 h 214361"/>
                <a:gd name="connsiteX3" fmla="*/ 140526 w 281051"/>
                <a:gd name="connsiteY3" fmla="*/ 79393 h 214361"/>
                <a:gd name="connsiteX4" fmla="*/ 79393 w 281051"/>
                <a:gd name="connsiteY4" fmla="*/ 140526 h 214361"/>
                <a:gd name="connsiteX5" fmla="*/ 79393 w 281051"/>
                <a:gd name="connsiteY5" fmla="*/ 174665 h 214361"/>
                <a:gd name="connsiteX6" fmla="*/ 39697 w 281051"/>
                <a:gd name="connsiteY6" fmla="*/ 214361 h 214361"/>
                <a:gd name="connsiteX7" fmla="*/ 0 w 281051"/>
                <a:gd name="connsiteY7" fmla="*/ 174665 h 214361"/>
                <a:gd name="connsiteX8" fmla="*/ 0 w 281051"/>
                <a:gd name="connsiteY8" fmla="*/ 140526 h 214361"/>
                <a:gd name="connsiteX9" fmla="*/ 140526 w 281051"/>
                <a:gd name="connsiteY9" fmla="*/ 0 h 214361"/>
                <a:gd name="connsiteX10" fmla="*/ 281052 w 281051"/>
                <a:gd name="connsiteY10" fmla="*/ 140526 h 214361"/>
                <a:gd name="connsiteX11" fmla="*/ 281052 w 281051"/>
                <a:gd name="connsiteY11" fmla="*/ 174665 h 214361"/>
                <a:gd name="connsiteX12" fmla="*/ 241355 w 281051"/>
                <a:gd name="connsiteY12" fmla="*/ 214361 h 21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051" h="214361">
                  <a:moveTo>
                    <a:pt x="241355" y="214361"/>
                  </a:moveTo>
                  <a:cubicBezTo>
                    <a:pt x="219431" y="214361"/>
                    <a:pt x="201659" y="196589"/>
                    <a:pt x="201659" y="174665"/>
                  </a:cubicBezTo>
                  <a:lnTo>
                    <a:pt x="201659" y="140526"/>
                  </a:lnTo>
                  <a:cubicBezTo>
                    <a:pt x="201659" y="106763"/>
                    <a:pt x="174289" y="79393"/>
                    <a:pt x="140526" y="79393"/>
                  </a:cubicBezTo>
                  <a:cubicBezTo>
                    <a:pt x="106763" y="79393"/>
                    <a:pt x="79393" y="106763"/>
                    <a:pt x="79393" y="140526"/>
                  </a:cubicBezTo>
                  <a:lnTo>
                    <a:pt x="79393" y="174665"/>
                  </a:lnTo>
                  <a:cubicBezTo>
                    <a:pt x="79393" y="196589"/>
                    <a:pt x="61620" y="214361"/>
                    <a:pt x="39697" y="214361"/>
                  </a:cubicBezTo>
                  <a:cubicBezTo>
                    <a:pt x="17773" y="214361"/>
                    <a:pt x="0" y="196589"/>
                    <a:pt x="0" y="174665"/>
                  </a:cubicBezTo>
                  <a:lnTo>
                    <a:pt x="0" y="140526"/>
                  </a:lnTo>
                  <a:cubicBezTo>
                    <a:pt x="0" y="62916"/>
                    <a:pt x="62916" y="0"/>
                    <a:pt x="140526" y="0"/>
                  </a:cubicBezTo>
                  <a:cubicBezTo>
                    <a:pt x="218136" y="0"/>
                    <a:pt x="281052" y="62916"/>
                    <a:pt x="281052" y="140526"/>
                  </a:cubicBezTo>
                  <a:lnTo>
                    <a:pt x="281052" y="174665"/>
                  </a:lnTo>
                  <a:cubicBezTo>
                    <a:pt x="281052" y="196589"/>
                    <a:pt x="263279" y="214361"/>
                    <a:pt x="241355" y="2143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EDB5AF9C-37AB-FAB2-345E-25342520280C}"/>
                </a:ext>
              </a:extLst>
            </p:cNvPr>
            <p:cNvSpPr/>
            <p:nvPr/>
          </p:nvSpPr>
          <p:spPr>
            <a:xfrm>
              <a:off x="4183512" y="2579244"/>
              <a:ext cx="752548" cy="752547"/>
            </a:xfrm>
            <a:custGeom>
              <a:avLst/>
              <a:gdLst>
                <a:gd name="connsiteX0" fmla="*/ 376274 w 752548"/>
                <a:gd name="connsiteY0" fmla="*/ 752547 h 752547"/>
                <a:gd name="connsiteX1" fmla="*/ 0 w 752548"/>
                <a:gd name="connsiteY1" fmla="*/ 376274 h 752547"/>
                <a:gd name="connsiteX2" fmla="*/ 376274 w 752548"/>
                <a:gd name="connsiteY2" fmla="*/ 0 h 752547"/>
                <a:gd name="connsiteX3" fmla="*/ 752548 w 752548"/>
                <a:gd name="connsiteY3" fmla="*/ 376274 h 752547"/>
                <a:gd name="connsiteX4" fmla="*/ 376274 w 752548"/>
                <a:gd name="connsiteY4" fmla="*/ 752547 h 752547"/>
                <a:gd name="connsiteX5" fmla="*/ 376274 w 752548"/>
                <a:gd name="connsiteY5" fmla="*/ 79393 h 752547"/>
                <a:gd name="connsiteX6" fmla="*/ 79393 w 752548"/>
                <a:gd name="connsiteY6" fmla="*/ 376274 h 752547"/>
                <a:gd name="connsiteX7" fmla="*/ 376274 w 752548"/>
                <a:gd name="connsiteY7" fmla="*/ 673154 h 752547"/>
                <a:gd name="connsiteX8" fmla="*/ 673155 w 752548"/>
                <a:gd name="connsiteY8" fmla="*/ 376274 h 752547"/>
                <a:gd name="connsiteX9" fmla="*/ 376274 w 752548"/>
                <a:gd name="connsiteY9" fmla="*/ 79393 h 7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2548" h="752547">
                  <a:moveTo>
                    <a:pt x="376274" y="752547"/>
                  </a:moveTo>
                  <a:cubicBezTo>
                    <a:pt x="168464" y="752547"/>
                    <a:pt x="0" y="584084"/>
                    <a:pt x="0" y="376274"/>
                  </a:cubicBezTo>
                  <a:cubicBezTo>
                    <a:pt x="0" y="168463"/>
                    <a:pt x="168464" y="0"/>
                    <a:pt x="376274" y="0"/>
                  </a:cubicBezTo>
                  <a:cubicBezTo>
                    <a:pt x="584085" y="0"/>
                    <a:pt x="752548" y="168463"/>
                    <a:pt x="752548" y="376274"/>
                  </a:cubicBezTo>
                  <a:cubicBezTo>
                    <a:pt x="752329" y="583993"/>
                    <a:pt x="583994" y="752329"/>
                    <a:pt x="376274" y="752547"/>
                  </a:cubicBezTo>
                  <a:close/>
                  <a:moveTo>
                    <a:pt x="376274" y="79393"/>
                  </a:moveTo>
                  <a:cubicBezTo>
                    <a:pt x="212311" y="79393"/>
                    <a:pt x="79393" y="212311"/>
                    <a:pt x="79393" y="376274"/>
                  </a:cubicBezTo>
                  <a:cubicBezTo>
                    <a:pt x="79393" y="540236"/>
                    <a:pt x="212311" y="673154"/>
                    <a:pt x="376274" y="673154"/>
                  </a:cubicBezTo>
                  <a:cubicBezTo>
                    <a:pt x="540237" y="673154"/>
                    <a:pt x="673155" y="540236"/>
                    <a:pt x="673155" y="376274"/>
                  </a:cubicBezTo>
                  <a:cubicBezTo>
                    <a:pt x="672964" y="212390"/>
                    <a:pt x="540158" y="79585"/>
                    <a:pt x="37627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C07FC620-BB82-5D96-B032-2078760262FB}"/>
                </a:ext>
              </a:extLst>
            </p:cNvPr>
            <p:cNvSpPr/>
            <p:nvPr/>
          </p:nvSpPr>
          <p:spPr>
            <a:xfrm>
              <a:off x="4292876" y="2688608"/>
              <a:ext cx="533819" cy="533819"/>
            </a:xfrm>
            <a:custGeom>
              <a:avLst/>
              <a:gdLst>
                <a:gd name="connsiteX0" fmla="*/ 266910 w 533819"/>
                <a:gd name="connsiteY0" fmla="*/ 533819 h 533819"/>
                <a:gd name="connsiteX1" fmla="*/ 0 w 533819"/>
                <a:gd name="connsiteY1" fmla="*/ 266910 h 533819"/>
                <a:gd name="connsiteX2" fmla="*/ 266910 w 533819"/>
                <a:gd name="connsiteY2" fmla="*/ 0 h 533819"/>
                <a:gd name="connsiteX3" fmla="*/ 533820 w 533819"/>
                <a:gd name="connsiteY3" fmla="*/ 266910 h 533819"/>
                <a:gd name="connsiteX4" fmla="*/ 266910 w 533819"/>
                <a:gd name="connsiteY4" fmla="*/ 533819 h 533819"/>
                <a:gd name="connsiteX5" fmla="*/ 266910 w 533819"/>
                <a:gd name="connsiteY5" fmla="*/ 79393 h 533819"/>
                <a:gd name="connsiteX6" fmla="*/ 79393 w 533819"/>
                <a:gd name="connsiteY6" fmla="*/ 266910 h 533819"/>
                <a:gd name="connsiteX7" fmla="*/ 266910 w 533819"/>
                <a:gd name="connsiteY7" fmla="*/ 454426 h 533819"/>
                <a:gd name="connsiteX8" fmla="*/ 454427 w 533819"/>
                <a:gd name="connsiteY8" fmla="*/ 266910 h 533819"/>
                <a:gd name="connsiteX9" fmla="*/ 266910 w 533819"/>
                <a:gd name="connsiteY9" fmla="*/ 79393 h 53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819" h="533819">
                  <a:moveTo>
                    <a:pt x="266910" y="533819"/>
                  </a:moveTo>
                  <a:cubicBezTo>
                    <a:pt x="119500" y="533819"/>
                    <a:pt x="0" y="414320"/>
                    <a:pt x="0" y="266910"/>
                  </a:cubicBezTo>
                  <a:cubicBezTo>
                    <a:pt x="0" y="119500"/>
                    <a:pt x="119500" y="0"/>
                    <a:pt x="266910" y="0"/>
                  </a:cubicBezTo>
                  <a:cubicBezTo>
                    <a:pt x="414320" y="0"/>
                    <a:pt x="533820" y="119500"/>
                    <a:pt x="533820" y="266910"/>
                  </a:cubicBezTo>
                  <a:cubicBezTo>
                    <a:pt x="533656" y="414252"/>
                    <a:pt x="414252" y="533655"/>
                    <a:pt x="266910" y="533819"/>
                  </a:cubicBezTo>
                  <a:close/>
                  <a:moveTo>
                    <a:pt x="266910" y="79393"/>
                  </a:moveTo>
                  <a:cubicBezTo>
                    <a:pt x="163347" y="79393"/>
                    <a:pt x="79393" y="163347"/>
                    <a:pt x="79393" y="266910"/>
                  </a:cubicBezTo>
                  <a:cubicBezTo>
                    <a:pt x="79393" y="370472"/>
                    <a:pt x="163347" y="454426"/>
                    <a:pt x="266910" y="454426"/>
                  </a:cubicBezTo>
                  <a:cubicBezTo>
                    <a:pt x="370473" y="454426"/>
                    <a:pt x="454427" y="370472"/>
                    <a:pt x="454427" y="266910"/>
                  </a:cubicBezTo>
                  <a:cubicBezTo>
                    <a:pt x="454317" y="163393"/>
                    <a:pt x="370427" y="79503"/>
                    <a:pt x="26691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6676C21D-1C1A-EE86-26AC-4D15F83C956B}"/>
                </a:ext>
              </a:extLst>
            </p:cNvPr>
            <p:cNvSpPr/>
            <p:nvPr/>
          </p:nvSpPr>
          <p:spPr>
            <a:xfrm>
              <a:off x="4682498" y="2915821"/>
              <a:ext cx="304026" cy="79393"/>
            </a:xfrm>
            <a:custGeom>
              <a:avLst/>
              <a:gdLst>
                <a:gd name="connsiteX0" fmla="*/ 264330 w 304026"/>
                <a:gd name="connsiteY0" fmla="*/ 79393 h 79393"/>
                <a:gd name="connsiteX1" fmla="*/ 39697 w 304026"/>
                <a:gd name="connsiteY1" fmla="*/ 79393 h 79393"/>
                <a:gd name="connsiteX2" fmla="*/ 0 w 304026"/>
                <a:gd name="connsiteY2" fmla="*/ 39697 h 79393"/>
                <a:gd name="connsiteX3" fmla="*/ 39697 w 304026"/>
                <a:gd name="connsiteY3" fmla="*/ 0 h 79393"/>
                <a:gd name="connsiteX4" fmla="*/ 264330 w 304026"/>
                <a:gd name="connsiteY4" fmla="*/ 0 h 79393"/>
                <a:gd name="connsiteX5" fmla="*/ 304026 w 304026"/>
                <a:gd name="connsiteY5" fmla="*/ 39697 h 79393"/>
                <a:gd name="connsiteX6" fmla="*/ 264330 w 30402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026" h="79393">
                  <a:moveTo>
                    <a:pt x="26433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64330" y="0"/>
                  </a:lnTo>
                  <a:cubicBezTo>
                    <a:pt x="286253" y="0"/>
                    <a:pt x="304026" y="17773"/>
                    <a:pt x="304026" y="39697"/>
                  </a:cubicBezTo>
                  <a:cubicBezTo>
                    <a:pt x="304026" y="61620"/>
                    <a:pt x="286253" y="79393"/>
                    <a:pt x="26433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E374F6F7-9A50-F378-81E8-B01EE95258FA}"/>
                </a:ext>
              </a:extLst>
            </p:cNvPr>
            <p:cNvSpPr/>
            <p:nvPr/>
          </p:nvSpPr>
          <p:spPr>
            <a:xfrm>
              <a:off x="4520089" y="2530764"/>
              <a:ext cx="79393" cy="304025"/>
            </a:xfrm>
            <a:custGeom>
              <a:avLst/>
              <a:gdLst>
                <a:gd name="connsiteX0" fmla="*/ 39697 w 79393"/>
                <a:gd name="connsiteY0" fmla="*/ 304026 h 304025"/>
                <a:gd name="connsiteX1" fmla="*/ 0 w 79393"/>
                <a:gd name="connsiteY1" fmla="*/ 264329 h 304025"/>
                <a:gd name="connsiteX2" fmla="*/ 0 w 79393"/>
                <a:gd name="connsiteY2" fmla="*/ 39697 h 304025"/>
                <a:gd name="connsiteX3" fmla="*/ 39697 w 79393"/>
                <a:gd name="connsiteY3" fmla="*/ 0 h 304025"/>
                <a:gd name="connsiteX4" fmla="*/ 79393 w 79393"/>
                <a:gd name="connsiteY4" fmla="*/ 39697 h 304025"/>
                <a:gd name="connsiteX5" fmla="*/ 79393 w 79393"/>
                <a:gd name="connsiteY5" fmla="*/ 264329 h 304025"/>
                <a:gd name="connsiteX6" fmla="*/ 39697 w 79393"/>
                <a:gd name="connsiteY6" fmla="*/ 304026 h 30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4025">
                  <a:moveTo>
                    <a:pt x="39697" y="304026"/>
                  </a:moveTo>
                  <a:cubicBezTo>
                    <a:pt x="17773" y="304026"/>
                    <a:pt x="0" y="286253"/>
                    <a:pt x="0" y="26432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64329"/>
                  </a:lnTo>
                  <a:cubicBezTo>
                    <a:pt x="79393" y="286253"/>
                    <a:pt x="61620" y="304026"/>
                    <a:pt x="39697" y="3040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9EDEA0EF-0A66-56A8-0AA8-F61F8429E008}"/>
                </a:ext>
              </a:extLst>
            </p:cNvPr>
            <p:cNvSpPr/>
            <p:nvPr/>
          </p:nvSpPr>
          <p:spPr>
            <a:xfrm>
              <a:off x="4520089" y="3076245"/>
              <a:ext cx="79393" cy="304025"/>
            </a:xfrm>
            <a:custGeom>
              <a:avLst/>
              <a:gdLst>
                <a:gd name="connsiteX0" fmla="*/ 39697 w 79393"/>
                <a:gd name="connsiteY0" fmla="*/ 304026 h 304025"/>
                <a:gd name="connsiteX1" fmla="*/ 0 w 79393"/>
                <a:gd name="connsiteY1" fmla="*/ 264329 h 304025"/>
                <a:gd name="connsiteX2" fmla="*/ 0 w 79393"/>
                <a:gd name="connsiteY2" fmla="*/ 39697 h 304025"/>
                <a:gd name="connsiteX3" fmla="*/ 39697 w 79393"/>
                <a:gd name="connsiteY3" fmla="*/ 0 h 304025"/>
                <a:gd name="connsiteX4" fmla="*/ 79393 w 79393"/>
                <a:gd name="connsiteY4" fmla="*/ 39697 h 304025"/>
                <a:gd name="connsiteX5" fmla="*/ 79393 w 79393"/>
                <a:gd name="connsiteY5" fmla="*/ 264329 h 304025"/>
                <a:gd name="connsiteX6" fmla="*/ 39697 w 79393"/>
                <a:gd name="connsiteY6" fmla="*/ 304026 h 30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4025">
                  <a:moveTo>
                    <a:pt x="39697" y="304026"/>
                  </a:moveTo>
                  <a:cubicBezTo>
                    <a:pt x="17773" y="304026"/>
                    <a:pt x="0" y="286253"/>
                    <a:pt x="0" y="264329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64329"/>
                  </a:lnTo>
                  <a:cubicBezTo>
                    <a:pt x="79393" y="286253"/>
                    <a:pt x="61620" y="304026"/>
                    <a:pt x="39697" y="30402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8CA98A80-7253-84F1-AEF2-023A4D469761}"/>
                </a:ext>
              </a:extLst>
            </p:cNvPr>
            <p:cNvSpPr/>
            <p:nvPr/>
          </p:nvSpPr>
          <p:spPr>
            <a:xfrm>
              <a:off x="4133048" y="2915821"/>
              <a:ext cx="304026" cy="79393"/>
            </a:xfrm>
            <a:custGeom>
              <a:avLst/>
              <a:gdLst>
                <a:gd name="connsiteX0" fmla="*/ 264330 w 304026"/>
                <a:gd name="connsiteY0" fmla="*/ 79393 h 79393"/>
                <a:gd name="connsiteX1" fmla="*/ 39697 w 304026"/>
                <a:gd name="connsiteY1" fmla="*/ 79393 h 79393"/>
                <a:gd name="connsiteX2" fmla="*/ 0 w 304026"/>
                <a:gd name="connsiteY2" fmla="*/ 39697 h 79393"/>
                <a:gd name="connsiteX3" fmla="*/ 39697 w 304026"/>
                <a:gd name="connsiteY3" fmla="*/ 0 h 79393"/>
                <a:gd name="connsiteX4" fmla="*/ 264330 w 304026"/>
                <a:gd name="connsiteY4" fmla="*/ 0 h 79393"/>
                <a:gd name="connsiteX5" fmla="*/ 304026 w 304026"/>
                <a:gd name="connsiteY5" fmla="*/ 39697 h 79393"/>
                <a:gd name="connsiteX6" fmla="*/ 264330 w 30402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026" h="79393">
                  <a:moveTo>
                    <a:pt x="264330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64330" y="0"/>
                  </a:lnTo>
                  <a:cubicBezTo>
                    <a:pt x="286254" y="0"/>
                    <a:pt x="304026" y="17773"/>
                    <a:pt x="304026" y="39697"/>
                  </a:cubicBezTo>
                  <a:cubicBezTo>
                    <a:pt x="304026" y="61620"/>
                    <a:pt x="286254" y="79393"/>
                    <a:pt x="26433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2032629C-71E0-EA62-BB39-167898B9AB37}"/>
              </a:ext>
            </a:extLst>
          </p:cNvPr>
          <p:cNvGrpSpPr/>
          <p:nvPr/>
        </p:nvGrpSpPr>
        <p:grpSpPr>
          <a:xfrm>
            <a:off x="5452038" y="2570956"/>
            <a:ext cx="850777" cy="769122"/>
            <a:chOff x="5452038" y="2570956"/>
            <a:chExt cx="850777" cy="769122"/>
          </a:xfrm>
        </p:grpSpPr>
        <p:grpSp>
          <p:nvGrpSpPr>
            <p:cNvPr id="181" name="Picture Placeholder 53">
              <a:extLst>
                <a:ext uri="{FF2B5EF4-FFF2-40B4-BE49-F238E27FC236}">
                  <a16:creationId xmlns:a16="http://schemas.microsoft.com/office/drawing/2014/main" id="{02171104-D981-28CB-9936-F2A1C620769B}"/>
                </a:ext>
              </a:extLst>
            </p:cNvPr>
            <p:cNvGrpSpPr/>
            <p:nvPr/>
          </p:nvGrpSpPr>
          <p:grpSpPr>
            <a:xfrm>
              <a:off x="5452038" y="2570956"/>
              <a:ext cx="850777" cy="605373"/>
              <a:chOff x="5452038" y="2570956"/>
              <a:chExt cx="850777" cy="605373"/>
            </a:xfrm>
          </p:grpSpPr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C9E6BA37-0204-A724-8210-019B92B9D65F}"/>
                  </a:ext>
                </a:extLst>
              </p:cNvPr>
              <p:cNvSpPr/>
              <p:nvPr/>
            </p:nvSpPr>
            <p:spPr>
              <a:xfrm>
                <a:off x="5452038" y="2571652"/>
                <a:ext cx="467979" cy="604677"/>
              </a:xfrm>
              <a:custGeom>
                <a:avLst/>
                <a:gdLst>
                  <a:gd name="connsiteX0" fmla="*/ 239476 w 467979"/>
                  <a:gd name="connsiteY0" fmla="*/ 604678 h 604677"/>
                  <a:gd name="connsiteX1" fmla="*/ 65506 w 467979"/>
                  <a:gd name="connsiteY1" fmla="*/ 530991 h 604677"/>
                  <a:gd name="connsiteX2" fmla="*/ 105 w 467979"/>
                  <a:gd name="connsiteY2" fmla="*/ 364017 h 604677"/>
                  <a:gd name="connsiteX3" fmla="*/ 71559 w 467979"/>
                  <a:gd name="connsiteY3" fmla="*/ 218678 h 604677"/>
                  <a:gd name="connsiteX4" fmla="*/ 187374 w 467979"/>
                  <a:gd name="connsiteY4" fmla="*/ 163748 h 604677"/>
                  <a:gd name="connsiteX5" fmla="*/ 428283 w 467979"/>
                  <a:gd name="connsiteY5" fmla="*/ 0 h 604677"/>
                  <a:gd name="connsiteX6" fmla="*/ 467979 w 467979"/>
                  <a:gd name="connsiteY6" fmla="*/ 39697 h 604677"/>
                  <a:gd name="connsiteX7" fmla="*/ 428283 w 467979"/>
                  <a:gd name="connsiteY7" fmla="*/ 79393 h 604677"/>
                  <a:gd name="connsiteX8" fmla="*/ 252080 w 467979"/>
                  <a:gd name="connsiteY8" fmla="*/ 216048 h 604677"/>
                  <a:gd name="connsiteX9" fmla="*/ 212681 w 467979"/>
                  <a:gd name="connsiteY9" fmla="*/ 242248 h 604677"/>
                  <a:gd name="connsiteX10" fmla="*/ 125348 w 467979"/>
                  <a:gd name="connsiteY10" fmla="*/ 276983 h 604677"/>
                  <a:gd name="connsiteX11" fmla="*/ 79449 w 467979"/>
                  <a:gd name="connsiteY11" fmla="*/ 366498 h 604677"/>
                  <a:gd name="connsiteX12" fmla="*/ 122371 w 467979"/>
                  <a:gd name="connsiteY12" fmla="*/ 475664 h 604677"/>
                  <a:gd name="connsiteX13" fmla="*/ 239476 w 467979"/>
                  <a:gd name="connsiteY13" fmla="*/ 525285 h 604677"/>
                  <a:gd name="connsiteX14" fmla="*/ 279173 w 467979"/>
                  <a:gd name="connsiteY14" fmla="*/ 564981 h 604677"/>
                  <a:gd name="connsiteX15" fmla="*/ 239476 w 467979"/>
                  <a:gd name="connsiteY15" fmla="*/ 604678 h 604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7979" h="604677">
                    <a:moveTo>
                      <a:pt x="239476" y="604678"/>
                    </a:moveTo>
                    <a:cubicBezTo>
                      <a:pt x="173936" y="604510"/>
                      <a:pt x="111227" y="577949"/>
                      <a:pt x="65506" y="530991"/>
                    </a:cubicBezTo>
                    <a:cubicBezTo>
                      <a:pt x="21840" y="486586"/>
                      <a:pt x="-1786" y="426267"/>
                      <a:pt x="105" y="364017"/>
                    </a:cubicBezTo>
                    <a:cubicBezTo>
                      <a:pt x="1693" y="312710"/>
                      <a:pt x="28439" y="258375"/>
                      <a:pt x="71559" y="218678"/>
                    </a:cubicBezTo>
                    <a:cubicBezTo>
                      <a:pt x="103335" y="188511"/>
                      <a:pt x="143908" y="169268"/>
                      <a:pt x="187374" y="163748"/>
                    </a:cubicBezTo>
                    <a:cubicBezTo>
                      <a:pt x="245976" y="29127"/>
                      <a:pt x="349535" y="0"/>
                      <a:pt x="428283" y="0"/>
                    </a:cubicBezTo>
                    <a:cubicBezTo>
                      <a:pt x="450207" y="0"/>
                      <a:pt x="467979" y="17773"/>
                      <a:pt x="467979" y="39697"/>
                    </a:cubicBezTo>
                    <a:cubicBezTo>
                      <a:pt x="467979" y="61620"/>
                      <a:pt x="450207" y="79393"/>
                      <a:pt x="428283" y="79393"/>
                    </a:cubicBezTo>
                    <a:cubicBezTo>
                      <a:pt x="342737" y="79393"/>
                      <a:pt x="285077" y="124052"/>
                      <a:pt x="252080" y="216048"/>
                    </a:cubicBezTo>
                    <a:cubicBezTo>
                      <a:pt x="246155" y="232509"/>
                      <a:pt x="230152" y="243151"/>
                      <a:pt x="212681" y="242248"/>
                    </a:cubicBezTo>
                    <a:cubicBezTo>
                      <a:pt x="182462" y="240660"/>
                      <a:pt x="151449" y="253115"/>
                      <a:pt x="125348" y="276983"/>
                    </a:cubicBezTo>
                    <a:cubicBezTo>
                      <a:pt x="97958" y="302289"/>
                      <a:pt x="80392" y="336726"/>
                      <a:pt x="79449" y="366498"/>
                    </a:cubicBezTo>
                    <a:cubicBezTo>
                      <a:pt x="78259" y="407220"/>
                      <a:pt x="93765" y="446658"/>
                      <a:pt x="122371" y="475664"/>
                    </a:cubicBezTo>
                    <a:cubicBezTo>
                      <a:pt x="153142" y="507283"/>
                      <a:pt x="195355" y="525170"/>
                      <a:pt x="239476" y="525285"/>
                    </a:cubicBezTo>
                    <a:cubicBezTo>
                      <a:pt x="261400" y="525285"/>
                      <a:pt x="279173" y="543057"/>
                      <a:pt x="279173" y="564981"/>
                    </a:cubicBezTo>
                    <a:cubicBezTo>
                      <a:pt x="279173" y="586905"/>
                      <a:pt x="261400" y="604678"/>
                      <a:pt x="239476" y="6046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BB6FCDC3-D652-92DE-2FCE-D64B6C5D37AD}"/>
                  </a:ext>
                </a:extLst>
              </p:cNvPr>
              <p:cNvSpPr/>
              <p:nvPr/>
            </p:nvSpPr>
            <p:spPr>
              <a:xfrm>
                <a:off x="5840078" y="2570956"/>
                <a:ext cx="462736" cy="604778"/>
              </a:xfrm>
              <a:custGeom>
                <a:avLst/>
                <a:gdLst>
                  <a:gd name="connsiteX0" fmla="*/ 276437 w 462736"/>
                  <a:gd name="connsiteY0" fmla="*/ 604779 h 604778"/>
                  <a:gd name="connsiteX1" fmla="*/ 236741 w 462736"/>
                  <a:gd name="connsiteY1" fmla="*/ 565082 h 604778"/>
                  <a:gd name="connsiteX2" fmla="*/ 276437 w 462736"/>
                  <a:gd name="connsiteY2" fmla="*/ 525386 h 604778"/>
                  <a:gd name="connsiteX3" fmla="*/ 385007 w 462736"/>
                  <a:gd name="connsiteY3" fmla="*/ 420587 h 604778"/>
                  <a:gd name="connsiteX4" fmla="*/ 280208 w 462736"/>
                  <a:gd name="connsiteY4" fmla="*/ 312017 h 604778"/>
                  <a:gd name="connsiteX5" fmla="*/ 241951 w 462736"/>
                  <a:gd name="connsiteY5" fmla="*/ 273858 h 604778"/>
                  <a:gd name="connsiteX6" fmla="*/ 39697 w 462736"/>
                  <a:gd name="connsiteY6" fmla="*/ 79395 h 604778"/>
                  <a:gd name="connsiteX7" fmla="*/ 0 w 462736"/>
                  <a:gd name="connsiteY7" fmla="*/ 39698 h 604778"/>
                  <a:gd name="connsiteX8" fmla="*/ 39697 w 462736"/>
                  <a:gd name="connsiteY8" fmla="*/ 2 h 604778"/>
                  <a:gd name="connsiteX9" fmla="*/ 318019 w 462736"/>
                  <a:gd name="connsiteY9" fmla="*/ 237288 h 604778"/>
                  <a:gd name="connsiteX10" fmla="*/ 458031 w 462736"/>
                  <a:gd name="connsiteY10" fmla="*/ 460102 h 604778"/>
                  <a:gd name="connsiteX11" fmla="*/ 276437 w 462736"/>
                  <a:gd name="connsiteY11" fmla="*/ 604779 h 60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2736" h="604778">
                    <a:moveTo>
                      <a:pt x="276437" y="604779"/>
                    </a:moveTo>
                    <a:cubicBezTo>
                      <a:pt x="254513" y="604779"/>
                      <a:pt x="236741" y="587006"/>
                      <a:pt x="236741" y="565082"/>
                    </a:cubicBezTo>
                    <a:cubicBezTo>
                      <a:pt x="236741" y="543158"/>
                      <a:pt x="254513" y="525386"/>
                      <a:pt x="276437" y="525386"/>
                    </a:cubicBezTo>
                    <a:cubicBezTo>
                      <a:pt x="335357" y="526427"/>
                      <a:pt x="383966" y="479507"/>
                      <a:pt x="385007" y="420587"/>
                    </a:cubicBezTo>
                    <a:cubicBezTo>
                      <a:pt x="386049" y="361666"/>
                      <a:pt x="339129" y="313058"/>
                      <a:pt x="280208" y="312017"/>
                    </a:cubicBezTo>
                    <a:cubicBezTo>
                      <a:pt x="259431" y="311278"/>
                      <a:pt x="242743" y="294634"/>
                      <a:pt x="241951" y="273858"/>
                    </a:cubicBezTo>
                    <a:cubicBezTo>
                      <a:pt x="238042" y="165085"/>
                      <a:pt x="148540" y="79030"/>
                      <a:pt x="39697" y="79395"/>
                    </a:cubicBezTo>
                    <a:cubicBezTo>
                      <a:pt x="17773" y="79395"/>
                      <a:pt x="0" y="61622"/>
                      <a:pt x="0" y="39698"/>
                    </a:cubicBezTo>
                    <a:cubicBezTo>
                      <a:pt x="0" y="17774"/>
                      <a:pt x="17773" y="2"/>
                      <a:pt x="39697" y="2"/>
                    </a:cubicBezTo>
                    <a:cubicBezTo>
                      <a:pt x="178332" y="-469"/>
                      <a:pt x="296556" y="100323"/>
                      <a:pt x="318019" y="237288"/>
                    </a:cubicBezTo>
                    <a:cubicBezTo>
                      <a:pt x="418211" y="260153"/>
                      <a:pt x="480897" y="359911"/>
                      <a:pt x="458031" y="460102"/>
                    </a:cubicBezTo>
                    <a:cubicBezTo>
                      <a:pt x="438700" y="544809"/>
                      <a:pt x="363322" y="604863"/>
                      <a:pt x="276437" y="60477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F0A0FBE4-7C3A-89A5-6183-430A860C81CD}"/>
                </a:ext>
              </a:extLst>
            </p:cNvPr>
            <p:cNvSpPr/>
            <p:nvPr/>
          </p:nvSpPr>
          <p:spPr>
            <a:xfrm>
              <a:off x="5763165" y="2860494"/>
              <a:ext cx="81083" cy="286063"/>
            </a:xfrm>
            <a:custGeom>
              <a:avLst/>
              <a:gdLst>
                <a:gd name="connsiteX0" fmla="*/ 39698 w 81083"/>
                <a:gd name="connsiteY0" fmla="*/ 286063 h 286063"/>
                <a:gd name="connsiteX1" fmla="*/ 39400 w 81083"/>
                <a:gd name="connsiteY1" fmla="*/ 286063 h 286063"/>
                <a:gd name="connsiteX2" fmla="*/ 1 w 81083"/>
                <a:gd name="connsiteY2" fmla="*/ 246071 h 286063"/>
                <a:gd name="connsiteX3" fmla="*/ 1 w 81083"/>
                <a:gd name="connsiteY3" fmla="*/ 246069 h 286063"/>
                <a:gd name="connsiteX4" fmla="*/ 1688 w 81083"/>
                <a:gd name="connsiteY4" fmla="*/ 39399 h 286063"/>
                <a:gd name="connsiteX5" fmla="*/ 41385 w 81083"/>
                <a:gd name="connsiteY5" fmla="*/ 0 h 286063"/>
                <a:gd name="connsiteX6" fmla="*/ 41732 w 81083"/>
                <a:gd name="connsiteY6" fmla="*/ 0 h 286063"/>
                <a:gd name="connsiteX7" fmla="*/ 81081 w 81083"/>
                <a:gd name="connsiteY7" fmla="*/ 40041 h 286063"/>
                <a:gd name="connsiteX8" fmla="*/ 81081 w 81083"/>
                <a:gd name="connsiteY8" fmla="*/ 40044 h 286063"/>
                <a:gd name="connsiteX9" fmla="*/ 79444 w 81083"/>
                <a:gd name="connsiteY9" fmla="*/ 246714 h 286063"/>
                <a:gd name="connsiteX10" fmla="*/ 39698 w 81083"/>
                <a:gd name="connsiteY10" fmla="*/ 286063 h 28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83" h="286063">
                  <a:moveTo>
                    <a:pt x="39698" y="286063"/>
                  </a:moveTo>
                  <a:lnTo>
                    <a:pt x="39400" y="286063"/>
                  </a:lnTo>
                  <a:cubicBezTo>
                    <a:pt x="17477" y="285899"/>
                    <a:pt x="-163" y="267994"/>
                    <a:pt x="1" y="246071"/>
                  </a:cubicBezTo>
                  <a:cubicBezTo>
                    <a:pt x="1" y="246070"/>
                    <a:pt x="1" y="246070"/>
                    <a:pt x="1" y="246069"/>
                  </a:cubicBezTo>
                  <a:lnTo>
                    <a:pt x="1688" y="39399"/>
                  </a:lnTo>
                  <a:cubicBezTo>
                    <a:pt x="1852" y="17591"/>
                    <a:pt x="19577" y="-1"/>
                    <a:pt x="41385" y="0"/>
                  </a:cubicBezTo>
                  <a:lnTo>
                    <a:pt x="41732" y="0"/>
                  </a:lnTo>
                  <a:cubicBezTo>
                    <a:pt x="63655" y="191"/>
                    <a:pt x="81272" y="18118"/>
                    <a:pt x="81081" y="40041"/>
                  </a:cubicBezTo>
                  <a:cubicBezTo>
                    <a:pt x="81081" y="40042"/>
                    <a:pt x="81081" y="40043"/>
                    <a:pt x="81081" y="40044"/>
                  </a:cubicBezTo>
                  <a:lnTo>
                    <a:pt x="79444" y="246714"/>
                  </a:lnTo>
                  <a:cubicBezTo>
                    <a:pt x="79253" y="268521"/>
                    <a:pt x="61506" y="286091"/>
                    <a:pt x="39698" y="2860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65E0FABF-3A59-A4AB-9F5A-1B0F85318FB4}"/>
                </a:ext>
              </a:extLst>
            </p:cNvPr>
            <p:cNvSpPr/>
            <p:nvPr/>
          </p:nvSpPr>
          <p:spPr>
            <a:xfrm>
              <a:off x="5669006" y="2854260"/>
              <a:ext cx="272974" cy="178665"/>
            </a:xfrm>
            <a:custGeom>
              <a:avLst/>
              <a:gdLst>
                <a:gd name="connsiteX0" fmla="*/ 232949 w 272974"/>
                <a:gd name="connsiteY0" fmla="*/ 178666 h 178665"/>
                <a:gd name="connsiteX1" fmla="*/ 204913 w 272974"/>
                <a:gd name="connsiteY1" fmla="*/ 167054 h 178665"/>
                <a:gd name="connsiteX2" fmla="*/ 133856 w 272974"/>
                <a:gd name="connsiteY2" fmla="*/ 95998 h 178665"/>
                <a:gd name="connsiteX3" fmla="*/ 67762 w 272974"/>
                <a:gd name="connsiteY3" fmla="*/ 162092 h 178665"/>
                <a:gd name="connsiteX4" fmla="*/ 11616 w 272974"/>
                <a:gd name="connsiteY4" fmla="*/ 162068 h 178665"/>
                <a:gd name="connsiteX5" fmla="*/ 11641 w 272974"/>
                <a:gd name="connsiteY5" fmla="*/ 105922 h 178665"/>
                <a:gd name="connsiteX6" fmla="*/ 105920 w 272974"/>
                <a:gd name="connsiteY6" fmla="*/ 11642 h 178665"/>
                <a:gd name="connsiteX7" fmla="*/ 162059 w 272974"/>
                <a:gd name="connsiteY7" fmla="*/ 11611 h 178665"/>
                <a:gd name="connsiteX8" fmla="*/ 162091 w 272974"/>
                <a:gd name="connsiteY8" fmla="*/ 11642 h 178665"/>
                <a:gd name="connsiteX9" fmla="*/ 261332 w 272974"/>
                <a:gd name="connsiteY9" fmla="*/ 110884 h 178665"/>
                <a:gd name="connsiteX10" fmla="*/ 261363 w 272974"/>
                <a:gd name="connsiteY10" fmla="*/ 167023 h 178665"/>
                <a:gd name="connsiteX11" fmla="*/ 233247 w 272974"/>
                <a:gd name="connsiteY11" fmla="*/ 178666 h 17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974" h="178665">
                  <a:moveTo>
                    <a:pt x="232949" y="178666"/>
                  </a:moveTo>
                  <a:cubicBezTo>
                    <a:pt x="222435" y="178661"/>
                    <a:pt x="212352" y="174485"/>
                    <a:pt x="204913" y="167054"/>
                  </a:cubicBezTo>
                  <a:lnTo>
                    <a:pt x="133856" y="95998"/>
                  </a:lnTo>
                  <a:lnTo>
                    <a:pt x="67762" y="162092"/>
                  </a:lnTo>
                  <a:cubicBezTo>
                    <a:pt x="52251" y="177590"/>
                    <a:pt x="27113" y="177579"/>
                    <a:pt x="11616" y="162068"/>
                  </a:cubicBezTo>
                  <a:cubicBezTo>
                    <a:pt x="-3882" y="146557"/>
                    <a:pt x="-3871" y="121419"/>
                    <a:pt x="11641" y="105922"/>
                  </a:cubicBezTo>
                  <a:lnTo>
                    <a:pt x="105920" y="11642"/>
                  </a:lnTo>
                  <a:cubicBezTo>
                    <a:pt x="121414" y="-3869"/>
                    <a:pt x="146548" y="-3883"/>
                    <a:pt x="162059" y="11611"/>
                  </a:cubicBezTo>
                  <a:cubicBezTo>
                    <a:pt x="162070" y="11622"/>
                    <a:pt x="162080" y="11632"/>
                    <a:pt x="162091" y="11642"/>
                  </a:cubicBezTo>
                  <a:lnTo>
                    <a:pt x="261332" y="110884"/>
                  </a:lnTo>
                  <a:cubicBezTo>
                    <a:pt x="276843" y="126378"/>
                    <a:pt x="276857" y="151512"/>
                    <a:pt x="261363" y="167023"/>
                  </a:cubicBezTo>
                  <a:cubicBezTo>
                    <a:pt x="253910" y="174485"/>
                    <a:pt x="243794" y="178674"/>
                    <a:pt x="233247" y="17866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025770AF-9B11-83ED-6EE0-95078CDFC1C5}"/>
                </a:ext>
              </a:extLst>
            </p:cNvPr>
            <p:cNvSpPr/>
            <p:nvPr/>
          </p:nvSpPr>
          <p:spPr>
            <a:xfrm>
              <a:off x="5910389" y="3047961"/>
              <a:ext cx="81033" cy="286063"/>
            </a:xfrm>
            <a:custGeom>
              <a:avLst/>
              <a:gdLst>
                <a:gd name="connsiteX0" fmla="*/ 39698 w 81033"/>
                <a:gd name="connsiteY0" fmla="*/ 286063 h 286063"/>
                <a:gd name="connsiteX1" fmla="*/ 39351 w 81033"/>
                <a:gd name="connsiteY1" fmla="*/ 286063 h 286063"/>
                <a:gd name="connsiteX2" fmla="*/ 2 w 81033"/>
                <a:gd name="connsiteY2" fmla="*/ 246022 h 286063"/>
                <a:gd name="connsiteX3" fmla="*/ 2 w 81033"/>
                <a:gd name="connsiteY3" fmla="*/ 246019 h 286063"/>
                <a:gd name="connsiteX4" fmla="*/ 1639 w 81033"/>
                <a:gd name="connsiteY4" fmla="*/ 39349 h 286063"/>
                <a:gd name="connsiteX5" fmla="*/ 41336 w 81033"/>
                <a:gd name="connsiteY5" fmla="*/ 0 h 286063"/>
                <a:gd name="connsiteX6" fmla="*/ 41633 w 81033"/>
                <a:gd name="connsiteY6" fmla="*/ 0 h 286063"/>
                <a:gd name="connsiteX7" fmla="*/ 81032 w 81033"/>
                <a:gd name="connsiteY7" fmla="*/ 39992 h 286063"/>
                <a:gd name="connsiteX8" fmla="*/ 81032 w 81033"/>
                <a:gd name="connsiteY8" fmla="*/ 39994 h 286063"/>
                <a:gd name="connsiteX9" fmla="*/ 79345 w 81033"/>
                <a:gd name="connsiteY9" fmla="*/ 246664 h 286063"/>
                <a:gd name="connsiteX10" fmla="*/ 39698 w 81033"/>
                <a:gd name="connsiteY10" fmla="*/ 286063 h 28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033" h="286063">
                  <a:moveTo>
                    <a:pt x="39698" y="286063"/>
                  </a:moveTo>
                  <a:lnTo>
                    <a:pt x="39351" y="286063"/>
                  </a:lnTo>
                  <a:cubicBezTo>
                    <a:pt x="17428" y="285872"/>
                    <a:pt x="-189" y="267945"/>
                    <a:pt x="2" y="246022"/>
                  </a:cubicBezTo>
                  <a:cubicBezTo>
                    <a:pt x="2" y="246021"/>
                    <a:pt x="2" y="246020"/>
                    <a:pt x="2" y="246019"/>
                  </a:cubicBezTo>
                  <a:lnTo>
                    <a:pt x="1639" y="39349"/>
                  </a:lnTo>
                  <a:cubicBezTo>
                    <a:pt x="1830" y="17561"/>
                    <a:pt x="19547" y="-1"/>
                    <a:pt x="41336" y="0"/>
                  </a:cubicBezTo>
                  <a:lnTo>
                    <a:pt x="41633" y="0"/>
                  </a:lnTo>
                  <a:cubicBezTo>
                    <a:pt x="63557" y="164"/>
                    <a:pt x="81196" y="18069"/>
                    <a:pt x="81032" y="39992"/>
                  </a:cubicBezTo>
                  <a:cubicBezTo>
                    <a:pt x="81032" y="39993"/>
                    <a:pt x="81032" y="39994"/>
                    <a:pt x="81032" y="39994"/>
                  </a:cubicBezTo>
                  <a:lnTo>
                    <a:pt x="79345" y="246664"/>
                  </a:lnTo>
                  <a:cubicBezTo>
                    <a:pt x="79182" y="268453"/>
                    <a:pt x="61487" y="286037"/>
                    <a:pt x="39698" y="28606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435912C8-9BF2-550E-CAB8-5EBFE0173D9C}"/>
                </a:ext>
              </a:extLst>
            </p:cNvPr>
            <p:cNvSpPr/>
            <p:nvPr/>
          </p:nvSpPr>
          <p:spPr>
            <a:xfrm>
              <a:off x="5812758" y="3161439"/>
              <a:ext cx="272675" cy="178639"/>
            </a:xfrm>
            <a:custGeom>
              <a:avLst/>
              <a:gdLst>
                <a:gd name="connsiteX0" fmla="*/ 138967 w 272675"/>
                <a:gd name="connsiteY0" fmla="*/ 178639 h 178639"/>
                <a:gd name="connsiteX1" fmla="*/ 110882 w 272675"/>
                <a:gd name="connsiteY1" fmla="*/ 167028 h 178639"/>
                <a:gd name="connsiteX2" fmla="*/ 11641 w 272675"/>
                <a:gd name="connsiteY2" fmla="*/ 67786 h 178639"/>
                <a:gd name="connsiteX3" fmla="*/ 11616 w 272675"/>
                <a:gd name="connsiteY3" fmla="*/ 11641 h 178639"/>
                <a:gd name="connsiteX4" fmla="*/ 67762 w 272675"/>
                <a:gd name="connsiteY4" fmla="*/ 11616 h 178639"/>
                <a:gd name="connsiteX5" fmla="*/ 138819 w 272675"/>
                <a:gd name="connsiteY5" fmla="*/ 82673 h 178639"/>
                <a:gd name="connsiteX6" fmla="*/ 204913 w 272675"/>
                <a:gd name="connsiteY6" fmla="*/ 16578 h 178639"/>
                <a:gd name="connsiteX7" fmla="*/ 261059 w 272675"/>
                <a:gd name="connsiteY7" fmla="*/ 16603 h 178639"/>
                <a:gd name="connsiteX8" fmla="*/ 261035 w 272675"/>
                <a:gd name="connsiteY8" fmla="*/ 72748 h 178639"/>
                <a:gd name="connsiteX9" fmla="*/ 166755 w 272675"/>
                <a:gd name="connsiteY9" fmla="*/ 167028 h 178639"/>
                <a:gd name="connsiteX10" fmla="*/ 138967 w 272675"/>
                <a:gd name="connsiteY10" fmla="*/ 178639 h 178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2675" h="178639">
                  <a:moveTo>
                    <a:pt x="138967" y="178639"/>
                  </a:moveTo>
                  <a:cubicBezTo>
                    <a:pt x="128436" y="178647"/>
                    <a:pt x="118333" y="174470"/>
                    <a:pt x="110882" y="167028"/>
                  </a:cubicBezTo>
                  <a:lnTo>
                    <a:pt x="11641" y="67786"/>
                  </a:lnTo>
                  <a:cubicBezTo>
                    <a:pt x="-3870" y="52289"/>
                    <a:pt x="-3882" y="27152"/>
                    <a:pt x="11616" y="11641"/>
                  </a:cubicBezTo>
                  <a:cubicBezTo>
                    <a:pt x="27113" y="-3870"/>
                    <a:pt x="52251" y="-3882"/>
                    <a:pt x="67762" y="11616"/>
                  </a:cubicBezTo>
                  <a:lnTo>
                    <a:pt x="138819" y="82673"/>
                  </a:lnTo>
                  <a:lnTo>
                    <a:pt x="204913" y="16578"/>
                  </a:lnTo>
                  <a:cubicBezTo>
                    <a:pt x="220425" y="1080"/>
                    <a:pt x="245562" y="1092"/>
                    <a:pt x="261059" y="16603"/>
                  </a:cubicBezTo>
                  <a:cubicBezTo>
                    <a:pt x="276557" y="32114"/>
                    <a:pt x="276546" y="57251"/>
                    <a:pt x="261035" y="72748"/>
                  </a:cubicBezTo>
                  <a:lnTo>
                    <a:pt x="166755" y="167028"/>
                  </a:lnTo>
                  <a:cubicBezTo>
                    <a:pt x="159377" y="174398"/>
                    <a:pt x="149396" y="178569"/>
                    <a:pt x="138967" y="17863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CBBFD24B-E31D-E601-4151-BD39BB02B789}"/>
              </a:ext>
            </a:extLst>
          </p:cNvPr>
          <p:cNvGrpSpPr/>
          <p:nvPr/>
        </p:nvGrpSpPr>
        <p:grpSpPr>
          <a:xfrm>
            <a:off x="6778633" y="2545303"/>
            <a:ext cx="832337" cy="820378"/>
            <a:chOff x="6778633" y="2545303"/>
            <a:chExt cx="832337" cy="820378"/>
          </a:xfrm>
        </p:grpSpPr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B8548E28-3B72-7A90-2CDD-E39B661EC3C8}"/>
                </a:ext>
              </a:extLst>
            </p:cNvPr>
            <p:cNvSpPr/>
            <p:nvPr/>
          </p:nvSpPr>
          <p:spPr>
            <a:xfrm>
              <a:off x="6837017" y="2695703"/>
              <a:ext cx="206839" cy="276090"/>
            </a:xfrm>
            <a:custGeom>
              <a:avLst/>
              <a:gdLst>
                <a:gd name="connsiteX0" fmla="*/ 39765 w 206839"/>
                <a:gd name="connsiteY0" fmla="*/ 276090 h 276090"/>
                <a:gd name="connsiteX1" fmla="*/ 31727 w 206839"/>
                <a:gd name="connsiteY1" fmla="*/ 275247 h 276090"/>
                <a:gd name="connsiteX2" fmla="*/ 813 w 206839"/>
                <a:gd name="connsiteY2" fmla="*/ 228405 h 276090"/>
                <a:gd name="connsiteX3" fmla="*/ 143870 w 206839"/>
                <a:gd name="connsiteY3" fmla="*/ 7493 h 276090"/>
                <a:gd name="connsiteX4" fmla="*/ 199346 w 206839"/>
                <a:gd name="connsiteY4" fmla="*/ 16524 h 276090"/>
                <a:gd name="connsiteX5" fmla="*/ 190315 w 206839"/>
                <a:gd name="connsiteY5" fmla="*/ 72000 h 276090"/>
                <a:gd name="connsiteX6" fmla="*/ 78618 w 206839"/>
                <a:gd name="connsiteY6" fmla="*/ 244333 h 276090"/>
                <a:gd name="connsiteX7" fmla="*/ 39765 w 206839"/>
                <a:gd name="connsiteY7" fmla="*/ 276090 h 27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839" h="276090">
                  <a:moveTo>
                    <a:pt x="39765" y="276090"/>
                  </a:moveTo>
                  <a:cubicBezTo>
                    <a:pt x="37065" y="276074"/>
                    <a:pt x="34372" y="275792"/>
                    <a:pt x="31727" y="275247"/>
                  </a:cubicBezTo>
                  <a:cubicBezTo>
                    <a:pt x="10259" y="270842"/>
                    <a:pt x="-3579" y="249875"/>
                    <a:pt x="813" y="228405"/>
                  </a:cubicBezTo>
                  <a:cubicBezTo>
                    <a:pt x="19018" y="139396"/>
                    <a:pt x="70098" y="60518"/>
                    <a:pt x="143870" y="7493"/>
                  </a:cubicBezTo>
                  <a:cubicBezTo>
                    <a:pt x="161683" y="-5332"/>
                    <a:pt x="186520" y="-1289"/>
                    <a:pt x="199346" y="16524"/>
                  </a:cubicBezTo>
                  <a:cubicBezTo>
                    <a:pt x="212171" y="34337"/>
                    <a:pt x="208128" y="59175"/>
                    <a:pt x="190315" y="72000"/>
                  </a:cubicBezTo>
                  <a:cubicBezTo>
                    <a:pt x="132738" y="113356"/>
                    <a:pt x="92857" y="174888"/>
                    <a:pt x="78618" y="244333"/>
                  </a:cubicBezTo>
                  <a:cubicBezTo>
                    <a:pt x="74849" y="262800"/>
                    <a:pt x="58613" y="276070"/>
                    <a:pt x="39765" y="2760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BB8DD5DA-31F8-E944-9792-9D7D08369ED9}"/>
                </a:ext>
              </a:extLst>
            </p:cNvPr>
            <p:cNvSpPr/>
            <p:nvPr/>
          </p:nvSpPr>
          <p:spPr>
            <a:xfrm>
              <a:off x="7097756" y="3273670"/>
              <a:ext cx="199329" cy="85664"/>
            </a:xfrm>
            <a:custGeom>
              <a:avLst/>
              <a:gdLst>
                <a:gd name="connsiteX0" fmla="*/ 94961 w 199329"/>
                <a:gd name="connsiteY0" fmla="*/ 85661 h 85664"/>
                <a:gd name="connsiteX1" fmla="*/ 33680 w 199329"/>
                <a:gd name="connsiteY1" fmla="*/ 80699 h 85664"/>
                <a:gd name="connsiteX2" fmla="*/ 465 w 199329"/>
                <a:gd name="connsiteY2" fmla="*/ 35440 h 85664"/>
                <a:gd name="connsiteX3" fmla="*/ 45724 w 199329"/>
                <a:gd name="connsiteY3" fmla="*/ 2225 h 85664"/>
                <a:gd name="connsiteX4" fmla="*/ 47028 w 199329"/>
                <a:gd name="connsiteY4" fmla="*/ 2447 h 85664"/>
                <a:gd name="connsiteX5" fmla="*/ 151678 w 199329"/>
                <a:gd name="connsiteY5" fmla="*/ 810 h 85664"/>
                <a:gd name="connsiteX6" fmla="*/ 198520 w 199329"/>
                <a:gd name="connsiteY6" fmla="*/ 31773 h 85664"/>
                <a:gd name="connsiteX7" fmla="*/ 167557 w 199329"/>
                <a:gd name="connsiteY7" fmla="*/ 78615 h 85664"/>
                <a:gd name="connsiteX8" fmla="*/ 94961 w 199329"/>
                <a:gd name="connsiteY8" fmla="*/ 85661 h 8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329" h="85664">
                  <a:moveTo>
                    <a:pt x="94961" y="85661"/>
                  </a:moveTo>
                  <a:cubicBezTo>
                    <a:pt x="74430" y="85755"/>
                    <a:pt x="53929" y="84095"/>
                    <a:pt x="33680" y="80699"/>
                  </a:cubicBezTo>
                  <a:cubicBezTo>
                    <a:pt x="12010" y="77373"/>
                    <a:pt x="-2861" y="57110"/>
                    <a:pt x="465" y="35440"/>
                  </a:cubicBezTo>
                  <a:cubicBezTo>
                    <a:pt x="3791" y="13770"/>
                    <a:pt x="24054" y="-1101"/>
                    <a:pt x="45724" y="2225"/>
                  </a:cubicBezTo>
                  <a:cubicBezTo>
                    <a:pt x="46160" y="2292"/>
                    <a:pt x="46595" y="2366"/>
                    <a:pt x="47028" y="2447"/>
                  </a:cubicBezTo>
                  <a:cubicBezTo>
                    <a:pt x="81718" y="8302"/>
                    <a:pt x="117188" y="7747"/>
                    <a:pt x="151678" y="810"/>
                  </a:cubicBezTo>
                  <a:cubicBezTo>
                    <a:pt x="173163" y="-3575"/>
                    <a:pt x="194135" y="10288"/>
                    <a:pt x="198520" y="31773"/>
                  </a:cubicBezTo>
                  <a:cubicBezTo>
                    <a:pt x="202905" y="53258"/>
                    <a:pt x="189042" y="74230"/>
                    <a:pt x="167557" y="78615"/>
                  </a:cubicBezTo>
                  <a:cubicBezTo>
                    <a:pt x="143653" y="83372"/>
                    <a:pt x="119334" y="85732"/>
                    <a:pt x="94961" y="856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A6D79B84-C63D-C842-CF03-DE276408E268}"/>
                </a:ext>
              </a:extLst>
            </p:cNvPr>
            <p:cNvSpPr/>
            <p:nvPr/>
          </p:nvSpPr>
          <p:spPr>
            <a:xfrm>
              <a:off x="7349009" y="2701197"/>
              <a:ext cx="197642" cy="262557"/>
            </a:xfrm>
            <a:custGeom>
              <a:avLst/>
              <a:gdLst>
                <a:gd name="connsiteX0" fmla="*/ 157907 w 197642"/>
                <a:gd name="connsiteY0" fmla="*/ 262557 h 262557"/>
                <a:gd name="connsiteX1" fmla="*/ 119253 w 197642"/>
                <a:gd name="connsiteY1" fmla="*/ 231792 h 262557"/>
                <a:gd name="connsiteX2" fmla="*/ 15546 w 197642"/>
                <a:gd name="connsiteY2" fmla="*/ 71220 h 262557"/>
                <a:gd name="connsiteX3" fmla="*/ 8202 w 197642"/>
                <a:gd name="connsiteY3" fmla="*/ 15546 h 262557"/>
                <a:gd name="connsiteX4" fmla="*/ 63876 w 197642"/>
                <a:gd name="connsiteY4" fmla="*/ 8202 h 262557"/>
                <a:gd name="connsiteX5" fmla="*/ 196612 w 197642"/>
                <a:gd name="connsiteY5" fmla="*/ 213879 h 262557"/>
                <a:gd name="connsiteX6" fmla="*/ 166888 w 197642"/>
                <a:gd name="connsiteY6" fmla="*/ 261504 h 262557"/>
                <a:gd name="connsiteX7" fmla="*/ 166839 w 197642"/>
                <a:gd name="connsiteY7" fmla="*/ 261515 h 262557"/>
                <a:gd name="connsiteX8" fmla="*/ 157907 w 197642"/>
                <a:gd name="connsiteY8" fmla="*/ 262557 h 262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642" h="262557">
                  <a:moveTo>
                    <a:pt x="157907" y="262557"/>
                  </a:moveTo>
                  <a:cubicBezTo>
                    <a:pt x="139434" y="262546"/>
                    <a:pt x="123409" y="249793"/>
                    <a:pt x="119253" y="231792"/>
                  </a:cubicBezTo>
                  <a:cubicBezTo>
                    <a:pt x="104308" y="167879"/>
                    <a:pt x="67656" y="111129"/>
                    <a:pt x="15546" y="71220"/>
                  </a:cubicBezTo>
                  <a:cubicBezTo>
                    <a:pt x="-1857" y="57874"/>
                    <a:pt x="-5144" y="32948"/>
                    <a:pt x="8202" y="15546"/>
                  </a:cubicBezTo>
                  <a:cubicBezTo>
                    <a:pt x="21548" y="-1857"/>
                    <a:pt x="46474" y="-5144"/>
                    <a:pt x="63876" y="8202"/>
                  </a:cubicBezTo>
                  <a:cubicBezTo>
                    <a:pt x="130581" y="59343"/>
                    <a:pt x="177490" y="132030"/>
                    <a:pt x="196612" y="213879"/>
                  </a:cubicBezTo>
                  <a:cubicBezTo>
                    <a:pt x="201555" y="235239"/>
                    <a:pt x="188247" y="256561"/>
                    <a:pt x="166888" y="261504"/>
                  </a:cubicBezTo>
                  <a:cubicBezTo>
                    <a:pt x="166871" y="261508"/>
                    <a:pt x="166855" y="261512"/>
                    <a:pt x="166839" y="261515"/>
                  </a:cubicBezTo>
                  <a:cubicBezTo>
                    <a:pt x="163910" y="262195"/>
                    <a:pt x="160914" y="262544"/>
                    <a:pt x="157907" y="26255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2" name="Picture Placeholder 55">
              <a:extLst>
                <a:ext uri="{FF2B5EF4-FFF2-40B4-BE49-F238E27FC236}">
                  <a16:creationId xmlns:a16="http://schemas.microsoft.com/office/drawing/2014/main" id="{FAEEDEB9-EFDC-FFBA-FEDF-EB0E6B692BB7}"/>
                </a:ext>
              </a:extLst>
            </p:cNvPr>
            <p:cNvGrpSpPr/>
            <p:nvPr/>
          </p:nvGrpSpPr>
          <p:grpSpPr>
            <a:xfrm>
              <a:off x="6778633" y="3027864"/>
              <a:ext cx="267058" cy="336577"/>
              <a:chOff x="6778633" y="3027864"/>
              <a:chExt cx="267058" cy="336577"/>
            </a:xfrm>
            <a:solidFill>
              <a:srgbClr val="FFFFFF"/>
            </a:solidFill>
          </p:grpSpPr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DF211E53-906E-BF55-4E3A-1943F52B4E16}"/>
                  </a:ext>
                </a:extLst>
              </p:cNvPr>
              <p:cNvSpPr/>
              <p:nvPr/>
            </p:nvSpPr>
            <p:spPr>
              <a:xfrm>
                <a:off x="6815303" y="3027864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72 h 190444"/>
                  <a:gd name="connsiteX4" fmla="*/ 190444 w 190444"/>
                  <a:gd name="connsiteY4" fmla="*/ 95222 h 190444"/>
                  <a:gd name="connsiteX5" fmla="*/ 95272 w 190444"/>
                  <a:gd name="connsiteY5" fmla="*/ 190444 h 190444"/>
                  <a:gd name="connsiteX6" fmla="*/ 95272 w 190444"/>
                  <a:gd name="connsiteY6" fmla="*/ 79443 h 190444"/>
                  <a:gd name="connsiteX7" fmla="*/ 79393 w 190444"/>
                  <a:gd name="connsiteY7" fmla="*/ 95222 h 190444"/>
                  <a:gd name="connsiteX8" fmla="*/ 95173 w 190444"/>
                  <a:gd name="connsiteY8" fmla="*/ 111101 h 190444"/>
                  <a:gd name="connsiteX9" fmla="*/ 111051 w 190444"/>
                  <a:gd name="connsiteY9" fmla="*/ 95321 h 190444"/>
                  <a:gd name="connsiteX10" fmla="*/ 111051 w 190444"/>
                  <a:gd name="connsiteY10" fmla="*/ 95222 h 190444"/>
                  <a:gd name="connsiteX11" fmla="*/ 95272 w 190444"/>
                  <a:gd name="connsiteY11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2" y="190472"/>
                      <a:pt x="27" y="147861"/>
                      <a:pt x="0" y="95272"/>
                    </a:cubicBezTo>
                    <a:cubicBezTo>
                      <a:pt x="-27" y="42682"/>
                      <a:pt x="42583" y="27"/>
                      <a:pt x="95173" y="0"/>
                    </a:cubicBezTo>
                    <a:cubicBezTo>
                      <a:pt x="147762" y="-27"/>
                      <a:pt x="190417" y="42583"/>
                      <a:pt x="190444" y="95172"/>
                    </a:cubicBezTo>
                    <a:cubicBezTo>
                      <a:pt x="190444" y="95189"/>
                      <a:pt x="190444" y="95206"/>
                      <a:pt x="190444" y="95222"/>
                    </a:cubicBezTo>
                    <a:cubicBezTo>
                      <a:pt x="190390" y="147770"/>
                      <a:pt x="147820" y="190362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30" y="79415"/>
                      <a:pt x="79421" y="86480"/>
                      <a:pt x="79393" y="95222"/>
                    </a:cubicBezTo>
                    <a:cubicBezTo>
                      <a:pt x="79366" y="103964"/>
                      <a:pt x="86431" y="111073"/>
                      <a:pt x="95173" y="111101"/>
                    </a:cubicBezTo>
                    <a:cubicBezTo>
                      <a:pt x="103915" y="111128"/>
                      <a:pt x="111024" y="104063"/>
                      <a:pt x="111051" y="95321"/>
                    </a:cubicBezTo>
                    <a:cubicBezTo>
                      <a:pt x="111051" y="95288"/>
                      <a:pt x="111051" y="95255"/>
                      <a:pt x="111051" y="95222"/>
                    </a:cubicBezTo>
                    <a:cubicBezTo>
                      <a:pt x="111051" y="86507"/>
                      <a:pt x="103987" y="79443"/>
                      <a:pt x="95272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19A26401-978B-578B-9A1C-7D7EB4960F34}"/>
                  </a:ext>
                </a:extLst>
              </p:cNvPr>
              <p:cNvSpPr/>
              <p:nvPr/>
            </p:nvSpPr>
            <p:spPr>
              <a:xfrm>
                <a:off x="6778633" y="3159458"/>
                <a:ext cx="267058" cy="204983"/>
              </a:xfrm>
              <a:custGeom>
                <a:avLst/>
                <a:gdLst>
                  <a:gd name="connsiteX0" fmla="*/ 227362 w 267058"/>
                  <a:gd name="connsiteY0" fmla="*/ 204983 h 204983"/>
                  <a:gd name="connsiteX1" fmla="*/ 187666 w 267058"/>
                  <a:gd name="connsiteY1" fmla="*/ 165287 h 204983"/>
                  <a:gd name="connsiteX2" fmla="*/ 187666 w 267058"/>
                  <a:gd name="connsiteY2" fmla="*/ 133529 h 204983"/>
                  <a:gd name="connsiteX3" fmla="*/ 133529 w 267058"/>
                  <a:gd name="connsiteY3" fmla="*/ 79393 h 204983"/>
                  <a:gd name="connsiteX4" fmla="*/ 79393 w 267058"/>
                  <a:gd name="connsiteY4" fmla="*/ 133529 h 204983"/>
                  <a:gd name="connsiteX5" fmla="*/ 79393 w 267058"/>
                  <a:gd name="connsiteY5" fmla="*/ 165287 h 204983"/>
                  <a:gd name="connsiteX6" fmla="*/ 39697 w 267058"/>
                  <a:gd name="connsiteY6" fmla="*/ 204983 h 204983"/>
                  <a:gd name="connsiteX7" fmla="*/ 0 w 267058"/>
                  <a:gd name="connsiteY7" fmla="*/ 165287 h 204983"/>
                  <a:gd name="connsiteX8" fmla="*/ 0 w 267058"/>
                  <a:gd name="connsiteY8" fmla="*/ 133529 h 204983"/>
                  <a:gd name="connsiteX9" fmla="*/ 133529 w 267058"/>
                  <a:gd name="connsiteY9" fmla="*/ 0 h 204983"/>
                  <a:gd name="connsiteX10" fmla="*/ 267059 w 267058"/>
                  <a:gd name="connsiteY10" fmla="*/ 133529 h 204983"/>
                  <a:gd name="connsiteX11" fmla="*/ 267059 w 267058"/>
                  <a:gd name="connsiteY11" fmla="*/ 165287 h 204983"/>
                  <a:gd name="connsiteX12" fmla="*/ 227362 w 267058"/>
                  <a:gd name="connsiteY12" fmla="*/ 204983 h 204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4983">
                    <a:moveTo>
                      <a:pt x="227362" y="204983"/>
                    </a:moveTo>
                    <a:cubicBezTo>
                      <a:pt x="205438" y="204983"/>
                      <a:pt x="187666" y="187210"/>
                      <a:pt x="187666" y="165287"/>
                    </a:cubicBezTo>
                    <a:lnTo>
                      <a:pt x="187666" y="133529"/>
                    </a:lnTo>
                    <a:cubicBezTo>
                      <a:pt x="187666" y="103631"/>
                      <a:pt x="163428" y="79393"/>
                      <a:pt x="133529" y="79393"/>
                    </a:cubicBezTo>
                    <a:cubicBezTo>
                      <a:pt x="103631" y="79393"/>
                      <a:pt x="79393" y="103631"/>
                      <a:pt x="79393" y="133529"/>
                    </a:cubicBezTo>
                    <a:lnTo>
                      <a:pt x="79393" y="165287"/>
                    </a:lnTo>
                    <a:cubicBezTo>
                      <a:pt x="79393" y="187210"/>
                      <a:pt x="61620" y="204983"/>
                      <a:pt x="39697" y="204983"/>
                    </a:cubicBezTo>
                    <a:cubicBezTo>
                      <a:pt x="17773" y="204983"/>
                      <a:pt x="0" y="187210"/>
                      <a:pt x="0" y="165287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287"/>
                    </a:lnTo>
                    <a:cubicBezTo>
                      <a:pt x="267059" y="187210"/>
                      <a:pt x="249286" y="204983"/>
                      <a:pt x="227362" y="2049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5" name="Picture Placeholder 55">
              <a:extLst>
                <a:ext uri="{FF2B5EF4-FFF2-40B4-BE49-F238E27FC236}">
                  <a16:creationId xmlns:a16="http://schemas.microsoft.com/office/drawing/2014/main" id="{01AF5012-8D42-8127-6E2E-14A12B63D6EA}"/>
                </a:ext>
              </a:extLst>
            </p:cNvPr>
            <p:cNvGrpSpPr/>
            <p:nvPr/>
          </p:nvGrpSpPr>
          <p:grpSpPr>
            <a:xfrm>
              <a:off x="7061670" y="2545303"/>
              <a:ext cx="267058" cy="336626"/>
              <a:chOff x="7061670" y="2545303"/>
              <a:chExt cx="267058" cy="336626"/>
            </a:xfrm>
            <a:solidFill>
              <a:srgbClr val="FFFFFF"/>
            </a:solidFill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34447134-1032-785A-A757-A0683A7B9FE9}"/>
                  </a:ext>
                </a:extLst>
              </p:cNvPr>
              <p:cNvSpPr/>
              <p:nvPr/>
            </p:nvSpPr>
            <p:spPr>
              <a:xfrm>
                <a:off x="7098339" y="2545303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23 h 190444"/>
                  <a:gd name="connsiteX4" fmla="*/ 95272 w 190444"/>
                  <a:gd name="connsiteY4" fmla="*/ 190444 h 190444"/>
                  <a:gd name="connsiteX5" fmla="*/ 95272 w 190444"/>
                  <a:gd name="connsiteY5" fmla="*/ 79443 h 190444"/>
                  <a:gd name="connsiteX6" fmla="*/ 79394 w 190444"/>
                  <a:gd name="connsiteY6" fmla="*/ 95223 h 190444"/>
                  <a:gd name="connsiteX7" fmla="*/ 95174 w 190444"/>
                  <a:gd name="connsiteY7" fmla="*/ 111101 h 190444"/>
                  <a:gd name="connsiteX8" fmla="*/ 111052 w 190444"/>
                  <a:gd name="connsiteY8" fmla="*/ 95321 h 190444"/>
                  <a:gd name="connsiteX9" fmla="*/ 111051 w 190444"/>
                  <a:gd name="connsiteY9" fmla="*/ 95123 h 190444"/>
                  <a:gd name="connsiteX10" fmla="*/ 95272 w 190444"/>
                  <a:gd name="connsiteY10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2" y="190472"/>
                      <a:pt x="27" y="147861"/>
                      <a:pt x="0" y="95272"/>
                    </a:cubicBezTo>
                    <a:cubicBezTo>
                      <a:pt x="-27" y="42682"/>
                      <a:pt x="42583" y="27"/>
                      <a:pt x="95173" y="0"/>
                    </a:cubicBezTo>
                    <a:cubicBezTo>
                      <a:pt x="147743" y="-27"/>
                      <a:pt x="190390" y="42553"/>
                      <a:pt x="190444" y="95123"/>
                    </a:cubicBezTo>
                    <a:cubicBezTo>
                      <a:pt x="190444" y="147709"/>
                      <a:pt x="147858" y="190362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30" y="79416"/>
                      <a:pt x="79421" y="86481"/>
                      <a:pt x="79394" y="95223"/>
                    </a:cubicBezTo>
                    <a:cubicBezTo>
                      <a:pt x="79367" y="103965"/>
                      <a:pt x="86432" y="111074"/>
                      <a:pt x="95174" y="111101"/>
                    </a:cubicBezTo>
                    <a:cubicBezTo>
                      <a:pt x="103916" y="111128"/>
                      <a:pt x="111025" y="104063"/>
                      <a:pt x="111052" y="95321"/>
                    </a:cubicBezTo>
                    <a:cubicBezTo>
                      <a:pt x="111052" y="95255"/>
                      <a:pt x="111052" y="95189"/>
                      <a:pt x="111051" y="95123"/>
                    </a:cubicBezTo>
                    <a:cubicBezTo>
                      <a:pt x="110970" y="86458"/>
                      <a:pt x="103937" y="79469"/>
                      <a:pt x="95272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F546D793-1005-CEBC-93B0-FD9AD1F959BA}"/>
                  </a:ext>
                </a:extLst>
              </p:cNvPr>
              <p:cNvSpPr/>
              <p:nvPr/>
            </p:nvSpPr>
            <p:spPr>
              <a:xfrm>
                <a:off x="7061670" y="2676897"/>
                <a:ext cx="267058" cy="205032"/>
              </a:xfrm>
              <a:custGeom>
                <a:avLst/>
                <a:gdLst>
                  <a:gd name="connsiteX0" fmla="*/ 227362 w 267058"/>
                  <a:gd name="connsiteY0" fmla="*/ 205033 h 205032"/>
                  <a:gd name="connsiteX1" fmla="*/ 187666 w 267058"/>
                  <a:gd name="connsiteY1" fmla="*/ 165336 h 205032"/>
                  <a:gd name="connsiteX2" fmla="*/ 187666 w 267058"/>
                  <a:gd name="connsiteY2" fmla="*/ 133529 h 205032"/>
                  <a:gd name="connsiteX3" fmla="*/ 133529 w 267058"/>
                  <a:gd name="connsiteY3" fmla="*/ 79393 h 205032"/>
                  <a:gd name="connsiteX4" fmla="*/ 79393 w 267058"/>
                  <a:gd name="connsiteY4" fmla="*/ 133529 h 205032"/>
                  <a:gd name="connsiteX5" fmla="*/ 79393 w 267058"/>
                  <a:gd name="connsiteY5" fmla="*/ 165336 h 205032"/>
                  <a:gd name="connsiteX6" fmla="*/ 39697 w 267058"/>
                  <a:gd name="connsiteY6" fmla="*/ 205033 h 205032"/>
                  <a:gd name="connsiteX7" fmla="*/ 0 w 267058"/>
                  <a:gd name="connsiteY7" fmla="*/ 165336 h 205032"/>
                  <a:gd name="connsiteX8" fmla="*/ 0 w 267058"/>
                  <a:gd name="connsiteY8" fmla="*/ 133529 h 205032"/>
                  <a:gd name="connsiteX9" fmla="*/ 133529 w 267058"/>
                  <a:gd name="connsiteY9" fmla="*/ 0 h 205032"/>
                  <a:gd name="connsiteX10" fmla="*/ 267059 w 267058"/>
                  <a:gd name="connsiteY10" fmla="*/ 133529 h 205032"/>
                  <a:gd name="connsiteX11" fmla="*/ 267059 w 267058"/>
                  <a:gd name="connsiteY11" fmla="*/ 165336 h 205032"/>
                  <a:gd name="connsiteX12" fmla="*/ 227362 w 267058"/>
                  <a:gd name="connsiteY12" fmla="*/ 205033 h 20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5032">
                    <a:moveTo>
                      <a:pt x="227362" y="205033"/>
                    </a:moveTo>
                    <a:cubicBezTo>
                      <a:pt x="205438" y="205033"/>
                      <a:pt x="187666" y="187260"/>
                      <a:pt x="187666" y="165336"/>
                    </a:cubicBezTo>
                    <a:lnTo>
                      <a:pt x="187666" y="133529"/>
                    </a:lnTo>
                    <a:cubicBezTo>
                      <a:pt x="187666" y="103631"/>
                      <a:pt x="163428" y="79393"/>
                      <a:pt x="133529" y="79393"/>
                    </a:cubicBezTo>
                    <a:cubicBezTo>
                      <a:pt x="103631" y="79393"/>
                      <a:pt x="79393" y="103631"/>
                      <a:pt x="79393" y="133529"/>
                    </a:cubicBezTo>
                    <a:lnTo>
                      <a:pt x="79393" y="165336"/>
                    </a:lnTo>
                    <a:cubicBezTo>
                      <a:pt x="79393" y="187260"/>
                      <a:pt x="61620" y="205033"/>
                      <a:pt x="39697" y="205033"/>
                    </a:cubicBezTo>
                    <a:cubicBezTo>
                      <a:pt x="17773" y="205033"/>
                      <a:pt x="0" y="187260"/>
                      <a:pt x="0" y="165336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336"/>
                    </a:lnTo>
                    <a:cubicBezTo>
                      <a:pt x="267059" y="187260"/>
                      <a:pt x="249286" y="205033"/>
                      <a:pt x="227362" y="2050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8" name="Picture Placeholder 55">
              <a:extLst>
                <a:ext uri="{FF2B5EF4-FFF2-40B4-BE49-F238E27FC236}">
                  <a16:creationId xmlns:a16="http://schemas.microsoft.com/office/drawing/2014/main" id="{C47CDA55-3ED1-FC7C-8D5B-D28936DA75EE}"/>
                </a:ext>
              </a:extLst>
            </p:cNvPr>
            <p:cNvGrpSpPr/>
            <p:nvPr/>
          </p:nvGrpSpPr>
          <p:grpSpPr>
            <a:xfrm>
              <a:off x="7343912" y="3029055"/>
              <a:ext cx="267058" cy="336626"/>
              <a:chOff x="7343912" y="3029055"/>
              <a:chExt cx="267058" cy="336626"/>
            </a:xfrm>
            <a:solidFill>
              <a:srgbClr val="FFFFFF"/>
            </a:solidFill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6EB9FA07-9AA1-9CA0-B9BD-C56F09351EC1}"/>
                  </a:ext>
                </a:extLst>
              </p:cNvPr>
              <p:cNvSpPr/>
              <p:nvPr/>
            </p:nvSpPr>
            <p:spPr>
              <a:xfrm>
                <a:off x="7380582" y="3029055"/>
                <a:ext cx="190444" cy="190444"/>
              </a:xfrm>
              <a:custGeom>
                <a:avLst/>
                <a:gdLst>
                  <a:gd name="connsiteX0" fmla="*/ 95272 w 190444"/>
                  <a:gd name="connsiteY0" fmla="*/ 190444 h 190444"/>
                  <a:gd name="connsiteX1" fmla="*/ 0 w 190444"/>
                  <a:gd name="connsiteY1" fmla="*/ 95272 h 190444"/>
                  <a:gd name="connsiteX2" fmla="*/ 95173 w 190444"/>
                  <a:gd name="connsiteY2" fmla="*/ 0 h 190444"/>
                  <a:gd name="connsiteX3" fmla="*/ 190444 w 190444"/>
                  <a:gd name="connsiteY3" fmla="*/ 95172 h 190444"/>
                  <a:gd name="connsiteX4" fmla="*/ 190444 w 190444"/>
                  <a:gd name="connsiteY4" fmla="*/ 95272 h 190444"/>
                  <a:gd name="connsiteX5" fmla="*/ 95272 w 190444"/>
                  <a:gd name="connsiteY5" fmla="*/ 190444 h 190444"/>
                  <a:gd name="connsiteX6" fmla="*/ 95272 w 190444"/>
                  <a:gd name="connsiteY6" fmla="*/ 79443 h 190444"/>
                  <a:gd name="connsiteX7" fmla="*/ 79393 w 190444"/>
                  <a:gd name="connsiteY7" fmla="*/ 95222 h 190444"/>
                  <a:gd name="connsiteX8" fmla="*/ 95173 w 190444"/>
                  <a:gd name="connsiteY8" fmla="*/ 111101 h 190444"/>
                  <a:gd name="connsiteX9" fmla="*/ 111051 w 190444"/>
                  <a:gd name="connsiteY9" fmla="*/ 95321 h 190444"/>
                  <a:gd name="connsiteX10" fmla="*/ 111051 w 190444"/>
                  <a:gd name="connsiteY10" fmla="*/ 95272 h 190444"/>
                  <a:gd name="connsiteX11" fmla="*/ 95321 w 190444"/>
                  <a:gd name="connsiteY11" fmla="*/ 79443 h 190444"/>
                  <a:gd name="connsiteX12" fmla="*/ 95272 w 190444"/>
                  <a:gd name="connsiteY12" fmla="*/ 79443 h 19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0444" h="190444">
                    <a:moveTo>
                      <a:pt x="95272" y="190444"/>
                    </a:moveTo>
                    <a:cubicBezTo>
                      <a:pt x="42682" y="190472"/>
                      <a:pt x="27" y="147861"/>
                      <a:pt x="0" y="95272"/>
                    </a:cubicBezTo>
                    <a:cubicBezTo>
                      <a:pt x="-27" y="42682"/>
                      <a:pt x="42583" y="27"/>
                      <a:pt x="95173" y="0"/>
                    </a:cubicBezTo>
                    <a:cubicBezTo>
                      <a:pt x="147762" y="-27"/>
                      <a:pt x="190417" y="42583"/>
                      <a:pt x="190444" y="95172"/>
                    </a:cubicBezTo>
                    <a:cubicBezTo>
                      <a:pt x="190444" y="95206"/>
                      <a:pt x="190444" y="95239"/>
                      <a:pt x="190444" y="95272"/>
                    </a:cubicBezTo>
                    <a:cubicBezTo>
                      <a:pt x="190390" y="147811"/>
                      <a:pt x="147811" y="190390"/>
                      <a:pt x="95272" y="190444"/>
                    </a:cubicBezTo>
                    <a:close/>
                    <a:moveTo>
                      <a:pt x="95272" y="79443"/>
                    </a:moveTo>
                    <a:cubicBezTo>
                      <a:pt x="86530" y="79415"/>
                      <a:pt x="79421" y="86480"/>
                      <a:pt x="79393" y="95222"/>
                    </a:cubicBezTo>
                    <a:cubicBezTo>
                      <a:pt x="79366" y="103964"/>
                      <a:pt x="86430" y="111073"/>
                      <a:pt x="95173" y="111101"/>
                    </a:cubicBezTo>
                    <a:cubicBezTo>
                      <a:pt x="103915" y="111128"/>
                      <a:pt x="111024" y="104063"/>
                      <a:pt x="111051" y="95321"/>
                    </a:cubicBezTo>
                    <a:cubicBezTo>
                      <a:pt x="111051" y="95305"/>
                      <a:pt x="111051" y="95288"/>
                      <a:pt x="111051" y="95272"/>
                    </a:cubicBezTo>
                    <a:cubicBezTo>
                      <a:pt x="111079" y="86557"/>
                      <a:pt x="104036" y="79470"/>
                      <a:pt x="95321" y="79443"/>
                    </a:cubicBezTo>
                    <a:cubicBezTo>
                      <a:pt x="95305" y="79443"/>
                      <a:pt x="95288" y="79443"/>
                      <a:pt x="95272" y="79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C8DFAA2D-F2A6-0591-E65A-EB8B5C067D92}"/>
                  </a:ext>
                </a:extLst>
              </p:cNvPr>
              <p:cNvSpPr/>
              <p:nvPr/>
            </p:nvSpPr>
            <p:spPr>
              <a:xfrm>
                <a:off x="7343912" y="3160699"/>
                <a:ext cx="267058" cy="204983"/>
              </a:xfrm>
              <a:custGeom>
                <a:avLst/>
                <a:gdLst>
                  <a:gd name="connsiteX0" fmla="*/ 227362 w 267058"/>
                  <a:gd name="connsiteY0" fmla="*/ 204983 h 204983"/>
                  <a:gd name="connsiteX1" fmla="*/ 187666 w 267058"/>
                  <a:gd name="connsiteY1" fmla="*/ 165287 h 204983"/>
                  <a:gd name="connsiteX2" fmla="*/ 187666 w 267058"/>
                  <a:gd name="connsiteY2" fmla="*/ 133529 h 204983"/>
                  <a:gd name="connsiteX3" fmla="*/ 133529 w 267058"/>
                  <a:gd name="connsiteY3" fmla="*/ 79393 h 204983"/>
                  <a:gd name="connsiteX4" fmla="*/ 79393 w 267058"/>
                  <a:gd name="connsiteY4" fmla="*/ 133529 h 204983"/>
                  <a:gd name="connsiteX5" fmla="*/ 79393 w 267058"/>
                  <a:gd name="connsiteY5" fmla="*/ 165287 h 204983"/>
                  <a:gd name="connsiteX6" fmla="*/ 39697 w 267058"/>
                  <a:gd name="connsiteY6" fmla="*/ 204983 h 204983"/>
                  <a:gd name="connsiteX7" fmla="*/ 0 w 267058"/>
                  <a:gd name="connsiteY7" fmla="*/ 165287 h 204983"/>
                  <a:gd name="connsiteX8" fmla="*/ 0 w 267058"/>
                  <a:gd name="connsiteY8" fmla="*/ 133529 h 204983"/>
                  <a:gd name="connsiteX9" fmla="*/ 133529 w 267058"/>
                  <a:gd name="connsiteY9" fmla="*/ 0 h 204983"/>
                  <a:gd name="connsiteX10" fmla="*/ 267059 w 267058"/>
                  <a:gd name="connsiteY10" fmla="*/ 133529 h 204983"/>
                  <a:gd name="connsiteX11" fmla="*/ 267059 w 267058"/>
                  <a:gd name="connsiteY11" fmla="*/ 165287 h 204983"/>
                  <a:gd name="connsiteX12" fmla="*/ 227362 w 267058"/>
                  <a:gd name="connsiteY12" fmla="*/ 204983 h 204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058" h="204983">
                    <a:moveTo>
                      <a:pt x="227362" y="204983"/>
                    </a:moveTo>
                    <a:cubicBezTo>
                      <a:pt x="205438" y="204983"/>
                      <a:pt x="187666" y="187210"/>
                      <a:pt x="187666" y="165287"/>
                    </a:cubicBezTo>
                    <a:lnTo>
                      <a:pt x="187666" y="133529"/>
                    </a:lnTo>
                    <a:cubicBezTo>
                      <a:pt x="187666" y="103631"/>
                      <a:pt x="163428" y="79393"/>
                      <a:pt x="133529" y="79393"/>
                    </a:cubicBezTo>
                    <a:cubicBezTo>
                      <a:pt x="103631" y="79393"/>
                      <a:pt x="79393" y="103631"/>
                      <a:pt x="79393" y="133529"/>
                    </a:cubicBezTo>
                    <a:lnTo>
                      <a:pt x="79393" y="165287"/>
                    </a:lnTo>
                    <a:cubicBezTo>
                      <a:pt x="79393" y="187210"/>
                      <a:pt x="61620" y="204983"/>
                      <a:pt x="39697" y="204983"/>
                    </a:cubicBezTo>
                    <a:cubicBezTo>
                      <a:pt x="17773" y="204983"/>
                      <a:pt x="0" y="187210"/>
                      <a:pt x="0" y="165287"/>
                    </a:cubicBezTo>
                    <a:lnTo>
                      <a:pt x="0" y="133529"/>
                    </a:lnTo>
                    <a:cubicBezTo>
                      <a:pt x="0" y="59783"/>
                      <a:pt x="59783" y="0"/>
                      <a:pt x="133529" y="0"/>
                    </a:cubicBezTo>
                    <a:cubicBezTo>
                      <a:pt x="207276" y="0"/>
                      <a:pt x="267059" y="59783"/>
                      <a:pt x="267059" y="133529"/>
                    </a:cubicBezTo>
                    <a:lnTo>
                      <a:pt x="267059" y="165287"/>
                    </a:lnTo>
                    <a:cubicBezTo>
                      <a:pt x="267059" y="187210"/>
                      <a:pt x="249286" y="204983"/>
                      <a:pt x="227362" y="2049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99141A0D-C70E-61FE-A139-396A168B453C}"/>
                </a:ext>
              </a:extLst>
            </p:cNvPr>
            <p:cNvSpPr/>
            <p:nvPr/>
          </p:nvSpPr>
          <p:spPr>
            <a:xfrm>
              <a:off x="7048249" y="3003350"/>
              <a:ext cx="158393" cy="158490"/>
            </a:xfrm>
            <a:custGeom>
              <a:avLst/>
              <a:gdLst>
                <a:gd name="connsiteX0" fmla="*/ 118715 w 158393"/>
                <a:gd name="connsiteY0" fmla="*/ 158490 h 158490"/>
                <a:gd name="connsiteX1" fmla="*/ 90630 w 158393"/>
                <a:gd name="connsiteY1" fmla="*/ 146879 h 158490"/>
                <a:gd name="connsiteX2" fmla="*/ 10096 w 158393"/>
                <a:gd name="connsiteY2" fmla="*/ 66146 h 158490"/>
                <a:gd name="connsiteX3" fmla="*/ 13247 w 158393"/>
                <a:gd name="connsiteY3" fmla="*/ 10095 h 158490"/>
                <a:gd name="connsiteX4" fmla="*/ 66068 w 158393"/>
                <a:gd name="connsiteY4" fmla="*/ 10025 h 158490"/>
                <a:gd name="connsiteX5" fmla="*/ 146751 w 158393"/>
                <a:gd name="connsiteY5" fmla="*/ 90708 h 158490"/>
                <a:gd name="connsiteX6" fmla="*/ 146782 w 158393"/>
                <a:gd name="connsiteY6" fmla="*/ 146848 h 158490"/>
                <a:gd name="connsiteX7" fmla="*/ 118715 w 158393"/>
                <a:gd name="connsiteY7" fmla="*/ 158490 h 15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393" h="158490">
                  <a:moveTo>
                    <a:pt x="118715" y="158490"/>
                  </a:moveTo>
                  <a:cubicBezTo>
                    <a:pt x="108184" y="158498"/>
                    <a:pt x="98081" y="154322"/>
                    <a:pt x="90630" y="146879"/>
                  </a:cubicBezTo>
                  <a:lnTo>
                    <a:pt x="10096" y="66146"/>
                  </a:lnTo>
                  <a:cubicBezTo>
                    <a:pt x="-4512" y="49798"/>
                    <a:pt x="-3101" y="24703"/>
                    <a:pt x="13247" y="10095"/>
                  </a:cubicBezTo>
                  <a:cubicBezTo>
                    <a:pt x="28282" y="-3338"/>
                    <a:pt x="50998" y="-3368"/>
                    <a:pt x="66068" y="10025"/>
                  </a:cubicBezTo>
                  <a:lnTo>
                    <a:pt x="146751" y="90708"/>
                  </a:lnTo>
                  <a:cubicBezTo>
                    <a:pt x="162262" y="106202"/>
                    <a:pt x="162276" y="131337"/>
                    <a:pt x="146782" y="146848"/>
                  </a:cubicBezTo>
                  <a:cubicBezTo>
                    <a:pt x="139341" y="154297"/>
                    <a:pt x="129245" y="158485"/>
                    <a:pt x="118715" y="15849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FF91523D-6DFE-07C8-AD0F-9A2F4D164BE4}"/>
                </a:ext>
              </a:extLst>
            </p:cNvPr>
            <p:cNvSpPr/>
            <p:nvPr/>
          </p:nvSpPr>
          <p:spPr>
            <a:xfrm>
              <a:off x="7128676" y="2945664"/>
              <a:ext cx="216111" cy="216523"/>
            </a:xfrm>
            <a:custGeom>
              <a:avLst/>
              <a:gdLst>
                <a:gd name="connsiteX0" fmla="*/ 39678 w 216111"/>
                <a:gd name="connsiteY0" fmla="*/ 216524 h 216523"/>
                <a:gd name="connsiteX1" fmla="*/ 0 w 216111"/>
                <a:gd name="connsiteY1" fmla="*/ 176809 h 216523"/>
                <a:gd name="connsiteX2" fmla="*/ 11593 w 216111"/>
                <a:gd name="connsiteY2" fmla="*/ 148791 h 216523"/>
                <a:gd name="connsiteX3" fmla="*/ 146611 w 216111"/>
                <a:gd name="connsiteY3" fmla="*/ 13476 h 216523"/>
                <a:gd name="connsiteX4" fmla="*/ 202636 w 216111"/>
                <a:gd name="connsiteY4" fmla="*/ 9893 h 216523"/>
                <a:gd name="connsiteX5" fmla="*/ 206219 w 216111"/>
                <a:gd name="connsiteY5" fmla="*/ 65918 h 216523"/>
                <a:gd name="connsiteX6" fmla="*/ 202583 w 216111"/>
                <a:gd name="connsiteY6" fmla="*/ 69547 h 216523"/>
                <a:gd name="connsiteX7" fmla="*/ 67813 w 216111"/>
                <a:gd name="connsiteY7" fmla="*/ 204863 h 216523"/>
                <a:gd name="connsiteX8" fmla="*/ 39678 w 216111"/>
                <a:gd name="connsiteY8" fmla="*/ 216524 h 21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111" h="216523">
                  <a:moveTo>
                    <a:pt x="39678" y="216524"/>
                  </a:moveTo>
                  <a:cubicBezTo>
                    <a:pt x="17754" y="216514"/>
                    <a:pt x="-10" y="198733"/>
                    <a:pt x="0" y="176809"/>
                  </a:cubicBezTo>
                  <a:cubicBezTo>
                    <a:pt x="5" y="166304"/>
                    <a:pt x="4174" y="156229"/>
                    <a:pt x="11593" y="148791"/>
                  </a:cubicBezTo>
                  <a:lnTo>
                    <a:pt x="146611" y="13476"/>
                  </a:lnTo>
                  <a:cubicBezTo>
                    <a:pt x="161093" y="-2984"/>
                    <a:pt x="186176" y="-4588"/>
                    <a:pt x="202636" y="9893"/>
                  </a:cubicBezTo>
                  <a:cubicBezTo>
                    <a:pt x="219096" y="24375"/>
                    <a:pt x="220700" y="49458"/>
                    <a:pt x="206219" y="65918"/>
                  </a:cubicBezTo>
                  <a:cubicBezTo>
                    <a:pt x="205086" y="67205"/>
                    <a:pt x="203872" y="68417"/>
                    <a:pt x="202583" y="69547"/>
                  </a:cubicBezTo>
                  <a:lnTo>
                    <a:pt x="67813" y="204863"/>
                  </a:lnTo>
                  <a:cubicBezTo>
                    <a:pt x="60358" y="212336"/>
                    <a:pt x="50234" y="216532"/>
                    <a:pt x="39678" y="21652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66810072-812F-92E1-CF3A-205DA6D0046B}"/>
              </a:ext>
            </a:extLst>
          </p:cNvPr>
          <p:cNvGrpSpPr/>
          <p:nvPr/>
        </p:nvGrpSpPr>
        <p:grpSpPr>
          <a:xfrm>
            <a:off x="8131471" y="2543666"/>
            <a:ext cx="761249" cy="823702"/>
            <a:chOff x="8131471" y="2543666"/>
            <a:chExt cx="761249" cy="823702"/>
          </a:xfrm>
        </p:grpSpPr>
        <p:grpSp>
          <p:nvGrpSpPr>
            <p:cNvPr id="204" name="Picture Placeholder 57">
              <a:extLst>
                <a:ext uri="{FF2B5EF4-FFF2-40B4-BE49-F238E27FC236}">
                  <a16:creationId xmlns:a16="http://schemas.microsoft.com/office/drawing/2014/main" id="{375C9BC7-8612-7F70-50A1-F7A130A4804C}"/>
                </a:ext>
              </a:extLst>
            </p:cNvPr>
            <p:cNvGrpSpPr/>
            <p:nvPr/>
          </p:nvGrpSpPr>
          <p:grpSpPr>
            <a:xfrm>
              <a:off x="8131471" y="2543666"/>
              <a:ext cx="703026" cy="790778"/>
              <a:chOff x="8131471" y="2543666"/>
              <a:chExt cx="703026" cy="790778"/>
            </a:xfrm>
            <a:solidFill>
              <a:srgbClr val="FFFFFF"/>
            </a:solidFill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549741-08D4-B140-A0C9-1D7490741AEB}"/>
                  </a:ext>
                </a:extLst>
              </p:cNvPr>
              <p:cNvSpPr/>
              <p:nvPr/>
            </p:nvSpPr>
            <p:spPr>
              <a:xfrm>
                <a:off x="8131769" y="2808280"/>
                <a:ext cx="701947" cy="168921"/>
              </a:xfrm>
              <a:custGeom>
                <a:avLst/>
                <a:gdLst>
                  <a:gd name="connsiteX0" fmla="*/ 350968 w 701947"/>
                  <a:gd name="connsiteY0" fmla="*/ 168921 h 168921"/>
                  <a:gd name="connsiteX1" fmla="*/ 0 w 701947"/>
                  <a:gd name="connsiteY1" fmla="*/ 41942 h 168921"/>
                  <a:gd name="connsiteX2" fmla="*/ 39697 w 701947"/>
                  <a:gd name="connsiteY2" fmla="*/ 2246 h 168921"/>
                  <a:gd name="connsiteX3" fmla="*/ 79393 w 701947"/>
                  <a:gd name="connsiteY3" fmla="*/ 41942 h 168921"/>
                  <a:gd name="connsiteX4" fmla="*/ 350968 w 701947"/>
                  <a:gd name="connsiteY4" fmla="*/ 89528 h 168921"/>
                  <a:gd name="connsiteX5" fmla="*/ 622542 w 701947"/>
                  <a:gd name="connsiteY5" fmla="*/ 38717 h 168921"/>
                  <a:gd name="connsiteX6" fmla="*/ 663231 w 701947"/>
                  <a:gd name="connsiteY6" fmla="*/ 13 h 168921"/>
                  <a:gd name="connsiteX7" fmla="*/ 701935 w 701947"/>
                  <a:gd name="connsiteY7" fmla="*/ 40702 h 168921"/>
                  <a:gd name="connsiteX8" fmla="*/ 350968 w 701947"/>
                  <a:gd name="connsiteY8" fmla="*/ 168921 h 16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947" h="168921">
                    <a:moveTo>
                      <a:pt x="350968" y="168921"/>
                    </a:moveTo>
                    <a:cubicBezTo>
                      <a:pt x="114773" y="168921"/>
                      <a:pt x="0" y="127389"/>
                      <a:pt x="0" y="41942"/>
                    </a:cubicBezTo>
                    <a:cubicBezTo>
                      <a:pt x="0" y="20018"/>
                      <a:pt x="17773" y="2246"/>
                      <a:pt x="39697" y="2246"/>
                    </a:cubicBezTo>
                    <a:cubicBezTo>
                      <a:pt x="61620" y="2246"/>
                      <a:pt x="79393" y="20018"/>
                      <a:pt x="79393" y="41942"/>
                    </a:cubicBezTo>
                    <a:cubicBezTo>
                      <a:pt x="79393" y="49336"/>
                      <a:pt x="129461" y="89528"/>
                      <a:pt x="350968" y="89528"/>
                    </a:cubicBezTo>
                    <a:cubicBezTo>
                      <a:pt x="531537" y="89528"/>
                      <a:pt x="611973" y="55240"/>
                      <a:pt x="622542" y="38717"/>
                    </a:cubicBezTo>
                    <a:cubicBezTo>
                      <a:pt x="623090" y="16793"/>
                      <a:pt x="641307" y="-535"/>
                      <a:pt x="663231" y="13"/>
                    </a:cubicBezTo>
                    <a:cubicBezTo>
                      <a:pt x="685155" y="561"/>
                      <a:pt x="702483" y="18778"/>
                      <a:pt x="701935" y="40702"/>
                    </a:cubicBezTo>
                    <a:cubicBezTo>
                      <a:pt x="701885" y="156417"/>
                      <a:pt x="456461" y="168921"/>
                      <a:pt x="350968" y="168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A68C489A-15DC-063E-829D-96FCFED5D4BA}"/>
                  </a:ext>
                </a:extLst>
              </p:cNvPr>
              <p:cNvSpPr/>
              <p:nvPr/>
            </p:nvSpPr>
            <p:spPr>
              <a:xfrm>
                <a:off x="8131751" y="2987679"/>
                <a:ext cx="498277" cy="169151"/>
              </a:xfrm>
              <a:custGeom>
                <a:avLst/>
                <a:gdLst>
                  <a:gd name="connsiteX0" fmla="*/ 355699 w 498277"/>
                  <a:gd name="connsiteY0" fmla="*/ 169100 h 169151"/>
                  <a:gd name="connsiteX1" fmla="*/ 17 w 498277"/>
                  <a:gd name="connsiteY1" fmla="*/ 40880 h 169151"/>
                  <a:gd name="connsiteX2" fmla="*/ 38548 w 498277"/>
                  <a:gd name="connsiteY2" fmla="*/ 17 h 169151"/>
                  <a:gd name="connsiteX3" fmla="*/ 79411 w 498277"/>
                  <a:gd name="connsiteY3" fmla="*/ 38548 h 169151"/>
                  <a:gd name="connsiteX4" fmla="*/ 355749 w 498277"/>
                  <a:gd name="connsiteY4" fmla="*/ 89707 h 169151"/>
                  <a:gd name="connsiteX5" fmla="*/ 443925 w 498277"/>
                  <a:gd name="connsiteY5" fmla="*/ 84249 h 169151"/>
                  <a:gd name="connsiteX6" fmla="*/ 454196 w 498277"/>
                  <a:gd name="connsiteY6" fmla="*/ 83058 h 169151"/>
                  <a:gd name="connsiteX7" fmla="*/ 498031 w 498277"/>
                  <a:gd name="connsiteY7" fmla="*/ 118131 h 169151"/>
                  <a:gd name="connsiteX8" fmla="*/ 463475 w 498277"/>
                  <a:gd name="connsiteY8" fmla="*/ 161905 h 169151"/>
                  <a:gd name="connsiteX9" fmla="*/ 453551 w 498277"/>
                  <a:gd name="connsiteY9" fmla="*/ 163096 h 169151"/>
                  <a:gd name="connsiteX10" fmla="*/ 355699 w 498277"/>
                  <a:gd name="connsiteY10" fmla="*/ 169100 h 1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277" h="169151">
                    <a:moveTo>
                      <a:pt x="355699" y="169100"/>
                    </a:moveTo>
                    <a:cubicBezTo>
                      <a:pt x="248766" y="169100"/>
                      <a:pt x="17" y="156645"/>
                      <a:pt x="17" y="40880"/>
                    </a:cubicBezTo>
                    <a:cubicBezTo>
                      <a:pt x="-627" y="18956"/>
                      <a:pt x="16624" y="661"/>
                      <a:pt x="38548" y="17"/>
                    </a:cubicBezTo>
                    <a:cubicBezTo>
                      <a:pt x="60472" y="-627"/>
                      <a:pt x="78767" y="16624"/>
                      <a:pt x="79411" y="38548"/>
                    </a:cubicBezTo>
                    <a:cubicBezTo>
                      <a:pt x="90873" y="55270"/>
                      <a:pt x="173343" y="89707"/>
                      <a:pt x="355749" y="89707"/>
                    </a:cubicBezTo>
                    <a:cubicBezTo>
                      <a:pt x="385236" y="90113"/>
                      <a:pt x="414712" y="88288"/>
                      <a:pt x="443925" y="84249"/>
                    </a:cubicBezTo>
                    <a:lnTo>
                      <a:pt x="454196" y="83058"/>
                    </a:lnTo>
                    <a:cubicBezTo>
                      <a:pt x="475986" y="80638"/>
                      <a:pt x="495612" y="96341"/>
                      <a:pt x="498031" y="118131"/>
                    </a:cubicBezTo>
                    <a:cubicBezTo>
                      <a:pt x="500429" y="139719"/>
                      <a:pt x="485030" y="159225"/>
                      <a:pt x="463475" y="161905"/>
                    </a:cubicBezTo>
                    <a:lnTo>
                      <a:pt x="453551" y="163096"/>
                    </a:lnTo>
                    <a:cubicBezTo>
                      <a:pt x="421126" y="167501"/>
                      <a:pt x="388420" y="169508"/>
                      <a:pt x="355699" y="169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7ECAE182-839E-1AC8-D50B-1D274C292BDD}"/>
                  </a:ext>
                </a:extLst>
              </p:cNvPr>
              <p:cNvSpPr/>
              <p:nvPr/>
            </p:nvSpPr>
            <p:spPr>
              <a:xfrm>
                <a:off x="8131471" y="2632288"/>
                <a:ext cx="542612" cy="702155"/>
              </a:xfrm>
              <a:custGeom>
                <a:avLst/>
                <a:gdLst>
                  <a:gd name="connsiteX0" fmla="*/ 356823 w 542612"/>
                  <a:gd name="connsiteY0" fmla="*/ 702133 h 702155"/>
                  <a:gd name="connsiteX1" fmla="*/ 113334 w 542612"/>
                  <a:gd name="connsiteY1" fmla="*/ 674593 h 702155"/>
                  <a:gd name="connsiteX2" fmla="*/ 1241 w 542612"/>
                  <a:gd name="connsiteY2" fmla="*/ 573814 h 702155"/>
                  <a:gd name="connsiteX3" fmla="*/ 0 w 542612"/>
                  <a:gd name="connsiteY3" fmla="*/ 39697 h 702155"/>
                  <a:gd name="connsiteX4" fmla="*/ 39697 w 542612"/>
                  <a:gd name="connsiteY4" fmla="*/ 0 h 702155"/>
                  <a:gd name="connsiteX5" fmla="*/ 39697 w 542612"/>
                  <a:gd name="connsiteY5" fmla="*/ 0 h 702155"/>
                  <a:gd name="connsiteX6" fmla="*/ 79393 w 542612"/>
                  <a:gd name="connsiteY6" fmla="*/ 39697 h 702155"/>
                  <a:gd name="connsiteX7" fmla="*/ 80634 w 542612"/>
                  <a:gd name="connsiteY7" fmla="*/ 571630 h 702155"/>
                  <a:gd name="connsiteX8" fmla="*/ 356922 w 542612"/>
                  <a:gd name="connsiteY8" fmla="*/ 622740 h 702155"/>
                  <a:gd name="connsiteX9" fmla="*/ 497448 w 542612"/>
                  <a:gd name="connsiteY9" fmla="*/ 614254 h 702155"/>
                  <a:gd name="connsiteX10" fmla="*/ 542231 w 542612"/>
                  <a:gd name="connsiteY10" fmla="*/ 648121 h 702155"/>
                  <a:gd name="connsiteX11" fmla="*/ 508365 w 542612"/>
                  <a:gd name="connsiteY11" fmla="*/ 692903 h 702155"/>
                  <a:gd name="connsiteX12" fmla="*/ 356823 w 542612"/>
                  <a:gd name="connsiteY12" fmla="*/ 702133 h 702155"/>
                  <a:gd name="connsiteX13" fmla="*/ 80634 w 542612"/>
                  <a:gd name="connsiteY13" fmla="*/ 573814 h 702155"/>
                  <a:gd name="connsiteX14" fmla="*/ 80634 w 542612"/>
                  <a:gd name="connsiteY14" fmla="*/ 573814 h 70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42612" h="702155">
                    <a:moveTo>
                      <a:pt x="356823" y="702133"/>
                    </a:moveTo>
                    <a:cubicBezTo>
                      <a:pt x="258574" y="702133"/>
                      <a:pt x="174367" y="692606"/>
                      <a:pt x="113334" y="674593"/>
                    </a:cubicBezTo>
                    <a:cubicBezTo>
                      <a:pt x="20642" y="647203"/>
                      <a:pt x="1241" y="604727"/>
                      <a:pt x="1241" y="573814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80634" y="571630"/>
                    </a:lnTo>
                    <a:cubicBezTo>
                      <a:pt x="92344" y="588402"/>
                      <a:pt x="174913" y="622740"/>
                      <a:pt x="356922" y="622740"/>
                    </a:cubicBezTo>
                    <a:cubicBezTo>
                      <a:pt x="403902" y="623081"/>
                      <a:pt x="450851" y="620246"/>
                      <a:pt x="497448" y="614254"/>
                    </a:cubicBezTo>
                    <a:cubicBezTo>
                      <a:pt x="519166" y="611240"/>
                      <a:pt x="539216" y="626402"/>
                      <a:pt x="542231" y="648121"/>
                    </a:cubicBezTo>
                    <a:cubicBezTo>
                      <a:pt x="545245" y="669839"/>
                      <a:pt x="530083" y="689889"/>
                      <a:pt x="508365" y="692903"/>
                    </a:cubicBezTo>
                    <a:cubicBezTo>
                      <a:pt x="458115" y="699373"/>
                      <a:pt x="407486" y="702456"/>
                      <a:pt x="356823" y="702133"/>
                    </a:cubicBezTo>
                    <a:close/>
                    <a:moveTo>
                      <a:pt x="80634" y="573814"/>
                    </a:moveTo>
                    <a:lnTo>
                      <a:pt x="80634" y="573814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171E2C77-29E9-B89B-0EA9-A791EFB4C316}"/>
                  </a:ext>
                </a:extLst>
              </p:cNvPr>
              <p:cNvSpPr/>
              <p:nvPr/>
            </p:nvSpPr>
            <p:spPr>
              <a:xfrm>
                <a:off x="8754013" y="2632090"/>
                <a:ext cx="80484" cy="514467"/>
              </a:xfrm>
              <a:custGeom>
                <a:avLst/>
                <a:gdLst>
                  <a:gd name="connsiteX0" fmla="*/ 40788 w 80484"/>
                  <a:gd name="connsiteY0" fmla="*/ 514467 h 514467"/>
                  <a:gd name="connsiteX1" fmla="*/ 1092 w 80484"/>
                  <a:gd name="connsiteY1" fmla="*/ 474771 h 514467"/>
                  <a:gd name="connsiteX2" fmla="*/ 0 w 80484"/>
                  <a:gd name="connsiteY2" fmla="*/ 39697 h 514467"/>
                  <a:gd name="connsiteX3" fmla="*/ 39697 w 80484"/>
                  <a:gd name="connsiteY3" fmla="*/ 0 h 514467"/>
                  <a:gd name="connsiteX4" fmla="*/ 39697 w 80484"/>
                  <a:gd name="connsiteY4" fmla="*/ 0 h 514467"/>
                  <a:gd name="connsiteX5" fmla="*/ 79393 w 80484"/>
                  <a:gd name="connsiteY5" fmla="*/ 39697 h 514467"/>
                  <a:gd name="connsiteX6" fmla="*/ 80485 w 80484"/>
                  <a:gd name="connsiteY6" fmla="*/ 474771 h 514467"/>
                  <a:gd name="connsiteX7" fmla="*/ 40788 w 80484"/>
                  <a:gd name="connsiteY7" fmla="*/ 514467 h 51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484" h="514467">
                    <a:moveTo>
                      <a:pt x="40788" y="514467"/>
                    </a:moveTo>
                    <a:cubicBezTo>
                      <a:pt x="18864" y="514467"/>
                      <a:pt x="1092" y="496695"/>
                      <a:pt x="1092" y="474771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lnTo>
                      <a:pt x="39697" y="0"/>
                    </a:ln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80485" y="474771"/>
                    </a:lnTo>
                    <a:cubicBezTo>
                      <a:pt x="80485" y="496695"/>
                      <a:pt x="62712" y="514467"/>
                      <a:pt x="40788" y="5144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B8FDEE9E-151B-CF7A-9398-0BD358AC1BAE}"/>
                  </a:ext>
                </a:extLst>
              </p:cNvPr>
              <p:cNvSpPr/>
              <p:nvPr/>
            </p:nvSpPr>
            <p:spPr>
              <a:xfrm>
                <a:off x="8131471" y="2543666"/>
                <a:ext cx="701935" cy="256439"/>
              </a:xfrm>
              <a:custGeom>
                <a:avLst/>
                <a:gdLst>
                  <a:gd name="connsiteX0" fmla="*/ 350968 w 701935"/>
                  <a:gd name="connsiteY0" fmla="*/ 256440 h 256439"/>
                  <a:gd name="connsiteX1" fmla="*/ 0 w 701935"/>
                  <a:gd name="connsiteY1" fmla="*/ 128220 h 256439"/>
                  <a:gd name="connsiteX2" fmla="*/ 350968 w 701935"/>
                  <a:gd name="connsiteY2" fmla="*/ 0 h 256439"/>
                  <a:gd name="connsiteX3" fmla="*/ 701935 w 701935"/>
                  <a:gd name="connsiteY3" fmla="*/ 128220 h 256439"/>
                  <a:gd name="connsiteX4" fmla="*/ 350968 w 701935"/>
                  <a:gd name="connsiteY4" fmla="*/ 256440 h 256439"/>
                  <a:gd name="connsiteX5" fmla="*/ 80882 w 701935"/>
                  <a:gd name="connsiteY5" fmla="*/ 128220 h 256439"/>
                  <a:gd name="connsiteX6" fmla="*/ 350968 w 701935"/>
                  <a:gd name="connsiteY6" fmla="*/ 177047 h 256439"/>
                  <a:gd name="connsiteX7" fmla="*/ 621053 w 701935"/>
                  <a:gd name="connsiteY7" fmla="*/ 128220 h 256439"/>
                  <a:gd name="connsiteX8" fmla="*/ 350968 w 701935"/>
                  <a:gd name="connsiteY8" fmla="*/ 79393 h 256439"/>
                  <a:gd name="connsiteX9" fmla="*/ 80882 w 701935"/>
                  <a:gd name="connsiteY9" fmla="*/ 128220 h 256439"/>
                  <a:gd name="connsiteX10" fmla="*/ 623038 w 701935"/>
                  <a:gd name="connsiteY10" fmla="*/ 130999 h 256439"/>
                  <a:gd name="connsiteX11" fmla="*/ 623038 w 701935"/>
                  <a:gd name="connsiteY11" fmla="*/ 130999 h 256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1935" h="256439">
                    <a:moveTo>
                      <a:pt x="350968" y="256440"/>
                    </a:moveTo>
                    <a:cubicBezTo>
                      <a:pt x="245424" y="256440"/>
                      <a:pt x="0" y="243985"/>
                      <a:pt x="0" y="128220"/>
                    </a:cubicBezTo>
                    <a:cubicBezTo>
                      <a:pt x="0" y="12455"/>
                      <a:pt x="245424" y="0"/>
                      <a:pt x="350968" y="0"/>
                    </a:cubicBezTo>
                    <a:cubicBezTo>
                      <a:pt x="456511" y="0"/>
                      <a:pt x="701935" y="12405"/>
                      <a:pt x="701935" y="128220"/>
                    </a:cubicBezTo>
                    <a:cubicBezTo>
                      <a:pt x="701935" y="244035"/>
                      <a:pt x="456461" y="256440"/>
                      <a:pt x="350968" y="256440"/>
                    </a:cubicBezTo>
                    <a:close/>
                    <a:moveTo>
                      <a:pt x="80882" y="128220"/>
                    </a:moveTo>
                    <a:cubicBezTo>
                      <a:pt x="96215" y="145339"/>
                      <a:pt x="177245" y="177047"/>
                      <a:pt x="350968" y="177047"/>
                    </a:cubicBezTo>
                    <a:cubicBezTo>
                      <a:pt x="524690" y="177047"/>
                      <a:pt x="605720" y="145339"/>
                      <a:pt x="621053" y="128220"/>
                    </a:cubicBezTo>
                    <a:cubicBezTo>
                      <a:pt x="605720" y="111101"/>
                      <a:pt x="524640" y="79393"/>
                      <a:pt x="350968" y="79393"/>
                    </a:cubicBezTo>
                    <a:cubicBezTo>
                      <a:pt x="177295" y="79393"/>
                      <a:pt x="96215" y="111101"/>
                      <a:pt x="80882" y="128220"/>
                    </a:cubicBezTo>
                    <a:close/>
                    <a:moveTo>
                      <a:pt x="623038" y="130999"/>
                    </a:moveTo>
                    <a:lnTo>
                      <a:pt x="623038" y="130999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0" name="Picture Placeholder 57">
              <a:extLst>
                <a:ext uri="{FF2B5EF4-FFF2-40B4-BE49-F238E27FC236}">
                  <a16:creationId xmlns:a16="http://schemas.microsoft.com/office/drawing/2014/main" id="{CA42501B-70E2-3462-7D07-B54F2B7432BD}"/>
                </a:ext>
              </a:extLst>
            </p:cNvPr>
            <p:cNvGrpSpPr/>
            <p:nvPr/>
          </p:nvGrpSpPr>
          <p:grpSpPr>
            <a:xfrm>
              <a:off x="8521579" y="2982940"/>
              <a:ext cx="371141" cy="384428"/>
              <a:chOff x="8521579" y="2982940"/>
              <a:chExt cx="371141" cy="384428"/>
            </a:xfrm>
            <a:solidFill>
              <a:srgbClr val="EE7684"/>
            </a:solidFill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2343E09-7899-5101-01C9-49411EA125E7}"/>
                  </a:ext>
                </a:extLst>
              </p:cNvPr>
              <p:cNvSpPr/>
              <p:nvPr/>
            </p:nvSpPr>
            <p:spPr>
              <a:xfrm>
                <a:off x="8629001" y="2982940"/>
                <a:ext cx="97887" cy="145951"/>
              </a:xfrm>
              <a:custGeom>
                <a:avLst/>
                <a:gdLst>
                  <a:gd name="connsiteX0" fmla="*/ 58123 w 97887"/>
                  <a:gd name="connsiteY0" fmla="*/ 145952 h 145951"/>
                  <a:gd name="connsiteX1" fmla="*/ 19915 w 97887"/>
                  <a:gd name="connsiteY1" fmla="*/ 116874 h 145951"/>
                  <a:gd name="connsiteX2" fmla="*/ 1456 w 97887"/>
                  <a:gd name="connsiteY2" fmla="*/ 50333 h 145951"/>
                  <a:gd name="connsiteX3" fmla="*/ 29095 w 97887"/>
                  <a:gd name="connsiteY3" fmla="*/ 1456 h 145951"/>
                  <a:gd name="connsiteX4" fmla="*/ 77972 w 97887"/>
                  <a:gd name="connsiteY4" fmla="*/ 29095 h 145951"/>
                  <a:gd name="connsiteX5" fmla="*/ 96431 w 97887"/>
                  <a:gd name="connsiteY5" fmla="*/ 95637 h 145951"/>
                  <a:gd name="connsiteX6" fmla="*/ 68799 w 97887"/>
                  <a:gd name="connsiteY6" fmla="*/ 144505 h 145951"/>
                  <a:gd name="connsiteX7" fmla="*/ 58123 w 97887"/>
                  <a:gd name="connsiteY7" fmla="*/ 145952 h 14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887" h="145951">
                    <a:moveTo>
                      <a:pt x="58123" y="145952"/>
                    </a:moveTo>
                    <a:cubicBezTo>
                      <a:pt x="40305" y="145933"/>
                      <a:pt x="24682" y="134043"/>
                      <a:pt x="19915" y="116874"/>
                    </a:cubicBezTo>
                    <a:lnTo>
                      <a:pt x="1456" y="50333"/>
                    </a:lnTo>
                    <a:cubicBezTo>
                      <a:pt x="-4408" y="29204"/>
                      <a:pt x="7966" y="7321"/>
                      <a:pt x="29095" y="1456"/>
                    </a:cubicBezTo>
                    <a:cubicBezTo>
                      <a:pt x="50224" y="-4408"/>
                      <a:pt x="72107" y="7966"/>
                      <a:pt x="77972" y="29095"/>
                    </a:cubicBezTo>
                    <a:lnTo>
                      <a:pt x="96431" y="95637"/>
                    </a:lnTo>
                    <a:cubicBezTo>
                      <a:pt x="102295" y="116761"/>
                      <a:pt x="89924" y="138641"/>
                      <a:pt x="68799" y="144505"/>
                    </a:cubicBezTo>
                    <a:cubicBezTo>
                      <a:pt x="65323" y="145470"/>
                      <a:pt x="61731" y="145957"/>
                      <a:pt x="58123" y="14595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F70F3728-41FC-50A6-8409-303FD7667BE3}"/>
                  </a:ext>
                </a:extLst>
              </p:cNvPr>
              <p:cNvSpPr/>
              <p:nvPr/>
            </p:nvSpPr>
            <p:spPr>
              <a:xfrm>
                <a:off x="8713291" y="3000118"/>
                <a:ext cx="115409" cy="138698"/>
              </a:xfrm>
              <a:custGeom>
                <a:avLst/>
                <a:gdLst>
                  <a:gd name="connsiteX0" fmla="*/ 39680 w 115409"/>
                  <a:gd name="connsiteY0" fmla="*/ 138698 h 138698"/>
                  <a:gd name="connsiteX1" fmla="*/ 0 w 115409"/>
                  <a:gd name="connsiteY1" fmla="*/ 98985 h 138698"/>
                  <a:gd name="connsiteX2" fmla="*/ 5789 w 115409"/>
                  <a:gd name="connsiteY2" fmla="*/ 78359 h 138698"/>
                  <a:gd name="connsiteX3" fmla="*/ 41764 w 115409"/>
                  <a:gd name="connsiteY3" fmla="*/ 19112 h 138698"/>
                  <a:gd name="connsiteX4" fmla="*/ 96297 w 115409"/>
                  <a:gd name="connsiteY4" fmla="*/ 5764 h 138698"/>
                  <a:gd name="connsiteX5" fmla="*/ 109645 w 115409"/>
                  <a:gd name="connsiteY5" fmla="*/ 60297 h 138698"/>
                  <a:gd name="connsiteX6" fmla="*/ 73621 w 115409"/>
                  <a:gd name="connsiteY6" fmla="*/ 119842 h 138698"/>
                  <a:gd name="connsiteX7" fmla="*/ 39680 w 115409"/>
                  <a:gd name="connsiteY7" fmla="*/ 138698 h 138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409" h="138698">
                    <a:moveTo>
                      <a:pt x="39680" y="138698"/>
                    </a:moveTo>
                    <a:cubicBezTo>
                      <a:pt x="17756" y="138689"/>
                      <a:pt x="-9" y="120909"/>
                      <a:pt x="0" y="98985"/>
                    </a:cubicBezTo>
                    <a:cubicBezTo>
                      <a:pt x="3" y="91709"/>
                      <a:pt x="2006" y="84574"/>
                      <a:pt x="5789" y="78359"/>
                    </a:cubicBezTo>
                    <a:lnTo>
                      <a:pt x="41764" y="19112"/>
                    </a:lnTo>
                    <a:cubicBezTo>
                      <a:pt x="53137" y="367"/>
                      <a:pt x="77552" y="-5609"/>
                      <a:pt x="96297" y="5764"/>
                    </a:cubicBezTo>
                    <a:cubicBezTo>
                      <a:pt x="115042" y="17137"/>
                      <a:pt x="121018" y="41553"/>
                      <a:pt x="109645" y="60297"/>
                    </a:cubicBezTo>
                    <a:lnTo>
                      <a:pt x="73621" y="119842"/>
                    </a:lnTo>
                    <a:cubicBezTo>
                      <a:pt x="66363" y="131609"/>
                      <a:pt x="53505" y="138752"/>
                      <a:pt x="39680" y="13869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37C3860A-6654-0421-0001-EE18F188F524}"/>
                  </a:ext>
                </a:extLst>
              </p:cNvPr>
              <p:cNvSpPr/>
              <p:nvPr/>
            </p:nvSpPr>
            <p:spPr>
              <a:xfrm>
                <a:off x="8762703" y="3103309"/>
                <a:ext cx="130017" cy="89643"/>
              </a:xfrm>
              <a:custGeom>
                <a:avLst/>
                <a:gdLst>
                  <a:gd name="connsiteX0" fmla="*/ 39888 w 130017"/>
                  <a:gd name="connsiteY0" fmla="*/ 89643 h 89643"/>
                  <a:gd name="connsiteX1" fmla="*/ 0 w 130017"/>
                  <a:gd name="connsiteY1" fmla="*/ 50139 h 89643"/>
                  <a:gd name="connsiteX2" fmla="*/ 32048 w 130017"/>
                  <a:gd name="connsiteY2" fmla="*/ 10995 h 89643"/>
                  <a:gd name="connsiteX3" fmla="*/ 82810 w 130017"/>
                  <a:gd name="connsiteY3" fmla="*/ 723 h 89643"/>
                  <a:gd name="connsiteX4" fmla="*/ 129294 w 130017"/>
                  <a:gd name="connsiteY4" fmla="*/ 32200 h 89643"/>
                  <a:gd name="connsiteX5" fmla="*/ 98589 w 130017"/>
                  <a:gd name="connsiteY5" fmla="*/ 78528 h 89643"/>
                  <a:gd name="connsiteX6" fmla="*/ 47827 w 130017"/>
                  <a:gd name="connsiteY6" fmla="*/ 88800 h 89643"/>
                  <a:gd name="connsiteX7" fmla="*/ 39888 w 130017"/>
                  <a:gd name="connsiteY7" fmla="*/ 89643 h 89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017" h="89643">
                    <a:moveTo>
                      <a:pt x="39888" y="89643"/>
                    </a:moveTo>
                    <a:cubicBezTo>
                      <a:pt x="17964" y="89749"/>
                      <a:pt x="106" y="72062"/>
                      <a:pt x="0" y="50139"/>
                    </a:cubicBezTo>
                    <a:cubicBezTo>
                      <a:pt x="-91" y="31092"/>
                      <a:pt x="13358" y="14664"/>
                      <a:pt x="32048" y="10995"/>
                    </a:cubicBezTo>
                    <a:lnTo>
                      <a:pt x="82810" y="723"/>
                    </a:lnTo>
                    <a:cubicBezTo>
                      <a:pt x="104338" y="-3421"/>
                      <a:pt x="125150" y="10672"/>
                      <a:pt x="129294" y="32200"/>
                    </a:cubicBezTo>
                    <a:cubicBezTo>
                      <a:pt x="133381" y="53427"/>
                      <a:pt x="119731" y="74022"/>
                      <a:pt x="98589" y="78528"/>
                    </a:cubicBezTo>
                    <a:lnTo>
                      <a:pt x="47827" y="88800"/>
                    </a:lnTo>
                    <a:cubicBezTo>
                      <a:pt x="45216" y="89347"/>
                      <a:pt x="42556" y="89630"/>
                      <a:pt x="39888" y="896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CACB771B-0BAB-2E71-0963-E2110958B784}"/>
                  </a:ext>
                </a:extLst>
              </p:cNvPr>
              <p:cNvSpPr/>
              <p:nvPr/>
            </p:nvSpPr>
            <p:spPr>
              <a:xfrm>
                <a:off x="8748083" y="3183053"/>
                <a:ext cx="132208" cy="111274"/>
              </a:xfrm>
              <a:custGeom>
                <a:avLst/>
                <a:gdLst>
                  <a:gd name="connsiteX0" fmla="*/ 92419 w 132208"/>
                  <a:gd name="connsiteY0" fmla="*/ 111275 h 111274"/>
                  <a:gd name="connsiteX1" fmla="*/ 71926 w 132208"/>
                  <a:gd name="connsiteY1" fmla="*/ 105568 h 111274"/>
                  <a:gd name="connsiteX2" fmla="*/ 19179 w 132208"/>
                  <a:gd name="connsiteY2" fmla="*/ 73712 h 111274"/>
                  <a:gd name="connsiteX3" fmla="*/ 5732 w 132208"/>
                  <a:gd name="connsiteY3" fmla="*/ 19179 h 111274"/>
                  <a:gd name="connsiteX4" fmla="*/ 60265 w 132208"/>
                  <a:gd name="connsiteY4" fmla="*/ 5732 h 111274"/>
                  <a:gd name="connsiteX5" fmla="*/ 113012 w 132208"/>
                  <a:gd name="connsiteY5" fmla="*/ 37588 h 111274"/>
                  <a:gd name="connsiteX6" fmla="*/ 126496 w 132208"/>
                  <a:gd name="connsiteY6" fmla="*/ 92084 h 111274"/>
                  <a:gd name="connsiteX7" fmla="*/ 92419 w 132208"/>
                  <a:gd name="connsiteY7" fmla="*/ 111275 h 11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208" h="111274">
                    <a:moveTo>
                      <a:pt x="92419" y="111275"/>
                    </a:moveTo>
                    <a:cubicBezTo>
                      <a:pt x="85196" y="111272"/>
                      <a:pt x="78110" y="109299"/>
                      <a:pt x="71926" y="105568"/>
                    </a:cubicBezTo>
                    <a:lnTo>
                      <a:pt x="19179" y="73712"/>
                    </a:lnTo>
                    <a:cubicBezTo>
                      <a:pt x="406" y="62366"/>
                      <a:pt x="-5614" y="37951"/>
                      <a:pt x="5732" y="19179"/>
                    </a:cubicBezTo>
                    <a:cubicBezTo>
                      <a:pt x="17077" y="406"/>
                      <a:pt x="41492" y="-5614"/>
                      <a:pt x="60265" y="5732"/>
                    </a:cubicBezTo>
                    <a:lnTo>
                      <a:pt x="113012" y="37588"/>
                    </a:lnTo>
                    <a:cubicBezTo>
                      <a:pt x="131784" y="48913"/>
                      <a:pt x="137821" y="73312"/>
                      <a:pt x="126496" y="92084"/>
                    </a:cubicBezTo>
                    <a:cubicBezTo>
                      <a:pt x="119295" y="104021"/>
                      <a:pt x="106360" y="111305"/>
                      <a:pt x="92419" y="111275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B0A0280A-68F5-24A2-D740-14D79CEA40F7}"/>
                  </a:ext>
                </a:extLst>
              </p:cNvPr>
              <p:cNvSpPr/>
              <p:nvPr/>
            </p:nvSpPr>
            <p:spPr>
              <a:xfrm>
                <a:off x="8685557" y="3237756"/>
                <a:ext cx="91611" cy="129613"/>
              </a:xfrm>
              <a:custGeom>
                <a:avLst/>
                <a:gdLst>
                  <a:gd name="connsiteX0" fmla="*/ 51832 w 91611"/>
                  <a:gd name="connsiteY0" fmla="*/ 129614 h 129613"/>
                  <a:gd name="connsiteX1" fmla="*/ 13277 w 91611"/>
                  <a:gd name="connsiteY1" fmla="*/ 99246 h 129613"/>
                  <a:gd name="connsiteX2" fmla="*/ 1269 w 91611"/>
                  <a:gd name="connsiteY2" fmla="*/ 49625 h 129613"/>
                  <a:gd name="connsiteX3" fmla="*/ 29787 w 91611"/>
                  <a:gd name="connsiteY3" fmla="*/ 1269 h 129613"/>
                  <a:gd name="connsiteX4" fmla="*/ 78144 w 91611"/>
                  <a:gd name="connsiteY4" fmla="*/ 29787 h 129613"/>
                  <a:gd name="connsiteX5" fmla="*/ 78429 w 91611"/>
                  <a:gd name="connsiteY5" fmla="*/ 30968 h 129613"/>
                  <a:gd name="connsiteX6" fmla="*/ 90487 w 91611"/>
                  <a:gd name="connsiteY6" fmla="*/ 80588 h 129613"/>
                  <a:gd name="connsiteX7" fmla="*/ 61249 w 91611"/>
                  <a:gd name="connsiteY7" fmla="*/ 128513 h 129613"/>
                  <a:gd name="connsiteX8" fmla="*/ 61211 w 91611"/>
                  <a:gd name="connsiteY8" fmla="*/ 128522 h 129613"/>
                  <a:gd name="connsiteX9" fmla="*/ 51832 w 91611"/>
                  <a:gd name="connsiteY9" fmla="*/ 129614 h 129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1611" h="129613">
                    <a:moveTo>
                      <a:pt x="51832" y="129614"/>
                    </a:moveTo>
                    <a:cubicBezTo>
                      <a:pt x="33513" y="129600"/>
                      <a:pt x="17582" y="117052"/>
                      <a:pt x="13277" y="99246"/>
                    </a:cubicBezTo>
                    <a:lnTo>
                      <a:pt x="1269" y="49625"/>
                    </a:lnTo>
                    <a:cubicBezTo>
                      <a:pt x="-4209" y="28397"/>
                      <a:pt x="8559" y="6747"/>
                      <a:pt x="29787" y="1269"/>
                    </a:cubicBezTo>
                    <a:cubicBezTo>
                      <a:pt x="51016" y="-4209"/>
                      <a:pt x="72666" y="8559"/>
                      <a:pt x="78144" y="29787"/>
                    </a:cubicBezTo>
                    <a:cubicBezTo>
                      <a:pt x="78245" y="30179"/>
                      <a:pt x="78340" y="30573"/>
                      <a:pt x="78429" y="30968"/>
                    </a:cubicBezTo>
                    <a:lnTo>
                      <a:pt x="90487" y="80588"/>
                    </a:lnTo>
                    <a:cubicBezTo>
                      <a:pt x="95647" y="101896"/>
                      <a:pt x="82556" y="123353"/>
                      <a:pt x="61249" y="128513"/>
                    </a:cubicBezTo>
                    <a:cubicBezTo>
                      <a:pt x="61236" y="128516"/>
                      <a:pt x="61223" y="128519"/>
                      <a:pt x="61211" y="128522"/>
                    </a:cubicBezTo>
                    <a:cubicBezTo>
                      <a:pt x="58138" y="129252"/>
                      <a:pt x="54990" y="129618"/>
                      <a:pt x="51832" y="12961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E562C41-E623-7912-6DC9-32E9FA859F91}"/>
                  </a:ext>
                </a:extLst>
              </p:cNvPr>
              <p:cNvSpPr/>
              <p:nvPr/>
            </p:nvSpPr>
            <p:spPr>
              <a:xfrm>
                <a:off x="8586137" y="3219645"/>
                <a:ext cx="109117" cy="130356"/>
              </a:xfrm>
              <a:custGeom>
                <a:avLst/>
                <a:gdLst>
                  <a:gd name="connsiteX0" fmla="*/ 39557 w 109117"/>
                  <a:gd name="connsiteY0" fmla="*/ 130357 h 130356"/>
                  <a:gd name="connsiteX1" fmla="*/ 0 w 109117"/>
                  <a:gd name="connsiteY1" fmla="*/ 90520 h 130356"/>
                  <a:gd name="connsiteX2" fmla="*/ 5318 w 109117"/>
                  <a:gd name="connsiteY2" fmla="*/ 70812 h 130356"/>
                  <a:gd name="connsiteX3" fmla="*/ 35389 w 109117"/>
                  <a:gd name="connsiteY3" fmla="*/ 19256 h 130356"/>
                  <a:gd name="connsiteX4" fmla="*/ 89861 w 109117"/>
                  <a:gd name="connsiteY4" fmla="*/ 5677 h 130356"/>
                  <a:gd name="connsiteX5" fmla="*/ 103965 w 109117"/>
                  <a:gd name="connsiteY5" fmla="*/ 59250 h 130356"/>
                  <a:gd name="connsiteX6" fmla="*/ 73894 w 109117"/>
                  <a:gd name="connsiteY6" fmla="*/ 110806 h 130356"/>
                  <a:gd name="connsiteX7" fmla="*/ 39557 w 109117"/>
                  <a:gd name="connsiteY7" fmla="*/ 130357 h 13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117" h="130356">
                    <a:moveTo>
                      <a:pt x="39557" y="130357"/>
                    </a:moveTo>
                    <a:cubicBezTo>
                      <a:pt x="17633" y="130279"/>
                      <a:pt x="-77" y="112444"/>
                      <a:pt x="0" y="90520"/>
                    </a:cubicBezTo>
                    <a:cubicBezTo>
                      <a:pt x="25" y="83600"/>
                      <a:pt x="1858" y="76805"/>
                      <a:pt x="5318" y="70812"/>
                    </a:cubicBezTo>
                    <a:lnTo>
                      <a:pt x="35389" y="19256"/>
                    </a:lnTo>
                    <a:cubicBezTo>
                      <a:pt x="46681" y="464"/>
                      <a:pt x="71069" y="-5616"/>
                      <a:pt x="89861" y="5677"/>
                    </a:cubicBezTo>
                    <a:cubicBezTo>
                      <a:pt x="108306" y="16760"/>
                      <a:pt x="114561" y="40522"/>
                      <a:pt x="103965" y="59250"/>
                    </a:cubicBezTo>
                    <a:lnTo>
                      <a:pt x="73894" y="110806"/>
                    </a:lnTo>
                    <a:cubicBezTo>
                      <a:pt x="66735" y="122961"/>
                      <a:pt x="53663" y="130404"/>
                      <a:pt x="39557" y="130357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500FCF0F-3F43-AD81-8A70-EBF5512B91B8}"/>
                  </a:ext>
                </a:extLst>
              </p:cNvPr>
              <p:cNvSpPr/>
              <p:nvPr/>
            </p:nvSpPr>
            <p:spPr>
              <a:xfrm>
                <a:off x="8521579" y="3156667"/>
                <a:ext cx="135685" cy="94688"/>
              </a:xfrm>
              <a:custGeom>
                <a:avLst/>
                <a:gdLst>
                  <a:gd name="connsiteX0" fmla="*/ 39707 w 135685"/>
                  <a:gd name="connsiteY0" fmla="*/ 94689 h 94688"/>
                  <a:gd name="connsiteX1" fmla="*/ 0 w 135685"/>
                  <a:gd name="connsiteY1" fmla="*/ 55002 h 94688"/>
                  <a:gd name="connsiteX2" fmla="*/ 29286 w 135685"/>
                  <a:gd name="connsiteY2" fmla="*/ 16685 h 94688"/>
                  <a:gd name="connsiteX3" fmla="*/ 85556 w 135685"/>
                  <a:gd name="connsiteY3" fmla="*/ 1402 h 94688"/>
                  <a:gd name="connsiteX4" fmla="*/ 134284 w 135685"/>
                  <a:gd name="connsiteY4" fmla="*/ 29289 h 94688"/>
                  <a:gd name="connsiteX5" fmla="*/ 106397 w 135685"/>
                  <a:gd name="connsiteY5" fmla="*/ 78016 h 94688"/>
                  <a:gd name="connsiteX6" fmla="*/ 50127 w 135685"/>
                  <a:gd name="connsiteY6" fmla="*/ 93299 h 94688"/>
                  <a:gd name="connsiteX7" fmla="*/ 39707 w 135685"/>
                  <a:gd name="connsiteY7" fmla="*/ 94689 h 9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685" h="94688">
                    <a:moveTo>
                      <a:pt x="39707" y="94689"/>
                    </a:moveTo>
                    <a:cubicBezTo>
                      <a:pt x="17783" y="94694"/>
                      <a:pt x="5" y="76926"/>
                      <a:pt x="0" y="55002"/>
                    </a:cubicBezTo>
                    <a:cubicBezTo>
                      <a:pt x="-4" y="37084"/>
                      <a:pt x="11995" y="21384"/>
                      <a:pt x="29286" y="16685"/>
                    </a:cubicBezTo>
                    <a:lnTo>
                      <a:pt x="85556" y="1402"/>
                    </a:lnTo>
                    <a:cubicBezTo>
                      <a:pt x="106713" y="-4353"/>
                      <a:pt x="128529" y="8132"/>
                      <a:pt x="134284" y="29289"/>
                    </a:cubicBezTo>
                    <a:cubicBezTo>
                      <a:pt x="140039" y="50445"/>
                      <a:pt x="127553" y="72261"/>
                      <a:pt x="106397" y="78016"/>
                    </a:cubicBezTo>
                    <a:lnTo>
                      <a:pt x="50127" y="93299"/>
                    </a:lnTo>
                    <a:cubicBezTo>
                      <a:pt x="46730" y="94222"/>
                      <a:pt x="43226" y="94690"/>
                      <a:pt x="39707" y="94689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8A668440-BB75-FB14-A33C-A2DBA56D8E10}"/>
                  </a:ext>
                </a:extLst>
              </p:cNvPr>
              <p:cNvSpPr/>
              <p:nvPr/>
            </p:nvSpPr>
            <p:spPr>
              <a:xfrm>
                <a:off x="8534962" y="3051988"/>
                <a:ext cx="132856" cy="114416"/>
              </a:xfrm>
              <a:custGeom>
                <a:avLst/>
                <a:gdLst>
                  <a:gd name="connsiteX0" fmla="*/ 93163 w 132856"/>
                  <a:gd name="connsiteY0" fmla="*/ 114417 h 114416"/>
                  <a:gd name="connsiteX1" fmla="*/ 71528 w 132856"/>
                  <a:gd name="connsiteY1" fmla="*/ 107966 h 114416"/>
                  <a:gd name="connsiteX2" fmla="*/ 17541 w 132856"/>
                  <a:gd name="connsiteY2" fmla="*/ 72636 h 114416"/>
                  <a:gd name="connsiteX3" fmla="*/ 6765 w 132856"/>
                  <a:gd name="connsiteY3" fmla="*/ 17541 h 114416"/>
                  <a:gd name="connsiteX4" fmla="*/ 60909 w 132856"/>
                  <a:gd name="connsiteY4" fmla="*/ 6145 h 114416"/>
                  <a:gd name="connsiteX5" fmla="*/ 114847 w 132856"/>
                  <a:gd name="connsiteY5" fmla="*/ 41326 h 114416"/>
                  <a:gd name="connsiteX6" fmla="*/ 126401 w 132856"/>
                  <a:gd name="connsiteY6" fmla="*/ 96263 h 114416"/>
                  <a:gd name="connsiteX7" fmla="*/ 93163 w 132856"/>
                  <a:gd name="connsiteY7" fmla="*/ 114268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856" h="114416">
                    <a:moveTo>
                      <a:pt x="93163" y="114417"/>
                    </a:moveTo>
                    <a:cubicBezTo>
                      <a:pt x="85479" y="114406"/>
                      <a:pt x="77963" y="112165"/>
                      <a:pt x="71528" y="107966"/>
                    </a:cubicBezTo>
                    <a:lnTo>
                      <a:pt x="17541" y="72636"/>
                    </a:lnTo>
                    <a:cubicBezTo>
                      <a:pt x="-649" y="60398"/>
                      <a:pt x="-5474" y="35731"/>
                      <a:pt x="6765" y="17541"/>
                    </a:cubicBezTo>
                    <a:cubicBezTo>
                      <a:pt x="18757" y="-282"/>
                      <a:pt x="42751" y="-5332"/>
                      <a:pt x="60909" y="6145"/>
                    </a:cubicBezTo>
                    <a:lnTo>
                      <a:pt x="114847" y="41326"/>
                    </a:lnTo>
                    <a:cubicBezTo>
                      <a:pt x="133208" y="53306"/>
                      <a:pt x="138381" y="77902"/>
                      <a:pt x="126401" y="96263"/>
                    </a:cubicBezTo>
                    <a:cubicBezTo>
                      <a:pt x="119074" y="107494"/>
                      <a:pt x="106572" y="114266"/>
                      <a:pt x="93163" y="114268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F9140410-02A6-D2BC-44C5-0339788FCAB7}"/>
                  </a:ext>
                </a:extLst>
              </p:cNvPr>
              <p:cNvSpPr/>
              <p:nvPr/>
            </p:nvSpPr>
            <p:spPr>
              <a:xfrm>
                <a:off x="8577119" y="3047068"/>
                <a:ext cx="261776" cy="261798"/>
              </a:xfrm>
              <a:custGeom>
                <a:avLst/>
                <a:gdLst>
                  <a:gd name="connsiteX0" fmla="*/ 130648 w 261776"/>
                  <a:gd name="connsiteY0" fmla="*/ 261799 h 261798"/>
                  <a:gd name="connsiteX1" fmla="*/ 0 w 261776"/>
                  <a:gd name="connsiteY1" fmla="*/ 130647 h 261798"/>
                  <a:gd name="connsiteX2" fmla="*/ 131152 w 261776"/>
                  <a:gd name="connsiteY2" fmla="*/ 0 h 261798"/>
                  <a:gd name="connsiteX3" fmla="*/ 258322 w 261776"/>
                  <a:gd name="connsiteY3" fmla="*/ 100928 h 261798"/>
                  <a:gd name="connsiteX4" fmla="*/ 258322 w 261776"/>
                  <a:gd name="connsiteY4" fmla="*/ 100928 h 261798"/>
                  <a:gd name="connsiteX5" fmla="*/ 160422 w 261776"/>
                  <a:gd name="connsiteY5" fmla="*/ 258373 h 261798"/>
                  <a:gd name="connsiteX6" fmla="*/ 130648 w 261776"/>
                  <a:gd name="connsiteY6" fmla="*/ 261799 h 261798"/>
                  <a:gd name="connsiteX7" fmla="*/ 130995 w 261776"/>
                  <a:gd name="connsiteY7" fmla="*/ 79343 h 261798"/>
                  <a:gd name="connsiteX8" fmla="*/ 119136 w 261776"/>
                  <a:gd name="connsiteY8" fmla="*/ 80733 h 261798"/>
                  <a:gd name="connsiteX9" fmla="*/ 80424 w 261776"/>
                  <a:gd name="connsiteY9" fmla="*/ 142436 h 261798"/>
                  <a:gd name="connsiteX10" fmla="*/ 142127 w 261776"/>
                  <a:gd name="connsiteY10" fmla="*/ 181147 h 261798"/>
                  <a:gd name="connsiteX11" fmla="*/ 180839 w 261776"/>
                  <a:gd name="connsiteY11" fmla="*/ 119444 h 261798"/>
                  <a:gd name="connsiteX12" fmla="*/ 180814 w 261776"/>
                  <a:gd name="connsiteY12" fmla="*/ 119338 h 261798"/>
                  <a:gd name="connsiteX13" fmla="*/ 180814 w 261776"/>
                  <a:gd name="connsiteY13" fmla="*/ 119338 h 261798"/>
                  <a:gd name="connsiteX14" fmla="*/ 130796 w 261776"/>
                  <a:gd name="connsiteY14" fmla="*/ 79641 h 261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1776" h="261798">
                    <a:moveTo>
                      <a:pt x="130648" y="261799"/>
                    </a:moveTo>
                    <a:cubicBezTo>
                      <a:pt x="58354" y="261659"/>
                      <a:pt x="-139" y="202941"/>
                      <a:pt x="0" y="130647"/>
                    </a:cubicBezTo>
                    <a:cubicBezTo>
                      <a:pt x="139" y="58354"/>
                      <a:pt x="58858" y="-139"/>
                      <a:pt x="131152" y="0"/>
                    </a:cubicBezTo>
                    <a:cubicBezTo>
                      <a:pt x="191805" y="117"/>
                      <a:pt x="244434" y="41886"/>
                      <a:pt x="258322" y="100928"/>
                    </a:cubicBezTo>
                    <a:lnTo>
                      <a:pt x="258322" y="100928"/>
                    </a:lnTo>
                    <a:cubicBezTo>
                      <a:pt x="274765" y="171440"/>
                      <a:pt x="230933" y="241930"/>
                      <a:pt x="160422" y="258373"/>
                    </a:cubicBezTo>
                    <a:cubicBezTo>
                      <a:pt x="150660" y="260649"/>
                      <a:pt x="140671" y="261799"/>
                      <a:pt x="130648" y="261799"/>
                    </a:cubicBezTo>
                    <a:close/>
                    <a:moveTo>
                      <a:pt x="130995" y="79343"/>
                    </a:moveTo>
                    <a:cubicBezTo>
                      <a:pt x="127002" y="79362"/>
                      <a:pt x="123024" y="79828"/>
                      <a:pt x="119136" y="80733"/>
                    </a:cubicBezTo>
                    <a:cubicBezTo>
                      <a:pt x="91407" y="87082"/>
                      <a:pt x="74075" y="114707"/>
                      <a:pt x="80424" y="142436"/>
                    </a:cubicBezTo>
                    <a:cubicBezTo>
                      <a:pt x="86774" y="170164"/>
                      <a:pt x="114399" y="187496"/>
                      <a:pt x="142127" y="181147"/>
                    </a:cubicBezTo>
                    <a:cubicBezTo>
                      <a:pt x="169856" y="174798"/>
                      <a:pt x="187188" y="147172"/>
                      <a:pt x="180839" y="119444"/>
                    </a:cubicBezTo>
                    <a:cubicBezTo>
                      <a:pt x="180830" y="119408"/>
                      <a:pt x="180822" y="119373"/>
                      <a:pt x="180814" y="119338"/>
                    </a:cubicBezTo>
                    <a:lnTo>
                      <a:pt x="180814" y="119338"/>
                    </a:lnTo>
                    <a:cubicBezTo>
                      <a:pt x="175361" y="96109"/>
                      <a:pt x="154656" y="79677"/>
                      <a:pt x="130796" y="7964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5BF09ACB-111A-CCE4-9257-6709B968308A}"/>
              </a:ext>
            </a:extLst>
          </p:cNvPr>
          <p:cNvGrpSpPr/>
          <p:nvPr/>
        </p:nvGrpSpPr>
        <p:grpSpPr>
          <a:xfrm>
            <a:off x="9426450" y="2537116"/>
            <a:ext cx="806734" cy="838589"/>
            <a:chOff x="9426450" y="2537116"/>
            <a:chExt cx="806734" cy="838589"/>
          </a:xfrm>
        </p:grpSpPr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EE2CF2E5-9B03-A566-144D-C78353C88484}"/>
                </a:ext>
              </a:extLst>
            </p:cNvPr>
            <p:cNvSpPr/>
            <p:nvPr/>
          </p:nvSpPr>
          <p:spPr>
            <a:xfrm>
              <a:off x="9426450" y="2537116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4"/>
                    <a:pt x="0" y="228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1" y="0"/>
                    <a:pt x="806734" y="17773"/>
                    <a:pt x="806734" y="39697"/>
                  </a:cubicBezTo>
                  <a:lnTo>
                    <a:pt x="806734" y="228900"/>
                  </a:lnTo>
                  <a:cubicBezTo>
                    <a:pt x="806734" y="250824"/>
                    <a:pt x="788961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CC4D365B-CF47-86B5-48C1-0F4885E78F1D}"/>
                </a:ext>
              </a:extLst>
            </p:cNvPr>
            <p:cNvSpPr/>
            <p:nvPr/>
          </p:nvSpPr>
          <p:spPr>
            <a:xfrm>
              <a:off x="9523508" y="2631693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165CEDAC-0F9E-9B29-177D-58B2577E1E9A}"/>
                </a:ext>
              </a:extLst>
            </p:cNvPr>
            <p:cNvSpPr/>
            <p:nvPr/>
          </p:nvSpPr>
          <p:spPr>
            <a:xfrm>
              <a:off x="9735885" y="2631693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A5D6EF7F-9F93-2192-0753-D323EB32E5CF}"/>
                </a:ext>
              </a:extLst>
            </p:cNvPr>
            <p:cNvSpPr/>
            <p:nvPr/>
          </p:nvSpPr>
          <p:spPr>
            <a:xfrm>
              <a:off x="9426450" y="2822137"/>
              <a:ext cx="806734" cy="268547"/>
            </a:xfrm>
            <a:custGeom>
              <a:avLst/>
              <a:gdLst>
                <a:gd name="connsiteX0" fmla="*/ 767037 w 806734"/>
                <a:gd name="connsiteY0" fmla="*/ 268547 h 268547"/>
                <a:gd name="connsiteX1" fmla="*/ 39697 w 806734"/>
                <a:gd name="connsiteY1" fmla="*/ 268547 h 268547"/>
                <a:gd name="connsiteX2" fmla="*/ 0 w 806734"/>
                <a:gd name="connsiteY2" fmla="*/ 228851 h 268547"/>
                <a:gd name="connsiteX3" fmla="*/ 0 w 806734"/>
                <a:gd name="connsiteY3" fmla="*/ 39697 h 268547"/>
                <a:gd name="connsiteX4" fmla="*/ 39697 w 806734"/>
                <a:gd name="connsiteY4" fmla="*/ 0 h 268547"/>
                <a:gd name="connsiteX5" fmla="*/ 767037 w 806734"/>
                <a:gd name="connsiteY5" fmla="*/ 0 h 268547"/>
                <a:gd name="connsiteX6" fmla="*/ 806734 w 806734"/>
                <a:gd name="connsiteY6" fmla="*/ 39697 h 268547"/>
                <a:gd name="connsiteX7" fmla="*/ 806734 w 806734"/>
                <a:gd name="connsiteY7" fmla="*/ 228851 h 268547"/>
                <a:gd name="connsiteX8" fmla="*/ 767037 w 806734"/>
                <a:gd name="connsiteY8" fmla="*/ 268547 h 268547"/>
                <a:gd name="connsiteX9" fmla="*/ 79393 w 806734"/>
                <a:gd name="connsiteY9" fmla="*/ 189154 h 268547"/>
                <a:gd name="connsiteX10" fmla="*/ 727341 w 806734"/>
                <a:gd name="connsiteY10" fmla="*/ 189154 h 268547"/>
                <a:gd name="connsiteX11" fmla="*/ 727341 w 806734"/>
                <a:gd name="connsiteY11" fmla="*/ 79393 h 268547"/>
                <a:gd name="connsiteX12" fmla="*/ 79393 w 806734"/>
                <a:gd name="connsiteY12" fmla="*/ 79393 h 2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47">
                  <a:moveTo>
                    <a:pt x="767037" y="268547"/>
                  </a:moveTo>
                  <a:lnTo>
                    <a:pt x="39697" y="268547"/>
                  </a:lnTo>
                  <a:cubicBezTo>
                    <a:pt x="17773" y="268547"/>
                    <a:pt x="0" y="250774"/>
                    <a:pt x="0" y="2288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1" y="0"/>
                    <a:pt x="806734" y="17773"/>
                    <a:pt x="806734" y="39697"/>
                  </a:cubicBezTo>
                  <a:lnTo>
                    <a:pt x="806734" y="228851"/>
                  </a:lnTo>
                  <a:cubicBezTo>
                    <a:pt x="806734" y="250774"/>
                    <a:pt x="788961" y="268547"/>
                    <a:pt x="767037" y="268547"/>
                  </a:cubicBezTo>
                  <a:close/>
                  <a:moveTo>
                    <a:pt x="79393" y="189154"/>
                  </a:moveTo>
                  <a:lnTo>
                    <a:pt x="727341" y="18915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271CDCB9-E3DE-63F0-FAC4-6E7D9A21311F}"/>
                </a:ext>
              </a:extLst>
            </p:cNvPr>
            <p:cNvSpPr/>
            <p:nvPr/>
          </p:nvSpPr>
          <p:spPr>
            <a:xfrm>
              <a:off x="9523508" y="2916714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1017F07E-C793-4ACE-1E67-B47CB8031FA8}"/>
                </a:ext>
              </a:extLst>
            </p:cNvPr>
            <p:cNvSpPr/>
            <p:nvPr/>
          </p:nvSpPr>
          <p:spPr>
            <a:xfrm>
              <a:off x="9735885" y="2916714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AC5CB18A-7D53-D131-1324-723CEA07008B}"/>
                </a:ext>
              </a:extLst>
            </p:cNvPr>
            <p:cNvSpPr/>
            <p:nvPr/>
          </p:nvSpPr>
          <p:spPr>
            <a:xfrm>
              <a:off x="9426450" y="3107109"/>
              <a:ext cx="806734" cy="268596"/>
            </a:xfrm>
            <a:custGeom>
              <a:avLst/>
              <a:gdLst>
                <a:gd name="connsiteX0" fmla="*/ 767037 w 806734"/>
                <a:gd name="connsiteY0" fmla="*/ 268597 h 268596"/>
                <a:gd name="connsiteX1" fmla="*/ 39697 w 806734"/>
                <a:gd name="connsiteY1" fmla="*/ 268597 h 268596"/>
                <a:gd name="connsiteX2" fmla="*/ 0 w 806734"/>
                <a:gd name="connsiteY2" fmla="*/ 228900 h 268596"/>
                <a:gd name="connsiteX3" fmla="*/ 0 w 806734"/>
                <a:gd name="connsiteY3" fmla="*/ 39697 h 268596"/>
                <a:gd name="connsiteX4" fmla="*/ 39697 w 806734"/>
                <a:gd name="connsiteY4" fmla="*/ 0 h 268596"/>
                <a:gd name="connsiteX5" fmla="*/ 767037 w 806734"/>
                <a:gd name="connsiteY5" fmla="*/ 0 h 268596"/>
                <a:gd name="connsiteX6" fmla="*/ 806734 w 806734"/>
                <a:gd name="connsiteY6" fmla="*/ 39697 h 268596"/>
                <a:gd name="connsiteX7" fmla="*/ 806734 w 806734"/>
                <a:gd name="connsiteY7" fmla="*/ 228900 h 268596"/>
                <a:gd name="connsiteX8" fmla="*/ 767037 w 806734"/>
                <a:gd name="connsiteY8" fmla="*/ 268597 h 268596"/>
                <a:gd name="connsiteX9" fmla="*/ 79393 w 806734"/>
                <a:gd name="connsiteY9" fmla="*/ 189204 h 268596"/>
                <a:gd name="connsiteX10" fmla="*/ 727341 w 806734"/>
                <a:gd name="connsiteY10" fmla="*/ 189204 h 268596"/>
                <a:gd name="connsiteX11" fmla="*/ 727341 w 806734"/>
                <a:gd name="connsiteY11" fmla="*/ 79393 h 268596"/>
                <a:gd name="connsiteX12" fmla="*/ 79393 w 806734"/>
                <a:gd name="connsiteY12" fmla="*/ 79393 h 2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6734" h="268596">
                  <a:moveTo>
                    <a:pt x="767037" y="268597"/>
                  </a:moveTo>
                  <a:lnTo>
                    <a:pt x="39697" y="268597"/>
                  </a:lnTo>
                  <a:cubicBezTo>
                    <a:pt x="17773" y="268597"/>
                    <a:pt x="0" y="250824"/>
                    <a:pt x="0" y="2289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67037" y="0"/>
                  </a:lnTo>
                  <a:cubicBezTo>
                    <a:pt x="788961" y="0"/>
                    <a:pt x="806734" y="17773"/>
                    <a:pt x="806734" y="39697"/>
                  </a:cubicBezTo>
                  <a:lnTo>
                    <a:pt x="806734" y="228900"/>
                  </a:lnTo>
                  <a:cubicBezTo>
                    <a:pt x="806734" y="250824"/>
                    <a:pt x="788961" y="268597"/>
                    <a:pt x="767037" y="268597"/>
                  </a:cubicBezTo>
                  <a:close/>
                  <a:moveTo>
                    <a:pt x="79393" y="189204"/>
                  </a:moveTo>
                  <a:lnTo>
                    <a:pt x="727341" y="189204"/>
                  </a:lnTo>
                  <a:lnTo>
                    <a:pt x="72734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BBE2B2F0-3DAD-7FD3-2E30-50352718A1E8}"/>
                </a:ext>
              </a:extLst>
            </p:cNvPr>
            <p:cNvSpPr/>
            <p:nvPr/>
          </p:nvSpPr>
          <p:spPr>
            <a:xfrm>
              <a:off x="9523508" y="3201735"/>
              <a:ext cx="202254" cy="79393"/>
            </a:xfrm>
            <a:custGeom>
              <a:avLst/>
              <a:gdLst>
                <a:gd name="connsiteX0" fmla="*/ 162558 w 202254"/>
                <a:gd name="connsiteY0" fmla="*/ 79393 h 79393"/>
                <a:gd name="connsiteX1" fmla="*/ 39697 w 202254"/>
                <a:gd name="connsiteY1" fmla="*/ 79393 h 79393"/>
                <a:gd name="connsiteX2" fmla="*/ 0 w 202254"/>
                <a:gd name="connsiteY2" fmla="*/ 39697 h 79393"/>
                <a:gd name="connsiteX3" fmla="*/ 39697 w 202254"/>
                <a:gd name="connsiteY3" fmla="*/ 0 h 79393"/>
                <a:gd name="connsiteX4" fmla="*/ 162558 w 202254"/>
                <a:gd name="connsiteY4" fmla="*/ 0 h 79393"/>
                <a:gd name="connsiteX5" fmla="*/ 202254 w 202254"/>
                <a:gd name="connsiteY5" fmla="*/ 39697 h 79393"/>
                <a:gd name="connsiteX6" fmla="*/ 162558 w 20225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54" h="79393">
                  <a:moveTo>
                    <a:pt x="162558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162558" y="0"/>
                  </a:lnTo>
                  <a:cubicBezTo>
                    <a:pt x="184481" y="0"/>
                    <a:pt x="202254" y="17773"/>
                    <a:pt x="202254" y="39697"/>
                  </a:cubicBezTo>
                  <a:cubicBezTo>
                    <a:pt x="202254" y="61620"/>
                    <a:pt x="184481" y="79393"/>
                    <a:pt x="162558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C5899E77-D083-4962-C2D1-AA4893C4924A}"/>
                </a:ext>
              </a:extLst>
            </p:cNvPr>
            <p:cNvSpPr/>
            <p:nvPr/>
          </p:nvSpPr>
          <p:spPr>
            <a:xfrm>
              <a:off x="9735885" y="3201735"/>
              <a:ext cx="80981" cy="79393"/>
            </a:xfrm>
            <a:custGeom>
              <a:avLst/>
              <a:gdLst>
                <a:gd name="connsiteX0" fmla="*/ 41284 w 80981"/>
                <a:gd name="connsiteY0" fmla="*/ 79393 h 79393"/>
                <a:gd name="connsiteX1" fmla="*/ 39697 w 80981"/>
                <a:gd name="connsiteY1" fmla="*/ 79393 h 79393"/>
                <a:gd name="connsiteX2" fmla="*/ 0 w 80981"/>
                <a:gd name="connsiteY2" fmla="*/ 39697 h 79393"/>
                <a:gd name="connsiteX3" fmla="*/ 39697 w 80981"/>
                <a:gd name="connsiteY3" fmla="*/ 0 h 79393"/>
                <a:gd name="connsiteX4" fmla="*/ 41284 w 80981"/>
                <a:gd name="connsiteY4" fmla="*/ 0 h 79393"/>
                <a:gd name="connsiteX5" fmla="*/ 80981 w 80981"/>
                <a:gd name="connsiteY5" fmla="*/ 39697 h 79393"/>
                <a:gd name="connsiteX6" fmla="*/ 41284 w 8098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81" h="79393">
                  <a:moveTo>
                    <a:pt x="41284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41284" y="0"/>
                  </a:lnTo>
                  <a:cubicBezTo>
                    <a:pt x="63208" y="0"/>
                    <a:pt x="80981" y="17773"/>
                    <a:pt x="80981" y="39697"/>
                  </a:cubicBezTo>
                  <a:cubicBezTo>
                    <a:pt x="80981" y="61620"/>
                    <a:pt x="63208" y="79393"/>
                    <a:pt x="4128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33E83A1-8FDF-E580-01C3-2848E0AC7749}"/>
              </a:ext>
            </a:extLst>
          </p:cNvPr>
          <p:cNvGrpSpPr/>
          <p:nvPr/>
        </p:nvGrpSpPr>
        <p:grpSpPr>
          <a:xfrm>
            <a:off x="1503391" y="3674657"/>
            <a:ext cx="842842" cy="792449"/>
            <a:chOff x="1503391" y="3674657"/>
            <a:chExt cx="842842" cy="792449"/>
          </a:xfrm>
        </p:grpSpPr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CD402095-E53B-796A-9ACB-C0408FD31042}"/>
                </a:ext>
              </a:extLst>
            </p:cNvPr>
            <p:cNvSpPr/>
            <p:nvPr/>
          </p:nvSpPr>
          <p:spPr>
            <a:xfrm>
              <a:off x="1879814" y="3674657"/>
              <a:ext cx="238973" cy="238973"/>
            </a:xfrm>
            <a:custGeom>
              <a:avLst/>
              <a:gdLst>
                <a:gd name="connsiteX0" fmla="*/ 119536 w 238973"/>
                <a:gd name="connsiteY0" fmla="*/ 238973 h 238973"/>
                <a:gd name="connsiteX1" fmla="*/ 0 w 238973"/>
                <a:gd name="connsiteY1" fmla="*/ 119536 h 238973"/>
                <a:gd name="connsiteX2" fmla="*/ 119437 w 238973"/>
                <a:gd name="connsiteY2" fmla="*/ 0 h 238973"/>
                <a:gd name="connsiteX3" fmla="*/ 238973 w 238973"/>
                <a:gd name="connsiteY3" fmla="*/ 119437 h 238973"/>
                <a:gd name="connsiteX4" fmla="*/ 238973 w 238973"/>
                <a:gd name="connsiteY4" fmla="*/ 119487 h 238973"/>
                <a:gd name="connsiteX5" fmla="*/ 119536 w 238973"/>
                <a:gd name="connsiteY5" fmla="*/ 238973 h 238973"/>
                <a:gd name="connsiteX6" fmla="*/ 119536 w 238973"/>
                <a:gd name="connsiteY6" fmla="*/ 79443 h 238973"/>
                <a:gd name="connsiteX7" fmla="*/ 79393 w 238973"/>
                <a:gd name="connsiteY7" fmla="*/ 119487 h 238973"/>
                <a:gd name="connsiteX8" fmla="*/ 119437 w 238973"/>
                <a:gd name="connsiteY8" fmla="*/ 159630 h 238973"/>
                <a:gd name="connsiteX9" fmla="*/ 159580 w 238973"/>
                <a:gd name="connsiteY9" fmla="*/ 119586 h 238973"/>
                <a:gd name="connsiteX10" fmla="*/ 159580 w 238973"/>
                <a:gd name="connsiteY10" fmla="*/ 119487 h 238973"/>
                <a:gd name="connsiteX11" fmla="*/ 119536 w 238973"/>
                <a:gd name="connsiteY11" fmla="*/ 79443 h 23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973" h="238973">
                  <a:moveTo>
                    <a:pt x="119536" y="238973"/>
                  </a:moveTo>
                  <a:cubicBezTo>
                    <a:pt x="53546" y="239001"/>
                    <a:pt x="27" y="185527"/>
                    <a:pt x="0" y="119536"/>
                  </a:cubicBezTo>
                  <a:cubicBezTo>
                    <a:pt x="-27" y="53546"/>
                    <a:pt x="53446" y="27"/>
                    <a:pt x="119437" y="0"/>
                  </a:cubicBezTo>
                  <a:cubicBezTo>
                    <a:pt x="185428" y="-27"/>
                    <a:pt x="238946" y="53446"/>
                    <a:pt x="238973" y="119437"/>
                  </a:cubicBezTo>
                  <a:cubicBezTo>
                    <a:pt x="238973" y="119454"/>
                    <a:pt x="238973" y="119470"/>
                    <a:pt x="238973" y="119487"/>
                  </a:cubicBezTo>
                  <a:cubicBezTo>
                    <a:pt x="238919" y="185435"/>
                    <a:pt x="185485" y="238891"/>
                    <a:pt x="119536" y="238973"/>
                  </a:cubicBezTo>
                  <a:close/>
                  <a:moveTo>
                    <a:pt x="119536" y="79443"/>
                  </a:moveTo>
                  <a:cubicBezTo>
                    <a:pt x="97393" y="79415"/>
                    <a:pt x="79421" y="97344"/>
                    <a:pt x="79393" y="119487"/>
                  </a:cubicBezTo>
                  <a:cubicBezTo>
                    <a:pt x="79366" y="141630"/>
                    <a:pt x="97294" y="159602"/>
                    <a:pt x="119437" y="159630"/>
                  </a:cubicBezTo>
                  <a:cubicBezTo>
                    <a:pt x="141580" y="159657"/>
                    <a:pt x="159553" y="141729"/>
                    <a:pt x="159580" y="119586"/>
                  </a:cubicBezTo>
                  <a:cubicBezTo>
                    <a:pt x="159580" y="119553"/>
                    <a:pt x="159580" y="119520"/>
                    <a:pt x="159580" y="119487"/>
                  </a:cubicBezTo>
                  <a:cubicBezTo>
                    <a:pt x="159553" y="97382"/>
                    <a:pt x="141641" y="79470"/>
                    <a:pt x="119536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2B7AA78A-9E5C-8DCF-A53A-BC052CF40039}"/>
                </a:ext>
              </a:extLst>
            </p:cNvPr>
            <p:cNvSpPr/>
            <p:nvPr/>
          </p:nvSpPr>
          <p:spPr>
            <a:xfrm>
              <a:off x="1801016" y="3874075"/>
              <a:ext cx="396668" cy="284235"/>
            </a:xfrm>
            <a:custGeom>
              <a:avLst/>
              <a:gdLst>
                <a:gd name="connsiteX0" fmla="*/ 356972 w 396668"/>
                <a:gd name="connsiteY0" fmla="*/ 284236 h 284235"/>
                <a:gd name="connsiteX1" fmla="*/ 317275 w 396668"/>
                <a:gd name="connsiteY1" fmla="*/ 244539 h 284235"/>
                <a:gd name="connsiteX2" fmla="*/ 317275 w 396668"/>
                <a:gd name="connsiteY2" fmla="*/ 190800 h 284235"/>
                <a:gd name="connsiteX3" fmla="*/ 192382 w 396668"/>
                <a:gd name="connsiteY3" fmla="*/ 77812 h 284235"/>
                <a:gd name="connsiteX4" fmla="*/ 79393 w 396668"/>
                <a:gd name="connsiteY4" fmla="*/ 190800 h 284235"/>
                <a:gd name="connsiteX5" fmla="*/ 39697 w 396668"/>
                <a:gd name="connsiteY5" fmla="*/ 230496 h 284235"/>
                <a:gd name="connsiteX6" fmla="*/ 0 w 396668"/>
                <a:gd name="connsiteY6" fmla="*/ 190800 h 284235"/>
                <a:gd name="connsiteX7" fmla="*/ 206020 w 396668"/>
                <a:gd name="connsiteY7" fmla="*/ 152 h 284235"/>
                <a:gd name="connsiteX8" fmla="*/ 396668 w 396668"/>
                <a:gd name="connsiteY8" fmla="*/ 190800 h 284235"/>
                <a:gd name="connsiteX9" fmla="*/ 396668 w 396668"/>
                <a:gd name="connsiteY9" fmla="*/ 244539 h 284235"/>
                <a:gd name="connsiteX10" fmla="*/ 356972 w 396668"/>
                <a:gd name="connsiteY10" fmla="*/ 284236 h 284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6668" h="284235">
                  <a:moveTo>
                    <a:pt x="356972" y="284236"/>
                  </a:moveTo>
                  <a:cubicBezTo>
                    <a:pt x="335048" y="284236"/>
                    <a:pt x="317275" y="266463"/>
                    <a:pt x="317275" y="244539"/>
                  </a:cubicBezTo>
                  <a:lnTo>
                    <a:pt x="317275" y="190800"/>
                  </a:lnTo>
                  <a:cubicBezTo>
                    <a:pt x="313988" y="125111"/>
                    <a:pt x="258071" y="74524"/>
                    <a:pt x="192382" y="77812"/>
                  </a:cubicBezTo>
                  <a:cubicBezTo>
                    <a:pt x="131291" y="80869"/>
                    <a:pt x="82451" y="129709"/>
                    <a:pt x="79393" y="190800"/>
                  </a:cubicBezTo>
                  <a:cubicBezTo>
                    <a:pt x="79393" y="212724"/>
                    <a:pt x="61620" y="230496"/>
                    <a:pt x="39697" y="230496"/>
                  </a:cubicBezTo>
                  <a:cubicBezTo>
                    <a:pt x="17773" y="230496"/>
                    <a:pt x="0" y="212724"/>
                    <a:pt x="0" y="190800"/>
                  </a:cubicBezTo>
                  <a:cubicBezTo>
                    <a:pt x="4245" y="81263"/>
                    <a:pt x="96483" y="-4093"/>
                    <a:pt x="206020" y="152"/>
                  </a:cubicBezTo>
                  <a:cubicBezTo>
                    <a:pt x="309604" y="4166"/>
                    <a:pt x="392654" y="87216"/>
                    <a:pt x="396668" y="190800"/>
                  </a:cubicBezTo>
                  <a:lnTo>
                    <a:pt x="396668" y="244539"/>
                  </a:lnTo>
                  <a:cubicBezTo>
                    <a:pt x="396668" y="266463"/>
                    <a:pt x="378895" y="284236"/>
                    <a:pt x="356972" y="28423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8C968C3B-23A4-4067-ECA7-C23CE42DC07D}"/>
                </a:ext>
              </a:extLst>
            </p:cNvPr>
            <p:cNvSpPr/>
            <p:nvPr/>
          </p:nvSpPr>
          <p:spPr>
            <a:xfrm>
              <a:off x="1503391" y="4062939"/>
              <a:ext cx="842842" cy="404061"/>
            </a:xfrm>
            <a:custGeom>
              <a:avLst/>
              <a:gdLst>
                <a:gd name="connsiteX0" fmla="*/ 40590 w 842842"/>
                <a:gd name="connsiteY0" fmla="*/ 404061 h 404061"/>
                <a:gd name="connsiteX1" fmla="*/ 893 w 842842"/>
                <a:gd name="connsiteY1" fmla="*/ 364365 h 404061"/>
                <a:gd name="connsiteX2" fmla="*/ 0 w 842842"/>
                <a:gd name="connsiteY2" fmla="*/ 73439 h 404061"/>
                <a:gd name="connsiteX3" fmla="*/ 39349 w 842842"/>
                <a:gd name="connsiteY3" fmla="*/ 33742 h 404061"/>
                <a:gd name="connsiteX4" fmla="*/ 186723 w 842842"/>
                <a:gd name="connsiteY4" fmla="*/ 32353 h 404061"/>
                <a:gd name="connsiteX5" fmla="*/ 215850 w 842842"/>
                <a:gd name="connsiteY5" fmla="*/ 37315 h 404061"/>
                <a:gd name="connsiteX6" fmla="*/ 238924 w 842842"/>
                <a:gd name="connsiteY6" fmla="*/ 24761 h 404061"/>
                <a:gd name="connsiteX7" fmla="*/ 241703 w 842842"/>
                <a:gd name="connsiteY7" fmla="*/ 23371 h 404061"/>
                <a:gd name="connsiteX8" fmla="*/ 332509 w 842842"/>
                <a:gd name="connsiteY8" fmla="*/ 595 h 404061"/>
                <a:gd name="connsiteX9" fmla="*/ 334841 w 842842"/>
                <a:gd name="connsiteY9" fmla="*/ 595 h 404061"/>
                <a:gd name="connsiteX10" fmla="*/ 498292 w 842842"/>
                <a:gd name="connsiteY10" fmla="*/ 0 h 404061"/>
                <a:gd name="connsiteX11" fmla="*/ 585376 w 842842"/>
                <a:gd name="connsiteY11" fmla="*/ 70759 h 404061"/>
                <a:gd name="connsiteX12" fmla="*/ 689580 w 842842"/>
                <a:gd name="connsiteY12" fmla="*/ 31658 h 404061"/>
                <a:gd name="connsiteX13" fmla="*/ 760041 w 842842"/>
                <a:gd name="connsiteY13" fmla="*/ 13149 h 404061"/>
                <a:gd name="connsiteX14" fmla="*/ 760041 w 842842"/>
                <a:gd name="connsiteY14" fmla="*/ 13149 h 404061"/>
                <a:gd name="connsiteX15" fmla="*/ 827277 w 842842"/>
                <a:gd name="connsiteY15" fmla="*/ 48777 h 404061"/>
                <a:gd name="connsiteX16" fmla="*/ 839186 w 842842"/>
                <a:gd name="connsiteY16" fmla="*/ 121372 h 404061"/>
                <a:gd name="connsiteX17" fmla="*/ 796165 w 842842"/>
                <a:gd name="connsiteY17" fmla="*/ 181463 h 404061"/>
                <a:gd name="connsiteX18" fmla="*/ 790508 w 842842"/>
                <a:gd name="connsiteY18" fmla="*/ 185234 h 404061"/>
                <a:gd name="connsiteX19" fmla="*/ 668937 w 842842"/>
                <a:gd name="connsiteY19" fmla="*/ 252073 h 404061"/>
                <a:gd name="connsiteX20" fmla="*/ 579620 w 842842"/>
                <a:gd name="connsiteY20" fmla="*/ 300156 h 404061"/>
                <a:gd name="connsiteX21" fmla="*/ 513227 w 842842"/>
                <a:gd name="connsiteY21" fmla="*/ 320004 h 404061"/>
                <a:gd name="connsiteX22" fmla="*/ 510101 w 842842"/>
                <a:gd name="connsiteY22" fmla="*/ 320004 h 404061"/>
                <a:gd name="connsiteX23" fmla="*/ 321542 w 842842"/>
                <a:gd name="connsiteY23" fmla="*/ 323676 h 404061"/>
                <a:gd name="connsiteX24" fmla="*/ 320997 w 842842"/>
                <a:gd name="connsiteY24" fmla="*/ 323676 h 404061"/>
                <a:gd name="connsiteX25" fmla="*/ 285815 w 842842"/>
                <a:gd name="connsiteY25" fmla="*/ 335188 h 404061"/>
                <a:gd name="connsiteX26" fmla="*/ 278620 w 842842"/>
                <a:gd name="connsiteY26" fmla="*/ 348585 h 404061"/>
                <a:gd name="connsiteX27" fmla="*/ 240512 w 842842"/>
                <a:gd name="connsiteY27" fmla="*/ 372056 h 404061"/>
                <a:gd name="connsiteX28" fmla="*/ 46991 w 842842"/>
                <a:gd name="connsiteY28" fmla="*/ 403565 h 404061"/>
                <a:gd name="connsiteX29" fmla="*/ 40590 w 842842"/>
                <a:gd name="connsiteY29" fmla="*/ 404061 h 404061"/>
                <a:gd name="connsiteX30" fmla="*/ 79542 w 842842"/>
                <a:gd name="connsiteY30" fmla="*/ 112937 h 404061"/>
                <a:gd name="connsiteX31" fmla="*/ 80138 w 842842"/>
                <a:gd name="connsiteY31" fmla="*/ 317820 h 404061"/>
                <a:gd name="connsiteX32" fmla="*/ 213022 w 842842"/>
                <a:gd name="connsiteY32" fmla="*/ 296186 h 404061"/>
                <a:gd name="connsiteX33" fmla="*/ 225377 w 842842"/>
                <a:gd name="connsiteY33" fmla="*/ 280059 h 404061"/>
                <a:gd name="connsiteX34" fmla="*/ 320451 w 842842"/>
                <a:gd name="connsiteY34" fmla="*/ 244233 h 404061"/>
                <a:gd name="connsiteX35" fmla="*/ 507819 w 842842"/>
                <a:gd name="connsiteY35" fmla="*/ 240611 h 404061"/>
                <a:gd name="connsiteX36" fmla="*/ 538087 w 842842"/>
                <a:gd name="connsiteY36" fmla="*/ 232622 h 404061"/>
                <a:gd name="connsiteX37" fmla="*/ 540916 w 842842"/>
                <a:gd name="connsiteY37" fmla="*/ 230984 h 404061"/>
                <a:gd name="connsiteX38" fmla="*/ 631821 w 842842"/>
                <a:gd name="connsiteY38" fmla="*/ 181959 h 404061"/>
                <a:gd name="connsiteX39" fmla="*/ 632863 w 842842"/>
                <a:gd name="connsiteY39" fmla="*/ 181413 h 404061"/>
                <a:gd name="connsiteX40" fmla="*/ 748827 w 842842"/>
                <a:gd name="connsiteY40" fmla="*/ 117651 h 404061"/>
                <a:gd name="connsiteX41" fmla="*/ 763068 w 842842"/>
                <a:gd name="connsiteY41" fmla="*/ 99093 h 404061"/>
                <a:gd name="connsiteX42" fmla="*/ 763068 w 842842"/>
                <a:gd name="connsiteY42" fmla="*/ 95520 h 404061"/>
                <a:gd name="connsiteX43" fmla="*/ 754533 w 842842"/>
                <a:gd name="connsiteY43" fmla="*/ 92344 h 404061"/>
                <a:gd name="connsiteX44" fmla="*/ 729177 w 842842"/>
                <a:gd name="connsiteY44" fmla="*/ 100482 h 404061"/>
                <a:gd name="connsiteX45" fmla="*/ 721684 w 842842"/>
                <a:gd name="connsiteY45" fmla="*/ 104352 h 404061"/>
                <a:gd name="connsiteX46" fmla="*/ 497597 w 842842"/>
                <a:gd name="connsiteY46" fmla="*/ 180123 h 404061"/>
                <a:gd name="connsiteX47" fmla="*/ 435075 w 842842"/>
                <a:gd name="connsiteY47" fmla="*/ 175955 h 404061"/>
                <a:gd name="connsiteX48" fmla="*/ 398210 w 842842"/>
                <a:gd name="connsiteY48" fmla="*/ 133616 h 404061"/>
                <a:gd name="connsiteX49" fmla="*/ 430658 w 842842"/>
                <a:gd name="connsiteY49" fmla="*/ 97306 h 404061"/>
                <a:gd name="connsiteX50" fmla="*/ 496009 w 842842"/>
                <a:gd name="connsiteY50" fmla="*/ 85496 h 404061"/>
                <a:gd name="connsiteX51" fmla="*/ 506529 w 842842"/>
                <a:gd name="connsiteY51" fmla="*/ 81428 h 404061"/>
                <a:gd name="connsiteX52" fmla="*/ 498043 w 842842"/>
                <a:gd name="connsiteY52" fmla="*/ 79393 h 404061"/>
                <a:gd name="connsiteX53" fmla="*/ 335734 w 842842"/>
                <a:gd name="connsiteY53" fmla="*/ 79840 h 404061"/>
                <a:gd name="connsiteX54" fmla="*/ 275494 w 842842"/>
                <a:gd name="connsiteY54" fmla="*/ 95172 h 404061"/>
                <a:gd name="connsiteX55" fmla="*/ 229000 w 842842"/>
                <a:gd name="connsiteY55" fmla="*/ 120479 h 404061"/>
                <a:gd name="connsiteX56" fmla="*/ 180173 w 842842"/>
                <a:gd name="connsiteY56" fmla="*/ 111845 h 404061"/>
                <a:gd name="connsiteX57" fmla="*/ 227958 w 842842"/>
                <a:gd name="connsiteY57" fmla="*/ 293754 h 404061"/>
                <a:gd name="connsiteX58" fmla="*/ 227958 w 842842"/>
                <a:gd name="connsiteY58" fmla="*/ 293754 h 404061"/>
                <a:gd name="connsiteX59" fmla="*/ 171638 w 842842"/>
                <a:gd name="connsiteY59" fmla="*/ 95818 h 404061"/>
                <a:gd name="connsiteX60" fmla="*/ 171638 w 842842"/>
                <a:gd name="connsiteY60" fmla="*/ 95818 h 40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2842" h="404061">
                  <a:moveTo>
                    <a:pt x="40590" y="404061"/>
                  </a:moveTo>
                  <a:cubicBezTo>
                    <a:pt x="18666" y="404061"/>
                    <a:pt x="893" y="386288"/>
                    <a:pt x="893" y="364365"/>
                  </a:cubicBezTo>
                  <a:lnTo>
                    <a:pt x="0" y="73439"/>
                  </a:lnTo>
                  <a:cubicBezTo>
                    <a:pt x="-1" y="51650"/>
                    <a:pt x="17561" y="33933"/>
                    <a:pt x="39349" y="33742"/>
                  </a:cubicBezTo>
                  <a:lnTo>
                    <a:pt x="186723" y="32353"/>
                  </a:lnTo>
                  <a:cubicBezTo>
                    <a:pt x="196696" y="31503"/>
                    <a:pt x="206721" y="33211"/>
                    <a:pt x="215850" y="37315"/>
                  </a:cubicBezTo>
                  <a:lnTo>
                    <a:pt x="238924" y="24761"/>
                  </a:lnTo>
                  <a:cubicBezTo>
                    <a:pt x="239817" y="24265"/>
                    <a:pt x="240760" y="23818"/>
                    <a:pt x="241703" y="23371"/>
                  </a:cubicBezTo>
                  <a:cubicBezTo>
                    <a:pt x="270154" y="9813"/>
                    <a:pt x="301026" y="2070"/>
                    <a:pt x="332509" y="595"/>
                  </a:cubicBezTo>
                  <a:lnTo>
                    <a:pt x="334841" y="595"/>
                  </a:lnTo>
                  <a:lnTo>
                    <a:pt x="498292" y="0"/>
                  </a:lnTo>
                  <a:cubicBezTo>
                    <a:pt x="549897" y="447"/>
                    <a:pt x="580414" y="35231"/>
                    <a:pt x="585376" y="70759"/>
                  </a:cubicBezTo>
                  <a:cubicBezTo>
                    <a:pt x="617580" y="58949"/>
                    <a:pt x="654498" y="45105"/>
                    <a:pt x="689580" y="31658"/>
                  </a:cubicBezTo>
                  <a:cubicBezTo>
                    <a:pt x="710557" y="18280"/>
                    <a:pt x="735197" y="11807"/>
                    <a:pt x="760041" y="13149"/>
                  </a:cubicBezTo>
                  <a:lnTo>
                    <a:pt x="760041" y="13149"/>
                  </a:lnTo>
                  <a:cubicBezTo>
                    <a:pt x="786625" y="14476"/>
                    <a:pt x="811252" y="27525"/>
                    <a:pt x="827277" y="48777"/>
                  </a:cubicBezTo>
                  <a:cubicBezTo>
                    <a:pt x="842388" y="69779"/>
                    <a:pt x="846795" y="96644"/>
                    <a:pt x="839186" y="121372"/>
                  </a:cubicBezTo>
                  <a:cubicBezTo>
                    <a:pt x="832735" y="143404"/>
                    <a:pt x="818246" y="163599"/>
                    <a:pt x="796165" y="181463"/>
                  </a:cubicBezTo>
                  <a:cubicBezTo>
                    <a:pt x="794381" y="182867"/>
                    <a:pt x="792490" y="184128"/>
                    <a:pt x="790508" y="185234"/>
                  </a:cubicBezTo>
                  <a:cubicBezTo>
                    <a:pt x="779492" y="191337"/>
                    <a:pt x="683873" y="244481"/>
                    <a:pt x="668937" y="252073"/>
                  </a:cubicBezTo>
                  <a:lnTo>
                    <a:pt x="579620" y="300156"/>
                  </a:lnTo>
                  <a:cubicBezTo>
                    <a:pt x="555951" y="315042"/>
                    <a:pt x="534961" y="317969"/>
                    <a:pt x="513227" y="320004"/>
                  </a:cubicBezTo>
                  <a:lnTo>
                    <a:pt x="510101" y="320004"/>
                  </a:lnTo>
                  <a:lnTo>
                    <a:pt x="321542" y="323676"/>
                  </a:lnTo>
                  <a:lnTo>
                    <a:pt x="320997" y="323676"/>
                  </a:lnTo>
                  <a:cubicBezTo>
                    <a:pt x="308537" y="324740"/>
                    <a:pt x="296494" y="328681"/>
                    <a:pt x="285815" y="335188"/>
                  </a:cubicBezTo>
                  <a:cubicBezTo>
                    <a:pt x="283992" y="339939"/>
                    <a:pt x="281575" y="344441"/>
                    <a:pt x="278620" y="348585"/>
                  </a:cubicBezTo>
                  <a:cubicBezTo>
                    <a:pt x="269565" y="361188"/>
                    <a:pt x="255841" y="369640"/>
                    <a:pt x="240512" y="372056"/>
                  </a:cubicBezTo>
                  <a:lnTo>
                    <a:pt x="46991" y="403565"/>
                  </a:lnTo>
                  <a:cubicBezTo>
                    <a:pt x="44874" y="403903"/>
                    <a:pt x="42733" y="404069"/>
                    <a:pt x="40590" y="404061"/>
                  </a:cubicBezTo>
                  <a:close/>
                  <a:moveTo>
                    <a:pt x="79542" y="112937"/>
                  </a:moveTo>
                  <a:lnTo>
                    <a:pt x="80138" y="317820"/>
                  </a:lnTo>
                  <a:lnTo>
                    <a:pt x="213022" y="296186"/>
                  </a:lnTo>
                  <a:cubicBezTo>
                    <a:pt x="215672" y="289830"/>
                    <a:pt x="219930" y="284272"/>
                    <a:pt x="225377" y="280059"/>
                  </a:cubicBezTo>
                  <a:cubicBezTo>
                    <a:pt x="229992" y="276437"/>
                    <a:pt x="272021" y="244680"/>
                    <a:pt x="320451" y="244233"/>
                  </a:cubicBezTo>
                  <a:lnTo>
                    <a:pt x="507819" y="240611"/>
                  </a:lnTo>
                  <a:cubicBezTo>
                    <a:pt x="523648" y="239221"/>
                    <a:pt x="530049" y="237882"/>
                    <a:pt x="538087" y="232622"/>
                  </a:cubicBezTo>
                  <a:cubicBezTo>
                    <a:pt x="539047" y="232026"/>
                    <a:pt x="539990" y="231481"/>
                    <a:pt x="540916" y="230984"/>
                  </a:cubicBezTo>
                  <a:lnTo>
                    <a:pt x="631821" y="181959"/>
                  </a:lnTo>
                  <a:lnTo>
                    <a:pt x="632863" y="181413"/>
                  </a:lnTo>
                  <a:cubicBezTo>
                    <a:pt x="641001" y="177344"/>
                    <a:pt x="706947" y="140923"/>
                    <a:pt x="748827" y="117651"/>
                  </a:cubicBezTo>
                  <a:cubicBezTo>
                    <a:pt x="755236" y="112939"/>
                    <a:pt x="760175" y="106503"/>
                    <a:pt x="763068" y="99093"/>
                  </a:cubicBezTo>
                  <a:cubicBezTo>
                    <a:pt x="763068" y="98299"/>
                    <a:pt x="763812" y="96314"/>
                    <a:pt x="763068" y="95520"/>
                  </a:cubicBezTo>
                  <a:cubicBezTo>
                    <a:pt x="760721" y="93430"/>
                    <a:pt x="757675" y="92297"/>
                    <a:pt x="754533" y="92344"/>
                  </a:cubicBezTo>
                  <a:cubicBezTo>
                    <a:pt x="745423" y="92244"/>
                    <a:pt x="736527" y="95099"/>
                    <a:pt x="729177" y="100482"/>
                  </a:cubicBezTo>
                  <a:cubicBezTo>
                    <a:pt x="726818" y="102025"/>
                    <a:pt x="724308" y="103322"/>
                    <a:pt x="721684" y="104352"/>
                  </a:cubicBezTo>
                  <a:cubicBezTo>
                    <a:pt x="520621" y="181661"/>
                    <a:pt x="507372" y="180768"/>
                    <a:pt x="497597" y="180123"/>
                  </a:cubicBezTo>
                  <a:lnTo>
                    <a:pt x="435075" y="175955"/>
                  </a:lnTo>
                  <a:cubicBezTo>
                    <a:pt x="413203" y="174443"/>
                    <a:pt x="396698" y="155487"/>
                    <a:pt x="398210" y="133616"/>
                  </a:cubicBezTo>
                  <a:cubicBezTo>
                    <a:pt x="399460" y="115521"/>
                    <a:pt x="412817" y="100575"/>
                    <a:pt x="430658" y="97306"/>
                  </a:cubicBezTo>
                  <a:lnTo>
                    <a:pt x="496009" y="85496"/>
                  </a:lnTo>
                  <a:cubicBezTo>
                    <a:pt x="499835" y="85186"/>
                    <a:pt x="503489" y="83773"/>
                    <a:pt x="506529" y="81428"/>
                  </a:cubicBezTo>
                  <a:cubicBezTo>
                    <a:pt x="504001" y="79836"/>
                    <a:pt x="501019" y="79121"/>
                    <a:pt x="498043" y="79393"/>
                  </a:cubicBezTo>
                  <a:lnTo>
                    <a:pt x="335734" y="79840"/>
                  </a:lnTo>
                  <a:cubicBezTo>
                    <a:pt x="314826" y="80842"/>
                    <a:pt x="294337" y="86057"/>
                    <a:pt x="275494" y="95172"/>
                  </a:cubicBezTo>
                  <a:lnTo>
                    <a:pt x="229000" y="120479"/>
                  </a:lnTo>
                  <a:cubicBezTo>
                    <a:pt x="212707" y="129370"/>
                    <a:pt x="192429" y="125784"/>
                    <a:pt x="180173" y="111845"/>
                  </a:cubicBezTo>
                  <a:close/>
                  <a:moveTo>
                    <a:pt x="227958" y="293754"/>
                  </a:moveTo>
                  <a:lnTo>
                    <a:pt x="227958" y="293754"/>
                  </a:lnTo>
                  <a:close/>
                  <a:moveTo>
                    <a:pt x="171638" y="95818"/>
                  </a:moveTo>
                  <a:lnTo>
                    <a:pt x="171638" y="95818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1446219D-38ED-551E-5DBB-E3E912D1870C}"/>
                </a:ext>
              </a:extLst>
            </p:cNvPr>
            <p:cNvSpPr/>
            <p:nvPr/>
          </p:nvSpPr>
          <p:spPr>
            <a:xfrm>
              <a:off x="1676326" y="4109118"/>
              <a:ext cx="109204" cy="324816"/>
            </a:xfrm>
            <a:custGeom>
              <a:avLst/>
              <a:gdLst>
                <a:gd name="connsiteX0" fmla="*/ 69412 w 109204"/>
                <a:gd name="connsiteY0" fmla="*/ 324785 h 324816"/>
                <a:gd name="connsiteX1" fmla="*/ 30063 w 109204"/>
                <a:gd name="connsiteY1" fmla="*/ 290051 h 324816"/>
                <a:gd name="connsiteX2" fmla="*/ 291 w 109204"/>
                <a:gd name="connsiteY2" fmla="*/ 44478 h 324816"/>
                <a:gd name="connsiteX3" fmla="*/ 34951 w 109204"/>
                <a:gd name="connsiteY3" fmla="*/ 291 h 324816"/>
                <a:gd name="connsiteX4" fmla="*/ 79138 w 109204"/>
                <a:gd name="connsiteY4" fmla="*/ 34951 h 324816"/>
                <a:gd name="connsiteX5" fmla="*/ 108911 w 109204"/>
                <a:gd name="connsiteY5" fmla="*/ 280474 h 324816"/>
                <a:gd name="connsiteX6" fmla="*/ 74296 w 109204"/>
                <a:gd name="connsiteY6" fmla="*/ 324672 h 324816"/>
                <a:gd name="connsiteX7" fmla="*/ 74176 w 109204"/>
                <a:gd name="connsiteY7" fmla="*/ 324686 h 324816"/>
                <a:gd name="connsiteX8" fmla="*/ 69412 w 109204"/>
                <a:gd name="connsiteY8" fmla="*/ 324785 h 32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204" h="324816">
                  <a:moveTo>
                    <a:pt x="69412" y="324785"/>
                  </a:moveTo>
                  <a:cubicBezTo>
                    <a:pt x="49421" y="324767"/>
                    <a:pt x="32562" y="309885"/>
                    <a:pt x="30063" y="290051"/>
                  </a:cubicBezTo>
                  <a:lnTo>
                    <a:pt x="291" y="44478"/>
                  </a:lnTo>
                  <a:cubicBezTo>
                    <a:pt x="-2340" y="22705"/>
                    <a:pt x="13178" y="2922"/>
                    <a:pt x="34951" y="291"/>
                  </a:cubicBezTo>
                  <a:cubicBezTo>
                    <a:pt x="56724" y="-2340"/>
                    <a:pt x="76507" y="13178"/>
                    <a:pt x="79138" y="34951"/>
                  </a:cubicBezTo>
                  <a:lnTo>
                    <a:pt x="108911" y="280474"/>
                  </a:lnTo>
                  <a:cubicBezTo>
                    <a:pt x="111557" y="302237"/>
                    <a:pt x="96059" y="322025"/>
                    <a:pt x="74296" y="324672"/>
                  </a:cubicBezTo>
                  <a:cubicBezTo>
                    <a:pt x="74256" y="324676"/>
                    <a:pt x="74216" y="324681"/>
                    <a:pt x="74176" y="324686"/>
                  </a:cubicBezTo>
                  <a:cubicBezTo>
                    <a:pt x="72592" y="324816"/>
                    <a:pt x="71001" y="324849"/>
                    <a:pt x="69412" y="3247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FEF080D-3AB1-A59F-A414-221F07C58CFC}"/>
                </a:ext>
              </a:extLst>
            </p:cNvPr>
            <p:cNvSpPr/>
            <p:nvPr/>
          </p:nvSpPr>
          <p:spPr>
            <a:xfrm>
              <a:off x="1505475" y="4095317"/>
              <a:ext cx="273233" cy="371789"/>
            </a:xfrm>
            <a:custGeom>
              <a:avLst/>
              <a:gdLst>
                <a:gd name="connsiteX0" fmla="*/ 40391 w 273233"/>
                <a:gd name="connsiteY0" fmla="*/ 371783 h 371789"/>
                <a:gd name="connsiteX1" fmla="*/ 695 w 273233"/>
                <a:gd name="connsiteY1" fmla="*/ 332086 h 371789"/>
                <a:gd name="connsiteX2" fmla="*/ 0 w 273233"/>
                <a:gd name="connsiteY2" fmla="*/ 41309 h 371789"/>
                <a:gd name="connsiteX3" fmla="*/ 39349 w 273233"/>
                <a:gd name="connsiteY3" fmla="*/ 1612 h 371789"/>
                <a:gd name="connsiteX4" fmla="*/ 186723 w 273233"/>
                <a:gd name="connsiteY4" fmla="*/ 223 h 371789"/>
                <a:gd name="connsiteX5" fmla="*/ 248104 w 273233"/>
                <a:gd name="connsiteY5" fmla="*/ 43194 h 371789"/>
                <a:gd name="connsiteX6" fmla="*/ 219874 w 273233"/>
                <a:gd name="connsiteY6" fmla="*/ 91720 h 371789"/>
                <a:gd name="connsiteX7" fmla="*/ 179925 w 273233"/>
                <a:gd name="connsiteY7" fmla="*/ 79566 h 371789"/>
                <a:gd name="connsiteX8" fmla="*/ 79393 w 273233"/>
                <a:gd name="connsiteY8" fmla="*/ 80559 h 371789"/>
                <a:gd name="connsiteX9" fmla="*/ 79989 w 273233"/>
                <a:gd name="connsiteY9" fmla="*/ 285492 h 371789"/>
                <a:gd name="connsiteX10" fmla="*/ 227809 w 273233"/>
                <a:gd name="connsiteY10" fmla="*/ 261426 h 371789"/>
                <a:gd name="connsiteX11" fmla="*/ 272814 w 273233"/>
                <a:gd name="connsiteY11" fmla="*/ 294984 h 371789"/>
                <a:gd name="connsiteX12" fmla="*/ 240561 w 273233"/>
                <a:gd name="connsiteY12" fmla="*/ 339777 h 371789"/>
                <a:gd name="connsiteX13" fmla="*/ 47040 w 273233"/>
                <a:gd name="connsiteY13" fmla="*/ 371336 h 371789"/>
                <a:gd name="connsiteX14" fmla="*/ 40391 w 273233"/>
                <a:gd name="connsiteY14" fmla="*/ 371783 h 371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233" h="371789">
                  <a:moveTo>
                    <a:pt x="40391" y="371783"/>
                  </a:moveTo>
                  <a:cubicBezTo>
                    <a:pt x="18467" y="371783"/>
                    <a:pt x="695" y="354010"/>
                    <a:pt x="695" y="332086"/>
                  </a:cubicBezTo>
                  <a:lnTo>
                    <a:pt x="0" y="41309"/>
                  </a:lnTo>
                  <a:cubicBezTo>
                    <a:pt x="-1" y="19520"/>
                    <a:pt x="17561" y="1803"/>
                    <a:pt x="39349" y="1612"/>
                  </a:cubicBezTo>
                  <a:lnTo>
                    <a:pt x="186723" y="223"/>
                  </a:lnTo>
                  <a:cubicBezTo>
                    <a:pt x="214897" y="-2236"/>
                    <a:pt x="240773" y="15879"/>
                    <a:pt x="248104" y="43194"/>
                  </a:cubicBezTo>
                  <a:cubicBezTo>
                    <a:pt x="253708" y="64390"/>
                    <a:pt x="241069" y="86115"/>
                    <a:pt x="219874" y="91720"/>
                  </a:cubicBezTo>
                  <a:cubicBezTo>
                    <a:pt x="205331" y="95566"/>
                    <a:pt x="189863" y="90860"/>
                    <a:pt x="179925" y="79566"/>
                  </a:cubicBezTo>
                  <a:lnTo>
                    <a:pt x="79393" y="80559"/>
                  </a:lnTo>
                  <a:lnTo>
                    <a:pt x="79989" y="285492"/>
                  </a:lnTo>
                  <a:lnTo>
                    <a:pt x="227809" y="261426"/>
                  </a:lnTo>
                  <a:cubicBezTo>
                    <a:pt x="249504" y="258265"/>
                    <a:pt x="269653" y="273289"/>
                    <a:pt x="272814" y="294984"/>
                  </a:cubicBezTo>
                  <a:cubicBezTo>
                    <a:pt x="275901" y="316170"/>
                    <a:pt x="261632" y="335987"/>
                    <a:pt x="240561" y="339777"/>
                  </a:cubicBezTo>
                  <a:lnTo>
                    <a:pt x="47040" y="371336"/>
                  </a:lnTo>
                  <a:cubicBezTo>
                    <a:pt x="44841" y="371676"/>
                    <a:pt x="42616" y="371825"/>
                    <a:pt x="40391" y="3717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1249DFC9-CC43-CDF6-AA5F-800F975375FC}"/>
              </a:ext>
            </a:extLst>
          </p:cNvPr>
          <p:cNvGrpSpPr/>
          <p:nvPr/>
        </p:nvGrpSpPr>
        <p:grpSpPr>
          <a:xfrm>
            <a:off x="2850621" y="3662996"/>
            <a:ext cx="784652" cy="823703"/>
            <a:chOff x="2850621" y="3662996"/>
            <a:chExt cx="784652" cy="823703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2A5D97C8-D009-DAA2-EE33-DFFFC08BB715}"/>
                </a:ext>
              </a:extLst>
            </p:cNvPr>
            <p:cNvSpPr/>
            <p:nvPr/>
          </p:nvSpPr>
          <p:spPr>
            <a:xfrm>
              <a:off x="3006630" y="4180670"/>
              <a:ext cx="269748" cy="306029"/>
            </a:xfrm>
            <a:custGeom>
              <a:avLst/>
              <a:gdLst>
                <a:gd name="connsiteX0" fmla="*/ 39646 w 269748"/>
                <a:gd name="connsiteY0" fmla="*/ 306030 h 306029"/>
                <a:gd name="connsiteX1" fmla="*/ 0 w 269748"/>
                <a:gd name="connsiteY1" fmla="*/ 266282 h 306029"/>
                <a:gd name="connsiteX2" fmla="*/ 9278 w 269748"/>
                <a:gd name="connsiteY2" fmla="*/ 240828 h 306029"/>
                <a:gd name="connsiteX3" fmla="*/ 200169 w 269748"/>
                <a:gd name="connsiteY3" fmla="*/ 13565 h 306029"/>
                <a:gd name="connsiteX4" fmla="*/ 256183 w 269748"/>
                <a:gd name="connsiteY4" fmla="*/ 9815 h 306029"/>
                <a:gd name="connsiteX5" fmla="*/ 260904 w 269748"/>
                <a:gd name="connsiteY5" fmla="*/ 64675 h 306029"/>
                <a:gd name="connsiteX6" fmla="*/ 70013 w 269748"/>
                <a:gd name="connsiteY6" fmla="*/ 291937 h 306029"/>
                <a:gd name="connsiteX7" fmla="*/ 39646 w 269748"/>
                <a:gd name="connsiteY7" fmla="*/ 306030 h 306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748" h="306029">
                  <a:moveTo>
                    <a:pt x="39646" y="306030"/>
                  </a:moveTo>
                  <a:cubicBezTo>
                    <a:pt x="17722" y="306002"/>
                    <a:pt x="-28" y="288206"/>
                    <a:pt x="0" y="266282"/>
                  </a:cubicBezTo>
                  <a:cubicBezTo>
                    <a:pt x="12" y="256972"/>
                    <a:pt x="3296" y="247962"/>
                    <a:pt x="9278" y="240828"/>
                  </a:cubicBezTo>
                  <a:lnTo>
                    <a:pt x="200169" y="13565"/>
                  </a:lnTo>
                  <a:cubicBezTo>
                    <a:pt x="214601" y="-2938"/>
                    <a:pt x="239679" y="-4617"/>
                    <a:pt x="256183" y="9815"/>
                  </a:cubicBezTo>
                  <a:cubicBezTo>
                    <a:pt x="272245" y="23861"/>
                    <a:pt x="274330" y="48091"/>
                    <a:pt x="260904" y="64675"/>
                  </a:cubicBezTo>
                  <a:lnTo>
                    <a:pt x="70013" y="291937"/>
                  </a:lnTo>
                  <a:cubicBezTo>
                    <a:pt x="62464" y="300882"/>
                    <a:pt x="51351" y="306039"/>
                    <a:pt x="39646" y="3060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4E110BB5-DDC5-668C-E75F-4DCB10C7B85B}"/>
                </a:ext>
              </a:extLst>
            </p:cNvPr>
            <p:cNvSpPr/>
            <p:nvPr/>
          </p:nvSpPr>
          <p:spPr>
            <a:xfrm>
              <a:off x="3204346" y="4176524"/>
              <a:ext cx="270396" cy="306752"/>
            </a:xfrm>
            <a:custGeom>
              <a:avLst/>
              <a:gdLst>
                <a:gd name="connsiteX0" fmla="*/ 230560 w 270396"/>
                <a:gd name="connsiteY0" fmla="*/ 306653 h 306752"/>
                <a:gd name="connsiteX1" fmla="*/ 200142 w 270396"/>
                <a:gd name="connsiteY1" fmla="*/ 292462 h 306752"/>
                <a:gd name="connsiteX2" fmla="*/ 9251 w 270396"/>
                <a:gd name="connsiteY2" fmla="*/ 65199 h 306752"/>
                <a:gd name="connsiteX3" fmla="*/ 14238 w 270396"/>
                <a:gd name="connsiteY3" fmla="*/ 9251 h 306752"/>
                <a:gd name="connsiteX4" fmla="*/ 70186 w 270396"/>
                <a:gd name="connsiteY4" fmla="*/ 14238 h 306752"/>
                <a:gd name="connsiteX5" fmla="*/ 261077 w 270396"/>
                <a:gd name="connsiteY5" fmla="*/ 241501 h 306752"/>
                <a:gd name="connsiteX6" fmla="*/ 256254 w 270396"/>
                <a:gd name="connsiteY6" fmla="*/ 297433 h 306752"/>
                <a:gd name="connsiteX7" fmla="*/ 230709 w 270396"/>
                <a:gd name="connsiteY7" fmla="*/ 306752 h 30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396" h="306752">
                  <a:moveTo>
                    <a:pt x="230560" y="306653"/>
                  </a:moveTo>
                  <a:cubicBezTo>
                    <a:pt x="218821" y="306653"/>
                    <a:pt x="207685" y="301457"/>
                    <a:pt x="200142" y="292462"/>
                  </a:cubicBezTo>
                  <a:lnTo>
                    <a:pt x="9251" y="65199"/>
                  </a:lnTo>
                  <a:cubicBezTo>
                    <a:pt x="-4821" y="48372"/>
                    <a:pt x="-2588" y="23324"/>
                    <a:pt x="14238" y="9251"/>
                  </a:cubicBezTo>
                  <a:cubicBezTo>
                    <a:pt x="31065" y="-4821"/>
                    <a:pt x="56113" y="-2588"/>
                    <a:pt x="70186" y="14238"/>
                  </a:cubicBezTo>
                  <a:lnTo>
                    <a:pt x="261077" y="241501"/>
                  </a:lnTo>
                  <a:cubicBezTo>
                    <a:pt x="275190" y="258278"/>
                    <a:pt x="273031" y="283320"/>
                    <a:pt x="256254" y="297433"/>
                  </a:cubicBezTo>
                  <a:cubicBezTo>
                    <a:pt x="249102" y="303450"/>
                    <a:pt x="240056" y="306750"/>
                    <a:pt x="230709" y="30675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105DA24B-28EC-3934-6E0D-3BE89E057D41}"/>
                </a:ext>
              </a:extLst>
            </p:cNvPr>
            <p:cNvSpPr/>
            <p:nvPr/>
          </p:nvSpPr>
          <p:spPr>
            <a:xfrm>
              <a:off x="2850621" y="3662996"/>
              <a:ext cx="784652" cy="584482"/>
            </a:xfrm>
            <a:custGeom>
              <a:avLst/>
              <a:gdLst>
                <a:gd name="connsiteX0" fmla="*/ 744956 w 784652"/>
                <a:gd name="connsiteY0" fmla="*/ 584482 h 584482"/>
                <a:gd name="connsiteX1" fmla="*/ 39697 w 784652"/>
                <a:gd name="connsiteY1" fmla="*/ 584482 h 584482"/>
                <a:gd name="connsiteX2" fmla="*/ 0 w 784652"/>
                <a:gd name="connsiteY2" fmla="*/ 544786 h 584482"/>
                <a:gd name="connsiteX3" fmla="*/ 0 w 784652"/>
                <a:gd name="connsiteY3" fmla="*/ 39697 h 584482"/>
                <a:gd name="connsiteX4" fmla="*/ 39697 w 784652"/>
                <a:gd name="connsiteY4" fmla="*/ 0 h 584482"/>
                <a:gd name="connsiteX5" fmla="*/ 744956 w 784652"/>
                <a:gd name="connsiteY5" fmla="*/ 0 h 584482"/>
                <a:gd name="connsiteX6" fmla="*/ 784653 w 784652"/>
                <a:gd name="connsiteY6" fmla="*/ 39697 h 584482"/>
                <a:gd name="connsiteX7" fmla="*/ 784653 w 784652"/>
                <a:gd name="connsiteY7" fmla="*/ 544786 h 584482"/>
                <a:gd name="connsiteX8" fmla="*/ 744956 w 784652"/>
                <a:gd name="connsiteY8" fmla="*/ 584482 h 584482"/>
                <a:gd name="connsiteX9" fmla="*/ 79393 w 784652"/>
                <a:gd name="connsiteY9" fmla="*/ 505089 h 584482"/>
                <a:gd name="connsiteX10" fmla="*/ 705260 w 784652"/>
                <a:gd name="connsiteY10" fmla="*/ 505089 h 584482"/>
                <a:gd name="connsiteX11" fmla="*/ 705260 w 784652"/>
                <a:gd name="connsiteY11" fmla="*/ 79393 h 584482"/>
                <a:gd name="connsiteX12" fmla="*/ 79393 w 784652"/>
                <a:gd name="connsiteY12" fmla="*/ 79393 h 584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652" h="584482">
                  <a:moveTo>
                    <a:pt x="744956" y="584482"/>
                  </a:moveTo>
                  <a:lnTo>
                    <a:pt x="39697" y="584482"/>
                  </a:lnTo>
                  <a:cubicBezTo>
                    <a:pt x="17773" y="584482"/>
                    <a:pt x="0" y="566709"/>
                    <a:pt x="0" y="54478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44956" y="0"/>
                  </a:lnTo>
                  <a:cubicBezTo>
                    <a:pt x="766880" y="0"/>
                    <a:pt x="784653" y="17773"/>
                    <a:pt x="784653" y="39697"/>
                  </a:cubicBezTo>
                  <a:lnTo>
                    <a:pt x="784653" y="544786"/>
                  </a:lnTo>
                  <a:cubicBezTo>
                    <a:pt x="784653" y="566709"/>
                    <a:pt x="766880" y="584482"/>
                    <a:pt x="744956" y="584482"/>
                  </a:cubicBezTo>
                  <a:close/>
                  <a:moveTo>
                    <a:pt x="79393" y="505089"/>
                  </a:moveTo>
                  <a:lnTo>
                    <a:pt x="705260" y="505089"/>
                  </a:lnTo>
                  <a:lnTo>
                    <a:pt x="705260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1710F436-B65D-4B85-C6A2-6B948E682659}"/>
                </a:ext>
              </a:extLst>
            </p:cNvPr>
            <p:cNvSpPr/>
            <p:nvPr/>
          </p:nvSpPr>
          <p:spPr>
            <a:xfrm>
              <a:off x="2976807" y="3874331"/>
              <a:ext cx="79393" cy="271772"/>
            </a:xfrm>
            <a:custGeom>
              <a:avLst/>
              <a:gdLst>
                <a:gd name="connsiteX0" fmla="*/ 39697 w 79393"/>
                <a:gd name="connsiteY0" fmla="*/ 271773 h 271772"/>
                <a:gd name="connsiteX1" fmla="*/ 0 w 79393"/>
                <a:gd name="connsiteY1" fmla="*/ 232076 h 271772"/>
                <a:gd name="connsiteX2" fmla="*/ 0 w 79393"/>
                <a:gd name="connsiteY2" fmla="*/ 39697 h 271772"/>
                <a:gd name="connsiteX3" fmla="*/ 39697 w 79393"/>
                <a:gd name="connsiteY3" fmla="*/ 0 h 271772"/>
                <a:gd name="connsiteX4" fmla="*/ 79393 w 79393"/>
                <a:gd name="connsiteY4" fmla="*/ 39697 h 271772"/>
                <a:gd name="connsiteX5" fmla="*/ 79393 w 79393"/>
                <a:gd name="connsiteY5" fmla="*/ 232076 h 271772"/>
                <a:gd name="connsiteX6" fmla="*/ 39697 w 79393"/>
                <a:gd name="connsiteY6" fmla="*/ 271773 h 271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71772">
                  <a:moveTo>
                    <a:pt x="39697" y="271773"/>
                  </a:moveTo>
                  <a:cubicBezTo>
                    <a:pt x="17773" y="271773"/>
                    <a:pt x="0" y="254000"/>
                    <a:pt x="0" y="232076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32076"/>
                  </a:lnTo>
                  <a:cubicBezTo>
                    <a:pt x="79393" y="254000"/>
                    <a:pt x="61620" y="271773"/>
                    <a:pt x="39697" y="2717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9BC09E4A-2700-A3DD-5648-368018A16980}"/>
                </a:ext>
              </a:extLst>
            </p:cNvPr>
            <p:cNvSpPr/>
            <p:nvPr/>
          </p:nvSpPr>
          <p:spPr>
            <a:xfrm>
              <a:off x="3127307" y="3943056"/>
              <a:ext cx="79393" cy="203047"/>
            </a:xfrm>
            <a:custGeom>
              <a:avLst/>
              <a:gdLst>
                <a:gd name="connsiteX0" fmla="*/ 39697 w 79393"/>
                <a:gd name="connsiteY0" fmla="*/ 203048 h 203047"/>
                <a:gd name="connsiteX1" fmla="*/ 0 w 79393"/>
                <a:gd name="connsiteY1" fmla="*/ 163351 h 203047"/>
                <a:gd name="connsiteX2" fmla="*/ 0 w 79393"/>
                <a:gd name="connsiteY2" fmla="*/ 39697 h 203047"/>
                <a:gd name="connsiteX3" fmla="*/ 39697 w 79393"/>
                <a:gd name="connsiteY3" fmla="*/ 0 h 203047"/>
                <a:gd name="connsiteX4" fmla="*/ 79393 w 79393"/>
                <a:gd name="connsiteY4" fmla="*/ 39697 h 203047"/>
                <a:gd name="connsiteX5" fmla="*/ 79393 w 79393"/>
                <a:gd name="connsiteY5" fmla="*/ 163351 h 203047"/>
                <a:gd name="connsiteX6" fmla="*/ 39697 w 79393"/>
                <a:gd name="connsiteY6" fmla="*/ 203048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3047">
                  <a:moveTo>
                    <a:pt x="39697" y="203048"/>
                  </a:moveTo>
                  <a:cubicBezTo>
                    <a:pt x="17773" y="203048"/>
                    <a:pt x="0" y="185275"/>
                    <a:pt x="0" y="16335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163351"/>
                  </a:lnTo>
                  <a:cubicBezTo>
                    <a:pt x="79393" y="185275"/>
                    <a:pt x="61620" y="203048"/>
                    <a:pt x="39697" y="2030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6D7623AF-9BAA-4099-E3EB-3603B9156455}"/>
                </a:ext>
              </a:extLst>
            </p:cNvPr>
            <p:cNvSpPr/>
            <p:nvPr/>
          </p:nvSpPr>
          <p:spPr>
            <a:xfrm>
              <a:off x="3277856" y="3842276"/>
              <a:ext cx="79393" cy="303827"/>
            </a:xfrm>
            <a:custGeom>
              <a:avLst/>
              <a:gdLst>
                <a:gd name="connsiteX0" fmla="*/ 39697 w 79393"/>
                <a:gd name="connsiteY0" fmla="*/ 303827 h 303827"/>
                <a:gd name="connsiteX1" fmla="*/ 0 w 79393"/>
                <a:gd name="connsiteY1" fmla="*/ 264131 h 303827"/>
                <a:gd name="connsiteX2" fmla="*/ 0 w 79393"/>
                <a:gd name="connsiteY2" fmla="*/ 39697 h 303827"/>
                <a:gd name="connsiteX3" fmla="*/ 39697 w 79393"/>
                <a:gd name="connsiteY3" fmla="*/ 0 h 303827"/>
                <a:gd name="connsiteX4" fmla="*/ 79393 w 79393"/>
                <a:gd name="connsiteY4" fmla="*/ 39697 h 303827"/>
                <a:gd name="connsiteX5" fmla="*/ 79393 w 79393"/>
                <a:gd name="connsiteY5" fmla="*/ 264131 h 303827"/>
                <a:gd name="connsiteX6" fmla="*/ 39697 w 79393"/>
                <a:gd name="connsiteY6" fmla="*/ 303827 h 303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03827">
                  <a:moveTo>
                    <a:pt x="39697" y="303827"/>
                  </a:moveTo>
                  <a:cubicBezTo>
                    <a:pt x="17773" y="303827"/>
                    <a:pt x="0" y="286055"/>
                    <a:pt x="0" y="26413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264131"/>
                  </a:lnTo>
                  <a:cubicBezTo>
                    <a:pt x="79393" y="286055"/>
                    <a:pt x="61620" y="303827"/>
                    <a:pt x="39697" y="30382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7C6DBA2B-E061-467A-C9B8-0011C38FA562}"/>
                </a:ext>
              </a:extLst>
            </p:cNvPr>
            <p:cNvSpPr/>
            <p:nvPr/>
          </p:nvSpPr>
          <p:spPr>
            <a:xfrm>
              <a:off x="3428356" y="3768986"/>
              <a:ext cx="79393" cy="377117"/>
            </a:xfrm>
            <a:custGeom>
              <a:avLst/>
              <a:gdLst>
                <a:gd name="connsiteX0" fmla="*/ 39697 w 79393"/>
                <a:gd name="connsiteY0" fmla="*/ 377117 h 377117"/>
                <a:gd name="connsiteX1" fmla="*/ 0 w 79393"/>
                <a:gd name="connsiteY1" fmla="*/ 337421 h 377117"/>
                <a:gd name="connsiteX2" fmla="*/ 0 w 79393"/>
                <a:gd name="connsiteY2" fmla="*/ 39697 h 377117"/>
                <a:gd name="connsiteX3" fmla="*/ 39697 w 79393"/>
                <a:gd name="connsiteY3" fmla="*/ 0 h 377117"/>
                <a:gd name="connsiteX4" fmla="*/ 79393 w 79393"/>
                <a:gd name="connsiteY4" fmla="*/ 39697 h 377117"/>
                <a:gd name="connsiteX5" fmla="*/ 79393 w 79393"/>
                <a:gd name="connsiteY5" fmla="*/ 337421 h 377117"/>
                <a:gd name="connsiteX6" fmla="*/ 39697 w 79393"/>
                <a:gd name="connsiteY6" fmla="*/ 377117 h 37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77117">
                  <a:moveTo>
                    <a:pt x="39697" y="377117"/>
                  </a:moveTo>
                  <a:cubicBezTo>
                    <a:pt x="17773" y="377117"/>
                    <a:pt x="0" y="359344"/>
                    <a:pt x="0" y="337421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lnTo>
                    <a:pt x="79393" y="337421"/>
                  </a:lnTo>
                  <a:cubicBezTo>
                    <a:pt x="79393" y="359344"/>
                    <a:pt x="61620" y="377117"/>
                    <a:pt x="39697" y="37711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E15563A0-49FB-9EB1-7546-C75211C42589}"/>
              </a:ext>
            </a:extLst>
          </p:cNvPr>
          <p:cNvGrpSpPr/>
          <p:nvPr/>
        </p:nvGrpSpPr>
        <p:grpSpPr>
          <a:xfrm>
            <a:off x="4145422" y="3659920"/>
            <a:ext cx="828697" cy="828566"/>
            <a:chOff x="4145422" y="3659920"/>
            <a:chExt cx="828697" cy="828566"/>
          </a:xfrm>
        </p:grpSpPr>
        <p:grpSp>
          <p:nvGrpSpPr>
            <p:cNvPr id="245" name="Picture Placeholder 65">
              <a:extLst>
                <a:ext uri="{FF2B5EF4-FFF2-40B4-BE49-F238E27FC236}">
                  <a16:creationId xmlns:a16="http://schemas.microsoft.com/office/drawing/2014/main" id="{1E20F020-C314-BF9C-992F-ADE86AC16EE0}"/>
                </a:ext>
              </a:extLst>
            </p:cNvPr>
            <p:cNvGrpSpPr/>
            <p:nvPr/>
          </p:nvGrpSpPr>
          <p:grpSpPr>
            <a:xfrm>
              <a:off x="4145422" y="3659920"/>
              <a:ext cx="828697" cy="828566"/>
              <a:chOff x="4145422" y="3659920"/>
              <a:chExt cx="828697" cy="828566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D97A2B15-52AC-5EF1-DE28-2E9F1BC43C85}"/>
                  </a:ext>
                </a:extLst>
              </p:cNvPr>
              <p:cNvSpPr/>
              <p:nvPr/>
            </p:nvSpPr>
            <p:spPr>
              <a:xfrm>
                <a:off x="4145422" y="4136982"/>
                <a:ext cx="351455" cy="351504"/>
              </a:xfrm>
              <a:custGeom>
                <a:avLst/>
                <a:gdLst>
                  <a:gd name="connsiteX0" fmla="*/ 39728 w 351455"/>
                  <a:gd name="connsiteY0" fmla="*/ 351504 h 351504"/>
                  <a:gd name="connsiteX1" fmla="*/ 0 w 351455"/>
                  <a:gd name="connsiteY1" fmla="*/ 311839 h 351504"/>
                  <a:gd name="connsiteX2" fmla="*/ 11642 w 351455"/>
                  <a:gd name="connsiteY2" fmla="*/ 283723 h 351504"/>
                  <a:gd name="connsiteX3" fmla="*/ 281430 w 351455"/>
                  <a:gd name="connsiteY3" fmla="*/ 14084 h 351504"/>
                  <a:gd name="connsiteX4" fmla="*/ 337372 w 351455"/>
                  <a:gd name="connsiteY4" fmla="*/ 9370 h 351504"/>
                  <a:gd name="connsiteX5" fmla="*/ 342085 w 351455"/>
                  <a:gd name="connsiteY5" fmla="*/ 65311 h 351504"/>
                  <a:gd name="connsiteX6" fmla="*/ 337452 w 351455"/>
                  <a:gd name="connsiteY6" fmla="*/ 69957 h 351504"/>
                  <a:gd name="connsiteX7" fmla="*/ 67813 w 351455"/>
                  <a:gd name="connsiteY7" fmla="*/ 339744 h 351504"/>
                  <a:gd name="connsiteX8" fmla="*/ 39728 w 351455"/>
                  <a:gd name="connsiteY8" fmla="*/ 351504 h 351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455" h="351504">
                    <a:moveTo>
                      <a:pt x="39728" y="351504"/>
                    </a:moveTo>
                    <a:cubicBezTo>
                      <a:pt x="17804" y="351522"/>
                      <a:pt x="17" y="333763"/>
                      <a:pt x="0" y="311839"/>
                    </a:cubicBezTo>
                    <a:cubicBezTo>
                      <a:pt x="-8" y="301292"/>
                      <a:pt x="4181" y="291176"/>
                      <a:pt x="11642" y="283723"/>
                    </a:cubicBezTo>
                    <a:lnTo>
                      <a:pt x="281430" y="14084"/>
                    </a:lnTo>
                    <a:cubicBezTo>
                      <a:pt x="295577" y="-2666"/>
                      <a:pt x="320622" y="-4776"/>
                      <a:pt x="337372" y="9370"/>
                    </a:cubicBezTo>
                    <a:cubicBezTo>
                      <a:pt x="354121" y="23516"/>
                      <a:pt x="356232" y="48562"/>
                      <a:pt x="342085" y="65311"/>
                    </a:cubicBezTo>
                    <a:cubicBezTo>
                      <a:pt x="340672" y="66985"/>
                      <a:pt x="339122" y="68539"/>
                      <a:pt x="337452" y="69957"/>
                    </a:cubicBezTo>
                    <a:lnTo>
                      <a:pt x="67813" y="339744"/>
                    </a:lnTo>
                    <a:cubicBezTo>
                      <a:pt x="60387" y="347242"/>
                      <a:pt x="50281" y="351473"/>
                      <a:pt x="39728" y="35150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E3516912-6B98-3EFA-A534-51A83FCCC327}"/>
                  </a:ext>
                </a:extLst>
              </p:cNvPr>
              <p:cNvSpPr/>
              <p:nvPr/>
            </p:nvSpPr>
            <p:spPr>
              <a:xfrm>
                <a:off x="4333118" y="3659920"/>
                <a:ext cx="641000" cy="641000"/>
              </a:xfrm>
              <a:custGeom>
                <a:avLst/>
                <a:gdLst>
                  <a:gd name="connsiteX0" fmla="*/ 320550 w 641000"/>
                  <a:gd name="connsiteY0" fmla="*/ 641000 h 641000"/>
                  <a:gd name="connsiteX1" fmla="*/ 0 w 641000"/>
                  <a:gd name="connsiteY1" fmla="*/ 320550 h 641000"/>
                  <a:gd name="connsiteX2" fmla="*/ 320451 w 641000"/>
                  <a:gd name="connsiteY2" fmla="*/ 0 h 641000"/>
                  <a:gd name="connsiteX3" fmla="*/ 641001 w 641000"/>
                  <a:gd name="connsiteY3" fmla="*/ 320450 h 641000"/>
                  <a:gd name="connsiteX4" fmla="*/ 641001 w 641000"/>
                  <a:gd name="connsiteY4" fmla="*/ 320500 h 641000"/>
                  <a:gd name="connsiteX5" fmla="*/ 320550 w 641000"/>
                  <a:gd name="connsiteY5" fmla="*/ 641000 h 641000"/>
                  <a:gd name="connsiteX6" fmla="*/ 320550 w 641000"/>
                  <a:gd name="connsiteY6" fmla="*/ 79443 h 641000"/>
                  <a:gd name="connsiteX7" fmla="*/ 79393 w 641000"/>
                  <a:gd name="connsiteY7" fmla="*/ 320500 h 641000"/>
                  <a:gd name="connsiteX8" fmla="*/ 320451 w 641000"/>
                  <a:gd name="connsiteY8" fmla="*/ 561657 h 641000"/>
                  <a:gd name="connsiteX9" fmla="*/ 561608 w 641000"/>
                  <a:gd name="connsiteY9" fmla="*/ 320599 h 641000"/>
                  <a:gd name="connsiteX10" fmla="*/ 561608 w 641000"/>
                  <a:gd name="connsiteY10" fmla="*/ 320500 h 641000"/>
                  <a:gd name="connsiteX11" fmla="*/ 320550 w 641000"/>
                  <a:gd name="connsiteY11" fmla="*/ 79294 h 64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000" h="641000">
                    <a:moveTo>
                      <a:pt x="320550" y="641000"/>
                    </a:moveTo>
                    <a:cubicBezTo>
                      <a:pt x="143543" y="641027"/>
                      <a:pt x="27" y="497557"/>
                      <a:pt x="0" y="320550"/>
                    </a:cubicBezTo>
                    <a:cubicBezTo>
                      <a:pt x="-27" y="143542"/>
                      <a:pt x="143443" y="27"/>
                      <a:pt x="320451" y="0"/>
                    </a:cubicBezTo>
                    <a:cubicBezTo>
                      <a:pt x="497458" y="-27"/>
                      <a:pt x="640973" y="143443"/>
                      <a:pt x="641001" y="320450"/>
                    </a:cubicBezTo>
                    <a:cubicBezTo>
                      <a:pt x="641001" y="320467"/>
                      <a:pt x="641001" y="320484"/>
                      <a:pt x="641001" y="320500"/>
                    </a:cubicBezTo>
                    <a:cubicBezTo>
                      <a:pt x="640809" y="497409"/>
                      <a:pt x="497459" y="640781"/>
                      <a:pt x="320550" y="641000"/>
                    </a:cubicBezTo>
                    <a:close/>
                    <a:moveTo>
                      <a:pt x="320550" y="79443"/>
                    </a:moveTo>
                    <a:cubicBezTo>
                      <a:pt x="187390" y="79415"/>
                      <a:pt x="79421" y="187340"/>
                      <a:pt x="79393" y="320500"/>
                    </a:cubicBezTo>
                    <a:cubicBezTo>
                      <a:pt x="79366" y="453660"/>
                      <a:pt x="187291" y="561629"/>
                      <a:pt x="320451" y="561657"/>
                    </a:cubicBezTo>
                    <a:cubicBezTo>
                      <a:pt x="453611" y="561684"/>
                      <a:pt x="561580" y="453759"/>
                      <a:pt x="561608" y="320599"/>
                    </a:cubicBezTo>
                    <a:cubicBezTo>
                      <a:pt x="561608" y="320566"/>
                      <a:pt x="561608" y="320533"/>
                      <a:pt x="561608" y="320500"/>
                    </a:cubicBezTo>
                    <a:cubicBezTo>
                      <a:pt x="561526" y="187378"/>
                      <a:pt x="453672" y="79458"/>
                      <a:pt x="320550" y="792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EDBB58E6-C718-A506-EB66-ED1C76E51D26}"/>
                </a:ext>
              </a:extLst>
            </p:cNvPr>
            <p:cNvSpPr/>
            <p:nvPr/>
          </p:nvSpPr>
          <p:spPr>
            <a:xfrm>
              <a:off x="4484266" y="3886615"/>
              <a:ext cx="336845" cy="240285"/>
            </a:xfrm>
            <a:custGeom>
              <a:avLst/>
              <a:gdLst>
                <a:gd name="connsiteX0" fmla="*/ 136256 w 336845"/>
                <a:gd name="connsiteY0" fmla="*/ 240285 h 240285"/>
                <a:gd name="connsiteX1" fmla="*/ 108170 w 336845"/>
                <a:gd name="connsiteY1" fmla="*/ 228674 h 240285"/>
                <a:gd name="connsiteX2" fmla="*/ 11658 w 336845"/>
                <a:gd name="connsiteY2" fmla="*/ 132112 h 240285"/>
                <a:gd name="connsiteX3" fmla="*/ 11609 w 336845"/>
                <a:gd name="connsiteY3" fmla="*/ 75942 h 240285"/>
                <a:gd name="connsiteX4" fmla="*/ 67779 w 336845"/>
                <a:gd name="connsiteY4" fmla="*/ 75892 h 240285"/>
                <a:gd name="connsiteX5" fmla="*/ 136256 w 336845"/>
                <a:gd name="connsiteY5" fmla="*/ 144319 h 240285"/>
                <a:gd name="connsiteX6" fmla="*/ 269041 w 336845"/>
                <a:gd name="connsiteY6" fmla="*/ 11633 h 240285"/>
                <a:gd name="connsiteX7" fmla="*/ 325212 w 336845"/>
                <a:gd name="connsiteY7" fmla="*/ 11633 h 240285"/>
                <a:gd name="connsiteX8" fmla="*/ 325212 w 336845"/>
                <a:gd name="connsiteY8" fmla="*/ 67804 h 240285"/>
                <a:gd name="connsiteX9" fmla="*/ 164341 w 336845"/>
                <a:gd name="connsiteY9" fmla="*/ 228674 h 240285"/>
                <a:gd name="connsiteX10" fmla="*/ 136256 w 336845"/>
                <a:gd name="connsiteY10" fmla="*/ 240285 h 24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6845" h="240285">
                  <a:moveTo>
                    <a:pt x="136256" y="240285"/>
                  </a:moveTo>
                  <a:cubicBezTo>
                    <a:pt x="125725" y="240294"/>
                    <a:pt x="115621" y="236117"/>
                    <a:pt x="108170" y="228674"/>
                  </a:cubicBezTo>
                  <a:lnTo>
                    <a:pt x="11658" y="132112"/>
                  </a:lnTo>
                  <a:cubicBezTo>
                    <a:pt x="-3867" y="116615"/>
                    <a:pt x="-3889" y="91467"/>
                    <a:pt x="11609" y="75942"/>
                  </a:cubicBezTo>
                  <a:cubicBezTo>
                    <a:pt x="27106" y="60417"/>
                    <a:pt x="52254" y="60395"/>
                    <a:pt x="67779" y="75892"/>
                  </a:cubicBezTo>
                  <a:lnTo>
                    <a:pt x="136256" y="144319"/>
                  </a:lnTo>
                  <a:lnTo>
                    <a:pt x="269041" y="11633"/>
                  </a:lnTo>
                  <a:cubicBezTo>
                    <a:pt x="284552" y="-3878"/>
                    <a:pt x="309701" y="-3878"/>
                    <a:pt x="325212" y="11633"/>
                  </a:cubicBezTo>
                  <a:cubicBezTo>
                    <a:pt x="340723" y="27144"/>
                    <a:pt x="340723" y="52293"/>
                    <a:pt x="325212" y="67804"/>
                  </a:cubicBezTo>
                  <a:lnTo>
                    <a:pt x="164341" y="228674"/>
                  </a:lnTo>
                  <a:cubicBezTo>
                    <a:pt x="156890" y="236117"/>
                    <a:pt x="146787" y="240294"/>
                    <a:pt x="136256" y="24028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6025D86D-CA8F-16C3-5DB8-36F07CF08C4A}"/>
              </a:ext>
            </a:extLst>
          </p:cNvPr>
          <p:cNvGrpSpPr/>
          <p:nvPr/>
        </p:nvGrpSpPr>
        <p:grpSpPr>
          <a:xfrm>
            <a:off x="5496504" y="3657687"/>
            <a:ext cx="761579" cy="832932"/>
            <a:chOff x="5496504" y="3657687"/>
            <a:chExt cx="761579" cy="832932"/>
          </a:xfrm>
        </p:grpSpPr>
        <p:grpSp>
          <p:nvGrpSpPr>
            <p:cNvPr id="250" name="Picture Placeholder 67">
              <a:extLst>
                <a:ext uri="{FF2B5EF4-FFF2-40B4-BE49-F238E27FC236}">
                  <a16:creationId xmlns:a16="http://schemas.microsoft.com/office/drawing/2014/main" id="{2BAF9E6E-C594-AC3B-E008-64CB0D326FC4}"/>
                </a:ext>
              </a:extLst>
            </p:cNvPr>
            <p:cNvGrpSpPr/>
            <p:nvPr/>
          </p:nvGrpSpPr>
          <p:grpSpPr>
            <a:xfrm>
              <a:off x="5613014" y="3657687"/>
              <a:ext cx="645069" cy="832932"/>
              <a:chOff x="5613014" y="3657687"/>
              <a:chExt cx="645069" cy="832932"/>
            </a:xfrm>
            <a:solidFill>
              <a:srgbClr val="FFFFFF"/>
            </a:solidFill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3E696197-5F41-8AE0-3613-81ABF4F1F095}"/>
                  </a:ext>
                </a:extLst>
              </p:cNvPr>
              <p:cNvSpPr/>
              <p:nvPr/>
            </p:nvSpPr>
            <p:spPr>
              <a:xfrm>
                <a:off x="5613014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60"/>
                      <a:pt x="0" y="793236"/>
                    </a:cubicBezTo>
                    <a:lnTo>
                      <a:pt x="0" y="617430"/>
                    </a:lnTo>
                    <a:cubicBezTo>
                      <a:pt x="0" y="595506"/>
                      <a:pt x="17773" y="577734"/>
                      <a:pt x="39697" y="577734"/>
                    </a:cubicBezTo>
                    <a:cubicBezTo>
                      <a:pt x="61620" y="577734"/>
                      <a:pt x="79393" y="595506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8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0"/>
                      <a:pt x="644979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1" y="815121"/>
                      <a:pt x="627258" y="832878"/>
                      <a:pt x="605373" y="8329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90F55165-A37B-9812-DF12-A97CC53C5A87}"/>
                  </a:ext>
                </a:extLst>
              </p:cNvPr>
              <p:cNvSpPr/>
              <p:nvPr/>
            </p:nvSpPr>
            <p:spPr>
              <a:xfrm>
                <a:off x="5990132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3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9" y="188559"/>
                      <a:pt x="267952" y="206331"/>
                      <a:pt x="267952" y="228255"/>
                    </a:cubicBezTo>
                    <a:cubicBezTo>
                      <a:pt x="267952" y="250179"/>
                      <a:pt x="250179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E0425231-1979-8261-6DD6-A7F4352093BF}"/>
                </a:ext>
              </a:extLst>
            </p:cNvPr>
            <p:cNvSpPr/>
            <p:nvPr/>
          </p:nvSpPr>
          <p:spPr>
            <a:xfrm>
              <a:off x="5496504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4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8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4"/>
                    <a:pt x="463548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22B72837-9629-9EB4-031C-A2320ED94927}"/>
                </a:ext>
              </a:extLst>
            </p:cNvPr>
            <p:cNvSpPr/>
            <p:nvPr/>
          </p:nvSpPr>
          <p:spPr>
            <a:xfrm>
              <a:off x="5619663" y="4107548"/>
              <a:ext cx="75639" cy="94825"/>
            </a:xfrm>
            <a:custGeom>
              <a:avLst/>
              <a:gdLst>
                <a:gd name="connsiteX0" fmla="*/ 30169 w 75639"/>
                <a:gd name="connsiteY0" fmla="*/ 64309 h 94825"/>
                <a:gd name="connsiteX1" fmla="*/ 30169 w 75639"/>
                <a:gd name="connsiteY1" fmla="*/ 94825 h 94825"/>
                <a:gd name="connsiteX2" fmla="*/ 0 w 75639"/>
                <a:gd name="connsiteY2" fmla="*/ 94825 h 94825"/>
                <a:gd name="connsiteX3" fmla="*/ 0 w 75639"/>
                <a:gd name="connsiteY3" fmla="*/ 0 h 94825"/>
                <a:gd name="connsiteX4" fmla="*/ 38704 w 75639"/>
                <a:gd name="connsiteY4" fmla="*/ 0 h 94825"/>
                <a:gd name="connsiteX5" fmla="*/ 52201 w 75639"/>
                <a:gd name="connsiteY5" fmla="*/ 1538 h 94825"/>
                <a:gd name="connsiteX6" fmla="*/ 64011 w 75639"/>
                <a:gd name="connsiteY6" fmla="*/ 6500 h 94825"/>
                <a:gd name="connsiteX7" fmla="*/ 72446 w 75639"/>
                <a:gd name="connsiteY7" fmla="*/ 16425 h 94825"/>
                <a:gd name="connsiteX8" fmla="*/ 75622 w 75639"/>
                <a:gd name="connsiteY8" fmla="*/ 31757 h 94825"/>
                <a:gd name="connsiteX9" fmla="*/ 72496 w 75639"/>
                <a:gd name="connsiteY9" fmla="*/ 46644 h 94825"/>
                <a:gd name="connsiteX10" fmla="*/ 64209 w 75639"/>
                <a:gd name="connsiteY10" fmla="*/ 56568 h 94825"/>
                <a:gd name="connsiteX11" fmla="*/ 52400 w 75639"/>
                <a:gd name="connsiteY11" fmla="*/ 62225 h 94825"/>
                <a:gd name="connsiteX12" fmla="*/ 38704 w 75639"/>
                <a:gd name="connsiteY12" fmla="*/ 63961 h 94825"/>
                <a:gd name="connsiteX13" fmla="*/ 30169 w 75639"/>
                <a:gd name="connsiteY13" fmla="*/ 24612 h 94825"/>
                <a:gd name="connsiteX14" fmla="*/ 30169 w 75639"/>
                <a:gd name="connsiteY14" fmla="*/ 39895 h 94825"/>
                <a:gd name="connsiteX15" fmla="*/ 36521 w 75639"/>
                <a:gd name="connsiteY15" fmla="*/ 39895 h 94825"/>
                <a:gd name="connsiteX16" fmla="*/ 42823 w 75639"/>
                <a:gd name="connsiteY16" fmla="*/ 38109 h 94825"/>
                <a:gd name="connsiteX17" fmla="*/ 45701 w 75639"/>
                <a:gd name="connsiteY17" fmla="*/ 32005 h 94825"/>
                <a:gd name="connsiteX18" fmla="*/ 44907 w 75639"/>
                <a:gd name="connsiteY18" fmla="*/ 28334 h 94825"/>
                <a:gd name="connsiteX19" fmla="*/ 42823 w 75639"/>
                <a:gd name="connsiteY19" fmla="*/ 26101 h 94825"/>
                <a:gd name="connsiteX20" fmla="*/ 39845 w 75639"/>
                <a:gd name="connsiteY20" fmla="*/ 24959 h 94825"/>
                <a:gd name="connsiteX21" fmla="*/ 36521 w 75639"/>
                <a:gd name="connsiteY21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5639" h="94825">
                  <a:moveTo>
                    <a:pt x="30169" y="64309"/>
                  </a:moveTo>
                  <a:lnTo>
                    <a:pt x="30169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704" y="0"/>
                  </a:lnTo>
                  <a:cubicBezTo>
                    <a:pt x="43248" y="-12"/>
                    <a:pt x="47777" y="505"/>
                    <a:pt x="52201" y="1538"/>
                  </a:cubicBezTo>
                  <a:cubicBezTo>
                    <a:pt x="56417" y="2428"/>
                    <a:pt x="60425" y="4112"/>
                    <a:pt x="64011" y="6500"/>
                  </a:cubicBezTo>
                  <a:cubicBezTo>
                    <a:pt x="67578" y="9084"/>
                    <a:pt x="70472" y="12488"/>
                    <a:pt x="72446" y="16425"/>
                  </a:cubicBezTo>
                  <a:cubicBezTo>
                    <a:pt x="74703" y="21212"/>
                    <a:pt x="75792" y="26467"/>
                    <a:pt x="75622" y="31757"/>
                  </a:cubicBezTo>
                  <a:cubicBezTo>
                    <a:pt x="75753" y="36895"/>
                    <a:pt x="74683" y="41993"/>
                    <a:pt x="72496" y="46644"/>
                  </a:cubicBezTo>
                  <a:cubicBezTo>
                    <a:pt x="70534" y="50545"/>
                    <a:pt x="67698" y="53941"/>
                    <a:pt x="64209" y="56568"/>
                  </a:cubicBezTo>
                  <a:cubicBezTo>
                    <a:pt x="60684" y="59213"/>
                    <a:pt x="56670" y="61136"/>
                    <a:pt x="52400" y="62225"/>
                  </a:cubicBezTo>
                  <a:cubicBezTo>
                    <a:pt x="47925" y="63375"/>
                    <a:pt x="43324" y="63958"/>
                    <a:pt x="38704" y="63961"/>
                  </a:cubicBezTo>
                  <a:close/>
                  <a:moveTo>
                    <a:pt x="30169" y="24612"/>
                  </a:moveTo>
                  <a:lnTo>
                    <a:pt x="30169" y="39895"/>
                  </a:lnTo>
                  <a:lnTo>
                    <a:pt x="36521" y="39895"/>
                  </a:lnTo>
                  <a:cubicBezTo>
                    <a:pt x="38749" y="39914"/>
                    <a:pt x="40936" y="39294"/>
                    <a:pt x="42823" y="38109"/>
                  </a:cubicBezTo>
                  <a:cubicBezTo>
                    <a:pt x="44820" y="36748"/>
                    <a:pt x="45922" y="34412"/>
                    <a:pt x="45701" y="32005"/>
                  </a:cubicBezTo>
                  <a:cubicBezTo>
                    <a:pt x="45766" y="30733"/>
                    <a:pt x="45492" y="29466"/>
                    <a:pt x="44907" y="28334"/>
                  </a:cubicBezTo>
                  <a:cubicBezTo>
                    <a:pt x="44430" y="27412"/>
                    <a:pt x="43709" y="26640"/>
                    <a:pt x="42823" y="26101"/>
                  </a:cubicBezTo>
                  <a:cubicBezTo>
                    <a:pt x="41898" y="25562"/>
                    <a:pt x="40893" y="25177"/>
                    <a:pt x="39845" y="24959"/>
                  </a:cubicBezTo>
                  <a:cubicBezTo>
                    <a:pt x="38750" y="24746"/>
                    <a:pt x="37637" y="24629"/>
                    <a:pt x="36521" y="246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05DC0A07-8E90-8EBD-62A6-FE8BC9D86F9C}"/>
                </a:ext>
              </a:extLst>
            </p:cNvPr>
            <p:cNvSpPr/>
            <p:nvPr/>
          </p:nvSpPr>
          <p:spPr>
            <a:xfrm>
              <a:off x="5701637" y="4107548"/>
              <a:ext cx="87480" cy="94825"/>
            </a:xfrm>
            <a:custGeom>
              <a:avLst/>
              <a:gdLst>
                <a:gd name="connsiteX0" fmla="*/ 0 w 87480"/>
                <a:gd name="connsiteY0" fmla="*/ 94825 h 94825"/>
                <a:gd name="connsiteX1" fmla="*/ 0 w 87480"/>
                <a:gd name="connsiteY1" fmla="*/ 0 h 94825"/>
                <a:gd name="connsiteX2" fmla="*/ 33593 w 87480"/>
                <a:gd name="connsiteY2" fmla="*/ 0 h 94825"/>
                <a:gd name="connsiteX3" fmla="*/ 54037 w 87480"/>
                <a:gd name="connsiteY3" fmla="*/ 2184 h 94825"/>
                <a:gd name="connsiteX4" fmla="*/ 71206 w 87480"/>
                <a:gd name="connsiteY4" fmla="*/ 9825 h 94825"/>
                <a:gd name="connsiteX5" fmla="*/ 83115 w 87480"/>
                <a:gd name="connsiteY5" fmla="*/ 24265 h 94825"/>
                <a:gd name="connsiteX6" fmla="*/ 83115 w 87480"/>
                <a:gd name="connsiteY6" fmla="*/ 68477 h 94825"/>
                <a:gd name="connsiteX7" fmla="*/ 71702 w 87480"/>
                <a:gd name="connsiteY7" fmla="*/ 83363 h 94825"/>
                <a:gd name="connsiteX8" fmla="*/ 55277 w 87480"/>
                <a:gd name="connsiteY8" fmla="*/ 91997 h 94825"/>
                <a:gd name="connsiteX9" fmla="*/ 35925 w 87480"/>
                <a:gd name="connsiteY9" fmla="*/ 94776 h 94825"/>
                <a:gd name="connsiteX10" fmla="*/ 29276 w 87480"/>
                <a:gd name="connsiteY10" fmla="*/ 27044 h 94825"/>
                <a:gd name="connsiteX11" fmla="*/ 29276 w 87480"/>
                <a:gd name="connsiteY11" fmla="*/ 67385 h 94825"/>
                <a:gd name="connsiteX12" fmla="*/ 34735 w 87480"/>
                <a:gd name="connsiteY12" fmla="*/ 67385 h 94825"/>
                <a:gd name="connsiteX13" fmla="*/ 51159 w 87480"/>
                <a:gd name="connsiteY13" fmla="*/ 62423 h 94825"/>
                <a:gd name="connsiteX14" fmla="*/ 56865 w 87480"/>
                <a:gd name="connsiteY14" fmla="*/ 46445 h 94825"/>
                <a:gd name="connsiteX15" fmla="*/ 51159 w 87480"/>
                <a:gd name="connsiteY15" fmla="*/ 32105 h 94825"/>
                <a:gd name="connsiteX16" fmla="*/ 35876 w 87480"/>
                <a:gd name="connsiteY16" fmla="*/ 27143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7480" h="94825">
                  <a:moveTo>
                    <a:pt x="0" y="94825"/>
                  </a:moveTo>
                  <a:lnTo>
                    <a:pt x="0" y="0"/>
                  </a:lnTo>
                  <a:lnTo>
                    <a:pt x="33593" y="0"/>
                  </a:lnTo>
                  <a:cubicBezTo>
                    <a:pt x="40467" y="-19"/>
                    <a:pt x="47322" y="713"/>
                    <a:pt x="54037" y="2184"/>
                  </a:cubicBezTo>
                  <a:cubicBezTo>
                    <a:pt x="60223" y="3528"/>
                    <a:pt x="66067" y="6129"/>
                    <a:pt x="71206" y="9825"/>
                  </a:cubicBezTo>
                  <a:cubicBezTo>
                    <a:pt x="76291" y="13598"/>
                    <a:pt x="80379" y="18554"/>
                    <a:pt x="83115" y="24265"/>
                  </a:cubicBezTo>
                  <a:cubicBezTo>
                    <a:pt x="88935" y="38428"/>
                    <a:pt x="88935" y="54314"/>
                    <a:pt x="83115" y="68477"/>
                  </a:cubicBezTo>
                  <a:cubicBezTo>
                    <a:pt x="80462" y="74224"/>
                    <a:pt x="76563" y="79309"/>
                    <a:pt x="71702" y="83363"/>
                  </a:cubicBezTo>
                  <a:cubicBezTo>
                    <a:pt x="66845" y="87288"/>
                    <a:pt x="61264" y="90221"/>
                    <a:pt x="55277" y="91997"/>
                  </a:cubicBezTo>
                  <a:cubicBezTo>
                    <a:pt x="49000" y="93877"/>
                    <a:pt x="42478" y="94813"/>
                    <a:pt x="35925" y="94776"/>
                  </a:cubicBezTo>
                  <a:close/>
                  <a:moveTo>
                    <a:pt x="29276" y="27044"/>
                  </a:moveTo>
                  <a:lnTo>
                    <a:pt x="29276" y="67385"/>
                  </a:lnTo>
                  <a:lnTo>
                    <a:pt x="34735" y="67385"/>
                  </a:lnTo>
                  <a:cubicBezTo>
                    <a:pt x="40625" y="67737"/>
                    <a:pt x="46449" y="65978"/>
                    <a:pt x="51159" y="62423"/>
                  </a:cubicBezTo>
                  <a:cubicBezTo>
                    <a:pt x="55356" y="58220"/>
                    <a:pt x="57450" y="52357"/>
                    <a:pt x="56865" y="46445"/>
                  </a:cubicBezTo>
                  <a:cubicBezTo>
                    <a:pt x="57183" y="41056"/>
                    <a:pt x="55093" y="35803"/>
                    <a:pt x="51159" y="32105"/>
                  </a:cubicBezTo>
                  <a:cubicBezTo>
                    <a:pt x="46873" y="28581"/>
                    <a:pt x="41414" y="26809"/>
                    <a:pt x="35876" y="271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F402E976-FD95-F5F3-7EA9-35503F9D73BF}"/>
                </a:ext>
              </a:extLst>
            </p:cNvPr>
            <p:cNvSpPr/>
            <p:nvPr/>
          </p:nvSpPr>
          <p:spPr>
            <a:xfrm>
              <a:off x="5796859" y="4107548"/>
              <a:ext cx="60785" cy="94825"/>
            </a:xfrm>
            <a:custGeom>
              <a:avLst/>
              <a:gdLst>
                <a:gd name="connsiteX0" fmla="*/ 29624 w 60785"/>
                <a:gd name="connsiteY0" fmla="*/ 36570 h 94825"/>
                <a:gd name="connsiteX1" fmla="*/ 57113 w 60785"/>
                <a:gd name="connsiteY1" fmla="*/ 36570 h 94825"/>
                <a:gd name="connsiteX2" fmla="*/ 57113 w 60785"/>
                <a:gd name="connsiteY2" fmla="*/ 62671 h 94825"/>
                <a:gd name="connsiteX3" fmla="*/ 29772 w 60785"/>
                <a:gd name="connsiteY3" fmla="*/ 62671 h 94825"/>
                <a:gd name="connsiteX4" fmla="*/ 29772 w 60785"/>
                <a:gd name="connsiteY4" fmla="*/ 94825 h 94825"/>
                <a:gd name="connsiteX5" fmla="*/ 0 w 60785"/>
                <a:gd name="connsiteY5" fmla="*/ 94825 h 94825"/>
                <a:gd name="connsiteX6" fmla="*/ 0 w 60785"/>
                <a:gd name="connsiteY6" fmla="*/ 0 h 94825"/>
                <a:gd name="connsiteX7" fmla="*/ 60785 w 60785"/>
                <a:gd name="connsiteY7" fmla="*/ 0 h 94825"/>
                <a:gd name="connsiteX8" fmla="*/ 60785 w 60785"/>
                <a:gd name="connsiteY8" fmla="*/ 26646 h 94825"/>
                <a:gd name="connsiteX9" fmla="*/ 29624 w 60785"/>
                <a:gd name="connsiteY9" fmla="*/ 26646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85" h="94825">
                  <a:moveTo>
                    <a:pt x="29624" y="36570"/>
                  </a:moveTo>
                  <a:lnTo>
                    <a:pt x="57113" y="36570"/>
                  </a:lnTo>
                  <a:lnTo>
                    <a:pt x="57113" y="62671"/>
                  </a:lnTo>
                  <a:lnTo>
                    <a:pt x="29772" y="62671"/>
                  </a:lnTo>
                  <a:lnTo>
                    <a:pt x="29772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60785" y="0"/>
                  </a:lnTo>
                  <a:lnTo>
                    <a:pt x="60785" y="26646"/>
                  </a:lnTo>
                  <a:lnTo>
                    <a:pt x="29624" y="2664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548241AD-36BD-F42D-DCF0-145210506D84}"/>
              </a:ext>
            </a:extLst>
          </p:cNvPr>
          <p:cNvGrpSpPr/>
          <p:nvPr/>
        </p:nvGrpSpPr>
        <p:grpSpPr>
          <a:xfrm>
            <a:off x="6814012" y="3657687"/>
            <a:ext cx="761579" cy="832932"/>
            <a:chOff x="6814012" y="3657687"/>
            <a:chExt cx="761579" cy="832932"/>
          </a:xfrm>
        </p:grpSpPr>
        <p:grpSp>
          <p:nvGrpSpPr>
            <p:cNvPr id="258" name="Picture Placeholder 69">
              <a:extLst>
                <a:ext uri="{FF2B5EF4-FFF2-40B4-BE49-F238E27FC236}">
                  <a16:creationId xmlns:a16="http://schemas.microsoft.com/office/drawing/2014/main" id="{B5618B3C-2F41-B598-C29F-CBD421B26616}"/>
                </a:ext>
              </a:extLst>
            </p:cNvPr>
            <p:cNvGrpSpPr/>
            <p:nvPr/>
          </p:nvGrpSpPr>
          <p:grpSpPr>
            <a:xfrm>
              <a:off x="6930522" y="3657687"/>
              <a:ext cx="645069" cy="832932"/>
              <a:chOff x="6930522" y="3657687"/>
              <a:chExt cx="645069" cy="832932"/>
            </a:xfrm>
            <a:solidFill>
              <a:srgbClr val="FFFFFF"/>
            </a:solidFill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6679A45B-3E7A-0047-071F-C9B88A011ED4}"/>
                  </a:ext>
                </a:extLst>
              </p:cNvPr>
              <p:cNvSpPr/>
              <p:nvPr/>
            </p:nvSpPr>
            <p:spPr>
              <a:xfrm>
                <a:off x="6930522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60"/>
                      <a:pt x="0" y="793236"/>
                    </a:cubicBezTo>
                    <a:lnTo>
                      <a:pt x="0" y="617430"/>
                    </a:lnTo>
                    <a:cubicBezTo>
                      <a:pt x="0" y="595506"/>
                      <a:pt x="17773" y="577734"/>
                      <a:pt x="39697" y="577734"/>
                    </a:cubicBezTo>
                    <a:cubicBezTo>
                      <a:pt x="61620" y="577734"/>
                      <a:pt x="79393" y="595506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8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0"/>
                      <a:pt x="644979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1" y="815121"/>
                      <a:pt x="627258" y="832878"/>
                      <a:pt x="605373" y="8329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CAAD695F-BDC4-2B88-5598-72845BF56C26}"/>
                  </a:ext>
                </a:extLst>
              </p:cNvPr>
              <p:cNvSpPr/>
              <p:nvPr/>
            </p:nvSpPr>
            <p:spPr>
              <a:xfrm>
                <a:off x="7307640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3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9" y="188559"/>
                      <a:pt x="267952" y="206331"/>
                      <a:pt x="267952" y="228255"/>
                    </a:cubicBezTo>
                    <a:cubicBezTo>
                      <a:pt x="267952" y="250179"/>
                      <a:pt x="250179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02DFFA63-FE26-0757-463F-0A572ADF459C}"/>
                </a:ext>
              </a:extLst>
            </p:cNvPr>
            <p:cNvSpPr/>
            <p:nvPr/>
          </p:nvSpPr>
          <p:spPr>
            <a:xfrm>
              <a:off x="6814012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4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8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4"/>
                    <a:pt x="463548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CC94B774-E0A1-1576-3E73-1B00306FE423}"/>
                </a:ext>
              </a:extLst>
            </p:cNvPr>
            <p:cNvSpPr/>
            <p:nvPr/>
          </p:nvSpPr>
          <p:spPr>
            <a:xfrm>
              <a:off x="6918960" y="4107548"/>
              <a:ext cx="87480" cy="94825"/>
            </a:xfrm>
            <a:custGeom>
              <a:avLst/>
              <a:gdLst>
                <a:gd name="connsiteX0" fmla="*/ 0 w 87480"/>
                <a:gd name="connsiteY0" fmla="*/ 94825 h 94825"/>
                <a:gd name="connsiteX1" fmla="*/ 0 w 87480"/>
                <a:gd name="connsiteY1" fmla="*/ 0 h 94825"/>
                <a:gd name="connsiteX2" fmla="*/ 33593 w 87480"/>
                <a:gd name="connsiteY2" fmla="*/ 0 h 94825"/>
                <a:gd name="connsiteX3" fmla="*/ 54037 w 87480"/>
                <a:gd name="connsiteY3" fmla="*/ 2184 h 94825"/>
                <a:gd name="connsiteX4" fmla="*/ 71206 w 87480"/>
                <a:gd name="connsiteY4" fmla="*/ 9825 h 94825"/>
                <a:gd name="connsiteX5" fmla="*/ 83115 w 87480"/>
                <a:gd name="connsiteY5" fmla="*/ 24265 h 94825"/>
                <a:gd name="connsiteX6" fmla="*/ 83115 w 87480"/>
                <a:gd name="connsiteY6" fmla="*/ 68477 h 94825"/>
                <a:gd name="connsiteX7" fmla="*/ 71752 w 87480"/>
                <a:gd name="connsiteY7" fmla="*/ 83363 h 94825"/>
                <a:gd name="connsiteX8" fmla="*/ 55327 w 87480"/>
                <a:gd name="connsiteY8" fmla="*/ 91997 h 94825"/>
                <a:gd name="connsiteX9" fmla="*/ 35975 w 87480"/>
                <a:gd name="connsiteY9" fmla="*/ 94776 h 94825"/>
                <a:gd name="connsiteX10" fmla="*/ 29177 w 87480"/>
                <a:gd name="connsiteY10" fmla="*/ 27044 h 94825"/>
                <a:gd name="connsiteX11" fmla="*/ 29177 w 87480"/>
                <a:gd name="connsiteY11" fmla="*/ 67385 h 94825"/>
                <a:gd name="connsiteX12" fmla="*/ 34784 w 87480"/>
                <a:gd name="connsiteY12" fmla="*/ 67385 h 94825"/>
                <a:gd name="connsiteX13" fmla="*/ 51159 w 87480"/>
                <a:gd name="connsiteY13" fmla="*/ 62423 h 94825"/>
                <a:gd name="connsiteX14" fmla="*/ 56915 w 87480"/>
                <a:gd name="connsiteY14" fmla="*/ 46445 h 94825"/>
                <a:gd name="connsiteX15" fmla="*/ 51159 w 87480"/>
                <a:gd name="connsiteY15" fmla="*/ 32105 h 94825"/>
                <a:gd name="connsiteX16" fmla="*/ 35925 w 87480"/>
                <a:gd name="connsiteY16" fmla="*/ 27143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7480" h="94825">
                  <a:moveTo>
                    <a:pt x="0" y="94825"/>
                  </a:moveTo>
                  <a:lnTo>
                    <a:pt x="0" y="0"/>
                  </a:lnTo>
                  <a:lnTo>
                    <a:pt x="33593" y="0"/>
                  </a:lnTo>
                  <a:cubicBezTo>
                    <a:pt x="40467" y="-19"/>
                    <a:pt x="47322" y="713"/>
                    <a:pt x="54037" y="2184"/>
                  </a:cubicBezTo>
                  <a:cubicBezTo>
                    <a:pt x="60223" y="3528"/>
                    <a:pt x="66067" y="6129"/>
                    <a:pt x="71206" y="9825"/>
                  </a:cubicBezTo>
                  <a:cubicBezTo>
                    <a:pt x="76291" y="13598"/>
                    <a:pt x="80379" y="18554"/>
                    <a:pt x="83115" y="24265"/>
                  </a:cubicBezTo>
                  <a:cubicBezTo>
                    <a:pt x="88935" y="38428"/>
                    <a:pt x="88935" y="54314"/>
                    <a:pt x="83115" y="68477"/>
                  </a:cubicBezTo>
                  <a:cubicBezTo>
                    <a:pt x="80480" y="74222"/>
                    <a:pt x="76598" y="79307"/>
                    <a:pt x="71752" y="83363"/>
                  </a:cubicBezTo>
                  <a:cubicBezTo>
                    <a:pt x="66888" y="87278"/>
                    <a:pt x="61310" y="90211"/>
                    <a:pt x="55327" y="91997"/>
                  </a:cubicBezTo>
                  <a:cubicBezTo>
                    <a:pt x="49050" y="93877"/>
                    <a:pt x="42528" y="94813"/>
                    <a:pt x="35975" y="94776"/>
                  </a:cubicBezTo>
                  <a:close/>
                  <a:moveTo>
                    <a:pt x="29177" y="27044"/>
                  </a:moveTo>
                  <a:lnTo>
                    <a:pt x="29177" y="67385"/>
                  </a:lnTo>
                  <a:lnTo>
                    <a:pt x="34784" y="67385"/>
                  </a:lnTo>
                  <a:cubicBezTo>
                    <a:pt x="40658" y="67725"/>
                    <a:pt x="46462" y="65967"/>
                    <a:pt x="51159" y="62423"/>
                  </a:cubicBezTo>
                  <a:cubicBezTo>
                    <a:pt x="55374" y="58228"/>
                    <a:pt x="57487" y="52365"/>
                    <a:pt x="56915" y="46445"/>
                  </a:cubicBezTo>
                  <a:cubicBezTo>
                    <a:pt x="57213" y="41049"/>
                    <a:pt x="55105" y="35798"/>
                    <a:pt x="51159" y="32105"/>
                  </a:cubicBezTo>
                  <a:cubicBezTo>
                    <a:pt x="46889" y="28589"/>
                    <a:pt x="41447" y="26817"/>
                    <a:pt x="35925" y="271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EB212D39-BAB4-1EE1-D984-969904E0DE1D}"/>
                </a:ext>
              </a:extLst>
            </p:cNvPr>
            <p:cNvSpPr/>
            <p:nvPr/>
          </p:nvSpPr>
          <p:spPr>
            <a:xfrm>
              <a:off x="7010109" y="4104869"/>
              <a:ext cx="100145" cy="100184"/>
            </a:xfrm>
            <a:custGeom>
              <a:avLst/>
              <a:gdLst>
                <a:gd name="connsiteX0" fmla="*/ 5 w 100145"/>
                <a:gd name="connsiteY0" fmla="*/ 49571 h 100184"/>
                <a:gd name="connsiteX1" fmla="*/ 3825 w 100145"/>
                <a:gd name="connsiteY1" fmla="*/ 28978 h 100184"/>
                <a:gd name="connsiteX2" fmla="*/ 30174 w 100145"/>
                <a:gd name="connsiteY2" fmla="*/ 3473 h 100184"/>
                <a:gd name="connsiteX3" fmla="*/ 69871 w 100145"/>
                <a:gd name="connsiteY3" fmla="*/ 3473 h 100184"/>
                <a:gd name="connsiteX4" fmla="*/ 85799 w 100145"/>
                <a:gd name="connsiteY4" fmla="*/ 13397 h 100184"/>
                <a:gd name="connsiteX5" fmla="*/ 96368 w 100145"/>
                <a:gd name="connsiteY5" fmla="*/ 28978 h 100184"/>
                <a:gd name="connsiteX6" fmla="*/ 100139 w 100145"/>
                <a:gd name="connsiteY6" fmla="*/ 49571 h 100184"/>
                <a:gd name="connsiteX7" fmla="*/ 96368 w 100145"/>
                <a:gd name="connsiteY7" fmla="*/ 70312 h 100184"/>
                <a:gd name="connsiteX8" fmla="*/ 69871 w 100145"/>
                <a:gd name="connsiteY8" fmla="*/ 96611 h 100184"/>
                <a:gd name="connsiteX9" fmla="*/ 30174 w 100145"/>
                <a:gd name="connsiteY9" fmla="*/ 96611 h 100184"/>
                <a:gd name="connsiteX10" fmla="*/ 14295 w 100145"/>
                <a:gd name="connsiteY10" fmla="*/ 86340 h 100184"/>
                <a:gd name="connsiteX11" fmla="*/ 3825 w 100145"/>
                <a:gd name="connsiteY11" fmla="*/ 70312 h 100184"/>
                <a:gd name="connsiteX12" fmla="*/ 5 w 100145"/>
                <a:gd name="connsiteY12" fmla="*/ 49571 h 100184"/>
                <a:gd name="connsiteX13" fmla="*/ 32209 w 100145"/>
                <a:gd name="connsiteY13" fmla="*/ 49571 h 100184"/>
                <a:gd name="connsiteX14" fmla="*/ 33548 w 100145"/>
                <a:gd name="connsiteY14" fmla="*/ 58155 h 100184"/>
                <a:gd name="connsiteX15" fmla="*/ 37220 w 100145"/>
                <a:gd name="connsiteY15" fmla="*/ 64854 h 100184"/>
                <a:gd name="connsiteX16" fmla="*/ 50022 w 100145"/>
                <a:gd name="connsiteY16" fmla="*/ 70709 h 100184"/>
                <a:gd name="connsiteX17" fmla="*/ 57069 w 100145"/>
                <a:gd name="connsiteY17" fmla="*/ 69171 h 100184"/>
                <a:gd name="connsiteX18" fmla="*/ 62725 w 100145"/>
                <a:gd name="connsiteY18" fmla="*/ 64854 h 100184"/>
                <a:gd name="connsiteX19" fmla="*/ 66496 w 100145"/>
                <a:gd name="connsiteY19" fmla="*/ 58155 h 100184"/>
                <a:gd name="connsiteX20" fmla="*/ 67836 w 100145"/>
                <a:gd name="connsiteY20" fmla="*/ 49571 h 100184"/>
                <a:gd name="connsiteX21" fmla="*/ 66496 w 100145"/>
                <a:gd name="connsiteY21" fmla="*/ 41185 h 100184"/>
                <a:gd name="connsiteX22" fmla="*/ 62725 w 100145"/>
                <a:gd name="connsiteY22" fmla="*/ 34784 h 100184"/>
                <a:gd name="connsiteX23" fmla="*/ 50022 w 100145"/>
                <a:gd name="connsiteY23" fmla="*/ 29226 h 100184"/>
                <a:gd name="connsiteX24" fmla="*/ 42877 w 100145"/>
                <a:gd name="connsiteY24" fmla="*/ 30665 h 100184"/>
                <a:gd name="connsiteX25" fmla="*/ 37220 w 100145"/>
                <a:gd name="connsiteY25" fmla="*/ 34784 h 100184"/>
                <a:gd name="connsiteX26" fmla="*/ 33350 w 100145"/>
                <a:gd name="connsiteY26" fmla="*/ 41234 h 100184"/>
                <a:gd name="connsiteX27" fmla="*/ 32209 w 100145"/>
                <a:gd name="connsiteY27" fmla="*/ 49571 h 10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145" h="100184">
                  <a:moveTo>
                    <a:pt x="5" y="49571"/>
                  </a:moveTo>
                  <a:cubicBezTo>
                    <a:pt x="-88" y="42522"/>
                    <a:pt x="1210" y="35524"/>
                    <a:pt x="3825" y="28978"/>
                  </a:cubicBezTo>
                  <a:cubicBezTo>
                    <a:pt x="8579" y="17114"/>
                    <a:pt x="18162" y="7838"/>
                    <a:pt x="30174" y="3473"/>
                  </a:cubicBezTo>
                  <a:cubicBezTo>
                    <a:pt x="43001" y="-1158"/>
                    <a:pt x="57044" y="-1158"/>
                    <a:pt x="69871" y="3473"/>
                  </a:cubicBezTo>
                  <a:cubicBezTo>
                    <a:pt x="75793" y="5676"/>
                    <a:pt x="81211" y="9052"/>
                    <a:pt x="85799" y="13397"/>
                  </a:cubicBezTo>
                  <a:cubicBezTo>
                    <a:pt x="90358" y="17807"/>
                    <a:pt x="93956" y="23112"/>
                    <a:pt x="96368" y="28978"/>
                  </a:cubicBezTo>
                  <a:cubicBezTo>
                    <a:pt x="98967" y="35528"/>
                    <a:pt x="100248" y="42525"/>
                    <a:pt x="100139" y="49571"/>
                  </a:cubicBezTo>
                  <a:cubicBezTo>
                    <a:pt x="100242" y="56664"/>
                    <a:pt x="98961" y="63709"/>
                    <a:pt x="96368" y="70312"/>
                  </a:cubicBezTo>
                  <a:cubicBezTo>
                    <a:pt x="91618" y="82409"/>
                    <a:pt x="82003" y="91952"/>
                    <a:pt x="69871" y="96611"/>
                  </a:cubicBezTo>
                  <a:cubicBezTo>
                    <a:pt x="57067" y="101375"/>
                    <a:pt x="42977" y="101375"/>
                    <a:pt x="30174" y="96611"/>
                  </a:cubicBezTo>
                  <a:cubicBezTo>
                    <a:pt x="24241" y="94296"/>
                    <a:pt x="18839" y="90802"/>
                    <a:pt x="14295" y="86340"/>
                  </a:cubicBezTo>
                  <a:cubicBezTo>
                    <a:pt x="9760" y="81758"/>
                    <a:pt x="6199" y="76306"/>
                    <a:pt x="3825" y="70312"/>
                  </a:cubicBezTo>
                  <a:cubicBezTo>
                    <a:pt x="1216" y="63712"/>
                    <a:pt x="-82" y="56667"/>
                    <a:pt x="5" y="49571"/>
                  </a:cubicBezTo>
                  <a:close/>
                  <a:moveTo>
                    <a:pt x="32209" y="49571"/>
                  </a:moveTo>
                  <a:cubicBezTo>
                    <a:pt x="32178" y="52486"/>
                    <a:pt x="32631" y="55387"/>
                    <a:pt x="33548" y="58155"/>
                  </a:cubicBezTo>
                  <a:cubicBezTo>
                    <a:pt x="34348" y="60596"/>
                    <a:pt x="35593" y="62867"/>
                    <a:pt x="37220" y="64854"/>
                  </a:cubicBezTo>
                  <a:cubicBezTo>
                    <a:pt x="40401" y="68617"/>
                    <a:pt x="45095" y="70764"/>
                    <a:pt x="50022" y="70709"/>
                  </a:cubicBezTo>
                  <a:cubicBezTo>
                    <a:pt x="52458" y="70742"/>
                    <a:pt x="54868" y="70216"/>
                    <a:pt x="57069" y="69171"/>
                  </a:cubicBezTo>
                  <a:cubicBezTo>
                    <a:pt x="59244" y="68158"/>
                    <a:pt x="61175" y="66685"/>
                    <a:pt x="62725" y="64854"/>
                  </a:cubicBezTo>
                  <a:cubicBezTo>
                    <a:pt x="64407" y="62888"/>
                    <a:pt x="65688" y="60612"/>
                    <a:pt x="66496" y="58155"/>
                  </a:cubicBezTo>
                  <a:cubicBezTo>
                    <a:pt x="67414" y="55387"/>
                    <a:pt x="67867" y="52486"/>
                    <a:pt x="67836" y="49571"/>
                  </a:cubicBezTo>
                  <a:cubicBezTo>
                    <a:pt x="67867" y="46720"/>
                    <a:pt x="67414" y="43884"/>
                    <a:pt x="66496" y="41185"/>
                  </a:cubicBezTo>
                  <a:cubicBezTo>
                    <a:pt x="65703" y="38810"/>
                    <a:pt x="64418" y="36629"/>
                    <a:pt x="62725" y="34784"/>
                  </a:cubicBezTo>
                  <a:cubicBezTo>
                    <a:pt x="59495" y="31180"/>
                    <a:pt x="54861" y="29153"/>
                    <a:pt x="50022" y="29226"/>
                  </a:cubicBezTo>
                  <a:cubicBezTo>
                    <a:pt x="47566" y="29195"/>
                    <a:pt x="45130" y="29685"/>
                    <a:pt x="42877" y="30665"/>
                  </a:cubicBezTo>
                  <a:cubicBezTo>
                    <a:pt x="40721" y="31621"/>
                    <a:pt x="38792" y="33025"/>
                    <a:pt x="37220" y="34784"/>
                  </a:cubicBezTo>
                  <a:cubicBezTo>
                    <a:pt x="35499" y="36644"/>
                    <a:pt x="34181" y="38840"/>
                    <a:pt x="33350" y="41234"/>
                  </a:cubicBezTo>
                  <a:cubicBezTo>
                    <a:pt x="32505" y="43930"/>
                    <a:pt x="32119" y="46748"/>
                    <a:pt x="32209" y="4957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77419938-8DC7-3D80-FC5F-57C26700B5EF}"/>
                </a:ext>
              </a:extLst>
            </p:cNvPr>
            <p:cNvSpPr/>
            <p:nvPr/>
          </p:nvSpPr>
          <p:spPr>
            <a:xfrm>
              <a:off x="7113821" y="4105066"/>
              <a:ext cx="84653" cy="99795"/>
            </a:xfrm>
            <a:custGeom>
              <a:avLst/>
              <a:gdLst>
                <a:gd name="connsiteX0" fmla="*/ 0 w 84653"/>
                <a:gd name="connsiteY0" fmla="*/ 49920 h 99795"/>
                <a:gd name="connsiteX1" fmla="*/ 4069 w 84653"/>
                <a:gd name="connsiteY1" fmla="*/ 29278 h 99795"/>
                <a:gd name="connsiteX2" fmla="*/ 14539 w 84653"/>
                <a:gd name="connsiteY2" fmla="*/ 13449 h 99795"/>
                <a:gd name="connsiteX3" fmla="*/ 30120 w 84653"/>
                <a:gd name="connsiteY3" fmla="*/ 3525 h 99795"/>
                <a:gd name="connsiteX4" fmla="*/ 49273 w 84653"/>
                <a:gd name="connsiteY4" fmla="*/ 2 h 99795"/>
                <a:gd name="connsiteX5" fmla="*/ 69122 w 84653"/>
                <a:gd name="connsiteY5" fmla="*/ 3525 h 99795"/>
                <a:gd name="connsiteX6" fmla="*/ 84653 w 84653"/>
                <a:gd name="connsiteY6" fmla="*/ 13101 h 99795"/>
                <a:gd name="connsiteX7" fmla="*/ 66095 w 84653"/>
                <a:gd name="connsiteY7" fmla="*/ 36721 h 99795"/>
                <a:gd name="connsiteX8" fmla="*/ 59346 w 84653"/>
                <a:gd name="connsiteY8" fmla="*/ 31114 h 99795"/>
                <a:gd name="connsiteX9" fmla="*/ 50812 w 84653"/>
                <a:gd name="connsiteY9" fmla="*/ 29327 h 99795"/>
                <a:gd name="connsiteX10" fmla="*/ 43666 w 84653"/>
                <a:gd name="connsiteY10" fmla="*/ 30717 h 99795"/>
                <a:gd name="connsiteX11" fmla="*/ 37861 w 84653"/>
                <a:gd name="connsiteY11" fmla="*/ 34786 h 99795"/>
                <a:gd name="connsiteX12" fmla="*/ 33990 w 84653"/>
                <a:gd name="connsiteY12" fmla="*/ 41286 h 99795"/>
                <a:gd name="connsiteX13" fmla="*/ 32601 w 84653"/>
                <a:gd name="connsiteY13" fmla="*/ 49821 h 99795"/>
                <a:gd name="connsiteX14" fmla="*/ 34040 w 84653"/>
                <a:gd name="connsiteY14" fmla="*/ 58157 h 99795"/>
                <a:gd name="connsiteX15" fmla="*/ 38010 w 84653"/>
                <a:gd name="connsiteY15" fmla="*/ 64558 h 99795"/>
                <a:gd name="connsiteX16" fmla="*/ 43815 w 84653"/>
                <a:gd name="connsiteY16" fmla="*/ 68627 h 99795"/>
                <a:gd name="connsiteX17" fmla="*/ 50812 w 84653"/>
                <a:gd name="connsiteY17" fmla="*/ 70016 h 99795"/>
                <a:gd name="connsiteX18" fmla="*/ 59793 w 84653"/>
                <a:gd name="connsiteY18" fmla="*/ 67734 h 99795"/>
                <a:gd name="connsiteX19" fmla="*/ 65698 w 84653"/>
                <a:gd name="connsiteY19" fmla="*/ 62424 h 99795"/>
                <a:gd name="connsiteX20" fmla="*/ 84256 w 84653"/>
                <a:gd name="connsiteY20" fmla="*/ 85845 h 99795"/>
                <a:gd name="connsiteX21" fmla="*/ 69370 w 84653"/>
                <a:gd name="connsiteY21" fmla="*/ 96117 h 99795"/>
                <a:gd name="connsiteX22" fmla="*/ 29971 w 84653"/>
                <a:gd name="connsiteY22" fmla="*/ 96117 h 99795"/>
                <a:gd name="connsiteX23" fmla="*/ 14390 w 84653"/>
                <a:gd name="connsiteY23" fmla="*/ 85845 h 99795"/>
                <a:gd name="connsiteX24" fmla="*/ 4069 w 84653"/>
                <a:gd name="connsiteY24" fmla="*/ 70314 h 99795"/>
                <a:gd name="connsiteX25" fmla="*/ 0 w 84653"/>
                <a:gd name="connsiteY25" fmla="*/ 49920 h 99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4653" h="99795">
                  <a:moveTo>
                    <a:pt x="0" y="49920"/>
                  </a:moveTo>
                  <a:cubicBezTo>
                    <a:pt x="-13" y="42839"/>
                    <a:pt x="1370" y="35824"/>
                    <a:pt x="4069" y="29278"/>
                  </a:cubicBezTo>
                  <a:cubicBezTo>
                    <a:pt x="6468" y="23356"/>
                    <a:pt x="10028" y="17974"/>
                    <a:pt x="14539" y="13449"/>
                  </a:cubicBezTo>
                  <a:cubicBezTo>
                    <a:pt x="18999" y="9110"/>
                    <a:pt x="24302" y="5733"/>
                    <a:pt x="30120" y="3525"/>
                  </a:cubicBezTo>
                  <a:cubicBezTo>
                    <a:pt x="36226" y="1157"/>
                    <a:pt x="42724" y="-38"/>
                    <a:pt x="49273" y="2"/>
                  </a:cubicBezTo>
                  <a:cubicBezTo>
                    <a:pt x="56050" y="-50"/>
                    <a:pt x="62778" y="1144"/>
                    <a:pt x="69122" y="3525"/>
                  </a:cubicBezTo>
                  <a:cubicBezTo>
                    <a:pt x="74898" y="5623"/>
                    <a:pt x="80184" y="8882"/>
                    <a:pt x="84653" y="13101"/>
                  </a:cubicBezTo>
                  <a:lnTo>
                    <a:pt x="66095" y="36721"/>
                  </a:lnTo>
                  <a:cubicBezTo>
                    <a:pt x="64397" y="34273"/>
                    <a:pt x="62064" y="32334"/>
                    <a:pt x="59346" y="31114"/>
                  </a:cubicBezTo>
                  <a:cubicBezTo>
                    <a:pt x="56669" y="29893"/>
                    <a:pt x="53754" y="29283"/>
                    <a:pt x="50812" y="29327"/>
                  </a:cubicBezTo>
                  <a:cubicBezTo>
                    <a:pt x="48360" y="29294"/>
                    <a:pt x="45927" y="29767"/>
                    <a:pt x="43666" y="30717"/>
                  </a:cubicBezTo>
                  <a:cubicBezTo>
                    <a:pt x="41472" y="31660"/>
                    <a:pt x="39496" y="33045"/>
                    <a:pt x="37861" y="34786"/>
                  </a:cubicBezTo>
                  <a:cubicBezTo>
                    <a:pt x="36166" y="36684"/>
                    <a:pt x="34852" y="38891"/>
                    <a:pt x="33990" y="41286"/>
                  </a:cubicBezTo>
                  <a:cubicBezTo>
                    <a:pt x="33024" y="44026"/>
                    <a:pt x="32554" y="46916"/>
                    <a:pt x="32601" y="49821"/>
                  </a:cubicBezTo>
                  <a:cubicBezTo>
                    <a:pt x="32559" y="52665"/>
                    <a:pt x="33047" y="55492"/>
                    <a:pt x="34040" y="58157"/>
                  </a:cubicBezTo>
                  <a:cubicBezTo>
                    <a:pt x="34963" y="60514"/>
                    <a:pt x="36309" y="62683"/>
                    <a:pt x="38010" y="64558"/>
                  </a:cubicBezTo>
                  <a:cubicBezTo>
                    <a:pt x="39626" y="66321"/>
                    <a:pt x="41607" y="67710"/>
                    <a:pt x="43815" y="68627"/>
                  </a:cubicBezTo>
                  <a:cubicBezTo>
                    <a:pt x="46027" y="69568"/>
                    <a:pt x="48409" y="70041"/>
                    <a:pt x="50812" y="70016"/>
                  </a:cubicBezTo>
                  <a:cubicBezTo>
                    <a:pt x="53960" y="70106"/>
                    <a:pt x="57070" y="69316"/>
                    <a:pt x="59793" y="67734"/>
                  </a:cubicBezTo>
                  <a:cubicBezTo>
                    <a:pt x="62109" y="66394"/>
                    <a:pt x="64120" y="64585"/>
                    <a:pt x="65698" y="62424"/>
                  </a:cubicBezTo>
                  <a:lnTo>
                    <a:pt x="84256" y="85845"/>
                  </a:lnTo>
                  <a:cubicBezTo>
                    <a:pt x="80028" y="90227"/>
                    <a:pt x="74967" y="93719"/>
                    <a:pt x="69370" y="96117"/>
                  </a:cubicBezTo>
                  <a:cubicBezTo>
                    <a:pt x="56695" y="101022"/>
                    <a:pt x="42646" y="101022"/>
                    <a:pt x="29971" y="96117"/>
                  </a:cubicBezTo>
                  <a:cubicBezTo>
                    <a:pt x="24128" y="93797"/>
                    <a:pt x="18825" y="90301"/>
                    <a:pt x="14390" y="85845"/>
                  </a:cubicBezTo>
                  <a:cubicBezTo>
                    <a:pt x="9965" y="81395"/>
                    <a:pt x="6458" y="76118"/>
                    <a:pt x="4069" y="70314"/>
                  </a:cubicBezTo>
                  <a:cubicBezTo>
                    <a:pt x="1374" y="63853"/>
                    <a:pt x="-9" y="56921"/>
                    <a:pt x="0" y="499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19DC7226-2B18-A791-CA21-61F4C8D59081}"/>
              </a:ext>
            </a:extLst>
          </p:cNvPr>
          <p:cNvGrpSpPr/>
          <p:nvPr/>
        </p:nvGrpSpPr>
        <p:grpSpPr>
          <a:xfrm>
            <a:off x="8131520" y="3657687"/>
            <a:ext cx="761579" cy="832932"/>
            <a:chOff x="8131520" y="3657687"/>
            <a:chExt cx="761579" cy="832932"/>
          </a:xfrm>
        </p:grpSpPr>
        <p:grpSp>
          <p:nvGrpSpPr>
            <p:cNvPr id="266" name="Picture Placeholder 71">
              <a:extLst>
                <a:ext uri="{FF2B5EF4-FFF2-40B4-BE49-F238E27FC236}">
                  <a16:creationId xmlns:a16="http://schemas.microsoft.com/office/drawing/2014/main" id="{97C97335-C19E-422B-F809-4DD30C642938}"/>
                </a:ext>
              </a:extLst>
            </p:cNvPr>
            <p:cNvGrpSpPr/>
            <p:nvPr/>
          </p:nvGrpSpPr>
          <p:grpSpPr>
            <a:xfrm>
              <a:off x="8248030" y="3657687"/>
              <a:ext cx="645069" cy="832932"/>
              <a:chOff x="8248030" y="3657687"/>
              <a:chExt cx="645069" cy="832932"/>
            </a:xfrm>
            <a:solidFill>
              <a:srgbClr val="FFFFFF"/>
            </a:solidFill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FCF8607-6E5B-E848-C9BE-A5BFF72B8685}"/>
                  </a:ext>
                </a:extLst>
              </p:cNvPr>
              <p:cNvSpPr/>
              <p:nvPr/>
            </p:nvSpPr>
            <p:spPr>
              <a:xfrm>
                <a:off x="8248030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60"/>
                      <a:pt x="0" y="793236"/>
                    </a:cubicBezTo>
                    <a:lnTo>
                      <a:pt x="0" y="617430"/>
                    </a:lnTo>
                    <a:cubicBezTo>
                      <a:pt x="0" y="595506"/>
                      <a:pt x="17773" y="577734"/>
                      <a:pt x="39697" y="577734"/>
                    </a:cubicBezTo>
                    <a:cubicBezTo>
                      <a:pt x="61620" y="577734"/>
                      <a:pt x="79393" y="595506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8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0"/>
                      <a:pt x="644979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1" y="815121"/>
                      <a:pt x="627258" y="832878"/>
                      <a:pt x="605373" y="8329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E3E91F5B-5077-BF8F-8260-3B15A6807AD5}"/>
                  </a:ext>
                </a:extLst>
              </p:cNvPr>
              <p:cNvSpPr/>
              <p:nvPr/>
            </p:nvSpPr>
            <p:spPr>
              <a:xfrm>
                <a:off x="8625148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3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9" y="188559"/>
                      <a:pt x="267952" y="206331"/>
                      <a:pt x="267952" y="228255"/>
                    </a:cubicBezTo>
                    <a:cubicBezTo>
                      <a:pt x="267952" y="250179"/>
                      <a:pt x="250179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97AD4563-E5EE-C27F-5FEE-CC809C16D16B}"/>
                </a:ext>
              </a:extLst>
            </p:cNvPr>
            <p:cNvSpPr/>
            <p:nvPr/>
          </p:nvSpPr>
          <p:spPr>
            <a:xfrm>
              <a:off x="8131520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4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8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4"/>
                    <a:pt x="463548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74B7F467-2AA1-2DA9-FB2E-EA32471EC8EF}"/>
                </a:ext>
              </a:extLst>
            </p:cNvPr>
            <p:cNvSpPr/>
            <p:nvPr/>
          </p:nvSpPr>
          <p:spPr>
            <a:xfrm>
              <a:off x="8245202" y="4107548"/>
              <a:ext cx="105146" cy="94825"/>
            </a:xfrm>
            <a:custGeom>
              <a:avLst/>
              <a:gdLst>
                <a:gd name="connsiteX0" fmla="*/ 51556 w 105146"/>
                <a:gd name="connsiteY0" fmla="*/ 67137 h 94825"/>
                <a:gd name="connsiteX1" fmla="*/ 35876 w 105146"/>
                <a:gd name="connsiteY1" fmla="*/ 94825 h 94825"/>
                <a:gd name="connsiteX2" fmla="*/ 0 w 105146"/>
                <a:gd name="connsiteY2" fmla="*/ 94825 h 94825"/>
                <a:gd name="connsiteX3" fmla="*/ 32204 w 105146"/>
                <a:gd name="connsiteY3" fmla="*/ 45204 h 94825"/>
                <a:gd name="connsiteX4" fmla="*/ 1637 w 105146"/>
                <a:gd name="connsiteY4" fmla="*/ 0 h 94825"/>
                <a:gd name="connsiteX5" fmla="*/ 38158 w 105146"/>
                <a:gd name="connsiteY5" fmla="*/ 0 h 94825"/>
                <a:gd name="connsiteX6" fmla="*/ 52449 w 105146"/>
                <a:gd name="connsiteY6" fmla="*/ 24810 h 94825"/>
                <a:gd name="connsiteX7" fmla="*/ 66045 w 105146"/>
                <a:gd name="connsiteY7" fmla="*/ 0 h 94825"/>
                <a:gd name="connsiteX8" fmla="*/ 101673 w 105146"/>
                <a:gd name="connsiteY8" fmla="*/ 0 h 94825"/>
                <a:gd name="connsiteX9" fmla="*/ 71900 w 105146"/>
                <a:gd name="connsiteY9" fmla="*/ 45006 h 94825"/>
                <a:gd name="connsiteX10" fmla="*/ 105146 w 105146"/>
                <a:gd name="connsiteY10" fmla="*/ 94627 h 94825"/>
                <a:gd name="connsiteX11" fmla="*/ 67832 w 105146"/>
                <a:gd name="connsiteY11" fmla="*/ 94627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5146" h="94825">
                  <a:moveTo>
                    <a:pt x="51556" y="67137"/>
                  </a:moveTo>
                  <a:lnTo>
                    <a:pt x="35876" y="94825"/>
                  </a:lnTo>
                  <a:lnTo>
                    <a:pt x="0" y="94825"/>
                  </a:lnTo>
                  <a:lnTo>
                    <a:pt x="32204" y="45204"/>
                  </a:lnTo>
                  <a:lnTo>
                    <a:pt x="1637" y="0"/>
                  </a:lnTo>
                  <a:lnTo>
                    <a:pt x="38158" y="0"/>
                  </a:lnTo>
                  <a:lnTo>
                    <a:pt x="52449" y="24810"/>
                  </a:lnTo>
                  <a:lnTo>
                    <a:pt x="66045" y="0"/>
                  </a:lnTo>
                  <a:lnTo>
                    <a:pt x="101673" y="0"/>
                  </a:lnTo>
                  <a:lnTo>
                    <a:pt x="71900" y="45006"/>
                  </a:lnTo>
                  <a:lnTo>
                    <a:pt x="105146" y="94627"/>
                  </a:lnTo>
                  <a:lnTo>
                    <a:pt x="67832" y="9462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A6C2427B-EFC2-B5B0-8B76-DAA9E8D7D912}"/>
                </a:ext>
              </a:extLst>
            </p:cNvPr>
            <p:cNvSpPr/>
            <p:nvPr/>
          </p:nvSpPr>
          <p:spPr>
            <a:xfrm>
              <a:off x="8356947" y="4107548"/>
              <a:ext cx="60338" cy="94825"/>
            </a:xfrm>
            <a:custGeom>
              <a:avLst/>
              <a:gdLst>
                <a:gd name="connsiteX0" fmla="*/ 0 w 60338"/>
                <a:gd name="connsiteY0" fmla="*/ 0 h 94825"/>
                <a:gd name="connsiteX1" fmla="*/ 30566 w 60338"/>
                <a:gd name="connsiteY1" fmla="*/ 0 h 94825"/>
                <a:gd name="connsiteX2" fmla="*/ 30566 w 60338"/>
                <a:gd name="connsiteY2" fmla="*/ 67385 h 94825"/>
                <a:gd name="connsiteX3" fmla="*/ 60339 w 60338"/>
                <a:gd name="connsiteY3" fmla="*/ 67385 h 94825"/>
                <a:gd name="connsiteX4" fmla="*/ 60339 w 60338"/>
                <a:gd name="connsiteY4" fmla="*/ 94825 h 94825"/>
                <a:gd name="connsiteX5" fmla="*/ 0 w 60338"/>
                <a:gd name="connsiteY5" fmla="*/ 94825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38" h="94825">
                  <a:moveTo>
                    <a:pt x="0" y="0"/>
                  </a:moveTo>
                  <a:lnTo>
                    <a:pt x="30566" y="0"/>
                  </a:lnTo>
                  <a:lnTo>
                    <a:pt x="30566" y="67385"/>
                  </a:lnTo>
                  <a:lnTo>
                    <a:pt x="60339" y="67385"/>
                  </a:lnTo>
                  <a:lnTo>
                    <a:pt x="60339" y="94825"/>
                  </a:lnTo>
                  <a:lnTo>
                    <a:pt x="0" y="94825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1AD3E8C9-0333-F926-3C58-387F78BCBE9A}"/>
                </a:ext>
              </a:extLst>
            </p:cNvPr>
            <p:cNvSpPr/>
            <p:nvPr/>
          </p:nvSpPr>
          <p:spPr>
            <a:xfrm>
              <a:off x="8418428" y="4104670"/>
              <a:ext cx="77507" cy="100386"/>
            </a:xfrm>
            <a:custGeom>
              <a:avLst/>
              <a:gdLst>
                <a:gd name="connsiteX0" fmla="*/ 37910 w 77507"/>
                <a:gd name="connsiteY0" fmla="*/ 100383 h 100386"/>
                <a:gd name="connsiteX1" fmla="*/ 16970 w 77507"/>
                <a:gd name="connsiteY1" fmla="*/ 96463 h 100386"/>
                <a:gd name="connsiteX2" fmla="*/ 7741 w 77507"/>
                <a:gd name="connsiteY2" fmla="*/ 91947 h 100386"/>
                <a:gd name="connsiteX3" fmla="*/ 0 w 77507"/>
                <a:gd name="connsiteY3" fmla="*/ 86092 h 100386"/>
                <a:gd name="connsiteX4" fmla="*/ 18459 w 77507"/>
                <a:gd name="connsiteY4" fmla="*/ 65003 h 100386"/>
                <a:gd name="connsiteX5" fmla="*/ 26894 w 77507"/>
                <a:gd name="connsiteY5" fmla="*/ 71404 h 100386"/>
                <a:gd name="connsiteX6" fmla="*/ 37811 w 77507"/>
                <a:gd name="connsiteY6" fmla="*/ 74233 h 100386"/>
                <a:gd name="connsiteX7" fmla="*/ 42426 w 77507"/>
                <a:gd name="connsiteY7" fmla="*/ 73290 h 100386"/>
                <a:gd name="connsiteX8" fmla="*/ 44559 w 77507"/>
                <a:gd name="connsiteY8" fmla="*/ 69816 h 100386"/>
                <a:gd name="connsiteX9" fmla="*/ 43865 w 77507"/>
                <a:gd name="connsiteY9" fmla="*/ 67534 h 100386"/>
                <a:gd name="connsiteX10" fmla="*/ 41384 w 77507"/>
                <a:gd name="connsiteY10" fmla="*/ 65599 h 100386"/>
                <a:gd name="connsiteX11" fmla="*/ 36422 w 77507"/>
                <a:gd name="connsiteY11" fmla="*/ 63366 h 100386"/>
                <a:gd name="connsiteX12" fmla="*/ 28582 w 77507"/>
                <a:gd name="connsiteY12" fmla="*/ 60537 h 100386"/>
                <a:gd name="connsiteX13" fmla="*/ 19799 w 77507"/>
                <a:gd name="connsiteY13" fmla="*/ 56716 h 100386"/>
                <a:gd name="connsiteX14" fmla="*/ 12356 w 77507"/>
                <a:gd name="connsiteY14" fmla="*/ 51258 h 100386"/>
                <a:gd name="connsiteX15" fmla="*/ 7393 w 77507"/>
                <a:gd name="connsiteY15" fmla="*/ 43567 h 100386"/>
                <a:gd name="connsiteX16" fmla="*/ 5508 w 77507"/>
                <a:gd name="connsiteY16" fmla="*/ 32750 h 100386"/>
                <a:gd name="connsiteX17" fmla="*/ 17764 w 77507"/>
                <a:gd name="connsiteY17" fmla="*/ 7592 h 100386"/>
                <a:gd name="connsiteX18" fmla="*/ 29772 w 77507"/>
                <a:gd name="connsiteY18" fmla="*/ 1737 h 100386"/>
                <a:gd name="connsiteX19" fmla="*/ 43120 w 77507"/>
                <a:gd name="connsiteY19" fmla="*/ 0 h 100386"/>
                <a:gd name="connsiteX20" fmla="*/ 61282 w 77507"/>
                <a:gd name="connsiteY20" fmla="*/ 3622 h 100386"/>
                <a:gd name="connsiteX21" fmla="*/ 77508 w 77507"/>
                <a:gd name="connsiteY21" fmla="*/ 14043 h 100386"/>
                <a:gd name="connsiteX22" fmla="*/ 58652 w 77507"/>
                <a:gd name="connsiteY22" fmla="*/ 34288 h 100386"/>
                <a:gd name="connsiteX23" fmla="*/ 51159 w 77507"/>
                <a:gd name="connsiteY23" fmla="*/ 28185 h 100386"/>
                <a:gd name="connsiteX24" fmla="*/ 43120 w 77507"/>
                <a:gd name="connsiteY24" fmla="*/ 26547 h 100386"/>
                <a:gd name="connsiteX25" fmla="*/ 37811 w 77507"/>
                <a:gd name="connsiteY25" fmla="*/ 27589 h 100386"/>
                <a:gd name="connsiteX26" fmla="*/ 35777 w 77507"/>
                <a:gd name="connsiteY26" fmla="*/ 30864 h 100386"/>
                <a:gd name="connsiteX27" fmla="*/ 37861 w 77507"/>
                <a:gd name="connsiteY27" fmla="*/ 34089 h 100386"/>
                <a:gd name="connsiteX28" fmla="*/ 44659 w 77507"/>
                <a:gd name="connsiteY28" fmla="*/ 36769 h 100386"/>
                <a:gd name="connsiteX29" fmla="*/ 54583 w 77507"/>
                <a:gd name="connsiteY29" fmla="*/ 40490 h 100386"/>
                <a:gd name="connsiteX30" fmla="*/ 64507 w 77507"/>
                <a:gd name="connsiteY30" fmla="*/ 46048 h 100386"/>
                <a:gd name="connsiteX31" fmla="*/ 71950 w 77507"/>
                <a:gd name="connsiteY31" fmla="*/ 54434 h 100386"/>
                <a:gd name="connsiteX32" fmla="*/ 74878 w 77507"/>
                <a:gd name="connsiteY32" fmla="*/ 66740 h 100386"/>
                <a:gd name="connsiteX33" fmla="*/ 71652 w 77507"/>
                <a:gd name="connsiteY33" fmla="*/ 81626 h 100386"/>
                <a:gd name="connsiteX34" fmla="*/ 63118 w 77507"/>
                <a:gd name="connsiteY34" fmla="*/ 92245 h 100386"/>
                <a:gd name="connsiteX35" fmla="*/ 51209 w 77507"/>
                <a:gd name="connsiteY35" fmla="*/ 98547 h 100386"/>
                <a:gd name="connsiteX36" fmla="*/ 37910 w 77507"/>
                <a:gd name="connsiteY36" fmla="*/ 100383 h 10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7507" h="100386">
                  <a:moveTo>
                    <a:pt x="37910" y="100383"/>
                  </a:moveTo>
                  <a:cubicBezTo>
                    <a:pt x="30747" y="100394"/>
                    <a:pt x="23645" y="99064"/>
                    <a:pt x="16970" y="96463"/>
                  </a:cubicBezTo>
                  <a:cubicBezTo>
                    <a:pt x="13773" y="95219"/>
                    <a:pt x="10685" y="93708"/>
                    <a:pt x="7741" y="91947"/>
                  </a:cubicBezTo>
                  <a:cubicBezTo>
                    <a:pt x="4963" y="90272"/>
                    <a:pt x="2368" y="88309"/>
                    <a:pt x="0" y="86092"/>
                  </a:cubicBezTo>
                  <a:lnTo>
                    <a:pt x="18459" y="65003"/>
                  </a:lnTo>
                  <a:cubicBezTo>
                    <a:pt x="20875" y="67614"/>
                    <a:pt x="23730" y="69780"/>
                    <a:pt x="26894" y="71404"/>
                  </a:cubicBezTo>
                  <a:cubicBezTo>
                    <a:pt x="30239" y="73245"/>
                    <a:pt x="33993" y="74218"/>
                    <a:pt x="37811" y="74233"/>
                  </a:cubicBezTo>
                  <a:cubicBezTo>
                    <a:pt x="39400" y="74261"/>
                    <a:pt x="40975" y="73939"/>
                    <a:pt x="42426" y="73290"/>
                  </a:cubicBezTo>
                  <a:cubicBezTo>
                    <a:pt x="43813" y="72715"/>
                    <a:pt x="44674" y="71314"/>
                    <a:pt x="44559" y="69816"/>
                  </a:cubicBezTo>
                  <a:cubicBezTo>
                    <a:pt x="44581" y="69000"/>
                    <a:pt x="44337" y="68199"/>
                    <a:pt x="43865" y="67534"/>
                  </a:cubicBezTo>
                  <a:cubicBezTo>
                    <a:pt x="43169" y="66736"/>
                    <a:pt x="42327" y="66079"/>
                    <a:pt x="41384" y="65599"/>
                  </a:cubicBezTo>
                  <a:cubicBezTo>
                    <a:pt x="39791" y="64724"/>
                    <a:pt x="38132" y="63977"/>
                    <a:pt x="36422" y="63366"/>
                  </a:cubicBezTo>
                  <a:lnTo>
                    <a:pt x="28582" y="60537"/>
                  </a:lnTo>
                  <a:cubicBezTo>
                    <a:pt x="25562" y="59487"/>
                    <a:pt x="22626" y="58210"/>
                    <a:pt x="19799" y="56716"/>
                  </a:cubicBezTo>
                  <a:cubicBezTo>
                    <a:pt x="17062" y="55275"/>
                    <a:pt x="14553" y="53435"/>
                    <a:pt x="12356" y="51258"/>
                  </a:cubicBezTo>
                  <a:cubicBezTo>
                    <a:pt x="10220" y="49039"/>
                    <a:pt x="8535" y="46427"/>
                    <a:pt x="7393" y="43567"/>
                  </a:cubicBezTo>
                  <a:cubicBezTo>
                    <a:pt x="6041" y="40125"/>
                    <a:pt x="5400" y="36446"/>
                    <a:pt x="5508" y="32750"/>
                  </a:cubicBezTo>
                  <a:cubicBezTo>
                    <a:pt x="5152" y="22847"/>
                    <a:pt x="9747" y="13416"/>
                    <a:pt x="17764" y="7592"/>
                  </a:cubicBezTo>
                  <a:cubicBezTo>
                    <a:pt x="21368" y="4910"/>
                    <a:pt x="25440" y="2924"/>
                    <a:pt x="29772" y="1737"/>
                  </a:cubicBezTo>
                  <a:cubicBezTo>
                    <a:pt x="34132" y="605"/>
                    <a:pt x="38616" y="22"/>
                    <a:pt x="43120" y="0"/>
                  </a:cubicBezTo>
                  <a:cubicBezTo>
                    <a:pt x="49349" y="45"/>
                    <a:pt x="55512" y="1274"/>
                    <a:pt x="61282" y="3622"/>
                  </a:cubicBezTo>
                  <a:cubicBezTo>
                    <a:pt x="67337" y="5967"/>
                    <a:pt x="72856" y="9511"/>
                    <a:pt x="77508" y="14043"/>
                  </a:cubicBezTo>
                  <a:lnTo>
                    <a:pt x="58652" y="34288"/>
                  </a:lnTo>
                  <a:cubicBezTo>
                    <a:pt x="56695" y="31667"/>
                    <a:pt x="54121" y="29571"/>
                    <a:pt x="51159" y="28185"/>
                  </a:cubicBezTo>
                  <a:cubicBezTo>
                    <a:pt x="48628" y="27069"/>
                    <a:pt x="45886" y="26511"/>
                    <a:pt x="43120" y="26547"/>
                  </a:cubicBezTo>
                  <a:cubicBezTo>
                    <a:pt x="41293" y="26471"/>
                    <a:pt x="39474" y="26828"/>
                    <a:pt x="37811" y="27589"/>
                  </a:cubicBezTo>
                  <a:cubicBezTo>
                    <a:pt x="36504" y="28136"/>
                    <a:pt x="35688" y="29450"/>
                    <a:pt x="35777" y="30864"/>
                  </a:cubicBezTo>
                  <a:cubicBezTo>
                    <a:pt x="35760" y="32260"/>
                    <a:pt x="36581" y="33531"/>
                    <a:pt x="37861" y="34089"/>
                  </a:cubicBezTo>
                  <a:cubicBezTo>
                    <a:pt x="40074" y="35110"/>
                    <a:pt x="42344" y="36005"/>
                    <a:pt x="44659" y="36769"/>
                  </a:cubicBezTo>
                  <a:cubicBezTo>
                    <a:pt x="47884" y="37811"/>
                    <a:pt x="51308" y="39051"/>
                    <a:pt x="54583" y="40490"/>
                  </a:cubicBezTo>
                  <a:cubicBezTo>
                    <a:pt x="58123" y="41894"/>
                    <a:pt x="61460" y="43763"/>
                    <a:pt x="64507" y="46048"/>
                  </a:cubicBezTo>
                  <a:cubicBezTo>
                    <a:pt x="67526" y="48315"/>
                    <a:pt x="70058" y="51167"/>
                    <a:pt x="71950" y="54434"/>
                  </a:cubicBezTo>
                  <a:cubicBezTo>
                    <a:pt x="74031" y="58192"/>
                    <a:pt x="75044" y="62447"/>
                    <a:pt x="74878" y="66740"/>
                  </a:cubicBezTo>
                  <a:cubicBezTo>
                    <a:pt x="74991" y="71887"/>
                    <a:pt x="73886" y="76988"/>
                    <a:pt x="71652" y="81626"/>
                  </a:cubicBezTo>
                  <a:cubicBezTo>
                    <a:pt x="69599" y="85735"/>
                    <a:pt x="66688" y="89356"/>
                    <a:pt x="63118" y="92245"/>
                  </a:cubicBezTo>
                  <a:cubicBezTo>
                    <a:pt x="59566" y="95055"/>
                    <a:pt x="55530" y="97191"/>
                    <a:pt x="51209" y="98547"/>
                  </a:cubicBezTo>
                  <a:cubicBezTo>
                    <a:pt x="46894" y="99825"/>
                    <a:pt x="42410" y="100444"/>
                    <a:pt x="37910" y="1003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42754C39-E07C-9BBC-5C6E-5FD53908F1DF}"/>
              </a:ext>
            </a:extLst>
          </p:cNvPr>
          <p:cNvGrpSpPr/>
          <p:nvPr/>
        </p:nvGrpSpPr>
        <p:grpSpPr>
          <a:xfrm>
            <a:off x="9449027" y="3657687"/>
            <a:ext cx="761579" cy="832932"/>
            <a:chOff x="9449027" y="3657687"/>
            <a:chExt cx="761579" cy="832932"/>
          </a:xfrm>
        </p:grpSpPr>
        <p:grpSp>
          <p:nvGrpSpPr>
            <p:cNvPr id="274" name="Picture Placeholder 73">
              <a:extLst>
                <a:ext uri="{FF2B5EF4-FFF2-40B4-BE49-F238E27FC236}">
                  <a16:creationId xmlns:a16="http://schemas.microsoft.com/office/drawing/2014/main" id="{46625918-1E9B-5A67-54A7-4B46DEF1399F}"/>
                </a:ext>
              </a:extLst>
            </p:cNvPr>
            <p:cNvGrpSpPr/>
            <p:nvPr/>
          </p:nvGrpSpPr>
          <p:grpSpPr>
            <a:xfrm>
              <a:off x="9565537" y="3657687"/>
              <a:ext cx="645069" cy="832932"/>
              <a:chOff x="9565537" y="3657687"/>
              <a:chExt cx="645069" cy="832932"/>
            </a:xfrm>
            <a:solidFill>
              <a:srgbClr val="FFFFFF"/>
            </a:solidFill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33275205-A168-4A17-BA4F-1AC08C6038FB}"/>
                  </a:ext>
                </a:extLst>
              </p:cNvPr>
              <p:cNvSpPr/>
              <p:nvPr/>
            </p:nvSpPr>
            <p:spPr>
              <a:xfrm>
                <a:off x="9565537" y="3657687"/>
                <a:ext cx="644970" cy="832932"/>
              </a:xfrm>
              <a:custGeom>
                <a:avLst/>
                <a:gdLst>
                  <a:gd name="connsiteX0" fmla="*/ 605373 w 644970"/>
                  <a:gd name="connsiteY0" fmla="*/ 832933 h 832932"/>
                  <a:gd name="connsiteX1" fmla="*/ 39697 w 644970"/>
                  <a:gd name="connsiteY1" fmla="*/ 832933 h 832932"/>
                  <a:gd name="connsiteX2" fmla="*/ 0 w 644970"/>
                  <a:gd name="connsiteY2" fmla="*/ 793236 h 832932"/>
                  <a:gd name="connsiteX3" fmla="*/ 0 w 644970"/>
                  <a:gd name="connsiteY3" fmla="*/ 617430 h 832932"/>
                  <a:gd name="connsiteX4" fmla="*/ 39697 w 644970"/>
                  <a:gd name="connsiteY4" fmla="*/ 577734 h 832932"/>
                  <a:gd name="connsiteX5" fmla="*/ 79393 w 644970"/>
                  <a:gd name="connsiteY5" fmla="*/ 617430 h 832932"/>
                  <a:gd name="connsiteX6" fmla="*/ 79393 w 644970"/>
                  <a:gd name="connsiteY6" fmla="*/ 753540 h 832932"/>
                  <a:gd name="connsiteX7" fmla="*/ 565677 w 644970"/>
                  <a:gd name="connsiteY7" fmla="*/ 753540 h 832932"/>
                  <a:gd name="connsiteX8" fmla="*/ 565677 w 644970"/>
                  <a:gd name="connsiteY8" fmla="*/ 244779 h 832932"/>
                  <a:gd name="connsiteX9" fmla="*/ 400291 w 644970"/>
                  <a:gd name="connsiteY9" fmla="*/ 79393 h 832932"/>
                  <a:gd name="connsiteX10" fmla="*/ 79592 w 644970"/>
                  <a:gd name="connsiteY10" fmla="*/ 79393 h 832932"/>
                  <a:gd name="connsiteX11" fmla="*/ 79592 w 644970"/>
                  <a:gd name="connsiteY11" fmla="*/ 369327 h 832932"/>
                  <a:gd name="connsiteX12" fmla="*/ 39895 w 644970"/>
                  <a:gd name="connsiteY12" fmla="*/ 409023 h 832932"/>
                  <a:gd name="connsiteX13" fmla="*/ 198 w 644970"/>
                  <a:gd name="connsiteY13" fmla="*/ 369327 h 832932"/>
                  <a:gd name="connsiteX14" fmla="*/ 198 w 644970"/>
                  <a:gd name="connsiteY14" fmla="*/ 39697 h 832932"/>
                  <a:gd name="connsiteX15" fmla="*/ 39895 w 644970"/>
                  <a:gd name="connsiteY15" fmla="*/ 0 h 832932"/>
                  <a:gd name="connsiteX16" fmla="*/ 416715 w 644970"/>
                  <a:gd name="connsiteY16" fmla="*/ 0 h 832932"/>
                  <a:gd name="connsiteX17" fmla="*/ 444800 w 644970"/>
                  <a:gd name="connsiteY17" fmla="*/ 11661 h 832932"/>
                  <a:gd name="connsiteX18" fmla="*/ 633359 w 644970"/>
                  <a:gd name="connsiteY18" fmla="*/ 200219 h 832932"/>
                  <a:gd name="connsiteX19" fmla="*/ 644970 w 644970"/>
                  <a:gd name="connsiteY19" fmla="*/ 228305 h 832932"/>
                  <a:gd name="connsiteX20" fmla="*/ 644970 w 644970"/>
                  <a:gd name="connsiteY20" fmla="*/ 793236 h 832932"/>
                  <a:gd name="connsiteX21" fmla="*/ 605373 w 644970"/>
                  <a:gd name="connsiteY21" fmla="*/ 832933 h 832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4970" h="832932">
                    <a:moveTo>
                      <a:pt x="605373" y="832933"/>
                    </a:moveTo>
                    <a:lnTo>
                      <a:pt x="39697" y="832933"/>
                    </a:lnTo>
                    <a:cubicBezTo>
                      <a:pt x="17773" y="832933"/>
                      <a:pt x="0" y="815160"/>
                      <a:pt x="0" y="793236"/>
                    </a:cubicBezTo>
                    <a:lnTo>
                      <a:pt x="0" y="617430"/>
                    </a:lnTo>
                    <a:cubicBezTo>
                      <a:pt x="0" y="595506"/>
                      <a:pt x="17773" y="577734"/>
                      <a:pt x="39697" y="577734"/>
                    </a:cubicBezTo>
                    <a:cubicBezTo>
                      <a:pt x="61620" y="577734"/>
                      <a:pt x="79393" y="595506"/>
                      <a:pt x="79393" y="617430"/>
                    </a:cubicBezTo>
                    <a:lnTo>
                      <a:pt x="79393" y="753540"/>
                    </a:lnTo>
                    <a:lnTo>
                      <a:pt x="565677" y="753540"/>
                    </a:lnTo>
                    <a:lnTo>
                      <a:pt x="565677" y="244779"/>
                    </a:lnTo>
                    <a:lnTo>
                      <a:pt x="400291" y="79393"/>
                    </a:lnTo>
                    <a:lnTo>
                      <a:pt x="79592" y="79393"/>
                    </a:lnTo>
                    <a:lnTo>
                      <a:pt x="79592" y="369327"/>
                    </a:lnTo>
                    <a:cubicBezTo>
                      <a:pt x="79592" y="391251"/>
                      <a:pt x="61819" y="409023"/>
                      <a:pt x="39895" y="409023"/>
                    </a:cubicBezTo>
                    <a:cubicBezTo>
                      <a:pt x="17971" y="409023"/>
                      <a:pt x="198" y="391251"/>
                      <a:pt x="198" y="369327"/>
                    </a:cubicBezTo>
                    <a:lnTo>
                      <a:pt x="198" y="39697"/>
                    </a:lnTo>
                    <a:cubicBezTo>
                      <a:pt x="198" y="17773"/>
                      <a:pt x="17971" y="0"/>
                      <a:pt x="39895" y="0"/>
                    </a:cubicBezTo>
                    <a:lnTo>
                      <a:pt x="416715" y="0"/>
                    </a:lnTo>
                    <a:cubicBezTo>
                      <a:pt x="427254" y="5"/>
                      <a:pt x="437358" y="4200"/>
                      <a:pt x="444800" y="11661"/>
                    </a:cubicBezTo>
                    <a:lnTo>
                      <a:pt x="633359" y="200219"/>
                    </a:lnTo>
                    <a:cubicBezTo>
                      <a:pt x="640802" y="207670"/>
                      <a:pt x="644979" y="217773"/>
                      <a:pt x="644970" y="228305"/>
                    </a:cubicBezTo>
                    <a:lnTo>
                      <a:pt x="644970" y="793236"/>
                    </a:lnTo>
                    <a:cubicBezTo>
                      <a:pt x="644971" y="815121"/>
                      <a:pt x="627258" y="832878"/>
                      <a:pt x="605373" y="8329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1D7C85C3-C56F-EDC0-733D-5F26A165215A}"/>
                  </a:ext>
                </a:extLst>
              </p:cNvPr>
              <p:cNvSpPr/>
              <p:nvPr/>
            </p:nvSpPr>
            <p:spPr>
              <a:xfrm>
                <a:off x="9942655" y="3657786"/>
                <a:ext cx="267952" cy="267951"/>
              </a:xfrm>
              <a:custGeom>
                <a:avLst/>
                <a:gdLst>
                  <a:gd name="connsiteX0" fmla="*/ 228255 w 267952"/>
                  <a:gd name="connsiteY0" fmla="*/ 267952 h 267951"/>
                  <a:gd name="connsiteX1" fmla="*/ 39697 w 267952"/>
                  <a:gd name="connsiteY1" fmla="*/ 267952 h 267951"/>
                  <a:gd name="connsiteX2" fmla="*/ 0 w 267952"/>
                  <a:gd name="connsiteY2" fmla="*/ 228255 h 267951"/>
                  <a:gd name="connsiteX3" fmla="*/ 0 w 267952"/>
                  <a:gd name="connsiteY3" fmla="*/ 39697 h 267951"/>
                  <a:gd name="connsiteX4" fmla="*/ 39697 w 267952"/>
                  <a:gd name="connsiteY4" fmla="*/ 0 h 267951"/>
                  <a:gd name="connsiteX5" fmla="*/ 79393 w 267952"/>
                  <a:gd name="connsiteY5" fmla="*/ 39697 h 267951"/>
                  <a:gd name="connsiteX6" fmla="*/ 79393 w 267952"/>
                  <a:gd name="connsiteY6" fmla="*/ 188559 h 267951"/>
                  <a:gd name="connsiteX7" fmla="*/ 228255 w 267952"/>
                  <a:gd name="connsiteY7" fmla="*/ 188559 h 267951"/>
                  <a:gd name="connsiteX8" fmla="*/ 267952 w 267952"/>
                  <a:gd name="connsiteY8" fmla="*/ 228255 h 267951"/>
                  <a:gd name="connsiteX9" fmla="*/ 228255 w 267952"/>
                  <a:gd name="connsiteY9" fmla="*/ 267952 h 26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952" h="267951">
                    <a:moveTo>
                      <a:pt x="228255" y="267952"/>
                    </a:moveTo>
                    <a:lnTo>
                      <a:pt x="39697" y="267952"/>
                    </a:lnTo>
                    <a:cubicBezTo>
                      <a:pt x="17773" y="267952"/>
                      <a:pt x="0" y="250179"/>
                      <a:pt x="0" y="228255"/>
                    </a:cubicBezTo>
                    <a:lnTo>
                      <a:pt x="0" y="39697"/>
                    </a:lnTo>
                    <a:cubicBezTo>
                      <a:pt x="0" y="17773"/>
                      <a:pt x="17773" y="0"/>
                      <a:pt x="39697" y="0"/>
                    </a:cubicBezTo>
                    <a:cubicBezTo>
                      <a:pt x="61620" y="0"/>
                      <a:pt x="79393" y="17773"/>
                      <a:pt x="79393" y="39697"/>
                    </a:cubicBezTo>
                    <a:lnTo>
                      <a:pt x="79393" y="188559"/>
                    </a:lnTo>
                    <a:lnTo>
                      <a:pt x="228255" y="188559"/>
                    </a:lnTo>
                    <a:cubicBezTo>
                      <a:pt x="250179" y="188559"/>
                      <a:pt x="267952" y="206331"/>
                      <a:pt x="267952" y="228255"/>
                    </a:cubicBezTo>
                    <a:cubicBezTo>
                      <a:pt x="267952" y="250179"/>
                      <a:pt x="250179" y="267952"/>
                      <a:pt x="228255" y="26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6308E022-351E-9EEC-5DB5-FAC24842A75F}"/>
                </a:ext>
              </a:extLst>
            </p:cNvPr>
            <p:cNvSpPr/>
            <p:nvPr/>
          </p:nvSpPr>
          <p:spPr>
            <a:xfrm>
              <a:off x="9449027" y="3987317"/>
              <a:ext cx="481321" cy="327496"/>
            </a:xfrm>
            <a:custGeom>
              <a:avLst/>
              <a:gdLst>
                <a:gd name="connsiteX0" fmla="*/ 441625 w 481321"/>
                <a:gd name="connsiteY0" fmla="*/ 327497 h 327496"/>
                <a:gd name="connsiteX1" fmla="*/ 39697 w 481321"/>
                <a:gd name="connsiteY1" fmla="*/ 327497 h 327496"/>
                <a:gd name="connsiteX2" fmla="*/ 0 w 481321"/>
                <a:gd name="connsiteY2" fmla="*/ 287800 h 327496"/>
                <a:gd name="connsiteX3" fmla="*/ 0 w 481321"/>
                <a:gd name="connsiteY3" fmla="*/ 39697 h 327496"/>
                <a:gd name="connsiteX4" fmla="*/ 39697 w 481321"/>
                <a:gd name="connsiteY4" fmla="*/ 0 h 327496"/>
                <a:gd name="connsiteX5" fmla="*/ 441625 w 481321"/>
                <a:gd name="connsiteY5" fmla="*/ 0 h 327496"/>
                <a:gd name="connsiteX6" fmla="*/ 481321 w 481321"/>
                <a:gd name="connsiteY6" fmla="*/ 39697 h 327496"/>
                <a:gd name="connsiteX7" fmla="*/ 481321 w 481321"/>
                <a:gd name="connsiteY7" fmla="*/ 287800 h 327496"/>
                <a:gd name="connsiteX8" fmla="*/ 441625 w 481321"/>
                <a:gd name="connsiteY8" fmla="*/ 327497 h 327496"/>
                <a:gd name="connsiteX9" fmla="*/ 79393 w 481321"/>
                <a:gd name="connsiteY9" fmla="*/ 248103 h 327496"/>
                <a:gd name="connsiteX10" fmla="*/ 401928 w 481321"/>
                <a:gd name="connsiteY10" fmla="*/ 248103 h 327496"/>
                <a:gd name="connsiteX11" fmla="*/ 401928 w 481321"/>
                <a:gd name="connsiteY11" fmla="*/ 79393 h 327496"/>
                <a:gd name="connsiteX12" fmla="*/ 79393 w 481321"/>
                <a:gd name="connsiteY12" fmla="*/ 79393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1321" h="327496">
                  <a:moveTo>
                    <a:pt x="441625" y="327497"/>
                  </a:moveTo>
                  <a:lnTo>
                    <a:pt x="39697" y="327497"/>
                  </a:lnTo>
                  <a:cubicBezTo>
                    <a:pt x="17773" y="327497"/>
                    <a:pt x="0" y="309724"/>
                    <a:pt x="0" y="28780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441625" y="0"/>
                  </a:lnTo>
                  <a:cubicBezTo>
                    <a:pt x="463548" y="0"/>
                    <a:pt x="481321" y="17773"/>
                    <a:pt x="481321" y="39697"/>
                  </a:cubicBezTo>
                  <a:lnTo>
                    <a:pt x="481321" y="287800"/>
                  </a:lnTo>
                  <a:cubicBezTo>
                    <a:pt x="481321" y="309724"/>
                    <a:pt x="463548" y="327497"/>
                    <a:pt x="441625" y="327497"/>
                  </a:cubicBezTo>
                  <a:close/>
                  <a:moveTo>
                    <a:pt x="79393" y="248103"/>
                  </a:moveTo>
                  <a:lnTo>
                    <a:pt x="401928" y="248103"/>
                  </a:lnTo>
                  <a:lnTo>
                    <a:pt x="401928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C5B55902-86B6-FC11-C8F2-57D1F328F5BC}"/>
                </a:ext>
              </a:extLst>
            </p:cNvPr>
            <p:cNvSpPr/>
            <p:nvPr/>
          </p:nvSpPr>
          <p:spPr>
            <a:xfrm>
              <a:off x="9579530" y="4107548"/>
              <a:ext cx="75547" cy="94825"/>
            </a:xfrm>
            <a:custGeom>
              <a:avLst/>
              <a:gdLst>
                <a:gd name="connsiteX0" fmla="*/ 30120 w 75547"/>
                <a:gd name="connsiteY0" fmla="*/ 64309 h 94825"/>
                <a:gd name="connsiteX1" fmla="*/ 30120 w 75547"/>
                <a:gd name="connsiteY1" fmla="*/ 94825 h 94825"/>
                <a:gd name="connsiteX2" fmla="*/ 0 w 75547"/>
                <a:gd name="connsiteY2" fmla="*/ 94825 h 94825"/>
                <a:gd name="connsiteX3" fmla="*/ 0 w 75547"/>
                <a:gd name="connsiteY3" fmla="*/ 0 h 94825"/>
                <a:gd name="connsiteX4" fmla="*/ 38655 w 75547"/>
                <a:gd name="connsiteY4" fmla="*/ 0 h 94825"/>
                <a:gd name="connsiteX5" fmla="*/ 52151 w 75547"/>
                <a:gd name="connsiteY5" fmla="*/ 1539 h 94825"/>
                <a:gd name="connsiteX6" fmla="*/ 64011 w 75547"/>
                <a:gd name="connsiteY6" fmla="*/ 6501 h 94825"/>
                <a:gd name="connsiteX7" fmla="*/ 72397 w 75547"/>
                <a:gd name="connsiteY7" fmla="*/ 16425 h 94825"/>
                <a:gd name="connsiteX8" fmla="*/ 72397 w 75547"/>
                <a:gd name="connsiteY8" fmla="*/ 46793 h 94825"/>
                <a:gd name="connsiteX9" fmla="*/ 64160 w 75547"/>
                <a:gd name="connsiteY9" fmla="*/ 56717 h 94825"/>
                <a:gd name="connsiteX10" fmla="*/ 52300 w 75547"/>
                <a:gd name="connsiteY10" fmla="*/ 62373 h 94825"/>
                <a:gd name="connsiteX11" fmla="*/ 38605 w 75547"/>
                <a:gd name="connsiteY11" fmla="*/ 64110 h 94825"/>
                <a:gd name="connsiteX12" fmla="*/ 30120 w 75547"/>
                <a:gd name="connsiteY12" fmla="*/ 24612 h 94825"/>
                <a:gd name="connsiteX13" fmla="*/ 30120 w 75547"/>
                <a:gd name="connsiteY13" fmla="*/ 39895 h 94825"/>
                <a:gd name="connsiteX14" fmla="*/ 36521 w 75547"/>
                <a:gd name="connsiteY14" fmla="*/ 39895 h 94825"/>
                <a:gd name="connsiteX15" fmla="*/ 42823 w 75547"/>
                <a:gd name="connsiteY15" fmla="*/ 38109 h 94825"/>
                <a:gd name="connsiteX16" fmla="*/ 45651 w 75547"/>
                <a:gd name="connsiteY16" fmla="*/ 32006 h 94825"/>
                <a:gd name="connsiteX17" fmla="*/ 44907 w 75547"/>
                <a:gd name="connsiteY17" fmla="*/ 28334 h 94825"/>
                <a:gd name="connsiteX18" fmla="*/ 42823 w 75547"/>
                <a:gd name="connsiteY18" fmla="*/ 26101 h 94825"/>
                <a:gd name="connsiteX19" fmla="*/ 39796 w 75547"/>
                <a:gd name="connsiteY19" fmla="*/ 24959 h 94825"/>
                <a:gd name="connsiteX20" fmla="*/ 36521 w 75547"/>
                <a:gd name="connsiteY20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547" h="94825">
                  <a:moveTo>
                    <a:pt x="30120" y="64309"/>
                  </a:moveTo>
                  <a:lnTo>
                    <a:pt x="30120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655" y="0"/>
                  </a:lnTo>
                  <a:cubicBezTo>
                    <a:pt x="43198" y="-14"/>
                    <a:pt x="47728" y="502"/>
                    <a:pt x="52151" y="1539"/>
                  </a:cubicBezTo>
                  <a:cubicBezTo>
                    <a:pt x="56383" y="2428"/>
                    <a:pt x="60407" y="4112"/>
                    <a:pt x="64011" y="6501"/>
                  </a:cubicBezTo>
                  <a:cubicBezTo>
                    <a:pt x="67563" y="9087"/>
                    <a:pt x="70439" y="12491"/>
                    <a:pt x="72397" y="16425"/>
                  </a:cubicBezTo>
                  <a:cubicBezTo>
                    <a:pt x="76598" y="26111"/>
                    <a:pt x="76598" y="37106"/>
                    <a:pt x="72397" y="46793"/>
                  </a:cubicBezTo>
                  <a:cubicBezTo>
                    <a:pt x="70453" y="50692"/>
                    <a:pt x="67634" y="54089"/>
                    <a:pt x="64160" y="56717"/>
                  </a:cubicBezTo>
                  <a:cubicBezTo>
                    <a:pt x="60617" y="59363"/>
                    <a:pt x="56587" y="61286"/>
                    <a:pt x="52300" y="62373"/>
                  </a:cubicBezTo>
                  <a:cubicBezTo>
                    <a:pt x="47826" y="63524"/>
                    <a:pt x="43225" y="64107"/>
                    <a:pt x="38605" y="64110"/>
                  </a:cubicBezTo>
                  <a:close/>
                  <a:moveTo>
                    <a:pt x="30120" y="24612"/>
                  </a:moveTo>
                  <a:lnTo>
                    <a:pt x="30120" y="39895"/>
                  </a:lnTo>
                  <a:lnTo>
                    <a:pt x="36521" y="39895"/>
                  </a:lnTo>
                  <a:cubicBezTo>
                    <a:pt x="38748" y="39909"/>
                    <a:pt x="40934" y="39289"/>
                    <a:pt x="42823" y="38109"/>
                  </a:cubicBezTo>
                  <a:cubicBezTo>
                    <a:pt x="44793" y="36730"/>
                    <a:pt x="45872" y="34400"/>
                    <a:pt x="45651" y="32006"/>
                  </a:cubicBezTo>
                  <a:cubicBezTo>
                    <a:pt x="45705" y="30739"/>
                    <a:pt x="45450" y="29479"/>
                    <a:pt x="44907" y="28334"/>
                  </a:cubicBezTo>
                  <a:cubicBezTo>
                    <a:pt x="44430" y="27412"/>
                    <a:pt x="43709" y="26640"/>
                    <a:pt x="42823" y="26101"/>
                  </a:cubicBezTo>
                  <a:cubicBezTo>
                    <a:pt x="41886" y="25551"/>
                    <a:pt x="40862" y="25166"/>
                    <a:pt x="39796" y="24959"/>
                  </a:cubicBezTo>
                  <a:cubicBezTo>
                    <a:pt x="38717" y="24746"/>
                    <a:pt x="37621" y="24630"/>
                    <a:pt x="36521" y="246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F61E87B9-42F4-CD44-F54A-EEC5A0CB2C94}"/>
                </a:ext>
              </a:extLst>
            </p:cNvPr>
            <p:cNvSpPr/>
            <p:nvPr/>
          </p:nvSpPr>
          <p:spPr>
            <a:xfrm>
              <a:off x="9661454" y="4107548"/>
              <a:ext cx="75597" cy="94825"/>
            </a:xfrm>
            <a:custGeom>
              <a:avLst/>
              <a:gdLst>
                <a:gd name="connsiteX0" fmla="*/ 30169 w 75597"/>
                <a:gd name="connsiteY0" fmla="*/ 64309 h 94825"/>
                <a:gd name="connsiteX1" fmla="*/ 30169 w 75597"/>
                <a:gd name="connsiteY1" fmla="*/ 94825 h 94825"/>
                <a:gd name="connsiteX2" fmla="*/ 0 w 75597"/>
                <a:gd name="connsiteY2" fmla="*/ 94825 h 94825"/>
                <a:gd name="connsiteX3" fmla="*/ 0 w 75597"/>
                <a:gd name="connsiteY3" fmla="*/ 0 h 94825"/>
                <a:gd name="connsiteX4" fmla="*/ 38704 w 75597"/>
                <a:gd name="connsiteY4" fmla="*/ 0 h 94825"/>
                <a:gd name="connsiteX5" fmla="*/ 52201 w 75597"/>
                <a:gd name="connsiteY5" fmla="*/ 1538 h 94825"/>
                <a:gd name="connsiteX6" fmla="*/ 64060 w 75597"/>
                <a:gd name="connsiteY6" fmla="*/ 6500 h 94825"/>
                <a:gd name="connsiteX7" fmla="*/ 72446 w 75597"/>
                <a:gd name="connsiteY7" fmla="*/ 16425 h 94825"/>
                <a:gd name="connsiteX8" fmla="*/ 72446 w 75597"/>
                <a:gd name="connsiteY8" fmla="*/ 46793 h 94825"/>
                <a:gd name="connsiteX9" fmla="*/ 64160 w 75597"/>
                <a:gd name="connsiteY9" fmla="*/ 56717 h 94825"/>
                <a:gd name="connsiteX10" fmla="*/ 52350 w 75597"/>
                <a:gd name="connsiteY10" fmla="*/ 62373 h 94825"/>
                <a:gd name="connsiteX11" fmla="*/ 38655 w 75597"/>
                <a:gd name="connsiteY11" fmla="*/ 64110 h 94825"/>
                <a:gd name="connsiteX12" fmla="*/ 30169 w 75597"/>
                <a:gd name="connsiteY12" fmla="*/ 24612 h 94825"/>
                <a:gd name="connsiteX13" fmla="*/ 30169 w 75597"/>
                <a:gd name="connsiteY13" fmla="*/ 39895 h 94825"/>
                <a:gd name="connsiteX14" fmla="*/ 36570 w 75597"/>
                <a:gd name="connsiteY14" fmla="*/ 39895 h 94825"/>
                <a:gd name="connsiteX15" fmla="*/ 42872 w 75597"/>
                <a:gd name="connsiteY15" fmla="*/ 38109 h 94825"/>
                <a:gd name="connsiteX16" fmla="*/ 45701 w 75597"/>
                <a:gd name="connsiteY16" fmla="*/ 32005 h 94825"/>
                <a:gd name="connsiteX17" fmla="*/ 44956 w 75597"/>
                <a:gd name="connsiteY17" fmla="*/ 28334 h 94825"/>
                <a:gd name="connsiteX18" fmla="*/ 42872 w 75597"/>
                <a:gd name="connsiteY18" fmla="*/ 26101 h 94825"/>
                <a:gd name="connsiteX19" fmla="*/ 39845 w 75597"/>
                <a:gd name="connsiteY19" fmla="*/ 24959 h 94825"/>
                <a:gd name="connsiteX20" fmla="*/ 36570 w 75597"/>
                <a:gd name="connsiteY20" fmla="*/ 24612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597" h="94825">
                  <a:moveTo>
                    <a:pt x="30169" y="64309"/>
                  </a:moveTo>
                  <a:lnTo>
                    <a:pt x="30169" y="94825"/>
                  </a:lnTo>
                  <a:lnTo>
                    <a:pt x="0" y="94825"/>
                  </a:lnTo>
                  <a:lnTo>
                    <a:pt x="0" y="0"/>
                  </a:lnTo>
                  <a:lnTo>
                    <a:pt x="38704" y="0"/>
                  </a:lnTo>
                  <a:cubicBezTo>
                    <a:pt x="43248" y="-12"/>
                    <a:pt x="47777" y="505"/>
                    <a:pt x="52201" y="1538"/>
                  </a:cubicBezTo>
                  <a:cubicBezTo>
                    <a:pt x="56428" y="2440"/>
                    <a:pt x="60450" y="4123"/>
                    <a:pt x="64060" y="6500"/>
                  </a:cubicBezTo>
                  <a:cubicBezTo>
                    <a:pt x="67613" y="9087"/>
                    <a:pt x="70489" y="12491"/>
                    <a:pt x="72446" y="16425"/>
                  </a:cubicBezTo>
                  <a:cubicBezTo>
                    <a:pt x="76648" y="26111"/>
                    <a:pt x="76648" y="37106"/>
                    <a:pt x="72446" y="46793"/>
                  </a:cubicBezTo>
                  <a:cubicBezTo>
                    <a:pt x="70500" y="50704"/>
                    <a:pt x="67661" y="54103"/>
                    <a:pt x="64160" y="56717"/>
                  </a:cubicBezTo>
                  <a:cubicBezTo>
                    <a:pt x="60640" y="59372"/>
                    <a:pt x="56625" y="61296"/>
                    <a:pt x="52350" y="62373"/>
                  </a:cubicBezTo>
                  <a:cubicBezTo>
                    <a:pt x="47876" y="63524"/>
                    <a:pt x="43274" y="64107"/>
                    <a:pt x="38655" y="64110"/>
                  </a:cubicBezTo>
                  <a:close/>
                  <a:moveTo>
                    <a:pt x="30169" y="24612"/>
                  </a:moveTo>
                  <a:lnTo>
                    <a:pt x="30169" y="39895"/>
                  </a:lnTo>
                  <a:lnTo>
                    <a:pt x="36570" y="39895"/>
                  </a:lnTo>
                  <a:cubicBezTo>
                    <a:pt x="38798" y="39909"/>
                    <a:pt x="40983" y="39289"/>
                    <a:pt x="42872" y="38109"/>
                  </a:cubicBezTo>
                  <a:cubicBezTo>
                    <a:pt x="44842" y="36730"/>
                    <a:pt x="45922" y="34400"/>
                    <a:pt x="45701" y="32005"/>
                  </a:cubicBezTo>
                  <a:cubicBezTo>
                    <a:pt x="45755" y="30739"/>
                    <a:pt x="45500" y="29479"/>
                    <a:pt x="44956" y="28334"/>
                  </a:cubicBezTo>
                  <a:cubicBezTo>
                    <a:pt x="44466" y="27422"/>
                    <a:pt x="43748" y="26653"/>
                    <a:pt x="42872" y="26101"/>
                  </a:cubicBezTo>
                  <a:cubicBezTo>
                    <a:pt x="41933" y="25557"/>
                    <a:pt x="40910" y="25172"/>
                    <a:pt x="39845" y="24959"/>
                  </a:cubicBezTo>
                  <a:cubicBezTo>
                    <a:pt x="38766" y="24746"/>
                    <a:pt x="37670" y="24629"/>
                    <a:pt x="36570" y="246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8B260DEF-F76C-2835-E4A3-A6000F14A8B2}"/>
                </a:ext>
              </a:extLst>
            </p:cNvPr>
            <p:cNvSpPr/>
            <p:nvPr/>
          </p:nvSpPr>
          <p:spPr>
            <a:xfrm>
              <a:off x="9735141" y="4107548"/>
              <a:ext cx="74431" cy="94825"/>
            </a:xfrm>
            <a:custGeom>
              <a:avLst/>
              <a:gdLst>
                <a:gd name="connsiteX0" fmla="*/ 52499 w 74431"/>
                <a:gd name="connsiteY0" fmla="*/ 94825 h 94825"/>
                <a:gd name="connsiteX1" fmla="*/ 22230 w 74431"/>
                <a:gd name="connsiteY1" fmla="*/ 94825 h 94825"/>
                <a:gd name="connsiteX2" fmla="*/ 22230 w 74431"/>
                <a:gd name="connsiteY2" fmla="*/ 26944 h 94825"/>
                <a:gd name="connsiteX3" fmla="*/ 0 w 74431"/>
                <a:gd name="connsiteY3" fmla="*/ 26944 h 94825"/>
                <a:gd name="connsiteX4" fmla="*/ 0 w 74431"/>
                <a:gd name="connsiteY4" fmla="*/ 0 h 94825"/>
                <a:gd name="connsiteX5" fmla="*/ 74431 w 74431"/>
                <a:gd name="connsiteY5" fmla="*/ 0 h 94825"/>
                <a:gd name="connsiteX6" fmla="*/ 74431 w 74431"/>
                <a:gd name="connsiteY6" fmla="*/ 26944 h 94825"/>
                <a:gd name="connsiteX7" fmla="*/ 52499 w 74431"/>
                <a:gd name="connsiteY7" fmla="*/ 26944 h 9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431" h="94825">
                  <a:moveTo>
                    <a:pt x="52499" y="94825"/>
                  </a:moveTo>
                  <a:lnTo>
                    <a:pt x="22230" y="94825"/>
                  </a:lnTo>
                  <a:lnTo>
                    <a:pt x="22230" y="26944"/>
                  </a:lnTo>
                  <a:lnTo>
                    <a:pt x="0" y="26944"/>
                  </a:lnTo>
                  <a:lnTo>
                    <a:pt x="0" y="0"/>
                  </a:lnTo>
                  <a:lnTo>
                    <a:pt x="74431" y="0"/>
                  </a:lnTo>
                  <a:lnTo>
                    <a:pt x="74431" y="26944"/>
                  </a:lnTo>
                  <a:lnTo>
                    <a:pt x="52499" y="2694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607F6A4C-08EB-72FC-1AB8-9F457B4A09FF}"/>
              </a:ext>
            </a:extLst>
          </p:cNvPr>
          <p:cNvGrpSpPr/>
          <p:nvPr/>
        </p:nvGrpSpPr>
        <p:grpSpPr>
          <a:xfrm>
            <a:off x="1528129" y="4780938"/>
            <a:ext cx="823704" cy="823703"/>
            <a:chOff x="1528129" y="4780938"/>
            <a:chExt cx="823704" cy="823703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C84FB850-A18E-1B34-8D2F-D83A6B65F726}"/>
                </a:ext>
              </a:extLst>
            </p:cNvPr>
            <p:cNvSpPr/>
            <p:nvPr/>
          </p:nvSpPr>
          <p:spPr>
            <a:xfrm>
              <a:off x="1528129" y="4780938"/>
              <a:ext cx="823704" cy="823703"/>
            </a:xfrm>
            <a:custGeom>
              <a:avLst/>
              <a:gdLst>
                <a:gd name="connsiteX0" fmla="*/ 784008 w 823704"/>
                <a:gd name="connsiteY0" fmla="*/ 823703 h 823703"/>
                <a:gd name="connsiteX1" fmla="*/ 39697 w 823704"/>
                <a:gd name="connsiteY1" fmla="*/ 823703 h 823703"/>
                <a:gd name="connsiteX2" fmla="*/ 0 w 823704"/>
                <a:gd name="connsiteY2" fmla="*/ 784007 h 823703"/>
                <a:gd name="connsiteX3" fmla="*/ 0 w 823704"/>
                <a:gd name="connsiteY3" fmla="*/ 39697 h 823703"/>
                <a:gd name="connsiteX4" fmla="*/ 39697 w 823704"/>
                <a:gd name="connsiteY4" fmla="*/ 0 h 823703"/>
                <a:gd name="connsiteX5" fmla="*/ 784008 w 823704"/>
                <a:gd name="connsiteY5" fmla="*/ 0 h 823703"/>
                <a:gd name="connsiteX6" fmla="*/ 823704 w 823704"/>
                <a:gd name="connsiteY6" fmla="*/ 39697 h 823703"/>
                <a:gd name="connsiteX7" fmla="*/ 823704 w 823704"/>
                <a:gd name="connsiteY7" fmla="*/ 784007 h 823703"/>
                <a:gd name="connsiteX8" fmla="*/ 784008 w 823704"/>
                <a:gd name="connsiteY8" fmla="*/ 823703 h 823703"/>
                <a:gd name="connsiteX9" fmla="*/ 79393 w 823704"/>
                <a:gd name="connsiteY9" fmla="*/ 744310 h 823703"/>
                <a:gd name="connsiteX10" fmla="*/ 744311 w 823704"/>
                <a:gd name="connsiteY10" fmla="*/ 744310 h 823703"/>
                <a:gd name="connsiteX11" fmla="*/ 744311 w 823704"/>
                <a:gd name="connsiteY11" fmla="*/ 79393 h 823703"/>
                <a:gd name="connsiteX12" fmla="*/ 79393 w 823704"/>
                <a:gd name="connsiteY12" fmla="*/ 79393 h 823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704" h="823703">
                  <a:moveTo>
                    <a:pt x="784008" y="823703"/>
                  </a:moveTo>
                  <a:lnTo>
                    <a:pt x="39697" y="823703"/>
                  </a:lnTo>
                  <a:cubicBezTo>
                    <a:pt x="17773" y="823703"/>
                    <a:pt x="0" y="805931"/>
                    <a:pt x="0" y="784007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784008" y="0"/>
                  </a:lnTo>
                  <a:cubicBezTo>
                    <a:pt x="805932" y="0"/>
                    <a:pt x="823704" y="17773"/>
                    <a:pt x="823704" y="39697"/>
                  </a:cubicBezTo>
                  <a:lnTo>
                    <a:pt x="823704" y="784007"/>
                  </a:lnTo>
                  <a:cubicBezTo>
                    <a:pt x="823704" y="805931"/>
                    <a:pt x="805932" y="823703"/>
                    <a:pt x="784008" y="823703"/>
                  </a:cubicBezTo>
                  <a:close/>
                  <a:moveTo>
                    <a:pt x="79393" y="744310"/>
                  </a:moveTo>
                  <a:lnTo>
                    <a:pt x="744311" y="744310"/>
                  </a:lnTo>
                  <a:lnTo>
                    <a:pt x="744311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F0549F7C-7B88-53FE-937E-47CAA982C12B}"/>
                </a:ext>
              </a:extLst>
            </p:cNvPr>
            <p:cNvSpPr/>
            <p:nvPr/>
          </p:nvSpPr>
          <p:spPr>
            <a:xfrm>
              <a:off x="1932538" y="5200233"/>
              <a:ext cx="287800" cy="287799"/>
            </a:xfrm>
            <a:custGeom>
              <a:avLst/>
              <a:gdLst>
                <a:gd name="connsiteX0" fmla="*/ 248104 w 287800"/>
                <a:gd name="connsiteY0" fmla="*/ 287800 h 287799"/>
                <a:gd name="connsiteX1" fmla="*/ 39697 w 287800"/>
                <a:gd name="connsiteY1" fmla="*/ 287800 h 287799"/>
                <a:gd name="connsiteX2" fmla="*/ 0 w 287800"/>
                <a:gd name="connsiteY2" fmla="*/ 248103 h 287799"/>
                <a:gd name="connsiteX3" fmla="*/ 0 w 287800"/>
                <a:gd name="connsiteY3" fmla="*/ 39697 h 287799"/>
                <a:gd name="connsiteX4" fmla="*/ 39697 w 287800"/>
                <a:gd name="connsiteY4" fmla="*/ 0 h 287799"/>
                <a:gd name="connsiteX5" fmla="*/ 248104 w 287800"/>
                <a:gd name="connsiteY5" fmla="*/ 0 h 287799"/>
                <a:gd name="connsiteX6" fmla="*/ 287800 w 287800"/>
                <a:gd name="connsiteY6" fmla="*/ 39697 h 287799"/>
                <a:gd name="connsiteX7" fmla="*/ 287800 w 287800"/>
                <a:gd name="connsiteY7" fmla="*/ 248103 h 287799"/>
                <a:gd name="connsiteX8" fmla="*/ 248104 w 287800"/>
                <a:gd name="connsiteY8" fmla="*/ 287800 h 287799"/>
                <a:gd name="connsiteX9" fmla="*/ 79393 w 287800"/>
                <a:gd name="connsiteY9" fmla="*/ 208407 h 287799"/>
                <a:gd name="connsiteX10" fmla="*/ 208407 w 287800"/>
                <a:gd name="connsiteY10" fmla="*/ 208407 h 287799"/>
                <a:gd name="connsiteX11" fmla="*/ 208407 w 287800"/>
                <a:gd name="connsiteY11" fmla="*/ 79393 h 287799"/>
                <a:gd name="connsiteX12" fmla="*/ 79393 w 287800"/>
                <a:gd name="connsiteY12" fmla="*/ 79393 h 28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00" h="287799">
                  <a:moveTo>
                    <a:pt x="248104" y="287800"/>
                  </a:moveTo>
                  <a:lnTo>
                    <a:pt x="39697" y="287800"/>
                  </a:lnTo>
                  <a:cubicBezTo>
                    <a:pt x="17773" y="287800"/>
                    <a:pt x="0" y="270027"/>
                    <a:pt x="0" y="248103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lnTo>
                    <a:pt x="248104" y="0"/>
                  </a:lnTo>
                  <a:cubicBezTo>
                    <a:pt x="270028" y="0"/>
                    <a:pt x="287800" y="17773"/>
                    <a:pt x="287800" y="39697"/>
                  </a:cubicBezTo>
                  <a:lnTo>
                    <a:pt x="287800" y="248103"/>
                  </a:lnTo>
                  <a:cubicBezTo>
                    <a:pt x="287800" y="270027"/>
                    <a:pt x="270028" y="287800"/>
                    <a:pt x="248104" y="287800"/>
                  </a:cubicBezTo>
                  <a:close/>
                  <a:moveTo>
                    <a:pt x="79393" y="208407"/>
                  </a:moveTo>
                  <a:lnTo>
                    <a:pt x="208407" y="208407"/>
                  </a:lnTo>
                  <a:lnTo>
                    <a:pt x="208407" y="79393"/>
                  </a:lnTo>
                  <a:lnTo>
                    <a:pt x="79393" y="7939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DF930A32-244C-AC62-4865-639066A18492}"/>
                </a:ext>
              </a:extLst>
            </p:cNvPr>
            <p:cNvSpPr/>
            <p:nvPr/>
          </p:nvSpPr>
          <p:spPr>
            <a:xfrm>
              <a:off x="1639776" y="5254815"/>
              <a:ext cx="253065" cy="79393"/>
            </a:xfrm>
            <a:custGeom>
              <a:avLst/>
              <a:gdLst>
                <a:gd name="connsiteX0" fmla="*/ 213369 w 253065"/>
                <a:gd name="connsiteY0" fmla="*/ 79393 h 79393"/>
                <a:gd name="connsiteX1" fmla="*/ 39697 w 253065"/>
                <a:gd name="connsiteY1" fmla="*/ 79393 h 79393"/>
                <a:gd name="connsiteX2" fmla="*/ 0 w 253065"/>
                <a:gd name="connsiteY2" fmla="*/ 39697 h 79393"/>
                <a:gd name="connsiteX3" fmla="*/ 39697 w 253065"/>
                <a:gd name="connsiteY3" fmla="*/ 0 h 79393"/>
                <a:gd name="connsiteX4" fmla="*/ 213369 w 253065"/>
                <a:gd name="connsiteY4" fmla="*/ 0 h 79393"/>
                <a:gd name="connsiteX5" fmla="*/ 253066 w 253065"/>
                <a:gd name="connsiteY5" fmla="*/ 39697 h 79393"/>
                <a:gd name="connsiteX6" fmla="*/ 213369 w 25306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065" h="79393">
                  <a:moveTo>
                    <a:pt x="21336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cubicBezTo>
                    <a:pt x="253066" y="61620"/>
                    <a:pt x="235293" y="79393"/>
                    <a:pt x="21336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3BC9E167-77B5-A307-528F-3FD7C350C8E4}"/>
                </a:ext>
              </a:extLst>
            </p:cNvPr>
            <p:cNvSpPr/>
            <p:nvPr/>
          </p:nvSpPr>
          <p:spPr>
            <a:xfrm>
              <a:off x="1639776" y="5368943"/>
              <a:ext cx="253065" cy="79393"/>
            </a:xfrm>
            <a:custGeom>
              <a:avLst/>
              <a:gdLst>
                <a:gd name="connsiteX0" fmla="*/ 213369 w 253065"/>
                <a:gd name="connsiteY0" fmla="*/ 79393 h 79393"/>
                <a:gd name="connsiteX1" fmla="*/ 39697 w 253065"/>
                <a:gd name="connsiteY1" fmla="*/ 79393 h 79393"/>
                <a:gd name="connsiteX2" fmla="*/ 0 w 253065"/>
                <a:gd name="connsiteY2" fmla="*/ 39697 h 79393"/>
                <a:gd name="connsiteX3" fmla="*/ 39697 w 253065"/>
                <a:gd name="connsiteY3" fmla="*/ 0 h 79393"/>
                <a:gd name="connsiteX4" fmla="*/ 213369 w 253065"/>
                <a:gd name="connsiteY4" fmla="*/ 0 h 79393"/>
                <a:gd name="connsiteX5" fmla="*/ 253066 w 253065"/>
                <a:gd name="connsiteY5" fmla="*/ 39697 h 79393"/>
                <a:gd name="connsiteX6" fmla="*/ 213369 w 25306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065" h="79393">
                  <a:moveTo>
                    <a:pt x="213369" y="79393"/>
                  </a:moveTo>
                  <a:lnTo>
                    <a:pt x="39697" y="79393"/>
                  </a:ln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lnTo>
                    <a:pt x="213369" y="0"/>
                  </a:lnTo>
                  <a:cubicBezTo>
                    <a:pt x="235293" y="0"/>
                    <a:pt x="253066" y="17773"/>
                    <a:pt x="253066" y="39697"/>
                  </a:cubicBezTo>
                  <a:cubicBezTo>
                    <a:pt x="253066" y="61620"/>
                    <a:pt x="235293" y="79393"/>
                    <a:pt x="21336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E6FEE116-FE1F-2D52-1BAC-93B1DB7E93A1}"/>
                </a:ext>
              </a:extLst>
            </p:cNvPr>
            <p:cNvSpPr/>
            <p:nvPr/>
          </p:nvSpPr>
          <p:spPr>
            <a:xfrm>
              <a:off x="1787546" y="4781930"/>
              <a:ext cx="304869" cy="358757"/>
            </a:xfrm>
            <a:custGeom>
              <a:avLst/>
              <a:gdLst>
                <a:gd name="connsiteX0" fmla="*/ 39697 w 304869"/>
                <a:gd name="connsiteY0" fmla="*/ 358758 h 358757"/>
                <a:gd name="connsiteX1" fmla="*/ 0 w 304869"/>
                <a:gd name="connsiteY1" fmla="*/ 319061 h 358757"/>
                <a:gd name="connsiteX2" fmla="*/ 0 w 304869"/>
                <a:gd name="connsiteY2" fmla="*/ 40193 h 358757"/>
                <a:gd name="connsiteX3" fmla="*/ 39697 w 304869"/>
                <a:gd name="connsiteY3" fmla="*/ 497 h 358757"/>
                <a:gd name="connsiteX4" fmla="*/ 147374 w 304869"/>
                <a:gd name="connsiteY4" fmla="*/ 497 h 358757"/>
                <a:gd name="connsiteX5" fmla="*/ 153527 w 304869"/>
                <a:gd name="connsiteY5" fmla="*/ 0 h 358757"/>
                <a:gd name="connsiteX6" fmla="*/ 265173 w 304869"/>
                <a:gd name="connsiteY6" fmla="*/ 0 h 358757"/>
                <a:gd name="connsiteX7" fmla="*/ 304870 w 304869"/>
                <a:gd name="connsiteY7" fmla="*/ 39697 h 358757"/>
                <a:gd name="connsiteX8" fmla="*/ 304870 w 304869"/>
                <a:gd name="connsiteY8" fmla="*/ 318565 h 358757"/>
                <a:gd name="connsiteX9" fmla="*/ 265167 w 304869"/>
                <a:gd name="connsiteY9" fmla="*/ 358255 h 358757"/>
                <a:gd name="connsiteX10" fmla="*/ 243340 w 304869"/>
                <a:gd name="connsiteY10" fmla="*/ 351712 h 358757"/>
                <a:gd name="connsiteX11" fmla="*/ 152782 w 304869"/>
                <a:gd name="connsiteY11" fmla="*/ 292167 h 358757"/>
                <a:gd name="connsiteX12" fmla="*/ 61530 w 304869"/>
                <a:gd name="connsiteY12" fmla="*/ 352208 h 358757"/>
                <a:gd name="connsiteX13" fmla="*/ 39697 w 304869"/>
                <a:gd name="connsiteY13" fmla="*/ 358758 h 358757"/>
                <a:gd name="connsiteX14" fmla="*/ 79393 w 304869"/>
                <a:gd name="connsiteY14" fmla="*/ 79890 h 358757"/>
                <a:gd name="connsiteX15" fmla="*/ 79393 w 304869"/>
                <a:gd name="connsiteY15" fmla="*/ 245375 h 358757"/>
                <a:gd name="connsiteX16" fmla="*/ 130106 w 304869"/>
                <a:gd name="connsiteY16" fmla="*/ 211930 h 358757"/>
                <a:gd name="connsiteX17" fmla="*/ 135762 w 304869"/>
                <a:gd name="connsiteY17" fmla="*/ 208854 h 358757"/>
                <a:gd name="connsiteX18" fmla="*/ 136804 w 304869"/>
                <a:gd name="connsiteY18" fmla="*/ 208358 h 358757"/>
                <a:gd name="connsiteX19" fmla="*/ 174863 w 304869"/>
                <a:gd name="connsiteY19" fmla="*/ 211484 h 358757"/>
                <a:gd name="connsiteX20" fmla="*/ 225526 w 304869"/>
                <a:gd name="connsiteY20" fmla="*/ 244878 h 358757"/>
                <a:gd name="connsiteX21" fmla="*/ 225526 w 304869"/>
                <a:gd name="connsiteY21" fmla="*/ 79393 h 358757"/>
                <a:gd name="connsiteX22" fmla="*/ 159481 w 304869"/>
                <a:gd name="connsiteY22" fmla="*/ 79393 h 358757"/>
                <a:gd name="connsiteX23" fmla="*/ 153328 w 304869"/>
                <a:gd name="connsiteY23" fmla="*/ 79890 h 35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69" h="358757">
                  <a:moveTo>
                    <a:pt x="39697" y="358758"/>
                  </a:moveTo>
                  <a:cubicBezTo>
                    <a:pt x="17773" y="358758"/>
                    <a:pt x="0" y="340985"/>
                    <a:pt x="0" y="319061"/>
                  </a:cubicBezTo>
                  <a:lnTo>
                    <a:pt x="0" y="40193"/>
                  </a:lnTo>
                  <a:cubicBezTo>
                    <a:pt x="0" y="18269"/>
                    <a:pt x="17773" y="497"/>
                    <a:pt x="39697" y="497"/>
                  </a:cubicBezTo>
                  <a:lnTo>
                    <a:pt x="147374" y="497"/>
                  </a:lnTo>
                  <a:cubicBezTo>
                    <a:pt x="149407" y="157"/>
                    <a:pt x="151465" y="-9"/>
                    <a:pt x="153527" y="0"/>
                  </a:cubicBezTo>
                  <a:lnTo>
                    <a:pt x="265173" y="0"/>
                  </a:lnTo>
                  <a:cubicBezTo>
                    <a:pt x="287097" y="0"/>
                    <a:pt x="304870" y="17773"/>
                    <a:pt x="304870" y="39697"/>
                  </a:cubicBezTo>
                  <a:lnTo>
                    <a:pt x="304870" y="318565"/>
                  </a:lnTo>
                  <a:cubicBezTo>
                    <a:pt x="304866" y="340489"/>
                    <a:pt x="287091" y="358259"/>
                    <a:pt x="265167" y="358255"/>
                  </a:cubicBezTo>
                  <a:cubicBezTo>
                    <a:pt x="257408" y="358254"/>
                    <a:pt x="249820" y="355979"/>
                    <a:pt x="243340" y="351712"/>
                  </a:cubicBezTo>
                  <a:lnTo>
                    <a:pt x="152782" y="292167"/>
                  </a:lnTo>
                  <a:lnTo>
                    <a:pt x="61530" y="352208"/>
                  </a:lnTo>
                  <a:cubicBezTo>
                    <a:pt x="55049" y="356479"/>
                    <a:pt x="47458" y="358756"/>
                    <a:pt x="39697" y="358758"/>
                  </a:cubicBezTo>
                  <a:close/>
                  <a:moveTo>
                    <a:pt x="79393" y="79890"/>
                  </a:moveTo>
                  <a:lnTo>
                    <a:pt x="79393" y="245375"/>
                  </a:lnTo>
                  <a:lnTo>
                    <a:pt x="130106" y="211930"/>
                  </a:lnTo>
                  <a:cubicBezTo>
                    <a:pt x="131903" y="210750"/>
                    <a:pt x="133795" y="209721"/>
                    <a:pt x="135762" y="208854"/>
                  </a:cubicBezTo>
                  <a:lnTo>
                    <a:pt x="136804" y="208358"/>
                  </a:lnTo>
                  <a:cubicBezTo>
                    <a:pt x="149192" y="202828"/>
                    <a:pt x="163545" y="204007"/>
                    <a:pt x="174863" y="211484"/>
                  </a:cubicBezTo>
                  <a:lnTo>
                    <a:pt x="225526" y="244878"/>
                  </a:lnTo>
                  <a:lnTo>
                    <a:pt x="225526" y="79393"/>
                  </a:lnTo>
                  <a:lnTo>
                    <a:pt x="159481" y="79393"/>
                  </a:lnTo>
                  <a:cubicBezTo>
                    <a:pt x="157445" y="79709"/>
                    <a:pt x="155388" y="79874"/>
                    <a:pt x="153328" y="798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247D8065-9E2D-77D3-D38D-229F46C8E6EF}"/>
              </a:ext>
            </a:extLst>
          </p:cNvPr>
          <p:cNvGrpSpPr/>
          <p:nvPr/>
        </p:nvGrpSpPr>
        <p:grpSpPr>
          <a:xfrm>
            <a:off x="2835266" y="4770319"/>
            <a:ext cx="844445" cy="844941"/>
            <a:chOff x="2835266" y="4770319"/>
            <a:chExt cx="844445" cy="844941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5D422B9-1ED2-DDD8-6173-24D48892C919}"/>
                </a:ext>
              </a:extLst>
            </p:cNvPr>
            <p:cNvSpPr/>
            <p:nvPr/>
          </p:nvSpPr>
          <p:spPr>
            <a:xfrm>
              <a:off x="2965953" y="5120081"/>
              <a:ext cx="189118" cy="495178"/>
            </a:xfrm>
            <a:custGeom>
              <a:avLst/>
              <a:gdLst>
                <a:gd name="connsiteX0" fmla="*/ 149471 w 189118"/>
                <a:gd name="connsiteY0" fmla="*/ 495179 h 495178"/>
                <a:gd name="connsiteX1" fmla="*/ 109775 w 189118"/>
                <a:gd name="connsiteY1" fmla="*/ 455482 h 495178"/>
                <a:gd name="connsiteX2" fmla="*/ 109775 w 189118"/>
                <a:gd name="connsiteY2" fmla="*/ 189267 h 495178"/>
                <a:gd name="connsiteX3" fmla="*/ 8846 w 189118"/>
                <a:gd name="connsiteY3" fmla="*/ 64669 h 495178"/>
                <a:gd name="connsiteX4" fmla="*/ 14701 w 189118"/>
                <a:gd name="connsiteY4" fmla="*/ 8846 h 495178"/>
                <a:gd name="connsiteX5" fmla="*/ 70525 w 189118"/>
                <a:gd name="connsiteY5" fmla="*/ 14701 h 495178"/>
                <a:gd name="connsiteX6" fmla="*/ 180286 w 189118"/>
                <a:gd name="connsiteY6" fmla="*/ 150216 h 495178"/>
                <a:gd name="connsiteX7" fmla="*/ 189118 w 189118"/>
                <a:gd name="connsiteY7" fmla="*/ 175224 h 495178"/>
                <a:gd name="connsiteX8" fmla="*/ 189118 w 189118"/>
                <a:gd name="connsiteY8" fmla="*/ 455482 h 495178"/>
                <a:gd name="connsiteX9" fmla="*/ 149422 w 189118"/>
                <a:gd name="connsiteY9" fmla="*/ 495179 h 49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118" h="495178">
                  <a:moveTo>
                    <a:pt x="149471" y="495179"/>
                  </a:moveTo>
                  <a:cubicBezTo>
                    <a:pt x="127539" y="495179"/>
                    <a:pt x="109775" y="477414"/>
                    <a:pt x="109775" y="455482"/>
                  </a:cubicBezTo>
                  <a:lnTo>
                    <a:pt x="109775" y="189267"/>
                  </a:lnTo>
                  <a:lnTo>
                    <a:pt x="8846" y="64669"/>
                  </a:lnTo>
                  <a:cubicBezTo>
                    <a:pt x="-4948" y="47650"/>
                    <a:pt x="-2318" y="22641"/>
                    <a:pt x="14701" y="8846"/>
                  </a:cubicBezTo>
                  <a:cubicBezTo>
                    <a:pt x="31721" y="-4948"/>
                    <a:pt x="56730" y="-2318"/>
                    <a:pt x="70525" y="14701"/>
                  </a:cubicBezTo>
                  <a:lnTo>
                    <a:pt x="180286" y="150216"/>
                  </a:lnTo>
                  <a:cubicBezTo>
                    <a:pt x="185992" y="157262"/>
                    <a:pt x="189118" y="166094"/>
                    <a:pt x="189118" y="175224"/>
                  </a:cubicBezTo>
                  <a:lnTo>
                    <a:pt x="189118" y="455482"/>
                  </a:lnTo>
                  <a:cubicBezTo>
                    <a:pt x="189118" y="477414"/>
                    <a:pt x="171354" y="495179"/>
                    <a:pt x="149422" y="4951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F00E16B3-66D6-06C6-7817-6D336FFA4143}"/>
                </a:ext>
              </a:extLst>
            </p:cNvPr>
            <p:cNvSpPr/>
            <p:nvPr/>
          </p:nvSpPr>
          <p:spPr>
            <a:xfrm>
              <a:off x="3412405" y="5272282"/>
              <a:ext cx="185730" cy="342978"/>
            </a:xfrm>
            <a:custGeom>
              <a:avLst/>
              <a:gdLst>
                <a:gd name="connsiteX0" fmla="*/ 39697 w 185730"/>
                <a:gd name="connsiteY0" fmla="*/ 342978 h 342978"/>
                <a:gd name="connsiteX1" fmla="*/ 0 w 185730"/>
                <a:gd name="connsiteY1" fmla="*/ 303282 h 342978"/>
                <a:gd name="connsiteX2" fmla="*/ 0 w 185730"/>
                <a:gd name="connsiteY2" fmla="*/ 177791 h 342978"/>
                <a:gd name="connsiteX3" fmla="*/ 21337 w 185730"/>
                <a:gd name="connsiteY3" fmla="*/ 142610 h 342978"/>
                <a:gd name="connsiteX4" fmla="*/ 106337 w 185730"/>
                <a:gd name="connsiteY4" fmla="*/ 98199 h 342978"/>
                <a:gd name="connsiteX5" fmla="*/ 106337 w 185730"/>
                <a:gd name="connsiteY5" fmla="*/ 39697 h 342978"/>
                <a:gd name="connsiteX6" fmla="*/ 146034 w 185730"/>
                <a:gd name="connsiteY6" fmla="*/ 0 h 342978"/>
                <a:gd name="connsiteX7" fmla="*/ 185730 w 185730"/>
                <a:gd name="connsiteY7" fmla="*/ 39697 h 342978"/>
                <a:gd name="connsiteX8" fmla="*/ 185730 w 185730"/>
                <a:gd name="connsiteY8" fmla="*/ 122265 h 342978"/>
                <a:gd name="connsiteX9" fmla="*/ 164394 w 185730"/>
                <a:gd name="connsiteY9" fmla="*/ 157446 h 342978"/>
                <a:gd name="connsiteX10" fmla="*/ 79393 w 185730"/>
                <a:gd name="connsiteY10" fmla="*/ 201857 h 342978"/>
                <a:gd name="connsiteX11" fmla="*/ 79393 w 185730"/>
                <a:gd name="connsiteY11" fmla="*/ 303282 h 342978"/>
                <a:gd name="connsiteX12" fmla="*/ 39697 w 185730"/>
                <a:gd name="connsiteY12" fmla="*/ 342978 h 342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730" h="342978">
                  <a:moveTo>
                    <a:pt x="39697" y="342978"/>
                  </a:moveTo>
                  <a:cubicBezTo>
                    <a:pt x="17764" y="342978"/>
                    <a:pt x="0" y="325214"/>
                    <a:pt x="0" y="303282"/>
                  </a:cubicBezTo>
                  <a:lnTo>
                    <a:pt x="0" y="177791"/>
                  </a:lnTo>
                  <a:cubicBezTo>
                    <a:pt x="0" y="163004"/>
                    <a:pt x="8237" y="149458"/>
                    <a:pt x="21337" y="142610"/>
                  </a:cubicBezTo>
                  <a:lnTo>
                    <a:pt x="106337" y="98199"/>
                  </a:lnTo>
                  <a:lnTo>
                    <a:pt x="106337" y="39697"/>
                  </a:lnTo>
                  <a:cubicBezTo>
                    <a:pt x="106337" y="17764"/>
                    <a:pt x="124101" y="0"/>
                    <a:pt x="146034" y="0"/>
                  </a:cubicBezTo>
                  <a:cubicBezTo>
                    <a:pt x="167966" y="0"/>
                    <a:pt x="185730" y="17764"/>
                    <a:pt x="185730" y="39697"/>
                  </a:cubicBezTo>
                  <a:lnTo>
                    <a:pt x="185730" y="122265"/>
                  </a:lnTo>
                  <a:cubicBezTo>
                    <a:pt x="185730" y="137052"/>
                    <a:pt x="177493" y="150599"/>
                    <a:pt x="164394" y="157446"/>
                  </a:cubicBezTo>
                  <a:lnTo>
                    <a:pt x="79393" y="201857"/>
                  </a:lnTo>
                  <a:lnTo>
                    <a:pt x="79393" y="303282"/>
                  </a:lnTo>
                  <a:cubicBezTo>
                    <a:pt x="79393" y="325214"/>
                    <a:pt x="61629" y="342978"/>
                    <a:pt x="39697" y="3429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0F14E5E-7FC6-D89C-C2F4-DF607E967E70}"/>
                </a:ext>
              </a:extLst>
            </p:cNvPr>
            <p:cNvSpPr/>
            <p:nvPr/>
          </p:nvSpPr>
          <p:spPr>
            <a:xfrm>
              <a:off x="3300411" y="5113496"/>
              <a:ext cx="79393" cy="501764"/>
            </a:xfrm>
            <a:custGeom>
              <a:avLst/>
              <a:gdLst>
                <a:gd name="connsiteX0" fmla="*/ 39697 w 79393"/>
                <a:gd name="connsiteY0" fmla="*/ 501764 h 501764"/>
                <a:gd name="connsiteX1" fmla="*/ 0 w 79393"/>
                <a:gd name="connsiteY1" fmla="*/ 462068 h 501764"/>
                <a:gd name="connsiteX2" fmla="*/ 0 w 79393"/>
                <a:gd name="connsiteY2" fmla="*/ 39697 h 501764"/>
                <a:gd name="connsiteX3" fmla="*/ 39697 w 79393"/>
                <a:gd name="connsiteY3" fmla="*/ 0 h 501764"/>
                <a:gd name="connsiteX4" fmla="*/ 79393 w 79393"/>
                <a:gd name="connsiteY4" fmla="*/ 39697 h 501764"/>
                <a:gd name="connsiteX5" fmla="*/ 79393 w 79393"/>
                <a:gd name="connsiteY5" fmla="*/ 462068 h 501764"/>
                <a:gd name="connsiteX6" fmla="*/ 39697 w 79393"/>
                <a:gd name="connsiteY6" fmla="*/ 501764 h 5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01764">
                  <a:moveTo>
                    <a:pt x="39697" y="501764"/>
                  </a:moveTo>
                  <a:cubicBezTo>
                    <a:pt x="17764" y="501764"/>
                    <a:pt x="0" y="484000"/>
                    <a:pt x="0" y="462068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62068"/>
                  </a:lnTo>
                  <a:cubicBezTo>
                    <a:pt x="79393" y="484000"/>
                    <a:pt x="61629" y="501764"/>
                    <a:pt x="39697" y="5017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02C9EBA-B807-141C-3FB1-904222C95964}"/>
                </a:ext>
              </a:extLst>
            </p:cNvPr>
            <p:cNvSpPr/>
            <p:nvPr/>
          </p:nvSpPr>
          <p:spPr>
            <a:xfrm>
              <a:off x="3099149" y="4929949"/>
              <a:ext cx="172580" cy="685311"/>
            </a:xfrm>
            <a:custGeom>
              <a:avLst/>
              <a:gdLst>
                <a:gd name="connsiteX0" fmla="*/ 132884 w 172580"/>
                <a:gd name="connsiteY0" fmla="*/ 685311 h 685311"/>
                <a:gd name="connsiteX1" fmla="*/ 93188 w 172580"/>
                <a:gd name="connsiteY1" fmla="*/ 645615 h 685311"/>
                <a:gd name="connsiteX2" fmla="*/ 93188 w 172580"/>
                <a:gd name="connsiteY2" fmla="*/ 336031 h 685311"/>
                <a:gd name="connsiteX3" fmla="*/ 7642 w 172580"/>
                <a:gd name="connsiteY3" fmla="*/ 218827 h 685311"/>
                <a:gd name="connsiteX4" fmla="*/ 0 w 172580"/>
                <a:gd name="connsiteY4" fmla="*/ 195406 h 685311"/>
                <a:gd name="connsiteX5" fmla="*/ 0 w 172580"/>
                <a:gd name="connsiteY5" fmla="*/ 39697 h 685311"/>
                <a:gd name="connsiteX6" fmla="*/ 39697 w 172580"/>
                <a:gd name="connsiteY6" fmla="*/ 0 h 685311"/>
                <a:gd name="connsiteX7" fmla="*/ 79393 w 172580"/>
                <a:gd name="connsiteY7" fmla="*/ 39697 h 685311"/>
                <a:gd name="connsiteX8" fmla="*/ 79393 w 172580"/>
                <a:gd name="connsiteY8" fmla="*/ 182455 h 685311"/>
                <a:gd name="connsiteX9" fmla="*/ 164939 w 172580"/>
                <a:gd name="connsiteY9" fmla="*/ 299659 h 685311"/>
                <a:gd name="connsiteX10" fmla="*/ 172581 w 172580"/>
                <a:gd name="connsiteY10" fmla="*/ 323080 h 685311"/>
                <a:gd name="connsiteX11" fmla="*/ 172581 w 172580"/>
                <a:gd name="connsiteY11" fmla="*/ 645615 h 685311"/>
                <a:gd name="connsiteX12" fmla="*/ 132884 w 172580"/>
                <a:gd name="connsiteY12" fmla="*/ 685311 h 68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80" h="685311">
                  <a:moveTo>
                    <a:pt x="132884" y="685311"/>
                  </a:moveTo>
                  <a:cubicBezTo>
                    <a:pt x="110952" y="685311"/>
                    <a:pt x="93188" y="667547"/>
                    <a:pt x="93188" y="645615"/>
                  </a:cubicBezTo>
                  <a:lnTo>
                    <a:pt x="93188" y="336031"/>
                  </a:lnTo>
                  <a:lnTo>
                    <a:pt x="7642" y="218827"/>
                  </a:lnTo>
                  <a:cubicBezTo>
                    <a:pt x="2680" y="212029"/>
                    <a:pt x="0" y="203842"/>
                    <a:pt x="0" y="19540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82455"/>
                  </a:lnTo>
                  <a:lnTo>
                    <a:pt x="164939" y="299659"/>
                  </a:lnTo>
                  <a:cubicBezTo>
                    <a:pt x="169901" y="306457"/>
                    <a:pt x="172581" y="314645"/>
                    <a:pt x="172581" y="323080"/>
                  </a:cubicBezTo>
                  <a:lnTo>
                    <a:pt x="172581" y="645615"/>
                  </a:lnTo>
                  <a:cubicBezTo>
                    <a:pt x="172581" y="667547"/>
                    <a:pt x="154817" y="685311"/>
                    <a:pt x="132884" y="68531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25FD800-2E80-3635-6918-75ED4936504C}"/>
                </a:ext>
              </a:extLst>
            </p:cNvPr>
            <p:cNvSpPr/>
            <p:nvPr/>
          </p:nvSpPr>
          <p:spPr>
            <a:xfrm>
              <a:off x="2835266" y="4978726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6BE827EB-C9D5-DBF9-AB22-317F7C5EF63D}"/>
                </a:ext>
              </a:extLst>
            </p:cNvPr>
            <p:cNvSpPr/>
            <p:nvPr/>
          </p:nvSpPr>
          <p:spPr>
            <a:xfrm>
              <a:off x="3018863" y="4770319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41580A25-58EF-B9BA-EF40-C70E86BEBD7A}"/>
                </a:ext>
              </a:extLst>
            </p:cNvPr>
            <p:cNvSpPr/>
            <p:nvPr/>
          </p:nvSpPr>
          <p:spPr>
            <a:xfrm>
              <a:off x="3222308" y="4953916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6" y="79393"/>
                    <a:pt x="79393" y="97405"/>
                    <a:pt x="79393" y="119536"/>
                  </a:cubicBezTo>
                  <a:cubicBezTo>
                    <a:pt x="79393" y="141667"/>
                    <a:pt x="97406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54E627FB-EBA2-B78C-CF96-D3191B5F5807}"/>
                </a:ext>
              </a:extLst>
            </p:cNvPr>
            <p:cNvSpPr/>
            <p:nvPr/>
          </p:nvSpPr>
          <p:spPr>
            <a:xfrm>
              <a:off x="3440639" y="5112702"/>
              <a:ext cx="239072" cy="239072"/>
            </a:xfrm>
            <a:custGeom>
              <a:avLst/>
              <a:gdLst>
                <a:gd name="connsiteX0" fmla="*/ 119536 w 239072"/>
                <a:gd name="connsiteY0" fmla="*/ 239072 h 239072"/>
                <a:gd name="connsiteX1" fmla="*/ 0 w 239072"/>
                <a:gd name="connsiteY1" fmla="*/ 119536 h 239072"/>
                <a:gd name="connsiteX2" fmla="*/ 119536 w 239072"/>
                <a:gd name="connsiteY2" fmla="*/ 0 h 239072"/>
                <a:gd name="connsiteX3" fmla="*/ 239073 w 239072"/>
                <a:gd name="connsiteY3" fmla="*/ 119536 h 239072"/>
                <a:gd name="connsiteX4" fmla="*/ 119536 w 239072"/>
                <a:gd name="connsiteY4" fmla="*/ 239072 h 239072"/>
                <a:gd name="connsiteX5" fmla="*/ 119536 w 239072"/>
                <a:gd name="connsiteY5" fmla="*/ 79393 h 239072"/>
                <a:gd name="connsiteX6" fmla="*/ 79393 w 239072"/>
                <a:gd name="connsiteY6" fmla="*/ 119536 h 239072"/>
                <a:gd name="connsiteX7" fmla="*/ 119536 w 239072"/>
                <a:gd name="connsiteY7" fmla="*/ 159679 h 239072"/>
                <a:gd name="connsiteX8" fmla="*/ 159680 w 239072"/>
                <a:gd name="connsiteY8" fmla="*/ 119536 h 239072"/>
                <a:gd name="connsiteX9" fmla="*/ 119536 w 239072"/>
                <a:gd name="connsiteY9" fmla="*/ 79393 h 23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072" h="239072">
                  <a:moveTo>
                    <a:pt x="119536" y="239072"/>
                  </a:moveTo>
                  <a:cubicBezTo>
                    <a:pt x="53640" y="239072"/>
                    <a:pt x="0" y="185433"/>
                    <a:pt x="0" y="119536"/>
                  </a:cubicBezTo>
                  <a:cubicBezTo>
                    <a:pt x="0" y="53640"/>
                    <a:pt x="53640" y="0"/>
                    <a:pt x="119536" y="0"/>
                  </a:cubicBezTo>
                  <a:cubicBezTo>
                    <a:pt x="185433" y="0"/>
                    <a:pt x="239073" y="53640"/>
                    <a:pt x="239073" y="119536"/>
                  </a:cubicBezTo>
                  <a:cubicBezTo>
                    <a:pt x="239073" y="185433"/>
                    <a:pt x="185433" y="239072"/>
                    <a:pt x="119536" y="239072"/>
                  </a:cubicBezTo>
                  <a:close/>
                  <a:moveTo>
                    <a:pt x="119536" y="79393"/>
                  </a:moveTo>
                  <a:cubicBezTo>
                    <a:pt x="97405" y="79393"/>
                    <a:pt x="79393" y="97405"/>
                    <a:pt x="79393" y="119536"/>
                  </a:cubicBezTo>
                  <a:cubicBezTo>
                    <a:pt x="79393" y="141667"/>
                    <a:pt x="97405" y="159679"/>
                    <a:pt x="119536" y="159679"/>
                  </a:cubicBezTo>
                  <a:cubicBezTo>
                    <a:pt x="141667" y="159679"/>
                    <a:pt x="159680" y="141667"/>
                    <a:pt x="159680" y="119536"/>
                  </a:cubicBezTo>
                  <a:cubicBezTo>
                    <a:pt x="159680" y="97405"/>
                    <a:pt x="141667" y="79393"/>
                    <a:pt x="119536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564D15F1-EC08-266B-A653-810B01E9C290}"/>
              </a:ext>
            </a:extLst>
          </p:cNvPr>
          <p:cNvGrpSpPr/>
          <p:nvPr/>
        </p:nvGrpSpPr>
        <p:grpSpPr>
          <a:xfrm>
            <a:off x="4256184" y="4790663"/>
            <a:ext cx="637626" cy="804252"/>
            <a:chOff x="4256184" y="4790663"/>
            <a:chExt cx="637626" cy="804252"/>
          </a:xfrm>
        </p:grpSpPr>
        <p:grpSp>
          <p:nvGrpSpPr>
            <p:cNvPr id="54" name="Picture Placeholder 5">
              <a:extLst>
                <a:ext uri="{FF2B5EF4-FFF2-40B4-BE49-F238E27FC236}">
                  <a16:creationId xmlns:a16="http://schemas.microsoft.com/office/drawing/2014/main" id="{E65781AC-BC04-ACB0-913D-042795BC74C6}"/>
                </a:ext>
              </a:extLst>
            </p:cNvPr>
            <p:cNvGrpSpPr/>
            <p:nvPr/>
          </p:nvGrpSpPr>
          <p:grpSpPr>
            <a:xfrm>
              <a:off x="4256184" y="4790663"/>
              <a:ext cx="637626" cy="585474"/>
              <a:chOff x="4256184" y="4790663"/>
              <a:chExt cx="637626" cy="585474"/>
            </a:xfrm>
          </p:grpSpPr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2C6E9626-8B93-5650-79BA-DB06C2A41886}"/>
                  </a:ext>
                </a:extLst>
              </p:cNvPr>
              <p:cNvSpPr/>
              <p:nvPr/>
            </p:nvSpPr>
            <p:spPr>
              <a:xfrm>
                <a:off x="4256184" y="5069085"/>
                <a:ext cx="124002" cy="79393"/>
              </a:xfrm>
              <a:custGeom>
                <a:avLst/>
                <a:gdLst>
                  <a:gd name="connsiteX0" fmla="*/ 84306 w 124002"/>
                  <a:gd name="connsiteY0" fmla="*/ 79393 h 79393"/>
                  <a:gd name="connsiteX1" fmla="*/ 39697 w 124002"/>
                  <a:gd name="connsiteY1" fmla="*/ 79393 h 79393"/>
                  <a:gd name="connsiteX2" fmla="*/ 0 w 124002"/>
                  <a:gd name="connsiteY2" fmla="*/ 39697 h 79393"/>
                  <a:gd name="connsiteX3" fmla="*/ 39697 w 124002"/>
                  <a:gd name="connsiteY3" fmla="*/ 0 h 79393"/>
                  <a:gd name="connsiteX4" fmla="*/ 84306 w 124002"/>
                  <a:gd name="connsiteY4" fmla="*/ 0 h 79393"/>
                  <a:gd name="connsiteX5" fmla="*/ 124002 w 124002"/>
                  <a:gd name="connsiteY5" fmla="*/ 39697 h 79393"/>
                  <a:gd name="connsiteX6" fmla="*/ 84306 w 1240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02" h="79393">
                    <a:moveTo>
                      <a:pt x="84306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84306" y="0"/>
                    </a:lnTo>
                    <a:cubicBezTo>
                      <a:pt x="106238" y="0"/>
                      <a:pt x="124002" y="17764"/>
                      <a:pt x="124002" y="39697"/>
                    </a:cubicBezTo>
                    <a:cubicBezTo>
                      <a:pt x="124002" y="61629"/>
                      <a:pt x="106238" y="79393"/>
                      <a:pt x="84306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6" name="Picture Placeholder 5">
                <a:extLst>
                  <a:ext uri="{FF2B5EF4-FFF2-40B4-BE49-F238E27FC236}">
                    <a16:creationId xmlns:a16="http://schemas.microsoft.com/office/drawing/2014/main" id="{F2398E7F-A172-151C-D78B-96A6168AC160}"/>
                  </a:ext>
                </a:extLst>
              </p:cNvPr>
              <p:cNvGrpSpPr/>
              <p:nvPr/>
            </p:nvGrpSpPr>
            <p:grpSpPr>
              <a:xfrm>
                <a:off x="4413928" y="4957687"/>
                <a:ext cx="322832" cy="418451"/>
                <a:chOff x="4413928" y="4957687"/>
                <a:chExt cx="322832" cy="418451"/>
              </a:xfrm>
            </p:grpSpPr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DB8A3541-4943-331C-D341-40A733C6CA32}"/>
                    </a:ext>
                  </a:extLst>
                </p:cNvPr>
                <p:cNvSpPr/>
                <p:nvPr/>
              </p:nvSpPr>
              <p:spPr>
                <a:xfrm>
                  <a:off x="4413928" y="4957687"/>
                  <a:ext cx="322832" cy="314892"/>
                </a:xfrm>
                <a:custGeom>
                  <a:avLst/>
                  <a:gdLst>
                    <a:gd name="connsiteX0" fmla="*/ 217339 w 322832"/>
                    <a:gd name="connsiteY0" fmla="*/ 314893 h 314892"/>
                    <a:gd name="connsiteX1" fmla="*/ 180173 w 322832"/>
                    <a:gd name="connsiteY1" fmla="*/ 289140 h 314892"/>
                    <a:gd name="connsiteX2" fmla="*/ 203395 w 322832"/>
                    <a:gd name="connsiteY2" fmla="*/ 238030 h 314892"/>
                    <a:gd name="connsiteX3" fmla="*/ 243439 w 322832"/>
                    <a:gd name="connsiteY3" fmla="*/ 158191 h 314892"/>
                    <a:gd name="connsiteX4" fmla="*/ 161416 w 322832"/>
                    <a:gd name="connsiteY4" fmla="*/ 79393 h 314892"/>
                    <a:gd name="connsiteX5" fmla="*/ 79393 w 322832"/>
                    <a:gd name="connsiteY5" fmla="*/ 158191 h 314892"/>
                    <a:gd name="connsiteX6" fmla="*/ 121372 w 322832"/>
                    <a:gd name="connsiteY6" fmla="*/ 237633 h 314892"/>
                    <a:gd name="connsiteX7" fmla="*/ 143900 w 322832"/>
                    <a:gd name="connsiteY7" fmla="*/ 289041 h 314892"/>
                    <a:gd name="connsiteX8" fmla="*/ 92493 w 322832"/>
                    <a:gd name="connsiteY8" fmla="*/ 311568 h 314892"/>
                    <a:gd name="connsiteX9" fmla="*/ 0 w 322832"/>
                    <a:gd name="connsiteY9" fmla="*/ 158191 h 314892"/>
                    <a:gd name="connsiteX10" fmla="*/ 161416 w 322832"/>
                    <a:gd name="connsiteY10" fmla="*/ 0 h 314892"/>
                    <a:gd name="connsiteX11" fmla="*/ 322833 w 322832"/>
                    <a:gd name="connsiteY11" fmla="*/ 158191 h 314892"/>
                    <a:gd name="connsiteX12" fmla="*/ 231282 w 322832"/>
                    <a:gd name="connsiteY12" fmla="*/ 312362 h 314892"/>
                    <a:gd name="connsiteX13" fmla="*/ 217339 w 322832"/>
                    <a:gd name="connsiteY13" fmla="*/ 314893 h 3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2832" h="314892">
                      <a:moveTo>
                        <a:pt x="217339" y="314893"/>
                      </a:moveTo>
                      <a:cubicBezTo>
                        <a:pt x="201262" y="314893"/>
                        <a:pt x="186127" y="305068"/>
                        <a:pt x="180173" y="289140"/>
                      </a:cubicBezTo>
                      <a:cubicBezTo>
                        <a:pt x="172482" y="268597"/>
                        <a:pt x="182852" y="245722"/>
                        <a:pt x="203395" y="238030"/>
                      </a:cubicBezTo>
                      <a:cubicBezTo>
                        <a:pt x="213320" y="234309"/>
                        <a:pt x="243439" y="222995"/>
                        <a:pt x="243439" y="158191"/>
                      </a:cubicBezTo>
                      <a:cubicBezTo>
                        <a:pt x="243439" y="112540"/>
                        <a:pt x="208953" y="79393"/>
                        <a:pt x="161416" y="79393"/>
                      </a:cubicBezTo>
                      <a:cubicBezTo>
                        <a:pt x="113880" y="79393"/>
                        <a:pt x="79393" y="112540"/>
                        <a:pt x="79393" y="158191"/>
                      </a:cubicBezTo>
                      <a:cubicBezTo>
                        <a:pt x="79393" y="200021"/>
                        <a:pt x="93535" y="226717"/>
                        <a:pt x="121372" y="237633"/>
                      </a:cubicBezTo>
                      <a:cubicBezTo>
                        <a:pt x="141766" y="245622"/>
                        <a:pt x="151889" y="268646"/>
                        <a:pt x="143900" y="289041"/>
                      </a:cubicBezTo>
                      <a:cubicBezTo>
                        <a:pt x="135911" y="309484"/>
                        <a:pt x="112887" y="319557"/>
                        <a:pt x="92493" y="311568"/>
                      </a:cubicBezTo>
                      <a:cubicBezTo>
                        <a:pt x="33742" y="288594"/>
                        <a:pt x="0" y="232671"/>
                        <a:pt x="0" y="158191"/>
                      </a:cubicBezTo>
                      <a:cubicBezTo>
                        <a:pt x="0" y="68030"/>
                        <a:pt x="69370" y="0"/>
                        <a:pt x="161416" y="0"/>
                      </a:cubicBezTo>
                      <a:cubicBezTo>
                        <a:pt x="253463" y="0"/>
                        <a:pt x="322833" y="67980"/>
                        <a:pt x="322833" y="158191"/>
                      </a:cubicBezTo>
                      <a:cubicBezTo>
                        <a:pt x="322833" y="235450"/>
                        <a:pt x="290331" y="290231"/>
                        <a:pt x="231282" y="312362"/>
                      </a:cubicBezTo>
                      <a:cubicBezTo>
                        <a:pt x="226668" y="314099"/>
                        <a:pt x="221954" y="314893"/>
                        <a:pt x="217339" y="3148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8611529E-381A-4D87-C9A2-415964F0696E}"/>
                    </a:ext>
                  </a:extLst>
                </p:cNvPr>
                <p:cNvSpPr/>
                <p:nvPr/>
              </p:nvSpPr>
              <p:spPr>
                <a:xfrm>
                  <a:off x="4491733" y="5296745"/>
                  <a:ext cx="165187" cy="79393"/>
                </a:xfrm>
                <a:custGeom>
                  <a:avLst/>
                  <a:gdLst>
                    <a:gd name="connsiteX0" fmla="*/ 125491 w 165187"/>
                    <a:gd name="connsiteY0" fmla="*/ 79393 h 79393"/>
                    <a:gd name="connsiteX1" fmla="*/ 39697 w 165187"/>
                    <a:gd name="connsiteY1" fmla="*/ 79393 h 79393"/>
                    <a:gd name="connsiteX2" fmla="*/ 0 w 165187"/>
                    <a:gd name="connsiteY2" fmla="*/ 39697 h 79393"/>
                    <a:gd name="connsiteX3" fmla="*/ 39697 w 165187"/>
                    <a:gd name="connsiteY3" fmla="*/ 0 h 79393"/>
                    <a:gd name="connsiteX4" fmla="*/ 125491 w 165187"/>
                    <a:gd name="connsiteY4" fmla="*/ 0 h 79393"/>
                    <a:gd name="connsiteX5" fmla="*/ 165187 w 165187"/>
                    <a:gd name="connsiteY5" fmla="*/ 39697 h 79393"/>
                    <a:gd name="connsiteX6" fmla="*/ 125491 w 165187"/>
                    <a:gd name="connsiteY6" fmla="*/ 79393 h 7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187" h="79393">
                      <a:moveTo>
                        <a:pt x="125491" y="79393"/>
                      </a:moveTo>
                      <a:lnTo>
                        <a:pt x="39697" y="79393"/>
                      </a:lnTo>
                      <a:cubicBezTo>
                        <a:pt x="17764" y="79393"/>
                        <a:pt x="0" y="61629"/>
                        <a:pt x="0" y="39697"/>
                      </a:cubicBezTo>
                      <a:cubicBezTo>
                        <a:pt x="0" y="17764"/>
                        <a:pt x="17764" y="0"/>
                        <a:pt x="39697" y="0"/>
                      </a:cubicBezTo>
                      <a:lnTo>
                        <a:pt x="125491" y="0"/>
                      </a:lnTo>
                      <a:cubicBezTo>
                        <a:pt x="147423" y="0"/>
                        <a:pt x="165187" y="17764"/>
                        <a:pt x="165187" y="39697"/>
                      </a:cubicBezTo>
                      <a:cubicBezTo>
                        <a:pt x="165187" y="61629"/>
                        <a:pt x="147423" y="79393"/>
                        <a:pt x="125491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23E44C36-B52F-CD06-AE9F-6ED5663DB7C5}"/>
                    </a:ext>
                  </a:extLst>
                </p:cNvPr>
                <p:cNvSpPr/>
                <p:nvPr/>
              </p:nvSpPr>
              <p:spPr>
                <a:xfrm>
                  <a:off x="4482107" y="5193832"/>
                  <a:ext cx="186722" cy="182306"/>
                </a:xfrm>
                <a:custGeom>
                  <a:avLst/>
                  <a:gdLst>
                    <a:gd name="connsiteX0" fmla="*/ 147026 w 186722"/>
                    <a:gd name="connsiteY0" fmla="*/ 182306 h 182306"/>
                    <a:gd name="connsiteX1" fmla="*/ 39697 w 186722"/>
                    <a:gd name="connsiteY1" fmla="*/ 182306 h 182306"/>
                    <a:gd name="connsiteX2" fmla="*/ 0 w 186722"/>
                    <a:gd name="connsiteY2" fmla="*/ 142610 h 182306"/>
                    <a:gd name="connsiteX3" fmla="*/ 0 w 186722"/>
                    <a:gd name="connsiteY3" fmla="*/ 39697 h 182306"/>
                    <a:gd name="connsiteX4" fmla="*/ 39697 w 186722"/>
                    <a:gd name="connsiteY4" fmla="*/ 0 h 182306"/>
                    <a:gd name="connsiteX5" fmla="*/ 79393 w 186722"/>
                    <a:gd name="connsiteY5" fmla="*/ 39697 h 182306"/>
                    <a:gd name="connsiteX6" fmla="*/ 79393 w 186722"/>
                    <a:gd name="connsiteY6" fmla="*/ 102913 h 182306"/>
                    <a:gd name="connsiteX7" fmla="*/ 107330 w 186722"/>
                    <a:gd name="connsiteY7" fmla="*/ 102913 h 182306"/>
                    <a:gd name="connsiteX8" fmla="*/ 107330 w 186722"/>
                    <a:gd name="connsiteY8" fmla="*/ 41235 h 182306"/>
                    <a:gd name="connsiteX9" fmla="*/ 147026 w 186722"/>
                    <a:gd name="connsiteY9" fmla="*/ 1538 h 182306"/>
                    <a:gd name="connsiteX10" fmla="*/ 186723 w 186722"/>
                    <a:gd name="connsiteY10" fmla="*/ 41235 h 182306"/>
                    <a:gd name="connsiteX11" fmla="*/ 186723 w 186722"/>
                    <a:gd name="connsiteY11" fmla="*/ 142610 h 182306"/>
                    <a:gd name="connsiteX12" fmla="*/ 147026 w 186722"/>
                    <a:gd name="connsiteY12" fmla="*/ 182306 h 18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722" h="182306">
                      <a:moveTo>
                        <a:pt x="147026" y="182306"/>
                      </a:moveTo>
                      <a:lnTo>
                        <a:pt x="39697" y="182306"/>
                      </a:lnTo>
                      <a:cubicBezTo>
                        <a:pt x="17764" y="182306"/>
                        <a:pt x="0" y="164542"/>
                        <a:pt x="0" y="142610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102913"/>
                      </a:lnTo>
                      <a:lnTo>
                        <a:pt x="107330" y="102913"/>
                      </a:lnTo>
                      <a:lnTo>
                        <a:pt x="107330" y="41235"/>
                      </a:lnTo>
                      <a:cubicBezTo>
                        <a:pt x="107330" y="19302"/>
                        <a:pt x="125094" y="1538"/>
                        <a:pt x="147026" y="1538"/>
                      </a:cubicBezTo>
                      <a:cubicBezTo>
                        <a:pt x="168959" y="1538"/>
                        <a:pt x="186723" y="19302"/>
                        <a:pt x="186723" y="41235"/>
                      </a:cubicBezTo>
                      <a:lnTo>
                        <a:pt x="186723" y="142610"/>
                      </a:lnTo>
                      <a:cubicBezTo>
                        <a:pt x="186723" y="164542"/>
                        <a:pt x="168959" y="182306"/>
                        <a:pt x="147026" y="1823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C6217584-5907-80F9-9130-6F309E2FBC26}"/>
                  </a:ext>
                </a:extLst>
              </p:cNvPr>
              <p:cNvSpPr/>
              <p:nvPr/>
            </p:nvSpPr>
            <p:spPr>
              <a:xfrm>
                <a:off x="4716962" y="4868419"/>
                <a:ext cx="117204" cy="117204"/>
              </a:xfrm>
              <a:custGeom>
                <a:avLst/>
                <a:gdLst>
                  <a:gd name="connsiteX0" fmla="*/ 39697 w 117204"/>
                  <a:gd name="connsiteY0" fmla="*/ 117204 h 117204"/>
                  <a:gd name="connsiteX1" fmla="*/ 11611 w 117204"/>
                  <a:gd name="connsiteY1" fmla="*/ 105593 h 117204"/>
                  <a:gd name="connsiteX2" fmla="*/ 11611 w 117204"/>
                  <a:gd name="connsiteY2" fmla="*/ 49472 h 117204"/>
                  <a:gd name="connsiteX3" fmla="*/ 49472 w 117204"/>
                  <a:gd name="connsiteY3" fmla="*/ 11611 h 117204"/>
                  <a:gd name="connsiteX4" fmla="*/ 105593 w 117204"/>
                  <a:gd name="connsiteY4" fmla="*/ 11611 h 117204"/>
                  <a:gd name="connsiteX5" fmla="*/ 105593 w 117204"/>
                  <a:gd name="connsiteY5" fmla="*/ 67732 h 117204"/>
                  <a:gd name="connsiteX6" fmla="*/ 67732 w 117204"/>
                  <a:gd name="connsiteY6" fmla="*/ 105593 h 117204"/>
                  <a:gd name="connsiteX7" fmla="*/ 39647 w 117204"/>
                  <a:gd name="connsiteY7" fmla="*/ 117204 h 11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04" h="117204">
                    <a:moveTo>
                      <a:pt x="39697" y="117204"/>
                    </a:moveTo>
                    <a:cubicBezTo>
                      <a:pt x="29524" y="117204"/>
                      <a:pt x="19402" y="113334"/>
                      <a:pt x="11611" y="105593"/>
                    </a:cubicBezTo>
                    <a:cubicBezTo>
                      <a:pt x="-3870" y="90111"/>
                      <a:pt x="-3870" y="64953"/>
                      <a:pt x="11611" y="49472"/>
                    </a:cubicBezTo>
                    <a:lnTo>
                      <a:pt x="49472" y="11611"/>
                    </a:lnTo>
                    <a:cubicBezTo>
                      <a:pt x="64954" y="-3870"/>
                      <a:pt x="90111" y="-3870"/>
                      <a:pt x="105593" y="11611"/>
                    </a:cubicBezTo>
                    <a:cubicBezTo>
                      <a:pt x="121075" y="27093"/>
                      <a:pt x="121075" y="52251"/>
                      <a:pt x="105593" y="67732"/>
                    </a:cubicBezTo>
                    <a:lnTo>
                      <a:pt x="67732" y="105593"/>
                    </a:lnTo>
                    <a:cubicBezTo>
                      <a:pt x="59991" y="113334"/>
                      <a:pt x="49819" y="117204"/>
                      <a:pt x="39647" y="11720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0A9E8139-B991-A273-94A3-CCDE44DE288C}"/>
                  </a:ext>
                </a:extLst>
              </p:cNvPr>
              <p:cNvSpPr/>
              <p:nvPr/>
            </p:nvSpPr>
            <p:spPr>
              <a:xfrm>
                <a:off x="4313297" y="4867625"/>
                <a:ext cx="117204" cy="117204"/>
              </a:xfrm>
              <a:custGeom>
                <a:avLst/>
                <a:gdLst>
                  <a:gd name="connsiteX0" fmla="*/ 77557 w 117204"/>
                  <a:gd name="connsiteY0" fmla="*/ 117204 h 117204"/>
                  <a:gd name="connsiteX1" fmla="*/ 49472 w 117204"/>
                  <a:gd name="connsiteY1" fmla="*/ 105593 h 117204"/>
                  <a:gd name="connsiteX2" fmla="*/ 11611 w 117204"/>
                  <a:gd name="connsiteY2" fmla="*/ 67732 h 117204"/>
                  <a:gd name="connsiteX3" fmla="*/ 11611 w 117204"/>
                  <a:gd name="connsiteY3" fmla="*/ 11611 h 117204"/>
                  <a:gd name="connsiteX4" fmla="*/ 67732 w 117204"/>
                  <a:gd name="connsiteY4" fmla="*/ 11611 h 117204"/>
                  <a:gd name="connsiteX5" fmla="*/ 105593 w 117204"/>
                  <a:gd name="connsiteY5" fmla="*/ 49472 h 117204"/>
                  <a:gd name="connsiteX6" fmla="*/ 105593 w 117204"/>
                  <a:gd name="connsiteY6" fmla="*/ 105593 h 117204"/>
                  <a:gd name="connsiteX7" fmla="*/ 77508 w 117204"/>
                  <a:gd name="connsiteY7" fmla="*/ 117204 h 11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204" h="117204">
                    <a:moveTo>
                      <a:pt x="77557" y="117204"/>
                    </a:moveTo>
                    <a:cubicBezTo>
                      <a:pt x="67385" y="117204"/>
                      <a:pt x="57262" y="113334"/>
                      <a:pt x="49472" y="105593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05593" y="49472"/>
                    </a:lnTo>
                    <a:cubicBezTo>
                      <a:pt x="121075" y="64953"/>
                      <a:pt x="121075" y="90111"/>
                      <a:pt x="105593" y="105593"/>
                    </a:cubicBezTo>
                    <a:cubicBezTo>
                      <a:pt x="97852" y="113334"/>
                      <a:pt x="87680" y="117204"/>
                      <a:pt x="77508" y="11720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46280158-31E7-796E-254E-4E806CA77AB9}"/>
                  </a:ext>
                </a:extLst>
              </p:cNvPr>
              <p:cNvSpPr/>
              <p:nvPr/>
            </p:nvSpPr>
            <p:spPr>
              <a:xfrm>
                <a:off x="4536144" y="4790663"/>
                <a:ext cx="79393" cy="132933"/>
              </a:xfrm>
              <a:custGeom>
                <a:avLst/>
                <a:gdLst>
                  <a:gd name="connsiteX0" fmla="*/ 39697 w 79393"/>
                  <a:gd name="connsiteY0" fmla="*/ 132934 h 132933"/>
                  <a:gd name="connsiteX1" fmla="*/ 0 w 79393"/>
                  <a:gd name="connsiteY1" fmla="*/ 93237 h 132933"/>
                  <a:gd name="connsiteX2" fmla="*/ 0 w 79393"/>
                  <a:gd name="connsiteY2" fmla="*/ 39697 h 132933"/>
                  <a:gd name="connsiteX3" fmla="*/ 39697 w 79393"/>
                  <a:gd name="connsiteY3" fmla="*/ 0 h 132933"/>
                  <a:gd name="connsiteX4" fmla="*/ 79393 w 79393"/>
                  <a:gd name="connsiteY4" fmla="*/ 39697 h 132933"/>
                  <a:gd name="connsiteX5" fmla="*/ 79393 w 79393"/>
                  <a:gd name="connsiteY5" fmla="*/ 93237 h 132933"/>
                  <a:gd name="connsiteX6" fmla="*/ 39697 w 79393"/>
                  <a:gd name="connsiteY6" fmla="*/ 132934 h 13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32933">
                    <a:moveTo>
                      <a:pt x="39697" y="132934"/>
                    </a:moveTo>
                    <a:cubicBezTo>
                      <a:pt x="17764" y="132934"/>
                      <a:pt x="0" y="115170"/>
                      <a:pt x="0" y="93237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93237"/>
                    </a:lnTo>
                    <a:cubicBezTo>
                      <a:pt x="79393" y="115170"/>
                      <a:pt x="61629" y="132934"/>
                      <a:pt x="39697" y="13293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FCE8B66D-84D6-2831-E876-3E1004E740E9}"/>
                  </a:ext>
                </a:extLst>
              </p:cNvPr>
              <p:cNvSpPr/>
              <p:nvPr/>
            </p:nvSpPr>
            <p:spPr>
              <a:xfrm>
                <a:off x="4769808" y="5069085"/>
                <a:ext cx="124002" cy="79393"/>
              </a:xfrm>
              <a:custGeom>
                <a:avLst/>
                <a:gdLst>
                  <a:gd name="connsiteX0" fmla="*/ 84306 w 124002"/>
                  <a:gd name="connsiteY0" fmla="*/ 79393 h 79393"/>
                  <a:gd name="connsiteX1" fmla="*/ 39697 w 124002"/>
                  <a:gd name="connsiteY1" fmla="*/ 79393 h 79393"/>
                  <a:gd name="connsiteX2" fmla="*/ 0 w 124002"/>
                  <a:gd name="connsiteY2" fmla="*/ 39697 h 79393"/>
                  <a:gd name="connsiteX3" fmla="*/ 39697 w 124002"/>
                  <a:gd name="connsiteY3" fmla="*/ 0 h 79393"/>
                  <a:gd name="connsiteX4" fmla="*/ 84306 w 124002"/>
                  <a:gd name="connsiteY4" fmla="*/ 0 h 79393"/>
                  <a:gd name="connsiteX5" fmla="*/ 124002 w 124002"/>
                  <a:gd name="connsiteY5" fmla="*/ 39697 h 79393"/>
                  <a:gd name="connsiteX6" fmla="*/ 84306 w 124002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02" h="79393">
                    <a:moveTo>
                      <a:pt x="84306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84306" y="0"/>
                    </a:lnTo>
                    <a:cubicBezTo>
                      <a:pt x="106238" y="0"/>
                      <a:pt x="124002" y="17764"/>
                      <a:pt x="124002" y="39697"/>
                    </a:cubicBezTo>
                    <a:cubicBezTo>
                      <a:pt x="124002" y="61629"/>
                      <a:pt x="106238" y="79393"/>
                      <a:pt x="84306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039B73BB-00E1-7C9F-32EE-390EAC9A18B5}"/>
                </a:ext>
              </a:extLst>
            </p:cNvPr>
            <p:cNvSpPr/>
            <p:nvPr/>
          </p:nvSpPr>
          <p:spPr>
            <a:xfrm>
              <a:off x="4317962" y="5297985"/>
              <a:ext cx="514467" cy="296930"/>
            </a:xfrm>
            <a:custGeom>
              <a:avLst/>
              <a:gdLst>
                <a:gd name="connsiteX0" fmla="*/ 474771 w 514467"/>
                <a:gd name="connsiteY0" fmla="*/ 296930 h 296930"/>
                <a:gd name="connsiteX1" fmla="*/ 435075 w 514467"/>
                <a:gd name="connsiteY1" fmla="*/ 257234 h 296930"/>
                <a:gd name="connsiteX2" fmla="*/ 257234 w 514467"/>
                <a:gd name="connsiteY2" fmla="*/ 79393 h 296930"/>
                <a:gd name="connsiteX3" fmla="*/ 79393 w 514467"/>
                <a:gd name="connsiteY3" fmla="*/ 257234 h 296930"/>
                <a:gd name="connsiteX4" fmla="*/ 39697 w 514467"/>
                <a:gd name="connsiteY4" fmla="*/ 296930 h 296930"/>
                <a:gd name="connsiteX5" fmla="*/ 0 w 514467"/>
                <a:gd name="connsiteY5" fmla="*/ 257234 h 296930"/>
                <a:gd name="connsiteX6" fmla="*/ 257234 w 514467"/>
                <a:gd name="connsiteY6" fmla="*/ 0 h 296930"/>
                <a:gd name="connsiteX7" fmla="*/ 514468 w 514467"/>
                <a:gd name="connsiteY7" fmla="*/ 257234 h 296930"/>
                <a:gd name="connsiteX8" fmla="*/ 474771 w 514467"/>
                <a:gd name="connsiteY8" fmla="*/ 296930 h 29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4467" h="296930">
                  <a:moveTo>
                    <a:pt x="474771" y="296930"/>
                  </a:moveTo>
                  <a:cubicBezTo>
                    <a:pt x="452839" y="296930"/>
                    <a:pt x="435075" y="279166"/>
                    <a:pt x="435075" y="257234"/>
                  </a:cubicBezTo>
                  <a:cubicBezTo>
                    <a:pt x="435075" y="159183"/>
                    <a:pt x="355285" y="79393"/>
                    <a:pt x="257234" y="79393"/>
                  </a:cubicBezTo>
                  <a:cubicBezTo>
                    <a:pt x="159183" y="79393"/>
                    <a:pt x="79393" y="159183"/>
                    <a:pt x="79393" y="257234"/>
                  </a:cubicBezTo>
                  <a:cubicBezTo>
                    <a:pt x="79393" y="279166"/>
                    <a:pt x="61629" y="296930"/>
                    <a:pt x="39697" y="296930"/>
                  </a:cubicBezTo>
                  <a:cubicBezTo>
                    <a:pt x="17764" y="296930"/>
                    <a:pt x="0" y="279166"/>
                    <a:pt x="0" y="257234"/>
                  </a:cubicBezTo>
                  <a:cubicBezTo>
                    <a:pt x="0" y="115418"/>
                    <a:pt x="115368" y="0"/>
                    <a:pt x="257234" y="0"/>
                  </a:cubicBezTo>
                  <a:cubicBezTo>
                    <a:pt x="399100" y="0"/>
                    <a:pt x="514468" y="115368"/>
                    <a:pt x="514468" y="257234"/>
                  </a:cubicBezTo>
                  <a:cubicBezTo>
                    <a:pt x="514468" y="279166"/>
                    <a:pt x="496704" y="296930"/>
                    <a:pt x="474771" y="29693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EF8E5DB-5541-4852-EF0F-673F32E23684}"/>
              </a:ext>
            </a:extLst>
          </p:cNvPr>
          <p:cNvGrpSpPr/>
          <p:nvPr/>
        </p:nvGrpSpPr>
        <p:grpSpPr>
          <a:xfrm>
            <a:off x="5538208" y="4804186"/>
            <a:ext cx="708342" cy="777034"/>
            <a:chOff x="5538208" y="4804186"/>
            <a:chExt cx="708342" cy="777034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6BB6E403-4DC5-D8E4-C44D-66CC02AC61EE}"/>
                </a:ext>
              </a:extLst>
            </p:cNvPr>
            <p:cNvSpPr/>
            <p:nvPr/>
          </p:nvSpPr>
          <p:spPr>
            <a:xfrm>
              <a:off x="5939243" y="5268659"/>
              <a:ext cx="307307" cy="312561"/>
            </a:xfrm>
            <a:custGeom>
              <a:avLst/>
              <a:gdLst>
                <a:gd name="connsiteX0" fmla="*/ 156062 w 307307"/>
                <a:gd name="connsiteY0" fmla="*/ 312462 h 312561"/>
                <a:gd name="connsiteX1" fmla="*/ 97609 w 307307"/>
                <a:gd name="connsiteY1" fmla="*/ 290927 h 312561"/>
                <a:gd name="connsiteX2" fmla="*/ 70764 w 307307"/>
                <a:gd name="connsiteY2" fmla="*/ 187666 h 312561"/>
                <a:gd name="connsiteX3" fmla="*/ 68482 w 307307"/>
                <a:gd name="connsiteY3" fmla="*/ 176998 h 312561"/>
                <a:gd name="connsiteX4" fmla="*/ 11170 w 307307"/>
                <a:gd name="connsiteY4" fmla="*/ 117850 h 312561"/>
                <a:gd name="connsiteX5" fmla="*/ 12063 w 307307"/>
                <a:gd name="connsiteY5" fmla="*/ 61729 h 312561"/>
                <a:gd name="connsiteX6" fmla="*/ 60741 w 307307"/>
                <a:gd name="connsiteY6" fmla="*/ 56618 h 312561"/>
                <a:gd name="connsiteX7" fmla="*/ 69127 w 307307"/>
                <a:gd name="connsiteY7" fmla="*/ 11116 h 312561"/>
                <a:gd name="connsiteX8" fmla="*/ 125248 w 307307"/>
                <a:gd name="connsiteY8" fmla="*/ 12158 h 312561"/>
                <a:gd name="connsiteX9" fmla="*/ 193278 w 307307"/>
                <a:gd name="connsiteY9" fmla="*/ 82768 h 312561"/>
                <a:gd name="connsiteX10" fmla="*/ 289939 w 307307"/>
                <a:gd name="connsiteY10" fmla="*/ 127129 h 312561"/>
                <a:gd name="connsiteX11" fmla="*/ 292470 w 307307"/>
                <a:gd name="connsiteY11" fmla="*/ 232871 h 312561"/>
                <a:gd name="connsiteX12" fmla="*/ 230990 w 307307"/>
                <a:gd name="connsiteY12" fmla="*/ 272220 h 312561"/>
                <a:gd name="connsiteX13" fmla="*/ 203649 w 307307"/>
                <a:gd name="connsiteY13" fmla="*/ 298916 h 312561"/>
                <a:gd name="connsiteX14" fmla="*/ 156062 w 307307"/>
                <a:gd name="connsiteY14" fmla="*/ 312562 h 312561"/>
                <a:gd name="connsiteX15" fmla="*/ 139787 w 307307"/>
                <a:gd name="connsiteY15" fmla="*/ 141569 h 312561"/>
                <a:gd name="connsiteX16" fmla="*/ 144798 w 307307"/>
                <a:gd name="connsiteY16" fmla="*/ 216298 h 312561"/>
                <a:gd name="connsiteX17" fmla="*/ 148421 w 307307"/>
                <a:gd name="connsiteY17" fmla="*/ 229943 h 312561"/>
                <a:gd name="connsiteX18" fmla="*/ 162116 w 307307"/>
                <a:gd name="connsiteY18" fmla="*/ 231184 h 312561"/>
                <a:gd name="connsiteX19" fmla="*/ 166979 w 307307"/>
                <a:gd name="connsiteY19" fmla="*/ 225180 h 312561"/>
                <a:gd name="connsiteX20" fmla="*/ 219626 w 307307"/>
                <a:gd name="connsiteY20" fmla="*/ 193522 h 312561"/>
                <a:gd name="connsiteX21" fmla="*/ 225730 w 307307"/>
                <a:gd name="connsiteY21" fmla="*/ 189899 h 312561"/>
                <a:gd name="connsiteX22" fmla="*/ 224142 w 307307"/>
                <a:gd name="connsiteY22" fmla="*/ 171341 h 312561"/>
                <a:gd name="connsiteX23" fmla="*/ 206130 w 307307"/>
                <a:gd name="connsiteY23" fmla="*/ 161020 h 312561"/>
                <a:gd name="connsiteX24" fmla="*/ 139836 w 307307"/>
                <a:gd name="connsiteY24" fmla="*/ 141569 h 31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7307" h="312561">
                  <a:moveTo>
                    <a:pt x="156062" y="312462"/>
                  </a:moveTo>
                  <a:cubicBezTo>
                    <a:pt x="135370" y="312462"/>
                    <a:pt x="114778" y="305218"/>
                    <a:pt x="97609" y="290927"/>
                  </a:cubicBezTo>
                  <a:cubicBezTo>
                    <a:pt x="66894" y="265372"/>
                    <a:pt x="56374" y="224832"/>
                    <a:pt x="70764" y="187666"/>
                  </a:cubicBezTo>
                  <a:cubicBezTo>
                    <a:pt x="71906" y="184788"/>
                    <a:pt x="70913" y="180323"/>
                    <a:pt x="68482" y="176998"/>
                  </a:cubicBezTo>
                  <a:lnTo>
                    <a:pt x="11170" y="117850"/>
                  </a:lnTo>
                  <a:cubicBezTo>
                    <a:pt x="-4064" y="102120"/>
                    <a:pt x="-3667" y="76963"/>
                    <a:pt x="12063" y="61729"/>
                  </a:cubicBezTo>
                  <a:cubicBezTo>
                    <a:pt x="25461" y="48728"/>
                    <a:pt x="45656" y="47091"/>
                    <a:pt x="60741" y="56618"/>
                  </a:cubicBezTo>
                  <a:cubicBezTo>
                    <a:pt x="53695" y="41633"/>
                    <a:pt x="56523" y="23223"/>
                    <a:pt x="69127" y="11116"/>
                  </a:cubicBezTo>
                  <a:cubicBezTo>
                    <a:pt x="84906" y="-4118"/>
                    <a:pt x="110064" y="-3621"/>
                    <a:pt x="125248" y="12158"/>
                  </a:cubicBezTo>
                  <a:lnTo>
                    <a:pt x="193278" y="82768"/>
                  </a:lnTo>
                  <a:cubicBezTo>
                    <a:pt x="229898" y="76764"/>
                    <a:pt x="267659" y="93983"/>
                    <a:pt x="289939" y="127129"/>
                  </a:cubicBezTo>
                  <a:cubicBezTo>
                    <a:pt x="312169" y="160177"/>
                    <a:pt x="313112" y="200667"/>
                    <a:pt x="292470" y="232871"/>
                  </a:cubicBezTo>
                  <a:cubicBezTo>
                    <a:pt x="278179" y="255151"/>
                    <a:pt x="256544" y="268945"/>
                    <a:pt x="230990" y="272220"/>
                  </a:cubicBezTo>
                  <a:cubicBezTo>
                    <a:pt x="225928" y="279465"/>
                    <a:pt x="217840" y="290183"/>
                    <a:pt x="203649" y="298916"/>
                  </a:cubicBezTo>
                  <a:cubicBezTo>
                    <a:pt x="188762" y="308046"/>
                    <a:pt x="172338" y="312562"/>
                    <a:pt x="156062" y="312562"/>
                  </a:cubicBezTo>
                  <a:close/>
                  <a:moveTo>
                    <a:pt x="139787" y="141569"/>
                  </a:moveTo>
                  <a:cubicBezTo>
                    <a:pt x="152142" y="164742"/>
                    <a:pt x="154226" y="191983"/>
                    <a:pt x="144798" y="216298"/>
                  </a:cubicBezTo>
                  <a:cubicBezTo>
                    <a:pt x="142218" y="222947"/>
                    <a:pt x="145344" y="227363"/>
                    <a:pt x="148421" y="229943"/>
                  </a:cubicBezTo>
                  <a:cubicBezTo>
                    <a:pt x="151448" y="232474"/>
                    <a:pt x="156310" y="234756"/>
                    <a:pt x="162116" y="231184"/>
                  </a:cubicBezTo>
                  <a:cubicBezTo>
                    <a:pt x="163208" y="230489"/>
                    <a:pt x="164150" y="229298"/>
                    <a:pt x="166979" y="225180"/>
                  </a:cubicBezTo>
                  <a:cubicBezTo>
                    <a:pt x="173777" y="215305"/>
                    <a:pt x="187869" y="194762"/>
                    <a:pt x="219626" y="193522"/>
                  </a:cubicBezTo>
                  <a:cubicBezTo>
                    <a:pt x="222852" y="193373"/>
                    <a:pt x="223894" y="192777"/>
                    <a:pt x="225730" y="189899"/>
                  </a:cubicBezTo>
                  <a:cubicBezTo>
                    <a:pt x="230096" y="183052"/>
                    <a:pt x="227268" y="176055"/>
                    <a:pt x="224142" y="171341"/>
                  </a:cubicBezTo>
                  <a:cubicBezTo>
                    <a:pt x="219428" y="164295"/>
                    <a:pt x="211836" y="159978"/>
                    <a:pt x="206130" y="161020"/>
                  </a:cubicBezTo>
                  <a:cubicBezTo>
                    <a:pt x="181766" y="165536"/>
                    <a:pt x="157005" y="158142"/>
                    <a:pt x="139836" y="14156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13A8440D-D5D5-7349-C174-156B815770FF}"/>
                </a:ext>
              </a:extLst>
            </p:cNvPr>
            <p:cNvSpPr/>
            <p:nvPr/>
          </p:nvSpPr>
          <p:spPr>
            <a:xfrm>
              <a:off x="5538208" y="4804186"/>
              <a:ext cx="548288" cy="600682"/>
            </a:xfrm>
            <a:custGeom>
              <a:avLst/>
              <a:gdLst>
                <a:gd name="connsiteX0" fmla="*/ 419995 w 548288"/>
                <a:gd name="connsiteY0" fmla="*/ 600633 h 600682"/>
                <a:gd name="connsiteX1" fmla="*/ 341296 w 548288"/>
                <a:gd name="connsiteY1" fmla="*/ 568776 h 600682"/>
                <a:gd name="connsiteX2" fmla="*/ 282595 w 548288"/>
                <a:gd name="connsiteY2" fmla="*/ 537614 h 600682"/>
                <a:gd name="connsiteX3" fmla="*/ 36923 w 548288"/>
                <a:gd name="connsiteY3" fmla="*/ 365282 h 600682"/>
                <a:gd name="connsiteX4" fmla="*/ 41984 w 548288"/>
                <a:gd name="connsiteY4" fmla="*/ 93112 h 600682"/>
                <a:gd name="connsiteX5" fmla="*/ 118499 w 548288"/>
                <a:gd name="connsiteY5" fmla="*/ 22849 h 600682"/>
                <a:gd name="connsiteX6" fmla="*/ 438305 w 548288"/>
                <a:gd name="connsiteY6" fmla="*/ 118617 h 600682"/>
                <a:gd name="connsiteX7" fmla="*/ 509908 w 548288"/>
                <a:gd name="connsiteY7" fmla="*/ 332731 h 600682"/>
                <a:gd name="connsiteX8" fmla="*/ 511843 w 548288"/>
                <a:gd name="connsiteY8" fmla="*/ 345880 h 600682"/>
                <a:gd name="connsiteX9" fmla="*/ 531096 w 548288"/>
                <a:gd name="connsiteY9" fmla="*/ 410189 h 600682"/>
                <a:gd name="connsiteX10" fmla="*/ 533180 w 548288"/>
                <a:gd name="connsiteY10" fmla="*/ 523473 h 600682"/>
                <a:gd name="connsiteX11" fmla="*/ 460982 w 548288"/>
                <a:gd name="connsiteY11" fmla="*/ 588873 h 600682"/>
                <a:gd name="connsiteX12" fmla="*/ 419995 w 548288"/>
                <a:gd name="connsiteY12" fmla="*/ 600682 h 600682"/>
                <a:gd name="connsiteX13" fmla="*/ 215954 w 548288"/>
                <a:gd name="connsiteY13" fmla="*/ 79715 h 600682"/>
                <a:gd name="connsiteX14" fmla="*/ 153432 w 548288"/>
                <a:gd name="connsiteY14" fmla="*/ 94154 h 600682"/>
                <a:gd name="connsiteX15" fmla="*/ 109766 w 548288"/>
                <a:gd name="connsiteY15" fmla="*/ 134496 h 600682"/>
                <a:gd name="connsiteX16" fmla="*/ 105449 w 548288"/>
                <a:gd name="connsiteY16" fmla="*/ 325139 h 600682"/>
                <a:gd name="connsiteX17" fmla="*/ 105449 w 548288"/>
                <a:gd name="connsiteY17" fmla="*/ 325139 h 600682"/>
                <a:gd name="connsiteX18" fmla="*/ 307852 w 548288"/>
                <a:gd name="connsiteY18" fmla="*/ 462390 h 600682"/>
                <a:gd name="connsiteX19" fmla="*/ 384466 w 548288"/>
                <a:gd name="connsiteY19" fmla="*/ 502185 h 600682"/>
                <a:gd name="connsiteX20" fmla="*/ 419449 w 548288"/>
                <a:gd name="connsiteY20" fmla="*/ 521091 h 600682"/>
                <a:gd name="connsiteX21" fmla="*/ 419548 w 548288"/>
                <a:gd name="connsiteY21" fmla="*/ 521091 h 600682"/>
                <a:gd name="connsiteX22" fmla="*/ 420491 w 548288"/>
                <a:gd name="connsiteY22" fmla="*/ 520595 h 600682"/>
                <a:gd name="connsiteX23" fmla="*/ 468921 w 548288"/>
                <a:gd name="connsiteY23" fmla="*/ 476779 h 600682"/>
                <a:gd name="connsiteX24" fmla="*/ 456913 w 548288"/>
                <a:gd name="connsiteY24" fmla="*/ 438572 h 600682"/>
                <a:gd name="connsiteX25" fmla="*/ 433343 w 548288"/>
                <a:gd name="connsiteY25" fmla="*/ 357690 h 600682"/>
                <a:gd name="connsiteX26" fmla="*/ 431358 w 548288"/>
                <a:gd name="connsiteY26" fmla="*/ 344391 h 600682"/>
                <a:gd name="connsiteX27" fmla="*/ 376577 w 548288"/>
                <a:gd name="connsiteY27" fmla="*/ 168585 h 600682"/>
                <a:gd name="connsiteX28" fmla="*/ 216004 w 548288"/>
                <a:gd name="connsiteY28" fmla="*/ 79764 h 6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48288" h="600682">
                  <a:moveTo>
                    <a:pt x="419995" y="600633"/>
                  </a:moveTo>
                  <a:cubicBezTo>
                    <a:pt x="390421" y="600633"/>
                    <a:pt x="363923" y="583464"/>
                    <a:pt x="341296" y="568776"/>
                  </a:cubicBezTo>
                  <a:cubicBezTo>
                    <a:pt x="323284" y="557115"/>
                    <a:pt x="304627" y="545008"/>
                    <a:pt x="282595" y="537614"/>
                  </a:cubicBezTo>
                  <a:cubicBezTo>
                    <a:pt x="177201" y="502285"/>
                    <a:pt x="97907" y="469237"/>
                    <a:pt x="36923" y="365282"/>
                  </a:cubicBezTo>
                  <a:cubicBezTo>
                    <a:pt x="-31752" y="248127"/>
                    <a:pt x="10624" y="144470"/>
                    <a:pt x="41984" y="93112"/>
                  </a:cubicBezTo>
                  <a:cubicBezTo>
                    <a:pt x="60691" y="62496"/>
                    <a:pt x="87139" y="38182"/>
                    <a:pt x="118499" y="22849"/>
                  </a:cubicBezTo>
                  <a:cubicBezTo>
                    <a:pt x="223943" y="-28806"/>
                    <a:pt x="349434" y="8807"/>
                    <a:pt x="438305" y="118617"/>
                  </a:cubicBezTo>
                  <a:cubicBezTo>
                    <a:pt x="487132" y="179006"/>
                    <a:pt x="498693" y="257158"/>
                    <a:pt x="509908" y="332731"/>
                  </a:cubicBezTo>
                  <a:lnTo>
                    <a:pt x="511843" y="345880"/>
                  </a:lnTo>
                  <a:cubicBezTo>
                    <a:pt x="515267" y="368854"/>
                    <a:pt x="523305" y="389844"/>
                    <a:pt x="531096" y="410189"/>
                  </a:cubicBezTo>
                  <a:cubicBezTo>
                    <a:pt x="544940" y="446412"/>
                    <a:pt x="560620" y="487498"/>
                    <a:pt x="533180" y="523473"/>
                  </a:cubicBezTo>
                  <a:cubicBezTo>
                    <a:pt x="518988" y="542031"/>
                    <a:pt x="482914" y="575872"/>
                    <a:pt x="460982" y="588873"/>
                  </a:cubicBezTo>
                  <a:cubicBezTo>
                    <a:pt x="446790" y="597308"/>
                    <a:pt x="433095" y="600682"/>
                    <a:pt x="419995" y="600682"/>
                  </a:cubicBezTo>
                  <a:close/>
                  <a:moveTo>
                    <a:pt x="215954" y="79715"/>
                  </a:moveTo>
                  <a:cubicBezTo>
                    <a:pt x="194369" y="79715"/>
                    <a:pt x="173231" y="84429"/>
                    <a:pt x="153432" y="94154"/>
                  </a:cubicBezTo>
                  <a:cubicBezTo>
                    <a:pt x="135668" y="102838"/>
                    <a:pt x="120583" y="116831"/>
                    <a:pt x="109766" y="134496"/>
                  </a:cubicBezTo>
                  <a:cubicBezTo>
                    <a:pt x="82723" y="178758"/>
                    <a:pt x="60046" y="247730"/>
                    <a:pt x="105449" y="325139"/>
                  </a:cubicBezTo>
                  <a:lnTo>
                    <a:pt x="105449" y="325139"/>
                  </a:lnTo>
                  <a:cubicBezTo>
                    <a:pt x="151050" y="402994"/>
                    <a:pt x="204690" y="427804"/>
                    <a:pt x="307852" y="462390"/>
                  </a:cubicBezTo>
                  <a:cubicBezTo>
                    <a:pt x="339411" y="472959"/>
                    <a:pt x="364420" y="489135"/>
                    <a:pt x="384466" y="502185"/>
                  </a:cubicBezTo>
                  <a:cubicBezTo>
                    <a:pt x="396127" y="509728"/>
                    <a:pt x="413643" y="521091"/>
                    <a:pt x="419449" y="521091"/>
                  </a:cubicBezTo>
                  <a:cubicBezTo>
                    <a:pt x="419449" y="521091"/>
                    <a:pt x="419499" y="521091"/>
                    <a:pt x="419548" y="521091"/>
                  </a:cubicBezTo>
                  <a:cubicBezTo>
                    <a:pt x="419548" y="521091"/>
                    <a:pt x="419896" y="520942"/>
                    <a:pt x="420491" y="520595"/>
                  </a:cubicBezTo>
                  <a:cubicBezTo>
                    <a:pt x="431606" y="513995"/>
                    <a:pt x="458600" y="489482"/>
                    <a:pt x="468921" y="476779"/>
                  </a:cubicBezTo>
                  <a:cubicBezTo>
                    <a:pt x="468772" y="469585"/>
                    <a:pt x="461974" y="451771"/>
                    <a:pt x="456913" y="438572"/>
                  </a:cubicBezTo>
                  <a:cubicBezTo>
                    <a:pt x="448527" y="416540"/>
                    <a:pt x="438057" y="389149"/>
                    <a:pt x="433343" y="357690"/>
                  </a:cubicBezTo>
                  <a:lnTo>
                    <a:pt x="431358" y="344391"/>
                  </a:lnTo>
                  <a:cubicBezTo>
                    <a:pt x="421285" y="276362"/>
                    <a:pt x="411807" y="212103"/>
                    <a:pt x="376577" y="168585"/>
                  </a:cubicBezTo>
                  <a:cubicBezTo>
                    <a:pt x="330032" y="111025"/>
                    <a:pt x="271530" y="79764"/>
                    <a:pt x="216004" y="7976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DB94002-4E26-8EC9-6A20-DC9F82D6A617}"/>
              </a:ext>
            </a:extLst>
          </p:cNvPr>
          <p:cNvGrpSpPr/>
          <p:nvPr/>
        </p:nvGrpSpPr>
        <p:grpSpPr>
          <a:xfrm>
            <a:off x="6840872" y="4818193"/>
            <a:ext cx="738131" cy="764019"/>
            <a:chOff x="6840872" y="4818193"/>
            <a:chExt cx="738131" cy="764019"/>
          </a:xfrm>
        </p:grpSpPr>
        <p:grpSp>
          <p:nvGrpSpPr>
            <p:cNvPr id="43" name="Picture Placeholder 9">
              <a:extLst>
                <a:ext uri="{FF2B5EF4-FFF2-40B4-BE49-F238E27FC236}">
                  <a16:creationId xmlns:a16="http://schemas.microsoft.com/office/drawing/2014/main" id="{94CDDC73-AC47-F126-887B-BD8A79CA1F39}"/>
                </a:ext>
              </a:extLst>
            </p:cNvPr>
            <p:cNvGrpSpPr/>
            <p:nvPr/>
          </p:nvGrpSpPr>
          <p:grpSpPr>
            <a:xfrm>
              <a:off x="6840872" y="4818193"/>
              <a:ext cx="237261" cy="233773"/>
              <a:chOff x="6840872" y="4818193"/>
              <a:chExt cx="237261" cy="233773"/>
            </a:xfrm>
            <a:solidFill>
              <a:srgbClr val="EE7684"/>
            </a:solidFill>
          </p:grpSpPr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A434879D-7E84-EA99-6BB3-41E9B9C7C929}"/>
                  </a:ext>
                </a:extLst>
              </p:cNvPr>
              <p:cNvSpPr/>
              <p:nvPr/>
            </p:nvSpPr>
            <p:spPr>
              <a:xfrm>
                <a:off x="6840872" y="4968944"/>
                <a:ext cx="229917" cy="83022"/>
              </a:xfrm>
              <a:custGeom>
                <a:avLst/>
                <a:gdLst>
                  <a:gd name="connsiteX0" fmla="*/ 39660 w 229917"/>
                  <a:gd name="connsiteY0" fmla="*/ 83022 h 83022"/>
                  <a:gd name="connsiteX1" fmla="*/ 13 w 229917"/>
                  <a:gd name="connsiteY1" fmla="*/ 44318 h 83022"/>
                  <a:gd name="connsiteX2" fmla="*/ 38717 w 229917"/>
                  <a:gd name="connsiteY2" fmla="*/ 3679 h 83022"/>
                  <a:gd name="connsiteX3" fmla="*/ 189266 w 229917"/>
                  <a:gd name="connsiteY3" fmla="*/ 7 h 83022"/>
                  <a:gd name="connsiteX4" fmla="*/ 229905 w 229917"/>
                  <a:gd name="connsiteY4" fmla="*/ 38711 h 83022"/>
                  <a:gd name="connsiteX5" fmla="*/ 191201 w 229917"/>
                  <a:gd name="connsiteY5" fmla="*/ 79350 h 83022"/>
                  <a:gd name="connsiteX6" fmla="*/ 40652 w 229917"/>
                  <a:gd name="connsiteY6" fmla="*/ 83022 h 83022"/>
                  <a:gd name="connsiteX7" fmla="*/ 39660 w 229917"/>
                  <a:gd name="connsiteY7" fmla="*/ 83022 h 8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9917" h="83022">
                    <a:moveTo>
                      <a:pt x="39660" y="83022"/>
                    </a:moveTo>
                    <a:cubicBezTo>
                      <a:pt x="18174" y="83022"/>
                      <a:pt x="509" y="65903"/>
                      <a:pt x="13" y="44318"/>
                    </a:cubicBezTo>
                    <a:cubicBezTo>
                      <a:pt x="-533" y="22386"/>
                      <a:pt x="16834" y="4224"/>
                      <a:pt x="38717" y="3679"/>
                    </a:cubicBezTo>
                    <a:lnTo>
                      <a:pt x="189266" y="7"/>
                    </a:lnTo>
                    <a:cubicBezTo>
                      <a:pt x="211248" y="-390"/>
                      <a:pt x="229360" y="16828"/>
                      <a:pt x="229905" y="38711"/>
                    </a:cubicBezTo>
                    <a:cubicBezTo>
                      <a:pt x="230451" y="60594"/>
                      <a:pt x="213084" y="78804"/>
                      <a:pt x="191201" y="79350"/>
                    </a:cubicBezTo>
                    <a:lnTo>
                      <a:pt x="40652" y="83022"/>
                    </a:lnTo>
                    <a:cubicBezTo>
                      <a:pt x="40305" y="83022"/>
                      <a:pt x="40007" y="83022"/>
                      <a:pt x="39660" y="8302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CA574D64-912C-90CD-8F8D-15478FB89DED}"/>
                  </a:ext>
                </a:extLst>
              </p:cNvPr>
              <p:cNvSpPr/>
              <p:nvPr/>
            </p:nvSpPr>
            <p:spPr>
              <a:xfrm>
                <a:off x="6995093" y="4818193"/>
                <a:ext cx="83040" cy="229903"/>
              </a:xfrm>
              <a:custGeom>
                <a:avLst/>
                <a:gdLst>
                  <a:gd name="connsiteX0" fmla="*/ 43331 w 83040"/>
                  <a:gd name="connsiteY0" fmla="*/ 229903 h 229903"/>
                  <a:gd name="connsiteX1" fmla="*/ 3684 w 83040"/>
                  <a:gd name="connsiteY1" fmla="*/ 191199 h 229903"/>
                  <a:gd name="connsiteX2" fmla="*/ 13 w 83040"/>
                  <a:gd name="connsiteY2" fmla="*/ 40650 h 229903"/>
                  <a:gd name="connsiteX3" fmla="*/ 38717 w 83040"/>
                  <a:gd name="connsiteY3" fmla="*/ 10 h 229903"/>
                  <a:gd name="connsiteX4" fmla="*/ 79356 w 83040"/>
                  <a:gd name="connsiteY4" fmla="*/ 38715 h 229903"/>
                  <a:gd name="connsiteX5" fmla="*/ 83028 w 83040"/>
                  <a:gd name="connsiteY5" fmla="*/ 189264 h 229903"/>
                  <a:gd name="connsiteX6" fmla="*/ 44324 w 83040"/>
                  <a:gd name="connsiteY6" fmla="*/ 229903 h 229903"/>
                  <a:gd name="connsiteX7" fmla="*/ 43331 w 83040"/>
                  <a:gd name="connsiteY7" fmla="*/ 229903 h 22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040" h="229903">
                    <a:moveTo>
                      <a:pt x="43331" y="229903"/>
                    </a:moveTo>
                    <a:cubicBezTo>
                      <a:pt x="21846" y="229903"/>
                      <a:pt x="4181" y="212784"/>
                      <a:pt x="3684" y="191199"/>
                    </a:cubicBezTo>
                    <a:lnTo>
                      <a:pt x="13" y="40650"/>
                    </a:lnTo>
                    <a:cubicBezTo>
                      <a:pt x="-533" y="18717"/>
                      <a:pt x="16834" y="556"/>
                      <a:pt x="38717" y="10"/>
                    </a:cubicBezTo>
                    <a:cubicBezTo>
                      <a:pt x="60599" y="-486"/>
                      <a:pt x="78860" y="16832"/>
                      <a:pt x="79356" y="38715"/>
                    </a:cubicBezTo>
                    <a:lnTo>
                      <a:pt x="83028" y="189264"/>
                    </a:lnTo>
                    <a:cubicBezTo>
                      <a:pt x="83574" y="211196"/>
                      <a:pt x="66207" y="229357"/>
                      <a:pt x="44324" y="229903"/>
                    </a:cubicBezTo>
                    <a:cubicBezTo>
                      <a:pt x="43977" y="229903"/>
                      <a:pt x="43679" y="229903"/>
                      <a:pt x="43331" y="22990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8FA748F7-0555-A747-4F93-B3FDFCC65500}"/>
                  </a:ext>
                </a:extLst>
              </p:cNvPr>
              <p:cNvSpPr/>
              <p:nvPr/>
            </p:nvSpPr>
            <p:spPr>
              <a:xfrm>
                <a:off x="6878038" y="4841215"/>
                <a:ext cx="188433" cy="183261"/>
              </a:xfrm>
              <a:custGeom>
                <a:avLst/>
                <a:gdLst>
                  <a:gd name="connsiteX0" fmla="*/ 148775 w 188433"/>
                  <a:gd name="connsiteY0" fmla="*/ 183261 h 183261"/>
                  <a:gd name="connsiteX1" fmla="*/ 121384 w 188433"/>
                  <a:gd name="connsiteY1" fmla="*/ 172295 h 183261"/>
                  <a:gd name="connsiteX2" fmla="*/ 12318 w 188433"/>
                  <a:gd name="connsiteY2" fmla="*/ 68439 h 183261"/>
                  <a:gd name="connsiteX3" fmla="*/ 10928 w 188433"/>
                  <a:gd name="connsiteY3" fmla="*/ 12318 h 183261"/>
                  <a:gd name="connsiteX4" fmla="*/ 67050 w 188433"/>
                  <a:gd name="connsiteY4" fmla="*/ 10928 h 183261"/>
                  <a:gd name="connsiteX5" fmla="*/ 176116 w 188433"/>
                  <a:gd name="connsiteY5" fmla="*/ 114785 h 183261"/>
                  <a:gd name="connsiteX6" fmla="*/ 177505 w 188433"/>
                  <a:gd name="connsiteY6" fmla="*/ 170906 h 183261"/>
                  <a:gd name="connsiteX7" fmla="*/ 148775 w 188433"/>
                  <a:gd name="connsiteY7" fmla="*/ 183212 h 183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433" h="183261">
                    <a:moveTo>
                      <a:pt x="148775" y="183261"/>
                    </a:moveTo>
                    <a:cubicBezTo>
                      <a:pt x="138950" y="183261"/>
                      <a:pt x="129075" y="179639"/>
                      <a:pt x="121384" y="172295"/>
                    </a:cubicBezTo>
                    <a:lnTo>
                      <a:pt x="12318" y="68439"/>
                    </a:lnTo>
                    <a:cubicBezTo>
                      <a:pt x="-3561" y="53305"/>
                      <a:pt x="-4156" y="28196"/>
                      <a:pt x="10928" y="12318"/>
                    </a:cubicBezTo>
                    <a:cubicBezTo>
                      <a:pt x="26063" y="-3561"/>
                      <a:pt x="51171" y="-4156"/>
                      <a:pt x="67050" y="10928"/>
                    </a:cubicBezTo>
                    <a:lnTo>
                      <a:pt x="176116" y="114785"/>
                    </a:lnTo>
                    <a:cubicBezTo>
                      <a:pt x="191995" y="129919"/>
                      <a:pt x="192590" y="155027"/>
                      <a:pt x="177505" y="170906"/>
                    </a:cubicBezTo>
                    <a:cubicBezTo>
                      <a:pt x="169715" y="179093"/>
                      <a:pt x="159245" y="183212"/>
                      <a:pt x="148775" y="18321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E43640FC-41C9-1452-C5E6-F1D37F57220B}"/>
                </a:ext>
              </a:extLst>
            </p:cNvPr>
            <p:cNvSpPr/>
            <p:nvPr/>
          </p:nvSpPr>
          <p:spPr>
            <a:xfrm>
              <a:off x="6965097" y="4934138"/>
              <a:ext cx="613906" cy="648074"/>
            </a:xfrm>
            <a:custGeom>
              <a:avLst/>
              <a:gdLst>
                <a:gd name="connsiteX0" fmla="*/ 510089 w 613906"/>
                <a:gd name="connsiteY0" fmla="*/ 648074 h 648074"/>
                <a:gd name="connsiteX1" fmla="*/ 448162 w 613906"/>
                <a:gd name="connsiteY1" fmla="*/ 626539 h 648074"/>
                <a:gd name="connsiteX2" fmla="*/ 448162 w 613906"/>
                <a:gd name="connsiteY2" fmla="*/ 626539 h 648074"/>
                <a:gd name="connsiteX3" fmla="*/ 61170 w 613906"/>
                <a:gd name="connsiteY3" fmla="*/ 325788 h 648074"/>
                <a:gd name="connsiteX4" fmla="*/ 25294 w 613906"/>
                <a:gd name="connsiteY4" fmla="*/ 108003 h 648074"/>
                <a:gd name="connsiteX5" fmla="*/ 31745 w 613906"/>
                <a:gd name="connsiteY5" fmla="*/ 99270 h 648074"/>
                <a:gd name="connsiteX6" fmla="*/ 101710 w 613906"/>
                <a:gd name="connsiteY6" fmla="*/ 27766 h 648074"/>
                <a:gd name="connsiteX7" fmla="*/ 111734 w 613906"/>
                <a:gd name="connsiteY7" fmla="*/ 20323 h 648074"/>
                <a:gd name="connsiteX8" fmla="*/ 317461 w 613906"/>
                <a:gd name="connsiteY8" fmla="*/ 65925 h 648074"/>
                <a:gd name="connsiteX9" fmla="*/ 341627 w 613906"/>
                <a:gd name="connsiteY9" fmla="*/ 100659 h 648074"/>
                <a:gd name="connsiteX10" fmla="*/ 341825 w 613906"/>
                <a:gd name="connsiteY10" fmla="*/ 100957 h 648074"/>
                <a:gd name="connsiteX11" fmla="*/ 518227 w 613906"/>
                <a:gd name="connsiteY11" fmla="*/ 365931 h 648074"/>
                <a:gd name="connsiteX12" fmla="*/ 592360 w 613906"/>
                <a:gd name="connsiteY12" fmla="*/ 478223 h 648074"/>
                <a:gd name="connsiteX13" fmla="*/ 597670 w 613906"/>
                <a:gd name="connsiteY13" fmla="*/ 486261 h 648074"/>
                <a:gd name="connsiteX14" fmla="*/ 581940 w 613906"/>
                <a:gd name="connsiteY14" fmla="*/ 618798 h 648074"/>
                <a:gd name="connsiteX15" fmla="*/ 510039 w 613906"/>
                <a:gd name="connsiteY15" fmla="*/ 648074 h 648074"/>
                <a:gd name="connsiteX16" fmla="*/ 496940 w 613906"/>
                <a:gd name="connsiteY16" fmla="*/ 563868 h 648074"/>
                <a:gd name="connsiteX17" fmla="*/ 497336 w 613906"/>
                <a:gd name="connsiteY17" fmla="*/ 564166 h 648074"/>
                <a:gd name="connsiteX18" fmla="*/ 527159 w 613906"/>
                <a:gd name="connsiteY18" fmla="*/ 561288 h 648074"/>
                <a:gd name="connsiteX19" fmla="*/ 531376 w 613906"/>
                <a:gd name="connsiteY19" fmla="*/ 529928 h 648074"/>
                <a:gd name="connsiteX20" fmla="*/ 526067 w 613906"/>
                <a:gd name="connsiteY20" fmla="*/ 521889 h 648074"/>
                <a:gd name="connsiteX21" fmla="*/ 452033 w 613906"/>
                <a:gd name="connsiteY21" fmla="*/ 409746 h 648074"/>
                <a:gd name="connsiteX22" fmla="*/ 275830 w 613906"/>
                <a:gd name="connsiteY22" fmla="*/ 145020 h 648074"/>
                <a:gd name="connsiteX23" fmla="*/ 254493 w 613906"/>
                <a:gd name="connsiteY23" fmla="*/ 114255 h 648074"/>
                <a:gd name="connsiteX24" fmla="*/ 153713 w 613906"/>
                <a:gd name="connsiteY24" fmla="*/ 88105 h 648074"/>
                <a:gd name="connsiteX25" fmla="*/ 92580 w 613906"/>
                <a:gd name="connsiteY25" fmla="*/ 150577 h 648074"/>
                <a:gd name="connsiteX26" fmla="*/ 110890 w 613906"/>
                <a:gd name="connsiteY26" fmla="*/ 263762 h 648074"/>
                <a:gd name="connsiteX27" fmla="*/ 496989 w 613906"/>
                <a:gd name="connsiteY27" fmla="*/ 563819 h 64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13906" h="648074">
                  <a:moveTo>
                    <a:pt x="510089" y="648074"/>
                  </a:moveTo>
                  <a:cubicBezTo>
                    <a:pt x="488256" y="648074"/>
                    <a:pt x="466472" y="640929"/>
                    <a:pt x="448162" y="626539"/>
                  </a:cubicBezTo>
                  <a:lnTo>
                    <a:pt x="448162" y="626539"/>
                  </a:lnTo>
                  <a:cubicBezTo>
                    <a:pt x="424692" y="608378"/>
                    <a:pt x="88213" y="347472"/>
                    <a:pt x="61170" y="325788"/>
                  </a:cubicBezTo>
                  <a:cubicBezTo>
                    <a:pt x="11500" y="285943"/>
                    <a:pt x="-27701" y="205011"/>
                    <a:pt x="25294" y="108003"/>
                  </a:cubicBezTo>
                  <a:cubicBezTo>
                    <a:pt x="27031" y="104827"/>
                    <a:pt x="29214" y="101850"/>
                    <a:pt x="31745" y="99270"/>
                  </a:cubicBezTo>
                  <a:lnTo>
                    <a:pt x="101710" y="27766"/>
                  </a:lnTo>
                  <a:cubicBezTo>
                    <a:pt x="104638" y="24789"/>
                    <a:pt x="108012" y="22258"/>
                    <a:pt x="111734" y="20323"/>
                  </a:cubicBezTo>
                  <a:cubicBezTo>
                    <a:pt x="201646" y="-26519"/>
                    <a:pt x="278708" y="15609"/>
                    <a:pt x="317461" y="65925"/>
                  </a:cubicBezTo>
                  <a:cubicBezTo>
                    <a:pt x="319793" y="68951"/>
                    <a:pt x="324756" y="75799"/>
                    <a:pt x="341627" y="100659"/>
                  </a:cubicBezTo>
                  <a:cubicBezTo>
                    <a:pt x="341676" y="100758"/>
                    <a:pt x="341775" y="100858"/>
                    <a:pt x="341825" y="100957"/>
                  </a:cubicBezTo>
                  <a:lnTo>
                    <a:pt x="518227" y="365931"/>
                  </a:lnTo>
                  <a:cubicBezTo>
                    <a:pt x="552267" y="417438"/>
                    <a:pt x="580451" y="460161"/>
                    <a:pt x="592360" y="478223"/>
                  </a:cubicBezTo>
                  <a:lnTo>
                    <a:pt x="597670" y="486261"/>
                  </a:lnTo>
                  <a:cubicBezTo>
                    <a:pt x="624366" y="526702"/>
                    <a:pt x="617468" y="584957"/>
                    <a:pt x="581940" y="618798"/>
                  </a:cubicBezTo>
                  <a:cubicBezTo>
                    <a:pt x="561595" y="638200"/>
                    <a:pt x="535743" y="648074"/>
                    <a:pt x="510039" y="648074"/>
                  </a:cubicBezTo>
                  <a:close/>
                  <a:moveTo>
                    <a:pt x="496940" y="563868"/>
                  </a:moveTo>
                  <a:cubicBezTo>
                    <a:pt x="496940" y="563868"/>
                    <a:pt x="497237" y="564067"/>
                    <a:pt x="497336" y="564166"/>
                  </a:cubicBezTo>
                  <a:cubicBezTo>
                    <a:pt x="506268" y="571212"/>
                    <a:pt x="517979" y="570071"/>
                    <a:pt x="527159" y="561288"/>
                  </a:cubicBezTo>
                  <a:cubicBezTo>
                    <a:pt x="535793" y="553051"/>
                    <a:pt x="536537" y="537668"/>
                    <a:pt x="531376" y="529928"/>
                  </a:cubicBezTo>
                  <a:lnTo>
                    <a:pt x="526067" y="521889"/>
                  </a:lnTo>
                  <a:cubicBezTo>
                    <a:pt x="514158" y="503827"/>
                    <a:pt x="485973" y="461104"/>
                    <a:pt x="452033" y="409746"/>
                  </a:cubicBezTo>
                  <a:lnTo>
                    <a:pt x="275830" y="145020"/>
                  </a:lnTo>
                  <a:cubicBezTo>
                    <a:pt x="260100" y="121847"/>
                    <a:pt x="255683" y="115793"/>
                    <a:pt x="254493" y="114255"/>
                  </a:cubicBezTo>
                  <a:cubicBezTo>
                    <a:pt x="241889" y="97880"/>
                    <a:pt x="207353" y="63394"/>
                    <a:pt x="153713" y="88105"/>
                  </a:cubicBezTo>
                  <a:lnTo>
                    <a:pt x="92580" y="150577"/>
                  </a:lnTo>
                  <a:cubicBezTo>
                    <a:pt x="59781" y="215581"/>
                    <a:pt x="98088" y="253540"/>
                    <a:pt x="110890" y="263762"/>
                  </a:cubicBezTo>
                  <a:cubicBezTo>
                    <a:pt x="136941" y="284653"/>
                    <a:pt x="491779" y="559799"/>
                    <a:pt x="496989" y="56381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97DA7224-6B53-2CC7-3B7B-A6614A57E52F}"/>
              </a:ext>
            </a:extLst>
          </p:cNvPr>
          <p:cNvGrpSpPr/>
          <p:nvPr/>
        </p:nvGrpSpPr>
        <p:grpSpPr>
          <a:xfrm>
            <a:off x="8172197" y="4768136"/>
            <a:ext cx="710657" cy="849455"/>
            <a:chOff x="8172197" y="4768136"/>
            <a:chExt cx="710657" cy="849455"/>
          </a:xfrm>
        </p:grpSpPr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2C157402-4844-F911-D954-5151B16756E3}"/>
                </a:ext>
              </a:extLst>
            </p:cNvPr>
            <p:cNvSpPr/>
            <p:nvPr/>
          </p:nvSpPr>
          <p:spPr>
            <a:xfrm>
              <a:off x="8259571" y="5121243"/>
              <a:ext cx="226263" cy="496348"/>
            </a:xfrm>
            <a:custGeom>
              <a:avLst/>
              <a:gdLst>
                <a:gd name="connsiteX0" fmla="*/ 88918 w 226263"/>
                <a:gd name="connsiteY0" fmla="*/ 496349 h 496348"/>
                <a:gd name="connsiteX1" fmla="*/ 56318 w 226263"/>
                <a:gd name="connsiteY1" fmla="*/ 490394 h 496348"/>
                <a:gd name="connsiteX2" fmla="*/ 3720 w 226263"/>
                <a:gd name="connsiteY2" fmla="*/ 370312 h 496348"/>
                <a:gd name="connsiteX3" fmla="*/ 93881 w 226263"/>
                <a:gd name="connsiteY3" fmla="*/ 28624 h 496348"/>
                <a:gd name="connsiteX4" fmla="*/ 143104 w 226263"/>
                <a:gd name="connsiteY4" fmla="*/ 1581 h 496348"/>
                <a:gd name="connsiteX5" fmla="*/ 170148 w 226263"/>
                <a:gd name="connsiteY5" fmla="*/ 50805 h 496348"/>
                <a:gd name="connsiteX6" fmla="*/ 81227 w 226263"/>
                <a:gd name="connsiteY6" fmla="*/ 387630 h 496348"/>
                <a:gd name="connsiteX7" fmla="*/ 84403 w 226263"/>
                <a:gd name="connsiteY7" fmla="*/ 416162 h 496348"/>
                <a:gd name="connsiteX8" fmla="*/ 103457 w 226263"/>
                <a:gd name="connsiteY8" fmla="*/ 409513 h 496348"/>
                <a:gd name="connsiteX9" fmla="*/ 148166 w 226263"/>
                <a:gd name="connsiteY9" fmla="*/ 238123 h 496348"/>
                <a:gd name="connsiteX10" fmla="*/ 196546 w 226263"/>
                <a:gd name="connsiteY10" fmla="*/ 209690 h 496348"/>
                <a:gd name="connsiteX11" fmla="*/ 224979 w 226263"/>
                <a:gd name="connsiteY11" fmla="*/ 258070 h 496348"/>
                <a:gd name="connsiteX12" fmla="*/ 174911 w 226263"/>
                <a:gd name="connsiteY12" fmla="*/ 444793 h 496348"/>
                <a:gd name="connsiteX13" fmla="*/ 88819 w 226263"/>
                <a:gd name="connsiteY13" fmla="*/ 496299 h 49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6263" h="496348">
                  <a:moveTo>
                    <a:pt x="88918" y="496349"/>
                  </a:moveTo>
                  <a:cubicBezTo>
                    <a:pt x="77952" y="496349"/>
                    <a:pt x="66937" y="494414"/>
                    <a:pt x="56318" y="490394"/>
                  </a:cubicBezTo>
                  <a:cubicBezTo>
                    <a:pt x="22576" y="477642"/>
                    <a:pt x="-11464" y="438491"/>
                    <a:pt x="3720" y="370312"/>
                  </a:cubicBezTo>
                  <a:cubicBezTo>
                    <a:pt x="33492" y="236932"/>
                    <a:pt x="91449" y="37060"/>
                    <a:pt x="93881" y="28624"/>
                  </a:cubicBezTo>
                  <a:cubicBezTo>
                    <a:pt x="99984" y="7585"/>
                    <a:pt x="122016" y="-4522"/>
                    <a:pt x="143104" y="1581"/>
                  </a:cubicBezTo>
                  <a:cubicBezTo>
                    <a:pt x="164144" y="7684"/>
                    <a:pt x="176251" y="29716"/>
                    <a:pt x="170148" y="50805"/>
                  </a:cubicBezTo>
                  <a:cubicBezTo>
                    <a:pt x="169552" y="52839"/>
                    <a:pt x="110404" y="256730"/>
                    <a:pt x="81227" y="387630"/>
                  </a:cubicBezTo>
                  <a:cubicBezTo>
                    <a:pt x="77903" y="402466"/>
                    <a:pt x="79242" y="414227"/>
                    <a:pt x="84403" y="416162"/>
                  </a:cubicBezTo>
                  <a:cubicBezTo>
                    <a:pt x="89117" y="417948"/>
                    <a:pt x="97949" y="416360"/>
                    <a:pt x="103457" y="409513"/>
                  </a:cubicBezTo>
                  <a:cubicBezTo>
                    <a:pt x="109412" y="387084"/>
                    <a:pt x="132535" y="298412"/>
                    <a:pt x="148166" y="238123"/>
                  </a:cubicBezTo>
                  <a:cubicBezTo>
                    <a:pt x="153674" y="216885"/>
                    <a:pt x="175358" y="204182"/>
                    <a:pt x="196546" y="209690"/>
                  </a:cubicBezTo>
                  <a:cubicBezTo>
                    <a:pt x="217784" y="215198"/>
                    <a:pt x="230486" y="236882"/>
                    <a:pt x="224979" y="258070"/>
                  </a:cubicBezTo>
                  <a:cubicBezTo>
                    <a:pt x="193552" y="379045"/>
                    <a:pt x="176863" y="441285"/>
                    <a:pt x="174911" y="444793"/>
                  </a:cubicBezTo>
                  <a:cubicBezTo>
                    <a:pt x="157048" y="477245"/>
                    <a:pt x="123306" y="496299"/>
                    <a:pt x="88819" y="49629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FDADE31-6C2C-782A-EA05-E0FC47BD94C1}"/>
                </a:ext>
              </a:extLst>
            </p:cNvPr>
            <p:cNvSpPr/>
            <p:nvPr/>
          </p:nvSpPr>
          <p:spPr>
            <a:xfrm>
              <a:off x="8478545" y="4768136"/>
              <a:ext cx="231728" cy="232274"/>
            </a:xfrm>
            <a:custGeom>
              <a:avLst/>
              <a:gdLst>
                <a:gd name="connsiteX0" fmla="*/ 115864 w 231728"/>
                <a:gd name="connsiteY0" fmla="*/ 232274 h 232274"/>
                <a:gd name="connsiteX1" fmla="*/ 0 w 231728"/>
                <a:gd name="connsiteY1" fmla="*/ 116112 h 232274"/>
                <a:gd name="connsiteX2" fmla="*/ 115864 w 231728"/>
                <a:gd name="connsiteY2" fmla="*/ 0 h 232274"/>
                <a:gd name="connsiteX3" fmla="*/ 231729 w 231728"/>
                <a:gd name="connsiteY3" fmla="*/ 116112 h 232274"/>
                <a:gd name="connsiteX4" fmla="*/ 115864 w 231728"/>
                <a:gd name="connsiteY4" fmla="*/ 232274 h 232274"/>
                <a:gd name="connsiteX5" fmla="*/ 115864 w 231728"/>
                <a:gd name="connsiteY5" fmla="*/ 79393 h 232274"/>
                <a:gd name="connsiteX6" fmla="*/ 79393 w 231728"/>
                <a:gd name="connsiteY6" fmla="*/ 116112 h 232274"/>
                <a:gd name="connsiteX7" fmla="*/ 115864 w 231728"/>
                <a:gd name="connsiteY7" fmla="*/ 152881 h 232274"/>
                <a:gd name="connsiteX8" fmla="*/ 152336 w 231728"/>
                <a:gd name="connsiteY8" fmla="*/ 116112 h 232274"/>
                <a:gd name="connsiteX9" fmla="*/ 115864 w 231728"/>
                <a:gd name="connsiteY9" fmla="*/ 79393 h 23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728" h="232274">
                  <a:moveTo>
                    <a:pt x="115864" y="232274"/>
                  </a:moveTo>
                  <a:cubicBezTo>
                    <a:pt x="51953" y="232274"/>
                    <a:pt x="0" y="180173"/>
                    <a:pt x="0" y="116112"/>
                  </a:cubicBezTo>
                  <a:cubicBezTo>
                    <a:pt x="0" y="52052"/>
                    <a:pt x="51953" y="0"/>
                    <a:pt x="115864" y="0"/>
                  </a:cubicBezTo>
                  <a:cubicBezTo>
                    <a:pt x="179776" y="0"/>
                    <a:pt x="231729" y="52102"/>
                    <a:pt x="231729" y="116112"/>
                  </a:cubicBezTo>
                  <a:cubicBezTo>
                    <a:pt x="231729" y="180123"/>
                    <a:pt x="179726" y="232274"/>
                    <a:pt x="115864" y="232274"/>
                  </a:cubicBezTo>
                  <a:close/>
                  <a:moveTo>
                    <a:pt x="115864" y="79393"/>
                  </a:moveTo>
                  <a:cubicBezTo>
                    <a:pt x="95768" y="79393"/>
                    <a:pt x="79393" y="95867"/>
                    <a:pt x="79393" y="116112"/>
                  </a:cubicBezTo>
                  <a:cubicBezTo>
                    <a:pt x="79393" y="136358"/>
                    <a:pt x="95768" y="152881"/>
                    <a:pt x="115864" y="152881"/>
                  </a:cubicBezTo>
                  <a:cubicBezTo>
                    <a:pt x="135961" y="152881"/>
                    <a:pt x="152336" y="136407"/>
                    <a:pt x="152336" y="116112"/>
                  </a:cubicBezTo>
                  <a:cubicBezTo>
                    <a:pt x="152336" y="95818"/>
                    <a:pt x="135961" y="79393"/>
                    <a:pt x="11586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9AF6DC95-4774-AB13-6E74-E71CF43BC45D}"/>
                </a:ext>
              </a:extLst>
            </p:cNvPr>
            <p:cNvSpPr/>
            <p:nvPr/>
          </p:nvSpPr>
          <p:spPr>
            <a:xfrm>
              <a:off x="8712701" y="5154341"/>
              <a:ext cx="170153" cy="463101"/>
            </a:xfrm>
            <a:custGeom>
              <a:avLst/>
              <a:gdLst>
                <a:gd name="connsiteX0" fmla="*/ 130457 w 170153"/>
                <a:gd name="connsiteY0" fmla="*/ 463102 h 463101"/>
                <a:gd name="connsiteX1" fmla="*/ 90761 w 170153"/>
                <a:gd name="connsiteY1" fmla="*/ 423405 h 463101"/>
                <a:gd name="connsiteX2" fmla="*/ 90761 w 170153"/>
                <a:gd name="connsiteY2" fmla="*/ 102062 h 463101"/>
                <a:gd name="connsiteX3" fmla="*/ 80043 w 170153"/>
                <a:gd name="connsiteY3" fmla="*/ 82759 h 463101"/>
                <a:gd name="connsiteX4" fmla="*/ 57713 w 170153"/>
                <a:gd name="connsiteY4" fmla="*/ 82065 h 463101"/>
                <a:gd name="connsiteX5" fmla="*/ 4321 w 170153"/>
                <a:gd name="connsiteY5" fmla="*/ 64697 h 463101"/>
                <a:gd name="connsiteX6" fmla="*/ 21689 w 170153"/>
                <a:gd name="connsiteY6" fmla="*/ 11306 h 463101"/>
                <a:gd name="connsiteX7" fmla="*/ 121525 w 170153"/>
                <a:gd name="connsiteY7" fmla="*/ 15077 h 463101"/>
                <a:gd name="connsiteX8" fmla="*/ 170154 w 170153"/>
                <a:gd name="connsiteY8" fmla="*/ 102062 h 463101"/>
                <a:gd name="connsiteX9" fmla="*/ 170154 w 170153"/>
                <a:gd name="connsiteY9" fmla="*/ 423405 h 463101"/>
                <a:gd name="connsiteX10" fmla="*/ 130457 w 170153"/>
                <a:gd name="connsiteY10" fmla="*/ 463102 h 46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153" h="463101">
                  <a:moveTo>
                    <a:pt x="130457" y="463102"/>
                  </a:moveTo>
                  <a:cubicBezTo>
                    <a:pt x="108525" y="463102"/>
                    <a:pt x="90761" y="445338"/>
                    <a:pt x="90761" y="423405"/>
                  </a:cubicBezTo>
                  <a:lnTo>
                    <a:pt x="90761" y="102062"/>
                  </a:lnTo>
                  <a:cubicBezTo>
                    <a:pt x="90761" y="90599"/>
                    <a:pt x="83268" y="84744"/>
                    <a:pt x="80043" y="82759"/>
                  </a:cubicBezTo>
                  <a:cubicBezTo>
                    <a:pt x="76023" y="80278"/>
                    <a:pt x="67786" y="76904"/>
                    <a:pt x="57713" y="82065"/>
                  </a:cubicBezTo>
                  <a:cubicBezTo>
                    <a:pt x="38163" y="91989"/>
                    <a:pt x="14295" y="84248"/>
                    <a:pt x="4321" y="64697"/>
                  </a:cubicBezTo>
                  <a:cubicBezTo>
                    <a:pt x="-5603" y="45147"/>
                    <a:pt x="2138" y="21279"/>
                    <a:pt x="21689" y="11306"/>
                  </a:cubicBezTo>
                  <a:cubicBezTo>
                    <a:pt x="53744" y="-5020"/>
                    <a:pt x="91058" y="-3581"/>
                    <a:pt x="121525" y="15077"/>
                  </a:cubicBezTo>
                  <a:cubicBezTo>
                    <a:pt x="151993" y="33734"/>
                    <a:pt x="170154" y="66236"/>
                    <a:pt x="170154" y="102062"/>
                  </a:cubicBezTo>
                  <a:lnTo>
                    <a:pt x="170154" y="423405"/>
                  </a:lnTo>
                  <a:cubicBezTo>
                    <a:pt x="170154" y="445338"/>
                    <a:pt x="152390" y="463102"/>
                    <a:pt x="130457" y="4631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C60E0B6-AB02-BB58-BCA9-F7715F11D4C7}"/>
                </a:ext>
              </a:extLst>
            </p:cNvPr>
            <p:cNvSpPr/>
            <p:nvPr/>
          </p:nvSpPr>
          <p:spPr>
            <a:xfrm>
              <a:off x="8350568" y="4928194"/>
              <a:ext cx="310102" cy="689249"/>
            </a:xfrm>
            <a:custGeom>
              <a:avLst/>
              <a:gdLst>
                <a:gd name="connsiteX0" fmla="*/ 219975 w 310102"/>
                <a:gd name="connsiteY0" fmla="*/ 689249 h 689249"/>
                <a:gd name="connsiteX1" fmla="*/ 201565 w 310102"/>
                <a:gd name="connsiteY1" fmla="*/ 687165 h 689249"/>
                <a:gd name="connsiteX2" fmla="*/ 120882 w 310102"/>
                <a:gd name="connsiteY2" fmla="*/ 597203 h 689249"/>
                <a:gd name="connsiteX3" fmla="*/ 58062 w 310102"/>
                <a:gd name="connsiteY3" fmla="*/ 419859 h 689249"/>
                <a:gd name="connsiteX4" fmla="*/ 2785 w 310102"/>
                <a:gd name="connsiteY4" fmla="*/ 220780 h 689249"/>
                <a:gd name="connsiteX5" fmla="*/ 56722 w 310102"/>
                <a:gd name="connsiteY5" fmla="*/ 70231 h 689249"/>
                <a:gd name="connsiteX6" fmla="*/ 66200 w 310102"/>
                <a:gd name="connsiteY6" fmla="*/ 48249 h 689249"/>
                <a:gd name="connsiteX7" fmla="*/ 66795 w 310102"/>
                <a:gd name="connsiteY7" fmla="*/ 47058 h 689249"/>
                <a:gd name="connsiteX8" fmla="*/ 67044 w 310102"/>
                <a:gd name="connsiteY8" fmla="*/ 46562 h 689249"/>
                <a:gd name="connsiteX9" fmla="*/ 98801 w 310102"/>
                <a:gd name="connsiteY9" fmla="*/ 8950 h 689249"/>
                <a:gd name="connsiteX10" fmla="*/ 104904 w 310102"/>
                <a:gd name="connsiteY10" fmla="*/ 5079 h 689249"/>
                <a:gd name="connsiteX11" fmla="*/ 158941 w 310102"/>
                <a:gd name="connsiteY11" fmla="*/ 20263 h 689249"/>
                <a:gd name="connsiteX12" fmla="*/ 144601 w 310102"/>
                <a:gd name="connsiteY12" fmla="*/ 73804 h 689249"/>
                <a:gd name="connsiteX13" fmla="*/ 137604 w 310102"/>
                <a:gd name="connsiteY13" fmla="*/ 82934 h 689249"/>
                <a:gd name="connsiteX14" fmla="*/ 137207 w 310102"/>
                <a:gd name="connsiteY14" fmla="*/ 83778 h 689249"/>
                <a:gd name="connsiteX15" fmla="*/ 131501 w 310102"/>
                <a:gd name="connsiteY15" fmla="*/ 97026 h 689249"/>
                <a:gd name="connsiteX16" fmla="*/ 79945 w 310102"/>
                <a:gd name="connsiteY16" fmla="*/ 240827 h 689249"/>
                <a:gd name="connsiteX17" fmla="*/ 132394 w 310102"/>
                <a:gd name="connsiteY17" fmla="*/ 391872 h 689249"/>
                <a:gd name="connsiteX18" fmla="*/ 196951 w 310102"/>
                <a:gd name="connsiteY18" fmla="*/ 574477 h 689249"/>
                <a:gd name="connsiteX19" fmla="*/ 219131 w 310102"/>
                <a:gd name="connsiteY19" fmla="*/ 609707 h 689249"/>
                <a:gd name="connsiteX20" fmla="*/ 226922 w 310102"/>
                <a:gd name="connsiteY20" fmla="*/ 606135 h 689249"/>
                <a:gd name="connsiteX21" fmla="*/ 229750 w 310102"/>
                <a:gd name="connsiteY21" fmla="*/ 590703 h 689249"/>
                <a:gd name="connsiteX22" fmla="*/ 141723 w 310102"/>
                <a:gd name="connsiteY22" fmla="*/ 321957 h 689249"/>
                <a:gd name="connsiteX23" fmla="*/ 140036 w 310102"/>
                <a:gd name="connsiteY23" fmla="*/ 289058 h 689249"/>
                <a:gd name="connsiteX24" fmla="*/ 140482 w 310102"/>
                <a:gd name="connsiteY24" fmla="*/ 287471 h 689249"/>
                <a:gd name="connsiteX25" fmla="*/ 161621 w 310102"/>
                <a:gd name="connsiteY25" fmla="*/ 221376 h 689249"/>
                <a:gd name="connsiteX26" fmla="*/ 211539 w 310102"/>
                <a:gd name="connsiteY26" fmla="*/ 195672 h 689249"/>
                <a:gd name="connsiteX27" fmla="*/ 237243 w 310102"/>
                <a:gd name="connsiteY27" fmla="*/ 245591 h 689249"/>
                <a:gd name="connsiteX28" fmla="*/ 218933 w 310102"/>
                <a:gd name="connsiteY28" fmla="*/ 302803 h 689249"/>
                <a:gd name="connsiteX29" fmla="*/ 305074 w 310102"/>
                <a:gd name="connsiteY29" fmla="*/ 565892 h 689249"/>
                <a:gd name="connsiteX30" fmla="*/ 285673 w 310102"/>
                <a:gd name="connsiteY30" fmla="*/ 659477 h 689249"/>
                <a:gd name="connsiteX31" fmla="*/ 219875 w 310102"/>
                <a:gd name="connsiteY31" fmla="*/ 689249 h 689249"/>
                <a:gd name="connsiteX32" fmla="*/ 215310 w 310102"/>
                <a:gd name="connsiteY32" fmla="*/ 292135 h 689249"/>
                <a:gd name="connsiteX33" fmla="*/ 215310 w 310102"/>
                <a:gd name="connsiteY33" fmla="*/ 292135 h 689249"/>
                <a:gd name="connsiteX34" fmla="*/ 215310 w 310102"/>
                <a:gd name="connsiteY34" fmla="*/ 292135 h 689249"/>
                <a:gd name="connsiteX35" fmla="*/ 145593 w 310102"/>
                <a:gd name="connsiteY35" fmla="*/ 73159 h 689249"/>
                <a:gd name="connsiteX36" fmla="*/ 145593 w 310102"/>
                <a:gd name="connsiteY36" fmla="*/ 73159 h 689249"/>
                <a:gd name="connsiteX37" fmla="*/ 145593 w 310102"/>
                <a:gd name="connsiteY37" fmla="*/ 73159 h 689249"/>
                <a:gd name="connsiteX38" fmla="*/ 102125 w 310102"/>
                <a:gd name="connsiteY38" fmla="*/ 65170 h 689249"/>
                <a:gd name="connsiteX39" fmla="*/ 102125 w 310102"/>
                <a:gd name="connsiteY39" fmla="*/ 65170 h 689249"/>
                <a:gd name="connsiteX40" fmla="*/ 102125 w 310102"/>
                <a:gd name="connsiteY40" fmla="*/ 65170 h 689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10102" h="689249">
                  <a:moveTo>
                    <a:pt x="219975" y="689249"/>
                  </a:moveTo>
                  <a:cubicBezTo>
                    <a:pt x="213822" y="689249"/>
                    <a:pt x="207669" y="688555"/>
                    <a:pt x="201565" y="687165"/>
                  </a:cubicBezTo>
                  <a:cubicBezTo>
                    <a:pt x="179980" y="682253"/>
                    <a:pt x="140780" y="664042"/>
                    <a:pt x="120882" y="597203"/>
                  </a:cubicBezTo>
                  <a:cubicBezTo>
                    <a:pt x="106294" y="548178"/>
                    <a:pt x="80689" y="479999"/>
                    <a:pt x="58062" y="419859"/>
                  </a:cubicBezTo>
                  <a:cubicBezTo>
                    <a:pt x="3926" y="275810"/>
                    <a:pt x="-5899" y="245442"/>
                    <a:pt x="2785" y="220780"/>
                  </a:cubicBezTo>
                  <a:lnTo>
                    <a:pt x="56722" y="70231"/>
                  </a:lnTo>
                  <a:cubicBezTo>
                    <a:pt x="59650" y="62044"/>
                    <a:pt x="62776" y="54849"/>
                    <a:pt x="66200" y="48249"/>
                  </a:cubicBezTo>
                  <a:cubicBezTo>
                    <a:pt x="66398" y="47852"/>
                    <a:pt x="66547" y="47505"/>
                    <a:pt x="66795" y="47058"/>
                  </a:cubicBezTo>
                  <a:cubicBezTo>
                    <a:pt x="66895" y="46909"/>
                    <a:pt x="66944" y="46711"/>
                    <a:pt x="67044" y="46562"/>
                  </a:cubicBezTo>
                  <a:cubicBezTo>
                    <a:pt x="75628" y="30386"/>
                    <a:pt x="85999" y="18080"/>
                    <a:pt x="98801" y="8950"/>
                  </a:cubicBezTo>
                  <a:cubicBezTo>
                    <a:pt x="100686" y="7560"/>
                    <a:pt x="102721" y="6270"/>
                    <a:pt x="104904" y="5079"/>
                  </a:cubicBezTo>
                  <a:cubicBezTo>
                    <a:pt x="124058" y="-5639"/>
                    <a:pt x="148223" y="1159"/>
                    <a:pt x="158941" y="20263"/>
                  </a:cubicBezTo>
                  <a:cubicBezTo>
                    <a:pt x="169510" y="39069"/>
                    <a:pt x="163060" y="62838"/>
                    <a:pt x="144601" y="73804"/>
                  </a:cubicBezTo>
                  <a:cubicBezTo>
                    <a:pt x="142368" y="75491"/>
                    <a:pt x="139936" y="78617"/>
                    <a:pt x="137604" y="82934"/>
                  </a:cubicBezTo>
                  <a:cubicBezTo>
                    <a:pt x="137455" y="83232"/>
                    <a:pt x="137356" y="83480"/>
                    <a:pt x="137207" y="83778"/>
                  </a:cubicBezTo>
                  <a:cubicBezTo>
                    <a:pt x="135123" y="87747"/>
                    <a:pt x="133287" y="91965"/>
                    <a:pt x="131501" y="97026"/>
                  </a:cubicBezTo>
                  <a:lnTo>
                    <a:pt x="79945" y="240827"/>
                  </a:lnTo>
                  <a:cubicBezTo>
                    <a:pt x="84262" y="263801"/>
                    <a:pt x="111901" y="337339"/>
                    <a:pt x="132394" y="391872"/>
                  </a:cubicBezTo>
                  <a:cubicBezTo>
                    <a:pt x="156559" y="456231"/>
                    <a:pt x="181568" y="522772"/>
                    <a:pt x="196951" y="574477"/>
                  </a:cubicBezTo>
                  <a:cubicBezTo>
                    <a:pt x="204592" y="600081"/>
                    <a:pt x="214814" y="608715"/>
                    <a:pt x="219131" y="609707"/>
                  </a:cubicBezTo>
                  <a:cubicBezTo>
                    <a:pt x="221910" y="610352"/>
                    <a:pt x="225086" y="608169"/>
                    <a:pt x="226922" y="606135"/>
                  </a:cubicBezTo>
                  <a:cubicBezTo>
                    <a:pt x="229105" y="603703"/>
                    <a:pt x="232380" y="598493"/>
                    <a:pt x="229750" y="590703"/>
                  </a:cubicBezTo>
                  <a:cubicBezTo>
                    <a:pt x="228708" y="587527"/>
                    <a:pt x="148273" y="341954"/>
                    <a:pt x="141723" y="321957"/>
                  </a:cubicBezTo>
                  <a:cubicBezTo>
                    <a:pt x="137703" y="311487"/>
                    <a:pt x="137058" y="299876"/>
                    <a:pt x="140036" y="289058"/>
                  </a:cubicBezTo>
                  <a:cubicBezTo>
                    <a:pt x="140184" y="288513"/>
                    <a:pt x="140333" y="288016"/>
                    <a:pt x="140482" y="287471"/>
                  </a:cubicBezTo>
                  <a:lnTo>
                    <a:pt x="161621" y="221376"/>
                  </a:lnTo>
                  <a:cubicBezTo>
                    <a:pt x="168319" y="200485"/>
                    <a:pt x="190649" y="189023"/>
                    <a:pt x="211539" y="195672"/>
                  </a:cubicBezTo>
                  <a:cubicBezTo>
                    <a:pt x="232429" y="202371"/>
                    <a:pt x="243941" y="224700"/>
                    <a:pt x="237243" y="245591"/>
                  </a:cubicBezTo>
                  <a:lnTo>
                    <a:pt x="218933" y="302803"/>
                  </a:lnTo>
                  <a:cubicBezTo>
                    <a:pt x="232628" y="344584"/>
                    <a:pt x="304528" y="564106"/>
                    <a:pt x="305074" y="565892"/>
                  </a:cubicBezTo>
                  <a:cubicBezTo>
                    <a:pt x="316040" y="598791"/>
                    <a:pt x="308845" y="633922"/>
                    <a:pt x="285673" y="659477"/>
                  </a:cubicBezTo>
                  <a:cubicBezTo>
                    <a:pt x="268355" y="678581"/>
                    <a:pt x="244289" y="689249"/>
                    <a:pt x="219875" y="689249"/>
                  </a:cubicBezTo>
                  <a:close/>
                  <a:moveTo>
                    <a:pt x="215310" y="292135"/>
                  </a:moveTo>
                  <a:cubicBezTo>
                    <a:pt x="215310" y="292135"/>
                    <a:pt x="215310" y="292135"/>
                    <a:pt x="215310" y="292135"/>
                  </a:cubicBezTo>
                  <a:cubicBezTo>
                    <a:pt x="215310" y="292135"/>
                    <a:pt x="215310" y="292135"/>
                    <a:pt x="215310" y="292135"/>
                  </a:cubicBezTo>
                  <a:close/>
                  <a:moveTo>
                    <a:pt x="145593" y="73159"/>
                  </a:moveTo>
                  <a:cubicBezTo>
                    <a:pt x="145593" y="73159"/>
                    <a:pt x="145593" y="73159"/>
                    <a:pt x="145593" y="73159"/>
                  </a:cubicBezTo>
                  <a:cubicBezTo>
                    <a:pt x="145593" y="73159"/>
                    <a:pt x="145593" y="73159"/>
                    <a:pt x="145593" y="73159"/>
                  </a:cubicBezTo>
                  <a:close/>
                  <a:moveTo>
                    <a:pt x="102125" y="65170"/>
                  </a:moveTo>
                  <a:lnTo>
                    <a:pt x="102125" y="65170"/>
                  </a:lnTo>
                  <a:lnTo>
                    <a:pt x="102125" y="65170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2646C3AF-6B2F-D389-6E68-681D864A380D}"/>
                </a:ext>
              </a:extLst>
            </p:cNvPr>
            <p:cNvSpPr/>
            <p:nvPr/>
          </p:nvSpPr>
          <p:spPr>
            <a:xfrm>
              <a:off x="8408937" y="4920927"/>
              <a:ext cx="378062" cy="349221"/>
            </a:xfrm>
            <a:custGeom>
              <a:avLst/>
              <a:gdLst>
                <a:gd name="connsiteX0" fmla="*/ 285112 w 378062"/>
                <a:gd name="connsiteY0" fmla="*/ 349172 h 349221"/>
                <a:gd name="connsiteX1" fmla="*/ 241991 w 378062"/>
                <a:gd name="connsiteY1" fmla="*/ 338503 h 349221"/>
                <a:gd name="connsiteX2" fmla="*/ 102607 w 378062"/>
                <a:gd name="connsiteY2" fmla="*/ 265362 h 349221"/>
                <a:gd name="connsiteX3" fmla="*/ 65639 w 378062"/>
                <a:gd name="connsiteY3" fmla="*/ 230082 h 349221"/>
                <a:gd name="connsiteX4" fmla="*/ 12743 w 378062"/>
                <a:gd name="connsiteY4" fmla="*/ 139921 h 349221"/>
                <a:gd name="connsiteX5" fmla="*/ 45890 w 378062"/>
                <a:gd name="connsiteY5" fmla="*/ 12743 h 349221"/>
                <a:gd name="connsiteX6" fmla="*/ 173068 w 378062"/>
                <a:gd name="connsiteY6" fmla="*/ 45890 h 349221"/>
                <a:gd name="connsiteX7" fmla="*/ 212516 w 378062"/>
                <a:gd name="connsiteY7" fmla="*/ 113176 h 349221"/>
                <a:gd name="connsiteX8" fmla="*/ 328331 w 378062"/>
                <a:gd name="connsiteY8" fmla="*/ 173961 h 349221"/>
                <a:gd name="connsiteX9" fmla="*/ 367432 w 378062"/>
                <a:gd name="connsiteY9" fmla="*/ 299452 h 349221"/>
                <a:gd name="connsiteX10" fmla="*/ 285112 w 378062"/>
                <a:gd name="connsiteY10" fmla="*/ 349221 h 349221"/>
                <a:gd name="connsiteX11" fmla="*/ 92881 w 378062"/>
                <a:gd name="connsiteY11" fmla="*/ 79334 h 349221"/>
                <a:gd name="connsiteX12" fmla="*/ 86033 w 378062"/>
                <a:gd name="connsiteY12" fmla="*/ 81220 h 349221"/>
                <a:gd name="connsiteX13" fmla="*/ 79781 w 378062"/>
                <a:gd name="connsiteY13" fmla="*/ 89507 h 349221"/>
                <a:gd name="connsiteX14" fmla="*/ 81220 w 378062"/>
                <a:gd name="connsiteY14" fmla="*/ 99778 h 349221"/>
                <a:gd name="connsiteX15" fmla="*/ 134116 w 378062"/>
                <a:gd name="connsiteY15" fmla="*/ 189988 h 349221"/>
                <a:gd name="connsiteX16" fmla="*/ 139524 w 378062"/>
                <a:gd name="connsiteY16" fmla="*/ 195149 h 349221"/>
                <a:gd name="connsiteX17" fmla="*/ 278909 w 378062"/>
                <a:gd name="connsiteY17" fmla="*/ 268290 h 349221"/>
                <a:gd name="connsiteX18" fmla="*/ 285161 w 378062"/>
                <a:gd name="connsiteY18" fmla="*/ 269828 h 349221"/>
                <a:gd name="connsiteX19" fmla="*/ 297219 w 378062"/>
                <a:gd name="connsiteY19" fmla="*/ 262583 h 349221"/>
                <a:gd name="connsiteX20" fmla="*/ 291513 w 378062"/>
                <a:gd name="connsiteY20" fmla="*/ 244323 h 349221"/>
                <a:gd name="connsiteX21" fmla="*/ 165625 w 378062"/>
                <a:gd name="connsiteY21" fmla="*/ 178278 h 349221"/>
                <a:gd name="connsiteX22" fmla="*/ 149845 w 378062"/>
                <a:gd name="connsiteY22" fmla="*/ 163193 h 349221"/>
                <a:gd name="connsiteX23" fmla="*/ 104641 w 378062"/>
                <a:gd name="connsiteY23" fmla="*/ 86132 h 349221"/>
                <a:gd name="connsiteX24" fmla="*/ 92930 w 378062"/>
                <a:gd name="connsiteY24" fmla="*/ 79434 h 34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8062" h="349221">
                  <a:moveTo>
                    <a:pt x="285112" y="349172"/>
                  </a:moveTo>
                  <a:cubicBezTo>
                    <a:pt x="270176" y="349172"/>
                    <a:pt x="255240" y="345500"/>
                    <a:pt x="241991" y="338503"/>
                  </a:cubicBezTo>
                  <a:lnTo>
                    <a:pt x="102607" y="265362"/>
                  </a:lnTo>
                  <a:cubicBezTo>
                    <a:pt x="87224" y="257274"/>
                    <a:pt x="74422" y="245067"/>
                    <a:pt x="65639" y="230082"/>
                  </a:cubicBezTo>
                  <a:lnTo>
                    <a:pt x="12743" y="139921"/>
                  </a:lnTo>
                  <a:cubicBezTo>
                    <a:pt x="-13159" y="95709"/>
                    <a:pt x="1678" y="38645"/>
                    <a:pt x="45890" y="12743"/>
                  </a:cubicBezTo>
                  <a:cubicBezTo>
                    <a:pt x="90102" y="-13159"/>
                    <a:pt x="147166" y="1678"/>
                    <a:pt x="173068" y="45890"/>
                  </a:cubicBezTo>
                  <a:lnTo>
                    <a:pt x="212516" y="113176"/>
                  </a:lnTo>
                  <a:lnTo>
                    <a:pt x="328331" y="173961"/>
                  </a:lnTo>
                  <a:cubicBezTo>
                    <a:pt x="373685" y="197779"/>
                    <a:pt x="391250" y="254049"/>
                    <a:pt x="367432" y="299452"/>
                  </a:cubicBezTo>
                  <a:cubicBezTo>
                    <a:pt x="351306" y="330167"/>
                    <a:pt x="319747" y="349221"/>
                    <a:pt x="285112" y="349221"/>
                  </a:cubicBezTo>
                  <a:close/>
                  <a:moveTo>
                    <a:pt x="92881" y="79334"/>
                  </a:moveTo>
                  <a:cubicBezTo>
                    <a:pt x="90549" y="79334"/>
                    <a:pt x="88216" y="79930"/>
                    <a:pt x="86033" y="81220"/>
                  </a:cubicBezTo>
                  <a:cubicBezTo>
                    <a:pt x="81815" y="83701"/>
                    <a:pt x="80327" y="87472"/>
                    <a:pt x="79781" y="89507"/>
                  </a:cubicBezTo>
                  <a:cubicBezTo>
                    <a:pt x="79235" y="91541"/>
                    <a:pt x="78739" y="95560"/>
                    <a:pt x="81220" y="99778"/>
                  </a:cubicBezTo>
                  <a:lnTo>
                    <a:pt x="134116" y="189988"/>
                  </a:lnTo>
                  <a:cubicBezTo>
                    <a:pt x="135406" y="192172"/>
                    <a:pt x="137242" y="193958"/>
                    <a:pt x="139524" y="195149"/>
                  </a:cubicBezTo>
                  <a:lnTo>
                    <a:pt x="278909" y="268290"/>
                  </a:lnTo>
                  <a:cubicBezTo>
                    <a:pt x="280894" y="269332"/>
                    <a:pt x="282978" y="269828"/>
                    <a:pt x="285161" y="269828"/>
                  </a:cubicBezTo>
                  <a:cubicBezTo>
                    <a:pt x="289131" y="269828"/>
                    <a:pt x="294391" y="267943"/>
                    <a:pt x="297219" y="262583"/>
                  </a:cubicBezTo>
                  <a:cubicBezTo>
                    <a:pt x="300693" y="255984"/>
                    <a:pt x="298112" y="247797"/>
                    <a:pt x="291513" y="244323"/>
                  </a:cubicBezTo>
                  <a:lnTo>
                    <a:pt x="165625" y="178278"/>
                  </a:lnTo>
                  <a:cubicBezTo>
                    <a:pt x="159075" y="174805"/>
                    <a:pt x="153567" y="169594"/>
                    <a:pt x="149845" y="163193"/>
                  </a:cubicBezTo>
                  <a:lnTo>
                    <a:pt x="104641" y="86132"/>
                  </a:lnTo>
                  <a:cubicBezTo>
                    <a:pt x="102110" y="81865"/>
                    <a:pt x="97595" y="79434"/>
                    <a:pt x="92930" y="7943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B2F42BA-E121-615F-1D7C-4C6A1A2A038E}"/>
                </a:ext>
              </a:extLst>
            </p:cNvPr>
            <p:cNvSpPr/>
            <p:nvPr/>
          </p:nvSpPr>
          <p:spPr>
            <a:xfrm>
              <a:off x="8172197" y="4898238"/>
              <a:ext cx="120954" cy="175511"/>
            </a:xfrm>
            <a:custGeom>
              <a:avLst/>
              <a:gdLst>
                <a:gd name="connsiteX0" fmla="*/ 39686 w 120954"/>
                <a:gd name="connsiteY0" fmla="*/ 175512 h 175511"/>
                <a:gd name="connsiteX1" fmla="*/ 23956 w 120954"/>
                <a:gd name="connsiteY1" fmla="*/ 172237 h 175511"/>
                <a:gd name="connsiteX2" fmla="*/ 3265 w 120954"/>
                <a:gd name="connsiteY2" fmla="*/ 120036 h 175511"/>
                <a:gd name="connsiteX3" fmla="*/ 44797 w 120954"/>
                <a:gd name="connsiteY3" fmla="*/ 23970 h 175511"/>
                <a:gd name="connsiteX4" fmla="*/ 96998 w 120954"/>
                <a:gd name="connsiteY4" fmla="*/ 3278 h 175511"/>
                <a:gd name="connsiteX5" fmla="*/ 117690 w 120954"/>
                <a:gd name="connsiteY5" fmla="*/ 55479 h 175511"/>
                <a:gd name="connsiteX6" fmla="*/ 76157 w 120954"/>
                <a:gd name="connsiteY6" fmla="*/ 151545 h 175511"/>
                <a:gd name="connsiteX7" fmla="*/ 39686 w 120954"/>
                <a:gd name="connsiteY7" fmla="*/ 175512 h 17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54" h="175511">
                  <a:moveTo>
                    <a:pt x="39686" y="175512"/>
                  </a:moveTo>
                  <a:cubicBezTo>
                    <a:pt x="34426" y="175512"/>
                    <a:pt x="29117" y="174470"/>
                    <a:pt x="23956" y="172237"/>
                  </a:cubicBezTo>
                  <a:cubicBezTo>
                    <a:pt x="3810" y="163553"/>
                    <a:pt x="-5419" y="140182"/>
                    <a:pt x="3265" y="120036"/>
                  </a:cubicBezTo>
                  <a:lnTo>
                    <a:pt x="44797" y="23970"/>
                  </a:lnTo>
                  <a:cubicBezTo>
                    <a:pt x="53481" y="3874"/>
                    <a:pt x="76852" y="-5455"/>
                    <a:pt x="96998" y="3278"/>
                  </a:cubicBezTo>
                  <a:cubicBezTo>
                    <a:pt x="117144" y="11962"/>
                    <a:pt x="126374" y="35333"/>
                    <a:pt x="117690" y="55479"/>
                  </a:cubicBezTo>
                  <a:lnTo>
                    <a:pt x="76157" y="151545"/>
                  </a:lnTo>
                  <a:cubicBezTo>
                    <a:pt x="69657" y="166531"/>
                    <a:pt x="55069" y="175512"/>
                    <a:pt x="39686" y="17551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7794A1F-BC52-8311-E410-2EE02300C41E}"/>
                </a:ext>
              </a:extLst>
            </p:cNvPr>
            <p:cNvSpPr/>
            <p:nvPr/>
          </p:nvSpPr>
          <p:spPr>
            <a:xfrm>
              <a:off x="8276056" y="4952312"/>
              <a:ext cx="102440" cy="136125"/>
            </a:xfrm>
            <a:custGeom>
              <a:avLst/>
              <a:gdLst>
                <a:gd name="connsiteX0" fmla="*/ 39683 w 102440"/>
                <a:gd name="connsiteY0" fmla="*/ 136125 h 136125"/>
                <a:gd name="connsiteX1" fmla="*/ 24797 w 102440"/>
                <a:gd name="connsiteY1" fmla="*/ 133198 h 136125"/>
                <a:gd name="connsiteX2" fmla="*/ 2915 w 102440"/>
                <a:gd name="connsiteY2" fmla="*/ 81493 h 136125"/>
                <a:gd name="connsiteX3" fmla="*/ 25939 w 102440"/>
                <a:gd name="connsiteY3" fmla="*/ 24777 h 136125"/>
                <a:gd name="connsiteX4" fmla="*/ 77643 w 102440"/>
                <a:gd name="connsiteY4" fmla="*/ 2894 h 136125"/>
                <a:gd name="connsiteX5" fmla="*/ 99526 w 102440"/>
                <a:gd name="connsiteY5" fmla="*/ 54599 h 136125"/>
                <a:gd name="connsiteX6" fmla="*/ 76502 w 102440"/>
                <a:gd name="connsiteY6" fmla="*/ 111315 h 136125"/>
                <a:gd name="connsiteX7" fmla="*/ 39683 w 102440"/>
                <a:gd name="connsiteY7" fmla="*/ 136125 h 13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40" h="136125">
                  <a:moveTo>
                    <a:pt x="39683" y="136125"/>
                  </a:moveTo>
                  <a:cubicBezTo>
                    <a:pt x="34721" y="136125"/>
                    <a:pt x="29660" y="135183"/>
                    <a:pt x="24797" y="133198"/>
                  </a:cubicBezTo>
                  <a:cubicBezTo>
                    <a:pt x="4502" y="124961"/>
                    <a:pt x="-5323" y="101788"/>
                    <a:pt x="2915" y="81493"/>
                  </a:cubicBezTo>
                  <a:lnTo>
                    <a:pt x="25939" y="24777"/>
                  </a:lnTo>
                  <a:cubicBezTo>
                    <a:pt x="34176" y="4482"/>
                    <a:pt x="57299" y="-5294"/>
                    <a:pt x="77643" y="2894"/>
                  </a:cubicBezTo>
                  <a:cubicBezTo>
                    <a:pt x="97938" y="11131"/>
                    <a:pt x="107763" y="34304"/>
                    <a:pt x="99526" y="54599"/>
                  </a:cubicBezTo>
                  <a:lnTo>
                    <a:pt x="76502" y="111315"/>
                  </a:lnTo>
                  <a:cubicBezTo>
                    <a:pt x="70250" y="126747"/>
                    <a:pt x="55364" y="136125"/>
                    <a:pt x="39683" y="13612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27BB06C-65F3-E6E9-C5D9-A47D63AA4067}"/>
              </a:ext>
            </a:extLst>
          </p:cNvPr>
          <p:cNvGrpSpPr/>
          <p:nvPr/>
        </p:nvGrpSpPr>
        <p:grpSpPr>
          <a:xfrm>
            <a:off x="9440073" y="4793343"/>
            <a:ext cx="809910" cy="798892"/>
            <a:chOff x="9440073" y="4793343"/>
            <a:chExt cx="809910" cy="798892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12D1AD88-90A1-CA47-9DEF-214A765AB739}"/>
                </a:ext>
              </a:extLst>
            </p:cNvPr>
            <p:cNvSpPr/>
            <p:nvPr/>
          </p:nvSpPr>
          <p:spPr>
            <a:xfrm>
              <a:off x="9542341" y="4793343"/>
              <a:ext cx="79393" cy="292762"/>
            </a:xfrm>
            <a:custGeom>
              <a:avLst/>
              <a:gdLst>
                <a:gd name="connsiteX0" fmla="*/ 39697 w 79393"/>
                <a:gd name="connsiteY0" fmla="*/ 292762 h 292762"/>
                <a:gd name="connsiteX1" fmla="*/ 0 w 79393"/>
                <a:gd name="connsiteY1" fmla="*/ 253066 h 292762"/>
                <a:gd name="connsiteX2" fmla="*/ 0 w 79393"/>
                <a:gd name="connsiteY2" fmla="*/ 39697 h 292762"/>
                <a:gd name="connsiteX3" fmla="*/ 39697 w 79393"/>
                <a:gd name="connsiteY3" fmla="*/ 0 h 292762"/>
                <a:gd name="connsiteX4" fmla="*/ 79393 w 79393"/>
                <a:gd name="connsiteY4" fmla="*/ 39697 h 292762"/>
                <a:gd name="connsiteX5" fmla="*/ 79393 w 79393"/>
                <a:gd name="connsiteY5" fmla="*/ 253066 h 292762"/>
                <a:gd name="connsiteX6" fmla="*/ 39697 w 79393"/>
                <a:gd name="connsiteY6" fmla="*/ 292762 h 29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92762">
                  <a:moveTo>
                    <a:pt x="39697" y="292762"/>
                  </a:moveTo>
                  <a:cubicBezTo>
                    <a:pt x="17764" y="292762"/>
                    <a:pt x="0" y="274998"/>
                    <a:pt x="0" y="25306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253066"/>
                  </a:lnTo>
                  <a:cubicBezTo>
                    <a:pt x="79393" y="274998"/>
                    <a:pt x="61629" y="292762"/>
                    <a:pt x="39697" y="29276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5B66E9E-2356-B4C2-F58A-101D351E95BD}"/>
                </a:ext>
              </a:extLst>
            </p:cNvPr>
            <p:cNvSpPr/>
            <p:nvPr/>
          </p:nvSpPr>
          <p:spPr>
            <a:xfrm>
              <a:off x="9440073" y="5080051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B2186294-C033-5BCB-DEB9-41003AF7E493}"/>
                </a:ext>
              </a:extLst>
            </p:cNvPr>
            <p:cNvSpPr/>
            <p:nvPr/>
          </p:nvSpPr>
          <p:spPr>
            <a:xfrm>
              <a:off x="9512420" y="5021598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FC7B514-7748-E54C-951F-3AA35375C791}"/>
                </a:ext>
              </a:extLst>
            </p:cNvPr>
            <p:cNvSpPr/>
            <p:nvPr/>
          </p:nvSpPr>
          <p:spPr>
            <a:xfrm>
              <a:off x="10058397" y="4793343"/>
              <a:ext cx="79393" cy="198482"/>
            </a:xfrm>
            <a:custGeom>
              <a:avLst/>
              <a:gdLst>
                <a:gd name="connsiteX0" fmla="*/ 39697 w 79393"/>
                <a:gd name="connsiteY0" fmla="*/ 198483 h 198482"/>
                <a:gd name="connsiteX1" fmla="*/ 0 w 79393"/>
                <a:gd name="connsiteY1" fmla="*/ 158786 h 198482"/>
                <a:gd name="connsiteX2" fmla="*/ 0 w 79393"/>
                <a:gd name="connsiteY2" fmla="*/ 39697 h 198482"/>
                <a:gd name="connsiteX3" fmla="*/ 39697 w 79393"/>
                <a:gd name="connsiteY3" fmla="*/ 0 h 198482"/>
                <a:gd name="connsiteX4" fmla="*/ 79393 w 79393"/>
                <a:gd name="connsiteY4" fmla="*/ 39697 h 198482"/>
                <a:gd name="connsiteX5" fmla="*/ 79393 w 79393"/>
                <a:gd name="connsiteY5" fmla="*/ 158786 h 198482"/>
                <a:gd name="connsiteX6" fmla="*/ 39697 w 79393"/>
                <a:gd name="connsiteY6" fmla="*/ 198483 h 198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8482">
                  <a:moveTo>
                    <a:pt x="39697" y="198483"/>
                  </a:moveTo>
                  <a:cubicBezTo>
                    <a:pt x="17764" y="198483"/>
                    <a:pt x="0" y="180719"/>
                    <a:pt x="0" y="15878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58786"/>
                  </a:lnTo>
                  <a:cubicBezTo>
                    <a:pt x="79393" y="180719"/>
                    <a:pt x="61629" y="198483"/>
                    <a:pt x="39697" y="1984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DB8CE6B-C8E5-81D8-D825-4CE13697ACD8}"/>
                </a:ext>
              </a:extLst>
            </p:cNvPr>
            <p:cNvSpPr/>
            <p:nvPr/>
          </p:nvSpPr>
          <p:spPr>
            <a:xfrm>
              <a:off x="9956129" y="4985772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6E326C20-1673-63A3-4716-769D7706C40A}"/>
                </a:ext>
              </a:extLst>
            </p:cNvPr>
            <p:cNvSpPr/>
            <p:nvPr/>
          </p:nvSpPr>
          <p:spPr>
            <a:xfrm>
              <a:off x="10028476" y="4927319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BA7FD4C2-3045-4BAD-8899-FEBD2AA1185E}"/>
                </a:ext>
              </a:extLst>
            </p:cNvPr>
            <p:cNvSpPr/>
            <p:nvPr/>
          </p:nvSpPr>
          <p:spPr>
            <a:xfrm>
              <a:off x="9800369" y="4793343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7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7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64" y="511093"/>
                    <a:pt x="0" y="493329"/>
                    <a:pt x="0" y="47139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71397"/>
                  </a:lnTo>
                  <a:cubicBezTo>
                    <a:pt x="79393" y="493329"/>
                    <a:pt x="61629" y="511093"/>
                    <a:pt x="39697" y="5110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FB4201C0-577C-B3C7-AB82-2E1A5B5AD903}"/>
                </a:ext>
              </a:extLst>
            </p:cNvPr>
            <p:cNvSpPr/>
            <p:nvPr/>
          </p:nvSpPr>
          <p:spPr>
            <a:xfrm>
              <a:off x="9698101" y="5298382"/>
              <a:ext cx="293854" cy="293853"/>
            </a:xfrm>
            <a:custGeom>
              <a:avLst/>
              <a:gdLst>
                <a:gd name="connsiteX0" fmla="*/ 146927 w 293854"/>
                <a:gd name="connsiteY0" fmla="*/ 293854 h 293853"/>
                <a:gd name="connsiteX1" fmla="*/ 0 w 293854"/>
                <a:gd name="connsiteY1" fmla="*/ 146927 h 293853"/>
                <a:gd name="connsiteX2" fmla="*/ 146927 w 293854"/>
                <a:gd name="connsiteY2" fmla="*/ 0 h 293853"/>
                <a:gd name="connsiteX3" fmla="*/ 293854 w 293854"/>
                <a:gd name="connsiteY3" fmla="*/ 146927 h 293853"/>
                <a:gd name="connsiteX4" fmla="*/ 146927 w 293854"/>
                <a:gd name="connsiteY4" fmla="*/ 293854 h 293853"/>
                <a:gd name="connsiteX5" fmla="*/ 146927 w 293854"/>
                <a:gd name="connsiteY5" fmla="*/ 79393 h 293853"/>
                <a:gd name="connsiteX6" fmla="*/ 79393 w 293854"/>
                <a:gd name="connsiteY6" fmla="*/ 146927 h 293853"/>
                <a:gd name="connsiteX7" fmla="*/ 146927 w 293854"/>
                <a:gd name="connsiteY7" fmla="*/ 214461 h 293853"/>
                <a:gd name="connsiteX8" fmla="*/ 214461 w 293854"/>
                <a:gd name="connsiteY8" fmla="*/ 146927 h 293853"/>
                <a:gd name="connsiteX9" fmla="*/ 146927 w 293854"/>
                <a:gd name="connsiteY9" fmla="*/ 79393 h 29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854" h="293853">
                  <a:moveTo>
                    <a:pt x="146927" y="293854"/>
                  </a:moveTo>
                  <a:cubicBezTo>
                    <a:pt x="65896" y="293854"/>
                    <a:pt x="0" y="227957"/>
                    <a:pt x="0" y="146927"/>
                  </a:cubicBezTo>
                  <a:cubicBezTo>
                    <a:pt x="0" y="65896"/>
                    <a:pt x="65896" y="0"/>
                    <a:pt x="146927" y="0"/>
                  </a:cubicBezTo>
                  <a:cubicBezTo>
                    <a:pt x="227958" y="0"/>
                    <a:pt x="293854" y="65896"/>
                    <a:pt x="293854" y="146927"/>
                  </a:cubicBezTo>
                  <a:cubicBezTo>
                    <a:pt x="293854" y="227957"/>
                    <a:pt x="227958" y="293854"/>
                    <a:pt x="146927" y="293854"/>
                  </a:cubicBezTo>
                  <a:close/>
                  <a:moveTo>
                    <a:pt x="146927" y="79393"/>
                  </a:moveTo>
                  <a:cubicBezTo>
                    <a:pt x="109711" y="79393"/>
                    <a:pt x="79393" y="109662"/>
                    <a:pt x="79393" y="146927"/>
                  </a:cubicBezTo>
                  <a:cubicBezTo>
                    <a:pt x="79393" y="184192"/>
                    <a:pt x="109662" y="214461"/>
                    <a:pt x="146927" y="214461"/>
                  </a:cubicBezTo>
                  <a:cubicBezTo>
                    <a:pt x="184192" y="214461"/>
                    <a:pt x="214461" y="184192"/>
                    <a:pt x="214461" y="146927"/>
                  </a:cubicBezTo>
                  <a:cubicBezTo>
                    <a:pt x="214461" y="109662"/>
                    <a:pt x="184192" y="79393"/>
                    <a:pt x="14692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F88ABC36-BC52-C573-54DE-97FCDE6A31D8}"/>
                </a:ext>
              </a:extLst>
            </p:cNvPr>
            <p:cNvSpPr/>
            <p:nvPr/>
          </p:nvSpPr>
          <p:spPr>
            <a:xfrm>
              <a:off x="9770448" y="5239929"/>
              <a:ext cx="137846" cy="137846"/>
            </a:xfrm>
            <a:custGeom>
              <a:avLst/>
              <a:gdLst>
                <a:gd name="connsiteX0" fmla="*/ 98150 w 137846"/>
                <a:gd name="connsiteY0" fmla="*/ 0 h 137846"/>
                <a:gd name="connsiteX1" fmla="*/ 137846 w 137846"/>
                <a:gd name="connsiteY1" fmla="*/ 39697 h 137846"/>
                <a:gd name="connsiteX2" fmla="*/ 137846 w 137846"/>
                <a:gd name="connsiteY2" fmla="*/ 98150 h 137846"/>
                <a:gd name="connsiteX3" fmla="*/ 98150 w 137846"/>
                <a:gd name="connsiteY3" fmla="*/ 137846 h 137846"/>
                <a:gd name="connsiteX4" fmla="*/ 39697 w 137846"/>
                <a:gd name="connsiteY4" fmla="*/ 137846 h 137846"/>
                <a:gd name="connsiteX5" fmla="*/ 0 w 137846"/>
                <a:gd name="connsiteY5" fmla="*/ 98150 h 137846"/>
                <a:gd name="connsiteX6" fmla="*/ 0 w 137846"/>
                <a:gd name="connsiteY6" fmla="*/ 39697 h 137846"/>
                <a:gd name="connsiteX7" fmla="*/ 39697 w 137846"/>
                <a:gd name="connsiteY7" fmla="*/ 0 h 13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846" h="137846">
                  <a:moveTo>
                    <a:pt x="98150" y="0"/>
                  </a:moveTo>
                  <a:cubicBezTo>
                    <a:pt x="120074" y="0"/>
                    <a:pt x="137846" y="17773"/>
                    <a:pt x="137846" y="39697"/>
                  </a:cubicBezTo>
                  <a:lnTo>
                    <a:pt x="137846" y="98150"/>
                  </a:lnTo>
                  <a:cubicBezTo>
                    <a:pt x="137846" y="120074"/>
                    <a:pt x="120074" y="137846"/>
                    <a:pt x="98150" y="137846"/>
                  </a:cubicBezTo>
                  <a:lnTo>
                    <a:pt x="39697" y="137846"/>
                  </a:lnTo>
                  <a:cubicBezTo>
                    <a:pt x="17773" y="137846"/>
                    <a:pt x="0" y="120074"/>
                    <a:pt x="0" y="98150"/>
                  </a:cubicBezTo>
                  <a:lnTo>
                    <a:pt x="0" y="39697"/>
                  </a:lnTo>
                  <a:cubicBezTo>
                    <a:pt x="0" y="17773"/>
                    <a:pt x="17773" y="0"/>
                    <a:pt x="39697" y="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88B59178-EEDC-B21F-1535-CE20F40B85A7}"/>
                </a:ext>
              </a:extLst>
            </p:cNvPr>
            <p:cNvSpPr/>
            <p:nvPr/>
          </p:nvSpPr>
          <p:spPr>
            <a:xfrm>
              <a:off x="9457986" y="4793343"/>
              <a:ext cx="769121" cy="79393"/>
            </a:xfrm>
            <a:custGeom>
              <a:avLst/>
              <a:gdLst>
                <a:gd name="connsiteX0" fmla="*/ 729425 w 769121"/>
                <a:gd name="connsiteY0" fmla="*/ 79393 h 79393"/>
                <a:gd name="connsiteX1" fmla="*/ 39697 w 769121"/>
                <a:gd name="connsiteY1" fmla="*/ 79393 h 79393"/>
                <a:gd name="connsiteX2" fmla="*/ 0 w 769121"/>
                <a:gd name="connsiteY2" fmla="*/ 39697 h 79393"/>
                <a:gd name="connsiteX3" fmla="*/ 39697 w 769121"/>
                <a:gd name="connsiteY3" fmla="*/ 0 h 79393"/>
                <a:gd name="connsiteX4" fmla="*/ 729425 w 769121"/>
                <a:gd name="connsiteY4" fmla="*/ 0 h 79393"/>
                <a:gd name="connsiteX5" fmla="*/ 769122 w 769121"/>
                <a:gd name="connsiteY5" fmla="*/ 39697 h 79393"/>
                <a:gd name="connsiteX6" fmla="*/ 729425 w 76912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9121" h="79393">
                  <a:moveTo>
                    <a:pt x="729425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29425" y="0"/>
                  </a:lnTo>
                  <a:cubicBezTo>
                    <a:pt x="751357" y="0"/>
                    <a:pt x="769122" y="17764"/>
                    <a:pt x="769122" y="39697"/>
                  </a:cubicBezTo>
                  <a:cubicBezTo>
                    <a:pt x="769122" y="61629"/>
                    <a:pt x="751357" y="79393"/>
                    <a:pt x="72942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68707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20AAAD-37EA-D6D2-FC88-2A8D74228A9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B7B54CD7-0752-7EBE-69E3-1DC65CBCC912}"/>
              </a:ext>
            </a:extLst>
          </p:cNvPr>
          <p:cNvGrpSpPr/>
          <p:nvPr/>
        </p:nvGrpSpPr>
        <p:grpSpPr>
          <a:xfrm>
            <a:off x="1526042" y="1419224"/>
            <a:ext cx="761873" cy="828665"/>
            <a:chOff x="1526042" y="1419224"/>
            <a:chExt cx="761873" cy="828665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FE51B346-0417-0DC6-6A17-2C68D481BDCB}"/>
                </a:ext>
              </a:extLst>
            </p:cNvPr>
            <p:cNvSpPr/>
            <p:nvPr/>
          </p:nvSpPr>
          <p:spPr>
            <a:xfrm>
              <a:off x="1870706" y="1419224"/>
              <a:ext cx="79393" cy="828665"/>
            </a:xfrm>
            <a:custGeom>
              <a:avLst/>
              <a:gdLst>
                <a:gd name="connsiteX0" fmla="*/ 39697 w 79393"/>
                <a:gd name="connsiteY0" fmla="*/ 828665 h 828665"/>
                <a:gd name="connsiteX1" fmla="*/ 0 w 79393"/>
                <a:gd name="connsiteY1" fmla="*/ 788969 h 828665"/>
                <a:gd name="connsiteX2" fmla="*/ 0 w 79393"/>
                <a:gd name="connsiteY2" fmla="*/ 39697 h 828665"/>
                <a:gd name="connsiteX3" fmla="*/ 39697 w 79393"/>
                <a:gd name="connsiteY3" fmla="*/ 0 h 828665"/>
                <a:gd name="connsiteX4" fmla="*/ 79393 w 79393"/>
                <a:gd name="connsiteY4" fmla="*/ 39697 h 828665"/>
                <a:gd name="connsiteX5" fmla="*/ 79393 w 79393"/>
                <a:gd name="connsiteY5" fmla="*/ 788969 h 828665"/>
                <a:gd name="connsiteX6" fmla="*/ 39697 w 79393"/>
                <a:gd name="connsiteY6" fmla="*/ 828665 h 828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828665">
                  <a:moveTo>
                    <a:pt x="39697" y="828665"/>
                  </a:moveTo>
                  <a:cubicBezTo>
                    <a:pt x="17764" y="828665"/>
                    <a:pt x="0" y="810901"/>
                    <a:pt x="0" y="788969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788969"/>
                  </a:lnTo>
                  <a:cubicBezTo>
                    <a:pt x="79393" y="810901"/>
                    <a:pt x="61629" y="828665"/>
                    <a:pt x="39697" y="8286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F623804-AE1F-26D6-402F-62708B66629D}"/>
                </a:ext>
              </a:extLst>
            </p:cNvPr>
            <p:cNvSpPr/>
            <p:nvPr/>
          </p:nvSpPr>
          <p:spPr>
            <a:xfrm>
              <a:off x="2082396" y="1539728"/>
              <a:ext cx="205413" cy="237360"/>
            </a:xfrm>
            <a:custGeom>
              <a:avLst/>
              <a:gdLst>
                <a:gd name="connsiteX0" fmla="*/ 165725 w 205413"/>
                <a:gd name="connsiteY0" fmla="*/ 237311 h 237360"/>
                <a:gd name="connsiteX1" fmla="*/ 155950 w 205413"/>
                <a:gd name="connsiteY1" fmla="*/ 236071 h 237360"/>
                <a:gd name="connsiteX2" fmla="*/ 29963 w 205413"/>
                <a:gd name="connsiteY2" fmla="*/ 204165 h 237360"/>
                <a:gd name="connsiteX3" fmla="*/ 1233 w 205413"/>
                <a:gd name="connsiteY3" fmla="*/ 155933 h 237360"/>
                <a:gd name="connsiteX4" fmla="*/ 33139 w 205413"/>
                <a:gd name="connsiteY4" fmla="*/ 29946 h 237360"/>
                <a:gd name="connsiteX5" fmla="*/ 81370 w 205413"/>
                <a:gd name="connsiteY5" fmla="*/ 1216 h 237360"/>
                <a:gd name="connsiteX6" fmla="*/ 110100 w 205413"/>
                <a:gd name="connsiteY6" fmla="*/ 49447 h 237360"/>
                <a:gd name="connsiteX7" fmla="*/ 87920 w 205413"/>
                <a:gd name="connsiteY7" fmla="*/ 136978 h 237360"/>
                <a:gd name="connsiteX8" fmla="*/ 175451 w 205413"/>
                <a:gd name="connsiteY8" fmla="*/ 159159 h 237360"/>
                <a:gd name="connsiteX9" fmla="*/ 204181 w 205413"/>
                <a:gd name="connsiteY9" fmla="*/ 207390 h 237360"/>
                <a:gd name="connsiteX10" fmla="*/ 165725 w 205413"/>
                <a:gd name="connsiteY10" fmla="*/ 237361 h 2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413" h="237360">
                  <a:moveTo>
                    <a:pt x="165725" y="237311"/>
                  </a:moveTo>
                  <a:cubicBezTo>
                    <a:pt x="162500" y="237311"/>
                    <a:pt x="159225" y="236914"/>
                    <a:pt x="155950" y="236071"/>
                  </a:cubicBezTo>
                  <a:lnTo>
                    <a:pt x="29963" y="204165"/>
                  </a:lnTo>
                  <a:cubicBezTo>
                    <a:pt x="8725" y="198806"/>
                    <a:pt x="-4176" y="177171"/>
                    <a:pt x="1233" y="155933"/>
                  </a:cubicBezTo>
                  <a:lnTo>
                    <a:pt x="33139" y="29946"/>
                  </a:lnTo>
                  <a:cubicBezTo>
                    <a:pt x="38498" y="8709"/>
                    <a:pt x="60132" y="-4143"/>
                    <a:pt x="81370" y="1216"/>
                  </a:cubicBezTo>
                  <a:cubicBezTo>
                    <a:pt x="102608" y="6575"/>
                    <a:pt x="115509" y="28210"/>
                    <a:pt x="110100" y="49447"/>
                  </a:cubicBezTo>
                  <a:lnTo>
                    <a:pt x="87920" y="136978"/>
                  </a:lnTo>
                  <a:lnTo>
                    <a:pt x="175451" y="159159"/>
                  </a:lnTo>
                  <a:cubicBezTo>
                    <a:pt x="196689" y="164518"/>
                    <a:pt x="209590" y="186152"/>
                    <a:pt x="204181" y="207390"/>
                  </a:cubicBezTo>
                  <a:cubicBezTo>
                    <a:pt x="199616" y="225353"/>
                    <a:pt x="183489" y="237361"/>
                    <a:pt x="165725" y="2373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772403E-C13D-6179-D24E-4D564325E923}"/>
                </a:ext>
              </a:extLst>
            </p:cNvPr>
            <p:cNvSpPr/>
            <p:nvPr/>
          </p:nvSpPr>
          <p:spPr>
            <a:xfrm>
              <a:off x="1526197" y="1890083"/>
              <a:ext cx="205413" cy="237377"/>
            </a:xfrm>
            <a:custGeom>
              <a:avLst/>
              <a:gdLst>
                <a:gd name="connsiteX0" fmla="*/ 133819 w 205413"/>
                <a:gd name="connsiteY0" fmla="*/ 237377 h 237377"/>
                <a:gd name="connsiteX1" fmla="*/ 124044 w 205413"/>
                <a:gd name="connsiteY1" fmla="*/ 236137 h 237377"/>
                <a:gd name="connsiteX2" fmla="*/ 95313 w 205413"/>
                <a:gd name="connsiteY2" fmla="*/ 187906 h 237377"/>
                <a:gd name="connsiteX3" fmla="*/ 117494 w 205413"/>
                <a:gd name="connsiteY3" fmla="*/ 100375 h 237377"/>
                <a:gd name="connsiteX4" fmla="*/ 29963 w 205413"/>
                <a:gd name="connsiteY4" fmla="*/ 78194 h 237377"/>
                <a:gd name="connsiteX5" fmla="*/ 1233 w 205413"/>
                <a:gd name="connsiteY5" fmla="*/ 29963 h 237377"/>
                <a:gd name="connsiteX6" fmla="*/ 49464 w 205413"/>
                <a:gd name="connsiteY6" fmla="*/ 1233 h 237377"/>
                <a:gd name="connsiteX7" fmla="*/ 175451 w 205413"/>
                <a:gd name="connsiteY7" fmla="*/ 33139 h 237377"/>
                <a:gd name="connsiteX8" fmla="*/ 204181 w 205413"/>
                <a:gd name="connsiteY8" fmla="*/ 81370 h 237377"/>
                <a:gd name="connsiteX9" fmla="*/ 172275 w 205413"/>
                <a:gd name="connsiteY9" fmla="*/ 207357 h 237377"/>
                <a:gd name="connsiteX10" fmla="*/ 133819 w 205413"/>
                <a:gd name="connsiteY10" fmla="*/ 237328 h 23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413" h="237377">
                  <a:moveTo>
                    <a:pt x="133819" y="237377"/>
                  </a:moveTo>
                  <a:cubicBezTo>
                    <a:pt x="130594" y="237377"/>
                    <a:pt x="127319" y="236980"/>
                    <a:pt x="124044" y="236137"/>
                  </a:cubicBezTo>
                  <a:cubicBezTo>
                    <a:pt x="102806" y="230778"/>
                    <a:pt x="89905" y="209143"/>
                    <a:pt x="95313" y="187906"/>
                  </a:cubicBezTo>
                  <a:lnTo>
                    <a:pt x="117494" y="100375"/>
                  </a:lnTo>
                  <a:lnTo>
                    <a:pt x="29963" y="78194"/>
                  </a:lnTo>
                  <a:cubicBezTo>
                    <a:pt x="8725" y="72835"/>
                    <a:pt x="-4176" y="51201"/>
                    <a:pt x="1233" y="29963"/>
                  </a:cubicBezTo>
                  <a:cubicBezTo>
                    <a:pt x="6592" y="8725"/>
                    <a:pt x="28177" y="-4176"/>
                    <a:pt x="49464" y="1233"/>
                  </a:cubicBezTo>
                  <a:lnTo>
                    <a:pt x="175451" y="33139"/>
                  </a:lnTo>
                  <a:cubicBezTo>
                    <a:pt x="196689" y="38498"/>
                    <a:pt x="209590" y="60132"/>
                    <a:pt x="204181" y="81370"/>
                  </a:cubicBezTo>
                  <a:lnTo>
                    <a:pt x="172275" y="207357"/>
                  </a:lnTo>
                  <a:cubicBezTo>
                    <a:pt x="167710" y="225320"/>
                    <a:pt x="151583" y="237328"/>
                    <a:pt x="133819" y="2373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543EE602-3CE2-AC33-D468-9909005712C5}"/>
                </a:ext>
              </a:extLst>
            </p:cNvPr>
            <p:cNvSpPr/>
            <p:nvPr/>
          </p:nvSpPr>
          <p:spPr>
            <a:xfrm>
              <a:off x="1545450" y="1602084"/>
              <a:ext cx="723106" cy="462952"/>
            </a:xfrm>
            <a:custGeom>
              <a:avLst/>
              <a:gdLst>
                <a:gd name="connsiteX0" fmla="*/ 39738 w 723106"/>
                <a:gd name="connsiteY0" fmla="*/ 462953 h 462952"/>
                <a:gd name="connsiteX1" fmla="*/ 5599 w 723106"/>
                <a:gd name="connsiteY1" fmla="*/ 443551 h 462952"/>
                <a:gd name="connsiteX2" fmla="*/ 19394 w 723106"/>
                <a:gd name="connsiteY2" fmla="*/ 389117 h 462952"/>
                <a:gd name="connsiteX3" fmla="*/ 663074 w 723106"/>
                <a:gd name="connsiteY3" fmla="*/ 5599 h 462952"/>
                <a:gd name="connsiteX4" fmla="*/ 717508 w 723106"/>
                <a:gd name="connsiteY4" fmla="*/ 19394 h 462952"/>
                <a:gd name="connsiteX5" fmla="*/ 703713 w 723106"/>
                <a:gd name="connsiteY5" fmla="*/ 73828 h 462952"/>
                <a:gd name="connsiteX6" fmla="*/ 60033 w 723106"/>
                <a:gd name="connsiteY6" fmla="*/ 457346 h 462952"/>
                <a:gd name="connsiteX7" fmla="*/ 39738 w 723106"/>
                <a:gd name="connsiteY7" fmla="*/ 462953 h 46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106" h="462952">
                  <a:moveTo>
                    <a:pt x="39738" y="462953"/>
                  </a:moveTo>
                  <a:cubicBezTo>
                    <a:pt x="26192" y="462953"/>
                    <a:pt x="13042" y="456056"/>
                    <a:pt x="5599" y="443551"/>
                  </a:cubicBezTo>
                  <a:cubicBezTo>
                    <a:pt x="-5615" y="424745"/>
                    <a:pt x="538" y="400332"/>
                    <a:pt x="19394" y="389117"/>
                  </a:cubicBezTo>
                  <a:lnTo>
                    <a:pt x="663074" y="5599"/>
                  </a:lnTo>
                  <a:cubicBezTo>
                    <a:pt x="681880" y="-5615"/>
                    <a:pt x="706294" y="538"/>
                    <a:pt x="717508" y="19394"/>
                  </a:cubicBezTo>
                  <a:cubicBezTo>
                    <a:pt x="728722" y="38200"/>
                    <a:pt x="722569" y="62613"/>
                    <a:pt x="703713" y="73828"/>
                  </a:cubicBezTo>
                  <a:lnTo>
                    <a:pt x="60033" y="457346"/>
                  </a:lnTo>
                  <a:cubicBezTo>
                    <a:pt x="53682" y="461117"/>
                    <a:pt x="46685" y="462953"/>
                    <a:pt x="39738" y="4629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E008303A-D7CE-49D2-2338-D576DBF95FCE}"/>
                </a:ext>
              </a:extLst>
            </p:cNvPr>
            <p:cNvSpPr/>
            <p:nvPr/>
          </p:nvSpPr>
          <p:spPr>
            <a:xfrm>
              <a:off x="1778808" y="1451626"/>
              <a:ext cx="263138" cy="171240"/>
            </a:xfrm>
            <a:custGeom>
              <a:avLst/>
              <a:gdLst>
                <a:gd name="connsiteX0" fmla="*/ 131594 w 263138"/>
                <a:gd name="connsiteY0" fmla="*/ 171241 h 171240"/>
                <a:gd name="connsiteX1" fmla="*/ 103509 w 263138"/>
                <a:gd name="connsiteY1" fmla="*/ 159630 h 171240"/>
                <a:gd name="connsiteX2" fmla="*/ 11611 w 263138"/>
                <a:gd name="connsiteY2" fmla="*/ 67732 h 171240"/>
                <a:gd name="connsiteX3" fmla="*/ 11611 w 263138"/>
                <a:gd name="connsiteY3" fmla="*/ 11611 h 171240"/>
                <a:gd name="connsiteX4" fmla="*/ 67732 w 263138"/>
                <a:gd name="connsiteY4" fmla="*/ 11611 h 171240"/>
                <a:gd name="connsiteX5" fmla="*/ 131594 w 263138"/>
                <a:gd name="connsiteY5" fmla="*/ 75423 h 171240"/>
                <a:gd name="connsiteX6" fmla="*/ 195406 w 263138"/>
                <a:gd name="connsiteY6" fmla="*/ 11611 h 171240"/>
                <a:gd name="connsiteX7" fmla="*/ 251528 w 263138"/>
                <a:gd name="connsiteY7" fmla="*/ 11611 h 171240"/>
                <a:gd name="connsiteX8" fmla="*/ 251528 w 263138"/>
                <a:gd name="connsiteY8" fmla="*/ 67732 h 171240"/>
                <a:gd name="connsiteX9" fmla="*/ 159630 w 263138"/>
                <a:gd name="connsiteY9" fmla="*/ 159630 h 171240"/>
                <a:gd name="connsiteX10" fmla="*/ 131545 w 263138"/>
                <a:gd name="connsiteY10" fmla="*/ 171241 h 17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138" h="171240">
                  <a:moveTo>
                    <a:pt x="131594" y="171241"/>
                  </a:moveTo>
                  <a:cubicBezTo>
                    <a:pt x="121422" y="171241"/>
                    <a:pt x="111299" y="167371"/>
                    <a:pt x="103509" y="159630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31594" y="75423"/>
                  </a:lnTo>
                  <a:lnTo>
                    <a:pt x="195406" y="11611"/>
                  </a:lnTo>
                  <a:cubicBezTo>
                    <a:pt x="210888" y="-3870"/>
                    <a:pt x="236046" y="-3870"/>
                    <a:pt x="251528" y="11611"/>
                  </a:cubicBezTo>
                  <a:cubicBezTo>
                    <a:pt x="267009" y="27093"/>
                    <a:pt x="267009" y="52251"/>
                    <a:pt x="251528" y="67732"/>
                  </a:cubicBezTo>
                  <a:lnTo>
                    <a:pt x="159630" y="159630"/>
                  </a:lnTo>
                  <a:cubicBezTo>
                    <a:pt x="151889" y="167371"/>
                    <a:pt x="141717" y="171241"/>
                    <a:pt x="131545" y="1712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637F200-B3DD-7494-E8A8-75B64540FC3F}"/>
                </a:ext>
              </a:extLst>
            </p:cNvPr>
            <p:cNvSpPr/>
            <p:nvPr/>
          </p:nvSpPr>
          <p:spPr>
            <a:xfrm>
              <a:off x="1778808" y="2044296"/>
              <a:ext cx="263138" cy="171240"/>
            </a:xfrm>
            <a:custGeom>
              <a:avLst/>
              <a:gdLst>
                <a:gd name="connsiteX0" fmla="*/ 223492 w 263138"/>
                <a:gd name="connsiteY0" fmla="*/ 171241 h 171240"/>
                <a:gd name="connsiteX1" fmla="*/ 195406 w 263138"/>
                <a:gd name="connsiteY1" fmla="*/ 159630 h 171240"/>
                <a:gd name="connsiteX2" fmla="*/ 131594 w 263138"/>
                <a:gd name="connsiteY2" fmla="*/ 95818 h 171240"/>
                <a:gd name="connsiteX3" fmla="*/ 67732 w 263138"/>
                <a:gd name="connsiteY3" fmla="*/ 159630 h 171240"/>
                <a:gd name="connsiteX4" fmla="*/ 11611 w 263138"/>
                <a:gd name="connsiteY4" fmla="*/ 159630 h 171240"/>
                <a:gd name="connsiteX5" fmla="*/ 11611 w 263138"/>
                <a:gd name="connsiteY5" fmla="*/ 103509 h 171240"/>
                <a:gd name="connsiteX6" fmla="*/ 103509 w 263138"/>
                <a:gd name="connsiteY6" fmla="*/ 11611 h 171240"/>
                <a:gd name="connsiteX7" fmla="*/ 159630 w 263138"/>
                <a:gd name="connsiteY7" fmla="*/ 11611 h 171240"/>
                <a:gd name="connsiteX8" fmla="*/ 251528 w 263138"/>
                <a:gd name="connsiteY8" fmla="*/ 103509 h 171240"/>
                <a:gd name="connsiteX9" fmla="*/ 251528 w 263138"/>
                <a:gd name="connsiteY9" fmla="*/ 159630 h 171240"/>
                <a:gd name="connsiteX10" fmla="*/ 223442 w 263138"/>
                <a:gd name="connsiteY10" fmla="*/ 171241 h 17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138" h="171240">
                  <a:moveTo>
                    <a:pt x="223492" y="171241"/>
                  </a:moveTo>
                  <a:cubicBezTo>
                    <a:pt x="213320" y="171241"/>
                    <a:pt x="203197" y="167371"/>
                    <a:pt x="195406" y="159630"/>
                  </a:cubicBezTo>
                  <a:lnTo>
                    <a:pt x="131594" y="95818"/>
                  </a:lnTo>
                  <a:lnTo>
                    <a:pt x="67732" y="159630"/>
                  </a:lnTo>
                  <a:cubicBezTo>
                    <a:pt x="52251" y="175111"/>
                    <a:pt x="27093" y="175111"/>
                    <a:pt x="11611" y="159630"/>
                  </a:cubicBezTo>
                  <a:cubicBezTo>
                    <a:pt x="-3870" y="144148"/>
                    <a:pt x="-3870" y="118990"/>
                    <a:pt x="11611" y="103509"/>
                  </a:cubicBezTo>
                  <a:lnTo>
                    <a:pt x="103509" y="11611"/>
                  </a:lnTo>
                  <a:cubicBezTo>
                    <a:pt x="118991" y="-3870"/>
                    <a:pt x="144148" y="-3870"/>
                    <a:pt x="159630" y="11611"/>
                  </a:cubicBezTo>
                  <a:lnTo>
                    <a:pt x="251528" y="103509"/>
                  </a:lnTo>
                  <a:cubicBezTo>
                    <a:pt x="267009" y="118990"/>
                    <a:pt x="267009" y="144148"/>
                    <a:pt x="251528" y="159630"/>
                  </a:cubicBezTo>
                  <a:cubicBezTo>
                    <a:pt x="243787" y="167371"/>
                    <a:pt x="233614" y="171241"/>
                    <a:pt x="223442" y="17124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07C91FB-812E-1E15-1ECF-AD3E9A32EFBB}"/>
                </a:ext>
              </a:extLst>
            </p:cNvPr>
            <p:cNvSpPr/>
            <p:nvPr/>
          </p:nvSpPr>
          <p:spPr>
            <a:xfrm>
              <a:off x="2082588" y="1889580"/>
              <a:ext cx="205327" cy="237482"/>
            </a:xfrm>
            <a:custGeom>
              <a:avLst/>
              <a:gdLst>
                <a:gd name="connsiteX0" fmla="*/ 71800 w 205327"/>
                <a:gd name="connsiteY0" fmla="*/ 237433 h 237482"/>
                <a:gd name="connsiteX1" fmla="*/ 33343 w 205327"/>
                <a:gd name="connsiteY1" fmla="*/ 207562 h 237482"/>
                <a:gd name="connsiteX2" fmla="*/ 1239 w 205327"/>
                <a:gd name="connsiteY2" fmla="*/ 81624 h 237482"/>
                <a:gd name="connsiteX3" fmla="*/ 29870 w 205327"/>
                <a:gd name="connsiteY3" fmla="*/ 33343 h 237482"/>
                <a:gd name="connsiteX4" fmla="*/ 155808 w 205327"/>
                <a:gd name="connsiteY4" fmla="*/ 1239 h 237482"/>
                <a:gd name="connsiteX5" fmla="*/ 204088 w 205327"/>
                <a:gd name="connsiteY5" fmla="*/ 29870 h 237482"/>
                <a:gd name="connsiteX6" fmla="*/ 175457 w 205327"/>
                <a:gd name="connsiteY6" fmla="*/ 78151 h 237482"/>
                <a:gd name="connsiteX7" fmla="*/ 87976 w 205327"/>
                <a:gd name="connsiteY7" fmla="*/ 100480 h 237482"/>
                <a:gd name="connsiteX8" fmla="*/ 110305 w 205327"/>
                <a:gd name="connsiteY8" fmla="*/ 187962 h 237482"/>
                <a:gd name="connsiteX9" fmla="*/ 81674 w 205327"/>
                <a:gd name="connsiteY9" fmla="*/ 236242 h 237482"/>
                <a:gd name="connsiteX10" fmla="*/ 71849 w 205327"/>
                <a:gd name="connsiteY10" fmla="*/ 237483 h 2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327" h="237482">
                  <a:moveTo>
                    <a:pt x="71800" y="237433"/>
                  </a:moveTo>
                  <a:cubicBezTo>
                    <a:pt x="54085" y="237433"/>
                    <a:pt x="37958" y="225475"/>
                    <a:pt x="33343" y="207562"/>
                  </a:cubicBezTo>
                  <a:lnTo>
                    <a:pt x="1239" y="81624"/>
                  </a:lnTo>
                  <a:cubicBezTo>
                    <a:pt x="-4170" y="60387"/>
                    <a:pt x="8632" y="38752"/>
                    <a:pt x="29870" y="33343"/>
                  </a:cubicBezTo>
                  <a:lnTo>
                    <a:pt x="155808" y="1239"/>
                  </a:lnTo>
                  <a:cubicBezTo>
                    <a:pt x="177045" y="-4170"/>
                    <a:pt x="198680" y="8632"/>
                    <a:pt x="204088" y="29870"/>
                  </a:cubicBezTo>
                  <a:cubicBezTo>
                    <a:pt x="209497" y="51108"/>
                    <a:pt x="196695" y="72742"/>
                    <a:pt x="175457" y="78151"/>
                  </a:cubicBezTo>
                  <a:lnTo>
                    <a:pt x="87976" y="100480"/>
                  </a:lnTo>
                  <a:lnTo>
                    <a:pt x="110305" y="187962"/>
                  </a:lnTo>
                  <a:cubicBezTo>
                    <a:pt x="115714" y="209199"/>
                    <a:pt x="102912" y="230834"/>
                    <a:pt x="81674" y="236242"/>
                  </a:cubicBezTo>
                  <a:cubicBezTo>
                    <a:pt x="78399" y="237086"/>
                    <a:pt x="75075" y="237483"/>
                    <a:pt x="71849" y="2374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79CE99A4-0C53-DE4F-C306-199891696DCF}"/>
                </a:ext>
              </a:extLst>
            </p:cNvPr>
            <p:cNvSpPr/>
            <p:nvPr/>
          </p:nvSpPr>
          <p:spPr>
            <a:xfrm>
              <a:off x="1526042" y="1540052"/>
              <a:ext cx="205310" cy="237532"/>
            </a:xfrm>
            <a:custGeom>
              <a:avLst/>
              <a:gdLst>
                <a:gd name="connsiteX0" fmla="*/ 39695 w 205310"/>
                <a:gd name="connsiteY0" fmla="*/ 237533 h 237532"/>
                <a:gd name="connsiteX1" fmla="*/ 1239 w 205310"/>
                <a:gd name="connsiteY1" fmla="*/ 207611 h 237532"/>
                <a:gd name="connsiteX2" fmla="*/ 29919 w 205310"/>
                <a:gd name="connsiteY2" fmla="*/ 159330 h 237532"/>
                <a:gd name="connsiteX3" fmla="*/ 117401 w 205310"/>
                <a:gd name="connsiteY3" fmla="*/ 137001 h 237532"/>
                <a:gd name="connsiteX4" fmla="*/ 95072 w 205310"/>
                <a:gd name="connsiteY4" fmla="*/ 49520 h 237532"/>
                <a:gd name="connsiteX5" fmla="*/ 123703 w 205310"/>
                <a:gd name="connsiteY5" fmla="*/ 1239 h 237532"/>
                <a:gd name="connsiteX6" fmla="*/ 171984 w 205310"/>
                <a:gd name="connsiteY6" fmla="*/ 29870 h 237532"/>
                <a:gd name="connsiteX7" fmla="*/ 204088 w 205310"/>
                <a:gd name="connsiteY7" fmla="*/ 155807 h 237532"/>
                <a:gd name="connsiteX8" fmla="*/ 199771 w 205310"/>
                <a:gd name="connsiteY8" fmla="*/ 185877 h 237532"/>
                <a:gd name="connsiteX9" fmla="*/ 175457 w 205310"/>
                <a:gd name="connsiteY9" fmla="*/ 204088 h 237532"/>
                <a:gd name="connsiteX10" fmla="*/ 49520 w 205310"/>
                <a:gd name="connsiteY10" fmla="*/ 236193 h 237532"/>
                <a:gd name="connsiteX11" fmla="*/ 39695 w 205310"/>
                <a:gd name="connsiteY11" fmla="*/ 237433 h 23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5310" h="237532">
                  <a:moveTo>
                    <a:pt x="39695" y="237533"/>
                  </a:moveTo>
                  <a:cubicBezTo>
                    <a:pt x="21980" y="237533"/>
                    <a:pt x="5853" y="225574"/>
                    <a:pt x="1239" y="207611"/>
                  </a:cubicBezTo>
                  <a:cubicBezTo>
                    <a:pt x="-4170" y="186374"/>
                    <a:pt x="8632" y="164739"/>
                    <a:pt x="29919" y="159330"/>
                  </a:cubicBezTo>
                  <a:lnTo>
                    <a:pt x="117401" y="137001"/>
                  </a:lnTo>
                  <a:lnTo>
                    <a:pt x="95072" y="49520"/>
                  </a:lnTo>
                  <a:cubicBezTo>
                    <a:pt x="89663" y="28282"/>
                    <a:pt x="102465" y="6648"/>
                    <a:pt x="123703" y="1239"/>
                  </a:cubicBezTo>
                  <a:cubicBezTo>
                    <a:pt x="144940" y="-4170"/>
                    <a:pt x="166575" y="8632"/>
                    <a:pt x="171984" y="29870"/>
                  </a:cubicBezTo>
                  <a:lnTo>
                    <a:pt x="204088" y="155807"/>
                  </a:lnTo>
                  <a:cubicBezTo>
                    <a:pt x="206669" y="166029"/>
                    <a:pt x="205130" y="176846"/>
                    <a:pt x="199771" y="185877"/>
                  </a:cubicBezTo>
                  <a:cubicBezTo>
                    <a:pt x="194412" y="194958"/>
                    <a:pt x="185629" y="201458"/>
                    <a:pt x="175457" y="204088"/>
                  </a:cubicBezTo>
                  <a:lnTo>
                    <a:pt x="49520" y="236193"/>
                  </a:lnTo>
                  <a:cubicBezTo>
                    <a:pt x="46245" y="237036"/>
                    <a:pt x="42920" y="237433"/>
                    <a:pt x="39695" y="23743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0BE075B-422F-E7F4-E45C-92010A438ABC}"/>
                </a:ext>
              </a:extLst>
            </p:cNvPr>
            <p:cNvSpPr/>
            <p:nvPr/>
          </p:nvSpPr>
          <p:spPr>
            <a:xfrm>
              <a:off x="1545151" y="1602679"/>
              <a:ext cx="723704" cy="461812"/>
            </a:xfrm>
            <a:custGeom>
              <a:avLst/>
              <a:gdLst>
                <a:gd name="connsiteX0" fmla="*/ 683966 w 723704"/>
                <a:gd name="connsiteY0" fmla="*/ 461813 h 461812"/>
                <a:gd name="connsiteX1" fmla="*/ 663720 w 723704"/>
                <a:gd name="connsiteY1" fmla="*/ 456255 h 461812"/>
                <a:gd name="connsiteX2" fmla="*/ 19445 w 723704"/>
                <a:gd name="connsiteY2" fmla="*/ 73829 h 461812"/>
                <a:gd name="connsiteX3" fmla="*/ 5551 w 723704"/>
                <a:gd name="connsiteY3" fmla="*/ 19445 h 461812"/>
                <a:gd name="connsiteX4" fmla="*/ 59935 w 723704"/>
                <a:gd name="connsiteY4" fmla="*/ 5551 h 461812"/>
                <a:gd name="connsiteX5" fmla="*/ 704260 w 723704"/>
                <a:gd name="connsiteY5" fmla="*/ 387977 h 461812"/>
                <a:gd name="connsiteX6" fmla="*/ 718154 w 723704"/>
                <a:gd name="connsiteY6" fmla="*/ 442362 h 461812"/>
                <a:gd name="connsiteX7" fmla="*/ 683966 w 723704"/>
                <a:gd name="connsiteY7" fmla="*/ 461813 h 46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704" h="461812">
                  <a:moveTo>
                    <a:pt x="683966" y="461813"/>
                  </a:moveTo>
                  <a:cubicBezTo>
                    <a:pt x="677068" y="461813"/>
                    <a:pt x="670121" y="460027"/>
                    <a:pt x="663720" y="456255"/>
                  </a:cubicBezTo>
                  <a:lnTo>
                    <a:pt x="19445" y="73829"/>
                  </a:lnTo>
                  <a:cubicBezTo>
                    <a:pt x="589" y="62615"/>
                    <a:pt x="-5614" y="38300"/>
                    <a:pt x="5551" y="19445"/>
                  </a:cubicBezTo>
                  <a:cubicBezTo>
                    <a:pt x="16715" y="589"/>
                    <a:pt x="41079" y="-5614"/>
                    <a:pt x="59935" y="5551"/>
                  </a:cubicBezTo>
                  <a:lnTo>
                    <a:pt x="704260" y="387977"/>
                  </a:lnTo>
                  <a:cubicBezTo>
                    <a:pt x="723116" y="399192"/>
                    <a:pt x="729319" y="423506"/>
                    <a:pt x="718154" y="442362"/>
                  </a:cubicBezTo>
                  <a:cubicBezTo>
                    <a:pt x="710711" y="454866"/>
                    <a:pt x="697512" y="461813"/>
                    <a:pt x="683966" y="4618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6C263E0-2A01-F563-20F1-E6BD28DBB69E}"/>
              </a:ext>
            </a:extLst>
          </p:cNvPr>
          <p:cNvGrpSpPr/>
          <p:nvPr/>
        </p:nvGrpSpPr>
        <p:grpSpPr>
          <a:xfrm>
            <a:off x="2860667" y="1422549"/>
            <a:ext cx="732799" cy="828665"/>
            <a:chOff x="2860667" y="1422549"/>
            <a:chExt cx="732799" cy="828665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7784700F-D93D-4AC8-DE63-E2B0C17AA30F}"/>
                </a:ext>
              </a:extLst>
            </p:cNvPr>
            <p:cNvSpPr/>
            <p:nvPr/>
          </p:nvSpPr>
          <p:spPr>
            <a:xfrm>
              <a:off x="2961915" y="1572589"/>
              <a:ext cx="631551" cy="678625"/>
            </a:xfrm>
            <a:custGeom>
              <a:avLst/>
              <a:gdLst>
                <a:gd name="connsiteX0" fmla="*/ 175388 w 631551"/>
                <a:gd name="connsiteY0" fmla="*/ 678626 h 678625"/>
                <a:gd name="connsiteX1" fmla="*/ 16849 w 631551"/>
                <a:gd name="connsiteY1" fmla="*/ 628409 h 678625"/>
                <a:gd name="connsiteX2" fmla="*/ 7223 w 631551"/>
                <a:gd name="connsiteY2" fmla="*/ 573082 h 678625"/>
                <a:gd name="connsiteX3" fmla="*/ 62550 w 631551"/>
                <a:gd name="connsiteY3" fmla="*/ 563456 h 678625"/>
                <a:gd name="connsiteX4" fmla="*/ 175437 w 631551"/>
                <a:gd name="connsiteY4" fmla="*/ 599183 h 678625"/>
                <a:gd name="connsiteX5" fmla="*/ 175537 w 631551"/>
                <a:gd name="connsiteY5" fmla="*/ 599183 h 678625"/>
                <a:gd name="connsiteX6" fmla="*/ 372928 w 631551"/>
                <a:gd name="connsiteY6" fmla="*/ 401792 h 678625"/>
                <a:gd name="connsiteX7" fmla="*/ 372928 w 631551"/>
                <a:gd name="connsiteY7" fmla="*/ 139993 h 678625"/>
                <a:gd name="connsiteX8" fmla="*/ 394513 w 631551"/>
                <a:gd name="connsiteY8" fmla="*/ 104663 h 678625"/>
                <a:gd name="connsiteX9" fmla="*/ 435797 w 631551"/>
                <a:gd name="connsiteY9" fmla="*/ 107740 h 678625"/>
                <a:gd name="connsiteX10" fmla="*/ 552158 w 631551"/>
                <a:gd name="connsiteY10" fmla="*/ 155028 h 678625"/>
                <a:gd name="connsiteX11" fmla="*/ 552158 w 631551"/>
                <a:gd name="connsiteY11" fmla="*/ 104862 h 678625"/>
                <a:gd name="connsiteX12" fmla="*/ 472616 w 631551"/>
                <a:gd name="connsiteY12" fmla="*/ 73055 h 678625"/>
                <a:gd name="connsiteX13" fmla="*/ 464776 w 631551"/>
                <a:gd name="connsiteY13" fmla="*/ 66306 h 678625"/>
                <a:gd name="connsiteX14" fmla="*/ 466165 w 631551"/>
                <a:gd name="connsiteY14" fmla="*/ 11624 h 678625"/>
                <a:gd name="connsiteX15" fmla="*/ 517175 w 631551"/>
                <a:gd name="connsiteY15" fmla="*/ 7307 h 678625"/>
                <a:gd name="connsiteX16" fmla="*/ 591656 w 631551"/>
                <a:gd name="connsiteY16" fmla="*/ 29041 h 678625"/>
                <a:gd name="connsiteX17" fmla="*/ 591855 w 631551"/>
                <a:gd name="connsiteY17" fmla="*/ 29041 h 678625"/>
                <a:gd name="connsiteX18" fmla="*/ 619890 w 631551"/>
                <a:gd name="connsiteY18" fmla="*/ 40652 h 678625"/>
                <a:gd name="connsiteX19" fmla="*/ 631551 w 631551"/>
                <a:gd name="connsiteY19" fmla="*/ 68738 h 678625"/>
                <a:gd name="connsiteX20" fmla="*/ 631551 w 631551"/>
                <a:gd name="connsiteY20" fmla="*/ 197553 h 678625"/>
                <a:gd name="connsiteX21" fmla="*/ 591904 w 631551"/>
                <a:gd name="connsiteY21" fmla="*/ 237250 h 678625"/>
                <a:gd name="connsiteX22" fmla="*/ 452321 w 631551"/>
                <a:gd name="connsiteY22" fmla="*/ 208122 h 678625"/>
                <a:gd name="connsiteX23" fmla="*/ 452321 w 631551"/>
                <a:gd name="connsiteY23" fmla="*/ 401693 h 678625"/>
                <a:gd name="connsiteX24" fmla="*/ 175537 w 631551"/>
                <a:gd name="connsiteY24" fmla="*/ 678477 h 678625"/>
                <a:gd name="connsiteX25" fmla="*/ 175388 w 631551"/>
                <a:gd name="connsiteY25" fmla="*/ 678477 h 67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31551" h="678625">
                  <a:moveTo>
                    <a:pt x="175388" y="678626"/>
                  </a:moveTo>
                  <a:cubicBezTo>
                    <a:pt x="118324" y="678626"/>
                    <a:pt x="63493" y="661258"/>
                    <a:pt x="16849" y="628409"/>
                  </a:cubicBezTo>
                  <a:cubicBezTo>
                    <a:pt x="-1064" y="615806"/>
                    <a:pt x="-5381" y="591045"/>
                    <a:pt x="7223" y="573082"/>
                  </a:cubicBezTo>
                  <a:cubicBezTo>
                    <a:pt x="19827" y="555169"/>
                    <a:pt x="44587" y="550852"/>
                    <a:pt x="62550" y="563456"/>
                  </a:cubicBezTo>
                  <a:cubicBezTo>
                    <a:pt x="95746" y="586827"/>
                    <a:pt x="134798" y="599183"/>
                    <a:pt x="175437" y="599183"/>
                  </a:cubicBezTo>
                  <a:lnTo>
                    <a:pt x="175537" y="599183"/>
                  </a:lnTo>
                  <a:cubicBezTo>
                    <a:pt x="284404" y="599183"/>
                    <a:pt x="372928" y="510610"/>
                    <a:pt x="372928" y="401792"/>
                  </a:cubicBezTo>
                  <a:lnTo>
                    <a:pt x="372928" y="139993"/>
                  </a:lnTo>
                  <a:cubicBezTo>
                    <a:pt x="372928" y="125107"/>
                    <a:pt x="381264" y="111461"/>
                    <a:pt x="394513" y="104663"/>
                  </a:cubicBezTo>
                  <a:cubicBezTo>
                    <a:pt x="407762" y="97865"/>
                    <a:pt x="423690" y="99056"/>
                    <a:pt x="435797" y="107740"/>
                  </a:cubicBezTo>
                  <a:cubicBezTo>
                    <a:pt x="470730" y="132848"/>
                    <a:pt x="510377" y="148875"/>
                    <a:pt x="552158" y="155028"/>
                  </a:cubicBezTo>
                  <a:lnTo>
                    <a:pt x="552158" y="104862"/>
                  </a:lnTo>
                  <a:cubicBezTo>
                    <a:pt x="523924" y="99651"/>
                    <a:pt x="496930" y="88933"/>
                    <a:pt x="472616" y="73055"/>
                  </a:cubicBezTo>
                  <a:cubicBezTo>
                    <a:pt x="469738" y="71169"/>
                    <a:pt x="467058" y="68887"/>
                    <a:pt x="464776" y="66306"/>
                  </a:cubicBezTo>
                  <a:cubicBezTo>
                    <a:pt x="450684" y="50725"/>
                    <a:pt x="451180" y="26659"/>
                    <a:pt x="466165" y="11624"/>
                  </a:cubicBezTo>
                  <a:cubicBezTo>
                    <a:pt x="480059" y="-2270"/>
                    <a:pt x="501694" y="-3708"/>
                    <a:pt x="517175" y="7307"/>
                  </a:cubicBezTo>
                  <a:cubicBezTo>
                    <a:pt x="539455" y="21548"/>
                    <a:pt x="565159" y="29041"/>
                    <a:pt x="591656" y="29041"/>
                  </a:cubicBezTo>
                  <a:lnTo>
                    <a:pt x="591855" y="29041"/>
                  </a:lnTo>
                  <a:cubicBezTo>
                    <a:pt x="602374" y="29041"/>
                    <a:pt x="612447" y="33209"/>
                    <a:pt x="619890" y="40652"/>
                  </a:cubicBezTo>
                  <a:cubicBezTo>
                    <a:pt x="627333" y="48095"/>
                    <a:pt x="631551" y="58218"/>
                    <a:pt x="631551" y="68738"/>
                  </a:cubicBezTo>
                  <a:lnTo>
                    <a:pt x="631551" y="197553"/>
                  </a:lnTo>
                  <a:cubicBezTo>
                    <a:pt x="631551" y="219436"/>
                    <a:pt x="613787" y="237200"/>
                    <a:pt x="591904" y="237250"/>
                  </a:cubicBezTo>
                  <a:cubicBezTo>
                    <a:pt x="543326" y="237101"/>
                    <a:pt x="495987" y="227375"/>
                    <a:pt x="452321" y="208122"/>
                  </a:cubicBezTo>
                  <a:lnTo>
                    <a:pt x="452321" y="401693"/>
                  </a:lnTo>
                  <a:cubicBezTo>
                    <a:pt x="452321" y="554326"/>
                    <a:pt x="328170" y="678477"/>
                    <a:pt x="175537" y="678477"/>
                  </a:cubicBezTo>
                  <a:lnTo>
                    <a:pt x="175388" y="678477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1B7149B-3518-03AF-32E9-8061E03CD97F}"/>
                </a:ext>
              </a:extLst>
            </p:cNvPr>
            <p:cNvSpPr/>
            <p:nvPr/>
          </p:nvSpPr>
          <p:spPr>
            <a:xfrm>
              <a:off x="3206077" y="1422549"/>
              <a:ext cx="211269" cy="112093"/>
            </a:xfrm>
            <a:custGeom>
              <a:avLst/>
              <a:gdLst>
                <a:gd name="connsiteX0" fmla="*/ 171489 w 211269"/>
                <a:gd name="connsiteY0" fmla="*/ 112093 h 112093"/>
                <a:gd name="connsiteX1" fmla="*/ 132487 w 211269"/>
                <a:gd name="connsiteY1" fmla="*/ 79641 h 112093"/>
                <a:gd name="connsiteX2" fmla="*/ 132487 w 211269"/>
                <a:gd name="connsiteY2" fmla="*/ 79393 h 112093"/>
                <a:gd name="connsiteX3" fmla="*/ 39697 w 211269"/>
                <a:gd name="connsiteY3" fmla="*/ 79393 h 112093"/>
                <a:gd name="connsiteX4" fmla="*/ 0 w 211269"/>
                <a:gd name="connsiteY4" fmla="*/ 39697 h 112093"/>
                <a:gd name="connsiteX5" fmla="*/ 39697 w 211269"/>
                <a:gd name="connsiteY5" fmla="*/ 0 h 112093"/>
                <a:gd name="connsiteX6" fmla="*/ 168512 w 211269"/>
                <a:gd name="connsiteY6" fmla="*/ 0 h 112093"/>
                <a:gd name="connsiteX7" fmla="*/ 208209 w 211269"/>
                <a:gd name="connsiteY7" fmla="*/ 39597 h 112093"/>
                <a:gd name="connsiteX8" fmla="*/ 210590 w 211269"/>
                <a:gd name="connsiteY8" fmla="*/ 65102 h 112093"/>
                <a:gd name="connsiteX9" fmla="*/ 178833 w 211269"/>
                <a:gd name="connsiteY9" fmla="*/ 111398 h 112093"/>
                <a:gd name="connsiteX10" fmla="*/ 171539 w 211269"/>
                <a:gd name="connsiteY10" fmla="*/ 112093 h 11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69" h="112093">
                  <a:moveTo>
                    <a:pt x="171489" y="112093"/>
                  </a:moveTo>
                  <a:cubicBezTo>
                    <a:pt x="152733" y="112093"/>
                    <a:pt x="136060" y="98745"/>
                    <a:pt x="132487" y="79641"/>
                  </a:cubicBezTo>
                  <a:cubicBezTo>
                    <a:pt x="132487" y="79542"/>
                    <a:pt x="132487" y="79492"/>
                    <a:pt x="132487" y="79393"/>
                  </a:cubicBez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68512" y="0"/>
                  </a:lnTo>
                  <a:cubicBezTo>
                    <a:pt x="190395" y="0"/>
                    <a:pt x="208159" y="17715"/>
                    <a:pt x="208209" y="39597"/>
                  </a:cubicBezTo>
                  <a:cubicBezTo>
                    <a:pt x="208209" y="48132"/>
                    <a:pt x="209052" y="56716"/>
                    <a:pt x="210590" y="65102"/>
                  </a:cubicBezTo>
                  <a:cubicBezTo>
                    <a:pt x="214610" y="86638"/>
                    <a:pt x="200369" y="107379"/>
                    <a:pt x="178833" y="111398"/>
                  </a:cubicBezTo>
                  <a:cubicBezTo>
                    <a:pt x="176402" y="111845"/>
                    <a:pt x="173921" y="112093"/>
                    <a:pt x="171539" y="1120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54DF7C1-8253-A90A-DCAA-42A8F5421C09}"/>
                </a:ext>
              </a:extLst>
            </p:cNvPr>
            <p:cNvSpPr/>
            <p:nvPr/>
          </p:nvSpPr>
          <p:spPr>
            <a:xfrm>
              <a:off x="3337920" y="1455298"/>
              <a:ext cx="157982" cy="196894"/>
            </a:xfrm>
            <a:custGeom>
              <a:avLst/>
              <a:gdLst>
                <a:gd name="connsiteX0" fmla="*/ 118246 w 157982"/>
                <a:gd name="connsiteY0" fmla="*/ 196845 h 196894"/>
                <a:gd name="connsiteX1" fmla="*/ 96661 w 157982"/>
                <a:gd name="connsiteY1" fmla="*/ 190444 h 196894"/>
                <a:gd name="connsiteX2" fmla="*/ 695 w 157982"/>
                <a:gd name="connsiteY2" fmla="*/ 46991 h 196894"/>
                <a:gd name="connsiteX3" fmla="*/ 0 w 157982"/>
                <a:gd name="connsiteY3" fmla="*/ 39697 h 196894"/>
                <a:gd name="connsiteX4" fmla="*/ 39697 w 157982"/>
                <a:gd name="connsiteY4" fmla="*/ 0 h 196894"/>
                <a:gd name="connsiteX5" fmla="*/ 78847 w 157982"/>
                <a:gd name="connsiteY5" fmla="*/ 33147 h 196894"/>
                <a:gd name="connsiteX6" fmla="*/ 139930 w 157982"/>
                <a:gd name="connsiteY6" fmla="*/ 123903 h 196894"/>
                <a:gd name="connsiteX7" fmla="*/ 151591 w 157982"/>
                <a:gd name="connsiteY7" fmla="*/ 178833 h 196894"/>
                <a:gd name="connsiteX8" fmla="*/ 118296 w 157982"/>
                <a:gd name="connsiteY8" fmla="*/ 196895 h 19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982" h="196894">
                  <a:moveTo>
                    <a:pt x="118246" y="196845"/>
                  </a:moveTo>
                  <a:cubicBezTo>
                    <a:pt x="110853" y="196845"/>
                    <a:pt x="103310" y="194761"/>
                    <a:pt x="96661" y="190444"/>
                  </a:cubicBezTo>
                  <a:cubicBezTo>
                    <a:pt x="46644" y="157943"/>
                    <a:pt x="11661" y="105642"/>
                    <a:pt x="695" y="46991"/>
                  </a:cubicBezTo>
                  <a:cubicBezTo>
                    <a:pt x="248" y="44559"/>
                    <a:pt x="0" y="42128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59396" y="0"/>
                    <a:pt x="75721" y="14340"/>
                    <a:pt x="78847" y="33147"/>
                  </a:cubicBezTo>
                  <a:cubicBezTo>
                    <a:pt x="85993" y="70263"/>
                    <a:pt x="108223" y="103310"/>
                    <a:pt x="139930" y="123903"/>
                  </a:cubicBezTo>
                  <a:cubicBezTo>
                    <a:pt x="158290" y="135861"/>
                    <a:pt x="163500" y="160424"/>
                    <a:pt x="151591" y="178833"/>
                  </a:cubicBezTo>
                  <a:cubicBezTo>
                    <a:pt x="143999" y="190543"/>
                    <a:pt x="131247" y="196895"/>
                    <a:pt x="118296" y="19689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CAA0A768-5401-8653-DF64-728D377092CD}"/>
                </a:ext>
              </a:extLst>
            </p:cNvPr>
            <p:cNvSpPr/>
            <p:nvPr/>
          </p:nvSpPr>
          <p:spPr>
            <a:xfrm>
              <a:off x="2860667" y="1422598"/>
              <a:ext cx="424803" cy="787182"/>
            </a:xfrm>
            <a:custGeom>
              <a:avLst/>
              <a:gdLst>
                <a:gd name="connsiteX0" fmla="*/ 142957 w 424803"/>
                <a:gd name="connsiteY0" fmla="*/ 787133 h 787182"/>
                <a:gd name="connsiteX1" fmla="*/ 120231 w 424803"/>
                <a:gd name="connsiteY1" fmla="*/ 779988 h 787182"/>
                <a:gd name="connsiteX2" fmla="*/ 118147 w 424803"/>
                <a:gd name="connsiteY2" fmla="*/ 778549 h 787182"/>
                <a:gd name="connsiteX3" fmla="*/ 117998 w 424803"/>
                <a:gd name="connsiteY3" fmla="*/ 778449 h 787182"/>
                <a:gd name="connsiteX4" fmla="*/ 0 w 424803"/>
                <a:gd name="connsiteY4" fmla="*/ 551881 h 787182"/>
                <a:gd name="connsiteX5" fmla="*/ 276834 w 424803"/>
                <a:gd name="connsiteY5" fmla="*/ 275047 h 787182"/>
                <a:gd name="connsiteX6" fmla="*/ 306210 w 424803"/>
                <a:gd name="connsiteY6" fmla="*/ 288048 h 787182"/>
                <a:gd name="connsiteX7" fmla="*/ 316332 w 424803"/>
                <a:gd name="connsiteY7" fmla="*/ 318565 h 787182"/>
                <a:gd name="connsiteX8" fmla="*/ 316580 w 424803"/>
                <a:gd name="connsiteY8" fmla="*/ 365258 h 787182"/>
                <a:gd name="connsiteX9" fmla="*/ 316431 w 424803"/>
                <a:gd name="connsiteY9" fmla="*/ 446239 h 787182"/>
                <a:gd name="connsiteX10" fmla="*/ 276884 w 424803"/>
                <a:gd name="connsiteY10" fmla="*/ 483306 h 787182"/>
                <a:gd name="connsiteX11" fmla="*/ 208258 w 424803"/>
                <a:gd name="connsiteY11" fmla="*/ 551981 h 787182"/>
                <a:gd name="connsiteX12" fmla="*/ 245027 w 424803"/>
                <a:gd name="connsiteY12" fmla="*/ 612617 h 787182"/>
                <a:gd name="connsiteX13" fmla="*/ 276735 w 424803"/>
                <a:gd name="connsiteY13" fmla="*/ 620507 h 787182"/>
                <a:gd name="connsiteX14" fmla="*/ 276785 w 424803"/>
                <a:gd name="connsiteY14" fmla="*/ 620507 h 787182"/>
                <a:gd name="connsiteX15" fmla="*/ 345212 w 424803"/>
                <a:gd name="connsiteY15" fmla="*/ 555156 h 787182"/>
                <a:gd name="connsiteX16" fmla="*/ 345410 w 424803"/>
                <a:gd name="connsiteY16" fmla="*/ 39697 h 787182"/>
                <a:gd name="connsiteX17" fmla="*/ 385107 w 424803"/>
                <a:gd name="connsiteY17" fmla="*/ 0 h 787182"/>
                <a:gd name="connsiteX18" fmla="*/ 385107 w 424803"/>
                <a:gd name="connsiteY18" fmla="*/ 0 h 787182"/>
                <a:gd name="connsiteX19" fmla="*/ 424803 w 424803"/>
                <a:gd name="connsiteY19" fmla="*/ 39697 h 787182"/>
                <a:gd name="connsiteX20" fmla="*/ 424605 w 424803"/>
                <a:gd name="connsiteY20" fmla="*/ 555950 h 787182"/>
                <a:gd name="connsiteX21" fmla="*/ 424605 w 424803"/>
                <a:gd name="connsiteY21" fmla="*/ 557439 h 787182"/>
                <a:gd name="connsiteX22" fmla="*/ 276884 w 424803"/>
                <a:gd name="connsiteY22" fmla="*/ 699850 h 787182"/>
                <a:gd name="connsiteX23" fmla="*/ 276785 w 424803"/>
                <a:gd name="connsiteY23" fmla="*/ 699850 h 787182"/>
                <a:gd name="connsiteX24" fmla="*/ 208159 w 424803"/>
                <a:gd name="connsiteY24" fmla="*/ 682830 h 787182"/>
                <a:gd name="connsiteX25" fmla="*/ 128964 w 424803"/>
                <a:gd name="connsiteY25" fmla="*/ 551931 h 787182"/>
                <a:gd name="connsiteX26" fmla="*/ 238130 w 424803"/>
                <a:gd name="connsiteY26" fmla="*/ 409123 h 787182"/>
                <a:gd name="connsiteX27" fmla="*/ 237336 w 424803"/>
                <a:gd name="connsiteY27" fmla="*/ 367342 h 787182"/>
                <a:gd name="connsiteX28" fmla="*/ 237088 w 424803"/>
                <a:gd name="connsiteY28" fmla="*/ 358509 h 787182"/>
                <a:gd name="connsiteX29" fmla="*/ 79542 w 424803"/>
                <a:gd name="connsiteY29" fmla="*/ 551881 h 787182"/>
                <a:gd name="connsiteX30" fmla="*/ 163848 w 424803"/>
                <a:gd name="connsiteY30" fmla="*/ 713496 h 787182"/>
                <a:gd name="connsiteX31" fmla="*/ 165882 w 424803"/>
                <a:gd name="connsiteY31" fmla="*/ 714935 h 787182"/>
                <a:gd name="connsiteX32" fmla="*/ 182852 w 424803"/>
                <a:gd name="connsiteY32" fmla="*/ 747486 h 787182"/>
                <a:gd name="connsiteX33" fmla="*/ 175707 w 424803"/>
                <a:gd name="connsiteY33" fmla="*/ 770212 h 787182"/>
                <a:gd name="connsiteX34" fmla="*/ 143156 w 424803"/>
                <a:gd name="connsiteY34" fmla="*/ 787183 h 78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24803" h="787182">
                  <a:moveTo>
                    <a:pt x="142957" y="787133"/>
                  </a:moveTo>
                  <a:cubicBezTo>
                    <a:pt x="135117" y="787133"/>
                    <a:pt x="127178" y="784801"/>
                    <a:pt x="120231" y="779988"/>
                  </a:cubicBezTo>
                  <a:lnTo>
                    <a:pt x="118147" y="778549"/>
                  </a:lnTo>
                  <a:cubicBezTo>
                    <a:pt x="118147" y="778549"/>
                    <a:pt x="118048" y="778449"/>
                    <a:pt x="117998" y="778449"/>
                  </a:cubicBezTo>
                  <a:cubicBezTo>
                    <a:pt x="44063" y="726447"/>
                    <a:pt x="0" y="641794"/>
                    <a:pt x="0" y="551881"/>
                  </a:cubicBezTo>
                  <a:cubicBezTo>
                    <a:pt x="0" y="399248"/>
                    <a:pt x="124201" y="275047"/>
                    <a:pt x="276834" y="275047"/>
                  </a:cubicBezTo>
                  <a:cubicBezTo>
                    <a:pt x="288048" y="275047"/>
                    <a:pt x="298717" y="279761"/>
                    <a:pt x="306210" y="288048"/>
                  </a:cubicBezTo>
                  <a:cubicBezTo>
                    <a:pt x="313752" y="296335"/>
                    <a:pt x="317424" y="307400"/>
                    <a:pt x="316332" y="318565"/>
                  </a:cubicBezTo>
                  <a:cubicBezTo>
                    <a:pt x="315538" y="326554"/>
                    <a:pt x="316084" y="346204"/>
                    <a:pt x="316580" y="365258"/>
                  </a:cubicBezTo>
                  <a:cubicBezTo>
                    <a:pt x="317275" y="391805"/>
                    <a:pt x="318069" y="421875"/>
                    <a:pt x="316431" y="446239"/>
                  </a:cubicBezTo>
                  <a:cubicBezTo>
                    <a:pt x="315042" y="467080"/>
                    <a:pt x="297774" y="483306"/>
                    <a:pt x="276884" y="483306"/>
                  </a:cubicBezTo>
                  <a:cubicBezTo>
                    <a:pt x="239073" y="483306"/>
                    <a:pt x="208308" y="514120"/>
                    <a:pt x="208258" y="551981"/>
                  </a:cubicBezTo>
                  <a:cubicBezTo>
                    <a:pt x="208258" y="577436"/>
                    <a:pt x="222351" y="600708"/>
                    <a:pt x="245027" y="612617"/>
                  </a:cubicBezTo>
                  <a:cubicBezTo>
                    <a:pt x="254852" y="617778"/>
                    <a:pt x="265769" y="620507"/>
                    <a:pt x="276735" y="620507"/>
                  </a:cubicBezTo>
                  <a:lnTo>
                    <a:pt x="276785" y="620507"/>
                  </a:lnTo>
                  <a:cubicBezTo>
                    <a:pt x="313553" y="620507"/>
                    <a:pt x="343475" y="591876"/>
                    <a:pt x="345212" y="555156"/>
                  </a:cubicBezTo>
                  <a:lnTo>
                    <a:pt x="345410" y="39697"/>
                  </a:lnTo>
                  <a:cubicBezTo>
                    <a:pt x="345410" y="17764"/>
                    <a:pt x="363174" y="0"/>
                    <a:pt x="385107" y="0"/>
                  </a:cubicBezTo>
                  <a:lnTo>
                    <a:pt x="385107" y="0"/>
                  </a:lnTo>
                  <a:cubicBezTo>
                    <a:pt x="407039" y="0"/>
                    <a:pt x="424803" y="17764"/>
                    <a:pt x="424803" y="39697"/>
                  </a:cubicBezTo>
                  <a:lnTo>
                    <a:pt x="424605" y="555950"/>
                  </a:lnTo>
                  <a:cubicBezTo>
                    <a:pt x="424605" y="556446"/>
                    <a:pt x="424605" y="556943"/>
                    <a:pt x="424605" y="557439"/>
                  </a:cubicBezTo>
                  <a:cubicBezTo>
                    <a:pt x="421627" y="637279"/>
                    <a:pt x="356724" y="699850"/>
                    <a:pt x="276884" y="699850"/>
                  </a:cubicBezTo>
                  <a:lnTo>
                    <a:pt x="276785" y="699850"/>
                  </a:lnTo>
                  <a:cubicBezTo>
                    <a:pt x="252967" y="699850"/>
                    <a:pt x="229248" y="693995"/>
                    <a:pt x="208159" y="682830"/>
                  </a:cubicBezTo>
                  <a:cubicBezTo>
                    <a:pt x="159382" y="657226"/>
                    <a:pt x="129014" y="607059"/>
                    <a:pt x="128964" y="551931"/>
                  </a:cubicBezTo>
                  <a:cubicBezTo>
                    <a:pt x="129064" y="483802"/>
                    <a:pt x="175360" y="426242"/>
                    <a:pt x="238130" y="409123"/>
                  </a:cubicBezTo>
                  <a:cubicBezTo>
                    <a:pt x="238080" y="395378"/>
                    <a:pt x="237683" y="380888"/>
                    <a:pt x="237336" y="367342"/>
                  </a:cubicBezTo>
                  <a:cubicBezTo>
                    <a:pt x="237237" y="364315"/>
                    <a:pt x="237187" y="361387"/>
                    <a:pt x="237088" y="358509"/>
                  </a:cubicBezTo>
                  <a:cubicBezTo>
                    <a:pt x="147274" y="377018"/>
                    <a:pt x="79542" y="456709"/>
                    <a:pt x="79542" y="551881"/>
                  </a:cubicBezTo>
                  <a:cubicBezTo>
                    <a:pt x="79542" y="615991"/>
                    <a:pt x="111051" y="676380"/>
                    <a:pt x="163848" y="713496"/>
                  </a:cubicBezTo>
                  <a:lnTo>
                    <a:pt x="165882" y="714935"/>
                  </a:lnTo>
                  <a:cubicBezTo>
                    <a:pt x="176898" y="722626"/>
                    <a:pt x="182852" y="734982"/>
                    <a:pt x="182852" y="747486"/>
                  </a:cubicBezTo>
                  <a:cubicBezTo>
                    <a:pt x="182852" y="755326"/>
                    <a:pt x="180520" y="763265"/>
                    <a:pt x="175707" y="770212"/>
                  </a:cubicBezTo>
                  <a:cubicBezTo>
                    <a:pt x="167966" y="781278"/>
                    <a:pt x="155660" y="787183"/>
                    <a:pt x="143156" y="78718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0C34C0BF-3A4A-28EB-B238-D7928696340A}"/>
              </a:ext>
            </a:extLst>
          </p:cNvPr>
          <p:cNvGrpSpPr/>
          <p:nvPr/>
        </p:nvGrpSpPr>
        <p:grpSpPr>
          <a:xfrm>
            <a:off x="4163686" y="1425030"/>
            <a:ext cx="761629" cy="823703"/>
            <a:chOff x="4163686" y="1425030"/>
            <a:chExt cx="761629" cy="823703"/>
          </a:xfrm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E604C17-554E-B3E4-AD17-4AD9C1E5EA0A}"/>
                </a:ext>
              </a:extLst>
            </p:cNvPr>
            <p:cNvSpPr/>
            <p:nvPr/>
          </p:nvSpPr>
          <p:spPr>
            <a:xfrm>
              <a:off x="4301961" y="1546005"/>
              <a:ext cx="623354" cy="702728"/>
            </a:xfrm>
            <a:custGeom>
              <a:avLst/>
              <a:gdLst>
                <a:gd name="connsiteX0" fmla="*/ 272089 w 623354"/>
                <a:gd name="connsiteY0" fmla="*/ 702728 h 702728"/>
                <a:gd name="connsiteX1" fmla="*/ 13565 w 623354"/>
                <a:gd name="connsiteY1" fmla="*/ 589345 h 702728"/>
                <a:gd name="connsiteX2" fmla="*/ 15847 w 623354"/>
                <a:gd name="connsiteY2" fmla="*/ 533274 h 702728"/>
                <a:gd name="connsiteX3" fmla="*/ 71919 w 623354"/>
                <a:gd name="connsiteY3" fmla="*/ 535556 h 702728"/>
                <a:gd name="connsiteX4" fmla="*/ 272039 w 623354"/>
                <a:gd name="connsiteY4" fmla="*/ 623335 h 702728"/>
                <a:gd name="connsiteX5" fmla="*/ 544011 w 623354"/>
                <a:gd name="connsiteY5" fmla="*/ 351364 h 702728"/>
                <a:gd name="connsiteX6" fmla="*/ 272039 w 623354"/>
                <a:gd name="connsiteY6" fmla="*/ 79393 h 702728"/>
                <a:gd name="connsiteX7" fmla="*/ 69289 w 623354"/>
                <a:gd name="connsiteY7" fmla="*/ 170050 h 702728"/>
                <a:gd name="connsiteX8" fmla="*/ 13217 w 623354"/>
                <a:gd name="connsiteY8" fmla="*/ 173176 h 702728"/>
                <a:gd name="connsiteX9" fmla="*/ 10091 w 623354"/>
                <a:gd name="connsiteY9" fmla="*/ 117105 h 702728"/>
                <a:gd name="connsiteX10" fmla="*/ 271990 w 623354"/>
                <a:gd name="connsiteY10" fmla="*/ 0 h 702728"/>
                <a:gd name="connsiteX11" fmla="*/ 623354 w 623354"/>
                <a:gd name="connsiteY11" fmla="*/ 351364 h 702728"/>
                <a:gd name="connsiteX12" fmla="*/ 271990 w 623354"/>
                <a:gd name="connsiteY12" fmla="*/ 702728 h 70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3354" h="702728">
                  <a:moveTo>
                    <a:pt x="272089" y="702728"/>
                  </a:moveTo>
                  <a:cubicBezTo>
                    <a:pt x="174187" y="702728"/>
                    <a:pt x="79957" y="661394"/>
                    <a:pt x="13565" y="589345"/>
                  </a:cubicBezTo>
                  <a:cubicBezTo>
                    <a:pt x="-1272" y="573218"/>
                    <a:pt x="-279" y="548110"/>
                    <a:pt x="15847" y="533274"/>
                  </a:cubicBezTo>
                  <a:cubicBezTo>
                    <a:pt x="31974" y="518437"/>
                    <a:pt x="57082" y="519479"/>
                    <a:pt x="71919" y="535556"/>
                  </a:cubicBezTo>
                  <a:cubicBezTo>
                    <a:pt x="123276" y="591330"/>
                    <a:pt x="196219" y="623335"/>
                    <a:pt x="272039" y="623335"/>
                  </a:cubicBezTo>
                  <a:cubicBezTo>
                    <a:pt x="421993" y="623335"/>
                    <a:pt x="544011" y="501318"/>
                    <a:pt x="544011" y="351364"/>
                  </a:cubicBezTo>
                  <a:cubicBezTo>
                    <a:pt x="544011" y="201410"/>
                    <a:pt x="421993" y="79393"/>
                    <a:pt x="272039" y="79393"/>
                  </a:cubicBezTo>
                  <a:cubicBezTo>
                    <a:pt x="194780" y="79393"/>
                    <a:pt x="120895" y="112440"/>
                    <a:pt x="69289" y="170050"/>
                  </a:cubicBezTo>
                  <a:cubicBezTo>
                    <a:pt x="54651" y="186375"/>
                    <a:pt x="29592" y="187765"/>
                    <a:pt x="13217" y="173176"/>
                  </a:cubicBezTo>
                  <a:cubicBezTo>
                    <a:pt x="-3108" y="158538"/>
                    <a:pt x="-4497" y="133480"/>
                    <a:pt x="10091" y="117105"/>
                  </a:cubicBezTo>
                  <a:cubicBezTo>
                    <a:pt x="76682" y="42674"/>
                    <a:pt x="172153" y="0"/>
                    <a:pt x="271990" y="0"/>
                  </a:cubicBezTo>
                  <a:cubicBezTo>
                    <a:pt x="465759" y="0"/>
                    <a:pt x="623354" y="157645"/>
                    <a:pt x="623354" y="351364"/>
                  </a:cubicBezTo>
                  <a:cubicBezTo>
                    <a:pt x="623354" y="545083"/>
                    <a:pt x="465709" y="702728"/>
                    <a:pt x="271990" y="7027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5BAB140C-53FC-8ADF-F21B-5303379E9A4D}"/>
                </a:ext>
              </a:extLst>
            </p:cNvPr>
            <p:cNvSpPr/>
            <p:nvPr/>
          </p:nvSpPr>
          <p:spPr>
            <a:xfrm>
              <a:off x="4434268" y="1425030"/>
              <a:ext cx="285617" cy="79393"/>
            </a:xfrm>
            <a:custGeom>
              <a:avLst/>
              <a:gdLst>
                <a:gd name="connsiteX0" fmla="*/ 245920 w 285617"/>
                <a:gd name="connsiteY0" fmla="*/ 79393 h 79393"/>
                <a:gd name="connsiteX1" fmla="*/ 39697 w 285617"/>
                <a:gd name="connsiteY1" fmla="*/ 79393 h 79393"/>
                <a:gd name="connsiteX2" fmla="*/ 0 w 285617"/>
                <a:gd name="connsiteY2" fmla="*/ 39697 h 79393"/>
                <a:gd name="connsiteX3" fmla="*/ 39697 w 285617"/>
                <a:gd name="connsiteY3" fmla="*/ 0 h 79393"/>
                <a:gd name="connsiteX4" fmla="*/ 245920 w 285617"/>
                <a:gd name="connsiteY4" fmla="*/ 0 h 79393"/>
                <a:gd name="connsiteX5" fmla="*/ 285617 w 285617"/>
                <a:gd name="connsiteY5" fmla="*/ 39697 h 79393"/>
                <a:gd name="connsiteX6" fmla="*/ 245920 w 28561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17" h="79393">
                  <a:moveTo>
                    <a:pt x="245920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45920" y="0"/>
                  </a:lnTo>
                  <a:cubicBezTo>
                    <a:pt x="267853" y="0"/>
                    <a:pt x="285617" y="17764"/>
                    <a:pt x="285617" y="39697"/>
                  </a:cubicBezTo>
                  <a:cubicBezTo>
                    <a:pt x="285617" y="61629"/>
                    <a:pt x="267853" y="79393"/>
                    <a:pt x="245920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996E39FF-9AA5-8DBA-7D3A-2335DBF60478}"/>
                </a:ext>
              </a:extLst>
            </p:cNvPr>
            <p:cNvSpPr/>
            <p:nvPr/>
          </p:nvSpPr>
          <p:spPr>
            <a:xfrm>
              <a:off x="4537380" y="1425030"/>
              <a:ext cx="79393" cy="200368"/>
            </a:xfrm>
            <a:custGeom>
              <a:avLst/>
              <a:gdLst>
                <a:gd name="connsiteX0" fmla="*/ 39697 w 79393"/>
                <a:gd name="connsiteY0" fmla="*/ 200319 h 200368"/>
                <a:gd name="connsiteX1" fmla="*/ 0 w 79393"/>
                <a:gd name="connsiteY1" fmla="*/ 160622 h 200368"/>
                <a:gd name="connsiteX2" fmla="*/ 0 w 79393"/>
                <a:gd name="connsiteY2" fmla="*/ 39697 h 200368"/>
                <a:gd name="connsiteX3" fmla="*/ 39697 w 79393"/>
                <a:gd name="connsiteY3" fmla="*/ 0 h 200368"/>
                <a:gd name="connsiteX4" fmla="*/ 79393 w 79393"/>
                <a:gd name="connsiteY4" fmla="*/ 39697 h 200368"/>
                <a:gd name="connsiteX5" fmla="*/ 79393 w 79393"/>
                <a:gd name="connsiteY5" fmla="*/ 160672 h 200368"/>
                <a:gd name="connsiteX6" fmla="*/ 39697 w 79393"/>
                <a:gd name="connsiteY6" fmla="*/ 200368 h 2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00368">
                  <a:moveTo>
                    <a:pt x="39697" y="200319"/>
                  </a:moveTo>
                  <a:cubicBezTo>
                    <a:pt x="17764" y="200319"/>
                    <a:pt x="0" y="182555"/>
                    <a:pt x="0" y="16062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0672"/>
                  </a:lnTo>
                  <a:cubicBezTo>
                    <a:pt x="79393" y="182604"/>
                    <a:pt x="61629" y="200368"/>
                    <a:pt x="39697" y="2003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FF9DF18-FC06-3B28-8794-A27D82263C31}"/>
                </a:ext>
              </a:extLst>
            </p:cNvPr>
            <p:cNvSpPr/>
            <p:nvPr/>
          </p:nvSpPr>
          <p:spPr>
            <a:xfrm>
              <a:off x="4163686" y="1760912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AABAF4D5-7F34-9D58-221F-55D0CBC59970}"/>
                </a:ext>
              </a:extLst>
            </p:cNvPr>
            <p:cNvSpPr/>
            <p:nvPr/>
          </p:nvSpPr>
          <p:spPr>
            <a:xfrm>
              <a:off x="4210230" y="1858615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2022E42-D5AD-0C89-6CBF-8D175F7B946D}"/>
                </a:ext>
              </a:extLst>
            </p:cNvPr>
            <p:cNvSpPr/>
            <p:nvPr/>
          </p:nvSpPr>
          <p:spPr>
            <a:xfrm>
              <a:off x="4163686" y="1956318"/>
              <a:ext cx="212823" cy="79393"/>
            </a:xfrm>
            <a:custGeom>
              <a:avLst/>
              <a:gdLst>
                <a:gd name="connsiteX0" fmla="*/ 173127 w 212823"/>
                <a:gd name="connsiteY0" fmla="*/ 79393 h 79393"/>
                <a:gd name="connsiteX1" fmla="*/ 39697 w 212823"/>
                <a:gd name="connsiteY1" fmla="*/ 79393 h 79393"/>
                <a:gd name="connsiteX2" fmla="*/ 0 w 212823"/>
                <a:gd name="connsiteY2" fmla="*/ 39697 h 79393"/>
                <a:gd name="connsiteX3" fmla="*/ 39697 w 212823"/>
                <a:gd name="connsiteY3" fmla="*/ 0 h 79393"/>
                <a:gd name="connsiteX4" fmla="*/ 173127 w 212823"/>
                <a:gd name="connsiteY4" fmla="*/ 0 h 79393"/>
                <a:gd name="connsiteX5" fmla="*/ 212823 w 212823"/>
                <a:gd name="connsiteY5" fmla="*/ 39697 h 79393"/>
                <a:gd name="connsiteX6" fmla="*/ 173127 w 212823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823" h="79393">
                  <a:moveTo>
                    <a:pt x="17312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73127" y="0"/>
                  </a:lnTo>
                  <a:cubicBezTo>
                    <a:pt x="195059" y="0"/>
                    <a:pt x="212823" y="17764"/>
                    <a:pt x="212823" y="39697"/>
                  </a:cubicBezTo>
                  <a:cubicBezTo>
                    <a:pt x="212823" y="61629"/>
                    <a:pt x="195059" y="79393"/>
                    <a:pt x="173127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C2A0C945-718D-D59F-FCE8-6CBA8A95BE13}"/>
                </a:ext>
              </a:extLst>
            </p:cNvPr>
            <p:cNvSpPr/>
            <p:nvPr/>
          </p:nvSpPr>
          <p:spPr>
            <a:xfrm>
              <a:off x="4537340" y="1745092"/>
              <a:ext cx="208190" cy="192022"/>
            </a:xfrm>
            <a:custGeom>
              <a:avLst/>
              <a:gdLst>
                <a:gd name="connsiteX0" fmla="*/ 39737 w 208190"/>
                <a:gd name="connsiteY0" fmla="*/ 191973 h 192022"/>
                <a:gd name="connsiteX1" fmla="*/ 9816 w 208190"/>
                <a:gd name="connsiteY1" fmla="*/ 178427 h 192022"/>
                <a:gd name="connsiteX2" fmla="*/ 13587 w 208190"/>
                <a:gd name="connsiteY2" fmla="*/ 122405 h 192022"/>
                <a:gd name="connsiteX3" fmla="*/ 142353 w 208190"/>
                <a:gd name="connsiteY3" fmla="*/ 9816 h 192022"/>
                <a:gd name="connsiteX4" fmla="*/ 198375 w 208190"/>
                <a:gd name="connsiteY4" fmla="*/ 13587 h 192022"/>
                <a:gd name="connsiteX5" fmla="*/ 194603 w 208190"/>
                <a:gd name="connsiteY5" fmla="*/ 69609 h 192022"/>
                <a:gd name="connsiteX6" fmla="*/ 65838 w 208190"/>
                <a:gd name="connsiteY6" fmla="*/ 182198 h 192022"/>
                <a:gd name="connsiteX7" fmla="*/ 39737 w 208190"/>
                <a:gd name="connsiteY7" fmla="*/ 192023 h 19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190" h="192022">
                  <a:moveTo>
                    <a:pt x="39737" y="191973"/>
                  </a:moveTo>
                  <a:cubicBezTo>
                    <a:pt x="28672" y="191973"/>
                    <a:pt x="17705" y="187408"/>
                    <a:pt x="9816" y="178427"/>
                  </a:cubicBezTo>
                  <a:cubicBezTo>
                    <a:pt x="-4624" y="161903"/>
                    <a:pt x="-2937" y="136845"/>
                    <a:pt x="13587" y="122405"/>
                  </a:cubicBezTo>
                  <a:lnTo>
                    <a:pt x="142353" y="9816"/>
                  </a:lnTo>
                  <a:cubicBezTo>
                    <a:pt x="158876" y="-4624"/>
                    <a:pt x="183935" y="-2937"/>
                    <a:pt x="198375" y="13587"/>
                  </a:cubicBezTo>
                  <a:cubicBezTo>
                    <a:pt x="212814" y="30111"/>
                    <a:pt x="211127" y="55169"/>
                    <a:pt x="194603" y="69609"/>
                  </a:cubicBezTo>
                  <a:lnTo>
                    <a:pt x="65838" y="182198"/>
                  </a:lnTo>
                  <a:cubicBezTo>
                    <a:pt x="58295" y="188798"/>
                    <a:pt x="49016" y="192023"/>
                    <a:pt x="39737" y="19202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58B590C-CDD7-A084-E231-76CF11D132A4}"/>
                </a:ext>
              </a:extLst>
            </p:cNvPr>
            <p:cNvSpPr/>
            <p:nvPr/>
          </p:nvSpPr>
          <p:spPr>
            <a:xfrm>
              <a:off x="4511131" y="1829786"/>
              <a:ext cx="135166" cy="135166"/>
            </a:xfrm>
            <a:custGeom>
              <a:avLst/>
              <a:gdLst>
                <a:gd name="connsiteX0" fmla="*/ 67583 w 135166"/>
                <a:gd name="connsiteY0" fmla="*/ 135167 h 135166"/>
                <a:gd name="connsiteX1" fmla="*/ 0 w 135166"/>
                <a:gd name="connsiteY1" fmla="*/ 67583 h 135166"/>
                <a:gd name="connsiteX2" fmla="*/ 67583 w 135166"/>
                <a:gd name="connsiteY2" fmla="*/ 0 h 135166"/>
                <a:gd name="connsiteX3" fmla="*/ 135167 w 135166"/>
                <a:gd name="connsiteY3" fmla="*/ 67583 h 135166"/>
                <a:gd name="connsiteX4" fmla="*/ 67583 w 135166"/>
                <a:gd name="connsiteY4" fmla="*/ 135167 h 135166"/>
                <a:gd name="connsiteX5" fmla="*/ 67583 w 135166"/>
                <a:gd name="connsiteY5" fmla="*/ 55774 h 135166"/>
                <a:gd name="connsiteX6" fmla="*/ 55774 w 135166"/>
                <a:gd name="connsiteY6" fmla="*/ 67583 h 135166"/>
                <a:gd name="connsiteX7" fmla="*/ 67583 w 135166"/>
                <a:gd name="connsiteY7" fmla="*/ 79393 h 135166"/>
                <a:gd name="connsiteX8" fmla="*/ 79393 w 135166"/>
                <a:gd name="connsiteY8" fmla="*/ 67583 h 135166"/>
                <a:gd name="connsiteX9" fmla="*/ 67583 w 135166"/>
                <a:gd name="connsiteY9" fmla="*/ 55774 h 13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166" h="135166">
                  <a:moveTo>
                    <a:pt x="67583" y="135167"/>
                  </a:moveTo>
                  <a:cubicBezTo>
                    <a:pt x="30318" y="135167"/>
                    <a:pt x="0" y="104848"/>
                    <a:pt x="0" y="67583"/>
                  </a:cubicBezTo>
                  <a:cubicBezTo>
                    <a:pt x="0" y="30318"/>
                    <a:pt x="30318" y="0"/>
                    <a:pt x="67583" y="0"/>
                  </a:cubicBezTo>
                  <a:cubicBezTo>
                    <a:pt x="104849" y="0"/>
                    <a:pt x="135167" y="30318"/>
                    <a:pt x="135167" y="67583"/>
                  </a:cubicBezTo>
                  <a:cubicBezTo>
                    <a:pt x="135167" y="104848"/>
                    <a:pt x="104849" y="135167"/>
                    <a:pt x="67583" y="135167"/>
                  </a:cubicBezTo>
                  <a:close/>
                  <a:moveTo>
                    <a:pt x="67583" y="55774"/>
                  </a:moveTo>
                  <a:cubicBezTo>
                    <a:pt x="61083" y="55774"/>
                    <a:pt x="55774" y="61083"/>
                    <a:pt x="55774" y="67583"/>
                  </a:cubicBezTo>
                  <a:cubicBezTo>
                    <a:pt x="55774" y="74084"/>
                    <a:pt x="61083" y="79393"/>
                    <a:pt x="67583" y="79393"/>
                  </a:cubicBezTo>
                  <a:cubicBezTo>
                    <a:pt x="74084" y="79393"/>
                    <a:pt x="79393" y="74084"/>
                    <a:pt x="79393" y="67583"/>
                  </a:cubicBezTo>
                  <a:cubicBezTo>
                    <a:pt x="79393" y="61083"/>
                    <a:pt x="74084" y="55774"/>
                    <a:pt x="67583" y="557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19CC3E14-6F55-7433-EF04-FC83EB6C0321}"/>
              </a:ext>
            </a:extLst>
          </p:cNvPr>
          <p:cNvGrpSpPr/>
          <p:nvPr/>
        </p:nvGrpSpPr>
        <p:grpSpPr>
          <a:xfrm>
            <a:off x="5484221" y="1442397"/>
            <a:ext cx="750960" cy="796412"/>
            <a:chOff x="5484221" y="1442397"/>
            <a:chExt cx="750960" cy="796412"/>
          </a:xfrm>
        </p:grpSpPr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56CA6CF2-A0B6-4261-0472-EF2E7A0F8DA1}"/>
                </a:ext>
              </a:extLst>
            </p:cNvPr>
            <p:cNvSpPr/>
            <p:nvPr/>
          </p:nvSpPr>
          <p:spPr>
            <a:xfrm>
              <a:off x="5484221" y="1606145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528E0B0-F0E1-BD80-1FA3-3879F0CF9C01}"/>
                </a:ext>
              </a:extLst>
            </p:cNvPr>
            <p:cNvSpPr/>
            <p:nvPr/>
          </p:nvSpPr>
          <p:spPr>
            <a:xfrm>
              <a:off x="5687666" y="1442397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2C922EFE-FFF5-C952-38CD-F27B0864A5D9}"/>
                </a:ext>
              </a:extLst>
            </p:cNvPr>
            <p:cNvSpPr/>
            <p:nvPr/>
          </p:nvSpPr>
          <p:spPr>
            <a:xfrm>
              <a:off x="5891111" y="1601183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B0D592DA-E66E-6FE8-8CAD-12DC61EB04A1}"/>
                </a:ext>
              </a:extLst>
            </p:cNvPr>
            <p:cNvSpPr/>
            <p:nvPr/>
          </p:nvSpPr>
          <p:spPr>
            <a:xfrm>
              <a:off x="6094556" y="1442397"/>
              <a:ext cx="140625" cy="140625"/>
            </a:xfrm>
            <a:custGeom>
              <a:avLst/>
              <a:gdLst>
                <a:gd name="connsiteX0" fmla="*/ 70313 w 140625"/>
                <a:gd name="connsiteY0" fmla="*/ 140625 h 140625"/>
                <a:gd name="connsiteX1" fmla="*/ 0 w 140625"/>
                <a:gd name="connsiteY1" fmla="*/ 70313 h 140625"/>
                <a:gd name="connsiteX2" fmla="*/ 70313 w 140625"/>
                <a:gd name="connsiteY2" fmla="*/ 0 h 140625"/>
                <a:gd name="connsiteX3" fmla="*/ 140625 w 140625"/>
                <a:gd name="connsiteY3" fmla="*/ 70313 h 140625"/>
                <a:gd name="connsiteX4" fmla="*/ 70313 w 140625"/>
                <a:gd name="connsiteY4" fmla="*/ 140625 h 140625"/>
                <a:gd name="connsiteX5" fmla="*/ 70313 w 140625"/>
                <a:gd name="connsiteY5" fmla="*/ 61232 h 140625"/>
                <a:gd name="connsiteX6" fmla="*/ 61232 w 140625"/>
                <a:gd name="connsiteY6" fmla="*/ 70313 h 140625"/>
                <a:gd name="connsiteX7" fmla="*/ 70313 w 140625"/>
                <a:gd name="connsiteY7" fmla="*/ 79393 h 140625"/>
                <a:gd name="connsiteX8" fmla="*/ 79393 w 140625"/>
                <a:gd name="connsiteY8" fmla="*/ 70313 h 140625"/>
                <a:gd name="connsiteX9" fmla="*/ 70313 w 140625"/>
                <a:gd name="connsiteY9" fmla="*/ 61232 h 14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25" h="140625">
                  <a:moveTo>
                    <a:pt x="70313" y="140625"/>
                  </a:moveTo>
                  <a:cubicBezTo>
                    <a:pt x="31559" y="140625"/>
                    <a:pt x="0" y="109066"/>
                    <a:pt x="0" y="70313"/>
                  </a:cubicBezTo>
                  <a:cubicBezTo>
                    <a:pt x="0" y="31559"/>
                    <a:pt x="31559" y="0"/>
                    <a:pt x="70313" y="0"/>
                  </a:cubicBezTo>
                  <a:cubicBezTo>
                    <a:pt x="109066" y="0"/>
                    <a:pt x="140625" y="31559"/>
                    <a:pt x="140625" y="70313"/>
                  </a:cubicBezTo>
                  <a:cubicBezTo>
                    <a:pt x="140625" y="109066"/>
                    <a:pt x="109066" y="140625"/>
                    <a:pt x="70313" y="140625"/>
                  </a:cubicBezTo>
                  <a:close/>
                  <a:moveTo>
                    <a:pt x="70313" y="61232"/>
                  </a:moveTo>
                  <a:cubicBezTo>
                    <a:pt x="65301" y="61232"/>
                    <a:pt x="61232" y="65301"/>
                    <a:pt x="61232" y="70313"/>
                  </a:cubicBezTo>
                  <a:cubicBezTo>
                    <a:pt x="61232" y="75324"/>
                    <a:pt x="65301" y="79393"/>
                    <a:pt x="70313" y="79393"/>
                  </a:cubicBezTo>
                  <a:cubicBezTo>
                    <a:pt x="75324" y="79393"/>
                    <a:pt x="79393" y="75324"/>
                    <a:pt x="79393" y="70313"/>
                  </a:cubicBezTo>
                  <a:cubicBezTo>
                    <a:pt x="79393" y="65301"/>
                    <a:pt x="75324" y="61232"/>
                    <a:pt x="70313" y="6123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5A45420-0AB0-1ED7-0BD2-9D779CE3BF41}"/>
                </a:ext>
              </a:extLst>
            </p:cNvPr>
            <p:cNvSpPr/>
            <p:nvPr/>
          </p:nvSpPr>
          <p:spPr>
            <a:xfrm>
              <a:off x="5547855" y="1471840"/>
              <a:ext cx="655405" cy="239798"/>
            </a:xfrm>
            <a:custGeom>
              <a:avLst/>
              <a:gdLst>
                <a:gd name="connsiteX0" fmla="*/ 411038 w 655405"/>
                <a:gd name="connsiteY0" fmla="*/ 239798 h 239798"/>
                <a:gd name="connsiteX1" fmla="*/ 386277 w 655405"/>
                <a:gd name="connsiteY1" fmla="*/ 231115 h 239798"/>
                <a:gd name="connsiteX2" fmla="*/ 210322 w 655405"/>
                <a:gd name="connsiteY2" fmla="*/ 90639 h 239798"/>
                <a:gd name="connsiteX3" fmla="*/ 64685 w 655405"/>
                <a:gd name="connsiteY3" fmla="*/ 208736 h 239798"/>
                <a:gd name="connsiteX4" fmla="*/ 8862 w 655405"/>
                <a:gd name="connsiteY4" fmla="*/ 202881 h 239798"/>
                <a:gd name="connsiteX5" fmla="*/ 14717 w 655405"/>
                <a:gd name="connsiteY5" fmla="*/ 147057 h 239798"/>
                <a:gd name="connsiteX6" fmla="*/ 185115 w 655405"/>
                <a:gd name="connsiteY6" fmla="*/ 8864 h 239798"/>
                <a:gd name="connsiteX7" fmla="*/ 234884 w 655405"/>
                <a:gd name="connsiteY7" fmla="*/ 8665 h 239798"/>
                <a:gd name="connsiteX8" fmla="*/ 411237 w 655405"/>
                <a:gd name="connsiteY8" fmla="*/ 149489 h 239798"/>
                <a:gd name="connsiteX9" fmla="*/ 591211 w 655405"/>
                <a:gd name="connsiteY9" fmla="*/ 8467 h 239798"/>
                <a:gd name="connsiteX10" fmla="*/ 646935 w 655405"/>
                <a:gd name="connsiteY10" fmla="*/ 15215 h 239798"/>
                <a:gd name="connsiteX11" fmla="*/ 640187 w 655405"/>
                <a:gd name="connsiteY11" fmla="*/ 70939 h 239798"/>
                <a:gd name="connsiteX12" fmla="*/ 435501 w 655405"/>
                <a:gd name="connsiteY12" fmla="*/ 231363 h 239798"/>
                <a:gd name="connsiteX13" fmla="*/ 411038 w 655405"/>
                <a:gd name="connsiteY13" fmla="*/ 239798 h 239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5405" h="239798">
                  <a:moveTo>
                    <a:pt x="411038" y="239798"/>
                  </a:moveTo>
                  <a:cubicBezTo>
                    <a:pt x="402255" y="239798"/>
                    <a:pt x="393522" y="236920"/>
                    <a:pt x="386277" y="231115"/>
                  </a:cubicBezTo>
                  <a:lnTo>
                    <a:pt x="210322" y="90639"/>
                  </a:lnTo>
                  <a:lnTo>
                    <a:pt x="64685" y="208736"/>
                  </a:lnTo>
                  <a:cubicBezTo>
                    <a:pt x="47665" y="222530"/>
                    <a:pt x="22657" y="219901"/>
                    <a:pt x="8862" y="202881"/>
                  </a:cubicBezTo>
                  <a:cubicBezTo>
                    <a:pt x="-4933" y="185861"/>
                    <a:pt x="-2352" y="160852"/>
                    <a:pt x="14717" y="147057"/>
                  </a:cubicBezTo>
                  <a:lnTo>
                    <a:pt x="185115" y="8864"/>
                  </a:lnTo>
                  <a:cubicBezTo>
                    <a:pt x="199604" y="-2896"/>
                    <a:pt x="220296" y="-2946"/>
                    <a:pt x="234884" y="8665"/>
                  </a:cubicBezTo>
                  <a:lnTo>
                    <a:pt x="411237" y="149489"/>
                  </a:lnTo>
                  <a:lnTo>
                    <a:pt x="591211" y="8467"/>
                  </a:lnTo>
                  <a:cubicBezTo>
                    <a:pt x="608479" y="-5080"/>
                    <a:pt x="633438" y="-2003"/>
                    <a:pt x="646935" y="15215"/>
                  </a:cubicBezTo>
                  <a:cubicBezTo>
                    <a:pt x="660482" y="32483"/>
                    <a:pt x="657455" y="57442"/>
                    <a:pt x="640187" y="70939"/>
                  </a:cubicBezTo>
                  <a:lnTo>
                    <a:pt x="435501" y="231363"/>
                  </a:lnTo>
                  <a:cubicBezTo>
                    <a:pt x="428306" y="237020"/>
                    <a:pt x="419672" y="239798"/>
                    <a:pt x="411038" y="23979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73E5AC8F-6DFD-5109-FE25-053CF2A55509}"/>
                </a:ext>
              </a:extLst>
            </p:cNvPr>
            <p:cNvSpPr/>
            <p:nvPr/>
          </p:nvSpPr>
          <p:spPr>
            <a:xfrm>
              <a:off x="5517368" y="1827255"/>
              <a:ext cx="79393" cy="409072"/>
            </a:xfrm>
            <a:custGeom>
              <a:avLst/>
              <a:gdLst>
                <a:gd name="connsiteX0" fmla="*/ 39697 w 79393"/>
                <a:gd name="connsiteY0" fmla="*/ 409073 h 409072"/>
                <a:gd name="connsiteX1" fmla="*/ 0 w 79393"/>
                <a:gd name="connsiteY1" fmla="*/ 369376 h 409072"/>
                <a:gd name="connsiteX2" fmla="*/ 0 w 79393"/>
                <a:gd name="connsiteY2" fmla="*/ 39697 h 409072"/>
                <a:gd name="connsiteX3" fmla="*/ 39697 w 79393"/>
                <a:gd name="connsiteY3" fmla="*/ 0 h 409072"/>
                <a:gd name="connsiteX4" fmla="*/ 79393 w 79393"/>
                <a:gd name="connsiteY4" fmla="*/ 39697 h 409072"/>
                <a:gd name="connsiteX5" fmla="*/ 79393 w 79393"/>
                <a:gd name="connsiteY5" fmla="*/ 369376 h 409072"/>
                <a:gd name="connsiteX6" fmla="*/ 39697 w 79393"/>
                <a:gd name="connsiteY6" fmla="*/ 409073 h 40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09072">
                  <a:moveTo>
                    <a:pt x="39697" y="409073"/>
                  </a:moveTo>
                  <a:cubicBezTo>
                    <a:pt x="17764" y="409073"/>
                    <a:pt x="0" y="391309"/>
                    <a:pt x="0" y="36937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69376"/>
                  </a:lnTo>
                  <a:cubicBezTo>
                    <a:pt x="79393" y="391309"/>
                    <a:pt x="61629" y="409073"/>
                    <a:pt x="39697" y="4090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5A9404E-C483-450E-46C5-A237FFACC2CF}"/>
                </a:ext>
              </a:extLst>
            </p:cNvPr>
            <p:cNvSpPr/>
            <p:nvPr/>
          </p:nvSpPr>
          <p:spPr>
            <a:xfrm>
              <a:off x="5719920" y="1725235"/>
              <a:ext cx="79393" cy="511093"/>
            </a:xfrm>
            <a:custGeom>
              <a:avLst/>
              <a:gdLst>
                <a:gd name="connsiteX0" fmla="*/ 39697 w 79393"/>
                <a:gd name="connsiteY0" fmla="*/ 511093 h 511093"/>
                <a:gd name="connsiteX1" fmla="*/ 0 w 79393"/>
                <a:gd name="connsiteY1" fmla="*/ 471397 h 511093"/>
                <a:gd name="connsiteX2" fmla="*/ 0 w 79393"/>
                <a:gd name="connsiteY2" fmla="*/ 39697 h 511093"/>
                <a:gd name="connsiteX3" fmla="*/ 39697 w 79393"/>
                <a:gd name="connsiteY3" fmla="*/ 0 h 511093"/>
                <a:gd name="connsiteX4" fmla="*/ 79393 w 79393"/>
                <a:gd name="connsiteY4" fmla="*/ 39697 h 511093"/>
                <a:gd name="connsiteX5" fmla="*/ 79393 w 79393"/>
                <a:gd name="connsiteY5" fmla="*/ 471397 h 511093"/>
                <a:gd name="connsiteX6" fmla="*/ 39697 w 79393"/>
                <a:gd name="connsiteY6" fmla="*/ 511093 h 5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11093">
                  <a:moveTo>
                    <a:pt x="39697" y="511093"/>
                  </a:moveTo>
                  <a:cubicBezTo>
                    <a:pt x="17764" y="511093"/>
                    <a:pt x="0" y="493329"/>
                    <a:pt x="0" y="47139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71397"/>
                  </a:lnTo>
                  <a:cubicBezTo>
                    <a:pt x="79393" y="493329"/>
                    <a:pt x="61629" y="511093"/>
                    <a:pt x="39697" y="5110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76857969-CCD3-065A-F69C-5AED91CC8642}"/>
                </a:ext>
              </a:extLst>
            </p:cNvPr>
            <p:cNvSpPr/>
            <p:nvPr/>
          </p:nvSpPr>
          <p:spPr>
            <a:xfrm>
              <a:off x="5922521" y="1799666"/>
              <a:ext cx="79393" cy="439143"/>
            </a:xfrm>
            <a:custGeom>
              <a:avLst/>
              <a:gdLst>
                <a:gd name="connsiteX0" fmla="*/ 39697 w 79393"/>
                <a:gd name="connsiteY0" fmla="*/ 439143 h 439143"/>
                <a:gd name="connsiteX1" fmla="*/ 0 w 79393"/>
                <a:gd name="connsiteY1" fmla="*/ 399447 h 439143"/>
                <a:gd name="connsiteX2" fmla="*/ 0 w 79393"/>
                <a:gd name="connsiteY2" fmla="*/ 39697 h 439143"/>
                <a:gd name="connsiteX3" fmla="*/ 39697 w 79393"/>
                <a:gd name="connsiteY3" fmla="*/ 0 h 439143"/>
                <a:gd name="connsiteX4" fmla="*/ 79393 w 79393"/>
                <a:gd name="connsiteY4" fmla="*/ 39697 h 439143"/>
                <a:gd name="connsiteX5" fmla="*/ 79393 w 79393"/>
                <a:gd name="connsiteY5" fmla="*/ 399447 h 439143"/>
                <a:gd name="connsiteX6" fmla="*/ 39697 w 79393"/>
                <a:gd name="connsiteY6" fmla="*/ 439143 h 43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439143">
                  <a:moveTo>
                    <a:pt x="39697" y="439143"/>
                  </a:moveTo>
                  <a:cubicBezTo>
                    <a:pt x="17764" y="439143"/>
                    <a:pt x="0" y="421379"/>
                    <a:pt x="0" y="399447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99447"/>
                  </a:lnTo>
                  <a:cubicBezTo>
                    <a:pt x="79393" y="421379"/>
                    <a:pt x="61629" y="439143"/>
                    <a:pt x="39697" y="4391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180EBFD4-D9F1-8FF5-70F0-97137C8B0227}"/>
                </a:ext>
              </a:extLst>
            </p:cNvPr>
            <p:cNvSpPr/>
            <p:nvPr/>
          </p:nvSpPr>
          <p:spPr>
            <a:xfrm>
              <a:off x="6125073" y="1705387"/>
              <a:ext cx="79393" cy="533422"/>
            </a:xfrm>
            <a:custGeom>
              <a:avLst/>
              <a:gdLst>
                <a:gd name="connsiteX0" fmla="*/ 39697 w 79393"/>
                <a:gd name="connsiteY0" fmla="*/ 533422 h 533422"/>
                <a:gd name="connsiteX1" fmla="*/ 0 w 79393"/>
                <a:gd name="connsiteY1" fmla="*/ 493726 h 533422"/>
                <a:gd name="connsiteX2" fmla="*/ 0 w 79393"/>
                <a:gd name="connsiteY2" fmla="*/ 39697 h 533422"/>
                <a:gd name="connsiteX3" fmla="*/ 39697 w 79393"/>
                <a:gd name="connsiteY3" fmla="*/ 0 h 533422"/>
                <a:gd name="connsiteX4" fmla="*/ 79393 w 79393"/>
                <a:gd name="connsiteY4" fmla="*/ 39697 h 533422"/>
                <a:gd name="connsiteX5" fmla="*/ 79393 w 79393"/>
                <a:gd name="connsiteY5" fmla="*/ 493726 h 533422"/>
                <a:gd name="connsiteX6" fmla="*/ 39697 w 79393"/>
                <a:gd name="connsiteY6" fmla="*/ 533422 h 53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533422">
                  <a:moveTo>
                    <a:pt x="39697" y="533422"/>
                  </a:moveTo>
                  <a:cubicBezTo>
                    <a:pt x="17764" y="533422"/>
                    <a:pt x="0" y="515658"/>
                    <a:pt x="0" y="49372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493726"/>
                  </a:lnTo>
                  <a:cubicBezTo>
                    <a:pt x="79393" y="515658"/>
                    <a:pt x="61629" y="533422"/>
                    <a:pt x="39697" y="53342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2F81A3B4-477E-43E0-16A9-2BD193227231}"/>
              </a:ext>
            </a:extLst>
          </p:cNvPr>
          <p:cNvGrpSpPr/>
          <p:nvPr/>
        </p:nvGrpSpPr>
        <p:grpSpPr>
          <a:xfrm>
            <a:off x="6779077" y="1493233"/>
            <a:ext cx="800947" cy="687320"/>
            <a:chOff x="6779077" y="1493233"/>
            <a:chExt cx="800947" cy="687320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99B18598-B582-68C3-7E8A-9D6E4C489988}"/>
                </a:ext>
              </a:extLst>
            </p:cNvPr>
            <p:cNvSpPr/>
            <p:nvPr/>
          </p:nvSpPr>
          <p:spPr>
            <a:xfrm>
              <a:off x="7012269" y="1685267"/>
              <a:ext cx="567755" cy="495286"/>
            </a:xfrm>
            <a:custGeom>
              <a:avLst/>
              <a:gdLst>
                <a:gd name="connsiteX0" fmla="*/ 528114 w 567755"/>
                <a:gd name="connsiteY0" fmla="*/ 495287 h 495286"/>
                <a:gd name="connsiteX1" fmla="*/ 527667 w 567755"/>
                <a:gd name="connsiteY1" fmla="*/ 495287 h 495286"/>
                <a:gd name="connsiteX2" fmla="*/ 488368 w 567755"/>
                <a:gd name="connsiteY2" fmla="*/ 455193 h 495286"/>
                <a:gd name="connsiteX3" fmla="*/ 378954 w 567755"/>
                <a:gd name="connsiteY3" fmla="*/ 158710 h 495286"/>
                <a:gd name="connsiteX4" fmla="*/ 46793 w 567755"/>
                <a:gd name="connsiteY4" fmla="*/ 85122 h 495286"/>
                <a:gd name="connsiteX5" fmla="*/ 645 w 567755"/>
                <a:gd name="connsiteY5" fmla="*/ 53117 h 495286"/>
                <a:gd name="connsiteX6" fmla="*/ 32651 w 567755"/>
                <a:gd name="connsiteY6" fmla="*/ 6970 h 495286"/>
                <a:gd name="connsiteX7" fmla="*/ 430163 w 567755"/>
                <a:gd name="connsiteY7" fmla="*/ 98024 h 495286"/>
                <a:gd name="connsiteX8" fmla="*/ 567711 w 567755"/>
                <a:gd name="connsiteY8" fmla="*/ 455987 h 495286"/>
                <a:gd name="connsiteX9" fmla="*/ 528015 w 567755"/>
                <a:gd name="connsiteY9" fmla="*/ 495287 h 49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755" h="495286">
                  <a:moveTo>
                    <a:pt x="528114" y="495287"/>
                  </a:moveTo>
                  <a:lnTo>
                    <a:pt x="527667" y="495287"/>
                  </a:lnTo>
                  <a:cubicBezTo>
                    <a:pt x="505735" y="495039"/>
                    <a:pt x="488169" y="477076"/>
                    <a:pt x="488368" y="455193"/>
                  </a:cubicBezTo>
                  <a:cubicBezTo>
                    <a:pt x="489807" y="320969"/>
                    <a:pt x="452988" y="221232"/>
                    <a:pt x="378954" y="158710"/>
                  </a:cubicBezTo>
                  <a:cubicBezTo>
                    <a:pt x="250039" y="49892"/>
                    <a:pt x="48827" y="84725"/>
                    <a:pt x="46793" y="85122"/>
                  </a:cubicBezTo>
                  <a:cubicBezTo>
                    <a:pt x="25208" y="88993"/>
                    <a:pt x="4566" y="74702"/>
                    <a:pt x="645" y="53117"/>
                  </a:cubicBezTo>
                  <a:cubicBezTo>
                    <a:pt x="-3275" y="31532"/>
                    <a:pt x="11066" y="10890"/>
                    <a:pt x="32651" y="6970"/>
                  </a:cubicBezTo>
                  <a:cubicBezTo>
                    <a:pt x="42377" y="5183"/>
                    <a:pt x="273014" y="-34662"/>
                    <a:pt x="430163" y="98024"/>
                  </a:cubicBezTo>
                  <a:cubicBezTo>
                    <a:pt x="523102" y="176524"/>
                    <a:pt x="569398" y="296953"/>
                    <a:pt x="567711" y="455987"/>
                  </a:cubicBezTo>
                  <a:cubicBezTo>
                    <a:pt x="567463" y="477771"/>
                    <a:pt x="549749" y="495287"/>
                    <a:pt x="528015" y="49528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C5ECA6E-0B45-2A7A-AB96-BBF0EBF0ADD4}"/>
                </a:ext>
              </a:extLst>
            </p:cNvPr>
            <p:cNvSpPr/>
            <p:nvPr/>
          </p:nvSpPr>
          <p:spPr>
            <a:xfrm>
              <a:off x="6973318" y="1692733"/>
              <a:ext cx="279414" cy="279414"/>
            </a:xfrm>
            <a:custGeom>
              <a:avLst/>
              <a:gdLst>
                <a:gd name="connsiteX0" fmla="*/ 239767 w 279414"/>
                <a:gd name="connsiteY0" fmla="*/ 279414 h 279414"/>
                <a:gd name="connsiteX1" fmla="*/ 211682 w 279414"/>
                <a:gd name="connsiteY1" fmla="*/ 267803 h 279414"/>
                <a:gd name="connsiteX2" fmla="*/ 11611 w 279414"/>
                <a:gd name="connsiteY2" fmla="*/ 67732 h 279414"/>
                <a:gd name="connsiteX3" fmla="*/ 11611 w 279414"/>
                <a:gd name="connsiteY3" fmla="*/ 11611 h 279414"/>
                <a:gd name="connsiteX4" fmla="*/ 67732 w 279414"/>
                <a:gd name="connsiteY4" fmla="*/ 11611 h 279414"/>
                <a:gd name="connsiteX5" fmla="*/ 267803 w 279414"/>
                <a:gd name="connsiteY5" fmla="*/ 211682 h 279414"/>
                <a:gd name="connsiteX6" fmla="*/ 267803 w 279414"/>
                <a:gd name="connsiteY6" fmla="*/ 267803 h 279414"/>
                <a:gd name="connsiteX7" fmla="*/ 239718 w 279414"/>
                <a:gd name="connsiteY7" fmla="*/ 279414 h 27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9414">
                  <a:moveTo>
                    <a:pt x="239767" y="279414"/>
                  </a:moveTo>
                  <a:cubicBezTo>
                    <a:pt x="229595" y="279414"/>
                    <a:pt x="219473" y="275544"/>
                    <a:pt x="211682" y="267803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67803" y="211682"/>
                  </a:lnTo>
                  <a:cubicBezTo>
                    <a:pt x="283285" y="227164"/>
                    <a:pt x="283285" y="252321"/>
                    <a:pt x="267803" y="267803"/>
                  </a:cubicBezTo>
                  <a:cubicBezTo>
                    <a:pt x="260062" y="275544"/>
                    <a:pt x="249890" y="279414"/>
                    <a:pt x="239718" y="2794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57972B73-902A-71DF-F884-EF1C5277E5F8}"/>
                </a:ext>
              </a:extLst>
            </p:cNvPr>
            <p:cNvSpPr/>
            <p:nvPr/>
          </p:nvSpPr>
          <p:spPr>
            <a:xfrm>
              <a:off x="6973392" y="1493233"/>
              <a:ext cx="279414" cy="278893"/>
            </a:xfrm>
            <a:custGeom>
              <a:avLst/>
              <a:gdLst>
                <a:gd name="connsiteX0" fmla="*/ 39672 w 279414"/>
                <a:gd name="connsiteY0" fmla="*/ 278893 h 278893"/>
                <a:gd name="connsiteX1" fmla="*/ 11586 w 279414"/>
                <a:gd name="connsiteY1" fmla="*/ 267232 h 278893"/>
                <a:gd name="connsiteX2" fmla="*/ 11636 w 279414"/>
                <a:gd name="connsiteY2" fmla="*/ 211111 h 278893"/>
                <a:gd name="connsiteX3" fmla="*/ 211707 w 279414"/>
                <a:gd name="connsiteY3" fmla="*/ 11586 h 278893"/>
                <a:gd name="connsiteX4" fmla="*/ 267828 w 279414"/>
                <a:gd name="connsiteY4" fmla="*/ 11636 h 278893"/>
                <a:gd name="connsiteX5" fmla="*/ 267778 w 279414"/>
                <a:gd name="connsiteY5" fmla="*/ 67757 h 278893"/>
                <a:gd name="connsiteX6" fmla="*/ 67708 w 279414"/>
                <a:gd name="connsiteY6" fmla="*/ 267282 h 278893"/>
                <a:gd name="connsiteX7" fmla="*/ 39672 w 279414"/>
                <a:gd name="connsiteY7" fmla="*/ 278893 h 27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8893">
                  <a:moveTo>
                    <a:pt x="39672" y="278893"/>
                  </a:moveTo>
                  <a:cubicBezTo>
                    <a:pt x="29500" y="278893"/>
                    <a:pt x="19327" y="275023"/>
                    <a:pt x="11586" y="267232"/>
                  </a:cubicBezTo>
                  <a:cubicBezTo>
                    <a:pt x="-3895" y="251701"/>
                    <a:pt x="-3846" y="226593"/>
                    <a:pt x="11636" y="211111"/>
                  </a:cubicBezTo>
                  <a:lnTo>
                    <a:pt x="211707" y="11586"/>
                  </a:lnTo>
                  <a:cubicBezTo>
                    <a:pt x="227238" y="-3895"/>
                    <a:pt x="252346" y="-3846"/>
                    <a:pt x="267828" y="11636"/>
                  </a:cubicBezTo>
                  <a:cubicBezTo>
                    <a:pt x="283310" y="27167"/>
                    <a:pt x="283260" y="52275"/>
                    <a:pt x="267778" y="67757"/>
                  </a:cubicBezTo>
                  <a:lnTo>
                    <a:pt x="67708" y="267282"/>
                  </a:lnTo>
                  <a:cubicBezTo>
                    <a:pt x="59967" y="275023"/>
                    <a:pt x="49794" y="278893"/>
                    <a:pt x="39672" y="2788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9D62FBD-9C9F-A838-703E-B6E82E5EAB37}"/>
                </a:ext>
              </a:extLst>
            </p:cNvPr>
            <p:cNvSpPr/>
            <p:nvPr/>
          </p:nvSpPr>
          <p:spPr>
            <a:xfrm>
              <a:off x="6779102" y="1692783"/>
              <a:ext cx="279414" cy="279414"/>
            </a:xfrm>
            <a:custGeom>
              <a:avLst/>
              <a:gdLst>
                <a:gd name="connsiteX0" fmla="*/ 239718 w 279414"/>
                <a:gd name="connsiteY0" fmla="*/ 279364 h 279414"/>
                <a:gd name="connsiteX1" fmla="*/ 211632 w 279414"/>
                <a:gd name="connsiteY1" fmla="*/ 267753 h 279414"/>
                <a:gd name="connsiteX2" fmla="*/ 11611 w 279414"/>
                <a:gd name="connsiteY2" fmla="*/ 67732 h 279414"/>
                <a:gd name="connsiteX3" fmla="*/ 11611 w 279414"/>
                <a:gd name="connsiteY3" fmla="*/ 11611 h 279414"/>
                <a:gd name="connsiteX4" fmla="*/ 67732 w 279414"/>
                <a:gd name="connsiteY4" fmla="*/ 11611 h 279414"/>
                <a:gd name="connsiteX5" fmla="*/ 267803 w 279414"/>
                <a:gd name="connsiteY5" fmla="*/ 211682 h 279414"/>
                <a:gd name="connsiteX6" fmla="*/ 267803 w 279414"/>
                <a:gd name="connsiteY6" fmla="*/ 267803 h 279414"/>
                <a:gd name="connsiteX7" fmla="*/ 239718 w 279414"/>
                <a:gd name="connsiteY7" fmla="*/ 279414 h 27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9414">
                  <a:moveTo>
                    <a:pt x="239718" y="279364"/>
                  </a:moveTo>
                  <a:cubicBezTo>
                    <a:pt x="229546" y="279364"/>
                    <a:pt x="219423" y="275494"/>
                    <a:pt x="211632" y="267753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67803" y="211682"/>
                  </a:lnTo>
                  <a:cubicBezTo>
                    <a:pt x="283285" y="227163"/>
                    <a:pt x="283285" y="252321"/>
                    <a:pt x="267803" y="267803"/>
                  </a:cubicBezTo>
                  <a:cubicBezTo>
                    <a:pt x="260062" y="275544"/>
                    <a:pt x="249890" y="279414"/>
                    <a:pt x="239718" y="27941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D8DA3F8-CBCC-19BA-FB44-EE158B3A3BCD}"/>
                </a:ext>
              </a:extLst>
            </p:cNvPr>
            <p:cNvSpPr/>
            <p:nvPr/>
          </p:nvSpPr>
          <p:spPr>
            <a:xfrm>
              <a:off x="6779077" y="1493233"/>
              <a:ext cx="279414" cy="278893"/>
            </a:xfrm>
            <a:custGeom>
              <a:avLst/>
              <a:gdLst>
                <a:gd name="connsiteX0" fmla="*/ 39672 w 279414"/>
                <a:gd name="connsiteY0" fmla="*/ 278893 h 278893"/>
                <a:gd name="connsiteX1" fmla="*/ 11586 w 279414"/>
                <a:gd name="connsiteY1" fmla="*/ 267232 h 278893"/>
                <a:gd name="connsiteX2" fmla="*/ 11636 w 279414"/>
                <a:gd name="connsiteY2" fmla="*/ 211111 h 278893"/>
                <a:gd name="connsiteX3" fmla="*/ 211707 w 279414"/>
                <a:gd name="connsiteY3" fmla="*/ 11586 h 278893"/>
                <a:gd name="connsiteX4" fmla="*/ 267828 w 279414"/>
                <a:gd name="connsiteY4" fmla="*/ 11636 h 278893"/>
                <a:gd name="connsiteX5" fmla="*/ 267778 w 279414"/>
                <a:gd name="connsiteY5" fmla="*/ 67757 h 278893"/>
                <a:gd name="connsiteX6" fmla="*/ 67708 w 279414"/>
                <a:gd name="connsiteY6" fmla="*/ 267282 h 278893"/>
                <a:gd name="connsiteX7" fmla="*/ 39672 w 279414"/>
                <a:gd name="connsiteY7" fmla="*/ 278893 h 27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14" h="278893">
                  <a:moveTo>
                    <a:pt x="39672" y="278893"/>
                  </a:moveTo>
                  <a:cubicBezTo>
                    <a:pt x="29500" y="278893"/>
                    <a:pt x="19327" y="275023"/>
                    <a:pt x="11586" y="267232"/>
                  </a:cubicBezTo>
                  <a:cubicBezTo>
                    <a:pt x="-3895" y="251701"/>
                    <a:pt x="-3846" y="226593"/>
                    <a:pt x="11636" y="211111"/>
                  </a:cubicBezTo>
                  <a:lnTo>
                    <a:pt x="211707" y="11586"/>
                  </a:lnTo>
                  <a:cubicBezTo>
                    <a:pt x="227238" y="-3895"/>
                    <a:pt x="252346" y="-3846"/>
                    <a:pt x="267828" y="11636"/>
                  </a:cubicBezTo>
                  <a:cubicBezTo>
                    <a:pt x="283310" y="27167"/>
                    <a:pt x="283260" y="52275"/>
                    <a:pt x="267778" y="67757"/>
                  </a:cubicBezTo>
                  <a:lnTo>
                    <a:pt x="67708" y="267282"/>
                  </a:lnTo>
                  <a:cubicBezTo>
                    <a:pt x="59967" y="275023"/>
                    <a:pt x="49794" y="278893"/>
                    <a:pt x="39672" y="2788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65D89157-4B41-818B-06A0-4267DBDA1407}"/>
              </a:ext>
            </a:extLst>
          </p:cNvPr>
          <p:cNvGrpSpPr/>
          <p:nvPr/>
        </p:nvGrpSpPr>
        <p:grpSpPr>
          <a:xfrm>
            <a:off x="8240972" y="1412625"/>
            <a:ext cx="509223" cy="848513"/>
            <a:chOff x="8240972" y="1412625"/>
            <a:chExt cx="509223" cy="848513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6F99AB4-97ED-A3A4-5689-73FC0462C799}"/>
                </a:ext>
              </a:extLst>
            </p:cNvPr>
            <p:cNvSpPr/>
            <p:nvPr/>
          </p:nvSpPr>
          <p:spPr>
            <a:xfrm>
              <a:off x="8240972" y="1412625"/>
              <a:ext cx="509223" cy="848513"/>
            </a:xfrm>
            <a:custGeom>
              <a:avLst/>
              <a:gdLst>
                <a:gd name="connsiteX0" fmla="*/ 350655 w 509223"/>
                <a:gd name="connsiteY0" fmla="*/ 848514 h 848513"/>
                <a:gd name="connsiteX1" fmla="*/ 173509 w 509223"/>
                <a:gd name="connsiteY1" fmla="*/ 848514 h 848513"/>
                <a:gd name="connsiteX2" fmla="*/ 123094 w 509223"/>
                <a:gd name="connsiteY2" fmla="*/ 799141 h 848513"/>
                <a:gd name="connsiteX3" fmla="*/ 123094 w 509223"/>
                <a:gd name="connsiteY3" fmla="*/ 371212 h 848513"/>
                <a:gd name="connsiteX4" fmla="*/ 49804 w 509223"/>
                <a:gd name="connsiteY4" fmla="*/ 371212 h 848513"/>
                <a:gd name="connsiteX5" fmla="*/ 6684 w 509223"/>
                <a:gd name="connsiteY5" fmla="*/ 346799 h 848513"/>
                <a:gd name="connsiteX6" fmla="*/ 9612 w 509223"/>
                <a:gd name="connsiteY6" fmla="*/ 293506 h 848513"/>
                <a:gd name="connsiteX7" fmla="*/ 214446 w 509223"/>
                <a:gd name="connsiteY7" fmla="*/ 19699 h 848513"/>
                <a:gd name="connsiteX8" fmla="*/ 254639 w 509223"/>
                <a:gd name="connsiteY8" fmla="*/ 0 h 848513"/>
                <a:gd name="connsiteX9" fmla="*/ 294832 w 509223"/>
                <a:gd name="connsiteY9" fmla="*/ 19749 h 848513"/>
                <a:gd name="connsiteX10" fmla="*/ 499567 w 509223"/>
                <a:gd name="connsiteY10" fmla="*/ 293457 h 848513"/>
                <a:gd name="connsiteX11" fmla="*/ 502544 w 509223"/>
                <a:gd name="connsiteY11" fmla="*/ 346799 h 848513"/>
                <a:gd name="connsiteX12" fmla="*/ 459424 w 509223"/>
                <a:gd name="connsiteY12" fmla="*/ 371212 h 848513"/>
                <a:gd name="connsiteX13" fmla="*/ 386183 w 509223"/>
                <a:gd name="connsiteY13" fmla="*/ 371212 h 848513"/>
                <a:gd name="connsiteX14" fmla="*/ 386183 w 509223"/>
                <a:gd name="connsiteY14" fmla="*/ 439044 h 848513"/>
                <a:gd name="connsiteX15" fmla="*/ 346487 w 509223"/>
                <a:gd name="connsiteY15" fmla="*/ 478740 h 848513"/>
                <a:gd name="connsiteX16" fmla="*/ 306790 w 509223"/>
                <a:gd name="connsiteY16" fmla="*/ 439044 h 848513"/>
                <a:gd name="connsiteX17" fmla="*/ 306790 w 509223"/>
                <a:gd name="connsiteY17" fmla="*/ 332062 h 848513"/>
                <a:gd name="connsiteX18" fmla="*/ 347082 w 509223"/>
                <a:gd name="connsiteY18" fmla="*/ 291819 h 848513"/>
                <a:gd name="connsiteX19" fmla="*/ 399234 w 509223"/>
                <a:gd name="connsiteY19" fmla="*/ 291819 h 848513"/>
                <a:gd name="connsiteX20" fmla="*/ 254639 w 509223"/>
                <a:gd name="connsiteY20" fmla="*/ 98547 h 848513"/>
                <a:gd name="connsiteX21" fmla="*/ 110044 w 509223"/>
                <a:gd name="connsiteY21" fmla="*/ 291819 h 848513"/>
                <a:gd name="connsiteX22" fmla="*/ 162245 w 509223"/>
                <a:gd name="connsiteY22" fmla="*/ 291819 h 848513"/>
                <a:gd name="connsiteX23" fmla="*/ 202537 w 509223"/>
                <a:gd name="connsiteY23" fmla="*/ 332062 h 848513"/>
                <a:gd name="connsiteX24" fmla="*/ 202537 w 509223"/>
                <a:gd name="connsiteY24" fmla="*/ 769121 h 848513"/>
                <a:gd name="connsiteX25" fmla="*/ 350705 w 509223"/>
                <a:gd name="connsiteY25" fmla="*/ 769121 h 848513"/>
                <a:gd name="connsiteX26" fmla="*/ 390401 w 509223"/>
                <a:gd name="connsiteY26" fmla="*/ 808817 h 848513"/>
                <a:gd name="connsiteX27" fmla="*/ 350705 w 509223"/>
                <a:gd name="connsiteY27" fmla="*/ 848514 h 848513"/>
                <a:gd name="connsiteX28" fmla="*/ 231218 w 509223"/>
                <a:gd name="connsiteY28" fmla="*/ 67236 h 848513"/>
                <a:gd name="connsiteX29" fmla="*/ 231267 w 509223"/>
                <a:gd name="connsiteY29" fmla="*/ 67335 h 848513"/>
                <a:gd name="connsiteX30" fmla="*/ 231267 w 509223"/>
                <a:gd name="connsiteY30" fmla="*/ 67236 h 848513"/>
                <a:gd name="connsiteX31" fmla="*/ 278060 w 509223"/>
                <a:gd name="connsiteY31" fmla="*/ 67186 h 848513"/>
                <a:gd name="connsiteX32" fmla="*/ 278060 w 509223"/>
                <a:gd name="connsiteY32" fmla="*/ 67286 h 848513"/>
                <a:gd name="connsiteX33" fmla="*/ 278060 w 509223"/>
                <a:gd name="connsiteY33" fmla="*/ 67186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09223" h="848513">
                  <a:moveTo>
                    <a:pt x="350655" y="848514"/>
                  </a:moveTo>
                  <a:lnTo>
                    <a:pt x="173509" y="848514"/>
                  </a:lnTo>
                  <a:cubicBezTo>
                    <a:pt x="145721" y="848514"/>
                    <a:pt x="123094" y="826383"/>
                    <a:pt x="123094" y="799141"/>
                  </a:cubicBezTo>
                  <a:lnTo>
                    <a:pt x="123094" y="371212"/>
                  </a:lnTo>
                  <a:lnTo>
                    <a:pt x="49804" y="371212"/>
                  </a:lnTo>
                  <a:cubicBezTo>
                    <a:pt x="32090" y="371212"/>
                    <a:pt x="15516" y="361884"/>
                    <a:pt x="6684" y="346799"/>
                  </a:cubicBezTo>
                  <a:cubicBezTo>
                    <a:pt x="-3191" y="330027"/>
                    <a:pt x="-2049" y="309137"/>
                    <a:pt x="9612" y="293506"/>
                  </a:cubicBezTo>
                  <a:lnTo>
                    <a:pt x="214446" y="19699"/>
                  </a:lnTo>
                  <a:cubicBezTo>
                    <a:pt x="223626" y="7393"/>
                    <a:pt x="238661" y="0"/>
                    <a:pt x="254639" y="0"/>
                  </a:cubicBezTo>
                  <a:cubicBezTo>
                    <a:pt x="270617" y="0"/>
                    <a:pt x="285652" y="7393"/>
                    <a:pt x="294832" y="19749"/>
                  </a:cubicBezTo>
                  <a:lnTo>
                    <a:pt x="499567" y="293457"/>
                  </a:lnTo>
                  <a:cubicBezTo>
                    <a:pt x="511277" y="309087"/>
                    <a:pt x="512419" y="330027"/>
                    <a:pt x="502544" y="346799"/>
                  </a:cubicBezTo>
                  <a:cubicBezTo>
                    <a:pt x="493662" y="361834"/>
                    <a:pt x="477138" y="371212"/>
                    <a:pt x="459424" y="371212"/>
                  </a:cubicBezTo>
                  <a:lnTo>
                    <a:pt x="386183" y="371212"/>
                  </a:lnTo>
                  <a:lnTo>
                    <a:pt x="386183" y="439044"/>
                  </a:lnTo>
                  <a:cubicBezTo>
                    <a:pt x="386183" y="460976"/>
                    <a:pt x="368419" y="478740"/>
                    <a:pt x="346487" y="478740"/>
                  </a:cubicBezTo>
                  <a:cubicBezTo>
                    <a:pt x="324554" y="478740"/>
                    <a:pt x="306790" y="460976"/>
                    <a:pt x="306790" y="439044"/>
                  </a:cubicBezTo>
                  <a:lnTo>
                    <a:pt x="306790" y="332062"/>
                  </a:lnTo>
                  <a:cubicBezTo>
                    <a:pt x="306790" y="309881"/>
                    <a:pt x="324852" y="291819"/>
                    <a:pt x="347082" y="291819"/>
                  </a:cubicBezTo>
                  <a:lnTo>
                    <a:pt x="399234" y="291819"/>
                  </a:lnTo>
                  <a:lnTo>
                    <a:pt x="254639" y="98547"/>
                  </a:lnTo>
                  <a:lnTo>
                    <a:pt x="110044" y="291819"/>
                  </a:lnTo>
                  <a:lnTo>
                    <a:pt x="162245" y="291819"/>
                  </a:lnTo>
                  <a:cubicBezTo>
                    <a:pt x="184475" y="291819"/>
                    <a:pt x="202537" y="309881"/>
                    <a:pt x="202537" y="332062"/>
                  </a:cubicBezTo>
                  <a:lnTo>
                    <a:pt x="202537" y="769121"/>
                  </a:lnTo>
                  <a:lnTo>
                    <a:pt x="350705" y="769121"/>
                  </a:lnTo>
                  <a:cubicBezTo>
                    <a:pt x="372637" y="769121"/>
                    <a:pt x="390401" y="786885"/>
                    <a:pt x="390401" y="808817"/>
                  </a:cubicBezTo>
                  <a:cubicBezTo>
                    <a:pt x="390401" y="830750"/>
                    <a:pt x="372637" y="848514"/>
                    <a:pt x="350705" y="848514"/>
                  </a:cubicBezTo>
                  <a:close/>
                  <a:moveTo>
                    <a:pt x="231218" y="67236"/>
                  </a:moveTo>
                  <a:cubicBezTo>
                    <a:pt x="231218" y="67236"/>
                    <a:pt x="231218" y="67286"/>
                    <a:pt x="231267" y="67335"/>
                  </a:cubicBezTo>
                  <a:lnTo>
                    <a:pt x="231267" y="67236"/>
                  </a:lnTo>
                  <a:close/>
                  <a:moveTo>
                    <a:pt x="278060" y="67186"/>
                  </a:moveTo>
                  <a:lnTo>
                    <a:pt x="278060" y="67286"/>
                  </a:lnTo>
                  <a:cubicBezTo>
                    <a:pt x="278060" y="67286"/>
                    <a:pt x="278060" y="67236"/>
                    <a:pt x="278060" y="6718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5" name="Picture Placeholder 52">
              <a:extLst>
                <a:ext uri="{FF2B5EF4-FFF2-40B4-BE49-F238E27FC236}">
                  <a16:creationId xmlns:a16="http://schemas.microsoft.com/office/drawing/2014/main" id="{E81CBEA5-E2F2-A016-8C17-877BA1A9D870}"/>
                </a:ext>
              </a:extLst>
            </p:cNvPr>
            <p:cNvGrpSpPr/>
            <p:nvPr/>
          </p:nvGrpSpPr>
          <p:grpSpPr>
            <a:xfrm>
              <a:off x="8487026" y="1901041"/>
              <a:ext cx="251080" cy="251080"/>
              <a:chOff x="8487026" y="1901041"/>
              <a:chExt cx="251080" cy="251080"/>
            </a:xfrm>
            <a:solidFill>
              <a:srgbClr val="EE7684"/>
            </a:solidFill>
          </p:grpSpPr>
          <p:grpSp>
            <p:nvGrpSpPr>
              <p:cNvPr id="96" name="Picture Placeholder 52">
                <a:extLst>
                  <a:ext uri="{FF2B5EF4-FFF2-40B4-BE49-F238E27FC236}">
                    <a16:creationId xmlns:a16="http://schemas.microsoft.com/office/drawing/2014/main" id="{1B5F16F3-270C-1F6E-C6A2-25DB4DDC5EFA}"/>
                  </a:ext>
                </a:extLst>
              </p:cNvPr>
              <p:cNvGrpSpPr/>
              <p:nvPr/>
            </p:nvGrpSpPr>
            <p:grpSpPr>
              <a:xfrm>
                <a:off x="8487026" y="1901041"/>
                <a:ext cx="251080" cy="251080"/>
                <a:chOff x="8487026" y="1901041"/>
                <a:chExt cx="251080" cy="251080"/>
              </a:xfrm>
              <a:solidFill>
                <a:srgbClr val="EE7684"/>
              </a:solidFill>
            </p:grpSpPr>
            <p:sp>
              <p:nvSpPr>
                <p:cNvPr id="97" name="Freeform 96">
                  <a:extLst>
                    <a:ext uri="{FF2B5EF4-FFF2-40B4-BE49-F238E27FC236}">
                      <a16:creationId xmlns:a16="http://schemas.microsoft.com/office/drawing/2014/main" id="{5FD94C6A-5A8C-022E-4759-D9454AD53660}"/>
                    </a:ext>
                  </a:extLst>
                </p:cNvPr>
                <p:cNvSpPr/>
                <p:nvPr/>
              </p:nvSpPr>
              <p:spPr>
                <a:xfrm>
                  <a:off x="8487026" y="1901041"/>
                  <a:ext cx="251080" cy="251080"/>
                </a:xfrm>
                <a:custGeom>
                  <a:avLst/>
                  <a:gdLst>
                    <a:gd name="connsiteX0" fmla="*/ 39697 w 251080"/>
                    <a:gd name="connsiteY0" fmla="*/ 251081 h 251080"/>
                    <a:gd name="connsiteX1" fmla="*/ 11611 w 251080"/>
                    <a:gd name="connsiteY1" fmla="*/ 239469 h 251080"/>
                    <a:gd name="connsiteX2" fmla="*/ 11611 w 251080"/>
                    <a:gd name="connsiteY2" fmla="*/ 183348 h 251080"/>
                    <a:gd name="connsiteX3" fmla="*/ 183349 w 251080"/>
                    <a:gd name="connsiteY3" fmla="*/ 11611 h 251080"/>
                    <a:gd name="connsiteX4" fmla="*/ 239470 w 251080"/>
                    <a:gd name="connsiteY4" fmla="*/ 11611 h 251080"/>
                    <a:gd name="connsiteX5" fmla="*/ 239470 w 251080"/>
                    <a:gd name="connsiteY5" fmla="*/ 67732 h 251080"/>
                    <a:gd name="connsiteX6" fmla="*/ 67732 w 251080"/>
                    <a:gd name="connsiteY6" fmla="*/ 239469 h 251080"/>
                    <a:gd name="connsiteX7" fmla="*/ 39647 w 251080"/>
                    <a:gd name="connsiteY7" fmla="*/ 251081 h 25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080" h="251080">
                      <a:moveTo>
                        <a:pt x="39697" y="251081"/>
                      </a:moveTo>
                      <a:cubicBezTo>
                        <a:pt x="29524" y="251081"/>
                        <a:pt x="19402" y="247210"/>
                        <a:pt x="11611" y="239469"/>
                      </a:cubicBezTo>
                      <a:cubicBezTo>
                        <a:pt x="-3870" y="223988"/>
                        <a:pt x="-3870" y="198830"/>
                        <a:pt x="11611" y="183348"/>
                      </a:cubicBezTo>
                      <a:lnTo>
                        <a:pt x="183349" y="11611"/>
                      </a:lnTo>
                      <a:cubicBezTo>
                        <a:pt x="198830" y="-3870"/>
                        <a:pt x="223988" y="-3870"/>
                        <a:pt x="239470" y="11611"/>
                      </a:cubicBezTo>
                      <a:cubicBezTo>
                        <a:pt x="254951" y="27093"/>
                        <a:pt x="254951" y="52251"/>
                        <a:pt x="239470" y="67732"/>
                      </a:cubicBezTo>
                      <a:lnTo>
                        <a:pt x="67732" y="239469"/>
                      </a:lnTo>
                      <a:cubicBezTo>
                        <a:pt x="59991" y="247210"/>
                        <a:pt x="49819" y="251081"/>
                        <a:pt x="39647" y="251081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68A074D-0BD3-0E29-9268-ACB20458ECB5}"/>
                    </a:ext>
                  </a:extLst>
                </p:cNvPr>
                <p:cNvSpPr/>
                <p:nvPr/>
              </p:nvSpPr>
              <p:spPr>
                <a:xfrm>
                  <a:off x="8505981" y="1919944"/>
                  <a:ext cx="79393" cy="79395"/>
                </a:xfrm>
                <a:custGeom>
                  <a:avLst/>
                  <a:gdLst>
                    <a:gd name="connsiteX0" fmla="*/ 39697 w 79393"/>
                    <a:gd name="connsiteY0" fmla="*/ 79396 h 79395"/>
                    <a:gd name="connsiteX1" fmla="*/ 31906 w 79393"/>
                    <a:gd name="connsiteY1" fmla="*/ 78602 h 79395"/>
                    <a:gd name="connsiteX2" fmla="*/ 24513 w 79393"/>
                    <a:gd name="connsiteY2" fmla="*/ 76320 h 79395"/>
                    <a:gd name="connsiteX3" fmla="*/ 17665 w 79393"/>
                    <a:gd name="connsiteY3" fmla="*/ 72697 h 79395"/>
                    <a:gd name="connsiteX4" fmla="*/ 11611 w 79393"/>
                    <a:gd name="connsiteY4" fmla="*/ 67735 h 79395"/>
                    <a:gd name="connsiteX5" fmla="*/ 0 w 79393"/>
                    <a:gd name="connsiteY5" fmla="*/ 39699 h 79395"/>
                    <a:gd name="connsiteX6" fmla="*/ 744 w 79393"/>
                    <a:gd name="connsiteY6" fmla="*/ 31909 h 79395"/>
                    <a:gd name="connsiteX7" fmla="*/ 3027 w 79393"/>
                    <a:gd name="connsiteY7" fmla="*/ 24516 h 79395"/>
                    <a:gd name="connsiteX8" fmla="*/ 6699 w 79393"/>
                    <a:gd name="connsiteY8" fmla="*/ 17668 h 79395"/>
                    <a:gd name="connsiteX9" fmla="*/ 11611 w 79393"/>
                    <a:gd name="connsiteY9" fmla="*/ 11614 h 79395"/>
                    <a:gd name="connsiteX10" fmla="*/ 17665 w 79393"/>
                    <a:gd name="connsiteY10" fmla="*/ 6702 h 79395"/>
                    <a:gd name="connsiteX11" fmla="*/ 24513 w 79393"/>
                    <a:gd name="connsiteY11" fmla="*/ 3030 h 79395"/>
                    <a:gd name="connsiteX12" fmla="*/ 31906 w 79393"/>
                    <a:gd name="connsiteY12" fmla="*/ 747 h 79395"/>
                    <a:gd name="connsiteX13" fmla="*/ 67732 w 79393"/>
                    <a:gd name="connsiteY13" fmla="*/ 11614 h 79395"/>
                    <a:gd name="connsiteX14" fmla="*/ 72694 w 79393"/>
                    <a:gd name="connsiteY14" fmla="*/ 17668 h 79395"/>
                    <a:gd name="connsiteX15" fmla="*/ 76366 w 79393"/>
                    <a:gd name="connsiteY15" fmla="*/ 24516 h 79395"/>
                    <a:gd name="connsiteX16" fmla="*/ 78599 w 79393"/>
                    <a:gd name="connsiteY16" fmla="*/ 31909 h 79395"/>
                    <a:gd name="connsiteX17" fmla="*/ 79393 w 79393"/>
                    <a:gd name="connsiteY17" fmla="*/ 39699 h 79395"/>
                    <a:gd name="connsiteX18" fmla="*/ 67732 w 79393"/>
                    <a:gd name="connsiteY18" fmla="*/ 67735 h 79395"/>
                    <a:gd name="connsiteX19" fmla="*/ 39697 w 79393"/>
                    <a:gd name="connsiteY19" fmla="*/ 79396 h 7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9393" h="79395">
                      <a:moveTo>
                        <a:pt x="39697" y="79396"/>
                      </a:moveTo>
                      <a:cubicBezTo>
                        <a:pt x="37116" y="79396"/>
                        <a:pt x="34486" y="79098"/>
                        <a:pt x="31906" y="78602"/>
                      </a:cubicBezTo>
                      <a:cubicBezTo>
                        <a:pt x="29375" y="78106"/>
                        <a:pt x="26894" y="77312"/>
                        <a:pt x="24513" y="76320"/>
                      </a:cubicBezTo>
                      <a:cubicBezTo>
                        <a:pt x="22131" y="75327"/>
                        <a:pt x="19799" y="74136"/>
                        <a:pt x="17665" y="72697"/>
                      </a:cubicBezTo>
                      <a:cubicBezTo>
                        <a:pt x="15482" y="71258"/>
                        <a:pt x="13447" y="69571"/>
                        <a:pt x="11611" y="67735"/>
                      </a:cubicBezTo>
                      <a:cubicBezTo>
                        <a:pt x="4218" y="60391"/>
                        <a:pt x="0" y="50169"/>
                        <a:pt x="0" y="39699"/>
                      </a:cubicBezTo>
                      <a:cubicBezTo>
                        <a:pt x="0" y="37119"/>
                        <a:pt x="248" y="34489"/>
                        <a:pt x="744" y="31909"/>
                      </a:cubicBezTo>
                      <a:cubicBezTo>
                        <a:pt x="1290" y="29378"/>
                        <a:pt x="2034" y="26897"/>
                        <a:pt x="3027" y="24516"/>
                      </a:cubicBezTo>
                      <a:cubicBezTo>
                        <a:pt x="4019" y="22084"/>
                        <a:pt x="5260" y="19802"/>
                        <a:pt x="6699" y="17668"/>
                      </a:cubicBezTo>
                      <a:cubicBezTo>
                        <a:pt x="8138" y="15485"/>
                        <a:pt x="9775" y="13450"/>
                        <a:pt x="11611" y="11614"/>
                      </a:cubicBezTo>
                      <a:cubicBezTo>
                        <a:pt x="13447" y="9778"/>
                        <a:pt x="15482" y="8141"/>
                        <a:pt x="17665" y="6702"/>
                      </a:cubicBezTo>
                      <a:cubicBezTo>
                        <a:pt x="19799" y="5263"/>
                        <a:pt x="22131" y="4022"/>
                        <a:pt x="24513" y="3030"/>
                      </a:cubicBezTo>
                      <a:cubicBezTo>
                        <a:pt x="26894" y="2037"/>
                        <a:pt x="29375" y="1293"/>
                        <a:pt x="31906" y="747"/>
                      </a:cubicBezTo>
                      <a:cubicBezTo>
                        <a:pt x="44808" y="-1833"/>
                        <a:pt x="58503" y="2385"/>
                        <a:pt x="67732" y="11614"/>
                      </a:cubicBezTo>
                      <a:cubicBezTo>
                        <a:pt x="69568" y="13450"/>
                        <a:pt x="71255" y="15485"/>
                        <a:pt x="72694" y="17668"/>
                      </a:cubicBezTo>
                      <a:cubicBezTo>
                        <a:pt x="74133" y="19802"/>
                        <a:pt x="75374" y="22084"/>
                        <a:pt x="76366" y="24516"/>
                      </a:cubicBezTo>
                      <a:cubicBezTo>
                        <a:pt x="77359" y="26897"/>
                        <a:pt x="78103" y="29378"/>
                        <a:pt x="78599" y="31909"/>
                      </a:cubicBezTo>
                      <a:cubicBezTo>
                        <a:pt x="79145" y="34489"/>
                        <a:pt x="79393" y="37119"/>
                        <a:pt x="79393" y="39699"/>
                      </a:cubicBezTo>
                      <a:cubicBezTo>
                        <a:pt x="79393" y="50120"/>
                        <a:pt x="75126" y="60342"/>
                        <a:pt x="67732" y="67735"/>
                      </a:cubicBezTo>
                      <a:cubicBezTo>
                        <a:pt x="60339" y="75129"/>
                        <a:pt x="50117" y="79396"/>
                        <a:pt x="39697" y="79396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E1243595-47EA-9BA3-F04A-E2F1432ACD8A}"/>
                  </a:ext>
                </a:extLst>
              </p:cNvPr>
              <p:cNvSpPr/>
              <p:nvPr/>
            </p:nvSpPr>
            <p:spPr>
              <a:xfrm>
                <a:off x="8642835" y="2056800"/>
                <a:ext cx="79393" cy="79393"/>
              </a:xfrm>
              <a:custGeom>
                <a:avLst/>
                <a:gdLst>
                  <a:gd name="connsiteX0" fmla="*/ 39697 w 79393"/>
                  <a:gd name="connsiteY0" fmla="*/ 79393 h 79393"/>
                  <a:gd name="connsiteX1" fmla="*/ 11611 w 79393"/>
                  <a:gd name="connsiteY1" fmla="*/ 67782 h 79393"/>
                  <a:gd name="connsiteX2" fmla="*/ 6699 w 79393"/>
                  <a:gd name="connsiteY2" fmla="*/ 61728 h 79393"/>
                  <a:gd name="connsiteX3" fmla="*/ 3027 w 79393"/>
                  <a:gd name="connsiteY3" fmla="*/ 54880 h 79393"/>
                  <a:gd name="connsiteX4" fmla="*/ 794 w 79393"/>
                  <a:gd name="connsiteY4" fmla="*/ 47437 h 79393"/>
                  <a:gd name="connsiteX5" fmla="*/ 0 w 79393"/>
                  <a:gd name="connsiteY5" fmla="*/ 39697 h 79393"/>
                  <a:gd name="connsiteX6" fmla="*/ 11611 w 79393"/>
                  <a:gd name="connsiteY6" fmla="*/ 11611 h 79393"/>
                  <a:gd name="connsiteX7" fmla="*/ 39697 w 79393"/>
                  <a:gd name="connsiteY7" fmla="*/ 0 h 79393"/>
                  <a:gd name="connsiteX8" fmla="*/ 67782 w 79393"/>
                  <a:gd name="connsiteY8" fmla="*/ 11611 h 79393"/>
                  <a:gd name="connsiteX9" fmla="*/ 79393 w 79393"/>
                  <a:gd name="connsiteY9" fmla="*/ 39697 h 79393"/>
                  <a:gd name="connsiteX10" fmla="*/ 78599 w 79393"/>
                  <a:gd name="connsiteY10" fmla="*/ 47437 h 79393"/>
                  <a:gd name="connsiteX11" fmla="*/ 76366 w 79393"/>
                  <a:gd name="connsiteY11" fmla="*/ 54880 h 79393"/>
                  <a:gd name="connsiteX12" fmla="*/ 72694 w 79393"/>
                  <a:gd name="connsiteY12" fmla="*/ 61728 h 79393"/>
                  <a:gd name="connsiteX13" fmla="*/ 67782 w 79393"/>
                  <a:gd name="connsiteY13" fmla="*/ 67782 h 79393"/>
                  <a:gd name="connsiteX14" fmla="*/ 61728 w 79393"/>
                  <a:gd name="connsiteY14" fmla="*/ 72694 h 79393"/>
                  <a:gd name="connsiteX15" fmla="*/ 54881 w 79393"/>
                  <a:gd name="connsiteY15" fmla="*/ 76366 h 79393"/>
                  <a:gd name="connsiteX16" fmla="*/ 47437 w 79393"/>
                  <a:gd name="connsiteY16" fmla="*/ 78599 h 79393"/>
                  <a:gd name="connsiteX17" fmla="*/ 39697 w 79393"/>
                  <a:gd name="connsiteY17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393" h="79393">
                    <a:moveTo>
                      <a:pt x="39697" y="79393"/>
                    </a:moveTo>
                    <a:cubicBezTo>
                      <a:pt x="29227" y="79393"/>
                      <a:pt x="19005" y="75175"/>
                      <a:pt x="11611" y="67782"/>
                    </a:cubicBezTo>
                    <a:cubicBezTo>
                      <a:pt x="9825" y="65946"/>
                      <a:pt x="8138" y="63911"/>
                      <a:pt x="6699" y="61728"/>
                    </a:cubicBezTo>
                    <a:cubicBezTo>
                      <a:pt x="5260" y="59594"/>
                      <a:pt x="4019" y="57262"/>
                      <a:pt x="3027" y="54880"/>
                    </a:cubicBezTo>
                    <a:cubicBezTo>
                      <a:pt x="2034" y="52499"/>
                      <a:pt x="1290" y="49968"/>
                      <a:pt x="794" y="47437"/>
                    </a:cubicBezTo>
                    <a:cubicBezTo>
                      <a:pt x="248" y="44907"/>
                      <a:pt x="0" y="42277"/>
                      <a:pt x="0" y="39697"/>
                    </a:cubicBezTo>
                    <a:cubicBezTo>
                      <a:pt x="0" y="29227"/>
                      <a:pt x="4267" y="19005"/>
                      <a:pt x="11611" y="11611"/>
                    </a:cubicBezTo>
                    <a:cubicBezTo>
                      <a:pt x="19005" y="4218"/>
                      <a:pt x="29276" y="0"/>
                      <a:pt x="39697" y="0"/>
                    </a:cubicBezTo>
                    <a:cubicBezTo>
                      <a:pt x="50117" y="0"/>
                      <a:pt x="60388" y="4218"/>
                      <a:pt x="67782" y="11611"/>
                    </a:cubicBezTo>
                    <a:cubicBezTo>
                      <a:pt x="75175" y="19005"/>
                      <a:pt x="79393" y="29227"/>
                      <a:pt x="79393" y="39697"/>
                    </a:cubicBezTo>
                    <a:cubicBezTo>
                      <a:pt x="79393" y="42277"/>
                      <a:pt x="79145" y="44907"/>
                      <a:pt x="78599" y="47437"/>
                    </a:cubicBezTo>
                    <a:cubicBezTo>
                      <a:pt x="78103" y="49968"/>
                      <a:pt x="77359" y="52499"/>
                      <a:pt x="76366" y="54880"/>
                    </a:cubicBezTo>
                    <a:cubicBezTo>
                      <a:pt x="75374" y="57262"/>
                      <a:pt x="74133" y="59594"/>
                      <a:pt x="72694" y="61728"/>
                    </a:cubicBezTo>
                    <a:cubicBezTo>
                      <a:pt x="71255" y="63911"/>
                      <a:pt x="69618" y="65946"/>
                      <a:pt x="67782" y="67782"/>
                    </a:cubicBezTo>
                    <a:cubicBezTo>
                      <a:pt x="65946" y="69618"/>
                      <a:pt x="63912" y="71255"/>
                      <a:pt x="61728" y="72694"/>
                    </a:cubicBezTo>
                    <a:cubicBezTo>
                      <a:pt x="59595" y="74133"/>
                      <a:pt x="57262" y="75374"/>
                      <a:pt x="54881" y="76366"/>
                    </a:cubicBezTo>
                    <a:cubicBezTo>
                      <a:pt x="52499" y="77359"/>
                      <a:pt x="49968" y="78103"/>
                      <a:pt x="47437" y="78599"/>
                    </a:cubicBezTo>
                    <a:cubicBezTo>
                      <a:pt x="44907" y="79145"/>
                      <a:pt x="42277" y="79393"/>
                      <a:pt x="3969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9F8220-7007-CFA4-2786-EE298A8F1F13}"/>
              </a:ext>
            </a:extLst>
          </p:cNvPr>
          <p:cNvGrpSpPr/>
          <p:nvPr/>
        </p:nvGrpSpPr>
        <p:grpSpPr>
          <a:xfrm>
            <a:off x="9558533" y="1412625"/>
            <a:ext cx="509169" cy="848513"/>
            <a:chOff x="9558533" y="1412625"/>
            <a:chExt cx="509169" cy="848513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801F2A72-E58A-D0B3-9DB3-32C3A008F162}"/>
                </a:ext>
              </a:extLst>
            </p:cNvPr>
            <p:cNvSpPr/>
            <p:nvPr/>
          </p:nvSpPr>
          <p:spPr>
            <a:xfrm>
              <a:off x="9558533" y="1412625"/>
              <a:ext cx="509169" cy="848513"/>
            </a:xfrm>
            <a:custGeom>
              <a:avLst/>
              <a:gdLst>
                <a:gd name="connsiteX0" fmla="*/ 254585 w 509169"/>
                <a:gd name="connsiteY0" fmla="*/ 848514 h 848513"/>
                <a:gd name="connsiteX1" fmla="*/ 214392 w 509169"/>
                <a:gd name="connsiteY1" fmla="*/ 828765 h 848513"/>
                <a:gd name="connsiteX2" fmla="*/ 9657 w 509169"/>
                <a:gd name="connsiteY2" fmla="*/ 555057 h 848513"/>
                <a:gd name="connsiteX3" fmla="*/ 6679 w 509169"/>
                <a:gd name="connsiteY3" fmla="*/ 501715 h 848513"/>
                <a:gd name="connsiteX4" fmla="*/ 49800 w 509169"/>
                <a:gd name="connsiteY4" fmla="*/ 477301 h 848513"/>
                <a:gd name="connsiteX5" fmla="*/ 123040 w 509169"/>
                <a:gd name="connsiteY5" fmla="*/ 477301 h 848513"/>
                <a:gd name="connsiteX6" fmla="*/ 123040 w 509169"/>
                <a:gd name="connsiteY6" fmla="*/ 409470 h 848513"/>
                <a:gd name="connsiteX7" fmla="*/ 162737 w 509169"/>
                <a:gd name="connsiteY7" fmla="*/ 369773 h 848513"/>
                <a:gd name="connsiteX8" fmla="*/ 202433 w 509169"/>
                <a:gd name="connsiteY8" fmla="*/ 409470 h 848513"/>
                <a:gd name="connsiteX9" fmla="*/ 202433 w 509169"/>
                <a:gd name="connsiteY9" fmla="*/ 516452 h 848513"/>
                <a:gd name="connsiteX10" fmla="*/ 162141 w 509169"/>
                <a:gd name="connsiteY10" fmla="*/ 556695 h 848513"/>
                <a:gd name="connsiteX11" fmla="*/ 109990 w 509169"/>
                <a:gd name="connsiteY11" fmla="*/ 556695 h 848513"/>
                <a:gd name="connsiteX12" fmla="*/ 254585 w 509169"/>
                <a:gd name="connsiteY12" fmla="*/ 749967 h 848513"/>
                <a:gd name="connsiteX13" fmla="*/ 399179 w 509169"/>
                <a:gd name="connsiteY13" fmla="*/ 556695 h 848513"/>
                <a:gd name="connsiteX14" fmla="*/ 346978 w 509169"/>
                <a:gd name="connsiteY14" fmla="*/ 556695 h 848513"/>
                <a:gd name="connsiteX15" fmla="*/ 306686 w 509169"/>
                <a:gd name="connsiteY15" fmla="*/ 516452 h 848513"/>
                <a:gd name="connsiteX16" fmla="*/ 306686 w 509169"/>
                <a:gd name="connsiteY16" fmla="*/ 79393 h 848513"/>
                <a:gd name="connsiteX17" fmla="*/ 158519 w 509169"/>
                <a:gd name="connsiteY17" fmla="*/ 79393 h 848513"/>
                <a:gd name="connsiteX18" fmla="*/ 118822 w 509169"/>
                <a:gd name="connsiteY18" fmla="*/ 39697 h 848513"/>
                <a:gd name="connsiteX19" fmla="*/ 158519 w 509169"/>
                <a:gd name="connsiteY19" fmla="*/ 0 h 848513"/>
                <a:gd name="connsiteX20" fmla="*/ 335665 w 509169"/>
                <a:gd name="connsiteY20" fmla="*/ 0 h 848513"/>
                <a:gd name="connsiteX21" fmla="*/ 386080 w 509169"/>
                <a:gd name="connsiteY21" fmla="*/ 49373 h 848513"/>
                <a:gd name="connsiteX22" fmla="*/ 386080 w 509169"/>
                <a:gd name="connsiteY22" fmla="*/ 477301 h 848513"/>
                <a:gd name="connsiteX23" fmla="*/ 459369 w 509169"/>
                <a:gd name="connsiteY23" fmla="*/ 477301 h 848513"/>
                <a:gd name="connsiteX24" fmla="*/ 502490 w 509169"/>
                <a:gd name="connsiteY24" fmla="*/ 501715 h 848513"/>
                <a:gd name="connsiteX25" fmla="*/ 499513 w 509169"/>
                <a:gd name="connsiteY25" fmla="*/ 555057 h 848513"/>
                <a:gd name="connsiteX26" fmla="*/ 294728 w 509169"/>
                <a:gd name="connsiteY26" fmla="*/ 828814 h 848513"/>
                <a:gd name="connsiteX27" fmla="*/ 254585 w 509169"/>
                <a:gd name="connsiteY27" fmla="*/ 848514 h 848513"/>
                <a:gd name="connsiteX28" fmla="*/ 231213 w 509169"/>
                <a:gd name="connsiteY28" fmla="*/ 781228 h 848513"/>
                <a:gd name="connsiteX29" fmla="*/ 231164 w 509169"/>
                <a:gd name="connsiteY29" fmla="*/ 781327 h 848513"/>
                <a:gd name="connsiteX30" fmla="*/ 231164 w 509169"/>
                <a:gd name="connsiteY30" fmla="*/ 781228 h 848513"/>
                <a:gd name="connsiteX31" fmla="*/ 277906 w 509169"/>
                <a:gd name="connsiteY31" fmla="*/ 781178 h 848513"/>
                <a:gd name="connsiteX32" fmla="*/ 277906 w 509169"/>
                <a:gd name="connsiteY32" fmla="*/ 781278 h 848513"/>
                <a:gd name="connsiteX33" fmla="*/ 277906 w 509169"/>
                <a:gd name="connsiteY33" fmla="*/ 781178 h 84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09169" h="848513">
                  <a:moveTo>
                    <a:pt x="254585" y="848514"/>
                  </a:moveTo>
                  <a:cubicBezTo>
                    <a:pt x="238607" y="848514"/>
                    <a:pt x="223572" y="841120"/>
                    <a:pt x="214392" y="828765"/>
                  </a:cubicBezTo>
                  <a:lnTo>
                    <a:pt x="9657" y="555057"/>
                  </a:lnTo>
                  <a:cubicBezTo>
                    <a:pt x="-2054" y="539377"/>
                    <a:pt x="-3195" y="518437"/>
                    <a:pt x="6679" y="501715"/>
                  </a:cubicBezTo>
                  <a:cubicBezTo>
                    <a:pt x="15561" y="486680"/>
                    <a:pt x="32085" y="477301"/>
                    <a:pt x="49800" y="477301"/>
                  </a:cubicBezTo>
                  <a:lnTo>
                    <a:pt x="123040" y="477301"/>
                  </a:lnTo>
                  <a:lnTo>
                    <a:pt x="123040" y="409470"/>
                  </a:lnTo>
                  <a:cubicBezTo>
                    <a:pt x="123040" y="387538"/>
                    <a:pt x="140804" y="369773"/>
                    <a:pt x="162737" y="369773"/>
                  </a:cubicBezTo>
                  <a:cubicBezTo>
                    <a:pt x="184669" y="369773"/>
                    <a:pt x="202433" y="387538"/>
                    <a:pt x="202433" y="409470"/>
                  </a:cubicBezTo>
                  <a:lnTo>
                    <a:pt x="202433" y="516452"/>
                  </a:lnTo>
                  <a:cubicBezTo>
                    <a:pt x="202433" y="538633"/>
                    <a:pt x="184371" y="556695"/>
                    <a:pt x="162141" y="556695"/>
                  </a:cubicBezTo>
                  <a:lnTo>
                    <a:pt x="109990" y="556695"/>
                  </a:lnTo>
                  <a:lnTo>
                    <a:pt x="254585" y="749967"/>
                  </a:lnTo>
                  <a:lnTo>
                    <a:pt x="399179" y="556695"/>
                  </a:lnTo>
                  <a:lnTo>
                    <a:pt x="346978" y="556695"/>
                  </a:lnTo>
                  <a:cubicBezTo>
                    <a:pt x="324748" y="556695"/>
                    <a:pt x="306686" y="538633"/>
                    <a:pt x="306686" y="516452"/>
                  </a:cubicBezTo>
                  <a:lnTo>
                    <a:pt x="306686" y="79393"/>
                  </a:lnTo>
                  <a:lnTo>
                    <a:pt x="158519" y="79393"/>
                  </a:lnTo>
                  <a:cubicBezTo>
                    <a:pt x="136586" y="79393"/>
                    <a:pt x="118822" y="61629"/>
                    <a:pt x="118822" y="39697"/>
                  </a:cubicBezTo>
                  <a:cubicBezTo>
                    <a:pt x="118822" y="17764"/>
                    <a:pt x="136586" y="0"/>
                    <a:pt x="158519" y="0"/>
                  </a:cubicBezTo>
                  <a:lnTo>
                    <a:pt x="335665" y="0"/>
                  </a:lnTo>
                  <a:cubicBezTo>
                    <a:pt x="363453" y="0"/>
                    <a:pt x="386080" y="22131"/>
                    <a:pt x="386080" y="49373"/>
                  </a:cubicBezTo>
                  <a:lnTo>
                    <a:pt x="386080" y="477301"/>
                  </a:lnTo>
                  <a:lnTo>
                    <a:pt x="459369" y="477301"/>
                  </a:lnTo>
                  <a:cubicBezTo>
                    <a:pt x="477084" y="477301"/>
                    <a:pt x="493657" y="486630"/>
                    <a:pt x="502490" y="501715"/>
                  </a:cubicBezTo>
                  <a:cubicBezTo>
                    <a:pt x="512364" y="518487"/>
                    <a:pt x="511223" y="539427"/>
                    <a:pt x="499513" y="555057"/>
                  </a:cubicBezTo>
                  <a:lnTo>
                    <a:pt x="294728" y="828814"/>
                  </a:lnTo>
                  <a:cubicBezTo>
                    <a:pt x="285548" y="841120"/>
                    <a:pt x="270513" y="848514"/>
                    <a:pt x="254585" y="848514"/>
                  </a:cubicBezTo>
                  <a:close/>
                  <a:moveTo>
                    <a:pt x="231213" y="781228"/>
                  </a:moveTo>
                  <a:cubicBezTo>
                    <a:pt x="231213" y="781228"/>
                    <a:pt x="231213" y="781278"/>
                    <a:pt x="231164" y="781327"/>
                  </a:cubicBezTo>
                  <a:lnTo>
                    <a:pt x="231164" y="781228"/>
                  </a:lnTo>
                  <a:close/>
                  <a:moveTo>
                    <a:pt x="277906" y="781178"/>
                  </a:moveTo>
                  <a:lnTo>
                    <a:pt x="277906" y="781278"/>
                  </a:lnTo>
                  <a:cubicBezTo>
                    <a:pt x="277906" y="781278"/>
                    <a:pt x="277906" y="781228"/>
                    <a:pt x="277906" y="78117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2" name="Picture Placeholder 54">
              <a:extLst>
                <a:ext uri="{FF2B5EF4-FFF2-40B4-BE49-F238E27FC236}">
                  <a16:creationId xmlns:a16="http://schemas.microsoft.com/office/drawing/2014/main" id="{A0182464-222A-FD10-13AF-CEB2BE33A074}"/>
                </a:ext>
              </a:extLst>
            </p:cNvPr>
            <p:cNvGrpSpPr/>
            <p:nvPr/>
          </p:nvGrpSpPr>
          <p:grpSpPr>
            <a:xfrm>
              <a:off x="9570522" y="1521691"/>
              <a:ext cx="251080" cy="251080"/>
              <a:chOff x="9570522" y="1521691"/>
              <a:chExt cx="251080" cy="251080"/>
            </a:xfrm>
            <a:solidFill>
              <a:srgbClr val="EE7684"/>
            </a:solidFill>
          </p:grpSpPr>
          <p:grpSp>
            <p:nvGrpSpPr>
              <p:cNvPr id="103" name="Picture Placeholder 54">
                <a:extLst>
                  <a:ext uri="{FF2B5EF4-FFF2-40B4-BE49-F238E27FC236}">
                    <a16:creationId xmlns:a16="http://schemas.microsoft.com/office/drawing/2014/main" id="{E5D3E13F-B1A0-701B-E7A6-E81C821DBEFF}"/>
                  </a:ext>
                </a:extLst>
              </p:cNvPr>
              <p:cNvGrpSpPr/>
              <p:nvPr/>
            </p:nvGrpSpPr>
            <p:grpSpPr>
              <a:xfrm>
                <a:off x="9570522" y="1521691"/>
                <a:ext cx="251080" cy="251080"/>
                <a:chOff x="9570522" y="1521691"/>
                <a:chExt cx="251080" cy="251080"/>
              </a:xfrm>
              <a:solidFill>
                <a:srgbClr val="EE7684"/>
              </a:solidFill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28B66F7C-0B45-AED5-23AA-53DCC235A45C}"/>
                    </a:ext>
                  </a:extLst>
                </p:cNvPr>
                <p:cNvSpPr/>
                <p:nvPr/>
              </p:nvSpPr>
              <p:spPr>
                <a:xfrm>
                  <a:off x="9570522" y="1521691"/>
                  <a:ext cx="251080" cy="251080"/>
                </a:xfrm>
                <a:custGeom>
                  <a:avLst/>
                  <a:gdLst>
                    <a:gd name="connsiteX0" fmla="*/ 39697 w 251080"/>
                    <a:gd name="connsiteY0" fmla="*/ 251081 h 251080"/>
                    <a:gd name="connsiteX1" fmla="*/ 11611 w 251080"/>
                    <a:gd name="connsiteY1" fmla="*/ 239469 h 251080"/>
                    <a:gd name="connsiteX2" fmla="*/ 11611 w 251080"/>
                    <a:gd name="connsiteY2" fmla="*/ 183348 h 251080"/>
                    <a:gd name="connsiteX3" fmla="*/ 183349 w 251080"/>
                    <a:gd name="connsiteY3" fmla="*/ 11611 h 251080"/>
                    <a:gd name="connsiteX4" fmla="*/ 239470 w 251080"/>
                    <a:gd name="connsiteY4" fmla="*/ 11611 h 251080"/>
                    <a:gd name="connsiteX5" fmla="*/ 239470 w 251080"/>
                    <a:gd name="connsiteY5" fmla="*/ 67732 h 251080"/>
                    <a:gd name="connsiteX6" fmla="*/ 67732 w 251080"/>
                    <a:gd name="connsiteY6" fmla="*/ 239469 h 251080"/>
                    <a:gd name="connsiteX7" fmla="*/ 39647 w 251080"/>
                    <a:gd name="connsiteY7" fmla="*/ 251081 h 25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080" h="251080">
                      <a:moveTo>
                        <a:pt x="39697" y="251081"/>
                      </a:moveTo>
                      <a:cubicBezTo>
                        <a:pt x="29524" y="251081"/>
                        <a:pt x="19402" y="247210"/>
                        <a:pt x="11611" y="239469"/>
                      </a:cubicBezTo>
                      <a:cubicBezTo>
                        <a:pt x="-3870" y="223988"/>
                        <a:pt x="-3870" y="198830"/>
                        <a:pt x="11611" y="183348"/>
                      </a:cubicBezTo>
                      <a:lnTo>
                        <a:pt x="183349" y="11611"/>
                      </a:lnTo>
                      <a:cubicBezTo>
                        <a:pt x="198830" y="-3870"/>
                        <a:pt x="223988" y="-3870"/>
                        <a:pt x="239470" y="11611"/>
                      </a:cubicBezTo>
                      <a:cubicBezTo>
                        <a:pt x="254951" y="27093"/>
                        <a:pt x="254951" y="52251"/>
                        <a:pt x="239470" y="67732"/>
                      </a:cubicBezTo>
                      <a:lnTo>
                        <a:pt x="67732" y="239469"/>
                      </a:lnTo>
                      <a:cubicBezTo>
                        <a:pt x="59991" y="247210"/>
                        <a:pt x="49819" y="251081"/>
                        <a:pt x="39647" y="251081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DCF366FF-4CD8-CDF3-6013-1B8267D31FEC}"/>
                    </a:ext>
                  </a:extLst>
                </p:cNvPr>
                <p:cNvSpPr/>
                <p:nvPr/>
              </p:nvSpPr>
              <p:spPr>
                <a:xfrm>
                  <a:off x="9723353" y="1674436"/>
                  <a:ext cx="79393" cy="79430"/>
                </a:xfrm>
                <a:custGeom>
                  <a:avLst/>
                  <a:gdLst>
                    <a:gd name="connsiteX0" fmla="*/ 39647 w 79393"/>
                    <a:gd name="connsiteY0" fmla="*/ 79430 h 79430"/>
                    <a:gd name="connsiteX1" fmla="*/ 11611 w 79393"/>
                    <a:gd name="connsiteY1" fmla="*/ 67769 h 79430"/>
                    <a:gd name="connsiteX2" fmla="*/ 0 w 79393"/>
                    <a:gd name="connsiteY2" fmla="*/ 39734 h 79430"/>
                    <a:gd name="connsiteX3" fmla="*/ 744 w 79393"/>
                    <a:gd name="connsiteY3" fmla="*/ 31943 h 79430"/>
                    <a:gd name="connsiteX4" fmla="*/ 3027 w 79393"/>
                    <a:gd name="connsiteY4" fmla="*/ 24500 h 79430"/>
                    <a:gd name="connsiteX5" fmla="*/ 6649 w 79393"/>
                    <a:gd name="connsiteY5" fmla="*/ 17653 h 79430"/>
                    <a:gd name="connsiteX6" fmla="*/ 11611 w 79393"/>
                    <a:gd name="connsiteY6" fmla="*/ 11648 h 79430"/>
                    <a:gd name="connsiteX7" fmla="*/ 17615 w 79393"/>
                    <a:gd name="connsiteY7" fmla="*/ 6686 h 79430"/>
                    <a:gd name="connsiteX8" fmla="*/ 24513 w 79393"/>
                    <a:gd name="connsiteY8" fmla="*/ 3064 h 79430"/>
                    <a:gd name="connsiteX9" fmla="*/ 31906 w 79393"/>
                    <a:gd name="connsiteY9" fmla="*/ 782 h 79430"/>
                    <a:gd name="connsiteX10" fmla="*/ 47437 w 79393"/>
                    <a:gd name="connsiteY10" fmla="*/ 782 h 79430"/>
                    <a:gd name="connsiteX11" fmla="*/ 54831 w 79393"/>
                    <a:gd name="connsiteY11" fmla="*/ 3064 h 79430"/>
                    <a:gd name="connsiteX12" fmla="*/ 61728 w 79393"/>
                    <a:gd name="connsiteY12" fmla="*/ 6686 h 79430"/>
                    <a:gd name="connsiteX13" fmla="*/ 67732 w 79393"/>
                    <a:gd name="connsiteY13" fmla="*/ 11648 h 79430"/>
                    <a:gd name="connsiteX14" fmla="*/ 72694 w 79393"/>
                    <a:gd name="connsiteY14" fmla="*/ 17653 h 79430"/>
                    <a:gd name="connsiteX15" fmla="*/ 76317 w 79393"/>
                    <a:gd name="connsiteY15" fmla="*/ 24500 h 79430"/>
                    <a:gd name="connsiteX16" fmla="*/ 78599 w 79393"/>
                    <a:gd name="connsiteY16" fmla="*/ 31943 h 79430"/>
                    <a:gd name="connsiteX17" fmla="*/ 79393 w 79393"/>
                    <a:gd name="connsiteY17" fmla="*/ 39734 h 79430"/>
                    <a:gd name="connsiteX18" fmla="*/ 78599 w 79393"/>
                    <a:gd name="connsiteY18" fmla="*/ 47475 h 79430"/>
                    <a:gd name="connsiteX19" fmla="*/ 76317 w 79393"/>
                    <a:gd name="connsiteY19" fmla="*/ 54868 h 79430"/>
                    <a:gd name="connsiteX20" fmla="*/ 72694 w 79393"/>
                    <a:gd name="connsiteY20" fmla="*/ 61716 h 79430"/>
                    <a:gd name="connsiteX21" fmla="*/ 67732 w 79393"/>
                    <a:gd name="connsiteY21" fmla="*/ 67769 h 79430"/>
                    <a:gd name="connsiteX22" fmla="*/ 61728 w 79393"/>
                    <a:gd name="connsiteY22" fmla="*/ 72682 h 79430"/>
                    <a:gd name="connsiteX23" fmla="*/ 54831 w 79393"/>
                    <a:gd name="connsiteY23" fmla="*/ 76354 h 79430"/>
                    <a:gd name="connsiteX24" fmla="*/ 47437 w 79393"/>
                    <a:gd name="connsiteY24" fmla="*/ 78636 h 79430"/>
                    <a:gd name="connsiteX25" fmla="*/ 39647 w 79393"/>
                    <a:gd name="connsiteY25" fmla="*/ 79430 h 7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79393" h="79430">
                      <a:moveTo>
                        <a:pt x="39647" y="79430"/>
                      </a:moveTo>
                      <a:cubicBezTo>
                        <a:pt x="29227" y="79430"/>
                        <a:pt x="19005" y="75163"/>
                        <a:pt x="11611" y="67769"/>
                      </a:cubicBezTo>
                      <a:cubicBezTo>
                        <a:pt x="4218" y="60376"/>
                        <a:pt x="0" y="50154"/>
                        <a:pt x="0" y="39734"/>
                      </a:cubicBezTo>
                      <a:cubicBezTo>
                        <a:pt x="0" y="37104"/>
                        <a:pt x="248" y="34524"/>
                        <a:pt x="744" y="31943"/>
                      </a:cubicBezTo>
                      <a:cubicBezTo>
                        <a:pt x="1241" y="29413"/>
                        <a:pt x="2034" y="26932"/>
                        <a:pt x="3027" y="24500"/>
                      </a:cubicBezTo>
                      <a:cubicBezTo>
                        <a:pt x="4019" y="22118"/>
                        <a:pt x="5260" y="19836"/>
                        <a:pt x="6649" y="17653"/>
                      </a:cubicBezTo>
                      <a:cubicBezTo>
                        <a:pt x="8138" y="15519"/>
                        <a:pt x="9775" y="13484"/>
                        <a:pt x="11611" y="11648"/>
                      </a:cubicBezTo>
                      <a:cubicBezTo>
                        <a:pt x="13447" y="9813"/>
                        <a:pt x="15482" y="8125"/>
                        <a:pt x="17615" y="6686"/>
                      </a:cubicBezTo>
                      <a:cubicBezTo>
                        <a:pt x="19799" y="5247"/>
                        <a:pt x="22081" y="4057"/>
                        <a:pt x="24513" y="3064"/>
                      </a:cubicBezTo>
                      <a:cubicBezTo>
                        <a:pt x="26894" y="2072"/>
                        <a:pt x="29375" y="1278"/>
                        <a:pt x="31906" y="782"/>
                      </a:cubicBezTo>
                      <a:cubicBezTo>
                        <a:pt x="37017" y="-261"/>
                        <a:pt x="42326" y="-261"/>
                        <a:pt x="47437" y="782"/>
                      </a:cubicBezTo>
                      <a:cubicBezTo>
                        <a:pt x="49968" y="1278"/>
                        <a:pt x="52449" y="2072"/>
                        <a:pt x="54831" y="3064"/>
                      </a:cubicBezTo>
                      <a:cubicBezTo>
                        <a:pt x="57262" y="4057"/>
                        <a:pt x="59545" y="5247"/>
                        <a:pt x="61728" y="6686"/>
                      </a:cubicBezTo>
                      <a:cubicBezTo>
                        <a:pt x="63862" y="8125"/>
                        <a:pt x="65896" y="9813"/>
                        <a:pt x="67732" y="11648"/>
                      </a:cubicBezTo>
                      <a:cubicBezTo>
                        <a:pt x="69568" y="13484"/>
                        <a:pt x="71255" y="15519"/>
                        <a:pt x="72694" y="17653"/>
                      </a:cubicBezTo>
                      <a:cubicBezTo>
                        <a:pt x="74084" y="19836"/>
                        <a:pt x="75324" y="22118"/>
                        <a:pt x="76317" y="24500"/>
                      </a:cubicBezTo>
                      <a:cubicBezTo>
                        <a:pt x="77309" y="26932"/>
                        <a:pt x="78103" y="29413"/>
                        <a:pt x="78599" y="31943"/>
                      </a:cubicBezTo>
                      <a:cubicBezTo>
                        <a:pt x="79095" y="34524"/>
                        <a:pt x="79393" y="37104"/>
                        <a:pt x="79393" y="39734"/>
                      </a:cubicBezTo>
                      <a:cubicBezTo>
                        <a:pt x="79393" y="42364"/>
                        <a:pt x="79095" y="44894"/>
                        <a:pt x="78599" y="47475"/>
                      </a:cubicBezTo>
                      <a:cubicBezTo>
                        <a:pt x="78103" y="50005"/>
                        <a:pt x="77309" y="52486"/>
                        <a:pt x="76317" y="54868"/>
                      </a:cubicBezTo>
                      <a:cubicBezTo>
                        <a:pt x="75324" y="57299"/>
                        <a:pt x="74084" y="59582"/>
                        <a:pt x="72694" y="61716"/>
                      </a:cubicBezTo>
                      <a:cubicBezTo>
                        <a:pt x="71255" y="63899"/>
                        <a:pt x="69568" y="65934"/>
                        <a:pt x="67732" y="67769"/>
                      </a:cubicBezTo>
                      <a:cubicBezTo>
                        <a:pt x="65896" y="69605"/>
                        <a:pt x="63862" y="71243"/>
                        <a:pt x="61728" y="72682"/>
                      </a:cubicBezTo>
                      <a:cubicBezTo>
                        <a:pt x="59545" y="74121"/>
                        <a:pt x="57262" y="75361"/>
                        <a:pt x="54831" y="76354"/>
                      </a:cubicBezTo>
                      <a:cubicBezTo>
                        <a:pt x="52449" y="77346"/>
                        <a:pt x="49968" y="78140"/>
                        <a:pt x="47437" y="78636"/>
                      </a:cubicBezTo>
                      <a:cubicBezTo>
                        <a:pt x="44857" y="79133"/>
                        <a:pt x="42277" y="79430"/>
                        <a:pt x="39647" y="79430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EB2FFBF4-0087-50F0-33D5-B709843EF5A0}"/>
                  </a:ext>
                </a:extLst>
              </p:cNvPr>
              <p:cNvSpPr/>
              <p:nvPr/>
            </p:nvSpPr>
            <p:spPr>
              <a:xfrm>
                <a:off x="9586450" y="1537582"/>
                <a:ext cx="79393" cy="79380"/>
              </a:xfrm>
              <a:custGeom>
                <a:avLst/>
                <a:gdLst>
                  <a:gd name="connsiteX0" fmla="*/ 39697 w 79393"/>
                  <a:gd name="connsiteY0" fmla="*/ 79381 h 79380"/>
                  <a:gd name="connsiteX1" fmla="*/ 31956 w 79393"/>
                  <a:gd name="connsiteY1" fmla="*/ 78636 h 79380"/>
                  <a:gd name="connsiteX2" fmla="*/ 24513 w 79393"/>
                  <a:gd name="connsiteY2" fmla="*/ 76354 h 79380"/>
                  <a:gd name="connsiteX3" fmla="*/ 17665 w 79393"/>
                  <a:gd name="connsiteY3" fmla="*/ 72682 h 79380"/>
                  <a:gd name="connsiteX4" fmla="*/ 11611 w 79393"/>
                  <a:gd name="connsiteY4" fmla="*/ 67769 h 79380"/>
                  <a:gd name="connsiteX5" fmla="*/ 6699 w 79393"/>
                  <a:gd name="connsiteY5" fmla="*/ 61716 h 79380"/>
                  <a:gd name="connsiteX6" fmla="*/ 3027 w 79393"/>
                  <a:gd name="connsiteY6" fmla="*/ 54868 h 79380"/>
                  <a:gd name="connsiteX7" fmla="*/ 794 w 79393"/>
                  <a:gd name="connsiteY7" fmla="*/ 47425 h 79380"/>
                  <a:gd name="connsiteX8" fmla="*/ 0 w 79393"/>
                  <a:gd name="connsiteY8" fmla="*/ 39684 h 79380"/>
                  <a:gd name="connsiteX9" fmla="*/ 11611 w 79393"/>
                  <a:gd name="connsiteY9" fmla="*/ 11648 h 79380"/>
                  <a:gd name="connsiteX10" fmla="*/ 17665 w 79393"/>
                  <a:gd name="connsiteY10" fmla="*/ 6686 h 79380"/>
                  <a:gd name="connsiteX11" fmla="*/ 24513 w 79393"/>
                  <a:gd name="connsiteY11" fmla="*/ 3064 h 79380"/>
                  <a:gd name="connsiteX12" fmla="*/ 31956 w 79393"/>
                  <a:gd name="connsiteY12" fmla="*/ 782 h 79380"/>
                  <a:gd name="connsiteX13" fmla="*/ 47437 w 79393"/>
                  <a:gd name="connsiteY13" fmla="*/ 782 h 79380"/>
                  <a:gd name="connsiteX14" fmla="*/ 54881 w 79393"/>
                  <a:gd name="connsiteY14" fmla="*/ 3064 h 79380"/>
                  <a:gd name="connsiteX15" fmla="*/ 61728 w 79393"/>
                  <a:gd name="connsiteY15" fmla="*/ 6686 h 79380"/>
                  <a:gd name="connsiteX16" fmla="*/ 67782 w 79393"/>
                  <a:gd name="connsiteY16" fmla="*/ 11648 h 79380"/>
                  <a:gd name="connsiteX17" fmla="*/ 72694 w 79393"/>
                  <a:gd name="connsiteY17" fmla="*/ 17653 h 79380"/>
                  <a:gd name="connsiteX18" fmla="*/ 76366 w 79393"/>
                  <a:gd name="connsiteY18" fmla="*/ 24500 h 79380"/>
                  <a:gd name="connsiteX19" fmla="*/ 78649 w 79393"/>
                  <a:gd name="connsiteY19" fmla="*/ 31943 h 79380"/>
                  <a:gd name="connsiteX20" fmla="*/ 79393 w 79393"/>
                  <a:gd name="connsiteY20" fmla="*/ 39684 h 79380"/>
                  <a:gd name="connsiteX21" fmla="*/ 67782 w 79393"/>
                  <a:gd name="connsiteY21" fmla="*/ 67769 h 79380"/>
                  <a:gd name="connsiteX22" fmla="*/ 61728 w 79393"/>
                  <a:gd name="connsiteY22" fmla="*/ 72682 h 79380"/>
                  <a:gd name="connsiteX23" fmla="*/ 54881 w 79393"/>
                  <a:gd name="connsiteY23" fmla="*/ 76354 h 79380"/>
                  <a:gd name="connsiteX24" fmla="*/ 47437 w 79393"/>
                  <a:gd name="connsiteY24" fmla="*/ 78636 h 79380"/>
                  <a:gd name="connsiteX25" fmla="*/ 39697 w 79393"/>
                  <a:gd name="connsiteY25" fmla="*/ 79381 h 7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93" h="79380">
                    <a:moveTo>
                      <a:pt x="39697" y="79381"/>
                    </a:moveTo>
                    <a:cubicBezTo>
                      <a:pt x="37116" y="79381"/>
                      <a:pt x="34536" y="79133"/>
                      <a:pt x="31956" y="78636"/>
                    </a:cubicBezTo>
                    <a:cubicBezTo>
                      <a:pt x="29425" y="78091"/>
                      <a:pt x="26944" y="77346"/>
                      <a:pt x="24513" y="76354"/>
                    </a:cubicBezTo>
                    <a:cubicBezTo>
                      <a:pt x="22131" y="75361"/>
                      <a:pt x="19848" y="74121"/>
                      <a:pt x="17665" y="72682"/>
                    </a:cubicBezTo>
                    <a:cubicBezTo>
                      <a:pt x="15482" y="71243"/>
                      <a:pt x="13447" y="69605"/>
                      <a:pt x="11611" y="67769"/>
                    </a:cubicBezTo>
                    <a:cubicBezTo>
                      <a:pt x="9825" y="65933"/>
                      <a:pt x="8138" y="63899"/>
                      <a:pt x="6699" y="61716"/>
                    </a:cubicBezTo>
                    <a:cubicBezTo>
                      <a:pt x="5260" y="59582"/>
                      <a:pt x="4019" y="57299"/>
                      <a:pt x="3027" y="54868"/>
                    </a:cubicBezTo>
                    <a:cubicBezTo>
                      <a:pt x="2034" y="52486"/>
                      <a:pt x="1290" y="50005"/>
                      <a:pt x="794" y="47425"/>
                    </a:cubicBezTo>
                    <a:cubicBezTo>
                      <a:pt x="248" y="44894"/>
                      <a:pt x="0" y="42264"/>
                      <a:pt x="0" y="39684"/>
                    </a:cubicBezTo>
                    <a:cubicBezTo>
                      <a:pt x="0" y="29264"/>
                      <a:pt x="4218" y="19042"/>
                      <a:pt x="11611" y="11648"/>
                    </a:cubicBezTo>
                    <a:cubicBezTo>
                      <a:pt x="13447" y="9812"/>
                      <a:pt x="15482" y="8125"/>
                      <a:pt x="17665" y="6686"/>
                    </a:cubicBezTo>
                    <a:cubicBezTo>
                      <a:pt x="19848" y="5247"/>
                      <a:pt x="22131" y="4056"/>
                      <a:pt x="24513" y="3064"/>
                    </a:cubicBezTo>
                    <a:cubicBezTo>
                      <a:pt x="26944" y="2072"/>
                      <a:pt x="29425" y="1278"/>
                      <a:pt x="31956" y="782"/>
                    </a:cubicBezTo>
                    <a:cubicBezTo>
                      <a:pt x="37067" y="-261"/>
                      <a:pt x="42326" y="-261"/>
                      <a:pt x="47437" y="782"/>
                    </a:cubicBezTo>
                    <a:cubicBezTo>
                      <a:pt x="50018" y="1278"/>
                      <a:pt x="52499" y="2072"/>
                      <a:pt x="54881" y="3064"/>
                    </a:cubicBezTo>
                    <a:cubicBezTo>
                      <a:pt x="57262" y="4056"/>
                      <a:pt x="59595" y="5247"/>
                      <a:pt x="61728" y="6686"/>
                    </a:cubicBezTo>
                    <a:cubicBezTo>
                      <a:pt x="63912" y="8125"/>
                      <a:pt x="65946" y="9812"/>
                      <a:pt x="67782" y="11648"/>
                    </a:cubicBezTo>
                    <a:cubicBezTo>
                      <a:pt x="69618" y="13484"/>
                      <a:pt x="71255" y="15469"/>
                      <a:pt x="72694" y="17653"/>
                    </a:cubicBezTo>
                    <a:cubicBezTo>
                      <a:pt x="74133" y="19836"/>
                      <a:pt x="75374" y="22118"/>
                      <a:pt x="76366" y="24500"/>
                    </a:cubicBezTo>
                    <a:cubicBezTo>
                      <a:pt x="77359" y="26932"/>
                      <a:pt x="78103" y="29413"/>
                      <a:pt x="78649" y="31943"/>
                    </a:cubicBezTo>
                    <a:cubicBezTo>
                      <a:pt x="79145" y="34524"/>
                      <a:pt x="79393" y="37104"/>
                      <a:pt x="79393" y="39684"/>
                    </a:cubicBezTo>
                    <a:cubicBezTo>
                      <a:pt x="79393" y="50154"/>
                      <a:pt x="75175" y="60376"/>
                      <a:pt x="67782" y="67769"/>
                    </a:cubicBezTo>
                    <a:cubicBezTo>
                      <a:pt x="65946" y="69605"/>
                      <a:pt x="63912" y="71243"/>
                      <a:pt x="61728" y="72682"/>
                    </a:cubicBezTo>
                    <a:cubicBezTo>
                      <a:pt x="59595" y="74121"/>
                      <a:pt x="57262" y="75361"/>
                      <a:pt x="54881" y="76354"/>
                    </a:cubicBezTo>
                    <a:cubicBezTo>
                      <a:pt x="52499" y="77346"/>
                      <a:pt x="50018" y="78091"/>
                      <a:pt x="47437" y="78636"/>
                    </a:cubicBezTo>
                    <a:cubicBezTo>
                      <a:pt x="44907" y="79133"/>
                      <a:pt x="42277" y="79381"/>
                      <a:pt x="39697" y="79381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0993E65F-34CC-F071-C22D-E3FAF92CBC80}"/>
              </a:ext>
            </a:extLst>
          </p:cNvPr>
          <p:cNvGrpSpPr/>
          <p:nvPr/>
        </p:nvGrpSpPr>
        <p:grpSpPr>
          <a:xfrm>
            <a:off x="1523182" y="2530379"/>
            <a:ext cx="803267" cy="850387"/>
            <a:chOff x="1523182" y="2530379"/>
            <a:chExt cx="803267" cy="850387"/>
          </a:xfrm>
        </p:grpSpPr>
        <p:grpSp>
          <p:nvGrpSpPr>
            <p:cNvPr id="108" name="Picture Placeholder 56">
              <a:extLst>
                <a:ext uri="{FF2B5EF4-FFF2-40B4-BE49-F238E27FC236}">
                  <a16:creationId xmlns:a16="http://schemas.microsoft.com/office/drawing/2014/main" id="{72CCF61D-1F2D-0D6C-E5F1-ADC957B79A11}"/>
                </a:ext>
              </a:extLst>
            </p:cNvPr>
            <p:cNvGrpSpPr/>
            <p:nvPr/>
          </p:nvGrpSpPr>
          <p:grpSpPr>
            <a:xfrm>
              <a:off x="1523182" y="2530379"/>
              <a:ext cx="678082" cy="850387"/>
              <a:chOff x="1523182" y="2530379"/>
              <a:chExt cx="678082" cy="850387"/>
            </a:xfrm>
            <a:solidFill>
              <a:srgbClr val="FFFFFF"/>
            </a:solidFill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172182E4-CA74-E836-2E1D-A407E5E54EE0}"/>
                  </a:ext>
                </a:extLst>
              </p:cNvPr>
              <p:cNvSpPr/>
              <p:nvPr/>
            </p:nvSpPr>
            <p:spPr>
              <a:xfrm>
                <a:off x="1566875" y="2530379"/>
                <a:ext cx="634389" cy="842299"/>
              </a:xfrm>
              <a:custGeom>
                <a:avLst/>
                <a:gdLst>
                  <a:gd name="connsiteX0" fmla="*/ 459668 w 634389"/>
                  <a:gd name="connsiteY0" fmla="*/ 842250 h 842299"/>
                  <a:gd name="connsiteX1" fmla="*/ 427712 w 634389"/>
                  <a:gd name="connsiteY1" fmla="*/ 826123 h 842299"/>
                  <a:gd name="connsiteX2" fmla="*/ 436048 w 634389"/>
                  <a:gd name="connsiteY2" fmla="*/ 770598 h 842299"/>
                  <a:gd name="connsiteX3" fmla="*/ 538168 w 634389"/>
                  <a:gd name="connsiteY3" fmla="*/ 694777 h 842299"/>
                  <a:gd name="connsiteX4" fmla="*/ 451530 w 634389"/>
                  <a:gd name="connsiteY4" fmla="*/ 585513 h 842299"/>
                  <a:gd name="connsiteX5" fmla="*/ 409997 w 634389"/>
                  <a:gd name="connsiteY5" fmla="*/ 613896 h 842299"/>
                  <a:gd name="connsiteX6" fmla="*/ 355117 w 634389"/>
                  <a:gd name="connsiteY6" fmla="*/ 603922 h 842299"/>
                  <a:gd name="connsiteX7" fmla="*/ 159115 w 634389"/>
                  <a:gd name="connsiteY7" fmla="*/ 278410 h 842299"/>
                  <a:gd name="connsiteX8" fmla="*/ 182188 w 634389"/>
                  <a:gd name="connsiteY8" fmla="*/ 233355 h 842299"/>
                  <a:gd name="connsiteX9" fmla="*/ 228733 w 634389"/>
                  <a:gd name="connsiteY9" fmla="*/ 213308 h 842299"/>
                  <a:gd name="connsiteX10" fmla="*/ 167054 w 634389"/>
                  <a:gd name="connsiteY10" fmla="*/ 88611 h 842299"/>
                  <a:gd name="connsiteX11" fmla="*/ 52778 w 634389"/>
                  <a:gd name="connsiteY11" fmla="*/ 128407 h 842299"/>
                  <a:gd name="connsiteX12" fmla="*/ 2214 w 634389"/>
                  <a:gd name="connsiteY12" fmla="*/ 103994 h 842299"/>
                  <a:gd name="connsiteX13" fmla="*/ 26627 w 634389"/>
                  <a:gd name="connsiteY13" fmla="*/ 53430 h 842299"/>
                  <a:gd name="connsiteX14" fmla="*/ 173951 w 634389"/>
                  <a:gd name="connsiteY14" fmla="*/ 2222 h 842299"/>
                  <a:gd name="connsiteX15" fmla="*/ 222580 w 634389"/>
                  <a:gd name="connsiteY15" fmla="*/ 22119 h 842299"/>
                  <a:gd name="connsiteX16" fmla="*/ 318348 w 634389"/>
                  <a:gd name="connsiteY16" fmla="*/ 215739 h 842299"/>
                  <a:gd name="connsiteX17" fmla="*/ 320035 w 634389"/>
                  <a:gd name="connsiteY17" fmla="*/ 247050 h 842299"/>
                  <a:gd name="connsiteX18" fmla="*/ 298499 w 634389"/>
                  <a:gd name="connsiteY18" fmla="*/ 269826 h 842299"/>
                  <a:gd name="connsiteX19" fmla="*/ 249226 w 634389"/>
                  <a:gd name="connsiteY19" fmla="*/ 291064 h 842299"/>
                  <a:gd name="connsiteX20" fmla="*/ 397691 w 634389"/>
                  <a:gd name="connsiteY20" fmla="*/ 526266 h 842299"/>
                  <a:gd name="connsiteX21" fmla="*/ 437239 w 634389"/>
                  <a:gd name="connsiteY21" fmla="*/ 499222 h 842299"/>
                  <a:gd name="connsiteX22" fmla="*/ 490730 w 634389"/>
                  <a:gd name="connsiteY22" fmla="*/ 507310 h 842299"/>
                  <a:gd name="connsiteX23" fmla="*/ 625798 w 634389"/>
                  <a:gd name="connsiteY23" fmla="*/ 677609 h 842299"/>
                  <a:gd name="connsiteX24" fmla="*/ 634035 w 634389"/>
                  <a:gd name="connsiteY24" fmla="*/ 707431 h 842299"/>
                  <a:gd name="connsiteX25" fmla="*/ 618355 w 634389"/>
                  <a:gd name="connsiteY25" fmla="*/ 734127 h 842299"/>
                  <a:gd name="connsiteX26" fmla="*/ 483188 w 634389"/>
                  <a:gd name="connsiteY26" fmla="*/ 834509 h 842299"/>
                  <a:gd name="connsiteX27" fmla="*/ 459618 w 634389"/>
                  <a:gd name="connsiteY27" fmla="*/ 842300 h 84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34389" h="842299">
                    <a:moveTo>
                      <a:pt x="459668" y="842250"/>
                    </a:moveTo>
                    <a:cubicBezTo>
                      <a:pt x="447511" y="842250"/>
                      <a:pt x="435502" y="836693"/>
                      <a:pt x="427712" y="826123"/>
                    </a:cubicBezTo>
                    <a:cubicBezTo>
                      <a:pt x="414711" y="808508"/>
                      <a:pt x="418433" y="783648"/>
                      <a:pt x="436048" y="770598"/>
                    </a:cubicBezTo>
                    <a:cubicBezTo>
                      <a:pt x="450389" y="759979"/>
                      <a:pt x="503036" y="720928"/>
                      <a:pt x="538168" y="694777"/>
                    </a:cubicBezTo>
                    <a:lnTo>
                      <a:pt x="451530" y="585513"/>
                    </a:lnTo>
                    <a:lnTo>
                      <a:pt x="409997" y="613896"/>
                    </a:lnTo>
                    <a:cubicBezTo>
                      <a:pt x="392035" y="626152"/>
                      <a:pt x="367572" y="621736"/>
                      <a:pt x="355117" y="603922"/>
                    </a:cubicBezTo>
                    <a:cubicBezTo>
                      <a:pt x="324898" y="560851"/>
                      <a:pt x="173406" y="342818"/>
                      <a:pt x="159115" y="278410"/>
                    </a:cubicBezTo>
                    <a:cubicBezTo>
                      <a:pt x="154996" y="259802"/>
                      <a:pt x="164672" y="240897"/>
                      <a:pt x="182188" y="233355"/>
                    </a:cubicBezTo>
                    <a:lnTo>
                      <a:pt x="228733" y="213308"/>
                    </a:lnTo>
                    <a:lnTo>
                      <a:pt x="167054" y="88611"/>
                    </a:lnTo>
                    <a:lnTo>
                      <a:pt x="52778" y="128407"/>
                    </a:lnTo>
                    <a:cubicBezTo>
                      <a:pt x="32036" y="135652"/>
                      <a:pt x="9459" y="124685"/>
                      <a:pt x="2214" y="103994"/>
                    </a:cubicBezTo>
                    <a:cubicBezTo>
                      <a:pt x="-4981" y="83302"/>
                      <a:pt x="5936" y="60675"/>
                      <a:pt x="26627" y="53430"/>
                    </a:cubicBezTo>
                    <a:lnTo>
                      <a:pt x="173951" y="2222"/>
                    </a:lnTo>
                    <a:cubicBezTo>
                      <a:pt x="192857" y="-4378"/>
                      <a:pt x="213698" y="4157"/>
                      <a:pt x="222580" y="22119"/>
                    </a:cubicBezTo>
                    <a:lnTo>
                      <a:pt x="318348" y="215739"/>
                    </a:lnTo>
                    <a:cubicBezTo>
                      <a:pt x="323161" y="225515"/>
                      <a:pt x="323756" y="236828"/>
                      <a:pt x="320035" y="247050"/>
                    </a:cubicBezTo>
                    <a:cubicBezTo>
                      <a:pt x="316264" y="257272"/>
                      <a:pt x="308473" y="265509"/>
                      <a:pt x="298499" y="269826"/>
                    </a:cubicBezTo>
                    <a:lnTo>
                      <a:pt x="249226" y="291064"/>
                    </a:lnTo>
                    <a:cubicBezTo>
                      <a:pt x="275227" y="341677"/>
                      <a:pt x="336261" y="437048"/>
                      <a:pt x="397691" y="526266"/>
                    </a:cubicBezTo>
                    <a:lnTo>
                      <a:pt x="437239" y="499222"/>
                    </a:lnTo>
                    <a:cubicBezTo>
                      <a:pt x="454408" y="487462"/>
                      <a:pt x="477779" y="490985"/>
                      <a:pt x="490730" y="507310"/>
                    </a:cubicBezTo>
                    <a:lnTo>
                      <a:pt x="625798" y="677609"/>
                    </a:lnTo>
                    <a:cubicBezTo>
                      <a:pt x="632497" y="686044"/>
                      <a:pt x="635474" y="696812"/>
                      <a:pt x="634035" y="707431"/>
                    </a:cubicBezTo>
                    <a:cubicBezTo>
                      <a:pt x="632646" y="718099"/>
                      <a:pt x="626989" y="727726"/>
                      <a:pt x="618355" y="734127"/>
                    </a:cubicBezTo>
                    <a:cubicBezTo>
                      <a:pt x="618355" y="734127"/>
                      <a:pt x="505269" y="818184"/>
                      <a:pt x="483188" y="834509"/>
                    </a:cubicBezTo>
                    <a:cubicBezTo>
                      <a:pt x="476092" y="839769"/>
                      <a:pt x="467805" y="842300"/>
                      <a:pt x="459618" y="842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34045C24-8A80-BC11-F768-468F03DEDD5A}"/>
                  </a:ext>
                </a:extLst>
              </p:cNvPr>
              <p:cNvSpPr/>
              <p:nvPr/>
            </p:nvSpPr>
            <p:spPr>
              <a:xfrm>
                <a:off x="1523182" y="2582023"/>
                <a:ext cx="546048" cy="798744"/>
              </a:xfrm>
              <a:custGeom>
                <a:avLst/>
                <a:gdLst>
                  <a:gd name="connsiteX0" fmla="*/ 477111 w 546048"/>
                  <a:gd name="connsiteY0" fmla="*/ 798695 h 798744"/>
                  <a:gd name="connsiteX1" fmla="*/ 376331 w 546048"/>
                  <a:gd name="connsiteY1" fmla="*/ 751654 h 798744"/>
                  <a:gd name="connsiteX2" fmla="*/ 7996 w 546048"/>
                  <a:gd name="connsiteY2" fmla="*/ 143801 h 798744"/>
                  <a:gd name="connsiteX3" fmla="*/ 13256 w 546048"/>
                  <a:gd name="connsiteY3" fmla="*/ 46296 h 798744"/>
                  <a:gd name="connsiteX4" fmla="*/ 78904 w 546048"/>
                  <a:gd name="connsiteY4" fmla="*/ 0 h 798744"/>
                  <a:gd name="connsiteX5" fmla="*/ 93741 w 546048"/>
                  <a:gd name="connsiteY5" fmla="*/ 78004 h 798744"/>
                  <a:gd name="connsiteX6" fmla="*/ 94634 w 546048"/>
                  <a:gd name="connsiteY6" fmla="*/ 77805 h 798744"/>
                  <a:gd name="connsiteX7" fmla="*/ 81485 w 546048"/>
                  <a:gd name="connsiteY7" fmla="*/ 86886 h 798744"/>
                  <a:gd name="connsiteX8" fmla="*/ 83420 w 546048"/>
                  <a:gd name="connsiteY8" fmla="*/ 118990 h 798744"/>
                  <a:gd name="connsiteX9" fmla="*/ 434983 w 546048"/>
                  <a:gd name="connsiteY9" fmla="*/ 698113 h 798744"/>
                  <a:gd name="connsiteX10" fmla="*/ 483065 w 546048"/>
                  <a:gd name="connsiteY10" fmla="*/ 718408 h 798744"/>
                  <a:gd name="connsiteX11" fmla="*/ 538293 w 546048"/>
                  <a:gd name="connsiteY11" fmla="*/ 726993 h 798744"/>
                  <a:gd name="connsiteX12" fmla="*/ 529957 w 546048"/>
                  <a:gd name="connsiteY12" fmla="*/ 782518 h 798744"/>
                  <a:gd name="connsiteX13" fmla="*/ 477111 w 546048"/>
                  <a:gd name="connsiteY13" fmla="*/ 798744 h 798744"/>
                  <a:gd name="connsiteX14" fmla="*/ 483214 w 546048"/>
                  <a:gd name="connsiteY14" fmla="*/ 718309 h 798744"/>
                  <a:gd name="connsiteX15" fmla="*/ 483214 w 546048"/>
                  <a:gd name="connsiteY15" fmla="*/ 718309 h 79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6048" h="798744">
                    <a:moveTo>
                      <a:pt x="477111" y="798695"/>
                    </a:moveTo>
                    <a:cubicBezTo>
                      <a:pt x="442327" y="798695"/>
                      <a:pt x="404119" y="782072"/>
                      <a:pt x="376331" y="751654"/>
                    </a:cubicBezTo>
                    <a:cubicBezTo>
                      <a:pt x="263493" y="628049"/>
                      <a:pt x="29780" y="210193"/>
                      <a:pt x="7996" y="143801"/>
                    </a:cubicBezTo>
                    <a:cubicBezTo>
                      <a:pt x="-7436" y="96810"/>
                      <a:pt x="2339" y="64854"/>
                      <a:pt x="13256" y="46296"/>
                    </a:cubicBezTo>
                    <a:cubicBezTo>
                      <a:pt x="35039" y="9329"/>
                      <a:pt x="74488" y="844"/>
                      <a:pt x="78904" y="0"/>
                    </a:cubicBezTo>
                    <a:lnTo>
                      <a:pt x="93741" y="78004"/>
                    </a:lnTo>
                    <a:lnTo>
                      <a:pt x="94634" y="77805"/>
                    </a:lnTo>
                    <a:cubicBezTo>
                      <a:pt x="94634" y="77805"/>
                      <a:pt x="85156" y="80286"/>
                      <a:pt x="81485" y="86886"/>
                    </a:cubicBezTo>
                    <a:cubicBezTo>
                      <a:pt x="78061" y="93088"/>
                      <a:pt x="78755" y="104799"/>
                      <a:pt x="83420" y="118990"/>
                    </a:cubicBezTo>
                    <a:cubicBezTo>
                      <a:pt x="100291" y="170348"/>
                      <a:pt x="328546" y="581505"/>
                      <a:pt x="434983" y="698113"/>
                    </a:cubicBezTo>
                    <a:cubicBezTo>
                      <a:pt x="454236" y="719252"/>
                      <a:pt x="477855" y="720740"/>
                      <a:pt x="483065" y="718408"/>
                    </a:cubicBezTo>
                    <a:cubicBezTo>
                      <a:pt x="500681" y="705656"/>
                      <a:pt x="525342" y="709427"/>
                      <a:pt x="538293" y="726993"/>
                    </a:cubicBezTo>
                    <a:cubicBezTo>
                      <a:pt x="551294" y="744608"/>
                      <a:pt x="547572" y="769468"/>
                      <a:pt x="529957" y="782518"/>
                    </a:cubicBezTo>
                    <a:cubicBezTo>
                      <a:pt x="515071" y="793484"/>
                      <a:pt x="496661" y="798744"/>
                      <a:pt x="477111" y="798744"/>
                    </a:cubicBezTo>
                    <a:close/>
                    <a:moveTo>
                      <a:pt x="483214" y="718309"/>
                    </a:moveTo>
                    <a:lnTo>
                      <a:pt x="483214" y="718309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E30B6C4-AC15-D95D-E458-E0EEAA43E6C1}"/>
                </a:ext>
              </a:extLst>
            </p:cNvPr>
            <p:cNvSpPr/>
            <p:nvPr/>
          </p:nvSpPr>
          <p:spPr>
            <a:xfrm>
              <a:off x="1936133" y="2632338"/>
              <a:ext cx="390316" cy="352654"/>
            </a:xfrm>
            <a:custGeom>
              <a:avLst/>
              <a:gdLst>
                <a:gd name="connsiteX0" fmla="*/ 128915 w 390316"/>
                <a:gd name="connsiteY0" fmla="*/ 352654 h 352654"/>
                <a:gd name="connsiteX1" fmla="*/ 113483 w 390316"/>
                <a:gd name="connsiteY1" fmla="*/ 349528 h 352654"/>
                <a:gd name="connsiteX2" fmla="*/ 89218 w 390316"/>
                <a:gd name="connsiteY2" fmla="*/ 312958 h 352654"/>
                <a:gd name="connsiteX3" fmla="*/ 89218 w 390316"/>
                <a:gd name="connsiteY3" fmla="*/ 294350 h 352654"/>
                <a:gd name="connsiteX4" fmla="*/ 39697 w 390316"/>
                <a:gd name="connsiteY4" fmla="*/ 294350 h 352654"/>
                <a:gd name="connsiteX5" fmla="*/ 0 w 390316"/>
                <a:gd name="connsiteY5" fmla="*/ 254653 h 352654"/>
                <a:gd name="connsiteX6" fmla="*/ 0 w 390316"/>
                <a:gd name="connsiteY6" fmla="*/ 39697 h 352654"/>
                <a:gd name="connsiteX7" fmla="*/ 39697 w 390316"/>
                <a:gd name="connsiteY7" fmla="*/ 0 h 352654"/>
                <a:gd name="connsiteX8" fmla="*/ 350620 w 390316"/>
                <a:gd name="connsiteY8" fmla="*/ 0 h 352654"/>
                <a:gd name="connsiteX9" fmla="*/ 390317 w 390316"/>
                <a:gd name="connsiteY9" fmla="*/ 39697 h 352654"/>
                <a:gd name="connsiteX10" fmla="*/ 390317 w 390316"/>
                <a:gd name="connsiteY10" fmla="*/ 254653 h 352654"/>
                <a:gd name="connsiteX11" fmla="*/ 350620 w 390316"/>
                <a:gd name="connsiteY11" fmla="*/ 294350 h 352654"/>
                <a:gd name="connsiteX12" fmla="*/ 204884 w 390316"/>
                <a:gd name="connsiteY12" fmla="*/ 294350 h 352654"/>
                <a:gd name="connsiteX13" fmla="*/ 156653 w 390316"/>
                <a:gd name="connsiteY13" fmla="*/ 341390 h 352654"/>
                <a:gd name="connsiteX14" fmla="*/ 128915 w 390316"/>
                <a:gd name="connsiteY14" fmla="*/ 352654 h 352654"/>
                <a:gd name="connsiteX15" fmla="*/ 79393 w 390316"/>
                <a:gd name="connsiteY15" fmla="*/ 214957 h 352654"/>
                <a:gd name="connsiteX16" fmla="*/ 128915 w 390316"/>
                <a:gd name="connsiteY16" fmla="*/ 214957 h 352654"/>
                <a:gd name="connsiteX17" fmla="*/ 158737 w 390316"/>
                <a:gd name="connsiteY17" fmla="*/ 228454 h 352654"/>
                <a:gd name="connsiteX18" fmla="*/ 161019 w 390316"/>
                <a:gd name="connsiteY18" fmla="*/ 226270 h 352654"/>
                <a:gd name="connsiteX19" fmla="*/ 188757 w 390316"/>
                <a:gd name="connsiteY19" fmla="*/ 215006 h 352654"/>
                <a:gd name="connsiteX20" fmla="*/ 310924 w 390316"/>
                <a:gd name="connsiteY20" fmla="*/ 215006 h 352654"/>
                <a:gd name="connsiteX21" fmla="*/ 310924 w 390316"/>
                <a:gd name="connsiteY21" fmla="*/ 79443 h 352654"/>
                <a:gd name="connsiteX22" fmla="*/ 79393 w 390316"/>
                <a:gd name="connsiteY22" fmla="*/ 79443 h 352654"/>
                <a:gd name="connsiteX23" fmla="*/ 79393 w 390316"/>
                <a:gd name="connsiteY23" fmla="*/ 215006 h 35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0316" h="352654">
                  <a:moveTo>
                    <a:pt x="128915" y="352654"/>
                  </a:moveTo>
                  <a:cubicBezTo>
                    <a:pt x="123705" y="352654"/>
                    <a:pt x="118494" y="351612"/>
                    <a:pt x="113483" y="349528"/>
                  </a:cubicBezTo>
                  <a:cubicBezTo>
                    <a:pt x="98795" y="343326"/>
                    <a:pt x="89218" y="328936"/>
                    <a:pt x="89218" y="312958"/>
                  </a:cubicBezTo>
                  <a:lnTo>
                    <a:pt x="89218" y="294350"/>
                  </a:lnTo>
                  <a:lnTo>
                    <a:pt x="39697" y="294350"/>
                  </a:lnTo>
                  <a:cubicBezTo>
                    <a:pt x="17764" y="294350"/>
                    <a:pt x="0" y="276586"/>
                    <a:pt x="0" y="25465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350620" y="0"/>
                  </a:lnTo>
                  <a:cubicBezTo>
                    <a:pt x="372553" y="0"/>
                    <a:pt x="390317" y="17764"/>
                    <a:pt x="390317" y="39697"/>
                  </a:cubicBezTo>
                  <a:lnTo>
                    <a:pt x="390317" y="254653"/>
                  </a:lnTo>
                  <a:cubicBezTo>
                    <a:pt x="390317" y="276586"/>
                    <a:pt x="372553" y="294350"/>
                    <a:pt x="350620" y="294350"/>
                  </a:cubicBezTo>
                  <a:lnTo>
                    <a:pt x="204884" y="294350"/>
                  </a:lnTo>
                  <a:lnTo>
                    <a:pt x="156653" y="341390"/>
                  </a:lnTo>
                  <a:cubicBezTo>
                    <a:pt x="149110" y="348784"/>
                    <a:pt x="139087" y="352654"/>
                    <a:pt x="128915" y="352654"/>
                  </a:cubicBezTo>
                  <a:close/>
                  <a:moveTo>
                    <a:pt x="79393" y="214957"/>
                  </a:moveTo>
                  <a:lnTo>
                    <a:pt x="128915" y="214957"/>
                  </a:lnTo>
                  <a:cubicBezTo>
                    <a:pt x="140774" y="214957"/>
                    <a:pt x="151442" y="220167"/>
                    <a:pt x="158737" y="228454"/>
                  </a:cubicBezTo>
                  <a:lnTo>
                    <a:pt x="161019" y="226270"/>
                  </a:lnTo>
                  <a:cubicBezTo>
                    <a:pt x="168413" y="219026"/>
                    <a:pt x="178387" y="215006"/>
                    <a:pt x="188757" y="215006"/>
                  </a:cubicBezTo>
                  <a:lnTo>
                    <a:pt x="310924" y="215006"/>
                  </a:lnTo>
                  <a:lnTo>
                    <a:pt x="310924" y="79443"/>
                  </a:lnTo>
                  <a:lnTo>
                    <a:pt x="79393" y="79443"/>
                  </a:lnTo>
                  <a:lnTo>
                    <a:pt x="79393" y="21500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805EFA02-D137-A272-6A94-B64B7BB0BFCC}"/>
              </a:ext>
            </a:extLst>
          </p:cNvPr>
          <p:cNvGrpSpPr/>
          <p:nvPr/>
        </p:nvGrpSpPr>
        <p:grpSpPr>
          <a:xfrm>
            <a:off x="2949290" y="2531258"/>
            <a:ext cx="583566" cy="828668"/>
            <a:chOff x="2949290" y="2531258"/>
            <a:chExt cx="583566" cy="828668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7E1B3C3-334F-A4A1-34BD-8F74CAC66C5C}"/>
                </a:ext>
              </a:extLst>
            </p:cNvPr>
            <p:cNvSpPr/>
            <p:nvPr/>
          </p:nvSpPr>
          <p:spPr>
            <a:xfrm>
              <a:off x="2951897" y="3280533"/>
              <a:ext cx="580959" cy="79393"/>
            </a:xfrm>
            <a:custGeom>
              <a:avLst/>
              <a:gdLst>
                <a:gd name="connsiteX0" fmla="*/ 541263 w 580959"/>
                <a:gd name="connsiteY0" fmla="*/ 79393 h 79393"/>
                <a:gd name="connsiteX1" fmla="*/ 39697 w 580959"/>
                <a:gd name="connsiteY1" fmla="*/ 79393 h 79393"/>
                <a:gd name="connsiteX2" fmla="*/ 0 w 580959"/>
                <a:gd name="connsiteY2" fmla="*/ 39697 h 79393"/>
                <a:gd name="connsiteX3" fmla="*/ 39697 w 580959"/>
                <a:gd name="connsiteY3" fmla="*/ 0 h 79393"/>
                <a:gd name="connsiteX4" fmla="*/ 541263 w 580959"/>
                <a:gd name="connsiteY4" fmla="*/ 0 h 79393"/>
                <a:gd name="connsiteX5" fmla="*/ 580960 w 580959"/>
                <a:gd name="connsiteY5" fmla="*/ 39697 h 79393"/>
                <a:gd name="connsiteX6" fmla="*/ 541263 w 58095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959" h="79393">
                  <a:moveTo>
                    <a:pt x="54126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41263" y="0"/>
                  </a:lnTo>
                  <a:cubicBezTo>
                    <a:pt x="563195" y="0"/>
                    <a:pt x="580960" y="17764"/>
                    <a:pt x="580960" y="39697"/>
                  </a:cubicBezTo>
                  <a:cubicBezTo>
                    <a:pt x="580960" y="61629"/>
                    <a:pt x="563195" y="79393"/>
                    <a:pt x="54126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4" name="Picture Placeholder 58">
              <a:extLst>
                <a:ext uri="{FF2B5EF4-FFF2-40B4-BE49-F238E27FC236}">
                  <a16:creationId xmlns:a16="http://schemas.microsoft.com/office/drawing/2014/main" id="{B710F6BB-B071-6AFC-87AF-AAF3FC2F558E}"/>
                </a:ext>
              </a:extLst>
            </p:cNvPr>
            <p:cNvGrpSpPr/>
            <p:nvPr/>
          </p:nvGrpSpPr>
          <p:grpSpPr>
            <a:xfrm>
              <a:off x="2949290" y="2531258"/>
              <a:ext cx="458841" cy="828618"/>
              <a:chOff x="2949290" y="2531258"/>
              <a:chExt cx="458841" cy="828618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B5141DC1-5F8C-7F18-1F6C-27B923489423}"/>
                  </a:ext>
                </a:extLst>
              </p:cNvPr>
              <p:cNvSpPr/>
              <p:nvPr/>
            </p:nvSpPr>
            <p:spPr>
              <a:xfrm>
                <a:off x="2949290" y="2531258"/>
                <a:ext cx="458841" cy="828618"/>
              </a:xfrm>
              <a:custGeom>
                <a:avLst/>
                <a:gdLst>
                  <a:gd name="connsiteX0" fmla="*/ 39674 w 458841"/>
                  <a:gd name="connsiteY0" fmla="*/ 828618 h 828618"/>
                  <a:gd name="connsiteX1" fmla="*/ 20124 w 458841"/>
                  <a:gd name="connsiteY1" fmla="*/ 823458 h 828618"/>
                  <a:gd name="connsiteX2" fmla="*/ 77 w 458841"/>
                  <a:gd name="connsiteY2" fmla="*/ 786441 h 828618"/>
                  <a:gd name="connsiteX3" fmla="*/ 7272 w 458841"/>
                  <a:gd name="connsiteY3" fmla="*/ 670576 h 828618"/>
                  <a:gd name="connsiteX4" fmla="*/ 10497 w 458841"/>
                  <a:gd name="connsiteY4" fmla="*/ 657179 h 828618"/>
                  <a:gd name="connsiteX5" fmla="*/ 286637 w 458841"/>
                  <a:gd name="connsiteY5" fmla="*/ 23820 h 828618"/>
                  <a:gd name="connsiteX6" fmla="*/ 309214 w 458841"/>
                  <a:gd name="connsiteY6" fmla="*/ 2483 h 828618"/>
                  <a:gd name="connsiteX7" fmla="*/ 340277 w 458841"/>
                  <a:gd name="connsiteY7" fmla="*/ 3972 h 828618"/>
                  <a:gd name="connsiteX8" fmla="*/ 436392 w 458841"/>
                  <a:gd name="connsiteY8" fmla="*/ 50417 h 828618"/>
                  <a:gd name="connsiteX9" fmla="*/ 455546 w 458841"/>
                  <a:gd name="connsiteY9" fmla="*/ 101973 h 828618"/>
                  <a:gd name="connsiteX10" fmla="*/ 181540 w 458841"/>
                  <a:gd name="connsiteY10" fmla="*/ 732106 h 828618"/>
                  <a:gd name="connsiteX11" fmla="*/ 167646 w 458841"/>
                  <a:gd name="connsiteY11" fmla="*/ 748977 h 828618"/>
                  <a:gd name="connsiteX12" fmla="*/ 62202 w 458841"/>
                  <a:gd name="connsiteY12" fmla="*/ 821622 h 828618"/>
                  <a:gd name="connsiteX13" fmla="*/ 39674 w 458841"/>
                  <a:gd name="connsiteY13" fmla="*/ 828618 h 828618"/>
                  <a:gd name="connsiteX14" fmla="*/ 145118 w 458841"/>
                  <a:gd name="connsiteY14" fmla="*/ 716277 h 828618"/>
                  <a:gd name="connsiteX15" fmla="*/ 145118 w 458841"/>
                  <a:gd name="connsiteY15" fmla="*/ 716277 h 828618"/>
                  <a:gd name="connsiteX16" fmla="*/ 145118 w 458841"/>
                  <a:gd name="connsiteY16" fmla="*/ 716277 h 828618"/>
                  <a:gd name="connsiteX17" fmla="*/ 86070 w 458841"/>
                  <a:gd name="connsiteY17" fmla="*/ 682485 h 828618"/>
                  <a:gd name="connsiteX18" fmla="*/ 84383 w 458841"/>
                  <a:gd name="connsiteY18" fmla="*/ 709925 h 828618"/>
                  <a:gd name="connsiteX19" fmla="*/ 113262 w 458841"/>
                  <a:gd name="connsiteY19" fmla="*/ 690028 h 828618"/>
                  <a:gd name="connsiteX20" fmla="*/ 367518 w 458841"/>
                  <a:gd name="connsiteY20" fmla="*/ 105297 h 828618"/>
                  <a:gd name="connsiteX21" fmla="*/ 342907 w 458841"/>
                  <a:gd name="connsiteY21" fmla="*/ 93388 h 828618"/>
                  <a:gd name="connsiteX22" fmla="*/ 86070 w 458841"/>
                  <a:gd name="connsiteY22" fmla="*/ 682535 h 828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58841" h="828618">
                    <a:moveTo>
                      <a:pt x="39674" y="828618"/>
                    </a:moveTo>
                    <a:cubicBezTo>
                      <a:pt x="32975" y="828618"/>
                      <a:pt x="26227" y="826931"/>
                      <a:pt x="20124" y="823458"/>
                    </a:cubicBezTo>
                    <a:cubicBezTo>
                      <a:pt x="6925" y="815965"/>
                      <a:pt x="-866" y="801625"/>
                      <a:pt x="77" y="786441"/>
                    </a:cubicBezTo>
                    <a:lnTo>
                      <a:pt x="7272" y="670576"/>
                    </a:lnTo>
                    <a:cubicBezTo>
                      <a:pt x="7570" y="665962"/>
                      <a:pt x="8661" y="661396"/>
                      <a:pt x="10497" y="657179"/>
                    </a:cubicBezTo>
                    <a:lnTo>
                      <a:pt x="286637" y="23820"/>
                    </a:lnTo>
                    <a:cubicBezTo>
                      <a:pt x="290954" y="13946"/>
                      <a:pt x="299091" y="6205"/>
                      <a:pt x="309214" y="2483"/>
                    </a:cubicBezTo>
                    <a:cubicBezTo>
                      <a:pt x="319337" y="-1288"/>
                      <a:pt x="330551" y="-742"/>
                      <a:pt x="340277" y="3972"/>
                    </a:cubicBezTo>
                    <a:lnTo>
                      <a:pt x="436392" y="50417"/>
                    </a:lnTo>
                    <a:cubicBezTo>
                      <a:pt x="455595" y="59696"/>
                      <a:pt x="464031" y="82472"/>
                      <a:pt x="455546" y="101973"/>
                    </a:cubicBezTo>
                    <a:lnTo>
                      <a:pt x="181540" y="732106"/>
                    </a:lnTo>
                    <a:cubicBezTo>
                      <a:pt x="178563" y="738904"/>
                      <a:pt x="173749" y="744759"/>
                      <a:pt x="167646" y="748977"/>
                    </a:cubicBezTo>
                    <a:lnTo>
                      <a:pt x="62202" y="821622"/>
                    </a:lnTo>
                    <a:cubicBezTo>
                      <a:pt x="55454" y="826286"/>
                      <a:pt x="47564" y="828618"/>
                      <a:pt x="39674" y="828618"/>
                    </a:cubicBezTo>
                    <a:close/>
                    <a:moveTo>
                      <a:pt x="145118" y="716277"/>
                    </a:moveTo>
                    <a:lnTo>
                      <a:pt x="145118" y="716277"/>
                    </a:lnTo>
                    <a:lnTo>
                      <a:pt x="145118" y="716277"/>
                    </a:lnTo>
                    <a:close/>
                    <a:moveTo>
                      <a:pt x="86070" y="682485"/>
                    </a:moveTo>
                    <a:lnTo>
                      <a:pt x="84383" y="709925"/>
                    </a:lnTo>
                    <a:lnTo>
                      <a:pt x="113262" y="690028"/>
                    </a:lnTo>
                    <a:lnTo>
                      <a:pt x="367518" y="105297"/>
                    </a:lnTo>
                    <a:lnTo>
                      <a:pt x="342907" y="93388"/>
                    </a:lnTo>
                    <a:lnTo>
                      <a:pt x="86070" y="682535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97C274CA-0154-DA5F-5CB7-F8D0FAB3D7CF}"/>
                  </a:ext>
                </a:extLst>
              </p:cNvPr>
              <p:cNvSpPr/>
              <p:nvPr/>
            </p:nvSpPr>
            <p:spPr>
              <a:xfrm>
                <a:off x="3178454" y="2649445"/>
                <a:ext cx="181833" cy="122624"/>
              </a:xfrm>
              <a:custGeom>
                <a:avLst/>
                <a:gdLst>
                  <a:gd name="connsiteX0" fmla="*/ 142125 w 181833"/>
                  <a:gd name="connsiteY0" fmla="*/ 122624 h 122624"/>
                  <a:gd name="connsiteX1" fmla="*/ 126693 w 181833"/>
                  <a:gd name="connsiteY1" fmla="*/ 119498 h 122624"/>
                  <a:gd name="connsiteX2" fmla="*/ 24276 w 181833"/>
                  <a:gd name="connsiteY2" fmla="*/ 76279 h 122624"/>
                  <a:gd name="connsiteX3" fmla="*/ 3138 w 181833"/>
                  <a:gd name="connsiteY3" fmla="*/ 24276 h 122624"/>
                  <a:gd name="connsiteX4" fmla="*/ 55140 w 181833"/>
                  <a:gd name="connsiteY4" fmla="*/ 3138 h 122624"/>
                  <a:gd name="connsiteX5" fmla="*/ 157558 w 181833"/>
                  <a:gd name="connsiteY5" fmla="*/ 46357 h 122624"/>
                  <a:gd name="connsiteX6" fmla="*/ 178696 w 181833"/>
                  <a:gd name="connsiteY6" fmla="*/ 98360 h 122624"/>
                  <a:gd name="connsiteX7" fmla="*/ 142125 w 181833"/>
                  <a:gd name="connsiteY7" fmla="*/ 122624 h 122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1833" h="122624">
                    <a:moveTo>
                      <a:pt x="142125" y="122624"/>
                    </a:moveTo>
                    <a:cubicBezTo>
                      <a:pt x="136965" y="122624"/>
                      <a:pt x="131755" y="121632"/>
                      <a:pt x="126693" y="119498"/>
                    </a:cubicBezTo>
                    <a:lnTo>
                      <a:pt x="24276" y="76279"/>
                    </a:lnTo>
                    <a:cubicBezTo>
                      <a:pt x="4081" y="67744"/>
                      <a:pt x="-5397" y="44472"/>
                      <a:pt x="3138" y="24276"/>
                    </a:cubicBezTo>
                    <a:cubicBezTo>
                      <a:pt x="11673" y="4081"/>
                      <a:pt x="34945" y="-5397"/>
                      <a:pt x="55140" y="3138"/>
                    </a:cubicBezTo>
                    <a:lnTo>
                      <a:pt x="157558" y="46357"/>
                    </a:lnTo>
                    <a:cubicBezTo>
                      <a:pt x="177753" y="54892"/>
                      <a:pt x="187231" y="78164"/>
                      <a:pt x="178696" y="98360"/>
                    </a:cubicBezTo>
                    <a:cubicBezTo>
                      <a:pt x="172295" y="113494"/>
                      <a:pt x="157607" y="122624"/>
                      <a:pt x="142125" y="12262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3A34200F-29BD-20A6-A26A-CEE7201D5E83}"/>
                  </a:ext>
                </a:extLst>
              </p:cNvPr>
              <p:cNvSpPr/>
              <p:nvPr/>
            </p:nvSpPr>
            <p:spPr>
              <a:xfrm>
                <a:off x="2989686" y="3091754"/>
                <a:ext cx="176496" cy="122585"/>
              </a:xfrm>
              <a:custGeom>
                <a:avLst/>
                <a:gdLst>
                  <a:gd name="connsiteX0" fmla="*/ 136728 w 176496"/>
                  <a:gd name="connsiteY0" fmla="*/ 122585 h 122585"/>
                  <a:gd name="connsiteX1" fmla="*/ 120650 w 176496"/>
                  <a:gd name="connsiteY1" fmla="*/ 119162 h 122585"/>
                  <a:gd name="connsiteX2" fmla="*/ 23592 w 176496"/>
                  <a:gd name="connsiteY2" fmla="*/ 75992 h 122585"/>
                  <a:gd name="connsiteX3" fmla="*/ 3446 w 176496"/>
                  <a:gd name="connsiteY3" fmla="*/ 23592 h 122585"/>
                  <a:gd name="connsiteX4" fmla="*/ 55846 w 176496"/>
                  <a:gd name="connsiteY4" fmla="*/ 3446 h 122585"/>
                  <a:gd name="connsiteX5" fmla="*/ 152904 w 176496"/>
                  <a:gd name="connsiteY5" fmla="*/ 46616 h 122585"/>
                  <a:gd name="connsiteX6" fmla="*/ 173050 w 176496"/>
                  <a:gd name="connsiteY6" fmla="*/ 99016 h 122585"/>
                  <a:gd name="connsiteX7" fmla="*/ 136777 w 176496"/>
                  <a:gd name="connsiteY7" fmla="*/ 122585 h 122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6496" h="122585">
                    <a:moveTo>
                      <a:pt x="136728" y="122585"/>
                    </a:moveTo>
                    <a:cubicBezTo>
                      <a:pt x="131319" y="122585"/>
                      <a:pt x="125861" y="121494"/>
                      <a:pt x="120650" y="119162"/>
                    </a:cubicBezTo>
                    <a:lnTo>
                      <a:pt x="23592" y="75992"/>
                    </a:lnTo>
                    <a:cubicBezTo>
                      <a:pt x="3545" y="67110"/>
                      <a:pt x="-5486" y="43639"/>
                      <a:pt x="3446" y="23592"/>
                    </a:cubicBezTo>
                    <a:cubicBezTo>
                      <a:pt x="12328" y="3545"/>
                      <a:pt x="35799" y="-5486"/>
                      <a:pt x="55846" y="3446"/>
                    </a:cubicBezTo>
                    <a:lnTo>
                      <a:pt x="152904" y="46616"/>
                    </a:lnTo>
                    <a:cubicBezTo>
                      <a:pt x="172951" y="55498"/>
                      <a:pt x="181982" y="78969"/>
                      <a:pt x="173050" y="99016"/>
                    </a:cubicBezTo>
                    <a:cubicBezTo>
                      <a:pt x="166450" y="113803"/>
                      <a:pt x="151961" y="122585"/>
                      <a:pt x="136777" y="1225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2EF5064A-BF42-765F-A8AF-1EFCF77A2066}"/>
              </a:ext>
            </a:extLst>
          </p:cNvPr>
          <p:cNvGrpSpPr/>
          <p:nvPr/>
        </p:nvGrpSpPr>
        <p:grpSpPr>
          <a:xfrm>
            <a:off x="4145423" y="2583859"/>
            <a:ext cx="828669" cy="743416"/>
            <a:chOff x="4145423" y="2583859"/>
            <a:chExt cx="828669" cy="743416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639E2B2-F206-734C-25A0-12DEB43FF448}"/>
                </a:ext>
              </a:extLst>
            </p:cNvPr>
            <p:cNvSpPr/>
            <p:nvPr/>
          </p:nvSpPr>
          <p:spPr>
            <a:xfrm>
              <a:off x="4145423" y="2583859"/>
              <a:ext cx="632190" cy="743367"/>
            </a:xfrm>
            <a:custGeom>
              <a:avLst/>
              <a:gdLst>
                <a:gd name="connsiteX0" fmla="*/ 382060 w 632190"/>
                <a:gd name="connsiteY0" fmla="*/ 743318 h 743367"/>
                <a:gd name="connsiteX1" fmla="*/ 165267 w 632190"/>
                <a:gd name="connsiteY1" fmla="*/ 743318 h 743367"/>
                <a:gd name="connsiteX2" fmla="*/ 115398 w 632190"/>
                <a:gd name="connsiteY2" fmla="*/ 696923 h 743367"/>
                <a:gd name="connsiteX3" fmla="*/ 109097 w 632190"/>
                <a:gd name="connsiteY3" fmla="*/ 606762 h 743367"/>
                <a:gd name="connsiteX4" fmla="*/ 75652 w 632190"/>
                <a:gd name="connsiteY4" fmla="*/ 523151 h 743367"/>
                <a:gd name="connsiteX5" fmla="*/ 6580 w 632190"/>
                <a:gd name="connsiteY5" fmla="*/ 357616 h 743367"/>
                <a:gd name="connsiteX6" fmla="*/ 179 w 632190"/>
                <a:gd name="connsiteY6" fmla="*/ 271773 h 743367"/>
                <a:gd name="connsiteX7" fmla="*/ 83939 w 632190"/>
                <a:gd name="connsiteY7" fmla="*/ 76465 h 743367"/>
                <a:gd name="connsiteX8" fmla="*/ 283216 w 632190"/>
                <a:gd name="connsiteY8" fmla="*/ 0 h 743367"/>
                <a:gd name="connsiteX9" fmla="*/ 500555 w 632190"/>
                <a:gd name="connsiteY9" fmla="*/ 80534 h 743367"/>
                <a:gd name="connsiteX10" fmla="*/ 580791 w 632190"/>
                <a:gd name="connsiteY10" fmla="*/ 289338 h 743367"/>
                <a:gd name="connsiteX11" fmla="*/ 627633 w 632190"/>
                <a:gd name="connsiteY11" fmla="*/ 424455 h 743367"/>
                <a:gd name="connsiteX12" fmla="*/ 620091 w 632190"/>
                <a:gd name="connsiteY12" fmla="*/ 488962 h 743367"/>
                <a:gd name="connsiteX13" fmla="*/ 561439 w 632190"/>
                <a:gd name="connsiteY13" fmla="*/ 520174 h 743367"/>
                <a:gd name="connsiteX14" fmla="*/ 552706 w 632190"/>
                <a:gd name="connsiteY14" fmla="*/ 520174 h 743367"/>
                <a:gd name="connsiteX15" fmla="*/ 542435 w 632190"/>
                <a:gd name="connsiteY15" fmla="*/ 587261 h 743367"/>
                <a:gd name="connsiteX16" fmla="*/ 456888 w 632190"/>
                <a:gd name="connsiteY16" fmla="*/ 660749 h 743367"/>
                <a:gd name="connsiteX17" fmla="*/ 432177 w 632190"/>
                <a:gd name="connsiteY17" fmla="*/ 660749 h 743367"/>
                <a:gd name="connsiteX18" fmla="*/ 432028 w 632190"/>
                <a:gd name="connsiteY18" fmla="*/ 693548 h 743367"/>
                <a:gd name="connsiteX19" fmla="*/ 382060 w 632190"/>
                <a:gd name="connsiteY19" fmla="*/ 743368 h 743367"/>
                <a:gd name="connsiteX20" fmla="*/ 352635 w 632190"/>
                <a:gd name="connsiteY20" fmla="*/ 693102 h 743367"/>
                <a:gd name="connsiteX21" fmla="*/ 352635 w 632190"/>
                <a:gd name="connsiteY21" fmla="*/ 693350 h 743367"/>
                <a:gd name="connsiteX22" fmla="*/ 352635 w 632190"/>
                <a:gd name="connsiteY22" fmla="*/ 693102 h 743367"/>
                <a:gd name="connsiteX23" fmla="*/ 194593 w 632190"/>
                <a:gd name="connsiteY23" fmla="*/ 691266 h 743367"/>
                <a:gd name="connsiteX24" fmla="*/ 194643 w 632190"/>
                <a:gd name="connsiteY24" fmla="*/ 691266 h 743367"/>
                <a:gd name="connsiteX25" fmla="*/ 194593 w 632190"/>
                <a:gd name="connsiteY25" fmla="*/ 691266 h 743367"/>
                <a:gd name="connsiteX26" fmla="*/ 192708 w 632190"/>
                <a:gd name="connsiteY26" fmla="*/ 663925 h 743367"/>
                <a:gd name="connsiteX27" fmla="*/ 352784 w 632190"/>
                <a:gd name="connsiteY27" fmla="*/ 663925 h 743367"/>
                <a:gd name="connsiteX28" fmla="*/ 352933 w 632190"/>
                <a:gd name="connsiteY28" fmla="*/ 620854 h 743367"/>
                <a:gd name="connsiteX29" fmla="*/ 392630 w 632190"/>
                <a:gd name="connsiteY29" fmla="*/ 581306 h 743367"/>
                <a:gd name="connsiteX30" fmla="*/ 456888 w 632190"/>
                <a:gd name="connsiteY30" fmla="*/ 581306 h 743367"/>
                <a:gd name="connsiteX31" fmla="*/ 463984 w 632190"/>
                <a:gd name="connsiteY31" fmla="*/ 575153 h 743367"/>
                <a:gd name="connsiteX32" fmla="*/ 479416 w 632190"/>
                <a:gd name="connsiteY32" fmla="*/ 474423 h 743367"/>
                <a:gd name="connsiteX33" fmla="*/ 518666 w 632190"/>
                <a:gd name="connsiteY33" fmla="*/ 440731 h 743367"/>
                <a:gd name="connsiteX34" fmla="*/ 549282 w 632190"/>
                <a:gd name="connsiteY34" fmla="*/ 440731 h 743367"/>
                <a:gd name="connsiteX35" fmla="*/ 503730 w 632190"/>
                <a:gd name="connsiteY35" fmla="*/ 309236 h 743367"/>
                <a:gd name="connsiteX36" fmla="*/ 501547 w 632190"/>
                <a:gd name="connsiteY36" fmla="*/ 296434 h 743367"/>
                <a:gd name="connsiteX37" fmla="*/ 444434 w 632190"/>
                <a:gd name="connsiteY37" fmla="*/ 136606 h 743367"/>
                <a:gd name="connsiteX38" fmla="*/ 283265 w 632190"/>
                <a:gd name="connsiteY38" fmla="*/ 79393 h 743367"/>
                <a:gd name="connsiteX39" fmla="*/ 138373 w 632190"/>
                <a:gd name="connsiteY39" fmla="*/ 134323 h 743367"/>
                <a:gd name="connsiteX40" fmla="*/ 79622 w 632190"/>
                <a:gd name="connsiteY40" fmla="*/ 272666 h 743367"/>
                <a:gd name="connsiteX41" fmla="*/ 79622 w 632190"/>
                <a:gd name="connsiteY41" fmla="*/ 274502 h 743367"/>
                <a:gd name="connsiteX42" fmla="*/ 85031 w 632190"/>
                <a:gd name="connsiteY42" fmla="*/ 344566 h 743367"/>
                <a:gd name="connsiteX43" fmla="*/ 137629 w 632190"/>
                <a:gd name="connsiteY43" fmla="*/ 473282 h 743367"/>
                <a:gd name="connsiteX44" fmla="*/ 188440 w 632190"/>
                <a:gd name="connsiteY44" fmla="*/ 601155 h 743367"/>
                <a:gd name="connsiteX45" fmla="*/ 192807 w 632190"/>
                <a:gd name="connsiteY45" fmla="*/ 663875 h 743367"/>
                <a:gd name="connsiteX46" fmla="*/ 39876 w 632190"/>
                <a:gd name="connsiteY46" fmla="*/ 272666 h 743367"/>
                <a:gd name="connsiteX47" fmla="*/ 39876 w 632190"/>
                <a:gd name="connsiteY47" fmla="*/ 272666 h 743367"/>
                <a:gd name="connsiteX48" fmla="*/ 39876 w 632190"/>
                <a:gd name="connsiteY48" fmla="*/ 272666 h 74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32190" h="743367">
                  <a:moveTo>
                    <a:pt x="382060" y="743318"/>
                  </a:moveTo>
                  <a:lnTo>
                    <a:pt x="165267" y="743318"/>
                  </a:lnTo>
                  <a:cubicBezTo>
                    <a:pt x="139216" y="743318"/>
                    <a:pt x="117334" y="722924"/>
                    <a:pt x="115398" y="696923"/>
                  </a:cubicBezTo>
                  <a:lnTo>
                    <a:pt x="109097" y="606762"/>
                  </a:lnTo>
                  <a:cubicBezTo>
                    <a:pt x="106963" y="576592"/>
                    <a:pt x="95401" y="547664"/>
                    <a:pt x="75652" y="523151"/>
                  </a:cubicBezTo>
                  <a:cubicBezTo>
                    <a:pt x="32333" y="469412"/>
                    <a:pt x="14172" y="403466"/>
                    <a:pt x="6580" y="357616"/>
                  </a:cubicBezTo>
                  <a:cubicBezTo>
                    <a:pt x="-913" y="312710"/>
                    <a:pt x="-119" y="278819"/>
                    <a:pt x="179" y="271773"/>
                  </a:cubicBezTo>
                  <a:cubicBezTo>
                    <a:pt x="477" y="196250"/>
                    <a:pt x="30200" y="126930"/>
                    <a:pt x="83939" y="76465"/>
                  </a:cubicBezTo>
                  <a:cubicBezTo>
                    <a:pt x="136338" y="27192"/>
                    <a:pt x="207098" y="0"/>
                    <a:pt x="283216" y="0"/>
                  </a:cubicBezTo>
                  <a:cubicBezTo>
                    <a:pt x="372781" y="0"/>
                    <a:pt x="447957" y="27837"/>
                    <a:pt x="500555" y="80534"/>
                  </a:cubicBezTo>
                  <a:cubicBezTo>
                    <a:pt x="551366" y="131495"/>
                    <a:pt x="579055" y="203594"/>
                    <a:pt x="580791" y="289338"/>
                  </a:cubicBezTo>
                  <a:lnTo>
                    <a:pt x="627633" y="424455"/>
                  </a:lnTo>
                  <a:cubicBezTo>
                    <a:pt x="635722" y="445891"/>
                    <a:pt x="632943" y="469908"/>
                    <a:pt x="620091" y="488962"/>
                  </a:cubicBezTo>
                  <a:cubicBezTo>
                    <a:pt x="606892" y="508513"/>
                    <a:pt x="584960" y="520174"/>
                    <a:pt x="561439" y="520174"/>
                  </a:cubicBezTo>
                  <a:lnTo>
                    <a:pt x="552706" y="520174"/>
                  </a:lnTo>
                  <a:lnTo>
                    <a:pt x="542435" y="587261"/>
                  </a:lnTo>
                  <a:cubicBezTo>
                    <a:pt x="535835" y="629835"/>
                    <a:pt x="499860" y="660749"/>
                    <a:pt x="456888" y="660749"/>
                  </a:cubicBezTo>
                  <a:lnTo>
                    <a:pt x="432177" y="660749"/>
                  </a:lnTo>
                  <a:lnTo>
                    <a:pt x="432028" y="693548"/>
                  </a:lnTo>
                  <a:cubicBezTo>
                    <a:pt x="432028" y="720939"/>
                    <a:pt x="409600" y="743368"/>
                    <a:pt x="382060" y="743368"/>
                  </a:cubicBezTo>
                  <a:close/>
                  <a:moveTo>
                    <a:pt x="352635" y="693102"/>
                  </a:moveTo>
                  <a:lnTo>
                    <a:pt x="352635" y="693350"/>
                  </a:lnTo>
                  <a:lnTo>
                    <a:pt x="352635" y="693102"/>
                  </a:lnTo>
                  <a:close/>
                  <a:moveTo>
                    <a:pt x="194593" y="691266"/>
                  </a:moveTo>
                  <a:lnTo>
                    <a:pt x="194643" y="691266"/>
                  </a:lnTo>
                  <a:lnTo>
                    <a:pt x="194593" y="691266"/>
                  </a:lnTo>
                  <a:close/>
                  <a:moveTo>
                    <a:pt x="192708" y="663925"/>
                  </a:moveTo>
                  <a:lnTo>
                    <a:pt x="352784" y="663925"/>
                  </a:lnTo>
                  <a:lnTo>
                    <a:pt x="352933" y="620854"/>
                  </a:lnTo>
                  <a:cubicBezTo>
                    <a:pt x="353032" y="598971"/>
                    <a:pt x="370747" y="581306"/>
                    <a:pt x="392630" y="581306"/>
                  </a:cubicBezTo>
                  <a:lnTo>
                    <a:pt x="456888" y="581306"/>
                  </a:lnTo>
                  <a:cubicBezTo>
                    <a:pt x="460560" y="581306"/>
                    <a:pt x="463438" y="578825"/>
                    <a:pt x="463984" y="575153"/>
                  </a:cubicBezTo>
                  <a:lnTo>
                    <a:pt x="479416" y="474423"/>
                  </a:lnTo>
                  <a:cubicBezTo>
                    <a:pt x="482393" y="455022"/>
                    <a:pt x="499066" y="440731"/>
                    <a:pt x="518666" y="440731"/>
                  </a:cubicBezTo>
                  <a:lnTo>
                    <a:pt x="549282" y="440731"/>
                  </a:lnTo>
                  <a:lnTo>
                    <a:pt x="503730" y="309236"/>
                  </a:lnTo>
                  <a:cubicBezTo>
                    <a:pt x="502291" y="305118"/>
                    <a:pt x="501547" y="300751"/>
                    <a:pt x="501547" y="296434"/>
                  </a:cubicBezTo>
                  <a:cubicBezTo>
                    <a:pt x="501249" y="229049"/>
                    <a:pt x="481500" y="173772"/>
                    <a:pt x="444434" y="136606"/>
                  </a:cubicBezTo>
                  <a:cubicBezTo>
                    <a:pt x="407069" y="99192"/>
                    <a:pt x="351345" y="79393"/>
                    <a:pt x="283265" y="79393"/>
                  </a:cubicBezTo>
                  <a:cubicBezTo>
                    <a:pt x="227492" y="79393"/>
                    <a:pt x="176035" y="98894"/>
                    <a:pt x="138373" y="134323"/>
                  </a:cubicBezTo>
                  <a:cubicBezTo>
                    <a:pt x="100512" y="169852"/>
                    <a:pt x="79672" y="218976"/>
                    <a:pt x="79622" y="272666"/>
                  </a:cubicBezTo>
                  <a:cubicBezTo>
                    <a:pt x="79622" y="273261"/>
                    <a:pt x="79622" y="273906"/>
                    <a:pt x="79622" y="274502"/>
                  </a:cubicBezTo>
                  <a:cubicBezTo>
                    <a:pt x="79622" y="274799"/>
                    <a:pt x="78282" y="304274"/>
                    <a:pt x="85031" y="344566"/>
                  </a:cubicBezTo>
                  <a:cubicBezTo>
                    <a:pt x="91084" y="381037"/>
                    <a:pt x="105127" y="432940"/>
                    <a:pt x="137629" y="473282"/>
                  </a:cubicBezTo>
                  <a:cubicBezTo>
                    <a:pt x="167600" y="510448"/>
                    <a:pt x="185165" y="554660"/>
                    <a:pt x="188440" y="601155"/>
                  </a:cubicBezTo>
                  <a:lnTo>
                    <a:pt x="192807" y="663875"/>
                  </a:lnTo>
                  <a:close/>
                  <a:moveTo>
                    <a:pt x="39876" y="272666"/>
                  </a:moveTo>
                  <a:lnTo>
                    <a:pt x="39876" y="272666"/>
                  </a:lnTo>
                  <a:lnTo>
                    <a:pt x="39876" y="272666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5110892-6B26-1C69-029E-2A16B522D8AA}"/>
                </a:ext>
              </a:extLst>
            </p:cNvPr>
            <p:cNvSpPr/>
            <p:nvPr/>
          </p:nvSpPr>
          <p:spPr>
            <a:xfrm>
              <a:off x="4341959" y="2583958"/>
              <a:ext cx="632133" cy="743317"/>
            </a:xfrm>
            <a:custGeom>
              <a:avLst/>
              <a:gdLst>
                <a:gd name="connsiteX0" fmla="*/ 466873 w 632133"/>
                <a:gd name="connsiteY0" fmla="*/ 743219 h 743317"/>
                <a:gd name="connsiteX1" fmla="*/ 250080 w 632133"/>
                <a:gd name="connsiteY1" fmla="*/ 743219 h 743317"/>
                <a:gd name="connsiteX2" fmla="*/ 200112 w 632133"/>
                <a:gd name="connsiteY2" fmla="*/ 693251 h 743317"/>
                <a:gd name="connsiteX3" fmla="*/ 199963 w 632133"/>
                <a:gd name="connsiteY3" fmla="*/ 660650 h 743317"/>
                <a:gd name="connsiteX4" fmla="*/ 175252 w 632133"/>
                <a:gd name="connsiteY4" fmla="*/ 660650 h 743317"/>
                <a:gd name="connsiteX5" fmla="*/ 89706 w 632133"/>
                <a:gd name="connsiteY5" fmla="*/ 587261 h 743317"/>
                <a:gd name="connsiteX6" fmla="*/ 79434 w 632133"/>
                <a:gd name="connsiteY6" fmla="*/ 520124 h 743317"/>
                <a:gd name="connsiteX7" fmla="*/ 70701 w 632133"/>
                <a:gd name="connsiteY7" fmla="*/ 520124 h 743317"/>
                <a:gd name="connsiteX8" fmla="*/ 12099 w 632133"/>
                <a:gd name="connsiteY8" fmla="*/ 488962 h 743317"/>
                <a:gd name="connsiteX9" fmla="*/ 4557 w 632133"/>
                <a:gd name="connsiteY9" fmla="*/ 424455 h 743317"/>
                <a:gd name="connsiteX10" fmla="*/ 51399 w 632133"/>
                <a:gd name="connsiteY10" fmla="*/ 289338 h 743317"/>
                <a:gd name="connsiteX11" fmla="*/ 131586 w 632133"/>
                <a:gd name="connsiteY11" fmla="*/ 80534 h 743317"/>
                <a:gd name="connsiteX12" fmla="*/ 348974 w 632133"/>
                <a:gd name="connsiteY12" fmla="*/ 0 h 743317"/>
                <a:gd name="connsiteX13" fmla="*/ 548251 w 632133"/>
                <a:gd name="connsiteY13" fmla="*/ 76515 h 743317"/>
                <a:gd name="connsiteX14" fmla="*/ 631961 w 632133"/>
                <a:gd name="connsiteY14" fmla="*/ 271773 h 743317"/>
                <a:gd name="connsiteX15" fmla="*/ 625560 w 632133"/>
                <a:gd name="connsiteY15" fmla="*/ 357666 h 743317"/>
                <a:gd name="connsiteX16" fmla="*/ 556488 w 632133"/>
                <a:gd name="connsiteY16" fmla="*/ 523151 h 743317"/>
                <a:gd name="connsiteX17" fmla="*/ 523044 w 632133"/>
                <a:gd name="connsiteY17" fmla="*/ 606811 h 743317"/>
                <a:gd name="connsiteX18" fmla="*/ 516792 w 632133"/>
                <a:gd name="connsiteY18" fmla="*/ 696774 h 743317"/>
                <a:gd name="connsiteX19" fmla="*/ 466923 w 632133"/>
                <a:gd name="connsiteY19" fmla="*/ 743318 h 743317"/>
                <a:gd name="connsiteX20" fmla="*/ 279505 w 632133"/>
                <a:gd name="connsiteY20" fmla="*/ 692854 h 743317"/>
                <a:gd name="connsiteX21" fmla="*/ 279505 w 632133"/>
                <a:gd name="connsiteY21" fmla="*/ 693102 h 743317"/>
                <a:gd name="connsiteX22" fmla="*/ 279505 w 632133"/>
                <a:gd name="connsiteY22" fmla="*/ 692854 h 743317"/>
                <a:gd name="connsiteX23" fmla="*/ 279406 w 632133"/>
                <a:gd name="connsiteY23" fmla="*/ 663826 h 743317"/>
                <a:gd name="connsiteX24" fmla="*/ 439483 w 632133"/>
                <a:gd name="connsiteY24" fmla="*/ 663826 h 743317"/>
                <a:gd name="connsiteX25" fmla="*/ 443849 w 632133"/>
                <a:gd name="connsiteY25" fmla="*/ 601155 h 743317"/>
                <a:gd name="connsiteX26" fmla="*/ 494710 w 632133"/>
                <a:gd name="connsiteY26" fmla="*/ 473232 h 743317"/>
                <a:gd name="connsiteX27" fmla="*/ 547308 w 632133"/>
                <a:gd name="connsiteY27" fmla="*/ 344516 h 743317"/>
                <a:gd name="connsiteX28" fmla="*/ 552717 w 632133"/>
                <a:gd name="connsiteY28" fmla="*/ 274452 h 743317"/>
                <a:gd name="connsiteX29" fmla="*/ 552717 w 632133"/>
                <a:gd name="connsiteY29" fmla="*/ 272616 h 743317"/>
                <a:gd name="connsiteX30" fmla="*/ 494016 w 632133"/>
                <a:gd name="connsiteY30" fmla="*/ 134274 h 743317"/>
                <a:gd name="connsiteX31" fmla="*/ 349074 w 632133"/>
                <a:gd name="connsiteY31" fmla="*/ 79343 h 743317"/>
                <a:gd name="connsiteX32" fmla="*/ 187905 w 632133"/>
                <a:gd name="connsiteY32" fmla="*/ 136556 h 743317"/>
                <a:gd name="connsiteX33" fmla="*/ 130792 w 632133"/>
                <a:gd name="connsiteY33" fmla="*/ 296384 h 743317"/>
                <a:gd name="connsiteX34" fmla="*/ 128609 w 632133"/>
                <a:gd name="connsiteY34" fmla="*/ 309187 h 743317"/>
                <a:gd name="connsiteX35" fmla="*/ 83057 w 632133"/>
                <a:gd name="connsiteY35" fmla="*/ 440681 h 743317"/>
                <a:gd name="connsiteX36" fmla="*/ 113673 w 632133"/>
                <a:gd name="connsiteY36" fmla="*/ 440681 h 743317"/>
                <a:gd name="connsiteX37" fmla="*/ 152923 w 632133"/>
                <a:gd name="connsiteY37" fmla="*/ 474374 h 743317"/>
                <a:gd name="connsiteX38" fmla="*/ 168355 w 632133"/>
                <a:gd name="connsiteY38" fmla="*/ 575153 h 743317"/>
                <a:gd name="connsiteX39" fmla="*/ 175451 w 632133"/>
                <a:gd name="connsiteY39" fmla="*/ 581257 h 743317"/>
                <a:gd name="connsiteX40" fmla="*/ 239709 w 632133"/>
                <a:gd name="connsiteY40" fmla="*/ 581257 h 743317"/>
                <a:gd name="connsiteX41" fmla="*/ 279406 w 632133"/>
                <a:gd name="connsiteY41" fmla="*/ 620804 h 743317"/>
                <a:gd name="connsiteX42" fmla="*/ 279555 w 632133"/>
                <a:gd name="connsiteY42" fmla="*/ 663875 h 7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32133" h="743317">
                  <a:moveTo>
                    <a:pt x="466873" y="743219"/>
                  </a:moveTo>
                  <a:lnTo>
                    <a:pt x="250080" y="743219"/>
                  </a:lnTo>
                  <a:cubicBezTo>
                    <a:pt x="222541" y="743219"/>
                    <a:pt x="200112" y="720790"/>
                    <a:pt x="200112" y="693251"/>
                  </a:cubicBezTo>
                  <a:lnTo>
                    <a:pt x="199963" y="660650"/>
                  </a:lnTo>
                  <a:lnTo>
                    <a:pt x="175252" y="660650"/>
                  </a:lnTo>
                  <a:cubicBezTo>
                    <a:pt x="132231" y="660650"/>
                    <a:pt x="96256" y="629786"/>
                    <a:pt x="89706" y="587261"/>
                  </a:cubicBezTo>
                  <a:lnTo>
                    <a:pt x="79434" y="520124"/>
                  </a:lnTo>
                  <a:lnTo>
                    <a:pt x="70701" y="520124"/>
                  </a:lnTo>
                  <a:cubicBezTo>
                    <a:pt x="47181" y="520124"/>
                    <a:pt x="25249" y="508463"/>
                    <a:pt x="12099" y="488962"/>
                  </a:cubicBezTo>
                  <a:cubicBezTo>
                    <a:pt x="-753" y="469908"/>
                    <a:pt x="-3531" y="445842"/>
                    <a:pt x="4557" y="424455"/>
                  </a:cubicBezTo>
                  <a:lnTo>
                    <a:pt x="51399" y="289338"/>
                  </a:lnTo>
                  <a:cubicBezTo>
                    <a:pt x="53135" y="203544"/>
                    <a:pt x="80774" y="131495"/>
                    <a:pt x="131586" y="80534"/>
                  </a:cubicBezTo>
                  <a:cubicBezTo>
                    <a:pt x="184233" y="27837"/>
                    <a:pt x="259359" y="0"/>
                    <a:pt x="348974" y="0"/>
                  </a:cubicBezTo>
                  <a:cubicBezTo>
                    <a:pt x="425043" y="0"/>
                    <a:pt x="495852" y="27143"/>
                    <a:pt x="548251" y="76515"/>
                  </a:cubicBezTo>
                  <a:cubicBezTo>
                    <a:pt x="601991" y="126930"/>
                    <a:pt x="631713" y="196250"/>
                    <a:pt x="631961" y="271773"/>
                  </a:cubicBezTo>
                  <a:cubicBezTo>
                    <a:pt x="632259" y="278868"/>
                    <a:pt x="633003" y="312759"/>
                    <a:pt x="625560" y="357666"/>
                  </a:cubicBezTo>
                  <a:cubicBezTo>
                    <a:pt x="617919" y="403515"/>
                    <a:pt x="599758" y="469412"/>
                    <a:pt x="556488" y="523151"/>
                  </a:cubicBezTo>
                  <a:cubicBezTo>
                    <a:pt x="536739" y="547664"/>
                    <a:pt x="525178" y="576592"/>
                    <a:pt x="523044" y="606811"/>
                  </a:cubicBezTo>
                  <a:lnTo>
                    <a:pt x="516792" y="696774"/>
                  </a:lnTo>
                  <a:cubicBezTo>
                    <a:pt x="514856" y="722924"/>
                    <a:pt x="492974" y="743318"/>
                    <a:pt x="466923" y="743318"/>
                  </a:cubicBezTo>
                  <a:close/>
                  <a:moveTo>
                    <a:pt x="279505" y="692854"/>
                  </a:moveTo>
                  <a:lnTo>
                    <a:pt x="279505" y="693102"/>
                  </a:lnTo>
                  <a:lnTo>
                    <a:pt x="279505" y="692854"/>
                  </a:lnTo>
                  <a:close/>
                  <a:moveTo>
                    <a:pt x="279406" y="663826"/>
                  </a:moveTo>
                  <a:lnTo>
                    <a:pt x="439483" y="663826"/>
                  </a:lnTo>
                  <a:lnTo>
                    <a:pt x="443849" y="601155"/>
                  </a:lnTo>
                  <a:cubicBezTo>
                    <a:pt x="447124" y="554660"/>
                    <a:pt x="464740" y="510448"/>
                    <a:pt x="494710" y="473232"/>
                  </a:cubicBezTo>
                  <a:cubicBezTo>
                    <a:pt x="527212" y="432891"/>
                    <a:pt x="541255" y="380988"/>
                    <a:pt x="547308" y="344516"/>
                  </a:cubicBezTo>
                  <a:cubicBezTo>
                    <a:pt x="554007" y="304224"/>
                    <a:pt x="552717" y="274750"/>
                    <a:pt x="552717" y="274452"/>
                  </a:cubicBezTo>
                  <a:cubicBezTo>
                    <a:pt x="552717" y="273857"/>
                    <a:pt x="552717" y="273212"/>
                    <a:pt x="552717" y="272616"/>
                  </a:cubicBezTo>
                  <a:cubicBezTo>
                    <a:pt x="552717" y="218926"/>
                    <a:pt x="531827" y="169802"/>
                    <a:pt x="494016" y="134274"/>
                  </a:cubicBezTo>
                  <a:cubicBezTo>
                    <a:pt x="456354" y="98844"/>
                    <a:pt x="404897" y="79343"/>
                    <a:pt x="349074" y="79343"/>
                  </a:cubicBezTo>
                  <a:cubicBezTo>
                    <a:pt x="281044" y="79343"/>
                    <a:pt x="225270" y="99142"/>
                    <a:pt x="187905" y="136556"/>
                  </a:cubicBezTo>
                  <a:cubicBezTo>
                    <a:pt x="150839" y="173722"/>
                    <a:pt x="131090" y="228950"/>
                    <a:pt x="130792" y="296384"/>
                  </a:cubicBezTo>
                  <a:cubicBezTo>
                    <a:pt x="130792" y="300751"/>
                    <a:pt x="130048" y="305068"/>
                    <a:pt x="128609" y="309187"/>
                  </a:cubicBezTo>
                  <a:lnTo>
                    <a:pt x="83057" y="440681"/>
                  </a:lnTo>
                  <a:lnTo>
                    <a:pt x="113673" y="440681"/>
                  </a:lnTo>
                  <a:cubicBezTo>
                    <a:pt x="133273" y="440681"/>
                    <a:pt x="149946" y="454972"/>
                    <a:pt x="152923" y="474374"/>
                  </a:cubicBezTo>
                  <a:lnTo>
                    <a:pt x="168355" y="575153"/>
                  </a:lnTo>
                  <a:cubicBezTo>
                    <a:pt x="168901" y="578776"/>
                    <a:pt x="171779" y="581257"/>
                    <a:pt x="175451" y="581257"/>
                  </a:cubicBezTo>
                  <a:lnTo>
                    <a:pt x="239709" y="581257"/>
                  </a:lnTo>
                  <a:cubicBezTo>
                    <a:pt x="261592" y="581257"/>
                    <a:pt x="279307" y="598922"/>
                    <a:pt x="279406" y="620804"/>
                  </a:cubicBezTo>
                  <a:lnTo>
                    <a:pt x="279555" y="66387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C4010E92-1AB9-DB84-41AC-3DAA2D2FE788}"/>
              </a:ext>
            </a:extLst>
          </p:cNvPr>
          <p:cNvGrpSpPr/>
          <p:nvPr/>
        </p:nvGrpSpPr>
        <p:grpSpPr>
          <a:xfrm>
            <a:off x="5479435" y="2540937"/>
            <a:ext cx="800432" cy="831096"/>
            <a:chOff x="5479435" y="2540937"/>
            <a:chExt cx="800432" cy="831096"/>
          </a:xfrm>
        </p:grpSpPr>
        <p:grpSp>
          <p:nvGrpSpPr>
            <p:cNvPr id="122" name="Picture Placeholder 62">
              <a:extLst>
                <a:ext uri="{FF2B5EF4-FFF2-40B4-BE49-F238E27FC236}">
                  <a16:creationId xmlns:a16="http://schemas.microsoft.com/office/drawing/2014/main" id="{3A69F153-087E-AC44-FD2D-AE563E022F56}"/>
                </a:ext>
              </a:extLst>
            </p:cNvPr>
            <p:cNvGrpSpPr/>
            <p:nvPr/>
          </p:nvGrpSpPr>
          <p:grpSpPr>
            <a:xfrm>
              <a:off x="5479435" y="2540937"/>
              <a:ext cx="636931" cy="829211"/>
              <a:chOff x="5479435" y="2540937"/>
              <a:chExt cx="636931" cy="829211"/>
            </a:xfrm>
          </p:grpSpPr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47F679C3-2560-12C7-E77F-52366204E239}"/>
                  </a:ext>
                </a:extLst>
              </p:cNvPr>
              <p:cNvSpPr/>
              <p:nvPr/>
            </p:nvSpPr>
            <p:spPr>
              <a:xfrm>
                <a:off x="5479435" y="2540937"/>
                <a:ext cx="636931" cy="829211"/>
              </a:xfrm>
              <a:custGeom>
                <a:avLst/>
                <a:gdLst>
                  <a:gd name="connsiteX0" fmla="*/ 428723 w 636931"/>
                  <a:gd name="connsiteY0" fmla="*/ 829162 h 829211"/>
                  <a:gd name="connsiteX1" fmla="*/ 39697 w 636931"/>
                  <a:gd name="connsiteY1" fmla="*/ 829162 h 829211"/>
                  <a:gd name="connsiteX2" fmla="*/ 0 w 636931"/>
                  <a:gd name="connsiteY2" fmla="*/ 789465 h 829211"/>
                  <a:gd name="connsiteX3" fmla="*/ 0 w 636931"/>
                  <a:gd name="connsiteY3" fmla="*/ 39697 h 829211"/>
                  <a:gd name="connsiteX4" fmla="*/ 39697 w 636931"/>
                  <a:gd name="connsiteY4" fmla="*/ 0 h 829211"/>
                  <a:gd name="connsiteX5" fmla="*/ 411207 w 636931"/>
                  <a:gd name="connsiteY5" fmla="*/ 0 h 829211"/>
                  <a:gd name="connsiteX6" fmla="*/ 439392 w 636931"/>
                  <a:gd name="connsiteY6" fmla="*/ 11760 h 829211"/>
                  <a:gd name="connsiteX7" fmla="*/ 625420 w 636931"/>
                  <a:gd name="connsiteY7" fmla="*/ 199475 h 829211"/>
                  <a:gd name="connsiteX8" fmla="*/ 636932 w 636931"/>
                  <a:gd name="connsiteY8" fmla="*/ 227412 h 829211"/>
                  <a:gd name="connsiteX9" fmla="*/ 636932 w 636931"/>
                  <a:gd name="connsiteY9" fmla="*/ 377415 h 829211"/>
                  <a:gd name="connsiteX10" fmla="*/ 597235 w 636931"/>
                  <a:gd name="connsiteY10" fmla="*/ 417112 h 829211"/>
                  <a:gd name="connsiteX11" fmla="*/ 557539 w 636931"/>
                  <a:gd name="connsiteY11" fmla="*/ 377415 h 829211"/>
                  <a:gd name="connsiteX12" fmla="*/ 557539 w 636931"/>
                  <a:gd name="connsiteY12" fmla="*/ 243786 h 829211"/>
                  <a:gd name="connsiteX13" fmla="*/ 394683 w 636931"/>
                  <a:gd name="connsiteY13" fmla="*/ 79443 h 829211"/>
                  <a:gd name="connsiteX14" fmla="*/ 79393 w 636931"/>
                  <a:gd name="connsiteY14" fmla="*/ 79443 h 829211"/>
                  <a:gd name="connsiteX15" fmla="*/ 79393 w 636931"/>
                  <a:gd name="connsiteY15" fmla="*/ 749818 h 829211"/>
                  <a:gd name="connsiteX16" fmla="*/ 428723 w 636931"/>
                  <a:gd name="connsiteY16" fmla="*/ 749818 h 829211"/>
                  <a:gd name="connsiteX17" fmla="*/ 468420 w 636931"/>
                  <a:gd name="connsiteY17" fmla="*/ 789515 h 829211"/>
                  <a:gd name="connsiteX18" fmla="*/ 428723 w 636931"/>
                  <a:gd name="connsiteY18" fmla="*/ 829211 h 829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6931" h="829211">
                    <a:moveTo>
                      <a:pt x="428723" y="829162"/>
                    </a:moveTo>
                    <a:lnTo>
                      <a:pt x="39697" y="829162"/>
                    </a:lnTo>
                    <a:cubicBezTo>
                      <a:pt x="17764" y="829162"/>
                      <a:pt x="0" y="811397"/>
                      <a:pt x="0" y="78946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lnTo>
                      <a:pt x="411207" y="0"/>
                    </a:lnTo>
                    <a:cubicBezTo>
                      <a:pt x="421776" y="0"/>
                      <a:pt x="431949" y="4218"/>
                      <a:pt x="439392" y="11760"/>
                    </a:cubicBezTo>
                    <a:lnTo>
                      <a:pt x="625420" y="199475"/>
                    </a:lnTo>
                    <a:cubicBezTo>
                      <a:pt x="632764" y="206918"/>
                      <a:pt x="636932" y="216942"/>
                      <a:pt x="636932" y="227412"/>
                    </a:cubicBezTo>
                    <a:lnTo>
                      <a:pt x="636932" y="377415"/>
                    </a:lnTo>
                    <a:cubicBezTo>
                      <a:pt x="636932" y="399347"/>
                      <a:pt x="619168" y="417112"/>
                      <a:pt x="597235" y="417112"/>
                    </a:cubicBezTo>
                    <a:cubicBezTo>
                      <a:pt x="575303" y="417112"/>
                      <a:pt x="557539" y="399347"/>
                      <a:pt x="557539" y="377415"/>
                    </a:cubicBezTo>
                    <a:lnTo>
                      <a:pt x="557539" y="243786"/>
                    </a:lnTo>
                    <a:lnTo>
                      <a:pt x="394683" y="79443"/>
                    </a:lnTo>
                    <a:lnTo>
                      <a:pt x="79393" y="79443"/>
                    </a:lnTo>
                    <a:lnTo>
                      <a:pt x="79393" y="749818"/>
                    </a:lnTo>
                    <a:lnTo>
                      <a:pt x="428723" y="749818"/>
                    </a:lnTo>
                    <a:cubicBezTo>
                      <a:pt x="450656" y="749818"/>
                      <a:pt x="468420" y="767582"/>
                      <a:pt x="468420" y="789515"/>
                    </a:cubicBezTo>
                    <a:cubicBezTo>
                      <a:pt x="468420" y="811447"/>
                      <a:pt x="450656" y="829211"/>
                      <a:pt x="428723" y="8292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0CBE0BDC-4026-4379-B31E-37BBAC932E51}"/>
                  </a:ext>
                </a:extLst>
              </p:cNvPr>
              <p:cNvSpPr/>
              <p:nvPr/>
            </p:nvSpPr>
            <p:spPr>
              <a:xfrm>
                <a:off x="5850945" y="2540937"/>
                <a:ext cx="265421" cy="267108"/>
              </a:xfrm>
              <a:custGeom>
                <a:avLst/>
                <a:gdLst>
                  <a:gd name="connsiteX0" fmla="*/ 225725 w 265421"/>
                  <a:gd name="connsiteY0" fmla="*/ 267108 h 267108"/>
                  <a:gd name="connsiteX1" fmla="*/ 39697 w 265421"/>
                  <a:gd name="connsiteY1" fmla="*/ 267108 h 267108"/>
                  <a:gd name="connsiteX2" fmla="*/ 0 w 265421"/>
                  <a:gd name="connsiteY2" fmla="*/ 227412 h 267108"/>
                  <a:gd name="connsiteX3" fmla="*/ 0 w 265421"/>
                  <a:gd name="connsiteY3" fmla="*/ 39697 h 267108"/>
                  <a:gd name="connsiteX4" fmla="*/ 39697 w 265421"/>
                  <a:gd name="connsiteY4" fmla="*/ 0 h 267108"/>
                  <a:gd name="connsiteX5" fmla="*/ 79393 w 265421"/>
                  <a:gd name="connsiteY5" fmla="*/ 39697 h 267108"/>
                  <a:gd name="connsiteX6" fmla="*/ 79393 w 265421"/>
                  <a:gd name="connsiteY6" fmla="*/ 187715 h 267108"/>
                  <a:gd name="connsiteX7" fmla="*/ 225725 w 265421"/>
                  <a:gd name="connsiteY7" fmla="*/ 187715 h 267108"/>
                  <a:gd name="connsiteX8" fmla="*/ 265421 w 265421"/>
                  <a:gd name="connsiteY8" fmla="*/ 227412 h 267108"/>
                  <a:gd name="connsiteX9" fmla="*/ 225725 w 265421"/>
                  <a:gd name="connsiteY9" fmla="*/ 267108 h 26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421" h="267108">
                    <a:moveTo>
                      <a:pt x="225725" y="267108"/>
                    </a:moveTo>
                    <a:lnTo>
                      <a:pt x="39697" y="267108"/>
                    </a:lnTo>
                    <a:cubicBezTo>
                      <a:pt x="17764" y="267108"/>
                      <a:pt x="0" y="249344"/>
                      <a:pt x="0" y="227412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87715"/>
                    </a:lnTo>
                    <a:lnTo>
                      <a:pt x="225725" y="187715"/>
                    </a:lnTo>
                    <a:cubicBezTo>
                      <a:pt x="247657" y="187715"/>
                      <a:pt x="265421" y="205479"/>
                      <a:pt x="265421" y="227412"/>
                    </a:cubicBezTo>
                    <a:cubicBezTo>
                      <a:pt x="265421" y="249344"/>
                      <a:pt x="247657" y="267108"/>
                      <a:pt x="225725" y="2671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74E5EE7C-F0E8-37B7-1C0D-132EC3C0134F}"/>
                  </a:ext>
                </a:extLst>
              </p:cNvPr>
              <p:cNvSpPr/>
              <p:nvPr/>
            </p:nvSpPr>
            <p:spPr>
              <a:xfrm>
                <a:off x="5635641" y="2884014"/>
                <a:ext cx="264925" cy="79393"/>
              </a:xfrm>
              <a:custGeom>
                <a:avLst/>
                <a:gdLst>
                  <a:gd name="connsiteX0" fmla="*/ 225229 w 264925"/>
                  <a:gd name="connsiteY0" fmla="*/ 79393 h 79393"/>
                  <a:gd name="connsiteX1" fmla="*/ 39697 w 264925"/>
                  <a:gd name="connsiteY1" fmla="*/ 79393 h 79393"/>
                  <a:gd name="connsiteX2" fmla="*/ 0 w 264925"/>
                  <a:gd name="connsiteY2" fmla="*/ 39697 h 79393"/>
                  <a:gd name="connsiteX3" fmla="*/ 39697 w 264925"/>
                  <a:gd name="connsiteY3" fmla="*/ 0 h 79393"/>
                  <a:gd name="connsiteX4" fmla="*/ 225229 w 264925"/>
                  <a:gd name="connsiteY4" fmla="*/ 0 h 79393"/>
                  <a:gd name="connsiteX5" fmla="*/ 264925 w 264925"/>
                  <a:gd name="connsiteY5" fmla="*/ 39697 h 79393"/>
                  <a:gd name="connsiteX6" fmla="*/ 225229 w 26492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925" h="79393">
                    <a:moveTo>
                      <a:pt x="22522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5229" y="0"/>
                    </a:lnTo>
                    <a:cubicBezTo>
                      <a:pt x="247161" y="0"/>
                      <a:pt x="264925" y="17764"/>
                      <a:pt x="264925" y="39697"/>
                    </a:cubicBezTo>
                    <a:cubicBezTo>
                      <a:pt x="264925" y="61629"/>
                      <a:pt x="247161" y="79393"/>
                      <a:pt x="225229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5806EB7A-0721-A46B-2BF8-233CC326450F}"/>
                  </a:ext>
                </a:extLst>
              </p:cNvPr>
              <p:cNvSpPr/>
              <p:nvPr/>
            </p:nvSpPr>
            <p:spPr>
              <a:xfrm>
                <a:off x="5635641" y="3013673"/>
                <a:ext cx="264925" cy="79393"/>
              </a:xfrm>
              <a:custGeom>
                <a:avLst/>
                <a:gdLst>
                  <a:gd name="connsiteX0" fmla="*/ 225229 w 264925"/>
                  <a:gd name="connsiteY0" fmla="*/ 79393 h 79393"/>
                  <a:gd name="connsiteX1" fmla="*/ 39697 w 264925"/>
                  <a:gd name="connsiteY1" fmla="*/ 79393 h 79393"/>
                  <a:gd name="connsiteX2" fmla="*/ 0 w 264925"/>
                  <a:gd name="connsiteY2" fmla="*/ 39697 h 79393"/>
                  <a:gd name="connsiteX3" fmla="*/ 39697 w 264925"/>
                  <a:gd name="connsiteY3" fmla="*/ 0 h 79393"/>
                  <a:gd name="connsiteX4" fmla="*/ 225229 w 264925"/>
                  <a:gd name="connsiteY4" fmla="*/ 0 h 79393"/>
                  <a:gd name="connsiteX5" fmla="*/ 264925 w 264925"/>
                  <a:gd name="connsiteY5" fmla="*/ 39697 h 79393"/>
                  <a:gd name="connsiteX6" fmla="*/ 225229 w 26492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925" h="79393">
                    <a:moveTo>
                      <a:pt x="22522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5229" y="0"/>
                    </a:lnTo>
                    <a:cubicBezTo>
                      <a:pt x="247161" y="0"/>
                      <a:pt x="264925" y="17764"/>
                      <a:pt x="264925" y="39697"/>
                    </a:cubicBezTo>
                    <a:cubicBezTo>
                      <a:pt x="264925" y="61629"/>
                      <a:pt x="247161" y="79393"/>
                      <a:pt x="225229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7" name="Picture Placeholder 62">
              <a:extLst>
                <a:ext uri="{FF2B5EF4-FFF2-40B4-BE49-F238E27FC236}">
                  <a16:creationId xmlns:a16="http://schemas.microsoft.com/office/drawing/2014/main" id="{3B9DDCEC-1EEE-0385-F283-2C7C60413D8B}"/>
                </a:ext>
              </a:extLst>
            </p:cNvPr>
            <p:cNvGrpSpPr/>
            <p:nvPr/>
          </p:nvGrpSpPr>
          <p:grpSpPr>
            <a:xfrm>
              <a:off x="5875458" y="2878655"/>
              <a:ext cx="404409" cy="493378"/>
              <a:chOff x="5875458" y="2878655"/>
              <a:chExt cx="404409" cy="493378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5E3F993F-5DF8-255D-CF3D-247E16597484}"/>
                  </a:ext>
                </a:extLst>
              </p:cNvPr>
              <p:cNvSpPr/>
              <p:nvPr/>
            </p:nvSpPr>
            <p:spPr>
              <a:xfrm>
                <a:off x="5956290" y="2878655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1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0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0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1" y="144446"/>
                      <a:pt x="163351" y="121323"/>
                    </a:cubicBezTo>
                    <a:cubicBezTo>
                      <a:pt x="163351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B479C136-6380-6E9C-C39F-1AF7AEFD40A8}"/>
                  </a:ext>
                </a:extLst>
              </p:cNvPr>
              <p:cNvSpPr/>
              <p:nvPr/>
            </p:nvSpPr>
            <p:spPr>
              <a:xfrm>
                <a:off x="5875458" y="3075103"/>
                <a:ext cx="404409" cy="296930"/>
              </a:xfrm>
              <a:custGeom>
                <a:avLst/>
                <a:gdLst>
                  <a:gd name="connsiteX0" fmla="*/ 364713 w 404409"/>
                  <a:gd name="connsiteY0" fmla="*/ 296930 h 296930"/>
                  <a:gd name="connsiteX1" fmla="*/ 325016 w 404409"/>
                  <a:gd name="connsiteY1" fmla="*/ 257234 h 296930"/>
                  <a:gd name="connsiteX2" fmla="*/ 325016 w 404409"/>
                  <a:gd name="connsiteY2" fmla="*/ 202204 h 296930"/>
                  <a:gd name="connsiteX3" fmla="*/ 202205 w 404409"/>
                  <a:gd name="connsiteY3" fmla="*/ 79393 h 296930"/>
                  <a:gd name="connsiteX4" fmla="*/ 79393 w 404409"/>
                  <a:gd name="connsiteY4" fmla="*/ 202204 h 296930"/>
                  <a:gd name="connsiteX5" fmla="*/ 79393 w 404409"/>
                  <a:gd name="connsiteY5" fmla="*/ 257234 h 296930"/>
                  <a:gd name="connsiteX6" fmla="*/ 39697 w 404409"/>
                  <a:gd name="connsiteY6" fmla="*/ 296930 h 296930"/>
                  <a:gd name="connsiteX7" fmla="*/ 0 w 404409"/>
                  <a:gd name="connsiteY7" fmla="*/ 257234 h 296930"/>
                  <a:gd name="connsiteX8" fmla="*/ 0 w 404409"/>
                  <a:gd name="connsiteY8" fmla="*/ 202204 h 296930"/>
                  <a:gd name="connsiteX9" fmla="*/ 202205 w 404409"/>
                  <a:gd name="connsiteY9" fmla="*/ 0 h 296930"/>
                  <a:gd name="connsiteX10" fmla="*/ 404409 w 404409"/>
                  <a:gd name="connsiteY10" fmla="*/ 202204 h 296930"/>
                  <a:gd name="connsiteX11" fmla="*/ 404409 w 404409"/>
                  <a:gd name="connsiteY11" fmla="*/ 257234 h 296930"/>
                  <a:gd name="connsiteX12" fmla="*/ 364713 w 404409"/>
                  <a:gd name="connsiteY12" fmla="*/ 296930 h 29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96930">
                    <a:moveTo>
                      <a:pt x="364713" y="296930"/>
                    </a:moveTo>
                    <a:cubicBezTo>
                      <a:pt x="342780" y="296930"/>
                      <a:pt x="325016" y="279166"/>
                      <a:pt x="325016" y="2572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57234"/>
                    </a:lnTo>
                    <a:cubicBezTo>
                      <a:pt x="79393" y="279166"/>
                      <a:pt x="61629" y="296930"/>
                      <a:pt x="39697" y="296930"/>
                    </a:cubicBezTo>
                    <a:cubicBezTo>
                      <a:pt x="17764" y="296930"/>
                      <a:pt x="0" y="279166"/>
                      <a:pt x="0" y="2572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57234"/>
                    </a:lnTo>
                    <a:cubicBezTo>
                      <a:pt x="404409" y="279166"/>
                      <a:pt x="386645" y="296930"/>
                      <a:pt x="364713" y="29693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E236D205-597E-3FFA-DEE9-CD663E5EFC5A}"/>
              </a:ext>
            </a:extLst>
          </p:cNvPr>
          <p:cNvGrpSpPr/>
          <p:nvPr/>
        </p:nvGrpSpPr>
        <p:grpSpPr>
          <a:xfrm>
            <a:off x="6801409" y="2526001"/>
            <a:ext cx="786786" cy="859033"/>
            <a:chOff x="6801409" y="2526001"/>
            <a:chExt cx="786786" cy="859033"/>
          </a:xfrm>
        </p:grpSpPr>
        <p:grpSp>
          <p:nvGrpSpPr>
            <p:cNvPr id="131" name="Picture Placeholder 64">
              <a:extLst>
                <a:ext uri="{FF2B5EF4-FFF2-40B4-BE49-F238E27FC236}">
                  <a16:creationId xmlns:a16="http://schemas.microsoft.com/office/drawing/2014/main" id="{564E7406-D684-E337-3641-8E91A06E6890}"/>
                </a:ext>
              </a:extLst>
            </p:cNvPr>
            <p:cNvGrpSpPr/>
            <p:nvPr/>
          </p:nvGrpSpPr>
          <p:grpSpPr>
            <a:xfrm>
              <a:off x="6993193" y="2770184"/>
              <a:ext cx="404409" cy="493378"/>
              <a:chOff x="6993193" y="2770184"/>
              <a:chExt cx="404409" cy="493378"/>
            </a:xfrm>
            <a:solidFill>
              <a:srgbClr val="EE7684"/>
            </a:solidFill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CC9F0321-8E05-873B-47C1-2455C44CB688}"/>
                  </a:ext>
                </a:extLst>
              </p:cNvPr>
              <p:cNvSpPr/>
              <p:nvPr/>
            </p:nvSpPr>
            <p:spPr>
              <a:xfrm>
                <a:off x="7074025" y="2770184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2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0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0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2" y="144446"/>
                      <a:pt x="163352" y="121323"/>
                    </a:cubicBezTo>
                    <a:cubicBezTo>
                      <a:pt x="163352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B993E64F-E9B8-4132-1CED-67D5EC8DF29C}"/>
                  </a:ext>
                </a:extLst>
              </p:cNvPr>
              <p:cNvSpPr/>
              <p:nvPr/>
            </p:nvSpPr>
            <p:spPr>
              <a:xfrm>
                <a:off x="6993193" y="2966633"/>
                <a:ext cx="404409" cy="296930"/>
              </a:xfrm>
              <a:custGeom>
                <a:avLst/>
                <a:gdLst>
                  <a:gd name="connsiteX0" fmla="*/ 364712 w 404409"/>
                  <a:gd name="connsiteY0" fmla="*/ 296930 h 296930"/>
                  <a:gd name="connsiteX1" fmla="*/ 325016 w 404409"/>
                  <a:gd name="connsiteY1" fmla="*/ 257234 h 296930"/>
                  <a:gd name="connsiteX2" fmla="*/ 325016 w 404409"/>
                  <a:gd name="connsiteY2" fmla="*/ 202204 h 296930"/>
                  <a:gd name="connsiteX3" fmla="*/ 202205 w 404409"/>
                  <a:gd name="connsiteY3" fmla="*/ 79393 h 296930"/>
                  <a:gd name="connsiteX4" fmla="*/ 79393 w 404409"/>
                  <a:gd name="connsiteY4" fmla="*/ 202204 h 296930"/>
                  <a:gd name="connsiteX5" fmla="*/ 79393 w 404409"/>
                  <a:gd name="connsiteY5" fmla="*/ 257234 h 296930"/>
                  <a:gd name="connsiteX6" fmla="*/ 39697 w 404409"/>
                  <a:gd name="connsiteY6" fmla="*/ 296930 h 296930"/>
                  <a:gd name="connsiteX7" fmla="*/ 0 w 404409"/>
                  <a:gd name="connsiteY7" fmla="*/ 257234 h 296930"/>
                  <a:gd name="connsiteX8" fmla="*/ 0 w 404409"/>
                  <a:gd name="connsiteY8" fmla="*/ 202204 h 296930"/>
                  <a:gd name="connsiteX9" fmla="*/ 202205 w 404409"/>
                  <a:gd name="connsiteY9" fmla="*/ 0 h 296930"/>
                  <a:gd name="connsiteX10" fmla="*/ 404409 w 404409"/>
                  <a:gd name="connsiteY10" fmla="*/ 202204 h 296930"/>
                  <a:gd name="connsiteX11" fmla="*/ 404409 w 404409"/>
                  <a:gd name="connsiteY11" fmla="*/ 257234 h 296930"/>
                  <a:gd name="connsiteX12" fmla="*/ 364712 w 404409"/>
                  <a:gd name="connsiteY12" fmla="*/ 296930 h 29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96930">
                    <a:moveTo>
                      <a:pt x="364712" y="296930"/>
                    </a:moveTo>
                    <a:cubicBezTo>
                      <a:pt x="342780" y="296930"/>
                      <a:pt x="325016" y="279166"/>
                      <a:pt x="325016" y="2572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57234"/>
                    </a:lnTo>
                    <a:cubicBezTo>
                      <a:pt x="79393" y="279166"/>
                      <a:pt x="61629" y="296930"/>
                      <a:pt x="39697" y="296930"/>
                    </a:cubicBezTo>
                    <a:cubicBezTo>
                      <a:pt x="17764" y="296930"/>
                      <a:pt x="0" y="279166"/>
                      <a:pt x="0" y="2572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57234"/>
                    </a:lnTo>
                    <a:cubicBezTo>
                      <a:pt x="404409" y="279166"/>
                      <a:pt x="386645" y="296930"/>
                      <a:pt x="364712" y="29693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4" name="Picture Placeholder 64">
              <a:extLst>
                <a:ext uri="{FF2B5EF4-FFF2-40B4-BE49-F238E27FC236}">
                  <a16:creationId xmlns:a16="http://schemas.microsoft.com/office/drawing/2014/main" id="{7296D53E-2CC2-46EF-1F36-5431BE9C03B2}"/>
                </a:ext>
              </a:extLst>
            </p:cNvPr>
            <p:cNvGrpSpPr/>
            <p:nvPr/>
          </p:nvGrpSpPr>
          <p:grpSpPr>
            <a:xfrm>
              <a:off x="6801409" y="2526001"/>
              <a:ext cx="786786" cy="859033"/>
              <a:chOff x="6801409" y="2526001"/>
              <a:chExt cx="786786" cy="859033"/>
            </a:xfrm>
            <a:solidFill>
              <a:srgbClr val="FFFFFF"/>
            </a:solidFill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E92FD38-1289-2C54-8F6C-2252B18508BC}"/>
                  </a:ext>
                </a:extLst>
              </p:cNvPr>
              <p:cNvSpPr/>
              <p:nvPr/>
            </p:nvSpPr>
            <p:spPr>
              <a:xfrm>
                <a:off x="6826318" y="2822436"/>
                <a:ext cx="95074" cy="273508"/>
              </a:xfrm>
              <a:custGeom>
                <a:avLst/>
                <a:gdLst>
                  <a:gd name="connsiteX0" fmla="*/ 55327 w 95074"/>
                  <a:gd name="connsiteY0" fmla="*/ 273458 h 273508"/>
                  <a:gd name="connsiteX1" fmla="*/ 17566 w 95074"/>
                  <a:gd name="connsiteY1" fmla="*/ 245969 h 273508"/>
                  <a:gd name="connsiteX2" fmla="*/ 0 w 95074"/>
                  <a:gd name="connsiteY2" fmla="*/ 133925 h 273508"/>
                  <a:gd name="connsiteX3" fmla="*/ 15631 w 95074"/>
                  <a:gd name="connsiteY3" fmla="*/ 28183 h 273508"/>
                  <a:gd name="connsiteX4" fmla="*/ 65152 w 95074"/>
                  <a:gd name="connsiteY4" fmla="*/ 1736 h 273508"/>
                  <a:gd name="connsiteX5" fmla="*/ 91600 w 95074"/>
                  <a:gd name="connsiteY5" fmla="*/ 51257 h 273508"/>
                  <a:gd name="connsiteX6" fmla="*/ 79393 w 95074"/>
                  <a:gd name="connsiteY6" fmla="*/ 133975 h 273508"/>
                  <a:gd name="connsiteX7" fmla="*/ 93138 w 95074"/>
                  <a:gd name="connsiteY7" fmla="*/ 221605 h 273508"/>
                  <a:gd name="connsiteX8" fmla="*/ 67583 w 95074"/>
                  <a:gd name="connsiteY8" fmla="*/ 271573 h 273508"/>
                  <a:gd name="connsiteX9" fmla="*/ 55377 w 95074"/>
                  <a:gd name="connsiteY9" fmla="*/ 273508 h 273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074" h="273508">
                    <a:moveTo>
                      <a:pt x="55327" y="273458"/>
                    </a:moveTo>
                    <a:cubicBezTo>
                      <a:pt x="38555" y="273458"/>
                      <a:pt x="22974" y="262740"/>
                      <a:pt x="17566" y="245969"/>
                    </a:cubicBezTo>
                    <a:cubicBezTo>
                      <a:pt x="5905" y="209894"/>
                      <a:pt x="0" y="172183"/>
                      <a:pt x="0" y="133925"/>
                    </a:cubicBezTo>
                    <a:cubicBezTo>
                      <a:pt x="0" y="97901"/>
                      <a:pt x="5260" y="62322"/>
                      <a:pt x="15631" y="28183"/>
                    </a:cubicBezTo>
                    <a:cubicBezTo>
                      <a:pt x="21982" y="7194"/>
                      <a:pt x="44162" y="-4665"/>
                      <a:pt x="65152" y="1736"/>
                    </a:cubicBezTo>
                    <a:cubicBezTo>
                      <a:pt x="86142" y="8087"/>
                      <a:pt x="98001" y="30267"/>
                      <a:pt x="91600" y="51257"/>
                    </a:cubicBezTo>
                    <a:cubicBezTo>
                      <a:pt x="83512" y="77953"/>
                      <a:pt x="79393" y="105790"/>
                      <a:pt x="79393" y="133975"/>
                    </a:cubicBezTo>
                    <a:cubicBezTo>
                      <a:pt x="79393" y="163946"/>
                      <a:pt x="84008" y="193420"/>
                      <a:pt x="93138" y="221605"/>
                    </a:cubicBezTo>
                    <a:cubicBezTo>
                      <a:pt x="99887" y="242446"/>
                      <a:pt x="88424" y="264825"/>
                      <a:pt x="67583" y="271573"/>
                    </a:cubicBezTo>
                    <a:cubicBezTo>
                      <a:pt x="63515" y="272863"/>
                      <a:pt x="59396" y="273508"/>
                      <a:pt x="55377" y="2735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821C9D0F-AAA1-8F5D-F202-7C295EFF7184}"/>
                  </a:ext>
                </a:extLst>
              </p:cNvPr>
              <p:cNvSpPr/>
              <p:nvPr/>
            </p:nvSpPr>
            <p:spPr>
              <a:xfrm>
                <a:off x="6919238" y="3143975"/>
                <a:ext cx="234411" cy="167372"/>
              </a:xfrm>
              <a:custGeom>
                <a:avLst/>
                <a:gdLst>
                  <a:gd name="connsiteX0" fmla="*/ 194782 w 234411"/>
                  <a:gd name="connsiteY0" fmla="*/ 167322 h 167372"/>
                  <a:gd name="connsiteX1" fmla="*/ 185453 w 234411"/>
                  <a:gd name="connsiteY1" fmla="*/ 166231 h 167372"/>
                  <a:gd name="connsiteX2" fmla="*/ 11383 w 234411"/>
                  <a:gd name="connsiteY2" fmla="*/ 67486 h 167372"/>
                  <a:gd name="connsiteX3" fmla="*/ 11880 w 234411"/>
                  <a:gd name="connsiteY3" fmla="*/ 11365 h 167372"/>
                  <a:gd name="connsiteX4" fmla="*/ 68001 w 234411"/>
                  <a:gd name="connsiteY4" fmla="*/ 11861 h 167372"/>
                  <a:gd name="connsiteX5" fmla="*/ 204011 w 234411"/>
                  <a:gd name="connsiteY5" fmla="*/ 89071 h 167372"/>
                  <a:gd name="connsiteX6" fmla="*/ 233287 w 234411"/>
                  <a:gd name="connsiteY6" fmla="*/ 136955 h 167372"/>
                  <a:gd name="connsiteX7" fmla="*/ 194732 w 234411"/>
                  <a:gd name="connsiteY7" fmla="*/ 167372 h 167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4411" h="167372">
                    <a:moveTo>
                      <a:pt x="194782" y="167322"/>
                    </a:moveTo>
                    <a:cubicBezTo>
                      <a:pt x="191705" y="167322"/>
                      <a:pt x="188579" y="166975"/>
                      <a:pt x="185453" y="166231"/>
                    </a:cubicBezTo>
                    <a:cubicBezTo>
                      <a:pt x="119457" y="150303"/>
                      <a:pt x="59267" y="116163"/>
                      <a:pt x="11383" y="67486"/>
                    </a:cubicBezTo>
                    <a:cubicBezTo>
                      <a:pt x="-3999" y="51855"/>
                      <a:pt x="-3751" y="26697"/>
                      <a:pt x="11880" y="11365"/>
                    </a:cubicBezTo>
                    <a:cubicBezTo>
                      <a:pt x="27510" y="-3968"/>
                      <a:pt x="52668" y="-3770"/>
                      <a:pt x="68001" y="11861"/>
                    </a:cubicBezTo>
                    <a:cubicBezTo>
                      <a:pt x="105415" y="49970"/>
                      <a:pt x="152455" y="76665"/>
                      <a:pt x="204011" y="89071"/>
                    </a:cubicBezTo>
                    <a:cubicBezTo>
                      <a:pt x="225348" y="94231"/>
                      <a:pt x="238448" y="115667"/>
                      <a:pt x="233287" y="136955"/>
                    </a:cubicBezTo>
                    <a:cubicBezTo>
                      <a:pt x="228921" y="155165"/>
                      <a:pt x="212645" y="167372"/>
                      <a:pt x="194732" y="1673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C89B8F96-EA8E-E582-C94B-F3622E42B427}"/>
                  </a:ext>
                </a:extLst>
              </p:cNvPr>
              <p:cNvSpPr/>
              <p:nvPr/>
            </p:nvSpPr>
            <p:spPr>
              <a:xfrm>
                <a:off x="7230928" y="3138548"/>
                <a:ext cx="235567" cy="171757"/>
              </a:xfrm>
              <a:custGeom>
                <a:avLst/>
                <a:gdLst>
                  <a:gd name="connsiteX0" fmla="*/ 39695 w 235567"/>
                  <a:gd name="connsiteY0" fmla="*/ 171757 h 171757"/>
                  <a:gd name="connsiteX1" fmla="*/ 1239 w 235567"/>
                  <a:gd name="connsiteY1" fmla="*/ 141836 h 171757"/>
                  <a:gd name="connsiteX2" fmla="*/ 29919 w 235567"/>
                  <a:gd name="connsiteY2" fmla="*/ 93555 h 171757"/>
                  <a:gd name="connsiteX3" fmla="*/ 166922 w 235567"/>
                  <a:gd name="connsiteY3" fmla="*/ 12525 h 171757"/>
                  <a:gd name="connsiteX4" fmla="*/ 223043 w 235567"/>
                  <a:gd name="connsiteY4" fmla="*/ 10738 h 171757"/>
                  <a:gd name="connsiteX5" fmla="*/ 224830 w 235567"/>
                  <a:gd name="connsiteY5" fmla="*/ 66859 h 171757"/>
                  <a:gd name="connsiteX6" fmla="*/ 49569 w 235567"/>
                  <a:gd name="connsiteY6" fmla="*/ 170517 h 171757"/>
                  <a:gd name="connsiteX7" fmla="*/ 39744 w 235567"/>
                  <a:gd name="connsiteY7" fmla="*/ 171757 h 17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567" h="171757">
                    <a:moveTo>
                      <a:pt x="39695" y="171757"/>
                    </a:moveTo>
                    <a:cubicBezTo>
                      <a:pt x="21980" y="171757"/>
                      <a:pt x="5853" y="159799"/>
                      <a:pt x="1239" y="141836"/>
                    </a:cubicBezTo>
                    <a:cubicBezTo>
                      <a:pt x="-4170" y="120598"/>
                      <a:pt x="8632" y="98964"/>
                      <a:pt x="29919" y="93555"/>
                    </a:cubicBezTo>
                    <a:cubicBezTo>
                      <a:pt x="82269" y="80207"/>
                      <a:pt x="129657" y="52171"/>
                      <a:pt x="166922" y="12525"/>
                    </a:cubicBezTo>
                    <a:cubicBezTo>
                      <a:pt x="181957" y="-3453"/>
                      <a:pt x="207066" y="-4247"/>
                      <a:pt x="223043" y="10738"/>
                    </a:cubicBezTo>
                    <a:cubicBezTo>
                      <a:pt x="239021" y="25724"/>
                      <a:pt x="239815" y="50881"/>
                      <a:pt x="224830" y="66859"/>
                    </a:cubicBezTo>
                    <a:cubicBezTo>
                      <a:pt x="177194" y="117572"/>
                      <a:pt x="116607" y="153398"/>
                      <a:pt x="49569" y="170517"/>
                    </a:cubicBezTo>
                    <a:cubicBezTo>
                      <a:pt x="46294" y="171360"/>
                      <a:pt x="42970" y="171757"/>
                      <a:pt x="39744" y="171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2628950B-E407-FB0E-3AF6-AF879C709F1F}"/>
                  </a:ext>
                </a:extLst>
              </p:cNvPr>
              <p:cNvSpPr/>
              <p:nvPr/>
            </p:nvSpPr>
            <p:spPr>
              <a:xfrm>
                <a:off x="7460291" y="2828005"/>
                <a:ext cx="94013" cy="264465"/>
              </a:xfrm>
              <a:custGeom>
                <a:avLst/>
                <a:gdLst>
                  <a:gd name="connsiteX0" fmla="*/ 39728 w 94013"/>
                  <a:gd name="connsiteY0" fmla="*/ 264465 h 264465"/>
                  <a:gd name="connsiteX1" fmla="*/ 27919 w 94013"/>
                  <a:gd name="connsiteY1" fmla="*/ 262679 h 264465"/>
                  <a:gd name="connsiteX2" fmla="*/ 1818 w 94013"/>
                  <a:gd name="connsiteY2" fmla="*/ 213009 h 264465"/>
                  <a:gd name="connsiteX3" fmla="*/ 14620 w 94013"/>
                  <a:gd name="connsiteY3" fmla="*/ 128356 h 264465"/>
                  <a:gd name="connsiteX4" fmla="*/ 3852 w 94013"/>
                  <a:gd name="connsiteY4" fmla="*/ 50551 h 264465"/>
                  <a:gd name="connsiteX5" fmla="*/ 31243 w 94013"/>
                  <a:gd name="connsiteY5" fmla="*/ 1525 h 264465"/>
                  <a:gd name="connsiteX6" fmla="*/ 80268 w 94013"/>
                  <a:gd name="connsiteY6" fmla="*/ 28866 h 264465"/>
                  <a:gd name="connsiteX7" fmla="*/ 94013 w 94013"/>
                  <a:gd name="connsiteY7" fmla="*/ 128306 h 264465"/>
                  <a:gd name="connsiteX8" fmla="*/ 77638 w 94013"/>
                  <a:gd name="connsiteY8" fmla="*/ 236529 h 264465"/>
                  <a:gd name="connsiteX9" fmla="*/ 39728 w 94013"/>
                  <a:gd name="connsiteY9" fmla="*/ 264465 h 264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013" h="264465">
                    <a:moveTo>
                      <a:pt x="39728" y="264465"/>
                    </a:moveTo>
                    <a:cubicBezTo>
                      <a:pt x="35808" y="264465"/>
                      <a:pt x="31839" y="263870"/>
                      <a:pt x="27919" y="262679"/>
                    </a:cubicBezTo>
                    <a:cubicBezTo>
                      <a:pt x="6979" y="256179"/>
                      <a:pt x="-4732" y="233899"/>
                      <a:pt x="1818" y="213009"/>
                    </a:cubicBezTo>
                    <a:cubicBezTo>
                      <a:pt x="10303" y="185717"/>
                      <a:pt x="14620" y="157235"/>
                      <a:pt x="14620" y="128356"/>
                    </a:cubicBezTo>
                    <a:cubicBezTo>
                      <a:pt x="14620" y="101908"/>
                      <a:pt x="10998" y="75758"/>
                      <a:pt x="3852" y="50551"/>
                    </a:cubicBezTo>
                    <a:cubicBezTo>
                      <a:pt x="-2152" y="29462"/>
                      <a:pt x="10105" y="7530"/>
                      <a:pt x="31243" y="1525"/>
                    </a:cubicBezTo>
                    <a:cubicBezTo>
                      <a:pt x="52332" y="-4479"/>
                      <a:pt x="74264" y="7778"/>
                      <a:pt x="80268" y="28866"/>
                    </a:cubicBezTo>
                    <a:cubicBezTo>
                      <a:pt x="89399" y="61070"/>
                      <a:pt x="94013" y="94515"/>
                      <a:pt x="94013" y="128306"/>
                    </a:cubicBezTo>
                    <a:cubicBezTo>
                      <a:pt x="94013" y="165174"/>
                      <a:pt x="88505" y="201596"/>
                      <a:pt x="77638" y="236529"/>
                    </a:cubicBezTo>
                    <a:cubicBezTo>
                      <a:pt x="72329" y="253549"/>
                      <a:pt x="56649" y="264465"/>
                      <a:pt x="39728" y="2644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A9030A01-D6D6-7A74-854F-42C05CF3E160}"/>
                  </a:ext>
                </a:extLst>
              </p:cNvPr>
              <p:cNvSpPr/>
              <p:nvPr/>
            </p:nvSpPr>
            <p:spPr>
              <a:xfrm>
                <a:off x="7223554" y="2600537"/>
                <a:ext cx="250075" cy="181456"/>
              </a:xfrm>
              <a:custGeom>
                <a:avLst/>
                <a:gdLst>
                  <a:gd name="connsiteX0" fmla="*/ 210370 w 250075"/>
                  <a:gd name="connsiteY0" fmla="*/ 181456 h 181456"/>
                  <a:gd name="connsiteX1" fmla="*/ 180548 w 250075"/>
                  <a:gd name="connsiteY1" fmla="*/ 167960 h 181456"/>
                  <a:gd name="connsiteX2" fmla="*/ 30793 w 250075"/>
                  <a:gd name="connsiteY2" fmla="*/ 78394 h 181456"/>
                  <a:gd name="connsiteX3" fmla="*/ 1020 w 250075"/>
                  <a:gd name="connsiteY3" fmla="*/ 30808 h 181456"/>
                  <a:gd name="connsiteX4" fmla="*/ 48606 w 250075"/>
                  <a:gd name="connsiteY4" fmla="*/ 1036 h 181456"/>
                  <a:gd name="connsiteX5" fmla="*/ 240192 w 250075"/>
                  <a:gd name="connsiteY5" fmla="*/ 115560 h 181456"/>
                  <a:gd name="connsiteX6" fmla="*/ 236570 w 250075"/>
                  <a:gd name="connsiteY6" fmla="*/ 171582 h 181456"/>
                  <a:gd name="connsiteX7" fmla="*/ 210370 w 250075"/>
                  <a:gd name="connsiteY7" fmla="*/ 181456 h 18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0075" h="181456">
                    <a:moveTo>
                      <a:pt x="210370" y="181456"/>
                    </a:moveTo>
                    <a:cubicBezTo>
                      <a:pt x="199354" y="181456"/>
                      <a:pt x="188388" y="176891"/>
                      <a:pt x="180548" y="167960"/>
                    </a:cubicBezTo>
                    <a:cubicBezTo>
                      <a:pt x="140802" y="122755"/>
                      <a:pt x="89047" y="91792"/>
                      <a:pt x="30793" y="78394"/>
                    </a:cubicBezTo>
                    <a:cubicBezTo>
                      <a:pt x="9406" y="73482"/>
                      <a:pt x="-3892" y="52195"/>
                      <a:pt x="1020" y="30808"/>
                    </a:cubicBezTo>
                    <a:cubicBezTo>
                      <a:pt x="5933" y="9422"/>
                      <a:pt x="27220" y="-3926"/>
                      <a:pt x="48606" y="1036"/>
                    </a:cubicBezTo>
                    <a:cubicBezTo>
                      <a:pt x="123186" y="18204"/>
                      <a:pt x="189430" y="57752"/>
                      <a:pt x="240192" y="115560"/>
                    </a:cubicBezTo>
                    <a:cubicBezTo>
                      <a:pt x="254681" y="132034"/>
                      <a:pt x="253044" y="157093"/>
                      <a:pt x="236570" y="171582"/>
                    </a:cubicBezTo>
                    <a:cubicBezTo>
                      <a:pt x="229028" y="178231"/>
                      <a:pt x="219699" y="181456"/>
                      <a:pt x="210370" y="1814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DA89E373-0EDE-2CB9-4537-5ABFA66863A7}"/>
                  </a:ext>
                </a:extLst>
              </p:cNvPr>
              <p:cNvSpPr/>
              <p:nvPr/>
            </p:nvSpPr>
            <p:spPr>
              <a:xfrm>
                <a:off x="6917142" y="2601265"/>
                <a:ext cx="237129" cy="169762"/>
              </a:xfrm>
              <a:custGeom>
                <a:avLst/>
                <a:gdLst>
                  <a:gd name="connsiteX0" fmla="*/ 39679 w 237129"/>
                  <a:gd name="connsiteY0" fmla="*/ 169713 h 169762"/>
                  <a:gd name="connsiteX1" fmla="*/ 12139 w 237129"/>
                  <a:gd name="connsiteY1" fmla="*/ 158598 h 169762"/>
                  <a:gd name="connsiteX2" fmla="*/ 11097 w 237129"/>
                  <a:gd name="connsiteY2" fmla="*/ 102477 h 169762"/>
                  <a:gd name="connsiteX3" fmla="*/ 188193 w 237129"/>
                  <a:gd name="connsiteY3" fmla="*/ 1102 h 169762"/>
                  <a:gd name="connsiteX4" fmla="*/ 236028 w 237129"/>
                  <a:gd name="connsiteY4" fmla="*/ 30478 h 169762"/>
                  <a:gd name="connsiteX5" fmla="*/ 206652 w 237129"/>
                  <a:gd name="connsiteY5" fmla="*/ 78312 h 169762"/>
                  <a:gd name="connsiteX6" fmla="*/ 68260 w 237129"/>
                  <a:gd name="connsiteY6" fmla="*/ 157606 h 169762"/>
                  <a:gd name="connsiteX7" fmla="*/ 39679 w 237129"/>
                  <a:gd name="connsiteY7" fmla="*/ 169763 h 169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7129" h="169762">
                    <a:moveTo>
                      <a:pt x="39679" y="169713"/>
                    </a:moveTo>
                    <a:cubicBezTo>
                      <a:pt x="29754" y="169713"/>
                      <a:pt x="19830" y="166041"/>
                      <a:pt x="12139" y="158598"/>
                    </a:cubicBezTo>
                    <a:cubicBezTo>
                      <a:pt x="-3640" y="143365"/>
                      <a:pt x="-4087" y="118257"/>
                      <a:pt x="11097" y="102477"/>
                    </a:cubicBezTo>
                    <a:cubicBezTo>
                      <a:pt x="59477" y="52261"/>
                      <a:pt x="120709" y="17229"/>
                      <a:pt x="188193" y="1102"/>
                    </a:cubicBezTo>
                    <a:cubicBezTo>
                      <a:pt x="209530" y="-4009"/>
                      <a:pt x="230917" y="9141"/>
                      <a:pt x="236028" y="30478"/>
                    </a:cubicBezTo>
                    <a:cubicBezTo>
                      <a:pt x="241139" y="51815"/>
                      <a:pt x="227989" y="73201"/>
                      <a:pt x="206652" y="78312"/>
                    </a:cubicBezTo>
                    <a:cubicBezTo>
                      <a:pt x="153955" y="90916"/>
                      <a:pt x="106121" y="118356"/>
                      <a:pt x="68260" y="157606"/>
                    </a:cubicBezTo>
                    <a:cubicBezTo>
                      <a:pt x="60470" y="165694"/>
                      <a:pt x="50099" y="169763"/>
                      <a:pt x="39679" y="1697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896EAA9-13A1-5C07-E1D8-4C1C131DFF71}"/>
                  </a:ext>
                </a:extLst>
              </p:cNvPr>
              <p:cNvSpPr/>
              <p:nvPr/>
            </p:nvSpPr>
            <p:spPr>
              <a:xfrm>
                <a:off x="7085686" y="3168489"/>
                <a:ext cx="216544" cy="216544"/>
              </a:xfrm>
              <a:custGeom>
                <a:avLst/>
                <a:gdLst>
                  <a:gd name="connsiteX0" fmla="*/ 108272 w 216544"/>
                  <a:gd name="connsiteY0" fmla="*/ 216545 h 216544"/>
                  <a:gd name="connsiteX1" fmla="*/ 0 w 216544"/>
                  <a:gd name="connsiteY1" fmla="*/ 108272 h 216544"/>
                  <a:gd name="connsiteX2" fmla="*/ 108272 w 216544"/>
                  <a:gd name="connsiteY2" fmla="*/ 0 h 216544"/>
                  <a:gd name="connsiteX3" fmla="*/ 216545 w 216544"/>
                  <a:gd name="connsiteY3" fmla="*/ 108272 h 216544"/>
                  <a:gd name="connsiteX4" fmla="*/ 108272 w 216544"/>
                  <a:gd name="connsiteY4" fmla="*/ 216545 h 216544"/>
                  <a:gd name="connsiteX5" fmla="*/ 108272 w 216544"/>
                  <a:gd name="connsiteY5" fmla="*/ 79344 h 216544"/>
                  <a:gd name="connsiteX6" fmla="*/ 79393 w 216544"/>
                  <a:gd name="connsiteY6" fmla="*/ 108223 h 216544"/>
                  <a:gd name="connsiteX7" fmla="*/ 108272 w 216544"/>
                  <a:gd name="connsiteY7" fmla="*/ 137102 h 216544"/>
                  <a:gd name="connsiteX8" fmla="*/ 137152 w 216544"/>
                  <a:gd name="connsiteY8" fmla="*/ 108223 h 216544"/>
                  <a:gd name="connsiteX9" fmla="*/ 108272 w 216544"/>
                  <a:gd name="connsiteY9" fmla="*/ 79344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2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44"/>
                    </a:moveTo>
                    <a:cubicBezTo>
                      <a:pt x="92344" y="79344"/>
                      <a:pt x="79393" y="92295"/>
                      <a:pt x="79393" y="108223"/>
                    </a:cubicBezTo>
                    <a:cubicBezTo>
                      <a:pt x="79393" y="124151"/>
                      <a:pt x="92344" y="137102"/>
                      <a:pt x="108272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5"/>
                      <a:pt x="124201" y="79344"/>
                      <a:pt x="108272" y="793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63BCD86-6978-C0B5-9DF6-133FCB6158A2}"/>
                  </a:ext>
                </a:extLst>
              </p:cNvPr>
              <p:cNvSpPr/>
              <p:nvPr/>
            </p:nvSpPr>
            <p:spPr>
              <a:xfrm>
                <a:off x="7080575" y="2526001"/>
                <a:ext cx="216544" cy="216594"/>
              </a:xfrm>
              <a:custGeom>
                <a:avLst/>
                <a:gdLst>
                  <a:gd name="connsiteX0" fmla="*/ 108272 w 216544"/>
                  <a:gd name="connsiteY0" fmla="*/ 216594 h 216594"/>
                  <a:gd name="connsiteX1" fmla="*/ 0 w 216544"/>
                  <a:gd name="connsiteY1" fmla="*/ 108322 h 216594"/>
                  <a:gd name="connsiteX2" fmla="*/ 108272 w 216544"/>
                  <a:gd name="connsiteY2" fmla="*/ 0 h 216594"/>
                  <a:gd name="connsiteX3" fmla="*/ 216545 w 216544"/>
                  <a:gd name="connsiteY3" fmla="*/ 108272 h 216594"/>
                  <a:gd name="connsiteX4" fmla="*/ 108272 w 216544"/>
                  <a:gd name="connsiteY4" fmla="*/ 216545 h 216594"/>
                  <a:gd name="connsiteX5" fmla="*/ 108272 w 216544"/>
                  <a:gd name="connsiteY5" fmla="*/ 79393 h 216594"/>
                  <a:gd name="connsiteX6" fmla="*/ 79393 w 216544"/>
                  <a:gd name="connsiteY6" fmla="*/ 108272 h 216594"/>
                  <a:gd name="connsiteX7" fmla="*/ 108272 w 216544"/>
                  <a:gd name="connsiteY7" fmla="*/ 137152 h 216594"/>
                  <a:gd name="connsiteX8" fmla="*/ 137152 w 216544"/>
                  <a:gd name="connsiteY8" fmla="*/ 108272 h 216594"/>
                  <a:gd name="connsiteX9" fmla="*/ 108272 w 216544"/>
                  <a:gd name="connsiteY9" fmla="*/ 79393 h 21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94">
                    <a:moveTo>
                      <a:pt x="108272" y="216594"/>
                    </a:moveTo>
                    <a:cubicBezTo>
                      <a:pt x="48579" y="216594"/>
                      <a:pt x="0" y="168016"/>
                      <a:pt x="0" y="108322"/>
                    </a:cubicBezTo>
                    <a:cubicBezTo>
                      <a:pt x="0" y="48628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93"/>
                    </a:moveTo>
                    <a:cubicBezTo>
                      <a:pt x="92344" y="79393"/>
                      <a:pt x="79393" y="92344"/>
                      <a:pt x="79393" y="108272"/>
                    </a:cubicBezTo>
                    <a:cubicBezTo>
                      <a:pt x="79393" y="124201"/>
                      <a:pt x="92344" y="137152"/>
                      <a:pt x="108272" y="137152"/>
                    </a:cubicBezTo>
                    <a:cubicBezTo>
                      <a:pt x="124201" y="137152"/>
                      <a:pt x="137152" y="124201"/>
                      <a:pt x="137152" y="108272"/>
                    </a:cubicBezTo>
                    <a:cubicBezTo>
                      <a:pt x="137152" y="92344"/>
                      <a:pt x="124201" y="79393"/>
                      <a:pt x="108272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F8D6D47F-0C21-E943-C0EB-897C22F55747}"/>
                  </a:ext>
                </a:extLst>
              </p:cNvPr>
              <p:cNvSpPr/>
              <p:nvPr/>
            </p:nvSpPr>
            <p:spPr>
              <a:xfrm>
                <a:off x="7371650" y="2684986"/>
                <a:ext cx="216544" cy="216544"/>
              </a:xfrm>
              <a:custGeom>
                <a:avLst/>
                <a:gdLst>
                  <a:gd name="connsiteX0" fmla="*/ 108273 w 216544"/>
                  <a:gd name="connsiteY0" fmla="*/ 216545 h 216544"/>
                  <a:gd name="connsiteX1" fmla="*/ 0 w 216544"/>
                  <a:gd name="connsiteY1" fmla="*/ 108272 h 216544"/>
                  <a:gd name="connsiteX2" fmla="*/ 108273 w 216544"/>
                  <a:gd name="connsiteY2" fmla="*/ 0 h 216544"/>
                  <a:gd name="connsiteX3" fmla="*/ 216545 w 216544"/>
                  <a:gd name="connsiteY3" fmla="*/ 108272 h 216544"/>
                  <a:gd name="connsiteX4" fmla="*/ 108273 w 216544"/>
                  <a:gd name="connsiteY4" fmla="*/ 216545 h 216544"/>
                  <a:gd name="connsiteX5" fmla="*/ 108273 w 216544"/>
                  <a:gd name="connsiteY5" fmla="*/ 79343 h 216544"/>
                  <a:gd name="connsiteX6" fmla="*/ 79393 w 216544"/>
                  <a:gd name="connsiteY6" fmla="*/ 108223 h 216544"/>
                  <a:gd name="connsiteX7" fmla="*/ 108273 w 216544"/>
                  <a:gd name="connsiteY7" fmla="*/ 137102 h 216544"/>
                  <a:gd name="connsiteX8" fmla="*/ 137152 w 216544"/>
                  <a:gd name="connsiteY8" fmla="*/ 108223 h 216544"/>
                  <a:gd name="connsiteX9" fmla="*/ 108273 w 216544"/>
                  <a:gd name="connsiteY9" fmla="*/ 79343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3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3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3" y="216545"/>
                    </a:cubicBezTo>
                    <a:close/>
                    <a:moveTo>
                      <a:pt x="108273" y="79343"/>
                    </a:moveTo>
                    <a:cubicBezTo>
                      <a:pt x="92344" y="79343"/>
                      <a:pt x="79393" y="92294"/>
                      <a:pt x="79393" y="108223"/>
                    </a:cubicBezTo>
                    <a:cubicBezTo>
                      <a:pt x="79393" y="124151"/>
                      <a:pt x="92344" y="137102"/>
                      <a:pt x="108273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4"/>
                      <a:pt x="124201" y="79343"/>
                      <a:pt x="108273" y="79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02F26257-4478-92C0-23F5-2A51ABE1CA24}"/>
                  </a:ext>
                </a:extLst>
              </p:cNvPr>
              <p:cNvSpPr/>
              <p:nvPr/>
            </p:nvSpPr>
            <p:spPr>
              <a:xfrm>
                <a:off x="6801409" y="2683931"/>
                <a:ext cx="216507" cy="216507"/>
              </a:xfrm>
              <a:custGeom>
                <a:avLst/>
                <a:gdLst>
                  <a:gd name="connsiteX0" fmla="*/ 108272 w 216507"/>
                  <a:gd name="connsiteY0" fmla="*/ 216507 h 216507"/>
                  <a:gd name="connsiteX1" fmla="*/ 31708 w 216507"/>
                  <a:gd name="connsiteY1" fmla="*/ 184800 h 216507"/>
                  <a:gd name="connsiteX2" fmla="*/ 0 w 216507"/>
                  <a:gd name="connsiteY2" fmla="*/ 108235 h 216507"/>
                  <a:gd name="connsiteX3" fmla="*/ 31708 w 216507"/>
                  <a:gd name="connsiteY3" fmla="*/ 31670 h 216507"/>
                  <a:gd name="connsiteX4" fmla="*/ 184837 w 216507"/>
                  <a:gd name="connsiteY4" fmla="*/ 31670 h 216507"/>
                  <a:gd name="connsiteX5" fmla="*/ 184837 w 216507"/>
                  <a:gd name="connsiteY5" fmla="*/ 184800 h 216507"/>
                  <a:gd name="connsiteX6" fmla="*/ 184837 w 216507"/>
                  <a:gd name="connsiteY6" fmla="*/ 184800 h 216507"/>
                  <a:gd name="connsiteX7" fmla="*/ 184837 w 216507"/>
                  <a:gd name="connsiteY7" fmla="*/ 184800 h 216507"/>
                  <a:gd name="connsiteX8" fmla="*/ 108272 w 216507"/>
                  <a:gd name="connsiteY8" fmla="*/ 216507 h 216507"/>
                  <a:gd name="connsiteX9" fmla="*/ 108272 w 216507"/>
                  <a:gd name="connsiteY9" fmla="*/ 79306 h 216507"/>
                  <a:gd name="connsiteX10" fmla="*/ 87829 w 216507"/>
                  <a:gd name="connsiteY10" fmla="*/ 87742 h 216507"/>
                  <a:gd name="connsiteX11" fmla="*/ 79344 w 216507"/>
                  <a:gd name="connsiteY11" fmla="*/ 108186 h 216507"/>
                  <a:gd name="connsiteX12" fmla="*/ 87829 w 216507"/>
                  <a:gd name="connsiteY12" fmla="*/ 128629 h 216507"/>
                  <a:gd name="connsiteX13" fmla="*/ 108272 w 216507"/>
                  <a:gd name="connsiteY13" fmla="*/ 137114 h 216507"/>
                  <a:gd name="connsiteX14" fmla="*/ 128716 w 216507"/>
                  <a:gd name="connsiteY14" fmla="*/ 128629 h 216507"/>
                  <a:gd name="connsiteX15" fmla="*/ 128716 w 216507"/>
                  <a:gd name="connsiteY15" fmla="*/ 128629 h 216507"/>
                  <a:gd name="connsiteX16" fmla="*/ 128716 w 216507"/>
                  <a:gd name="connsiteY16" fmla="*/ 87742 h 216507"/>
                  <a:gd name="connsiteX17" fmla="*/ 108272 w 216507"/>
                  <a:gd name="connsiteY17" fmla="*/ 79306 h 216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6507" h="216507">
                    <a:moveTo>
                      <a:pt x="108272" y="216507"/>
                    </a:moveTo>
                    <a:cubicBezTo>
                      <a:pt x="79344" y="216507"/>
                      <a:pt x="52151" y="205244"/>
                      <a:pt x="31708" y="184800"/>
                    </a:cubicBezTo>
                    <a:cubicBezTo>
                      <a:pt x="11264" y="164356"/>
                      <a:pt x="0" y="137164"/>
                      <a:pt x="0" y="108235"/>
                    </a:cubicBezTo>
                    <a:cubicBezTo>
                      <a:pt x="0" y="79306"/>
                      <a:pt x="11264" y="52114"/>
                      <a:pt x="31708" y="31670"/>
                    </a:cubicBezTo>
                    <a:cubicBezTo>
                      <a:pt x="73935" y="-10557"/>
                      <a:pt x="142610" y="-10557"/>
                      <a:pt x="184837" y="31670"/>
                    </a:cubicBezTo>
                    <a:cubicBezTo>
                      <a:pt x="227065" y="73898"/>
                      <a:pt x="227065" y="142573"/>
                      <a:pt x="184837" y="184800"/>
                    </a:cubicBezTo>
                    <a:lnTo>
                      <a:pt x="184837" y="184800"/>
                    </a:lnTo>
                    <a:cubicBezTo>
                      <a:pt x="184837" y="184800"/>
                      <a:pt x="184837" y="184800"/>
                      <a:pt x="184837" y="184800"/>
                    </a:cubicBezTo>
                    <a:cubicBezTo>
                      <a:pt x="164394" y="205244"/>
                      <a:pt x="137201" y="216507"/>
                      <a:pt x="108272" y="216507"/>
                    </a:cubicBezTo>
                    <a:close/>
                    <a:moveTo>
                      <a:pt x="108272" y="79306"/>
                    </a:moveTo>
                    <a:cubicBezTo>
                      <a:pt x="100879" y="79306"/>
                      <a:pt x="93485" y="82135"/>
                      <a:pt x="87829" y="87742"/>
                    </a:cubicBezTo>
                    <a:cubicBezTo>
                      <a:pt x="82370" y="93200"/>
                      <a:pt x="79344" y="100445"/>
                      <a:pt x="79344" y="108186"/>
                    </a:cubicBezTo>
                    <a:cubicBezTo>
                      <a:pt x="79344" y="115926"/>
                      <a:pt x="82370" y="123171"/>
                      <a:pt x="87829" y="128629"/>
                    </a:cubicBezTo>
                    <a:cubicBezTo>
                      <a:pt x="93287" y="134088"/>
                      <a:pt x="100532" y="137114"/>
                      <a:pt x="108272" y="137114"/>
                    </a:cubicBezTo>
                    <a:cubicBezTo>
                      <a:pt x="116013" y="137114"/>
                      <a:pt x="123258" y="134088"/>
                      <a:pt x="128716" y="128629"/>
                    </a:cubicBezTo>
                    <a:lnTo>
                      <a:pt x="128716" y="128629"/>
                    </a:lnTo>
                    <a:cubicBezTo>
                      <a:pt x="139980" y="117365"/>
                      <a:pt x="139980" y="99006"/>
                      <a:pt x="128716" y="87742"/>
                    </a:cubicBezTo>
                    <a:cubicBezTo>
                      <a:pt x="123059" y="82085"/>
                      <a:pt x="115666" y="79306"/>
                      <a:pt x="108272" y="793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23F7E69-638F-A232-25EA-684FCF0A41DB}"/>
                  </a:ext>
                </a:extLst>
              </p:cNvPr>
              <p:cNvSpPr/>
              <p:nvPr/>
            </p:nvSpPr>
            <p:spPr>
              <a:xfrm>
                <a:off x="6803480" y="3016439"/>
                <a:ext cx="216470" cy="216457"/>
              </a:xfrm>
              <a:custGeom>
                <a:avLst/>
                <a:gdLst>
                  <a:gd name="connsiteX0" fmla="*/ 108235 w 216470"/>
                  <a:gd name="connsiteY0" fmla="*/ 216458 h 216457"/>
                  <a:gd name="connsiteX1" fmla="*/ 31670 w 216470"/>
                  <a:gd name="connsiteY1" fmla="*/ 184800 h 216457"/>
                  <a:gd name="connsiteX2" fmla="*/ 31670 w 216470"/>
                  <a:gd name="connsiteY2" fmla="*/ 31670 h 216457"/>
                  <a:gd name="connsiteX3" fmla="*/ 184800 w 216470"/>
                  <a:gd name="connsiteY3" fmla="*/ 31670 h 216457"/>
                  <a:gd name="connsiteX4" fmla="*/ 184800 w 216470"/>
                  <a:gd name="connsiteY4" fmla="*/ 184800 h 216457"/>
                  <a:gd name="connsiteX5" fmla="*/ 108235 w 216470"/>
                  <a:gd name="connsiteY5" fmla="*/ 216458 h 216457"/>
                  <a:gd name="connsiteX6" fmla="*/ 108235 w 216470"/>
                  <a:gd name="connsiteY6" fmla="*/ 79356 h 216457"/>
                  <a:gd name="connsiteX7" fmla="*/ 87792 w 216470"/>
                  <a:gd name="connsiteY7" fmla="*/ 87791 h 216457"/>
                  <a:gd name="connsiteX8" fmla="*/ 87792 w 216470"/>
                  <a:gd name="connsiteY8" fmla="*/ 128679 h 216457"/>
                  <a:gd name="connsiteX9" fmla="*/ 128679 w 216470"/>
                  <a:gd name="connsiteY9" fmla="*/ 128679 h 216457"/>
                  <a:gd name="connsiteX10" fmla="*/ 128679 w 216470"/>
                  <a:gd name="connsiteY10" fmla="*/ 87791 h 216457"/>
                  <a:gd name="connsiteX11" fmla="*/ 108235 w 216470"/>
                  <a:gd name="connsiteY11" fmla="*/ 79356 h 21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6470" h="216457">
                    <a:moveTo>
                      <a:pt x="108235" y="216458"/>
                    </a:moveTo>
                    <a:cubicBezTo>
                      <a:pt x="80497" y="216458"/>
                      <a:pt x="52759" y="205889"/>
                      <a:pt x="31670" y="184800"/>
                    </a:cubicBezTo>
                    <a:cubicBezTo>
                      <a:pt x="-10557" y="142573"/>
                      <a:pt x="-10557" y="73898"/>
                      <a:pt x="31670" y="31670"/>
                    </a:cubicBezTo>
                    <a:cubicBezTo>
                      <a:pt x="73898" y="-10557"/>
                      <a:pt x="142573" y="-10557"/>
                      <a:pt x="184800" y="31670"/>
                    </a:cubicBezTo>
                    <a:cubicBezTo>
                      <a:pt x="227027" y="73898"/>
                      <a:pt x="227027" y="142573"/>
                      <a:pt x="184800" y="184800"/>
                    </a:cubicBezTo>
                    <a:cubicBezTo>
                      <a:pt x="163711" y="205889"/>
                      <a:pt x="135973" y="216458"/>
                      <a:pt x="108235" y="216458"/>
                    </a:cubicBezTo>
                    <a:close/>
                    <a:moveTo>
                      <a:pt x="108235" y="79356"/>
                    </a:moveTo>
                    <a:cubicBezTo>
                      <a:pt x="100842" y="79356"/>
                      <a:pt x="93448" y="82184"/>
                      <a:pt x="87792" y="87791"/>
                    </a:cubicBezTo>
                    <a:cubicBezTo>
                      <a:pt x="76528" y="99055"/>
                      <a:pt x="76528" y="117365"/>
                      <a:pt x="87792" y="128679"/>
                    </a:cubicBezTo>
                    <a:cubicBezTo>
                      <a:pt x="99055" y="139943"/>
                      <a:pt x="117415" y="139943"/>
                      <a:pt x="128679" y="128679"/>
                    </a:cubicBezTo>
                    <a:cubicBezTo>
                      <a:pt x="139943" y="117415"/>
                      <a:pt x="139943" y="99105"/>
                      <a:pt x="128679" y="87791"/>
                    </a:cubicBezTo>
                    <a:cubicBezTo>
                      <a:pt x="123022" y="82135"/>
                      <a:pt x="115629" y="79356"/>
                      <a:pt x="108235" y="793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04F0126-C1B6-7F3C-9DB6-B44C51A38B14}"/>
                  </a:ext>
                </a:extLst>
              </p:cNvPr>
              <p:cNvSpPr/>
              <p:nvPr/>
            </p:nvSpPr>
            <p:spPr>
              <a:xfrm>
                <a:off x="7366043" y="3016501"/>
                <a:ext cx="216544" cy="216544"/>
              </a:xfrm>
              <a:custGeom>
                <a:avLst/>
                <a:gdLst>
                  <a:gd name="connsiteX0" fmla="*/ 108272 w 216544"/>
                  <a:gd name="connsiteY0" fmla="*/ 216545 h 216544"/>
                  <a:gd name="connsiteX1" fmla="*/ 0 w 216544"/>
                  <a:gd name="connsiteY1" fmla="*/ 108272 h 216544"/>
                  <a:gd name="connsiteX2" fmla="*/ 108272 w 216544"/>
                  <a:gd name="connsiteY2" fmla="*/ 0 h 216544"/>
                  <a:gd name="connsiteX3" fmla="*/ 216545 w 216544"/>
                  <a:gd name="connsiteY3" fmla="*/ 108272 h 216544"/>
                  <a:gd name="connsiteX4" fmla="*/ 108272 w 216544"/>
                  <a:gd name="connsiteY4" fmla="*/ 216545 h 216544"/>
                  <a:gd name="connsiteX5" fmla="*/ 108272 w 216544"/>
                  <a:gd name="connsiteY5" fmla="*/ 79343 h 216544"/>
                  <a:gd name="connsiteX6" fmla="*/ 79393 w 216544"/>
                  <a:gd name="connsiteY6" fmla="*/ 108223 h 216544"/>
                  <a:gd name="connsiteX7" fmla="*/ 108272 w 216544"/>
                  <a:gd name="connsiteY7" fmla="*/ 137102 h 216544"/>
                  <a:gd name="connsiteX8" fmla="*/ 137152 w 216544"/>
                  <a:gd name="connsiteY8" fmla="*/ 108223 h 216544"/>
                  <a:gd name="connsiteX9" fmla="*/ 108272 w 216544"/>
                  <a:gd name="connsiteY9" fmla="*/ 79343 h 2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544" h="216544">
                    <a:moveTo>
                      <a:pt x="108272" y="216545"/>
                    </a:moveTo>
                    <a:cubicBezTo>
                      <a:pt x="48579" y="216545"/>
                      <a:pt x="0" y="167966"/>
                      <a:pt x="0" y="108272"/>
                    </a:cubicBezTo>
                    <a:cubicBezTo>
                      <a:pt x="0" y="48579"/>
                      <a:pt x="48579" y="0"/>
                      <a:pt x="108272" y="0"/>
                    </a:cubicBezTo>
                    <a:cubicBezTo>
                      <a:pt x="167966" y="0"/>
                      <a:pt x="216545" y="48579"/>
                      <a:pt x="216545" y="108272"/>
                    </a:cubicBezTo>
                    <a:cubicBezTo>
                      <a:pt x="216545" y="167966"/>
                      <a:pt x="167966" y="216545"/>
                      <a:pt x="108272" y="216545"/>
                    </a:cubicBezTo>
                    <a:close/>
                    <a:moveTo>
                      <a:pt x="108272" y="79343"/>
                    </a:moveTo>
                    <a:cubicBezTo>
                      <a:pt x="92344" y="79343"/>
                      <a:pt x="79393" y="92294"/>
                      <a:pt x="79393" y="108223"/>
                    </a:cubicBezTo>
                    <a:cubicBezTo>
                      <a:pt x="79393" y="124151"/>
                      <a:pt x="92344" y="137102"/>
                      <a:pt x="108272" y="137102"/>
                    </a:cubicBezTo>
                    <a:cubicBezTo>
                      <a:pt x="124201" y="137102"/>
                      <a:pt x="137152" y="124151"/>
                      <a:pt x="137152" y="108223"/>
                    </a:cubicBezTo>
                    <a:cubicBezTo>
                      <a:pt x="137152" y="92294"/>
                      <a:pt x="124201" y="79343"/>
                      <a:pt x="108272" y="79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4FC97AC8-A7AF-1D45-F625-C2CC93CA14E0}"/>
              </a:ext>
            </a:extLst>
          </p:cNvPr>
          <p:cNvGrpSpPr/>
          <p:nvPr/>
        </p:nvGrpSpPr>
        <p:grpSpPr>
          <a:xfrm>
            <a:off x="8104973" y="2552449"/>
            <a:ext cx="814673" cy="806187"/>
            <a:chOff x="8104973" y="2552449"/>
            <a:chExt cx="814673" cy="806187"/>
          </a:xfrm>
        </p:grpSpPr>
        <p:grpSp>
          <p:nvGrpSpPr>
            <p:cNvPr id="148" name="Picture Placeholder 66">
              <a:extLst>
                <a:ext uri="{FF2B5EF4-FFF2-40B4-BE49-F238E27FC236}">
                  <a16:creationId xmlns:a16="http://schemas.microsoft.com/office/drawing/2014/main" id="{CD99BC04-8A66-354A-EF75-070D1CE6FDFC}"/>
                </a:ext>
              </a:extLst>
            </p:cNvPr>
            <p:cNvGrpSpPr/>
            <p:nvPr/>
          </p:nvGrpSpPr>
          <p:grpSpPr>
            <a:xfrm>
              <a:off x="8308319" y="2552449"/>
              <a:ext cx="404409" cy="447578"/>
              <a:chOff x="8308319" y="2552449"/>
              <a:chExt cx="404409" cy="447578"/>
            </a:xfrm>
            <a:solidFill>
              <a:srgbClr val="FFFFFF"/>
            </a:solidFill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512788B7-5104-70E8-7B59-2A718B9D9AC4}"/>
                  </a:ext>
                </a:extLst>
              </p:cNvPr>
              <p:cNvSpPr/>
              <p:nvPr/>
            </p:nvSpPr>
            <p:spPr>
              <a:xfrm>
                <a:off x="8389151" y="2552449"/>
                <a:ext cx="242744" cy="242744"/>
              </a:xfrm>
              <a:custGeom>
                <a:avLst/>
                <a:gdLst>
                  <a:gd name="connsiteX0" fmla="*/ 121372 w 242744"/>
                  <a:gd name="connsiteY0" fmla="*/ 242744 h 242744"/>
                  <a:gd name="connsiteX1" fmla="*/ 0 w 242744"/>
                  <a:gd name="connsiteY1" fmla="*/ 121372 h 242744"/>
                  <a:gd name="connsiteX2" fmla="*/ 121372 w 242744"/>
                  <a:gd name="connsiteY2" fmla="*/ 0 h 242744"/>
                  <a:gd name="connsiteX3" fmla="*/ 242745 w 242744"/>
                  <a:gd name="connsiteY3" fmla="*/ 121372 h 242744"/>
                  <a:gd name="connsiteX4" fmla="*/ 121372 w 242744"/>
                  <a:gd name="connsiteY4" fmla="*/ 242744 h 242744"/>
                  <a:gd name="connsiteX5" fmla="*/ 121372 w 242744"/>
                  <a:gd name="connsiteY5" fmla="*/ 79343 h 242744"/>
                  <a:gd name="connsiteX6" fmla="*/ 79393 w 242744"/>
                  <a:gd name="connsiteY6" fmla="*/ 121323 h 242744"/>
                  <a:gd name="connsiteX7" fmla="*/ 121372 w 242744"/>
                  <a:gd name="connsiteY7" fmla="*/ 163302 h 242744"/>
                  <a:gd name="connsiteX8" fmla="*/ 163351 w 242744"/>
                  <a:gd name="connsiteY8" fmla="*/ 121323 h 242744"/>
                  <a:gd name="connsiteX9" fmla="*/ 121372 w 242744"/>
                  <a:gd name="connsiteY9" fmla="*/ 79343 h 24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744" h="242744">
                    <a:moveTo>
                      <a:pt x="121372" y="242744"/>
                    </a:moveTo>
                    <a:cubicBezTo>
                      <a:pt x="54434" y="242744"/>
                      <a:pt x="0" y="188311"/>
                      <a:pt x="0" y="121372"/>
                    </a:cubicBezTo>
                    <a:cubicBezTo>
                      <a:pt x="0" y="54434"/>
                      <a:pt x="54434" y="0"/>
                      <a:pt x="121372" y="0"/>
                    </a:cubicBezTo>
                    <a:cubicBezTo>
                      <a:pt x="188311" y="0"/>
                      <a:pt x="242745" y="54434"/>
                      <a:pt x="242745" y="121372"/>
                    </a:cubicBezTo>
                    <a:cubicBezTo>
                      <a:pt x="242745" y="188311"/>
                      <a:pt x="188311" y="242744"/>
                      <a:pt x="121372" y="242744"/>
                    </a:cubicBezTo>
                    <a:close/>
                    <a:moveTo>
                      <a:pt x="121372" y="79343"/>
                    </a:moveTo>
                    <a:cubicBezTo>
                      <a:pt x="98199" y="79343"/>
                      <a:pt x="79393" y="98199"/>
                      <a:pt x="79393" y="121323"/>
                    </a:cubicBezTo>
                    <a:cubicBezTo>
                      <a:pt x="79393" y="144446"/>
                      <a:pt x="98249" y="163302"/>
                      <a:pt x="121372" y="163302"/>
                    </a:cubicBezTo>
                    <a:cubicBezTo>
                      <a:pt x="144496" y="163302"/>
                      <a:pt x="163351" y="144446"/>
                      <a:pt x="163351" y="121323"/>
                    </a:cubicBezTo>
                    <a:cubicBezTo>
                      <a:pt x="163351" y="98199"/>
                      <a:pt x="144496" y="79343"/>
                      <a:pt x="121372" y="79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9D3DBCEE-5C31-7E46-E2FE-1A75A2BF95F9}"/>
                  </a:ext>
                </a:extLst>
              </p:cNvPr>
              <p:cNvSpPr/>
              <p:nvPr/>
            </p:nvSpPr>
            <p:spPr>
              <a:xfrm>
                <a:off x="8308319" y="2748897"/>
                <a:ext cx="404409" cy="251130"/>
              </a:xfrm>
              <a:custGeom>
                <a:avLst/>
                <a:gdLst>
                  <a:gd name="connsiteX0" fmla="*/ 364712 w 404409"/>
                  <a:gd name="connsiteY0" fmla="*/ 251130 h 251130"/>
                  <a:gd name="connsiteX1" fmla="*/ 325016 w 404409"/>
                  <a:gd name="connsiteY1" fmla="*/ 211434 h 251130"/>
                  <a:gd name="connsiteX2" fmla="*/ 325016 w 404409"/>
                  <a:gd name="connsiteY2" fmla="*/ 202204 h 251130"/>
                  <a:gd name="connsiteX3" fmla="*/ 202205 w 404409"/>
                  <a:gd name="connsiteY3" fmla="*/ 79393 h 251130"/>
                  <a:gd name="connsiteX4" fmla="*/ 79393 w 404409"/>
                  <a:gd name="connsiteY4" fmla="*/ 202204 h 251130"/>
                  <a:gd name="connsiteX5" fmla="*/ 79393 w 404409"/>
                  <a:gd name="connsiteY5" fmla="*/ 211434 h 251130"/>
                  <a:gd name="connsiteX6" fmla="*/ 39697 w 404409"/>
                  <a:gd name="connsiteY6" fmla="*/ 251130 h 251130"/>
                  <a:gd name="connsiteX7" fmla="*/ 0 w 404409"/>
                  <a:gd name="connsiteY7" fmla="*/ 211434 h 251130"/>
                  <a:gd name="connsiteX8" fmla="*/ 0 w 404409"/>
                  <a:gd name="connsiteY8" fmla="*/ 202204 h 251130"/>
                  <a:gd name="connsiteX9" fmla="*/ 202205 w 404409"/>
                  <a:gd name="connsiteY9" fmla="*/ 0 h 251130"/>
                  <a:gd name="connsiteX10" fmla="*/ 404409 w 404409"/>
                  <a:gd name="connsiteY10" fmla="*/ 202204 h 251130"/>
                  <a:gd name="connsiteX11" fmla="*/ 404409 w 404409"/>
                  <a:gd name="connsiteY11" fmla="*/ 211434 h 251130"/>
                  <a:gd name="connsiteX12" fmla="*/ 364712 w 404409"/>
                  <a:gd name="connsiteY12" fmla="*/ 251130 h 25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4409" h="251130">
                    <a:moveTo>
                      <a:pt x="364712" y="251130"/>
                    </a:moveTo>
                    <a:cubicBezTo>
                      <a:pt x="342780" y="251130"/>
                      <a:pt x="325016" y="233366"/>
                      <a:pt x="325016" y="211434"/>
                    </a:cubicBezTo>
                    <a:lnTo>
                      <a:pt x="325016" y="202204"/>
                    </a:lnTo>
                    <a:cubicBezTo>
                      <a:pt x="325016" y="134472"/>
                      <a:pt x="269937" y="79393"/>
                      <a:pt x="202205" y="79393"/>
                    </a:cubicBezTo>
                    <a:cubicBezTo>
                      <a:pt x="134472" y="79393"/>
                      <a:pt x="79393" y="134472"/>
                      <a:pt x="79393" y="202204"/>
                    </a:cubicBezTo>
                    <a:lnTo>
                      <a:pt x="79393" y="211434"/>
                    </a:lnTo>
                    <a:cubicBezTo>
                      <a:pt x="79393" y="233366"/>
                      <a:pt x="61629" y="251130"/>
                      <a:pt x="39697" y="251130"/>
                    </a:cubicBezTo>
                    <a:cubicBezTo>
                      <a:pt x="17764" y="251130"/>
                      <a:pt x="0" y="233366"/>
                      <a:pt x="0" y="211434"/>
                    </a:cubicBezTo>
                    <a:lnTo>
                      <a:pt x="0" y="202204"/>
                    </a:lnTo>
                    <a:cubicBezTo>
                      <a:pt x="0" y="90707"/>
                      <a:pt x="90707" y="0"/>
                      <a:pt x="202205" y="0"/>
                    </a:cubicBezTo>
                    <a:cubicBezTo>
                      <a:pt x="313702" y="0"/>
                      <a:pt x="404409" y="90707"/>
                      <a:pt x="404409" y="202204"/>
                    </a:cubicBezTo>
                    <a:lnTo>
                      <a:pt x="404409" y="211434"/>
                    </a:lnTo>
                    <a:cubicBezTo>
                      <a:pt x="404409" y="233366"/>
                      <a:pt x="386645" y="251130"/>
                      <a:pt x="364712" y="251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13C540EB-4D1C-468E-3789-03F8F9C3FEBB}"/>
                </a:ext>
              </a:extLst>
            </p:cNvPr>
            <p:cNvSpPr/>
            <p:nvPr/>
          </p:nvSpPr>
          <p:spPr>
            <a:xfrm>
              <a:off x="8132711" y="2920634"/>
              <a:ext cx="759197" cy="79393"/>
            </a:xfrm>
            <a:custGeom>
              <a:avLst/>
              <a:gdLst>
                <a:gd name="connsiteX0" fmla="*/ 719501 w 759197"/>
                <a:gd name="connsiteY0" fmla="*/ 79393 h 79393"/>
                <a:gd name="connsiteX1" fmla="*/ 39697 w 759197"/>
                <a:gd name="connsiteY1" fmla="*/ 79393 h 79393"/>
                <a:gd name="connsiteX2" fmla="*/ 0 w 759197"/>
                <a:gd name="connsiteY2" fmla="*/ 39697 h 79393"/>
                <a:gd name="connsiteX3" fmla="*/ 39697 w 759197"/>
                <a:gd name="connsiteY3" fmla="*/ 0 h 79393"/>
                <a:gd name="connsiteX4" fmla="*/ 719501 w 759197"/>
                <a:gd name="connsiteY4" fmla="*/ 0 h 79393"/>
                <a:gd name="connsiteX5" fmla="*/ 759197 w 759197"/>
                <a:gd name="connsiteY5" fmla="*/ 39697 h 79393"/>
                <a:gd name="connsiteX6" fmla="*/ 719501 w 75919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9197" h="79393">
                  <a:moveTo>
                    <a:pt x="71950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19501" y="0"/>
                  </a:lnTo>
                  <a:cubicBezTo>
                    <a:pt x="741433" y="0"/>
                    <a:pt x="759197" y="17764"/>
                    <a:pt x="759197" y="39697"/>
                  </a:cubicBezTo>
                  <a:cubicBezTo>
                    <a:pt x="759197" y="61629"/>
                    <a:pt x="741433" y="79393"/>
                    <a:pt x="71950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2" name="Picture Placeholder 66">
              <a:extLst>
                <a:ext uri="{FF2B5EF4-FFF2-40B4-BE49-F238E27FC236}">
                  <a16:creationId xmlns:a16="http://schemas.microsoft.com/office/drawing/2014/main" id="{BEE07520-ED18-4825-B76C-C4A9608A164E}"/>
                </a:ext>
              </a:extLst>
            </p:cNvPr>
            <p:cNvGrpSpPr/>
            <p:nvPr/>
          </p:nvGrpSpPr>
          <p:grpSpPr>
            <a:xfrm>
              <a:off x="8104973" y="2972736"/>
              <a:ext cx="814673" cy="385900"/>
              <a:chOff x="8104973" y="2972736"/>
              <a:chExt cx="814673" cy="385900"/>
            </a:xfrm>
            <a:solidFill>
              <a:srgbClr val="EE7684"/>
            </a:solidFill>
          </p:grpSpPr>
          <p:grpSp>
            <p:nvGrpSpPr>
              <p:cNvPr id="153" name="Picture Placeholder 66">
                <a:extLst>
                  <a:ext uri="{FF2B5EF4-FFF2-40B4-BE49-F238E27FC236}">
                    <a16:creationId xmlns:a16="http://schemas.microsoft.com/office/drawing/2014/main" id="{F994F56B-AC80-75F6-0A0C-9C334C782D93}"/>
                  </a:ext>
                </a:extLst>
              </p:cNvPr>
              <p:cNvGrpSpPr/>
              <p:nvPr/>
            </p:nvGrpSpPr>
            <p:grpSpPr>
              <a:xfrm>
                <a:off x="8104973" y="2972736"/>
                <a:ext cx="320053" cy="385900"/>
                <a:chOff x="8104973" y="2972736"/>
                <a:chExt cx="320053" cy="385900"/>
              </a:xfrm>
              <a:solidFill>
                <a:srgbClr val="EE7684"/>
              </a:solidFill>
            </p:grpSpPr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2F0E409E-4392-429A-CC17-C4B4110A7F63}"/>
                    </a:ext>
                  </a:extLst>
                </p:cNvPr>
                <p:cNvSpPr/>
                <p:nvPr/>
              </p:nvSpPr>
              <p:spPr>
                <a:xfrm>
                  <a:off x="8164816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238B46B5-D6D9-9707-02D6-8BEDEA14B2C3}"/>
                    </a:ext>
                  </a:extLst>
                </p:cNvPr>
                <p:cNvSpPr/>
                <p:nvPr/>
              </p:nvSpPr>
              <p:spPr>
                <a:xfrm>
                  <a:off x="8104973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6" name="Picture Placeholder 66">
                <a:extLst>
                  <a:ext uri="{FF2B5EF4-FFF2-40B4-BE49-F238E27FC236}">
                    <a16:creationId xmlns:a16="http://schemas.microsoft.com/office/drawing/2014/main" id="{6DD6138E-7172-7AE5-B892-4BDD9FD603A9}"/>
                  </a:ext>
                </a:extLst>
              </p:cNvPr>
              <p:cNvGrpSpPr/>
              <p:nvPr/>
            </p:nvGrpSpPr>
            <p:grpSpPr>
              <a:xfrm>
                <a:off x="8346775" y="2972736"/>
                <a:ext cx="320053" cy="385900"/>
                <a:chOff x="8346775" y="2972736"/>
                <a:chExt cx="320053" cy="385900"/>
              </a:xfrm>
              <a:solidFill>
                <a:srgbClr val="EE7684"/>
              </a:solidFill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618EF087-DB79-654C-315E-525D60C891E6}"/>
                    </a:ext>
                  </a:extLst>
                </p:cNvPr>
                <p:cNvSpPr/>
                <p:nvPr/>
              </p:nvSpPr>
              <p:spPr>
                <a:xfrm>
                  <a:off x="8406618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C47E8C85-922A-6486-001C-2E457C133FA7}"/>
                    </a:ext>
                  </a:extLst>
                </p:cNvPr>
                <p:cNvSpPr/>
                <p:nvPr/>
              </p:nvSpPr>
              <p:spPr>
                <a:xfrm>
                  <a:off x="8346775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9" name="Picture Placeholder 66">
                <a:extLst>
                  <a:ext uri="{FF2B5EF4-FFF2-40B4-BE49-F238E27FC236}">
                    <a16:creationId xmlns:a16="http://schemas.microsoft.com/office/drawing/2014/main" id="{26227E53-EE20-E511-BAC8-C1549355F1DE}"/>
                  </a:ext>
                </a:extLst>
              </p:cNvPr>
              <p:cNvGrpSpPr/>
              <p:nvPr/>
            </p:nvGrpSpPr>
            <p:grpSpPr>
              <a:xfrm>
                <a:off x="8599593" y="2972736"/>
                <a:ext cx="320053" cy="385900"/>
                <a:chOff x="8599593" y="2972736"/>
                <a:chExt cx="320053" cy="385900"/>
              </a:xfrm>
              <a:solidFill>
                <a:srgbClr val="EE7684"/>
              </a:solidFill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D9D4BCAA-2D2A-C2C9-0AD7-1CFDD53B3862}"/>
                    </a:ext>
                  </a:extLst>
                </p:cNvPr>
                <p:cNvSpPr/>
                <p:nvPr/>
              </p:nvSpPr>
              <p:spPr>
                <a:xfrm>
                  <a:off x="8659436" y="2972736"/>
                  <a:ext cx="200368" cy="200368"/>
                </a:xfrm>
                <a:custGeom>
                  <a:avLst/>
                  <a:gdLst>
                    <a:gd name="connsiteX0" fmla="*/ 100184 w 200368"/>
                    <a:gd name="connsiteY0" fmla="*/ 200368 h 200368"/>
                    <a:gd name="connsiteX1" fmla="*/ 0 w 200368"/>
                    <a:gd name="connsiteY1" fmla="*/ 100184 h 200368"/>
                    <a:gd name="connsiteX2" fmla="*/ 100184 w 200368"/>
                    <a:gd name="connsiteY2" fmla="*/ 0 h 200368"/>
                    <a:gd name="connsiteX3" fmla="*/ 200369 w 200368"/>
                    <a:gd name="connsiteY3" fmla="*/ 100184 h 200368"/>
                    <a:gd name="connsiteX4" fmla="*/ 100184 w 200368"/>
                    <a:gd name="connsiteY4" fmla="*/ 200368 h 200368"/>
                    <a:gd name="connsiteX5" fmla="*/ 100184 w 200368"/>
                    <a:gd name="connsiteY5" fmla="*/ 79393 h 200368"/>
                    <a:gd name="connsiteX6" fmla="*/ 79393 w 200368"/>
                    <a:gd name="connsiteY6" fmla="*/ 100184 h 200368"/>
                    <a:gd name="connsiteX7" fmla="*/ 100184 w 200368"/>
                    <a:gd name="connsiteY7" fmla="*/ 120975 h 200368"/>
                    <a:gd name="connsiteX8" fmla="*/ 120975 w 200368"/>
                    <a:gd name="connsiteY8" fmla="*/ 100184 h 200368"/>
                    <a:gd name="connsiteX9" fmla="*/ 100184 w 200368"/>
                    <a:gd name="connsiteY9" fmla="*/ 79393 h 200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368" h="200368">
                      <a:moveTo>
                        <a:pt x="100184" y="200368"/>
                      </a:moveTo>
                      <a:cubicBezTo>
                        <a:pt x="44956" y="200368"/>
                        <a:pt x="0" y="155412"/>
                        <a:pt x="0" y="100184"/>
                      </a:cubicBezTo>
                      <a:cubicBezTo>
                        <a:pt x="0" y="44956"/>
                        <a:pt x="44956" y="0"/>
                        <a:pt x="100184" y="0"/>
                      </a:cubicBezTo>
                      <a:cubicBezTo>
                        <a:pt x="155412" y="0"/>
                        <a:pt x="200369" y="44956"/>
                        <a:pt x="200369" y="100184"/>
                      </a:cubicBezTo>
                      <a:cubicBezTo>
                        <a:pt x="200369" y="155412"/>
                        <a:pt x="155412" y="200368"/>
                        <a:pt x="100184" y="200368"/>
                      </a:cubicBezTo>
                      <a:close/>
                      <a:moveTo>
                        <a:pt x="100184" y="79393"/>
                      </a:moveTo>
                      <a:cubicBezTo>
                        <a:pt x="88722" y="79393"/>
                        <a:pt x="79393" y="88722"/>
                        <a:pt x="79393" y="100184"/>
                      </a:cubicBezTo>
                      <a:cubicBezTo>
                        <a:pt x="79393" y="111647"/>
                        <a:pt x="88722" y="120975"/>
                        <a:pt x="100184" y="120975"/>
                      </a:cubicBezTo>
                      <a:cubicBezTo>
                        <a:pt x="111647" y="120975"/>
                        <a:pt x="120975" y="111647"/>
                        <a:pt x="120975" y="100184"/>
                      </a:cubicBezTo>
                      <a:cubicBezTo>
                        <a:pt x="120975" y="88722"/>
                        <a:pt x="111647" y="79393"/>
                        <a:pt x="100184" y="79393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0DB23C3-F5FE-7591-06CB-AA38CB665570}"/>
                    </a:ext>
                  </a:extLst>
                </p:cNvPr>
                <p:cNvSpPr/>
                <p:nvPr/>
              </p:nvSpPr>
              <p:spPr>
                <a:xfrm>
                  <a:off x="8599593" y="3118174"/>
                  <a:ext cx="320053" cy="240461"/>
                </a:xfrm>
                <a:custGeom>
                  <a:avLst/>
                  <a:gdLst>
                    <a:gd name="connsiteX0" fmla="*/ 280357 w 320053"/>
                    <a:gd name="connsiteY0" fmla="*/ 240462 h 240461"/>
                    <a:gd name="connsiteX1" fmla="*/ 240661 w 320053"/>
                    <a:gd name="connsiteY1" fmla="*/ 200765 h 240461"/>
                    <a:gd name="connsiteX2" fmla="*/ 240661 w 320053"/>
                    <a:gd name="connsiteY2" fmla="*/ 160027 h 240461"/>
                    <a:gd name="connsiteX3" fmla="*/ 160027 w 320053"/>
                    <a:gd name="connsiteY3" fmla="*/ 79393 h 240461"/>
                    <a:gd name="connsiteX4" fmla="*/ 79393 w 320053"/>
                    <a:gd name="connsiteY4" fmla="*/ 160027 h 240461"/>
                    <a:gd name="connsiteX5" fmla="*/ 79393 w 320053"/>
                    <a:gd name="connsiteY5" fmla="*/ 200765 h 240461"/>
                    <a:gd name="connsiteX6" fmla="*/ 39697 w 320053"/>
                    <a:gd name="connsiteY6" fmla="*/ 240462 h 240461"/>
                    <a:gd name="connsiteX7" fmla="*/ 0 w 320053"/>
                    <a:gd name="connsiteY7" fmla="*/ 200765 h 240461"/>
                    <a:gd name="connsiteX8" fmla="*/ 0 w 320053"/>
                    <a:gd name="connsiteY8" fmla="*/ 160027 h 240461"/>
                    <a:gd name="connsiteX9" fmla="*/ 160027 w 320053"/>
                    <a:gd name="connsiteY9" fmla="*/ 0 h 240461"/>
                    <a:gd name="connsiteX10" fmla="*/ 320054 w 320053"/>
                    <a:gd name="connsiteY10" fmla="*/ 160027 h 240461"/>
                    <a:gd name="connsiteX11" fmla="*/ 320054 w 320053"/>
                    <a:gd name="connsiteY11" fmla="*/ 200765 h 240461"/>
                    <a:gd name="connsiteX12" fmla="*/ 280357 w 320053"/>
                    <a:gd name="connsiteY12" fmla="*/ 240462 h 240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0053" h="240461">
                      <a:moveTo>
                        <a:pt x="280357" y="240462"/>
                      </a:moveTo>
                      <a:cubicBezTo>
                        <a:pt x="258425" y="240462"/>
                        <a:pt x="240661" y="222698"/>
                        <a:pt x="240661" y="200765"/>
                      </a:cubicBezTo>
                      <a:lnTo>
                        <a:pt x="240661" y="160027"/>
                      </a:lnTo>
                      <a:cubicBezTo>
                        <a:pt x="240661" y="115567"/>
                        <a:pt x="204487" y="79393"/>
                        <a:pt x="160027" y="79393"/>
                      </a:cubicBezTo>
                      <a:cubicBezTo>
                        <a:pt x="115567" y="79393"/>
                        <a:pt x="79393" y="115567"/>
                        <a:pt x="79393" y="160027"/>
                      </a:cubicBezTo>
                      <a:lnTo>
                        <a:pt x="79393" y="200765"/>
                      </a:lnTo>
                      <a:cubicBezTo>
                        <a:pt x="79393" y="222698"/>
                        <a:pt x="61629" y="240462"/>
                        <a:pt x="39697" y="240462"/>
                      </a:cubicBezTo>
                      <a:cubicBezTo>
                        <a:pt x="17764" y="240462"/>
                        <a:pt x="0" y="222698"/>
                        <a:pt x="0" y="200765"/>
                      </a:cubicBezTo>
                      <a:lnTo>
                        <a:pt x="0" y="160027"/>
                      </a:lnTo>
                      <a:cubicBezTo>
                        <a:pt x="0" y="71801"/>
                        <a:pt x="71801" y="0"/>
                        <a:pt x="160027" y="0"/>
                      </a:cubicBezTo>
                      <a:cubicBezTo>
                        <a:pt x="248253" y="0"/>
                        <a:pt x="320054" y="71801"/>
                        <a:pt x="320054" y="160027"/>
                      </a:cubicBezTo>
                      <a:lnTo>
                        <a:pt x="320054" y="200765"/>
                      </a:lnTo>
                      <a:cubicBezTo>
                        <a:pt x="320054" y="222698"/>
                        <a:pt x="302290" y="240462"/>
                        <a:pt x="280357" y="240462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3DEA1A-3692-B66F-B228-58F28427A6C7}"/>
              </a:ext>
            </a:extLst>
          </p:cNvPr>
          <p:cNvGrpSpPr/>
          <p:nvPr/>
        </p:nvGrpSpPr>
        <p:grpSpPr>
          <a:xfrm>
            <a:off x="9582370" y="2528676"/>
            <a:ext cx="494297" cy="837501"/>
            <a:chOff x="9582370" y="2528676"/>
            <a:chExt cx="494297" cy="837501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C3DE5C5-A03F-8D45-F4AD-3DD8A3DAF3EA}"/>
                </a:ext>
              </a:extLst>
            </p:cNvPr>
            <p:cNvSpPr/>
            <p:nvPr/>
          </p:nvSpPr>
          <p:spPr>
            <a:xfrm>
              <a:off x="9582370" y="2528676"/>
              <a:ext cx="494297" cy="677079"/>
            </a:xfrm>
            <a:custGeom>
              <a:avLst/>
              <a:gdLst>
                <a:gd name="connsiteX0" fmla="*/ 399385 w 494297"/>
                <a:gd name="connsiteY0" fmla="*/ 677029 h 677079"/>
                <a:gd name="connsiteX1" fmla="*/ 359788 w 494297"/>
                <a:gd name="connsiteY1" fmla="*/ 639665 h 677079"/>
                <a:gd name="connsiteX2" fmla="*/ 399385 w 494297"/>
                <a:gd name="connsiteY2" fmla="*/ 525389 h 677079"/>
                <a:gd name="connsiteX3" fmla="*/ 400279 w 494297"/>
                <a:gd name="connsiteY3" fmla="*/ 524644 h 677079"/>
                <a:gd name="connsiteX4" fmla="*/ 412585 w 494297"/>
                <a:gd name="connsiteY4" fmla="*/ 374939 h 677079"/>
                <a:gd name="connsiteX5" fmla="*/ 410451 w 494297"/>
                <a:gd name="connsiteY5" fmla="*/ 327700 h 677079"/>
                <a:gd name="connsiteX6" fmla="*/ 409210 w 494297"/>
                <a:gd name="connsiteY6" fmla="*/ 325120 h 677079"/>
                <a:gd name="connsiteX7" fmla="*/ 405886 w 494297"/>
                <a:gd name="connsiteY7" fmla="*/ 323829 h 677079"/>
                <a:gd name="connsiteX8" fmla="*/ 403901 w 494297"/>
                <a:gd name="connsiteY8" fmla="*/ 323829 h 677079"/>
                <a:gd name="connsiteX9" fmla="*/ 399534 w 494297"/>
                <a:gd name="connsiteY9" fmla="*/ 325169 h 677079"/>
                <a:gd name="connsiteX10" fmla="*/ 365594 w 494297"/>
                <a:gd name="connsiteY10" fmla="*/ 328791 h 677079"/>
                <a:gd name="connsiteX11" fmla="*/ 341379 w 494297"/>
                <a:gd name="connsiteY11" fmla="*/ 304775 h 677079"/>
                <a:gd name="connsiteX12" fmla="*/ 338203 w 494297"/>
                <a:gd name="connsiteY12" fmla="*/ 300855 h 677079"/>
                <a:gd name="connsiteX13" fmla="*/ 333390 w 494297"/>
                <a:gd name="connsiteY13" fmla="*/ 299664 h 677079"/>
                <a:gd name="connsiteX14" fmla="*/ 331256 w 494297"/>
                <a:gd name="connsiteY14" fmla="*/ 299664 h 677079"/>
                <a:gd name="connsiteX15" fmla="*/ 323565 w 494297"/>
                <a:gd name="connsiteY15" fmla="*/ 301947 h 677079"/>
                <a:gd name="connsiteX16" fmla="*/ 291113 w 494297"/>
                <a:gd name="connsiteY16" fmla="*/ 307206 h 677079"/>
                <a:gd name="connsiteX17" fmla="*/ 265806 w 494297"/>
                <a:gd name="connsiteY17" fmla="*/ 286167 h 677079"/>
                <a:gd name="connsiteX18" fmla="*/ 262432 w 494297"/>
                <a:gd name="connsiteY18" fmla="*/ 282495 h 677079"/>
                <a:gd name="connsiteX19" fmla="*/ 257420 w 494297"/>
                <a:gd name="connsiteY19" fmla="*/ 281205 h 677079"/>
                <a:gd name="connsiteX20" fmla="*/ 250672 w 494297"/>
                <a:gd name="connsiteY20" fmla="*/ 282694 h 677079"/>
                <a:gd name="connsiteX21" fmla="*/ 211273 w 494297"/>
                <a:gd name="connsiteY21" fmla="*/ 282347 h 677079"/>
                <a:gd name="connsiteX22" fmla="*/ 191574 w 494297"/>
                <a:gd name="connsiteY22" fmla="*/ 248257 h 677079"/>
                <a:gd name="connsiteX23" fmla="*/ 190730 w 494297"/>
                <a:gd name="connsiteY23" fmla="*/ 89024 h 677079"/>
                <a:gd name="connsiteX24" fmla="*/ 190730 w 494297"/>
                <a:gd name="connsiteY24" fmla="*/ 88280 h 677079"/>
                <a:gd name="connsiteX25" fmla="*/ 188200 w 494297"/>
                <a:gd name="connsiteY25" fmla="*/ 82127 h 677079"/>
                <a:gd name="connsiteX26" fmla="*/ 181550 w 494297"/>
                <a:gd name="connsiteY26" fmla="*/ 79299 h 677079"/>
                <a:gd name="connsiteX27" fmla="*/ 174901 w 494297"/>
                <a:gd name="connsiteY27" fmla="*/ 81978 h 677079"/>
                <a:gd name="connsiteX28" fmla="*/ 172321 w 494297"/>
                <a:gd name="connsiteY28" fmla="*/ 88280 h 677079"/>
                <a:gd name="connsiteX29" fmla="*/ 172321 w 494297"/>
                <a:gd name="connsiteY29" fmla="*/ 89967 h 677079"/>
                <a:gd name="connsiteX30" fmla="*/ 172321 w 494297"/>
                <a:gd name="connsiteY30" fmla="*/ 302641 h 677079"/>
                <a:gd name="connsiteX31" fmla="*/ 132624 w 494297"/>
                <a:gd name="connsiteY31" fmla="*/ 342338 h 677079"/>
                <a:gd name="connsiteX32" fmla="*/ 119475 w 494297"/>
                <a:gd name="connsiteY32" fmla="*/ 342338 h 677079"/>
                <a:gd name="connsiteX33" fmla="*/ 116597 w 494297"/>
                <a:gd name="connsiteY33" fmla="*/ 342933 h 677079"/>
                <a:gd name="connsiteX34" fmla="*/ 93374 w 494297"/>
                <a:gd name="connsiteY34" fmla="*/ 365114 h 677079"/>
                <a:gd name="connsiteX35" fmla="*/ 89206 w 494297"/>
                <a:gd name="connsiteY35" fmla="*/ 467680 h 677079"/>
                <a:gd name="connsiteX36" fmla="*/ 89405 w 494297"/>
                <a:gd name="connsiteY36" fmla="*/ 468226 h 677079"/>
                <a:gd name="connsiteX37" fmla="*/ 164332 w 494297"/>
                <a:gd name="connsiteY37" fmla="*/ 553474 h 677079"/>
                <a:gd name="connsiteX38" fmla="*/ 164828 w 494297"/>
                <a:gd name="connsiteY38" fmla="*/ 553970 h 677079"/>
                <a:gd name="connsiteX39" fmla="*/ 182940 w 494297"/>
                <a:gd name="connsiteY39" fmla="*/ 570940 h 677079"/>
                <a:gd name="connsiteX40" fmla="*/ 193757 w 494297"/>
                <a:gd name="connsiteY40" fmla="*/ 598182 h 677079"/>
                <a:gd name="connsiteX41" fmla="*/ 193757 w 494297"/>
                <a:gd name="connsiteY41" fmla="*/ 637383 h 677079"/>
                <a:gd name="connsiteX42" fmla="*/ 154060 w 494297"/>
                <a:gd name="connsiteY42" fmla="*/ 677079 h 677079"/>
                <a:gd name="connsiteX43" fmla="*/ 114364 w 494297"/>
                <a:gd name="connsiteY43" fmla="*/ 637383 h 677079"/>
                <a:gd name="connsiteX44" fmla="*/ 114364 w 494297"/>
                <a:gd name="connsiteY44" fmla="*/ 615401 h 677079"/>
                <a:gd name="connsiteX45" fmla="*/ 111734 w 494297"/>
                <a:gd name="connsiteY45" fmla="*/ 613068 h 677079"/>
                <a:gd name="connsiteX46" fmla="*/ 111039 w 494297"/>
                <a:gd name="connsiteY46" fmla="*/ 612423 h 677079"/>
                <a:gd name="connsiteX47" fmla="*/ 16214 w 494297"/>
                <a:gd name="connsiteY47" fmla="*/ 499040 h 677079"/>
                <a:gd name="connsiteX48" fmla="*/ 23310 w 494297"/>
                <a:gd name="connsiteY48" fmla="*/ 327849 h 677079"/>
                <a:gd name="connsiteX49" fmla="*/ 83450 w 494297"/>
                <a:gd name="connsiteY49" fmla="*/ 270884 h 677079"/>
                <a:gd name="connsiteX50" fmla="*/ 84443 w 494297"/>
                <a:gd name="connsiteY50" fmla="*/ 270438 h 677079"/>
                <a:gd name="connsiteX51" fmla="*/ 92928 w 494297"/>
                <a:gd name="connsiteY51" fmla="*/ 267262 h 677079"/>
                <a:gd name="connsiteX52" fmla="*/ 92928 w 494297"/>
                <a:gd name="connsiteY52" fmla="*/ 90711 h 677079"/>
                <a:gd name="connsiteX53" fmla="*/ 117490 w 494297"/>
                <a:gd name="connsiteY53" fmla="*/ 27197 h 677079"/>
                <a:gd name="connsiteX54" fmla="*/ 180657 w 494297"/>
                <a:gd name="connsiteY54" fmla="*/ 5 h 677079"/>
                <a:gd name="connsiteX55" fmla="*/ 244122 w 494297"/>
                <a:gd name="connsiteY55" fmla="*/ 25907 h 677079"/>
                <a:gd name="connsiteX56" fmla="*/ 270024 w 494297"/>
                <a:gd name="connsiteY56" fmla="*/ 89024 h 677079"/>
                <a:gd name="connsiteX57" fmla="*/ 270620 w 494297"/>
                <a:gd name="connsiteY57" fmla="*/ 202805 h 677079"/>
                <a:gd name="connsiteX58" fmla="*/ 303816 w 494297"/>
                <a:gd name="connsiteY58" fmla="*/ 214862 h 677079"/>
                <a:gd name="connsiteX59" fmla="*/ 313740 w 494297"/>
                <a:gd name="connsiteY59" fmla="*/ 221909 h 677079"/>
                <a:gd name="connsiteX60" fmla="*/ 330760 w 494297"/>
                <a:gd name="connsiteY60" fmla="*/ 220321 h 677079"/>
                <a:gd name="connsiteX61" fmla="*/ 382167 w 494297"/>
                <a:gd name="connsiteY61" fmla="*/ 234860 h 677079"/>
                <a:gd name="connsiteX62" fmla="*/ 394572 w 494297"/>
                <a:gd name="connsiteY62" fmla="*/ 244933 h 677079"/>
                <a:gd name="connsiteX63" fmla="*/ 403504 w 494297"/>
                <a:gd name="connsiteY63" fmla="*/ 244436 h 677079"/>
                <a:gd name="connsiteX64" fmla="*/ 462404 w 494297"/>
                <a:gd name="connsiteY64" fmla="*/ 266369 h 677079"/>
                <a:gd name="connsiteX65" fmla="*/ 489546 w 494297"/>
                <a:gd name="connsiteY65" fmla="*/ 324127 h 677079"/>
                <a:gd name="connsiteX66" fmla="*/ 489546 w 494297"/>
                <a:gd name="connsiteY66" fmla="*/ 324971 h 677079"/>
                <a:gd name="connsiteX67" fmla="*/ 491630 w 494297"/>
                <a:gd name="connsiteY67" fmla="*/ 370522 h 677079"/>
                <a:gd name="connsiteX68" fmla="*/ 450693 w 494297"/>
                <a:gd name="connsiteY68" fmla="*/ 585926 h 677079"/>
                <a:gd name="connsiteX69" fmla="*/ 449651 w 494297"/>
                <a:gd name="connsiteY69" fmla="*/ 586769 h 677079"/>
                <a:gd name="connsiteX70" fmla="*/ 438784 w 494297"/>
                <a:gd name="connsiteY70" fmla="*/ 635001 h 677079"/>
                <a:gd name="connsiteX71" fmla="*/ 401519 w 494297"/>
                <a:gd name="connsiteY71" fmla="*/ 676980 h 677079"/>
                <a:gd name="connsiteX72" fmla="*/ 399137 w 494297"/>
                <a:gd name="connsiteY72" fmla="*/ 677029 h 67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494297" h="677079">
                  <a:moveTo>
                    <a:pt x="399385" y="677029"/>
                  </a:moveTo>
                  <a:cubicBezTo>
                    <a:pt x="378545" y="677029"/>
                    <a:pt x="361029" y="660754"/>
                    <a:pt x="359788" y="639665"/>
                  </a:cubicBezTo>
                  <a:cubicBezTo>
                    <a:pt x="358101" y="611034"/>
                    <a:pt x="360979" y="558089"/>
                    <a:pt x="399385" y="525389"/>
                  </a:cubicBezTo>
                  <a:cubicBezTo>
                    <a:pt x="399683" y="525141"/>
                    <a:pt x="399981" y="524892"/>
                    <a:pt x="400279" y="524644"/>
                  </a:cubicBezTo>
                  <a:cubicBezTo>
                    <a:pt x="419780" y="505243"/>
                    <a:pt x="415264" y="423865"/>
                    <a:pt x="412585" y="374939"/>
                  </a:cubicBezTo>
                  <a:cubicBezTo>
                    <a:pt x="411741" y="360152"/>
                    <a:pt x="410848" y="343082"/>
                    <a:pt x="410451" y="327700"/>
                  </a:cubicBezTo>
                  <a:cubicBezTo>
                    <a:pt x="410352" y="326658"/>
                    <a:pt x="409955" y="325814"/>
                    <a:pt x="409210" y="325120"/>
                  </a:cubicBezTo>
                  <a:cubicBezTo>
                    <a:pt x="408218" y="324177"/>
                    <a:pt x="407077" y="323780"/>
                    <a:pt x="405886" y="323829"/>
                  </a:cubicBezTo>
                  <a:cubicBezTo>
                    <a:pt x="405241" y="323829"/>
                    <a:pt x="404546" y="323829"/>
                    <a:pt x="403901" y="323829"/>
                  </a:cubicBezTo>
                  <a:cubicBezTo>
                    <a:pt x="402512" y="323978"/>
                    <a:pt x="400973" y="324276"/>
                    <a:pt x="399534" y="325169"/>
                  </a:cubicBezTo>
                  <a:cubicBezTo>
                    <a:pt x="389362" y="331421"/>
                    <a:pt x="376907" y="332761"/>
                    <a:pt x="365594" y="328791"/>
                  </a:cubicBezTo>
                  <a:cubicBezTo>
                    <a:pt x="354330" y="324822"/>
                    <a:pt x="345448" y="315989"/>
                    <a:pt x="341379" y="304775"/>
                  </a:cubicBezTo>
                  <a:cubicBezTo>
                    <a:pt x="340833" y="303286"/>
                    <a:pt x="339692" y="301847"/>
                    <a:pt x="338203" y="300855"/>
                  </a:cubicBezTo>
                  <a:cubicBezTo>
                    <a:pt x="337012" y="300061"/>
                    <a:pt x="335275" y="299565"/>
                    <a:pt x="333390" y="299664"/>
                  </a:cubicBezTo>
                  <a:cubicBezTo>
                    <a:pt x="332695" y="299664"/>
                    <a:pt x="331951" y="299664"/>
                    <a:pt x="331256" y="299664"/>
                  </a:cubicBezTo>
                  <a:cubicBezTo>
                    <a:pt x="328626" y="299664"/>
                    <a:pt x="325798" y="300458"/>
                    <a:pt x="323565" y="301947"/>
                  </a:cubicBezTo>
                  <a:cubicBezTo>
                    <a:pt x="313988" y="308298"/>
                    <a:pt x="302178" y="310233"/>
                    <a:pt x="291113" y="307206"/>
                  </a:cubicBezTo>
                  <a:cubicBezTo>
                    <a:pt x="280048" y="304180"/>
                    <a:pt x="270818" y="296538"/>
                    <a:pt x="265806" y="286167"/>
                  </a:cubicBezTo>
                  <a:cubicBezTo>
                    <a:pt x="265062" y="284629"/>
                    <a:pt x="263921" y="283438"/>
                    <a:pt x="262432" y="282495"/>
                  </a:cubicBezTo>
                  <a:cubicBezTo>
                    <a:pt x="260944" y="281553"/>
                    <a:pt x="259256" y="281255"/>
                    <a:pt x="257420" y="281205"/>
                  </a:cubicBezTo>
                  <a:cubicBezTo>
                    <a:pt x="254939" y="281255"/>
                    <a:pt x="252657" y="281602"/>
                    <a:pt x="250672" y="282694"/>
                  </a:cubicBezTo>
                  <a:cubicBezTo>
                    <a:pt x="238416" y="289542"/>
                    <a:pt x="223430" y="289442"/>
                    <a:pt x="211273" y="282347"/>
                  </a:cubicBezTo>
                  <a:cubicBezTo>
                    <a:pt x="199116" y="275251"/>
                    <a:pt x="191623" y="262300"/>
                    <a:pt x="191574" y="248257"/>
                  </a:cubicBezTo>
                  <a:lnTo>
                    <a:pt x="190730" y="89024"/>
                  </a:lnTo>
                  <a:cubicBezTo>
                    <a:pt x="190730" y="88776"/>
                    <a:pt x="190730" y="88528"/>
                    <a:pt x="190730" y="88280"/>
                  </a:cubicBezTo>
                  <a:cubicBezTo>
                    <a:pt x="190730" y="85997"/>
                    <a:pt x="189837" y="83715"/>
                    <a:pt x="188200" y="82127"/>
                  </a:cubicBezTo>
                  <a:cubicBezTo>
                    <a:pt x="186314" y="80241"/>
                    <a:pt x="184031" y="79398"/>
                    <a:pt x="181550" y="79299"/>
                  </a:cubicBezTo>
                  <a:cubicBezTo>
                    <a:pt x="178821" y="79299"/>
                    <a:pt x="176539" y="80291"/>
                    <a:pt x="174901" y="81978"/>
                  </a:cubicBezTo>
                  <a:cubicBezTo>
                    <a:pt x="173115" y="83864"/>
                    <a:pt x="172222" y="86047"/>
                    <a:pt x="172321" y="88280"/>
                  </a:cubicBezTo>
                  <a:cubicBezTo>
                    <a:pt x="172321" y="88826"/>
                    <a:pt x="172321" y="89372"/>
                    <a:pt x="172321" y="89967"/>
                  </a:cubicBezTo>
                  <a:lnTo>
                    <a:pt x="172321" y="302641"/>
                  </a:lnTo>
                  <a:cubicBezTo>
                    <a:pt x="172321" y="324574"/>
                    <a:pt x="154557" y="342338"/>
                    <a:pt x="132624" y="342338"/>
                  </a:cubicBezTo>
                  <a:lnTo>
                    <a:pt x="119475" y="342338"/>
                  </a:lnTo>
                  <a:cubicBezTo>
                    <a:pt x="118482" y="342338"/>
                    <a:pt x="117540" y="342586"/>
                    <a:pt x="116597" y="342933"/>
                  </a:cubicBezTo>
                  <a:cubicBezTo>
                    <a:pt x="106722" y="347697"/>
                    <a:pt x="98485" y="355587"/>
                    <a:pt x="93374" y="365114"/>
                  </a:cubicBezTo>
                  <a:cubicBezTo>
                    <a:pt x="76404" y="397020"/>
                    <a:pt x="74866" y="434484"/>
                    <a:pt x="89206" y="467680"/>
                  </a:cubicBezTo>
                  <a:cubicBezTo>
                    <a:pt x="89305" y="467878"/>
                    <a:pt x="89355" y="468027"/>
                    <a:pt x="89405" y="468226"/>
                  </a:cubicBezTo>
                  <a:cubicBezTo>
                    <a:pt x="101016" y="496162"/>
                    <a:pt x="142201" y="533427"/>
                    <a:pt x="164332" y="553474"/>
                  </a:cubicBezTo>
                  <a:lnTo>
                    <a:pt x="164828" y="553970"/>
                  </a:lnTo>
                  <a:cubicBezTo>
                    <a:pt x="172867" y="561165"/>
                    <a:pt x="179119" y="566872"/>
                    <a:pt x="182940" y="570940"/>
                  </a:cubicBezTo>
                  <a:cubicBezTo>
                    <a:pt x="189887" y="578284"/>
                    <a:pt x="193757" y="588060"/>
                    <a:pt x="193757" y="598182"/>
                  </a:cubicBezTo>
                  <a:lnTo>
                    <a:pt x="193757" y="637383"/>
                  </a:lnTo>
                  <a:cubicBezTo>
                    <a:pt x="193757" y="659315"/>
                    <a:pt x="175993" y="677079"/>
                    <a:pt x="154060" y="677079"/>
                  </a:cubicBezTo>
                  <a:cubicBezTo>
                    <a:pt x="132128" y="677079"/>
                    <a:pt x="114364" y="659315"/>
                    <a:pt x="114364" y="637383"/>
                  </a:cubicBezTo>
                  <a:lnTo>
                    <a:pt x="114364" y="615401"/>
                  </a:lnTo>
                  <a:cubicBezTo>
                    <a:pt x="113570" y="614656"/>
                    <a:pt x="112677" y="613912"/>
                    <a:pt x="111734" y="613068"/>
                  </a:cubicBezTo>
                  <a:lnTo>
                    <a:pt x="111039" y="612423"/>
                  </a:lnTo>
                  <a:cubicBezTo>
                    <a:pt x="72385" y="577441"/>
                    <a:pt x="33284" y="539878"/>
                    <a:pt x="16214" y="499040"/>
                  </a:cubicBezTo>
                  <a:cubicBezTo>
                    <a:pt x="-7654" y="443614"/>
                    <a:pt x="-5073" y="381241"/>
                    <a:pt x="23310" y="327849"/>
                  </a:cubicBezTo>
                  <a:cubicBezTo>
                    <a:pt x="36658" y="303038"/>
                    <a:pt x="57995" y="282843"/>
                    <a:pt x="83450" y="270884"/>
                  </a:cubicBezTo>
                  <a:cubicBezTo>
                    <a:pt x="83748" y="270735"/>
                    <a:pt x="84095" y="270586"/>
                    <a:pt x="84443" y="270438"/>
                  </a:cubicBezTo>
                  <a:cubicBezTo>
                    <a:pt x="87221" y="269247"/>
                    <a:pt x="90050" y="268155"/>
                    <a:pt x="92928" y="267262"/>
                  </a:cubicBezTo>
                  <a:lnTo>
                    <a:pt x="92928" y="90711"/>
                  </a:lnTo>
                  <a:cubicBezTo>
                    <a:pt x="92183" y="67290"/>
                    <a:pt x="101115" y="44167"/>
                    <a:pt x="117490" y="27197"/>
                  </a:cubicBezTo>
                  <a:cubicBezTo>
                    <a:pt x="133716" y="10127"/>
                    <a:pt x="156790" y="154"/>
                    <a:pt x="180657" y="5"/>
                  </a:cubicBezTo>
                  <a:cubicBezTo>
                    <a:pt x="204029" y="-243"/>
                    <a:pt x="227350" y="9135"/>
                    <a:pt x="244122" y="25907"/>
                  </a:cubicBezTo>
                  <a:cubicBezTo>
                    <a:pt x="260745" y="42381"/>
                    <a:pt x="270223" y="65405"/>
                    <a:pt x="270024" y="89024"/>
                  </a:cubicBezTo>
                  <a:lnTo>
                    <a:pt x="270620" y="202805"/>
                  </a:lnTo>
                  <a:cubicBezTo>
                    <a:pt x="282380" y="204541"/>
                    <a:pt x="293693" y="208610"/>
                    <a:pt x="303816" y="214862"/>
                  </a:cubicBezTo>
                  <a:cubicBezTo>
                    <a:pt x="307289" y="216996"/>
                    <a:pt x="310614" y="219328"/>
                    <a:pt x="313740" y="221909"/>
                  </a:cubicBezTo>
                  <a:cubicBezTo>
                    <a:pt x="319298" y="220866"/>
                    <a:pt x="325004" y="220321"/>
                    <a:pt x="330760" y="220321"/>
                  </a:cubicBezTo>
                  <a:cubicBezTo>
                    <a:pt x="349120" y="219676"/>
                    <a:pt x="366884" y="224737"/>
                    <a:pt x="382167" y="234860"/>
                  </a:cubicBezTo>
                  <a:cubicBezTo>
                    <a:pt x="386633" y="237837"/>
                    <a:pt x="390751" y="241261"/>
                    <a:pt x="394572" y="244933"/>
                  </a:cubicBezTo>
                  <a:cubicBezTo>
                    <a:pt x="397549" y="244635"/>
                    <a:pt x="400527" y="244436"/>
                    <a:pt x="403504" y="244436"/>
                  </a:cubicBezTo>
                  <a:cubicBezTo>
                    <a:pt x="425436" y="243742"/>
                    <a:pt x="446227" y="251582"/>
                    <a:pt x="462404" y="266369"/>
                  </a:cubicBezTo>
                  <a:cubicBezTo>
                    <a:pt x="478779" y="281205"/>
                    <a:pt x="488504" y="301748"/>
                    <a:pt x="489546" y="324127"/>
                  </a:cubicBezTo>
                  <a:cubicBezTo>
                    <a:pt x="489546" y="324425"/>
                    <a:pt x="489546" y="324723"/>
                    <a:pt x="489546" y="324971"/>
                  </a:cubicBezTo>
                  <a:cubicBezTo>
                    <a:pt x="489894" y="339410"/>
                    <a:pt x="490787" y="356033"/>
                    <a:pt x="491630" y="370522"/>
                  </a:cubicBezTo>
                  <a:cubicBezTo>
                    <a:pt x="496096" y="451255"/>
                    <a:pt x="501158" y="542756"/>
                    <a:pt x="450693" y="585926"/>
                  </a:cubicBezTo>
                  <a:cubicBezTo>
                    <a:pt x="450346" y="586224"/>
                    <a:pt x="449999" y="586472"/>
                    <a:pt x="449651" y="586769"/>
                  </a:cubicBezTo>
                  <a:cubicBezTo>
                    <a:pt x="441762" y="594609"/>
                    <a:pt x="437494" y="613267"/>
                    <a:pt x="438784" y="635001"/>
                  </a:cubicBezTo>
                  <a:cubicBezTo>
                    <a:pt x="440074" y="656883"/>
                    <a:pt x="423402" y="675690"/>
                    <a:pt x="401519" y="676980"/>
                  </a:cubicBezTo>
                  <a:cubicBezTo>
                    <a:pt x="400725" y="676980"/>
                    <a:pt x="399931" y="677029"/>
                    <a:pt x="399137" y="67702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E9DD718-9AC0-F76C-91CD-4B0184F7F78F}"/>
                </a:ext>
              </a:extLst>
            </p:cNvPr>
            <p:cNvSpPr/>
            <p:nvPr/>
          </p:nvSpPr>
          <p:spPr>
            <a:xfrm>
              <a:off x="9658625" y="3126510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3 h 239667"/>
                <a:gd name="connsiteX3" fmla="*/ 79393 w 407832"/>
                <a:gd name="connsiteY3" fmla="*/ 79343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2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2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3"/>
                  </a:lnTo>
                  <a:lnTo>
                    <a:pt x="79393" y="79343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2"/>
                  </a:lnTo>
                  <a:cubicBezTo>
                    <a:pt x="0" y="2510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2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4AD812BC-7C37-EB2D-C00C-512F7E1ED7B8}"/>
                </a:ext>
              </a:extLst>
            </p:cNvPr>
            <p:cNvSpPr/>
            <p:nvPr/>
          </p:nvSpPr>
          <p:spPr>
            <a:xfrm>
              <a:off x="9669968" y="2791853"/>
              <a:ext cx="126220" cy="243702"/>
            </a:xfrm>
            <a:custGeom>
              <a:avLst/>
              <a:gdLst>
                <a:gd name="connsiteX0" fmla="*/ 86560 w 126220"/>
                <a:gd name="connsiteY0" fmla="*/ 243702 h 243702"/>
                <a:gd name="connsiteX1" fmla="*/ 56142 w 126220"/>
                <a:gd name="connsiteY1" fmla="*/ 229511 h 243702"/>
                <a:gd name="connsiteX2" fmla="*/ 6968 w 126220"/>
                <a:gd name="connsiteY2" fmla="*/ 140591 h 243702"/>
                <a:gd name="connsiteX3" fmla="*/ 1956 w 126220"/>
                <a:gd name="connsiteY3" fmla="*/ 71122 h 243702"/>
                <a:gd name="connsiteX4" fmla="*/ 3296 w 126220"/>
                <a:gd name="connsiteY4" fmla="*/ 62885 h 243702"/>
                <a:gd name="connsiteX5" fmla="*/ 5579 w 126220"/>
                <a:gd name="connsiteY5" fmla="*/ 41945 h 243702"/>
                <a:gd name="connsiteX6" fmla="*/ 42943 w 126220"/>
                <a:gd name="connsiteY6" fmla="*/ 65 h 243702"/>
                <a:gd name="connsiteX7" fmla="*/ 84823 w 126220"/>
                <a:gd name="connsiteY7" fmla="*/ 37429 h 243702"/>
                <a:gd name="connsiteX8" fmla="*/ 81548 w 126220"/>
                <a:gd name="connsiteY8" fmla="*/ 76133 h 243702"/>
                <a:gd name="connsiteX9" fmla="*/ 80307 w 126220"/>
                <a:gd name="connsiteY9" fmla="*/ 83576 h 243702"/>
                <a:gd name="connsiteX10" fmla="*/ 82590 w 126220"/>
                <a:gd name="connsiteY10" fmla="*/ 116624 h 243702"/>
                <a:gd name="connsiteX11" fmla="*/ 116927 w 126220"/>
                <a:gd name="connsiteY11" fmla="*/ 178501 h 243702"/>
                <a:gd name="connsiteX12" fmla="*/ 112065 w 126220"/>
                <a:gd name="connsiteY12" fmla="*/ 234423 h 243702"/>
                <a:gd name="connsiteX13" fmla="*/ 86560 w 126220"/>
                <a:gd name="connsiteY13" fmla="*/ 243702 h 24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6220" h="243702">
                  <a:moveTo>
                    <a:pt x="86560" y="243702"/>
                  </a:moveTo>
                  <a:cubicBezTo>
                    <a:pt x="75246" y="243702"/>
                    <a:pt x="63982" y="238889"/>
                    <a:pt x="56142" y="229511"/>
                  </a:cubicBezTo>
                  <a:cubicBezTo>
                    <a:pt x="34061" y="203212"/>
                    <a:pt x="17537" y="173291"/>
                    <a:pt x="6968" y="140591"/>
                  </a:cubicBezTo>
                  <a:cubicBezTo>
                    <a:pt x="-128" y="117815"/>
                    <a:pt x="-1815" y="93898"/>
                    <a:pt x="1956" y="71122"/>
                  </a:cubicBezTo>
                  <a:cubicBezTo>
                    <a:pt x="2304" y="68690"/>
                    <a:pt x="2800" y="65763"/>
                    <a:pt x="3296" y="62885"/>
                  </a:cubicBezTo>
                  <a:cubicBezTo>
                    <a:pt x="4636" y="54945"/>
                    <a:pt x="5926" y="47403"/>
                    <a:pt x="5579" y="41945"/>
                  </a:cubicBezTo>
                  <a:cubicBezTo>
                    <a:pt x="4338" y="20062"/>
                    <a:pt x="21060" y="1305"/>
                    <a:pt x="42943" y="65"/>
                  </a:cubicBezTo>
                  <a:cubicBezTo>
                    <a:pt x="64776" y="-1176"/>
                    <a:pt x="83582" y="15546"/>
                    <a:pt x="84823" y="37429"/>
                  </a:cubicBezTo>
                  <a:cubicBezTo>
                    <a:pt x="85666" y="51869"/>
                    <a:pt x="83483" y="64770"/>
                    <a:pt x="81548" y="76133"/>
                  </a:cubicBezTo>
                  <a:cubicBezTo>
                    <a:pt x="81151" y="78614"/>
                    <a:pt x="80704" y="81095"/>
                    <a:pt x="80307" y="83576"/>
                  </a:cubicBezTo>
                  <a:cubicBezTo>
                    <a:pt x="78471" y="94741"/>
                    <a:pt x="79315" y="105955"/>
                    <a:pt x="82590" y="116624"/>
                  </a:cubicBezTo>
                  <a:cubicBezTo>
                    <a:pt x="89884" y="139152"/>
                    <a:pt x="101446" y="160092"/>
                    <a:pt x="116927" y="178501"/>
                  </a:cubicBezTo>
                  <a:cubicBezTo>
                    <a:pt x="131020" y="195273"/>
                    <a:pt x="128836" y="220331"/>
                    <a:pt x="112065" y="234423"/>
                  </a:cubicBezTo>
                  <a:cubicBezTo>
                    <a:pt x="104622" y="240675"/>
                    <a:pt x="95591" y="243702"/>
                    <a:pt x="86560" y="24370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680A897-5241-00E0-5287-085851212FF9}"/>
              </a:ext>
            </a:extLst>
          </p:cNvPr>
          <p:cNvGrpSpPr/>
          <p:nvPr/>
        </p:nvGrpSpPr>
        <p:grpSpPr>
          <a:xfrm>
            <a:off x="1677650" y="3653023"/>
            <a:ext cx="494219" cy="842211"/>
            <a:chOff x="1677650" y="3653023"/>
            <a:chExt cx="494219" cy="842211"/>
          </a:xfrm>
        </p:grpSpPr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9541B545-30BC-4DF4-F2F2-4786C8D1ADB8}"/>
                </a:ext>
              </a:extLst>
            </p:cNvPr>
            <p:cNvSpPr/>
            <p:nvPr/>
          </p:nvSpPr>
          <p:spPr>
            <a:xfrm>
              <a:off x="1677650" y="3653023"/>
              <a:ext cx="494219" cy="681986"/>
            </a:xfrm>
            <a:custGeom>
              <a:avLst/>
              <a:gdLst>
                <a:gd name="connsiteX0" fmla="*/ 400051 w 494219"/>
                <a:gd name="connsiteY0" fmla="*/ 681936 h 681986"/>
                <a:gd name="connsiteX1" fmla="*/ 395040 w 494219"/>
                <a:gd name="connsiteY1" fmla="*/ 681639 h 681986"/>
                <a:gd name="connsiteX2" fmla="*/ 360603 w 494219"/>
                <a:gd name="connsiteY2" fmla="*/ 637327 h 681986"/>
                <a:gd name="connsiteX3" fmla="*/ 399158 w 494219"/>
                <a:gd name="connsiteY3" fmla="*/ 559224 h 681986"/>
                <a:gd name="connsiteX4" fmla="*/ 412258 w 494219"/>
                <a:gd name="connsiteY4" fmla="*/ 408080 h 681986"/>
                <a:gd name="connsiteX5" fmla="*/ 411811 w 494219"/>
                <a:gd name="connsiteY5" fmla="*/ 398850 h 681986"/>
                <a:gd name="connsiteX6" fmla="*/ 410224 w 494219"/>
                <a:gd name="connsiteY6" fmla="*/ 360593 h 681986"/>
                <a:gd name="connsiteX7" fmla="*/ 408735 w 494219"/>
                <a:gd name="connsiteY7" fmla="*/ 357814 h 681986"/>
                <a:gd name="connsiteX8" fmla="*/ 405262 w 494219"/>
                <a:gd name="connsiteY8" fmla="*/ 356574 h 681986"/>
                <a:gd name="connsiteX9" fmla="*/ 399555 w 494219"/>
                <a:gd name="connsiteY9" fmla="*/ 357814 h 681986"/>
                <a:gd name="connsiteX10" fmla="*/ 365466 w 494219"/>
                <a:gd name="connsiteY10" fmla="*/ 361684 h 681986"/>
                <a:gd name="connsiteX11" fmla="*/ 341102 w 494219"/>
                <a:gd name="connsiteY11" fmla="*/ 337519 h 681986"/>
                <a:gd name="connsiteX12" fmla="*/ 337877 w 494219"/>
                <a:gd name="connsiteY12" fmla="*/ 333649 h 681986"/>
                <a:gd name="connsiteX13" fmla="*/ 332716 w 494219"/>
                <a:gd name="connsiteY13" fmla="*/ 332359 h 681986"/>
                <a:gd name="connsiteX14" fmla="*/ 324727 w 494219"/>
                <a:gd name="connsiteY14" fmla="*/ 333897 h 681986"/>
                <a:gd name="connsiteX15" fmla="*/ 284584 w 494219"/>
                <a:gd name="connsiteY15" fmla="*/ 329630 h 681986"/>
                <a:gd name="connsiteX16" fmla="*/ 268953 w 494219"/>
                <a:gd name="connsiteY16" fmla="*/ 292414 h 681986"/>
                <a:gd name="connsiteX17" fmla="*/ 297187 w 494219"/>
                <a:gd name="connsiteY17" fmla="*/ 86538 h 681986"/>
                <a:gd name="connsiteX18" fmla="*/ 295947 w 494219"/>
                <a:gd name="connsiteY18" fmla="*/ 82221 h 681986"/>
                <a:gd name="connsiteX19" fmla="*/ 291432 w 494219"/>
                <a:gd name="connsiteY19" fmla="*/ 79541 h 681986"/>
                <a:gd name="connsiteX20" fmla="*/ 287015 w 494219"/>
                <a:gd name="connsiteY20" fmla="*/ 80782 h 681986"/>
                <a:gd name="connsiteX21" fmla="*/ 284187 w 494219"/>
                <a:gd name="connsiteY21" fmla="*/ 85545 h 681986"/>
                <a:gd name="connsiteX22" fmla="*/ 253918 w 494219"/>
                <a:gd name="connsiteY22" fmla="*/ 328488 h 681986"/>
                <a:gd name="connsiteX23" fmla="*/ 216802 w 494219"/>
                <a:gd name="connsiteY23" fmla="*/ 363223 h 681986"/>
                <a:gd name="connsiteX24" fmla="*/ 175964 w 494219"/>
                <a:gd name="connsiteY24" fmla="*/ 332905 h 681986"/>
                <a:gd name="connsiteX25" fmla="*/ 128130 w 494219"/>
                <a:gd name="connsiteY25" fmla="*/ 135265 h 681986"/>
                <a:gd name="connsiteX26" fmla="*/ 127733 w 494219"/>
                <a:gd name="connsiteY26" fmla="*/ 133380 h 681986"/>
                <a:gd name="connsiteX27" fmla="*/ 123912 w 494219"/>
                <a:gd name="connsiteY27" fmla="*/ 127574 h 681986"/>
                <a:gd name="connsiteX28" fmla="*/ 116469 w 494219"/>
                <a:gd name="connsiteY28" fmla="*/ 126234 h 681986"/>
                <a:gd name="connsiteX29" fmla="*/ 110762 w 494219"/>
                <a:gd name="connsiteY29" fmla="*/ 130452 h 681986"/>
                <a:gd name="connsiteX30" fmla="*/ 109820 w 494219"/>
                <a:gd name="connsiteY30" fmla="*/ 137597 h 681986"/>
                <a:gd name="connsiteX31" fmla="*/ 110117 w 494219"/>
                <a:gd name="connsiteY31" fmla="*/ 138937 h 681986"/>
                <a:gd name="connsiteX32" fmla="*/ 150757 w 494219"/>
                <a:gd name="connsiteY32" fmla="*/ 328389 h 681986"/>
                <a:gd name="connsiteX33" fmla="*/ 144207 w 494219"/>
                <a:gd name="connsiteY33" fmla="*/ 359799 h 681986"/>
                <a:gd name="connsiteX34" fmla="*/ 116568 w 494219"/>
                <a:gd name="connsiteY34" fmla="*/ 376124 h 681986"/>
                <a:gd name="connsiteX35" fmla="*/ 115724 w 494219"/>
                <a:gd name="connsiteY35" fmla="*/ 376323 h 681986"/>
                <a:gd name="connsiteX36" fmla="*/ 93395 w 494219"/>
                <a:gd name="connsiteY36" fmla="*/ 398106 h 681986"/>
                <a:gd name="connsiteX37" fmla="*/ 89227 w 494219"/>
                <a:gd name="connsiteY37" fmla="*/ 501267 h 681986"/>
                <a:gd name="connsiteX38" fmla="*/ 164551 w 494219"/>
                <a:gd name="connsiteY38" fmla="*/ 587459 h 681986"/>
                <a:gd name="connsiteX39" fmla="*/ 164998 w 494219"/>
                <a:gd name="connsiteY39" fmla="*/ 587856 h 681986"/>
                <a:gd name="connsiteX40" fmla="*/ 182613 w 494219"/>
                <a:gd name="connsiteY40" fmla="*/ 604330 h 681986"/>
                <a:gd name="connsiteX41" fmla="*/ 193828 w 494219"/>
                <a:gd name="connsiteY41" fmla="*/ 632018 h 681986"/>
                <a:gd name="connsiteX42" fmla="*/ 193828 w 494219"/>
                <a:gd name="connsiteY42" fmla="*/ 642240 h 681986"/>
                <a:gd name="connsiteX43" fmla="*/ 154131 w 494219"/>
                <a:gd name="connsiteY43" fmla="*/ 681936 h 681986"/>
                <a:gd name="connsiteX44" fmla="*/ 115179 w 494219"/>
                <a:gd name="connsiteY44" fmla="*/ 649881 h 681986"/>
                <a:gd name="connsiteX45" fmla="*/ 111804 w 494219"/>
                <a:gd name="connsiteY45" fmla="*/ 646855 h 681986"/>
                <a:gd name="connsiteX46" fmla="*/ 111159 w 494219"/>
                <a:gd name="connsiteY46" fmla="*/ 646259 h 681986"/>
                <a:gd name="connsiteX47" fmla="*/ 16136 w 494219"/>
                <a:gd name="connsiteY47" fmla="*/ 532280 h 681986"/>
                <a:gd name="connsiteX48" fmla="*/ 23281 w 494219"/>
                <a:gd name="connsiteY48" fmla="*/ 360841 h 681986"/>
                <a:gd name="connsiteX49" fmla="*/ 66302 w 494219"/>
                <a:gd name="connsiteY49" fmla="*/ 313404 h 681986"/>
                <a:gd name="connsiteX50" fmla="*/ 32560 w 494219"/>
                <a:gd name="connsiteY50" fmla="*/ 156156 h 681986"/>
                <a:gd name="connsiteX51" fmla="*/ 43080 w 494219"/>
                <a:gd name="connsiteY51" fmla="*/ 88820 h 681986"/>
                <a:gd name="connsiteX52" fmla="*/ 98953 w 494219"/>
                <a:gd name="connsiteY52" fmla="*/ 48727 h 681986"/>
                <a:gd name="connsiteX53" fmla="*/ 167280 w 494219"/>
                <a:gd name="connsiteY53" fmla="*/ 61082 h 681986"/>
                <a:gd name="connsiteX54" fmla="*/ 201767 w 494219"/>
                <a:gd name="connsiteY54" fmla="*/ 104500 h 681986"/>
                <a:gd name="connsiteX55" fmla="*/ 205439 w 494219"/>
                <a:gd name="connsiteY55" fmla="*/ 75075 h 681986"/>
                <a:gd name="connsiteX56" fmla="*/ 205538 w 494219"/>
                <a:gd name="connsiteY56" fmla="*/ 74182 h 681986"/>
                <a:gd name="connsiteX57" fmla="*/ 237593 w 494219"/>
                <a:gd name="connsiteY57" fmla="*/ 18508 h 681986"/>
                <a:gd name="connsiteX58" fmla="*/ 299420 w 494219"/>
                <a:gd name="connsiteY58" fmla="*/ 446 h 681986"/>
                <a:gd name="connsiteX59" fmla="*/ 358122 w 494219"/>
                <a:gd name="connsiteY59" fmla="*/ 32799 h 681986"/>
                <a:gd name="connsiteX60" fmla="*/ 375836 w 494219"/>
                <a:gd name="connsiteY60" fmla="*/ 96859 h 681986"/>
                <a:gd name="connsiteX61" fmla="*/ 354102 w 494219"/>
                <a:gd name="connsiteY61" fmla="*/ 255397 h 681986"/>
                <a:gd name="connsiteX62" fmla="*/ 381989 w 494219"/>
                <a:gd name="connsiteY62" fmla="*/ 267604 h 681986"/>
                <a:gd name="connsiteX63" fmla="*/ 394444 w 494219"/>
                <a:gd name="connsiteY63" fmla="*/ 277726 h 681986"/>
                <a:gd name="connsiteX64" fmla="*/ 403376 w 494219"/>
                <a:gd name="connsiteY64" fmla="*/ 277230 h 681986"/>
                <a:gd name="connsiteX65" fmla="*/ 462325 w 494219"/>
                <a:gd name="connsiteY65" fmla="*/ 299262 h 681986"/>
                <a:gd name="connsiteX66" fmla="*/ 489567 w 494219"/>
                <a:gd name="connsiteY66" fmla="*/ 357119 h 681986"/>
                <a:gd name="connsiteX67" fmla="*/ 489567 w 494219"/>
                <a:gd name="connsiteY67" fmla="*/ 358261 h 681986"/>
                <a:gd name="connsiteX68" fmla="*/ 491105 w 494219"/>
                <a:gd name="connsiteY68" fmla="*/ 394831 h 681986"/>
                <a:gd name="connsiteX69" fmla="*/ 491552 w 494219"/>
                <a:gd name="connsiteY69" fmla="*/ 403961 h 681986"/>
                <a:gd name="connsiteX70" fmla="*/ 450615 w 494219"/>
                <a:gd name="connsiteY70" fmla="*/ 619712 h 681986"/>
                <a:gd name="connsiteX71" fmla="*/ 439351 w 494219"/>
                <a:gd name="connsiteY71" fmla="*/ 647252 h 681986"/>
                <a:gd name="connsiteX72" fmla="*/ 400002 w 494219"/>
                <a:gd name="connsiteY72" fmla="*/ 681986 h 681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494219" h="681986">
                  <a:moveTo>
                    <a:pt x="400051" y="681936"/>
                  </a:moveTo>
                  <a:cubicBezTo>
                    <a:pt x="398414" y="681936"/>
                    <a:pt x="396727" y="681837"/>
                    <a:pt x="395040" y="681639"/>
                  </a:cubicBezTo>
                  <a:cubicBezTo>
                    <a:pt x="373306" y="678910"/>
                    <a:pt x="357874" y="659061"/>
                    <a:pt x="360603" y="637327"/>
                  </a:cubicBezTo>
                  <a:cubicBezTo>
                    <a:pt x="364771" y="604032"/>
                    <a:pt x="378119" y="576989"/>
                    <a:pt x="399158" y="559224"/>
                  </a:cubicBezTo>
                  <a:cubicBezTo>
                    <a:pt x="419602" y="541708"/>
                    <a:pt x="414987" y="458048"/>
                    <a:pt x="412258" y="408080"/>
                  </a:cubicBezTo>
                  <a:lnTo>
                    <a:pt x="411811" y="398850"/>
                  </a:lnTo>
                  <a:cubicBezTo>
                    <a:pt x="411117" y="385403"/>
                    <a:pt x="410472" y="372750"/>
                    <a:pt x="410224" y="360593"/>
                  </a:cubicBezTo>
                  <a:cubicBezTo>
                    <a:pt x="410075" y="359303"/>
                    <a:pt x="409330" y="358410"/>
                    <a:pt x="408735" y="357814"/>
                  </a:cubicBezTo>
                  <a:cubicBezTo>
                    <a:pt x="407842" y="356971"/>
                    <a:pt x="406601" y="356623"/>
                    <a:pt x="405262" y="356574"/>
                  </a:cubicBezTo>
                  <a:cubicBezTo>
                    <a:pt x="403227" y="356623"/>
                    <a:pt x="401143" y="356822"/>
                    <a:pt x="399555" y="357814"/>
                  </a:cubicBezTo>
                  <a:cubicBezTo>
                    <a:pt x="389333" y="364215"/>
                    <a:pt x="376829" y="365605"/>
                    <a:pt x="365466" y="361684"/>
                  </a:cubicBezTo>
                  <a:cubicBezTo>
                    <a:pt x="354102" y="357715"/>
                    <a:pt x="345121" y="348833"/>
                    <a:pt x="341102" y="337519"/>
                  </a:cubicBezTo>
                  <a:cubicBezTo>
                    <a:pt x="340606" y="336080"/>
                    <a:pt x="339415" y="334641"/>
                    <a:pt x="337877" y="333649"/>
                  </a:cubicBezTo>
                  <a:cubicBezTo>
                    <a:pt x="336586" y="332805"/>
                    <a:pt x="334701" y="332309"/>
                    <a:pt x="332716" y="332359"/>
                  </a:cubicBezTo>
                  <a:cubicBezTo>
                    <a:pt x="330036" y="332458"/>
                    <a:pt x="327357" y="332656"/>
                    <a:pt x="324727" y="333897"/>
                  </a:cubicBezTo>
                  <a:cubicBezTo>
                    <a:pt x="311578" y="339901"/>
                    <a:pt x="296195" y="338264"/>
                    <a:pt x="284584" y="329630"/>
                  </a:cubicBezTo>
                  <a:cubicBezTo>
                    <a:pt x="272973" y="320996"/>
                    <a:pt x="266968" y="306705"/>
                    <a:pt x="268953" y="292414"/>
                  </a:cubicBezTo>
                  <a:lnTo>
                    <a:pt x="297187" y="86538"/>
                  </a:lnTo>
                  <a:cubicBezTo>
                    <a:pt x="297386" y="85148"/>
                    <a:pt x="296939" y="83412"/>
                    <a:pt x="295947" y="82221"/>
                  </a:cubicBezTo>
                  <a:cubicBezTo>
                    <a:pt x="294607" y="80534"/>
                    <a:pt x="293119" y="79690"/>
                    <a:pt x="291432" y="79541"/>
                  </a:cubicBezTo>
                  <a:cubicBezTo>
                    <a:pt x="289943" y="79392"/>
                    <a:pt x="288206" y="79839"/>
                    <a:pt x="287015" y="80782"/>
                  </a:cubicBezTo>
                  <a:cubicBezTo>
                    <a:pt x="285427" y="82022"/>
                    <a:pt x="284485" y="83660"/>
                    <a:pt x="284187" y="85545"/>
                  </a:cubicBezTo>
                  <a:lnTo>
                    <a:pt x="253918" y="328488"/>
                  </a:lnTo>
                  <a:cubicBezTo>
                    <a:pt x="251536" y="347493"/>
                    <a:pt x="235906" y="362131"/>
                    <a:pt x="216802" y="363223"/>
                  </a:cubicBezTo>
                  <a:cubicBezTo>
                    <a:pt x="197648" y="364364"/>
                    <a:pt x="180480" y="351562"/>
                    <a:pt x="175964" y="332905"/>
                  </a:cubicBezTo>
                  <a:lnTo>
                    <a:pt x="128130" y="135265"/>
                  </a:lnTo>
                  <a:cubicBezTo>
                    <a:pt x="127981" y="134670"/>
                    <a:pt x="127832" y="134025"/>
                    <a:pt x="127733" y="133380"/>
                  </a:cubicBezTo>
                  <a:cubicBezTo>
                    <a:pt x="127286" y="130998"/>
                    <a:pt x="125847" y="128864"/>
                    <a:pt x="123912" y="127574"/>
                  </a:cubicBezTo>
                  <a:cubicBezTo>
                    <a:pt x="121629" y="126085"/>
                    <a:pt x="119049" y="125639"/>
                    <a:pt x="116469" y="126234"/>
                  </a:cubicBezTo>
                  <a:cubicBezTo>
                    <a:pt x="114385" y="126731"/>
                    <a:pt x="112102" y="128318"/>
                    <a:pt x="110762" y="130452"/>
                  </a:cubicBezTo>
                  <a:cubicBezTo>
                    <a:pt x="109522" y="132487"/>
                    <a:pt x="109175" y="135017"/>
                    <a:pt x="109820" y="137597"/>
                  </a:cubicBezTo>
                  <a:cubicBezTo>
                    <a:pt x="109919" y="138044"/>
                    <a:pt x="110018" y="138491"/>
                    <a:pt x="110117" y="138937"/>
                  </a:cubicBezTo>
                  <a:lnTo>
                    <a:pt x="150757" y="328389"/>
                  </a:lnTo>
                  <a:cubicBezTo>
                    <a:pt x="153089" y="339306"/>
                    <a:pt x="150757" y="350718"/>
                    <a:pt x="144207" y="359799"/>
                  </a:cubicBezTo>
                  <a:cubicBezTo>
                    <a:pt x="137657" y="368880"/>
                    <a:pt x="127683" y="374834"/>
                    <a:pt x="116568" y="376124"/>
                  </a:cubicBezTo>
                  <a:cubicBezTo>
                    <a:pt x="116370" y="376124"/>
                    <a:pt x="116072" y="376174"/>
                    <a:pt x="115724" y="376323"/>
                  </a:cubicBezTo>
                  <a:cubicBezTo>
                    <a:pt x="106247" y="381136"/>
                    <a:pt x="98357" y="388827"/>
                    <a:pt x="93395" y="398106"/>
                  </a:cubicBezTo>
                  <a:cubicBezTo>
                    <a:pt x="76425" y="430211"/>
                    <a:pt x="74837" y="467873"/>
                    <a:pt x="89227" y="501267"/>
                  </a:cubicBezTo>
                  <a:cubicBezTo>
                    <a:pt x="101186" y="529899"/>
                    <a:pt x="142420" y="567362"/>
                    <a:pt x="164551" y="587459"/>
                  </a:cubicBezTo>
                  <a:lnTo>
                    <a:pt x="164998" y="587856"/>
                  </a:lnTo>
                  <a:cubicBezTo>
                    <a:pt x="169513" y="591875"/>
                    <a:pt x="178098" y="599665"/>
                    <a:pt x="182613" y="604330"/>
                  </a:cubicBezTo>
                  <a:cubicBezTo>
                    <a:pt x="189808" y="611723"/>
                    <a:pt x="193828" y="621647"/>
                    <a:pt x="193828" y="632018"/>
                  </a:cubicBezTo>
                  <a:lnTo>
                    <a:pt x="193828" y="642240"/>
                  </a:lnTo>
                  <a:cubicBezTo>
                    <a:pt x="193828" y="664172"/>
                    <a:pt x="176063" y="681936"/>
                    <a:pt x="154131" y="681936"/>
                  </a:cubicBezTo>
                  <a:cubicBezTo>
                    <a:pt x="134828" y="681936"/>
                    <a:pt x="118702" y="668142"/>
                    <a:pt x="115179" y="649881"/>
                  </a:cubicBezTo>
                  <a:cubicBezTo>
                    <a:pt x="114137" y="648939"/>
                    <a:pt x="112995" y="647897"/>
                    <a:pt x="111804" y="646855"/>
                  </a:cubicBezTo>
                  <a:lnTo>
                    <a:pt x="111159" y="646259"/>
                  </a:lnTo>
                  <a:cubicBezTo>
                    <a:pt x="82578" y="620308"/>
                    <a:pt x="34743" y="576840"/>
                    <a:pt x="16136" y="532280"/>
                  </a:cubicBezTo>
                  <a:cubicBezTo>
                    <a:pt x="-7633" y="477102"/>
                    <a:pt x="-5052" y="414481"/>
                    <a:pt x="23281" y="360841"/>
                  </a:cubicBezTo>
                  <a:cubicBezTo>
                    <a:pt x="33503" y="341737"/>
                    <a:pt x="48389" y="325412"/>
                    <a:pt x="66302" y="313404"/>
                  </a:cubicBezTo>
                  <a:lnTo>
                    <a:pt x="32560" y="156156"/>
                  </a:lnTo>
                  <a:cubicBezTo>
                    <a:pt x="27003" y="133231"/>
                    <a:pt x="30823" y="108768"/>
                    <a:pt x="43080" y="88820"/>
                  </a:cubicBezTo>
                  <a:cubicBezTo>
                    <a:pt x="55485" y="68674"/>
                    <a:pt x="75829" y="54036"/>
                    <a:pt x="98953" y="48727"/>
                  </a:cubicBezTo>
                  <a:cubicBezTo>
                    <a:pt x="122721" y="43517"/>
                    <a:pt x="147482" y="48032"/>
                    <a:pt x="167280" y="61082"/>
                  </a:cubicBezTo>
                  <a:cubicBezTo>
                    <a:pt x="183060" y="71354"/>
                    <a:pt x="195217" y="86736"/>
                    <a:pt x="201767" y="104500"/>
                  </a:cubicBezTo>
                  <a:lnTo>
                    <a:pt x="205439" y="75075"/>
                  </a:lnTo>
                  <a:cubicBezTo>
                    <a:pt x="205439" y="74778"/>
                    <a:pt x="205538" y="74480"/>
                    <a:pt x="205538" y="74182"/>
                  </a:cubicBezTo>
                  <a:cubicBezTo>
                    <a:pt x="208813" y="52002"/>
                    <a:pt x="220176" y="32203"/>
                    <a:pt x="237593" y="18508"/>
                  </a:cubicBezTo>
                  <a:cubicBezTo>
                    <a:pt x="254811" y="4713"/>
                    <a:pt x="276843" y="-1837"/>
                    <a:pt x="299420" y="446"/>
                  </a:cubicBezTo>
                  <a:cubicBezTo>
                    <a:pt x="322593" y="2877"/>
                    <a:pt x="343881" y="14637"/>
                    <a:pt x="358122" y="32799"/>
                  </a:cubicBezTo>
                  <a:cubicBezTo>
                    <a:pt x="372214" y="50364"/>
                    <a:pt x="378764" y="73835"/>
                    <a:pt x="375836" y="96859"/>
                  </a:cubicBezTo>
                  <a:lnTo>
                    <a:pt x="354102" y="255397"/>
                  </a:lnTo>
                  <a:cubicBezTo>
                    <a:pt x="363977" y="257779"/>
                    <a:pt x="373405" y="261897"/>
                    <a:pt x="381989" y="267604"/>
                  </a:cubicBezTo>
                  <a:cubicBezTo>
                    <a:pt x="386455" y="270631"/>
                    <a:pt x="390623" y="274005"/>
                    <a:pt x="394444" y="277726"/>
                  </a:cubicBezTo>
                  <a:cubicBezTo>
                    <a:pt x="397421" y="277429"/>
                    <a:pt x="400399" y="277230"/>
                    <a:pt x="403376" y="277230"/>
                  </a:cubicBezTo>
                  <a:cubicBezTo>
                    <a:pt x="425358" y="276833"/>
                    <a:pt x="446199" y="284524"/>
                    <a:pt x="462325" y="299262"/>
                  </a:cubicBezTo>
                  <a:cubicBezTo>
                    <a:pt x="478849" y="314396"/>
                    <a:pt x="488525" y="334939"/>
                    <a:pt x="489567" y="357119"/>
                  </a:cubicBezTo>
                  <a:cubicBezTo>
                    <a:pt x="489567" y="357516"/>
                    <a:pt x="489567" y="357864"/>
                    <a:pt x="489567" y="358261"/>
                  </a:cubicBezTo>
                  <a:cubicBezTo>
                    <a:pt x="489766" y="369376"/>
                    <a:pt x="490411" y="381731"/>
                    <a:pt x="491105" y="394831"/>
                  </a:cubicBezTo>
                  <a:lnTo>
                    <a:pt x="491552" y="403961"/>
                  </a:lnTo>
                  <a:cubicBezTo>
                    <a:pt x="496018" y="484694"/>
                    <a:pt x="501079" y="576492"/>
                    <a:pt x="450615" y="619712"/>
                  </a:cubicBezTo>
                  <a:cubicBezTo>
                    <a:pt x="444908" y="624525"/>
                    <a:pt x="440988" y="634251"/>
                    <a:pt x="439351" y="647252"/>
                  </a:cubicBezTo>
                  <a:cubicBezTo>
                    <a:pt x="436820" y="667298"/>
                    <a:pt x="419751" y="681986"/>
                    <a:pt x="400002" y="68198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EAA81760-CF6F-61AD-1B2A-C2587D1EB008}"/>
                </a:ext>
              </a:extLst>
            </p:cNvPr>
            <p:cNvSpPr/>
            <p:nvPr/>
          </p:nvSpPr>
          <p:spPr>
            <a:xfrm>
              <a:off x="1755563" y="4255567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05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91859B99-6D36-7DBB-D6FD-1C67868D3A76}"/>
                </a:ext>
              </a:extLst>
            </p:cNvPr>
            <p:cNvSpPr/>
            <p:nvPr/>
          </p:nvSpPr>
          <p:spPr>
            <a:xfrm>
              <a:off x="1748899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8F4F7D4-162C-77B5-693F-E6ABE356F422}"/>
                </a:ext>
              </a:extLst>
            </p:cNvPr>
            <p:cNvSpPr/>
            <p:nvPr/>
          </p:nvSpPr>
          <p:spPr>
            <a:xfrm>
              <a:off x="1748899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A3A2E177-18C2-C605-A8C2-2F41F2D5C22F}"/>
              </a:ext>
            </a:extLst>
          </p:cNvPr>
          <p:cNvGrpSpPr/>
          <p:nvPr/>
        </p:nvGrpSpPr>
        <p:grpSpPr>
          <a:xfrm>
            <a:off x="2995120" y="3653089"/>
            <a:ext cx="494170" cy="842145"/>
            <a:chOff x="2995120" y="3653089"/>
            <a:chExt cx="494170" cy="842145"/>
          </a:xfrm>
        </p:grpSpPr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AD1D287-3B30-6F2F-607D-4B424D49D0DF}"/>
                </a:ext>
              </a:extLst>
            </p:cNvPr>
            <p:cNvSpPr/>
            <p:nvPr/>
          </p:nvSpPr>
          <p:spPr>
            <a:xfrm>
              <a:off x="2995120" y="3653089"/>
              <a:ext cx="494170" cy="681871"/>
            </a:xfrm>
            <a:custGeom>
              <a:avLst/>
              <a:gdLst>
                <a:gd name="connsiteX0" fmla="*/ 397608 w 494170"/>
                <a:gd name="connsiteY0" fmla="*/ 681871 h 681871"/>
                <a:gd name="connsiteX1" fmla="*/ 392349 w 494170"/>
                <a:gd name="connsiteY1" fmla="*/ 681524 h 681871"/>
                <a:gd name="connsiteX2" fmla="*/ 358210 w 494170"/>
                <a:gd name="connsiteY2" fmla="*/ 636964 h 681871"/>
                <a:gd name="connsiteX3" fmla="*/ 396120 w 494170"/>
                <a:gd name="connsiteY3" fmla="*/ 560102 h 681871"/>
                <a:gd name="connsiteX4" fmla="*/ 411899 w 494170"/>
                <a:gd name="connsiteY4" fmla="*/ 402507 h 681871"/>
                <a:gd name="connsiteX5" fmla="*/ 411254 w 494170"/>
                <a:gd name="connsiteY5" fmla="*/ 393624 h 681871"/>
                <a:gd name="connsiteX6" fmla="*/ 411155 w 494170"/>
                <a:gd name="connsiteY6" fmla="*/ 391292 h 681871"/>
                <a:gd name="connsiteX7" fmla="*/ 398899 w 494170"/>
                <a:gd name="connsiteY7" fmla="*/ 362760 h 681871"/>
                <a:gd name="connsiteX8" fmla="*/ 381432 w 494170"/>
                <a:gd name="connsiteY8" fmla="*/ 355417 h 681871"/>
                <a:gd name="connsiteX9" fmla="*/ 346747 w 494170"/>
                <a:gd name="connsiteY9" fmla="*/ 311602 h 681871"/>
                <a:gd name="connsiteX10" fmla="*/ 368878 w 494170"/>
                <a:gd name="connsiteY10" fmla="*/ 114707 h 681871"/>
                <a:gd name="connsiteX11" fmla="*/ 366000 w 494170"/>
                <a:gd name="connsiteY11" fmla="*/ 110241 h 681871"/>
                <a:gd name="connsiteX12" fmla="*/ 359996 w 494170"/>
                <a:gd name="connsiteY12" fmla="*/ 109943 h 681871"/>
                <a:gd name="connsiteX13" fmla="*/ 356523 w 494170"/>
                <a:gd name="connsiteY13" fmla="*/ 114855 h 681871"/>
                <a:gd name="connsiteX14" fmla="*/ 356423 w 494170"/>
                <a:gd name="connsiteY14" fmla="*/ 115749 h 681871"/>
                <a:gd name="connsiteX15" fmla="*/ 339254 w 494170"/>
                <a:gd name="connsiteY15" fmla="*/ 243820 h 681871"/>
                <a:gd name="connsiteX16" fmla="*/ 298069 w 494170"/>
                <a:gd name="connsiteY16" fmla="*/ 278207 h 681871"/>
                <a:gd name="connsiteX17" fmla="*/ 260258 w 494170"/>
                <a:gd name="connsiteY17" fmla="*/ 240197 h 681871"/>
                <a:gd name="connsiteX18" fmla="*/ 254006 w 494170"/>
                <a:gd name="connsiteY18" fmla="*/ 87167 h 681871"/>
                <a:gd name="connsiteX19" fmla="*/ 254006 w 494170"/>
                <a:gd name="connsiteY19" fmla="*/ 85530 h 681871"/>
                <a:gd name="connsiteX20" fmla="*/ 252319 w 494170"/>
                <a:gd name="connsiteY20" fmla="*/ 81362 h 681871"/>
                <a:gd name="connsiteX21" fmla="*/ 247803 w 494170"/>
                <a:gd name="connsiteY21" fmla="*/ 79476 h 681871"/>
                <a:gd name="connsiteX22" fmla="*/ 243784 w 494170"/>
                <a:gd name="connsiteY22" fmla="*/ 81362 h 681871"/>
                <a:gd name="connsiteX23" fmla="*/ 241998 w 494170"/>
                <a:gd name="connsiteY23" fmla="*/ 85678 h 681871"/>
                <a:gd name="connsiteX24" fmla="*/ 241799 w 494170"/>
                <a:gd name="connsiteY24" fmla="*/ 278306 h 681871"/>
                <a:gd name="connsiteX25" fmla="*/ 206767 w 494170"/>
                <a:gd name="connsiteY25" fmla="*/ 317705 h 681871"/>
                <a:gd name="connsiteX26" fmla="*/ 163498 w 494170"/>
                <a:gd name="connsiteY26" fmla="*/ 287585 h 681871"/>
                <a:gd name="connsiteX27" fmla="*/ 127275 w 494170"/>
                <a:gd name="connsiteY27" fmla="*/ 137482 h 681871"/>
                <a:gd name="connsiteX28" fmla="*/ 126878 w 494170"/>
                <a:gd name="connsiteY28" fmla="*/ 135696 h 681871"/>
                <a:gd name="connsiteX29" fmla="*/ 123007 w 494170"/>
                <a:gd name="connsiteY29" fmla="*/ 129940 h 681871"/>
                <a:gd name="connsiteX30" fmla="*/ 116160 w 494170"/>
                <a:gd name="connsiteY30" fmla="*/ 128650 h 681871"/>
                <a:gd name="connsiteX31" fmla="*/ 110652 w 494170"/>
                <a:gd name="connsiteY31" fmla="*/ 132620 h 681871"/>
                <a:gd name="connsiteX32" fmla="*/ 109560 w 494170"/>
                <a:gd name="connsiteY32" fmla="*/ 139815 h 681871"/>
                <a:gd name="connsiteX33" fmla="*/ 109907 w 494170"/>
                <a:gd name="connsiteY33" fmla="*/ 141254 h 681871"/>
                <a:gd name="connsiteX34" fmla="*/ 150100 w 494170"/>
                <a:gd name="connsiteY34" fmla="*/ 329217 h 681871"/>
                <a:gd name="connsiteX35" fmla="*/ 120278 w 494170"/>
                <a:gd name="connsiteY35" fmla="*/ 376208 h 681871"/>
                <a:gd name="connsiteX36" fmla="*/ 116557 w 494170"/>
                <a:gd name="connsiteY36" fmla="*/ 377448 h 681871"/>
                <a:gd name="connsiteX37" fmla="*/ 93384 w 494170"/>
                <a:gd name="connsiteY37" fmla="*/ 399579 h 681871"/>
                <a:gd name="connsiteX38" fmla="*/ 89166 w 494170"/>
                <a:gd name="connsiteY38" fmla="*/ 502393 h 681871"/>
                <a:gd name="connsiteX39" fmla="*/ 89364 w 494170"/>
                <a:gd name="connsiteY39" fmla="*/ 502889 h 681871"/>
                <a:gd name="connsiteX40" fmla="*/ 164143 w 494170"/>
                <a:gd name="connsiteY40" fmla="*/ 588485 h 681871"/>
                <a:gd name="connsiteX41" fmla="*/ 168510 w 494170"/>
                <a:gd name="connsiteY41" fmla="*/ 592504 h 681871"/>
                <a:gd name="connsiteX42" fmla="*/ 181808 w 494170"/>
                <a:gd name="connsiteY42" fmla="*/ 605058 h 681871"/>
                <a:gd name="connsiteX43" fmla="*/ 193022 w 494170"/>
                <a:gd name="connsiteY43" fmla="*/ 632697 h 681871"/>
                <a:gd name="connsiteX44" fmla="*/ 193022 w 494170"/>
                <a:gd name="connsiteY44" fmla="*/ 642175 h 681871"/>
                <a:gd name="connsiteX45" fmla="*/ 153326 w 494170"/>
                <a:gd name="connsiteY45" fmla="*/ 681871 h 681871"/>
                <a:gd name="connsiteX46" fmla="*/ 114522 w 494170"/>
                <a:gd name="connsiteY46" fmla="*/ 650709 h 681871"/>
                <a:gd name="connsiteX47" fmla="*/ 110602 w 494170"/>
                <a:gd name="connsiteY47" fmla="*/ 647087 h 681871"/>
                <a:gd name="connsiteX48" fmla="*/ 16025 w 494170"/>
                <a:gd name="connsiteY48" fmla="*/ 533356 h 681871"/>
                <a:gd name="connsiteX49" fmla="*/ 23170 w 494170"/>
                <a:gd name="connsiteY49" fmla="*/ 362413 h 681871"/>
                <a:gd name="connsiteX50" fmla="*/ 65894 w 494170"/>
                <a:gd name="connsiteY50" fmla="*/ 315125 h 681871"/>
                <a:gd name="connsiteX51" fmla="*/ 32400 w 494170"/>
                <a:gd name="connsiteY51" fmla="*/ 158422 h 681871"/>
                <a:gd name="connsiteX52" fmla="*/ 42771 w 494170"/>
                <a:gd name="connsiteY52" fmla="*/ 91385 h 681871"/>
                <a:gd name="connsiteX53" fmla="*/ 98594 w 494170"/>
                <a:gd name="connsiteY53" fmla="*/ 51142 h 681871"/>
                <a:gd name="connsiteX54" fmla="*/ 165582 w 494170"/>
                <a:gd name="connsiteY54" fmla="*/ 62853 h 681871"/>
                <a:gd name="connsiteX55" fmla="*/ 186571 w 494170"/>
                <a:gd name="connsiteY55" fmla="*/ 26183 h 681871"/>
                <a:gd name="connsiteX56" fmla="*/ 245422 w 494170"/>
                <a:gd name="connsiteY56" fmla="*/ 33 h 681871"/>
                <a:gd name="connsiteX57" fmla="*/ 307596 w 494170"/>
                <a:gd name="connsiteY57" fmla="*/ 24248 h 681871"/>
                <a:gd name="connsiteX58" fmla="*/ 320895 w 494170"/>
                <a:gd name="connsiteY58" fmla="*/ 40821 h 681871"/>
                <a:gd name="connsiteX59" fmla="*/ 326055 w 494170"/>
                <a:gd name="connsiteY59" fmla="*/ 38142 h 681871"/>
                <a:gd name="connsiteX60" fmla="*/ 409369 w 494170"/>
                <a:gd name="connsiteY60" fmla="*/ 43650 h 681871"/>
                <a:gd name="connsiteX61" fmla="*/ 448371 w 494170"/>
                <a:gd name="connsiteY61" fmla="*/ 117436 h 681871"/>
                <a:gd name="connsiteX62" fmla="*/ 448122 w 494170"/>
                <a:gd name="connsiteY62" fmla="*/ 120959 h 681871"/>
                <a:gd name="connsiteX63" fmla="*/ 429316 w 494170"/>
                <a:gd name="connsiteY63" fmla="*/ 288280 h 681871"/>
                <a:gd name="connsiteX64" fmla="*/ 451050 w 494170"/>
                <a:gd name="connsiteY64" fmla="*/ 302819 h 681871"/>
                <a:gd name="connsiteX65" fmla="*/ 452390 w 494170"/>
                <a:gd name="connsiteY65" fmla="*/ 304010 h 681871"/>
                <a:gd name="connsiteX66" fmla="*/ 490548 w 494170"/>
                <a:gd name="connsiteY66" fmla="*/ 388960 h 681871"/>
                <a:gd name="connsiteX67" fmla="*/ 491094 w 494170"/>
                <a:gd name="connsiteY67" fmla="*/ 396850 h 681871"/>
                <a:gd name="connsiteX68" fmla="*/ 447974 w 494170"/>
                <a:gd name="connsiteY68" fmla="*/ 620292 h 681871"/>
                <a:gd name="connsiteX69" fmla="*/ 436958 w 494170"/>
                <a:gd name="connsiteY69" fmla="*/ 647385 h 681871"/>
                <a:gd name="connsiteX70" fmla="*/ 397658 w 494170"/>
                <a:gd name="connsiteY70" fmla="*/ 681871 h 68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94170" h="681871">
                  <a:moveTo>
                    <a:pt x="397608" y="681871"/>
                  </a:moveTo>
                  <a:cubicBezTo>
                    <a:pt x="395872" y="681871"/>
                    <a:pt x="394135" y="681772"/>
                    <a:pt x="392349" y="681524"/>
                  </a:cubicBezTo>
                  <a:cubicBezTo>
                    <a:pt x="370615" y="678646"/>
                    <a:pt x="355332" y="658698"/>
                    <a:pt x="358210" y="636964"/>
                  </a:cubicBezTo>
                  <a:cubicBezTo>
                    <a:pt x="362527" y="604413"/>
                    <a:pt x="375626" y="577816"/>
                    <a:pt x="396120" y="560102"/>
                  </a:cubicBezTo>
                  <a:cubicBezTo>
                    <a:pt x="421526" y="538269"/>
                    <a:pt x="414281" y="436100"/>
                    <a:pt x="411899" y="402507"/>
                  </a:cubicBezTo>
                  <a:lnTo>
                    <a:pt x="411254" y="393624"/>
                  </a:lnTo>
                  <a:cubicBezTo>
                    <a:pt x="411205" y="392831"/>
                    <a:pt x="411155" y="392037"/>
                    <a:pt x="411155" y="391292"/>
                  </a:cubicBezTo>
                  <a:cubicBezTo>
                    <a:pt x="411006" y="380574"/>
                    <a:pt x="406590" y="370204"/>
                    <a:pt x="398899" y="362760"/>
                  </a:cubicBezTo>
                  <a:cubicBezTo>
                    <a:pt x="393937" y="358741"/>
                    <a:pt x="387883" y="356210"/>
                    <a:pt x="381432" y="355417"/>
                  </a:cubicBezTo>
                  <a:cubicBezTo>
                    <a:pt x="359797" y="352787"/>
                    <a:pt x="344316" y="333236"/>
                    <a:pt x="346747" y="311602"/>
                  </a:cubicBezTo>
                  <a:lnTo>
                    <a:pt x="368878" y="114707"/>
                  </a:lnTo>
                  <a:cubicBezTo>
                    <a:pt x="368630" y="112920"/>
                    <a:pt x="367588" y="111283"/>
                    <a:pt x="366000" y="110241"/>
                  </a:cubicBezTo>
                  <a:cubicBezTo>
                    <a:pt x="364313" y="109149"/>
                    <a:pt x="361981" y="109000"/>
                    <a:pt x="359996" y="109943"/>
                  </a:cubicBezTo>
                  <a:cubicBezTo>
                    <a:pt x="358110" y="110836"/>
                    <a:pt x="356771" y="112722"/>
                    <a:pt x="356523" y="114855"/>
                  </a:cubicBezTo>
                  <a:cubicBezTo>
                    <a:pt x="356523" y="115153"/>
                    <a:pt x="356473" y="115451"/>
                    <a:pt x="356423" y="115749"/>
                  </a:cubicBezTo>
                  <a:lnTo>
                    <a:pt x="339254" y="243820"/>
                  </a:lnTo>
                  <a:cubicBezTo>
                    <a:pt x="336525" y="264214"/>
                    <a:pt x="318563" y="279150"/>
                    <a:pt x="298069" y="278207"/>
                  </a:cubicBezTo>
                  <a:cubicBezTo>
                    <a:pt x="277526" y="277264"/>
                    <a:pt x="261052" y="260740"/>
                    <a:pt x="260258" y="240197"/>
                  </a:cubicBezTo>
                  <a:lnTo>
                    <a:pt x="254006" y="87167"/>
                  </a:lnTo>
                  <a:cubicBezTo>
                    <a:pt x="254006" y="86621"/>
                    <a:pt x="254006" y="86075"/>
                    <a:pt x="254006" y="85530"/>
                  </a:cubicBezTo>
                  <a:cubicBezTo>
                    <a:pt x="254006" y="83892"/>
                    <a:pt x="253411" y="82404"/>
                    <a:pt x="252319" y="81362"/>
                  </a:cubicBezTo>
                  <a:cubicBezTo>
                    <a:pt x="250930" y="79972"/>
                    <a:pt x="249441" y="79526"/>
                    <a:pt x="247803" y="79476"/>
                  </a:cubicBezTo>
                  <a:cubicBezTo>
                    <a:pt x="245918" y="79526"/>
                    <a:pt x="244578" y="80518"/>
                    <a:pt x="243784" y="81362"/>
                  </a:cubicBezTo>
                  <a:cubicBezTo>
                    <a:pt x="242593" y="82602"/>
                    <a:pt x="241998" y="84140"/>
                    <a:pt x="241998" y="85678"/>
                  </a:cubicBezTo>
                  <a:lnTo>
                    <a:pt x="241799" y="278306"/>
                  </a:lnTo>
                  <a:cubicBezTo>
                    <a:pt x="241799" y="298402"/>
                    <a:pt x="226715" y="315323"/>
                    <a:pt x="206767" y="317705"/>
                  </a:cubicBezTo>
                  <a:cubicBezTo>
                    <a:pt x="186820" y="320136"/>
                    <a:pt x="168212" y="307136"/>
                    <a:pt x="163498" y="287585"/>
                  </a:cubicBezTo>
                  <a:lnTo>
                    <a:pt x="127275" y="137482"/>
                  </a:lnTo>
                  <a:cubicBezTo>
                    <a:pt x="127126" y="136887"/>
                    <a:pt x="127027" y="136292"/>
                    <a:pt x="126878" y="135696"/>
                  </a:cubicBezTo>
                  <a:cubicBezTo>
                    <a:pt x="126431" y="133364"/>
                    <a:pt x="124992" y="131280"/>
                    <a:pt x="123007" y="129940"/>
                  </a:cubicBezTo>
                  <a:cubicBezTo>
                    <a:pt x="120923" y="128551"/>
                    <a:pt x="118492" y="128154"/>
                    <a:pt x="116160" y="128650"/>
                  </a:cubicBezTo>
                  <a:cubicBezTo>
                    <a:pt x="113976" y="129146"/>
                    <a:pt x="111892" y="130635"/>
                    <a:pt x="110652" y="132620"/>
                  </a:cubicBezTo>
                  <a:cubicBezTo>
                    <a:pt x="109362" y="134753"/>
                    <a:pt x="108965" y="137383"/>
                    <a:pt x="109560" y="139815"/>
                  </a:cubicBezTo>
                  <a:cubicBezTo>
                    <a:pt x="109659" y="140311"/>
                    <a:pt x="109808" y="140807"/>
                    <a:pt x="109907" y="141254"/>
                  </a:cubicBezTo>
                  <a:lnTo>
                    <a:pt x="150100" y="329217"/>
                  </a:lnTo>
                  <a:cubicBezTo>
                    <a:pt x="154616" y="350405"/>
                    <a:pt x="141367" y="371295"/>
                    <a:pt x="120278" y="376208"/>
                  </a:cubicBezTo>
                  <a:cubicBezTo>
                    <a:pt x="118938" y="376505"/>
                    <a:pt x="117747" y="376902"/>
                    <a:pt x="116557" y="377448"/>
                  </a:cubicBezTo>
                  <a:cubicBezTo>
                    <a:pt x="106682" y="382112"/>
                    <a:pt x="98544" y="389804"/>
                    <a:pt x="93384" y="399579"/>
                  </a:cubicBezTo>
                  <a:cubicBezTo>
                    <a:pt x="76463" y="431584"/>
                    <a:pt x="74925" y="469048"/>
                    <a:pt x="89166" y="502393"/>
                  </a:cubicBezTo>
                  <a:cubicBezTo>
                    <a:pt x="89216" y="502542"/>
                    <a:pt x="89315" y="502740"/>
                    <a:pt x="89364" y="502889"/>
                  </a:cubicBezTo>
                  <a:cubicBezTo>
                    <a:pt x="100976" y="531074"/>
                    <a:pt x="142062" y="568389"/>
                    <a:pt x="164143" y="588485"/>
                  </a:cubicBezTo>
                  <a:lnTo>
                    <a:pt x="168510" y="592504"/>
                  </a:lnTo>
                  <a:cubicBezTo>
                    <a:pt x="173968" y="597516"/>
                    <a:pt x="178682" y="601833"/>
                    <a:pt x="181808" y="605058"/>
                  </a:cubicBezTo>
                  <a:cubicBezTo>
                    <a:pt x="189003" y="612452"/>
                    <a:pt x="193022" y="622376"/>
                    <a:pt x="193022" y="632697"/>
                  </a:cubicBezTo>
                  <a:lnTo>
                    <a:pt x="193022" y="642175"/>
                  </a:lnTo>
                  <a:cubicBezTo>
                    <a:pt x="193022" y="664107"/>
                    <a:pt x="175258" y="681871"/>
                    <a:pt x="153326" y="681871"/>
                  </a:cubicBezTo>
                  <a:cubicBezTo>
                    <a:pt x="134321" y="681871"/>
                    <a:pt x="118442" y="668523"/>
                    <a:pt x="114522" y="650709"/>
                  </a:cubicBezTo>
                  <a:lnTo>
                    <a:pt x="110602" y="647087"/>
                  </a:lnTo>
                  <a:cubicBezTo>
                    <a:pt x="82219" y="621334"/>
                    <a:pt x="34533" y="578015"/>
                    <a:pt x="16025" y="533356"/>
                  </a:cubicBezTo>
                  <a:cubicBezTo>
                    <a:pt x="-7595" y="477930"/>
                    <a:pt x="-5014" y="415656"/>
                    <a:pt x="23170" y="362413"/>
                  </a:cubicBezTo>
                  <a:cubicBezTo>
                    <a:pt x="33194" y="343458"/>
                    <a:pt x="48030" y="327133"/>
                    <a:pt x="65894" y="315125"/>
                  </a:cubicBezTo>
                  <a:lnTo>
                    <a:pt x="32400" y="158422"/>
                  </a:lnTo>
                  <a:cubicBezTo>
                    <a:pt x="26892" y="135746"/>
                    <a:pt x="30663" y="111382"/>
                    <a:pt x="42771" y="91385"/>
                  </a:cubicBezTo>
                  <a:cubicBezTo>
                    <a:pt x="55027" y="71189"/>
                    <a:pt x="75371" y="56502"/>
                    <a:pt x="98594" y="51142"/>
                  </a:cubicBezTo>
                  <a:cubicBezTo>
                    <a:pt x="121717" y="45982"/>
                    <a:pt x="145982" y="50249"/>
                    <a:pt x="165582" y="62853"/>
                  </a:cubicBezTo>
                  <a:cubicBezTo>
                    <a:pt x="169303" y="49257"/>
                    <a:pt x="176449" y="36653"/>
                    <a:pt x="186571" y="26183"/>
                  </a:cubicBezTo>
                  <a:cubicBezTo>
                    <a:pt x="202004" y="10057"/>
                    <a:pt x="222943" y="678"/>
                    <a:pt x="245422" y="33"/>
                  </a:cubicBezTo>
                  <a:cubicBezTo>
                    <a:pt x="268495" y="-612"/>
                    <a:pt x="291172" y="8171"/>
                    <a:pt x="307596" y="24248"/>
                  </a:cubicBezTo>
                  <a:cubicBezTo>
                    <a:pt x="312707" y="29161"/>
                    <a:pt x="317173" y="34718"/>
                    <a:pt x="320895" y="40821"/>
                  </a:cubicBezTo>
                  <a:cubicBezTo>
                    <a:pt x="322582" y="39879"/>
                    <a:pt x="324319" y="38985"/>
                    <a:pt x="326055" y="38142"/>
                  </a:cubicBezTo>
                  <a:cubicBezTo>
                    <a:pt x="352702" y="25489"/>
                    <a:pt x="384657" y="27622"/>
                    <a:pt x="409369" y="43650"/>
                  </a:cubicBezTo>
                  <a:cubicBezTo>
                    <a:pt x="434179" y="59826"/>
                    <a:pt x="449065" y="88060"/>
                    <a:pt x="448371" y="117436"/>
                  </a:cubicBezTo>
                  <a:cubicBezTo>
                    <a:pt x="448371" y="118627"/>
                    <a:pt x="448271" y="119768"/>
                    <a:pt x="448122" y="120959"/>
                  </a:cubicBezTo>
                  <a:lnTo>
                    <a:pt x="429316" y="288280"/>
                  </a:lnTo>
                  <a:cubicBezTo>
                    <a:pt x="437057" y="292249"/>
                    <a:pt x="444351" y="297112"/>
                    <a:pt x="451050" y="302819"/>
                  </a:cubicBezTo>
                  <a:cubicBezTo>
                    <a:pt x="451497" y="303216"/>
                    <a:pt x="451943" y="303613"/>
                    <a:pt x="452390" y="304010"/>
                  </a:cubicBezTo>
                  <a:cubicBezTo>
                    <a:pt x="475910" y="325942"/>
                    <a:pt x="489804" y="356806"/>
                    <a:pt x="490548" y="388960"/>
                  </a:cubicBezTo>
                  <a:lnTo>
                    <a:pt x="491094" y="396850"/>
                  </a:lnTo>
                  <a:cubicBezTo>
                    <a:pt x="497148" y="481850"/>
                    <a:pt x="499281" y="576179"/>
                    <a:pt x="447974" y="620292"/>
                  </a:cubicBezTo>
                  <a:cubicBezTo>
                    <a:pt x="442565" y="624956"/>
                    <a:pt x="438645" y="634583"/>
                    <a:pt x="436958" y="647385"/>
                  </a:cubicBezTo>
                  <a:cubicBezTo>
                    <a:pt x="434328" y="667332"/>
                    <a:pt x="417258" y="681871"/>
                    <a:pt x="397658" y="6818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28DAA633-09EF-837F-A291-12EE6C97D269}"/>
                </a:ext>
              </a:extLst>
            </p:cNvPr>
            <p:cNvSpPr/>
            <p:nvPr/>
          </p:nvSpPr>
          <p:spPr>
            <a:xfrm>
              <a:off x="3073022" y="4255567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05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046591C-7987-7726-368F-7C07538FB765}"/>
                </a:ext>
              </a:extLst>
            </p:cNvPr>
            <p:cNvSpPr/>
            <p:nvPr/>
          </p:nvSpPr>
          <p:spPr>
            <a:xfrm>
              <a:off x="3066407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6A70F90D-CB86-FD4B-BCCE-45E7C51E691F}"/>
              </a:ext>
            </a:extLst>
          </p:cNvPr>
          <p:cNvGrpSpPr/>
          <p:nvPr/>
        </p:nvGrpSpPr>
        <p:grpSpPr>
          <a:xfrm>
            <a:off x="4288883" y="3653779"/>
            <a:ext cx="541597" cy="840760"/>
            <a:chOff x="4288883" y="3653779"/>
            <a:chExt cx="541597" cy="840760"/>
          </a:xfrm>
        </p:grpSpPr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034BA26F-D8CE-B80F-FFC6-D6C58D1183D9}"/>
                </a:ext>
              </a:extLst>
            </p:cNvPr>
            <p:cNvSpPr/>
            <p:nvPr/>
          </p:nvSpPr>
          <p:spPr>
            <a:xfrm>
              <a:off x="4288883" y="3653779"/>
              <a:ext cx="541597" cy="680486"/>
            </a:xfrm>
            <a:custGeom>
              <a:avLst/>
              <a:gdLst>
                <a:gd name="connsiteX0" fmla="*/ 154642 w 541597"/>
                <a:gd name="connsiteY0" fmla="*/ 680487 h 680486"/>
                <a:gd name="connsiteX1" fmla="*/ 119163 w 541597"/>
                <a:gd name="connsiteY1" fmla="*/ 658604 h 680486"/>
                <a:gd name="connsiteX2" fmla="*/ 115094 w 541597"/>
                <a:gd name="connsiteY2" fmla="*/ 654882 h 680486"/>
                <a:gd name="connsiteX3" fmla="*/ 112017 w 541597"/>
                <a:gd name="connsiteY3" fmla="*/ 652104 h 680486"/>
                <a:gd name="connsiteX4" fmla="*/ 16100 w 541597"/>
                <a:gd name="connsiteY4" fmla="*/ 537182 h 680486"/>
                <a:gd name="connsiteX5" fmla="*/ 23444 w 541597"/>
                <a:gd name="connsiteY5" fmla="*/ 365147 h 680486"/>
                <a:gd name="connsiteX6" fmla="*/ 66664 w 541597"/>
                <a:gd name="connsiteY6" fmla="*/ 317511 h 680486"/>
                <a:gd name="connsiteX7" fmla="*/ 32872 w 541597"/>
                <a:gd name="connsiteY7" fmla="*/ 159618 h 680486"/>
                <a:gd name="connsiteX8" fmla="*/ 43392 w 541597"/>
                <a:gd name="connsiteY8" fmla="*/ 91787 h 680486"/>
                <a:gd name="connsiteX9" fmla="*/ 99463 w 541597"/>
                <a:gd name="connsiteY9" fmla="*/ 51644 h 680486"/>
                <a:gd name="connsiteX10" fmla="*/ 167394 w 541597"/>
                <a:gd name="connsiteY10" fmla="*/ 63701 h 680486"/>
                <a:gd name="connsiteX11" fmla="*/ 188433 w 541597"/>
                <a:gd name="connsiteY11" fmla="*/ 26536 h 680486"/>
                <a:gd name="connsiteX12" fmla="*/ 247780 w 541597"/>
                <a:gd name="connsiteY12" fmla="*/ 38 h 680486"/>
                <a:gd name="connsiteX13" fmla="*/ 310252 w 541597"/>
                <a:gd name="connsiteY13" fmla="*/ 24203 h 680486"/>
                <a:gd name="connsiteX14" fmla="*/ 323898 w 541597"/>
                <a:gd name="connsiteY14" fmla="*/ 41422 h 680486"/>
                <a:gd name="connsiteX15" fmla="*/ 329406 w 541597"/>
                <a:gd name="connsiteY15" fmla="*/ 38544 h 680486"/>
                <a:gd name="connsiteX16" fmla="*/ 413166 w 541597"/>
                <a:gd name="connsiteY16" fmla="*/ 43804 h 680486"/>
                <a:gd name="connsiteX17" fmla="*/ 452664 w 541597"/>
                <a:gd name="connsiteY17" fmla="*/ 118086 h 680486"/>
                <a:gd name="connsiteX18" fmla="*/ 452465 w 541597"/>
                <a:gd name="connsiteY18" fmla="*/ 121311 h 680486"/>
                <a:gd name="connsiteX19" fmla="*/ 446312 w 541597"/>
                <a:gd name="connsiteY19" fmla="*/ 179665 h 680486"/>
                <a:gd name="connsiteX20" fmla="*/ 455145 w 541597"/>
                <a:gd name="connsiteY20" fmla="*/ 179070 h 680486"/>
                <a:gd name="connsiteX21" fmla="*/ 514243 w 541597"/>
                <a:gd name="connsiteY21" fmla="*/ 201052 h 680486"/>
                <a:gd name="connsiteX22" fmla="*/ 541535 w 541597"/>
                <a:gd name="connsiteY22" fmla="*/ 259108 h 680486"/>
                <a:gd name="connsiteX23" fmla="*/ 541535 w 541597"/>
                <a:gd name="connsiteY23" fmla="*/ 260100 h 680486"/>
                <a:gd name="connsiteX24" fmla="*/ 520347 w 541597"/>
                <a:gd name="connsiteY24" fmla="*/ 448361 h 680486"/>
                <a:gd name="connsiteX25" fmla="*/ 453855 w 541597"/>
                <a:gd name="connsiteY25" fmla="*/ 623572 h 680486"/>
                <a:gd name="connsiteX26" fmla="*/ 451274 w 541597"/>
                <a:gd name="connsiteY26" fmla="*/ 631064 h 680486"/>
                <a:gd name="connsiteX27" fmla="*/ 430731 w 541597"/>
                <a:gd name="connsiteY27" fmla="*/ 668826 h 680486"/>
                <a:gd name="connsiteX28" fmla="*/ 374610 w 541597"/>
                <a:gd name="connsiteY28" fmla="*/ 668826 h 680486"/>
                <a:gd name="connsiteX29" fmla="*/ 373171 w 541597"/>
                <a:gd name="connsiteY29" fmla="*/ 614193 h 680486"/>
                <a:gd name="connsiteX30" fmla="*/ 375603 w 541597"/>
                <a:gd name="connsiteY30" fmla="*/ 607098 h 680486"/>
                <a:gd name="connsiteX31" fmla="*/ 400562 w 541597"/>
                <a:gd name="connsiteY31" fmla="*/ 564672 h 680486"/>
                <a:gd name="connsiteX32" fmla="*/ 462191 w 541597"/>
                <a:gd name="connsiteY32" fmla="*/ 262532 h 680486"/>
                <a:gd name="connsiteX33" fmla="*/ 460802 w 541597"/>
                <a:gd name="connsiteY33" fmla="*/ 259703 h 680486"/>
                <a:gd name="connsiteX34" fmla="*/ 458420 w 541597"/>
                <a:gd name="connsiteY34" fmla="*/ 258512 h 680486"/>
                <a:gd name="connsiteX35" fmla="*/ 454897 w 541597"/>
                <a:gd name="connsiteY35" fmla="*/ 275284 h 680486"/>
                <a:gd name="connsiteX36" fmla="*/ 454797 w 541597"/>
                <a:gd name="connsiteY36" fmla="*/ 276326 h 680486"/>
                <a:gd name="connsiteX37" fmla="*/ 422147 w 541597"/>
                <a:gd name="connsiteY37" fmla="*/ 386186 h 680486"/>
                <a:gd name="connsiteX38" fmla="*/ 375504 w 541597"/>
                <a:gd name="connsiteY38" fmla="*/ 406977 h 680486"/>
                <a:gd name="connsiteX39" fmla="*/ 346972 w 541597"/>
                <a:gd name="connsiteY39" fmla="*/ 364651 h 680486"/>
                <a:gd name="connsiteX40" fmla="*/ 373171 w 541597"/>
                <a:gd name="connsiteY40" fmla="*/ 115257 h 680486"/>
                <a:gd name="connsiteX41" fmla="*/ 370045 w 541597"/>
                <a:gd name="connsiteY41" fmla="*/ 110395 h 680486"/>
                <a:gd name="connsiteX42" fmla="*/ 363644 w 541597"/>
                <a:gd name="connsiteY42" fmla="*/ 109998 h 680486"/>
                <a:gd name="connsiteX43" fmla="*/ 359675 w 541597"/>
                <a:gd name="connsiteY43" fmla="*/ 115505 h 680486"/>
                <a:gd name="connsiteX44" fmla="*/ 359575 w 541597"/>
                <a:gd name="connsiteY44" fmla="*/ 116250 h 680486"/>
                <a:gd name="connsiteX45" fmla="*/ 341712 w 541597"/>
                <a:gd name="connsiteY45" fmla="*/ 248836 h 680486"/>
                <a:gd name="connsiteX46" fmla="*/ 300427 w 541597"/>
                <a:gd name="connsiteY46" fmla="*/ 283174 h 680486"/>
                <a:gd name="connsiteX47" fmla="*/ 262666 w 541597"/>
                <a:gd name="connsiteY47" fmla="*/ 244966 h 680486"/>
                <a:gd name="connsiteX48" fmla="*/ 256860 w 541597"/>
                <a:gd name="connsiteY48" fmla="*/ 87222 h 680486"/>
                <a:gd name="connsiteX49" fmla="*/ 256860 w 541597"/>
                <a:gd name="connsiteY49" fmla="*/ 85783 h 680486"/>
                <a:gd name="connsiteX50" fmla="*/ 254925 w 541597"/>
                <a:gd name="connsiteY50" fmla="*/ 81069 h 680486"/>
                <a:gd name="connsiteX51" fmla="*/ 250062 w 541597"/>
                <a:gd name="connsiteY51" fmla="*/ 79233 h 680486"/>
                <a:gd name="connsiteX52" fmla="*/ 245646 w 541597"/>
                <a:gd name="connsiteY52" fmla="*/ 81317 h 680486"/>
                <a:gd name="connsiteX53" fmla="*/ 243760 w 541597"/>
                <a:gd name="connsiteY53" fmla="*/ 85932 h 680486"/>
                <a:gd name="connsiteX54" fmla="*/ 243562 w 541597"/>
                <a:gd name="connsiteY54" fmla="*/ 282727 h 680486"/>
                <a:gd name="connsiteX55" fmla="*/ 208480 w 541597"/>
                <a:gd name="connsiteY55" fmla="*/ 322126 h 680486"/>
                <a:gd name="connsiteX56" fmla="*/ 165260 w 541597"/>
                <a:gd name="connsiteY56" fmla="*/ 291907 h 680486"/>
                <a:gd name="connsiteX57" fmla="*/ 128591 w 541597"/>
                <a:gd name="connsiteY57" fmla="*/ 138033 h 680486"/>
                <a:gd name="connsiteX58" fmla="*/ 128243 w 541597"/>
                <a:gd name="connsiteY58" fmla="*/ 136495 h 680486"/>
                <a:gd name="connsiteX59" fmla="*/ 124075 w 541597"/>
                <a:gd name="connsiteY59" fmla="*/ 130144 h 680486"/>
                <a:gd name="connsiteX60" fmla="*/ 116880 w 541597"/>
                <a:gd name="connsiteY60" fmla="*/ 128903 h 680486"/>
                <a:gd name="connsiteX61" fmla="*/ 111025 w 541597"/>
                <a:gd name="connsiteY61" fmla="*/ 132972 h 680486"/>
                <a:gd name="connsiteX62" fmla="*/ 109784 w 541597"/>
                <a:gd name="connsiteY62" fmla="*/ 140266 h 680486"/>
                <a:gd name="connsiteX63" fmla="*/ 110231 w 541597"/>
                <a:gd name="connsiteY63" fmla="*/ 142102 h 680486"/>
                <a:gd name="connsiteX64" fmla="*/ 150970 w 541597"/>
                <a:gd name="connsiteY64" fmla="*/ 332497 h 680486"/>
                <a:gd name="connsiteX65" fmla="*/ 144122 w 541597"/>
                <a:gd name="connsiteY65" fmla="*/ 364304 h 680486"/>
                <a:gd name="connsiteX66" fmla="*/ 115888 w 541597"/>
                <a:gd name="connsiteY66" fmla="*/ 380331 h 680486"/>
                <a:gd name="connsiteX67" fmla="*/ 93410 w 541597"/>
                <a:gd name="connsiteY67" fmla="*/ 402313 h 680486"/>
                <a:gd name="connsiteX68" fmla="*/ 89142 w 541597"/>
                <a:gd name="connsiteY68" fmla="*/ 506268 h 680486"/>
                <a:gd name="connsiteX69" fmla="*/ 165211 w 541597"/>
                <a:gd name="connsiteY69" fmla="*/ 593204 h 680486"/>
                <a:gd name="connsiteX70" fmla="*/ 168238 w 541597"/>
                <a:gd name="connsiteY70" fmla="*/ 595933 h 680486"/>
                <a:gd name="connsiteX71" fmla="*/ 183372 w 541597"/>
                <a:gd name="connsiteY71" fmla="*/ 610224 h 680486"/>
                <a:gd name="connsiteX72" fmla="*/ 194189 w 541597"/>
                <a:gd name="connsiteY72" fmla="*/ 637465 h 680486"/>
                <a:gd name="connsiteX73" fmla="*/ 194189 w 541597"/>
                <a:gd name="connsiteY73" fmla="*/ 640691 h 680486"/>
                <a:gd name="connsiteX74" fmla="*/ 154493 w 541597"/>
                <a:gd name="connsiteY74" fmla="*/ 680387 h 680486"/>
                <a:gd name="connsiteX75" fmla="*/ 372923 w 541597"/>
                <a:gd name="connsiteY75" fmla="*/ 614938 h 680486"/>
                <a:gd name="connsiteX76" fmla="*/ 372923 w 541597"/>
                <a:gd name="connsiteY76" fmla="*/ 614938 h 680486"/>
                <a:gd name="connsiteX77" fmla="*/ 374660 w 541597"/>
                <a:gd name="connsiteY77" fmla="*/ 612754 h 680486"/>
                <a:gd name="connsiteX78" fmla="*/ 374660 w 541597"/>
                <a:gd name="connsiteY78" fmla="*/ 612754 h 680486"/>
                <a:gd name="connsiteX79" fmla="*/ 374660 w 541597"/>
                <a:gd name="connsiteY79" fmla="*/ 612754 h 68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41597" h="680486">
                  <a:moveTo>
                    <a:pt x="154642" y="680487"/>
                  </a:moveTo>
                  <a:cubicBezTo>
                    <a:pt x="139110" y="680487"/>
                    <a:pt x="125663" y="671555"/>
                    <a:pt x="119163" y="658604"/>
                  </a:cubicBezTo>
                  <a:cubicBezTo>
                    <a:pt x="117724" y="657264"/>
                    <a:pt x="116235" y="655974"/>
                    <a:pt x="115094" y="654882"/>
                  </a:cubicBezTo>
                  <a:lnTo>
                    <a:pt x="112017" y="652104"/>
                  </a:lnTo>
                  <a:cubicBezTo>
                    <a:pt x="83188" y="626003"/>
                    <a:pt x="34758" y="582188"/>
                    <a:pt x="16100" y="537182"/>
                  </a:cubicBezTo>
                  <a:cubicBezTo>
                    <a:pt x="-7668" y="481607"/>
                    <a:pt x="-5038" y="418787"/>
                    <a:pt x="23444" y="365147"/>
                  </a:cubicBezTo>
                  <a:cubicBezTo>
                    <a:pt x="33617" y="346043"/>
                    <a:pt x="48602" y="329619"/>
                    <a:pt x="66664" y="317511"/>
                  </a:cubicBezTo>
                  <a:lnTo>
                    <a:pt x="32872" y="159618"/>
                  </a:lnTo>
                  <a:cubicBezTo>
                    <a:pt x="27116" y="136644"/>
                    <a:pt x="30887" y="111933"/>
                    <a:pt x="43392" y="91787"/>
                  </a:cubicBezTo>
                  <a:cubicBezTo>
                    <a:pt x="55450" y="71740"/>
                    <a:pt x="75993" y="56953"/>
                    <a:pt x="99463" y="51644"/>
                  </a:cubicBezTo>
                  <a:cubicBezTo>
                    <a:pt x="122636" y="46384"/>
                    <a:pt x="147397" y="50800"/>
                    <a:pt x="167394" y="63701"/>
                  </a:cubicBezTo>
                  <a:cubicBezTo>
                    <a:pt x="171116" y="49957"/>
                    <a:pt x="178261" y="37204"/>
                    <a:pt x="188433" y="26536"/>
                  </a:cubicBezTo>
                  <a:cubicBezTo>
                    <a:pt x="204163" y="10111"/>
                    <a:pt x="225252" y="733"/>
                    <a:pt x="247780" y="38"/>
                  </a:cubicBezTo>
                  <a:cubicBezTo>
                    <a:pt x="271052" y="-657"/>
                    <a:pt x="293729" y="8176"/>
                    <a:pt x="310252" y="24203"/>
                  </a:cubicBezTo>
                  <a:cubicBezTo>
                    <a:pt x="315562" y="29364"/>
                    <a:pt x="320127" y="35120"/>
                    <a:pt x="323898" y="41422"/>
                  </a:cubicBezTo>
                  <a:cubicBezTo>
                    <a:pt x="325684" y="40380"/>
                    <a:pt x="327520" y="39437"/>
                    <a:pt x="329406" y="38544"/>
                  </a:cubicBezTo>
                  <a:cubicBezTo>
                    <a:pt x="356102" y="25791"/>
                    <a:pt x="388157" y="27826"/>
                    <a:pt x="413166" y="43804"/>
                  </a:cubicBezTo>
                  <a:cubicBezTo>
                    <a:pt x="438323" y="60178"/>
                    <a:pt x="453358" y="88561"/>
                    <a:pt x="452664" y="118086"/>
                  </a:cubicBezTo>
                  <a:cubicBezTo>
                    <a:pt x="452664" y="119177"/>
                    <a:pt x="452565" y="120269"/>
                    <a:pt x="452465" y="121311"/>
                  </a:cubicBezTo>
                  <a:lnTo>
                    <a:pt x="446312" y="179665"/>
                  </a:lnTo>
                  <a:cubicBezTo>
                    <a:pt x="449786" y="179218"/>
                    <a:pt x="452813" y="179070"/>
                    <a:pt x="455145" y="179070"/>
                  </a:cubicBezTo>
                  <a:cubicBezTo>
                    <a:pt x="477028" y="178474"/>
                    <a:pt x="498017" y="186314"/>
                    <a:pt x="514243" y="201052"/>
                  </a:cubicBezTo>
                  <a:cubicBezTo>
                    <a:pt x="530866" y="216235"/>
                    <a:pt x="540493" y="236778"/>
                    <a:pt x="541535" y="259108"/>
                  </a:cubicBezTo>
                  <a:cubicBezTo>
                    <a:pt x="541535" y="259455"/>
                    <a:pt x="541535" y="259802"/>
                    <a:pt x="541535" y="260100"/>
                  </a:cubicBezTo>
                  <a:cubicBezTo>
                    <a:pt x="542428" y="301881"/>
                    <a:pt x="533695" y="379289"/>
                    <a:pt x="520347" y="448361"/>
                  </a:cubicBezTo>
                  <a:cubicBezTo>
                    <a:pt x="494147" y="583478"/>
                    <a:pt x="465218" y="613598"/>
                    <a:pt x="453855" y="623572"/>
                  </a:cubicBezTo>
                  <a:cubicBezTo>
                    <a:pt x="453110" y="625358"/>
                    <a:pt x="452019" y="628732"/>
                    <a:pt x="451274" y="631064"/>
                  </a:cubicBezTo>
                  <a:cubicBezTo>
                    <a:pt x="447900" y="641733"/>
                    <a:pt x="443285" y="656272"/>
                    <a:pt x="430731" y="668826"/>
                  </a:cubicBezTo>
                  <a:cubicBezTo>
                    <a:pt x="415250" y="684357"/>
                    <a:pt x="390092" y="684307"/>
                    <a:pt x="374610" y="668826"/>
                  </a:cubicBezTo>
                  <a:cubicBezTo>
                    <a:pt x="359575" y="653840"/>
                    <a:pt x="359129" y="629774"/>
                    <a:pt x="373171" y="614193"/>
                  </a:cubicBezTo>
                  <a:cubicBezTo>
                    <a:pt x="373866" y="612556"/>
                    <a:pt x="374858" y="609479"/>
                    <a:pt x="375603" y="607098"/>
                  </a:cubicBezTo>
                  <a:cubicBezTo>
                    <a:pt x="379225" y="595635"/>
                    <a:pt x="384683" y="578367"/>
                    <a:pt x="400562" y="564672"/>
                  </a:cubicBezTo>
                  <a:cubicBezTo>
                    <a:pt x="423487" y="542839"/>
                    <a:pt x="464077" y="359044"/>
                    <a:pt x="462191" y="262532"/>
                  </a:cubicBezTo>
                  <a:cubicBezTo>
                    <a:pt x="462092" y="261440"/>
                    <a:pt x="461596" y="260447"/>
                    <a:pt x="460802" y="259703"/>
                  </a:cubicBezTo>
                  <a:cubicBezTo>
                    <a:pt x="460157" y="259157"/>
                    <a:pt x="459363" y="258711"/>
                    <a:pt x="458420" y="258512"/>
                  </a:cubicBezTo>
                  <a:cubicBezTo>
                    <a:pt x="457328" y="261142"/>
                    <a:pt x="455740" y="266303"/>
                    <a:pt x="454897" y="275284"/>
                  </a:cubicBezTo>
                  <a:cubicBezTo>
                    <a:pt x="454897" y="275631"/>
                    <a:pt x="454797" y="275979"/>
                    <a:pt x="454797" y="276326"/>
                  </a:cubicBezTo>
                  <a:cubicBezTo>
                    <a:pt x="449984" y="314584"/>
                    <a:pt x="439018" y="351551"/>
                    <a:pt x="422147" y="386186"/>
                  </a:cubicBezTo>
                  <a:cubicBezTo>
                    <a:pt x="413712" y="403504"/>
                    <a:pt x="394062" y="412287"/>
                    <a:pt x="375504" y="406977"/>
                  </a:cubicBezTo>
                  <a:cubicBezTo>
                    <a:pt x="356995" y="401668"/>
                    <a:pt x="344937" y="383804"/>
                    <a:pt x="346972" y="364651"/>
                  </a:cubicBezTo>
                  <a:lnTo>
                    <a:pt x="373171" y="115257"/>
                  </a:lnTo>
                  <a:cubicBezTo>
                    <a:pt x="372923" y="113322"/>
                    <a:pt x="371782" y="111536"/>
                    <a:pt x="370045" y="110395"/>
                  </a:cubicBezTo>
                  <a:cubicBezTo>
                    <a:pt x="368259" y="109253"/>
                    <a:pt x="365629" y="109055"/>
                    <a:pt x="363644" y="109998"/>
                  </a:cubicBezTo>
                  <a:cubicBezTo>
                    <a:pt x="361461" y="111040"/>
                    <a:pt x="359972" y="113074"/>
                    <a:pt x="359675" y="115505"/>
                  </a:cubicBezTo>
                  <a:cubicBezTo>
                    <a:pt x="359675" y="115754"/>
                    <a:pt x="359625" y="116002"/>
                    <a:pt x="359575" y="116250"/>
                  </a:cubicBezTo>
                  <a:lnTo>
                    <a:pt x="341712" y="248836"/>
                  </a:lnTo>
                  <a:cubicBezTo>
                    <a:pt x="338933" y="269280"/>
                    <a:pt x="320921" y="284216"/>
                    <a:pt x="300427" y="283174"/>
                  </a:cubicBezTo>
                  <a:cubicBezTo>
                    <a:pt x="279835" y="282181"/>
                    <a:pt x="263460" y="265608"/>
                    <a:pt x="262666" y="244966"/>
                  </a:cubicBezTo>
                  <a:lnTo>
                    <a:pt x="256860" y="87222"/>
                  </a:lnTo>
                  <a:cubicBezTo>
                    <a:pt x="256860" y="86725"/>
                    <a:pt x="256860" y="86229"/>
                    <a:pt x="256860" y="85783"/>
                  </a:cubicBezTo>
                  <a:cubicBezTo>
                    <a:pt x="256860" y="83996"/>
                    <a:pt x="256166" y="82309"/>
                    <a:pt x="254925" y="81069"/>
                  </a:cubicBezTo>
                  <a:cubicBezTo>
                    <a:pt x="253685" y="79878"/>
                    <a:pt x="251998" y="79332"/>
                    <a:pt x="250062" y="79233"/>
                  </a:cubicBezTo>
                  <a:cubicBezTo>
                    <a:pt x="248474" y="79233"/>
                    <a:pt x="246887" y="80027"/>
                    <a:pt x="245646" y="81317"/>
                  </a:cubicBezTo>
                  <a:cubicBezTo>
                    <a:pt x="244455" y="82557"/>
                    <a:pt x="243760" y="84244"/>
                    <a:pt x="243760" y="85932"/>
                  </a:cubicBezTo>
                  <a:lnTo>
                    <a:pt x="243562" y="282727"/>
                  </a:lnTo>
                  <a:cubicBezTo>
                    <a:pt x="243562" y="302873"/>
                    <a:pt x="228477" y="319794"/>
                    <a:pt x="208480" y="322126"/>
                  </a:cubicBezTo>
                  <a:cubicBezTo>
                    <a:pt x="188483" y="324508"/>
                    <a:pt x="169925" y="311507"/>
                    <a:pt x="165260" y="291907"/>
                  </a:cubicBezTo>
                  <a:lnTo>
                    <a:pt x="128591" y="138033"/>
                  </a:lnTo>
                  <a:cubicBezTo>
                    <a:pt x="128491" y="137537"/>
                    <a:pt x="128343" y="137041"/>
                    <a:pt x="128243" y="136495"/>
                  </a:cubicBezTo>
                  <a:cubicBezTo>
                    <a:pt x="127698" y="133865"/>
                    <a:pt x="126259" y="131583"/>
                    <a:pt x="124075" y="130144"/>
                  </a:cubicBezTo>
                  <a:cubicBezTo>
                    <a:pt x="122041" y="128804"/>
                    <a:pt x="119361" y="128308"/>
                    <a:pt x="116880" y="128903"/>
                  </a:cubicBezTo>
                  <a:cubicBezTo>
                    <a:pt x="114399" y="129449"/>
                    <a:pt x="112265" y="130937"/>
                    <a:pt x="111025" y="132972"/>
                  </a:cubicBezTo>
                  <a:cubicBezTo>
                    <a:pt x="109487" y="135453"/>
                    <a:pt x="109139" y="137884"/>
                    <a:pt x="109784" y="140266"/>
                  </a:cubicBezTo>
                  <a:cubicBezTo>
                    <a:pt x="109933" y="140862"/>
                    <a:pt x="110082" y="141507"/>
                    <a:pt x="110231" y="142102"/>
                  </a:cubicBezTo>
                  <a:lnTo>
                    <a:pt x="150970" y="332497"/>
                  </a:lnTo>
                  <a:cubicBezTo>
                    <a:pt x="153351" y="343612"/>
                    <a:pt x="150870" y="355173"/>
                    <a:pt x="144122" y="364304"/>
                  </a:cubicBezTo>
                  <a:cubicBezTo>
                    <a:pt x="137423" y="373434"/>
                    <a:pt x="127152" y="379239"/>
                    <a:pt x="115888" y="380331"/>
                  </a:cubicBezTo>
                  <a:cubicBezTo>
                    <a:pt x="106311" y="385243"/>
                    <a:pt x="98372" y="392984"/>
                    <a:pt x="93410" y="402313"/>
                  </a:cubicBezTo>
                  <a:cubicBezTo>
                    <a:pt x="76241" y="434616"/>
                    <a:pt x="74703" y="472477"/>
                    <a:pt x="89142" y="506268"/>
                  </a:cubicBezTo>
                  <a:cubicBezTo>
                    <a:pt x="101150" y="535197"/>
                    <a:pt x="142832" y="572959"/>
                    <a:pt x="165211" y="593204"/>
                  </a:cubicBezTo>
                  <a:lnTo>
                    <a:pt x="168238" y="595933"/>
                  </a:lnTo>
                  <a:cubicBezTo>
                    <a:pt x="175433" y="602433"/>
                    <a:pt x="179998" y="606651"/>
                    <a:pt x="183372" y="610224"/>
                  </a:cubicBezTo>
                  <a:cubicBezTo>
                    <a:pt x="190319" y="617568"/>
                    <a:pt x="194189" y="627343"/>
                    <a:pt x="194189" y="637465"/>
                  </a:cubicBezTo>
                  <a:lnTo>
                    <a:pt x="194189" y="640691"/>
                  </a:lnTo>
                  <a:cubicBezTo>
                    <a:pt x="194189" y="662623"/>
                    <a:pt x="176425" y="680387"/>
                    <a:pt x="154493" y="680387"/>
                  </a:cubicBezTo>
                  <a:close/>
                  <a:moveTo>
                    <a:pt x="372923" y="614938"/>
                  </a:moveTo>
                  <a:lnTo>
                    <a:pt x="372923" y="614938"/>
                  </a:lnTo>
                  <a:close/>
                  <a:moveTo>
                    <a:pt x="374660" y="612754"/>
                  </a:moveTo>
                  <a:cubicBezTo>
                    <a:pt x="374660" y="612754"/>
                    <a:pt x="374660" y="612754"/>
                    <a:pt x="374660" y="612754"/>
                  </a:cubicBezTo>
                  <a:cubicBezTo>
                    <a:pt x="374660" y="612754"/>
                    <a:pt x="374660" y="612754"/>
                    <a:pt x="374660" y="61275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8928741-61DD-65D9-3464-17E53D69E9A3}"/>
                </a:ext>
              </a:extLst>
            </p:cNvPr>
            <p:cNvSpPr/>
            <p:nvPr/>
          </p:nvSpPr>
          <p:spPr>
            <a:xfrm>
              <a:off x="4370880" y="4254872"/>
              <a:ext cx="407832" cy="239667"/>
            </a:xfrm>
            <a:custGeom>
              <a:avLst/>
              <a:gdLst>
                <a:gd name="connsiteX0" fmla="*/ 368136 w 407832"/>
                <a:gd name="connsiteY0" fmla="*/ 239668 h 239667"/>
                <a:gd name="connsiteX1" fmla="*/ 328440 w 407832"/>
                <a:gd name="connsiteY1" fmla="*/ 199971 h 239667"/>
                <a:gd name="connsiteX2" fmla="*/ 328440 w 407832"/>
                <a:gd name="connsiteY2" fmla="*/ 79344 h 239667"/>
                <a:gd name="connsiteX3" fmla="*/ 79393 w 407832"/>
                <a:gd name="connsiteY3" fmla="*/ 79344 h 239667"/>
                <a:gd name="connsiteX4" fmla="*/ 79393 w 407832"/>
                <a:gd name="connsiteY4" fmla="*/ 199971 h 239667"/>
                <a:gd name="connsiteX5" fmla="*/ 39697 w 407832"/>
                <a:gd name="connsiteY5" fmla="*/ 239668 h 239667"/>
                <a:gd name="connsiteX6" fmla="*/ 0 w 407832"/>
                <a:gd name="connsiteY6" fmla="*/ 199971 h 239667"/>
                <a:gd name="connsiteX7" fmla="*/ 0 w 407832"/>
                <a:gd name="connsiteY7" fmla="*/ 55923 h 239667"/>
                <a:gd name="connsiteX8" fmla="*/ 55923 w 407832"/>
                <a:gd name="connsiteY8" fmla="*/ 0 h 239667"/>
                <a:gd name="connsiteX9" fmla="*/ 351910 w 407832"/>
                <a:gd name="connsiteY9" fmla="*/ 0 h 239667"/>
                <a:gd name="connsiteX10" fmla="*/ 407833 w 407832"/>
                <a:gd name="connsiteY10" fmla="*/ 55923 h 239667"/>
                <a:gd name="connsiteX11" fmla="*/ 407833 w 407832"/>
                <a:gd name="connsiteY11" fmla="*/ 199971 h 239667"/>
                <a:gd name="connsiteX12" fmla="*/ 368136 w 407832"/>
                <a:gd name="connsiteY12" fmla="*/ 239668 h 2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7832" h="239667">
                  <a:moveTo>
                    <a:pt x="368136" y="239668"/>
                  </a:moveTo>
                  <a:cubicBezTo>
                    <a:pt x="346204" y="239668"/>
                    <a:pt x="328440" y="221904"/>
                    <a:pt x="328440" y="199971"/>
                  </a:cubicBezTo>
                  <a:lnTo>
                    <a:pt x="328440" y="79344"/>
                  </a:lnTo>
                  <a:lnTo>
                    <a:pt x="79393" y="79344"/>
                  </a:lnTo>
                  <a:lnTo>
                    <a:pt x="79393" y="199971"/>
                  </a:lnTo>
                  <a:cubicBezTo>
                    <a:pt x="79393" y="221904"/>
                    <a:pt x="61629" y="239668"/>
                    <a:pt x="39697" y="239668"/>
                  </a:cubicBezTo>
                  <a:cubicBezTo>
                    <a:pt x="17764" y="239668"/>
                    <a:pt x="0" y="221904"/>
                    <a:pt x="0" y="199971"/>
                  </a:cubicBezTo>
                  <a:lnTo>
                    <a:pt x="0" y="55923"/>
                  </a:lnTo>
                  <a:cubicBezTo>
                    <a:pt x="0" y="25108"/>
                    <a:pt x="25108" y="0"/>
                    <a:pt x="55923" y="0"/>
                  </a:cubicBezTo>
                  <a:lnTo>
                    <a:pt x="351910" y="0"/>
                  </a:lnTo>
                  <a:cubicBezTo>
                    <a:pt x="382774" y="0"/>
                    <a:pt x="407833" y="25108"/>
                    <a:pt x="407833" y="55923"/>
                  </a:cubicBezTo>
                  <a:lnTo>
                    <a:pt x="407833" y="199971"/>
                  </a:lnTo>
                  <a:cubicBezTo>
                    <a:pt x="407833" y="221904"/>
                    <a:pt x="390069" y="239668"/>
                    <a:pt x="368136" y="23966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BE39E4C-A545-C23B-DE0F-58C1C71A9852}"/>
                </a:ext>
              </a:extLst>
            </p:cNvPr>
            <p:cNvSpPr/>
            <p:nvPr/>
          </p:nvSpPr>
          <p:spPr>
            <a:xfrm>
              <a:off x="4359105" y="3946376"/>
              <a:ext cx="109743" cy="200075"/>
            </a:xfrm>
            <a:custGeom>
              <a:avLst/>
              <a:gdLst>
                <a:gd name="connsiteX0" fmla="*/ 70030 w 109743"/>
                <a:gd name="connsiteY0" fmla="*/ 200075 h 200075"/>
                <a:gd name="connsiteX1" fmla="*/ 31723 w 109743"/>
                <a:gd name="connsiteY1" fmla="*/ 170650 h 200075"/>
                <a:gd name="connsiteX2" fmla="*/ 65 w 109743"/>
                <a:gd name="connsiteY2" fmla="*/ 41984 h 200075"/>
                <a:gd name="connsiteX3" fmla="*/ 37429 w 109743"/>
                <a:gd name="connsiteY3" fmla="*/ 54 h 200075"/>
                <a:gd name="connsiteX4" fmla="*/ 79160 w 109743"/>
                <a:gd name="connsiteY4" fmla="*/ 35384 h 200075"/>
                <a:gd name="connsiteX5" fmla="*/ 108387 w 109743"/>
                <a:gd name="connsiteY5" fmla="*/ 150107 h 200075"/>
                <a:gd name="connsiteX6" fmla="*/ 80302 w 109743"/>
                <a:gd name="connsiteY6" fmla="*/ 198735 h 200075"/>
                <a:gd name="connsiteX7" fmla="*/ 70030 w 109743"/>
                <a:gd name="connsiteY7" fmla="*/ 200075 h 200075"/>
                <a:gd name="connsiteX8" fmla="*/ 79210 w 109743"/>
                <a:gd name="connsiteY8" fmla="*/ 35831 h 200075"/>
                <a:gd name="connsiteX9" fmla="*/ 79309 w 109743"/>
                <a:gd name="connsiteY9" fmla="*/ 37419 h 200075"/>
                <a:gd name="connsiteX10" fmla="*/ 79210 w 109743"/>
                <a:gd name="connsiteY10" fmla="*/ 35831 h 2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43" h="200075">
                  <a:moveTo>
                    <a:pt x="70030" y="200075"/>
                  </a:moveTo>
                  <a:cubicBezTo>
                    <a:pt x="52514" y="200075"/>
                    <a:pt x="36437" y="188365"/>
                    <a:pt x="31723" y="170650"/>
                  </a:cubicBezTo>
                  <a:cubicBezTo>
                    <a:pt x="859" y="55332"/>
                    <a:pt x="313" y="46301"/>
                    <a:pt x="65" y="41984"/>
                  </a:cubicBezTo>
                  <a:cubicBezTo>
                    <a:pt x="-1176" y="20101"/>
                    <a:pt x="15546" y="1344"/>
                    <a:pt x="37429" y="54"/>
                  </a:cubicBezTo>
                  <a:cubicBezTo>
                    <a:pt x="58617" y="-1037"/>
                    <a:pt x="76878" y="14494"/>
                    <a:pt x="79160" y="35384"/>
                  </a:cubicBezTo>
                  <a:cubicBezTo>
                    <a:pt x="81046" y="45804"/>
                    <a:pt x="95337" y="101429"/>
                    <a:pt x="108387" y="150107"/>
                  </a:cubicBezTo>
                  <a:cubicBezTo>
                    <a:pt x="114044" y="171295"/>
                    <a:pt x="101490" y="193029"/>
                    <a:pt x="80302" y="198735"/>
                  </a:cubicBezTo>
                  <a:cubicBezTo>
                    <a:pt x="76878" y="199678"/>
                    <a:pt x="73404" y="200075"/>
                    <a:pt x="70030" y="200075"/>
                  </a:cubicBezTo>
                  <a:close/>
                  <a:moveTo>
                    <a:pt x="79210" y="35831"/>
                  </a:moveTo>
                  <a:cubicBezTo>
                    <a:pt x="79259" y="36377"/>
                    <a:pt x="79309" y="36873"/>
                    <a:pt x="79309" y="37419"/>
                  </a:cubicBezTo>
                  <a:cubicBezTo>
                    <a:pt x="79309" y="37022"/>
                    <a:pt x="79309" y="36476"/>
                    <a:pt x="79210" y="3583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D9DA8ED1-40B7-0203-8AFB-B54956B0028D}"/>
              </a:ext>
            </a:extLst>
          </p:cNvPr>
          <p:cNvGrpSpPr/>
          <p:nvPr/>
        </p:nvGrpSpPr>
        <p:grpSpPr>
          <a:xfrm>
            <a:off x="5494023" y="3693364"/>
            <a:ext cx="766541" cy="761627"/>
            <a:chOff x="5494023" y="3693364"/>
            <a:chExt cx="766541" cy="761627"/>
          </a:xfrm>
        </p:grpSpPr>
        <p:grpSp>
          <p:nvGrpSpPr>
            <p:cNvPr id="77" name="Picture Placeholder 3">
              <a:extLst>
                <a:ext uri="{FF2B5EF4-FFF2-40B4-BE49-F238E27FC236}">
                  <a16:creationId xmlns:a16="http://schemas.microsoft.com/office/drawing/2014/main" id="{8E4A7B8D-D961-B821-BC20-CEA4C7E49656}"/>
                </a:ext>
              </a:extLst>
            </p:cNvPr>
            <p:cNvGrpSpPr/>
            <p:nvPr/>
          </p:nvGrpSpPr>
          <p:grpSpPr>
            <a:xfrm>
              <a:off x="5932472" y="3790819"/>
              <a:ext cx="328092" cy="566668"/>
              <a:chOff x="5932472" y="3790819"/>
              <a:chExt cx="328092" cy="566668"/>
            </a:xfrm>
            <a:noFill/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D35B6259-1F18-54CC-54E8-030674B1CFB6}"/>
                  </a:ext>
                </a:extLst>
              </p:cNvPr>
              <p:cNvSpPr/>
              <p:nvPr/>
            </p:nvSpPr>
            <p:spPr>
              <a:xfrm>
                <a:off x="5932472" y="4073905"/>
                <a:ext cx="291422" cy="4962"/>
              </a:xfrm>
              <a:custGeom>
                <a:avLst/>
                <a:gdLst>
                  <a:gd name="connsiteX0" fmla="*/ 291423 w 291422"/>
                  <a:gd name="connsiteY0" fmla="*/ 0 h 4962"/>
                  <a:gd name="connsiteX1" fmla="*/ 0 w 291422"/>
                  <a:gd name="connsiteY1" fmla="*/ 0 h 4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1422" h="4962">
                    <a:moveTo>
                      <a:pt x="291423" y="0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0B6B01A9-E138-E916-6549-2D356FEC45F6}"/>
                  </a:ext>
                </a:extLst>
              </p:cNvPr>
              <p:cNvSpPr/>
              <p:nvPr/>
            </p:nvSpPr>
            <p:spPr>
              <a:xfrm>
                <a:off x="5965520" y="3832550"/>
                <a:ext cx="164443" cy="113085"/>
              </a:xfrm>
              <a:custGeom>
                <a:avLst/>
                <a:gdLst>
                  <a:gd name="connsiteX0" fmla="*/ 164443 w 164443"/>
                  <a:gd name="connsiteY0" fmla="*/ 0 h 113085"/>
                  <a:gd name="connsiteX1" fmla="*/ 164443 w 164443"/>
                  <a:gd name="connsiteY1" fmla="*/ 113086 h 113085"/>
                  <a:gd name="connsiteX2" fmla="*/ 0 w 164443"/>
                  <a:gd name="connsiteY2" fmla="*/ 113086 h 11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43" h="113085">
                    <a:moveTo>
                      <a:pt x="164443" y="0"/>
                    </a:moveTo>
                    <a:lnTo>
                      <a:pt x="164443" y="113086"/>
                    </a:lnTo>
                    <a:lnTo>
                      <a:pt x="0" y="113086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DDFEF98-0639-A31D-7BBF-9EC730CD9EF9}"/>
                  </a:ext>
                </a:extLst>
              </p:cNvPr>
              <p:cNvSpPr/>
              <p:nvPr/>
            </p:nvSpPr>
            <p:spPr>
              <a:xfrm>
                <a:off x="6102473" y="3790819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45171946-7D73-23C0-16A2-6E358D6E2995}"/>
                  </a:ext>
                </a:extLst>
              </p:cNvPr>
              <p:cNvSpPr/>
              <p:nvPr/>
            </p:nvSpPr>
            <p:spPr>
              <a:xfrm>
                <a:off x="5965520" y="4202671"/>
                <a:ext cx="164443" cy="113085"/>
              </a:xfrm>
              <a:custGeom>
                <a:avLst/>
                <a:gdLst>
                  <a:gd name="connsiteX0" fmla="*/ 164443 w 164443"/>
                  <a:gd name="connsiteY0" fmla="*/ 113086 h 113085"/>
                  <a:gd name="connsiteX1" fmla="*/ 164443 w 164443"/>
                  <a:gd name="connsiteY1" fmla="*/ 0 h 113085"/>
                  <a:gd name="connsiteX2" fmla="*/ 0 w 164443"/>
                  <a:gd name="connsiteY2" fmla="*/ 0 h 11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43" h="113085">
                    <a:moveTo>
                      <a:pt x="164443" y="113086"/>
                    </a:moveTo>
                    <a:lnTo>
                      <a:pt x="164443" y="0"/>
                    </a:lnTo>
                    <a:lnTo>
                      <a:pt x="0" y="0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CA175B63-8E80-EC46-586E-F0D2E44D7E4F}"/>
                  </a:ext>
                </a:extLst>
              </p:cNvPr>
              <p:cNvSpPr/>
              <p:nvPr/>
            </p:nvSpPr>
            <p:spPr>
              <a:xfrm>
                <a:off x="6102473" y="4307867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651E0DC5-252E-CBD1-9C9F-5A6074912FFC}"/>
                  </a:ext>
                </a:extLst>
              </p:cNvPr>
              <p:cNvSpPr/>
              <p:nvPr/>
            </p:nvSpPr>
            <p:spPr>
              <a:xfrm>
                <a:off x="6210944" y="4049839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1" name="Picture Placeholder 3">
              <a:extLst>
                <a:ext uri="{FF2B5EF4-FFF2-40B4-BE49-F238E27FC236}">
                  <a16:creationId xmlns:a16="http://schemas.microsoft.com/office/drawing/2014/main" id="{47F4EFD6-949C-7AFF-B132-91F5DC0AA99D}"/>
                </a:ext>
              </a:extLst>
            </p:cNvPr>
            <p:cNvGrpSpPr/>
            <p:nvPr/>
          </p:nvGrpSpPr>
          <p:grpSpPr>
            <a:xfrm>
              <a:off x="5494023" y="3693364"/>
              <a:ext cx="437555" cy="761627"/>
              <a:chOff x="5494023" y="3693364"/>
              <a:chExt cx="437555" cy="761627"/>
            </a:xfrm>
            <a:noFill/>
          </p:grpSpPr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6424B5EE-A63C-703C-C812-2A09B40CBBE4}"/>
                  </a:ext>
                </a:extLst>
              </p:cNvPr>
              <p:cNvSpPr/>
              <p:nvPr/>
            </p:nvSpPr>
            <p:spPr>
              <a:xfrm>
                <a:off x="5558828" y="3790571"/>
                <a:ext cx="132040" cy="202998"/>
              </a:xfrm>
              <a:custGeom>
                <a:avLst/>
                <a:gdLst>
                  <a:gd name="connsiteX0" fmla="*/ 132041 w 132040"/>
                  <a:gd name="connsiteY0" fmla="*/ 447 h 202998"/>
                  <a:gd name="connsiteX1" fmla="*/ 121521 w 132040"/>
                  <a:gd name="connsiteY1" fmla="*/ 0 h 202998"/>
                  <a:gd name="connsiteX2" fmla="*/ 0 w 132040"/>
                  <a:gd name="connsiteY2" fmla="*/ 121521 h 202998"/>
                  <a:gd name="connsiteX3" fmla="*/ 10668 w 132040"/>
                  <a:gd name="connsiteY3" fmla="*/ 171142 h 202998"/>
                  <a:gd name="connsiteX4" fmla="*/ 31608 w 132040"/>
                  <a:gd name="connsiteY4" fmla="*/ 202998 h 202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040" h="202998">
                    <a:moveTo>
                      <a:pt x="132041" y="447"/>
                    </a:moveTo>
                    <a:cubicBezTo>
                      <a:pt x="128567" y="149"/>
                      <a:pt x="125094" y="0"/>
                      <a:pt x="121521" y="0"/>
                    </a:cubicBezTo>
                    <a:cubicBezTo>
                      <a:pt x="54533" y="0"/>
                      <a:pt x="0" y="54533"/>
                      <a:pt x="0" y="121521"/>
                    </a:cubicBezTo>
                    <a:cubicBezTo>
                      <a:pt x="0" y="138789"/>
                      <a:pt x="3672" y="155660"/>
                      <a:pt x="10668" y="171142"/>
                    </a:cubicBezTo>
                    <a:cubicBezTo>
                      <a:pt x="15879" y="182654"/>
                      <a:pt x="22925" y="193421"/>
                      <a:pt x="31608" y="202998"/>
                    </a:cubicBez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CE63400-83E5-3B34-43AE-42B9D4F3ADF7}"/>
                  </a:ext>
                </a:extLst>
              </p:cNvPr>
              <p:cNvSpPr/>
              <p:nvPr/>
            </p:nvSpPr>
            <p:spPr>
              <a:xfrm>
                <a:off x="5494023" y="3961713"/>
                <a:ext cx="112688" cy="233614"/>
              </a:xfrm>
              <a:custGeom>
                <a:avLst/>
                <a:gdLst>
                  <a:gd name="connsiteX0" fmla="*/ 75473 w 112688"/>
                  <a:gd name="connsiteY0" fmla="*/ 0 h 233614"/>
                  <a:gd name="connsiteX1" fmla="*/ 0 w 112688"/>
                  <a:gd name="connsiteY1" fmla="*/ 112440 h 233614"/>
                  <a:gd name="connsiteX2" fmla="*/ 75473 w 112688"/>
                  <a:gd name="connsiteY2" fmla="*/ 224881 h 233614"/>
                  <a:gd name="connsiteX3" fmla="*/ 112689 w 112688"/>
                  <a:gd name="connsiteY3" fmla="*/ 233614 h 23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688" h="233614">
                    <a:moveTo>
                      <a:pt x="75473" y="0"/>
                    </a:moveTo>
                    <a:cubicBezTo>
                      <a:pt x="31112" y="18260"/>
                      <a:pt x="0" y="62125"/>
                      <a:pt x="0" y="112440"/>
                    </a:cubicBezTo>
                    <a:cubicBezTo>
                      <a:pt x="0" y="162756"/>
                      <a:pt x="31112" y="206621"/>
                      <a:pt x="75473" y="224881"/>
                    </a:cubicBezTo>
                    <a:cubicBezTo>
                      <a:pt x="87084" y="229645"/>
                      <a:pt x="99589" y="232671"/>
                      <a:pt x="112689" y="233614"/>
                    </a:cubicBez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76C929C1-459E-9E68-A2AD-9B6EF72ACF0F}"/>
                  </a:ext>
                </a:extLst>
              </p:cNvPr>
              <p:cNvSpPr/>
              <p:nvPr/>
            </p:nvSpPr>
            <p:spPr>
              <a:xfrm>
                <a:off x="5558828" y="4186594"/>
                <a:ext cx="132040" cy="171141"/>
              </a:xfrm>
              <a:custGeom>
                <a:avLst/>
                <a:gdLst>
                  <a:gd name="connsiteX0" fmla="*/ 10668 w 132040"/>
                  <a:gd name="connsiteY0" fmla="*/ 0 h 171141"/>
                  <a:gd name="connsiteX1" fmla="*/ 0 w 132040"/>
                  <a:gd name="connsiteY1" fmla="*/ 49621 h 171141"/>
                  <a:gd name="connsiteX2" fmla="*/ 121521 w 132040"/>
                  <a:gd name="connsiteY2" fmla="*/ 171142 h 171141"/>
                  <a:gd name="connsiteX3" fmla="*/ 132041 w 132040"/>
                  <a:gd name="connsiteY3" fmla="*/ 170745 h 171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40" h="171141">
                    <a:moveTo>
                      <a:pt x="10668" y="0"/>
                    </a:moveTo>
                    <a:cubicBezTo>
                      <a:pt x="3821" y="15134"/>
                      <a:pt x="0" y="31956"/>
                      <a:pt x="0" y="49621"/>
                    </a:cubicBezTo>
                    <a:cubicBezTo>
                      <a:pt x="0" y="116609"/>
                      <a:pt x="54533" y="171142"/>
                      <a:pt x="121521" y="171142"/>
                    </a:cubicBezTo>
                    <a:cubicBezTo>
                      <a:pt x="125094" y="171142"/>
                      <a:pt x="128617" y="170993"/>
                      <a:pt x="132041" y="170745"/>
                    </a:cubicBez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FE311A8-86AA-3E5B-4692-3836B0DA0F05}"/>
                  </a:ext>
                </a:extLst>
              </p:cNvPr>
              <p:cNvSpPr/>
              <p:nvPr/>
            </p:nvSpPr>
            <p:spPr>
              <a:xfrm>
                <a:off x="5688537" y="3693364"/>
                <a:ext cx="243042" cy="761627"/>
              </a:xfrm>
              <a:custGeom>
                <a:avLst/>
                <a:gdLst>
                  <a:gd name="connsiteX0" fmla="*/ 121521 w 243042"/>
                  <a:gd name="connsiteY0" fmla="*/ 243042 h 761627"/>
                  <a:gd name="connsiteX1" fmla="*/ 0 w 243042"/>
                  <a:gd name="connsiteY1" fmla="*/ 121521 h 761627"/>
                  <a:gd name="connsiteX2" fmla="*/ 121521 w 243042"/>
                  <a:gd name="connsiteY2" fmla="*/ 0 h 761627"/>
                  <a:gd name="connsiteX3" fmla="*/ 243042 w 243042"/>
                  <a:gd name="connsiteY3" fmla="*/ 121521 h 761627"/>
                  <a:gd name="connsiteX4" fmla="*/ 243042 w 243042"/>
                  <a:gd name="connsiteY4" fmla="*/ 640107 h 761627"/>
                  <a:gd name="connsiteX5" fmla="*/ 121521 w 243042"/>
                  <a:gd name="connsiteY5" fmla="*/ 761628 h 761627"/>
                  <a:gd name="connsiteX6" fmla="*/ 0 w 243042"/>
                  <a:gd name="connsiteY6" fmla="*/ 640107 h 761627"/>
                  <a:gd name="connsiteX7" fmla="*/ 121521 w 243042"/>
                  <a:gd name="connsiteY7" fmla="*/ 518586 h 761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3042" h="761627">
                    <a:moveTo>
                      <a:pt x="121521" y="243042"/>
                    </a:moveTo>
                    <a:cubicBezTo>
                      <a:pt x="54533" y="243042"/>
                      <a:pt x="0" y="188509"/>
                      <a:pt x="0" y="121521"/>
                    </a:cubicBezTo>
                    <a:cubicBezTo>
                      <a:pt x="0" y="54533"/>
                      <a:pt x="54533" y="0"/>
                      <a:pt x="121521" y="0"/>
                    </a:cubicBezTo>
                    <a:cubicBezTo>
                      <a:pt x="188509" y="0"/>
                      <a:pt x="243042" y="54533"/>
                      <a:pt x="243042" y="121521"/>
                    </a:cubicBezTo>
                    <a:lnTo>
                      <a:pt x="243042" y="640107"/>
                    </a:lnTo>
                    <a:cubicBezTo>
                      <a:pt x="243042" y="707095"/>
                      <a:pt x="188509" y="761628"/>
                      <a:pt x="121521" y="761628"/>
                    </a:cubicBezTo>
                    <a:cubicBezTo>
                      <a:pt x="54533" y="761628"/>
                      <a:pt x="0" y="707095"/>
                      <a:pt x="0" y="640107"/>
                    </a:cubicBezTo>
                    <a:cubicBezTo>
                      <a:pt x="0" y="573119"/>
                      <a:pt x="54533" y="518586"/>
                      <a:pt x="121521" y="518586"/>
                    </a:cubicBez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FF2EC0AB-2B27-34D1-4AC9-106FB7C6D44C}"/>
                </a:ext>
              </a:extLst>
            </p:cNvPr>
            <p:cNvSpPr/>
            <p:nvPr/>
          </p:nvSpPr>
          <p:spPr>
            <a:xfrm>
              <a:off x="5782667" y="4048946"/>
              <a:ext cx="148911" cy="31608"/>
            </a:xfrm>
            <a:custGeom>
              <a:avLst/>
              <a:gdLst>
                <a:gd name="connsiteX0" fmla="*/ 0 w 148911"/>
                <a:gd name="connsiteY0" fmla="*/ 31608 h 31608"/>
                <a:gd name="connsiteX1" fmla="*/ 31857 w 148911"/>
                <a:gd name="connsiteY1" fmla="*/ 10668 h 31608"/>
                <a:gd name="connsiteX2" fmla="*/ 81477 w 148911"/>
                <a:gd name="connsiteY2" fmla="*/ 0 h 31608"/>
                <a:gd name="connsiteX3" fmla="*/ 148912 w 148911"/>
                <a:gd name="connsiteY3" fmla="*/ 20493 h 3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911" h="31608">
                  <a:moveTo>
                    <a:pt x="0" y="31608"/>
                  </a:moveTo>
                  <a:cubicBezTo>
                    <a:pt x="9577" y="22925"/>
                    <a:pt x="20344" y="15879"/>
                    <a:pt x="31857" y="10668"/>
                  </a:cubicBezTo>
                  <a:cubicBezTo>
                    <a:pt x="47338" y="3672"/>
                    <a:pt x="64209" y="0"/>
                    <a:pt x="81477" y="0"/>
                  </a:cubicBezTo>
                  <a:cubicBezTo>
                    <a:pt x="106387" y="0"/>
                    <a:pt x="129609" y="7542"/>
                    <a:pt x="148912" y="20493"/>
                  </a:cubicBez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AF66E05D-1432-59F6-9086-9C871FFD7545}"/>
              </a:ext>
            </a:extLst>
          </p:cNvPr>
          <p:cNvGrpSpPr/>
          <p:nvPr/>
        </p:nvGrpSpPr>
        <p:grpSpPr>
          <a:xfrm>
            <a:off x="6838376" y="3830119"/>
            <a:ext cx="712851" cy="488069"/>
            <a:chOff x="6838376" y="3830119"/>
            <a:chExt cx="712851" cy="488069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77B8FC73-4BB0-2011-F21C-2F9FDE72B30C}"/>
                </a:ext>
              </a:extLst>
            </p:cNvPr>
            <p:cNvSpPr/>
            <p:nvPr/>
          </p:nvSpPr>
          <p:spPr>
            <a:xfrm>
              <a:off x="6838376" y="3873686"/>
              <a:ext cx="666505" cy="444502"/>
            </a:xfrm>
            <a:custGeom>
              <a:avLst/>
              <a:gdLst>
                <a:gd name="connsiteX0" fmla="*/ 0 w 666505"/>
                <a:gd name="connsiteY0" fmla="*/ 444502 h 444502"/>
                <a:gd name="connsiteX1" fmla="*/ 251379 w 666505"/>
                <a:gd name="connsiteY1" fmla="*/ 193173 h 444502"/>
                <a:gd name="connsiteX2" fmla="*/ 362331 w 666505"/>
                <a:gd name="connsiteY2" fmla="*/ 304125 h 444502"/>
                <a:gd name="connsiteX3" fmla="*/ 666506 w 666505"/>
                <a:gd name="connsiteY3" fmla="*/ 0 h 4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505" h="444502">
                  <a:moveTo>
                    <a:pt x="0" y="444502"/>
                  </a:moveTo>
                  <a:lnTo>
                    <a:pt x="251379" y="193173"/>
                  </a:lnTo>
                  <a:lnTo>
                    <a:pt x="362331" y="304125"/>
                  </a:lnTo>
                  <a:lnTo>
                    <a:pt x="666506" y="0"/>
                  </a:ln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5CDBA06B-24E9-0B10-C682-34B1A1781B97}"/>
                </a:ext>
              </a:extLst>
            </p:cNvPr>
            <p:cNvSpPr/>
            <p:nvPr/>
          </p:nvSpPr>
          <p:spPr>
            <a:xfrm>
              <a:off x="7363264" y="3830119"/>
              <a:ext cx="187963" cy="180073"/>
            </a:xfrm>
            <a:custGeom>
              <a:avLst/>
              <a:gdLst>
                <a:gd name="connsiteX0" fmla="*/ 0 w 187963"/>
                <a:gd name="connsiteY0" fmla="*/ 0 h 180073"/>
                <a:gd name="connsiteX1" fmla="*/ 187963 w 187963"/>
                <a:gd name="connsiteY1" fmla="*/ 1538 h 180073"/>
                <a:gd name="connsiteX2" fmla="*/ 186475 w 187963"/>
                <a:gd name="connsiteY2" fmla="*/ 180073 h 18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963" h="180073">
                  <a:moveTo>
                    <a:pt x="0" y="0"/>
                  </a:moveTo>
                  <a:lnTo>
                    <a:pt x="187963" y="1538"/>
                  </a:lnTo>
                  <a:lnTo>
                    <a:pt x="186475" y="180073"/>
                  </a:lnTo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1435E412-E517-76BD-BC85-728DD86F9F61}"/>
              </a:ext>
            </a:extLst>
          </p:cNvPr>
          <p:cNvGrpSpPr/>
          <p:nvPr/>
        </p:nvGrpSpPr>
        <p:grpSpPr>
          <a:xfrm>
            <a:off x="8155438" y="3817317"/>
            <a:ext cx="713744" cy="518586"/>
            <a:chOff x="8155438" y="3817317"/>
            <a:chExt cx="713744" cy="518586"/>
          </a:xfrm>
        </p:grpSpPr>
        <p:grpSp>
          <p:nvGrpSpPr>
            <p:cNvPr id="182" name="Picture Placeholder 7">
              <a:extLst>
                <a:ext uri="{FF2B5EF4-FFF2-40B4-BE49-F238E27FC236}">
                  <a16:creationId xmlns:a16="http://schemas.microsoft.com/office/drawing/2014/main" id="{5A4426B8-9EF2-C039-948F-5AF39B5DE643}"/>
                </a:ext>
              </a:extLst>
            </p:cNvPr>
            <p:cNvGrpSpPr/>
            <p:nvPr/>
          </p:nvGrpSpPr>
          <p:grpSpPr>
            <a:xfrm>
              <a:off x="8292689" y="3817317"/>
              <a:ext cx="435471" cy="493428"/>
              <a:chOff x="8292689" y="3817317"/>
              <a:chExt cx="435471" cy="493428"/>
            </a:xfrm>
            <a:noFill/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0A99E971-2B52-17ED-D14C-3795442A505B}"/>
                  </a:ext>
                </a:extLst>
              </p:cNvPr>
              <p:cNvSpPr/>
              <p:nvPr/>
            </p:nvSpPr>
            <p:spPr>
              <a:xfrm>
                <a:off x="8401011" y="3817317"/>
                <a:ext cx="218926" cy="218926"/>
              </a:xfrm>
              <a:custGeom>
                <a:avLst/>
                <a:gdLst>
                  <a:gd name="connsiteX0" fmla="*/ 218927 w 218926"/>
                  <a:gd name="connsiteY0" fmla="*/ 109463 h 218926"/>
                  <a:gd name="connsiteX1" fmla="*/ 109463 w 218926"/>
                  <a:gd name="connsiteY1" fmla="*/ 218926 h 218926"/>
                  <a:gd name="connsiteX2" fmla="*/ 0 w 218926"/>
                  <a:gd name="connsiteY2" fmla="*/ 109463 h 218926"/>
                  <a:gd name="connsiteX3" fmla="*/ 109463 w 218926"/>
                  <a:gd name="connsiteY3" fmla="*/ 0 h 218926"/>
                  <a:gd name="connsiteX4" fmla="*/ 218927 w 218926"/>
                  <a:gd name="connsiteY4" fmla="*/ 109463 h 218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26" h="218926">
                    <a:moveTo>
                      <a:pt x="218927" y="109463"/>
                    </a:moveTo>
                    <a:cubicBezTo>
                      <a:pt x="218927" y="169918"/>
                      <a:pt x="169918" y="218926"/>
                      <a:pt x="109463" y="218926"/>
                    </a:cubicBezTo>
                    <a:cubicBezTo>
                      <a:pt x="49008" y="218926"/>
                      <a:pt x="0" y="169918"/>
                      <a:pt x="0" y="109463"/>
                    </a:cubicBezTo>
                    <a:cubicBezTo>
                      <a:pt x="0" y="49008"/>
                      <a:pt x="49008" y="0"/>
                      <a:pt x="109463" y="0"/>
                    </a:cubicBezTo>
                    <a:cubicBezTo>
                      <a:pt x="169918" y="0"/>
                      <a:pt x="218927" y="49008"/>
                      <a:pt x="218927" y="109463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C037DA6-586F-9FE9-4EBA-78B2934EBD08}"/>
                  </a:ext>
                </a:extLst>
              </p:cNvPr>
              <p:cNvSpPr/>
              <p:nvPr/>
            </p:nvSpPr>
            <p:spPr>
              <a:xfrm>
                <a:off x="8292689" y="4080654"/>
                <a:ext cx="435471" cy="230091"/>
              </a:xfrm>
              <a:custGeom>
                <a:avLst/>
                <a:gdLst>
                  <a:gd name="connsiteX0" fmla="*/ 0 w 435471"/>
                  <a:gd name="connsiteY0" fmla="*/ 230091 h 230091"/>
                  <a:gd name="connsiteX1" fmla="*/ 0 w 435471"/>
                  <a:gd name="connsiteY1" fmla="*/ 217736 h 230091"/>
                  <a:gd name="connsiteX2" fmla="*/ 217736 w 435471"/>
                  <a:gd name="connsiteY2" fmla="*/ 0 h 230091"/>
                  <a:gd name="connsiteX3" fmla="*/ 435472 w 435471"/>
                  <a:gd name="connsiteY3" fmla="*/ 217736 h 230091"/>
                  <a:gd name="connsiteX4" fmla="*/ 435472 w 435471"/>
                  <a:gd name="connsiteY4" fmla="*/ 230091 h 23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471" h="230091">
                    <a:moveTo>
                      <a:pt x="0" y="230091"/>
                    </a:moveTo>
                    <a:lnTo>
                      <a:pt x="0" y="217736"/>
                    </a:lnTo>
                    <a:cubicBezTo>
                      <a:pt x="0" y="97654"/>
                      <a:pt x="97356" y="0"/>
                      <a:pt x="217736" y="0"/>
                    </a:cubicBezTo>
                    <a:cubicBezTo>
                      <a:pt x="338116" y="0"/>
                      <a:pt x="435472" y="97257"/>
                      <a:pt x="435472" y="217736"/>
                    </a:cubicBezTo>
                    <a:lnTo>
                      <a:pt x="435472" y="230091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665AE433-F9E3-DC3D-9CFF-46E33257A1FD}"/>
                </a:ext>
              </a:extLst>
            </p:cNvPr>
            <p:cNvSpPr/>
            <p:nvPr/>
          </p:nvSpPr>
          <p:spPr>
            <a:xfrm>
              <a:off x="8155438" y="4330941"/>
              <a:ext cx="713744" cy="4962"/>
            </a:xfrm>
            <a:custGeom>
              <a:avLst/>
              <a:gdLst>
                <a:gd name="connsiteX0" fmla="*/ 713745 w 713744"/>
                <a:gd name="connsiteY0" fmla="*/ 0 h 4962"/>
                <a:gd name="connsiteX1" fmla="*/ 0 w 713744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3744" h="4962">
                  <a:moveTo>
                    <a:pt x="713745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8CA84BC3-BEDF-5CC4-D4AF-AC1E774EA8CA}"/>
              </a:ext>
            </a:extLst>
          </p:cNvPr>
          <p:cNvGrpSpPr/>
          <p:nvPr/>
        </p:nvGrpSpPr>
        <p:grpSpPr>
          <a:xfrm>
            <a:off x="9459084" y="3694109"/>
            <a:ext cx="749411" cy="760108"/>
            <a:chOff x="9459084" y="3694109"/>
            <a:chExt cx="749411" cy="760108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A4289DC7-58E8-6B12-E882-0A5C5FA992DC}"/>
                </a:ext>
              </a:extLst>
            </p:cNvPr>
            <p:cNvSpPr/>
            <p:nvPr/>
          </p:nvSpPr>
          <p:spPr>
            <a:xfrm>
              <a:off x="9459084" y="3852250"/>
              <a:ext cx="628098" cy="601967"/>
            </a:xfrm>
            <a:custGeom>
              <a:avLst/>
              <a:gdLst>
                <a:gd name="connsiteX0" fmla="*/ 6616 w 628098"/>
                <a:gd name="connsiteY0" fmla="*/ 0 h 601967"/>
                <a:gd name="connsiteX1" fmla="*/ 26166 w 628098"/>
                <a:gd name="connsiteY1" fmla="*/ 285120 h 601967"/>
                <a:gd name="connsiteX2" fmla="*/ 279629 w 628098"/>
                <a:gd name="connsiteY2" fmla="*/ 464995 h 601967"/>
                <a:gd name="connsiteX3" fmla="*/ 458760 w 628098"/>
                <a:gd name="connsiteY3" fmla="*/ 393740 h 601967"/>
                <a:gd name="connsiteX4" fmla="*/ 624146 w 628098"/>
                <a:gd name="connsiteY4" fmla="*/ 447231 h 601967"/>
                <a:gd name="connsiteX5" fmla="*/ 575319 w 628098"/>
                <a:gd name="connsiteY5" fmla="*/ 562748 h 601967"/>
                <a:gd name="connsiteX6" fmla="*/ 446702 w 628098"/>
                <a:gd name="connsiteY6" fmla="*/ 597929 h 601967"/>
                <a:gd name="connsiteX7" fmla="*/ 127045 w 628098"/>
                <a:gd name="connsiteY7" fmla="*/ 582696 h 60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098" h="601967">
                  <a:moveTo>
                    <a:pt x="6616" y="0"/>
                  </a:moveTo>
                  <a:cubicBezTo>
                    <a:pt x="-2762" y="96463"/>
                    <a:pt x="-6633" y="194712"/>
                    <a:pt x="26166" y="285120"/>
                  </a:cubicBezTo>
                  <a:cubicBezTo>
                    <a:pt x="64424" y="390614"/>
                    <a:pt x="168578" y="481271"/>
                    <a:pt x="279629" y="464995"/>
                  </a:cubicBezTo>
                  <a:cubicBezTo>
                    <a:pt x="343441" y="455667"/>
                    <a:pt x="397578" y="414035"/>
                    <a:pt x="458760" y="393740"/>
                  </a:cubicBezTo>
                  <a:cubicBezTo>
                    <a:pt x="519942" y="373396"/>
                    <a:pt x="603851" y="386049"/>
                    <a:pt x="624146" y="447231"/>
                  </a:cubicBezTo>
                  <a:cubicBezTo>
                    <a:pt x="638288" y="489905"/>
                    <a:pt x="612733" y="537839"/>
                    <a:pt x="575319" y="562748"/>
                  </a:cubicBezTo>
                  <a:cubicBezTo>
                    <a:pt x="537905" y="587658"/>
                    <a:pt x="491510" y="594307"/>
                    <a:pt x="446702" y="597929"/>
                  </a:cubicBezTo>
                  <a:cubicBezTo>
                    <a:pt x="340067" y="606514"/>
                    <a:pt x="232390" y="601403"/>
                    <a:pt x="127045" y="582696"/>
                  </a:cubicBez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9" name="Picture Placeholder 9">
              <a:extLst>
                <a:ext uri="{FF2B5EF4-FFF2-40B4-BE49-F238E27FC236}">
                  <a16:creationId xmlns:a16="http://schemas.microsoft.com/office/drawing/2014/main" id="{F9A737C7-A034-B5FC-7BB0-D4DC838A6B32}"/>
                </a:ext>
              </a:extLst>
            </p:cNvPr>
            <p:cNvGrpSpPr/>
            <p:nvPr/>
          </p:nvGrpSpPr>
          <p:grpSpPr>
            <a:xfrm>
              <a:off x="9541967" y="3694109"/>
              <a:ext cx="666528" cy="492056"/>
              <a:chOff x="9541967" y="3694109"/>
              <a:chExt cx="666528" cy="492056"/>
            </a:xfrm>
            <a:noFill/>
          </p:grpSpPr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A8DF83AC-B099-4646-D894-F3157543BCF9}"/>
                  </a:ext>
                </a:extLst>
              </p:cNvPr>
              <p:cNvSpPr/>
              <p:nvPr/>
            </p:nvSpPr>
            <p:spPr>
              <a:xfrm>
                <a:off x="9541967" y="3694109"/>
                <a:ext cx="145884" cy="145884"/>
              </a:xfrm>
              <a:custGeom>
                <a:avLst/>
                <a:gdLst>
                  <a:gd name="connsiteX0" fmla="*/ 145885 w 145884"/>
                  <a:gd name="connsiteY0" fmla="*/ 72942 h 145884"/>
                  <a:gd name="connsiteX1" fmla="*/ 72942 w 145884"/>
                  <a:gd name="connsiteY1" fmla="*/ 145885 h 145884"/>
                  <a:gd name="connsiteX2" fmla="*/ 0 w 145884"/>
                  <a:gd name="connsiteY2" fmla="*/ 72942 h 145884"/>
                  <a:gd name="connsiteX3" fmla="*/ 72942 w 145884"/>
                  <a:gd name="connsiteY3" fmla="*/ 0 h 145884"/>
                  <a:gd name="connsiteX4" fmla="*/ 145885 w 145884"/>
                  <a:gd name="connsiteY4" fmla="*/ 72942 h 145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84" h="145884">
                    <a:moveTo>
                      <a:pt x="145885" y="72942"/>
                    </a:moveTo>
                    <a:cubicBezTo>
                      <a:pt x="145885" y="113227"/>
                      <a:pt x="113228" y="145885"/>
                      <a:pt x="72942" y="145885"/>
                    </a:cubicBezTo>
                    <a:cubicBezTo>
                      <a:pt x="32657" y="145885"/>
                      <a:pt x="0" y="113227"/>
                      <a:pt x="0" y="72942"/>
                    </a:cubicBezTo>
                    <a:cubicBezTo>
                      <a:pt x="0" y="32657"/>
                      <a:pt x="32657" y="0"/>
                      <a:pt x="72942" y="0"/>
                    </a:cubicBezTo>
                    <a:cubicBezTo>
                      <a:pt x="113228" y="0"/>
                      <a:pt x="145885" y="32657"/>
                      <a:pt x="145885" y="72942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D64E98B3-4AA4-3850-F78D-F06541EC0AA2}"/>
                  </a:ext>
                </a:extLst>
              </p:cNvPr>
              <p:cNvSpPr/>
              <p:nvPr/>
            </p:nvSpPr>
            <p:spPr>
              <a:xfrm>
                <a:off x="9577314" y="3872628"/>
                <a:ext cx="631182" cy="313537"/>
              </a:xfrm>
              <a:custGeom>
                <a:avLst/>
                <a:gdLst>
                  <a:gd name="connsiteX0" fmla="*/ 7277 w 631182"/>
                  <a:gd name="connsiteY0" fmla="*/ 15448 h 313537"/>
                  <a:gd name="connsiteX1" fmla="*/ 38489 w 631182"/>
                  <a:gd name="connsiteY1" fmla="*/ 5573 h 313537"/>
                  <a:gd name="connsiteX2" fmla="*/ 175641 w 631182"/>
                  <a:gd name="connsiteY2" fmla="*/ 137961 h 313537"/>
                  <a:gd name="connsiteX3" fmla="*/ 232655 w 631182"/>
                  <a:gd name="connsiteY3" fmla="*/ 151061 h 313537"/>
                  <a:gd name="connsiteX4" fmla="*/ 369757 w 631182"/>
                  <a:gd name="connsiteY4" fmla="*/ 119502 h 313537"/>
                  <a:gd name="connsiteX5" fmla="*/ 401465 w 631182"/>
                  <a:gd name="connsiteY5" fmla="*/ 123819 h 313537"/>
                  <a:gd name="connsiteX6" fmla="*/ 630762 w 631182"/>
                  <a:gd name="connsiteY6" fmla="*/ 307069 h 313537"/>
                  <a:gd name="connsiteX7" fmla="*/ 350157 w 631182"/>
                  <a:gd name="connsiteY7" fmla="*/ 233729 h 313537"/>
                  <a:gd name="connsiteX8" fmla="*/ 312941 w 631182"/>
                  <a:gd name="connsiteY8" fmla="*/ 241073 h 313537"/>
                  <a:gd name="connsiteX9" fmla="*/ 94014 w 631182"/>
                  <a:gd name="connsiteY9" fmla="*/ 289205 h 313537"/>
                  <a:gd name="connsiteX10" fmla="*/ 7327 w 631182"/>
                  <a:gd name="connsiteY10" fmla="*/ 15448 h 31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1182" h="313537">
                    <a:moveTo>
                      <a:pt x="7277" y="15448"/>
                    </a:moveTo>
                    <a:cubicBezTo>
                      <a:pt x="9610" y="562"/>
                      <a:pt x="27969" y="-5244"/>
                      <a:pt x="38489" y="5573"/>
                    </a:cubicBezTo>
                    <a:lnTo>
                      <a:pt x="175641" y="137961"/>
                    </a:lnTo>
                    <a:cubicBezTo>
                      <a:pt x="191073" y="151905"/>
                      <a:pt x="212658" y="156867"/>
                      <a:pt x="232655" y="151061"/>
                    </a:cubicBezTo>
                    <a:lnTo>
                      <a:pt x="369757" y="119502"/>
                    </a:lnTo>
                    <a:cubicBezTo>
                      <a:pt x="380475" y="116376"/>
                      <a:pt x="391987" y="117964"/>
                      <a:pt x="401465" y="123819"/>
                    </a:cubicBezTo>
                    <a:cubicBezTo>
                      <a:pt x="456544" y="157958"/>
                      <a:pt x="641133" y="290942"/>
                      <a:pt x="630762" y="307069"/>
                    </a:cubicBezTo>
                    <a:cubicBezTo>
                      <a:pt x="612204" y="335948"/>
                      <a:pt x="416351" y="260326"/>
                      <a:pt x="350157" y="233729"/>
                    </a:cubicBezTo>
                    <a:cubicBezTo>
                      <a:pt x="337404" y="228618"/>
                      <a:pt x="322865" y="231496"/>
                      <a:pt x="312941" y="241073"/>
                    </a:cubicBezTo>
                    <a:cubicBezTo>
                      <a:pt x="279050" y="273624"/>
                      <a:pt x="162441" y="320565"/>
                      <a:pt x="94014" y="289205"/>
                    </a:cubicBezTo>
                    <a:cubicBezTo>
                      <a:pt x="-15201" y="239088"/>
                      <a:pt x="-4929" y="94394"/>
                      <a:pt x="7327" y="15448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6CEAB24-32A7-B89A-1285-27CE7703FE25}"/>
              </a:ext>
            </a:extLst>
          </p:cNvPr>
          <p:cNvGrpSpPr/>
          <p:nvPr/>
        </p:nvGrpSpPr>
        <p:grpSpPr>
          <a:xfrm>
            <a:off x="1574882" y="4944984"/>
            <a:ext cx="730149" cy="495660"/>
            <a:chOff x="1574882" y="4944984"/>
            <a:chExt cx="730149" cy="495660"/>
          </a:xfrm>
        </p:grpSpPr>
        <p:grpSp>
          <p:nvGrpSpPr>
            <p:cNvPr id="194" name="Picture Placeholder 15">
              <a:extLst>
                <a:ext uri="{FF2B5EF4-FFF2-40B4-BE49-F238E27FC236}">
                  <a16:creationId xmlns:a16="http://schemas.microsoft.com/office/drawing/2014/main" id="{17151903-90A9-4120-979C-5DE62EF3BFEB}"/>
                </a:ext>
              </a:extLst>
            </p:cNvPr>
            <p:cNvGrpSpPr/>
            <p:nvPr/>
          </p:nvGrpSpPr>
          <p:grpSpPr>
            <a:xfrm>
              <a:off x="1875921" y="4944984"/>
              <a:ext cx="135663" cy="210540"/>
              <a:chOff x="1875921" y="4944984"/>
              <a:chExt cx="135663" cy="210540"/>
            </a:xfrm>
            <a:noFill/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6F2DFAFC-FC2D-AE1B-0E6E-F52487D7BE5C}"/>
                  </a:ext>
                </a:extLst>
              </p:cNvPr>
              <p:cNvSpPr/>
              <p:nvPr/>
            </p:nvSpPr>
            <p:spPr>
              <a:xfrm>
                <a:off x="1949359" y="5084468"/>
                <a:ext cx="4962" cy="71056"/>
              </a:xfrm>
              <a:custGeom>
                <a:avLst/>
                <a:gdLst>
                  <a:gd name="connsiteX0" fmla="*/ 0 w 4962"/>
                  <a:gd name="connsiteY0" fmla="*/ 0 h 71056"/>
                  <a:gd name="connsiteX1" fmla="*/ 0 w 4962"/>
                  <a:gd name="connsiteY1" fmla="*/ 71057 h 71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71056">
                    <a:moveTo>
                      <a:pt x="0" y="0"/>
                    </a:moveTo>
                    <a:lnTo>
                      <a:pt x="0" y="71057"/>
                    </a:lnTo>
                  </a:path>
                </a:pathLst>
              </a:custGeom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A801C6A8-CA59-38D7-CD9F-C91A40555A99}"/>
                  </a:ext>
                </a:extLst>
              </p:cNvPr>
              <p:cNvSpPr/>
              <p:nvPr/>
            </p:nvSpPr>
            <p:spPr>
              <a:xfrm>
                <a:off x="1875921" y="4944984"/>
                <a:ext cx="135663" cy="132288"/>
              </a:xfrm>
              <a:custGeom>
                <a:avLst/>
                <a:gdLst>
                  <a:gd name="connsiteX0" fmla="*/ 546 w 135663"/>
                  <a:gd name="connsiteY0" fmla="*/ 76317 h 132288"/>
                  <a:gd name="connsiteX1" fmla="*/ 0 w 135663"/>
                  <a:gd name="connsiteY1" fmla="*/ 67831 h 132288"/>
                  <a:gd name="connsiteX2" fmla="*/ 67832 w 135663"/>
                  <a:gd name="connsiteY2" fmla="*/ 0 h 132288"/>
                  <a:gd name="connsiteX3" fmla="*/ 135663 w 135663"/>
                  <a:gd name="connsiteY3" fmla="*/ 67831 h 132288"/>
                  <a:gd name="connsiteX4" fmla="*/ 88920 w 135663"/>
                  <a:gd name="connsiteY4" fmla="*/ 132289 h 13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63" h="132288">
                    <a:moveTo>
                      <a:pt x="546" y="76317"/>
                    </a:moveTo>
                    <a:cubicBezTo>
                      <a:pt x="198" y="73538"/>
                      <a:pt x="0" y="70709"/>
                      <a:pt x="0" y="67831"/>
                    </a:cubicBezTo>
                    <a:cubicBezTo>
                      <a:pt x="0" y="30368"/>
                      <a:pt x="30368" y="0"/>
                      <a:pt x="67832" y="0"/>
                    </a:cubicBezTo>
                    <a:cubicBezTo>
                      <a:pt x="105295" y="0"/>
                      <a:pt x="135663" y="30368"/>
                      <a:pt x="135663" y="67831"/>
                    </a:cubicBezTo>
                    <a:cubicBezTo>
                      <a:pt x="135663" y="97852"/>
                      <a:pt x="116063" y="123407"/>
                      <a:pt x="88920" y="132289"/>
                    </a:cubicBezTo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9A9B20DD-977D-0DFE-822B-CDD6E2E35D49}"/>
                </a:ext>
              </a:extLst>
            </p:cNvPr>
            <p:cNvSpPr/>
            <p:nvPr/>
          </p:nvSpPr>
          <p:spPr>
            <a:xfrm>
              <a:off x="1574882" y="5167036"/>
              <a:ext cx="730149" cy="273608"/>
            </a:xfrm>
            <a:custGeom>
              <a:avLst/>
              <a:gdLst>
                <a:gd name="connsiteX0" fmla="*/ 365100 w 730149"/>
                <a:gd name="connsiteY0" fmla="*/ 0 h 273608"/>
                <a:gd name="connsiteX1" fmla="*/ 432286 w 730149"/>
                <a:gd name="connsiteY1" fmla="*/ 20890 h 273608"/>
                <a:gd name="connsiteX2" fmla="*/ 716861 w 730149"/>
                <a:gd name="connsiteY2" fmla="*/ 214858 h 273608"/>
                <a:gd name="connsiteX3" fmla="*/ 697410 w 730149"/>
                <a:gd name="connsiteY3" fmla="*/ 273608 h 273608"/>
                <a:gd name="connsiteX4" fmla="*/ 32740 w 730149"/>
                <a:gd name="connsiteY4" fmla="*/ 273608 h 273608"/>
                <a:gd name="connsiteX5" fmla="*/ 13288 w 730149"/>
                <a:gd name="connsiteY5" fmla="*/ 214858 h 273608"/>
                <a:gd name="connsiteX6" fmla="*/ 365050 w 730149"/>
                <a:gd name="connsiteY6" fmla="*/ 50 h 27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0149" h="273608">
                  <a:moveTo>
                    <a:pt x="365100" y="0"/>
                  </a:moveTo>
                  <a:cubicBezTo>
                    <a:pt x="388372" y="0"/>
                    <a:pt x="411644" y="6947"/>
                    <a:pt x="432286" y="20890"/>
                  </a:cubicBezTo>
                  <a:lnTo>
                    <a:pt x="716861" y="214858"/>
                  </a:lnTo>
                  <a:cubicBezTo>
                    <a:pt x="742168" y="233515"/>
                    <a:pt x="728919" y="273608"/>
                    <a:pt x="697410" y="273608"/>
                  </a:cubicBezTo>
                  <a:lnTo>
                    <a:pt x="32740" y="273608"/>
                  </a:lnTo>
                  <a:cubicBezTo>
                    <a:pt x="1231" y="273608"/>
                    <a:pt x="-12018" y="233565"/>
                    <a:pt x="13288" y="214858"/>
                  </a:cubicBezTo>
                  <a:lnTo>
                    <a:pt x="365050" y="50"/>
                  </a:ln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456851F8-17DA-CA29-D7AA-E7DAD1108B5E}"/>
              </a:ext>
            </a:extLst>
          </p:cNvPr>
          <p:cNvGrpSpPr/>
          <p:nvPr/>
        </p:nvGrpSpPr>
        <p:grpSpPr>
          <a:xfrm>
            <a:off x="2886807" y="4807386"/>
            <a:ext cx="741398" cy="770807"/>
            <a:chOff x="2886807" y="4807386"/>
            <a:chExt cx="741398" cy="770807"/>
          </a:xfrm>
        </p:grpSpPr>
        <p:grpSp>
          <p:nvGrpSpPr>
            <p:cNvPr id="200" name="Picture Placeholder 17">
              <a:extLst>
                <a:ext uri="{FF2B5EF4-FFF2-40B4-BE49-F238E27FC236}">
                  <a16:creationId xmlns:a16="http://schemas.microsoft.com/office/drawing/2014/main" id="{DDFCA0F7-3982-EF2F-12EF-96CD22A16831}"/>
                </a:ext>
              </a:extLst>
            </p:cNvPr>
            <p:cNvGrpSpPr/>
            <p:nvPr/>
          </p:nvGrpSpPr>
          <p:grpSpPr>
            <a:xfrm>
              <a:off x="2886807" y="4807386"/>
              <a:ext cx="741398" cy="438051"/>
              <a:chOff x="2886807" y="4807386"/>
              <a:chExt cx="741398" cy="438051"/>
            </a:xfrm>
            <a:noFill/>
          </p:grpSpPr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7D3BCA96-EC13-9020-0594-000714A66666}"/>
                  </a:ext>
                </a:extLst>
              </p:cNvPr>
              <p:cNvSpPr/>
              <p:nvPr/>
            </p:nvSpPr>
            <p:spPr>
              <a:xfrm>
                <a:off x="2886807" y="4807882"/>
                <a:ext cx="610449" cy="437555"/>
              </a:xfrm>
              <a:custGeom>
                <a:avLst/>
                <a:gdLst>
                  <a:gd name="connsiteX0" fmla="*/ 373709 w 610449"/>
                  <a:gd name="connsiteY0" fmla="*/ 0 h 437555"/>
                  <a:gd name="connsiteX1" fmla="*/ 160142 w 610449"/>
                  <a:gd name="connsiteY1" fmla="*/ 135663 h 437555"/>
                  <a:gd name="connsiteX2" fmla="*/ 115 w 610449"/>
                  <a:gd name="connsiteY2" fmla="*/ 271227 h 437555"/>
                  <a:gd name="connsiteX3" fmla="*/ 184952 w 610449"/>
                  <a:gd name="connsiteY3" fmla="*/ 437555 h 437555"/>
                  <a:gd name="connsiteX4" fmla="*/ 610450 w 610449"/>
                  <a:gd name="connsiteY4" fmla="*/ 437555 h 437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449" h="437555">
                    <a:moveTo>
                      <a:pt x="373709" y="0"/>
                    </a:moveTo>
                    <a:cubicBezTo>
                      <a:pt x="277246" y="0"/>
                      <a:pt x="201079" y="40838"/>
                      <a:pt x="160142" y="135663"/>
                    </a:cubicBezTo>
                    <a:cubicBezTo>
                      <a:pt x="67053" y="131743"/>
                      <a:pt x="2596" y="206124"/>
                      <a:pt x="115" y="271227"/>
                    </a:cubicBezTo>
                    <a:cubicBezTo>
                      <a:pt x="-3408" y="363025"/>
                      <a:pt x="74645" y="437555"/>
                      <a:pt x="184952" y="437555"/>
                    </a:cubicBezTo>
                    <a:lnTo>
                      <a:pt x="610450" y="437555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9A716C94-5C17-066E-1D49-CC58301017F3}"/>
                  </a:ext>
                </a:extLst>
              </p:cNvPr>
              <p:cNvSpPr/>
              <p:nvPr/>
            </p:nvSpPr>
            <p:spPr>
              <a:xfrm>
                <a:off x="3259970" y="4807386"/>
                <a:ext cx="368235" cy="437505"/>
              </a:xfrm>
              <a:custGeom>
                <a:avLst/>
                <a:gdLst>
                  <a:gd name="connsiteX0" fmla="*/ 236741 w 368235"/>
                  <a:gd name="connsiteY0" fmla="*/ 437506 h 437505"/>
                  <a:gd name="connsiteX1" fmla="*/ 368236 w 368235"/>
                  <a:gd name="connsiteY1" fmla="*/ 315588 h 437505"/>
                  <a:gd name="connsiteX2" fmla="*/ 241901 w 368235"/>
                  <a:gd name="connsiteY2" fmla="*/ 193818 h 437505"/>
                  <a:gd name="connsiteX3" fmla="*/ 0 w 368235"/>
                  <a:gd name="connsiteY3" fmla="*/ 0 h 43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235" h="437505">
                    <a:moveTo>
                      <a:pt x="236741" y="437506"/>
                    </a:moveTo>
                    <a:cubicBezTo>
                      <a:pt x="317573" y="437506"/>
                      <a:pt x="368236" y="382923"/>
                      <a:pt x="368236" y="315588"/>
                    </a:cubicBezTo>
                    <a:cubicBezTo>
                      <a:pt x="368236" y="248252"/>
                      <a:pt x="320352" y="196051"/>
                      <a:pt x="241901" y="193818"/>
                    </a:cubicBezTo>
                    <a:cubicBezTo>
                      <a:pt x="236989" y="86092"/>
                      <a:pt x="130602" y="0"/>
                      <a:pt x="0" y="0"/>
                    </a:cubicBez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3" name="Picture Placeholder 17">
              <a:extLst>
                <a:ext uri="{FF2B5EF4-FFF2-40B4-BE49-F238E27FC236}">
                  <a16:creationId xmlns:a16="http://schemas.microsoft.com/office/drawing/2014/main" id="{CA63FD23-B7C2-E967-CD09-6B8E3EEA9296}"/>
                </a:ext>
              </a:extLst>
            </p:cNvPr>
            <p:cNvGrpSpPr/>
            <p:nvPr/>
          </p:nvGrpSpPr>
          <p:grpSpPr>
            <a:xfrm>
              <a:off x="2976685" y="5250151"/>
              <a:ext cx="566619" cy="328042"/>
              <a:chOff x="2976685" y="5250151"/>
              <a:chExt cx="566619" cy="328042"/>
            </a:xfrm>
            <a:noFill/>
          </p:grpSpPr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1535AF48-0D5D-84E6-BDA9-54D44D8065CD}"/>
                  </a:ext>
                </a:extLst>
              </p:cNvPr>
              <p:cNvSpPr/>
              <p:nvPr/>
            </p:nvSpPr>
            <p:spPr>
              <a:xfrm>
                <a:off x="3260218" y="5250151"/>
                <a:ext cx="4962" cy="291372"/>
              </a:xfrm>
              <a:custGeom>
                <a:avLst/>
                <a:gdLst>
                  <a:gd name="connsiteX0" fmla="*/ 0 w 4962"/>
                  <a:gd name="connsiteY0" fmla="*/ 291373 h 291372"/>
                  <a:gd name="connsiteX1" fmla="*/ 0 w 4962"/>
                  <a:gd name="connsiteY1" fmla="*/ 0 h 291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291372">
                    <a:moveTo>
                      <a:pt x="0" y="291373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DCCF745B-039B-C39C-65FA-8907CBCBC2C8}"/>
                  </a:ext>
                </a:extLst>
              </p:cNvPr>
              <p:cNvSpPr/>
              <p:nvPr/>
            </p:nvSpPr>
            <p:spPr>
              <a:xfrm>
                <a:off x="3388537" y="5283149"/>
                <a:ext cx="113085" cy="164442"/>
              </a:xfrm>
              <a:custGeom>
                <a:avLst/>
                <a:gdLst>
                  <a:gd name="connsiteX0" fmla="*/ 113086 w 113085"/>
                  <a:gd name="connsiteY0" fmla="*/ 164443 h 164442"/>
                  <a:gd name="connsiteX1" fmla="*/ 0 w 113085"/>
                  <a:gd name="connsiteY1" fmla="*/ 164443 h 164442"/>
                  <a:gd name="connsiteX2" fmla="*/ 0 w 113085"/>
                  <a:gd name="connsiteY2" fmla="*/ 0 h 16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85" h="164442">
                    <a:moveTo>
                      <a:pt x="113086" y="164443"/>
                    </a:moveTo>
                    <a:lnTo>
                      <a:pt x="0" y="164443"/>
                    </a:lnTo>
                    <a:lnTo>
                      <a:pt x="0" y="0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3FC8DE93-5E76-C118-2CCE-3D4814AD6890}"/>
                  </a:ext>
                </a:extLst>
              </p:cNvPr>
              <p:cNvSpPr/>
              <p:nvPr/>
            </p:nvSpPr>
            <p:spPr>
              <a:xfrm>
                <a:off x="3493684" y="5420151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10DE72D3-57A7-6BC9-9BDB-EB6BA6653A96}"/>
                  </a:ext>
                </a:extLst>
              </p:cNvPr>
              <p:cNvSpPr/>
              <p:nvPr/>
            </p:nvSpPr>
            <p:spPr>
              <a:xfrm>
                <a:off x="3018367" y="5283149"/>
                <a:ext cx="113085" cy="164442"/>
              </a:xfrm>
              <a:custGeom>
                <a:avLst/>
                <a:gdLst>
                  <a:gd name="connsiteX0" fmla="*/ 0 w 113085"/>
                  <a:gd name="connsiteY0" fmla="*/ 164443 h 164442"/>
                  <a:gd name="connsiteX1" fmla="*/ 113086 w 113085"/>
                  <a:gd name="connsiteY1" fmla="*/ 164443 h 164442"/>
                  <a:gd name="connsiteX2" fmla="*/ 113086 w 113085"/>
                  <a:gd name="connsiteY2" fmla="*/ 0 h 16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85" h="164442">
                    <a:moveTo>
                      <a:pt x="0" y="164443"/>
                    </a:moveTo>
                    <a:lnTo>
                      <a:pt x="113086" y="164443"/>
                    </a:lnTo>
                    <a:lnTo>
                      <a:pt x="113086" y="0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C10DC2BF-1F85-60AE-97E1-30084A51E516}"/>
                  </a:ext>
                </a:extLst>
              </p:cNvPr>
              <p:cNvSpPr/>
              <p:nvPr/>
            </p:nvSpPr>
            <p:spPr>
              <a:xfrm>
                <a:off x="2976685" y="5420151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5E7FDDE8-9C1C-CF47-CEA1-1AB3218688F9}"/>
                  </a:ext>
                </a:extLst>
              </p:cNvPr>
              <p:cNvSpPr/>
              <p:nvPr/>
            </p:nvSpPr>
            <p:spPr>
              <a:xfrm>
                <a:off x="3234713" y="5528573"/>
                <a:ext cx="49620" cy="49620"/>
              </a:xfrm>
              <a:custGeom>
                <a:avLst/>
                <a:gdLst>
                  <a:gd name="connsiteX0" fmla="*/ 49621 w 49620"/>
                  <a:gd name="connsiteY0" fmla="*/ 24810 h 49620"/>
                  <a:gd name="connsiteX1" fmla="*/ 24810 w 49620"/>
                  <a:gd name="connsiteY1" fmla="*/ 49621 h 49620"/>
                  <a:gd name="connsiteX2" fmla="*/ 0 w 49620"/>
                  <a:gd name="connsiteY2" fmla="*/ 24810 h 49620"/>
                  <a:gd name="connsiteX3" fmla="*/ 24810 w 49620"/>
                  <a:gd name="connsiteY3" fmla="*/ 0 h 49620"/>
                  <a:gd name="connsiteX4" fmla="*/ 49621 w 49620"/>
                  <a:gd name="connsiteY4" fmla="*/ 24810 h 4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20" h="49620">
                    <a:moveTo>
                      <a:pt x="49621" y="24810"/>
                    </a:moveTo>
                    <a:cubicBezTo>
                      <a:pt x="49621" y="38513"/>
                      <a:pt x="38513" y="49621"/>
                      <a:pt x="24810" y="49621"/>
                    </a:cubicBezTo>
                    <a:cubicBezTo>
                      <a:pt x="11108" y="49621"/>
                      <a:pt x="0" y="38513"/>
                      <a:pt x="0" y="24810"/>
                    </a:cubicBezTo>
                    <a:cubicBezTo>
                      <a:pt x="0" y="11108"/>
                      <a:pt x="11108" y="0"/>
                      <a:pt x="24810" y="0"/>
                    </a:cubicBezTo>
                    <a:cubicBezTo>
                      <a:pt x="38513" y="0"/>
                      <a:pt x="49621" y="11108"/>
                      <a:pt x="49621" y="24810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46AFC81-0FB0-C570-B376-84845A431114}"/>
              </a:ext>
            </a:extLst>
          </p:cNvPr>
          <p:cNvGrpSpPr/>
          <p:nvPr/>
        </p:nvGrpSpPr>
        <p:grpSpPr>
          <a:xfrm>
            <a:off x="4215693" y="4827208"/>
            <a:ext cx="718523" cy="749050"/>
            <a:chOff x="4215693" y="4827208"/>
            <a:chExt cx="718523" cy="749050"/>
          </a:xfrm>
        </p:grpSpPr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BFF9B544-5C02-93CC-D0A9-2903A0719768}"/>
                </a:ext>
              </a:extLst>
            </p:cNvPr>
            <p:cNvSpPr/>
            <p:nvPr/>
          </p:nvSpPr>
          <p:spPr>
            <a:xfrm>
              <a:off x="4352604" y="4827208"/>
              <a:ext cx="512600" cy="493156"/>
            </a:xfrm>
            <a:custGeom>
              <a:avLst/>
              <a:gdLst>
                <a:gd name="connsiteX0" fmla="*/ 91692 w 512600"/>
                <a:gd name="connsiteY0" fmla="*/ 452765 h 493156"/>
                <a:gd name="connsiteX1" fmla="*/ 28822 w 512600"/>
                <a:gd name="connsiteY1" fmla="*/ 138319 h 493156"/>
                <a:gd name="connsiteX2" fmla="*/ 374282 w 512600"/>
                <a:gd name="connsiteY2" fmla="*/ 28856 h 493156"/>
                <a:gd name="connsiteX3" fmla="*/ 483745 w 512600"/>
                <a:gd name="connsiteY3" fmla="*/ 374315 h 493156"/>
                <a:gd name="connsiteX4" fmla="*/ 354185 w 512600"/>
                <a:gd name="connsiteY4" fmla="*/ 493157 h 49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600" h="493156">
                  <a:moveTo>
                    <a:pt x="91692" y="452765"/>
                  </a:moveTo>
                  <a:cubicBezTo>
                    <a:pt x="1481" y="377342"/>
                    <a:pt x="-27497" y="246988"/>
                    <a:pt x="28822" y="138319"/>
                  </a:cubicBezTo>
                  <a:cubicBezTo>
                    <a:pt x="93974" y="12679"/>
                    <a:pt x="248692" y="-36346"/>
                    <a:pt x="374282" y="28856"/>
                  </a:cubicBezTo>
                  <a:cubicBezTo>
                    <a:pt x="499922" y="94008"/>
                    <a:pt x="548947" y="248675"/>
                    <a:pt x="483745" y="374315"/>
                  </a:cubicBezTo>
                  <a:cubicBezTo>
                    <a:pt x="454767" y="430188"/>
                    <a:pt x="408123" y="470926"/>
                    <a:pt x="354185" y="493157"/>
                  </a:cubicBez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09A43564-AEB9-F77D-2C4F-A2C796308976}"/>
                </a:ext>
              </a:extLst>
            </p:cNvPr>
            <p:cNvSpPr/>
            <p:nvPr/>
          </p:nvSpPr>
          <p:spPr>
            <a:xfrm>
              <a:off x="4530239" y="4963740"/>
              <a:ext cx="157297" cy="251676"/>
            </a:xfrm>
            <a:custGeom>
              <a:avLst/>
              <a:gdLst>
                <a:gd name="connsiteX0" fmla="*/ 5508 w 157297"/>
                <a:gd name="connsiteY0" fmla="*/ 211930 h 251676"/>
                <a:gd name="connsiteX1" fmla="*/ 78649 w 157297"/>
                <a:gd name="connsiteY1" fmla="*/ 251676 h 251676"/>
                <a:gd name="connsiteX2" fmla="*/ 157298 w 157297"/>
                <a:gd name="connsiteY2" fmla="*/ 188757 h 251676"/>
                <a:gd name="connsiteX3" fmla="*/ 78649 w 157297"/>
                <a:gd name="connsiteY3" fmla="*/ 125838 h 251676"/>
                <a:gd name="connsiteX4" fmla="*/ 0 w 157297"/>
                <a:gd name="connsiteY4" fmla="*/ 62919 h 251676"/>
                <a:gd name="connsiteX5" fmla="*/ 78649 w 157297"/>
                <a:gd name="connsiteY5" fmla="*/ 0 h 251676"/>
                <a:gd name="connsiteX6" fmla="*/ 150847 w 157297"/>
                <a:gd name="connsiteY6" fmla="*/ 37910 h 25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297" h="251676">
                  <a:moveTo>
                    <a:pt x="5508" y="211930"/>
                  </a:moveTo>
                  <a:cubicBezTo>
                    <a:pt x="17020" y="235202"/>
                    <a:pt x="45453" y="251676"/>
                    <a:pt x="78649" y="251676"/>
                  </a:cubicBezTo>
                  <a:cubicBezTo>
                    <a:pt x="122067" y="251676"/>
                    <a:pt x="157298" y="223492"/>
                    <a:pt x="157298" y="188757"/>
                  </a:cubicBezTo>
                  <a:cubicBezTo>
                    <a:pt x="157298" y="141568"/>
                    <a:pt x="120578" y="131098"/>
                    <a:pt x="78649" y="125838"/>
                  </a:cubicBezTo>
                  <a:cubicBezTo>
                    <a:pt x="24314" y="119040"/>
                    <a:pt x="0" y="97654"/>
                    <a:pt x="0" y="62919"/>
                  </a:cubicBezTo>
                  <a:cubicBezTo>
                    <a:pt x="0" y="28185"/>
                    <a:pt x="35231" y="0"/>
                    <a:pt x="78649" y="0"/>
                  </a:cubicBezTo>
                  <a:cubicBezTo>
                    <a:pt x="110952" y="0"/>
                    <a:pt x="138740" y="15581"/>
                    <a:pt x="150847" y="37910"/>
                  </a:cubicBezTo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41EDC62E-D985-71AC-890D-A1A403B548DA}"/>
                </a:ext>
              </a:extLst>
            </p:cNvPr>
            <p:cNvSpPr/>
            <p:nvPr/>
          </p:nvSpPr>
          <p:spPr>
            <a:xfrm>
              <a:off x="4608888" y="4927071"/>
              <a:ext cx="4962" cy="325065"/>
            </a:xfrm>
            <a:custGeom>
              <a:avLst/>
              <a:gdLst>
                <a:gd name="connsiteX0" fmla="*/ 0 w 4962"/>
                <a:gd name="connsiteY0" fmla="*/ 0 h 325065"/>
                <a:gd name="connsiteX1" fmla="*/ 0 w 4962"/>
                <a:gd name="connsiteY1" fmla="*/ 325065 h 3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2" h="325065">
                  <a:moveTo>
                    <a:pt x="0" y="0"/>
                  </a:moveTo>
                  <a:lnTo>
                    <a:pt x="0" y="325065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EC78613-DA0C-0DD1-ADAE-50DBEFEFEB20}"/>
                </a:ext>
              </a:extLst>
            </p:cNvPr>
            <p:cNvSpPr/>
            <p:nvPr/>
          </p:nvSpPr>
          <p:spPr>
            <a:xfrm>
              <a:off x="4215693" y="5270545"/>
              <a:ext cx="718523" cy="305564"/>
            </a:xfrm>
            <a:custGeom>
              <a:avLst/>
              <a:gdLst>
                <a:gd name="connsiteX0" fmla="*/ 675487 w 718523"/>
                <a:gd name="connsiteY0" fmla="*/ 12306 h 305564"/>
                <a:gd name="connsiteX1" fmla="*/ 628546 w 718523"/>
                <a:gd name="connsiteY1" fmla="*/ 26001 h 305564"/>
                <a:gd name="connsiteX2" fmla="*/ 433536 w 718523"/>
                <a:gd name="connsiteY2" fmla="*/ 94924 h 305564"/>
                <a:gd name="connsiteX3" fmla="*/ 374686 w 718523"/>
                <a:gd name="connsiteY3" fmla="*/ 91004 h 305564"/>
                <a:gd name="connsiteX4" fmla="*/ 436166 w 718523"/>
                <a:gd name="connsiteY4" fmla="*/ 79889 h 305564"/>
                <a:gd name="connsiteX5" fmla="*/ 476855 w 718523"/>
                <a:gd name="connsiteY5" fmla="*/ 36372 h 305564"/>
                <a:gd name="connsiteX6" fmla="*/ 431800 w 718523"/>
                <a:gd name="connsiteY6" fmla="*/ 0 h 305564"/>
                <a:gd name="connsiteX7" fmla="*/ 277926 w 718523"/>
                <a:gd name="connsiteY7" fmla="*/ 447 h 305564"/>
                <a:gd name="connsiteX8" fmla="*/ 277479 w 718523"/>
                <a:gd name="connsiteY8" fmla="*/ 447 h 305564"/>
                <a:gd name="connsiteX9" fmla="*/ 205380 w 718523"/>
                <a:gd name="connsiteY9" fmla="*/ 18707 h 305564"/>
                <a:gd name="connsiteX10" fmla="*/ 160275 w 718523"/>
                <a:gd name="connsiteY10" fmla="*/ 43269 h 305564"/>
                <a:gd name="connsiteX11" fmla="*/ 140625 w 718523"/>
                <a:gd name="connsiteY11" fmla="*/ 30467 h 305564"/>
                <a:gd name="connsiteX12" fmla="*/ 0 w 718523"/>
                <a:gd name="connsiteY12" fmla="*/ 31757 h 305564"/>
                <a:gd name="connsiteX13" fmla="*/ 794 w 718523"/>
                <a:gd name="connsiteY13" fmla="*/ 305564 h 305564"/>
                <a:gd name="connsiteX14" fmla="*/ 183200 w 718523"/>
                <a:gd name="connsiteY14" fmla="*/ 275891 h 305564"/>
                <a:gd name="connsiteX15" fmla="*/ 194613 w 718523"/>
                <a:gd name="connsiteY15" fmla="*/ 268845 h 305564"/>
                <a:gd name="connsiteX16" fmla="*/ 197639 w 718523"/>
                <a:gd name="connsiteY16" fmla="*/ 255695 h 305564"/>
                <a:gd name="connsiteX17" fmla="*/ 264627 w 718523"/>
                <a:gd name="connsiteY17" fmla="*/ 229893 h 305564"/>
                <a:gd name="connsiteX18" fmla="*/ 442170 w 718523"/>
                <a:gd name="connsiteY18" fmla="*/ 226419 h 305564"/>
                <a:gd name="connsiteX19" fmla="*/ 442766 w 718523"/>
                <a:gd name="connsiteY19" fmla="*/ 226419 h 305564"/>
                <a:gd name="connsiteX20" fmla="*/ 489409 w 718523"/>
                <a:gd name="connsiteY20" fmla="*/ 212873 h 305564"/>
                <a:gd name="connsiteX21" fmla="*/ 574956 w 718523"/>
                <a:gd name="connsiteY21" fmla="*/ 166775 h 305564"/>
                <a:gd name="connsiteX22" fmla="*/ 688537 w 718523"/>
                <a:gd name="connsiteY22" fmla="*/ 104303 h 305564"/>
                <a:gd name="connsiteX23" fmla="*/ 716623 w 718523"/>
                <a:gd name="connsiteY23" fmla="*/ 66393 h 305564"/>
                <a:gd name="connsiteX24" fmla="*/ 711065 w 718523"/>
                <a:gd name="connsiteY24" fmla="*/ 30517 h 305564"/>
                <a:gd name="connsiteX25" fmla="*/ 675388 w 718523"/>
                <a:gd name="connsiteY25" fmla="*/ 12256 h 30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18523" h="305564">
                  <a:moveTo>
                    <a:pt x="675487" y="12306"/>
                  </a:moveTo>
                  <a:cubicBezTo>
                    <a:pt x="660055" y="11264"/>
                    <a:pt x="643829" y="15978"/>
                    <a:pt x="628546" y="26001"/>
                  </a:cubicBezTo>
                  <a:cubicBezTo>
                    <a:pt x="628546" y="26001"/>
                    <a:pt x="446984" y="95818"/>
                    <a:pt x="433536" y="94924"/>
                  </a:cubicBezTo>
                  <a:lnTo>
                    <a:pt x="374686" y="91004"/>
                  </a:lnTo>
                  <a:lnTo>
                    <a:pt x="436166" y="79889"/>
                  </a:lnTo>
                  <a:cubicBezTo>
                    <a:pt x="466237" y="74778"/>
                    <a:pt x="478294" y="54335"/>
                    <a:pt x="476855" y="36372"/>
                  </a:cubicBezTo>
                  <a:cubicBezTo>
                    <a:pt x="475466" y="19054"/>
                    <a:pt x="460778" y="248"/>
                    <a:pt x="431800" y="0"/>
                  </a:cubicBezTo>
                  <a:lnTo>
                    <a:pt x="277926" y="447"/>
                  </a:lnTo>
                  <a:lnTo>
                    <a:pt x="277479" y="447"/>
                  </a:lnTo>
                  <a:cubicBezTo>
                    <a:pt x="245027" y="2084"/>
                    <a:pt x="224087" y="10371"/>
                    <a:pt x="205380" y="18707"/>
                  </a:cubicBezTo>
                  <a:lnTo>
                    <a:pt x="160275" y="43269"/>
                  </a:lnTo>
                  <a:cubicBezTo>
                    <a:pt x="157992" y="34784"/>
                    <a:pt x="149557" y="29127"/>
                    <a:pt x="140625" y="30467"/>
                  </a:cubicBezTo>
                  <a:lnTo>
                    <a:pt x="0" y="31757"/>
                  </a:lnTo>
                  <a:lnTo>
                    <a:pt x="794" y="305564"/>
                  </a:lnTo>
                  <a:lnTo>
                    <a:pt x="183200" y="275891"/>
                  </a:lnTo>
                  <a:cubicBezTo>
                    <a:pt x="187815" y="275147"/>
                    <a:pt x="191834" y="272666"/>
                    <a:pt x="194613" y="268845"/>
                  </a:cubicBezTo>
                  <a:cubicBezTo>
                    <a:pt x="197342" y="265024"/>
                    <a:pt x="198433" y="260360"/>
                    <a:pt x="197639" y="255695"/>
                  </a:cubicBezTo>
                  <a:cubicBezTo>
                    <a:pt x="197639" y="255695"/>
                    <a:pt x="230339" y="230091"/>
                    <a:pt x="264627" y="229893"/>
                  </a:cubicBezTo>
                  <a:lnTo>
                    <a:pt x="442170" y="226419"/>
                  </a:lnTo>
                  <a:lnTo>
                    <a:pt x="442766" y="226419"/>
                  </a:lnTo>
                  <a:cubicBezTo>
                    <a:pt x="460183" y="224931"/>
                    <a:pt x="473729" y="223095"/>
                    <a:pt x="489409" y="212873"/>
                  </a:cubicBezTo>
                  <a:lnTo>
                    <a:pt x="574956" y="166775"/>
                  </a:lnTo>
                  <a:cubicBezTo>
                    <a:pt x="586468" y="161019"/>
                    <a:pt x="688537" y="104303"/>
                    <a:pt x="688537" y="104303"/>
                  </a:cubicBezTo>
                  <a:cubicBezTo>
                    <a:pt x="703324" y="92394"/>
                    <a:pt x="712752" y="79641"/>
                    <a:pt x="716623" y="66393"/>
                  </a:cubicBezTo>
                  <a:cubicBezTo>
                    <a:pt x="720444" y="53392"/>
                    <a:pt x="718459" y="40639"/>
                    <a:pt x="711065" y="30517"/>
                  </a:cubicBezTo>
                  <a:cubicBezTo>
                    <a:pt x="703374" y="19948"/>
                    <a:pt x="690373" y="13298"/>
                    <a:pt x="675388" y="12256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CD0C40B3-8696-1BE8-1D6F-C2EF11AC0488}"/>
                </a:ext>
              </a:extLst>
            </p:cNvPr>
            <p:cNvSpPr/>
            <p:nvPr/>
          </p:nvSpPr>
          <p:spPr>
            <a:xfrm>
              <a:off x="4378499" y="5313814"/>
              <a:ext cx="28035" cy="231133"/>
            </a:xfrm>
            <a:custGeom>
              <a:avLst/>
              <a:gdLst>
                <a:gd name="connsiteX0" fmla="*/ 28036 w 28035"/>
                <a:gd name="connsiteY0" fmla="*/ 231133 h 231133"/>
                <a:gd name="connsiteX1" fmla="*/ 0 w 28035"/>
                <a:gd name="connsiteY1" fmla="*/ 0 h 23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35" h="231133">
                  <a:moveTo>
                    <a:pt x="28036" y="231133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6B8334B9-43B5-48A7-AA0C-2A07749807B0}"/>
                </a:ext>
              </a:extLst>
            </p:cNvPr>
            <p:cNvSpPr/>
            <p:nvPr/>
          </p:nvSpPr>
          <p:spPr>
            <a:xfrm>
              <a:off x="4217529" y="5300965"/>
              <a:ext cx="183199" cy="275293"/>
            </a:xfrm>
            <a:custGeom>
              <a:avLst/>
              <a:gdLst>
                <a:gd name="connsiteX0" fmla="*/ 160275 w 183199"/>
                <a:gd name="connsiteY0" fmla="*/ 12998 h 275293"/>
                <a:gd name="connsiteX1" fmla="*/ 140625 w 183199"/>
                <a:gd name="connsiteY1" fmla="*/ 196 h 275293"/>
                <a:gd name="connsiteX2" fmla="*/ 0 w 183199"/>
                <a:gd name="connsiteY2" fmla="*/ 1486 h 275293"/>
                <a:gd name="connsiteX3" fmla="*/ 794 w 183199"/>
                <a:gd name="connsiteY3" fmla="*/ 275293 h 275293"/>
                <a:gd name="connsiteX4" fmla="*/ 183200 w 183199"/>
                <a:gd name="connsiteY4" fmla="*/ 245620 h 27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199" h="275293">
                  <a:moveTo>
                    <a:pt x="160275" y="12998"/>
                  </a:moveTo>
                  <a:cubicBezTo>
                    <a:pt x="157992" y="4513"/>
                    <a:pt x="149557" y="-1144"/>
                    <a:pt x="140625" y="196"/>
                  </a:cubicBezTo>
                  <a:lnTo>
                    <a:pt x="0" y="1486"/>
                  </a:lnTo>
                  <a:lnTo>
                    <a:pt x="794" y="275293"/>
                  </a:lnTo>
                  <a:lnTo>
                    <a:pt x="183200" y="245620"/>
                  </a:lnTo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37AC685-E6B3-D1F1-75C6-15D4BB3525A0}"/>
              </a:ext>
            </a:extLst>
          </p:cNvPr>
          <p:cNvGrpSpPr/>
          <p:nvPr/>
        </p:nvGrpSpPr>
        <p:grpSpPr>
          <a:xfrm>
            <a:off x="5533201" y="4827208"/>
            <a:ext cx="718523" cy="749050"/>
            <a:chOff x="5533201" y="4827208"/>
            <a:chExt cx="718523" cy="749050"/>
          </a:xfrm>
        </p:grpSpPr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C592E38D-DB91-085C-DB4A-41CF7470AB4E}"/>
                </a:ext>
              </a:extLst>
            </p:cNvPr>
            <p:cNvSpPr/>
            <p:nvPr/>
          </p:nvSpPr>
          <p:spPr>
            <a:xfrm>
              <a:off x="5670112" y="4827208"/>
              <a:ext cx="512600" cy="493156"/>
            </a:xfrm>
            <a:custGeom>
              <a:avLst/>
              <a:gdLst>
                <a:gd name="connsiteX0" fmla="*/ 91692 w 512600"/>
                <a:gd name="connsiteY0" fmla="*/ 452765 h 493156"/>
                <a:gd name="connsiteX1" fmla="*/ 28822 w 512600"/>
                <a:gd name="connsiteY1" fmla="*/ 138319 h 493156"/>
                <a:gd name="connsiteX2" fmla="*/ 374282 w 512600"/>
                <a:gd name="connsiteY2" fmla="*/ 28856 h 493156"/>
                <a:gd name="connsiteX3" fmla="*/ 483745 w 512600"/>
                <a:gd name="connsiteY3" fmla="*/ 374315 h 493156"/>
                <a:gd name="connsiteX4" fmla="*/ 354185 w 512600"/>
                <a:gd name="connsiteY4" fmla="*/ 493157 h 49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600" h="493156">
                  <a:moveTo>
                    <a:pt x="91692" y="452765"/>
                  </a:moveTo>
                  <a:cubicBezTo>
                    <a:pt x="1481" y="377342"/>
                    <a:pt x="-27497" y="246988"/>
                    <a:pt x="28822" y="138319"/>
                  </a:cubicBezTo>
                  <a:cubicBezTo>
                    <a:pt x="93974" y="12679"/>
                    <a:pt x="248692" y="-36346"/>
                    <a:pt x="374282" y="28856"/>
                  </a:cubicBezTo>
                  <a:cubicBezTo>
                    <a:pt x="499922" y="94008"/>
                    <a:pt x="548947" y="248675"/>
                    <a:pt x="483745" y="374315"/>
                  </a:cubicBezTo>
                  <a:cubicBezTo>
                    <a:pt x="454767" y="430188"/>
                    <a:pt x="408123" y="470926"/>
                    <a:pt x="354185" y="493157"/>
                  </a:cubicBez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DBE39A2-9CF0-FC63-A931-E4601464CA82}"/>
                </a:ext>
              </a:extLst>
            </p:cNvPr>
            <p:cNvSpPr/>
            <p:nvPr/>
          </p:nvSpPr>
          <p:spPr>
            <a:xfrm>
              <a:off x="5818372" y="4937541"/>
              <a:ext cx="174367" cy="293357"/>
            </a:xfrm>
            <a:custGeom>
              <a:avLst/>
              <a:gdLst>
                <a:gd name="connsiteX0" fmla="*/ 174367 w 174367"/>
                <a:gd name="connsiteY0" fmla="*/ 282639 h 293357"/>
                <a:gd name="connsiteX1" fmla="*/ 126731 w 174367"/>
                <a:gd name="connsiteY1" fmla="*/ 293358 h 293357"/>
                <a:gd name="connsiteX2" fmla="*/ 0 w 174367"/>
                <a:gd name="connsiteY2" fmla="*/ 146679 h 293357"/>
                <a:gd name="connsiteX3" fmla="*/ 126731 w 174367"/>
                <a:gd name="connsiteY3" fmla="*/ 0 h 293357"/>
                <a:gd name="connsiteX4" fmla="*/ 174318 w 174367"/>
                <a:gd name="connsiteY4" fmla="*/ 10718 h 2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67" h="293357">
                  <a:moveTo>
                    <a:pt x="174367" y="282639"/>
                  </a:moveTo>
                  <a:cubicBezTo>
                    <a:pt x="159680" y="289537"/>
                    <a:pt x="143602" y="293358"/>
                    <a:pt x="126731" y="293358"/>
                  </a:cubicBezTo>
                  <a:cubicBezTo>
                    <a:pt x="56717" y="293358"/>
                    <a:pt x="0" y="227660"/>
                    <a:pt x="0" y="146679"/>
                  </a:cubicBezTo>
                  <a:cubicBezTo>
                    <a:pt x="0" y="65698"/>
                    <a:pt x="56766" y="0"/>
                    <a:pt x="126731" y="0"/>
                  </a:cubicBezTo>
                  <a:cubicBezTo>
                    <a:pt x="143553" y="0"/>
                    <a:pt x="159630" y="3821"/>
                    <a:pt x="174318" y="10718"/>
                  </a:cubicBezTo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CBC9CCC-86EB-BFD4-9B17-1A9A32A291E7}"/>
                </a:ext>
              </a:extLst>
            </p:cNvPr>
            <p:cNvSpPr/>
            <p:nvPr/>
          </p:nvSpPr>
          <p:spPr>
            <a:xfrm>
              <a:off x="5797233" y="5047252"/>
              <a:ext cx="170546" cy="4962"/>
            </a:xfrm>
            <a:custGeom>
              <a:avLst/>
              <a:gdLst>
                <a:gd name="connsiteX0" fmla="*/ 170546 w 170546"/>
                <a:gd name="connsiteY0" fmla="*/ 0 h 4962"/>
                <a:gd name="connsiteX1" fmla="*/ 0 w 17054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46" h="4962">
                  <a:moveTo>
                    <a:pt x="170546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64D59ADA-AD03-F329-4990-C7FC707B24A3}"/>
                </a:ext>
              </a:extLst>
            </p:cNvPr>
            <p:cNvSpPr/>
            <p:nvPr/>
          </p:nvSpPr>
          <p:spPr>
            <a:xfrm>
              <a:off x="5797233" y="5132203"/>
              <a:ext cx="170546" cy="4962"/>
            </a:xfrm>
            <a:custGeom>
              <a:avLst/>
              <a:gdLst>
                <a:gd name="connsiteX0" fmla="*/ 170546 w 170546"/>
                <a:gd name="connsiteY0" fmla="*/ 0 h 4962"/>
                <a:gd name="connsiteX1" fmla="*/ 0 w 17054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46" h="4962">
                  <a:moveTo>
                    <a:pt x="170546" y="0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D08EFA73-12B5-DB92-F567-F6680DE6B3D6}"/>
                </a:ext>
              </a:extLst>
            </p:cNvPr>
            <p:cNvSpPr/>
            <p:nvPr/>
          </p:nvSpPr>
          <p:spPr>
            <a:xfrm>
              <a:off x="5533201" y="5270545"/>
              <a:ext cx="718523" cy="305564"/>
            </a:xfrm>
            <a:custGeom>
              <a:avLst/>
              <a:gdLst>
                <a:gd name="connsiteX0" fmla="*/ 675487 w 718523"/>
                <a:gd name="connsiteY0" fmla="*/ 12306 h 305564"/>
                <a:gd name="connsiteX1" fmla="*/ 628546 w 718523"/>
                <a:gd name="connsiteY1" fmla="*/ 26001 h 305564"/>
                <a:gd name="connsiteX2" fmla="*/ 433536 w 718523"/>
                <a:gd name="connsiteY2" fmla="*/ 94924 h 305564"/>
                <a:gd name="connsiteX3" fmla="*/ 374686 w 718523"/>
                <a:gd name="connsiteY3" fmla="*/ 91004 h 305564"/>
                <a:gd name="connsiteX4" fmla="*/ 436166 w 718523"/>
                <a:gd name="connsiteY4" fmla="*/ 79889 h 305564"/>
                <a:gd name="connsiteX5" fmla="*/ 476855 w 718523"/>
                <a:gd name="connsiteY5" fmla="*/ 36372 h 305564"/>
                <a:gd name="connsiteX6" fmla="*/ 431800 w 718523"/>
                <a:gd name="connsiteY6" fmla="*/ 0 h 305564"/>
                <a:gd name="connsiteX7" fmla="*/ 277926 w 718523"/>
                <a:gd name="connsiteY7" fmla="*/ 447 h 305564"/>
                <a:gd name="connsiteX8" fmla="*/ 277479 w 718523"/>
                <a:gd name="connsiteY8" fmla="*/ 447 h 305564"/>
                <a:gd name="connsiteX9" fmla="*/ 205380 w 718523"/>
                <a:gd name="connsiteY9" fmla="*/ 18707 h 305564"/>
                <a:gd name="connsiteX10" fmla="*/ 160275 w 718523"/>
                <a:gd name="connsiteY10" fmla="*/ 43269 h 305564"/>
                <a:gd name="connsiteX11" fmla="*/ 140625 w 718523"/>
                <a:gd name="connsiteY11" fmla="*/ 30467 h 305564"/>
                <a:gd name="connsiteX12" fmla="*/ 0 w 718523"/>
                <a:gd name="connsiteY12" fmla="*/ 31757 h 305564"/>
                <a:gd name="connsiteX13" fmla="*/ 794 w 718523"/>
                <a:gd name="connsiteY13" fmla="*/ 305564 h 305564"/>
                <a:gd name="connsiteX14" fmla="*/ 183200 w 718523"/>
                <a:gd name="connsiteY14" fmla="*/ 275891 h 305564"/>
                <a:gd name="connsiteX15" fmla="*/ 194613 w 718523"/>
                <a:gd name="connsiteY15" fmla="*/ 268845 h 305564"/>
                <a:gd name="connsiteX16" fmla="*/ 197639 w 718523"/>
                <a:gd name="connsiteY16" fmla="*/ 255695 h 305564"/>
                <a:gd name="connsiteX17" fmla="*/ 264627 w 718523"/>
                <a:gd name="connsiteY17" fmla="*/ 229893 h 305564"/>
                <a:gd name="connsiteX18" fmla="*/ 442170 w 718523"/>
                <a:gd name="connsiteY18" fmla="*/ 226419 h 305564"/>
                <a:gd name="connsiteX19" fmla="*/ 442766 w 718523"/>
                <a:gd name="connsiteY19" fmla="*/ 226419 h 305564"/>
                <a:gd name="connsiteX20" fmla="*/ 489409 w 718523"/>
                <a:gd name="connsiteY20" fmla="*/ 212873 h 305564"/>
                <a:gd name="connsiteX21" fmla="*/ 574956 w 718523"/>
                <a:gd name="connsiteY21" fmla="*/ 166775 h 305564"/>
                <a:gd name="connsiteX22" fmla="*/ 688537 w 718523"/>
                <a:gd name="connsiteY22" fmla="*/ 104303 h 305564"/>
                <a:gd name="connsiteX23" fmla="*/ 716623 w 718523"/>
                <a:gd name="connsiteY23" fmla="*/ 66393 h 305564"/>
                <a:gd name="connsiteX24" fmla="*/ 711065 w 718523"/>
                <a:gd name="connsiteY24" fmla="*/ 30517 h 305564"/>
                <a:gd name="connsiteX25" fmla="*/ 675388 w 718523"/>
                <a:gd name="connsiteY25" fmla="*/ 12256 h 30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18523" h="305564">
                  <a:moveTo>
                    <a:pt x="675487" y="12306"/>
                  </a:moveTo>
                  <a:cubicBezTo>
                    <a:pt x="660055" y="11264"/>
                    <a:pt x="643829" y="15978"/>
                    <a:pt x="628546" y="26001"/>
                  </a:cubicBezTo>
                  <a:cubicBezTo>
                    <a:pt x="628546" y="26001"/>
                    <a:pt x="446984" y="95818"/>
                    <a:pt x="433536" y="94924"/>
                  </a:cubicBezTo>
                  <a:lnTo>
                    <a:pt x="374686" y="91004"/>
                  </a:lnTo>
                  <a:lnTo>
                    <a:pt x="436166" y="79889"/>
                  </a:lnTo>
                  <a:cubicBezTo>
                    <a:pt x="466237" y="74778"/>
                    <a:pt x="478294" y="54335"/>
                    <a:pt x="476855" y="36372"/>
                  </a:cubicBezTo>
                  <a:cubicBezTo>
                    <a:pt x="475466" y="19054"/>
                    <a:pt x="460778" y="248"/>
                    <a:pt x="431800" y="0"/>
                  </a:cubicBezTo>
                  <a:lnTo>
                    <a:pt x="277926" y="447"/>
                  </a:lnTo>
                  <a:lnTo>
                    <a:pt x="277479" y="447"/>
                  </a:lnTo>
                  <a:cubicBezTo>
                    <a:pt x="245027" y="2084"/>
                    <a:pt x="224087" y="10371"/>
                    <a:pt x="205380" y="18707"/>
                  </a:cubicBezTo>
                  <a:lnTo>
                    <a:pt x="160275" y="43269"/>
                  </a:lnTo>
                  <a:cubicBezTo>
                    <a:pt x="157992" y="34784"/>
                    <a:pt x="149557" y="29127"/>
                    <a:pt x="140625" y="30467"/>
                  </a:cubicBezTo>
                  <a:lnTo>
                    <a:pt x="0" y="31757"/>
                  </a:lnTo>
                  <a:lnTo>
                    <a:pt x="794" y="305564"/>
                  </a:lnTo>
                  <a:lnTo>
                    <a:pt x="183200" y="275891"/>
                  </a:lnTo>
                  <a:cubicBezTo>
                    <a:pt x="187815" y="275147"/>
                    <a:pt x="191834" y="272666"/>
                    <a:pt x="194613" y="268845"/>
                  </a:cubicBezTo>
                  <a:cubicBezTo>
                    <a:pt x="197342" y="265024"/>
                    <a:pt x="198433" y="260360"/>
                    <a:pt x="197639" y="255695"/>
                  </a:cubicBezTo>
                  <a:cubicBezTo>
                    <a:pt x="197639" y="255695"/>
                    <a:pt x="230339" y="230091"/>
                    <a:pt x="264627" y="229893"/>
                  </a:cubicBezTo>
                  <a:lnTo>
                    <a:pt x="442170" y="226419"/>
                  </a:lnTo>
                  <a:lnTo>
                    <a:pt x="442766" y="226419"/>
                  </a:lnTo>
                  <a:cubicBezTo>
                    <a:pt x="460183" y="224931"/>
                    <a:pt x="473729" y="223095"/>
                    <a:pt x="489409" y="212873"/>
                  </a:cubicBezTo>
                  <a:lnTo>
                    <a:pt x="574956" y="166775"/>
                  </a:lnTo>
                  <a:cubicBezTo>
                    <a:pt x="586468" y="161019"/>
                    <a:pt x="688537" y="104303"/>
                    <a:pt x="688537" y="104303"/>
                  </a:cubicBezTo>
                  <a:cubicBezTo>
                    <a:pt x="703324" y="92394"/>
                    <a:pt x="712752" y="79641"/>
                    <a:pt x="716623" y="66393"/>
                  </a:cubicBezTo>
                  <a:cubicBezTo>
                    <a:pt x="720444" y="53392"/>
                    <a:pt x="718459" y="40639"/>
                    <a:pt x="711065" y="30517"/>
                  </a:cubicBezTo>
                  <a:cubicBezTo>
                    <a:pt x="703374" y="19948"/>
                    <a:pt x="690373" y="13298"/>
                    <a:pt x="675388" y="12256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FFBA69FD-C1BC-A804-8F1D-13E915E8A12E}"/>
                </a:ext>
              </a:extLst>
            </p:cNvPr>
            <p:cNvSpPr/>
            <p:nvPr/>
          </p:nvSpPr>
          <p:spPr>
            <a:xfrm>
              <a:off x="5696007" y="5313814"/>
              <a:ext cx="28035" cy="231133"/>
            </a:xfrm>
            <a:custGeom>
              <a:avLst/>
              <a:gdLst>
                <a:gd name="connsiteX0" fmla="*/ 28036 w 28035"/>
                <a:gd name="connsiteY0" fmla="*/ 231133 h 231133"/>
                <a:gd name="connsiteX1" fmla="*/ 0 w 28035"/>
                <a:gd name="connsiteY1" fmla="*/ 0 h 23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35" h="231133">
                  <a:moveTo>
                    <a:pt x="28036" y="231133"/>
                  </a:moveTo>
                  <a:lnTo>
                    <a:pt x="0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BAEBFA34-426B-51D3-2E22-97DFE0D641EB}"/>
                </a:ext>
              </a:extLst>
            </p:cNvPr>
            <p:cNvSpPr/>
            <p:nvPr/>
          </p:nvSpPr>
          <p:spPr>
            <a:xfrm>
              <a:off x="5535037" y="5300965"/>
              <a:ext cx="183199" cy="275293"/>
            </a:xfrm>
            <a:custGeom>
              <a:avLst/>
              <a:gdLst>
                <a:gd name="connsiteX0" fmla="*/ 160275 w 183199"/>
                <a:gd name="connsiteY0" fmla="*/ 12998 h 275293"/>
                <a:gd name="connsiteX1" fmla="*/ 140625 w 183199"/>
                <a:gd name="connsiteY1" fmla="*/ 196 h 275293"/>
                <a:gd name="connsiteX2" fmla="*/ 0 w 183199"/>
                <a:gd name="connsiteY2" fmla="*/ 1486 h 275293"/>
                <a:gd name="connsiteX3" fmla="*/ 794 w 183199"/>
                <a:gd name="connsiteY3" fmla="*/ 275293 h 275293"/>
                <a:gd name="connsiteX4" fmla="*/ 183200 w 183199"/>
                <a:gd name="connsiteY4" fmla="*/ 245620 h 27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199" h="275293">
                  <a:moveTo>
                    <a:pt x="160275" y="12998"/>
                  </a:moveTo>
                  <a:cubicBezTo>
                    <a:pt x="157992" y="4513"/>
                    <a:pt x="149557" y="-1144"/>
                    <a:pt x="140625" y="196"/>
                  </a:cubicBezTo>
                  <a:lnTo>
                    <a:pt x="0" y="1486"/>
                  </a:lnTo>
                  <a:lnTo>
                    <a:pt x="794" y="275293"/>
                  </a:lnTo>
                  <a:lnTo>
                    <a:pt x="183200" y="245620"/>
                  </a:lnTo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81C26C9-893E-3BDA-AF9E-318FE2B59362}"/>
              </a:ext>
            </a:extLst>
          </p:cNvPr>
          <p:cNvGrpSpPr/>
          <p:nvPr/>
        </p:nvGrpSpPr>
        <p:grpSpPr>
          <a:xfrm>
            <a:off x="6897210" y="4817111"/>
            <a:ext cx="625590" cy="751356"/>
            <a:chOff x="6897210" y="4817111"/>
            <a:chExt cx="625590" cy="751356"/>
          </a:xfrm>
        </p:grpSpPr>
        <p:grpSp>
          <p:nvGrpSpPr>
            <p:cNvPr id="229" name="Picture Placeholder 62">
              <a:extLst>
                <a:ext uri="{FF2B5EF4-FFF2-40B4-BE49-F238E27FC236}">
                  <a16:creationId xmlns:a16="http://schemas.microsoft.com/office/drawing/2014/main" id="{93953031-400F-CEC2-8F52-F01C4676B728}"/>
                </a:ext>
              </a:extLst>
            </p:cNvPr>
            <p:cNvGrpSpPr/>
            <p:nvPr/>
          </p:nvGrpSpPr>
          <p:grpSpPr>
            <a:xfrm>
              <a:off x="7058819" y="5026756"/>
              <a:ext cx="352158" cy="312563"/>
              <a:chOff x="7058819" y="5026756"/>
              <a:chExt cx="352158" cy="312563"/>
            </a:xfrm>
            <a:noFill/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8C203346-00B7-0BE7-0066-BFF52C251F6B}"/>
                  </a:ext>
                </a:extLst>
              </p:cNvPr>
              <p:cNvSpPr/>
              <p:nvPr/>
            </p:nvSpPr>
            <p:spPr>
              <a:xfrm>
                <a:off x="7240227" y="5205840"/>
                <a:ext cx="56522" cy="133479"/>
              </a:xfrm>
              <a:custGeom>
                <a:avLst/>
                <a:gdLst>
                  <a:gd name="connsiteX0" fmla="*/ 1295 w 56522"/>
                  <a:gd name="connsiteY0" fmla="*/ 133480 h 133479"/>
                  <a:gd name="connsiteX1" fmla="*/ 56523 w 56522"/>
                  <a:gd name="connsiteY1" fmla="*/ 0 h 13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" h="133479">
                    <a:moveTo>
                      <a:pt x="1295" y="133480"/>
                    </a:moveTo>
                    <a:cubicBezTo>
                      <a:pt x="1295" y="133480"/>
                      <a:pt x="-13443" y="88374"/>
                      <a:pt x="56523" y="0"/>
                    </a:cubicBezTo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3970CD07-12A4-2200-01BB-D9B8499EFF92}"/>
                  </a:ext>
                </a:extLst>
              </p:cNvPr>
              <p:cNvSpPr/>
              <p:nvPr/>
            </p:nvSpPr>
            <p:spPr>
              <a:xfrm>
                <a:off x="7167885" y="5151555"/>
                <a:ext cx="76720" cy="183249"/>
              </a:xfrm>
              <a:custGeom>
                <a:avLst/>
                <a:gdLst>
                  <a:gd name="connsiteX0" fmla="*/ 72248 w 76720"/>
                  <a:gd name="connsiteY0" fmla="*/ 183249 h 183249"/>
                  <a:gd name="connsiteX1" fmla="*/ 0 w 76720"/>
                  <a:gd name="connsiteY1" fmla="*/ 0 h 18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720" h="183249">
                    <a:moveTo>
                      <a:pt x="72248" y="183249"/>
                    </a:moveTo>
                    <a:cubicBezTo>
                      <a:pt x="72248" y="183249"/>
                      <a:pt x="103658" y="59247"/>
                      <a:pt x="0" y="0"/>
                    </a:cubicBezTo>
                  </a:path>
                </a:pathLst>
              </a:custGeom>
              <a:noFill/>
              <a:ln w="79248" cap="rnd">
                <a:solidFill>
                  <a:srgbClr val="EE768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CF400223-5672-2A0B-D620-8BFBE7437282}"/>
                  </a:ext>
                </a:extLst>
              </p:cNvPr>
              <p:cNvSpPr/>
              <p:nvPr/>
            </p:nvSpPr>
            <p:spPr>
              <a:xfrm>
                <a:off x="7287507" y="5090720"/>
                <a:ext cx="123470" cy="130599"/>
              </a:xfrm>
              <a:custGeom>
                <a:avLst/>
                <a:gdLst>
                  <a:gd name="connsiteX0" fmla="*/ 19267 w 123470"/>
                  <a:gd name="connsiteY0" fmla="*/ 120926 h 130599"/>
                  <a:gd name="connsiteX1" fmla="*/ 2147 w 123470"/>
                  <a:gd name="connsiteY1" fmla="*/ 67335 h 130599"/>
                  <a:gd name="connsiteX2" fmla="*/ 44077 w 123470"/>
                  <a:gd name="connsiteY2" fmla="*/ 20394 h 130599"/>
                  <a:gd name="connsiteX3" fmla="*/ 123470 w 123470"/>
                  <a:gd name="connsiteY3" fmla="*/ 0 h 130599"/>
                  <a:gd name="connsiteX4" fmla="*/ 115184 w 123470"/>
                  <a:gd name="connsiteY4" fmla="*/ 45304 h 130599"/>
                  <a:gd name="connsiteX5" fmla="*/ 99404 w 123470"/>
                  <a:gd name="connsiteY5" fmla="*/ 96909 h 130599"/>
                  <a:gd name="connsiteX6" fmla="*/ 19217 w 123470"/>
                  <a:gd name="connsiteY6" fmla="*/ 120975 h 13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470" h="130599">
                    <a:moveTo>
                      <a:pt x="19267" y="120926"/>
                    </a:moveTo>
                    <a:cubicBezTo>
                      <a:pt x="2544" y="108372"/>
                      <a:pt x="-3708" y="87233"/>
                      <a:pt x="2147" y="67335"/>
                    </a:cubicBezTo>
                    <a:cubicBezTo>
                      <a:pt x="8350" y="46346"/>
                      <a:pt x="25320" y="30566"/>
                      <a:pt x="44077" y="20394"/>
                    </a:cubicBezTo>
                    <a:cubicBezTo>
                      <a:pt x="67895" y="7493"/>
                      <a:pt x="96377" y="943"/>
                      <a:pt x="123470" y="0"/>
                    </a:cubicBezTo>
                    <a:cubicBezTo>
                      <a:pt x="117962" y="14291"/>
                      <a:pt x="117317" y="30219"/>
                      <a:pt x="115184" y="45304"/>
                    </a:cubicBezTo>
                    <a:cubicBezTo>
                      <a:pt x="112653" y="63217"/>
                      <a:pt x="108683" y="81179"/>
                      <a:pt x="99404" y="96909"/>
                    </a:cubicBezTo>
                    <a:cubicBezTo>
                      <a:pt x="83029" y="124697"/>
                      <a:pt x="48146" y="142659"/>
                      <a:pt x="19217" y="120975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94D8B572-AE93-2441-B1EE-8CDFA2A06AEC}"/>
                  </a:ext>
                </a:extLst>
              </p:cNvPr>
              <p:cNvSpPr/>
              <p:nvPr/>
            </p:nvSpPr>
            <p:spPr>
              <a:xfrm>
                <a:off x="7058819" y="5026756"/>
                <a:ext cx="126761" cy="127409"/>
              </a:xfrm>
              <a:custGeom>
                <a:avLst/>
                <a:gdLst>
                  <a:gd name="connsiteX0" fmla="*/ 109066 w 126761"/>
                  <a:gd name="connsiteY0" fmla="*/ 116612 h 127409"/>
                  <a:gd name="connsiteX1" fmla="*/ 123953 w 126761"/>
                  <a:gd name="connsiteY1" fmla="*/ 62376 h 127409"/>
                  <a:gd name="connsiteX2" fmla="*/ 80138 w 126761"/>
                  <a:gd name="connsiteY2" fmla="*/ 17172 h 127409"/>
                  <a:gd name="connsiteX3" fmla="*/ 0 w 126761"/>
                  <a:gd name="connsiteY3" fmla="*/ 3 h 127409"/>
                  <a:gd name="connsiteX4" fmla="*/ 10123 w 126761"/>
                  <a:gd name="connsiteY4" fmla="*/ 44910 h 127409"/>
                  <a:gd name="connsiteX5" fmla="*/ 27986 w 126761"/>
                  <a:gd name="connsiteY5" fmla="*/ 95821 h 127409"/>
                  <a:gd name="connsiteX6" fmla="*/ 109066 w 126761"/>
                  <a:gd name="connsiteY6" fmla="*/ 116612 h 127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761" h="127409">
                    <a:moveTo>
                      <a:pt x="109066" y="116612"/>
                    </a:moveTo>
                    <a:cubicBezTo>
                      <a:pt x="125243" y="103363"/>
                      <a:pt x="130651" y="82026"/>
                      <a:pt x="123953" y="62376"/>
                    </a:cubicBezTo>
                    <a:cubicBezTo>
                      <a:pt x="116906" y="41684"/>
                      <a:pt x="99291" y="26550"/>
                      <a:pt x="80138" y="17172"/>
                    </a:cubicBezTo>
                    <a:cubicBezTo>
                      <a:pt x="55774" y="5213"/>
                      <a:pt x="27093" y="-146"/>
                      <a:pt x="0" y="3"/>
                    </a:cubicBezTo>
                    <a:cubicBezTo>
                      <a:pt x="6103" y="14095"/>
                      <a:pt x="7393" y="29974"/>
                      <a:pt x="10123" y="44910"/>
                    </a:cubicBezTo>
                    <a:cubicBezTo>
                      <a:pt x="13398" y="62724"/>
                      <a:pt x="18062" y="80488"/>
                      <a:pt x="27986" y="95821"/>
                    </a:cubicBezTo>
                    <a:cubicBezTo>
                      <a:pt x="45453" y="122913"/>
                      <a:pt x="81080" y="139487"/>
                      <a:pt x="109066" y="116612"/>
                    </a:cubicBezTo>
                    <a:close/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A4010702-379B-2B88-EA02-96F8F320D07A}"/>
                </a:ext>
              </a:extLst>
            </p:cNvPr>
            <p:cNvSpPr/>
            <p:nvPr/>
          </p:nvSpPr>
          <p:spPr>
            <a:xfrm>
              <a:off x="6897210" y="4817111"/>
              <a:ext cx="625590" cy="751356"/>
            </a:xfrm>
            <a:custGeom>
              <a:avLst/>
              <a:gdLst>
                <a:gd name="connsiteX0" fmla="*/ 625414 w 625590"/>
                <a:gd name="connsiteY0" fmla="*/ 263635 h 751356"/>
                <a:gd name="connsiteX1" fmla="*/ 544780 w 625590"/>
                <a:gd name="connsiteY1" fmla="*/ 74381 h 751356"/>
                <a:gd name="connsiteX2" fmla="*/ 350019 w 625590"/>
                <a:gd name="connsiteY2" fmla="*/ 0 h 751356"/>
                <a:gd name="connsiteX3" fmla="*/ 135806 w 625590"/>
                <a:gd name="connsiteY3" fmla="*/ 77954 h 751356"/>
                <a:gd name="connsiteX4" fmla="*/ 58051 w 625590"/>
                <a:gd name="connsiteY4" fmla="*/ 290331 h 751356"/>
                <a:gd name="connsiteX5" fmla="*/ 2426 w 625590"/>
                <a:gd name="connsiteY5" fmla="*/ 450804 h 751356"/>
                <a:gd name="connsiteX6" fmla="*/ 5998 w 625590"/>
                <a:gd name="connsiteY6" fmla="*/ 483306 h 751356"/>
                <a:gd name="connsiteX7" fmla="*/ 35076 w 625590"/>
                <a:gd name="connsiteY7" fmla="*/ 498787 h 751356"/>
                <a:gd name="connsiteX8" fmla="*/ 83556 w 625590"/>
                <a:gd name="connsiteY8" fmla="*/ 498787 h 751356"/>
                <a:gd name="connsiteX9" fmla="*/ 101022 w 625590"/>
                <a:gd name="connsiteY9" fmla="*/ 612865 h 751356"/>
                <a:gd name="connsiteX10" fmla="*/ 153471 w 625590"/>
                <a:gd name="connsiteY10" fmla="*/ 657871 h 751356"/>
                <a:gd name="connsiteX11" fmla="*/ 226166 w 625590"/>
                <a:gd name="connsiteY11" fmla="*/ 657871 h 751356"/>
                <a:gd name="connsiteX12" fmla="*/ 226463 w 625590"/>
                <a:gd name="connsiteY12" fmla="*/ 739696 h 751356"/>
                <a:gd name="connsiteX13" fmla="*/ 238124 w 625590"/>
                <a:gd name="connsiteY13" fmla="*/ 751356 h 751356"/>
                <a:gd name="connsiteX14" fmla="*/ 483449 w 625590"/>
                <a:gd name="connsiteY14" fmla="*/ 751356 h 751356"/>
                <a:gd name="connsiteX15" fmla="*/ 495110 w 625590"/>
                <a:gd name="connsiteY15" fmla="*/ 740490 h 751356"/>
                <a:gd name="connsiteX16" fmla="*/ 502206 w 625590"/>
                <a:gd name="connsiteY16" fmla="*/ 638618 h 751356"/>
                <a:gd name="connsiteX17" fmla="*/ 549891 w 625590"/>
                <a:gd name="connsiteY17" fmla="*/ 518933 h 751356"/>
                <a:gd name="connsiteX18" fmla="*/ 618765 w 625590"/>
                <a:gd name="connsiteY18" fmla="*/ 352456 h 751356"/>
                <a:gd name="connsiteX19" fmla="*/ 625414 w 625590"/>
                <a:gd name="connsiteY19" fmla="*/ 263635 h 75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5590" h="751356">
                  <a:moveTo>
                    <a:pt x="625414" y="263635"/>
                  </a:moveTo>
                  <a:cubicBezTo>
                    <a:pt x="625365" y="190345"/>
                    <a:pt x="596684" y="123109"/>
                    <a:pt x="544780" y="74381"/>
                  </a:cubicBezTo>
                  <a:cubicBezTo>
                    <a:pt x="493820" y="26448"/>
                    <a:pt x="424649" y="0"/>
                    <a:pt x="350019" y="0"/>
                  </a:cubicBezTo>
                  <a:cubicBezTo>
                    <a:pt x="260751" y="0"/>
                    <a:pt x="186717" y="26994"/>
                    <a:pt x="135806" y="77954"/>
                  </a:cubicBezTo>
                  <a:cubicBezTo>
                    <a:pt x="85342" y="128518"/>
                    <a:pt x="58448" y="201907"/>
                    <a:pt x="58051" y="290331"/>
                  </a:cubicBezTo>
                  <a:lnTo>
                    <a:pt x="2426" y="450804"/>
                  </a:lnTo>
                  <a:cubicBezTo>
                    <a:pt x="-1792" y="461522"/>
                    <a:pt x="-452" y="473679"/>
                    <a:pt x="5998" y="483306"/>
                  </a:cubicBezTo>
                  <a:cubicBezTo>
                    <a:pt x="12499" y="492982"/>
                    <a:pt x="23366" y="498787"/>
                    <a:pt x="35076" y="498787"/>
                  </a:cubicBezTo>
                  <a:lnTo>
                    <a:pt x="83556" y="498787"/>
                  </a:lnTo>
                  <a:lnTo>
                    <a:pt x="101022" y="612865"/>
                  </a:lnTo>
                  <a:cubicBezTo>
                    <a:pt x="105041" y="638966"/>
                    <a:pt x="127123" y="657871"/>
                    <a:pt x="153471" y="657871"/>
                  </a:cubicBezTo>
                  <a:lnTo>
                    <a:pt x="226166" y="657871"/>
                  </a:lnTo>
                  <a:lnTo>
                    <a:pt x="226463" y="739696"/>
                  </a:lnTo>
                  <a:cubicBezTo>
                    <a:pt x="226463" y="746097"/>
                    <a:pt x="231723" y="751356"/>
                    <a:pt x="238124" y="751356"/>
                  </a:cubicBezTo>
                  <a:lnTo>
                    <a:pt x="483449" y="751356"/>
                  </a:lnTo>
                  <a:cubicBezTo>
                    <a:pt x="489503" y="751356"/>
                    <a:pt x="494614" y="746543"/>
                    <a:pt x="495110" y="740490"/>
                  </a:cubicBezTo>
                  <a:lnTo>
                    <a:pt x="502206" y="638618"/>
                  </a:lnTo>
                  <a:cubicBezTo>
                    <a:pt x="505282" y="595250"/>
                    <a:pt x="521756" y="553817"/>
                    <a:pt x="549891" y="518933"/>
                  </a:cubicBezTo>
                  <a:cubicBezTo>
                    <a:pt x="592813" y="465690"/>
                    <a:pt x="611024" y="399000"/>
                    <a:pt x="618765" y="352456"/>
                  </a:cubicBezTo>
                  <a:cubicBezTo>
                    <a:pt x="626804" y="304076"/>
                    <a:pt x="625613" y="267604"/>
                    <a:pt x="625414" y="263635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8B06E04E-3CAC-B639-8450-18248856BEAB}"/>
              </a:ext>
            </a:extLst>
          </p:cNvPr>
          <p:cNvGrpSpPr/>
          <p:nvPr/>
        </p:nvGrpSpPr>
        <p:grpSpPr>
          <a:xfrm>
            <a:off x="8163404" y="4843460"/>
            <a:ext cx="716473" cy="699353"/>
            <a:chOff x="8163404" y="4843460"/>
            <a:chExt cx="716473" cy="699353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A49D7C54-5A3F-CA79-9C11-F84EDC0E53D4}"/>
                </a:ext>
              </a:extLst>
            </p:cNvPr>
            <p:cNvSpPr/>
            <p:nvPr/>
          </p:nvSpPr>
          <p:spPr>
            <a:xfrm>
              <a:off x="8349085" y="5120641"/>
              <a:ext cx="344119" cy="422172"/>
            </a:xfrm>
            <a:custGeom>
              <a:avLst/>
              <a:gdLst>
                <a:gd name="connsiteX0" fmla="*/ 0 w 344119"/>
                <a:gd name="connsiteY0" fmla="*/ 193173 h 422172"/>
                <a:gd name="connsiteX1" fmla="*/ 0 w 344119"/>
                <a:gd name="connsiteY1" fmla="*/ 237088 h 422172"/>
                <a:gd name="connsiteX2" fmla="*/ 185085 w 344119"/>
                <a:gd name="connsiteY2" fmla="*/ 422173 h 422172"/>
                <a:gd name="connsiteX3" fmla="*/ 194464 w 344119"/>
                <a:gd name="connsiteY3" fmla="*/ 422173 h 422172"/>
                <a:gd name="connsiteX4" fmla="*/ 344120 w 344119"/>
                <a:gd name="connsiteY4" fmla="*/ 272517 h 422172"/>
                <a:gd name="connsiteX5" fmla="*/ 344120 w 344119"/>
                <a:gd name="connsiteY5" fmla="*/ 0 h 422172"/>
                <a:gd name="connsiteX6" fmla="*/ 114773 w 344119"/>
                <a:gd name="connsiteY6" fmla="*/ 0 h 422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119" h="422172">
                  <a:moveTo>
                    <a:pt x="0" y="193173"/>
                  </a:moveTo>
                  <a:lnTo>
                    <a:pt x="0" y="237088"/>
                  </a:lnTo>
                  <a:cubicBezTo>
                    <a:pt x="0" y="339306"/>
                    <a:pt x="82867" y="422173"/>
                    <a:pt x="185085" y="422173"/>
                  </a:cubicBezTo>
                  <a:lnTo>
                    <a:pt x="194464" y="422173"/>
                  </a:lnTo>
                  <a:cubicBezTo>
                    <a:pt x="277132" y="422173"/>
                    <a:pt x="344120" y="355185"/>
                    <a:pt x="344120" y="272517"/>
                  </a:cubicBezTo>
                  <a:lnTo>
                    <a:pt x="344120" y="0"/>
                  </a:lnTo>
                  <a:cubicBezTo>
                    <a:pt x="344120" y="0"/>
                    <a:pt x="114773" y="0"/>
                    <a:pt x="114773" y="0"/>
                  </a:cubicBez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4699E736-6241-ECF7-66F8-FC2E02F1B862}"/>
                </a:ext>
              </a:extLst>
            </p:cNvPr>
            <p:cNvSpPr/>
            <p:nvPr/>
          </p:nvSpPr>
          <p:spPr>
            <a:xfrm>
              <a:off x="8693155" y="5120641"/>
              <a:ext cx="186722" cy="229247"/>
            </a:xfrm>
            <a:custGeom>
              <a:avLst/>
              <a:gdLst>
                <a:gd name="connsiteX0" fmla="*/ 0 w 186722"/>
                <a:gd name="connsiteY0" fmla="*/ 0 h 229247"/>
                <a:gd name="connsiteX1" fmla="*/ 186723 w 186722"/>
                <a:gd name="connsiteY1" fmla="*/ 0 h 229247"/>
                <a:gd name="connsiteX2" fmla="*/ 186723 w 186722"/>
                <a:gd name="connsiteY2" fmla="*/ 123903 h 229247"/>
                <a:gd name="connsiteX3" fmla="*/ 81378 w 186722"/>
                <a:gd name="connsiteY3" fmla="*/ 229248 h 229247"/>
                <a:gd name="connsiteX4" fmla="*/ 81378 w 186722"/>
                <a:gd name="connsiteY4" fmla="*/ 229248 h 229247"/>
                <a:gd name="connsiteX5" fmla="*/ 0 w 186722"/>
                <a:gd name="connsiteY5" fmla="*/ 147870 h 229247"/>
                <a:gd name="connsiteX6" fmla="*/ 0 w 186722"/>
                <a:gd name="connsiteY6" fmla="*/ 0 h 229247"/>
                <a:gd name="connsiteX7" fmla="*/ 0 w 186722"/>
                <a:gd name="connsiteY7" fmla="*/ 0 h 22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722" h="229247">
                  <a:moveTo>
                    <a:pt x="0" y="0"/>
                  </a:moveTo>
                  <a:lnTo>
                    <a:pt x="186723" y="0"/>
                  </a:lnTo>
                  <a:lnTo>
                    <a:pt x="186723" y="123903"/>
                  </a:lnTo>
                  <a:cubicBezTo>
                    <a:pt x="186723" y="182058"/>
                    <a:pt x="139534" y="229248"/>
                    <a:pt x="81378" y="229248"/>
                  </a:cubicBezTo>
                  <a:lnTo>
                    <a:pt x="81378" y="229248"/>
                  </a:lnTo>
                  <a:cubicBezTo>
                    <a:pt x="36471" y="229248"/>
                    <a:pt x="0" y="192776"/>
                    <a:pt x="0" y="14787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D1F614ED-7B41-91D3-22F9-A2092B6C8E63}"/>
                </a:ext>
              </a:extLst>
            </p:cNvPr>
            <p:cNvSpPr/>
            <p:nvPr/>
          </p:nvSpPr>
          <p:spPr>
            <a:xfrm>
              <a:off x="8438353" y="4843460"/>
              <a:ext cx="178336" cy="178336"/>
            </a:xfrm>
            <a:custGeom>
              <a:avLst/>
              <a:gdLst>
                <a:gd name="connsiteX0" fmla="*/ 178337 w 178336"/>
                <a:gd name="connsiteY0" fmla="*/ 89168 h 178336"/>
                <a:gd name="connsiteX1" fmla="*/ 89168 w 178336"/>
                <a:gd name="connsiteY1" fmla="*/ 178337 h 178336"/>
                <a:gd name="connsiteX2" fmla="*/ 0 w 178336"/>
                <a:gd name="connsiteY2" fmla="*/ 89168 h 178336"/>
                <a:gd name="connsiteX3" fmla="*/ 89168 w 178336"/>
                <a:gd name="connsiteY3" fmla="*/ 0 h 178336"/>
                <a:gd name="connsiteX4" fmla="*/ 178337 w 178336"/>
                <a:gd name="connsiteY4" fmla="*/ 89168 h 17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36" h="178336">
                  <a:moveTo>
                    <a:pt x="178337" y="89168"/>
                  </a:moveTo>
                  <a:cubicBezTo>
                    <a:pt x="178337" y="138415"/>
                    <a:pt x="138415" y="178337"/>
                    <a:pt x="89168" y="178337"/>
                  </a:cubicBezTo>
                  <a:cubicBezTo>
                    <a:pt x="39922" y="178337"/>
                    <a:pt x="0" y="138415"/>
                    <a:pt x="0" y="89168"/>
                  </a:cubicBezTo>
                  <a:cubicBezTo>
                    <a:pt x="0" y="39922"/>
                    <a:pt x="39922" y="0"/>
                    <a:pt x="89168" y="0"/>
                  </a:cubicBezTo>
                  <a:cubicBezTo>
                    <a:pt x="138415" y="0"/>
                    <a:pt x="178337" y="39922"/>
                    <a:pt x="178337" y="89168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AB345EBE-1066-C1CC-3A68-7C5CB6278BE8}"/>
                </a:ext>
              </a:extLst>
            </p:cNvPr>
            <p:cNvSpPr/>
            <p:nvPr/>
          </p:nvSpPr>
          <p:spPr>
            <a:xfrm>
              <a:off x="8717271" y="4891691"/>
              <a:ext cx="130105" cy="130105"/>
            </a:xfrm>
            <a:custGeom>
              <a:avLst/>
              <a:gdLst>
                <a:gd name="connsiteX0" fmla="*/ 130106 w 130105"/>
                <a:gd name="connsiteY0" fmla="*/ 65053 h 130105"/>
                <a:gd name="connsiteX1" fmla="*/ 65053 w 130105"/>
                <a:gd name="connsiteY1" fmla="*/ 130105 h 130105"/>
                <a:gd name="connsiteX2" fmla="*/ 0 w 130105"/>
                <a:gd name="connsiteY2" fmla="*/ 65053 h 130105"/>
                <a:gd name="connsiteX3" fmla="*/ 65053 w 130105"/>
                <a:gd name="connsiteY3" fmla="*/ 0 h 130105"/>
                <a:gd name="connsiteX4" fmla="*/ 130106 w 130105"/>
                <a:gd name="connsiteY4" fmla="*/ 65053 h 1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105" h="130105">
                  <a:moveTo>
                    <a:pt x="130106" y="65053"/>
                  </a:moveTo>
                  <a:cubicBezTo>
                    <a:pt x="130106" y="100980"/>
                    <a:pt x="100980" y="130105"/>
                    <a:pt x="65053" y="130105"/>
                  </a:cubicBezTo>
                  <a:cubicBezTo>
                    <a:pt x="29125" y="130105"/>
                    <a:pt x="0" y="100980"/>
                    <a:pt x="0" y="65053"/>
                  </a:cubicBezTo>
                  <a:cubicBezTo>
                    <a:pt x="0" y="29125"/>
                    <a:pt x="29125" y="0"/>
                    <a:pt x="65053" y="0"/>
                  </a:cubicBezTo>
                  <a:cubicBezTo>
                    <a:pt x="100980" y="0"/>
                    <a:pt x="130106" y="29125"/>
                    <a:pt x="130106" y="65053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23C4F428-FB33-324B-FF7A-690150184322}"/>
                </a:ext>
              </a:extLst>
            </p:cNvPr>
            <p:cNvSpPr/>
            <p:nvPr/>
          </p:nvSpPr>
          <p:spPr>
            <a:xfrm>
              <a:off x="8163404" y="5013510"/>
              <a:ext cx="292762" cy="292762"/>
            </a:xfrm>
            <a:custGeom>
              <a:avLst/>
              <a:gdLst>
                <a:gd name="connsiteX0" fmla="*/ 0 w 292762"/>
                <a:gd name="connsiteY0" fmla="*/ 0 h 292762"/>
                <a:gd name="connsiteX1" fmla="*/ 292762 w 292762"/>
                <a:gd name="connsiteY1" fmla="*/ 0 h 292762"/>
                <a:gd name="connsiteX2" fmla="*/ 292762 w 292762"/>
                <a:gd name="connsiteY2" fmla="*/ 292762 h 292762"/>
                <a:gd name="connsiteX3" fmla="*/ 0 w 292762"/>
                <a:gd name="connsiteY3" fmla="*/ 292762 h 29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762" h="292762">
                  <a:moveTo>
                    <a:pt x="0" y="0"/>
                  </a:moveTo>
                  <a:lnTo>
                    <a:pt x="292762" y="0"/>
                  </a:lnTo>
                  <a:lnTo>
                    <a:pt x="292762" y="292762"/>
                  </a:lnTo>
                  <a:lnTo>
                    <a:pt x="0" y="292762"/>
                  </a:lnTo>
                  <a:close/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FE006B88-0DD1-6B3C-67F4-D999FA5E49B3}"/>
                </a:ext>
              </a:extLst>
            </p:cNvPr>
            <p:cNvSpPr/>
            <p:nvPr/>
          </p:nvSpPr>
          <p:spPr>
            <a:xfrm>
              <a:off x="8259867" y="5114935"/>
              <a:ext cx="99836" cy="4962"/>
            </a:xfrm>
            <a:custGeom>
              <a:avLst/>
              <a:gdLst>
                <a:gd name="connsiteX0" fmla="*/ 0 w 99836"/>
                <a:gd name="connsiteY0" fmla="*/ 0 h 4962"/>
                <a:gd name="connsiteX1" fmla="*/ 99837 w 99836"/>
                <a:gd name="connsiteY1" fmla="*/ 0 h 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36" h="4962">
                  <a:moveTo>
                    <a:pt x="0" y="0"/>
                  </a:moveTo>
                  <a:lnTo>
                    <a:pt x="99837" y="0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4F8B11AA-8EB3-7C09-1837-8FAF6C882E26}"/>
                </a:ext>
              </a:extLst>
            </p:cNvPr>
            <p:cNvSpPr/>
            <p:nvPr/>
          </p:nvSpPr>
          <p:spPr>
            <a:xfrm>
              <a:off x="8309785" y="5114935"/>
              <a:ext cx="4962" cy="99836"/>
            </a:xfrm>
            <a:custGeom>
              <a:avLst/>
              <a:gdLst>
                <a:gd name="connsiteX0" fmla="*/ 0 w 4962"/>
                <a:gd name="connsiteY0" fmla="*/ 0 h 99836"/>
                <a:gd name="connsiteX1" fmla="*/ 0 w 4962"/>
                <a:gd name="connsiteY1" fmla="*/ 99837 h 9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2" h="99836">
                  <a:moveTo>
                    <a:pt x="0" y="0"/>
                  </a:moveTo>
                  <a:lnTo>
                    <a:pt x="0" y="99837"/>
                  </a:lnTo>
                </a:path>
              </a:pathLst>
            </a:custGeom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87FD8DE2-1CD4-3F36-8823-26A16DAF8E9D}"/>
              </a:ext>
            </a:extLst>
          </p:cNvPr>
          <p:cNvGrpSpPr/>
          <p:nvPr/>
        </p:nvGrpSpPr>
        <p:grpSpPr>
          <a:xfrm>
            <a:off x="9503935" y="4816020"/>
            <a:ext cx="682186" cy="753539"/>
            <a:chOff x="9503935" y="4816020"/>
            <a:chExt cx="682186" cy="753539"/>
          </a:xfrm>
        </p:grpSpPr>
        <p:grpSp>
          <p:nvGrpSpPr>
            <p:cNvPr id="246" name="Picture Placeholder 66">
              <a:extLst>
                <a:ext uri="{FF2B5EF4-FFF2-40B4-BE49-F238E27FC236}">
                  <a16:creationId xmlns:a16="http://schemas.microsoft.com/office/drawing/2014/main" id="{A5450F64-8279-6822-3B92-1E731A57BFAF}"/>
                </a:ext>
              </a:extLst>
            </p:cNvPr>
            <p:cNvGrpSpPr/>
            <p:nvPr/>
          </p:nvGrpSpPr>
          <p:grpSpPr>
            <a:xfrm>
              <a:off x="9620643" y="4816020"/>
              <a:ext cx="565478" cy="753539"/>
              <a:chOff x="9620643" y="4816020"/>
              <a:chExt cx="565478" cy="753539"/>
            </a:xfrm>
            <a:noFill/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94FB5CF7-327A-3E9D-ADD1-16E5A121A238}"/>
                  </a:ext>
                </a:extLst>
              </p:cNvPr>
              <p:cNvSpPr/>
              <p:nvPr/>
            </p:nvSpPr>
            <p:spPr>
              <a:xfrm>
                <a:off x="9620643" y="4816020"/>
                <a:ext cx="565478" cy="753539"/>
              </a:xfrm>
              <a:custGeom>
                <a:avLst/>
                <a:gdLst>
                  <a:gd name="connsiteX0" fmla="*/ 0 w 565478"/>
                  <a:gd name="connsiteY0" fmla="*/ 329630 h 753539"/>
                  <a:gd name="connsiteX1" fmla="*/ 0 w 565478"/>
                  <a:gd name="connsiteY1" fmla="*/ 0 h 753539"/>
                  <a:gd name="connsiteX2" fmla="*/ 376820 w 565478"/>
                  <a:gd name="connsiteY2" fmla="*/ 0 h 753539"/>
                  <a:gd name="connsiteX3" fmla="*/ 565478 w 565478"/>
                  <a:gd name="connsiteY3" fmla="*/ 188608 h 753539"/>
                  <a:gd name="connsiteX4" fmla="*/ 565478 w 565478"/>
                  <a:gd name="connsiteY4" fmla="*/ 753540 h 753539"/>
                  <a:gd name="connsiteX5" fmla="*/ 0 w 565478"/>
                  <a:gd name="connsiteY5" fmla="*/ 753540 h 753539"/>
                  <a:gd name="connsiteX6" fmla="*/ 0 w 565478"/>
                  <a:gd name="connsiteY6" fmla="*/ 577734 h 7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478" h="753539">
                    <a:moveTo>
                      <a:pt x="0" y="329630"/>
                    </a:moveTo>
                    <a:lnTo>
                      <a:pt x="0" y="0"/>
                    </a:lnTo>
                    <a:lnTo>
                      <a:pt x="376820" y="0"/>
                    </a:lnTo>
                    <a:lnTo>
                      <a:pt x="565478" y="188608"/>
                    </a:lnTo>
                    <a:lnTo>
                      <a:pt x="565478" y="753540"/>
                    </a:lnTo>
                    <a:lnTo>
                      <a:pt x="0" y="753540"/>
                    </a:lnTo>
                    <a:lnTo>
                      <a:pt x="0" y="577734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5467BF28-73F1-183C-B261-5F7548E513A1}"/>
                  </a:ext>
                </a:extLst>
              </p:cNvPr>
              <p:cNvSpPr/>
              <p:nvPr/>
            </p:nvSpPr>
            <p:spPr>
              <a:xfrm>
                <a:off x="9997463" y="4816020"/>
                <a:ext cx="188658" cy="188657"/>
              </a:xfrm>
              <a:custGeom>
                <a:avLst/>
                <a:gdLst>
                  <a:gd name="connsiteX0" fmla="*/ 0 w 188658"/>
                  <a:gd name="connsiteY0" fmla="*/ 0 h 188657"/>
                  <a:gd name="connsiteX1" fmla="*/ 0 w 188658"/>
                  <a:gd name="connsiteY1" fmla="*/ 188658 h 188657"/>
                  <a:gd name="connsiteX2" fmla="*/ 188658 w 188658"/>
                  <a:gd name="connsiteY2" fmla="*/ 188658 h 188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658" h="188657">
                    <a:moveTo>
                      <a:pt x="0" y="0"/>
                    </a:moveTo>
                    <a:lnTo>
                      <a:pt x="0" y="188658"/>
                    </a:lnTo>
                    <a:lnTo>
                      <a:pt x="188658" y="188658"/>
                    </a:lnTo>
                  </a:path>
                </a:pathLst>
              </a:custGeom>
              <a:noFill/>
              <a:ln w="79248" cap="rnd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8D1F09D0-192B-0AA7-1A55-14263F447E13}"/>
                </a:ext>
              </a:extLst>
            </p:cNvPr>
            <p:cNvSpPr/>
            <p:nvPr/>
          </p:nvSpPr>
          <p:spPr>
            <a:xfrm>
              <a:off x="9503935" y="5145650"/>
              <a:ext cx="401928" cy="248103"/>
            </a:xfrm>
            <a:custGeom>
              <a:avLst/>
              <a:gdLst>
                <a:gd name="connsiteX0" fmla="*/ 0 w 401928"/>
                <a:gd name="connsiteY0" fmla="*/ 0 h 248103"/>
                <a:gd name="connsiteX1" fmla="*/ 401928 w 401928"/>
                <a:gd name="connsiteY1" fmla="*/ 0 h 248103"/>
                <a:gd name="connsiteX2" fmla="*/ 401928 w 401928"/>
                <a:gd name="connsiteY2" fmla="*/ 248103 h 248103"/>
                <a:gd name="connsiteX3" fmla="*/ 0 w 401928"/>
                <a:gd name="connsiteY3" fmla="*/ 248103 h 24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928" h="248103">
                  <a:moveTo>
                    <a:pt x="0" y="0"/>
                  </a:moveTo>
                  <a:lnTo>
                    <a:pt x="401928" y="0"/>
                  </a:lnTo>
                  <a:lnTo>
                    <a:pt x="401928" y="248103"/>
                  </a:lnTo>
                  <a:lnTo>
                    <a:pt x="0" y="248103"/>
                  </a:lnTo>
                  <a:close/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0" name="Picture Placeholder 66">
              <a:extLst>
                <a:ext uri="{FF2B5EF4-FFF2-40B4-BE49-F238E27FC236}">
                  <a16:creationId xmlns:a16="http://schemas.microsoft.com/office/drawing/2014/main" id="{149F60FA-D7E1-45DD-453E-FA4BA3D12DB8}"/>
                </a:ext>
              </a:extLst>
            </p:cNvPr>
            <p:cNvGrpSpPr/>
            <p:nvPr/>
          </p:nvGrpSpPr>
          <p:grpSpPr>
            <a:xfrm>
              <a:off x="9567946" y="5228814"/>
              <a:ext cx="274601" cy="94924"/>
              <a:chOff x="9567946" y="5228814"/>
              <a:chExt cx="274601" cy="94924"/>
            </a:xfrm>
            <a:solidFill>
              <a:srgbClr val="EE7684"/>
            </a:solidFill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C4AEAF01-1683-2EEB-838A-770981BA0D86}"/>
                  </a:ext>
                </a:extLst>
              </p:cNvPr>
              <p:cNvSpPr/>
              <p:nvPr/>
            </p:nvSpPr>
            <p:spPr>
              <a:xfrm>
                <a:off x="9567946" y="5228913"/>
                <a:ext cx="97951" cy="94825"/>
              </a:xfrm>
              <a:custGeom>
                <a:avLst/>
                <a:gdLst>
                  <a:gd name="connsiteX0" fmla="*/ 48182 w 97951"/>
                  <a:gd name="connsiteY0" fmla="*/ 67087 h 94825"/>
                  <a:gd name="connsiteX1" fmla="*/ 33544 w 97951"/>
                  <a:gd name="connsiteY1" fmla="*/ 94825 h 94825"/>
                  <a:gd name="connsiteX2" fmla="*/ 0 w 97951"/>
                  <a:gd name="connsiteY2" fmla="*/ 94825 h 94825"/>
                  <a:gd name="connsiteX3" fmla="*/ 30070 w 97951"/>
                  <a:gd name="connsiteY3" fmla="*/ 45403 h 94825"/>
                  <a:gd name="connsiteX4" fmla="*/ 1538 w 97951"/>
                  <a:gd name="connsiteY4" fmla="*/ 0 h 94825"/>
                  <a:gd name="connsiteX5" fmla="*/ 35677 w 97951"/>
                  <a:gd name="connsiteY5" fmla="*/ 0 h 94825"/>
                  <a:gd name="connsiteX6" fmla="*/ 48976 w 97951"/>
                  <a:gd name="connsiteY6" fmla="*/ 24910 h 94825"/>
                  <a:gd name="connsiteX7" fmla="*/ 61679 w 97951"/>
                  <a:gd name="connsiteY7" fmla="*/ 0 h 94825"/>
                  <a:gd name="connsiteX8" fmla="*/ 94974 w 97951"/>
                  <a:gd name="connsiteY8" fmla="*/ 0 h 94825"/>
                  <a:gd name="connsiteX9" fmla="*/ 66938 w 97951"/>
                  <a:gd name="connsiteY9" fmla="*/ 45006 h 94825"/>
                  <a:gd name="connsiteX10" fmla="*/ 97951 w 97951"/>
                  <a:gd name="connsiteY10" fmla="*/ 94825 h 94825"/>
                  <a:gd name="connsiteX11" fmla="*/ 63366 w 97951"/>
                  <a:gd name="connsiteY11" fmla="*/ 94825 h 94825"/>
                  <a:gd name="connsiteX12" fmla="*/ 48132 w 97951"/>
                  <a:gd name="connsiteY12" fmla="*/ 67087 h 9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7951" h="94825">
                    <a:moveTo>
                      <a:pt x="48182" y="67087"/>
                    </a:moveTo>
                    <a:lnTo>
                      <a:pt x="33544" y="94825"/>
                    </a:lnTo>
                    <a:lnTo>
                      <a:pt x="0" y="94825"/>
                    </a:lnTo>
                    <a:lnTo>
                      <a:pt x="30070" y="45403"/>
                    </a:lnTo>
                    <a:lnTo>
                      <a:pt x="1538" y="0"/>
                    </a:lnTo>
                    <a:lnTo>
                      <a:pt x="35677" y="0"/>
                    </a:lnTo>
                    <a:lnTo>
                      <a:pt x="48976" y="24910"/>
                    </a:lnTo>
                    <a:lnTo>
                      <a:pt x="61679" y="0"/>
                    </a:lnTo>
                    <a:lnTo>
                      <a:pt x="94974" y="0"/>
                    </a:lnTo>
                    <a:lnTo>
                      <a:pt x="66938" y="45006"/>
                    </a:lnTo>
                    <a:lnTo>
                      <a:pt x="97951" y="94825"/>
                    </a:lnTo>
                    <a:lnTo>
                      <a:pt x="63366" y="94825"/>
                    </a:lnTo>
                    <a:lnTo>
                      <a:pt x="48132" y="67087"/>
                    </a:lnTo>
                    <a:close/>
                  </a:path>
                </a:pathLst>
              </a:custGeom>
              <a:solidFill>
                <a:srgbClr val="EE768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0A116AD7-80CD-C4DA-608A-F922CC88E0E4}"/>
                  </a:ext>
                </a:extLst>
              </p:cNvPr>
              <p:cNvSpPr/>
              <p:nvPr/>
            </p:nvSpPr>
            <p:spPr>
              <a:xfrm>
                <a:off x="9786079" y="5228814"/>
                <a:ext cx="56468" cy="94874"/>
              </a:xfrm>
              <a:custGeom>
                <a:avLst/>
                <a:gdLst>
                  <a:gd name="connsiteX0" fmla="*/ 0 w 56468"/>
                  <a:gd name="connsiteY0" fmla="*/ 50 h 94874"/>
                  <a:gd name="connsiteX1" fmla="*/ 28532 w 56468"/>
                  <a:gd name="connsiteY1" fmla="*/ 50 h 94874"/>
                  <a:gd name="connsiteX2" fmla="*/ 28532 w 56468"/>
                  <a:gd name="connsiteY2" fmla="*/ 67434 h 94874"/>
                  <a:gd name="connsiteX3" fmla="*/ 56468 w 56468"/>
                  <a:gd name="connsiteY3" fmla="*/ 67434 h 94874"/>
                  <a:gd name="connsiteX4" fmla="*/ 56468 w 56468"/>
                  <a:gd name="connsiteY4" fmla="*/ 94875 h 94874"/>
                  <a:gd name="connsiteX5" fmla="*/ 0 w 56468"/>
                  <a:gd name="connsiteY5" fmla="*/ 94875 h 94874"/>
                  <a:gd name="connsiteX6" fmla="*/ 0 w 56468"/>
                  <a:gd name="connsiteY6" fmla="*/ 0 h 9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468" h="94874">
                    <a:moveTo>
                      <a:pt x="0" y="50"/>
                    </a:moveTo>
                    <a:lnTo>
                      <a:pt x="28532" y="50"/>
                    </a:lnTo>
                    <a:lnTo>
                      <a:pt x="28532" y="67434"/>
                    </a:lnTo>
                    <a:lnTo>
                      <a:pt x="56468" y="67434"/>
                    </a:lnTo>
                    <a:lnTo>
                      <a:pt x="56468" y="94875"/>
                    </a:lnTo>
                    <a:lnTo>
                      <a:pt x="0" y="948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68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A547E74D-C3AB-4F19-7C45-A319023634F3}"/>
                  </a:ext>
                </a:extLst>
              </p:cNvPr>
              <p:cNvSpPr/>
              <p:nvPr/>
            </p:nvSpPr>
            <p:spPr>
              <a:xfrm>
                <a:off x="9672794" y="5228864"/>
                <a:ext cx="104253" cy="94874"/>
              </a:xfrm>
              <a:custGeom>
                <a:avLst/>
                <a:gdLst>
                  <a:gd name="connsiteX0" fmla="*/ 78500 w 104253"/>
                  <a:gd name="connsiteY0" fmla="*/ 41235 h 94874"/>
                  <a:gd name="connsiteX1" fmla="*/ 63068 w 104253"/>
                  <a:gd name="connsiteY1" fmla="*/ 94825 h 94874"/>
                  <a:gd name="connsiteX2" fmla="*/ 43120 w 104253"/>
                  <a:gd name="connsiteY2" fmla="*/ 94825 h 94874"/>
                  <a:gd name="connsiteX3" fmla="*/ 27440 w 104253"/>
                  <a:gd name="connsiteY3" fmla="*/ 41384 h 94874"/>
                  <a:gd name="connsiteX4" fmla="*/ 26746 w 104253"/>
                  <a:gd name="connsiteY4" fmla="*/ 41533 h 94874"/>
                  <a:gd name="connsiteX5" fmla="*/ 27589 w 104253"/>
                  <a:gd name="connsiteY5" fmla="*/ 94875 h 94874"/>
                  <a:gd name="connsiteX6" fmla="*/ 0 w 104253"/>
                  <a:gd name="connsiteY6" fmla="*/ 94875 h 94874"/>
                  <a:gd name="connsiteX7" fmla="*/ 0 w 104253"/>
                  <a:gd name="connsiteY7" fmla="*/ 0 h 94874"/>
                  <a:gd name="connsiteX8" fmla="*/ 38208 w 104253"/>
                  <a:gd name="connsiteY8" fmla="*/ 0 h 94874"/>
                  <a:gd name="connsiteX9" fmla="*/ 51407 w 104253"/>
                  <a:gd name="connsiteY9" fmla="*/ 51060 h 94874"/>
                  <a:gd name="connsiteX10" fmla="*/ 52003 w 104253"/>
                  <a:gd name="connsiteY10" fmla="*/ 51060 h 94874"/>
                  <a:gd name="connsiteX11" fmla="*/ 67236 w 104253"/>
                  <a:gd name="connsiteY11" fmla="*/ 0 h 94874"/>
                  <a:gd name="connsiteX12" fmla="*/ 104253 w 104253"/>
                  <a:gd name="connsiteY12" fmla="*/ 0 h 94874"/>
                  <a:gd name="connsiteX13" fmla="*/ 104253 w 104253"/>
                  <a:gd name="connsiteY13" fmla="*/ 94875 h 94874"/>
                  <a:gd name="connsiteX14" fmla="*/ 77855 w 104253"/>
                  <a:gd name="connsiteY14" fmla="*/ 94875 h 94874"/>
                  <a:gd name="connsiteX15" fmla="*/ 79145 w 104253"/>
                  <a:gd name="connsiteY15" fmla="*/ 41284 h 94874"/>
                  <a:gd name="connsiteX16" fmla="*/ 78550 w 104253"/>
                  <a:gd name="connsiteY16" fmla="*/ 41284 h 9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4253" h="94874">
                    <a:moveTo>
                      <a:pt x="78500" y="41235"/>
                    </a:moveTo>
                    <a:lnTo>
                      <a:pt x="63068" y="94825"/>
                    </a:lnTo>
                    <a:lnTo>
                      <a:pt x="43120" y="94825"/>
                    </a:lnTo>
                    <a:cubicBezTo>
                      <a:pt x="43120" y="94825"/>
                      <a:pt x="27440" y="41384"/>
                      <a:pt x="27440" y="41384"/>
                    </a:cubicBezTo>
                    <a:lnTo>
                      <a:pt x="26746" y="41533"/>
                    </a:lnTo>
                    <a:lnTo>
                      <a:pt x="27589" y="94875"/>
                    </a:lnTo>
                    <a:lnTo>
                      <a:pt x="0" y="94875"/>
                    </a:lnTo>
                    <a:lnTo>
                      <a:pt x="0" y="0"/>
                    </a:lnTo>
                    <a:lnTo>
                      <a:pt x="38208" y="0"/>
                    </a:lnTo>
                    <a:cubicBezTo>
                      <a:pt x="38208" y="0"/>
                      <a:pt x="51407" y="51060"/>
                      <a:pt x="51407" y="51060"/>
                    </a:cubicBezTo>
                    <a:lnTo>
                      <a:pt x="52003" y="51060"/>
                    </a:lnTo>
                    <a:cubicBezTo>
                      <a:pt x="52003" y="51060"/>
                      <a:pt x="67236" y="0"/>
                      <a:pt x="67236" y="0"/>
                    </a:cubicBezTo>
                    <a:lnTo>
                      <a:pt x="104253" y="0"/>
                    </a:lnTo>
                    <a:lnTo>
                      <a:pt x="104253" y="94875"/>
                    </a:lnTo>
                    <a:lnTo>
                      <a:pt x="77855" y="94875"/>
                    </a:lnTo>
                    <a:cubicBezTo>
                      <a:pt x="77855" y="94875"/>
                      <a:pt x="79145" y="41284"/>
                      <a:pt x="79145" y="41284"/>
                    </a:cubicBezTo>
                    <a:lnTo>
                      <a:pt x="78550" y="41284"/>
                    </a:lnTo>
                    <a:close/>
                  </a:path>
                </a:pathLst>
              </a:custGeom>
              <a:solidFill>
                <a:srgbClr val="EE768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3936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E9BE13-2751-00A7-3565-171BF906C3E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DD4CBF66-EF3A-BDEE-7336-A2880D62AA40}"/>
              </a:ext>
            </a:extLst>
          </p:cNvPr>
          <p:cNvGrpSpPr/>
          <p:nvPr/>
        </p:nvGrpSpPr>
        <p:grpSpPr>
          <a:xfrm>
            <a:off x="1530582" y="1457846"/>
            <a:ext cx="758006" cy="758005"/>
            <a:chOff x="1530582" y="1457846"/>
            <a:chExt cx="758006" cy="758005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D422E5BB-A556-3E30-EE18-000ECD4DCB97}"/>
                </a:ext>
              </a:extLst>
            </p:cNvPr>
            <p:cNvSpPr/>
            <p:nvPr/>
          </p:nvSpPr>
          <p:spPr>
            <a:xfrm rot="21586800">
              <a:off x="1530582" y="1457846"/>
              <a:ext cx="758006" cy="758005"/>
            </a:xfrm>
            <a:custGeom>
              <a:avLst/>
              <a:gdLst>
                <a:gd name="connsiteX0" fmla="*/ 758007 w 758006"/>
                <a:gd name="connsiteY0" fmla="*/ 379003 h 758005"/>
                <a:gd name="connsiteX1" fmla="*/ 379003 w 758006"/>
                <a:gd name="connsiteY1" fmla="*/ 758006 h 758005"/>
                <a:gd name="connsiteX2" fmla="*/ 0 w 758006"/>
                <a:gd name="connsiteY2" fmla="*/ 379003 h 758005"/>
                <a:gd name="connsiteX3" fmla="*/ 379003 w 758006"/>
                <a:gd name="connsiteY3" fmla="*/ 0 h 758005"/>
                <a:gd name="connsiteX4" fmla="*/ 758007 w 758006"/>
                <a:gd name="connsiteY4" fmla="*/ 379003 h 75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06" h="758005">
                  <a:moveTo>
                    <a:pt x="758007" y="379003"/>
                  </a:moveTo>
                  <a:cubicBezTo>
                    <a:pt x="758007" y="588320"/>
                    <a:pt x="588321" y="758006"/>
                    <a:pt x="379003" y="758006"/>
                  </a:cubicBezTo>
                  <a:cubicBezTo>
                    <a:pt x="169686" y="758006"/>
                    <a:pt x="0" y="588321"/>
                    <a:pt x="0" y="379003"/>
                  </a:cubicBezTo>
                  <a:cubicBezTo>
                    <a:pt x="0" y="169685"/>
                    <a:pt x="169686" y="0"/>
                    <a:pt x="379003" y="0"/>
                  </a:cubicBezTo>
                  <a:cubicBezTo>
                    <a:pt x="588321" y="0"/>
                    <a:pt x="758007" y="169685"/>
                    <a:pt x="758007" y="379003"/>
                  </a:cubicBezTo>
                  <a:close/>
                </a:path>
              </a:pathLst>
            </a:custGeom>
            <a:noFill/>
            <a:ln w="79248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" name="Picture Placeholder 31">
              <a:extLst>
                <a:ext uri="{FF2B5EF4-FFF2-40B4-BE49-F238E27FC236}">
                  <a16:creationId xmlns:a16="http://schemas.microsoft.com/office/drawing/2014/main" id="{93E3E9D6-7C30-798D-BADA-1A74FDB94D01}"/>
                </a:ext>
              </a:extLst>
            </p:cNvPr>
            <p:cNvGrpSpPr/>
            <p:nvPr/>
          </p:nvGrpSpPr>
          <p:grpSpPr>
            <a:xfrm>
              <a:off x="1679863" y="1647479"/>
              <a:ext cx="459386" cy="397511"/>
              <a:chOff x="1679863" y="1647479"/>
              <a:chExt cx="459386" cy="397511"/>
            </a:xfrm>
            <a:noFill/>
          </p:grpSpPr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C0F0CE8F-5B35-5A01-01D2-C70CF1D708D4}"/>
                  </a:ext>
                </a:extLst>
              </p:cNvPr>
              <p:cNvSpPr/>
              <p:nvPr/>
            </p:nvSpPr>
            <p:spPr>
              <a:xfrm>
                <a:off x="1907624" y="1647479"/>
                <a:ext cx="4962" cy="397511"/>
              </a:xfrm>
              <a:custGeom>
                <a:avLst/>
                <a:gdLst>
                  <a:gd name="connsiteX0" fmla="*/ 0 w 4962"/>
                  <a:gd name="connsiteY0" fmla="*/ 397511 h 397511"/>
                  <a:gd name="connsiteX1" fmla="*/ 0 w 4962"/>
                  <a:gd name="connsiteY1" fmla="*/ 0 h 397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62" h="397511">
                    <a:moveTo>
                      <a:pt x="0" y="397511"/>
                    </a:moveTo>
                    <a:lnTo>
                      <a:pt x="0" y="0"/>
                    </a:lnTo>
                  </a:path>
                </a:pathLst>
              </a:custGeom>
              <a:ln w="79248" cap="rnd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9" name="Picture Placeholder 31">
                <a:extLst>
                  <a:ext uri="{FF2B5EF4-FFF2-40B4-BE49-F238E27FC236}">
                    <a16:creationId xmlns:a16="http://schemas.microsoft.com/office/drawing/2014/main" id="{71F9B0DA-A6EC-2DF1-9C6C-588DFFC5B73D}"/>
                  </a:ext>
                </a:extLst>
              </p:cNvPr>
              <p:cNvGrpSpPr/>
              <p:nvPr/>
            </p:nvGrpSpPr>
            <p:grpSpPr>
              <a:xfrm>
                <a:off x="1679863" y="1664499"/>
                <a:ext cx="130789" cy="380044"/>
                <a:chOff x="1679863" y="1664499"/>
                <a:chExt cx="130789" cy="380044"/>
              </a:xfrm>
              <a:noFill/>
            </p:grpSpPr>
            <p:sp>
              <p:nvSpPr>
                <p:cNvPr id="40" name="Freeform 39">
                  <a:extLst>
                    <a:ext uri="{FF2B5EF4-FFF2-40B4-BE49-F238E27FC236}">
                      <a16:creationId xmlns:a16="http://schemas.microsoft.com/office/drawing/2014/main" id="{D087E9D9-7BC7-3AA3-0BD4-25CE042D6C11}"/>
                    </a:ext>
                  </a:extLst>
                </p:cNvPr>
                <p:cNvSpPr/>
                <p:nvPr/>
              </p:nvSpPr>
              <p:spPr>
                <a:xfrm>
                  <a:off x="1722439" y="2026284"/>
                  <a:ext cx="46891" cy="18260"/>
                </a:xfrm>
                <a:custGeom>
                  <a:avLst/>
                  <a:gdLst>
                    <a:gd name="connsiteX0" fmla="*/ 46892 w 46891"/>
                    <a:gd name="connsiteY0" fmla="*/ 0 h 18260"/>
                    <a:gd name="connsiteX1" fmla="*/ 17516 w 46891"/>
                    <a:gd name="connsiteY1" fmla="*/ 17516 h 18260"/>
                    <a:gd name="connsiteX2" fmla="*/ 0 w 46891"/>
                    <a:gd name="connsiteY2" fmla="*/ 0 h 18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891" h="18260">
                      <a:moveTo>
                        <a:pt x="46892" y="0"/>
                      </a:moveTo>
                      <a:cubicBezTo>
                        <a:pt x="43617" y="12951"/>
                        <a:pt x="30467" y="20791"/>
                        <a:pt x="17516" y="17516"/>
                      </a:cubicBezTo>
                      <a:cubicBezTo>
                        <a:pt x="8882" y="15333"/>
                        <a:pt x="2134" y="8584"/>
                        <a:pt x="0" y="0"/>
                      </a:cubicBezTo>
                    </a:path>
                  </a:pathLst>
                </a:custGeom>
                <a:noFill/>
                <a:ln w="79248" cap="rnd">
                  <a:solidFill>
                    <a:srgbClr val="EE7684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 40">
                  <a:extLst>
                    <a:ext uri="{FF2B5EF4-FFF2-40B4-BE49-F238E27FC236}">
                      <a16:creationId xmlns:a16="http://schemas.microsoft.com/office/drawing/2014/main" id="{E1ED2FF9-4114-E173-E2A5-01CBF80DFD21}"/>
                    </a:ext>
                  </a:extLst>
                </p:cNvPr>
                <p:cNvSpPr/>
                <p:nvPr/>
              </p:nvSpPr>
              <p:spPr>
                <a:xfrm>
                  <a:off x="1720405" y="1664499"/>
                  <a:ext cx="49620" cy="49620"/>
                </a:xfrm>
                <a:custGeom>
                  <a:avLst/>
                  <a:gdLst>
                    <a:gd name="connsiteX0" fmla="*/ 49621 w 49620"/>
                    <a:gd name="connsiteY0" fmla="*/ 24810 h 49620"/>
                    <a:gd name="connsiteX1" fmla="*/ 24810 w 49620"/>
                    <a:gd name="connsiteY1" fmla="*/ 49621 h 49620"/>
                    <a:gd name="connsiteX2" fmla="*/ 0 w 49620"/>
                    <a:gd name="connsiteY2" fmla="*/ 24810 h 49620"/>
                    <a:gd name="connsiteX3" fmla="*/ 24810 w 49620"/>
                    <a:gd name="connsiteY3" fmla="*/ 0 h 49620"/>
                    <a:gd name="connsiteX4" fmla="*/ 49621 w 49620"/>
                    <a:gd name="connsiteY4" fmla="*/ 24810 h 49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620" h="49620">
                      <a:moveTo>
                        <a:pt x="49621" y="24810"/>
                      </a:moveTo>
                      <a:cubicBezTo>
                        <a:pt x="49621" y="38513"/>
                        <a:pt x="38513" y="49621"/>
                        <a:pt x="24810" y="49621"/>
                      </a:cubicBezTo>
                      <a:cubicBezTo>
                        <a:pt x="11108" y="49621"/>
                        <a:pt x="0" y="38513"/>
                        <a:pt x="0" y="24810"/>
                      </a:cubicBezTo>
                      <a:cubicBezTo>
                        <a:pt x="0" y="11108"/>
                        <a:pt x="11108" y="0"/>
                        <a:pt x="24810" y="0"/>
                      </a:cubicBezTo>
                      <a:cubicBezTo>
                        <a:pt x="38513" y="0"/>
                        <a:pt x="49621" y="11108"/>
                        <a:pt x="49621" y="24810"/>
                      </a:cubicBezTo>
                      <a:close/>
                    </a:path>
                  </a:pathLst>
                </a:custGeom>
                <a:noFill/>
                <a:ln w="79248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 41">
                  <a:extLst>
                    <a:ext uri="{FF2B5EF4-FFF2-40B4-BE49-F238E27FC236}">
                      <a16:creationId xmlns:a16="http://schemas.microsoft.com/office/drawing/2014/main" id="{AFD7BF10-1203-0BF1-2646-90C9021EEC21}"/>
                    </a:ext>
                  </a:extLst>
                </p:cNvPr>
                <p:cNvSpPr/>
                <p:nvPr/>
              </p:nvSpPr>
              <p:spPr>
                <a:xfrm>
                  <a:off x="1679863" y="1780452"/>
                  <a:ext cx="130789" cy="245781"/>
                </a:xfrm>
                <a:custGeom>
                  <a:avLst/>
                  <a:gdLst>
                    <a:gd name="connsiteX0" fmla="*/ 1 w 130789"/>
                    <a:gd name="connsiteY0" fmla="*/ 65758 h 245781"/>
                    <a:gd name="connsiteX1" fmla="*/ 52004 w 130789"/>
                    <a:gd name="connsiteY1" fmla="*/ 1400 h 245781"/>
                    <a:gd name="connsiteX2" fmla="*/ 129412 w 130789"/>
                    <a:gd name="connsiteY2" fmla="*/ 51963 h 245781"/>
                    <a:gd name="connsiteX3" fmla="*/ 129412 w 130789"/>
                    <a:gd name="connsiteY3" fmla="*/ 78758 h 245781"/>
                    <a:gd name="connsiteX4" fmla="*/ 89517 w 130789"/>
                    <a:gd name="connsiteY4" fmla="*/ 245782 h 245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789" h="245781">
                      <a:moveTo>
                        <a:pt x="1" y="65758"/>
                      </a:moveTo>
                      <a:cubicBezTo>
                        <a:pt x="-197" y="35291"/>
                        <a:pt x="21041" y="7900"/>
                        <a:pt x="52004" y="1400"/>
                      </a:cubicBezTo>
                      <a:cubicBezTo>
                        <a:pt x="87334" y="-5994"/>
                        <a:pt x="122019" y="16633"/>
                        <a:pt x="129412" y="51963"/>
                      </a:cubicBezTo>
                      <a:cubicBezTo>
                        <a:pt x="131248" y="60796"/>
                        <a:pt x="131248" y="69926"/>
                        <a:pt x="129412" y="78758"/>
                      </a:cubicBezTo>
                      <a:lnTo>
                        <a:pt x="89517" y="245782"/>
                      </a:lnTo>
                    </a:path>
                  </a:pathLst>
                </a:custGeom>
                <a:noFill/>
                <a:ln w="79248" cap="rnd">
                  <a:solidFill>
                    <a:srgbClr val="EE7684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8E2B3171-670A-60EC-BBD7-5980F2E29664}"/>
                    </a:ext>
                  </a:extLst>
                </p:cNvPr>
                <p:cNvSpPr/>
                <p:nvPr/>
              </p:nvSpPr>
              <p:spPr>
                <a:xfrm>
                  <a:off x="1679865" y="1852760"/>
                  <a:ext cx="41185" cy="167023"/>
                </a:xfrm>
                <a:custGeom>
                  <a:avLst/>
                  <a:gdLst>
                    <a:gd name="connsiteX0" fmla="*/ 41185 w 41185"/>
                    <a:gd name="connsiteY0" fmla="*/ 167023 h 167023"/>
                    <a:gd name="connsiteX1" fmla="*/ 0 w 41185"/>
                    <a:gd name="connsiteY1" fmla="*/ 0 h 16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185" h="167023">
                      <a:moveTo>
                        <a:pt x="41185" y="16702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79248" cap="rnd">
                  <a:solidFill>
                    <a:srgbClr val="EE7684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" name="Picture Placeholder 31">
                <a:extLst>
                  <a:ext uri="{FF2B5EF4-FFF2-40B4-BE49-F238E27FC236}">
                    <a16:creationId xmlns:a16="http://schemas.microsoft.com/office/drawing/2014/main" id="{970197F3-FA13-D197-18D1-71F8FC5BEF06}"/>
                  </a:ext>
                </a:extLst>
              </p:cNvPr>
              <p:cNvGrpSpPr/>
              <p:nvPr/>
            </p:nvGrpSpPr>
            <p:grpSpPr>
              <a:xfrm>
                <a:off x="2007932" y="1664499"/>
                <a:ext cx="131317" cy="380480"/>
                <a:chOff x="2007932" y="1664499"/>
                <a:chExt cx="131317" cy="380480"/>
              </a:xfrm>
              <a:noFill/>
            </p:grpSpPr>
            <p:sp>
              <p:nvSpPr>
                <p:cNvPr id="45" name="Freeform 44">
                  <a:extLst>
                    <a:ext uri="{FF2B5EF4-FFF2-40B4-BE49-F238E27FC236}">
                      <a16:creationId xmlns:a16="http://schemas.microsoft.com/office/drawing/2014/main" id="{9031DD5B-72B0-D7DC-C6DC-629E5E3BD88D}"/>
                    </a:ext>
                  </a:extLst>
                </p:cNvPr>
                <p:cNvSpPr/>
                <p:nvPr/>
              </p:nvSpPr>
              <p:spPr>
                <a:xfrm>
                  <a:off x="2049241" y="1664499"/>
                  <a:ext cx="49620" cy="49620"/>
                </a:xfrm>
                <a:custGeom>
                  <a:avLst/>
                  <a:gdLst>
                    <a:gd name="connsiteX0" fmla="*/ 49621 w 49620"/>
                    <a:gd name="connsiteY0" fmla="*/ 24810 h 49620"/>
                    <a:gd name="connsiteX1" fmla="*/ 24810 w 49620"/>
                    <a:gd name="connsiteY1" fmla="*/ 49621 h 49620"/>
                    <a:gd name="connsiteX2" fmla="*/ 0 w 49620"/>
                    <a:gd name="connsiteY2" fmla="*/ 24810 h 49620"/>
                    <a:gd name="connsiteX3" fmla="*/ 24810 w 49620"/>
                    <a:gd name="connsiteY3" fmla="*/ 0 h 49620"/>
                    <a:gd name="connsiteX4" fmla="*/ 49621 w 49620"/>
                    <a:gd name="connsiteY4" fmla="*/ 24810 h 49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620" h="49620">
                      <a:moveTo>
                        <a:pt x="49621" y="24810"/>
                      </a:moveTo>
                      <a:cubicBezTo>
                        <a:pt x="49621" y="38513"/>
                        <a:pt x="38513" y="49621"/>
                        <a:pt x="24810" y="49621"/>
                      </a:cubicBezTo>
                      <a:cubicBezTo>
                        <a:pt x="11108" y="49621"/>
                        <a:pt x="0" y="38513"/>
                        <a:pt x="0" y="24810"/>
                      </a:cubicBezTo>
                      <a:cubicBezTo>
                        <a:pt x="0" y="11108"/>
                        <a:pt x="11108" y="0"/>
                        <a:pt x="24810" y="0"/>
                      </a:cubicBezTo>
                      <a:cubicBezTo>
                        <a:pt x="38513" y="0"/>
                        <a:pt x="49621" y="11108"/>
                        <a:pt x="49621" y="24810"/>
                      </a:cubicBezTo>
                      <a:close/>
                    </a:path>
                  </a:pathLst>
                </a:custGeom>
                <a:noFill/>
                <a:ln w="79248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545B5506-F047-12A7-9448-87C505FFF926}"/>
                    </a:ext>
                  </a:extLst>
                </p:cNvPr>
                <p:cNvSpPr/>
                <p:nvPr/>
              </p:nvSpPr>
              <p:spPr>
                <a:xfrm>
                  <a:off x="2007932" y="1796292"/>
                  <a:ext cx="131317" cy="248687"/>
                </a:xfrm>
                <a:custGeom>
                  <a:avLst/>
                  <a:gdLst>
                    <a:gd name="connsiteX0" fmla="*/ 129336 w 131317"/>
                    <a:gd name="connsiteY0" fmla="*/ 167222 h 248687"/>
                    <a:gd name="connsiteX1" fmla="*/ 81849 w 131317"/>
                    <a:gd name="connsiteY1" fmla="*/ 246565 h 248687"/>
                    <a:gd name="connsiteX2" fmla="*/ 81452 w 131317"/>
                    <a:gd name="connsiteY2" fmla="*/ 246664 h 248687"/>
                    <a:gd name="connsiteX3" fmla="*/ 2010 w 131317"/>
                    <a:gd name="connsiteY3" fmla="*/ 199326 h 248687"/>
                    <a:gd name="connsiteX4" fmla="*/ 2010 w 131317"/>
                    <a:gd name="connsiteY4" fmla="*/ 167222 h 248687"/>
                    <a:gd name="connsiteX5" fmla="*/ 41905 w 131317"/>
                    <a:gd name="connsiteY5" fmla="*/ 0 h 248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1317" h="248687">
                      <a:moveTo>
                        <a:pt x="129336" y="167222"/>
                      </a:moveTo>
                      <a:cubicBezTo>
                        <a:pt x="138119" y="202254"/>
                        <a:pt x="116882" y="237782"/>
                        <a:pt x="81849" y="246565"/>
                      </a:cubicBezTo>
                      <a:cubicBezTo>
                        <a:pt x="81701" y="246565"/>
                        <a:pt x="81601" y="246615"/>
                        <a:pt x="81452" y="246664"/>
                      </a:cubicBezTo>
                      <a:cubicBezTo>
                        <a:pt x="46470" y="255547"/>
                        <a:pt x="10892" y="234359"/>
                        <a:pt x="2010" y="199326"/>
                      </a:cubicBezTo>
                      <a:cubicBezTo>
                        <a:pt x="-670" y="188807"/>
                        <a:pt x="-670" y="177741"/>
                        <a:pt x="2010" y="167222"/>
                      </a:cubicBezTo>
                      <a:lnTo>
                        <a:pt x="41905" y="0"/>
                      </a:lnTo>
                    </a:path>
                  </a:pathLst>
                </a:custGeom>
                <a:noFill/>
                <a:ln w="79248" cap="rnd">
                  <a:solidFill>
                    <a:srgbClr val="EE7684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 46">
                  <a:extLst>
                    <a:ext uri="{FF2B5EF4-FFF2-40B4-BE49-F238E27FC236}">
                      <a16:creationId xmlns:a16="http://schemas.microsoft.com/office/drawing/2014/main" id="{E20513A1-AAA2-EE93-2857-E20204D9556D}"/>
                    </a:ext>
                  </a:extLst>
                </p:cNvPr>
                <p:cNvSpPr/>
                <p:nvPr/>
              </p:nvSpPr>
              <p:spPr>
                <a:xfrm>
                  <a:off x="2049837" y="1778081"/>
                  <a:ext cx="87431" cy="185481"/>
                </a:xfrm>
                <a:custGeom>
                  <a:avLst/>
                  <a:gdLst>
                    <a:gd name="connsiteX0" fmla="*/ 0 w 87431"/>
                    <a:gd name="connsiteY0" fmla="*/ 18260 h 185481"/>
                    <a:gd name="connsiteX1" fmla="*/ 29376 w 87431"/>
                    <a:gd name="connsiteY1" fmla="*/ 744 h 185481"/>
                    <a:gd name="connsiteX2" fmla="*/ 46892 w 87431"/>
                    <a:gd name="connsiteY2" fmla="*/ 18260 h 185481"/>
                    <a:gd name="connsiteX3" fmla="*/ 87432 w 87431"/>
                    <a:gd name="connsiteY3" fmla="*/ 185482 h 185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431" h="185481">
                      <a:moveTo>
                        <a:pt x="0" y="18260"/>
                      </a:moveTo>
                      <a:cubicBezTo>
                        <a:pt x="3275" y="5309"/>
                        <a:pt x="16424" y="-2531"/>
                        <a:pt x="29376" y="744"/>
                      </a:cubicBezTo>
                      <a:cubicBezTo>
                        <a:pt x="38010" y="2927"/>
                        <a:pt x="44708" y="9676"/>
                        <a:pt x="46892" y="18260"/>
                      </a:cubicBezTo>
                      <a:lnTo>
                        <a:pt x="87432" y="185482"/>
                      </a:lnTo>
                    </a:path>
                  </a:pathLst>
                </a:custGeom>
                <a:noFill/>
                <a:ln w="79248" cap="rnd">
                  <a:solidFill>
                    <a:srgbClr val="EE7684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2068B12-1B12-4AD9-CCB3-420C90F8E9CD}"/>
              </a:ext>
            </a:extLst>
          </p:cNvPr>
          <p:cNvGrpSpPr/>
          <p:nvPr/>
        </p:nvGrpSpPr>
        <p:grpSpPr>
          <a:xfrm>
            <a:off x="2873767" y="1453909"/>
            <a:ext cx="706600" cy="765895"/>
            <a:chOff x="2873767" y="1453909"/>
            <a:chExt cx="706600" cy="765895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6F5E1FE-6E69-022E-957E-035F27A20B66}"/>
                </a:ext>
              </a:extLst>
            </p:cNvPr>
            <p:cNvSpPr/>
            <p:nvPr/>
          </p:nvSpPr>
          <p:spPr>
            <a:xfrm>
              <a:off x="2907906" y="1650308"/>
              <a:ext cx="638867" cy="569496"/>
            </a:xfrm>
            <a:custGeom>
              <a:avLst/>
              <a:gdLst>
                <a:gd name="connsiteX0" fmla="*/ 576692 w 638867"/>
                <a:gd name="connsiteY0" fmla="*/ 0 h 569496"/>
                <a:gd name="connsiteX1" fmla="*/ 62175 w 638867"/>
                <a:gd name="connsiteY1" fmla="*/ 0 h 569496"/>
                <a:gd name="connsiteX2" fmla="*/ 0 w 638867"/>
                <a:gd name="connsiteY2" fmla="*/ 60885 h 569496"/>
                <a:gd name="connsiteX3" fmla="*/ 0 w 638867"/>
                <a:gd name="connsiteY3" fmla="*/ 60885 h 569496"/>
                <a:gd name="connsiteX4" fmla="*/ 62175 w 638867"/>
                <a:gd name="connsiteY4" fmla="*/ 121769 h 569496"/>
                <a:gd name="connsiteX5" fmla="*/ 181265 w 638867"/>
                <a:gd name="connsiteY5" fmla="*/ 121769 h 569496"/>
                <a:gd name="connsiteX6" fmla="*/ 222499 w 638867"/>
                <a:gd name="connsiteY6" fmla="*/ 163004 h 569496"/>
                <a:gd name="connsiteX7" fmla="*/ 222499 w 638867"/>
                <a:gd name="connsiteY7" fmla="*/ 543793 h 569496"/>
                <a:gd name="connsiteX8" fmla="*/ 248749 w 638867"/>
                <a:gd name="connsiteY8" fmla="*/ 569497 h 569496"/>
                <a:gd name="connsiteX9" fmla="*/ 375232 w 638867"/>
                <a:gd name="connsiteY9" fmla="*/ 569497 h 569496"/>
                <a:gd name="connsiteX10" fmla="*/ 416368 w 638867"/>
                <a:gd name="connsiteY10" fmla="*/ 543793 h 569496"/>
                <a:gd name="connsiteX11" fmla="*/ 416368 w 638867"/>
                <a:gd name="connsiteY11" fmla="*/ 163054 h 569496"/>
                <a:gd name="connsiteX12" fmla="*/ 457652 w 638867"/>
                <a:gd name="connsiteY12" fmla="*/ 121769 h 569496"/>
                <a:gd name="connsiteX13" fmla="*/ 576692 w 638867"/>
                <a:gd name="connsiteY13" fmla="*/ 121769 h 569496"/>
                <a:gd name="connsiteX14" fmla="*/ 638867 w 638867"/>
                <a:gd name="connsiteY14" fmla="*/ 60885 h 569496"/>
                <a:gd name="connsiteX15" fmla="*/ 638867 w 638867"/>
                <a:gd name="connsiteY15" fmla="*/ 60885 h 569496"/>
                <a:gd name="connsiteX16" fmla="*/ 576692 w 638867"/>
                <a:gd name="connsiteY16" fmla="*/ 0 h 56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8867" h="569496">
                  <a:moveTo>
                    <a:pt x="576692" y="0"/>
                  </a:moveTo>
                  <a:lnTo>
                    <a:pt x="62175" y="0"/>
                  </a:lnTo>
                  <a:cubicBezTo>
                    <a:pt x="27837" y="0"/>
                    <a:pt x="0" y="27242"/>
                    <a:pt x="0" y="60885"/>
                  </a:cubicBezTo>
                  <a:lnTo>
                    <a:pt x="0" y="60885"/>
                  </a:lnTo>
                  <a:cubicBezTo>
                    <a:pt x="0" y="94527"/>
                    <a:pt x="27837" y="121769"/>
                    <a:pt x="62175" y="121769"/>
                  </a:cubicBezTo>
                  <a:lnTo>
                    <a:pt x="181265" y="121769"/>
                  </a:lnTo>
                  <a:cubicBezTo>
                    <a:pt x="204041" y="121769"/>
                    <a:pt x="222499" y="140228"/>
                    <a:pt x="222499" y="163004"/>
                  </a:cubicBezTo>
                  <a:lnTo>
                    <a:pt x="222499" y="543793"/>
                  </a:lnTo>
                  <a:cubicBezTo>
                    <a:pt x="222499" y="557985"/>
                    <a:pt x="234260" y="569497"/>
                    <a:pt x="248749" y="569497"/>
                  </a:cubicBezTo>
                  <a:lnTo>
                    <a:pt x="375232" y="569497"/>
                  </a:lnTo>
                  <a:cubicBezTo>
                    <a:pt x="389721" y="569497"/>
                    <a:pt x="416368" y="557985"/>
                    <a:pt x="416368" y="543793"/>
                  </a:cubicBezTo>
                  <a:lnTo>
                    <a:pt x="416368" y="163054"/>
                  </a:lnTo>
                  <a:cubicBezTo>
                    <a:pt x="416368" y="140228"/>
                    <a:pt x="434876" y="121769"/>
                    <a:pt x="457652" y="121769"/>
                  </a:cubicBezTo>
                  <a:lnTo>
                    <a:pt x="576692" y="121769"/>
                  </a:lnTo>
                  <a:cubicBezTo>
                    <a:pt x="611030" y="121769"/>
                    <a:pt x="638867" y="94527"/>
                    <a:pt x="638867" y="60885"/>
                  </a:cubicBezTo>
                  <a:lnTo>
                    <a:pt x="638867" y="60885"/>
                  </a:lnTo>
                  <a:cubicBezTo>
                    <a:pt x="638867" y="27242"/>
                    <a:pt x="611030" y="0"/>
                    <a:pt x="576692" y="0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5B35D6B-D153-9A2F-9C10-8C58FF7722CD}"/>
                </a:ext>
              </a:extLst>
            </p:cNvPr>
            <p:cNvSpPr/>
            <p:nvPr/>
          </p:nvSpPr>
          <p:spPr>
            <a:xfrm>
              <a:off x="2873767" y="1864421"/>
              <a:ext cx="141419" cy="200417"/>
            </a:xfrm>
            <a:custGeom>
              <a:avLst/>
              <a:gdLst>
                <a:gd name="connsiteX0" fmla="*/ 140079 w 141419"/>
                <a:gd name="connsiteY0" fmla="*/ 115616 h 200417"/>
                <a:gd name="connsiteX1" fmla="*/ 70858 w 141419"/>
                <a:gd name="connsiteY1" fmla="*/ 0 h 200417"/>
                <a:gd name="connsiteX2" fmla="*/ 70858 w 141419"/>
                <a:gd name="connsiteY2" fmla="*/ 0 h 200417"/>
                <a:gd name="connsiteX3" fmla="*/ 1389 w 141419"/>
                <a:gd name="connsiteY3" fmla="*/ 115616 h 200417"/>
                <a:gd name="connsiteX4" fmla="*/ 1389 w 141419"/>
                <a:gd name="connsiteY4" fmla="*/ 115467 h 200417"/>
                <a:gd name="connsiteX5" fmla="*/ 0 w 141419"/>
                <a:gd name="connsiteY5" fmla="*/ 129708 h 200417"/>
                <a:gd name="connsiteX6" fmla="*/ 70710 w 141419"/>
                <a:gd name="connsiteY6" fmla="*/ 200418 h 200417"/>
                <a:gd name="connsiteX7" fmla="*/ 141419 w 141419"/>
                <a:gd name="connsiteY7" fmla="*/ 129708 h 200417"/>
                <a:gd name="connsiteX8" fmla="*/ 140079 w 141419"/>
                <a:gd name="connsiteY8" fmla="*/ 115914 h 200417"/>
                <a:gd name="connsiteX9" fmla="*/ 140079 w 141419"/>
                <a:gd name="connsiteY9" fmla="*/ 115616 h 20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19" h="200417">
                  <a:moveTo>
                    <a:pt x="140079" y="115616"/>
                  </a:moveTo>
                  <a:lnTo>
                    <a:pt x="70858" y="0"/>
                  </a:lnTo>
                  <a:lnTo>
                    <a:pt x="70858" y="0"/>
                  </a:lnTo>
                  <a:lnTo>
                    <a:pt x="1389" y="115616"/>
                  </a:lnTo>
                  <a:lnTo>
                    <a:pt x="1389" y="115467"/>
                  </a:lnTo>
                  <a:cubicBezTo>
                    <a:pt x="496" y="120082"/>
                    <a:pt x="0" y="124846"/>
                    <a:pt x="0" y="129708"/>
                  </a:cubicBezTo>
                  <a:cubicBezTo>
                    <a:pt x="0" y="168760"/>
                    <a:pt x="31658" y="200418"/>
                    <a:pt x="70710" y="200418"/>
                  </a:cubicBezTo>
                  <a:cubicBezTo>
                    <a:pt x="109761" y="200418"/>
                    <a:pt x="141419" y="168760"/>
                    <a:pt x="141419" y="129708"/>
                  </a:cubicBezTo>
                  <a:cubicBezTo>
                    <a:pt x="141419" y="124994"/>
                    <a:pt x="140973" y="120380"/>
                    <a:pt x="140079" y="115914"/>
                  </a:cubicBezTo>
                  <a:lnTo>
                    <a:pt x="140079" y="115616"/>
                  </a:lnTo>
                  <a:close/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3754121C-9AD8-DD3A-548B-CF7F32E7BF6C}"/>
                </a:ext>
              </a:extLst>
            </p:cNvPr>
            <p:cNvSpPr/>
            <p:nvPr/>
          </p:nvSpPr>
          <p:spPr>
            <a:xfrm>
              <a:off x="3438948" y="1864421"/>
              <a:ext cx="141419" cy="200417"/>
            </a:xfrm>
            <a:custGeom>
              <a:avLst/>
              <a:gdLst>
                <a:gd name="connsiteX0" fmla="*/ 140079 w 141419"/>
                <a:gd name="connsiteY0" fmla="*/ 115616 h 200417"/>
                <a:gd name="connsiteX1" fmla="*/ 70858 w 141419"/>
                <a:gd name="connsiteY1" fmla="*/ 0 h 200417"/>
                <a:gd name="connsiteX2" fmla="*/ 70858 w 141419"/>
                <a:gd name="connsiteY2" fmla="*/ 0 h 200417"/>
                <a:gd name="connsiteX3" fmla="*/ 1389 w 141419"/>
                <a:gd name="connsiteY3" fmla="*/ 115616 h 200417"/>
                <a:gd name="connsiteX4" fmla="*/ 1389 w 141419"/>
                <a:gd name="connsiteY4" fmla="*/ 115467 h 200417"/>
                <a:gd name="connsiteX5" fmla="*/ 0 w 141419"/>
                <a:gd name="connsiteY5" fmla="*/ 129708 h 200417"/>
                <a:gd name="connsiteX6" fmla="*/ 70710 w 141419"/>
                <a:gd name="connsiteY6" fmla="*/ 200418 h 200417"/>
                <a:gd name="connsiteX7" fmla="*/ 141419 w 141419"/>
                <a:gd name="connsiteY7" fmla="*/ 129708 h 200417"/>
                <a:gd name="connsiteX8" fmla="*/ 140079 w 141419"/>
                <a:gd name="connsiteY8" fmla="*/ 115914 h 200417"/>
                <a:gd name="connsiteX9" fmla="*/ 140079 w 141419"/>
                <a:gd name="connsiteY9" fmla="*/ 115616 h 20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19" h="200417">
                  <a:moveTo>
                    <a:pt x="140079" y="115616"/>
                  </a:moveTo>
                  <a:lnTo>
                    <a:pt x="70858" y="0"/>
                  </a:lnTo>
                  <a:lnTo>
                    <a:pt x="70858" y="0"/>
                  </a:lnTo>
                  <a:lnTo>
                    <a:pt x="1389" y="115616"/>
                  </a:lnTo>
                  <a:lnTo>
                    <a:pt x="1389" y="115467"/>
                  </a:lnTo>
                  <a:cubicBezTo>
                    <a:pt x="496" y="120082"/>
                    <a:pt x="0" y="124846"/>
                    <a:pt x="0" y="129708"/>
                  </a:cubicBezTo>
                  <a:cubicBezTo>
                    <a:pt x="0" y="168760"/>
                    <a:pt x="31658" y="200418"/>
                    <a:pt x="70710" y="200418"/>
                  </a:cubicBezTo>
                  <a:cubicBezTo>
                    <a:pt x="109761" y="200418"/>
                    <a:pt x="141419" y="168760"/>
                    <a:pt x="141419" y="129708"/>
                  </a:cubicBezTo>
                  <a:cubicBezTo>
                    <a:pt x="141419" y="124994"/>
                    <a:pt x="140973" y="120380"/>
                    <a:pt x="140079" y="115914"/>
                  </a:cubicBezTo>
                  <a:lnTo>
                    <a:pt x="140079" y="115616"/>
                  </a:lnTo>
                  <a:close/>
                </a:path>
              </a:pathLst>
            </a:custGeom>
            <a:noFill/>
            <a:ln w="79248" cap="rnd">
              <a:solidFill>
                <a:srgbClr val="EE768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11F4B0C-4DE3-C22F-D611-B98F58548739}"/>
                </a:ext>
              </a:extLst>
            </p:cNvPr>
            <p:cNvSpPr/>
            <p:nvPr/>
          </p:nvSpPr>
          <p:spPr>
            <a:xfrm>
              <a:off x="3146731" y="1453909"/>
              <a:ext cx="161267" cy="161267"/>
            </a:xfrm>
            <a:custGeom>
              <a:avLst/>
              <a:gdLst>
                <a:gd name="connsiteX0" fmla="*/ 161267 w 161267"/>
                <a:gd name="connsiteY0" fmla="*/ 80634 h 161267"/>
                <a:gd name="connsiteX1" fmla="*/ 80634 w 161267"/>
                <a:gd name="connsiteY1" fmla="*/ 161267 h 161267"/>
                <a:gd name="connsiteX2" fmla="*/ 0 w 161267"/>
                <a:gd name="connsiteY2" fmla="*/ 80634 h 161267"/>
                <a:gd name="connsiteX3" fmla="*/ 80634 w 161267"/>
                <a:gd name="connsiteY3" fmla="*/ 0 h 161267"/>
                <a:gd name="connsiteX4" fmla="*/ 161267 w 161267"/>
                <a:gd name="connsiteY4" fmla="*/ 80634 h 16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267" h="161267">
                  <a:moveTo>
                    <a:pt x="161267" y="80634"/>
                  </a:moveTo>
                  <a:cubicBezTo>
                    <a:pt x="161267" y="125166"/>
                    <a:pt x="125166" y="161267"/>
                    <a:pt x="80634" y="161267"/>
                  </a:cubicBezTo>
                  <a:cubicBezTo>
                    <a:pt x="36101" y="161267"/>
                    <a:pt x="0" y="125166"/>
                    <a:pt x="0" y="80634"/>
                  </a:cubicBezTo>
                  <a:cubicBezTo>
                    <a:pt x="0" y="36101"/>
                    <a:pt x="36101" y="0"/>
                    <a:pt x="80634" y="0"/>
                  </a:cubicBezTo>
                  <a:cubicBezTo>
                    <a:pt x="125166" y="0"/>
                    <a:pt x="161267" y="36101"/>
                    <a:pt x="161267" y="80634"/>
                  </a:cubicBezTo>
                  <a:close/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4928FDC-86E0-3119-A139-23F21C9DCA9A}"/>
              </a:ext>
            </a:extLst>
          </p:cNvPr>
          <p:cNvGrpSpPr/>
          <p:nvPr/>
        </p:nvGrpSpPr>
        <p:grpSpPr>
          <a:xfrm>
            <a:off x="4202291" y="1423343"/>
            <a:ext cx="684567" cy="827077"/>
            <a:chOff x="4202291" y="1423343"/>
            <a:chExt cx="684567" cy="827077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3A3F6C42-780D-E6E8-3DE9-DCDAE072D66A}"/>
                </a:ext>
              </a:extLst>
            </p:cNvPr>
            <p:cNvSpPr/>
            <p:nvPr/>
          </p:nvSpPr>
          <p:spPr>
            <a:xfrm>
              <a:off x="4202291" y="1423343"/>
              <a:ext cx="591807" cy="827077"/>
            </a:xfrm>
            <a:custGeom>
              <a:avLst/>
              <a:gdLst>
                <a:gd name="connsiteX0" fmla="*/ 552130 w 591807"/>
                <a:gd name="connsiteY0" fmla="*/ 827078 h 827077"/>
                <a:gd name="connsiteX1" fmla="*/ 130800 w 591807"/>
                <a:gd name="connsiteY1" fmla="*/ 827078 h 827077"/>
                <a:gd name="connsiteX2" fmla="*/ 91104 w 591807"/>
                <a:gd name="connsiteY2" fmla="*/ 787381 h 827077"/>
                <a:gd name="connsiteX3" fmla="*/ 91104 w 591807"/>
                <a:gd name="connsiteY3" fmla="*/ 553122 h 827077"/>
                <a:gd name="connsiteX4" fmla="*/ 32849 w 591807"/>
                <a:gd name="connsiteY4" fmla="*/ 508910 h 827077"/>
                <a:gd name="connsiteX5" fmla="*/ 0 w 591807"/>
                <a:gd name="connsiteY5" fmla="*/ 442765 h 827077"/>
                <a:gd name="connsiteX6" fmla="*/ 0 w 591807"/>
                <a:gd name="connsiteY6" fmla="*/ 62969 h 827077"/>
                <a:gd name="connsiteX7" fmla="*/ 62969 w 591807"/>
                <a:gd name="connsiteY7" fmla="*/ 0 h 827077"/>
                <a:gd name="connsiteX8" fmla="*/ 157943 w 591807"/>
                <a:gd name="connsiteY8" fmla="*/ 0 h 827077"/>
                <a:gd name="connsiteX9" fmla="*/ 220912 w 591807"/>
                <a:gd name="connsiteY9" fmla="*/ 62969 h 827077"/>
                <a:gd name="connsiteX10" fmla="*/ 220912 w 591807"/>
                <a:gd name="connsiteY10" fmla="*/ 390068 h 827077"/>
                <a:gd name="connsiteX11" fmla="*/ 246615 w 591807"/>
                <a:gd name="connsiteY11" fmla="*/ 427184 h 827077"/>
                <a:gd name="connsiteX12" fmla="*/ 206919 w 591807"/>
                <a:gd name="connsiteY12" fmla="*/ 466881 h 827077"/>
                <a:gd name="connsiteX13" fmla="*/ 181215 w 591807"/>
                <a:gd name="connsiteY13" fmla="*/ 466881 h 827077"/>
                <a:gd name="connsiteX14" fmla="*/ 181215 w 591807"/>
                <a:gd name="connsiteY14" fmla="*/ 466881 h 827077"/>
                <a:gd name="connsiteX15" fmla="*/ 153130 w 591807"/>
                <a:gd name="connsiteY15" fmla="*/ 455270 h 827077"/>
                <a:gd name="connsiteX16" fmla="*/ 141518 w 591807"/>
                <a:gd name="connsiteY16" fmla="*/ 427184 h 827077"/>
                <a:gd name="connsiteX17" fmla="*/ 141518 w 591807"/>
                <a:gd name="connsiteY17" fmla="*/ 79393 h 827077"/>
                <a:gd name="connsiteX18" fmla="*/ 79393 w 591807"/>
                <a:gd name="connsiteY18" fmla="*/ 79393 h 827077"/>
                <a:gd name="connsiteX19" fmla="*/ 79393 w 591807"/>
                <a:gd name="connsiteY19" fmla="*/ 442765 h 827077"/>
                <a:gd name="connsiteX20" fmla="*/ 80832 w 591807"/>
                <a:gd name="connsiteY20" fmla="*/ 445693 h 827077"/>
                <a:gd name="connsiteX21" fmla="*/ 140179 w 591807"/>
                <a:gd name="connsiteY21" fmla="*/ 490749 h 827077"/>
                <a:gd name="connsiteX22" fmla="*/ 170447 w 591807"/>
                <a:gd name="connsiteY22" fmla="*/ 551732 h 827077"/>
                <a:gd name="connsiteX23" fmla="*/ 170447 w 591807"/>
                <a:gd name="connsiteY23" fmla="*/ 747685 h 827077"/>
                <a:gd name="connsiteX24" fmla="*/ 505635 w 591807"/>
                <a:gd name="connsiteY24" fmla="*/ 747685 h 827077"/>
                <a:gd name="connsiteX25" fmla="*/ 481867 w 591807"/>
                <a:gd name="connsiteY25" fmla="*/ 596639 h 827077"/>
                <a:gd name="connsiteX26" fmla="*/ 514914 w 591807"/>
                <a:gd name="connsiteY26" fmla="*/ 551236 h 827077"/>
                <a:gd name="connsiteX27" fmla="*/ 560317 w 591807"/>
                <a:gd name="connsiteY27" fmla="*/ 584284 h 827077"/>
                <a:gd name="connsiteX28" fmla="*/ 591330 w 591807"/>
                <a:gd name="connsiteY28" fmla="*/ 781178 h 827077"/>
                <a:gd name="connsiteX29" fmla="*/ 582299 w 591807"/>
                <a:gd name="connsiteY29" fmla="*/ 813134 h 827077"/>
                <a:gd name="connsiteX30" fmla="*/ 552130 w 591807"/>
                <a:gd name="connsiteY30" fmla="*/ 827028 h 827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91807" h="827077">
                  <a:moveTo>
                    <a:pt x="552130" y="827078"/>
                  </a:moveTo>
                  <a:lnTo>
                    <a:pt x="130800" y="827078"/>
                  </a:lnTo>
                  <a:cubicBezTo>
                    <a:pt x="108868" y="827078"/>
                    <a:pt x="91104" y="809313"/>
                    <a:pt x="91104" y="787381"/>
                  </a:cubicBezTo>
                  <a:lnTo>
                    <a:pt x="91104" y="553122"/>
                  </a:lnTo>
                  <a:lnTo>
                    <a:pt x="32849" y="508910"/>
                  </a:lnTo>
                  <a:cubicBezTo>
                    <a:pt x="12256" y="493279"/>
                    <a:pt x="0" y="468568"/>
                    <a:pt x="0" y="442765"/>
                  </a:cubicBezTo>
                  <a:lnTo>
                    <a:pt x="0" y="62969"/>
                  </a:lnTo>
                  <a:cubicBezTo>
                    <a:pt x="0" y="28234"/>
                    <a:pt x="28234" y="0"/>
                    <a:pt x="62969" y="0"/>
                  </a:cubicBezTo>
                  <a:lnTo>
                    <a:pt x="157943" y="0"/>
                  </a:lnTo>
                  <a:cubicBezTo>
                    <a:pt x="192677" y="0"/>
                    <a:pt x="220912" y="28234"/>
                    <a:pt x="220912" y="62969"/>
                  </a:cubicBezTo>
                  <a:lnTo>
                    <a:pt x="220912" y="390068"/>
                  </a:lnTo>
                  <a:cubicBezTo>
                    <a:pt x="235897" y="395725"/>
                    <a:pt x="246615" y="410214"/>
                    <a:pt x="246615" y="427184"/>
                  </a:cubicBezTo>
                  <a:cubicBezTo>
                    <a:pt x="246615" y="449117"/>
                    <a:pt x="228851" y="466881"/>
                    <a:pt x="206919" y="466881"/>
                  </a:cubicBezTo>
                  <a:lnTo>
                    <a:pt x="181215" y="466881"/>
                  </a:lnTo>
                  <a:cubicBezTo>
                    <a:pt x="181215" y="466881"/>
                    <a:pt x="181215" y="466881"/>
                    <a:pt x="181215" y="466881"/>
                  </a:cubicBezTo>
                  <a:cubicBezTo>
                    <a:pt x="170695" y="466881"/>
                    <a:pt x="160573" y="462713"/>
                    <a:pt x="153130" y="455270"/>
                  </a:cubicBezTo>
                  <a:cubicBezTo>
                    <a:pt x="145687" y="447827"/>
                    <a:pt x="141518" y="437704"/>
                    <a:pt x="141518" y="427184"/>
                  </a:cubicBezTo>
                  <a:lnTo>
                    <a:pt x="141518" y="79393"/>
                  </a:lnTo>
                  <a:lnTo>
                    <a:pt x="79393" y="79393"/>
                  </a:lnTo>
                  <a:lnTo>
                    <a:pt x="79393" y="442765"/>
                  </a:lnTo>
                  <a:cubicBezTo>
                    <a:pt x="79393" y="443907"/>
                    <a:pt x="79939" y="444998"/>
                    <a:pt x="80832" y="445693"/>
                  </a:cubicBezTo>
                  <a:lnTo>
                    <a:pt x="140179" y="490749"/>
                  </a:lnTo>
                  <a:cubicBezTo>
                    <a:pt x="159134" y="505139"/>
                    <a:pt x="170447" y="527915"/>
                    <a:pt x="170447" y="551732"/>
                  </a:cubicBezTo>
                  <a:lnTo>
                    <a:pt x="170447" y="747685"/>
                  </a:lnTo>
                  <a:lnTo>
                    <a:pt x="505635" y="747685"/>
                  </a:lnTo>
                  <a:lnTo>
                    <a:pt x="481867" y="596639"/>
                  </a:lnTo>
                  <a:cubicBezTo>
                    <a:pt x="478443" y="575005"/>
                    <a:pt x="493230" y="554660"/>
                    <a:pt x="514914" y="551236"/>
                  </a:cubicBezTo>
                  <a:cubicBezTo>
                    <a:pt x="536549" y="547812"/>
                    <a:pt x="556894" y="562599"/>
                    <a:pt x="560317" y="584284"/>
                  </a:cubicBezTo>
                  <a:lnTo>
                    <a:pt x="591330" y="781178"/>
                  </a:lnTo>
                  <a:cubicBezTo>
                    <a:pt x="593117" y="792641"/>
                    <a:pt x="589842" y="804302"/>
                    <a:pt x="582299" y="813134"/>
                  </a:cubicBezTo>
                  <a:cubicBezTo>
                    <a:pt x="574757" y="821967"/>
                    <a:pt x="563741" y="827028"/>
                    <a:pt x="552130" y="82702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A6027B05-40CC-6FBA-DE0F-EC8884F04507}"/>
                </a:ext>
              </a:extLst>
            </p:cNvPr>
            <p:cNvSpPr/>
            <p:nvPr/>
          </p:nvSpPr>
          <p:spPr>
            <a:xfrm>
              <a:off x="4368620" y="1810880"/>
              <a:ext cx="500325" cy="79393"/>
            </a:xfrm>
            <a:custGeom>
              <a:avLst/>
              <a:gdLst>
                <a:gd name="connsiteX0" fmla="*/ 460629 w 500325"/>
                <a:gd name="connsiteY0" fmla="*/ 79393 h 79393"/>
                <a:gd name="connsiteX1" fmla="*/ 39697 w 500325"/>
                <a:gd name="connsiteY1" fmla="*/ 79393 h 79393"/>
                <a:gd name="connsiteX2" fmla="*/ 0 w 500325"/>
                <a:gd name="connsiteY2" fmla="*/ 39697 h 79393"/>
                <a:gd name="connsiteX3" fmla="*/ 39697 w 500325"/>
                <a:gd name="connsiteY3" fmla="*/ 0 h 79393"/>
                <a:gd name="connsiteX4" fmla="*/ 460629 w 500325"/>
                <a:gd name="connsiteY4" fmla="*/ 0 h 79393"/>
                <a:gd name="connsiteX5" fmla="*/ 500326 w 500325"/>
                <a:gd name="connsiteY5" fmla="*/ 39697 h 79393"/>
                <a:gd name="connsiteX6" fmla="*/ 460629 w 50032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325" h="79393">
                  <a:moveTo>
                    <a:pt x="46062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460629" y="0"/>
                  </a:lnTo>
                  <a:cubicBezTo>
                    <a:pt x="482562" y="0"/>
                    <a:pt x="500326" y="17764"/>
                    <a:pt x="500326" y="39697"/>
                  </a:cubicBezTo>
                  <a:cubicBezTo>
                    <a:pt x="500326" y="61629"/>
                    <a:pt x="482562" y="79393"/>
                    <a:pt x="46062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57442A26-728D-D598-DD36-5A9D0F5B2396}"/>
                </a:ext>
              </a:extLst>
            </p:cNvPr>
            <p:cNvSpPr/>
            <p:nvPr/>
          </p:nvSpPr>
          <p:spPr>
            <a:xfrm>
              <a:off x="4369538" y="1711242"/>
              <a:ext cx="517320" cy="350173"/>
            </a:xfrm>
            <a:custGeom>
              <a:avLst/>
              <a:gdLst>
                <a:gd name="connsiteX0" fmla="*/ 280729 w 517320"/>
                <a:gd name="connsiteY0" fmla="*/ 350173 h 350173"/>
                <a:gd name="connsiteX1" fmla="*/ 241231 w 517320"/>
                <a:gd name="connsiteY1" fmla="*/ 314149 h 350173"/>
                <a:gd name="connsiteX2" fmla="*/ 277057 w 517320"/>
                <a:gd name="connsiteY2" fmla="*/ 270929 h 350173"/>
                <a:gd name="connsiteX3" fmla="*/ 437878 w 517320"/>
                <a:gd name="connsiteY3" fmla="*/ 141816 h 350173"/>
                <a:gd name="connsiteX4" fmla="*/ 437878 w 517320"/>
                <a:gd name="connsiteY4" fmla="*/ 112887 h 350173"/>
                <a:gd name="connsiteX5" fmla="*/ 404384 w 517320"/>
                <a:gd name="connsiteY5" fmla="*/ 79393 h 350173"/>
                <a:gd name="connsiteX6" fmla="*/ 166899 w 517320"/>
                <a:gd name="connsiteY6" fmla="*/ 79393 h 350173"/>
                <a:gd name="connsiteX7" fmla="*/ 77086 w 517320"/>
                <a:gd name="connsiteY7" fmla="*/ 142709 h 350173"/>
                <a:gd name="connsiteX8" fmla="*/ 26373 w 517320"/>
                <a:gd name="connsiteY8" fmla="*/ 166775 h 350173"/>
                <a:gd name="connsiteX9" fmla="*/ 2307 w 517320"/>
                <a:gd name="connsiteY9" fmla="*/ 116063 h 350173"/>
                <a:gd name="connsiteX10" fmla="*/ 166949 w 517320"/>
                <a:gd name="connsiteY10" fmla="*/ 0 h 350173"/>
                <a:gd name="connsiteX11" fmla="*/ 404434 w 517320"/>
                <a:gd name="connsiteY11" fmla="*/ 0 h 350173"/>
                <a:gd name="connsiteX12" fmla="*/ 517321 w 517320"/>
                <a:gd name="connsiteY12" fmla="*/ 112887 h 350173"/>
                <a:gd name="connsiteX13" fmla="*/ 517321 w 517320"/>
                <a:gd name="connsiteY13" fmla="*/ 142511 h 350173"/>
                <a:gd name="connsiteX14" fmla="*/ 517321 w 517320"/>
                <a:gd name="connsiteY14" fmla="*/ 143801 h 350173"/>
                <a:gd name="connsiteX15" fmla="*/ 284500 w 517320"/>
                <a:gd name="connsiteY15" fmla="*/ 349975 h 350173"/>
                <a:gd name="connsiteX16" fmla="*/ 280779 w 517320"/>
                <a:gd name="connsiteY16" fmla="*/ 350173 h 350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7320" h="350173">
                  <a:moveTo>
                    <a:pt x="280729" y="350173"/>
                  </a:moveTo>
                  <a:cubicBezTo>
                    <a:pt x="260484" y="350173"/>
                    <a:pt x="243166" y="334741"/>
                    <a:pt x="241231" y="314149"/>
                  </a:cubicBezTo>
                  <a:cubicBezTo>
                    <a:pt x="239197" y="292315"/>
                    <a:pt x="255224" y="272963"/>
                    <a:pt x="277057" y="270929"/>
                  </a:cubicBezTo>
                  <a:cubicBezTo>
                    <a:pt x="283359" y="270284"/>
                    <a:pt x="433710" y="254157"/>
                    <a:pt x="437878" y="141816"/>
                  </a:cubicBezTo>
                  <a:lnTo>
                    <a:pt x="437878" y="112887"/>
                  </a:lnTo>
                  <a:cubicBezTo>
                    <a:pt x="437878" y="94428"/>
                    <a:pt x="422843" y="79393"/>
                    <a:pt x="404384" y="79393"/>
                  </a:cubicBezTo>
                  <a:lnTo>
                    <a:pt x="166899" y="79393"/>
                  </a:lnTo>
                  <a:cubicBezTo>
                    <a:pt x="126657" y="79393"/>
                    <a:pt x="90583" y="104848"/>
                    <a:pt x="77086" y="142709"/>
                  </a:cubicBezTo>
                  <a:cubicBezTo>
                    <a:pt x="69742" y="163351"/>
                    <a:pt x="47016" y="174169"/>
                    <a:pt x="26373" y="166775"/>
                  </a:cubicBezTo>
                  <a:cubicBezTo>
                    <a:pt x="5731" y="159431"/>
                    <a:pt x="-5037" y="136705"/>
                    <a:pt x="2307" y="116063"/>
                  </a:cubicBezTo>
                  <a:cubicBezTo>
                    <a:pt x="27018" y="46643"/>
                    <a:pt x="93212" y="0"/>
                    <a:pt x="166949" y="0"/>
                  </a:cubicBezTo>
                  <a:lnTo>
                    <a:pt x="404434" y="0"/>
                  </a:lnTo>
                  <a:cubicBezTo>
                    <a:pt x="466708" y="0"/>
                    <a:pt x="517321" y="50663"/>
                    <a:pt x="517321" y="112887"/>
                  </a:cubicBezTo>
                  <a:lnTo>
                    <a:pt x="517321" y="142511"/>
                  </a:lnTo>
                  <a:cubicBezTo>
                    <a:pt x="517321" y="142957"/>
                    <a:pt x="517321" y="143354"/>
                    <a:pt x="517321" y="143801"/>
                  </a:cubicBezTo>
                  <a:cubicBezTo>
                    <a:pt x="512557" y="290132"/>
                    <a:pt x="362951" y="342631"/>
                    <a:pt x="284500" y="349975"/>
                  </a:cubicBezTo>
                  <a:cubicBezTo>
                    <a:pt x="283260" y="350074"/>
                    <a:pt x="282019" y="350173"/>
                    <a:pt x="280779" y="3501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4DAC3F35-AFC4-CB1E-1135-643700C17257}"/>
              </a:ext>
            </a:extLst>
          </p:cNvPr>
          <p:cNvGrpSpPr/>
          <p:nvPr/>
        </p:nvGrpSpPr>
        <p:grpSpPr>
          <a:xfrm>
            <a:off x="5477423" y="1463784"/>
            <a:ext cx="769334" cy="746245"/>
            <a:chOff x="5477423" y="1463784"/>
            <a:chExt cx="769334" cy="746245"/>
          </a:xfrm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9D5C8972-345E-8075-2B0E-4B06C4F64624}"/>
                </a:ext>
              </a:extLst>
            </p:cNvPr>
            <p:cNvSpPr/>
            <p:nvPr/>
          </p:nvSpPr>
          <p:spPr>
            <a:xfrm>
              <a:off x="5926377" y="1470915"/>
              <a:ext cx="320380" cy="307761"/>
            </a:xfrm>
            <a:custGeom>
              <a:avLst/>
              <a:gdLst>
                <a:gd name="connsiteX0" fmla="*/ 39711 w 320380"/>
                <a:gd name="connsiteY0" fmla="*/ 307762 h 307761"/>
                <a:gd name="connsiteX1" fmla="*/ 10881 w 320380"/>
                <a:gd name="connsiteY1" fmla="*/ 295357 h 307761"/>
                <a:gd name="connsiteX2" fmla="*/ 12370 w 320380"/>
                <a:gd name="connsiteY2" fmla="*/ 239236 h 307761"/>
                <a:gd name="connsiteX3" fmla="*/ 253378 w 320380"/>
                <a:gd name="connsiteY3" fmla="*/ 10881 h 307761"/>
                <a:gd name="connsiteX4" fmla="*/ 309499 w 320380"/>
                <a:gd name="connsiteY4" fmla="*/ 12370 h 307761"/>
                <a:gd name="connsiteX5" fmla="*/ 308010 w 320380"/>
                <a:gd name="connsiteY5" fmla="*/ 68491 h 307761"/>
                <a:gd name="connsiteX6" fmla="*/ 67002 w 320380"/>
                <a:gd name="connsiteY6" fmla="*/ 296845 h 307761"/>
                <a:gd name="connsiteX7" fmla="*/ 39711 w 320380"/>
                <a:gd name="connsiteY7" fmla="*/ 307712 h 30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380" h="307761">
                  <a:moveTo>
                    <a:pt x="39711" y="307762"/>
                  </a:moveTo>
                  <a:cubicBezTo>
                    <a:pt x="29191" y="307762"/>
                    <a:pt x="18672" y="303594"/>
                    <a:pt x="10881" y="295357"/>
                  </a:cubicBezTo>
                  <a:cubicBezTo>
                    <a:pt x="-4203" y="279429"/>
                    <a:pt x="-3509" y="254320"/>
                    <a:pt x="12370" y="239236"/>
                  </a:cubicBezTo>
                  <a:lnTo>
                    <a:pt x="253378" y="10881"/>
                  </a:lnTo>
                  <a:cubicBezTo>
                    <a:pt x="269306" y="-4203"/>
                    <a:pt x="294414" y="-3509"/>
                    <a:pt x="309499" y="12370"/>
                  </a:cubicBezTo>
                  <a:cubicBezTo>
                    <a:pt x="324584" y="28249"/>
                    <a:pt x="323889" y="53406"/>
                    <a:pt x="308010" y="68491"/>
                  </a:cubicBezTo>
                  <a:lnTo>
                    <a:pt x="67002" y="296845"/>
                  </a:lnTo>
                  <a:cubicBezTo>
                    <a:pt x="59311" y="304140"/>
                    <a:pt x="49486" y="307712"/>
                    <a:pt x="39711" y="30771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675C58C0-5555-5110-5300-46C760562C46}"/>
                </a:ext>
              </a:extLst>
            </p:cNvPr>
            <p:cNvSpPr/>
            <p:nvPr/>
          </p:nvSpPr>
          <p:spPr>
            <a:xfrm>
              <a:off x="6038158" y="1486630"/>
              <a:ext cx="191147" cy="186106"/>
            </a:xfrm>
            <a:custGeom>
              <a:avLst/>
              <a:gdLst>
                <a:gd name="connsiteX0" fmla="*/ 151422 w 191147"/>
                <a:gd name="connsiteY0" fmla="*/ 186057 h 186106"/>
                <a:gd name="connsiteX1" fmla="*/ 124031 w 191147"/>
                <a:gd name="connsiteY1" fmla="*/ 175091 h 186106"/>
                <a:gd name="connsiteX2" fmla="*/ 12285 w 191147"/>
                <a:gd name="connsiteY2" fmla="*/ 68406 h 186106"/>
                <a:gd name="connsiteX3" fmla="*/ 10995 w 191147"/>
                <a:gd name="connsiteY3" fmla="*/ 12285 h 186106"/>
                <a:gd name="connsiteX4" fmla="*/ 67116 w 191147"/>
                <a:gd name="connsiteY4" fmla="*/ 10995 h 186106"/>
                <a:gd name="connsiteX5" fmla="*/ 178862 w 191147"/>
                <a:gd name="connsiteY5" fmla="*/ 117679 h 186106"/>
                <a:gd name="connsiteX6" fmla="*/ 180152 w 191147"/>
                <a:gd name="connsiteY6" fmla="*/ 173800 h 186106"/>
                <a:gd name="connsiteX7" fmla="*/ 151422 w 191147"/>
                <a:gd name="connsiteY7" fmla="*/ 186106 h 18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147" h="186106">
                  <a:moveTo>
                    <a:pt x="151422" y="186057"/>
                  </a:moveTo>
                  <a:cubicBezTo>
                    <a:pt x="141547" y="186057"/>
                    <a:pt x="131722" y="182434"/>
                    <a:pt x="124031" y="175091"/>
                  </a:cubicBezTo>
                  <a:lnTo>
                    <a:pt x="12285" y="68406"/>
                  </a:lnTo>
                  <a:cubicBezTo>
                    <a:pt x="-3594" y="53272"/>
                    <a:pt x="-4139" y="28114"/>
                    <a:pt x="10995" y="12285"/>
                  </a:cubicBezTo>
                  <a:cubicBezTo>
                    <a:pt x="26129" y="-3594"/>
                    <a:pt x="51287" y="-4139"/>
                    <a:pt x="67116" y="10995"/>
                  </a:cubicBezTo>
                  <a:lnTo>
                    <a:pt x="178862" y="117679"/>
                  </a:lnTo>
                  <a:cubicBezTo>
                    <a:pt x="194741" y="132814"/>
                    <a:pt x="195286" y="157971"/>
                    <a:pt x="180152" y="173800"/>
                  </a:cubicBezTo>
                  <a:cubicBezTo>
                    <a:pt x="172362" y="181988"/>
                    <a:pt x="161892" y="186106"/>
                    <a:pt x="151422" y="186106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7" name="Picture Placeholder 31">
              <a:extLst>
                <a:ext uri="{FF2B5EF4-FFF2-40B4-BE49-F238E27FC236}">
                  <a16:creationId xmlns:a16="http://schemas.microsoft.com/office/drawing/2014/main" id="{8D57BCCE-B255-EE1A-874A-CF1E82761781}"/>
                </a:ext>
              </a:extLst>
            </p:cNvPr>
            <p:cNvGrpSpPr/>
            <p:nvPr/>
          </p:nvGrpSpPr>
          <p:grpSpPr>
            <a:xfrm>
              <a:off x="5477423" y="1463784"/>
              <a:ext cx="330308" cy="314892"/>
              <a:chOff x="5477423" y="1463784"/>
              <a:chExt cx="330308" cy="314892"/>
            </a:xfrm>
            <a:solidFill>
              <a:srgbClr val="FFFFFF"/>
            </a:solidFill>
          </p:grpSpPr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5D3F1D01-CEA6-4C1E-9333-1E31E142D3D5}"/>
                  </a:ext>
                </a:extLst>
              </p:cNvPr>
              <p:cNvSpPr/>
              <p:nvPr/>
            </p:nvSpPr>
            <p:spPr>
              <a:xfrm>
                <a:off x="5487315" y="1470897"/>
                <a:ext cx="320416" cy="307779"/>
              </a:xfrm>
              <a:custGeom>
                <a:avLst/>
                <a:gdLst>
                  <a:gd name="connsiteX0" fmla="*/ 280687 w 320416"/>
                  <a:gd name="connsiteY0" fmla="*/ 307780 h 307779"/>
                  <a:gd name="connsiteX1" fmla="*/ 253396 w 320416"/>
                  <a:gd name="connsiteY1" fmla="*/ 296913 h 307779"/>
                  <a:gd name="connsiteX2" fmla="*/ 12388 w 320416"/>
                  <a:gd name="connsiteY2" fmla="*/ 68509 h 307779"/>
                  <a:gd name="connsiteX3" fmla="*/ 10899 w 320416"/>
                  <a:gd name="connsiteY3" fmla="*/ 12388 h 307779"/>
                  <a:gd name="connsiteX4" fmla="*/ 67020 w 320416"/>
                  <a:gd name="connsiteY4" fmla="*/ 10899 h 307779"/>
                  <a:gd name="connsiteX5" fmla="*/ 308028 w 320416"/>
                  <a:gd name="connsiteY5" fmla="*/ 239254 h 307779"/>
                  <a:gd name="connsiteX6" fmla="*/ 309517 w 320416"/>
                  <a:gd name="connsiteY6" fmla="*/ 295375 h 307779"/>
                  <a:gd name="connsiteX7" fmla="*/ 280687 w 320416"/>
                  <a:gd name="connsiteY7" fmla="*/ 307780 h 3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416" h="307779">
                    <a:moveTo>
                      <a:pt x="280687" y="307780"/>
                    </a:moveTo>
                    <a:cubicBezTo>
                      <a:pt x="270862" y="307780"/>
                      <a:pt x="261087" y="304158"/>
                      <a:pt x="253396" y="296913"/>
                    </a:cubicBezTo>
                    <a:lnTo>
                      <a:pt x="12388" y="68509"/>
                    </a:lnTo>
                    <a:cubicBezTo>
                      <a:pt x="-3540" y="53424"/>
                      <a:pt x="-4185" y="28316"/>
                      <a:pt x="10899" y="12388"/>
                    </a:cubicBezTo>
                    <a:cubicBezTo>
                      <a:pt x="25984" y="-3540"/>
                      <a:pt x="51092" y="-4185"/>
                      <a:pt x="67020" y="10899"/>
                    </a:cubicBezTo>
                    <a:lnTo>
                      <a:pt x="308028" y="239254"/>
                    </a:lnTo>
                    <a:cubicBezTo>
                      <a:pt x="323957" y="254338"/>
                      <a:pt x="324602" y="279446"/>
                      <a:pt x="309517" y="295375"/>
                    </a:cubicBezTo>
                    <a:cubicBezTo>
                      <a:pt x="301726" y="303612"/>
                      <a:pt x="291207" y="307780"/>
                      <a:pt x="280687" y="30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7B708874-47D1-217B-4A5E-8DA4CBED9174}"/>
                  </a:ext>
                </a:extLst>
              </p:cNvPr>
              <p:cNvSpPr/>
              <p:nvPr/>
            </p:nvSpPr>
            <p:spPr>
              <a:xfrm>
                <a:off x="5477423" y="1463784"/>
                <a:ext cx="198383" cy="195803"/>
              </a:xfrm>
              <a:custGeom>
                <a:avLst/>
                <a:gdLst>
                  <a:gd name="connsiteX0" fmla="*/ 39697 w 198383"/>
                  <a:gd name="connsiteY0" fmla="*/ 195803 h 195803"/>
                  <a:gd name="connsiteX1" fmla="*/ 0 w 198383"/>
                  <a:gd name="connsiteY1" fmla="*/ 156107 h 195803"/>
                  <a:gd name="connsiteX2" fmla="*/ 0 w 198383"/>
                  <a:gd name="connsiteY2" fmla="*/ 39697 h 195803"/>
                  <a:gd name="connsiteX3" fmla="*/ 39697 w 198383"/>
                  <a:gd name="connsiteY3" fmla="*/ 0 h 195803"/>
                  <a:gd name="connsiteX4" fmla="*/ 158687 w 198383"/>
                  <a:gd name="connsiteY4" fmla="*/ 0 h 195803"/>
                  <a:gd name="connsiteX5" fmla="*/ 198384 w 198383"/>
                  <a:gd name="connsiteY5" fmla="*/ 39697 h 195803"/>
                  <a:gd name="connsiteX6" fmla="*/ 158687 w 198383"/>
                  <a:gd name="connsiteY6" fmla="*/ 79393 h 195803"/>
                  <a:gd name="connsiteX7" fmla="*/ 79393 w 198383"/>
                  <a:gd name="connsiteY7" fmla="*/ 79393 h 195803"/>
                  <a:gd name="connsiteX8" fmla="*/ 79393 w 198383"/>
                  <a:gd name="connsiteY8" fmla="*/ 156107 h 195803"/>
                  <a:gd name="connsiteX9" fmla="*/ 39697 w 198383"/>
                  <a:gd name="connsiteY9" fmla="*/ 195803 h 195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8383" h="195803">
                    <a:moveTo>
                      <a:pt x="39697" y="195803"/>
                    </a:moveTo>
                    <a:cubicBezTo>
                      <a:pt x="17764" y="195803"/>
                      <a:pt x="0" y="178039"/>
                      <a:pt x="0" y="156107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lnTo>
                      <a:pt x="158687" y="0"/>
                    </a:lnTo>
                    <a:cubicBezTo>
                      <a:pt x="180620" y="0"/>
                      <a:pt x="198384" y="17764"/>
                      <a:pt x="198384" y="39697"/>
                    </a:cubicBezTo>
                    <a:cubicBezTo>
                      <a:pt x="198384" y="61629"/>
                      <a:pt x="180620" y="79393"/>
                      <a:pt x="158687" y="79393"/>
                    </a:cubicBezTo>
                    <a:lnTo>
                      <a:pt x="79393" y="79393"/>
                    </a:lnTo>
                    <a:lnTo>
                      <a:pt x="79393" y="156107"/>
                    </a:lnTo>
                    <a:cubicBezTo>
                      <a:pt x="79393" y="178039"/>
                      <a:pt x="61629" y="195803"/>
                      <a:pt x="39697" y="1958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2EF52778-D8E0-73C7-5784-3164B4752524}"/>
                </a:ext>
              </a:extLst>
            </p:cNvPr>
            <p:cNvSpPr/>
            <p:nvPr/>
          </p:nvSpPr>
          <p:spPr>
            <a:xfrm>
              <a:off x="5750883" y="2053625"/>
              <a:ext cx="227957" cy="156404"/>
            </a:xfrm>
            <a:custGeom>
              <a:avLst/>
              <a:gdLst>
                <a:gd name="connsiteX0" fmla="*/ 116708 w 227957"/>
                <a:gd name="connsiteY0" fmla="*/ 156355 h 156404"/>
                <a:gd name="connsiteX1" fmla="*/ 88623 w 227957"/>
                <a:gd name="connsiteY1" fmla="*/ 144744 h 156404"/>
                <a:gd name="connsiteX2" fmla="*/ 11611 w 227957"/>
                <a:gd name="connsiteY2" fmla="*/ 67732 h 156404"/>
                <a:gd name="connsiteX3" fmla="*/ 11611 w 227957"/>
                <a:gd name="connsiteY3" fmla="*/ 11611 h 156404"/>
                <a:gd name="connsiteX4" fmla="*/ 67732 w 227957"/>
                <a:gd name="connsiteY4" fmla="*/ 11611 h 156404"/>
                <a:gd name="connsiteX5" fmla="*/ 116658 w 227957"/>
                <a:gd name="connsiteY5" fmla="*/ 60587 h 156404"/>
                <a:gd name="connsiteX6" fmla="*/ 160225 w 227957"/>
                <a:gd name="connsiteY6" fmla="*/ 17020 h 156404"/>
                <a:gd name="connsiteX7" fmla="*/ 216346 w 227957"/>
                <a:gd name="connsiteY7" fmla="*/ 17020 h 156404"/>
                <a:gd name="connsiteX8" fmla="*/ 216346 w 227957"/>
                <a:gd name="connsiteY8" fmla="*/ 73141 h 156404"/>
                <a:gd name="connsiteX9" fmla="*/ 144694 w 227957"/>
                <a:gd name="connsiteY9" fmla="*/ 144793 h 156404"/>
                <a:gd name="connsiteX10" fmla="*/ 116609 w 227957"/>
                <a:gd name="connsiteY10" fmla="*/ 156404 h 15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957" h="156404">
                  <a:moveTo>
                    <a:pt x="116708" y="156355"/>
                  </a:moveTo>
                  <a:cubicBezTo>
                    <a:pt x="106536" y="156355"/>
                    <a:pt x="96413" y="152484"/>
                    <a:pt x="88623" y="144744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16658" y="60587"/>
                  </a:lnTo>
                  <a:lnTo>
                    <a:pt x="160225" y="17020"/>
                  </a:lnTo>
                  <a:cubicBezTo>
                    <a:pt x="175707" y="1538"/>
                    <a:pt x="200865" y="1538"/>
                    <a:pt x="216346" y="17020"/>
                  </a:cubicBezTo>
                  <a:cubicBezTo>
                    <a:pt x="231828" y="32502"/>
                    <a:pt x="231828" y="57659"/>
                    <a:pt x="216346" y="73141"/>
                  </a:cubicBezTo>
                  <a:lnTo>
                    <a:pt x="144694" y="144793"/>
                  </a:lnTo>
                  <a:cubicBezTo>
                    <a:pt x="136953" y="152534"/>
                    <a:pt x="126781" y="156404"/>
                    <a:pt x="116609" y="15640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CBC8BE38-D67D-4668-4C28-C7EABE079D51}"/>
                </a:ext>
              </a:extLst>
            </p:cNvPr>
            <p:cNvSpPr/>
            <p:nvPr/>
          </p:nvSpPr>
          <p:spPr>
            <a:xfrm>
              <a:off x="5826257" y="1900346"/>
              <a:ext cx="77309" cy="247458"/>
            </a:xfrm>
            <a:custGeom>
              <a:avLst/>
              <a:gdLst>
                <a:gd name="connsiteX0" fmla="*/ 38655 w 77309"/>
                <a:gd name="connsiteY0" fmla="*/ 247458 h 247458"/>
                <a:gd name="connsiteX1" fmla="*/ 0 w 77309"/>
                <a:gd name="connsiteY1" fmla="*/ 208804 h 247458"/>
                <a:gd name="connsiteX2" fmla="*/ 0 w 77309"/>
                <a:gd name="connsiteY2" fmla="*/ 38655 h 247458"/>
                <a:gd name="connsiteX3" fmla="*/ 38655 w 77309"/>
                <a:gd name="connsiteY3" fmla="*/ 0 h 247458"/>
                <a:gd name="connsiteX4" fmla="*/ 77309 w 77309"/>
                <a:gd name="connsiteY4" fmla="*/ 38655 h 247458"/>
                <a:gd name="connsiteX5" fmla="*/ 77309 w 77309"/>
                <a:gd name="connsiteY5" fmla="*/ 208804 h 247458"/>
                <a:gd name="connsiteX6" fmla="*/ 38655 w 77309"/>
                <a:gd name="connsiteY6" fmla="*/ 247458 h 24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9" h="247458">
                  <a:moveTo>
                    <a:pt x="38655" y="247458"/>
                  </a:moveTo>
                  <a:cubicBezTo>
                    <a:pt x="17318" y="247458"/>
                    <a:pt x="0" y="230141"/>
                    <a:pt x="0" y="208804"/>
                  </a:cubicBezTo>
                  <a:lnTo>
                    <a:pt x="0" y="38655"/>
                  </a:lnTo>
                  <a:cubicBezTo>
                    <a:pt x="0" y="17318"/>
                    <a:pt x="17318" y="0"/>
                    <a:pt x="38655" y="0"/>
                  </a:cubicBezTo>
                  <a:cubicBezTo>
                    <a:pt x="59991" y="0"/>
                    <a:pt x="77309" y="17318"/>
                    <a:pt x="77309" y="38655"/>
                  </a:cubicBezTo>
                  <a:lnTo>
                    <a:pt x="77309" y="208804"/>
                  </a:lnTo>
                  <a:cubicBezTo>
                    <a:pt x="77309" y="230141"/>
                    <a:pt x="59991" y="247458"/>
                    <a:pt x="38655" y="24745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0FC1BAC8-D2B4-75ED-EFF5-F49C988B6188}"/>
                </a:ext>
              </a:extLst>
            </p:cNvPr>
            <p:cNvSpPr/>
            <p:nvPr/>
          </p:nvSpPr>
          <p:spPr>
            <a:xfrm>
              <a:off x="5705629" y="1648670"/>
              <a:ext cx="321542" cy="321641"/>
            </a:xfrm>
            <a:custGeom>
              <a:avLst/>
              <a:gdLst>
                <a:gd name="connsiteX0" fmla="*/ 160771 w 321542"/>
                <a:gd name="connsiteY0" fmla="*/ 321542 h 321641"/>
                <a:gd name="connsiteX1" fmla="*/ 81924 w 321542"/>
                <a:gd name="connsiteY1" fmla="*/ 300850 h 321641"/>
                <a:gd name="connsiteX2" fmla="*/ 64854 w 321542"/>
                <a:gd name="connsiteY2" fmla="*/ 289735 h 321641"/>
                <a:gd name="connsiteX3" fmla="*/ 0 w 321542"/>
                <a:gd name="connsiteY3" fmla="*/ 160771 h 321641"/>
                <a:gd name="connsiteX4" fmla="*/ 160771 w 321542"/>
                <a:gd name="connsiteY4" fmla="*/ 0 h 321641"/>
                <a:gd name="connsiteX5" fmla="*/ 187517 w 321542"/>
                <a:gd name="connsiteY5" fmla="*/ 2233 h 321641"/>
                <a:gd name="connsiteX6" fmla="*/ 283037 w 321542"/>
                <a:gd name="connsiteY6" fmla="*/ 56419 h 321641"/>
                <a:gd name="connsiteX7" fmla="*/ 321542 w 321542"/>
                <a:gd name="connsiteY7" fmla="*/ 160821 h 321641"/>
                <a:gd name="connsiteX8" fmla="*/ 283037 w 321542"/>
                <a:gd name="connsiteY8" fmla="*/ 265223 h 321641"/>
                <a:gd name="connsiteX9" fmla="*/ 187467 w 321542"/>
                <a:gd name="connsiteY9" fmla="*/ 319408 h 321641"/>
                <a:gd name="connsiteX10" fmla="*/ 160771 w 321542"/>
                <a:gd name="connsiteY10" fmla="*/ 321641 h 321641"/>
                <a:gd name="connsiteX11" fmla="*/ 160771 w 321542"/>
                <a:gd name="connsiteY11" fmla="*/ 79393 h 321641"/>
                <a:gd name="connsiteX12" fmla="*/ 79393 w 321542"/>
                <a:gd name="connsiteY12" fmla="*/ 160771 h 321641"/>
                <a:gd name="connsiteX13" fmla="*/ 112341 w 321542"/>
                <a:gd name="connsiteY13" fmla="*/ 226072 h 321641"/>
                <a:gd name="connsiteX14" fmla="*/ 120926 w 321542"/>
                <a:gd name="connsiteY14" fmla="*/ 231679 h 321641"/>
                <a:gd name="connsiteX15" fmla="*/ 160771 w 321542"/>
                <a:gd name="connsiteY15" fmla="*/ 242149 h 321641"/>
                <a:gd name="connsiteX16" fmla="*/ 174268 w 321542"/>
                <a:gd name="connsiteY16" fmla="*/ 241008 h 321641"/>
                <a:gd name="connsiteX17" fmla="*/ 222698 w 321542"/>
                <a:gd name="connsiteY17" fmla="*/ 213567 h 321641"/>
                <a:gd name="connsiteX18" fmla="*/ 242149 w 321542"/>
                <a:gd name="connsiteY18" fmla="*/ 160771 h 321641"/>
                <a:gd name="connsiteX19" fmla="*/ 222698 w 321542"/>
                <a:gd name="connsiteY19" fmla="*/ 107925 h 321641"/>
                <a:gd name="connsiteX20" fmla="*/ 174367 w 321542"/>
                <a:gd name="connsiteY20" fmla="*/ 80485 h 321641"/>
                <a:gd name="connsiteX21" fmla="*/ 160771 w 321542"/>
                <a:gd name="connsiteY21" fmla="*/ 79343 h 32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1542" h="321641">
                  <a:moveTo>
                    <a:pt x="160771" y="321542"/>
                  </a:moveTo>
                  <a:cubicBezTo>
                    <a:pt x="133182" y="321542"/>
                    <a:pt x="105891" y="314397"/>
                    <a:pt x="81924" y="300850"/>
                  </a:cubicBezTo>
                  <a:cubicBezTo>
                    <a:pt x="76019" y="297526"/>
                    <a:pt x="70263" y="293804"/>
                    <a:pt x="64854" y="289735"/>
                  </a:cubicBezTo>
                  <a:cubicBezTo>
                    <a:pt x="24265" y="259516"/>
                    <a:pt x="0" y="211285"/>
                    <a:pt x="0" y="160771"/>
                  </a:cubicBezTo>
                  <a:cubicBezTo>
                    <a:pt x="0" y="72099"/>
                    <a:pt x="72099" y="0"/>
                    <a:pt x="160771" y="0"/>
                  </a:cubicBezTo>
                  <a:cubicBezTo>
                    <a:pt x="169703" y="0"/>
                    <a:pt x="178684" y="744"/>
                    <a:pt x="187517" y="2233"/>
                  </a:cubicBezTo>
                  <a:cubicBezTo>
                    <a:pt x="224633" y="8485"/>
                    <a:pt x="258524" y="27688"/>
                    <a:pt x="283037" y="56419"/>
                  </a:cubicBezTo>
                  <a:cubicBezTo>
                    <a:pt x="307847" y="85496"/>
                    <a:pt x="321542" y="122563"/>
                    <a:pt x="321542" y="160821"/>
                  </a:cubicBezTo>
                  <a:cubicBezTo>
                    <a:pt x="321542" y="199078"/>
                    <a:pt x="307897" y="236145"/>
                    <a:pt x="283037" y="265223"/>
                  </a:cubicBezTo>
                  <a:cubicBezTo>
                    <a:pt x="258524" y="293953"/>
                    <a:pt x="224584" y="313156"/>
                    <a:pt x="187467" y="319408"/>
                  </a:cubicBezTo>
                  <a:cubicBezTo>
                    <a:pt x="178833" y="320897"/>
                    <a:pt x="169802" y="321641"/>
                    <a:pt x="160771" y="321641"/>
                  </a:cubicBezTo>
                  <a:close/>
                  <a:moveTo>
                    <a:pt x="160771" y="79393"/>
                  </a:moveTo>
                  <a:cubicBezTo>
                    <a:pt x="115914" y="79393"/>
                    <a:pt x="79393" y="115914"/>
                    <a:pt x="79393" y="160771"/>
                  </a:cubicBezTo>
                  <a:cubicBezTo>
                    <a:pt x="79393" y="186723"/>
                    <a:pt x="91401" y="210491"/>
                    <a:pt x="112341" y="226072"/>
                  </a:cubicBezTo>
                  <a:cubicBezTo>
                    <a:pt x="115120" y="228156"/>
                    <a:pt x="117998" y="229992"/>
                    <a:pt x="120926" y="231679"/>
                  </a:cubicBezTo>
                  <a:cubicBezTo>
                    <a:pt x="133033" y="238527"/>
                    <a:pt x="146828" y="242149"/>
                    <a:pt x="160771" y="242149"/>
                  </a:cubicBezTo>
                  <a:cubicBezTo>
                    <a:pt x="165386" y="242149"/>
                    <a:pt x="169901" y="241752"/>
                    <a:pt x="174268" y="241008"/>
                  </a:cubicBezTo>
                  <a:cubicBezTo>
                    <a:pt x="193074" y="237832"/>
                    <a:pt x="210243" y="228106"/>
                    <a:pt x="222698" y="213567"/>
                  </a:cubicBezTo>
                  <a:cubicBezTo>
                    <a:pt x="235252" y="198880"/>
                    <a:pt x="242149" y="180123"/>
                    <a:pt x="242149" y="160771"/>
                  </a:cubicBezTo>
                  <a:cubicBezTo>
                    <a:pt x="242149" y="141419"/>
                    <a:pt x="235252" y="122662"/>
                    <a:pt x="222698" y="107925"/>
                  </a:cubicBezTo>
                  <a:cubicBezTo>
                    <a:pt x="210293" y="93386"/>
                    <a:pt x="193124" y="83660"/>
                    <a:pt x="174367" y="80485"/>
                  </a:cubicBezTo>
                  <a:cubicBezTo>
                    <a:pt x="169901" y="79740"/>
                    <a:pt x="165336" y="79343"/>
                    <a:pt x="160771" y="793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C4FCBFB-981D-1BF6-97E7-894EF18176B9}"/>
              </a:ext>
            </a:extLst>
          </p:cNvPr>
          <p:cNvGrpSpPr/>
          <p:nvPr/>
        </p:nvGrpSpPr>
        <p:grpSpPr>
          <a:xfrm>
            <a:off x="6945282" y="1438427"/>
            <a:ext cx="468667" cy="796908"/>
            <a:chOff x="6945282" y="1438427"/>
            <a:chExt cx="468667" cy="796908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25CC768B-8759-4D3E-D62E-EBFAC5717ED5}"/>
                </a:ext>
              </a:extLst>
            </p:cNvPr>
            <p:cNvSpPr/>
            <p:nvPr/>
          </p:nvSpPr>
          <p:spPr>
            <a:xfrm>
              <a:off x="7059112" y="2070099"/>
              <a:ext cx="247607" cy="165236"/>
            </a:xfrm>
            <a:custGeom>
              <a:avLst/>
              <a:gdLst>
                <a:gd name="connsiteX0" fmla="*/ 123804 w 247607"/>
                <a:gd name="connsiteY0" fmla="*/ 165237 h 165236"/>
                <a:gd name="connsiteX1" fmla="*/ 0 w 247607"/>
                <a:gd name="connsiteY1" fmla="*/ 39697 h 165236"/>
                <a:gd name="connsiteX2" fmla="*/ 39697 w 247607"/>
                <a:gd name="connsiteY2" fmla="*/ 0 h 165236"/>
                <a:gd name="connsiteX3" fmla="*/ 79393 w 247607"/>
                <a:gd name="connsiteY3" fmla="*/ 39697 h 165236"/>
                <a:gd name="connsiteX4" fmla="*/ 123804 w 247607"/>
                <a:gd name="connsiteY4" fmla="*/ 85844 h 165236"/>
                <a:gd name="connsiteX5" fmla="*/ 168214 w 247607"/>
                <a:gd name="connsiteY5" fmla="*/ 39697 h 165236"/>
                <a:gd name="connsiteX6" fmla="*/ 207911 w 247607"/>
                <a:gd name="connsiteY6" fmla="*/ 0 h 165236"/>
                <a:gd name="connsiteX7" fmla="*/ 247608 w 247607"/>
                <a:gd name="connsiteY7" fmla="*/ 39697 h 165236"/>
                <a:gd name="connsiteX8" fmla="*/ 123804 w 247607"/>
                <a:gd name="connsiteY8" fmla="*/ 165237 h 16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607" h="165236">
                  <a:moveTo>
                    <a:pt x="123804" y="165237"/>
                  </a:moveTo>
                  <a:cubicBezTo>
                    <a:pt x="55526" y="165237"/>
                    <a:pt x="0" y="108917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cubicBezTo>
                    <a:pt x="79393" y="65152"/>
                    <a:pt x="99291" y="85844"/>
                    <a:pt x="123804" y="85844"/>
                  </a:cubicBezTo>
                  <a:cubicBezTo>
                    <a:pt x="148316" y="85844"/>
                    <a:pt x="168214" y="65152"/>
                    <a:pt x="168214" y="39697"/>
                  </a:cubicBezTo>
                  <a:cubicBezTo>
                    <a:pt x="168214" y="17764"/>
                    <a:pt x="185979" y="0"/>
                    <a:pt x="207911" y="0"/>
                  </a:cubicBezTo>
                  <a:cubicBezTo>
                    <a:pt x="229843" y="0"/>
                    <a:pt x="247608" y="17764"/>
                    <a:pt x="247608" y="39697"/>
                  </a:cubicBezTo>
                  <a:cubicBezTo>
                    <a:pt x="247608" y="108917"/>
                    <a:pt x="192082" y="165237"/>
                    <a:pt x="123804" y="1652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529F46AD-33B4-66BD-C7CB-56C145255758}"/>
                </a:ext>
              </a:extLst>
            </p:cNvPr>
            <p:cNvSpPr/>
            <p:nvPr/>
          </p:nvSpPr>
          <p:spPr>
            <a:xfrm>
              <a:off x="7139894" y="1438427"/>
              <a:ext cx="79393" cy="214659"/>
            </a:xfrm>
            <a:custGeom>
              <a:avLst/>
              <a:gdLst>
                <a:gd name="connsiteX0" fmla="*/ 39697 w 79393"/>
                <a:gd name="connsiteY0" fmla="*/ 214659 h 214659"/>
                <a:gd name="connsiteX1" fmla="*/ 0 w 79393"/>
                <a:gd name="connsiteY1" fmla="*/ 174963 h 214659"/>
                <a:gd name="connsiteX2" fmla="*/ 0 w 79393"/>
                <a:gd name="connsiteY2" fmla="*/ 39697 h 214659"/>
                <a:gd name="connsiteX3" fmla="*/ 39697 w 79393"/>
                <a:gd name="connsiteY3" fmla="*/ 0 h 214659"/>
                <a:gd name="connsiteX4" fmla="*/ 79393 w 79393"/>
                <a:gd name="connsiteY4" fmla="*/ 39697 h 214659"/>
                <a:gd name="connsiteX5" fmla="*/ 79393 w 79393"/>
                <a:gd name="connsiteY5" fmla="*/ 174913 h 214659"/>
                <a:gd name="connsiteX6" fmla="*/ 39697 w 79393"/>
                <a:gd name="connsiteY6" fmla="*/ 214609 h 21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214659">
                  <a:moveTo>
                    <a:pt x="39697" y="214659"/>
                  </a:moveTo>
                  <a:cubicBezTo>
                    <a:pt x="17764" y="214659"/>
                    <a:pt x="0" y="196895"/>
                    <a:pt x="0" y="17496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74913"/>
                  </a:lnTo>
                  <a:cubicBezTo>
                    <a:pt x="79393" y="196845"/>
                    <a:pt x="61629" y="214609"/>
                    <a:pt x="39697" y="21460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FE402F78-EC77-BD46-ABAB-439EC6232B90}"/>
                </a:ext>
              </a:extLst>
            </p:cNvPr>
            <p:cNvSpPr/>
            <p:nvPr/>
          </p:nvSpPr>
          <p:spPr>
            <a:xfrm>
              <a:off x="7063181" y="1475941"/>
              <a:ext cx="156106" cy="79393"/>
            </a:xfrm>
            <a:custGeom>
              <a:avLst/>
              <a:gdLst>
                <a:gd name="connsiteX0" fmla="*/ 116410 w 156106"/>
                <a:gd name="connsiteY0" fmla="*/ 79393 h 79393"/>
                <a:gd name="connsiteX1" fmla="*/ 39697 w 156106"/>
                <a:gd name="connsiteY1" fmla="*/ 79393 h 79393"/>
                <a:gd name="connsiteX2" fmla="*/ 0 w 156106"/>
                <a:gd name="connsiteY2" fmla="*/ 39697 h 79393"/>
                <a:gd name="connsiteX3" fmla="*/ 39697 w 156106"/>
                <a:gd name="connsiteY3" fmla="*/ 0 h 79393"/>
                <a:gd name="connsiteX4" fmla="*/ 116410 w 156106"/>
                <a:gd name="connsiteY4" fmla="*/ 0 h 79393"/>
                <a:gd name="connsiteX5" fmla="*/ 156107 w 156106"/>
                <a:gd name="connsiteY5" fmla="*/ 39697 h 79393"/>
                <a:gd name="connsiteX6" fmla="*/ 116410 w 156106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106" h="79393">
                  <a:moveTo>
                    <a:pt x="116410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16410" y="0"/>
                  </a:lnTo>
                  <a:cubicBezTo>
                    <a:pt x="138343" y="0"/>
                    <a:pt x="156107" y="17764"/>
                    <a:pt x="156107" y="39697"/>
                  </a:cubicBezTo>
                  <a:cubicBezTo>
                    <a:pt x="156107" y="61629"/>
                    <a:pt x="138343" y="79393"/>
                    <a:pt x="116410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8" name="Picture Placeholder 33">
              <a:extLst>
                <a:ext uri="{FF2B5EF4-FFF2-40B4-BE49-F238E27FC236}">
                  <a16:creationId xmlns:a16="http://schemas.microsoft.com/office/drawing/2014/main" id="{8064669E-195A-F639-746A-F7251252CB42}"/>
                </a:ext>
              </a:extLst>
            </p:cNvPr>
            <p:cNvGrpSpPr/>
            <p:nvPr/>
          </p:nvGrpSpPr>
          <p:grpSpPr>
            <a:xfrm>
              <a:off x="6945282" y="1581831"/>
              <a:ext cx="468667" cy="556148"/>
              <a:chOff x="6945282" y="1581831"/>
              <a:chExt cx="468667" cy="556148"/>
            </a:xfrm>
            <a:solidFill>
              <a:srgbClr val="FFFFFF"/>
            </a:solidFill>
          </p:grpSpPr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B3E78E9D-8DEB-D414-7305-94D748142575}"/>
                  </a:ext>
                </a:extLst>
              </p:cNvPr>
              <p:cNvSpPr/>
              <p:nvPr/>
            </p:nvSpPr>
            <p:spPr>
              <a:xfrm>
                <a:off x="6945282" y="1581831"/>
                <a:ext cx="468667" cy="556148"/>
              </a:xfrm>
              <a:custGeom>
                <a:avLst/>
                <a:gdLst>
                  <a:gd name="connsiteX0" fmla="*/ 234309 w 468667"/>
                  <a:gd name="connsiteY0" fmla="*/ 556149 h 556148"/>
                  <a:gd name="connsiteX1" fmla="*/ 0 w 468667"/>
                  <a:gd name="connsiteY1" fmla="*/ 313652 h 556148"/>
                  <a:gd name="connsiteX2" fmla="*/ 0 w 468667"/>
                  <a:gd name="connsiteY2" fmla="*/ 113433 h 556148"/>
                  <a:gd name="connsiteX3" fmla="*/ 113433 w 468667"/>
                  <a:gd name="connsiteY3" fmla="*/ 0 h 556148"/>
                  <a:gd name="connsiteX4" fmla="*/ 355235 w 468667"/>
                  <a:gd name="connsiteY4" fmla="*/ 0 h 556148"/>
                  <a:gd name="connsiteX5" fmla="*/ 468668 w 468667"/>
                  <a:gd name="connsiteY5" fmla="*/ 113433 h 556148"/>
                  <a:gd name="connsiteX6" fmla="*/ 468668 w 468667"/>
                  <a:gd name="connsiteY6" fmla="*/ 313652 h 556148"/>
                  <a:gd name="connsiteX7" fmla="*/ 234359 w 468667"/>
                  <a:gd name="connsiteY7" fmla="*/ 556149 h 556148"/>
                  <a:gd name="connsiteX8" fmla="*/ 113433 w 468667"/>
                  <a:gd name="connsiteY8" fmla="*/ 79393 h 556148"/>
                  <a:gd name="connsiteX9" fmla="*/ 79393 w 468667"/>
                  <a:gd name="connsiteY9" fmla="*/ 113433 h 556148"/>
                  <a:gd name="connsiteX10" fmla="*/ 79393 w 468667"/>
                  <a:gd name="connsiteY10" fmla="*/ 313652 h 556148"/>
                  <a:gd name="connsiteX11" fmla="*/ 234309 w 468667"/>
                  <a:gd name="connsiteY11" fmla="*/ 476756 h 556148"/>
                  <a:gd name="connsiteX12" fmla="*/ 389225 w 468667"/>
                  <a:gd name="connsiteY12" fmla="*/ 313652 h 556148"/>
                  <a:gd name="connsiteX13" fmla="*/ 389225 w 468667"/>
                  <a:gd name="connsiteY13" fmla="*/ 113433 h 556148"/>
                  <a:gd name="connsiteX14" fmla="*/ 355185 w 468667"/>
                  <a:gd name="connsiteY14" fmla="*/ 79393 h 556148"/>
                  <a:gd name="connsiteX15" fmla="*/ 113383 w 468667"/>
                  <a:gd name="connsiteY15" fmla="*/ 79393 h 55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8667" h="556148">
                    <a:moveTo>
                      <a:pt x="234309" y="556149"/>
                    </a:moveTo>
                    <a:cubicBezTo>
                      <a:pt x="102913" y="556149"/>
                      <a:pt x="0" y="449613"/>
                      <a:pt x="0" y="313652"/>
                    </a:cubicBezTo>
                    <a:lnTo>
                      <a:pt x="0" y="113433"/>
                    </a:lnTo>
                    <a:cubicBezTo>
                      <a:pt x="0" y="50861"/>
                      <a:pt x="50861" y="0"/>
                      <a:pt x="113433" y="0"/>
                    </a:cubicBezTo>
                    <a:lnTo>
                      <a:pt x="355235" y="0"/>
                    </a:lnTo>
                    <a:cubicBezTo>
                      <a:pt x="417807" y="0"/>
                      <a:pt x="468668" y="50861"/>
                      <a:pt x="468668" y="113433"/>
                    </a:cubicBezTo>
                    <a:lnTo>
                      <a:pt x="468668" y="313652"/>
                    </a:lnTo>
                    <a:cubicBezTo>
                      <a:pt x="468668" y="449613"/>
                      <a:pt x="365755" y="556149"/>
                      <a:pt x="234359" y="556149"/>
                    </a:cubicBezTo>
                    <a:close/>
                    <a:moveTo>
                      <a:pt x="113433" y="79393"/>
                    </a:moveTo>
                    <a:cubicBezTo>
                      <a:pt x="94676" y="79393"/>
                      <a:pt x="79393" y="94676"/>
                      <a:pt x="79393" y="113433"/>
                    </a:cubicBezTo>
                    <a:lnTo>
                      <a:pt x="79393" y="313652"/>
                    </a:lnTo>
                    <a:cubicBezTo>
                      <a:pt x="79393" y="406642"/>
                      <a:pt x="145984" y="476756"/>
                      <a:pt x="234309" y="476756"/>
                    </a:cubicBezTo>
                    <a:cubicBezTo>
                      <a:pt x="322634" y="476756"/>
                      <a:pt x="389225" y="406642"/>
                      <a:pt x="389225" y="313652"/>
                    </a:cubicBezTo>
                    <a:lnTo>
                      <a:pt x="389225" y="113433"/>
                    </a:lnTo>
                    <a:cubicBezTo>
                      <a:pt x="389225" y="94676"/>
                      <a:pt x="373942" y="79393"/>
                      <a:pt x="355185" y="79393"/>
                    </a:cubicBezTo>
                    <a:lnTo>
                      <a:pt x="113383" y="79393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E2DDECC0-4BAD-8C37-CD08-90033BAA0FBD}"/>
                  </a:ext>
                </a:extLst>
              </p:cNvPr>
              <p:cNvSpPr/>
              <p:nvPr/>
            </p:nvSpPr>
            <p:spPr>
              <a:xfrm>
                <a:off x="6945282" y="1650953"/>
                <a:ext cx="468618" cy="361635"/>
              </a:xfrm>
              <a:custGeom>
                <a:avLst/>
                <a:gdLst>
                  <a:gd name="connsiteX0" fmla="*/ 234309 w 468618"/>
                  <a:gd name="connsiteY0" fmla="*/ 361636 h 361635"/>
                  <a:gd name="connsiteX1" fmla="*/ 0 w 468618"/>
                  <a:gd name="connsiteY1" fmla="*/ 119139 h 361635"/>
                  <a:gd name="connsiteX2" fmla="*/ 39697 w 468618"/>
                  <a:gd name="connsiteY2" fmla="*/ 79443 h 361635"/>
                  <a:gd name="connsiteX3" fmla="*/ 79393 w 468618"/>
                  <a:gd name="connsiteY3" fmla="*/ 119139 h 361635"/>
                  <a:gd name="connsiteX4" fmla="*/ 234309 w 468618"/>
                  <a:gd name="connsiteY4" fmla="*/ 282243 h 361635"/>
                  <a:gd name="connsiteX5" fmla="*/ 389225 w 468618"/>
                  <a:gd name="connsiteY5" fmla="*/ 119139 h 361635"/>
                  <a:gd name="connsiteX6" fmla="*/ 389225 w 468618"/>
                  <a:gd name="connsiteY6" fmla="*/ 39697 h 361635"/>
                  <a:gd name="connsiteX7" fmla="*/ 428922 w 468618"/>
                  <a:gd name="connsiteY7" fmla="*/ 0 h 361635"/>
                  <a:gd name="connsiteX8" fmla="*/ 468618 w 468618"/>
                  <a:gd name="connsiteY8" fmla="*/ 39697 h 361635"/>
                  <a:gd name="connsiteX9" fmla="*/ 468618 w 468618"/>
                  <a:gd name="connsiteY9" fmla="*/ 119139 h 361635"/>
                  <a:gd name="connsiteX10" fmla="*/ 234309 w 468618"/>
                  <a:gd name="connsiteY10" fmla="*/ 361636 h 361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8618" h="361635">
                    <a:moveTo>
                      <a:pt x="234309" y="361636"/>
                    </a:moveTo>
                    <a:cubicBezTo>
                      <a:pt x="102913" y="361636"/>
                      <a:pt x="0" y="255100"/>
                      <a:pt x="0" y="119139"/>
                    </a:cubicBezTo>
                    <a:cubicBezTo>
                      <a:pt x="0" y="97207"/>
                      <a:pt x="17764" y="79443"/>
                      <a:pt x="39697" y="79443"/>
                    </a:cubicBezTo>
                    <a:cubicBezTo>
                      <a:pt x="61629" y="79443"/>
                      <a:pt x="79393" y="97207"/>
                      <a:pt x="79393" y="119139"/>
                    </a:cubicBezTo>
                    <a:cubicBezTo>
                      <a:pt x="79393" y="212128"/>
                      <a:pt x="145984" y="282243"/>
                      <a:pt x="234309" y="282243"/>
                    </a:cubicBezTo>
                    <a:cubicBezTo>
                      <a:pt x="322634" y="282243"/>
                      <a:pt x="389225" y="212128"/>
                      <a:pt x="389225" y="119139"/>
                    </a:cubicBezTo>
                    <a:lnTo>
                      <a:pt x="389225" y="39697"/>
                    </a:lnTo>
                    <a:cubicBezTo>
                      <a:pt x="389225" y="17764"/>
                      <a:pt x="406989" y="0"/>
                      <a:pt x="428922" y="0"/>
                    </a:cubicBezTo>
                    <a:cubicBezTo>
                      <a:pt x="450854" y="0"/>
                      <a:pt x="468618" y="17764"/>
                      <a:pt x="468618" y="39697"/>
                    </a:cubicBezTo>
                    <a:lnTo>
                      <a:pt x="468618" y="119139"/>
                    </a:lnTo>
                    <a:cubicBezTo>
                      <a:pt x="468618" y="255100"/>
                      <a:pt x="365705" y="361636"/>
                      <a:pt x="234309" y="3616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B525D01B-A46F-F6A5-C959-A1B8B33AEF34}"/>
              </a:ext>
            </a:extLst>
          </p:cNvPr>
          <p:cNvGrpSpPr/>
          <p:nvPr/>
        </p:nvGrpSpPr>
        <p:grpSpPr>
          <a:xfrm>
            <a:off x="8072594" y="1423343"/>
            <a:ext cx="849010" cy="827077"/>
            <a:chOff x="8072594" y="1423343"/>
            <a:chExt cx="849010" cy="827077"/>
          </a:xfrm>
        </p:grpSpPr>
        <p:grpSp>
          <p:nvGrpSpPr>
            <p:cNvPr id="173" name="Picture Placeholder 48">
              <a:extLst>
                <a:ext uri="{FF2B5EF4-FFF2-40B4-BE49-F238E27FC236}">
                  <a16:creationId xmlns:a16="http://schemas.microsoft.com/office/drawing/2014/main" id="{32A21417-8D42-0195-5C93-9A14DC38006D}"/>
                </a:ext>
              </a:extLst>
            </p:cNvPr>
            <p:cNvGrpSpPr/>
            <p:nvPr/>
          </p:nvGrpSpPr>
          <p:grpSpPr>
            <a:xfrm>
              <a:off x="8167540" y="1699234"/>
              <a:ext cx="659098" cy="551186"/>
              <a:chOff x="8167540" y="1699234"/>
              <a:chExt cx="659098" cy="551186"/>
            </a:xfrm>
            <a:solidFill>
              <a:srgbClr val="FFFFFF"/>
            </a:solidFill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55A06BB0-BF7C-15BB-600C-B9011B848BF1}"/>
                  </a:ext>
                </a:extLst>
              </p:cNvPr>
              <p:cNvSpPr/>
              <p:nvPr/>
            </p:nvSpPr>
            <p:spPr>
              <a:xfrm>
                <a:off x="8167540" y="1699234"/>
                <a:ext cx="659098" cy="551186"/>
              </a:xfrm>
              <a:custGeom>
                <a:avLst/>
                <a:gdLst>
                  <a:gd name="connsiteX0" fmla="*/ 459168 w 659098"/>
                  <a:gd name="connsiteY0" fmla="*/ 551187 h 551186"/>
                  <a:gd name="connsiteX1" fmla="*/ 329559 w 659098"/>
                  <a:gd name="connsiteY1" fmla="*/ 503551 h 551186"/>
                  <a:gd name="connsiteX2" fmla="*/ 199949 w 659098"/>
                  <a:gd name="connsiteY2" fmla="*/ 551087 h 551186"/>
                  <a:gd name="connsiteX3" fmla="*/ 199949 w 659098"/>
                  <a:gd name="connsiteY3" fmla="*/ 551087 h 551186"/>
                  <a:gd name="connsiteX4" fmla="*/ 58480 w 659098"/>
                  <a:gd name="connsiteY4" fmla="*/ 492535 h 551186"/>
                  <a:gd name="connsiteX5" fmla="*/ 57041 w 659098"/>
                  <a:gd name="connsiteY5" fmla="*/ 211037 h 551186"/>
                  <a:gd name="connsiteX6" fmla="*/ 185460 w 659098"/>
                  <a:gd name="connsiteY6" fmla="*/ 61430 h 551186"/>
                  <a:gd name="connsiteX7" fmla="*/ 187891 w 659098"/>
                  <a:gd name="connsiteY7" fmla="*/ 58801 h 551186"/>
                  <a:gd name="connsiteX8" fmla="*/ 329559 w 659098"/>
                  <a:gd name="connsiteY8" fmla="*/ 0 h 551186"/>
                  <a:gd name="connsiteX9" fmla="*/ 471027 w 659098"/>
                  <a:gd name="connsiteY9" fmla="*/ 58602 h 551186"/>
                  <a:gd name="connsiteX10" fmla="*/ 473608 w 659098"/>
                  <a:gd name="connsiteY10" fmla="*/ 61381 h 551186"/>
                  <a:gd name="connsiteX11" fmla="*/ 602076 w 659098"/>
                  <a:gd name="connsiteY11" fmla="*/ 210987 h 551186"/>
                  <a:gd name="connsiteX12" fmla="*/ 600637 w 659098"/>
                  <a:gd name="connsiteY12" fmla="*/ 492485 h 551186"/>
                  <a:gd name="connsiteX13" fmla="*/ 459168 w 659098"/>
                  <a:gd name="connsiteY13" fmla="*/ 551087 h 551186"/>
                  <a:gd name="connsiteX14" fmla="*/ 374019 w 659098"/>
                  <a:gd name="connsiteY14" fmla="*/ 436662 h 551186"/>
                  <a:gd name="connsiteX15" fmla="*/ 459118 w 659098"/>
                  <a:gd name="connsiteY15" fmla="*/ 471793 h 551186"/>
                  <a:gd name="connsiteX16" fmla="*/ 544466 w 659098"/>
                  <a:gd name="connsiteY16" fmla="*/ 436464 h 551186"/>
                  <a:gd name="connsiteX17" fmla="*/ 544714 w 659098"/>
                  <a:gd name="connsiteY17" fmla="*/ 265967 h 551186"/>
                  <a:gd name="connsiteX18" fmla="*/ 542729 w 659098"/>
                  <a:gd name="connsiteY18" fmla="*/ 263833 h 551186"/>
                  <a:gd name="connsiteX19" fmla="*/ 414112 w 659098"/>
                  <a:gd name="connsiteY19" fmla="*/ 114028 h 551186"/>
                  <a:gd name="connsiteX20" fmla="*/ 329509 w 659098"/>
                  <a:gd name="connsiteY20" fmla="*/ 79443 h 551186"/>
                  <a:gd name="connsiteX21" fmla="*/ 244906 w 659098"/>
                  <a:gd name="connsiteY21" fmla="*/ 114078 h 551186"/>
                  <a:gd name="connsiteX22" fmla="*/ 116338 w 659098"/>
                  <a:gd name="connsiteY22" fmla="*/ 263833 h 551186"/>
                  <a:gd name="connsiteX23" fmla="*/ 114353 w 659098"/>
                  <a:gd name="connsiteY23" fmla="*/ 265967 h 551186"/>
                  <a:gd name="connsiteX24" fmla="*/ 114602 w 659098"/>
                  <a:gd name="connsiteY24" fmla="*/ 436414 h 551186"/>
                  <a:gd name="connsiteX25" fmla="*/ 199949 w 659098"/>
                  <a:gd name="connsiteY25" fmla="*/ 471694 h 551186"/>
                  <a:gd name="connsiteX26" fmla="*/ 285098 w 659098"/>
                  <a:gd name="connsiteY26" fmla="*/ 436612 h 551186"/>
                  <a:gd name="connsiteX27" fmla="*/ 300878 w 659098"/>
                  <a:gd name="connsiteY27" fmla="*/ 420188 h 551186"/>
                  <a:gd name="connsiteX28" fmla="*/ 329559 w 659098"/>
                  <a:gd name="connsiteY28" fmla="*/ 407932 h 551186"/>
                  <a:gd name="connsiteX29" fmla="*/ 358239 w 659098"/>
                  <a:gd name="connsiteY29" fmla="*/ 420188 h 551186"/>
                  <a:gd name="connsiteX30" fmla="*/ 374068 w 659098"/>
                  <a:gd name="connsiteY30" fmla="*/ 436712 h 55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59098" h="551186">
                    <a:moveTo>
                      <a:pt x="459168" y="551187"/>
                    </a:moveTo>
                    <a:cubicBezTo>
                      <a:pt x="411135" y="551187"/>
                      <a:pt x="365732" y="534365"/>
                      <a:pt x="329559" y="503551"/>
                    </a:cubicBezTo>
                    <a:cubicBezTo>
                      <a:pt x="293435" y="534316"/>
                      <a:pt x="248032" y="551087"/>
                      <a:pt x="199949" y="551087"/>
                    </a:cubicBezTo>
                    <a:cubicBezTo>
                      <a:pt x="199949" y="551087"/>
                      <a:pt x="199949" y="551087"/>
                      <a:pt x="199949" y="551087"/>
                    </a:cubicBezTo>
                    <a:cubicBezTo>
                      <a:pt x="146458" y="551087"/>
                      <a:pt x="96192" y="530296"/>
                      <a:pt x="58480" y="492535"/>
                    </a:cubicBezTo>
                    <a:cubicBezTo>
                      <a:pt x="-18978" y="415077"/>
                      <a:pt x="-19523" y="289140"/>
                      <a:pt x="57041" y="211037"/>
                    </a:cubicBezTo>
                    <a:lnTo>
                      <a:pt x="185460" y="61430"/>
                    </a:lnTo>
                    <a:cubicBezTo>
                      <a:pt x="186403" y="60388"/>
                      <a:pt x="187147" y="59545"/>
                      <a:pt x="187891" y="58801"/>
                    </a:cubicBezTo>
                    <a:cubicBezTo>
                      <a:pt x="225851" y="20841"/>
                      <a:pt x="276117" y="0"/>
                      <a:pt x="329559" y="0"/>
                    </a:cubicBezTo>
                    <a:cubicBezTo>
                      <a:pt x="383000" y="0"/>
                      <a:pt x="433266" y="20791"/>
                      <a:pt x="471027" y="58602"/>
                    </a:cubicBezTo>
                    <a:cubicBezTo>
                      <a:pt x="472020" y="59644"/>
                      <a:pt x="472863" y="60488"/>
                      <a:pt x="473608" y="61381"/>
                    </a:cubicBezTo>
                    <a:lnTo>
                      <a:pt x="602076" y="210987"/>
                    </a:lnTo>
                    <a:cubicBezTo>
                      <a:pt x="678591" y="289090"/>
                      <a:pt x="678095" y="415027"/>
                      <a:pt x="600637" y="492485"/>
                    </a:cubicBezTo>
                    <a:cubicBezTo>
                      <a:pt x="562826" y="530296"/>
                      <a:pt x="512609" y="551087"/>
                      <a:pt x="459168" y="551087"/>
                    </a:cubicBezTo>
                    <a:close/>
                    <a:moveTo>
                      <a:pt x="374019" y="436662"/>
                    </a:moveTo>
                    <a:cubicBezTo>
                      <a:pt x="396795" y="459289"/>
                      <a:pt x="427014" y="471793"/>
                      <a:pt x="459118" y="471793"/>
                    </a:cubicBezTo>
                    <a:cubicBezTo>
                      <a:pt x="491223" y="471793"/>
                      <a:pt x="521690" y="459239"/>
                      <a:pt x="544466" y="436464"/>
                    </a:cubicBezTo>
                    <a:cubicBezTo>
                      <a:pt x="591407" y="389522"/>
                      <a:pt x="591506" y="313057"/>
                      <a:pt x="544714" y="265967"/>
                    </a:cubicBezTo>
                    <a:cubicBezTo>
                      <a:pt x="544019" y="265272"/>
                      <a:pt x="543374" y="264578"/>
                      <a:pt x="542729" y="263833"/>
                    </a:cubicBezTo>
                    <a:lnTo>
                      <a:pt x="414112" y="114028"/>
                    </a:lnTo>
                    <a:cubicBezTo>
                      <a:pt x="391535" y="91749"/>
                      <a:pt x="361465" y="79443"/>
                      <a:pt x="329509" y="79443"/>
                    </a:cubicBezTo>
                    <a:cubicBezTo>
                      <a:pt x="297553" y="79443"/>
                      <a:pt x="267582" y="91749"/>
                      <a:pt x="244906" y="114078"/>
                    </a:cubicBezTo>
                    <a:lnTo>
                      <a:pt x="116338" y="263833"/>
                    </a:lnTo>
                    <a:cubicBezTo>
                      <a:pt x="115693" y="264578"/>
                      <a:pt x="115048" y="265272"/>
                      <a:pt x="114353" y="265967"/>
                    </a:cubicBezTo>
                    <a:cubicBezTo>
                      <a:pt x="67511" y="313007"/>
                      <a:pt x="67660" y="389522"/>
                      <a:pt x="114602" y="436414"/>
                    </a:cubicBezTo>
                    <a:cubicBezTo>
                      <a:pt x="137328" y="459140"/>
                      <a:pt x="167646" y="471694"/>
                      <a:pt x="199949" y="471694"/>
                    </a:cubicBezTo>
                    <a:cubicBezTo>
                      <a:pt x="232252" y="471694"/>
                      <a:pt x="262372" y="459239"/>
                      <a:pt x="285098" y="436612"/>
                    </a:cubicBezTo>
                    <a:lnTo>
                      <a:pt x="300878" y="420188"/>
                    </a:lnTo>
                    <a:cubicBezTo>
                      <a:pt x="308371" y="412348"/>
                      <a:pt x="318741" y="407932"/>
                      <a:pt x="329559" y="407932"/>
                    </a:cubicBezTo>
                    <a:cubicBezTo>
                      <a:pt x="340376" y="407932"/>
                      <a:pt x="350747" y="412348"/>
                      <a:pt x="358239" y="420188"/>
                    </a:cubicBezTo>
                    <a:lnTo>
                      <a:pt x="374068" y="436712"/>
                    </a:ln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7C62131A-3F60-CF1F-1265-63CAD4FE6E04}"/>
                  </a:ext>
                </a:extLst>
              </p:cNvPr>
              <p:cNvSpPr/>
              <p:nvPr/>
            </p:nvSpPr>
            <p:spPr>
              <a:xfrm>
                <a:off x="8331663" y="1880400"/>
                <a:ext cx="330871" cy="301296"/>
              </a:xfrm>
              <a:custGeom>
                <a:avLst/>
                <a:gdLst>
                  <a:gd name="connsiteX0" fmla="*/ 165436 w 330871"/>
                  <a:gd name="connsiteY0" fmla="*/ 301296 h 301296"/>
                  <a:gd name="connsiteX1" fmla="*/ 127972 w 330871"/>
                  <a:gd name="connsiteY1" fmla="*/ 284723 h 301296"/>
                  <a:gd name="connsiteX2" fmla="*/ 29475 w 330871"/>
                  <a:gd name="connsiteY2" fmla="*/ 176500 h 301296"/>
                  <a:gd name="connsiteX3" fmla="*/ 0 w 330871"/>
                  <a:gd name="connsiteY3" fmla="*/ 103955 h 301296"/>
                  <a:gd name="connsiteX4" fmla="*/ 30467 w 330871"/>
                  <a:gd name="connsiteY4" fmla="*/ 30417 h 301296"/>
                  <a:gd name="connsiteX5" fmla="*/ 165436 w 330871"/>
                  <a:gd name="connsiteY5" fmla="*/ 19996 h 301296"/>
                  <a:gd name="connsiteX6" fmla="*/ 300404 w 330871"/>
                  <a:gd name="connsiteY6" fmla="*/ 30417 h 301296"/>
                  <a:gd name="connsiteX7" fmla="*/ 330871 w 330871"/>
                  <a:gd name="connsiteY7" fmla="*/ 103955 h 301296"/>
                  <a:gd name="connsiteX8" fmla="*/ 301396 w 330871"/>
                  <a:gd name="connsiteY8" fmla="*/ 176500 h 301296"/>
                  <a:gd name="connsiteX9" fmla="*/ 202899 w 330871"/>
                  <a:gd name="connsiteY9" fmla="*/ 284723 h 301296"/>
                  <a:gd name="connsiteX10" fmla="*/ 165436 w 330871"/>
                  <a:gd name="connsiteY10" fmla="*/ 301296 h 301296"/>
                  <a:gd name="connsiteX11" fmla="*/ 186723 w 330871"/>
                  <a:gd name="connsiteY11" fmla="*/ 231281 h 301296"/>
                  <a:gd name="connsiteX12" fmla="*/ 186723 w 330871"/>
                  <a:gd name="connsiteY12" fmla="*/ 231281 h 301296"/>
                  <a:gd name="connsiteX13" fmla="*/ 186723 w 330871"/>
                  <a:gd name="connsiteY13" fmla="*/ 231281 h 301296"/>
                  <a:gd name="connsiteX14" fmla="*/ 104005 w 330871"/>
                  <a:gd name="connsiteY14" fmla="*/ 79293 h 301296"/>
                  <a:gd name="connsiteX15" fmla="*/ 86588 w 330871"/>
                  <a:gd name="connsiteY15" fmla="*/ 86488 h 301296"/>
                  <a:gd name="connsiteX16" fmla="*/ 79393 w 330871"/>
                  <a:gd name="connsiteY16" fmla="*/ 103905 h 301296"/>
                  <a:gd name="connsiteX17" fmla="*/ 86539 w 330871"/>
                  <a:gd name="connsiteY17" fmla="*/ 121223 h 301296"/>
                  <a:gd name="connsiteX18" fmla="*/ 87729 w 330871"/>
                  <a:gd name="connsiteY18" fmla="*/ 122463 h 301296"/>
                  <a:gd name="connsiteX19" fmla="*/ 165485 w 330871"/>
                  <a:gd name="connsiteY19" fmla="*/ 207910 h 301296"/>
                  <a:gd name="connsiteX20" fmla="*/ 243241 w 330871"/>
                  <a:gd name="connsiteY20" fmla="*/ 122463 h 301296"/>
                  <a:gd name="connsiteX21" fmla="*/ 244432 w 330871"/>
                  <a:gd name="connsiteY21" fmla="*/ 121223 h 301296"/>
                  <a:gd name="connsiteX22" fmla="*/ 251577 w 330871"/>
                  <a:gd name="connsiteY22" fmla="*/ 103905 h 301296"/>
                  <a:gd name="connsiteX23" fmla="*/ 244382 w 330871"/>
                  <a:gd name="connsiteY23" fmla="*/ 86488 h 301296"/>
                  <a:gd name="connsiteX24" fmla="*/ 209548 w 330871"/>
                  <a:gd name="connsiteY24" fmla="*/ 86488 h 301296"/>
                  <a:gd name="connsiteX25" fmla="*/ 193620 w 330871"/>
                  <a:gd name="connsiteY25" fmla="*/ 102416 h 301296"/>
                  <a:gd name="connsiteX26" fmla="*/ 137499 w 330871"/>
                  <a:gd name="connsiteY26" fmla="*/ 102416 h 301296"/>
                  <a:gd name="connsiteX27" fmla="*/ 121571 w 330871"/>
                  <a:gd name="connsiteY27" fmla="*/ 86488 h 301296"/>
                  <a:gd name="connsiteX28" fmla="*/ 104154 w 330871"/>
                  <a:gd name="connsiteY28" fmla="*/ 79293 h 301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30871" h="301296">
                    <a:moveTo>
                      <a:pt x="165436" y="301296"/>
                    </a:moveTo>
                    <a:cubicBezTo>
                      <a:pt x="151194" y="301296"/>
                      <a:pt x="137549" y="295242"/>
                      <a:pt x="127972" y="284723"/>
                    </a:cubicBezTo>
                    <a:lnTo>
                      <a:pt x="29475" y="176500"/>
                    </a:lnTo>
                    <a:cubicBezTo>
                      <a:pt x="10470" y="156999"/>
                      <a:pt x="0" y="131246"/>
                      <a:pt x="0" y="103955"/>
                    </a:cubicBezTo>
                    <a:cubicBezTo>
                      <a:pt x="0" y="76663"/>
                      <a:pt x="10817" y="50067"/>
                      <a:pt x="30467" y="30417"/>
                    </a:cubicBezTo>
                    <a:cubicBezTo>
                      <a:pt x="67186" y="-6303"/>
                      <a:pt x="124796" y="-9776"/>
                      <a:pt x="165436" y="19996"/>
                    </a:cubicBezTo>
                    <a:cubicBezTo>
                      <a:pt x="206125" y="-9776"/>
                      <a:pt x="263685" y="-6303"/>
                      <a:pt x="300404" y="30417"/>
                    </a:cubicBezTo>
                    <a:cubicBezTo>
                      <a:pt x="320054" y="50067"/>
                      <a:pt x="330871" y="76167"/>
                      <a:pt x="330871" y="103955"/>
                    </a:cubicBezTo>
                    <a:cubicBezTo>
                      <a:pt x="330871" y="131742"/>
                      <a:pt x="320401" y="156999"/>
                      <a:pt x="301396" y="176500"/>
                    </a:cubicBezTo>
                    <a:lnTo>
                      <a:pt x="202899" y="284723"/>
                    </a:lnTo>
                    <a:cubicBezTo>
                      <a:pt x="193322" y="295242"/>
                      <a:pt x="179677" y="301296"/>
                      <a:pt x="165436" y="301296"/>
                    </a:cubicBezTo>
                    <a:close/>
                    <a:moveTo>
                      <a:pt x="186723" y="231281"/>
                    </a:moveTo>
                    <a:lnTo>
                      <a:pt x="186723" y="231281"/>
                    </a:lnTo>
                    <a:lnTo>
                      <a:pt x="186723" y="231281"/>
                    </a:lnTo>
                    <a:close/>
                    <a:moveTo>
                      <a:pt x="104005" y="79293"/>
                    </a:moveTo>
                    <a:cubicBezTo>
                      <a:pt x="97703" y="79293"/>
                      <a:pt x="91401" y="81675"/>
                      <a:pt x="86588" y="86488"/>
                    </a:cubicBezTo>
                    <a:cubicBezTo>
                      <a:pt x="81874" y="91202"/>
                      <a:pt x="79393" y="97206"/>
                      <a:pt x="79393" y="103905"/>
                    </a:cubicBezTo>
                    <a:cubicBezTo>
                      <a:pt x="79393" y="110604"/>
                      <a:pt x="81874" y="116509"/>
                      <a:pt x="86539" y="121223"/>
                    </a:cubicBezTo>
                    <a:cubicBezTo>
                      <a:pt x="86936" y="121620"/>
                      <a:pt x="87333" y="122066"/>
                      <a:pt x="87729" y="122463"/>
                    </a:cubicBezTo>
                    <a:lnTo>
                      <a:pt x="165485" y="207910"/>
                    </a:lnTo>
                    <a:lnTo>
                      <a:pt x="243241" y="122463"/>
                    </a:lnTo>
                    <a:cubicBezTo>
                      <a:pt x="243638" y="122066"/>
                      <a:pt x="244035" y="121620"/>
                      <a:pt x="244432" y="121223"/>
                    </a:cubicBezTo>
                    <a:cubicBezTo>
                      <a:pt x="249096" y="116509"/>
                      <a:pt x="251577" y="110505"/>
                      <a:pt x="251577" y="103905"/>
                    </a:cubicBezTo>
                    <a:cubicBezTo>
                      <a:pt x="251577" y="97305"/>
                      <a:pt x="249096" y="91202"/>
                      <a:pt x="244382" y="86488"/>
                    </a:cubicBezTo>
                    <a:cubicBezTo>
                      <a:pt x="234805" y="76862"/>
                      <a:pt x="219175" y="76911"/>
                      <a:pt x="209548" y="86488"/>
                    </a:cubicBezTo>
                    <a:lnTo>
                      <a:pt x="193620" y="102416"/>
                    </a:lnTo>
                    <a:cubicBezTo>
                      <a:pt x="178138" y="117898"/>
                      <a:pt x="152981" y="117898"/>
                      <a:pt x="137499" y="102416"/>
                    </a:cubicBezTo>
                    <a:lnTo>
                      <a:pt x="121571" y="86488"/>
                    </a:lnTo>
                    <a:cubicBezTo>
                      <a:pt x="116758" y="81675"/>
                      <a:pt x="110456" y="79293"/>
                      <a:pt x="104154" y="792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716EEDED-68DC-FB4F-9EAD-237A236A623E}"/>
                </a:ext>
              </a:extLst>
            </p:cNvPr>
            <p:cNvSpPr/>
            <p:nvPr/>
          </p:nvSpPr>
          <p:spPr>
            <a:xfrm>
              <a:off x="8072594" y="1553299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9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9" y="158191"/>
                    <a:pt x="142809" y="129510"/>
                  </a:cubicBezTo>
                  <a:cubicBezTo>
                    <a:pt x="142809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D380B875-FCD3-C5F4-3786-1FBEA951B86D}"/>
                </a:ext>
              </a:extLst>
            </p:cNvPr>
            <p:cNvSpPr/>
            <p:nvPr/>
          </p:nvSpPr>
          <p:spPr>
            <a:xfrm>
              <a:off x="8269935" y="1423343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37C71F9D-B6A2-5118-E320-35C4AD5E9675}"/>
                </a:ext>
              </a:extLst>
            </p:cNvPr>
            <p:cNvSpPr/>
            <p:nvPr/>
          </p:nvSpPr>
          <p:spPr>
            <a:xfrm>
              <a:off x="8699403" y="1553299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BC48C1DD-799F-89ED-D8F1-C1364762527C}"/>
                </a:ext>
              </a:extLst>
            </p:cNvPr>
            <p:cNvSpPr/>
            <p:nvPr/>
          </p:nvSpPr>
          <p:spPr>
            <a:xfrm>
              <a:off x="8502061" y="1423343"/>
              <a:ext cx="222201" cy="259019"/>
            </a:xfrm>
            <a:custGeom>
              <a:avLst/>
              <a:gdLst>
                <a:gd name="connsiteX0" fmla="*/ 111101 w 222201"/>
                <a:gd name="connsiteY0" fmla="*/ 259020 h 259019"/>
                <a:gd name="connsiteX1" fmla="*/ 0 w 222201"/>
                <a:gd name="connsiteY1" fmla="*/ 129510 h 259019"/>
                <a:gd name="connsiteX2" fmla="*/ 111101 w 222201"/>
                <a:gd name="connsiteY2" fmla="*/ 0 h 259019"/>
                <a:gd name="connsiteX3" fmla="*/ 222202 w 222201"/>
                <a:gd name="connsiteY3" fmla="*/ 129510 h 259019"/>
                <a:gd name="connsiteX4" fmla="*/ 111101 w 222201"/>
                <a:gd name="connsiteY4" fmla="*/ 259020 h 259019"/>
                <a:gd name="connsiteX5" fmla="*/ 111101 w 222201"/>
                <a:gd name="connsiteY5" fmla="*/ 79393 h 259019"/>
                <a:gd name="connsiteX6" fmla="*/ 79393 w 222201"/>
                <a:gd name="connsiteY6" fmla="*/ 129510 h 259019"/>
                <a:gd name="connsiteX7" fmla="*/ 111101 w 222201"/>
                <a:gd name="connsiteY7" fmla="*/ 179627 h 259019"/>
                <a:gd name="connsiteX8" fmla="*/ 142808 w 222201"/>
                <a:gd name="connsiteY8" fmla="*/ 129510 h 259019"/>
                <a:gd name="connsiteX9" fmla="*/ 111101 w 222201"/>
                <a:gd name="connsiteY9" fmla="*/ 79393 h 2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201" h="259019">
                  <a:moveTo>
                    <a:pt x="111101" y="259020"/>
                  </a:moveTo>
                  <a:cubicBezTo>
                    <a:pt x="49869" y="259020"/>
                    <a:pt x="0" y="200914"/>
                    <a:pt x="0" y="129510"/>
                  </a:cubicBezTo>
                  <a:cubicBezTo>
                    <a:pt x="0" y="58106"/>
                    <a:pt x="49819" y="0"/>
                    <a:pt x="111101" y="0"/>
                  </a:cubicBezTo>
                  <a:cubicBezTo>
                    <a:pt x="172382" y="0"/>
                    <a:pt x="222202" y="58106"/>
                    <a:pt x="222202" y="129510"/>
                  </a:cubicBezTo>
                  <a:cubicBezTo>
                    <a:pt x="222202" y="200914"/>
                    <a:pt x="172382" y="259020"/>
                    <a:pt x="111101" y="259020"/>
                  </a:cubicBezTo>
                  <a:close/>
                  <a:moveTo>
                    <a:pt x="111101" y="79393"/>
                  </a:moveTo>
                  <a:cubicBezTo>
                    <a:pt x="96165" y="79393"/>
                    <a:pt x="79393" y="100829"/>
                    <a:pt x="79393" y="129510"/>
                  </a:cubicBezTo>
                  <a:cubicBezTo>
                    <a:pt x="79393" y="158191"/>
                    <a:pt x="96115" y="179627"/>
                    <a:pt x="111101" y="179627"/>
                  </a:cubicBezTo>
                  <a:cubicBezTo>
                    <a:pt x="126086" y="179627"/>
                    <a:pt x="142808" y="158191"/>
                    <a:pt x="142808" y="129510"/>
                  </a:cubicBezTo>
                  <a:cubicBezTo>
                    <a:pt x="142808" y="100829"/>
                    <a:pt x="126086" y="79393"/>
                    <a:pt x="1111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848D4E5E-CE26-4EE4-2D47-F9556F9D8459}"/>
              </a:ext>
            </a:extLst>
          </p:cNvPr>
          <p:cNvGrpSpPr/>
          <p:nvPr/>
        </p:nvGrpSpPr>
        <p:grpSpPr>
          <a:xfrm>
            <a:off x="9388265" y="1410590"/>
            <a:ext cx="852782" cy="852681"/>
            <a:chOff x="9388265" y="1410590"/>
            <a:chExt cx="852782" cy="852681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8C5CCD5B-FAB1-0E8A-E707-A8D7EFD31DE6}"/>
                </a:ext>
              </a:extLst>
            </p:cNvPr>
            <p:cNvSpPr/>
            <p:nvPr/>
          </p:nvSpPr>
          <p:spPr>
            <a:xfrm>
              <a:off x="9388265" y="1410590"/>
              <a:ext cx="852782" cy="852681"/>
            </a:xfrm>
            <a:custGeom>
              <a:avLst/>
              <a:gdLst>
                <a:gd name="connsiteX0" fmla="*/ 487871 w 852782"/>
                <a:gd name="connsiteY0" fmla="*/ 852632 h 852681"/>
                <a:gd name="connsiteX1" fmla="*/ 364762 w 852782"/>
                <a:gd name="connsiteY1" fmla="*/ 852632 h 852681"/>
                <a:gd name="connsiteX2" fmla="*/ 310675 w 852782"/>
                <a:gd name="connsiteY2" fmla="*/ 798546 h 852681"/>
                <a:gd name="connsiteX3" fmla="*/ 310675 w 852782"/>
                <a:gd name="connsiteY3" fmla="*/ 753192 h 852681"/>
                <a:gd name="connsiteX4" fmla="*/ 277281 w 852782"/>
                <a:gd name="connsiteY4" fmla="*/ 739348 h 852681"/>
                <a:gd name="connsiteX5" fmla="*/ 245126 w 852782"/>
                <a:gd name="connsiteY5" fmla="*/ 771502 h 852681"/>
                <a:gd name="connsiteX6" fmla="*/ 168611 w 852782"/>
                <a:gd name="connsiteY6" fmla="*/ 771502 h 852681"/>
                <a:gd name="connsiteX7" fmla="*/ 81328 w 852782"/>
                <a:gd name="connsiteY7" fmla="*/ 684220 h 852681"/>
                <a:gd name="connsiteX8" fmla="*/ 81328 w 852782"/>
                <a:gd name="connsiteY8" fmla="*/ 607705 h 852681"/>
                <a:gd name="connsiteX9" fmla="*/ 113383 w 852782"/>
                <a:gd name="connsiteY9" fmla="*/ 575650 h 852681"/>
                <a:gd name="connsiteX10" fmla="*/ 99539 w 852782"/>
                <a:gd name="connsiteY10" fmla="*/ 542255 h 852681"/>
                <a:gd name="connsiteX11" fmla="*/ 54087 w 852782"/>
                <a:gd name="connsiteY11" fmla="*/ 542255 h 852681"/>
                <a:gd name="connsiteX12" fmla="*/ 0 w 852782"/>
                <a:gd name="connsiteY12" fmla="*/ 488168 h 852681"/>
                <a:gd name="connsiteX13" fmla="*/ 0 w 852782"/>
                <a:gd name="connsiteY13" fmla="*/ 364712 h 852681"/>
                <a:gd name="connsiteX14" fmla="*/ 54087 w 852782"/>
                <a:gd name="connsiteY14" fmla="*/ 310626 h 852681"/>
                <a:gd name="connsiteX15" fmla="*/ 99440 w 852782"/>
                <a:gd name="connsiteY15" fmla="*/ 310626 h 852681"/>
                <a:gd name="connsiteX16" fmla="*/ 113284 w 852782"/>
                <a:gd name="connsiteY16" fmla="*/ 277231 h 852681"/>
                <a:gd name="connsiteX17" fmla="*/ 81130 w 852782"/>
                <a:gd name="connsiteY17" fmla="*/ 245077 h 852681"/>
                <a:gd name="connsiteX18" fmla="*/ 81130 w 852782"/>
                <a:gd name="connsiteY18" fmla="*/ 168561 h 852681"/>
                <a:gd name="connsiteX19" fmla="*/ 168413 w 852782"/>
                <a:gd name="connsiteY19" fmla="*/ 81279 h 852681"/>
                <a:gd name="connsiteX20" fmla="*/ 206670 w 852782"/>
                <a:gd name="connsiteY20" fmla="*/ 65450 h 852681"/>
                <a:gd name="connsiteX21" fmla="*/ 244928 w 852782"/>
                <a:gd name="connsiteY21" fmla="*/ 81328 h 852681"/>
                <a:gd name="connsiteX22" fmla="*/ 276983 w 852782"/>
                <a:gd name="connsiteY22" fmla="*/ 113383 h 852681"/>
                <a:gd name="connsiteX23" fmla="*/ 310378 w 852782"/>
                <a:gd name="connsiteY23" fmla="*/ 99539 h 852681"/>
                <a:gd name="connsiteX24" fmla="*/ 310378 w 852782"/>
                <a:gd name="connsiteY24" fmla="*/ 54087 h 852681"/>
                <a:gd name="connsiteX25" fmla="*/ 364464 w 852782"/>
                <a:gd name="connsiteY25" fmla="*/ 0 h 852681"/>
                <a:gd name="connsiteX26" fmla="*/ 488318 w 852782"/>
                <a:gd name="connsiteY26" fmla="*/ 0 h 852681"/>
                <a:gd name="connsiteX27" fmla="*/ 542404 w 852782"/>
                <a:gd name="connsiteY27" fmla="*/ 54087 h 852681"/>
                <a:gd name="connsiteX28" fmla="*/ 542404 w 852782"/>
                <a:gd name="connsiteY28" fmla="*/ 99539 h 852681"/>
                <a:gd name="connsiteX29" fmla="*/ 575799 w 852782"/>
                <a:gd name="connsiteY29" fmla="*/ 113383 h 852681"/>
                <a:gd name="connsiteX30" fmla="*/ 607854 w 852782"/>
                <a:gd name="connsiteY30" fmla="*/ 81328 h 852681"/>
                <a:gd name="connsiteX31" fmla="*/ 646112 w 852782"/>
                <a:gd name="connsiteY31" fmla="*/ 65499 h 852681"/>
                <a:gd name="connsiteX32" fmla="*/ 684369 w 852782"/>
                <a:gd name="connsiteY32" fmla="*/ 81378 h 852681"/>
                <a:gd name="connsiteX33" fmla="*/ 771652 w 852782"/>
                <a:gd name="connsiteY33" fmla="*/ 168661 h 852681"/>
                <a:gd name="connsiteX34" fmla="*/ 771652 w 852782"/>
                <a:gd name="connsiteY34" fmla="*/ 245176 h 852681"/>
                <a:gd name="connsiteX35" fmla="*/ 739498 w 852782"/>
                <a:gd name="connsiteY35" fmla="*/ 277330 h 852681"/>
                <a:gd name="connsiteX36" fmla="*/ 753342 w 852782"/>
                <a:gd name="connsiteY36" fmla="*/ 310725 h 852681"/>
                <a:gd name="connsiteX37" fmla="*/ 798695 w 852782"/>
                <a:gd name="connsiteY37" fmla="*/ 310725 h 852681"/>
                <a:gd name="connsiteX38" fmla="*/ 852782 w 852782"/>
                <a:gd name="connsiteY38" fmla="*/ 364811 h 852681"/>
                <a:gd name="connsiteX39" fmla="*/ 852782 w 852782"/>
                <a:gd name="connsiteY39" fmla="*/ 488268 h 852681"/>
                <a:gd name="connsiteX40" fmla="*/ 798695 w 852782"/>
                <a:gd name="connsiteY40" fmla="*/ 542354 h 852681"/>
                <a:gd name="connsiteX41" fmla="*/ 753243 w 852782"/>
                <a:gd name="connsiteY41" fmla="*/ 542354 h 852681"/>
                <a:gd name="connsiteX42" fmla="*/ 739399 w 852782"/>
                <a:gd name="connsiteY42" fmla="*/ 575749 h 852681"/>
                <a:gd name="connsiteX43" fmla="*/ 771454 w 852782"/>
                <a:gd name="connsiteY43" fmla="*/ 607804 h 852681"/>
                <a:gd name="connsiteX44" fmla="*/ 771454 w 852782"/>
                <a:gd name="connsiteY44" fmla="*/ 684319 h 852681"/>
                <a:gd name="connsiteX45" fmla="*/ 684171 w 852782"/>
                <a:gd name="connsiteY45" fmla="*/ 771602 h 852681"/>
                <a:gd name="connsiteX46" fmla="*/ 645913 w 852782"/>
                <a:gd name="connsiteY46" fmla="*/ 787431 h 852681"/>
                <a:gd name="connsiteX47" fmla="*/ 607656 w 852782"/>
                <a:gd name="connsiteY47" fmla="*/ 771552 h 852681"/>
                <a:gd name="connsiteX48" fmla="*/ 575501 w 852782"/>
                <a:gd name="connsiteY48" fmla="*/ 739398 h 852681"/>
                <a:gd name="connsiteX49" fmla="*/ 542107 w 852782"/>
                <a:gd name="connsiteY49" fmla="*/ 753242 h 852681"/>
                <a:gd name="connsiteX50" fmla="*/ 542107 w 852782"/>
                <a:gd name="connsiteY50" fmla="*/ 798595 h 852681"/>
                <a:gd name="connsiteX51" fmla="*/ 488020 w 852782"/>
                <a:gd name="connsiteY51" fmla="*/ 852682 h 852681"/>
                <a:gd name="connsiteX52" fmla="*/ 390069 w 852782"/>
                <a:gd name="connsiteY52" fmla="*/ 773239 h 852681"/>
                <a:gd name="connsiteX53" fmla="*/ 462565 w 852782"/>
                <a:gd name="connsiteY53" fmla="*/ 773239 h 852681"/>
                <a:gd name="connsiteX54" fmla="*/ 462565 w 852782"/>
                <a:gd name="connsiteY54" fmla="*/ 730119 h 852681"/>
                <a:gd name="connsiteX55" fmla="*/ 497696 w 852782"/>
                <a:gd name="connsiteY55" fmla="*/ 683922 h 852681"/>
                <a:gd name="connsiteX56" fmla="*/ 557688 w 852782"/>
                <a:gd name="connsiteY56" fmla="*/ 659112 h 852681"/>
                <a:gd name="connsiteX57" fmla="*/ 615198 w 852782"/>
                <a:gd name="connsiteY57" fmla="*/ 666952 h 852681"/>
                <a:gd name="connsiteX58" fmla="*/ 645764 w 852782"/>
                <a:gd name="connsiteY58" fmla="*/ 697518 h 852681"/>
                <a:gd name="connsiteX59" fmla="*/ 697320 w 852782"/>
                <a:gd name="connsiteY59" fmla="*/ 646012 h 852681"/>
                <a:gd name="connsiteX60" fmla="*/ 666853 w 852782"/>
                <a:gd name="connsiteY60" fmla="*/ 615495 h 852681"/>
                <a:gd name="connsiteX61" fmla="*/ 659063 w 852782"/>
                <a:gd name="connsiteY61" fmla="*/ 557935 h 852681"/>
                <a:gd name="connsiteX62" fmla="*/ 683972 w 852782"/>
                <a:gd name="connsiteY62" fmla="*/ 497993 h 852681"/>
                <a:gd name="connsiteX63" fmla="*/ 730169 w 852782"/>
                <a:gd name="connsiteY63" fmla="*/ 462911 h 852681"/>
                <a:gd name="connsiteX64" fmla="*/ 773339 w 852782"/>
                <a:gd name="connsiteY64" fmla="*/ 462911 h 852681"/>
                <a:gd name="connsiteX65" fmla="*/ 773339 w 852782"/>
                <a:gd name="connsiteY65" fmla="*/ 390019 h 852681"/>
                <a:gd name="connsiteX66" fmla="*/ 730269 w 852782"/>
                <a:gd name="connsiteY66" fmla="*/ 390019 h 852681"/>
                <a:gd name="connsiteX67" fmla="*/ 684072 w 852782"/>
                <a:gd name="connsiteY67" fmla="*/ 354887 h 852681"/>
                <a:gd name="connsiteX68" fmla="*/ 659261 w 852782"/>
                <a:gd name="connsiteY68" fmla="*/ 294896 h 852681"/>
                <a:gd name="connsiteX69" fmla="*/ 667101 w 852782"/>
                <a:gd name="connsiteY69" fmla="*/ 237385 h 852681"/>
                <a:gd name="connsiteX70" fmla="*/ 697668 w 852782"/>
                <a:gd name="connsiteY70" fmla="*/ 206819 h 852681"/>
                <a:gd name="connsiteX71" fmla="*/ 646112 w 852782"/>
                <a:gd name="connsiteY71" fmla="*/ 155313 h 852681"/>
                <a:gd name="connsiteX72" fmla="*/ 615645 w 852782"/>
                <a:gd name="connsiteY72" fmla="*/ 185780 h 852681"/>
                <a:gd name="connsiteX73" fmla="*/ 558085 w 852782"/>
                <a:gd name="connsiteY73" fmla="*/ 193570 h 852681"/>
                <a:gd name="connsiteX74" fmla="*/ 498143 w 852782"/>
                <a:gd name="connsiteY74" fmla="*/ 168661 h 852681"/>
                <a:gd name="connsiteX75" fmla="*/ 463061 w 852782"/>
                <a:gd name="connsiteY75" fmla="*/ 122464 h 852681"/>
                <a:gd name="connsiteX76" fmla="*/ 463061 w 852782"/>
                <a:gd name="connsiteY76" fmla="*/ 79294 h 852681"/>
                <a:gd name="connsiteX77" fmla="*/ 389821 w 852782"/>
                <a:gd name="connsiteY77" fmla="*/ 79294 h 852681"/>
                <a:gd name="connsiteX78" fmla="*/ 389821 w 852782"/>
                <a:gd name="connsiteY78" fmla="*/ 122464 h 852681"/>
                <a:gd name="connsiteX79" fmla="*/ 354689 w 852782"/>
                <a:gd name="connsiteY79" fmla="*/ 168661 h 852681"/>
                <a:gd name="connsiteX80" fmla="*/ 294747 w 852782"/>
                <a:gd name="connsiteY80" fmla="*/ 193570 h 852681"/>
                <a:gd name="connsiteX81" fmla="*/ 237237 w 852782"/>
                <a:gd name="connsiteY81" fmla="*/ 185780 h 852681"/>
                <a:gd name="connsiteX82" fmla="*/ 206720 w 852782"/>
                <a:gd name="connsiteY82" fmla="*/ 155263 h 852681"/>
                <a:gd name="connsiteX83" fmla="*/ 155164 w 852782"/>
                <a:gd name="connsiteY83" fmla="*/ 206769 h 852681"/>
                <a:gd name="connsiteX84" fmla="*/ 185730 w 852782"/>
                <a:gd name="connsiteY84" fmla="*/ 237336 h 852681"/>
                <a:gd name="connsiteX85" fmla="*/ 193521 w 852782"/>
                <a:gd name="connsiteY85" fmla="*/ 294846 h 852681"/>
                <a:gd name="connsiteX86" fmla="*/ 168711 w 852782"/>
                <a:gd name="connsiteY86" fmla="*/ 354788 h 852681"/>
                <a:gd name="connsiteX87" fmla="*/ 122514 w 852782"/>
                <a:gd name="connsiteY87" fmla="*/ 389969 h 852681"/>
                <a:gd name="connsiteX88" fmla="*/ 79443 w 852782"/>
                <a:gd name="connsiteY88" fmla="*/ 389969 h 852681"/>
                <a:gd name="connsiteX89" fmla="*/ 79443 w 852782"/>
                <a:gd name="connsiteY89" fmla="*/ 462862 h 852681"/>
                <a:gd name="connsiteX90" fmla="*/ 122613 w 852782"/>
                <a:gd name="connsiteY90" fmla="*/ 462862 h 852681"/>
                <a:gd name="connsiteX91" fmla="*/ 168810 w 852782"/>
                <a:gd name="connsiteY91" fmla="*/ 497944 h 852681"/>
                <a:gd name="connsiteX92" fmla="*/ 193719 w 852782"/>
                <a:gd name="connsiteY92" fmla="*/ 557885 h 852681"/>
                <a:gd name="connsiteX93" fmla="*/ 185929 w 852782"/>
                <a:gd name="connsiteY93" fmla="*/ 615396 h 852681"/>
                <a:gd name="connsiteX94" fmla="*/ 155412 w 852782"/>
                <a:gd name="connsiteY94" fmla="*/ 645912 h 852681"/>
                <a:gd name="connsiteX95" fmla="*/ 206918 w 852782"/>
                <a:gd name="connsiteY95" fmla="*/ 697419 h 852681"/>
                <a:gd name="connsiteX96" fmla="*/ 237485 w 852782"/>
                <a:gd name="connsiteY96" fmla="*/ 666852 h 852681"/>
                <a:gd name="connsiteX97" fmla="*/ 294995 w 852782"/>
                <a:gd name="connsiteY97" fmla="*/ 659062 h 852681"/>
                <a:gd name="connsiteX98" fmla="*/ 354937 w 852782"/>
                <a:gd name="connsiteY98" fmla="*/ 683872 h 852681"/>
                <a:gd name="connsiteX99" fmla="*/ 390118 w 852782"/>
                <a:gd name="connsiteY99" fmla="*/ 730069 h 852681"/>
                <a:gd name="connsiteX100" fmla="*/ 390118 w 852782"/>
                <a:gd name="connsiteY100" fmla="*/ 773190 h 852681"/>
                <a:gd name="connsiteX101" fmla="*/ 255845 w 852782"/>
                <a:gd name="connsiteY101" fmla="*/ 728233 h 852681"/>
                <a:gd name="connsiteX102" fmla="*/ 255894 w 852782"/>
                <a:gd name="connsiteY102" fmla="*/ 728233 h 852681"/>
                <a:gd name="connsiteX103" fmla="*/ 255845 w 852782"/>
                <a:gd name="connsiteY103" fmla="*/ 728233 h 852681"/>
                <a:gd name="connsiteX104" fmla="*/ 124598 w 852782"/>
                <a:gd name="connsiteY104" fmla="*/ 597135 h 852681"/>
                <a:gd name="connsiteX105" fmla="*/ 124598 w 852782"/>
                <a:gd name="connsiteY105" fmla="*/ 597135 h 852681"/>
                <a:gd name="connsiteX106" fmla="*/ 124598 w 852782"/>
                <a:gd name="connsiteY106" fmla="*/ 597135 h 852681"/>
                <a:gd name="connsiteX107" fmla="*/ 728085 w 852782"/>
                <a:gd name="connsiteY107" fmla="*/ 597086 h 852681"/>
                <a:gd name="connsiteX108" fmla="*/ 728085 w 852782"/>
                <a:gd name="connsiteY108" fmla="*/ 597086 h 852681"/>
                <a:gd name="connsiteX109" fmla="*/ 728085 w 852782"/>
                <a:gd name="connsiteY109" fmla="*/ 597086 h 852681"/>
                <a:gd name="connsiteX110" fmla="*/ 124399 w 852782"/>
                <a:gd name="connsiteY110" fmla="*/ 255795 h 852681"/>
                <a:gd name="connsiteX111" fmla="*/ 124399 w 852782"/>
                <a:gd name="connsiteY111" fmla="*/ 255795 h 852681"/>
                <a:gd name="connsiteX112" fmla="*/ 124399 w 852782"/>
                <a:gd name="connsiteY112" fmla="*/ 255795 h 852681"/>
                <a:gd name="connsiteX113" fmla="*/ 728284 w 852782"/>
                <a:gd name="connsiteY113" fmla="*/ 255795 h 852681"/>
                <a:gd name="connsiteX114" fmla="*/ 728284 w 852782"/>
                <a:gd name="connsiteY114" fmla="*/ 255795 h 852681"/>
                <a:gd name="connsiteX115" fmla="*/ 728284 w 852782"/>
                <a:gd name="connsiteY115" fmla="*/ 255795 h 852681"/>
                <a:gd name="connsiteX116" fmla="*/ 333352 w 852782"/>
                <a:gd name="connsiteY116" fmla="*/ 92195 h 852681"/>
                <a:gd name="connsiteX117" fmla="*/ 333303 w 852782"/>
                <a:gd name="connsiteY117" fmla="*/ 92195 h 852681"/>
                <a:gd name="connsiteX118" fmla="*/ 333352 w 852782"/>
                <a:gd name="connsiteY118" fmla="*/ 92195 h 852681"/>
                <a:gd name="connsiteX119" fmla="*/ 519281 w 852782"/>
                <a:gd name="connsiteY119" fmla="*/ 92195 h 852681"/>
                <a:gd name="connsiteX120" fmla="*/ 519331 w 852782"/>
                <a:gd name="connsiteY120" fmla="*/ 92195 h 852681"/>
                <a:gd name="connsiteX121" fmla="*/ 519281 w 852782"/>
                <a:gd name="connsiteY121" fmla="*/ 92195 h 85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852782" h="852681">
                  <a:moveTo>
                    <a:pt x="487871" y="852632"/>
                  </a:moveTo>
                  <a:lnTo>
                    <a:pt x="364762" y="852632"/>
                  </a:lnTo>
                  <a:cubicBezTo>
                    <a:pt x="334940" y="852632"/>
                    <a:pt x="310675" y="828368"/>
                    <a:pt x="310675" y="798546"/>
                  </a:cubicBezTo>
                  <a:lnTo>
                    <a:pt x="310675" y="753192"/>
                  </a:lnTo>
                  <a:cubicBezTo>
                    <a:pt x="299312" y="749173"/>
                    <a:pt x="288197" y="744558"/>
                    <a:pt x="277281" y="739348"/>
                  </a:cubicBezTo>
                  <a:lnTo>
                    <a:pt x="245126" y="771502"/>
                  </a:lnTo>
                  <a:cubicBezTo>
                    <a:pt x="223988" y="792591"/>
                    <a:pt x="189700" y="792591"/>
                    <a:pt x="168611" y="771502"/>
                  </a:cubicBezTo>
                  <a:lnTo>
                    <a:pt x="81328" y="684220"/>
                  </a:lnTo>
                  <a:cubicBezTo>
                    <a:pt x="60240" y="663081"/>
                    <a:pt x="60240" y="628793"/>
                    <a:pt x="81328" y="607705"/>
                  </a:cubicBezTo>
                  <a:lnTo>
                    <a:pt x="113383" y="575650"/>
                  </a:lnTo>
                  <a:cubicBezTo>
                    <a:pt x="108173" y="564783"/>
                    <a:pt x="103558" y="553618"/>
                    <a:pt x="99539" y="542255"/>
                  </a:cubicBezTo>
                  <a:lnTo>
                    <a:pt x="54087" y="542255"/>
                  </a:lnTo>
                  <a:cubicBezTo>
                    <a:pt x="24265" y="542255"/>
                    <a:pt x="0" y="517990"/>
                    <a:pt x="0" y="488168"/>
                  </a:cubicBezTo>
                  <a:lnTo>
                    <a:pt x="0" y="364712"/>
                  </a:lnTo>
                  <a:cubicBezTo>
                    <a:pt x="0" y="334890"/>
                    <a:pt x="24265" y="310626"/>
                    <a:pt x="54087" y="310626"/>
                  </a:cubicBezTo>
                  <a:lnTo>
                    <a:pt x="99440" y="310626"/>
                  </a:lnTo>
                  <a:cubicBezTo>
                    <a:pt x="103459" y="299262"/>
                    <a:pt x="108074" y="288098"/>
                    <a:pt x="113284" y="277231"/>
                  </a:cubicBezTo>
                  <a:lnTo>
                    <a:pt x="81130" y="245077"/>
                  </a:lnTo>
                  <a:cubicBezTo>
                    <a:pt x="60041" y="223988"/>
                    <a:pt x="60041" y="189650"/>
                    <a:pt x="81130" y="168561"/>
                  </a:cubicBezTo>
                  <a:lnTo>
                    <a:pt x="168413" y="81279"/>
                  </a:lnTo>
                  <a:cubicBezTo>
                    <a:pt x="178635" y="71057"/>
                    <a:pt x="192231" y="65450"/>
                    <a:pt x="206670" y="65450"/>
                  </a:cubicBezTo>
                  <a:cubicBezTo>
                    <a:pt x="221110" y="65450"/>
                    <a:pt x="234706" y="71057"/>
                    <a:pt x="244928" y="81328"/>
                  </a:cubicBezTo>
                  <a:lnTo>
                    <a:pt x="276983" y="113383"/>
                  </a:lnTo>
                  <a:cubicBezTo>
                    <a:pt x="287850" y="108173"/>
                    <a:pt x="299015" y="103558"/>
                    <a:pt x="310378" y="99539"/>
                  </a:cubicBezTo>
                  <a:lnTo>
                    <a:pt x="310378" y="54087"/>
                  </a:lnTo>
                  <a:cubicBezTo>
                    <a:pt x="310378" y="24265"/>
                    <a:pt x="334642" y="0"/>
                    <a:pt x="364464" y="0"/>
                  </a:cubicBezTo>
                  <a:lnTo>
                    <a:pt x="488318" y="0"/>
                  </a:lnTo>
                  <a:cubicBezTo>
                    <a:pt x="518140" y="0"/>
                    <a:pt x="542404" y="24265"/>
                    <a:pt x="542404" y="54087"/>
                  </a:cubicBezTo>
                  <a:lnTo>
                    <a:pt x="542404" y="99539"/>
                  </a:lnTo>
                  <a:cubicBezTo>
                    <a:pt x="553768" y="103558"/>
                    <a:pt x="564932" y="108223"/>
                    <a:pt x="575799" y="113383"/>
                  </a:cubicBezTo>
                  <a:lnTo>
                    <a:pt x="607854" y="81328"/>
                  </a:lnTo>
                  <a:cubicBezTo>
                    <a:pt x="618076" y="71106"/>
                    <a:pt x="631672" y="65499"/>
                    <a:pt x="646112" y="65499"/>
                  </a:cubicBezTo>
                  <a:cubicBezTo>
                    <a:pt x="660551" y="65499"/>
                    <a:pt x="674147" y="71106"/>
                    <a:pt x="684369" y="81378"/>
                  </a:cubicBezTo>
                  <a:lnTo>
                    <a:pt x="771652" y="168661"/>
                  </a:lnTo>
                  <a:cubicBezTo>
                    <a:pt x="792741" y="189799"/>
                    <a:pt x="792741" y="224087"/>
                    <a:pt x="771652" y="245176"/>
                  </a:cubicBezTo>
                  <a:lnTo>
                    <a:pt x="739498" y="277330"/>
                  </a:lnTo>
                  <a:cubicBezTo>
                    <a:pt x="744708" y="288197"/>
                    <a:pt x="749323" y="299362"/>
                    <a:pt x="753342" y="310725"/>
                  </a:cubicBezTo>
                  <a:lnTo>
                    <a:pt x="798695" y="310725"/>
                  </a:lnTo>
                  <a:cubicBezTo>
                    <a:pt x="828518" y="310725"/>
                    <a:pt x="852782" y="334989"/>
                    <a:pt x="852782" y="364811"/>
                  </a:cubicBezTo>
                  <a:lnTo>
                    <a:pt x="852782" y="488268"/>
                  </a:lnTo>
                  <a:cubicBezTo>
                    <a:pt x="852782" y="518090"/>
                    <a:pt x="828518" y="542354"/>
                    <a:pt x="798695" y="542354"/>
                  </a:cubicBezTo>
                  <a:lnTo>
                    <a:pt x="753243" y="542354"/>
                  </a:lnTo>
                  <a:cubicBezTo>
                    <a:pt x="749224" y="553717"/>
                    <a:pt x="744559" y="564882"/>
                    <a:pt x="739399" y="575749"/>
                  </a:cubicBezTo>
                  <a:lnTo>
                    <a:pt x="771454" y="607804"/>
                  </a:lnTo>
                  <a:cubicBezTo>
                    <a:pt x="792543" y="628893"/>
                    <a:pt x="792543" y="663230"/>
                    <a:pt x="771454" y="684319"/>
                  </a:cubicBezTo>
                  <a:lnTo>
                    <a:pt x="684171" y="771602"/>
                  </a:lnTo>
                  <a:cubicBezTo>
                    <a:pt x="673949" y="781824"/>
                    <a:pt x="660353" y="787431"/>
                    <a:pt x="645913" y="787431"/>
                  </a:cubicBezTo>
                  <a:cubicBezTo>
                    <a:pt x="631474" y="787431"/>
                    <a:pt x="617878" y="781824"/>
                    <a:pt x="607656" y="771552"/>
                  </a:cubicBezTo>
                  <a:lnTo>
                    <a:pt x="575501" y="739398"/>
                  </a:lnTo>
                  <a:cubicBezTo>
                    <a:pt x="564634" y="744608"/>
                    <a:pt x="553470" y="749223"/>
                    <a:pt x="542107" y="753242"/>
                  </a:cubicBezTo>
                  <a:lnTo>
                    <a:pt x="542107" y="798595"/>
                  </a:lnTo>
                  <a:cubicBezTo>
                    <a:pt x="542107" y="828417"/>
                    <a:pt x="517842" y="852682"/>
                    <a:pt x="488020" y="852682"/>
                  </a:cubicBezTo>
                  <a:close/>
                  <a:moveTo>
                    <a:pt x="390069" y="773239"/>
                  </a:moveTo>
                  <a:lnTo>
                    <a:pt x="462565" y="773239"/>
                  </a:lnTo>
                  <a:lnTo>
                    <a:pt x="462565" y="730119"/>
                  </a:lnTo>
                  <a:cubicBezTo>
                    <a:pt x="462565" y="708633"/>
                    <a:pt x="477004" y="689678"/>
                    <a:pt x="497696" y="683922"/>
                  </a:cubicBezTo>
                  <a:cubicBezTo>
                    <a:pt x="518636" y="678166"/>
                    <a:pt x="538782" y="669780"/>
                    <a:pt x="557688" y="659112"/>
                  </a:cubicBezTo>
                  <a:cubicBezTo>
                    <a:pt x="576345" y="648542"/>
                    <a:pt x="600014" y="651768"/>
                    <a:pt x="615198" y="666952"/>
                  </a:cubicBezTo>
                  <a:lnTo>
                    <a:pt x="645764" y="697518"/>
                  </a:lnTo>
                  <a:lnTo>
                    <a:pt x="697320" y="646012"/>
                  </a:lnTo>
                  <a:lnTo>
                    <a:pt x="666853" y="615495"/>
                  </a:lnTo>
                  <a:cubicBezTo>
                    <a:pt x="651620" y="600311"/>
                    <a:pt x="648444" y="576642"/>
                    <a:pt x="659063" y="557935"/>
                  </a:cubicBezTo>
                  <a:cubicBezTo>
                    <a:pt x="669781" y="539079"/>
                    <a:pt x="678167" y="518933"/>
                    <a:pt x="683972" y="497993"/>
                  </a:cubicBezTo>
                  <a:cubicBezTo>
                    <a:pt x="689679" y="477351"/>
                    <a:pt x="708683" y="462911"/>
                    <a:pt x="730169" y="462911"/>
                  </a:cubicBezTo>
                  <a:lnTo>
                    <a:pt x="773339" y="462911"/>
                  </a:lnTo>
                  <a:lnTo>
                    <a:pt x="773339" y="390019"/>
                  </a:lnTo>
                  <a:lnTo>
                    <a:pt x="730269" y="390019"/>
                  </a:lnTo>
                  <a:cubicBezTo>
                    <a:pt x="708783" y="390019"/>
                    <a:pt x="689828" y="375579"/>
                    <a:pt x="684072" y="354887"/>
                  </a:cubicBezTo>
                  <a:cubicBezTo>
                    <a:pt x="678266" y="333947"/>
                    <a:pt x="669930" y="313752"/>
                    <a:pt x="659261" y="294896"/>
                  </a:cubicBezTo>
                  <a:cubicBezTo>
                    <a:pt x="648692" y="276238"/>
                    <a:pt x="651917" y="252569"/>
                    <a:pt x="667101" y="237385"/>
                  </a:cubicBezTo>
                  <a:lnTo>
                    <a:pt x="697668" y="206819"/>
                  </a:lnTo>
                  <a:lnTo>
                    <a:pt x="646112" y="155313"/>
                  </a:lnTo>
                  <a:lnTo>
                    <a:pt x="615645" y="185780"/>
                  </a:lnTo>
                  <a:cubicBezTo>
                    <a:pt x="600461" y="200964"/>
                    <a:pt x="576742" y="204189"/>
                    <a:pt x="558085" y="193570"/>
                  </a:cubicBezTo>
                  <a:cubicBezTo>
                    <a:pt x="539229" y="182852"/>
                    <a:pt x="519033" y="174466"/>
                    <a:pt x="498143" y="168661"/>
                  </a:cubicBezTo>
                  <a:cubicBezTo>
                    <a:pt x="477500" y="162954"/>
                    <a:pt x="463061" y="143950"/>
                    <a:pt x="463061" y="122464"/>
                  </a:cubicBezTo>
                  <a:lnTo>
                    <a:pt x="463061" y="79294"/>
                  </a:lnTo>
                  <a:lnTo>
                    <a:pt x="389821" y="79294"/>
                  </a:lnTo>
                  <a:lnTo>
                    <a:pt x="389821" y="122464"/>
                  </a:lnTo>
                  <a:cubicBezTo>
                    <a:pt x="389821" y="143950"/>
                    <a:pt x="375381" y="162905"/>
                    <a:pt x="354689" y="168661"/>
                  </a:cubicBezTo>
                  <a:cubicBezTo>
                    <a:pt x="333799" y="174466"/>
                    <a:pt x="313653" y="182852"/>
                    <a:pt x="294747" y="193570"/>
                  </a:cubicBezTo>
                  <a:cubicBezTo>
                    <a:pt x="276090" y="204189"/>
                    <a:pt x="252470" y="200964"/>
                    <a:pt x="237237" y="185780"/>
                  </a:cubicBezTo>
                  <a:lnTo>
                    <a:pt x="206720" y="155263"/>
                  </a:lnTo>
                  <a:lnTo>
                    <a:pt x="155164" y="206769"/>
                  </a:lnTo>
                  <a:lnTo>
                    <a:pt x="185730" y="237336"/>
                  </a:lnTo>
                  <a:cubicBezTo>
                    <a:pt x="200914" y="252520"/>
                    <a:pt x="204140" y="276189"/>
                    <a:pt x="193521" y="294846"/>
                  </a:cubicBezTo>
                  <a:cubicBezTo>
                    <a:pt x="182852" y="313702"/>
                    <a:pt x="174516" y="333898"/>
                    <a:pt x="168711" y="354788"/>
                  </a:cubicBezTo>
                  <a:cubicBezTo>
                    <a:pt x="162955" y="375480"/>
                    <a:pt x="143950" y="389969"/>
                    <a:pt x="122514" y="389969"/>
                  </a:cubicBezTo>
                  <a:lnTo>
                    <a:pt x="79443" y="389969"/>
                  </a:lnTo>
                  <a:lnTo>
                    <a:pt x="79443" y="462862"/>
                  </a:lnTo>
                  <a:lnTo>
                    <a:pt x="122613" y="462862"/>
                  </a:lnTo>
                  <a:cubicBezTo>
                    <a:pt x="144049" y="462862"/>
                    <a:pt x="163054" y="477301"/>
                    <a:pt x="168810" y="497944"/>
                  </a:cubicBezTo>
                  <a:cubicBezTo>
                    <a:pt x="174615" y="518834"/>
                    <a:pt x="183001" y="539030"/>
                    <a:pt x="193719" y="557885"/>
                  </a:cubicBezTo>
                  <a:cubicBezTo>
                    <a:pt x="204338" y="576543"/>
                    <a:pt x="201113" y="600212"/>
                    <a:pt x="185929" y="615396"/>
                  </a:cubicBezTo>
                  <a:lnTo>
                    <a:pt x="155412" y="645912"/>
                  </a:lnTo>
                  <a:lnTo>
                    <a:pt x="206918" y="697419"/>
                  </a:lnTo>
                  <a:lnTo>
                    <a:pt x="237485" y="666852"/>
                  </a:lnTo>
                  <a:cubicBezTo>
                    <a:pt x="252669" y="651668"/>
                    <a:pt x="276338" y="648443"/>
                    <a:pt x="294995" y="659062"/>
                  </a:cubicBezTo>
                  <a:cubicBezTo>
                    <a:pt x="313901" y="669730"/>
                    <a:pt x="334047" y="678116"/>
                    <a:pt x="354937" y="683872"/>
                  </a:cubicBezTo>
                  <a:cubicBezTo>
                    <a:pt x="375679" y="689628"/>
                    <a:pt x="390118" y="708633"/>
                    <a:pt x="390118" y="730069"/>
                  </a:cubicBezTo>
                  <a:lnTo>
                    <a:pt x="390118" y="773190"/>
                  </a:lnTo>
                  <a:close/>
                  <a:moveTo>
                    <a:pt x="255845" y="728233"/>
                  </a:moveTo>
                  <a:cubicBezTo>
                    <a:pt x="255845" y="728233"/>
                    <a:pt x="255845" y="728233"/>
                    <a:pt x="255894" y="728233"/>
                  </a:cubicBezTo>
                  <a:cubicBezTo>
                    <a:pt x="255894" y="728233"/>
                    <a:pt x="255894" y="728233"/>
                    <a:pt x="255845" y="728233"/>
                  </a:cubicBezTo>
                  <a:close/>
                  <a:moveTo>
                    <a:pt x="124598" y="597135"/>
                  </a:moveTo>
                  <a:cubicBezTo>
                    <a:pt x="124598" y="597135"/>
                    <a:pt x="124598" y="597135"/>
                    <a:pt x="124598" y="597135"/>
                  </a:cubicBezTo>
                  <a:cubicBezTo>
                    <a:pt x="124598" y="597135"/>
                    <a:pt x="124598" y="597135"/>
                    <a:pt x="124598" y="597135"/>
                  </a:cubicBezTo>
                  <a:close/>
                  <a:moveTo>
                    <a:pt x="728085" y="597086"/>
                  </a:moveTo>
                  <a:cubicBezTo>
                    <a:pt x="728085" y="597086"/>
                    <a:pt x="728085" y="597086"/>
                    <a:pt x="728085" y="597086"/>
                  </a:cubicBezTo>
                  <a:cubicBezTo>
                    <a:pt x="728085" y="597086"/>
                    <a:pt x="728085" y="597086"/>
                    <a:pt x="728085" y="597086"/>
                  </a:cubicBezTo>
                  <a:close/>
                  <a:moveTo>
                    <a:pt x="124399" y="255795"/>
                  </a:moveTo>
                  <a:cubicBezTo>
                    <a:pt x="124399" y="255795"/>
                    <a:pt x="124399" y="255795"/>
                    <a:pt x="124399" y="255795"/>
                  </a:cubicBezTo>
                  <a:cubicBezTo>
                    <a:pt x="124399" y="255795"/>
                    <a:pt x="124399" y="255795"/>
                    <a:pt x="124399" y="255795"/>
                  </a:cubicBezTo>
                  <a:close/>
                  <a:moveTo>
                    <a:pt x="728284" y="255795"/>
                  </a:moveTo>
                  <a:cubicBezTo>
                    <a:pt x="728284" y="255795"/>
                    <a:pt x="728284" y="255795"/>
                    <a:pt x="728284" y="255795"/>
                  </a:cubicBezTo>
                  <a:cubicBezTo>
                    <a:pt x="728284" y="255795"/>
                    <a:pt x="728284" y="255795"/>
                    <a:pt x="728284" y="255795"/>
                  </a:cubicBezTo>
                  <a:close/>
                  <a:moveTo>
                    <a:pt x="333352" y="92195"/>
                  </a:moveTo>
                  <a:cubicBezTo>
                    <a:pt x="333352" y="92195"/>
                    <a:pt x="333352" y="92195"/>
                    <a:pt x="333303" y="92195"/>
                  </a:cubicBezTo>
                  <a:cubicBezTo>
                    <a:pt x="333303" y="92195"/>
                    <a:pt x="333303" y="92195"/>
                    <a:pt x="333352" y="92195"/>
                  </a:cubicBezTo>
                  <a:close/>
                  <a:moveTo>
                    <a:pt x="519281" y="92195"/>
                  </a:moveTo>
                  <a:cubicBezTo>
                    <a:pt x="519281" y="92195"/>
                    <a:pt x="519281" y="92195"/>
                    <a:pt x="519331" y="92195"/>
                  </a:cubicBezTo>
                  <a:cubicBezTo>
                    <a:pt x="519331" y="92195"/>
                    <a:pt x="519331" y="92195"/>
                    <a:pt x="519281" y="9219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D7B196F2-5C0F-D04D-5C25-EBB13361A656}"/>
                </a:ext>
              </a:extLst>
            </p:cNvPr>
            <p:cNvSpPr/>
            <p:nvPr/>
          </p:nvSpPr>
          <p:spPr>
            <a:xfrm>
              <a:off x="9582526" y="1605748"/>
              <a:ext cx="464156" cy="438944"/>
            </a:xfrm>
            <a:custGeom>
              <a:avLst/>
              <a:gdLst>
                <a:gd name="connsiteX0" fmla="*/ 334547 w 464156"/>
                <a:gd name="connsiteY0" fmla="*/ 438945 h 438944"/>
                <a:gd name="connsiteX1" fmla="*/ 302393 w 464156"/>
                <a:gd name="connsiteY1" fmla="*/ 420535 h 438944"/>
                <a:gd name="connsiteX2" fmla="*/ 315741 w 464156"/>
                <a:gd name="connsiteY2" fmla="*/ 369625 h 438944"/>
                <a:gd name="connsiteX3" fmla="*/ 389726 w 464156"/>
                <a:gd name="connsiteY3" fmla="*/ 232076 h 438944"/>
                <a:gd name="connsiteX4" fmla="*/ 232080 w 464156"/>
                <a:gd name="connsiteY4" fmla="*/ 74431 h 438944"/>
                <a:gd name="connsiteX5" fmla="*/ 74435 w 464156"/>
                <a:gd name="connsiteY5" fmla="*/ 231034 h 438944"/>
                <a:gd name="connsiteX6" fmla="*/ 151596 w 464156"/>
                <a:gd name="connsiteY6" fmla="*/ 367640 h 438944"/>
                <a:gd name="connsiteX7" fmla="*/ 164547 w 464156"/>
                <a:gd name="connsiteY7" fmla="*/ 418650 h 438944"/>
                <a:gd name="connsiteX8" fmla="*/ 113536 w 464156"/>
                <a:gd name="connsiteY8" fmla="*/ 431601 h 438944"/>
                <a:gd name="connsiteX9" fmla="*/ 4 w 464156"/>
                <a:gd name="connsiteY9" fmla="*/ 230587 h 438944"/>
                <a:gd name="connsiteX10" fmla="*/ 232080 w 464156"/>
                <a:gd name="connsiteY10" fmla="*/ 0 h 438944"/>
                <a:gd name="connsiteX11" fmla="*/ 464157 w 464156"/>
                <a:gd name="connsiteY11" fmla="*/ 232076 h 438944"/>
                <a:gd name="connsiteX12" fmla="*/ 353304 w 464156"/>
                <a:gd name="connsiteY12" fmla="*/ 433834 h 438944"/>
                <a:gd name="connsiteX13" fmla="*/ 334547 w 464156"/>
                <a:gd name="connsiteY13" fmla="*/ 438945 h 438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4156" h="438944">
                  <a:moveTo>
                    <a:pt x="334547" y="438945"/>
                  </a:moveTo>
                  <a:cubicBezTo>
                    <a:pt x="321745" y="438945"/>
                    <a:pt x="309290" y="432345"/>
                    <a:pt x="302393" y="420535"/>
                  </a:cubicBezTo>
                  <a:cubicBezTo>
                    <a:pt x="292022" y="402771"/>
                    <a:pt x="297977" y="379995"/>
                    <a:pt x="315741" y="369625"/>
                  </a:cubicBezTo>
                  <a:cubicBezTo>
                    <a:pt x="360003" y="343723"/>
                    <a:pt x="389726" y="288495"/>
                    <a:pt x="389726" y="232076"/>
                  </a:cubicBezTo>
                  <a:cubicBezTo>
                    <a:pt x="389726" y="145141"/>
                    <a:pt x="319016" y="74431"/>
                    <a:pt x="232080" y="74431"/>
                  </a:cubicBezTo>
                  <a:cubicBezTo>
                    <a:pt x="145145" y="74431"/>
                    <a:pt x="74981" y="144694"/>
                    <a:pt x="74435" y="231034"/>
                  </a:cubicBezTo>
                  <a:cubicBezTo>
                    <a:pt x="74088" y="286758"/>
                    <a:pt x="103662" y="339108"/>
                    <a:pt x="151596" y="367640"/>
                  </a:cubicBezTo>
                  <a:cubicBezTo>
                    <a:pt x="169261" y="378159"/>
                    <a:pt x="175066" y="400985"/>
                    <a:pt x="164547" y="418650"/>
                  </a:cubicBezTo>
                  <a:cubicBezTo>
                    <a:pt x="154027" y="436315"/>
                    <a:pt x="131201" y="442120"/>
                    <a:pt x="113536" y="431601"/>
                  </a:cubicBezTo>
                  <a:cubicBezTo>
                    <a:pt x="43025" y="389622"/>
                    <a:pt x="-492" y="312610"/>
                    <a:pt x="4" y="230587"/>
                  </a:cubicBezTo>
                  <a:cubicBezTo>
                    <a:pt x="798" y="103459"/>
                    <a:pt x="104902" y="0"/>
                    <a:pt x="232080" y="0"/>
                  </a:cubicBezTo>
                  <a:cubicBezTo>
                    <a:pt x="359258" y="0"/>
                    <a:pt x="464157" y="104104"/>
                    <a:pt x="464157" y="232076"/>
                  </a:cubicBezTo>
                  <a:cubicBezTo>
                    <a:pt x="464157" y="315240"/>
                    <a:pt x="420639" y="394484"/>
                    <a:pt x="353304" y="433834"/>
                  </a:cubicBezTo>
                  <a:cubicBezTo>
                    <a:pt x="347399" y="437307"/>
                    <a:pt x="340948" y="438945"/>
                    <a:pt x="334547" y="43894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1D6F43B5-2360-FFB2-48F3-D5BCE80E53D7}"/>
                </a:ext>
              </a:extLst>
            </p:cNvPr>
            <p:cNvSpPr/>
            <p:nvPr/>
          </p:nvSpPr>
          <p:spPr>
            <a:xfrm>
              <a:off x="9709848" y="1764692"/>
              <a:ext cx="207638" cy="210780"/>
            </a:xfrm>
            <a:custGeom>
              <a:avLst/>
              <a:gdLst>
                <a:gd name="connsiteX0" fmla="*/ 127782 w 207638"/>
                <a:gd name="connsiteY0" fmla="*/ 210731 h 210780"/>
                <a:gd name="connsiteX1" fmla="*/ 67493 w 207638"/>
                <a:gd name="connsiteY1" fmla="*/ 186764 h 210780"/>
                <a:gd name="connsiteX2" fmla="*/ 9 w 207638"/>
                <a:gd name="connsiteY2" fmla="*/ 25695 h 210780"/>
                <a:gd name="connsiteX3" fmla="*/ 23231 w 207638"/>
                <a:gd name="connsiteY3" fmla="*/ 289 h 210780"/>
                <a:gd name="connsiteX4" fmla="*/ 204248 w 207638"/>
                <a:gd name="connsiteY4" fmla="*/ 97248 h 210780"/>
                <a:gd name="connsiteX5" fmla="*/ 192587 w 207638"/>
                <a:gd name="connsiteY5" fmla="*/ 179866 h 210780"/>
                <a:gd name="connsiteX6" fmla="*/ 189957 w 207638"/>
                <a:gd name="connsiteY6" fmla="*/ 183390 h 210780"/>
                <a:gd name="connsiteX7" fmla="*/ 127782 w 207638"/>
                <a:gd name="connsiteY7" fmla="*/ 210780 h 210780"/>
                <a:gd name="connsiteX8" fmla="*/ 171498 w 207638"/>
                <a:gd name="connsiteY8" fmla="*/ 166717 h 210780"/>
                <a:gd name="connsiteX9" fmla="*/ 171498 w 207638"/>
                <a:gd name="connsiteY9" fmla="*/ 166717 h 210780"/>
                <a:gd name="connsiteX10" fmla="*/ 171498 w 207638"/>
                <a:gd name="connsiteY10" fmla="*/ 166717 h 210780"/>
                <a:gd name="connsiteX11" fmla="*/ 171498 w 207638"/>
                <a:gd name="connsiteY11" fmla="*/ 166717 h 210780"/>
                <a:gd name="connsiteX12" fmla="*/ 171498 w 207638"/>
                <a:gd name="connsiteY12" fmla="*/ 166717 h 210780"/>
                <a:gd name="connsiteX13" fmla="*/ 171498 w 207638"/>
                <a:gd name="connsiteY13" fmla="*/ 166717 h 210780"/>
                <a:gd name="connsiteX14" fmla="*/ 52607 w 207638"/>
                <a:gd name="connsiteY14" fmla="*/ 50803 h 210780"/>
                <a:gd name="connsiteX15" fmla="*/ 99498 w 207638"/>
                <a:gd name="connsiteY15" fmla="*/ 148804 h 210780"/>
                <a:gd name="connsiteX16" fmla="*/ 151401 w 207638"/>
                <a:gd name="connsiteY16" fmla="*/ 151781 h 210780"/>
                <a:gd name="connsiteX17" fmla="*/ 156264 w 207638"/>
                <a:gd name="connsiteY17" fmla="*/ 109752 h 210780"/>
                <a:gd name="connsiteX18" fmla="*/ 104262 w 207638"/>
                <a:gd name="connsiteY18" fmla="*/ 63804 h 210780"/>
                <a:gd name="connsiteX19" fmla="*/ 52656 w 207638"/>
                <a:gd name="connsiteY19" fmla="*/ 50853 h 21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7638" h="210780">
                  <a:moveTo>
                    <a:pt x="127782" y="210731"/>
                  </a:moveTo>
                  <a:cubicBezTo>
                    <a:pt x="108926" y="210731"/>
                    <a:pt x="88135" y="204131"/>
                    <a:pt x="67493" y="186764"/>
                  </a:cubicBezTo>
                  <a:cubicBezTo>
                    <a:pt x="3631" y="132975"/>
                    <a:pt x="157" y="30012"/>
                    <a:pt x="9" y="25695"/>
                  </a:cubicBezTo>
                  <a:cubicBezTo>
                    <a:pt x="-339" y="12347"/>
                    <a:pt x="9933" y="1133"/>
                    <a:pt x="23231" y="289"/>
                  </a:cubicBezTo>
                  <a:cubicBezTo>
                    <a:pt x="76623" y="-3035"/>
                    <a:pt x="184598" y="21874"/>
                    <a:pt x="204248" y="97248"/>
                  </a:cubicBezTo>
                  <a:cubicBezTo>
                    <a:pt x="215611" y="140914"/>
                    <a:pt x="194968" y="175996"/>
                    <a:pt x="192587" y="179866"/>
                  </a:cubicBezTo>
                  <a:cubicBezTo>
                    <a:pt x="191793" y="181107"/>
                    <a:pt x="190949" y="182298"/>
                    <a:pt x="189957" y="183390"/>
                  </a:cubicBezTo>
                  <a:cubicBezTo>
                    <a:pt x="177105" y="197680"/>
                    <a:pt x="154428" y="210780"/>
                    <a:pt x="127782" y="210780"/>
                  </a:cubicBezTo>
                  <a:close/>
                  <a:moveTo>
                    <a:pt x="171498" y="166717"/>
                  </a:moveTo>
                  <a:lnTo>
                    <a:pt x="171498" y="166717"/>
                  </a:lnTo>
                  <a:lnTo>
                    <a:pt x="171498" y="166717"/>
                  </a:lnTo>
                  <a:close/>
                  <a:moveTo>
                    <a:pt x="171498" y="166717"/>
                  </a:moveTo>
                  <a:lnTo>
                    <a:pt x="171498" y="166717"/>
                  </a:lnTo>
                  <a:lnTo>
                    <a:pt x="171498" y="166717"/>
                  </a:lnTo>
                  <a:close/>
                  <a:moveTo>
                    <a:pt x="52607" y="50803"/>
                  </a:moveTo>
                  <a:cubicBezTo>
                    <a:pt x="57321" y="79136"/>
                    <a:pt x="69279" y="123349"/>
                    <a:pt x="99498" y="148804"/>
                  </a:cubicBezTo>
                  <a:cubicBezTo>
                    <a:pt x="124854" y="170141"/>
                    <a:pt x="143214" y="159373"/>
                    <a:pt x="151401" y="151781"/>
                  </a:cubicBezTo>
                  <a:cubicBezTo>
                    <a:pt x="154230" y="145976"/>
                    <a:pt x="161226" y="128807"/>
                    <a:pt x="156264" y="109752"/>
                  </a:cubicBezTo>
                  <a:cubicBezTo>
                    <a:pt x="149863" y="85289"/>
                    <a:pt x="120934" y="70453"/>
                    <a:pt x="104262" y="63804"/>
                  </a:cubicBezTo>
                  <a:cubicBezTo>
                    <a:pt x="86944" y="56906"/>
                    <a:pt x="68485" y="52738"/>
                    <a:pt x="52656" y="5085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172B4F04-3518-58F2-896A-AEE56DC78EF3}"/>
                </a:ext>
              </a:extLst>
            </p:cNvPr>
            <p:cNvSpPr/>
            <p:nvPr/>
          </p:nvSpPr>
          <p:spPr>
            <a:xfrm>
              <a:off x="9789860" y="1844041"/>
              <a:ext cx="145419" cy="198617"/>
            </a:xfrm>
            <a:custGeom>
              <a:avLst/>
              <a:gdLst>
                <a:gd name="connsiteX0" fmla="*/ 120614 w 145419"/>
                <a:gd name="connsiteY0" fmla="*/ 198617 h 198617"/>
                <a:gd name="connsiteX1" fmla="*/ 95903 w 145419"/>
                <a:gd name="connsiteY1" fmla="*/ 175941 h 198617"/>
                <a:gd name="connsiteX2" fmla="*/ 8669 w 145419"/>
                <a:gd name="connsiteY2" fmla="*/ 43652 h 198617"/>
                <a:gd name="connsiteX3" fmla="*/ 5990 w 145419"/>
                <a:gd name="connsiteY3" fmla="*/ 8669 h 198617"/>
                <a:gd name="connsiteX4" fmla="*/ 40972 w 145419"/>
                <a:gd name="connsiteY4" fmla="*/ 5990 h 198617"/>
                <a:gd name="connsiteX5" fmla="*/ 145325 w 145419"/>
                <a:gd name="connsiteY5" fmla="*/ 171673 h 198617"/>
                <a:gd name="connsiteX6" fmla="*/ 122747 w 145419"/>
                <a:gd name="connsiteY6" fmla="*/ 198518 h 198617"/>
                <a:gd name="connsiteX7" fmla="*/ 120614 w 145419"/>
                <a:gd name="connsiteY7" fmla="*/ 198617 h 1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419" h="198617">
                  <a:moveTo>
                    <a:pt x="120614" y="198617"/>
                  </a:moveTo>
                  <a:cubicBezTo>
                    <a:pt x="107861" y="198617"/>
                    <a:pt x="97044" y="188842"/>
                    <a:pt x="95903" y="175941"/>
                  </a:cubicBezTo>
                  <a:cubicBezTo>
                    <a:pt x="93471" y="147657"/>
                    <a:pt x="76352" y="101758"/>
                    <a:pt x="8669" y="43652"/>
                  </a:cubicBezTo>
                  <a:cubicBezTo>
                    <a:pt x="-1751" y="34720"/>
                    <a:pt x="-2942" y="19040"/>
                    <a:pt x="5990" y="8669"/>
                  </a:cubicBezTo>
                  <a:cubicBezTo>
                    <a:pt x="14921" y="-1751"/>
                    <a:pt x="30602" y="-2942"/>
                    <a:pt x="40972" y="5990"/>
                  </a:cubicBezTo>
                  <a:cubicBezTo>
                    <a:pt x="105529" y="61416"/>
                    <a:pt x="140611" y="117140"/>
                    <a:pt x="145325" y="171673"/>
                  </a:cubicBezTo>
                  <a:cubicBezTo>
                    <a:pt x="146516" y="185319"/>
                    <a:pt x="136393" y="197327"/>
                    <a:pt x="122747" y="198518"/>
                  </a:cubicBezTo>
                  <a:cubicBezTo>
                    <a:pt x="122003" y="198568"/>
                    <a:pt x="121308" y="198617"/>
                    <a:pt x="120614" y="19861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CF7AEA16-DD0D-40C0-8447-09AE7DFF3D85}"/>
              </a:ext>
            </a:extLst>
          </p:cNvPr>
          <p:cNvGrpSpPr/>
          <p:nvPr/>
        </p:nvGrpSpPr>
        <p:grpSpPr>
          <a:xfrm>
            <a:off x="1493648" y="2553875"/>
            <a:ext cx="862194" cy="803321"/>
            <a:chOff x="1493648" y="2553875"/>
            <a:chExt cx="862194" cy="803321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466C1CC8-4435-FD46-922D-62E8131C5F25}"/>
                </a:ext>
              </a:extLst>
            </p:cNvPr>
            <p:cNvSpPr/>
            <p:nvPr/>
          </p:nvSpPr>
          <p:spPr>
            <a:xfrm>
              <a:off x="2055521" y="2567930"/>
              <a:ext cx="210788" cy="441574"/>
            </a:xfrm>
            <a:custGeom>
              <a:avLst/>
              <a:gdLst>
                <a:gd name="connsiteX0" fmla="*/ 171092 w 210788"/>
                <a:gd name="connsiteY0" fmla="*/ 441574 h 441574"/>
                <a:gd name="connsiteX1" fmla="*/ 131396 w 210788"/>
                <a:gd name="connsiteY1" fmla="*/ 401878 h 441574"/>
                <a:gd name="connsiteX2" fmla="*/ 131396 w 210788"/>
                <a:gd name="connsiteY2" fmla="*/ 105394 h 441574"/>
                <a:gd name="connsiteX3" fmla="*/ 105394 w 210788"/>
                <a:gd name="connsiteY3" fmla="*/ 79393 h 441574"/>
                <a:gd name="connsiteX4" fmla="*/ 79393 w 210788"/>
                <a:gd name="connsiteY4" fmla="*/ 105394 h 441574"/>
                <a:gd name="connsiteX5" fmla="*/ 79393 w 210788"/>
                <a:gd name="connsiteY5" fmla="*/ 149309 h 441574"/>
                <a:gd name="connsiteX6" fmla="*/ 39697 w 210788"/>
                <a:gd name="connsiteY6" fmla="*/ 189005 h 441574"/>
                <a:gd name="connsiteX7" fmla="*/ 0 w 210788"/>
                <a:gd name="connsiteY7" fmla="*/ 149309 h 441574"/>
                <a:gd name="connsiteX8" fmla="*/ 0 w 210788"/>
                <a:gd name="connsiteY8" fmla="*/ 105394 h 441574"/>
                <a:gd name="connsiteX9" fmla="*/ 105394 w 210788"/>
                <a:gd name="connsiteY9" fmla="*/ 0 h 441574"/>
                <a:gd name="connsiteX10" fmla="*/ 210789 w 210788"/>
                <a:gd name="connsiteY10" fmla="*/ 105394 h 441574"/>
                <a:gd name="connsiteX11" fmla="*/ 210789 w 210788"/>
                <a:gd name="connsiteY11" fmla="*/ 401878 h 441574"/>
                <a:gd name="connsiteX12" fmla="*/ 171092 w 210788"/>
                <a:gd name="connsiteY12" fmla="*/ 441574 h 441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788" h="441574">
                  <a:moveTo>
                    <a:pt x="171092" y="441574"/>
                  </a:moveTo>
                  <a:cubicBezTo>
                    <a:pt x="149160" y="441574"/>
                    <a:pt x="131396" y="423810"/>
                    <a:pt x="131396" y="401878"/>
                  </a:cubicBezTo>
                  <a:lnTo>
                    <a:pt x="131396" y="105394"/>
                  </a:lnTo>
                  <a:cubicBezTo>
                    <a:pt x="131396" y="91054"/>
                    <a:pt x="119735" y="79393"/>
                    <a:pt x="105394" y="79393"/>
                  </a:cubicBezTo>
                  <a:cubicBezTo>
                    <a:pt x="91054" y="79393"/>
                    <a:pt x="79393" y="91054"/>
                    <a:pt x="79393" y="105394"/>
                  </a:cubicBezTo>
                  <a:lnTo>
                    <a:pt x="79393" y="149309"/>
                  </a:lnTo>
                  <a:cubicBezTo>
                    <a:pt x="79393" y="171241"/>
                    <a:pt x="61629" y="189005"/>
                    <a:pt x="39697" y="189005"/>
                  </a:cubicBezTo>
                  <a:cubicBezTo>
                    <a:pt x="17764" y="189005"/>
                    <a:pt x="0" y="171241"/>
                    <a:pt x="0" y="149309"/>
                  </a:cubicBezTo>
                  <a:lnTo>
                    <a:pt x="0" y="105394"/>
                  </a:lnTo>
                  <a:cubicBezTo>
                    <a:pt x="0" y="47289"/>
                    <a:pt x="47289" y="0"/>
                    <a:pt x="105394" y="0"/>
                  </a:cubicBezTo>
                  <a:cubicBezTo>
                    <a:pt x="163500" y="0"/>
                    <a:pt x="210789" y="47289"/>
                    <a:pt x="210789" y="105394"/>
                  </a:cubicBezTo>
                  <a:lnTo>
                    <a:pt x="210789" y="401878"/>
                  </a:lnTo>
                  <a:cubicBezTo>
                    <a:pt x="210789" y="423810"/>
                    <a:pt x="193025" y="441574"/>
                    <a:pt x="171092" y="4415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7F9D3579-7093-C5E0-6DEC-C7B2AB02FF93}"/>
                </a:ext>
              </a:extLst>
            </p:cNvPr>
            <p:cNvSpPr/>
            <p:nvPr/>
          </p:nvSpPr>
          <p:spPr>
            <a:xfrm>
              <a:off x="1787221" y="2859402"/>
              <a:ext cx="288792" cy="471694"/>
            </a:xfrm>
            <a:custGeom>
              <a:avLst/>
              <a:gdLst>
                <a:gd name="connsiteX0" fmla="*/ 249096 w 288792"/>
                <a:gd name="connsiteY0" fmla="*/ 471694 h 471694"/>
                <a:gd name="connsiteX1" fmla="*/ 209400 w 288792"/>
                <a:gd name="connsiteY1" fmla="*/ 431998 h 471694"/>
                <a:gd name="connsiteX2" fmla="*/ 209400 w 288792"/>
                <a:gd name="connsiteY2" fmla="*/ 144396 h 471694"/>
                <a:gd name="connsiteX3" fmla="*/ 144396 w 288792"/>
                <a:gd name="connsiteY3" fmla="*/ 79393 h 471694"/>
                <a:gd name="connsiteX4" fmla="*/ 79393 w 288792"/>
                <a:gd name="connsiteY4" fmla="*/ 144396 h 471694"/>
                <a:gd name="connsiteX5" fmla="*/ 79393 w 288792"/>
                <a:gd name="connsiteY5" fmla="*/ 431998 h 471694"/>
                <a:gd name="connsiteX6" fmla="*/ 39697 w 288792"/>
                <a:gd name="connsiteY6" fmla="*/ 471694 h 471694"/>
                <a:gd name="connsiteX7" fmla="*/ 0 w 288792"/>
                <a:gd name="connsiteY7" fmla="*/ 431998 h 471694"/>
                <a:gd name="connsiteX8" fmla="*/ 0 w 288792"/>
                <a:gd name="connsiteY8" fmla="*/ 144396 h 471694"/>
                <a:gd name="connsiteX9" fmla="*/ 144396 w 288792"/>
                <a:gd name="connsiteY9" fmla="*/ 0 h 471694"/>
                <a:gd name="connsiteX10" fmla="*/ 288793 w 288792"/>
                <a:gd name="connsiteY10" fmla="*/ 144396 h 471694"/>
                <a:gd name="connsiteX11" fmla="*/ 288793 w 288792"/>
                <a:gd name="connsiteY11" fmla="*/ 431998 h 471694"/>
                <a:gd name="connsiteX12" fmla="*/ 249096 w 288792"/>
                <a:gd name="connsiteY12" fmla="*/ 471694 h 47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8792" h="471694">
                  <a:moveTo>
                    <a:pt x="249096" y="471694"/>
                  </a:moveTo>
                  <a:cubicBezTo>
                    <a:pt x="227164" y="471694"/>
                    <a:pt x="209400" y="453930"/>
                    <a:pt x="209400" y="431998"/>
                  </a:cubicBezTo>
                  <a:lnTo>
                    <a:pt x="209400" y="144396"/>
                  </a:lnTo>
                  <a:cubicBezTo>
                    <a:pt x="209400" y="108570"/>
                    <a:pt x="180223" y="79393"/>
                    <a:pt x="144396" y="79393"/>
                  </a:cubicBezTo>
                  <a:cubicBezTo>
                    <a:pt x="108570" y="79393"/>
                    <a:pt x="79393" y="108570"/>
                    <a:pt x="79393" y="144396"/>
                  </a:cubicBezTo>
                  <a:lnTo>
                    <a:pt x="79393" y="431998"/>
                  </a:lnTo>
                  <a:cubicBezTo>
                    <a:pt x="79393" y="453930"/>
                    <a:pt x="61629" y="471694"/>
                    <a:pt x="39697" y="471694"/>
                  </a:cubicBezTo>
                  <a:cubicBezTo>
                    <a:pt x="17764" y="471694"/>
                    <a:pt x="0" y="453930"/>
                    <a:pt x="0" y="431998"/>
                  </a:cubicBezTo>
                  <a:lnTo>
                    <a:pt x="0" y="144396"/>
                  </a:lnTo>
                  <a:cubicBezTo>
                    <a:pt x="0" y="64805"/>
                    <a:pt x="64755" y="0"/>
                    <a:pt x="144396" y="0"/>
                  </a:cubicBezTo>
                  <a:cubicBezTo>
                    <a:pt x="224038" y="0"/>
                    <a:pt x="288793" y="64755"/>
                    <a:pt x="288793" y="144396"/>
                  </a:cubicBezTo>
                  <a:lnTo>
                    <a:pt x="288793" y="431998"/>
                  </a:lnTo>
                  <a:cubicBezTo>
                    <a:pt x="288793" y="453930"/>
                    <a:pt x="271029" y="471694"/>
                    <a:pt x="249096" y="47169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89D8FC61-8F48-AAE9-3C33-EEDBC348AD28}"/>
                </a:ext>
              </a:extLst>
            </p:cNvPr>
            <p:cNvSpPr/>
            <p:nvPr/>
          </p:nvSpPr>
          <p:spPr>
            <a:xfrm>
              <a:off x="1582933" y="2778160"/>
              <a:ext cx="683674" cy="579036"/>
            </a:xfrm>
            <a:custGeom>
              <a:avLst/>
              <a:gdLst>
                <a:gd name="connsiteX0" fmla="*/ 545034 w 683674"/>
                <a:gd name="connsiteY0" fmla="*/ 579037 h 579036"/>
                <a:gd name="connsiteX1" fmla="*/ 138640 w 683674"/>
                <a:gd name="connsiteY1" fmla="*/ 579037 h 579036"/>
                <a:gd name="connsiteX2" fmla="*/ 0 w 683674"/>
                <a:gd name="connsiteY2" fmla="*/ 440397 h 579036"/>
                <a:gd name="connsiteX3" fmla="*/ 0 w 683674"/>
                <a:gd name="connsiteY3" fmla="*/ 74196 h 579036"/>
                <a:gd name="connsiteX4" fmla="*/ 1340 w 683674"/>
                <a:gd name="connsiteY4" fmla="*/ 37923 h 579036"/>
                <a:gd name="connsiteX5" fmla="*/ 45998 w 683674"/>
                <a:gd name="connsiteY5" fmla="*/ 3883 h 579036"/>
                <a:gd name="connsiteX6" fmla="*/ 80088 w 683674"/>
                <a:gd name="connsiteY6" fmla="*/ 47897 h 579036"/>
                <a:gd name="connsiteX7" fmla="*/ 79344 w 683674"/>
                <a:gd name="connsiteY7" fmla="*/ 74146 h 579036"/>
                <a:gd name="connsiteX8" fmla="*/ 79344 w 683674"/>
                <a:gd name="connsiteY8" fmla="*/ 440347 h 579036"/>
                <a:gd name="connsiteX9" fmla="*/ 138591 w 683674"/>
                <a:gd name="connsiteY9" fmla="*/ 499594 h 579036"/>
                <a:gd name="connsiteX10" fmla="*/ 545034 w 683674"/>
                <a:gd name="connsiteY10" fmla="*/ 499594 h 579036"/>
                <a:gd name="connsiteX11" fmla="*/ 604281 w 683674"/>
                <a:gd name="connsiteY11" fmla="*/ 440347 h 579036"/>
                <a:gd name="connsiteX12" fmla="*/ 604281 w 683674"/>
                <a:gd name="connsiteY12" fmla="*/ 74146 h 579036"/>
                <a:gd name="connsiteX13" fmla="*/ 603537 w 683674"/>
                <a:gd name="connsiteY13" fmla="*/ 44225 h 579036"/>
                <a:gd name="connsiteX14" fmla="*/ 637676 w 683674"/>
                <a:gd name="connsiteY14" fmla="*/ 360 h 579036"/>
                <a:gd name="connsiteX15" fmla="*/ 682335 w 683674"/>
                <a:gd name="connsiteY15" fmla="*/ 34400 h 579036"/>
                <a:gd name="connsiteX16" fmla="*/ 683675 w 683674"/>
                <a:gd name="connsiteY16" fmla="*/ 74196 h 579036"/>
                <a:gd name="connsiteX17" fmla="*/ 683675 w 683674"/>
                <a:gd name="connsiteY17" fmla="*/ 440397 h 579036"/>
                <a:gd name="connsiteX18" fmla="*/ 545034 w 683674"/>
                <a:gd name="connsiteY18" fmla="*/ 579037 h 579036"/>
                <a:gd name="connsiteX19" fmla="*/ 603587 w 683674"/>
                <a:gd name="connsiteY19" fmla="*/ 44473 h 579036"/>
                <a:gd name="connsiteX20" fmla="*/ 603636 w 683674"/>
                <a:gd name="connsiteY20" fmla="*/ 45019 h 579036"/>
                <a:gd name="connsiteX21" fmla="*/ 603587 w 683674"/>
                <a:gd name="connsiteY21" fmla="*/ 44473 h 57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83674" h="579036">
                  <a:moveTo>
                    <a:pt x="545034" y="579037"/>
                  </a:moveTo>
                  <a:lnTo>
                    <a:pt x="138640" y="579037"/>
                  </a:lnTo>
                  <a:cubicBezTo>
                    <a:pt x="62175" y="579037"/>
                    <a:pt x="0" y="516862"/>
                    <a:pt x="0" y="440397"/>
                  </a:cubicBezTo>
                  <a:lnTo>
                    <a:pt x="0" y="74196"/>
                  </a:lnTo>
                  <a:cubicBezTo>
                    <a:pt x="0" y="73948"/>
                    <a:pt x="198" y="46408"/>
                    <a:pt x="1340" y="37923"/>
                  </a:cubicBezTo>
                  <a:cubicBezTo>
                    <a:pt x="4267" y="16189"/>
                    <a:pt x="24265" y="956"/>
                    <a:pt x="45998" y="3883"/>
                  </a:cubicBezTo>
                  <a:cubicBezTo>
                    <a:pt x="67534" y="6811"/>
                    <a:pt x="82668" y="26411"/>
                    <a:pt x="80088" y="47897"/>
                  </a:cubicBezTo>
                  <a:cubicBezTo>
                    <a:pt x="79741" y="52015"/>
                    <a:pt x="79344" y="69135"/>
                    <a:pt x="79344" y="74146"/>
                  </a:cubicBezTo>
                  <a:lnTo>
                    <a:pt x="79344" y="440347"/>
                  </a:lnTo>
                  <a:cubicBezTo>
                    <a:pt x="79344" y="472997"/>
                    <a:pt x="105940" y="499594"/>
                    <a:pt x="138591" y="499594"/>
                  </a:cubicBezTo>
                  <a:lnTo>
                    <a:pt x="545034" y="499594"/>
                  </a:lnTo>
                  <a:cubicBezTo>
                    <a:pt x="577685" y="499594"/>
                    <a:pt x="604281" y="472997"/>
                    <a:pt x="604281" y="440347"/>
                  </a:cubicBezTo>
                  <a:lnTo>
                    <a:pt x="604281" y="74146"/>
                  </a:lnTo>
                  <a:cubicBezTo>
                    <a:pt x="604281" y="69085"/>
                    <a:pt x="603884" y="48889"/>
                    <a:pt x="603537" y="44225"/>
                  </a:cubicBezTo>
                  <a:cubicBezTo>
                    <a:pt x="601056" y="22789"/>
                    <a:pt x="616190" y="3238"/>
                    <a:pt x="637676" y="360"/>
                  </a:cubicBezTo>
                  <a:cubicBezTo>
                    <a:pt x="659410" y="-2567"/>
                    <a:pt x="679407" y="12666"/>
                    <a:pt x="682335" y="34400"/>
                  </a:cubicBezTo>
                  <a:cubicBezTo>
                    <a:pt x="683476" y="42885"/>
                    <a:pt x="683675" y="73898"/>
                    <a:pt x="683675" y="74196"/>
                  </a:cubicBezTo>
                  <a:lnTo>
                    <a:pt x="683675" y="440397"/>
                  </a:lnTo>
                  <a:cubicBezTo>
                    <a:pt x="683675" y="516862"/>
                    <a:pt x="621500" y="579037"/>
                    <a:pt x="545034" y="579037"/>
                  </a:cubicBezTo>
                  <a:close/>
                  <a:moveTo>
                    <a:pt x="603587" y="44473"/>
                  </a:moveTo>
                  <a:cubicBezTo>
                    <a:pt x="603587" y="44473"/>
                    <a:pt x="603587" y="44870"/>
                    <a:pt x="603636" y="45019"/>
                  </a:cubicBezTo>
                  <a:cubicBezTo>
                    <a:pt x="603636" y="44820"/>
                    <a:pt x="603636" y="44672"/>
                    <a:pt x="603587" y="4447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29C364CC-FD88-C86D-4433-0F7A2948B37C}"/>
                </a:ext>
              </a:extLst>
            </p:cNvPr>
            <p:cNvSpPr/>
            <p:nvPr/>
          </p:nvSpPr>
          <p:spPr>
            <a:xfrm>
              <a:off x="1493648" y="2553875"/>
              <a:ext cx="862194" cy="363203"/>
            </a:xfrm>
            <a:custGeom>
              <a:avLst/>
              <a:gdLst>
                <a:gd name="connsiteX0" fmla="*/ 822531 w 862194"/>
                <a:gd name="connsiteY0" fmla="*/ 363186 h 363203"/>
                <a:gd name="connsiteX1" fmla="*/ 799258 w 862194"/>
                <a:gd name="connsiteY1" fmla="*/ 355644 h 363203"/>
                <a:gd name="connsiteX2" fmla="*/ 431122 w 862194"/>
                <a:gd name="connsiteY2" fmla="*/ 88734 h 363203"/>
                <a:gd name="connsiteX3" fmla="*/ 62986 w 862194"/>
                <a:gd name="connsiteY3" fmla="*/ 355644 h 363203"/>
                <a:gd name="connsiteX4" fmla="*/ 7559 w 862194"/>
                <a:gd name="connsiteY4" fmla="*/ 346811 h 363203"/>
                <a:gd name="connsiteX5" fmla="*/ 16392 w 862194"/>
                <a:gd name="connsiteY5" fmla="*/ 291385 h 363203"/>
                <a:gd name="connsiteX6" fmla="*/ 407800 w 862194"/>
                <a:gd name="connsiteY6" fmla="*/ 7555 h 363203"/>
                <a:gd name="connsiteX7" fmla="*/ 454394 w 862194"/>
                <a:gd name="connsiteY7" fmla="*/ 7555 h 363203"/>
                <a:gd name="connsiteX8" fmla="*/ 845803 w 862194"/>
                <a:gd name="connsiteY8" fmla="*/ 291385 h 363203"/>
                <a:gd name="connsiteX9" fmla="*/ 854635 w 862194"/>
                <a:gd name="connsiteY9" fmla="*/ 346811 h 363203"/>
                <a:gd name="connsiteX10" fmla="*/ 822481 w 862194"/>
                <a:gd name="connsiteY10" fmla="*/ 363186 h 3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2194" h="363203">
                  <a:moveTo>
                    <a:pt x="822531" y="363186"/>
                  </a:moveTo>
                  <a:cubicBezTo>
                    <a:pt x="814442" y="363186"/>
                    <a:pt x="806305" y="360705"/>
                    <a:pt x="799258" y="355644"/>
                  </a:cubicBezTo>
                  <a:lnTo>
                    <a:pt x="431122" y="88734"/>
                  </a:lnTo>
                  <a:lnTo>
                    <a:pt x="62986" y="355644"/>
                  </a:lnTo>
                  <a:cubicBezTo>
                    <a:pt x="45222" y="368496"/>
                    <a:pt x="20411" y="364576"/>
                    <a:pt x="7559" y="346811"/>
                  </a:cubicBezTo>
                  <a:cubicBezTo>
                    <a:pt x="-5292" y="329047"/>
                    <a:pt x="-1372" y="304237"/>
                    <a:pt x="16392" y="291385"/>
                  </a:cubicBezTo>
                  <a:lnTo>
                    <a:pt x="407800" y="7555"/>
                  </a:lnTo>
                  <a:cubicBezTo>
                    <a:pt x="421694" y="-2518"/>
                    <a:pt x="440500" y="-2518"/>
                    <a:pt x="454394" y="7555"/>
                  </a:cubicBezTo>
                  <a:lnTo>
                    <a:pt x="845803" y="291385"/>
                  </a:lnTo>
                  <a:cubicBezTo>
                    <a:pt x="863567" y="304237"/>
                    <a:pt x="867487" y="329097"/>
                    <a:pt x="854635" y="346811"/>
                  </a:cubicBezTo>
                  <a:cubicBezTo>
                    <a:pt x="846894" y="357529"/>
                    <a:pt x="834737" y="363186"/>
                    <a:pt x="822481" y="3631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E142F7E-67BD-5D4F-F27A-EA6586260DF8}"/>
              </a:ext>
            </a:extLst>
          </p:cNvPr>
          <p:cNvGrpSpPr/>
          <p:nvPr/>
        </p:nvGrpSpPr>
        <p:grpSpPr>
          <a:xfrm>
            <a:off x="2930263" y="2576167"/>
            <a:ext cx="654993" cy="753689"/>
            <a:chOff x="2930263" y="2576167"/>
            <a:chExt cx="654993" cy="753689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1BC4CA32-FC51-575B-00E7-03CB87A7212D}"/>
                </a:ext>
              </a:extLst>
            </p:cNvPr>
            <p:cNvSpPr/>
            <p:nvPr/>
          </p:nvSpPr>
          <p:spPr>
            <a:xfrm>
              <a:off x="2932904" y="2696870"/>
              <a:ext cx="652352" cy="468691"/>
            </a:xfrm>
            <a:custGeom>
              <a:avLst/>
              <a:gdLst>
                <a:gd name="connsiteX0" fmla="*/ 612606 w 652352"/>
                <a:gd name="connsiteY0" fmla="*/ 468692 h 468691"/>
                <a:gd name="connsiteX1" fmla="*/ 572910 w 652352"/>
                <a:gd name="connsiteY1" fmla="*/ 428995 h 468691"/>
                <a:gd name="connsiteX2" fmla="*/ 572910 w 652352"/>
                <a:gd name="connsiteY2" fmla="*/ 235127 h 468691"/>
                <a:gd name="connsiteX3" fmla="*/ 515945 w 652352"/>
                <a:gd name="connsiteY3" fmla="*/ 235127 h 468691"/>
                <a:gd name="connsiteX4" fmla="*/ 503738 w 652352"/>
                <a:gd name="connsiteY4" fmla="*/ 233192 h 468691"/>
                <a:gd name="connsiteX5" fmla="*/ 497436 w 652352"/>
                <a:gd name="connsiteY5" fmla="*/ 231158 h 468691"/>
                <a:gd name="connsiteX6" fmla="*/ 481558 w 652352"/>
                <a:gd name="connsiteY6" fmla="*/ 221432 h 468691"/>
                <a:gd name="connsiteX7" fmla="*/ 345895 w 652352"/>
                <a:gd name="connsiteY7" fmla="*/ 85719 h 468691"/>
                <a:gd name="connsiteX8" fmla="*/ 318057 w 652352"/>
                <a:gd name="connsiteY8" fmla="*/ 84082 h 468691"/>
                <a:gd name="connsiteX9" fmla="*/ 312202 w 652352"/>
                <a:gd name="connsiteY9" fmla="*/ 97628 h 468691"/>
                <a:gd name="connsiteX10" fmla="*/ 317710 w 652352"/>
                <a:gd name="connsiteY10" fmla="*/ 111075 h 468691"/>
                <a:gd name="connsiteX11" fmla="*/ 347879 w 652352"/>
                <a:gd name="connsiteY11" fmla="*/ 141245 h 468691"/>
                <a:gd name="connsiteX12" fmla="*/ 356414 w 652352"/>
                <a:gd name="connsiteY12" fmla="*/ 184663 h 468691"/>
                <a:gd name="connsiteX13" fmla="*/ 319794 w 652352"/>
                <a:gd name="connsiteY13" fmla="*/ 208977 h 468691"/>
                <a:gd name="connsiteX14" fmla="*/ 319397 w 652352"/>
                <a:gd name="connsiteY14" fmla="*/ 208977 h 468691"/>
                <a:gd name="connsiteX15" fmla="*/ 79878 w 652352"/>
                <a:gd name="connsiteY15" fmla="*/ 207340 h 468691"/>
                <a:gd name="connsiteX16" fmla="*/ 101612 w 652352"/>
                <a:gd name="connsiteY16" fmla="*/ 293134 h 468691"/>
                <a:gd name="connsiteX17" fmla="*/ 72881 w 652352"/>
                <a:gd name="connsiteY17" fmla="*/ 341365 h 468691"/>
                <a:gd name="connsiteX18" fmla="*/ 24650 w 652352"/>
                <a:gd name="connsiteY18" fmla="*/ 312635 h 468691"/>
                <a:gd name="connsiteX19" fmla="*/ 2420 w 652352"/>
                <a:gd name="connsiteY19" fmla="*/ 224905 h 468691"/>
                <a:gd name="connsiteX20" fmla="*/ 16512 w 652352"/>
                <a:gd name="connsiteY20" fmla="*/ 157917 h 468691"/>
                <a:gd name="connsiteX21" fmla="*/ 77794 w 652352"/>
                <a:gd name="connsiteY21" fmla="*/ 127996 h 468691"/>
                <a:gd name="connsiteX22" fmla="*/ 77943 w 652352"/>
                <a:gd name="connsiteY22" fmla="*/ 127996 h 468691"/>
                <a:gd name="connsiteX23" fmla="*/ 237821 w 652352"/>
                <a:gd name="connsiteY23" fmla="*/ 128889 h 468691"/>
                <a:gd name="connsiteX24" fmla="*/ 232809 w 652352"/>
                <a:gd name="connsiteY24" fmla="*/ 96934 h 468691"/>
                <a:gd name="connsiteX25" fmla="*/ 262929 w 652352"/>
                <a:gd name="connsiteY25" fmla="*/ 26968 h 468691"/>
                <a:gd name="connsiteX26" fmla="*/ 402065 w 652352"/>
                <a:gd name="connsiteY26" fmla="*/ 29598 h 468691"/>
                <a:gd name="connsiteX27" fmla="*/ 528152 w 652352"/>
                <a:gd name="connsiteY27" fmla="*/ 155734 h 468691"/>
                <a:gd name="connsiteX28" fmla="*/ 612656 w 652352"/>
                <a:gd name="connsiteY28" fmla="*/ 155734 h 468691"/>
                <a:gd name="connsiteX29" fmla="*/ 652352 w 652352"/>
                <a:gd name="connsiteY29" fmla="*/ 195431 h 468691"/>
                <a:gd name="connsiteX30" fmla="*/ 652352 w 652352"/>
                <a:gd name="connsiteY30" fmla="*/ 428995 h 468691"/>
                <a:gd name="connsiteX31" fmla="*/ 612656 w 652352"/>
                <a:gd name="connsiteY31" fmla="*/ 468692 h 468691"/>
                <a:gd name="connsiteX32" fmla="*/ 77843 w 652352"/>
                <a:gd name="connsiteY32" fmla="*/ 207389 h 468691"/>
                <a:gd name="connsiteX33" fmla="*/ 77843 w 652352"/>
                <a:gd name="connsiteY33" fmla="*/ 207389 h 468691"/>
                <a:gd name="connsiteX34" fmla="*/ 77843 w 652352"/>
                <a:gd name="connsiteY34" fmla="*/ 207389 h 46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52352" h="468691">
                  <a:moveTo>
                    <a:pt x="612606" y="468692"/>
                  </a:moveTo>
                  <a:cubicBezTo>
                    <a:pt x="590674" y="468692"/>
                    <a:pt x="572910" y="450928"/>
                    <a:pt x="572910" y="428995"/>
                  </a:cubicBezTo>
                  <a:lnTo>
                    <a:pt x="572910" y="235127"/>
                  </a:lnTo>
                  <a:lnTo>
                    <a:pt x="515945" y="235127"/>
                  </a:lnTo>
                  <a:cubicBezTo>
                    <a:pt x="511826" y="235127"/>
                    <a:pt x="507708" y="234482"/>
                    <a:pt x="503738" y="233192"/>
                  </a:cubicBezTo>
                  <a:lnTo>
                    <a:pt x="497436" y="231158"/>
                  </a:lnTo>
                  <a:cubicBezTo>
                    <a:pt x="491432" y="229222"/>
                    <a:pt x="486024" y="225898"/>
                    <a:pt x="481558" y="221432"/>
                  </a:cubicBezTo>
                  <a:lnTo>
                    <a:pt x="345895" y="85719"/>
                  </a:lnTo>
                  <a:cubicBezTo>
                    <a:pt x="338005" y="77830"/>
                    <a:pt x="325252" y="77085"/>
                    <a:pt x="318057" y="84082"/>
                  </a:cubicBezTo>
                  <a:cubicBezTo>
                    <a:pt x="313046" y="88945"/>
                    <a:pt x="312252" y="94651"/>
                    <a:pt x="312202" y="97628"/>
                  </a:cubicBezTo>
                  <a:cubicBezTo>
                    <a:pt x="312202" y="100556"/>
                    <a:pt x="312847" y="106262"/>
                    <a:pt x="317710" y="111075"/>
                  </a:cubicBezTo>
                  <a:lnTo>
                    <a:pt x="347879" y="141245"/>
                  </a:lnTo>
                  <a:cubicBezTo>
                    <a:pt x="359292" y="152658"/>
                    <a:pt x="362666" y="169826"/>
                    <a:pt x="356414" y="184663"/>
                  </a:cubicBezTo>
                  <a:cubicBezTo>
                    <a:pt x="350212" y="199400"/>
                    <a:pt x="335772" y="208977"/>
                    <a:pt x="319794" y="208977"/>
                  </a:cubicBezTo>
                  <a:lnTo>
                    <a:pt x="319397" y="208977"/>
                  </a:lnTo>
                  <a:cubicBezTo>
                    <a:pt x="317760" y="208977"/>
                    <a:pt x="156840" y="207439"/>
                    <a:pt x="79878" y="207340"/>
                  </a:cubicBezTo>
                  <a:lnTo>
                    <a:pt x="101612" y="293134"/>
                  </a:lnTo>
                  <a:cubicBezTo>
                    <a:pt x="107020" y="314371"/>
                    <a:pt x="94119" y="335956"/>
                    <a:pt x="72881" y="341365"/>
                  </a:cubicBezTo>
                  <a:cubicBezTo>
                    <a:pt x="51644" y="346774"/>
                    <a:pt x="30059" y="333872"/>
                    <a:pt x="24650" y="312635"/>
                  </a:cubicBezTo>
                  <a:lnTo>
                    <a:pt x="2420" y="224905"/>
                  </a:lnTo>
                  <a:cubicBezTo>
                    <a:pt x="-3535" y="201385"/>
                    <a:pt x="1626" y="176972"/>
                    <a:pt x="16512" y="157917"/>
                  </a:cubicBezTo>
                  <a:cubicBezTo>
                    <a:pt x="31349" y="138913"/>
                    <a:pt x="53678" y="127996"/>
                    <a:pt x="77794" y="127996"/>
                  </a:cubicBezTo>
                  <a:lnTo>
                    <a:pt x="77943" y="127996"/>
                  </a:lnTo>
                  <a:cubicBezTo>
                    <a:pt x="118880" y="127996"/>
                    <a:pt x="184975" y="128492"/>
                    <a:pt x="237821" y="128889"/>
                  </a:cubicBezTo>
                  <a:cubicBezTo>
                    <a:pt x="234446" y="118717"/>
                    <a:pt x="232759" y="107999"/>
                    <a:pt x="232809" y="96934"/>
                  </a:cubicBezTo>
                  <a:cubicBezTo>
                    <a:pt x="233057" y="70287"/>
                    <a:pt x="243725" y="45427"/>
                    <a:pt x="262929" y="26968"/>
                  </a:cubicBezTo>
                  <a:cubicBezTo>
                    <a:pt x="301186" y="-9999"/>
                    <a:pt x="363609" y="-8808"/>
                    <a:pt x="402065" y="29598"/>
                  </a:cubicBezTo>
                  <a:lnTo>
                    <a:pt x="528152" y="155734"/>
                  </a:lnTo>
                  <a:lnTo>
                    <a:pt x="612656" y="155734"/>
                  </a:lnTo>
                  <a:cubicBezTo>
                    <a:pt x="634588" y="155734"/>
                    <a:pt x="652352" y="173498"/>
                    <a:pt x="652352" y="195431"/>
                  </a:cubicBezTo>
                  <a:lnTo>
                    <a:pt x="652352" y="428995"/>
                  </a:lnTo>
                  <a:cubicBezTo>
                    <a:pt x="652352" y="450928"/>
                    <a:pt x="634588" y="468692"/>
                    <a:pt x="612656" y="468692"/>
                  </a:cubicBezTo>
                  <a:close/>
                  <a:moveTo>
                    <a:pt x="77843" y="207389"/>
                  </a:moveTo>
                  <a:lnTo>
                    <a:pt x="77843" y="207389"/>
                  </a:lnTo>
                  <a:cubicBezTo>
                    <a:pt x="77843" y="207389"/>
                    <a:pt x="77843" y="207389"/>
                    <a:pt x="77843" y="2073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D4920FC2-D864-5EF6-1691-E32F4CC93228}"/>
                </a:ext>
              </a:extLst>
            </p:cNvPr>
            <p:cNvSpPr/>
            <p:nvPr/>
          </p:nvSpPr>
          <p:spPr>
            <a:xfrm>
              <a:off x="3027222" y="2699723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D5B5910E-44D2-C661-FDDE-DCC28E095AEE}"/>
                </a:ext>
              </a:extLst>
            </p:cNvPr>
            <p:cNvSpPr/>
            <p:nvPr/>
          </p:nvSpPr>
          <p:spPr>
            <a:xfrm>
              <a:off x="3084583" y="2591699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CC767891-36B2-03BE-D5CE-A8C5B9D097B5}"/>
                </a:ext>
              </a:extLst>
            </p:cNvPr>
            <p:cNvSpPr/>
            <p:nvPr/>
          </p:nvSpPr>
          <p:spPr>
            <a:xfrm>
              <a:off x="2930263" y="2576167"/>
              <a:ext cx="110455" cy="110455"/>
            </a:xfrm>
            <a:custGeom>
              <a:avLst/>
              <a:gdLst>
                <a:gd name="connsiteX0" fmla="*/ 110456 w 110455"/>
                <a:gd name="connsiteY0" fmla="*/ 55228 h 110455"/>
                <a:gd name="connsiteX1" fmla="*/ 55228 w 110455"/>
                <a:gd name="connsiteY1" fmla="*/ 110456 h 110455"/>
                <a:gd name="connsiteX2" fmla="*/ 0 w 110455"/>
                <a:gd name="connsiteY2" fmla="*/ 55228 h 110455"/>
                <a:gd name="connsiteX3" fmla="*/ 55228 w 110455"/>
                <a:gd name="connsiteY3" fmla="*/ 0 h 110455"/>
                <a:gd name="connsiteX4" fmla="*/ 110456 w 110455"/>
                <a:gd name="connsiteY4" fmla="*/ 55228 h 1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455" h="110455">
                  <a:moveTo>
                    <a:pt x="110456" y="55228"/>
                  </a:moveTo>
                  <a:cubicBezTo>
                    <a:pt x="110456" y="85729"/>
                    <a:pt x="85729" y="110456"/>
                    <a:pt x="55228" y="110456"/>
                  </a:cubicBezTo>
                  <a:cubicBezTo>
                    <a:pt x="24726" y="110456"/>
                    <a:pt x="0" y="85729"/>
                    <a:pt x="0" y="55228"/>
                  </a:cubicBezTo>
                  <a:cubicBezTo>
                    <a:pt x="0" y="24726"/>
                    <a:pt x="24726" y="0"/>
                    <a:pt x="55228" y="0"/>
                  </a:cubicBezTo>
                  <a:cubicBezTo>
                    <a:pt x="85729" y="0"/>
                    <a:pt x="110456" y="24726"/>
                    <a:pt x="110456" y="552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F82289A9-6766-6876-E88F-9B6A897A0EDC}"/>
                </a:ext>
              </a:extLst>
            </p:cNvPr>
            <p:cNvSpPr/>
            <p:nvPr/>
          </p:nvSpPr>
          <p:spPr>
            <a:xfrm>
              <a:off x="2932884" y="2829246"/>
              <a:ext cx="652372" cy="500610"/>
            </a:xfrm>
            <a:custGeom>
              <a:avLst/>
              <a:gdLst>
                <a:gd name="connsiteX0" fmla="*/ 437068 w 652372"/>
                <a:gd name="connsiteY0" fmla="*/ 500610 h 500610"/>
                <a:gd name="connsiteX1" fmla="*/ 125350 w 652372"/>
                <a:gd name="connsiteY1" fmla="*/ 454364 h 500610"/>
                <a:gd name="connsiteX2" fmla="*/ 2241 w 652372"/>
                <a:gd name="connsiteY2" fmla="*/ 224173 h 500610"/>
                <a:gd name="connsiteX3" fmla="*/ 16482 w 652372"/>
                <a:gd name="connsiteY3" fmla="*/ 157930 h 500610"/>
                <a:gd name="connsiteX4" fmla="*/ 77863 w 652372"/>
                <a:gd name="connsiteY4" fmla="*/ 127959 h 500610"/>
                <a:gd name="connsiteX5" fmla="*/ 77963 w 652372"/>
                <a:gd name="connsiteY5" fmla="*/ 127959 h 500610"/>
                <a:gd name="connsiteX6" fmla="*/ 237841 w 652372"/>
                <a:gd name="connsiteY6" fmla="*/ 128902 h 500610"/>
                <a:gd name="connsiteX7" fmla="*/ 232829 w 652372"/>
                <a:gd name="connsiteY7" fmla="*/ 96847 h 500610"/>
                <a:gd name="connsiteX8" fmla="*/ 262949 w 652372"/>
                <a:gd name="connsiteY8" fmla="*/ 26931 h 500610"/>
                <a:gd name="connsiteX9" fmla="*/ 402085 w 652372"/>
                <a:gd name="connsiteY9" fmla="*/ 29561 h 500610"/>
                <a:gd name="connsiteX10" fmla="*/ 528221 w 652372"/>
                <a:gd name="connsiteY10" fmla="*/ 155697 h 500610"/>
                <a:gd name="connsiteX11" fmla="*/ 612676 w 652372"/>
                <a:gd name="connsiteY11" fmla="*/ 155697 h 500610"/>
                <a:gd name="connsiteX12" fmla="*/ 652372 w 652372"/>
                <a:gd name="connsiteY12" fmla="*/ 195393 h 500610"/>
                <a:gd name="connsiteX13" fmla="*/ 652372 w 652372"/>
                <a:gd name="connsiteY13" fmla="*/ 428958 h 500610"/>
                <a:gd name="connsiteX14" fmla="*/ 612676 w 652372"/>
                <a:gd name="connsiteY14" fmla="*/ 468655 h 500610"/>
                <a:gd name="connsiteX15" fmla="*/ 523904 w 652372"/>
                <a:gd name="connsiteY15" fmla="*/ 468655 h 500610"/>
                <a:gd name="connsiteX16" fmla="*/ 452053 w 652372"/>
                <a:gd name="connsiteY16" fmla="*/ 497732 h 500610"/>
                <a:gd name="connsiteX17" fmla="*/ 437167 w 652372"/>
                <a:gd name="connsiteY17" fmla="*/ 500610 h 500610"/>
                <a:gd name="connsiteX18" fmla="*/ 79848 w 652372"/>
                <a:gd name="connsiteY18" fmla="*/ 207302 h 500610"/>
                <a:gd name="connsiteX19" fmla="*/ 166536 w 652372"/>
                <a:gd name="connsiteY19" fmla="*/ 386483 h 500610"/>
                <a:gd name="connsiteX20" fmla="*/ 429327 w 652372"/>
                <a:gd name="connsiteY20" fmla="*/ 421217 h 500610"/>
                <a:gd name="connsiteX21" fmla="*/ 501178 w 652372"/>
                <a:gd name="connsiteY21" fmla="*/ 392139 h 500610"/>
                <a:gd name="connsiteX22" fmla="*/ 516064 w 652372"/>
                <a:gd name="connsiteY22" fmla="*/ 389261 h 500610"/>
                <a:gd name="connsiteX23" fmla="*/ 572880 w 652372"/>
                <a:gd name="connsiteY23" fmla="*/ 389261 h 500610"/>
                <a:gd name="connsiteX24" fmla="*/ 572880 w 652372"/>
                <a:gd name="connsiteY24" fmla="*/ 235090 h 500610"/>
                <a:gd name="connsiteX25" fmla="*/ 515915 w 652372"/>
                <a:gd name="connsiteY25" fmla="*/ 235090 h 500610"/>
                <a:gd name="connsiteX26" fmla="*/ 503609 w 652372"/>
                <a:gd name="connsiteY26" fmla="*/ 233155 h 500610"/>
                <a:gd name="connsiteX27" fmla="*/ 497307 w 652372"/>
                <a:gd name="connsiteY27" fmla="*/ 231120 h 500610"/>
                <a:gd name="connsiteX28" fmla="*/ 481528 w 652372"/>
                <a:gd name="connsiteY28" fmla="*/ 221444 h 500610"/>
                <a:gd name="connsiteX29" fmla="*/ 345815 w 652372"/>
                <a:gd name="connsiteY29" fmla="*/ 85732 h 500610"/>
                <a:gd name="connsiteX30" fmla="*/ 317928 w 652372"/>
                <a:gd name="connsiteY30" fmla="*/ 84094 h 500610"/>
                <a:gd name="connsiteX31" fmla="*/ 312123 w 652372"/>
                <a:gd name="connsiteY31" fmla="*/ 97541 h 500610"/>
                <a:gd name="connsiteX32" fmla="*/ 317680 w 652372"/>
                <a:gd name="connsiteY32" fmla="*/ 111088 h 500610"/>
                <a:gd name="connsiteX33" fmla="*/ 347800 w 652372"/>
                <a:gd name="connsiteY33" fmla="*/ 141208 h 500610"/>
                <a:gd name="connsiteX34" fmla="*/ 356335 w 652372"/>
                <a:gd name="connsiteY34" fmla="*/ 184626 h 500610"/>
                <a:gd name="connsiteX35" fmla="*/ 319715 w 652372"/>
                <a:gd name="connsiteY35" fmla="*/ 208940 h 500610"/>
                <a:gd name="connsiteX36" fmla="*/ 319318 w 652372"/>
                <a:gd name="connsiteY36" fmla="*/ 208940 h 500610"/>
                <a:gd name="connsiteX37" fmla="*/ 79749 w 652372"/>
                <a:gd name="connsiteY37" fmla="*/ 207302 h 50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52372" h="500610">
                  <a:moveTo>
                    <a:pt x="437068" y="500610"/>
                  </a:moveTo>
                  <a:cubicBezTo>
                    <a:pt x="280862" y="500610"/>
                    <a:pt x="189758" y="493465"/>
                    <a:pt x="125350" y="454364"/>
                  </a:cubicBezTo>
                  <a:cubicBezTo>
                    <a:pt x="55385" y="411888"/>
                    <a:pt x="27201" y="337805"/>
                    <a:pt x="2241" y="224173"/>
                  </a:cubicBezTo>
                  <a:cubicBezTo>
                    <a:pt x="-3415" y="200901"/>
                    <a:pt x="1745" y="176835"/>
                    <a:pt x="16482" y="157930"/>
                  </a:cubicBezTo>
                  <a:cubicBezTo>
                    <a:pt x="31319" y="138875"/>
                    <a:pt x="53698" y="127959"/>
                    <a:pt x="77863" y="127959"/>
                  </a:cubicBezTo>
                  <a:lnTo>
                    <a:pt x="77963" y="127959"/>
                  </a:lnTo>
                  <a:cubicBezTo>
                    <a:pt x="118900" y="127959"/>
                    <a:pt x="185044" y="128455"/>
                    <a:pt x="237841" y="128902"/>
                  </a:cubicBezTo>
                  <a:cubicBezTo>
                    <a:pt x="234466" y="118729"/>
                    <a:pt x="232730" y="107912"/>
                    <a:pt x="232829" y="96847"/>
                  </a:cubicBezTo>
                  <a:cubicBezTo>
                    <a:pt x="233077" y="70250"/>
                    <a:pt x="243745" y="45440"/>
                    <a:pt x="262949" y="26931"/>
                  </a:cubicBezTo>
                  <a:cubicBezTo>
                    <a:pt x="301256" y="-9987"/>
                    <a:pt x="363679" y="-8796"/>
                    <a:pt x="402085" y="29561"/>
                  </a:cubicBezTo>
                  <a:lnTo>
                    <a:pt x="528221" y="155697"/>
                  </a:lnTo>
                  <a:lnTo>
                    <a:pt x="612676" y="155697"/>
                  </a:lnTo>
                  <a:cubicBezTo>
                    <a:pt x="634608" y="155697"/>
                    <a:pt x="652372" y="173461"/>
                    <a:pt x="652372" y="195393"/>
                  </a:cubicBezTo>
                  <a:lnTo>
                    <a:pt x="652372" y="428958"/>
                  </a:lnTo>
                  <a:cubicBezTo>
                    <a:pt x="652372" y="450890"/>
                    <a:pt x="634608" y="468655"/>
                    <a:pt x="612676" y="468655"/>
                  </a:cubicBezTo>
                  <a:lnTo>
                    <a:pt x="523904" y="468655"/>
                  </a:lnTo>
                  <a:lnTo>
                    <a:pt x="452053" y="497732"/>
                  </a:lnTo>
                  <a:cubicBezTo>
                    <a:pt x="447339" y="499667"/>
                    <a:pt x="442278" y="500610"/>
                    <a:pt x="437167" y="500610"/>
                  </a:cubicBezTo>
                  <a:close/>
                  <a:moveTo>
                    <a:pt x="79848" y="207302"/>
                  </a:moveTo>
                  <a:cubicBezTo>
                    <a:pt x="103865" y="316468"/>
                    <a:pt x="125747" y="361722"/>
                    <a:pt x="166536" y="386483"/>
                  </a:cubicBezTo>
                  <a:cubicBezTo>
                    <a:pt x="213725" y="415114"/>
                    <a:pt x="295599" y="421019"/>
                    <a:pt x="429327" y="421217"/>
                  </a:cubicBezTo>
                  <a:lnTo>
                    <a:pt x="501178" y="392139"/>
                  </a:lnTo>
                  <a:cubicBezTo>
                    <a:pt x="505892" y="390204"/>
                    <a:pt x="510953" y="389261"/>
                    <a:pt x="516064" y="389261"/>
                  </a:cubicBezTo>
                  <a:lnTo>
                    <a:pt x="572880" y="389261"/>
                  </a:lnTo>
                  <a:lnTo>
                    <a:pt x="572880" y="235090"/>
                  </a:lnTo>
                  <a:lnTo>
                    <a:pt x="515915" y="235090"/>
                  </a:lnTo>
                  <a:cubicBezTo>
                    <a:pt x="511747" y="235090"/>
                    <a:pt x="507579" y="234445"/>
                    <a:pt x="503609" y="233155"/>
                  </a:cubicBezTo>
                  <a:lnTo>
                    <a:pt x="497307" y="231120"/>
                  </a:lnTo>
                  <a:cubicBezTo>
                    <a:pt x="491353" y="229185"/>
                    <a:pt x="485944" y="225861"/>
                    <a:pt x="481528" y="221444"/>
                  </a:cubicBezTo>
                  <a:lnTo>
                    <a:pt x="345815" y="85732"/>
                  </a:lnTo>
                  <a:cubicBezTo>
                    <a:pt x="337926" y="77842"/>
                    <a:pt x="325173" y="77098"/>
                    <a:pt x="317928" y="84094"/>
                  </a:cubicBezTo>
                  <a:cubicBezTo>
                    <a:pt x="312917" y="88907"/>
                    <a:pt x="312123" y="94614"/>
                    <a:pt x="312123" y="97541"/>
                  </a:cubicBezTo>
                  <a:cubicBezTo>
                    <a:pt x="312123" y="100519"/>
                    <a:pt x="312768" y="106225"/>
                    <a:pt x="317680" y="111088"/>
                  </a:cubicBezTo>
                  <a:lnTo>
                    <a:pt x="347800" y="141208"/>
                  </a:lnTo>
                  <a:cubicBezTo>
                    <a:pt x="359213" y="152620"/>
                    <a:pt x="362587" y="169789"/>
                    <a:pt x="356335" y="184626"/>
                  </a:cubicBezTo>
                  <a:cubicBezTo>
                    <a:pt x="350132" y="199363"/>
                    <a:pt x="335693" y="208940"/>
                    <a:pt x="319715" y="208940"/>
                  </a:cubicBezTo>
                  <a:lnTo>
                    <a:pt x="319318" y="208940"/>
                  </a:lnTo>
                  <a:cubicBezTo>
                    <a:pt x="317680" y="208940"/>
                    <a:pt x="156661" y="207402"/>
                    <a:pt x="79749" y="20730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B57A7053-5538-9429-3D2E-3F277ADEBB6C}"/>
              </a:ext>
            </a:extLst>
          </p:cNvPr>
          <p:cNvGrpSpPr/>
          <p:nvPr/>
        </p:nvGrpSpPr>
        <p:grpSpPr>
          <a:xfrm>
            <a:off x="4136174" y="2540937"/>
            <a:ext cx="847174" cy="820179"/>
            <a:chOff x="4136174" y="2540937"/>
            <a:chExt cx="847174" cy="820179"/>
          </a:xfrm>
        </p:grpSpPr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EFD1AE96-54B0-22F1-31D3-F8B233ECC4F8}"/>
                </a:ext>
              </a:extLst>
            </p:cNvPr>
            <p:cNvSpPr/>
            <p:nvPr/>
          </p:nvSpPr>
          <p:spPr>
            <a:xfrm>
              <a:off x="4580180" y="2960405"/>
              <a:ext cx="184937" cy="142734"/>
            </a:xfrm>
            <a:custGeom>
              <a:avLst/>
              <a:gdLst>
                <a:gd name="connsiteX0" fmla="*/ 145141 w 184937"/>
                <a:gd name="connsiteY0" fmla="*/ 142685 h 142734"/>
                <a:gd name="connsiteX1" fmla="*/ 122662 w 184937"/>
                <a:gd name="connsiteY1" fmla="*/ 135688 h 142734"/>
                <a:gd name="connsiteX2" fmla="*/ 74977 w 184937"/>
                <a:gd name="connsiteY2" fmla="*/ 87159 h 142734"/>
                <a:gd name="connsiteX3" fmla="*/ 59297 w 184937"/>
                <a:gd name="connsiteY3" fmla="*/ 89591 h 142734"/>
                <a:gd name="connsiteX4" fmla="*/ 39697 w 184937"/>
                <a:gd name="connsiteY4" fmla="*/ 90682 h 142734"/>
                <a:gd name="connsiteX5" fmla="*/ 0 w 184937"/>
                <a:gd name="connsiteY5" fmla="*/ 50986 h 142734"/>
                <a:gd name="connsiteX6" fmla="*/ 39697 w 184937"/>
                <a:gd name="connsiteY6" fmla="*/ 11289 h 142734"/>
                <a:gd name="connsiteX7" fmla="*/ 50663 w 184937"/>
                <a:gd name="connsiteY7" fmla="*/ 10694 h 142734"/>
                <a:gd name="connsiteX8" fmla="*/ 79095 w 184937"/>
                <a:gd name="connsiteY8" fmla="*/ 3201 h 142734"/>
                <a:gd name="connsiteX9" fmla="*/ 109960 w 184937"/>
                <a:gd name="connsiteY9" fmla="*/ 3052 h 142734"/>
                <a:gd name="connsiteX10" fmla="*/ 131594 w 184937"/>
                <a:gd name="connsiteY10" fmla="*/ 25034 h 142734"/>
                <a:gd name="connsiteX11" fmla="*/ 167768 w 184937"/>
                <a:gd name="connsiteY11" fmla="*/ 70338 h 142734"/>
                <a:gd name="connsiteX12" fmla="*/ 177940 w 184937"/>
                <a:gd name="connsiteY12" fmla="*/ 125566 h 142734"/>
                <a:gd name="connsiteX13" fmla="*/ 145240 w 184937"/>
                <a:gd name="connsiteY13" fmla="*/ 142734 h 14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37" h="142734">
                  <a:moveTo>
                    <a:pt x="145141" y="142685"/>
                  </a:moveTo>
                  <a:cubicBezTo>
                    <a:pt x="137350" y="142685"/>
                    <a:pt x="129510" y="140402"/>
                    <a:pt x="122662" y="135688"/>
                  </a:cubicBezTo>
                  <a:cubicBezTo>
                    <a:pt x="103658" y="122588"/>
                    <a:pt x="87531" y="106114"/>
                    <a:pt x="74977" y="87159"/>
                  </a:cubicBezTo>
                  <a:cubicBezTo>
                    <a:pt x="69767" y="88201"/>
                    <a:pt x="64557" y="88995"/>
                    <a:pt x="59297" y="89591"/>
                  </a:cubicBezTo>
                  <a:cubicBezTo>
                    <a:pt x="52747" y="90285"/>
                    <a:pt x="46147" y="90682"/>
                    <a:pt x="39697" y="90682"/>
                  </a:cubicBezTo>
                  <a:cubicBezTo>
                    <a:pt x="17764" y="90682"/>
                    <a:pt x="0" y="72918"/>
                    <a:pt x="0" y="50986"/>
                  </a:cubicBezTo>
                  <a:cubicBezTo>
                    <a:pt x="0" y="29053"/>
                    <a:pt x="17764" y="11289"/>
                    <a:pt x="39697" y="11289"/>
                  </a:cubicBezTo>
                  <a:cubicBezTo>
                    <a:pt x="43269" y="11289"/>
                    <a:pt x="46991" y="11091"/>
                    <a:pt x="50663" y="10694"/>
                  </a:cubicBezTo>
                  <a:cubicBezTo>
                    <a:pt x="60388" y="9652"/>
                    <a:pt x="69965" y="7121"/>
                    <a:pt x="79095" y="3201"/>
                  </a:cubicBezTo>
                  <a:cubicBezTo>
                    <a:pt x="88920" y="-1017"/>
                    <a:pt x="100085" y="-1066"/>
                    <a:pt x="109960" y="3052"/>
                  </a:cubicBezTo>
                  <a:cubicBezTo>
                    <a:pt x="119834" y="7171"/>
                    <a:pt x="127674" y="15060"/>
                    <a:pt x="131594" y="25034"/>
                  </a:cubicBezTo>
                  <a:cubicBezTo>
                    <a:pt x="138938" y="43443"/>
                    <a:pt x="151442" y="59074"/>
                    <a:pt x="167768" y="70338"/>
                  </a:cubicBezTo>
                  <a:cubicBezTo>
                    <a:pt x="185830" y="82793"/>
                    <a:pt x="190345" y="107504"/>
                    <a:pt x="177940" y="125566"/>
                  </a:cubicBezTo>
                  <a:cubicBezTo>
                    <a:pt x="170249" y="136730"/>
                    <a:pt x="157844" y="142734"/>
                    <a:pt x="145240" y="1427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2C49BD77-9E4E-2A87-9B53-65D5C04767A2}"/>
                </a:ext>
              </a:extLst>
            </p:cNvPr>
            <p:cNvSpPr/>
            <p:nvPr/>
          </p:nvSpPr>
          <p:spPr>
            <a:xfrm>
              <a:off x="4317885" y="2693024"/>
              <a:ext cx="665463" cy="397957"/>
            </a:xfrm>
            <a:custGeom>
              <a:avLst/>
              <a:gdLst>
                <a:gd name="connsiteX0" fmla="*/ 580612 w 665463"/>
                <a:gd name="connsiteY0" fmla="*/ 397908 h 397957"/>
                <a:gd name="connsiteX1" fmla="*/ 551336 w 665463"/>
                <a:gd name="connsiteY1" fmla="*/ 385007 h 397957"/>
                <a:gd name="connsiteX2" fmla="*/ 553817 w 665463"/>
                <a:gd name="connsiteY2" fmla="*/ 328936 h 397957"/>
                <a:gd name="connsiteX3" fmla="*/ 586120 w 665463"/>
                <a:gd name="connsiteY3" fmla="*/ 255497 h 397957"/>
                <a:gd name="connsiteX4" fmla="*/ 486432 w 665463"/>
                <a:gd name="connsiteY4" fmla="*/ 155859 h 397957"/>
                <a:gd name="connsiteX5" fmla="*/ 447133 w 665463"/>
                <a:gd name="connsiteY5" fmla="*/ 163897 h 397957"/>
                <a:gd name="connsiteX6" fmla="*/ 416219 w 665463"/>
                <a:gd name="connsiteY6" fmla="*/ 164145 h 397957"/>
                <a:gd name="connsiteX7" fmla="*/ 394485 w 665463"/>
                <a:gd name="connsiteY7" fmla="*/ 142163 h 397957"/>
                <a:gd name="connsiteX8" fmla="*/ 301893 w 665463"/>
                <a:gd name="connsiteY8" fmla="*/ 79343 h 397957"/>
                <a:gd name="connsiteX9" fmla="*/ 212426 w 665463"/>
                <a:gd name="connsiteY9" fmla="*/ 135068 h 397957"/>
                <a:gd name="connsiteX10" fmla="*/ 170547 w 665463"/>
                <a:gd name="connsiteY10" fmla="*/ 156752 h 397957"/>
                <a:gd name="connsiteX11" fmla="*/ 158638 w 665463"/>
                <a:gd name="connsiteY11" fmla="*/ 155859 h 397957"/>
                <a:gd name="connsiteX12" fmla="*/ 79393 w 665463"/>
                <a:gd name="connsiteY12" fmla="*/ 235103 h 397957"/>
                <a:gd name="connsiteX13" fmla="*/ 107330 w 665463"/>
                <a:gd name="connsiteY13" fmla="*/ 295541 h 397957"/>
                <a:gd name="connsiteX14" fmla="*/ 111845 w 665463"/>
                <a:gd name="connsiteY14" fmla="*/ 351513 h 397957"/>
                <a:gd name="connsiteX15" fmla="*/ 55873 w 665463"/>
                <a:gd name="connsiteY15" fmla="*/ 356028 h 397957"/>
                <a:gd name="connsiteX16" fmla="*/ 0 w 665463"/>
                <a:gd name="connsiteY16" fmla="*/ 235152 h 397957"/>
                <a:gd name="connsiteX17" fmla="*/ 155015 w 665463"/>
                <a:gd name="connsiteY17" fmla="*/ 76565 h 397957"/>
                <a:gd name="connsiteX18" fmla="*/ 301893 w 665463"/>
                <a:gd name="connsiteY18" fmla="*/ 0 h 397957"/>
                <a:gd name="connsiteX19" fmla="*/ 451102 w 665463"/>
                <a:gd name="connsiteY19" fmla="*/ 79989 h 397957"/>
                <a:gd name="connsiteX20" fmla="*/ 486383 w 665463"/>
                <a:gd name="connsiteY20" fmla="*/ 76515 h 397957"/>
                <a:gd name="connsiteX21" fmla="*/ 665464 w 665463"/>
                <a:gd name="connsiteY21" fmla="*/ 255547 h 397957"/>
                <a:gd name="connsiteX22" fmla="*/ 607358 w 665463"/>
                <a:gd name="connsiteY22" fmla="*/ 387538 h 397957"/>
                <a:gd name="connsiteX23" fmla="*/ 580563 w 665463"/>
                <a:gd name="connsiteY23" fmla="*/ 397958 h 39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65463" h="397957">
                  <a:moveTo>
                    <a:pt x="580612" y="397908"/>
                  </a:moveTo>
                  <a:cubicBezTo>
                    <a:pt x="569845" y="397908"/>
                    <a:pt x="559176" y="393591"/>
                    <a:pt x="551336" y="385007"/>
                  </a:cubicBezTo>
                  <a:cubicBezTo>
                    <a:pt x="536549" y="368831"/>
                    <a:pt x="537641" y="343723"/>
                    <a:pt x="553817" y="328936"/>
                  </a:cubicBezTo>
                  <a:cubicBezTo>
                    <a:pt x="574658" y="309832"/>
                    <a:pt x="586120" y="283731"/>
                    <a:pt x="586120" y="255497"/>
                  </a:cubicBezTo>
                  <a:cubicBezTo>
                    <a:pt x="586120" y="200567"/>
                    <a:pt x="541412" y="155859"/>
                    <a:pt x="486432" y="155859"/>
                  </a:cubicBezTo>
                  <a:cubicBezTo>
                    <a:pt x="472737" y="155859"/>
                    <a:pt x="459538" y="158588"/>
                    <a:pt x="447133" y="163897"/>
                  </a:cubicBezTo>
                  <a:cubicBezTo>
                    <a:pt x="437308" y="168165"/>
                    <a:pt x="426143" y="168264"/>
                    <a:pt x="416219" y="164145"/>
                  </a:cubicBezTo>
                  <a:cubicBezTo>
                    <a:pt x="406295" y="160027"/>
                    <a:pt x="398455" y="152137"/>
                    <a:pt x="394485" y="142163"/>
                  </a:cubicBezTo>
                  <a:cubicBezTo>
                    <a:pt x="379301" y="104005"/>
                    <a:pt x="342929" y="79343"/>
                    <a:pt x="301893" y="79343"/>
                  </a:cubicBezTo>
                  <a:cubicBezTo>
                    <a:pt x="263635" y="79343"/>
                    <a:pt x="229347" y="100680"/>
                    <a:pt x="212426" y="135068"/>
                  </a:cubicBezTo>
                  <a:cubicBezTo>
                    <a:pt x="204735" y="150698"/>
                    <a:pt x="187765" y="159481"/>
                    <a:pt x="170547" y="156752"/>
                  </a:cubicBezTo>
                  <a:cubicBezTo>
                    <a:pt x="166825" y="156156"/>
                    <a:pt x="162855" y="155859"/>
                    <a:pt x="158638" y="155859"/>
                  </a:cubicBezTo>
                  <a:cubicBezTo>
                    <a:pt x="114922" y="155859"/>
                    <a:pt x="79393" y="191387"/>
                    <a:pt x="79393" y="235103"/>
                  </a:cubicBezTo>
                  <a:cubicBezTo>
                    <a:pt x="79393" y="258375"/>
                    <a:pt x="89565" y="280407"/>
                    <a:pt x="107330" y="295541"/>
                  </a:cubicBezTo>
                  <a:cubicBezTo>
                    <a:pt x="124002" y="309732"/>
                    <a:pt x="126037" y="334791"/>
                    <a:pt x="111845" y="351513"/>
                  </a:cubicBezTo>
                  <a:cubicBezTo>
                    <a:pt x="97654" y="368186"/>
                    <a:pt x="72595" y="370220"/>
                    <a:pt x="55873" y="356028"/>
                  </a:cubicBezTo>
                  <a:cubicBezTo>
                    <a:pt x="20344" y="325809"/>
                    <a:pt x="0" y="281746"/>
                    <a:pt x="0" y="235152"/>
                  </a:cubicBezTo>
                  <a:cubicBezTo>
                    <a:pt x="0" y="148912"/>
                    <a:pt x="69221" y="78500"/>
                    <a:pt x="155015" y="76565"/>
                  </a:cubicBezTo>
                  <a:cubicBezTo>
                    <a:pt x="188211" y="28780"/>
                    <a:pt x="242348" y="0"/>
                    <a:pt x="301893" y="0"/>
                  </a:cubicBezTo>
                  <a:cubicBezTo>
                    <a:pt x="361437" y="0"/>
                    <a:pt x="418402" y="30467"/>
                    <a:pt x="451102" y="79989"/>
                  </a:cubicBezTo>
                  <a:cubicBezTo>
                    <a:pt x="462614" y="77706"/>
                    <a:pt x="474424" y="76515"/>
                    <a:pt x="486383" y="76515"/>
                  </a:cubicBezTo>
                  <a:cubicBezTo>
                    <a:pt x="585128" y="76515"/>
                    <a:pt x="665464" y="156851"/>
                    <a:pt x="665464" y="255547"/>
                  </a:cubicBezTo>
                  <a:cubicBezTo>
                    <a:pt x="665464" y="305614"/>
                    <a:pt x="644276" y="353696"/>
                    <a:pt x="607358" y="387538"/>
                  </a:cubicBezTo>
                  <a:cubicBezTo>
                    <a:pt x="599716" y="394534"/>
                    <a:pt x="590139" y="397958"/>
                    <a:pt x="580563" y="39795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9C523D4-F18F-E384-9C97-31117B8C630E}"/>
                </a:ext>
              </a:extLst>
            </p:cNvPr>
            <p:cNvSpPr/>
            <p:nvPr/>
          </p:nvSpPr>
          <p:spPr>
            <a:xfrm>
              <a:off x="4514036" y="2540937"/>
              <a:ext cx="79393" cy="79393"/>
            </a:xfrm>
            <a:custGeom>
              <a:avLst/>
              <a:gdLst>
                <a:gd name="connsiteX0" fmla="*/ 79393 w 79393"/>
                <a:gd name="connsiteY0" fmla="*/ 39697 h 79393"/>
                <a:gd name="connsiteX1" fmla="*/ 39697 w 79393"/>
                <a:gd name="connsiteY1" fmla="*/ 79393 h 79393"/>
                <a:gd name="connsiteX2" fmla="*/ 0 w 79393"/>
                <a:gd name="connsiteY2" fmla="*/ 39697 h 79393"/>
                <a:gd name="connsiteX3" fmla="*/ 39697 w 79393"/>
                <a:gd name="connsiteY3" fmla="*/ 0 h 79393"/>
                <a:gd name="connsiteX4" fmla="*/ 79393 w 79393"/>
                <a:gd name="connsiteY4" fmla="*/ 39697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93" h="79393">
                  <a:moveTo>
                    <a:pt x="79393" y="39697"/>
                  </a:moveTo>
                  <a:cubicBezTo>
                    <a:pt x="79393" y="61620"/>
                    <a:pt x="61620" y="79393"/>
                    <a:pt x="39697" y="79393"/>
                  </a:cubicBezTo>
                  <a:cubicBezTo>
                    <a:pt x="17773" y="79393"/>
                    <a:pt x="0" y="61620"/>
                    <a:pt x="0" y="39697"/>
                  </a:cubicBezTo>
                  <a:cubicBezTo>
                    <a:pt x="0" y="17773"/>
                    <a:pt x="17773" y="0"/>
                    <a:pt x="39697" y="0"/>
                  </a:cubicBezTo>
                  <a:cubicBezTo>
                    <a:pt x="61620" y="0"/>
                    <a:pt x="79393" y="17773"/>
                    <a:pt x="79393" y="3969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9774E82B-0681-3E0D-139D-23EA86343A6C}"/>
                </a:ext>
              </a:extLst>
            </p:cNvPr>
            <p:cNvSpPr/>
            <p:nvPr/>
          </p:nvSpPr>
          <p:spPr>
            <a:xfrm>
              <a:off x="4359715" y="2571503"/>
              <a:ext cx="110455" cy="110455"/>
            </a:xfrm>
            <a:custGeom>
              <a:avLst/>
              <a:gdLst>
                <a:gd name="connsiteX0" fmla="*/ 110456 w 110455"/>
                <a:gd name="connsiteY0" fmla="*/ 55228 h 110455"/>
                <a:gd name="connsiteX1" fmla="*/ 55228 w 110455"/>
                <a:gd name="connsiteY1" fmla="*/ 110456 h 110455"/>
                <a:gd name="connsiteX2" fmla="*/ 0 w 110455"/>
                <a:gd name="connsiteY2" fmla="*/ 55228 h 110455"/>
                <a:gd name="connsiteX3" fmla="*/ 55228 w 110455"/>
                <a:gd name="connsiteY3" fmla="*/ 0 h 110455"/>
                <a:gd name="connsiteX4" fmla="*/ 110456 w 110455"/>
                <a:gd name="connsiteY4" fmla="*/ 55228 h 1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455" h="110455">
                  <a:moveTo>
                    <a:pt x="110456" y="55228"/>
                  </a:moveTo>
                  <a:cubicBezTo>
                    <a:pt x="110456" y="85729"/>
                    <a:pt x="85729" y="110456"/>
                    <a:pt x="55228" y="110456"/>
                  </a:cubicBezTo>
                  <a:cubicBezTo>
                    <a:pt x="24726" y="110456"/>
                    <a:pt x="0" y="85729"/>
                    <a:pt x="0" y="55228"/>
                  </a:cubicBezTo>
                  <a:cubicBezTo>
                    <a:pt x="0" y="24726"/>
                    <a:pt x="24726" y="0"/>
                    <a:pt x="55228" y="0"/>
                  </a:cubicBezTo>
                  <a:cubicBezTo>
                    <a:pt x="85729" y="0"/>
                    <a:pt x="110456" y="24726"/>
                    <a:pt x="110456" y="552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E5F48AD8-889C-B4E1-BB10-C77316FBBE58}"/>
                </a:ext>
              </a:extLst>
            </p:cNvPr>
            <p:cNvSpPr/>
            <p:nvPr/>
          </p:nvSpPr>
          <p:spPr>
            <a:xfrm>
              <a:off x="4136174" y="2976060"/>
              <a:ext cx="797947" cy="385006"/>
            </a:xfrm>
            <a:custGeom>
              <a:avLst/>
              <a:gdLst>
                <a:gd name="connsiteX0" fmla="*/ 40491 w 797947"/>
                <a:gd name="connsiteY0" fmla="*/ 384908 h 385006"/>
                <a:gd name="connsiteX1" fmla="*/ 14837 w 797947"/>
                <a:gd name="connsiteY1" fmla="*/ 375480 h 385006"/>
                <a:gd name="connsiteX2" fmla="*/ 794 w 797947"/>
                <a:gd name="connsiteY2" fmla="*/ 345310 h 385006"/>
                <a:gd name="connsiteX3" fmla="*/ 0 w 797947"/>
                <a:gd name="connsiteY3" fmla="*/ 71503 h 385006"/>
                <a:gd name="connsiteX4" fmla="*/ 39349 w 797947"/>
                <a:gd name="connsiteY4" fmla="*/ 31708 h 385006"/>
                <a:gd name="connsiteX5" fmla="*/ 177990 w 797947"/>
                <a:gd name="connsiteY5" fmla="*/ 30417 h 385006"/>
                <a:gd name="connsiteX6" fmla="*/ 205430 w 797947"/>
                <a:gd name="connsiteY6" fmla="*/ 34734 h 385006"/>
                <a:gd name="connsiteX7" fmla="*/ 226122 w 797947"/>
                <a:gd name="connsiteY7" fmla="*/ 23471 h 385006"/>
                <a:gd name="connsiteX8" fmla="*/ 228950 w 797947"/>
                <a:gd name="connsiteY8" fmla="*/ 22081 h 385006"/>
                <a:gd name="connsiteX9" fmla="*/ 315241 w 797947"/>
                <a:gd name="connsiteY9" fmla="*/ 447 h 385006"/>
                <a:gd name="connsiteX10" fmla="*/ 316332 w 797947"/>
                <a:gd name="connsiteY10" fmla="*/ 447 h 385006"/>
                <a:gd name="connsiteX11" fmla="*/ 317523 w 797947"/>
                <a:gd name="connsiteY11" fmla="*/ 447 h 385006"/>
                <a:gd name="connsiteX12" fmla="*/ 471397 w 797947"/>
                <a:gd name="connsiteY12" fmla="*/ 0 h 385006"/>
                <a:gd name="connsiteX13" fmla="*/ 555207 w 797947"/>
                <a:gd name="connsiteY13" fmla="*/ 65797 h 385006"/>
                <a:gd name="connsiteX14" fmla="*/ 650330 w 797947"/>
                <a:gd name="connsiteY14" fmla="*/ 30070 h 385006"/>
                <a:gd name="connsiteX15" fmla="*/ 717863 w 797947"/>
                <a:gd name="connsiteY15" fmla="*/ 12405 h 385006"/>
                <a:gd name="connsiteX16" fmla="*/ 717863 w 797947"/>
                <a:gd name="connsiteY16" fmla="*/ 12405 h 385006"/>
                <a:gd name="connsiteX17" fmla="*/ 782916 w 797947"/>
                <a:gd name="connsiteY17" fmla="*/ 46892 h 385006"/>
                <a:gd name="connsiteX18" fmla="*/ 794478 w 797947"/>
                <a:gd name="connsiteY18" fmla="*/ 117303 h 385006"/>
                <a:gd name="connsiteX19" fmla="*/ 753193 w 797947"/>
                <a:gd name="connsiteY19" fmla="*/ 174963 h 385006"/>
                <a:gd name="connsiteX20" fmla="*/ 747537 w 797947"/>
                <a:gd name="connsiteY20" fmla="*/ 178783 h 385006"/>
                <a:gd name="connsiteX21" fmla="*/ 633062 w 797947"/>
                <a:gd name="connsiteY21" fmla="*/ 241752 h 385006"/>
                <a:gd name="connsiteX22" fmla="*/ 549252 w 797947"/>
                <a:gd name="connsiteY22" fmla="*/ 286907 h 385006"/>
                <a:gd name="connsiteX23" fmla="*/ 485787 w 797947"/>
                <a:gd name="connsiteY23" fmla="*/ 305713 h 385006"/>
                <a:gd name="connsiteX24" fmla="*/ 484795 w 797947"/>
                <a:gd name="connsiteY24" fmla="*/ 305763 h 385006"/>
                <a:gd name="connsiteX25" fmla="*/ 484199 w 797947"/>
                <a:gd name="connsiteY25" fmla="*/ 305763 h 385006"/>
                <a:gd name="connsiteX26" fmla="*/ 482611 w 797947"/>
                <a:gd name="connsiteY26" fmla="*/ 305862 h 385006"/>
                <a:gd name="connsiteX27" fmla="*/ 305068 w 797947"/>
                <a:gd name="connsiteY27" fmla="*/ 309335 h 385006"/>
                <a:gd name="connsiteX28" fmla="*/ 304523 w 797947"/>
                <a:gd name="connsiteY28" fmla="*/ 309335 h 385006"/>
                <a:gd name="connsiteX29" fmla="*/ 273262 w 797947"/>
                <a:gd name="connsiteY29" fmla="*/ 319458 h 385006"/>
                <a:gd name="connsiteX30" fmla="*/ 266464 w 797947"/>
                <a:gd name="connsiteY30" fmla="*/ 331814 h 385006"/>
                <a:gd name="connsiteX31" fmla="*/ 229149 w 797947"/>
                <a:gd name="connsiteY31" fmla="*/ 354838 h 385006"/>
                <a:gd name="connsiteX32" fmla="*/ 46892 w 797947"/>
                <a:gd name="connsiteY32" fmla="*/ 384511 h 385006"/>
                <a:gd name="connsiteX33" fmla="*/ 40491 w 797947"/>
                <a:gd name="connsiteY33" fmla="*/ 385007 h 385006"/>
                <a:gd name="connsiteX34" fmla="*/ 79493 w 797947"/>
                <a:gd name="connsiteY34" fmla="*/ 110704 h 385006"/>
                <a:gd name="connsiteX35" fmla="*/ 80038 w 797947"/>
                <a:gd name="connsiteY35" fmla="*/ 298518 h 385006"/>
                <a:gd name="connsiteX36" fmla="*/ 201212 w 797947"/>
                <a:gd name="connsiteY36" fmla="*/ 278819 h 385006"/>
                <a:gd name="connsiteX37" fmla="*/ 212873 w 797947"/>
                <a:gd name="connsiteY37" fmla="*/ 264032 h 385006"/>
                <a:gd name="connsiteX38" fmla="*/ 303778 w 797947"/>
                <a:gd name="connsiteY38" fmla="*/ 229793 h 385006"/>
                <a:gd name="connsiteX39" fmla="*/ 480031 w 797947"/>
                <a:gd name="connsiteY39" fmla="*/ 226370 h 385006"/>
                <a:gd name="connsiteX40" fmla="*/ 507422 w 797947"/>
                <a:gd name="connsiteY40" fmla="*/ 219224 h 385006"/>
                <a:gd name="connsiteX41" fmla="*/ 510250 w 797947"/>
                <a:gd name="connsiteY41" fmla="*/ 217537 h 385006"/>
                <a:gd name="connsiteX42" fmla="*/ 595796 w 797947"/>
                <a:gd name="connsiteY42" fmla="*/ 171439 h 385006"/>
                <a:gd name="connsiteX43" fmla="*/ 596838 w 797947"/>
                <a:gd name="connsiteY43" fmla="*/ 170894 h 385006"/>
                <a:gd name="connsiteX44" fmla="*/ 705657 w 797947"/>
                <a:gd name="connsiteY44" fmla="*/ 111001 h 385006"/>
                <a:gd name="connsiteX45" fmla="*/ 718211 w 797947"/>
                <a:gd name="connsiteY45" fmla="*/ 94825 h 385006"/>
                <a:gd name="connsiteX46" fmla="*/ 718508 w 797947"/>
                <a:gd name="connsiteY46" fmla="*/ 93337 h 385006"/>
                <a:gd name="connsiteX47" fmla="*/ 712405 w 797947"/>
                <a:gd name="connsiteY47" fmla="*/ 91451 h 385006"/>
                <a:gd name="connsiteX48" fmla="*/ 712405 w 797947"/>
                <a:gd name="connsiteY48" fmla="*/ 91451 h 385006"/>
                <a:gd name="connsiteX49" fmla="*/ 689977 w 797947"/>
                <a:gd name="connsiteY49" fmla="*/ 98745 h 385006"/>
                <a:gd name="connsiteX50" fmla="*/ 682434 w 797947"/>
                <a:gd name="connsiteY50" fmla="*/ 102616 h 385006"/>
                <a:gd name="connsiteX51" fmla="*/ 470504 w 797947"/>
                <a:gd name="connsiteY51" fmla="*/ 174119 h 385006"/>
                <a:gd name="connsiteX52" fmla="*/ 411654 w 797947"/>
                <a:gd name="connsiteY52" fmla="*/ 170199 h 385006"/>
                <a:gd name="connsiteX53" fmla="*/ 374686 w 797947"/>
                <a:gd name="connsiteY53" fmla="*/ 132785 h 385006"/>
                <a:gd name="connsiteX54" fmla="*/ 407238 w 797947"/>
                <a:gd name="connsiteY54" fmla="*/ 91501 h 385006"/>
                <a:gd name="connsiteX55" fmla="*/ 468718 w 797947"/>
                <a:gd name="connsiteY55" fmla="*/ 80385 h 385006"/>
                <a:gd name="connsiteX56" fmla="*/ 473084 w 797947"/>
                <a:gd name="connsiteY56" fmla="*/ 79343 h 385006"/>
                <a:gd name="connsiteX57" fmla="*/ 471050 w 797947"/>
                <a:gd name="connsiteY57" fmla="*/ 79244 h 385006"/>
                <a:gd name="connsiteX58" fmla="*/ 318367 w 797947"/>
                <a:gd name="connsiteY58" fmla="*/ 79691 h 385006"/>
                <a:gd name="connsiteX59" fmla="*/ 262593 w 797947"/>
                <a:gd name="connsiteY59" fmla="*/ 93882 h 385006"/>
                <a:gd name="connsiteX60" fmla="*/ 218927 w 797947"/>
                <a:gd name="connsiteY60" fmla="*/ 117700 h 385006"/>
                <a:gd name="connsiteX61" fmla="*/ 184242 w 797947"/>
                <a:gd name="connsiteY61" fmla="*/ 119338 h 385006"/>
                <a:gd name="connsiteX62" fmla="*/ 170795 w 797947"/>
                <a:gd name="connsiteY62" fmla="*/ 109860 h 385006"/>
                <a:gd name="connsiteX63" fmla="*/ 79443 w 797947"/>
                <a:gd name="connsiteY63" fmla="*/ 110704 h 385006"/>
                <a:gd name="connsiteX64" fmla="*/ 216545 w 797947"/>
                <a:gd name="connsiteY64" fmla="*/ 276338 h 385006"/>
                <a:gd name="connsiteX65" fmla="*/ 216446 w 797947"/>
                <a:gd name="connsiteY65" fmla="*/ 276338 h 385006"/>
                <a:gd name="connsiteX66" fmla="*/ 216545 w 797947"/>
                <a:gd name="connsiteY66" fmla="*/ 276338 h 385006"/>
                <a:gd name="connsiteX67" fmla="*/ 718707 w 797947"/>
                <a:gd name="connsiteY67" fmla="*/ 93535 h 385006"/>
                <a:gd name="connsiteX68" fmla="*/ 718757 w 797947"/>
                <a:gd name="connsiteY68" fmla="*/ 93535 h 385006"/>
                <a:gd name="connsiteX69" fmla="*/ 718707 w 797947"/>
                <a:gd name="connsiteY69" fmla="*/ 93535 h 385006"/>
                <a:gd name="connsiteX70" fmla="*/ 161615 w 797947"/>
                <a:gd name="connsiteY70" fmla="*/ 93088 h 385006"/>
                <a:gd name="connsiteX71" fmla="*/ 161615 w 797947"/>
                <a:gd name="connsiteY71" fmla="*/ 93088 h 385006"/>
                <a:gd name="connsiteX72" fmla="*/ 161615 w 797947"/>
                <a:gd name="connsiteY72" fmla="*/ 93088 h 38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97947" h="385006">
                  <a:moveTo>
                    <a:pt x="40491" y="384908"/>
                  </a:moveTo>
                  <a:cubicBezTo>
                    <a:pt x="31162" y="384908"/>
                    <a:pt x="22032" y="381633"/>
                    <a:pt x="14837" y="375480"/>
                  </a:cubicBezTo>
                  <a:cubicBezTo>
                    <a:pt x="5955" y="367987"/>
                    <a:pt x="844" y="356922"/>
                    <a:pt x="794" y="345310"/>
                  </a:cubicBezTo>
                  <a:lnTo>
                    <a:pt x="0" y="71503"/>
                  </a:lnTo>
                  <a:cubicBezTo>
                    <a:pt x="-50" y="49670"/>
                    <a:pt x="17516" y="31906"/>
                    <a:pt x="39349" y="31708"/>
                  </a:cubicBezTo>
                  <a:lnTo>
                    <a:pt x="177990" y="30417"/>
                  </a:lnTo>
                  <a:cubicBezTo>
                    <a:pt x="187616" y="29574"/>
                    <a:pt x="196994" y="31162"/>
                    <a:pt x="205430" y="34734"/>
                  </a:cubicBezTo>
                  <a:lnTo>
                    <a:pt x="226122" y="23471"/>
                  </a:lnTo>
                  <a:cubicBezTo>
                    <a:pt x="227065" y="22974"/>
                    <a:pt x="228007" y="22478"/>
                    <a:pt x="228950" y="22081"/>
                  </a:cubicBezTo>
                  <a:cubicBezTo>
                    <a:pt x="250089" y="12653"/>
                    <a:pt x="275941" y="2431"/>
                    <a:pt x="315241" y="447"/>
                  </a:cubicBezTo>
                  <a:cubicBezTo>
                    <a:pt x="315588" y="447"/>
                    <a:pt x="315985" y="447"/>
                    <a:pt x="316332" y="447"/>
                  </a:cubicBezTo>
                  <a:cubicBezTo>
                    <a:pt x="316580" y="447"/>
                    <a:pt x="317275" y="447"/>
                    <a:pt x="317523" y="447"/>
                  </a:cubicBezTo>
                  <a:lnTo>
                    <a:pt x="471397" y="0"/>
                  </a:lnTo>
                  <a:cubicBezTo>
                    <a:pt x="519976" y="447"/>
                    <a:pt x="549252" y="32353"/>
                    <a:pt x="555207" y="65797"/>
                  </a:cubicBezTo>
                  <a:cubicBezTo>
                    <a:pt x="584830" y="54930"/>
                    <a:pt x="618423" y="42326"/>
                    <a:pt x="650330" y="30070"/>
                  </a:cubicBezTo>
                  <a:cubicBezTo>
                    <a:pt x="671815" y="16970"/>
                    <a:pt x="695088" y="10867"/>
                    <a:pt x="717863" y="12405"/>
                  </a:cubicBezTo>
                  <a:lnTo>
                    <a:pt x="717863" y="12405"/>
                  </a:lnTo>
                  <a:cubicBezTo>
                    <a:pt x="744559" y="14241"/>
                    <a:pt x="768278" y="26795"/>
                    <a:pt x="782916" y="46892"/>
                  </a:cubicBezTo>
                  <a:cubicBezTo>
                    <a:pt x="797505" y="66889"/>
                    <a:pt x="801722" y="92543"/>
                    <a:pt x="794478" y="117303"/>
                  </a:cubicBezTo>
                  <a:cubicBezTo>
                    <a:pt x="788275" y="138491"/>
                    <a:pt x="774381" y="157893"/>
                    <a:pt x="753193" y="174963"/>
                  </a:cubicBezTo>
                  <a:cubicBezTo>
                    <a:pt x="751407" y="176402"/>
                    <a:pt x="749521" y="177642"/>
                    <a:pt x="747537" y="178783"/>
                  </a:cubicBezTo>
                  <a:cubicBezTo>
                    <a:pt x="737166" y="184539"/>
                    <a:pt x="647303" y="234458"/>
                    <a:pt x="633062" y="241752"/>
                  </a:cubicBezTo>
                  <a:lnTo>
                    <a:pt x="549252" y="286907"/>
                  </a:lnTo>
                  <a:cubicBezTo>
                    <a:pt x="526526" y="301247"/>
                    <a:pt x="506281" y="303976"/>
                    <a:pt x="485787" y="305713"/>
                  </a:cubicBezTo>
                  <a:cubicBezTo>
                    <a:pt x="485440" y="305713"/>
                    <a:pt x="485142" y="305763"/>
                    <a:pt x="484795" y="305763"/>
                  </a:cubicBezTo>
                  <a:lnTo>
                    <a:pt x="484199" y="305763"/>
                  </a:lnTo>
                  <a:cubicBezTo>
                    <a:pt x="483653" y="305812"/>
                    <a:pt x="483157" y="305862"/>
                    <a:pt x="482611" y="305862"/>
                  </a:cubicBezTo>
                  <a:lnTo>
                    <a:pt x="305068" y="309335"/>
                  </a:lnTo>
                  <a:cubicBezTo>
                    <a:pt x="305068" y="309335"/>
                    <a:pt x="304721" y="309335"/>
                    <a:pt x="304523" y="309335"/>
                  </a:cubicBezTo>
                  <a:cubicBezTo>
                    <a:pt x="294152" y="309385"/>
                    <a:pt x="282193" y="314546"/>
                    <a:pt x="273262" y="319458"/>
                  </a:cubicBezTo>
                  <a:cubicBezTo>
                    <a:pt x="271525" y="323775"/>
                    <a:pt x="269292" y="327943"/>
                    <a:pt x="266464" y="331814"/>
                  </a:cubicBezTo>
                  <a:cubicBezTo>
                    <a:pt x="257532" y="344268"/>
                    <a:pt x="244233" y="352456"/>
                    <a:pt x="229149" y="354838"/>
                  </a:cubicBezTo>
                  <a:lnTo>
                    <a:pt x="46892" y="384511"/>
                  </a:lnTo>
                  <a:cubicBezTo>
                    <a:pt x="44758" y="384858"/>
                    <a:pt x="42624" y="385007"/>
                    <a:pt x="40491" y="385007"/>
                  </a:cubicBezTo>
                  <a:close/>
                  <a:moveTo>
                    <a:pt x="79493" y="110704"/>
                  </a:moveTo>
                  <a:lnTo>
                    <a:pt x="80038" y="298518"/>
                  </a:lnTo>
                  <a:lnTo>
                    <a:pt x="201212" y="278819"/>
                  </a:lnTo>
                  <a:cubicBezTo>
                    <a:pt x="203793" y="273112"/>
                    <a:pt x="207762" y="268051"/>
                    <a:pt x="212873" y="264032"/>
                  </a:cubicBezTo>
                  <a:cubicBezTo>
                    <a:pt x="217289" y="260558"/>
                    <a:pt x="257433" y="230240"/>
                    <a:pt x="303778" y="229793"/>
                  </a:cubicBezTo>
                  <a:lnTo>
                    <a:pt x="480031" y="226370"/>
                  </a:lnTo>
                  <a:cubicBezTo>
                    <a:pt x="494719" y="225129"/>
                    <a:pt x="500177" y="223938"/>
                    <a:pt x="507422" y="219224"/>
                  </a:cubicBezTo>
                  <a:cubicBezTo>
                    <a:pt x="508365" y="218629"/>
                    <a:pt x="509307" y="218083"/>
                    <a:pt x="510250" y="217537"/>
                  </a:cubicBezTo>
                  <a:lnTo>
                    <a:pt x="595796" y="171439"/>
                  </a:lnTo>
                  <a:cubicBezTo>
                    <a:pt x="596144" y="171241"/>
                    <a:pt x="596491" y="171043"/>
                    <a:pt x="596838" y="170894"/>
                  </a:cubicBezTo>
                  <a:cubicBezTo>
                    <a:pt x="604480" y="167073"/>
                    <a:pt x="666258" y="132884"/>
                    <a:pt x="705657" y="111001"/>
                  </a:cubicBezTo>
                  <a:cubicBezTo>
                    <a:pt x="712356" y="105196"/>
                    <a:pt x="716871" y="99390"/>
                    <a:pt x="718211" y="94825"/>
                  </a:cubicBezTo>
                  <a:cubicBezTo>
                    <a:pt x="718409" y="94130"/>
                    <a:pt x="718508" y="93634"/>
                    <a:pt x="718508" y="93337"/>
                  </a:cubicBezTo>
                  <a:cubicBezTo>
                    <a:pt x="717863" y="92840"/>
                    <a:pt x="715928" y="91699"/>
                    <a:pt x="712405" y="91451"/>
                  </a:cubicBezTo>
                  <a:lnTo>
                    <a:pt x="712405" y="91451"/>
                  </a:lnTo>
                  <a:cubicBezTo>
                    <a:pt x="705756" y="91004"/>
                    <a:pt x="697817" y="93585"/>
                    <a:pt x="689977" y="98745"/>
                  </a:cubicBezTo>
                  <a:cubicBezTo>
                    <a:pt x="687595" y="100283"/>
                    <a:pt x="685064" y="101574"/>
                    <a:pt x="682434" y="102616"/>
                  </a:cubicBezTo>
                  <a:cubicBezTo>
                    <a:pt x="492734" y="175608"/>
                    <a:pt x="479882" y="174714"/>
                    <a:pt x="470504" y="174119"/>
                  </a:cubicBezTo>
                  <a:lnTo>
                    <a:pt x="411654" y="170199"/>
                  </a:lnTo>
                  <a:cubicBezTo>
                    <a:pt x="391657" y="168859"/>
                    <a:pt x="375778" y="152832"/>
                    <a:pt x="374686" y="132785"/>
                  </a:cubicBezTo>
                  <a:cubicBezTo>
                    <a:pt x="373595" y="112738"/>
                    <a:pt x="387538" y="95073"/>
                    <a:pt x="407238" y="91501"/>
                  </a:cubicBezTo>
                  <a:lnTo>
                    <a:pt x="468718" y="80385"/>
                  </a:lnTo>
                  <a:cubicBezTo>
                    <a:pt x="470454" y="80088"/>
                    <a:pt x="471943" y="79740"/>
                    <a:pt x="473084" y="79343"/>
                  </a:cubicBezTo>
                  <a:cubicBezTo>
                    <a:pt x="472489" y="79294"/>
                    <a:pt x="471794" y="79244"/>
                    <a:pt x="471050" y="79244"/>
                  </a:cubicBezTo>
                  <a:lnTo>
                    <a:pt x="318367" y="79691"/>
                  </a:lnTo>
                  <a:cubicBezTo>
                    <a:pt x="293854" y="81031"/>
                    <a:pt x="278422" y="86836"/>
                    <a:pt x="262593" y="93882"/>
                  </a:cubicBezTo>
                  <a:lnTo>
                    <a:pt x="218927" y="117700"/>
                  </a:lnTo>
                  <a:cubicBezTo>
                    <a:pt x="208209" y="123556"/>
                    <a:pt x="195456" y="124101"/>
                    <a:pt x="184242" y="119338"/>
                  </a:cubicBezTo>
                  <a:cubicBezTo>
                    <a:pt x="179081" y="117105"/>
                    <a:pt x="174516" y="113879"/>
                    <a:pt x="170795" y="109860"/>
                  </a:cubicBezTo>
                  <a:lnTo>
                    <a:pt x="79443" y="110704"/>
                  </a:lnTo>
                  <a:close/>
                  <a:moveTo>
                    <a:pt x="216545" y="276338"/>
                  </a:moveTo>
                  <a:cubicBezTo>
                    <a:pt x="216545" y="276338"/>
                    <a:pt x="216446" y="276338"/>
                    <a:pt x="216446" y="276338"/>
                  </a:cubicBezTo>
                  <a:lnTo>
                    <a:pt x="216545" y="276338"/>
                  </a:lnTo>
                  <a:close/>
                  <a:moveTo>
                    <a:pt x="718707" y="93535"/>
                  </a:moveTo>
                  <a:lnTo>
                    <a:pt x="718757" y="93535"/>
                  </a:lnTo>
                  <a:lnTo>
                    <a:pt x="718707" y="93535"/>
                  </a:lnTo>
                  <a:close/>
                  <a:moveTo>
                    <a:pt x="161615" y="93088"/>
                  </a:moveTo>
                  <a:cubicBezTo>
                    <a:pt x="161615" y="93088"/>
                    <a:pt x="161615" y="93088"/>
                    <a:pt x="161615" y="93088"/>
                  </a:cubicBezTo>
                  <a:cubicBezTo>
                    <a:pt x="161615" y="93088"/>
                    <a:pt x="161615" y="93088"/>
                    <a:pt x="161615" y="9308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98B3495F-D43A-A186-3921-3A8E6B10093A}"/>
                </a:ext>
              </a:extLst>
            </p:cNvPr>
            <p:cNvSpPr/>
            <p:nvPr/>
          </p:nvSpPr>
          <p:spPr>
            <a:xfrm>
              <a:off x="4298936" y="3019237"/>
              <a:ext cx="107415" cy="310519"/>
            </a:xfrm>
            <a:custGeom>
              <a:avLst/>
              <a:gdLst>
                <a:gd name="connsiteX0" fmla="*/ 67676 w 107415"/>
                <a:gd name="connsiteY0" fmla="*/ 310520 h 310519"/>
                <a:gd name="connsiteX1" fmla="*/ 28327 w 107415"/>
                <a:gd name="connsiteY1" fmla="*/ 275587 h 310519"/>
                <a:gd name="connsiteX2" fmla="*/ 291 w 107415"/>
                <a:gd name="connsiteY2" fmla="*/ 44454 h 310519"/>
                <a:gd name="connsiteX3" fmla="*/ 34926 w 107415"/>
                <a:gd name="connsiteY3" fmla="*/ 291 h 310519"/>
                <a:gd name="connsiteX4" fmla="*/ 79089 w 107415"/>
                <a:gd name="connsiteY4" fmla="*/ 34926 h 310519"/>
                <a:gd name="connsiteX5" fmla="*/ 107125 w 107415"/>
                <a:gd name="connsiteY5" fmla="*/ 266060 h 310519"/>
                <a:gd name="connsiteX6" fmla="*/ 72489 w 107415"/>
                <a:gd name="connsiteY6" fmla="*/ 310222 h 310519"/>
                <a:gd name="connsiteX7" fmla="*/ 67676 w 107415"/>
                <a:gd name="connsiteY7" fmla="*/ 310520 h 31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15" h="310519">
                  <a:moveTo>
                    <a:pt x="67676" y="310520"/>
                  </a:moveTo>
                  <a:cubicBezTo>
                    <a:pt x="47877" y="310520"/>
                    <a:pt x="30758" y="295733"/>
                    <a:pt x="28327" y="275587"/>
                  </a:cubicBezTo>
                  <a:lnTo>
                    <a:pt x="291" y="44454"/>
                  </a:lnTo>
                  <a:cubicBezTo>
                    <a:pt x="-2339" y="22670"/>
                    <a:pt x="13143" y="2921"/>
                    <a:pt x="34926" y="291"/>
                  </a:cubicBezTo>
                  <a:cubicBezTo>
                    <a:pt x="56660" y="-2339"/>
                    <a:pt x="76459" y="13143"/>
                    <a:pt x="79089" y="34926"/>
                  </a:cubicBezTo>
                  <a:lnTo>
                    <a:pt x="107125" y="266060"/>
                  </a:lnTo>
                  <a:cubicBezTo>
                    <a:pt x="109754" y="287843"/>
                    <a:pt x="94273" y="307592"/>
                    <a:pt x="72489" y="310222"/>
                  </a:cubicBezTo>
                  <a:cubicBezTo>
                    <a:pt x="70852" y="310420"/>
                    <a:pt x="69264" y="310520"/>
                    <a:pt x="67676" y="31052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1F91DCD2-60C0-AD8F-D82D-899D89B4BF5C}"/>
                </a:ext>
              </a:extLst>
            </p:cNvPr>
            <p:cNvSpPr/>
            <p:nvPr/>
          </p:nvSpPr>
          <p:spPr>
            <a:xfrm>
              <a:off x="4137960" y="3006411"/>
              <a:ext cx="262618" cy="354705"/>
            </a:xfrm>
            <a:custGeom>
              <a:avLst/>
              <a:gdLst>
                <a:gd name="connsiteX0" fmla="*/ 40491 w 262618"/>
                <a:gd name="connsiteY0" fmla="*/ 354706 h 354705"/>
                <a:gd name="connsiteX1" fmla="*/ 14837 w 262618"/>
                <a:gd name="connsiteY1" fmla="*/ 345278 h 354705"/>
                <a:gd name="connsiteX2" fmla="*/ 794 w 262618"/>
                <a:gd name="connsiteY2" fmla="*/ 315108 h 354705"/>
                <a:gd name="connsiteX3" fmla="*/ 0 w 262618"/>
                <a:gd name="connsiteY3" fmla="*/ 41301 h 354705"/>
                <a:gd name="connsiteX4" fmla="*/ 39349 w 262618"/>
                <a:gd name="connsiteY4" fmla="*/ 1506 h 354705"/>
                <a:gd name="connsiteX5" fmla="*/ 177990 w 262618"/>
                <a:gd name="connsiteY5" fmla="*/ 216 h 354705"/>
                <a:gd name="connsiteX6" fmla="*/ 238378 w 262618"/>
                <a:gd name="connsiteY6" fmla="*/ 42492 h 354705"/>
                <a:gd name="connsiteX7" fmla="*/ 210194 w 262618"/>
                <a:gd name="connsiteY7" fmla="*/ 91071 h 354705"/>
                <a:gd name="connsiteX8" fmla="*/ 170894 w 262618"/>
                <a:gd name="connsiteY8" fmla="*/ 79708 h 354705"/>
                <a:gd name="connsiteX9" fmla="*/ 79542 w 262618"/>
                <a:gd name="connsiteY9" fmla="*/ 80551 h 354705"/>
                <a:gd name="connsiteX10" fmla="*/ 80088 w 262618"/>
                <a:gd name="connsiteY10" fmla="*/ 268415 h 354705"/>
                <a:gd name="connsiteX11" fmla="*/ 216545 w 262618"/>
                <a:gd name="connsiteY11" fmla="*/ 246185 h 354705"/>
                <a:gd name="connsiteX12" fmla="*/ 262097 w 262618"/>
                <a:gd name="connsiteY12" fmla="*/ 278985 h 354705"/>
                <a:gd name="connsiteX13" fmla="*/ 229298 w 262618"/>
                <a:gd name="connsiteY13" fmla="*/ 324536 h 354705"/>
                <a:gd name="connsiteX14" fmla="*/ 46892 w 262618"/>
                <a:gd name="connsiteY14" fmla="*/ 354210 h 354705"/>
                <a:gd name="connsiteX15" fmla="*/ 40491 w 262618"/>
                <a:gd name="connsiteY15" fmla="*/ 354706 h 354705"/>
                <a:gd name="connsiteX16" fmla="*/ 161615 w 262618"/>
                <a:gd name="connsiteY16" fmla="*/ 62837 h 354705"/>
                <a:gd name="connsiteX17" fmla="*/ 161615 w 262618"/>
                <a:gd name="connsiteY17" fmla="*/ 62837 h 354705"/>
                <a:gd name="connsiteX18" fmla="*/ 161615 w 262618"/>
                <a:gd name="connsiteY18" fmla="*/ 62837 h 35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2618" h="354705">
                  <a:moveTo>
                    <a:pt x="40491" y="354706"/>
                  </a:moveTo>
                  <a:cubicBezTo>
                    <a:pt x="31162" y="354706"/>
                    <a:pt x="22032" y="351431"/>
                    <a:pt x="14837" y="345278"/>
                  </a:cubicBezTo>
                  <a:cubicBezTo>
                    <a:pt x="5955" y="337785"/>
                    <a:pt x="844" y="326720"/>
                    <a:pt x="794" y="315108"/>
                  </a:cubicBezTo>
                  <a:lnTo>
                    <a:pt x="0" y="41301"/>
                  </a:lnTo>
                  <a:cubicBezTo>
                    <a:pt x="-50" y="19468"/>
                    <a:pt x="17516" y="1704"/>
                    <a:pt x="39349" y="1506"/>
                  </a:cubicBezTo>
                  <a:lnTo>
                    <a:pt x="177990" y="216"/>
                  </a:lnTo>
                  <a:cubicBezTo>
                    <a:pt x="205579" y="-2166"/>
                    <a:pt x="231183" y="15399"/>
                    <a:pt x="238378" y="42492"/>
                  </a:cubicBezTo>
                  <a:cubicBezTo>
                    <a:pt x="244035" y="63680"/>
                    <a:pt x="231382" y="85414"/>
                    <a:pt x="210194" y="91071"/>
                  </a:cubicBezTo>
                  <a:cubicBezTo>
                    <a:pt x="195506" y="94991"/>
                    <a:pt x="180570" y="90128"/>
                    <a:pt x="170894" y="79708"/>
                  </a:cubicBezTo>
                  <a:lnTo>
                    <a:pt x="79542" y="80551"/>
                  </a:lnTo>
                  <a:lnTo>
                    <a:pt x="80088" y="268415"/>
                  </a:lnTo>
                  <a:lnTo>
                    <a:pt x="216545" y="246185"/>
                  </a:lnTo>
                  <a:cubicBezTo>
                    <a:pt x="238130" y="242662"/>
                    <a:pt x="258574" y="257350"/>
                    <a:pt x="262097" y="278985"/>
                  </a:cubicBezTo>
                  <a:cubicBezTo>
                    <a:pt x="265620" y="300619"/>
                    <a:pt x="250932" y="321013"/>
                    <a:pt x="229298" y="324536"/>
                  </a:cubicBezTo>
                  <a:lnTo>
                    <a:pt x="46892" y="354210"/>
                  </a:lnTo>
                  <a:cubicBezTo>
                    <a:pt x="44758" y="354557"/>
                    <a:pt x="42624" y="354706"/>
                    <a:pt x="40491" y="354706"/>
                  </a:cubicBezTo>
                  <a:close/>
                  <a:moveTo>
                    <a:pt x="161615" y="62837"/>
                  </a:moveTo>
                  <a:cubicBezTo>
                    <a:pt x="161615" y="62837"/>
                    <a:pt x="161615" y="62837"/>
                    <a:pt x="161615" y="62837"/>
                  </a:cubicBezTo>
                  <a:cubicBezTo>
                    <a:pt x="161615" y="62837"/>
                    <a:pt x="161615" y="62837"/>
                    <a:pt x="161615" y="6283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12756F98-864A-9BB4-17FC-5622BADA54B3}"/>
              </a:ext>
            </a:extLst>
          </p:cNvPr>
          <p:cNvGrpSpPr/>
          <p:nvPr/>
        </p:nvGrpSpPr>
        <p:grpSpPr>
          <a:xfrm>
            <a:off x="5443509" y="2603260"/>
            <a:ext cx="849755" cy="756467"/>
            <a:chOff x="5443509" y="2603260"/>
            <a:chExt cx="849755" cy="756467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0021415-A4FD-FA50-18FD-18E63DB3E932}"/>
                </a:ext>
              </a:extLst>
            </p:cNvPr>
            <p:cNvSpPr/>
            <p:nvPr/>
          </p:nvSpPr>
          <p:spPr>
            <a:xfrm>
              <a:off x="5894847" y="2826940"/>
              <a:ext cx="350037" cy="307509"/>
            </a:xfrm>
            <a:custGeom>
              <a:avLst/>
              <a:gdLst>
                <a:gd name="connsiteX0" fmla="*/ 310440 w 350037"/>
                <a:gd name="connsiteY0" fmla="*/ 307509 h 307509"/>
                <a:gd name="connsiteX1" fmla="*/ 270744 w 350037"/>
                <a:gd name="connsiteY1" fmla="*/ 267813 h 307509"/>
                <a:gd name="connsiteX2" fmla="*/ 270744 w 350037"/>
                <a:gd name="connsiteY2" fmla="*/ 198195 h 307509"/>
                <a:gd name="connsiteX3" fmla="*/ 233528 w 350037"/>
                <a:gd name="connsiteY3" fmla="*/ 198195 h 307509"/>
                <a:gd name="connsiteX4" fmla="*/ 221222 w 350037"/>
                <a:gd name="connsiteY4" fmla="*/ 196260 h 307509"/>
                <a:gd name="connsiteX5" fmla="*/ 169219 w 350037"/>
                <a:gd name="connsiteY5" fmla="*/ 179339 h 307509"/>
                <a:gd name="connsiteX6" fmla="*/ 153440 w 350037"/>
                <a:gd name="connsiteY6" fmla="*/ 169663 h 307509"/>
                <a:gd name="connsiteX7" fmla="*/ 65711 w 350037"/>
                <a:gd name="connsiteY7" fmla="*/ 81934 h 307509"/>
                <a:gd name="connsiteX8" fmla="*/ 55985 w 350037"/>
                <a:gd name="connsiteY8" fmla="*/ 80098 h 307509"/>
                <a:gd name="connsiteX9" fmla="*/ 3486 w 350037"/>
                <a:gd name="connsiteY9" fmla="*/ 60150 h 307509"/>
                <a:gd name="connsiteX10" fmla="*/ 23434 w 350037"/>
                <a:gd name="connsiteY10" fmla="*/ 7652 h 307509"/>
                <a:gd name="connsiteX11" fmla="*/ 121832 w 350037"/>
                <a:gd name="connsiteY11" fmla="*/ 25813 h 307509"/>
                <a:gd name="connsiteX12" fmla="*/ 202763 w 350037"/>
                <a:gd name="connsiteY12" fmla="*/ 106744 h 307509"/>
                <a:gd name="connsiteX13" fmla="*/ 239731 w 350037"/>
                <a:gd name="connsiteY13" fmla="*/ 118752 h 307509"/>
                <a:gd name="connsiteX14" fmla="*/ 310341 w 350037"/>
                <a:gd name="connsiteY14" fmla="*/ 118752 h 307509"/>
                <a:gd name="connsiteX15" fmla="*/ 350037 w 350037"/>
                <a:gd name="connsiteY15" fmla="*/ 158449 h 307509"/>
                <a:gd name="connsiteX16" fmla="*/ 350037 w 350037"/>
                <a:gd name="connsiteY16" fmla="*/ 267763 h 307509"/>
                <a:gd name="connsiteX17" fmla="*/ 310341 w 350037"/>
                <a:gd name="connsiteY17" fmla="*/ 307460 h 30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0037" h="307509">
                  <a:moveTo>
                    <a:pt x="310440" y="307509"/>
                  </a:moveTo>
                  <a:cubicBezTo>
                    <a:pt x="288508" y="307509"/>
                    <a:pt x="270744" y="289745"/>
                    <a:pt x="270744" y="267813"/>
                  </a:cubicBezTo>
                  <a:lnTo>
                    <a:pt x="270744" y="198195"/>
                  </a:lnTo>
                  <a:lnTo>
                    <a:pt x="233528" y="198195"/>
                  </a:lnTo>
                  <a:cubicBezTo>
                    <a:pt x="229360" y="198195"/>
                    <a:pt x="225192" y="197550"/>
                    <a:pt x="221222" y="196260"/>
                  </a:cubicBezTo>
                  <a:lnTo>
                    <a:pt x="169219" y="179339"/>
                  </a:lnTo>
                  <a:cubicBezTo>
                    <a:pt x="163265" y="177404"/>
                    <a:pt x="157856" y="174079"/>
                    <a:pt x="153440" y="169663"/>
                  </a:cubicBezTo>
                  <a:lnTo>
                    <a:pt x="65711" y="81934"/>
                  </a:lnTo>
                  <a:cubicBezTo>
                    <a:pt x="62585" y="78758"/>
                    <a:pt x="58516" y="79006"/>
                    <a:pt x="55985" y="80098"/>
                  </a:cubicBezTo>
                  <a:cubicBezTo>
                    <a:pt x="35988" y="89079"/>
                    <a:pt x="12468" y="80098"/>
                    <a:pt x="3486" y="60150"/>
                  </a:cubicBezTo>
                  <a:cubicBezTo>
                    <a:pt x="-5495" y="40153"/>
                    <a:pt x="3486" y="16683"/>
                    <a:pt x="23434" y="7652"/>
                  </a:cubicBezTo>
                  <a:cubicBezTo>
                    <a:pt x="56630" y="-7235"/>
                    <a:pt x="96178" y="10"/>
                    <a:pt x="121832" y="25813"/>
                  </a:cubicBezTo>
                  <a:lnTo>
                    <a:pt x="202763" y="106744"/>
                  </a:lnTo>
                  <a:lnTo>
                    <a:pt x="239731" y="118752"/>
                  </a:lnTo>
                  <a:lnTo>
                    <a:pt x="310341" y="118752"/>
                  </a:lnTo>
                  <a:cubicBezTo>
                    <a:pt x="332273" y="118752"/>
                    <a:pt x="350037" y="136517"/>
                    <a:pt x="350037" y="158449"/>
                  </a:cubicBezTo>
                  <a:lnTo>
                    <a:pt x="350037" y="267763"/>
                  </a:lnTo>
                  <a:cubicBezTo>
                    <a:pt x="350037" y="289696"/>
                    <a:pt x="332273" y="307460"/>
                    <a:pt x="310341" y="3074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CA61293A-2464-EC94-64F1-137902E2EB81}"/>
                </a:ext>
              </a:extLst>
            </p:cNvPr>
            <p:cNvSpPr/>
            <p:nvPr/>
          </p:nvSpPr>
          <p:spPr>
            <a:xfrm>
              <a:off x="5894909" y="2937853"/>
              <a:ext cx="79897" cy="79938"/>
            </a:xfrm>
            <a:custGeom>
              <a:avLst/>
              <a:gdLst>
                <a:gd name="connsiteX0" fmla="*/ 40243 w 79897"/>
                <a:gd name="connsiteY0" fmla="*/ 79939 h 79938"/>
                <a:gd name="connsiteX1" fmla="*/ 39697 w 79897"/>
                <a:gd name="connsiteY1" fmla="*/ 79939 h 79938"/>
                <a:gd name="connsiteX2" fmla="*/ 0 w 79897"/>
                <a:gd name="connsiteY2" fmla="*/ 40242 h 79938"/>
                <a:gd name="connsiteX3" fmla="*/ 0 w 79897"/>
                <a:gd name="connsiteY3" fmla="*/ 39945 h 79938"/>
                <a:gd name="connsiteX4" fmla="*/ 11612 w 79897"/>
                <a:gd name="connsiteY4" fmla="*/ 11611 h 79938"/>
                <a:gd name="connsiteX5" fmla="*/ 67733 w 79897"/>
                <a:gd name="connsiteY5" fmla="*/ 11611 h 79938"/>
                <a:gd name="connsiteX6" fmla="*/ 68279 w 79897"/>
                <a:gd name="connsiteY6" fmla="*/ 12157 h 79938"/>
                <a:gd name="connsiteX7" fmla="*/ 76863 w 79897"/>
                <a:gd name="connsiteY7" fmla="*/ 55426 h 79938"/>
                <a:gd name="connsiteX8" fmla="*/ 40193 w 79897"/>
                <a:gd name="connsiteY8" fmla="*/ 79939 h 7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897" h="79938">
                  <a:moveTo>
                    <a:pt x="40243" y="79939"/>
                  </a:moveTo>
                  <a:lnTo>
                    <a:pt x="39697" y="79939"/>
                  </a:lnTo>
                  <a:cubicBezTo>
                    <a:pt x="17765" y="79939"/>
                    <a:pt x="0" y="62175"/>
                    <a:pt x="0" y="40242"/>
                  </a:cubicBezTo>
                  <a:lnTo>
                    <a:pt x="0" y="39945"/>
                  </a:lnTo>
                  <a:cubicBezTo>
                    <a:pt x="-49" y="29673"/>
                    <a:pt x="3821" y="19402"/>
                    <a:pt x="11612" y="11611"/>
                  </a:cubicBezTo>
                  <a:cubicBezTo>
                    <a:pt x="27093" y="-3870"/>
                    <a:pt x="52251" y="-3870"/>
                    <a:pt x="67733" y="11611"/>
                  </a:cubicBezTo>
                  <a:lnTo>
                    <a:pt x="68279" y="12157"/>
                  </a:lnTo>
                  <a:cubicBezTo>
                    <a:pt x="79642" y="23520"/>
                    <a:pt x="83016" y="40590"/>
                    <a:pt x="76863" y="55426"/>
                  </a:cubicBezTo>
                  <a:cubicBezTo>
                    <a:pt x="70710" y="70263"/>
                    <a:pt x="56221" y="79939"/>
                    <a:pt x="40193" y="7993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DDDA2A7F-49E0-B444-EDC0-BF120AB3D334}"/>
                </a:ext>
              </a:extLst>
            </p:cNvPr>
            <p:cNvSpPr/>
            <p:nvPr/>
          </p:nvSpPr>
          <p:spPr>
            <a:xfrm>
              <a:off x="5443509" y="2604749"/>
              <a:ext cx="605075" cy="79393"/>
            </a:xfrm>
            <a:custGeom>
              <a:avLst/>
              <a:gdLst>
                <a:gd name="connsiteX0" fmla="*/ 565379 w 605075"/>
                <a:gd name="connsiteY0" fmla="*/ 79393 h 79393"/>
                <a:gd name="connsiteX1" fmla="*/ 39697 w 605075"/>
                <a:gd name="connsiteY1" fmla="*/ 79393 h 79393"/>
                <a:gd name="connsiteX2" fmla="*/ 0 w 605075"/>
                <a:gd name="connsiteY2" fmla="*/ 39697 h 79393"/>
                <a:gd name="connsiteX3" fmla="*/ 39697 w 605075"/>
                <a:gd name="connsiteY3" fmla="*/ 0 h 79393"/>
                <a:gd name="connsiteX4" fmla="*/ 565379 w 605075"/>
                <a:gd name="connsiteY4" fmla="*/ 0 h 79393"/>
                <a:gd name="connsiteX5" fmla="*/ 605075 w 605075"/>
                <a:gd name="connsiteY5" fmla="*/ 39697 h 79393"/>
                <a:gd name="connsiteX6" fmla="*/ 565379 w 60507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075" h="79393">
                  <a:moveTo>
                    <a:pt x="56537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65379" y="0"/>
                  </a:lnTo>
                  <a:cubicBezTo>
                    <a:pt x="587311" y="0"/>
                    <a:pt x="605075" y="17764"/>
                    <a:pt x="605075" y="39697"/>
                  </a:cubicBezTo>
                  <a:cubicBezTo>
                    <a:pt x="605075" y="61629"/>
                    <a:pt x="587311" y="79393"/>
                    <a:pt x="565379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CF265D4D-B94F-C4BB-CC7E-41BC0EBA8E3B}"/>
                </a:ext>
              </a:extLst>
            </p:cNvPr>
            <p:cNvSpPr/>
            <p:nvPr/>
          </p:nvSpPr>
          <p:spPr>
            <a:xfrm>
              <a:off x="5517792" y="2603260"/>
              <a:ext cx="456510" cy="677917"/>
            </a:xfrm>
            <a:custGeom>
              <a:avLst/>
              <a:gdLst>
                <a:gd name="connsiteX0" fmla="*/ 333501 w 456510"/>
                <a:gd name="connsiteY0" fmla="*/ 677918 h 677917"/>
                <a:gd name="connsiteX1" fmla="*/ 39697 w 456510"/>
                <a:gd name="connsiteY1" fmla="*/ 677918 h 677917"/>
                <a:gd name="connsiteX2" fmla="*/ 0 w 456510"/>
                <a:gd name="connsiteY2" fmla="*/ 638221 h 677917"/>
                <a:gd name="connsiteX3" fmla="*/ 0 w 456510"/>
                <a:gd name="connsiteY3" fmla="*/ 39697 h 677917"/>
                <a:gd name="connsiteX4" fmla="*/ 39697 w 456510"/>
                <a:gd name="connsiteY4" fmla="*/ 0 h 677917"/>
                <a:gd name="connsiteX5" fmla="*/ 416814 w 456510"/>
                <a:gd name="connsiteY5" fmla="*/ 0 h 677917"/>
                <a:gd name="connsiteX6" fmla="*/ 456511 w 456510"/>
                <a:gd name="connsiteY6" fmla="*/ 39697 h 677917"/>
                <a:gd name="connsiteX7" fmla="*/ 456511 w 456510"/>
                <a:gd name="connsiteY7" fmla="*/ 483405 h 677917"/>
                <a:gd name="connsiteX8" fmla="*/ 416814 w 456510"/>
                <a:gd name="connsiteY8" fmla="*/ 523101 h 677917"/>
                <a:gd name="connsiteX9" fmla="*/ 377118 w 456510"/>
                <a:gd name="connsiteY9" fmla="*/ 483405 h 677917"/>
                <a:gd name="connsiteX10" fmla="*/ 377118 w 456510"/>
                <a:gd name="connsiteY10" fmla="*/ 79393 h 677917"/>
                <a:gd name="connsiteX11" fmla="*/ 79393 w 456510"/>
                <a:gd name="connsiteY11" fmla="*/ 79393 h 677917"/>
                <a:gd name="connsiteX12" fmla="*/ 79393 w 456510"/>
                <a:gd name="connsiteY12" fmla="*/ 598525 h 677917"/>
                <a:gd name="connsiteX13" fmla="*/ 333501 w 456510"/>
                <a:gd name="connsiteY13" fmla="*/ 598525 h 677917"/>
                <a:gd name="connsiteX14" fmla="*/ 373198 w 456510"/>
                <a:gd name="connsiteY14" fmla="*/ 638221 h 677917"/>
                <a:gd name="connsiteX15" fmla="*/ 333501 w 456510"/>
                <a:gd name="connsiteY15" fmla="*/ 677918 h 67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6510" h="677917">
                  <a:moveTo>
                    <a:pt x="333501" y="677918"/>
                  </a:moveTo>
                  <a:lnTo>
                    <a:pt x="39697" y="677918"/>
                  </a:lnTo>
                  <a:cubicBezTo>
                    <a:pt x="17764" y="677918"/>
                    <a:pt x="0" y="660154"/>
                    <a:pt x="0" y="638221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416814" y="0"/>
                  </a:lnTo>
                  <a:cubicBezTo>
                    <a:pt x="438747" y="0"/>
                    <a:pt x="456511" y="17764"/>
                    <a:pt x="456511" y="39697"/>
                  </a:cubicBezTo>
                  <a:lnTo>
                    <a:pt x="456511" y="483405"/>
                  </a:lnTo>
                  <a:cubicBezTo>
                    <a:pt x="456511" y="505337"/>
                    <a:pt x="438747" y="523101"/>
                    <a:pt x="416814" y="523101"/>
                  </a:cubicBezTo>
                  <a:cubicBezTo>
                    <a:pt x="394882" y="523101"/>
                    <a:pt x="377118" y="505337"/>
                    <a:pt x="377118" y="483405"/>
                  </a:cubicBezTo>
                  <a:lnTo>
                    <a:pt x="377118" y="79393"/>
                  </a:lnTo>
                  <a:lnTo>
                    <a:pt x="79393" y="79393"/>
                  </a:lnTo>
                  <a:lnTo>
                    <a:pt x="79393" y="598525"/>
                  </a:lnTo>
                  <a:lnTo>
                    <a:pt x="333501" y="598525"/>
                  </a:lnTo>
                  <a:cubicBezTo>
                    <a:pt x="355433" y="598525"/>
                    <a:pt x="373198" y="616289"/>
                    <a:pt x="373198" y="638221"/>
                  </a:cubicBezTo>
                  <a:cubicBezTo>
                    <a:pt x="373198" y="660154"/>
                    <a:pt x="355433" y="677918"/>
                    <a:pt x="333501" y="67791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B58D6D5A-2534-2DB8-C104-80362C611334}"/>
                </a:ext>
              </a:extLst>
            </p:cNvPr>
            <p:cNvSpPr/>
            <p:nvPr/>
          </p:nvSpPr>
          <p:spPr>
            <a:xfrm>
              <a:off x="5783921" y="2950598"/>
              <a:ext cx="509343" cy="409129"/>
            </a:xfrm>
            <a:custGeom>
              <a:avLst/>
              <a:gdLst>
                <a:gd name="connsiteX0" fmla="*/ 329965 w 509343"/>
                <a:gd name="connsiteY0" fmla="*/ 409080 h 409129"/>
                <a:gd name="connsiteX1" fmla="*/ 121061 w 509343"/>
                <a:gd name="connsiteY1" fmla="*/ 370078 h 409129"/>
                <a:gd name="connsiteX2" fmla="*/ 830 w 509343"/>
                <a:gd name="connsiteY2" fmla="*/ 176657 h 409129"/>
                <a:gd name="connsiteX3" fmla="*/ 15766 w 509343"/>
                <a:gd name="connsiteY3" fmla="*/ 121478 h 409129"/>
                <a:gd name="connsiteX4" fmla="*/ 71689 w 509343"/>
                <a:gd name="connsiteY4" fmla="*/ 95279 h 409129"/>
                <a:gd name="connsiteX5" fmla="*/ 131134 w 509343"/>
                <a:gd name="connsiteY5" fmla="*/ 96122 h 409129"/>
                <a:gd name="connsiteX6" fmla="*/ 130737 w 509343"/>
                <a:gd name="connsiteY6" fmla="*/ 85057 h 409129"/>
                <a:gd name="connsiteX7" fmla="*/ 160411 w 509343"/>
                <a:gd name="connsiteY7" fmla="*/ 21741 h 409129"/>
                <a:gd name="connsiteX8" fmla="*/ 282428 w 509343"/>
                <a:gd name="connsiteY8" fmla="*/ 26753 h 409129"/>
                <a:gd name="connsiteX9" fmla="*/ 362119 w 509343"/>
                <a:gd name="connsiteY9" fmla="*/ 106443 h 409129"/>
                <a:gd name="connsiteX10" fmla="*/ 399086 w 509343"/>
                <a:gd name="connsiteY10" fmla="*/ 118501 h 409129"/>
                <a:gd name="connsiteX11" fmla="*/ 469399 w 509343"/>
                <a:gd name="connsiteY11" fmla="*/ 118501 h 409129"/>
                <a:gd name="connsiteX12" fmla="*/ 509344 w 509343"/>
                <a:gd name="connsiteY12" fmla="*/ 158446 h 409129"/>
                <a:gd name="connsiteX13" fmla="*/ 509344 w 509343"/>
                <a:gd name="connsiteY13" fmla="*/ 343730 h 409129"/>
                <a:gd name="connsiteX14" fmla="*/ 469399 w 509343"/>
                <a:gd name="connsiteY14" fmla="*/ 383674 h 409129"/>
                <a:gd name="connsiteX15" fmla="*/ 400625 w 509343"/>
                <a:gd name="connsiteY15" fmla="*/ 383674 h 409129"/>
                <a:gd name="connsiteX16" fmla="*/ 344950 w 509343"/>
                <a:gd name="connsiteY16" fmla="*/ 406202 h 409129"/>
                <a:gd name="connsiteX17" fmla="*/ 344950 w 509343"/>
                <a:gd name="connsiteY17" fmla="*/ 406202 h 409129"/>
                <a:gd name="connsiteX18" fmla="*/ 329965 w 509343"/>
                <a:gd name="connsiteY18" fmla="*/ 409130 h 409129"/>
                <a:gd name="connsiteX19" fmla="*/ 80174 w 509343"/>
                <a:gd name="connsiteY19" fmla="*/ 174771 h 409129"/>
                <a:gd name="connsiteX20" fmla="*/ 322323 w 509343"/>
                <a:gd name="connsiteY20" fmla="*/ 329637 h 409129"/>
                <a:gd name="connsiteX21" fmla="*/ 377898 w 509343"/>
                <a:gd name="connsiteY21" fmla="*/ 307159 h 409129"/>
                <a:gd name="connsiteX22" fmla="*/ 392884 w 509343"/>
                <a:gd name="connsiteY22" fmla="*/ 304232 h 409129"/>
                <a:gd name="connsiteX23" fmla="*/ 429901 w 509343"/>
                <a:gd name="connsiteY23" fmla="*/ 304232 h 409129"/>
                <a:gd name="connsiteX24" fmla="*/ 429901 w 509343"/>
                <a:gd name="connsiteY24" fmla="*/ 197845 h 409129"/>
                <a:gd name="connsiteX25" fmla="*/ 392735 w 509343"/>
                <a:gd name="connsiteY25" fmla="*/ 197845 h 409129"/>
                <a:gd name="connsiteX26" fmla="*/ 380280 w 509343"/>
                <a:gd name="connsiteY26" fmla="*/ 195860 h 409129"/>
                <a:gd name="connsiteX27" fmla="*/ 328476 w 509343"/>
                <a:gd name="connsiteY27" fmla="*/ 178989 h 409129"/>
                <a:gd name="connsiteX28" fmla="*/ 326839 w 509343"/>
                <a:gd name="connsiteY28" fmla="*/ 178393 h 409129"/>
                <a:gd name="connsiteX29" fmla="*/ 312597 w 509343"/>
                <a:gd name="connsiteY29" fmla="*/ 169214 h 409129"/>
                <a:gd name="connsiteX30" fmla="*/ 226257 w 509343"/>
                <a:gd name="connsiteY30" fmla="*/ 82874 h 409129"/>
                <a:gd name="connsiteX31" fmla="*/ 213058 w 509343"/>
                <a:gd name="connsiteY31" fmla="*/ 81137 h 409129"/>
                <a:gd name="connsiteX32" fmla="*/ 210081 w 509343"/>
                <a:gd name="connsiteY32" fmla="*/ 87439 h 409129"/>
                <a:gd name="connsiteX33" fmla="*/ 212612 w 509343"/>
                <a:gd name="connsiteY33" fmla="*/ 93840 h 409129"/>
                <a:gd name="connsiteX34" fmla="*/ 227101 w 509343"/>
                <a:gd name="connsiteY34" fmla="*/ 108329 h 409129"/>
                <a:gd name="connsiteX35" fmla="*/ 235586 w 509343"/>
                <a:gd name="connsiteY35" fmla="*/ 152243 h 409129"/>
                <a:gd name="connsiteX36" fmla="*/ 198023 w 509343"/>
                <a:gd name="connsiteY36" fmla="*/ 176508 h 409129"/>
                <a:gd name="connsiteX37" fmla="*/ 80124 w 509343"/>
                <a:gd name="connsiteY37" fmla="*/ 174771 h 40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09343" h="409129">
                  <a:moveTo>
                    <a:pt x="329965" y="409080"/>
                  </a:moveTo>
                  <a:cubicBezTo>
                    <a:pt x="242533" y="409080"/>
                    <a:pt x="174205" y="396327"/>
                    <a:pt x="121061" y="370078"/>
                  </a:cubicBezTo>
                  <a:cubicBezTo>
                    <a:pt x="43802" y="331870"/>
                    <a:pt x="2269" y="265031"/>
                    <a:pt x="830" y="176657"/>
                  </a:cubicBezTo>
                  <a:cubicBezTo>
                    <a:pt x="-2197" y="156957"/>
                    <a:pt x="3113" y="137109"/>
                    <a:pt x="15766" y="121478"/>
                  </a:cubicBezTo>
                  <a:cubicBezTo>
                    <a:pt x="29511" y="104508"/>
                    <a:pt x="49955" y="94981"/>
                    <a:pt x="71689" y="95279"/>
                  </a:cubicBezTo>
                  <a:cubicBezTo>
                    <a:pt x="88709" y="95527"/>
                    <a:pt x="109649" y="95825"/>
                    <a:pt x="131134" y="96122"/>
                  </a:cubicBezTo>
                  <a:cubicBezTo>
                    <a:pt x="130787" y="92450"/>
                    <a:pt x="130638" y="88729"/>
                    <a:pt x="130737" y="85057"/>
                  </a:cubicBezTo>
                  <a:cubicBezTo>
                    <a:pt x="131482" y="60892"/>
                    <a:pt x="142299" y="37818"/>
                    <a:pt x="160411" y="21741"/>
                  </a:cubicBezTo>
                  <a:cubicBezTo>
                    <a:pt x="195195" y="-9074"/>
                    <a:pt x="248785" y="-6890"/>
                    <a:pt x="282428" y="26753"/>
                  </a:cubicBezTo>
                  <a:lnTo>
                    <a:pt x="362119" y="106443"/>
                  </a:lnTo>
                  <a:lnTo>
                    <a:pt x="399086" y="118501"/>
                  </a:lnTo>
                  <a:lnTo>
                    <a:pt x="469399" y="118501"/>
                  </a:lnTo>
                  <a:cubicBezTo>
                    <a:pt x="491331" y="118501"/>
                    <a:pt x="509344" y="136514"/>
                    <a:pt x="509344" y="158446"/>
                  </a:cubicBezTo>
                  <a:lnTo>
                    <a:pt x="509344" y="343730"/>
                  </a:lnTo>
                  <a:cubicBezTo>
                    <a:pt x="509344" y="365662"/>
                    <a:pt x="491331" y="383674"/>
                    <a:pt x="469399" y="383674"/>
                  </a:cubicBezTo>
                  <a:lnTo>
                    <a:pt x="400625" y="383674"/>
                  </a:lnTo>
                  <a:lnTo>
                    <a:pt x="344950" y="406202"/>
                  </a:lnTo>
                  <a:lnTo>
                    <a:pt x="344950" y="406202"/>
                  </a:lnTo>
                  <a:cubicBezTo>
                    <a:pt x="340187" y="408137"/>
                    <a:pt x="335076" y="409130"/>
                    <a:pt x="329965" y="409130"/>
                  </a:cubicBezTo>
                  <a:close/>
                  <a:moveTo>
                    <a:pt x="80174" y="174771"/>
                  </a:moveTo>
                  <a:cubicBezTo>
                    <a:pt x="80422" y="215162"/>
                    <a:pt x="84987" y="327305"/>
                    <a:pt x="322323" y="329637"/>
                  </a:cubicBezTo>
                  <a:lnTo>
                    <a:pt x="377898" y="307159"/>
                  </a:lnTo>
                  <a:cubicBezTo>
                    <a:pt x="382662" y="305224"/>
                    <a:pt x="387773" y="304232"/>
                    <a:pt x="392884" y="304232"/>
                  </a:cubicBezTo>
                  <a:lnTo>
                    <a:pt x="429901" y="304232"/>
                  </a:lnTo>
                  <a:lnTo>
                    <a:pt x="429901" y="197845"/>
                  </a:lnTo>
                  <a:lnTo>
                    <a:pt x="392735" y="197845"/>
                  </a:lnTo>
                  <a:cubicBezTo>
                    <a:pt x="388517" y="197845"/>
                    <a:pt x="384250" y="197150"/>
                    <a:pt x="380280" y="195860"/>
                  </a:cubicBezTo>
                  <a:lnTo>
                    <a:pt x="328476" y="178989"/>
                  </a:lnTo>
                  <a:cubicBezTo>
                    <a:pt x="327930" y="178790"/>
                    <a:pt x="327384" y="178592"/>
                    <a:pt x="326839" y="178393"/>
                  </a:cubicBezTo>
                  <a:cubicBezTo>
                    <a:pt x="321529" y="176409"/>
                    <a:pt x="316617" y="173233"/>
                    <a:pt x="312597" y="169214"/>
                  </a:cubicBezTo>
                  <a:lnTo>
                    <a:pt x="226257" y="82874"/>
                  </a:lnTo>
                  <a:cubicBezTo>
                    <a:pt x="222486" y="79102"/>
                    <a:pt x="216333" y="78259"/>
                    <a:pt x="213058" y="81137"/>
                  </a:cubicBezTo>
                  <a:cubicBezTo>
                    <a:pt x="210676" y="83221"/>
                    <a:pt x="210131" y="85702"/>
                    <a:pt x="210081" y="87439"/>
                  </a:cubicBezTo>
                  <a:cubicBezTo>
                    <a:pt x="210081" y="89175"/>
                    <a:pt x="210428" y="91656"/>
                    <a:pt x="212612" y="93840"/>
                  </a:cubicBezTo>
                  <a:lnTo>
                    <a:pt x="227101" y="108329"/>
                  </a:lnTo>
                  <a:cubicBezTo>
                    <a:pt x="238563" y="119791"/>
                    <a:pt x="241938" y="137357"/>
                    <a:pt x="235586" y="152243"/>
                  </a:cubicBezTo>
                  <a:cubicBezTo>
                    <a:pt x="229235" y="167130"/>
                    <a:pt x="214150" y="176756"/>
                    <a:pt x="198023" y="176508"/>
                  </a:cubicBezTo>
                  <a:cubicBezTo>
                    <a:pt x="162644" y="175962"/>
                    <a:pt x="115355" y="175267"/>
                    <a:pt x="80124" y="17477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1E5C9EA1-8E4D-8786-1725-C12CF96D6214}"/>
              </a:ext>
            </a:extLst>
          </p:cNvPr>
          <p:cNvGrpSpPr/>
          <p:nvPr/>
        </p:nvGrpSpPr>
        <p:grpSpPr>
          <a:xfrm>
            <a:off x="6776450" y="2608498"/>
            <a:ext cx="836714" cy="694166"/>
            <a:chOff x="6776450" y="2608498"/>
            <a:chExt cx="836714" cy="694166"/>
          </a:xfrm>
        </p:grpSpPr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ACCB9AA4-0FED-7A30-38C4-F4FA475A7E74}"/>
                </a:ext>
              </a:extLst>
            </p:cNvPr>
            <p:cNvSpPr/>
            <p:nvPr/>
          </p:nvSpPr>
          <p:spPr>
            <a:xfrm>
              <a:off x="6776450" y="2700355"/>
              <a:ext cx="735197" cy="602309"/>
            </a:xfrm>
            <a:custGeom>
              <a:avLst/>
              <a:gdLst>
                <a:gd name="connsiteX0" fmla="*/ 355433 w 735197"/>
                <a:gd name="connsiteY0" fmla="*/ 602309 h 602309"/>
                <a:gd name="connsiteX1" fmla="*/ 279762 w 735197"/>
                <a:gd name="connsiteY1" fmla="*/ 596900 h 602309"/>
                <a:gd name="connsiteX2" fmla="*/ 151988 w 735197"/>
                <a:gd name="connsiteY2" fmla="*/ 560528 h 602309"/>
                <a:gd name="connsiteX3" fmla="*/ 83016 w 735197"/>
                <a:gd name="connsiteY3" fmla="*/ 519343 h 602309"/>
                <a:gd name="connsiteX4" fmla="*/ 24364 w 735197"/>
                <a:gd name="connsiteY4" fmla="*/ 453248 h 602309"/>
                <a:gd name="connsiteX5" fmla="*/ 0 w 735197"/>
                <a:gd name="connsiteY5" fmla="*/ 365271 h 602309"/>
                <a:gd name="connsiteX6" fmla="*/ 0 w 735197"/>
                <a:gd name="connsiteY6" fmla="*/ 360309 h 602309"/>
                <a:gd name="connsiteX7" fmla="*/ 0 w 735197"/>
                <a:gd name="connsiteY7" fmla="*/ 359465 h 602309"/>
                <a:gd name="connsiteX8" fmla="*/ 30120 w 735197"/>
                <a:gd name="connsiteY8" fmla="*/ 248514 h 602309"/>
                <a:gd name="connsiteX9" fmla="*/ 109612 w 735197"/>
                <a:gd name="connsiteY9" fmla="*/ 138207 h 602309"/>
                <a:gd name="connsiteX10" fmla="*/ 231630 w 735197"/>
                <a:gd name="connsiteY10" fmla="*/ 39412 h 602309"/>
                <a:gd name="connsiteX11" fmla="*/ 324718 w 735197"/>
                <a:gd name="connsiteY11" fmla="*/ 2742 h 602309"/>
                <a:gd name="connsiteX12" fmla="*/ 392202 w 735197"/>
                <a:gd name="connsiteY12" fmla="*/ 6116 h 602309"/>
                <a:gd name="connsiteX13" fmla="*/ 437208 w 735197"/>
                <a:gd name="connsiteY13" fmla="*/ 40504 h 602309"/>
                <a:gd name="connsiteX14" fmla="*/ 453732 w 735197"/>
                <a:gd name="connsiteY14" fmla="*/ 95384 h 602309"/>
                <a:gd name="connsiteX15" fmla="*/ 453782 w 735197"/>
                <a:gd name="connsiteY15" fmla="*/ 99453 h 602309"/>
                <a:gd name="connsiteX16" fmla="*/ 522854 w 735197"/>
                <a:gd name="connsiteY16" fmla="*/ 87693 h 602309"/>
                <a:gd name="connsiteX17" fmla="*/ 578082 w 735197"/>
                <a:gd name="connsiteY17" fmla="*/ 95434 h 602309"/>
                <a:gd name="connsiteX18" fmla="*/ 622095 w 735197"/>
                <a:gd name="connsiteY18" fmla="*/ 126397 h 602309"/>
                <a:gd name="connsiteX19" fmla="*/ 641150 w 735197"/>
                <a:gd name="connsiteY19" fmla="*/ 179045 h 602309"/>
                <a:gd name="connsiteX20" fmla="*/ 637279 w 735197"/>
                <a:gd name="connsiteY20" fmla="*/ 216657 h 602309"/>
                <a:gd name="connsiteX21" fmla="*/ 676281 w 735197"/>
                <a:gd name="connsiteY21" fmla="*/ 238589 h 602309"/>
                <a:gd name="connsiteX22" fmla="*/ 715233 w 735197"/>
                <a:gd name="connsiteY22" fmla="*/ 279626 h 602309"/>
                <a:gd name="connsiteX23" fmla="*/ 732750 w 735197"/>
                <a:gd name="connsiteY23" fmla="*/ 323639 h 602309"/>
                <a:gd name="connsiteX24" fmla="*/ 731559 w 735197"/>
                <a:gd name="connsiteY24" fmla="*/ 381993 h 602309"/>
                <a:gd name="connsiteX25" fmla="*/ 699901 w 735197"/>
                <a:gd name="connsiteY25" fmla="*/ 450916 h 602309"/>
                <a:gd name="connsiteX26" fmla="*/ 648642 w 735197"/>
                <a:gd name="connsiteY26" fmla="*/ 505797 h 602309"/>
                <a:gd name="connsiteX27" fmla="*/ 583788 w 735197"/>
                <a:gd name="connsiteY27" fmla="*/ 548818 h 602309"/>
                <a:gd name="connsiteX28" fmla="*/ 407833 w 735197"/>
                <a:gd name="connsiteY28" fmla="*/ 599778 h 602309"/>
                <a:gd name="connsiteX29" fmla="*/ 355533 w 735197"/>
                <a:gd name="connsiteY29" fmla="*/ 602309 h 602309"/>
                <a:gd name="connsiteX30" fmla="*/ 79393 w 735197"/>
                <a:gd name="connsiteY30" fmla="*/ 360706 h 602309"/>
                <a:gd name="connsiteX31" fmla="*/ 79393 w 735197"/>
                <a:gd name="connsiteY31" fmla="*/ 364775 h 602309"/>
                <a:gd name="connsiteX32" fmla="*/ 93138 w 735197"/>
                <a:gd name="connsiteY32" fmla="*/ 413602 h 602309"/>
                <a:gd name="connsiteX33" fmla="*/ 131942 w 735197"/>
                <a:gd name="connsiteY33" fmla="*/ 456871 h 602309"/>
                <a:gd name="connsiteX34" fmla="*/ 184688 w 735197"/>
                <a:gd name="connsiteY34" fmla="*/ 488231 h 602309"/>
                <a:gd name="connsiteX35" fmla="*/ 291075 w 735197"/>
                <a:gd name="connsiteY35" fmla="*/ 518351 h 602309"/>
                <a:gd name="connsiteX36" fmla="*/ 400142 w 735197"/>
                <a:gd name="connsiteY36" fmla="*/ 520782 h 602309"/>
                <a:gd name="connsiteX37" fmla="*/ 546672 w 735197"/>
                <a:gd name="connsiteY37" fmla="*/ 478605 h 602309"/>
                <a:gd name="connsiteX38" fmla="*/ 597732 w 735197"/>
                <a:gd name="connsiteY38" fmla="*/ 444813 h 602309"/>
                <a:gd name="connsiteX39" fmla="*/ 634848 w 735197"/>
                <a:gd name="connsiteY39" fmla="*/ 405265 h 602309"/>
                <a:gd name="connsiteX40" fmla="*/ 654001 w 735197"/>
                <a:gd name="connsiteY40" fmla="*/ 364477 h 602309"/>
                <a:gd name="connsiteX41" fmla="*/ 654746 w 735197"/>
                <a:gd name="connsiteY41" fmla="*/ 338823 h 602309"/>
                <a:gd name="connsiteX42" fmla="*/ 654746 w 735197"/>
                <a:gd name="connsiteY42" fmla="*/ 338823 h 602309"/>
                <a:gd name="connsiteX43" fmla="*/ 648047 w 735197"/>
                <a:gd name="connsiteY43" fmla="*/ 322002 h 602309"/>
                <a:gd name="connsiteX44" fmla="*/ 629439 w 735197"/>
                <a:gd name="connsiteY44" fmla="*/ 302749 h 602309"/>
                <a:gd name="connsiteX45" fmla="*/ 594754 w 735197"/>
                <a:gd name="connsiteY45" fmla="*/ 285481 h 602309"/>
                <a:gd name="connsiteX46" fmla="*/ 594159 w 735197"/>
                <a:gd name="connsiteY46" fmla="*/ 285282 h 602309"/>
                <a:gd name="connsiteX47" fmla="*/ 591777 w 735197"/>
                <a:gd name="connsiteY47" fmla="*/ 284538 h 602309"/>
                <a:gd name="connsiteX48" fmla="*/ 575353 w 735197"/>
                <a:gd name="connsiteY48" fmla="*/ 277889 h 602309"/>
                <a:gd name="connsiteX49" fmla="*/ 550493 w 735197"/>
                <a:gd name="connsiteY49" fmla="*/ 235860 h 602309"/>
                <a:gd name="connsiteX50" fmla="*/ 555852 w 735197"/>
                <a:gd name="connsiteY50" fmla="*/ 211248 h 602309"/>
                <a:gd name="connsiteX51" fmla="*/ 556546 w 735197"/>
                <a:gd name="connsiteY51" fmla="*/ 209512 h 602309"/>
                <a:gd name="connsiteX52" fmla="*/ 556745 w 735197"/>
                <a:gd name="connsiteY52" fmla="*/ 208867 h 602309"/>
                <a:gd name="connsiteX53" fmla="*/ 561806 w 735197"/>
                <a:gd name="connsiteY53" fmla="*/ 183014 h 602309"/>
                <a:gd name="connsiteX54" fmla="*/ 559623 w 735197"/>
                <a:gd name="connsiteY54" fmla="*/ 175472 h 602309"/>
                <a:gd name="connsiteX55" fmla="*/ 551435 w 735197"/>
                <a:gd name="connsiteY55" fmla="*/ 170212 h 602309"/>
                <a:gd name="connsiteX56" fmla="*/ 525136 w 735197"/>
                <a:gd name="connsiteY56" fmla="*/ 167036 h 602309"/>
                <a:gd name="connsiteX57" fmla="*/ 459935 w 735197"/>
                <a:gd name="connsiteY57" fmla="*/ 180781 h 602309"/>
                <a:gd name="connsiteX58" fmla="*/ 441377 w 735197"/>
                <a:gd name="connsiteY58" fmla="*/ 187877 h 602309"/>
                <a:gd name="connsiteX59" fmla="*/ 411455 w 735197"/>
                <a:gd name="connsiteY59" fmla="*/ 194427 h 602309"/>
                <a:gd name="connsiteX60" fmla="*/ 370369 w 735197"/>
                <a:gd name="connsiteY60" fmla="*/ 168723 h 602309"/>
                <a:gd name="connsiteX61" fmla="*/ 370171 w 735197"/>
                <a:gd name="connsiteY61" fmla="*/ 168227 h 602309"/>
                <a:gd name="connsiteX62" fmla="*/ 368633 w 735197"/>
                <a:gd name="connsiteY62" fmla="*/ 132054 h 602309"/>
                <a:gd name="connsiteX63" fmla="*/ 374339 w 735197"/>
                <a:gd name="connsiteY63" fmla="*/ 97815 h 602309"/>
                <a:gd name="connsiteX64" fmla="*/ 371262 w 735197"/>
                <a:gd name="connsiteY64" fmla="*/ 84765 h 602309"/>
                <a:gd name="connsiteX65" fmla="*/ 366300 w 735197"/>
                <a:gd name="connsiteY65" fmla="*/ 81193 h 602309"/>
                <a:gd name="connsiteX66" fmla="*/ 338959 w 735197"/>
                <a:gd name="connsiteY66" fmla="*/ 80895 h 602309"/>
                <a:gd name="connsiteX67" fmla="*/ 271376 w 735197"/>
                <a:gd name="connsiteY67" fmla="*/ 108186 h 602309"/>
                <a:gd name="connsiteX68" fmla="*/ 167470 w 735197"/>
                <a:gd name="connsiteY68" fmla="*/ 192591 h 602309"/>
                <a:gd name="connsiteX69" fmla="*/ 100978 w 735197"/>
                <a:gd name="connsiteY69" fmla="*/ 284340 h 602309"/>
                <a:gd name="connsiteX70" fmla="*/ 79393 w 735197"/>
                <a:gd name="connsiteY70" fmla="*/ 360706 h 602309"/>
                <a:gd name="connsiteX71" fmla="*/ 444701 w 735197"/>
                <a:gd name="connsiteY71" fmla="*/ 154929 h 602309"/>
                <a:gd name="connsiteX72" fmla="*/ 444701 w 735197"/>
                <a:gd name="connsiteY72" fmla="*/ 154929 h 602309"/>
                <a:gd name="connsiteX73" fmla="*/ 444701 w 735197"/>
                <a:gd name="connsiteY73" fmla="*/ 154929 h 60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35197" h="602309">
                  <a:moveTo>
                    <a:pt x="355433" y="602309"/>
                  </a:moveTo>
                  <a:cubicBezTo>
                    <a:pt x="329928" y="602309"/>
                    <a:pt x="304622" y="600523"/>
                    <a:pt x="279762" y="596900"/>
                  </a:cubicBezTo>
                  <a:cubicBezTo>
                    <a:pt x="233714" y="590251"/>
                    <a:pt x="190742" y="577995"/>
                    <a:pt x="151988" y="560528"/>
                  </a:cubicBezTo>
                  <a:cubicBezTo>
                    <a:pt x="126136" y="548818"/>
                    <a:pt x="102963" y="534924"/>
                    <a:pt x="83016" y="519343"/>
                  </a:cubicBezTo>
                  <a:cubicBezTo>
                    <a:pt x="58106" y="499842"/>
                    <a:pt x="38357" y="477563"/>
                    <a:pt x="24364" y="453248"/>
                  </a:cubicBezTo>
                  <a:cubicBezTo>
                    <a:pt x="8832" y="426453"/>
                    <a:pt x="397" y="395986"/>
                    <a:pt x="0" y="365271"/>
                  </a:cubicBezTo>
                  <a:lnTo>
                    <a:pt x="0" y="360309"/>
                  </a:lnTo>
                  <a:cubicBezTo>
                    <a:pt x="0" y="360061"/>
                    <a:pt x="0" y="359763"/>
                    <a:pt x="0" y="359465"/>
                  </a:cubicBezTo>
                  <a:cubicBezTo>
                    <a:pt x="744" y="324036"/>
                    <a:pt x="10867" y="286672"/>
                    <a:pt x="30120" y="248514"/>
                  </a:cubicBezTo>
                  <a:cubicBezTo>
                    <a:pt x="49075" y="211100"/>
                    <a:pt x="75076" y="175075"/>
                    <a:pt x="109612" y="138207"/>
                  </a:cubicBezTo>
                  <a:cubicBezTo>
                    <a:pt x="147969" y="97468"/>
                    <a:pt x="189005" y="64272"/>
                    <a:pt x="231630" y="39412"/>
                  </a:cubicBezTo>
                  <a:cubicBezTo>
                    <a:pt x="265669" y="19911"/>
                    <a:pt x="295144" y="8300"/>
                    <a:pt x="324718" y="2742"/>
                  </a:cubicBezTo>
                  <a:cubicBezTo>
                    <a:pt x="350620" y="-1823"/>
                    <a:pt x="372553" y="-682"/>
                    <a:pt x="392202" y="6116"/>
                  </a:cubicBezTo>
                  <a:cubicBezTo>
                    <a:pt x="410661" y="12468"/>
                    <a:pt x="426689" y="24675"/>
                    <a:pt x="437208" y="40504"/>
                  </a:cubicBezTo>
                  <a:cubicBezTo>
                    <a:pt x="447331" y="55489"/>
                    <a:pt x="453137" y="74543"/>
                    <a:pt x="453732" y="95384"/>
                  </a:cubicBezTo>
                  <a:cubicBezTo>
                    <a:pt x="453732" y="96724"/>
                    <a:pt x="453782" y="98064"/>
                    <a:pt x="453782" y="99453"/>
                  </a:cubicBezTo>
                  <a:cubicBezTo>
                    <a:pt x="478741" y="92159"/>
                    <a:pt x="501021" y="88388"/>
                    <a:pt x="522854" y="87693"/>
                  </a:cubicBezTo>
                  <a:cubicBezTo>
                    <a:pt x="543843" y="87097"/>
                    <a:pt x="561856" y="89678"/>
                    <a:pt x="578082" y="95434"/>
                  </a:cubicBezTo>
                  <a:cubicBezTo>
                    <a:pt x="596144" y="101835"/>
                    <a:pt x="611328" y="112553"/>
                    <a:pt x="622095" y="126397"/>
                  </a:cubicBezTo>
                  <a:cubicBezTo>
                    <a:pt x="633458" y="140688"/>
                    <a:pt x="640157" y="159047"/>
                    <a:pt x="641150" y="179045"/>
                  </a:cubicBezTo>
                  <a:cubicBezTo>
                    <a:pt x="641745" y="191003"/>
                    <a:pt x="640455" y="203408"/>
                    <a:pt x="637279" y="216657"/>
                  </a:cubicBezTo>
                  <a:cubicBezTo>
                    <a:pt x="651421" y="222661"/>
                    <a:pt x="664471" y="230005"/>
                    <a:pt x="676281" y="238589"/>
                  </a:cubicBezTo>
                  <a:cubicBezTo>
                    <a:pt x="692408" y="250399"/>
                    <a:pt x="705508" y="264194"/>
                    <a:pt x="715233" y="279626"/>
                  </a:cubicBezTo>
                  <a:cubicBezTo>
                    <a:pt x="723818" y="293172"/>
                    <a:pt x="729723" y="307959"/>
                    <a:pt x="732750" y="323639"/>
                  </a:cubicBezTo>
                  <a:cubicBezTo>
                    <a:pt x="736372" y="342247"/>
                    <a:pt x="735975" y="362443"/>
                    <a:pt x="731559" y="381993"/>
                  </a:cubicBezTo>
                  <a:cubicBezTo>
                    <a:pt x="726299" y="405265"/>
                    <a:pt x="715630" y="428488"/>
                    <a:pt x="699901" y="450916"/>
                  </a:cubicBezTo>
                  <a:cubicBezTo>
                    <a:pt x="686156" y="470417"/>
                    <a:pt x="668937" y="488876"/>
                    <a:pt x="648642" y="505797"/>
                  </a:cubicBezTo>
                  <a:cubicBezTo>
                    <a:pt x="629390" y="521824"/>
                    <a:pt x="607556" y="536314"/>
                    <a:pt x="583788" y="548818"/>
                  </a:cubicBezTo>
                  <a:cubicBezTo>
                    <a:pt x="531240" y="576457"/>
                    <a:pt x="472042" y="593576"/>
                    <a:pt x="407833" y="599778"/>
                  </a:cubicBezTo>
                  <a:cubicBezTo>
                    <a:pt x="390366" y="601465"/>
                    <a:pt x="372900" y="602259"/>
                    <a:pt x="355533" y="602309"/>
                  </a:cubicBezTo>
                  <a:close/>
                  <a:moveTo>
                    <a:pt x="79393" y="360706"/>
                  </a:moveTo>
                  <a:lnTo>
                    <a:pt x="79393" y="364775"/>
                  </a:lnTo>
                  <a:cubicBezTo>
                    <a:pt x="79592" y="381398"/>
                    <a:pt x="84355" y="398418"/>
                    <a:pt x="93138" y="413602"/>
                  </a:cubicBezTo>
                  <a:cubicBezTo>
                    <a:pt x="102070" y="429182"/>
                    <a:pt x="115120" y="443672"/>
                    <a:pt x="131942" y="456871"/>
                  </a:cubicBezTo>
                  <a:cubicBezTo>
                    <a:pt x="146927" y="468581"/>
                    <a:pt x="164642" y="479150"/>
                    <a:pt x="184688" y="488231"/>
                  </a:cubicBezTo>
                  <a:cubicBezTo>
                    <a:pt x="216545" y="502621"/>
                    <a:pt x="252371" y="512744"/>
                    <a:pt x="291075" y="518351"/>
                  </a:cubicBezTo>
                  <a:cubicBezTo>
                    <a:pt x="326604" y="523511"/>
                    <a:pt x="363323" y="524305"/>
                    <a:pt x="400142" y="520782"/>
                  </a:cubicBezTo>
                  <a:cubicBezTo>
                    <a:pt x="454030" y="515622"/>
                    <a:pt x="503353" y="501430"/>
                    <a:pt x="546672" y="478605"/>
                  </a:cubicBezTo>
                  <a:cubicBezTo>
                    <a:pt x="565528" y="468680"/>
                    <a:pt x="582696" y="457268"/>
                    <a:pt x="597732" y="444813"/>
                  </a:cubicBezTo>
                  <a:cubicBezTo>
                    <a:pt x="612618" y="432358"/>
                    <a:pt x="625172" y="419060"/>
                    <a:pt x="634848" y="405265"/>
                  </a:cubicBezTo>
                  <a:cubicBezTo>
                    <a:pt x="644573" y="391421"/>
                    <a:pt x="651024" y="377676"/>
                    <a:pt x="654001" y="364477"/>
                  </a:cubicBezTo>
                  <a:cubicBezTo>
                    <a:pt x="656036" y="355545"/>
                    <a:pt x="656284" y="346713"/>
                    <a:pt x="654746" y="338823"/>
                  </a:cubicBezTo>
                  <a:lnTo>
                    <a:pt x="654746" y="338823"/>
                  </a:lnTo>
                  <a:cubicBezTo>
                    <a:pt x="653604" y="332918"/>
                    <a:pt x="651322" y="327113"/>
                    <a:pt x="648047" y="322002"/>
                  </a:cubicBezTo>
                  <a:cubicBezTo>
                    <a:pt x="643631" y="315005"/>
                    <a:pt x="637428" y="308555"/>
                    <a:pt x="629439" y="302749"/>
                  </a:cubicBezTo>
                  <a:cubicBezTo>
                    <a:pt x="619614" y="295604"/>
                    <a:pt x="607904" y="289748"/>
                    <a:pt x="594754" y="285481"/>
                  </a:cubicBezTo>
                  <a:cubicBezTo>
                    <a:pt x="594556" y="285431"/>
                    <a:pt x="594357" y="285332"/>
                    <a:pt x="594159" y="285282"/>
                  </a:cubicBezTo>
                  <a:cubicBezTo>
                    <a:pt x="593365" y="285034"/>
                    <a:pt x="592571" y="284786"/>
                    <a:pt x="591777" y="284538"/>
                  </a:cubicBezTo>
                  <a:cubicBezTo>
                    <a:pt x="587807" y="283298"/>
                    <a:pt x="581754" y="281462"/>
                    <a:pt x="575353" y="277889"/>
                  </a:cubicBezTo>
                  <a:cubicBezTo>
                    <a:pt x="559920" y="269453"/>
                    <a:pt x="550344" y="253327"/>
                    <a:pt x="550493" y="235860"/>
                  </a:cubicBezTo>
                  <a:cubicBezTo>
                    <a:pt x="550493" y="224795"/>
                    <a:pt x="553867" y="216310"/>
                    <a:pt x="555852" y="211248"/>
                  </a:cubicBezTo>
                  <a:cubicBezTo>
                    <a:pt x="556100" y="210653"/>
                    <a:pt x="556348" y="210057"/>
                    <a:pt x="556546" y="209512"/>
                  </a:cubicBezTo>
                  <a:cubicBezTo>
                    <a:pt x="556596" y="209313"/>
                    <a:pt x="556695" y="209065"/>
                    <a:pt x="556745" y="208867"/>
                  </a:cubicBezTo>
                  <a:cubicBezTo>
                    <a:pt x="560516" y="198347"/>
                    <a:pt x="562153" y="189862"/>
                    <a:pt x="561806" y="183014"/>
                  </a:cubicBezTo>
                  <a:cubicBezTo>
                    <a:pt x="561608" y="179243"/>
                    <a:pt x="560516" y="176613"/>
                    <a:pt x="559623" y="175472"/>
                  </a:cubicBezTo>
                  <a:cubicBezTo>
                    <a:pt x="557936" y="173289"/>
                    <a:pt x="555008" y="171502"/>
                    <a:pt x="551435" y="170212"/>
                  </a:cubicBezTo>
                  <a:cubicBezTo>
                    <a:pt x="544588" y="167781"/>
                    <a:pt x="536003" y="166739"/>
                    <a:pt x="525136" y="167036"/>
                  </a:cubicBezTo>
                  <a:cubicBezTo>
                    <a:pt x="506082" y="167632"/>
                    <a:pt x="485291" y="171998"/>
                    <a:pt x="459935" y="180781"/>
                  </a:cubicBezTo>
                  <a:cubicBezTo>
                    <a:pt x="453583" y="183014"/>
                    <a:pt x="447281" y="185446"/>
                    <a:pt x="441377" y="187877"/>
                  </a:cubicBezTo>
                  <a:cubicBezTo>
                    <a:pt x="433189" y="191251"/>
                    <a:pt x="423414" y="194725"/>
                    <a:pt x="411455" y="194427"/>
                  </a:cubicBezTo>
                  <a:cubicBezTo>
                    <a:pt x="393443" y="194179"/>
                    <a:pt x="377713" y="184354"/>
                    <a:pt x="370369" y="168723"/>
                  </a:cubicBezTo>
                  <a:cubicBezTo>
                    <a:pt x="370270" y="168575"/>
                    <a:pt x="370220" y="168426"/>
                    <a:pt x="370171" y="168227"/>
                  </a:cubicBezTo>
                  <a:cubicBezTo>
                    <a:pt x="362827" y="152001"/>
                    <a:pt x="367045" y="137512"/>
                    <a:pt x="368633" y="132054"/>
                  </a:cubicBezTo>
                  <a:cubicBezTo>
                    <a:pt x="372801" y="118309"/>
                    <a:pt x="374637" y="107243"/>
                    <a:pt x="374339" y="97815"/>
                  </a:cubicBezTo>
                  <a:cubicBezTo>
                    <a:pt x="374190" y="92159"/>
                    <a:pt x="373049" y="87445"/>
                    <a:pt x="371262" y="84765"/>
                  </a:cubicBezTo>
                  <a:cubicBezTo>
                    <a:pt x="370220" y="83177"/>
                    <a:pt x="368335" y="81887"/>
                    <a:pt x="366300" y="81193"/>
                  </a:cubicBezTo>
                  <a:cubicBezTo>
                    <a:pt x="359750" y="78910"/>
                    <a:pt x="350571" y="78811"/>
                    <a:pt x="338959" y="80895"/>
                  </a:cubicBezTo>
                  <a:cubicBezTo>
                    <a:pt x="318813" y="84666"/>
                    <a:pt x="297228" y="93399"/>
                    <a:pt x="271376" y="108186"/>
                  </a:cubicBezTo>
                  <a:cubicBezTo>
                    <a:pt x="235599" y="129077"/>
                    <a:pt x="200567" y="157509"/>
                    <a:pt x="167470" y="192591"/>
                  </a:cubicBezTo>
                  <a:cubicBezTo>
                    <a:pt x="138243" y="223802"/>
                    <a:pt x="116460" y="253873"/>
                    <a:pt x="100978" y="284340"/>
                  </a:cubicBezTo>
                  <a:cubicBezTo>
                    <a:pt x="87233" y="311581"/>
                    <a:pt x="79989" y="337335"/>
                    <a:pt x="79393" y="360706"/>
                  </a:cubicBezTo>
                  <a:close/>
                  <a:moveTo>
                    <a:pt x="444701" y="154929"/>
                  </a:moveTo>
                  <a:lnTo>
                    <a:pt x="444701" y="154929"/>
                  </a:lnTo>
                  <a:cubicBezTo>
                    <a:pt x="444701" y="154929"/>
                    <a:pt x="444701" y="154929"/>
                    <a:pt x="444701" y="15492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21CDDBD2-E3DD-DE5B-78CA-DDFCEB06FE3D}"/>
                </a:ext>
              </a:extLst>
            </p:cNvPr>
            <p:cNvSpPr/>
            <p:nvPr/>
          </p:nvSpPr>
          <p:spPr>
            <a:xfrm>
              <a:off x="7346290" y="2608498"/>
              <a:ext cx="266874" cy="286184"/>
            </a:xfrm>
            <a:custGeom>
              <a:avLst/>
              <a:gdLst>
                <a:gd name="connsiteX0" fmla="*/ 224092 w 266874"/>
                <a:gd name="connsiteY0" fmla="*/ 286135 h 286184"/>
                <a:gd name="connsiteX1" fmla="*/ 218832 w 266874"/>
                <a:gd name="connsiteY1" fmla="*/ 285787 h 286184"/>
                <a:gd name="connsiteX2" fmla="*/ 184693 w 266874"/>
                <a:gd name="connsiteY2" fmla="*/ 241228 h 286184"/>
                <a:gd name="connsiteX3" fmla="*/ 157501 w 266874"/>
                <a:gd name="connsiteY3" fmla="*/ 111867 h 286184"/>
                <a:gd name="connsiteX4" fmla="*/ 44812 w 266874"/>
                <a:gd name="connsiteY4" fmla="*/ 80159 h 286184"/>
                <a:gd name="connsiteX5" fmla="*/ 352 w 266874"/>
                <a:gd name="connsiteY5" fmla="*/ 46020 h 286184"/>
                <a:gd name="connsiteX6" fmla="*/ 34243 w 266874"/>
                <a:gd name="connsiteY6" fmla="*/ 1510 h 286184"/>
                <a:gd name="connsiteX7" fmla="*/ 213275 w 266874"/>
                <a:gd name="connsiteY7" fmla="*/ 55349 h 286184"/>
                <a:gd name="connsiteX8" fmla="*/ 263441 w 266874"/>
                <a:gd name="connsiteY8" fmla="*/ 251698 h 286184"/>
                <a:gd name="connsiteX9" fmla="*/ 224141 w 266874"/>
                <a:gd name="connsiteY9" fmla="*/ 286184 h 28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74" h="286184">
                  <a:moveTo>
                    <a:pt x="224092" y="286135"/>
                  </a:moveTo>
                  <a:cubicBezTo>
                    <a:pt x="222355" y="286135"/>
                    <a:pt x="220569" y="286035"/>
                    <a:pt x="218832" y="285787"/>
                  </a:cubicBezTo>
                  <a:cubicBezTo>
                    <a:pt x="197098" y="282909"/>
                    <a:pt x="181815" y="262962"/>
                    <a:pt x="184693" y="241228"/>
                  </a:cubicBezTo>
                  <a:cubicBezTo>
                    <a:pt x="192632" y="181485"/>
                    <a:pt x="183502" y="137967"/>
                    <a:pt x="157501" y="111867"/>
                  </a:cubicBezTo>
                  <a:cubicBezTo>
                    <a:pt x="117258" y="71426"/>
                    <a:pt x="45556" y="80060"/>
                    <a:pt x="44812" y="80159"/>
                  </a:cubicBezTo>
                  <a:cubicBezTo>
                    <a:pt x="23128" y="82938"/>
                    <a:pt x="3230" y="67655"/>
                    <a:pt x="352" y="46020"/>
                  </a:cubicBezTo>
                  <a:cubicBezTo>
                    <a:pt x="-2526" y="24385"/>
                    <a:pt x="12559" y="4438"/>
                    <a:pt x="34243" y="1510"/>
                  </a:cubicBezTo>
                  <a:cubicBezTo>
                    <a:pt x="38709" y="915"/>
                    <a:pt x="144848" y="-12780"/>
                    <a:pt x="213275" y="55349"/>
                  </a:cubicBezTo>
                  <a:cubicBezTo>
                    <a:pt x="257933" y="99809"/>
                    <a:pt x="274804" y="165904"/>
                    <a:pt x="263441" y="251698"/>
                  </a:cubicBezTo>
                  <a:cubicBezTo>
                    <a:pt x="260762" y="271645"/>
                    <a:pt x="243742" y="286184"/>
                    <a:pt x="224141" y="28618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0C57E964-A107-38FC-EC6F-4441BEC3FB78}"/>
                </a:ext>
              </a:extLst>
            </p:cNvPr>
            <p:cNvSpPr/>
            <p:nvPr/>
          </p:nvSpPr>
          <p:spPr>
            <a:xfrm>
              <a:off x="7335107" y="2699739"/>
              <a:ext cx="184279" cy="194992"/>
            </a:xfrm>
            <a:custGeom>
              <a:avLst/>
              <a:gdLst>
                <a:gd name="connsiteX0" fmla="*/ 142881 w 184279"/>
                <a:gd name="connsiteY0" fmla="*/ 194894 h 194992"/>
                <a:gd name="connsiteX1" fmla="*/ 137621 w 184279"/>
                <a:gd name="connsiteY1" fmla="*/ 194546 h 194992"/>
                <a:gd name="connsiteX2" fmla="*/ 103482 w 184279"/>
                <a:gd name="connsiteY2" fmla="*/ 149987 h 194992"/>
                <a:gd name="connsiteX3" fmla="*/ 93359 w 184279"/>
                <a:gd name="connsiteY3" fmla="*/ 92526 h 194992"/>
                <a:gd name="connsiteX4" fmla="*/ 44929 w 184279"/>
                <a:gd name="connsiteY4" fmla="*/ 79774 h 194992"/>
                <a:gd name="connsiteX5" fmla="*/ 370 w 184279"/>
                <a:gd name="connsiteY5" fmla="*/ 45833 h 194992"/>
                <a:gd name="connsiteX6" fmla="*/ 34459 w 184279"/>
                <a:gd name="connsiteY6" fmla="*/ 1075 h 194992"/>
                <a:gd name="connsiteX7" fmla="*/ 149182 w 184279"/>
                <a:gd name="connsiteY7" fmla="*/ 36107 h 194992"/>
                <a:gd name="connsiteX8" fmla="*/ 182180 w 184279"/>
                <a:gd name="connsiteY8" fmla="*/ 160507 h 194992"/>
                <a:gd name="connsiteX9" fmla="*/ 142881 w 184279"/>
                <a:gd name="connsiteY9" fmla="*/ 194993 h 194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279" h="194992">
                  <a:moveTo>
                    <a:pt x="142881" y="194894"/>
                  </a:moveTo>
                  <a:cubicBezTo>
                    <a:pt x="141144" y="194894"/>
                    <a:pt x="139357" y="194794"/>
                    <a:pt x="137621" y="194546"/>
                  </a:cubicBezTo>
                  <a:cubicBezTo>
                    <a:pt x="115887" y="191668"/>
                    <a:pt x="100604" y="171721"/>
                    <a:pt x="103482" y="149987"/>
                  </a:cubicBezTo>
                  <a:cubicBezTo>
                    <a:pt x="106012" y="131032"/>
                    <a:pt x="106310" y="105626"/>
                    <a:pt x="93359" y="92526"/>
                  </a:cubicBezTo>
                  <a:cubicBezTo>
                    <a:pt x="79912" y="78930"/>
                    <a:pt x="53861" y="78682"/>
                    <a:pt x="44929" y="79774"/>
                  </a:cubicBezTo>
                  <a:cubicBezTo>
                    <a:pt x="23195" y="82751"/>
                    <a:pt x="3347" y="67517"/>
                    <a:pt x="370" y="45833"/>
                  </a:cubicBezTo>
                  <a:cubicBezTo>
                    <a:pt x="-2607" y="24099"/>
                    <a:pt x="12725" y="4053"/>
                    <a:pt x="34459" y="1075"/>
                  </a:cubicBezTo>
                  <a:cubicBezTo>
                    <a:pt x="41605" y="83"/>
                    <a:pt x="105665" y="-7261"/>
                    <a:pt x="149182" y="36107"/>
                  </a:cubicBezTo>
                  <a:cubicBezTo>
                    <a:pt x="178211" y="65036"/>
                    <a:pt x="189326" y="106867"/>
                    <a:pt x="182180" y="160507"/>
                  </a:cubicBezTo>
                  <a:cubicBezTo>
                    <a:pt x="179550" y="180454"/>
                    <a:pt x="162481" y="194993"/>
                    <a:pt x="142881" y="1949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ED197806-96EE-A8A0-D6B3-5136D3ED640B}"/>
                </a:ext>
              </a:extLst>
            </p:cNvPr>
            <p:cNvSpPr/>
            <p:nvPr/>
          </p:nvSpPr>
          <p:spPr>
            <a:xfrm>
              <a:off x="6996436" y="2974278"/>
              <a:ext cx="209380" cy="192772"/>
            </a:xfrm>
            <a:custGeom>
              <a:avLst/>
              <a:gdLst>
                <a:gd name="connsiteX0" fmla="*/ 98976 w 209380"/>
                <a:gd name="connsiteY0" fmla="*/ 192772 h 192772"/>
                <a:gd name="connsiteX1" fmla="*/ 63150 w 209380"/>
                <a:gd name="connsiteY1" fmla="*/ 186818 h 192772"/>
                <a:gd name="connsiteX2" fmla="*/ 11296 w 209380"/>
                <a:gd name="connsiteY2" fmla="*/ 144491 h 192772"/>
                <a:gd name="connsiteX3" fmla="*/ 181 w 209380"/>
                <a:gd name="connsiteY3" fmla="*/ 95962 h 192772"/>
                <a:gd name="connsiteX4" fmla="*/ 25984 w 209380"/>
                <a:gd name="connsiteY4" fmla="*/ 36814 h 192772"/>
                <a:gd name="connsiteX5" fmla="*/ 99869 w 209380"/>
                <a:gd name="connsiteY5" fmla="*/ 492 h 192772"/>
                <a:gd name="connsiteX6" fmla="*/ 168097 w 209380"/>
                <a:gd name="connsiteY6" fmla="*/ 16619 h 192772"/>
                <a:gd name="connsiteX7" fmla="*/ 205908 w 209380"/>
                <a:gd name="connsiteY7" fmla="*/ 66885 h 192772"/>
                <a:gd name="connsiteX8" fmla="*/ 206653 w 209380"/>
                <a:gd name="connsiteY8" fmla="*/ 113131 h 192772"/>
                <a:gd name="connsiteX9" fmla="*/ 175789 w 209380"/>
                <a:gd name="connsiteY9" fmla="*/ 163595 h 192772"/>
                <a:gd name="connsiteX10" fmla="*/ 99025 w 209380"/>
                <a:gd name="connsiteY10" fmla="*/ 192772 h 192772"/>
                <a:gd name="connsiteX11" fmla="*/ 110388 w 209380"/>
                <a:gd name="connsiteY11" fmla="*/ 79339 h 192772"/>
                <a:gd name="connsiteX12" fmla="*/ 107262 w 209380"/>
                <a:gd name="connsiteY12" fmla="*/ 79488 h 192772"/>
                <a:gd name="connsiteX13" fmla="*/ 84486 w 209380"/>
                <a:gd name="connsiteY13" fmla="*/ 90355 h 192772"/>
                <a:gd name="connsiteX14" fmla="*/ 79425 w 209380"/>
                <a:gd name="connsiteY14" fmla="*/ 100676 h 192772"/>
                <a:gd name="connsiteX15" fmla="*/ 80467 w 209380"/>
                <a:gd name="connsiteY15" fmla="*/ 105390 h 192772"/>
                <a:gd name="connsiteX16" fmla="*/ 88952 w 209380"/>
                <a:gd name="connsiteY16" fmla="*/ 111692 h 192772"/>
                <a:gd name="connsiteX17" fmla="*/ 122694 w 209380"/>
                <a:gd name="connsiteY17" fmla="*/ 104447 h 192772"/>
                <a:gd name="connsiteX18" fmla="*/ 129641 w 209380"/>
                <a:gd name="connsiteY18" fmla="*/ 93680 h 192772"/>
                <a:gd name="connsiteX19" fmla="*/ 129641 w 209380"/>
                <a:gd name="connsiteY19" fmla="*/ 89065 h 192772"/>
                <a:gd name="connsiteX20" fmla="*/ 129542 w 209380"/>
                <a:gd name="connsiteY20" fmla="*/ 88817 h 192772"/>
                <a:gd name="connsiteX21" fmla="*/ 124927 w 209380"/>
                <a:gd name="connsiteY21" fmla="*/ 83259 h 192772"/>
                <a:gd name="connsiteX22" fmla="*/ 110339 w 209380"/>
                <a:gd name="connsiteY22" fmla="*/ 79339 h 19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9380" h="192772">
                  <a:moveTo>
                    <a:pt x="98976" y="192772"/>
                  </a:moveTo>
                  <a:cubicBezTo>
                    <a:pt x="86819" y="192772"/>
                    <a:pt x="74711" y="190837"/>
                    <a:pt x="63150" y="186818"/>
                  </a:cubicBezTo>
                  <a:cubicBezTo>
                    <a:pt x="40820" y="179226"/>
                    <a:pt x="22361" y="164191"/>
                    <a:pt x="11296" y="144491"/>
                  </a:cubicBezTo>
                  <a:cubicBezTo>
                    <a:pt x="2960" y="129853"/>
                    <a:pt x="-911" y="113032"/>
                    <a:pt x="181" y="95962"/>
                  </a:cubicBezTo>
                  <a:cubicBezTo>
                    <a:pt x="1421" y="74675"/>
                    <a:pt x="10601" y="53586"/>
                    <a:pt x="25984" y="36814"/>
                  </a:cubicBezTo>
                  <a:cubicBezTo>
                    <a:pt x="44691" y="16420"/>
                    <a:pt x="71585" y="3172"/>
                    <a:pt x="99869" y="492"/>
                  </a:cubicBezTo>
                  <a:cubicBezTo>
                    <a:pt x="124332" y="-1790"/>
                    <a:pt x="148547" y="3916"/>
                    <a:pt x="168097" y="16619"/>
                  </a:cubicBezTo>
                  <a:cubicBezTo>
                    <a:pt x="186507" y="28429"/>
                    <a:pt x="200004" y="46342"/>
                    <a:pt x="205908" y="66885"/>
                  </a:cubicBezTo>
                  <a:cubicBezTo>
                    <a:pt x="210275" y="81771"/>
                    <a:pt x="210523" y="97749"/>
                    <a:pt x="206653" y="113131"/>
                  </a:cubicBezTo>
                  <a:cubicBezTo>
                    <a:pt x="201839" y="132384"/>
                    <a:pt x="191171" y="149850"/>
                    <a:pt x="175789" y="163595"/>
                  </a:cubicBezTo>
                  <a:cubicBezTo>
                    <a:pt x="154700" y="182600"/>
                    <a:pt x="126813" y="192772"/>
                    <a:pt x="99025" y="192772"/>
                  </a:cubicBezTo>
                  <a:close/>
                  <a:moveTo>
                    <a:pt x="110388" y="79339"/>
                  </a:moveTo>
                  <a:cubicBezTo>
                    <a:pt x="109346" y="79339"/>
                    <a:pt x="108304" y="79339"/>
                    <a:pt x="107262" y="79488"/>
                  </a:cubicBezTo>
                  <a:cubicBezTo>
                    <a:pt x="98529" y="80332"/>
                    <a:pt x="89994" y="84401"/>
                    <a:pt x="84486" y="90355"/>
                  </a:cubicBezTo>
                  <a:cubicBezTo>
                    <a:pt x="81559" y="93580"/>
                    <a:pt x="79574" y="97550"/>
                    <a:pt x="79425" y="100676"/>
                  </a:cubicBezTo>
                  <a:cubicBezTo>
                    <a:pt x="79326" y="102413"/>
                    <a:pt x="79723" y="104100"/>
                    <a:pt x="80467" y="105390"/>
                  </a:cubicBezTo>
                  <a:cubicBezTo>
                    <a:pt x="81956" y="108020"/>
                    <a:pt x="85231" y="110402"/>
                    <a:pt x="88952" y="111692"/>
                  </a:cubicBezTo>
                  <a:cubicBezTo>
                    <a:pt x="100018" y="115513"/>
                    <a:pt x="113763" y="112536"/>
                    <a:pt x="122694" y="104447"/>
                  </a:cubicBezTo>
                  <a:cubicBezTo>
                    <a:pt x="126168" y="101321"/>
                    <a:pt x="128699" y="97401"/>
                    <a:pt x="129641" y="93680"/>
                  </a:cubicBezTo>
                  <a:cubicBezTo>
                    <a:pt x="130038" y="92042"/>
                    <a:pt x="130088" y="90355"/>
                    <a:pt x="129641" y="89065"/>
                  </a:cubicBezTo>
                  <a:cubicBezTo>
                    <a:pt x="129641" y="88966"/>
                    <a:pt x="129592" y="88867"/>
                    <a:pt x="129542" y="88817"/>
                  </a:cubicBezTo>
                  <a:cubicBezTo>
                    <a:pt x="128996" y="86882"/>
                    <a:pt x="127160" y="84698"/>
                    <a:pt x="124927" y="83259"/>
                  </a:cubicBezTo>
                  <a:cubicBezTo>
                    <a:pt x="121007" y="80679"/>
                    <a:pt x="115847" y="79339"/>
                    <a:pt x="110339" y="7933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7B4CF7F0-82A1-CA34-D68A-968A33A7C616}"/>
                </a:ext>
              </a:extLst>
            </p:cNvPr>
            <p:cNvSpPr/>
            <p:nvPr/>
          </p:nvSpPr>
          <p:spPr>
            <a:xfrm>
              <a:off x="6923753" y="2929229"/>
              <a:ext cx="421104" cy="282777"/>
            </a:xfrm>
            <a:custGeom>
              <a:avLst/>
              <a:gdLst>
                <a:gd name="connsiteX0" fmla="*/ 196022 w 421104"/>
                <a:gd name="connsiteY0" fmla="*/ 282778 h 282777"/>
                <a:gd name="connsiteX1" fmla="*/ 113949 w 421104"/>
                <a:gd name="connsiteY1" fmla="*/ 271514 h 282777"/>
                <a:gd name="connsiteX2" fmla="*/ 50435 w 421104"/>
                <a:gd name="connsiteY2" fmla="*/ 241047 h 282777"/>
                <a:gd name="connsiteX3" fmla="*/ 8158 w 421104"/>
                <a:gd name="connsiteY3" fmla="*/ 189541 h 282777"/>
                <a:gd name="connsiteX4" fmla="*/ 6272 w 421104"/>
                <a:gd name="connsiteY4" fmla="*/ 114762 h 282777"/>
                <a:gd name="connsiteX5" fmla="*/ 44332 w 421104"/>
                <a:gd name="connsiteY5" fmla="*/ 60626 h 282777"/>
                <a:gd name="connsiteX6" fmla="*/ 96036 w 421104"/>
                <a:gd name="connsiteY6" fmla="*/ 27281 h 282777"/>
                <a:gd name="connsiteX7" fmla="*/ 217706 w 421104"/>
                <a:gd name="connsiteY7" fmla="*/ 89 h 282777"/>
                <a:gd name="connsiteX8" fmla="*/ 297248 w 421104"/>
                <a:gd name="connsiteY8" fmla="*/ 8524 h 282777"/>
                <a:gd name="connsiteX9" fmla="*/ 356694 w 421104"/>
                <a:gd name="connsiteY9" fmla="*/ 32392 h 282777"/>
                <a:gd name="connsiteX10" fmla="*/ 401700 w 421104"/>
                <a:gd name="connsiteY10" fmla="*/ 72932 h 282777"/>
                <a:gd name="connsiteX11" fmla="*/ 421102 w 421104"/>
                <a:gd name="connsiteY11" fmla="*/ 132824 h 282777"/>
                <a:gd name="connsiteX12" fmla="*/ 400311 w 421104"/>
                <a:gd name="connsiteY12" fmla="*/ 195991 h 282777"/>
                <a:gd name="connsiteX13" fmla="*/ 335506 w 421104"/>
                <a:gd name="connsiteY13" fmla="*/ 250475 h 282777"/>
                <a:gd name="connsiteX14" fmla="*/ 244899 w 421104"/>
                <a:gd name="connsiteY14" fmla="*/ 279156 h 282777"/>
                <a:gd name="connsiteX15" fmla="*/ 196072 w 421104"/>
                <a:gd name="connsiteY15" fmla="*/ 282778 h 282777"/>
                <a:gd name="connsiteX16" fmla="*/ 225100 w 421104"/>
                <a:gd name="connsiteY16" fmla="*/ 79432 h 282777"/>
                <a:gd name="connsiteX17" fmla="*/ 219542 w 421104"/>
                <a:gd name="connsiteY17" fmla="*/ 79482 h 282777"/>
                <a:gd name="connsiteX18" fmla="*/ 129431 w 421104"/>
                <a:gd name="connsiteY18" fmla="*/ 99330 h 282777"/>
                <a:gd name="connsiteX19" fmla="*/ 97227 w 421104"/>
                <a:gd name="connsiteY19" fmla="*/ 119873 h 282777"/>
                <a:gd name="connsiteX20" fmla="*/ 81001 w 421104"/>
                <a:gd name="connsiteY20" fmla="*/ 141805 h 282777"/>
                <a:gd name="connsiteX21" fmla="*/ 81249 w 421104"/>
                <a:gd name="connsiteY21" fmla="*/ 158428 h 282777"/>
                <a:gd name="connsiteX22" fmla="*/ 97525 w 421104"/>
                <a:gd name="connsiteY22" fmla="*/ 177185 h 282777"/>
                <a:gd name="connsiteX23" fmla="*/ 136279 w 421104"/>
                <a:gd name="connsiteY23" fmla="*/ 195396 h 282777"/>
                <a:gd name="connsiteX24" fmla="*/ 233188 w 421104"/>
                <a:gd name="connsiteY24" fmla="*/ 200705 h 282777"/>
                <a:gd name="connsiteX25" fmla="*/ 298687 w 421104"/>
                <a:gd name="connsiteY25" fmla="*/ 180212 h 282777"/>
                <a:gd name="connsiteX26" fmla="*/ 335208 w 421104"/>
                <a:gd name="connsiteY26" fmla="*/ 150588 h 282777"/>
                <a:gd name="connsiteX27" fmla="*/ 341659 w 421104"/>
                <a:gd name="connsiteY27" fmla="*/ 133122 h 282777"/>
                <a:gd name="connsiteX28" fmla="*/ 336697 w 421104"/>
                <a:gd name="connsiteY28" fmla="*/ 118682 h 282777"/>
                <a:gd name="connsiteX29" fmla="*/ 336598 w 421104"/>
                <a:gd name="connsiteY29" fmla="*/ 118533 h 282777"/>
                <a:gd name="connsiteX30" fmla="*/ 316055 w 421104"/>
                <a:gd name="connsiteY30" fmla="*/ 100719 h 282777"/>
                <a:gd name="connsiteX31" fmla="*/ 277896 w 421104"/>
                <a:gd name="connsiteY31" fmla="*/ 85635 h 282777"/>
                <a:gd name="connsiteX32" fmla="*/ 225050 w 421104"/>
                <a:gd name="connsiteY32" fmla="*/ 79482 h 28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21104" h="282777">
                  <a:moveTo>
                    <a:pt x="196022" y="282778"/>
                  </a:moveTo>
                  <a:cubicBezTo>
                    <a:pt x="167490" y="282778"/>
                    <a:pt x="139703" y="279007"/>
                    <a:pt x="113949" y="271514"/>
                  </a:cubicBezTo>
                  <a:cubicBezTo>
                    <a:pt x="89437" y="264269"/>
                    <a:pt x="68100" y="254047"/>
                    <a:pt x="50435" y="241047"/>
                  </a:cubicBezTo>
                  <a:cubicBezTo>
                    <a:pt x="30984" y="226756"/>
                    <a:pt x="16395" y="208942"/>
                    <a:pt x="8158" y="189541"/>
                  </a:cubicBezTo>
                  <a:cubicBezTo>
                    <a:pt x="-2014" y="165971"/>
                    <a:pt x="-2709" y="139324"/>
                    <a:pt x="6272" y="114762"/>
                  </a:cubicBezTo>
                  <a:cubicBezTo>
                    <a:pt x="13269" y="95162"/>
                    <a:pt x="26121" y="76902"/>
                    <a:pt x="44332" y="60626"/>
                  </a:cubicBezTo>
                  <a:cubicBezTo>
                    <a:pt x="58771" y="47725"/>
                    <a:pt x="76188" y="36510"/>
                    <a:pt x="96036" y="27281"/>
                  </a:cubicBezTo>
                  <a:cubicBezTo>
                    <a:pt x="132309" y="10559"/>
                    <a:pt x="174338" y="1180"/>
                    <a:pt x="217706" y="89"/>
                  </a:cubicBezTo>
                  <a:cubicBezTo>
                    <a:pt x="245494" y="-556"/>
                    <a:pt x="272190" y="2322"/>
                    <a:pt x="297248" y="8524"/>
                  </a:cubicBezTo>
                  <a:cubicBezTo>
                    <a:pt x="319627" y="14181"/>
                    <a:pt x="339575" y="22220"/>
                    <a:pt x="356694" y="32392"/>
                  </a:cubicBezTo>
                  <a:cubicBezTo>
                    <a:pt x="375600" y="43606"/>
                    <a:pt x="390734" y="57252"/>
                    <a:pt x="401700" y="72932"/>
                  </a:cubicBezTo>
                  <a:cubicBezTo>
                    <a:pt x="414403" y="90994"/>
                    <a:pt x="421102" y="111686"/>
                    <a:pt x="421102" y="132824"/>
                  </a:cubicBezTo>
                  <a:cubicBezTo>
                    <a:pt x="421251" y="154409"/>
                    <a:pt x="414056" y="176341"/>
                    <a:pt x="400311" y="195991"/>
                  </a:cubicBezTo>
                  <a:cubicBezTo>
                    <a:pt x="385325" y="217427"/>
                    <a:pt x="363542" y="235737"/>
                    <a:pt x="335506" y="250475"/>
                  </a:cubicBezTo>
                  <a:cubicBezTo>
                    <a:pt x="308562" y="264517"/>
                    <a:pt x="278095" y="274144"/>
                    <a:pt x="244899" y="279156"/>
                  </a:cubicBezTo>
                  <a:cubicBezTo>
                    <a:pt x="228524" y="281587"/>
                    <a:pt x="212198" y="282778"/>
                    <a:pt x="196072" y="282778"/>
                  </a:cubicBezTo>
                  <a:close/>
                  <a:moveTo>
                    <a:pt x="225100" y="79432"/>
                  </a:moveTo>
                  <a:cubicBezTo>
                    <a:pt x="223264" y="79432"/>
                    <a:pt x="221428" y="79432"/>
                    <a:pt x="219542" y="79482"/>
                  </a:cubicBezTo>
                  <a:cubicBezTo>
                    <a:pt x="186991" y="80276"/>
                    <a:pt x="155829" y="87123"/>
                    <a:pt x="129431" y="99330"/>
                  </a:cubicBezTo>
                  <a:cubicBezTo>
                    <a:pt x="116728" y="105235"/>
                    <a:pt x="105861" y="112182"/>
                    <a:pt x="97227" y="119873"/>
                  </a:cubicBezTo>
                  <a:cubicBezTo>
                    <a:pt x="89139" y="127068"/>
                    <a:pt x="83532" y="134660"/>
                    <a:pt x="81001" y="141805"/>
                  </a:cubicBezTo>
                  <a:cubicBezTo>
                    <a:pt x="78967" y="147413"/>
                    <a:pt x="79066" y="153367"/>
                    <a:pt x="81249" y="158428"/>
                  </a:cubicBezTo>
                  <a:cubicBezTo>
                    <a:pt x="83978" y="164879"/>
                    <a:pt x="89734" y="171429"/>
                    <a:pt x="97525" y="177185"/>
                  </a:cubicBezTo>
                  <a:cubicBezTo>
                    <a:pt x="107747" y="184678"/>
                    <a:pt x="120797" y="190831"/>
                    <a:pt x="136279" y="195396"/>
                  </a:cubicBezTo>
                  <a:cubicBezTo>
                    <a:pt x="165505" y="203881"/>
                    <a:pt x="199099" y="205717"/>
                    <a:pt x="233188" y="200705"/>
                  </a:cubicBezTo>
                  <a:cubicBezTo>
                    <a:pt x="257601" y="197033"/>
                    <a:pt x="279683" y="190136"/>
                    <a:pt x="298687" y="180212"/>
                  </a:cubicBezTo>
                  <a:cubicBezTo>
                    <a:pt x="315013" y="171627"/>
                    <a:pt x="327666" y="161356"/>
                    <a:pt x="335208" y="150588"/>
                  </a:cubicBezTo>
                  <a:cubicBezTo>
                    <a:pt x="339426" y="144584"/>
                    <a:pt x="341709" y="138382"/>
                    <a:pt x="341659" y="133122"/>
                  </a:cubicBezTo>
                  <a:cubicBezTo>
                    <a:pt x="341659" y="128209"/>
                    <a:pt x="339922" y="123198"/>
                    <a:pt x="336697" y="118682"/>
                  </a:cubicBezTo>
                  <a:cubicBezTo>
                    <a:pt x="336697" y="118682"/>
                    <a:pt x="336647" y="118583"/>
                    <a:pt x="336598" y="118533"/>
                  </a:cubicBezTo>
                  <a:cubicBezTo>
                    <a:pt x="332231" y="112231"/>
                    <a:pt x="325135" y="106079"/>
                    <a:pt x="316055" y="100719"/>
                  </a:cubicBezTo>
                  <a:cubicBezTo>
                    <a:pt x="305485" y="94418"/>
                    <a:pt x="292683" y="89356"/>
                    <a:pt x="277896" y="85635"/>
                  </a:cubicBezTo>
                  <a:cubicBezTo>
                    <a:pt x="261472" y="81566"/>
                    <a:pt x="243658" y="79482"/>
                    <a:pt x="225050" y="7948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AC1364CE-5ACC-FA08-F55A-7673A6CDB9C9}"/>
              </a:ext>
            </a:extLst>
          </p:cNvPr>
          <p:cNvGrpSpPr/>
          <p:nvPr/>
        </p:nvGrpSpPr>
        <p:grpSpPr>
          <a:xfrm>
            <a:off x="8146407" y="2686176"/>
            <a:ext cx="731806" cy="538732"/>
            <a:chOff x="8146407" y="2686176"/>
            <a:chExt cx="731806" cy="53873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17F13C3C-C715-20CB-6489-689DA47D2E63}"/>
                </a:ext>
              </a:extLst>
            </p:cNvPr>
            <p:cNvSpPr/>
            <p:nvPr/>
          </p:nvSpPr>
          <p:spPr>
            <a:xfrm>
              <a:off x="8262470" y="2790529"/>
              <a:ext cx="534018" cy="434379"/>
            </a:xfrm>
            <a:custGeom>
              <a:avLst/>
              <a:gdLst>
                <a:gd name="connsiteX0" fmla="*/ 267009 w 534018"/>
                <a:gd name="connsiteY0" fmla="*/ 434379 h 434379"/>
                <a:gd name="connsiteX1" fmla="*/ 0 w 534018"/>
                <a:gd name="connsiteY1" fmla="*/ 167371 h 434379"/>
                <a:gd name="connsiteX2" fmla="*/ 39697 w 534018"/>
                <a:gd name="connsiteY2" fmla="*/ 127674 h 434379"/>
                <a:gd name="connsiteX3" fmla="*/ 79393 w 534018"/>
                <a:gd name="connsiteY3" fmla="*/ 167371 h 434379"/>
                <a:gd name="connsiteX4" fmla="*/ 267009 w 534018"/>
                <a:gd name="connsiteY4" fmla="*/ 354986 h 434379"/>
                <a:gd name="connsiteX5" fmla="*/ 454625 w 534018"/>
                <a:gd name="connsiteY5" fmla="*/ 167371 h 434379"/>
                <a:gd name="connsiteX6" fmla="*/ 454625 w 534018"/>
                <a:gd name="connsiteY6" fmla="*/ 39697 h 434379"/>
                <a:gd name="connsiteX7" fmla="*/ 494322 w 534018"/>
                <a:gd name="connsiteY7" fmla="*/ 0 h 434379"/>
                <a:gd name="connsiteX8" fmla="*/ 534018 w 534018"/>
                <a:gd name="connsiteY8" fmla="*/ 39697 h 434379"/>
                <a:gd name="connsiteX9" fmla="*/ 534018 w 534018"/>
                <a:gd name="connsiteY9" fmla="*/ 167371 h 434379"/>
                <a:gd name="connsiteX10" fmla="*/ 267009 w 534018"/>
                <a:gd name="connsiteY10" fmla="*/ 434379 h 43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4018" h="434379">
                  <a:moveTo>
                    <a:pt x="267009" y="434379"/>
                  </a:moveTo>
                  <a:cubicBezTo>
                    <a:pt x="119784" y="434379"/>
                    <a:pt x="0" y="314595"/>
                    <a:pt x="0" y="167371"/>
                  </a:cubicBezTo>
                  <a:cubicBezTo>
                    <a:pt x="0" y="145438"/>
                    <a:pt x="17764" y="127674"/>
                    <a:pt x="39697" y="127674"/>
                  </a:cubicBezTo>
                  <a:cubicBezTo>
                    <a:pt x="61629" y="127674"/>
                    <a:pt x="79393" y="145438"/>
                    <a:pt x="79393" y="167371"/>
                  </a:cubicBezTo>
                  <a:cubicBezTo>
                    <a:pt x="79393" y="270830"/>
                    <a:pt x="163550" y="354986"/>
                    <a:pt x="267009" y="354986"/>
                  </a:cubicBezTo>
                  <a:cubicBezTo>
                    <a:pt x="370468" y="354986"/>
                    <a:pt x="454625" y="270830"/>
                    <a:pt x="454625" y="167371"/>
                  </a:cubicBezTo>
                  <a:lnTo>
                    <a:pt x="454625" y="39697"/>
                  </a:lnTo>
                  <a:cubicBezTo>
                    <a:pt x="454625" y="17764"/>
                    <a:pt x="472390" y="0"/>
                    <a:pt x="494322" y="0"/>
                  </a:cubicBezTo>
                  <a:cubicBezTo>
                    <a:pt x="516254" y="0"/>
                    <a:pt x="534018" y="17764"/>
                    <a:pt x="534018" y="39697"/>
                  </a:cubicBezTo>
                  <a:lnTo>
                    <a:pt x="534018" y="167371"/>
                  </a:lnTo>
                  <a:cubicBezTo>
                    <a:pt x="534018" y="314595"/>
                    <a:pt x="414234" y="434379"/>
                    <a:pt x="267009" y="43437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D6DBD380-87A1-FF6C-34FF-6A379B3FCAC8}"/>
                </a:ext>
              </a:extLst>
            </p:cNvPr>
            <p:cNvSpPr/>
            <p:nvPr/>
          </p:nvSpPr>
          <p:spPr>
            <a:xfrm>
              <a:off x="8146407" y="2686176"/>
              <a:ext cx="311419" cy="311419"/>
            </a:xfrm>
            <a:custGeom>
              <a:avLst/>
              <a:gdLst>
                <a:gd name="connsiteX0" fmla="*/ 155710 w 311419"/>
                <a:gd name="connsiteY0" fmla="*/ 311419 h 311419"/>
                <a:gd name="connsiteX1" fmla="*/ 0 w 311419"/>
                <a:gd name="connsiteY1" fmla="*/ 155710 h 311419"/>
                <a:gd name="connsiteX2" fmla="*/ 155710 w 311419"/>
                <a:gd name="connsiteY2" fmla="*/ 0 h 311419"/>
                <a:gd name="connsiteX3" fmla="*/ 311420 w 311419"/>
                <a:gd name="connsiteY3" fmla="*/ 155710 h 311419"/>
                <a:gd name="connsiteX4" fmla="*/ 155710 w 311419"/>
                <a:gd name="connsiteY4" fmla="*/ 311419 h 311419"/>
                <a:gd name="connsiteX5" fmla="*/ 155710 w 311419"/>
                <a:gd name="connsiteY5" fmla="*/ 79343 h 311419"/>
                <a:gd name="connsiteX6" fmla="*/ 79393 w 311419"/>
                <a:gd name="connsiteY6" fmla="*/ 155660 h 311419"/>
                <a:gd name="connsiteX7" fmla="*/ 155710 w 311419"/>
                <a:gd name="connsiteY7" fmla="*/ 231977 h 311419"/>
                <a:gd name="connsiteX8" fmla="*/ 232027 w 311419"/>
                <a:gd name="connsiteY8" fmla="*/ 155660 h 311419"/>
                <a:gd name="connsiteX9" fmla="*/ 155710 w 311419"/>
                <a:gd name="connsiteY9" fmla="*/ 79343 h 31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419" h="311419">
                  <a:moveTo>
                    <a:pt x="155710" y="311419"/>
                  </a:moveTo>
                  <a:cubicBezTo>
                    <a:pt x="69866" y="311419"/>
                    <a:pt x="0" y="241554"/>
                    <a:pt x="0" y="155710"/>
                  </a:cubicBezTo>
                  <a:cubicBezTo>
                    <a:pt x="0" y="69866"/>
                    <a:pt x="69866" y="0"/>
                    <a:pt x="155710" y="0"/>
                  </a:cubicBezTo>
                  <a:cubicBezTo>
                    <a:pt x="241554" y="0"/>
                    <a:pt x="311420" y="69866"/>
                    <a:pt x="311420" y="155710"/>
                  </a:cubicBezTo>
                  <a:cubicBezTo>
                    <a:pt x="311420" y="241554"/>
                    <a:pt x="241554" y="311419"/>
                    <a:pt x="155710" y="311419"/>
                  </a:cubicBezTo>
                  <a:close/>
                  <a:moveTo>
                    <a:pt x="155710" y="79343"/>
                  </a:moveTo>
                  <a:cubicBezTo>
                    <a:pt x="113632" y="79343"/>
                    <a:pt x="79393" y="113582"/>
                    <a:pt x="79393" y="155660"/>
                  </a:cubicBezTo>
                  <a:cubicBezTo>
                    <a:pt x="79393" y="197738"/>
                    <a:pt x="113632" y="231977"/>
                    <a:pt x="155710" y="231977"/>
                  </a:cubicBezTo>
                  <a:cubicBezTo>
                    <a:pt x="197788" y="231977"/>
                    <a:pt x="232027" y="197738"/>
                    <a:pt x="232027" y="155660"/>
                  </a:cubicBezTo>
                  <a:cubicBezTo>
                    <a:pt x="232027" y="113582"/>
                    <a:pt x="197788" y="79343"/>
                    <a:pt x="155710" y="793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2953CFF5-73DE-AB47-FC78-A16EE15D0C92}"/>
                </a:ext>
              </a:extLst>
            </p:cNvPr>
            <p:cNvSpPr/>
            <p:nvPr/>
          </p:nvSpPr>
          <p:spPr>
            <a:xfrm>
              <a:off x="8631846" y="2718678"/>
              <a:ext cx="246367" cy="162855"/>
            </a:xfrm>
            <a:custGeom>
              <a:avLst/>
              <a:gdLst>
                <a:gd name="connsiteX0" fmla="*/ 206670 w 246367"/>
                <a:gd name="connsiteY0" fmla="*/ 162855 h 162855"/>
                <a:gd name="connsiteX1" fmla="*/ 178585 w 246367"/>
                <a:gd name="connsiteY1" fmla="*/ 151244 h 162855"/>
                <a:gd name="connsiteX2" fmla="*/ 123159 w 246367"/>
                <a:gd name="connsiteY2" fmla="*/ 95818 h 162855"/>
                <a:gd name="connsiteX3" fmla="*/ 67732 w 246367"/>
                <a:gd name="connsiteY3" fmla="*/ 151244 h 162855"/>
                <a:gd name="connsiteX4" fmla="*/ 11611 w 246367"/>
                <a:gd name="connsiteY4" fmla="*/ 151244 h 162855"/>
                <a:gd name="connsiteX5" fmla="*/ 11611 w 246367"/>
                <a:gd name="connsiteY5" fmla="*/ 95123 h 162855"/>
                <a:gd name="connsiteX6" fmla="*/ 95123 w 246367"/>
                <a:gd name="connsiteY6" fmla="*/ 11611 h 162855"/>
                <a:gd name="connsiteX7" fmla="*/ 151244 w 246367"/>
                <a:gd name="connsiteY7" fmla="*/ 11611 h 162855"/>
                <a:gd name="connsiteX8" fmla="*/ 234756 w 246367"/>
                <a:gd name="connsiteY8" fmla="*/ 95123 h 162855"/>
                <a:gd name="connsiteX9" fmla="*/ 234756 w 246367"/>
                <a:gd name="connsiteY9" fmla="*/ 151244 h 162855"/>
                <a:gd name="connsiteX10" fmla="*/ 206670 w 246367"/>
                <a:gd name="connsiteY10" fmla="*/ 162855 h 1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367" h="162855">
                  <a:moveTo>
                    <a:pt x="206670" y="162855"/>
                  </a:moveTo>
                  <a:cubicBezTo>
                    <a:pt x="196498" y="162855"/>
                    <a:pt x="186375" y="158985"/>
                    <a:pt x="178585" y="151244"/>
                  </a:cubicBezTo>
                  <a:lnTo>
                    <a:pt x="123159" y="95818"/>
                  </a:lnTo>
                  <a:lnTo>
                    <a:pt x="67732" y="151244"/>
                  </a:lnTo>
                  <a:cubicBezTo>
                    <a:pt x="52251" y="166726"/>
                    <a:pt x="27093" y="166726"/>
                    <a:pt x="11611" y="151244"/>
                  </a:cubicBezTo>
                  <a:cubicBezTo>
                    <a:pt x="-3870" y="135762"/>
                    <a:pt x="-3870" y="110605"/>
                    <a:pt x="11611" y="95123"/>
                  </a:cubicBezTo>
                  <a:lnTo>
                    <a:pt x="95123" y="11611"/>
                  </a:lnTo>
                  <a:cubicBezTo>
                    <a:pt x="110605" y="-3870"/>
                    <a:pt x="135762" y="-3870"/>
                    <a:pt x="151244" y="11611"/>
                  </a:cubicBezTo>
                  <a:lnTo>
                    <a:pt x="234756" y="95123"/>
                  </a:lnTo>
                  <a:cubicBezTo>
                    <a:pt x="250237" y="110605"/>
                    <a:pt x="250237" y="135762"/>
                    <a:pt x="234756" y="151244"/>
                  </a:cubicBezTo>
                  <a:cubicBezTo>
                    <a:pt x="227015" y="158985"/>
                    <a:pt x="216843" y="162855"/>
                    <a:pt x="206670" y="1628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26CD348-06FF-704B-5200-1AECCD5DC72A}"/>
              </a:ext>
            </a:extLst>
          </p:cNvPr>
          <p:cNvGrpSpPr/>
          <p:nvPr/>
        </p:nvGrpSpPr>
        <p:grpSpPr>
          <a:xfrm>
            <a:off x="9452997" y="2656404"/>
            <a:ext cx="751704" cy="598226"/>
            <a:chOff x="9452997" y="2656404"/>
            <a:chExt cx="751704" cy="598226"/>
          </a:xfrm>
        </p:grpSpPr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06FD9F7C-65AE-92A2-D432-D08E61956456}"/>
                </a:ext>
              </a:extLst>
            </p:cNvPr>
            <p:cNvSpPr/>
            <p:nvPr/>
          </p:nvSpPr>
          <p:spPr>
            <a:xfrm>
              <a:off x="9781486" y="2904805"/>
              <a:ext cx="419047" cy="79393"/>
            </a:xfrm>
            <a:custGeom>
              <a:avLst/>
              <a:gdLst>
                <a:gd name="connsiteX0" fmla="*/ 379351 w 419047"/>
                <a:gd name="connsiteY0" fmla="*/ 79393 h 79393"/>
                <a:gd name="connsiteX1" fmla="*/ 39697 w 419047"/>
                <a:gd name="connsiteY1" fmla="*/ 79393 h 79393"/>
                <a:gd name="connsiteX2" fmla="*/ 0 w 419047"/>
                <a:gd name="connsiteY2" fmla="*/ 39697 h 79393"/>
                <a:gd name="connsiteX3" fmla="*/ 39697 w 419047"/>
                <a:gd name="connsiteY3" fmla="*/ 0 h 79393"/>
                <a:gd name="connsiteX4" fmla="*/ 379351 w 419047"/>
                <a:gd name="connsiteY4" fmla="*/ 0 h 79393"/>
                <a:gd name="connsiteX5" fmla="*/ 419047 w 419047"/>
                <a:gd name="connsiteY5" fmla="*/ 39697 h 79393"/>
                <a:gd name="connsiteX6" fmla="*/ 379351 w 41904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47" h="79393">
                  <a:moveTo>
                    <a:pt x="37935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379351" y="0"/>
                  </a:lnTo>
                  <a:cubicBezTo>
                    <a:pt x="401283" y="0"/>
                    <a:pt x="419047" y="17764"/>
                    <a:pt x="419047" y="39697"/>
                  </a:cubicBezTo>
                  <a:cubicBezTo>
                    <a:pt x="419047" y="61629"/>
                    <a:pt x="401283" y="79393"/>
                    <a:pt x="37935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B2263DE0-6560-84DE-5642-C1AA97992521}"/>
                </a:ext>
              </a:extLst>
            </p:cNvPr>
            <p:cNvSpPr/>
            <p:nvPr/>
          </p:nvSpPr>
          <p:spPr>
            <a:xfrm>
              <a:off x="10010188" y="2789685"/>
              <a:ext cx="194513" cy="309682"/>
            </a:xfrm>
            <a:custGeom>
              <a:avLst/>
              <a:gdLst>
                <a:gd name="connsiteX0" fmla="*/ 39697 w 194513"/>
                <a:gd name="connsiteY0" fmla="*/ 309633 h 309682"/>
                <a:gd name="connsiteX1" fmla="*/ 11611 w 194513"/>
                <a:gd name="connsiteY1" fmla="*/ 298022 h 309682"/>
                <a:gd name="connsiteX2" fmla="*/ 11611 w 194513"/>
                <a:gd name="connsiteY2" fmla="*/ 241901 h 309682"/>
                <a:gd name="connsiteX3" fmla="*/ 98696 w 194513"/>
                <a:gd name="connsiteY3" fmla="*/ 154817 h 309682"/>
                <a:gd name="connsiteX4" fmla="*/ 11611 w 194513"/>
                <a:gd name="connsiteY4" fmla="*/ 67732 h 309682"/>
                <a:gd name="connsiteX5" fmla="*/ 11611 w 194513"/>
                <a:gd name="connsiteY5" fmla="*/ 11611 h 309682"/>
                <a:gd name="connsiteX6" fmla="*/ 67732 w 194513"/>
                <a:gd name="connsiteY6" fmla="*/ 11611 h 309682"/>
                <a:gd name="connsiteX7" fmla="*/ 182902 w 194513"/>
                <a:gd name="connsiteY7" fmla="*/ 126781 h 309682"/>
                <a:gd name="connsiteX8" fmla="*/ 182902 w 194513"/>
                <a:gd name="connsiteY8" fmla="*/ 182902 h 309682"/>
                <a:gd name="connsiteX9" fmla="*/ 67732 w 194513"/>
                <a:gd name="connsiteY9" fmla="*/ 298071 h 309682"/>
                <a:gd name="connsiteX10" fmla="*/ 39647 w 194513"/>
                <a:gd name="connsiteY10" fmla="*/ 309683 h 309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513" h="309682">
                  <a:moveTo>
                    <a:pt x="39697" y="309633"/>
                  </a:moveTo>
                  <a:cubicBezTo>
                    <a:pt x="29524" y="309633"/>
                    <a:pt x="19402" y="305763"/>
                    <a:pt x="11611" y="298022"/>
                  </a:cubicBezTo>
                  <a:cubicBezTo>
                    <a:pt x="-3870" y="282540"/>
                    <a:pt x="-3870" y="257382"/>
                    <a:pt x="11611" y="241901"/>
                  </a:cubicBezTo>
                  <a:lnTo>
                    <a:pt x="98696" y="154817"/>
                  </a:ln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82902" y="126781"/>
                  </a:lnTo>
                  <a:cubicBezTo>
                    <a:pt x="198384" y="142263"/>
                    <a:pt x="198384" y="167420"/>
                    <a:pt x="182902" y="182902"/>
                  </a:cubicBezTo>
                  <a:lnTo>
                    <a:pt x="67732" y="298071"/>
                  </a:lnTo>
                  <a:cubicBezTo>
                    <a:pt x="59991" y="305812"/>
                    <a:pt x="49819" y="309683"/>
                    <a:pt x="39647" y="3096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1" name="Picture Placeholder 71">
              <a:extLst>
                <a:ext uri="{FF2B5EF4-FFF2-40B4-BE49-F238E27FC236}">
                  <a16:creationId xmlns:a16="http://schemas.microsoft.com/office/drawing/2014/main" id="{B969AF07-6572-8581-63E8-034FF08F2B92}"/>
                </a:ext>
              </a:extLst>
            </p:cNvPr>
            <p:cNvGrpSpPr/>
            <p:nvPr/>
          </p:nvGrpSpPr>
          <p:grpSpPr>
            <a:xfrm>
              <a:off x="9452997" y="2656404"/>
              <a:ext cx="363720" cy="598226"/>
              <a:chOff x="9452997" y="2656404"/>
              <a:chExt cx="363720" cy="598226"/>
            </a:xfrm>
            <a:solidFill>
              <a:srgbClr val="FFFFFF"/>
            </a:solidFill>
          </p:grpSpPr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EF8F2081-DB48-A133-9C9B-AAA39DBAD12D}"/>
                  </a:ext>
                </a:extLst>
              </p:cNvPr>
              <p:cNvSpPr/>
              <p:nvPr/>
            </p:nvSpPr>
            <p:spPr>
              <a:xfrm>
                <a:off x="9576303" y="2755447"/>
                <a:ext cx="240414" cy="400091"/>
              </a:xfrm>
              <a:custGeom>
                <a:avLst/>
                <a:gdLst>
                  <a:gd name="connsiteX0" fmla="*/ 199378 w 240414"/>
                  <a:gd name="connsiteY0" fmla="*/ 400092 h 400091"/>
                  <a:gd name="connsiteX1" fmla="*/ 199229 w 240414"/>
                  <a:gd name="connsiteY1" fmla="*/ 400092 h 400091"/>
                  <a:gd name="connsiteX2" fmla="*/ 2 w 240414"/>
                  <a:gd name="connsiteY2" fmla="*/ 199227 h 400091"/>
                  <a:gd name="connsiteX3" fmla="*/ 200023 w 240414"/>
                  <a:gd name="connsiteY3" fmla="*/ 0 h 400091"/>
                  <a:gd name="connsiteX4" fmla="*/ 200866 w 240414"/>
                  <a:gd name="connsiteY4" fmla="*/ 0 h 400091"/>
                  <a:gd name="connsiteX5" fmla="*/ 240414 w 240414"/>
                  <a:gd name="connsiteY5" fmla="*/ 39845 h 400091"/>
                  <a:gd name="connsiteX6" fmla="*/ 200718 w 240414"/>
                  <a:gd name="connsiteY6" fmla="*/ 79393 h 400091"/>
                  <a:gd name="connsiteX7" fmla="*/ 200073 w 240414"/>
                  <a:gd name="connsiteY7" fmla="*/ 79393 h 400091"/>
                  <a:gd name="connsiteX8" fmla="*/ 79444 w 240414"/>
                  <a:gd name="connsiteY8" fmla="*/ 199525 h 400091"/>
                  <a:gd name="connsiteX9" fmla="*/ 199576 w 240414"/>
                  <a:gd name="connsiteY9" fmla="*/ 320649 h 400091"/>
                  <a:gd name="connsiteX10" fmla="*/ 239124 w 240414"/>
                  <a:gd name="connsiteY10" fmla="*/ 360494 h 400091"/>
                  <a:gd name="connsiteX11" fmla="*/ 199427 w 240414"/>
                  <a:gd name="connsiteY11" fmla="*/ 400042 h 40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414" h="400091">
                    <a:moveTo>
                      <a:pt x="199378" y="400092"/>
                    </a:moveTo>
                    <a:lnTo>
                      <a:pt x="199229" y="400092"/>
                    </a:lnTo>
                    <a:cubicBezTo>
                      <a:pt x="88922" y="399645"/>
                      <a:pt x="-445" y="309534"/>
                      <a:pt x="2" y="199227"/>
                    </a:cubicBezTo>
                    <a:cubicBezTo>
                      <a:pt x="448" y="89218"/>
                      <a:pt x="90113" y="0"/>
                      <a:pt x="200023" y="0"/>
                    </a:cubicBezTo>
                    <a:lnTo>
                      <a:pt x="200866" y="0"/>
                    </a:lnTo>
                    <a:cubicBezTo>
                      <a:pt x="222799" y="99"/>
                      <a:pt x="240464" y="17913"/>
                      <a:pt x="240414" y="39845"/>
                    </a:cubicBezTo>
                    <a:cubicBezTo>
                      <a:pt x="240315" y="61728"/>
                      <a:pt x="222551" y="79393"/>
                      <a:pt x="200718" y="79393"/>
                    </a:cubicBezTo>
                    <a:cubicBezTo>
                      <a:pt x="200519" y="79393"/>
                      <a:pt x="200271" y="79393"/>
                      <a:pt x="200073" y="79393"/>
                    </a:cubicBezTo>
                    <a:cubicBezTo>
                      <a:pt x="133779" y="79393"/>
                      <a:pt x="79693" y="133182"/>
                      <a:pt x="79444" y="199525"/>
                    </a:cubicBezTo>
                    <a:cubicBezTo>
                      <a:pt x="79196" y="266066"/>
                      <a:pt x="133085" y="320401"/>
                      <a:pt x="199576" y="320649"/>
                    </a:cubicBezTo>
                    <a:cubicBezTo>
                      <a:pt x="221509" y="320748"/>
                      <a:pt x="239174" y="338562"/>
                      <a:pt x="239124" y="360494"/>
                    </a:cubicBezTo>
                    <a:cubicBezTo>
                      <a:pt x="239025" y="382377"/>
                      <a:pt x="221261" y="400042"/>
                      <a:pt x="199427" y="4000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7963AE24-A8D2-8744-49BD-15252E46112B}"/>
                  </a:ext>
                </a:extLst>
              </p:cNvPr>
              <p:cNvSpPr/>
              <p:nvPr/>
            </p:nvSpPr>
            <p:spPr>
              <a:xfrm>
                <a:off x="9737274" y="2656404"/>
                <a:ext cx="79393" cy="178485"/>
              </a:xfrm>
              <a:custGeom>
                <a:avLst/>
                <a:gdLst>
                  <a:gd name="connsiteX0" fmla="*/ 39697 w 79393"/>
                  <a:gd name="connsiteY0" fmla="*/ 178486 h 178485"/>
                  <a:gd name="connsiteX1" fmla="*/ 0 w 79393"/>
                  <a:gd name="connsiteY1" fmla="*/ 138789 h 178485"/>
                  <a:gd name="connsiteX2" fmla="*/ 0 w 79393"/>
                  <a:gd name="connsiteY2" fmla="*/ 39697 h 178485"/>
                  <a:gd name="connsiteX3" fmla="*/ 39697 w 79393"/>
                  <a:gd name="connsiteY3" fmla="*/ 0 h 178485"/>
                  <a:gd name="connsiteX4" fmla="*/ 79393 w 79393"/>
                  <a:gd name="connsiteY4" fmla="*/ 39697 h 178485"/>
                  <a:gd name="connsiteX5" fmla="*/ 79393 w 79393"/>
                  <a:gd name="connsiteY5" fmla="*/ 138789 h 178485"/>
                  <a:gd name="connsiteX6" fmla="*/ 39697 w 79393"/>
                  <a:gd name="connsiteY6" fmla="*/ 178486 h 1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78485">
                    <a:moveTo>
                      <a:pt x="39697" y="178486"/>
                    </a:moveTo>
                    <a:cubicBezTo>
                      <a:pt x="17764" y="178486"/>
                      <a:pt x="0" y="160721"/>
                      <a:pt x="0" y="138789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38789"/>
                    </a:lnTo>
                    <a:cubicBezTo>
                      <a:pt x="79393" y="160721"/>
                      <a:pt x="61629" y="178486"/>
                      <a:pt x="39697" y="1784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767984CB-B6E1-E11C-BBB6-46152889A435}"/>
                  </a:ext>
                </a:extLst>
              </p:cNvPr>
              <p:cNvSpPr/>
              <p:nvPr/>
            </p:nvSpPr>
            <p:spPr>
              <a:xfrm>
                <a:off x="9737274" y="3076145"/>
                <a:ext cx="79393" cy="178485"/>
              </a:xfrm>
              <a:custGeom>
                <a:avLst/>
                <a:gdLst>
                  <a:gd name="connsiteX0" fmla="*/ 39697 w 79393"/>
                  <a:gd name="connsiteY0" fmla="*/ 178486 h 178485"/>
                  <a:gd name="connsiteX1" fmla="*/ 0 w 79393"/>
                  <a:gd name="connsiteY1" fmla="*/ 138789 h 178485"/>
                  <a:gd name="connsiteX2" fmla="*/ 0 w 79393"/>
                  <a:gd name="connsiteY2" fmla="*/ 39697 h 178485"/>
                  <a:gd name="connsiteX3" fmla="*/ 39697 w 79393"/>
                  <a:gd name="connsiteY3" fmla="*/ 0 h 178485"/>
                  <a:gd name="connsiteX4" fmla="*/ 79393 w 79393"/>
                  <a:gd name="connsiteY4" fmla="*/ 39697 h 178485"/>
                  <a:gd name="connsiteX5" fmla="*/ 79393 w 79393"/>
                  <a:gd name="connsiteY5" fmla="*/ 138789 h 178485"/>
                  <a:gd name="connsiteX6" fmla="*/ 39697 w 79393"/>
                  <a:gd name="connsiteY6" fmla="*/ 178486 h 1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178485">
                    <a:moveTo>
                      <a:pt x="39697" y="178486"/>
                    </a:moveTo>
                    <a:cubicBezTo>
                      <a:pt x="17764" y="178486"/>
                      <a:pt x="0" y="160721"/>
                      <a:pt x="0" y="138789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38789"/>
                    </a:lnTo>
                    <a:cubicBezTo>
                      <a:pt x="79393" y="160721"/>
                      <a:pt x="61629" y="178486"/>
                      <a:pt x="39697" y="1784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CE167365-4FAF-AD7E-ECE5-3FB14B4108D1}"/>
                  </a:ext>
                </a:extLst>
              </p:cNvPr>
              <p:cNvSpPr/>
              <p:nvPr/>
            </p:nvSpPr>
            <p:spPr>
              <a:xfrm>
                <a:off x="9537452" y="3029254"/>
                <a:ext cx="165137" cy="165137"/>
              </a:xfrm>
              <a:custGeom>
                <a:avLst/>
                <a:gdLst>
                  <a:gd name="connsiteX0" fmla="*/ 39697 w 165137"/>
                  <a:gd name="connsiteY0" fmla="*/ 165138 h 165137"/>
                  <a:gd name="connsiteX1" fmla="*/ 11611 w 165137"/>
                  <a:gd name="connsiteY1" fmla="*/ 153526 h 165137"/>
                  <a:gd name="connsiteX2" fmla="*/ 11611 w 165137"/>
                  <a:gd name="connsiteY2" fmla="*/ 97405 h 165137"/>
                  <a:gd name="connsiteX3" fmla="*/ 97406 w 165137"/>
                  <a:gd name="connsiteY3" fmla="*/ 11611 h 165137"/>
                  <a:gd name="connsiteX4" fmla="*/ 153527 w 165137"/>
                  <a:gd name="connsiteY4" fmla="*/ 11611 h 165137"/>
                  <a:gd name="connsiteX5" fmla="*/ 153527 w 165137"/>
                  <a:gd name="connsiteY5" fmla="*/ 67732 h 165137"/>
                  <a:gd name="connsiteX6" fmla="*/ 67732 w 165137"/>
                  <a:gd name="connsiteY6" fmla="*/ 153526 h 165137"/>
                  <a:gd name="connsiteX7" fmla="*/ 39647 w 165137"/>
                  <a:gd name="connsiteY7" fmla="*/ 165138 h 16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37" h="165137">
                    <a:moveTo>
                      <a:pt x="39697" y="165138"/>
                    </a:moveTo>
                    <a:cubicBezTo>
                      <a:pt x="29524" y="165138"/>
                      <a:pt x="19402" y="161267"/>
                      <a:pt x="11611" y="153526"/>
                    </a:cubicBezTo>
                    <a:cubicBezTo>
                      <a:pt x="-3870" y="138045"/>
                      <a:pt x="-3870" y="112887"/>
                      <a:pt x="11611" y="97405"/>
                    </a:cubicBezTo>
                    <a:lnTo>
                      <a:pt x="97406" y="11611"/>
                    </a:lnTo>
                    <a:cubicBezTo>
                      <a:pt x="112887" y="-3870"/>
                      <a:pt x="138045" y="-3870"/>
                      <a:pt x="153527" y="11611"/>
                    </a:cubicBezTo>
                    <a:cubicBezTo>
                      <a:pt x="169008" y="27093"/>
                      <a:pt x="169008" y="52251"/>
                      <a:pt x="153527" y="67732"/>
                    </a:cubicBezTo>
                    <a:lnTo>
                      <a:pt x="67732" y="153526"/>
                    </a:lnTo>
                    <a:cubicBezTo>
                      <a:pt x="59991" y="161267"/>
                      <a:pt x="49819" y="165138"/>
                      <a:pt x="39647" y="1651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C4CB7973-DD7E-EB2C-B5D3-A9195F530E01}"/>
                  </a:ext>
                </a:extLst>
              </p:cNvPr>
              <p:cNvSpPr/>
              <p:nvPr/>
            </p:nvSpPr>
            <p:spPr>
              <a:xfrm>
                <a:off x="9540925" y="2712624"/>
                <a:ext cx="165137" cy="165137"/>
              </a:xfrm>
              <a:custGeom>
                <a:avLst/>
                <a:gdLst>
                  <a:gd name="connsiteX0" fmla="*/ 125491 w 165137"/>
                  <a:gd name="connsiteY0" fmla="*/ 165138 h 165137"/>
                  <a:gd name="connsiteX1" fmla="*/ 97406 w 165137"/>
                  <a:gd name="connsiteY1" fmla="*/ 153526 h 165137"/>
                  <a:gd name="connsiteX2" fmla="*/ 11611 w 165137"/>
                  <a:gd name="connsiteY2" fmla="*/ 67732 h 165137"/>
                  <a:gd name="connsiteX3" fmla="*/ 11611 w 165137"/>
                  <a:gd name="connsiteY3" fmla="*/ 11611 h 165137"/>
                  <a:gd name="connsiteX4" fmla="*/ 67732 w 165137"/>
                  <a:gd name="connsiteY4" fmla="*/ 11611 h 165137"/>
                  <a:gd name="connsiteX5" fmla="*/ 153527 w 165137"/>
                  <a:gd name="connsiteY5" fmla="*/ 97405 h 165137"/>
                  <a:gd name="connsiteX6" fmla="*/ 153527 w 165137"/>
                  <a:gd name="connsiteY6" fmla="*/ 153526 h 165137"/>
                  <a:gd name="connsiteX7" fmla="*/ 125441 w 165137"/>
                  <a:gd name="connsiteY7" fmla="*/ 165138 h 165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37" h="165137">
                    <a:moveTo>
                      <a:pt x="125491" y="165138"/>
                    </a:moveTo>
                    <a:cubicBezTo>
                      <a:pt x="115319" y="165138"/>
                      <a:pt x="105196" y="161267"/>
                      <a:pt x="97406" y="153526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53527" y="97405"/>
                    </a:lnTo>
                    <a:cubicBezTo>
                      <a:pt x="169008" y="112887"/>
                      <a:pt x="169008" y="138045"/>
                      <a:pt x="153527" y="153526"/>
                    </a:cubicBezTo>
                    <a:cubicBezTo>
                      <a:pt x="145786" y="161267"/>
                      <a:pt x="135614" y="165138"/>
                      <a:pt x="125441" y="1651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26C158A3-27E9-6F35-2487-0BCCCA32E598}"/>
                  </a:ext>
                </a:extLst>
              </p:cNvPr>
              <p:cNvSpPr/>
              <p:nvPr/>
            </p:nvSpPr>
            <p:spPr>
              <a:xfrm>
                <a:off x="9452997" y="2914134"/>
                <a:ext cx="200715" cy="79393"/>
              </a:xfrm>
              <a:custGeom>
                <a:avLst/>
                <a:gdLst>
                  <a:gd name="connsiteX0" fmla="*/ 161019 w 200715"/>
                  <a:gd name="connsiteY0" fmla="*/ 79393 h 79393"/>
                  <a:gd name="connsiteX1" fmla="*/ 39697 w 200715"/>
                  <a:gd name="connsiteY1" fmla="*/ 79393 h 79393"/>
                  <a:gd name="connsiteX2" fmla="*/ 0 w 200715"/>
                  <a:gd name="connsiteY2" fmla="*/ 39697 h 79393"/>
                  <a:gd name="connsiteX3" fmla="*/ 39697 w 200715"/>
                  <a:gd name="connsiteY3" fmla="*/ 0 h 79393"/>
                  <a:gd name="connsiteX4" fmla="*/ 161019 w 200715"/>
                  <a:gd name="connsiteY4" fmla="*/ 0 h 79393"/>
                  <a:gd name="connsiteX5" fmla="*/ 200716 w 200715"/>
                  <a:gd name="connsiteY5" fmla="*/ 39697 h 79393"/>
                  <a:gd name="connsiteX6" fmla="*/ 161019 w 200715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715" h="79393">
                    <a:moveTo>
                      <a:pt x="161019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161019" y="0"/>
                    </a:lnTo>
                    <a:cubicBezTo>
                      <a:pt x="182952" y="0"/>
                      <a:pt x="200716" y="17764"/>
                      <a:pt x="200716" y="39697"/>
                    </a:cubicBezTo>
                    <a:cubicBezTo>
                      <a:pt x="200716" y="61629"/>
                      <a:pt x="182952" y="79393"/>
                      <a:pt x="161019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6D78354C-C5E9-6140-ACE1-A3EB2E0E89BF}"/>
              </a:ext>
            </a:extLst>
          </p:cNvPr>
          <p:cNvGrpSpPr/>
          <p:nvPr/>
        </p:nvGrpSpPr>
        <p:grpSpPr>
          <a:xfrm>
            <a:off x="1539862" y="3689147"/>
            <a:ext cx="769816" cy="769815"/>
            <a:chOff x="1539862" y="3689147"/>
            <a:chExt cx="769816" cy="769815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67E22EF4-770B-D313-79D8-F2D2E0E75435}"/>
                </a:ext>
              </a:extLst>
            </p:cNvPr>
            <p:cNvSpPr/>
            <p:nvPr/>
          </p:nvSpPr>
          <p:spPr>
            <a:xfrm>
              <a:off x="1546362" y="3695746"/>
              <a:ext cx="756567" cy="756616"/>
            </a:xfrm>
            <a:custGeom>
              <a:avLst/>
              <a:gdLst>
                <a:gd name="connsiteX0" fmla="*/ 39697 w 756567"/>
                <a:gd name="connsiteY0" fmla="*/ 756616 h 756616"/>
                <a:gd name="connsiteX1" fmla="*/ 11611 w 756567"/>
                <a:gd name="connsiteY1" fmla="*/ 745005 h 756616"/>
                <a:gd name="connsiteX2" fmla="*/ 11611 w 756567"/>
                <a:gd name="connsiteY2" fmla="*/ 688884 h 756616"/>
                <a:gd name="connsiteX3" fmla="*/ 688835 w 756567"/>
                <a:gd name="connsiteY3" fmla="*/ 11611 h 756616"/>
                <a:gd name="connsiteX4" fmla="*/ 744956 w 756567"/>
                <a:gd name="connsiteY4" fmla="*/ 11611 h 756616"/>
                <a:gd name="connsiteX5" fmla="*/ 744956 w 756567"/>
                <a:gd name="connsiteY5" fmla="*/ 67732 h 756616"/>
                <a:gd name="connsiteX6" fmla="*/ 67732 w 756567"/>
                <a:gd name="connsiteY6" fmla="*/ 744955 h 756616"/>
                <a:gd name="connsiteX7" fmla="*/ 39647 w 756567"/>
                <a:gd name="connsiteY7" fmla="*/ 756567 h 756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567" h="756616">
                  <a:moveTo>
                    <a:pt x="39697" y="756616"/>
                  </a:moveTo>
                  <a:cubicBezTo>
                    <a:pt x="29524" y="756616"/>
                    <a:pt x="19402" y="752746"/>
                    <a:pt x="11611" y="745005"/>
                  </a:cubicBezTo>
                  <a:cubicBezTo>
                    <a:pt x="-3870" y="729523"/>
                    <a:pt x="-3870" y="704366"/>
                    <a:pt x="11611" y="688884"/>
                  </a:cubicBezTo>
                  <a:lnTo>
                    <a:pt x="688835" y="11611"/>
                  </a:lnTo>
                  <a:cubicBezTo>
                    <a:pt x="704317" y="-3870"/>
                    <a:pt x="729475" y="-3870"/>
                    <a:pt x="744956" y="11611"/>
                  </a:cubicBezTo>
                  <a:cubicBezTo>
                    <a:pt x="760438" y="27093"/>
                    <a:pt x="760438" y="52251"/>
                    <a:pt x="744956" y="67732"/>
                  </a:cubicBezTo>
                  <a:lnTo>
                    <a:pt x="67732" y="744955"/>
                  </a:lnTo>
                  <a:cubicBezTo>
                    <a:pt x="59991" y="752696"/>
                    <a:pt x="49819" y="756567"/>
                    <a:pt x="39647" y="75656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F1BD93C8-4AB9-91FF-6D23-EEE66E42DF80}"/>
                </a:ext>
              </a:extLst>
            </p:cNvPr>
            <p:cNvSpPr/>
            <p:nvPr/>
          </p:nvSpPr>
          <p:spPr>
            <a:xfrm>
              <a:off x="1546610" y="3695647"/>
              <a:ext cx="756567" cy="756566"/>
            </a:xfrm>
            <a:custGeom>
              <a:avLst/>
              <a:gdLst>
                <a:gd name="connsiteX0" fmla="*/ 716871 w 756567"/>
                <a:gd name="connsiteY0" fmla="*/ 756567 h 756566"/>
                <a:gd name="connsiteX1" fmla="*/ 688786 w 756567"/>
                <a:gd name="connsiteY1" fmla="*/ 744955 h 756566"/>
                <a:gd name="connsiteX2" fmla="*/ 11611 w 756567"/>
                <a:gd name="connsiteY2" fmla="*/ 67732 h 756566"/>
                <a:gd name="connsiteX3" fmla="*/ 11611 w 756567"/>
                <a:gd name="connsiteY3" fmla="*/ 11611 h 756566"/>
                <a:gd name="connsiteX4" fmla="*/ 67732 w 756567"/>
                <a:gd name="connsiteY4" fmla="*/ 11611 h 756566"/>
                <a:gd name="connsiteX5" fmla="*/ 744956 w 756567"/>
                <a:gd name="connsiteY5" fmla="*/ 688834 h 756566"/>
                <a:gd name="connsiteX6" fmla="*/ 744956 w 756567"/>
                <a:gd name="connsiteY6" fmla="*/ 744955 h 756566"/>
                <a:gd name="connsiteX7" fmla="*/ 716871 w 756567"/>
                <a:gd name="connsiteY7" fmla="*/ 756567 h 75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6567" h="756566">
                  <a:moveTo>
                    <a:pt x="716871" y="756567"/>
                  </a:moveTo>
                  <a:cubicBezTo>
                    <a:pt x="706699" y="756567"/>
                    <a:pt x="696576" y="752696"/>
                    <a:pt x="688786" y="74495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744956" y="688834"/>
                  </a:lnTo>
                  <a:cubicBezTo>
                    <a:pt x="760438" y="704316"/>
                    <a:pt x="760438" y="729474"/>
                    <a:pt x="744956" y="744955"/>
                  </a:cubicBezTo>
                  <a:cubicBezTo>
                    <a:pt x="737215" y="752696"/>
                    <a:pt x="727043" y="756567"/>
                    <a:pt x="716871" y="756567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B14DBAC4-8067-B88E-CBB0-05F1DEB2C5E2}"/>
                </a:ext>
              </a:extLst>
            </p:cNvPr>
            <p:cNvSpPr/>
            <p:nvPr/>
          </p:nvSpPr>
          <p:spPr>
            <a:xfrm>
              <a:off x="2067430" y="3689395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162855 w 242248"/>
                <a:gd name="connsiteY1" fmla="*/ 202552 h 242248"/>
                <a:gd name="connsiteX2" fmla="*/ 162855 w 242248"/>
                <a:gd name="connsiteY2" fmla="*/ 79393 h 242248"/>
                <a:gd name="connsiteX3" fmla="*/ 39697 w 242248"/>
                <a:gd name="connsiteY3" fmla="*/ 79393 h 242248"/>
                <a:gd name="connsiteX4" fmla="*/ 0 w 242248"/>
                <a:gd name="connsiteY4" fmla="*/ 39697 h 242248"/>
                <a:gd name="connsiteX5" fmla="*/ 39697 w 242248"/>
                <a:gd name="connsiteY5" fmla="*/ 0 h 242248"/>
                <a:gd name="connsiteX6" fmla="*/ 202552 w 242248"/>
                <a:gd name="connsiteY6" fmla="*/ 0 h 242248"/>
                <a:gd name="connsiteX7" fmla="*/ 242249 w 242248"/>
                <a:gd name="connsiteY7" fmla="*/ 39697 h 242248"/>
                <a:gd name="connsiteX8" fmla="*/ 242249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cubicBezTo>
                    <a:pt x="180619" y="242248"/>
                    <a:pt x="162855" y="224484"/>
                    <a:pt x="162855" y="202552"/>
                  </a:cubicBezTo>
                  <a:lnTo>
                    <a:pt x="162855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9" y="17764"/>
                    <a:pt x="242249" y="39697"/>
                  </a:cubicBezTo>
                  <a:lnTo>
                    <a:pt x="242249" y="202552"/>
                  </a:lnTo>
                  <a:cubicBezTo>
                    <a:pt x="242249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16EA6AF-5D1B-65DD-8DE0-349DBE3501EA}"/>
                </a:ext>
              </a:extLst>
            </p:cNvPr>
            <p:cNvSpPr/>
            <p:nvPr/>
          </p:nvSpPr>
          <p:spPr>
            <a:xfrm>
              <a:off x="1539862" y="4216664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0 w 242248"/>
                <a:gd name="connsiteY3" fmla="*/ 39697 h 242248"/>
                <a:gd name="connsiteX4" fmla="*/ 39697 w 242248"/>
                <a:gd name="connsiteY4" fmla="*/ 0 h 242248"/>
                <a:gd name="connsiteX5" fmla="*/ 79393 w 242248"/>
                <a:gd name="connsiteY5" fmla="*/ 39697 h 242248"/>
                <a:gd name="connsiteX6" fmla="*/ 79393 w 242248"/>
                <a:gd name="connsiteY6" fmla="*/ 162855 h 242248"/>
                <a:gd name="connsiteX7" fmla="*/ 202552 w 242248"/>
                <a:gd name="connsiteY7" fmla="*/ 162855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2855"/>
                  </a:lnTo>
                  <a:lnTo>
                    <a:pt x="202552" y="162855"/>
                  </a:lnTo>
                  <a:cubicBezTo>
                    <a:pt x="224484" y="162855"/>
                    <a:pt x="242248" y="180619"/>
                    <a:pt x="242248" y="202552"/>
                  </a:cubicBez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AF8830D9-A05C-F877-4725-D7E8BD6F9E7E}"/>
                </a:ext>
              </a:extLst>
            </p:cNvPr>
            <p:cNvSpPr/>
            <p:nvPr/>
          </p:nvSpPr>
          <p:spPr>
            <a:xfrm>
              <a:off x="2067281" y="4216714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39697 w 242248"/>
                <a:gd name="connsiteY3" fmla="*/ 162855 h 242248"/>
                <a:gd name="connsiteX4" fmla="*/ 162855 w 242248"/>
                <a:gd name="connsiteY4" fmla="*/ 162855 h 242248"/>
                <a:gd name="connsiteX5" fmla="*/ 162855 w 242248"/>
                <a:gd name="connsiteY5" fmla="*/ 39697 h 242248"/>
                <a:gd name="connsiteX6" fmla="*/ 202552 w 242248"/>
                <a:gd name="connsiteY6" fmla="*/ 0 h 242248"/>
                <a:gd name="connsiteX7" fmla="*/ 242248 w 242248"/>
                <a:gd name="connsiteY7" fmla="*/ 39697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cubicBezTo>
                    <a:pt x="0" y="180619"/>
                    <a:pt x="17764" y="162855"/>
                    <a:pt x="39697" y="162855"/>
                  </a:cubicBezTo>
                  <a:lnTo>
                    <a:pt x="162855" y="162855"/>
                  </a:lnTo>
                  <a:lnTo>
                    <a:pt x="162855" y="39697"/>
                  </a:lnTo>
                  <a:cubicBezTo>
                    <a:pt x="162855" y="17764"/>
                    <a:pt x="180619" y="0"/>
                    <a:pt x="202552" y="0"/>
                  </a:cubicBezTo>
                  <a:cubicBezTo>
                    <a:pt x="224484" y="0"/>
                    <a:pt x="242248" y="17764"/>
                    <a:pt x="242248" y="39697"/>
                  </a:cubicBezTo>
                  <a:lnTo>
                    <a:pt x="242248" y="202552"/>
                  </a:ln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DE1E5D99-7C9C-608B-59AC-8E3AB1C7A793}"/>
                </a:ext>
              </a:extLst>
            </p:cNvPr>
            <p:cNvSpPr/>
            <p:nvPr/>
          </p:nvSpPr>
          <p:spPr>
            <a:xfrm>
              <a:off x="1540011" y="3689147"/>
              <a:ext cx="242248" cy="242248"/>
            </a:xfrm>
            <a:custGeom>
              <a:avLst/>
              <a:gdLst>
                <a:gd name="connsiteX0" fmla="*/ 39697 w 242248"/>
                <a:gd name="connsiteY0" fmla="*/ 242248 h 242248"/>
                <a:gd name="connsiteX1" fmla="*/ 0 w 242248"/>
                <a:gd name="connsiteY1" fmla="*/ 202552 h 242248"/>
                <a:gd name="connsiteX2" fmla="*/ 0 w 242248"/>
                <a:gd name="connsiteY2" fmla="*/ 39697 h 242248"/>
                <a:gd name="connsiteX3" fmla="*/ 39697 w 242248"/>
                <a:gd name="connsiteY3" fmla="*/ 0 h 242248"/>
                <a:gd name="connsiteX4" fmla="*/ 202552 w 242248"/>
                <a:gd name="connsiteY4" fmla="*/ 0 h 242248"/>
                <a:gd name="connsiteX5" fmla="*/ 242248 w 242248"/>
                <a:gd name="connsiteY5" fmla="*/ 39697 h 242248"/>
                <a:gd name="connsiteX6" fmla="*/ 202552 w 242248"/>
                <a:gd name="connsiteY6" fmla="*/ 79393 h 242248"/>
                <a:gd name="connsiteX7" fmla="*/ 79393 w 242248"/>
                <a:gd name="connsiteY7" fmla="*/ 79393 h 242248"/>
                <a:gd name="connsiteX8" fmla="*/ 79393 w 242248"/>
                <a:gd name="connsiteY8" fmla="*/ 202552 h 242248"/>
                <a:gd name="connsiteX9" fmla="*/ 39697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39697" y="242248"/>
                  </a:move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8" y="17764"/>
                    <a:pt x="242248" y="39697"/>
                  </a:cubicBezTo>
                  <a:cubicBezTo>
                    <a:pt x="242248" y="61629"/>
                    <a:pt x="224484" y="79393"/>
                    <a:pt x="202552" y="79393"/>
                  </a:cubicBezTo>
                  <a:lnTo>
                    <a:pt x="79393" y="79393"/>
                  </a:lnTo>
                  <a:lnTo>
                    <a:pt x="79393" y="202552"/>
                  </a:lnTo>
                  <a:cubicBezTo>
                    <a:pt x="79393" y="224484"/>
                    <a:pt x="61629" y="242248"/>
                    <a:pt x="39697" y="24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323D9D43-C58A-77D8-EAD6-87FE93369D84}"/>
              </a:ext>
            </a:extLst>
          </p:cNvPr>
          <p:cNvGrpSpPr/>
          <p:nvPr/>
        </p:nvGrpSpPr>
        <p:grpSpPr>
          <a:xfrm>
            <a:off x="2832411" y="3674707"/>
            <a:ext cx="810653" cy="797007"/>
            <a:chOff x="2832411" y="3674707"/>
            <a:chExt cx="810653" cy="797007"/>
          </a:xfrm>
        </p:grpSpPr>
        <p:grpSp>
          <p:nvGrpSpPr>
            <p:cNvPr id="248" name="Picture Placeholder 75">
              <a:extLst>
                <a:ext uri="{FF2B5EF4-FFF2-40B4-BE49-F238E27FC236}">
                  <a16:creationId xmlns:a16="http://schemas.microsoft.com/office/drawing/2014/main" id="{B73F8867-FD61-4B49-173D-06F73057C402}"/>
                </a:ext>
              </a:extLst>
            </p:cNvPr>
            <p:cNvGrpSpPr/>
            <p:nvPr/>
          </p:nvGrpSpPr>
          <p:grpSpPr>
            <a:xfrm>
              <a:off x="2879352" y="3711228"/>
              <a:ext cx="725802" cy="725950"/>
              <a:chOff x="2879352" y="3711228"/>
              <a:chExt cx="725802" cy="725950"/>
            </a:xfrm>
          </p:grpSpPr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5880197D-6D1F-8D15-5516-14D9C3D1FDD8}"/>
                  </a:ext>
                </a:extLst>
              </p:cNvPr>
              <p:cNvSpPr/>
              <p:nvPr/>
            </p:nvSpPr>
            <p:spPr>
              <a:xfrm>
                <a:off x="2995266" y="3711277"/>
                <a:ext cx="609888" cy="262146"/>
              </a:xfrm>
              <a:custGeom>
                <a:avLst/>
                <a:gdLst>
                  <a:gd name="connsiteX0" fmla="*/ 304969 w 609888"/>
                  <a:gd name="connsiteY0" fmla="*/ 262146 h 262146"/>
                  <a:gd name="connsiteX1" fmla="*/ 136110 w 609888"/>
                  <a:gd name="connsiteY1" fmla="*/ 192231 h 262146"/>
                  <a:gd name="connsiteX2" fmla="*/ 11611 w 609888"/>
                  <a:gd name="connsiteY2" fmla="*/ 67732 h 262146"/>
                  <a:gd name="connsiteX3" fmla="*/ 11611 w 609888"/>
                  <a:gd name="connsiteY3" fmla="*/ 11611 h 262146"/>
                  <a:gd name="connsiteX4" fmla="*/ 67732 w 609888"/>
                  <a:gd name="connsiteY4" fmla="*/ 11611 h 262146"/>
                  <a:gd name="connsiteX5" fmla="*/ 192231 w 609888"/>
                  <a:gd name="connsiteY5" fmla="*/ 136110 h 262146"/>
                  <a:gd name="connsiteX6" fmla="*/ 417658 w 609888"/>
                  <a:gd name="connsiteY6" fmla="*/ 136110 h 262146"/>
                  <a:gd name="connsiteX7" fmla="*/ 542156 w 609888"/>
                  <a:gd name="connsiteY7" fmla="*/ 11611 h 262146"/>
                  <a:gd name="connsiteX8" fmla="*/ 598277 w 609888"/>
                  <a:gd name="connsiteY8" fmla="*/ 11611 h 262146"/>
                  <a:gd name="connsiteX9" fmla="*/ 598277 w 609888"/>
                  <a:gd name="connsiteY9" fmla="*/ 67732 h 262146"/>
                  <a:gd name="connsiteX10" fmla="*/ 473779 w 609888"/>
                  <a:gd name="connsiteY10" fmla="*/ 192231 h 262146"/>
                  <a:gd name="connsiteX11" fmla="*/ 304919 w 609888"/>
                  <a:gd name="connsiteY11" fmla="*/ 262146 h 26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9888" h="262146">
                    <a:moveTo>
                      <a:pt x="304969" y="262146"/>
                    </a:moveTo>
                    <a:cubicBezTo>
                      <a:pt x="241206" y="262146"/>
                      <a:pt x="181215" y="237286"/>
                      <a:pt x="136110" y="192231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92231" y="136110"/>
                    </a:lnTo>
                    <a:cubicBezTo>
                      <a:pt x="254356" y="198284"/>
                      <a:pt x="355483" y="198284"/>
                      <a:pt x="417658" y="136110"/>
                    </a:cubicBezTo>
                    <a:lnTo>
                      <a:pt x="542156" y="11611"/>
                    </a:lnTo>
                    <a:cubicBezTo>
                      <a:pt x="557638" y="-3870"/>
                      <a:pt x="582796" y="-3870"/>
                      <a:pt x="598277" y="11611"/>
                    </a:cubicBezTo>
                    <a:cubicBezTo>
                      <a:pt x="613759" y="27093"/>
                      <a:pt x="613759" y="52251"/>
                      <a:pt x="598277" y="67732"/>
                    </a:cubicBezTo>
                    <a:lnTo>
                      <a:pt x="473779" y="192231"/>
                    </a:lnTo>
                    <a:cubicBezTo>
                      <a:pt x="428674" y="237336"/>
                      <a:pt x="368732" y="262146"/>
                      <a:pt x="304919" y="26214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F1AF8E52-FC57-B2E5-C947-B07363E6C437}"/>
                  </a:ext>
                </a:extLst>
              </p:cNvPr>
              <p:cNvSpPr/>
              <p:nvPr/>
            </p:nvSpPr>
            <p:spPr>
              <a:xfrm>
                <a:off x="3343008" y="3711228"/>
                <a:ext cx="262146" cy="609937"/>
              </a:xfrm>
              <a:custGeom>
                <a:avLst/>
                <a:gdLst>
                  <a:gd name="connsiteX0" fmla="*/ 222499 w 262146"/>
                  <a:gd name="connsiteY0" fmla="*/ 609937 h 609937"/>
                  <a:gd name="connsiteX1" fmla="*/ 194414 w 262146"/>
                  <a:gd name="connsiteY1" fmla="*/ 598326 h 609937"/>
                  <a:gd name="connsiteX2" fmla="*/ 69916 w 262146"/>
                  <a:gd name="connsiteY2" fmla="*/ 473828 h 609937"/>
                  <a:gd name="connsiteX3" fmla="*/ 0 w 262146"/>
                  <a:gd name="connsiteY3" fmla="*/ 304969 h 609937"/>
                  <a:gd name="connsiteX4" fmla="*/ 69916 w 262146"/>
                  <a:gd name="connsiteY4" fmla="*/ 136110 h 609937"/>
                  <a:gd name="connsiteX5" fmla="*/ 194414 w 262146"/>
                  <a:gd name="connsiteY5" fmla="*/ 11611 h 609937"/>
                  <a:gd name="connsiteX6" fmla="*/ 250535 w 262146"/>
                  <a:gd name="connsiteY6" fmla="*/ 11611 h 609937"/>
                  <a:gd name="connsiteX7" fmla="*/ 250535 w 262146"/>
                  <a:gd name="connsiteY7" fmla="*/ 67732 h 609937"/>
                  <a:gd name="connsiteX8" fmla="*/ 126037 w 262146"/>
                  <a:gd name="connsiteY8" fmla="*/ 192231 h 609937"/>
                  <a:gd name="connsiteX9" fmla="*/ 79344 w 262146"/>
                  <a:gd name="connsiteY9" fmla="*/ 304919 h 609937"/>
                  <a:gd name="connsiteX10" fmla="*/ 126037 w 262146"/>
                  <a:gd name="connsiteY10" fmla="*/ 417608 h 609937"/>
                  <a:gd name="connsiteX11" fmla="*/ 250535 w 262146"/>
                  <a:gd name="connsiteY11" fmla="*/ 542106 h 609937"/>
                  <a:gd name="connsiteX12" fmla="*/ 250535 w 262146"/>
                  <a:gd name="connsiteY12" fmla="*/ 598227 h 609937"/>
                  <a:gd name="connsiteX13" fmla="*/ 222450 w 262146"/>
                  <a:gd name="connsiteY13" fmla="*/ 609838 h 609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2146" h="609937">
                    <a:moveTo>
                      <a:pt x="222499" y="609937"/>
                    </a:moveTo>
                    <a:cubicBezTo>
                      <a:pt x="212327" y="609937"/>
                      <a:pt x="202205" y="606067"/>
                      <a:pt x="194414" y="598326"/>
                    </a:cubicBezTo>
                    <a:lnTo>
                      <a:pt x="69916" y="473828"/>
                    </a:lnTo>
                    <a:cubicBezTo>
                      <a:pt x="24810" y="428723"/>
                      <a:pt x="0" y="368781"/>
                      <a:pt x="0" y="304969"/>
                    </a:cubicBezTo>
                    <a:cubicBezTo>
                      <a:pt x="0" y="241157"/>
                      <a:pt x="24860" y="181215"/>
                      <a:pt x="69916" y="136110"/>
                    </a:cubicBezTo>
                    <a:lnTo>
                      <a:pt x="194414" y="11611"/>
                    </a:lnTo>
                    <a:cubicBezTo>
                      <a:pt x="209896" y="-3870"/>
                      <a:pt x="235053" y="-3870"/>
                      <a:pt x="250535" y="11611"/>
                    </a:cubicBezTo>
                    <a:cubicBezTo>
                      <a:pt x="266017" y="27093"/>
                      <a:pt x="266017" y="52251"/>
                      <a:pt x="250535" y="67732"/>
                    </a:cubicBezTo>
                    <a:lnTo>
                      <a:pt x="126037" y="192231"/>
                    </a:lnTo>
                    <a:cubicBezTo>
                      <a:pt x="95917" y="222350"/>
                      <a:pt x="79344" y="262345"/>
                      <a:pt x="79344" y="304919"/>
                    </a:cubicBezTo>
                    <a:cubicBezTo>
                      <a:pt x="79344" y="347494"/>
                      <a:pt x="95917" y="387538"/>
                      <a:pt x="126037" y="417608"/>
                    </a:cubicBezTo>
                    <a:lnTo>
                      <a:pt x="250535" y="542106"/>
                    </a:lnTo>
                    <a:cubicBezTo>
                      <a:pt x="266017" y="557588"/>
                      <a:pt x="266017" y="582745"/>
                      <a:pt x="250535" y="598227"/>
                    </a:cubicBezTo>
                    <a:cubicBezTo>
                      <a:pt x="242794" y="605968"/>
                      <a:pt x="232622" y="609838"/>
                      <a:pt x="222450" y="609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4364727A-600D-055E-A145-2DBBA856596B}"/>
                  </a:ext>
                </a:extLst>
              </p:cNvPr>
              <p:cNvSpPr/>
              <p:nvPr/>
            </p:nvSpPr>
            <p:spPr>
              <a:xfrm>
                <a:off x="2879352" y="3827241"/>
                <a:ext cx="262146" cy="609937"/>
              </a:xfrm>
              <a:custGeom>
                <a:avLst/>
                <a:gdLst>
                  <a:gd name="connsiteX0" fmla="*/ 39697 w 262146"/>
                  <a:gd name="connsiteY0" fmla="*/ 609838 h 609937"/>
                  <a:gd name="connsiteX1" fmla="*/ 11611 w 262146"/>
                  <a:gd name="connsiteY1" fmla="*/ 598227 h 609937"/>
                  <a:gd name="connsiteX2" fmla="*/ 11611 w 262146"/>
                  <a:gd name="connsiteY2" fmla="*/ 542106 h 609937"/>
                  <a:gd name="connsiteX3" fmla="*/ 136110 w 262146"/>
                  <a:gd name="connsiteY3" fmla="*/ 417608 h 609937"/>
                  <a:gd name="connsiteX4" fmla="*/ 182803 w 262146"/>
                  <a:gd name="connsiteY4" fmla="*/ 304919 h 609937"/>
                  <a:gd name="connsiteX5" fmla="*/ 136110 w 262146"/>
                  <a:gd name="connsiteY5" fmla="*/ 192231 h 609937"/>
                  <a:gd name="connsiteX6" fmla="*/ 11611 w 262146"/>
                  <a:gd name="connsiteY6" fmla="*/ 67732 h 609937"/>
                  <a:gd name="connsiteX7" fmla="*/ 11611 w 262146"/>
                  <a:gd name="connsiteY7" fmla="*/ 11611 h 609937"/>
                  <a:gd name="connsiteX8" fmla="*/ 67732 w 262146"/>
                  <a:gd name="connsiteY8" fmla="*/ 11611 h 609937"/>
                  <a:gd name="connsiteX9" fmla="*/ 192231 w 262146"/>
                  <a:gd name="connsiteY9" fmla="*/ 136110 h 609937"/>
                  <a:gd name="connsiteX10" fmla="*/ 262146 w 262146"/>
                  <a:gd name="connsiteY10" fmla="*/ 304969 h 609937"/>
                  <a:gd name="connsiteX11" fmla="*/ 192231 w 262146"/>
                  <a:gd name="connsiteY11" fmla="*/ 473828 h 609937"/>
                  <a:gd name="connsiteX12" fmla="*/ 67732 w 262146"/>
                  <a:gd name="connsiteY12" fmla="*/ 598326 h 609937"/>
                  <a:gd name="connsiteX13" fmla="*/ 39647 w 262146"/>
                  <a:gd name="connsiteY13" fmla="*/ 609938 h 609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2146" h="609937">
                    <a:moveTo>
                      <a:pt x="39697" y="609838"/>
                    </a:moveTo>
                    <a:cubicBezTo>
                      <a:pt x="29524" y="609838"/>
                      <a:pt x="19402" y="605968"/>
                      <a:pt x="11611" y="598227"/>
                    </a:cubicBezTo>
                    <a:cubicBezTo>
                      <a:pt x="-3870" y="582745"/>
                      <a:pt x="-3870" y="557588"/>
                      <a:pt x="11611" y="542106"/>
                    </a:cubicBezTo>
                    <a:lnTo>
                      <a:pt x="136110" y="417608"/>
                    </a:lnTo>
                    <a:cubicBezTo>
                      <a:pt x="166229" y="387488"/>
                      <a:pt x="182803" y="347494"/>
                      <a:pt x="182803" y="304919"/>
                    </a:cubicBezTo>
                    <a:cubicBezTo>
                      <a:pt x="182803" y="262345"/>
                      <a:pt x="166229" y="222301"/>
                      <a:pt x="136110" y="192231"/>
                    </a:cubicBezTo>
                    <a:lnTo>
                      <a:pt x="11611" y="67732"/>
                    </a:lnTo>
                    <a:cubicBezTo>
                      <a:pt x="-3870" y="52251"/>
                      <a:pt x="-3870" y="27093"/>
                      <a:pt x="11611" y="11611"/>
                    </a:cubicBezTo>
                    <a:cubicBezTo>
                      <a:pt x="27093" y="-3870"/>
                      <a:pt x="52251" y="-3870"/>
                      <a:pt x="67732" y="11611"/>
                    </a:cubicBezTo>
                    <a:lnTo>
                      <a:pt x="192231" y="136110"/>
                    </a:lnTo>
                    <a:cubicBezTo>
                      <a:pt x="237336" y="181215"/>
                      <a:pt x="262146" y="241157"/>
                      <a:pt x="262146" y="304969"/>
                    </a:cubicBezTo>
                    <a:cubicBezTo>
                      <a:pt x="262146" y="368781"/>
                      <a:pt x="237286" y="428723"/>
                      <a:pt x="192231" y="473828"/>
                    </a:cubicBezTo>
                    <a:lnTo>
                      <a:pt x="67732" y="598326"/>
                    </a:lnTo>
                    <a:cubicBezTo>
                      <a:pt x="59991" y="606067"/>
                      <a:pt x="49819" y="609938"/>
                      <a:pt x="39647" y="6099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283658A6-62E5-F02B-F6E1-AB94433041DC}"/>
                  </a:ext>
                </a:extLst>
              </p:cNvPr>
              <p:cNvSpPr/>
              <p:nvPr/>
            </p:nvSpPr>
            <p:spPr>
              <a:xfrm>
                <a:off x="2879352" y="4174933"/>
                <a:ext cx="609938" cy="262146"/>
              </a:xfrm>
              <a:custGeom>
                <a:avLst/>
                <a:gdLst>
                  <a:gd name="connsiteX0" fmla="*/ 570242 w 609938"/>
                  <a:gd name="connsiteY0" fmla="*/ 262146 h 262146"/>
                  <a:gd name="connsiteX1" fmla="*/ 542156 w 609938"/>
                  <a:gd name="connsiteY1" fmla="*/ 250535 h 262146"/>
                  <a:gd name="connsiteX2" fmla="*/ 417658 w 609938"/>
                  <a:gd name="connsiteY2" fmla="*/ 126037 h 262146"/>
                  <a:gd name="connsiteX3" fmla="*/ 192231 w 609938"/>
                  <a:gd name="connsiteY3" fmla="*/ 126037 h 262146"/>
                  <a:gd name="connsiteX4" fmla="*/ 67732 w 609938"/>
                  <a:gd name="connsiteY4" fmla="*/ 250535 h 262146"/>
                  <a:gd name="connsiteX5" fmla="*/ 11611 w 609938"/>
                  <a:gd name="connsiteY5" fmla="*/ 250535 h 262146"/>
                  <a:gd name="connsiteX6" fmla="*/ 11611 w 609938"/>
                  <a:gd name="connsiteY6" fmla="*/ 194414 h 262146"/>
                  <a:gd name="connsiteX7" fmla="*/ 136110 w 609938"/>
                  <a:gd name="connsiteY7" fmla="*/ 69916 h 262146"/>
                  <a:gd name="connsiteX8" fmla="*/ 304969 w 609938"/>
                  <a:gd name="connsiteY8" fmla="*/ 0 h 262146"/>
                  <a:gd name="connsiteX9" fmla="*/ 473828 w 609938"/>
                  <a:gd name="connsiteY9" fmla="*/ 69916 h 262146"/>
                  <a:gd name="connsiteX10" fmla="*/ 598327 w 609938"/>
                  <a:gd name="connsiteY10" fmla="*/ 194414 h 262146"/>
                  <a:gd name="connsiteX11" fmla="*/ 598327 w 609938"/>
                  <a:gd name="connsiteY11" fmla="*/ 250535 h 262146"/>
                  <a:gd name="connsiteX12" fmla="*/ 570242 w 609938"/>
                  <a:gd name="connsiteY12" fmla="*/ 262146 h 26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9938" h="262146">
                    <a:moveTo>
                      <a:pt x="570242" y="262146"/>
                    </a:moveTo>
                    <a:cubicBezTo>
                      <a:pt x="560069" y="262146"/>
                      <a:pt x="549947" y="258276"/>
                      <a:pt x="542156" y="250535"/>
                    </a:cubicBezTo>
                    <a:lnTo>
                      <a:pt x="417658" y="126037"/>
                    </a:lnTo>
                    <a:cubicBezTo>
                      <a:pt x="355533" y="63862"/>
                      <a:pt x="254406" y="63862"/>
                      <a:pt x="192231" y="126037"/>
                    </a:cubicBezTo>
                    <a:lnTo>
                      <a:pt x="67732" y="250535"/>
                    </a:lnTo>
                    <a:cubicBezTo>
                      <a:pt x="52251" y="266017"/>
                      <a:pt x="27093" y="266017"/>
                      <a:pt x="11611" y="250535"/>
                    </a:cubicBezTo>
                    <a:cubicBezTo>
                      <a:pt x="-3870" y="235053"/>
                      <a:pt x="-3870" y="209896"/>
                      <a:pt x="11611" y="194414"/>
                    </a:cubicBezTo>
                    <a:lnTo>
                      <a:pt x="136110" y="69916"/>
                    </a:lnTo>
                    <a:cubicBezTo>
                      <a:pt x="181215" y="24810"/>
                      <a:pt x="241157" y="0"/>
                      <a:pt x="304969" y="0"/>
                    </a:cubicBezTo>
                    <a:cubicBezTo>
                      <a:pt x="368781" y="0"/>
                      <a:pt x="428723" y="24860"/>
                      <a:pt x="473828" y="69916"/>
                    </a:cubicBezTo>
                    <a:lnTo>
                      <a:pt x="598327" y="194414"/>
                    </a:lnTo>
                    <a:cubicBezTo>
                      <a:pt x="613809" y="209896"/>
                      <a:pt x="613809" y="235053"/>
                      <a:pt x="598327" y="250535"/>
                    </a:cubicBezTo>
                    <a:cubicBezTo>
                      <a:pt x="590586" y="258276"/>
                      <a:pt x="580414" y="262146"/>
                      <a:pt x="570242" y="262146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2E9A0BF3-5174-6B7B-FCD3-912C9291EAFC}"/>
                </a:ext>
              </a:extLst>
            </p:cNvPr>
            <p:cNvSpPr/>
            <p:nvPr/>
          </p:nvSpPr>
          <p:spPr>
            <a:xfrm>
              <a:off x="2832411" y="4229466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39697 w 242248"/>
                <a:gd name="connsiteY1" fmla="*/ 242248 h 242248"/>
                <a:gd name="connsiteX2" fmla="*/ 0 w 242248"/>
                <a:gd name="connsiteY2" fmla="*/ 202552 h 242248"/>
                <a:gd name="connsiteX3" fmla="*/ 0 w 242248"/>
                <a:gd name="connsiteY3" fmla="*/ 39697 h 242248"/>
                <a:gd name="connsiteX4" fmla="*/ 39697 w 242248"/>
                <a:gd name="connsiteY4" fmla="*/ 0 h 242248"/>
                <a:gd name="connsiteX5" fmla="*/ 79393 w 242248"/>
                <a:gd name="connsiteY5" fmla="*/ 39697 h 242248"/>
                <a:gd name="connsiteX6" fmla="*/ 79393 w 242248"/>
                <a:gd name="connsiteY6" fmla="*/ 162855 h 242248"/>
                <a:gd name="connsiteX7" fmla="*/ 202552 w 242248"/>
                <a:gd name="connsiteY7" fmla="*/ 162855 h 242248"/>
                <a:gd name="connsiteX8" fmla="*/ 242248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lnTo>
                    <a:pt x="39697" y="242248"/>
                  </a:lnTo>
                  <a:cubicBezTo>
                    <a:pt x="17764" y="242248"/>
                    <a:pt x="0" y="224484"/>
                    <a:pt x="0" y="202552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62855"/>
                  </a:lnTo>
                  <a:lnTo>
                    <a:pt x="202552" y="162855"/>
                  </a:lnTo>
                  <a:cubicBezTo>
                    <a:pt x="224484" y="162855"/>
                    <a:pt x="242248" y="180619"/>
                    <a:pt x="242248" y="202552"/>
                  </a:cubicBezTo>
                  <a:cubicBezTo>
                    <a:pt x="242248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7D170065-74B9-7FC2-FBC3-35D09FF0858F}"/>
                </a:ext>
              </a:extLst>
            </p:cNvPr>
            <p:cNvSpPr/>
            <p:nvPr/>
          </p:nvSpPr>
          <p:spPr>
            <a:xfrm>
              <a:off x="3400816" y="3674707"/>
              <a:ext cx="242248" cy="242248"/>
            </a:xfrm>
            <a:custGeom>
              <a:avLst/>
              <a:gdLst>
                <a:gd name="connsiteX0" fmla="*/ 202552 w 242248"/>
                <a:gd name="connsiteY0" fmla="*/ 242248 h 242248"/>
                <a:gd name="connsiteX1" fmla="*/ 162855 w 242248"/>
                <a:gd name="connsiteY1" fmla="*/ 202552 h 242248"/>
                <a:gd name="connsiteX2" fmla="*/ 162855 w 242248"/>
                <a:gd name="connsiteY2" fmla="*/ 79393 h 242248"/>
                <a:gd name="connsiteX3" fmla="*/ 39697 w 242248"/>
                <a:gd name="connsiteY3" fmla="*/ 79393 h 242248"/>
                <a:gd name="connsiteX4" fmla="*/ 0 w 242248"/>
                <a:gd name="connsiteY4" fmla="*/ 39697 h 242248"/>
                <a:gd name="connsiteX5" fmla="*/ 39697 w 242248"/>
                <a:gd name="connsiteY5" fmla="*/ 0 h 242248"/>
                <a:gd name="connsiteX6" fmla="*/ 202552 w 242248"/>
                <a:gd name="connsiteY6" fmla="*/ 0 h 242248"/>
                <a:gd name="connsiteX7" fmla="*/ 242249 w 242248"/>
                <a:gd name="connsiteY7" fmla="*/ 39697 h 242248"/>
                <a:gd name="connsiteX8" fmla="*/ 242249 w 242248"/>
                <a:gd name="connsiteY8" fmla="*/ 202552 h 242248"/>
                <a:gd name="connsiteX9" fmla="*/ 202552 w 242248"/>
                <a:gd name="connsiteY9" fmla="*/ 242248 h 24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248" h="242248">
                  <a:moveTo>
                    <a:pt x="202552" y="242248"/>
                  </a:moveTo>
                  <a:cubicBezTo>
                    <a:pt x="180620" y="242248"/>
                    <a:pt x="162855" y="224484"/>
                    <a:pt x="162855" y="202552"/>
                  </a:cubicBezTo>
                  <a:lnTo>
                    <a:pt x="162855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2552" y="0"/>
                  </a:lnTo>
                  <a:cubicBezTo>
                    <a:pt x="224484" y="0"/>
                    <a:pt x="242249" y="17764"/>
                    <a:pt x="242249" y="39697"/>
                  </a:cubicBezTo>
                  <a:lnTo>
                    <a:pt x="242249" y="202552"/>
                  </a:lnTo>
                  <a:cubicBezTo>
                    <a:pt x="242249" y="224484"/>
                    <a:pt x="224484" y="242248"/>
                    <a:pt x="202552" y="24224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13B2FA45-055A-4684-5133-5F3D63F923F8}"/>
              </a:ext>
            </a:extLst>
          </p:cNvPr>
          <p:cNvGrpSpPr/>
          <p:nvPr/>
        </p:nvGrpSpPr>
        <p:grpSpPr>
          <a:xfrm>
            <a:off x="4176813" y="3663890"/>
            <a:ext cx="765896" cy="820527"/>
            <a:chOff x="4176813" y="3663890"/>
            <a:chExt cx="765896" cy="820527"/>
          </a:xfrm>
        </p:grpSpPr>
        <p:grpSp>
          <p:nvGrpSpPr>
            <p:cNvPr id="257" name="Picture Placeholder 123">
              <a:extLst>
                <a:ext uri="{FF2B5EF4-FFF2-40B4-BE49-F238E27FC236}">
                  <a16:creationId xmlns:a16="http://schemas.microsoft.com/office/drawing/2014/main" id="{6B56FB53-DB80-5438-6599-C244F4E11441}"/>
                </a:ext>
              </a:extLst>
            </p:cNvPr>
            <p:cNvGrpSpPr/>
            <p:nvPr/>
          </p:nvGrpSpPr>
          <p:grpSpPr>
            <a:xfrm>
              <a:off x="4176813" y="3663890"/>
              <a:ext cx="454972" cy="820527"/>
              <a:chOff x="4176813" y="3663890"/>
              <a:chExt cx="454972" cy="820527"/>
            </a:xfrm>
          </p:grpSpPr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EED826E9-8967-89B6-62A9-4B1D6D9952FA}"/>
                  </a:ext>
                </a:extLst>
              </p:cNvPr>
              <p:cNvSpPr/>
              <p:nvPr/>
            </p:nvSpPr>
            <p:spPr>
              <a:xfrm>
                <a:off x="4282158" y="3663890"/>
                <a:ext cx="233118" cy="233117"/>
              </a:xfrm>
              <a:custGeom>
                <a:avLst/>
                <a:gdLst>
                  <a:gd name="connsiteX0" fmla="*/ 116559 w 233118"/>
                  <a:gd name="connsiteY0" fmla="*/ 233118 h 233117"/>
                  <a:gd name="connsiteX1" fmla="*/ 0 w 233118"/>
                  <a:gd name="connsiteY1" fmla="*/ 116559 h 233117"/>
                  <a:gd name="connsiteX2" fmla="*/ 116559 w 233118"/>
                  <a:gd name="connsiteY2" fmla="*/ 0 h 233117"/>
                  <a:gd name="connsiteX3" fmla="*/ 233118 w 233118"/>
                  <a:gd name="connsiteY3" fmla="*/ 116559 h 233117"/>
                  <a:gd name="connsiteX4" fmla="*/ 116559 w 233118"/>
                  <a:gd name="connsiteY4" fmla="*/ 233118 h 233117"/>
                  <a:gd name="connsiteX5" fmla="*/ 116559 w 233118"/>
                  <a:gd name="connsiteY5" fmla="*/ 79393 h 233117"/>
                  <a:gd name="connsiteX6" fmla="*/ 79393 w 233118"/>
                  <a:gd name="connsiteY6" fmla="*/ 116559 h 233117"/>
                  <a:gd name="connsiteX7" fmla="*/ 116559 w 233118"/>
                  <a:gd name="connsiteY7" fmla="*/ 153725 h 233117"/>
                  <a:gd name="connsiteX8" fmla="*/ 153725 w 233118"/>
                  <a:gd name="connsiteY8" fmla="*/ 116559 h 233117"/>
                  <a:gd name="connsiteX9" fmla="*/ 116559 w 233118"/>
                  <a:gd name="connsiteY9" fmla="*/ 79393 h 23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3118" h="233117">
                    <a:moveTo>
                      <a:pt x="116559" y="233118"/>
                    </a:moveTo>
                    <a:cubicBezTo>
                      <a:pt x="52300" y="233118"/>
                      <a:pt x="0" y="180818"/>
                      <a:pt x="0" y="116559"/>
                    </a:cubicBezTo>
                    <a:cubicBezTo>
                      <a:pt x="0" y="52300"/>
                      <a:pt x="52251" y="0"/>
                      <a:pt x="116559" y="0"/>
                    </a:cubicBezTo>
                    <a:cubicBezTo>
                      <a:pt x="180868" y="0"/>
                      <a:pt x="233118" y="52300"/>
                      <a:pt x="233118" y="116559"/>
                    </a:cubicBezTo>
                    <a:cubicBezTo>
                      <a:pt x="233118" y="180818"/>
                      <a:pt x="180818" y="233118"/>
                      <a:pt x="116559" y="233118"/>
                    </a:cubicBezTo>
                    <a:close/>
                    <a:moveTo>
                      <a:pt x="116559" y="79393"/>
                    </a:moveTo>
                    <a:cubicBezTo>
                      <a:pt x="96066" y="79393"/>
                      <a:pt x="79393" y="96066"/>
                      <a:pt x="79393" y="116559"/>
                    </a:cubicBezTo>
                    <a:cubicBezTo>
                      <a:pt x="79393" y="137052"/>
                      <a:pt x="96066" y="153725"/>
                      <a:pt x="116559" y="153725"/>
                    </a:cubicBezTo>
                    <a:cubicBezTo>
                      <a:pt x="137052" y="153725"/>
                      <a:pt x="153725" y="137052"/>
                      <a:pt x="153725" y="116559"/>
                    </a:cubicBezTo>
                    <a:cubicBezTo>
                      <a:pt x="153725" y="96066"/>
                      <a:pt x="137052" y="79393"/>
                      <a:pt x="116559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59" name="Picture Placeholder 123">
                <a:extLst>
                  <a:ext uri="{FF2B5EF4-FFF2-40B4-BE49-F238E27FC236}">
                    <a16:creationId xmlns:a16="http://schemas.microsoft.com/office/drawing/2014/main" id="{BEEF3E66-1DE4-1B41-D495-0819A30A3D65}"/>
                  </a:ext>
                </a:extLst>
              </p:cNvPr>
              <p:cNvGrpSpPr/>
              <p:nvPr/>
            </p:nvGrpSpPr>
            <p:grpSpPr>
              <a:xfrm>
                <a:off x="4176813" y="3872594"/>
                <a:ext cx="454972" cy="611823"/>
                <a:chOff x="4176813" y="3872594"/>
                <a:chExt cx="454972" cy="611823"/>
              </a:xfrm>
              <a:solidFill>
                <a:srgbClr val="EE7684"/>
              </a:solidFill>
            </p:grpSpPr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F3019998-B494-9949-6821-5F4FCD37B123}"/>
                    </a:ext>
                  </a:extLst>
                </p:cNvPr>
                <p:cNvSpPr/>
                <p:nvPr/>
              </p:nvSpPr>
              <p:spPr>
                <a:xfrm>
                  <a:off x="4176813" y="3872594"/>
                  <a:ext cx="454972" cy="381533"/>
                </a:xfrm>
                <a:custGeom>
                  <a:avLst/>
                  <a:gdLst>
                    <a:gd name="connsiteX0" fmla="*/ 349181 w 454972"/>
                    <a:gd name="connsiteY0" fmla="*/ 381533 h 381533"/>
                    <a:gd name="connsiteX1" fmla="*/ 276983 w 454972"/>
                    <a:gd name="connsiteY1" fmla="*/ 309335 h 381533"/>
                    <a:gd name="connsiteX2" fmla="*/ 276983 w 454972"/>
                    <a:gd name="connsiteY2" fmla="*/ 169405 h 381533"/>
                    <a:gd name="connsiteX3" fmla="*/ 316680 w 454972"/>
                    <a:gd name="connsiteY3" fmla="*/ 129708 h 381533"/>
                    <a:gd name="connsiteX4" fmla="*/ 356376 w 454972"/>
                    <a:gd name="connsiteY4" fmla="*/ 169405 h 381533"/>
                    <a:gd name="connsiteX5" fmla="*/ 356376 w 454972"/>
                    <a:gd name="connsiteY5" fmla="*/ 302140 h 381533"/>
                    <a:gd name="connsiteX6" fmla="*/ 375629 w 454972"/>
                    <a:gd name="connsiteY6" fmla="*/ 302140 h 381533"/>
                    <a:gd name="connsiteX7" fmla="*/ 375629 w 454972"/>
                    <a:gd name="connsiteY7" fmla="*/ 79443 h 381533"/>
                    <a:gd name="connsiteX8" fmla="*/ 79443 w 454972"/>
                    <a:gd name="connsiteY8" fmla="*/ 79443 h 381533"/>
                    <a:gd name="connsiteX9" fmla="*/ 79443 w 454972"/>
                    <a:gd name="connsiteY9" fmla="*/ 299163 h 381533"/>
                    <a:gd name="connsiteX10" fmla="*/ 86489 w 454972"/>
                    <a:gd name="connsiteY10" fmla="*/ 301991 h 381533"/>
                    <a:gd name="connsiteX11" fmla="*/ 93882 w 454972"/>
                    <a:gd name="connsiteY11" fmla="*/ 302091 h 381533"/>
                    <a:gd name="connsiteX12" fmla="*/ 93882 w 454972"/>
                    <a:gd name="connsiteY12" fmla="*/ 169405 h 381533"/>
                    <a:gd name="connsiteX13" fmla="*/ 133579 w 454972"/>
                    <a:gd name="connsiteY13" fmla="*/ 129708 h 381533"/>
                    <a:gd name="connsiteX14" fmla="*/ 173276 w 454972"/>
                    <a:gd name="connsiteY14" fmla="*/ 169405 h 381533"/>
                    <a:gd name="connsiteX15" fmla="*/ 173276 w 454972"/>
                    <a:gd name="connsiteY15" fmla="*/ 309335 h 381533"/>
                    <a:gd name="connsiteX16" fmla="*/ 101077 w 454972"/>
                    <a:gd name="connsiteY16" fmla="*/ 381533 h 381533"/>
                    <a:gd name="connsiteX17" fmla="*/ 76962 w 454972"/>
                    <a:gd name="connsiteY17" fmla="*/ 380888 h 381533"/>
                    <a:gd name="connsiteX18" fmla="*/ 33097 w 454972"/>
                    <a:gd name="connsiteY18" fmla="*/ 363868 h 381533"/>
                    <a:gd name="connsiteX19" fmla="*/ 0 w 454972"/>
                    <a:gd name="connsiteY19" fmla="*/ 309286 h 381533"/>
                    <a:gd name="connsiteX20" fmla="*/ 0 w 454972"/>
                    <a:gd name="connsiteY20" fmla="*/ 65698 h 381533"/>
                    <a:gd name="connsiteX21" fmla="*/ 65698 w 454972"/>
                    <a:gd name="connsiteY21" fmla="*/ 0 h 381533"/>
                    <a:gd name="connsiteX22" fmla="*/ 389275 w 454972"/>
                    <a:gd name="connsiteY22" fmla="*/ 0 h 381533"/>
                    <a:gd name="connsiteX23" fmla="*/ 454973 w 454972"/>
                    <a:gd name="connsiteY23" fmla="*/ 65698 h 381533"/>
                    <a:gd name="connsiteX24" fmla="*/ 454973 w 454972"/>
                    <a:gd name="connsiteY24" fmla="*/ 309286 h 381533"/>
                    <a:gd name="connsiteX25" fmla="*/ 387687 w 454972"/>
                    <a:gd name="connsiteY25" fmla="*/ 381335 h 381533"/>
                    <a:gd name="connsiteX26" fmla="*/ 349132 w 454972"/>
                    <a:gd name="connsiteY26" fmla="*/ 381484 h 381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54972" h="381533">
                      <a:moveTo>
                        <a:pt x="349181" y="381533"/>
                      </a:moveTo>
                      <a:cubicBezTo>
                        <a:pt x="309385" y="381533"/>
                        <a:pt x="276983" y="349131"/>
                        <a:pt x="276983" y="309335"/>
                      </a:cubicBezTo>
                      <a:lnTo>
                        <a:pt x="276983" y="169405"/>
                      </a:lnTo>
                      <a:cubicBezTo>
                        <a:pt x="276983" y="147473"/>
                        <a:pt x="294747" y="129708"/>
                        <a:pt x="316680" y="129708"/>
                      </a:cubicBezTo>
                      <a:cubicBezTo>
                        <a:pt x="338612" y="129708"/>
                        <a:pt x="356376" y="147473"/>
                        <a:pt x="356376" y="169405"/>
                      </a:cubicBezTo>
                      <a:lnTo>
                        <a:pt x="356376" y="302140"/>
                      </a:lnTo>
                      <a:cubicBezTo>
                        <a:pt x="361934" y="302140"/>
                        <a:pt x="369675" y="302140"/>
                        <a:pt x="375629" y="302140"/>
                      </a:cubicBezTo>
                      <a:lnTo>
                        <a:pt x="375629" y="79443"/>
                      </a:lnTo>
                      <a:lnTo>
                        <a:pt x="79443" y="79443"/>
                      </a:lnTo>
                      <a:lnTo>
                        <a:pt x="79443" y="299163"/>
                      </a:lnTo>
                      <a:cubicBezTo>
                        <a:pt x="81775" y="300354"/>
                        <a:pt x="84455" y="301495"/>
                        <a:pt x="86489" y="301991"/>
                      </a:cubicBezTo>
                      <a:cubicBezTo>
                        <a:pt x="88375" y="301991"/>
                        <a:pt x="91203" y="302041"/>
                        <a:pt x="93882" y="302091"/>
                      </a:cubicBezTo>
                      <a:lnTo>
                        <a:pt x="93882" y="169405"/>
                      </a:lnTo>
                      <a:cubicBezTo>
                        <a:pt x="93882" y="147473"/>
                        <a:pt x="111647" y="129708"/>
                        <a:pt x="133579" y="129708"/>
                      </a:cubicBezTo>
                      <a:cubicBezTo>
                        <a:pt x="155511" y="129708"/>
                        <a:pt x="173276" y="147473"/>
                        <a:pt x="173276" y="169405"/>
                      </a:cubicBezTo>
                      <a:lnTo>
                        <a:pt x="173276" y="309335"/>
                      </a:lnTo>
                      <a:cubicBezTo>
                        <a:pt x="173276" y="349131"/>
                        <a:pt x="140873" y="381533"/>
                        <a:pt x="101077" y="381533"/>
                      </a:cubicBezTo>
                      <a:cubicBezTo>
                        <a:pt x="81825" y="381533"/>
                        <a:pt x="78302" y="381087"/>
                        <a:pt x="76962" y="380888"/>
                      </a:cubicBezTo>
                      <a:cubicBezTo>
                        <a:pt x="62572" y="378904"/>
                        <a:pt x="46197" y="372602"/>
                        <a:pt x="33097" y="363868"/>
                      </a:cubicBezTo>
                      <a:cubicBezTo>
                        <a:pt x="11760" y="349727"/>
                        <a:pt x="0" y="330375"/>
                        <a:pt x="0" y="309286"/>
                      </a:cubicBezTo>
                      <a:lnTo>
                        <a:pt x="0" y="65698"/>
                      </a:lnTo>
                      <a:cubicBezTo>
                        <a:pt x="0" y="29475"/>
                        <a:pt x="29475" y="0"/>
                        <a:pt x="65698" y="0"/>
                      </a:cubicBezTo>
                      <a:lnTo>
                        <a:pt x="389275" y="0"/>
                      </a:lnTo>
                      <a:cubicBezTo>
                        <a:pt x="425498" y="0"/>
                        <a:pt x="454973" y="29475"/>
                        <a:pt x="454973" y="65698"/>
                      </a:cubicBezTo>
                      <a:lnTo>
                        <a:pt x="454973" y="309286"/>
                      </a:lnTo>
                      <a:cubicBezTo>
                        <a:pt x="454973" y="347097"/>
                        <a:pt x="425399" y="378755"/>
                        <a:pt x="387687" y="381335"/>
                      </a:cubicBezTo>
                      <a:cubicBezTo>
                        <a:pt x="386446" y="381434"/>
                        <a:pt x="385206" y="381484"/>
                        <a:pt x="349132" y="381484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9DE316DA-7013-F262-6777-FE6FBC96373F}"/>
                    </a:ext>
                  </a:extLst>
                </p:cNvPr>
                <p:cNvSpPr/>
                <p:nvPr/>
              </p:nvSpPr>
              <p:spPr>
                <a:xfrm>
                  <a:off x="4270745" y="4142233"/>
                  <a:ext cx="170893" cy="342184"/>
                </a:xfrm>
                <a:custGeom>
                  <a:avLst/>
                  <a:gdLst>
                    <a:gd name="connsiteX0" fmla="*/ 85447 w 170893"/>
                    <a:gd name="connsiteY0" fmla="*/ 342184 h 342184"/>
                    <a:gd name="connsiteX1" fmla="*/ 0 w 170893"/>
                    <a:gd name="connsiteY1" fmla="*/ 256737 h 342184"/>
                    <a:gd name="connsiteX2" fmla="*/ 0 w 170893"/>
                    <a:gd name="connsiteY2" fmla="*/ 39697 h 342184"/>
                    <a:gd name="connsiteX3" fmla="*/ 39697 w 170893"/>
                    <a:gd name="connsiteY3" fmla="*/ 0 h 342184"/>
                    <a:gd name="connsiteX4" fmla="*/ 79393 w 170893"/>
                    <a:gd name="connsiteY4" fmla="*/ 39697 h 342184"/>
                    <a:gd name="connsiteX5" fmla="*/ 79393 w 170893"/>
                    <a:gd name="connsiteY5" fmla="*/ 256737 h 342184"/>
                    <a:gd name="connsiteX6" fmla="*/ 85447 w 170893"/>
                    <a:gd name="connsiteY6" fmla="*/ 262791 h 342184"/>
                    <a:gd name="connsiteX7" fmla="*/ 91501 w 170893"/>
                    <a:gd name="connsiteY7" fmla="*/ 256737 h 342184"/>
                    <a:gd name="connsiteX8" fmla="*/ 91501 w 170893"/>
                    <a:gd name="connsiteY8" fmla="*/ 39697 h 342184"/>
                    <a:gd name="connsiteX9" fmla="*/ 131197 w 170893"/>
                    <a:gd name="connsiteY9" fmla="*/ 0 h 342184"/>
                    <a:gd name="connsiteX10" fmla="*/ 170894 w 170893"/>
                    <a:gd name="connsiteY10" fmla="*/ 39697 h 342184"/>
                    <a:gd name="connsiteX11" fmla="*/ 170894 w 170893"/>
                    <a:gd name="connsiteY11" fmla="*/ 256737 h 342184"/>
                    <a:gd name="connsiteX12" fmla="*/ 85447 w 170893"/>
                    <a:gd name="connsiteY12" fmla="*/ 342184 h 342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0893" h="342184">
                      <a:moveTo>
                        <a:pt x="85447" y="342184"/>
                      </a:moveTo>
                      <a:cubicBezTo>
                        <a:pt x="38307" y="342184"/>
                        <a:pt x="0" y="303827"/>
                        <a:pt x="0" y="256737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256737"/>
                      </a:lnTo>
                      <a:cubicBezTo>
                        <a:pt x="79393" y="260062"/>
                        <a:pt x="82122" y="262791"/>
                        <a:pt x="85447" y="262791"/>
                      </a:cubicBezTo>
                      <a:cubicBezTo>
                        <a:pt x="88772" y="262791"/>
                        <a:pt x="91501" y="260062"/>
                        <a:pt x="91501" y="256737"/>
                      </a:cubicBezTo>
                      <a:lnTo>
                        <a:pt x="91501" y="39697"/>
                      </a:lnTo>
                      <a:cubicBezTo>
                        <a:pt x="91501" y="17764"/>
                        <a:pt x="109265" y="0"/>
                        <a:pt x="131197" y="0"/>
                      </a:cubicBezTo>
                      <a:cubicBezTo>
                        <a:pt x="153130" y="0"/>
                        <a:pt x="170894" y="17764"/>
                        <a:pt x="170894" y="39697"/>
                      </a:cubicBezTo>
                      <a:lnTo>
                        <a:pt x="170894" y="256737"/>
                      </a:lnTo>
                      <a:cubicBezTo>
                        <a:pt x="170894" y="303877"/>
                        <a:pt x="132537" y="342184"/>
                        <a:pt x="85447" y="342184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" name="Freeform 261">
                  <a:extLst>
                    <a:ext uri="{FF2B5EF4-FFF2-40B4-BE49-F238E27FC236}">
                      <a16:creationId xmlns:a16="http://schemas.microsoft.com/office/drawing/2014/main" id="{4CA5A528-33FF-85DC-C2E8-5498B1A5B0DC}"/>
                    </a:ext>
                  </a:extLst>
                </p:cNvPr>
                <p:cNvSpPr/>
                <p:nvPr/>
              </p:nvSpPr>
              <p:spPr>
                <a:xfrm>
                  <a:off x="4362295" y="4142233"/>
                  <a:ext cx="170893" cy="342184"/>
                </a:xfrm>
                <a:custGeom>
                  <a:avLst/>
                  <a:gdLst>
                    <a:gd name="connsiteX0" fmla="*/ 85447 w 170893"/>
                    <a:gd name="connsiteY0" fmla="*/ 342184 h 342184"/>
                    <a:gd name="connsiteX1" fmla="*/ 0 w 170893"/>
                    <a:gd name="connsiteY1" fmla="*/ 256737 h 342184"/>
                    <a:gd name="connsiteX2" fmla="*/ 0 w 170893"/>
                    <a:gd name="connsiteY2" fmla="*/ 39697 h 342184"/>
                    <a:gd name="connsiteX3" fmla="*/ 39697 w 170893"/>
                    <a:gd name="connsiteY3" fmla="*/ 0 h 342184"/>
                    <a:gd name="connsiteX4" fmla="*/ 79393 w 170893"/>
                    <a:gd name="connsiteY4" fmla="*/ 39697 h 342184"/>
                    <a:gd name="connsiteX5" fmla="*/ 79393 w 170893"/>
                    <a:gd name="connsiteY5" fmla="*/ 256737 h 342184"/>
                    <a:gd name="connsiteX6" fmla="*/ 85447 w 170893"/>
                    <a:gd name="connsiteY6" fmla="*/ 262791 h 342184"/>
                    <a:gd name="connsiteX7" fmla="*/ 91501 w 170893"/>
                    <a:gd name="connsiteY7" fmla="*/ 256737 h 342184"/>
                    <a:gd name="connsiteX8" fmla="*/ 91501 w 170893"/>
                    <a:gd name="connsiteY8" fmla="*/ 39697 h 342184"/>
                    <a:gd name="connsiteX9" fmla="*/ 131197 w 170893"/>
                    <a:gd name="connsiteY9" fmla="*/ 0 h 342184"/>
                    <a:gd name="connsiteX10" fmla="*/ 170894 w 170893"/>
                    <a:gd name="connsiteY10" fmla="*/ 39697 h 342184"/>
                    <a:gd name="connsiteX11" fmla="*/ 170894 w 170893"/>
                    <a:gd name="connsiteY11" fmla="*/ 256737 h 342184"/>
                    <a:gd name="connsiteX12" fmla="*/ 85447 w 170893"/>
                    <a:gd name="connsiteY12" fmla="*/ 342184 h 342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0893" h="342184">
                      <a:moveTo>
                        <a:pt x="85447" y="342184"/>
                      </a:moveTo>
                      <a:cubicBezTo>
                        <a:pt x="38307" y="342184"/>
                        <a:pt x="0" y="303827"/>
                        <a:pt x="0" y="256737"/>
                      </a:cubicBezTo>
                      <a:lnTo>
                        <a:pt x="0" y="39697"/>
                      </a:lnTo>
                      <a:cubicBezTo>
                        <a:pt x="0" y="17764"/>
                        <a:pt x="17764" y="0"/>
                        <a:pt x="39697" y="0"/>
                      </a:cubicBezTo>
                      <a:cubicBezTo>
                        <a:pt x="61629" y="0"/>
                        <a:pt x="79393" y="17764"/>
                        <a:pt x="79393" y="39697"/>
                      </a:cubicBezTo>
                      <a:lnTo>
                        <a:pt x="79393" y="256737"/>
                      </a:lnTo>
                      <a:cubicBezTo>
                        <a:pt x="79393" y="260062"/>
                        <a:pt x="82122" y="262791"/>
                        <a:pt x="85447" y="262791"/>
                      </a:cubicBezTo>
                      <a:cubicBezTo>
                        <a:pt x="88771" y="262791"/>
                        <a:pt x="91501" y="260062"/>
                        <a:pt x="91501" y="256737"/>
                      </a:cubicBezTo>
                      <a:lnTo>
                        <a:pt x="91501" y="39697"/>
                      </a:lnTo>
                      <a:cubicBezTo>
                        <a:pt x="91501" y="17764"/>
                        <a:pt x="109265" y="0"/>
                        <a:pt x="131197" y="0"/>
                      </a:cubicBezTo>
                      <a:cubicBezTo>
                        <a:pt x="153130" y="0"/>
                        <a:pt x="170894" y="17764"/>
                        <a:pt x="170894" y="39697"/>
                      </a:cubicBezTo>
                      <a:lnTo>
                        <a:pt x="170894" y="256737"/>
                      </a:lnTo>
                      <a:cubicBezTo>
                        <a:pt x="170894" y="303877"/>
                        <a:pt x="132537" y="342184"/>
                        <a:pt x="85447" y="342184"/>
                      </a:cubicBezTo>
                      <a:close/>
                    </a:path>
                  </a:pathLst>
                </a:custGeom>
                <a:solidFill>
                  <a:srgbClr val="EE7684"/>
                </a:solidFill>
                <a:ln w="49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920ABDB4-FFB9-9B86-A08C-36BB77E11743}"/>
                </a:ext>
              </a:extLst>
            </p:cNvPr>
            <p:cNvSpPr/>
            <p:nvPr/>
          </p:nvSpPr>
          <p:spPr>
            <a:xfrm>
              <a:off x="4684086" y="3671432"/>
              <a:ext cx="258623" cy="258623"/>
            </a:xfrm>
            <a:custGeom>
              <a:avLst/>
              <a:gdLst>
                <a:gd name="connsiteX0" fmla="*/ 159382 w 258623"/>
                <a:gd name="connsiteY0" fmla="*/ 258623 h 258623"/>
                <a:gd name="connsiteX1" fmla="*/ 99241 w 258623"/>
                <a:gd name="connsiteY1" fmla="*/ 258623 h 258623"/>
                <a:gd name="connsiteX2" fmla="*/ 0 w 258623"/>
                <a:gd name="connsiteY2" fmla="*/ 159382 h 258623"/>
                <a:gd name="connsiteX3" fmla="*/ 0 w 258623"/>
                <a:gd name="connsiteY3" fmla="*/ 99241 h 258623"/>
                <a:gd name="connsiteX4" fmla="*/ 99241 w 258623"/>
                <a:gd name="connsiteY4" fmla="*/ 0 h 258623"/>
                <a:gd name="connsiteX5" fmla="*/ 159382 w 258623"/>
                <a:gd name="connsiteY5" fmla="*/ 0 h 258623"/>
                <a:gd name="connsiteX6" fmla="*/ 258623 w 258623"/>
                <a:gd name="connsiteY6" fmla="*/ 99241 h 258623"/>
                <a:gd name="connsiteX7" fmla="*/ 258623 w 258623"/>
                <a:gd name="connsiteY7" fmla="*/ 159382 h 258623"/>
                <a:gd name="connsiteX8" fmla="*/ 159382 w 258623"/>
                <a:gd name="connsiteY8" fmla="*/ 258623 h 258623"/>
                <a:gd name="connsiteX9" fmla="*/ 99241 w 258623"/>
                <a:gd name="connsiteY9" fmla="*/ 79393 h 258623"/>
                <a:gd name="connsiteX10" fmla="*/ 79393 w 258623"/>
                <a:gd name="connsiteY10" fmla="*/ 99241 h 258623"/>
                <a:gd name="connsiteX11" fmla="*/ 79393 w 258623"/>
                <a:gd name="connsiteY11" fmla="*/ 159382 h 258623"/>
                <a:gd name="connsiteX12" fmla="*/ 99241 w 258623"/>
                <a:gd name="connsiteY12" fmla="*/ 179230 h 258623"/>
                <a:gd name="connsiteX13" fmla="*/ 159382 w 258623"/>
                <a:gd name="connsiteY13" fmla="*/ 179230 h 258623"/>
                <a:gd name="connsiteX14" fmla="*/ 179230 w 258623"/>
                <a:gd name="connsiteY14" fmla="*/ 159382 h 258623"/>
                <a:gd name="connsiteX15" fmla="*/ 179230 w 258623"/>
                <a:gd name="connsiteY15" fmla="*/ 99241 h 258623"/>
                <a:gd name="connsiteX16" fmla="*/ 159382 w 258623"/>
                <a:gd name="connsiteY16" fmla="*/ 79393 h 258623"/>
                <a:gd name="connsiteX17" fmla="*/ 99241 w 258623"/>
                <a:gd name="connsiteY17" fmla="*/ 79393 h 25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623" h="258623">
                  <a:moveTo>
                    <a:pt x="159382" y="258623"/>
                  </a:moveTo>
                  <a:lnTo>
                    <a:pt x="99241" y="258623"/>
                  </a:lnTo>
                  <a:cubicBezTo>
                    <a:pt x="44510" y="258623"/>
                    <a:pt x="0" y="214113"/>
                    <a:pt x="0" y="159382"/>
                  </a:cubicBezTo>
                  <a:lnTo>
                    <a:pt x="0" y="99241"/>
                  </a:lnTo>
                  <a:cubicBezTo>
                    <a:pt x="0" y="44510"/>
                    <a:pt x="44510" y="0"/>
                    <a:pt x="99241" y="0"/>
                  </a:cubicBezTo>
                  <a:lnTo>
                    <a:pt x="159382" y="0"/>
                  </a:lnTo>
                  <a:cubicBezTo>
                    <a:pt x="214113" y="0"/>
                    <a:pt x="258623" y="44510"/>
                    <a:pt x="258623" y="99241"/>
                  </a:cubicBezTo>
                  <a:lnTo>
                    <a:pt x="258623" y="159382"/>
                  </a:lnTo>
                  <a:cubicBezTo>
                    <a:pt x="258623" y="214113"/>
                    <a:pt x="214113" y="258623"/>
                    <a:pt x="159382" y="258623"/>
                  </a:cubicBezTo>
                  <a:close/>
                  <a:moveTo>
                    <a:pt x="99241" y="79393"/>
                  </a:moveTo>
                  <a:cubicBezTo>
                    <a:pt x="88474" y="79393"/>
                    <a:pt x="79393" y="88474"/>
                    <a:pt x="79393" y="99241"/>
                  </a:cubicBezTo>
                  <a:lnTo>
                    <a:pt x="79393" y="159382"/>
                  </a:lnTo>
                  <a:cubicBezTo>
                    <a:pt x="79393" y="170149"/>
                    <a:pt x="88474" y="179230"/>
                    <a:pt x="99241" y="179230"/>
                  </a:cubicBezTo>
                  <a:lnTo>
                    <a:pt x="159382" y="179230"/>
                  </a:lnTo>
                  <a:cubicBezTo>
                    <a:pt x="170150" y="179230"/>
                    <a:pt x="179230" y="170149"/>
                    <a:pt x="179230" y="159382"/>
                  </a:cubicBezTo>
                  <a:lnTo>
                    <a:pt x="179230" y="99241"/>
                  </a:lnTo>
                  <a:cubicBezTo>
                    <a:pt x="179230" y="88474"/>
                    <a:pt x="170150" y="79393"/>
                    <a:pt x="159382" y="79393"/>
                  </a:cubicBezTo>
                  <a:lnTo>
                    <a:pt x="99241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D3C7FDEE-0C22-D18D-5AC8-564FDCDA3A4C}"/>
                </a:ext>
              </a:extLst>
            </p:cNvPr>
            <p:cNvSpPr/>
            <p:nvPr/>
          </p:nvSpPr>
          <p:spPr>
            <a:xfrm>
              <a:off x="4684086" y="4198404"/>
              <a:ext cx="258623" cy="258623"/>
            </a:xfrm>
            <a:custGeom>
              <a:avLst/>
              <a:gdLst>
                <a:gd name="connsiteX0" fmla="*/ 159382 w 258623"/>
                <a:gd name="connsiteY0" fmla="*/ 258623 h 258623"/>
                <a:gd name="connsiteX1" fmla="*/ 99241 w 258623"/>
                <a:gd name="connsiteY1" fmla="*/ 258623 h 258623"/>
                <a:gd name="connsiteX2" fmla="*/ 0 w 258623"/>
                <a:gd name="connsiteY2" fmla="*/ 159382 h 258623"/>
                <a:gd name="connsiteX3" fmla="*/ 0 w 258623"/>
                <a:gd name="connsiteY3" fmla="*/ 99241 h 258623"/>
                <a:gd name="connsiteX4" fmla="*/ 99241 w 258623"/>
                <a:gd name="connsiteY4" fmla="*/ 0 h 258623"/>
                <a:gd name="connsiteX5" fmla="*/ 159382 w 258623"/>
                <a:gd name="connsiteY5" fmla="*/ 0 h 258623"/>
                <a:gd name="connsiteX6" fmla="*/ 258623 w 258623"/>
                <a:gd name="connsiteY6" fmla="*/ 99241 h 258623"/>
                <a:gd name="connsiteX7" fmla="*/ 258623 w 258623"/>
                <a:gd name="connsiteY7" fmla="*/ 159382 h 258623"/>
                <a:gd name="connsiteX8" fmla="*/ 159382 w 258623"/>
                <a:gd name="connsiteY8" fmla="*/ 258623 h 258623"/>
                <a:gd name="connsiteX9" fmla="*/ 99241 w 258623"/>
                <a:gd name="connsiteY9" fmla="*/ 79393 h 258623"/>
                <a:gd name="connsiteX10" fmla="*/ 79393 w 258623"/>
                <a:gd name="connsiteY10" fmla="*/ 99241 h 258623"/>
                <a:gd name="connsiteX11" fmla="*/ 79393 w 258623"/>
                <a:gd name="connsiteY11" fmla="*/ 159382 h 258623"/>
                <a:gd name="connsiteX12" fmla="*/ 99241 w 258623"/>
                <a:gd name="connsiteY12" fmla="*/ 179230 h 258623"/>
                <a:gd name="connsiteX13" fmla="*/ 159382 w 258623"/>
                <a:gd name="connsiteY13" fmla="*/ 179230 h 258623"/>
                <a:gd name="connsiteX14" fmla="*/ 179230 w 258623"/>
                <a:gd name="connsiteY14" fmla="*/ 159382 h 258623"/>
                <a:gd name="connsiteX15" fmla="*/ 179230 w 258623"/>
                <a:gd name="connsiteY15" fmla="*/ 99241 h 258623"/>
                <a:gd name="connsiteX16" fmla="*/ 159382 w 258623"/>
                <a:gd name="connsiteY16" fmla="*/ 79393 h 258623"/>
                <a:gd name="connsiteX17" fmla="*/ 99241 w 258623"/>
                <a:gd name="connsiteY17" fmla="*/ 79393 h 25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623" h="258623">
                  <a:moveTo>
                    <a:pt x="159382" y="258623"/>
                  </a:moveTo>
                  <a:lnTo>
                    <a:pt x="99241" y="258623"/>
                  </a:lnTo>
                  <a:cubicBezTo>
                    <a:pt x="44510" y="258623"/>
                    <a:pt x="0" y="214113"/>
                    <a:pt x="0" y="159382"/>
                  </a:cubicBezTo>
                  <a:lnTo>
                    <a:pt x="0" y="99241"/>
                  </a:lnTo>
                  <a:cubicBezTo>
                    <a:pt x="0" y="44510"/>
                    <a:pt x="44510" y="0"/>
                    <a:pt x="99241" y="0"/>
                  </a:cubicBezTo>
                  <a:lnTo>
                    <a:pt x="159382" y="0"/>
                  </a:lnTo>
                  <a:cubicBezTo>
                    <a:pt x="214113" y="0"/>
                    <a:pt x="258623" y="44510"/>
                    <a:pt x="258623" y="99241"/>
                  </a:cubicBezTo>
                  <a:lnTo>
                    <a:pt x="258623" y="159382"/>
                  </a:lnTo>
                  <a:cubicBezTo>
                    <a:pt x="258623" y="214113"/>
                    <a:pt x="214113" y="258623"/>
                    <a:pt x="159382" y="258623"/>
                  </a:cubicBezTo>
                  <a:close/>
                  <a:moveTo>
                    <a:pt x="99241" y="79393"/>
                  </a:moveTo>
                  <a:cubicBezTo>
                    <a:pt x="88474" y="79393"/>
                    <a:pt x="79393" y="88474"/>
                    <a:pt x="79393" y="99241"/>
                  </a:cubicBezTo>
                  <a:lnTo>
                    <a:pt x="79393" y="159382"/>
                  </a:lnTo>
                  <a:cubicBezTo>
                    <a:pt x="79393" y="170149"/>
                    <a:pt x="88474" y="179230"/>
                    <a:pt x="99241" y="179230"/>
                  </a:cubicBezTo>
                  <a:lnTo>
                    <a:pt x="159382" y="179230"/>
                  </a:lnTo>
                  <a:cubicBezTo>
                    <a:pt x="170150" y="179230"/>
                    <a:pt x="179230" y="170149"/>
                    <a:pt x="179230" y="159382"/>
                  </a:cubicBezTo>
                  <a:lnTo>
                    <a:pt x="179230" y="99241"/>
                  </a:lnTo>
                  <a:cubicBezTo>
                    <a:pt x="179230" y="88474"/>
                    <a:pt x="170150" y="79393"/>
                    <a:pt x="159382" y="79393"/>
                  </a:cubicBezTo>
                  <a:lnTo>
                    <a:pt x="99241" y="7939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7FD4A92B-CB18-DE16-683C-D406F9CCF0AA}"/>
                </a:ext>
              </a:extLst>
            </p:cNvPr>
            <p:cNvSpPr/>
            <p:nvPr/>
          </p:nvSpPr>
          <p:spPr>
            <a:xfrm>
              <a:off x="4708645" y="4027606"/>
              <a:ext cx="127977" cy="133234"/>
            </a:xfrm>
            <a:custGeom>
              <a:avLst/>
              <a:gdLst>
                <a:gd name="connsiteX0" fmla="*/ 88278 w 127977"/>
                <a:gd name="connsiteY0" fmla="*/ 133234 h 133234"/>
                <a:gd name="connsiteX1" fmla="*/ 58804 w 127977"/>
                <a:gd name="connsiteY1" fmla="*/ 120135 h 133234"/>
                <a:gd name="connsiteX2" fmla="*/ 10225 w 127977"/>
                <a:gd name="connsiteY2" fmla="*/ 66296 h 133234"/>
                <a:gd name="connsiteX3" fmla="*/ 13103 w 127977"/>
                <a:gd name="connsiteY3" fmla="*/ 10225 h 133234"/>
                <a:gd name="connsiteX4" fmla="*/ 69174 w 127977"/>
                <a:gd name="connsiteY4" fmla="*/ 13103 h 133234"/>
                <a:gd name="connsiteX5" fmla="*/ 117753 w 127977"/>
                <a:gd name="connsiteY5" fmla="*/ 66941 h 133234"/>
                <a:gd name="connsiteX6" fmla="*/ 114875 w 127977"/>
                <a:gd name="connsiteY6" fmla="*/ 123013 h 133234"/>
                <a:gd name="connsiteX7" fmla="*/ 88278 w 127977"/>
                <a:gd name="connsiteY7" fmla="*/ 133234 h 13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977" h="133234">
                  <a:moveTo>
                    <a:pt x="88278" y="133234"/>
                  </a:moveTo>
                  <a:cubicBezTo>
                    <a:pt x="77411" y="133234"/>
                    <a:pt x="66644" y="128818"/>
                    <a:pt x="58804" y="120135"/>
                  </a:cubicBezTo>
                  <a:lnTo>
                    <a:pt x="10225" y="66296"/>
                  </a:lnTo>
                  <a:cubicBezTo>
                    <a:pt x="-4463" y="50021"/>
                    <a:pt x="-3173" y="24913"/>
                    <a:pt x="13103" y="10225"/>
                  </a:cubicBezTo>
                  <a:cubicBezTo>
                    <a:pt x="29378" y="-4463"/>
                    <a:pt x="54487" y="-3173"/>
                    <a:pt x="69174" y="13103"/>
                  </a:cubicBezTo>
                  <a:lnTo>
                    <a:pt x="117753" y="66941"/>
                  </a:lnTo>
                  <a:cubicBezTo>
                    <a:pt x="132441" y="83217"/>
                    <a:pt x="131151" y="108325"/>
                    <a:pt x="114875" y="123013"/>
                  </a:cubicBezTo>
                  <a:cubicBezTo>
                    <a:pt x="107283" y="129860"/>
                    <a:pt x="97756" y="133234"/>
                    <a:pt x="88278" y="1332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706B3ABE-C2D1-727D-8A59-3D0342588AFB}"/>
                </a:ext>
              </a:extLst>
            </p:cNvPr>
            <p:cNvSpPr/>
            <p:nvPr/>
          </p:nvSpPr>
          <p:spPr>
            <a:xfrm>
              <a:off x="4757222" y="3954513"/>
              <a:ext cx="176807" cy="206327"/>
            </a:xfrm>
            <a:custGeom>
              <a:avLst/>
              <a:gdLst>
                <a:gd name="connsiteX0" fmla="*/ 39652 w 176807"/>
                <a:gd name="connsiteY0" fmla="*/ 206327 h 206327"/>
                <a:gd name="connsiteX1" fmla="*/ 15536 w 176807"/>
                <a:gd name="connsiteY1" fmla="*/ 198140 h 206327"/>
                <a:gd name="connsiteX2" fmla="*/ 8192 w 176807"/>
                <a:gd name="connsiteY2" fmla="*/ 142466 h 206327"/>
                <a:gd name="connsiteX3" fmla="*/ 105598 w 176807"/>
                <a:gd name="connsiteY3" fmla="*/ 15536 h 206327"/>
                <a:gd name="connsiteX4" fmla="*/ 161272 w 176807"/>
                <a:gd name="connsiteY4" fmla="*/ 8192 h 206327"/>
                <a:gd name="connsiteX5" fmla="*/ 168616 w 176807"/>
                <a:gd name="connsiteY5" fmla="*/ 63866 h 206327"/>
                <a:gd name="connsiteX6" fmla="*/ 71210 w 176807"/>
                <a:gd name="connsiteY6" fmla="*/ 190796 h 206327"/>
                <a:gd name="connsiteX7" fmla="*/ 39701 w 176807"/>
                <a:gd name="connsiteY7" fmla="*/ 206327 h 20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807" h="206327">
                  <a:moveTo>
                    <a:pt x="39652" y="206327"/>
                  </a:moveTo>
                  <a:cubicBezTo>
                    <a:pt x="31216" y="206327"/>
                    <a:pt x="22731" y="203648"/>
                    <a:pt x="15536" y="198140"/>
                  </a:cubicBezTo>
                  <a:cubicBezTo>
                    <a:pt x="-1831" y="184792"/>
                    <a:pt x="-5156" y="159882"/>
                    <a:pt x="8192" y="142466"/>
                  </a:cubicBezTo>
                  <a:lnTo>
                    <a:pt x="105598" y="15536"/>
                  </a:lnTo>
                  <a:cubicBezTo>
                    <a:pt x="118945" y="-1831"/>
                    <a:pt x="143855" y="-5156"/>
                    <a:pt x="161272" y="8192"/>
                  </a:cubicBezTo>
                  <a:cubicBezTo>
                    <a:pt x="178639" y="21540"/>
                    <a:pt x="181964" y="46450"/>
                    <a:pt x="168616" y="63866"/>
                  </a:cubicBezTo>
                  <a:lnTo>
                    <a:pt x="71210" y="190796"/>
                  </a:lnTo>
                  <a:cubicBezTo>
                    <a:pt x="63370" y="200968"/>
                    <a:pt x="51610" y="206327"/>
                    <a:pt x="39701" y="20632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E0799DBF-5EF4-52C0-F651-11EE7FE95308}"/>
              </a:ext>
            </a:extLst>
          </p:cNvPr>
          <p:cNvGrpSpPr/>
          <p:nvPr/>
        </p:nvGrpSpPr>
        <p:grpSpPr>
          <a:xfrm>
            <a:off x="5494073" y="3693662"/>
            <a:ext cx="775375" cy="769617"/>
            <a:chOff x="5494073" y="3693662"/>
            <a:chExt cx="775375" cy="769617"/>
          </a:xfrm>
        </p:grpSpPr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9C8C8349-920A-BC66-FD82-DDD0EEF7CB13}"/>
                </a:ext>
              </a:extLst>
            </p:cNvPr>
            <p:cNvSpPr/>
            <p:nvPr/>
          </p:nvSpPr>
          <p:spPr>
            <a:xfrm>
              <a:off x="5842017" y="3693674"/>
              <a:ext cx="427431" cy="769605"/>
            </a:xfrm>
            <a:custGeom>
              <a:avLst/>
              <a:gdLst>
                <a:gd name="connsiteX0" fmla="*/ 241849 w 427431"/>
                <a:gd name="connsiteY0" fmla="*/ 769556 h 769605"/>
                <a:gd name="connsiteX1" fmla="*/ 213416 w 427431"/>
                <a:gd name="connsiteY1" fmla="*/ 757547 h 769605"/>
                <a:gd name="connsiteX2" fmla="*/ 214160 w 427431"/>
                <a:gd name="connsiteY2" fmla="*/ 701426 h 769605"/>
                <a:gd name="connsiteX3" fmla="*/ 331166 w 427431"/>
                <a:gd name="connsiteY3" fmla="*/ 587448 h 769605"/>
                <a:gd name="connsiteX4" fmla="*/ 151390 w 427431"/>
                <a:gd name="connsiteY4" fmla="*/ 407672 h 769605"/>
                <a:gd name="connsiteX5" fmla="*/ 151390 w 427431"/>
                <a:gd name="connsiteY5" fmla="*/ 351551 h 769605"/>
                <a:gd name="connsiteX6" fmla="*/ 328735 w 427431"/>
                <a:gd name="connsiteY6" fmla="*/ 174207 h 769605"/>
                <a:gd name="connsiteX7" fmla="*/ 249986 w 427431"/>
                <a:gd name="connsiteY7" fmla="*/ 95459 h 769605"/>
                <a:gd name="connsiteX8" fmla="*/ 67382 w 427431"/>
                <a:gd name="connsiteY8" fmla="*/ 273249 h 769605"/>
                <a:gd name="connsiteX9" fmla="*/ 11261 w 427431"/>
                <a:gd name="connsiteY9" fmla="*/ 272505 h 769605"/>
                <a:gd name="connsiteX10" fmla="*/ 12005 w 427431"/>
                <a:gd name="connsiteY10" fmla="*/ 216384 h 769605"/>
                <a:gd name="connsiteX11" fmla="*/ 222695 w 427431"/>
                <a:gd name="connsiteY11" fmla="*/ 11252 h 769605"/>
                <a:gd name="connsiteX12" fmla="*/ 278469 w 427431"/>
                <a:gd name="connsiteY12" fmla="*/ 11600 h 769605"/>
                <a:gd name="connsiteX13" fmla="*/ 412991 w 427431"/>
                <a:gd name="connsiteY13" fmla="*/ 146121 h 769605"/>
                <a:gd name="connsiteX14" fmla="*/ 424602 w 427431"/>
                <a:gd name="connsiteY14" fmla="*/ 174207 h 769605"/>
                <a:gd name="connsiteX15" fmla="*/ 412991 w 427431"/>
                <a:gd name="connsiteY15" fmla="*/ 202292 h 769605"/>
                <a:gd name="connsiteX16" fmla="*/ 235646 w 427431"/>
                <a:gd name="connsiteY16" fmla="*/ 379636 h 769605"/>
                <a:gd name="connsiteX17" fmla="*/ 415819 w 427431"/>
                <a:gd name="connsiteY17" fmla="*/ 559759 h 769605"/>
                <a:gd name="connsiteX18" fmla="*/ 427430 w 427431"/>
                <a:gd name="connsiteY18" fmla="*/ 588093 h 769605"/>
                <a:gd name="connsiteX19" fmla="*/ 415422 w 427431"/>
                <a:gd name="connsiteY19" fmla="*/ 616277 h 769605"/>
                <a:gd name="connsiteX20" fmla="*/ 269587 w 427431"/>
                <a:gd name="connsiteY20" fmla="*/ 758341 h 769605"/>
                <a:gd name="connsiteX21" fmla="*/ 241898 w 427431"/>
                <a:gd name="connsiteY21" fmla="*/ 769605 h 76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7431" h="769605">
                  <a:moveTo>
                    <a:pt x="241849" y="769556"/>
                  </a:moveTo>
                  <a:cubicBezTo>
                    <a:pt x="231527" y="769556"/>
                    <a:pt x="221206" y="765536"/>
                    <a:pt x="213416" y="757547"/>
                  </a:cubicBezTo>
                  <a:cubicBezTo>
                    <a:pt x="198133" y="741867"/>
                    <a:pt x="198430" y="716710"/>
                    <a:pt x="214160" y="701426"/>
                  </a:cubicBezTo>
                  <a:lnTo>
                    <a:pt x="331166" y="587448"/>
                  </a:lnTo>
                  <a:lnTo>
                    <a:pt x="151390" y="407672"/>
                  </a:lnTo>
                  <a:cubicBezTo>
                    <a:pt x="135908" y="392190"/>
                    <a:pt x="135908" y="367033"/>
                    <a:pt x="151390" y="351551"/>
                  </a:cubicBezTo>
                  <a:lnTo>
                    <a:pt x="328735" y="174207"/>
                  </a:lnTo>
                  <a:lnTo>
                    <a:pt x="249986" y="95459"/>
                  </a:lnTo>
                  <a:lnTo>
                    <a:pt x="67382" y="273249"/>
                  </a:lnTo>
                  <a:cubicBezTo>
                    <a:pt x="51702" y="288533"/>
                    <a:pt x="26544" y="288185"/>
                    <a:pt x="11261" y="272505"/>
                  </a:cubicBezTo>
                  <a:cubicBezTo>
                    <a:pt x="-4022" y="256775"/>
                    <a:pt x="-3724" y="231667"/>
                    <a:pt x="12005" y="216384"/>
                  </a:cubicBezTo>
                  <a:lnTo>
                    <a:pt x="222695" y="11252"/>
                  </a:lnTo>
                  <a:cubicBezTo>
                    <a:pt x="238226" y="-3882"/>
                    <a:pt x="263086" y="-3733"/>
                    <a:pt x="278469" y="11600"/>
                  </a:cubicBezTo>
                  <a:lnTo>
                    <a:pt x="412991" y="146121"/>
                  </a:lnTo>
                  <a:cubicBezTo>
                    <a:pt x="420434" y="153564"/>
                    <a:pt x="424602" y="163687"/>
                    <a:pt x="424602" y="174207"/>
                  </a:cubicBezTo>
                  <a:cubicBezTo>
                    <a:pt x="424602" y="184726"/>
                    <a:pt x="420434" y="194849"/>
                    <a:pt x="412991" y="202292"/>
                  </a:cubicBezTo>
                  <a:lnTo>
                    <a:pt x="235646" y="379636"/>
                  </a:lnTo>
                  <a:lnTo>
                    <a:pt x="415819" y="559759"/>
                  </a:lnTo>
                  <a:cubicBezTo>
                    <a:pt x="423312" y="567252"/>
                    <a:pt x="427529" y="577474"/>
                    <a:pt x="427430" y="588093"/>
                  </a:cubicBezTo>
                  <a:cubicBezTo>
                    <a:pt x="427381" y="598712"/>
                    <a:pt x="423064" y="608834"/>
                    <a:pt x="415422" y="616277"/>
                  </a:cubicBezTo>
                  <a:lnTo>
                    <a:pt x="269587" y="758341"/>
                  </a:lnTo>
                  <a:cubicBezTo>
                    <a:pt x="261895" y="765834"/>
                    <a:pt x="251872" y="769605"/>
                    <a:pt x="241898" y="76960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EA559697-966C-04A8-F17B-38718929E53D}"/>
                </a:ext>
              </a:extLst>
            </p:cNvPr>
            <p:cNvSpPr/>
            <p:nvPr/>
          </p:nvSpPr>
          <p:spPr>
            <a:xfrm>
              <a:off x="5494073" y="3693662"/>
              <a:ext cx="427334" cy="769567"/>
            </a:xfrm>
            <a:custGeom>
              <a:avLst/>
              <a:gdLst>
                <a:gd name="connsiteX0" fmla="*/ 185532 w 427334"/>
                <a:gd name="connsiteY0" fmla="*/ 769567 h 769567"/>
                <a:gd name="connsiteX1" fmla="*/ 157844 w 427334"/>
                <a:gd name="connsiteY1" fmla="*/ 758303 h 769567"/>
                <a:gd name="connsiteX2" fmla="*/ 12009 w 427334"/>
                <a:gd name="connsiteY2" fmla="*/ 616239 h 769567"/>
                <a:gd name="connsiteX3" fmla="*/ 0 w 427334"/>
                <a:gd name="connsiteY3" fmla="*/ 588055 h 769567"/>
                <a:gd name="connsiteX4" fmla="*/ 11612 w 427334"/>
                <a:gd name="connsiteY4" fmla="*/ 559721 h 769567"/>
                <a:gd name="connsiteX5" fmla="*/ 191785 w 427334"/>
                <a:gd name="connsiteY5" fmla="*/ 379598 h 769567"/>
                <a:gd name="connsiteX6" fmla="*/ 14440 w 427334"/>
                <a:gd name="connsiteY6" fmla="*/ 202254 h 769567"/>
                <a:gd name="connsiteX7" fmla="*/ 14440 w 427334"/>
                <a:gd name="connsiteY7" fmla="*/ 146133 h 769567"/>
                <a:gd name="connsiteX8" fmla="*/ 148962 w 427334"/>
                <a:gd name="connsiteY8" fmla="*/ 11611 h 769567"/>
                <a:gd name="connsiteX9" fmla="*/ 205083 w 427334"/>
                <a:gd name="connsiteY9" fmla="*/ 11611 h 769567"/>
                <a:gd name="connsiteX10" fmla="*/ 415723 w 427334"/>
                <a:gd name="connsiteY10" fmla="*/ 222251 h 769567"/>
                <a:gd name="connsiteX11" fmla="*/ 415723 w 427334"/>
                <a:gd name="connsiteY11" fmla="*/ 278372 h 769567"/>
                <a:gd name="connsiteX12" fmla="*/ 359602 w 427334"/>
                <a:gd name="connsiteY12" fmla="*/ 278372 h 769567"/>
                <a:gd name="connsiteX13" fmla="*/ 176998 w 427334"/>
                <a:gd name="connsiteY13" fmla="*/ 95818 h 769567"/>
                <a:gd name="connsiteX14" fmla="*/ 98646 w 427334"/>
                <a:gd name="connsiteY14" fmla="*/ 174169 h 769567"/>
                <a:gd name="connsiteX15" fmla="*/ 275991 w 427334"/>
                <a:gd name="connsiteY15" fmla="*/ 351513 h 769567"/>
                <a:gd name="connsiteX16" fmla="*/ 275991 w 427334"/>
                <a:gd name="connsiteY16" fmla="*/ 407634 h 769567"/>
                <a:gd name="connsiteX17" fmla="*/ 96215 w 427334"/>
                <a:gd name="connsiteY17" fmla="*/ 587410 h 769567"/>
                <a:gd name="connsiteX18" fmla="*/ 185185 w 427334"/>
                <a:gd name="connsiteY18" fmla="*/ 674047 h 769567"/>
                <a:gd name="connsiteX19" fmla="*/ 359602 w 427334"/>
                <a:gd name="connsiteY19" fmla="*/ 499631 h 769567"/>
                <a:gd name="connsiteX20" fmla="*/ 415723 w 427334"/>
                <a:gd name="connsiteY20" fmla="*/ 499631 h 769567"/>
                <a:gd name="connsiteX21" fmla="*/ 415723 w 427334"/>
                <a:gd name="connsiteY21" fmla="*/ 555752 h 769567"/>
                <a:gd name="connsiteX22" fmla="*/ 213568 w 427334"/>
                <a:gd name="connsiteY22" fmla="*/ 757906 h 769567"/>
                <a:gd name="connsiteX23" fmla="*/ 185483 w 427334"/>
                <a:gd name="connsiteY23" fmla="*/ 769518 h 769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7334" h="769567">
                  <a:moveTo>
                    <a:pt x="185532" y="769567"/>
                  </a:moveTo>
                  <a:cubicBezTo>
                    <a:pt x="175559" y="769567"/>
                    <a:pt x="165535" y="765796"/>
                    <a:pt x="157844" y="758303"/>
                  </a:cubicBezTo>
                  <a:lnTo>
                    <a:pt x="12009" y="616239"/>
                  </a:lnTo>
                  <a:cubicBezTo>
                    <a:pt x="4417" y="608846"/>
                    <a:pt x="100" y="598674"/>
                    <a:pt x="0" y="588055"/>
                  </a:cubicBezTo>
                  <a:cubicBezTo>
                    <a:pt x="-49" y="577436"/>
                    <a:pt x="4119" y="567214"/>
                    <a:pt x="11612" y="559721"/>
                  </a:cubicBezTo>
                  <a:lnTo>
                    <a:pt x="191785" y="379598"/>
                  </a:lnTo>
                  <a:lnTo>
                    <a:pt x="14440" y="202254"/>
                  </a:lnTo>
                  <a:cubicBezTo>
                    <a:pt x="-1042" y="186772"/>
                    <a:pt x="-1042" y="161615"/>
                    <a:pt x="14440" y="146133"/>
                  </a:cubicBezTo>
                  <a:lnTo>
                    <a:pt x="148962" y="11611"/>
                  </a:lnTo>
                  <a:cubicBezTo>
                    <a:pt x="164444" y="-3870"/>
                    <a:pt x="189601" y="-3870"/>
                    <a:pt x="205083" y="11611"/>
                  </a:cubicBezTo>
                  <a:lnTo>
                    <a:pt x="415723" y="222251"/>
                  </a:lnTo>
                  <a:cubicBezTo>
                    <a:pt x="431205" y="237733"/>
                    <a:pt x="431205" y="262890"/>
                    <a:pt x="415723" y="278372"/>
                  </a:cubicBezTo>
                  <a:cubicBezTo>
                    <a:pt x="400241" y="293854"/>
                    <a:pt x="375084" y="293854"/>
                    <a:pt x="359602" y="278372"/>
                  </a:cubicBezTo>
                  <a:lnTo>
                    <a:pt x="176998" y="95818"/>
                  </a:lnTo>
                  <a:lnTo>
                    <a:pt x="98646" y="174169"/>
                  </a:lnTo>
                  <a:lnTo>
                    <a:pt x="275991" y="351513"/>
                  </a:lnTo>
                  <a:cubicBezTo>
                    <a:pt x="291473" y="366995"/>
                    <a:pt x="291473" y="392152"/>
                    <a:pt x="275991" y="407634"/>
                  </a:cubicBezTo>
                  <a:lnTo>
                    <a:pt x="96215" y="587410"/>
                  </a:lnTo>
                  <a:lnTo>
                    <a:pt x="185185" y="674047"/>
                  </a:lnTo>
                  <a:lnTo>
                    <a:pt x="359602" y="499631"/>
                  </a:lnTo>
                  <a:cubicBezTo>
                    <a:pt x="375133" y="484149"/>
                    <a:pt x="400241" y="484149"/>
                    <a:pt x="415723" y="499631"/>
                  </a:cubicBezTo>
                  <a:cubicBezTo>
                    <a:pt x="431205" y="515112"/>
                    <a:pt x="431205" y="540270"/>
                    <a:pt x="415723" y="555752"/>
                  </a:cubicBezTo>
                  <a:lnTo>
                    <a:pt x="213568" y="757906"/>
                  </a:lnTo>
                  <a:cubicBezTo>
                    <a:pt x="205827" y="765647"/>
                    <a:pt x="195655" y="769518"/>
                    <a:pt x="185483" y="76951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F1573761-F412-C251-8214-F3C306B47967}"/>
                </a:ext>
              </a:extLst>
            </p:cNvPr>
            <p:cNvSpPr/>
            <p:nvPr/>
          </p:nvSpPr>
          <p:spPr>
            <a:xfrm>
              <a:off x="5842311" y="4181384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1CFB6D3A-B614-E664-1DBA-55B8750C55FF}"/>
                </a:ext>
              </a:extLst>
            </p:cNvPr>
            <p:cNvSpPr/>
            <p:nvPr/>
          </p:nvSpPr>
          <p:spPr>
            <a:xfrm>
              <a:off x="5909547" y="4250208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E4F77A71-3E52-7F29-A370-856A0E29D5B0}"/>
                </a:ext>
              </a:extLst>
            </p:cNvPr>
            <p:cNvSpPr/>
            <p:nvPr/>
          </p:nvSpPr>
          <p:spPr>
            <a:xfrm>
              <a:off x="5976188" y="4319875"/>
              <a:ext cx="79492" cy="79492"/>
            </a:xfrm>
            <a:custGeom>
              <a:avLst/>
              <a:gdLst>
                <a:gd name="connsiteX0" fmla="*/ 79492 w 79492"/>
                <a:gd name="connsiteY0" fmla="*/ 39746 h 79492"/>
                <a:gd name="connsiteX1" fmla="*/ 39746 w 79492"/>
                <a:gd name="connsiteY1" fmla="*/ 79492 h 79492"/>
                <a:gd name="connsiteX2" fmla="*/ 0 w 79492"/>
                <a:gd name="connsiteY2" fmla="*/ 39746 h 79492"/>
                <a:gd name="connsiteX3" fmla="*/ 39746 w 79492"/>
                <a:gd name="connsiteY3" fmla="*/ 0 h 79492"/>
                <a:gd name="connsiteX4" fmla="*/ 79492 w 79492"/>
                <a:gd name="connsiteY4" fmla="*/ 39746 h 7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492" h="79492">
                  <a:moveTo>
                    <a:pt x="79492" y="39746"/>
                  </a:moveTo>
                  <a:cubicBezTo>
                    <a:pt x="79492" y="61697"/>
                    <a:pt x="61697" y="79492"/>
                    <a:pt x="39746" y="79492"/>
                  </a:cubicBezTo>
                  <a:cubicBezTo>
                    <a:pt x="17795" y="79492"/>
                    <a:pt x="0" y="61697"/>
                    <a:pt x="0" y="39746"/>
                  </a:cubicBezTo>
                  <a:cubicBezTo>
                    <a:pt x="0" y="17795"/>
                    <a:pt x="17795" y="0"/>
                    <a:pt x="39746" y="0"/>
                  </a:cubicBezTo>
                  <a:cubicBezTo>
                    <a:pt x="61697" y="0"/>
                    <a:pt x="79492" y="17795"/>
                    <a:pt x="79492" y="3974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518D51E5-E791-8AB5-0C8B-2F0BB1EF5E95}"/>
              </a:ext>
            </a:extLst>
          </p:cNvPr>
          <p:cNvGrpSpPr/>
          <p:nvPr/>
        </p:nvGrpSpPr>
        <p:grpSpPr>
          <a:xfrm>
            <a:off x="6777740" y="3657092"/>
            <a:ext cx="834124" cy="834123"/>
            <a:chOff x="6777740" y="3657092"/>
            <a:chExt cx="834124" cy="834123"/>
          </a:xfrm>
        </p:grpSpPr>
        <p:grpSp>
          <p:nvGrpSpPr>
            <p:cNvPr id="276" name="Picture Placeholder 127">
              <a:extLst>
                <a:ext uri="{FF2B5EF4-FFF2-40B4-BE49-F238E27FC236}">
                  <a16:creationId xmlns:a16="http://schemas.microsoft.com/office/drawing/2014/main" id="{C7EEA207-04CB-7108-D6E3-A3486EF2F5EB}"/>
                </a:ext>
              </a:extLst>
            </p:cNvPr>
            <p:cNvGrpSpPr/>
            <p:nvPr/>
          </p:nvGrpSpPr>
          <p:grpSpPr>
            <a:xfrm>
              <a:off x="6955580" y="3861628"/>
              <a:ext cx="478443" cy="480129"/>
              <a:chOff x="6955580" y="3861628"/>
              <a:chExt cx="478443" cy="480129"/>
            </a:xfrm>
            <a:solidFill>
              <a:srgbClr val="EE7684"/>
            </a:solidFill>
          </p:grpSpPr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4BA77239-D6BA-6F26-0757-576E5455E89D}"/>
                  </a:ext>
                </a:extLst>
              </p:cNvPr>
              <p:cNvSpPr/>
              <p:nvPr/>
            </p:nvSpPr>
            <p:spPr>
              <a:xfrm>
                <a:off x="6955580" y="3861678"/>
                <a:ext cx="478393" cy="376720"/>
              </a:xfrm>
              <a:custGeom>
                <a:avLst/>
                <a:gdLst>
                  <a:gd name="connsiteX0" fmla="*/ 438747 w 478393"/>
                  <a:gd name="connsiteY0" fmla="*/ 376720 h 376720"/>
                  <a:gd name="connsiteX1" fmla="*/ 399050 w 478393"/>
                  <a:gd name="connsiteY1" fmla="*/ 337024 h 376720"/>
                  <a:gd name="connsiteX2" fmla="*/ 399050 w 478393"/>
                  <a:gd name="connsiteY2" fmla="*/ 79393 h 376720"/>
                  <a:gd name="connsiteX3" fmla="*/ 39697 w 478393"/>
                  <a:gd name="connsiteY3" fmla="*/ 79393 h 376720"/>
                  <a:gd name="connsiteX4" fmla="*/ 0 w 478393"/>
                  <a:gd name="connsiteY4" fmla="*/ 39697 h 376720"/>
                  <a:gd name="connsiteX5" fmla="*/ 39697 w 478393"/>
                  <a:gd name="connsiteY5" fmla="*/ 0 h 376720"/>
                  <a:gd name="connsiteX6" fmla="*/ 438697 w 478393"/>
                  <a:gd name="connsiteY6" fmla="*/ 0 h 376720"/>
                  <a:gd name="connsiteX7" fmla="*/ 478394 w 478393"/>
                  <a:gd name="connsiteY7" fmla="*/ 39697 h 376720"/>
                  <a:gd name="connsiteX8" fmla="*/ 478394 w 478393"/>
                  <a:gd name="connsiteY8" fmla="*/ 337024 h 376720"/>
                  <a:gd name="connsiteX9" fmla="*/ 438697 w 478393"/>
                  <a:gd name="connsiteY9" fmla="*/ 376720 h 376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8393" h="376720">
                    <a:moveTo>
                      <a:pt x="438747" y="376720"/>
                    </a:moveTo>
                    <a:cubicBezTo>
                      <a:pt x="416814" y="376720"/>
                      <a:pt x="399050" y="358956"/>
                      <a:pt x="399050" y="337024"/>
                    </a:cubicBezTo>
                    <a:lnTo>
                      <a:pt x="399050" y="79393"/>
                    </a:ln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438697" y="0"/>
                    </a:lnTo>
                    <a:cubicBezTo>
                      <a:pt x="460629" y="0"/>
                      <a:pt x="478394" y="17764"/>
                      <a:pt x="478394" y="39697"/>
                    </a:cubicBezTo>
                    <a:lnTo>
                      <a:pt x="478394" y="337024"/>
                    </a:lnTo>
                    <a:cubicBezTo>
                      <a:pt x="478394" y="358956"/>
                      <a:pt x="460629" y="376720"/>
                      <a:pt x="438697" y="37672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C1D1CF25-A65D-2626-3199-C5CB573C2531}"/>
                  </a:ext>
                </a:extLst>
              </p:cNvPr>
              <p:cNvSpPr/>
              <p:nvPr/>
            </p:nvSpPr>
            <p:spPr>
              <a:xfrm>
                <a:off x="6955580" y="3861628"/>
                <a:ext cx="478443" cy="480129"/>
              </a:xfrm>
              <a:custGeom>
                <a:avLst/>
                <a:gdLst>
                  <a:gd name="connsiteX0" fmla="*/ 138789 w 478443"/>
                  <a:gd name="connsiteY0" fmla="*/ 480130 h 480129"/>
                  <a:gd name="connsiteX1" fmla="*/ 121223 w 478443"/>
                  <a:gd name="connsiteY1" fmla="*/ 476011 h 480129"/>
                  <a:gd name="connsiteX2" fmla="*/ 99093 w 478443"/>
                  <a:gd name="connsiteY2" fmla="*/ 439391 h 480129"/>
                  <a:gd name="connsiteX3" fmla="*/ 100680 w 478443"/>
                  <a:gd name="connsiteY3" fmla="*/ 376720 h 480129"/>
                  <a:gd name="connsiteX4" fmla="*/ 39697 w 478443"/>
                  <a:gd name="connsiteY4" fmla="*/ 376720 h 480129"/>
                  <a:gd name="connsiteX5" fmla="*/ 0 w 478443"/>
                  <a:gd name="connsiteY5" fmla="*/ 337024 h 480129"/>
                  <a:gd name="connsiteX6" fmla="*/ 0 w 478443"/>
                  <a:gd name="connsiteY6" fmla="*/ 39697 h 480129"/>
                  <a:gd name="connsiteX7" fmla="*/ 39697 w 478443"/>
                  <a:gd name="connsiteY7" fmla="*/ 0 h 480129"/>
                  <a:gd name="connsiteX8" fmla="*/ 79393 w 478443"/>
                  <a:gd name="connsiteY8" fmla="*/ 39697 h 480129"/>
                  <a:gd name="connsiteX9" fmla="*/ 79393 w 478443"/>
                  <a:gd name="connsiteY9" fmla="*/ 297327 h 480129"/>
                  <a:gd name="connsiteX10" fmla="*/ 141419 w 478443"/>
                  <a:gd name="connsiteY10" fmla="*/ 297327 h 480129"/>
                  <a:gd name="connsiteX11" fmla="*/ 169852 w 478443"/>
                  <a:gd name="connsiteY11" fmla="*/ 309335 h 480129"/>
                  <a:gd name="connsiteX12" fmla="*/ 181116 w 478443"/>
                  <a:gd name="connsiteY12" fmla="*/ 338066 h 480129"/>
                  <a:gd name="connsiteX13" fmla="*/ 180669 w 478443"/>
                  <a:gd name="connsiteY13" fmla="*/ 355582 h 480129"/>
                  <a:gd name="connsiteX14" fmla="*/ 241851 w 478443"/>
                  <a:gd name="connsiteY14" fmla="*/ 306160 h 480129"/>
                  <a:gd name="connsiteX15" fmla="*/ 266811 w 478443"/>
                  <a:gd name="connsiteY15" fmla="*/ 297327 h 480129"/>
                  <a:gd name="connsiteX16" fmla="*/ 438747 w 478443"/>
                  <a:gd name="connsiteY16" fmla="*/ 297327 h 480129"/>
                  <a:gd name="connsiteX17" fmla="*/ 478443 w 478443"/>
                  <a:gd name="connsiteY17" fmla="*/ 337024 h 480129"/>
                  <a:gd name="connsiteX18" fmla="*/ 438747 w 478443"/>
                  <a:gd name="connsiteY18" fmla="*/ 376720 h 480129"/>
                  <a:gd name="connsiteX19" fmla="*/ 280853 w 478443"/>
                  <a:gd name="connsiteY19" fmla="*/ 376720 h 480129"/>
                  <a:gd name="connsiteX20" fmla="*/ 163798 w 478443"/>
                  <a:gd name="connsiteY20" fmla="*/ 471248 h 480129"/>
                  <a:gd name="connsiteX21" fmla="*/ 138839 w 478443"/>
                  <a:gd name="connsiteY21" fmla="*/ 480080 h 480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78443" h="480129">
                    <a:moveTo>
                      <a:pt x="138789" y="480130"/>
                    </a:moveTo>
                    <a:cubicBezTo>
                      <a:pt x="132785" y="480130"/>
                      <a:pt x="126781" y="478790"/>
                      <a:pt x="121223" y="476011"/>
                    </a:cubicBezTo>
                    <a:cubicBezTo>
                      <a:pt x="107330" y="469164"/>
                      <a:pt x="98696" y="454873"/>
                      <a:pt x="99093" y="439391"/>
                    </a:cubicBezTo>
                    <a:lnTo>
                      <a:pt x="100680" y="376720"/>
                    </a:lnTo>
                    <a:lnTo>
                      <a:pt x="39697" y="376720"/>
                    </a:lnTo>
                    <a:cubicBezTo>
                      <a:pt x="17764" y="376720"/>
                      <a:pt x="0" y="358956"/>
                      <a:pt x="0" y="337024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97327"/>
                    </a:lnTo>
                    <a:lnTo>
                      <a:pt x="141419" y="297327"/>
                    </a:lnTo>
                    <a:cubicBezTo>
                      <a:pt x="152137" y="297327"/>
                      <a:pt x="162359" y="301644"/>
                      <a:pt x="169852" y="309335"/>
                    </a:cubicBezTo>
                    <a:cubicBezTo>
                      <a:pt x="177345" y="317027"/>
                      <a:pt x="181364" y="327348"/>
                      <a:pt x="181116" y="338066"/>
                    </a:cubicBezTo>
                    <a:lnTo>
                      <a:pt x="180669" y="355582"/>
                    </a:lnTo>
                    <a:lnTo>
                      <a:pt x="241851" y="306160"/>
                    </a:lnTo>
                    <a:cubicBezTo>
                      <a:pt x="248898" y="300453"/>
                      <a:pt x="257730" y="297327"/>
                      <a:pt x="266811" y="297327"/>
                    </a:cubicBezTo>
                    <a:lnTo>
                      <a:pt x="438747" y="297327"/>
                    </a:lnTo>
                    <a:cubicBezTo>
                      <a:pt x="460679" y="297327"/>
                      <a:pt x="478443" y="315091"/>
                      <a:pt x="478443" y="337024"/>
                    </a:cubicBezTo>
                    <a:cubicBezTo>
                      <a:pt x="478443" y="358956"/>
                      <a:pt x="460679" y="376720"/>
                      <a:pt x="438747" y="376720"/>
                    </a:cubicBezTo>
                    <a:lnTo>
                      <a:pt x="280853" y="376720"/>
                    </a:lnTo>
                    <a:lnTo>
                      <a:pt x="163798" y="471248"/>
                    </a:lnTo>
                    <a:cubicBezTo>
                      <a:pt x="156603" y="477053"/>
                      <a:pt x="147771" y="480080"/>
                      <a:pt x="138839" y="48008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E13FB55A-0102-8049-E304-40BE6DD0734A}"/>
                </a:ext>
              </a:extLst>
            </p:cNvPr>
            <p:cNvSpPr/>
            <p:nvPr/>
          </p:nvSpPr>
          <p:spPr>
            <a:xfrm>
              <a:off x="6777740" y="3657092"/>
              <a:ext cx="834124" cy="834123"/>
            </a:xfrm>
            <a:custGeom>
              <a:avLst/>
              <a:gdLst>
                <a:gd name="connsiteX0" fmla="*/ 417062 w 834124"/>
                <a:gd name="connsiteY0" fmla="*/ 834124 h 834123"/>
                <a:gd name="connsiteX1" fmla="*/ 0 w 834124"/>
                <a:gd name="connsiteY1" fmla="*/ 417062 h 834123"/>
                <a:gd name="connsiteX2" fmla="*/ 417062 w 834124"/>
                <a:gd name="connsiteY2" fmla="*/ 0 h 834123"/>
                <a:gd name="connsiteX3" fmla="*/ 834125 w 834124"/>
                <a:gd name="connsiteY3" fmla="*/ 417062 h 834123"/>
                <a:gd name="connsiteX4" fmla="*/ 417062 w 834124"/>
                <a:gd name="connsiteY4" fmla="*/ 834124 h 834123"/>
                <a:gd name="connsiteX5" fmla="*/ 417062 w 834124"/>
                <a:gd name="connsiteY5" fmla="*/ 79393 h 834123"/>
                <a:gd name="connsiteX6" fmla="*/ 79393 w 834124"/>
                <a:gd name="connsiteY6" fmla="*/ 417062 h 834123"/>
                <a:gd name="connsiteX7" fmla="*/ 417062 w 834124"/>
                <a:gd name="connsiteY7" fmla="*/ 754731 h 834123"/>
                <a:gd name="connsiteX8" fmla="*/ 754732 w 834124"/>
                <a:gd name="connsiteY8" fmla="*/ 417062 h 834123"/>
                <a:gd name="connsiteX9" fmla="*/ 417062 w 834124"/>
                <a:gd name="connsiteY9" fmla="*/ 79393 h 83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4124" h="834123">
                  <a:moveTo>
                    <a:pt x="417062" y="834124"/>
                  </a:moveTo>
                  <a:cubicBezTo>
                    <a:pt x="187070" y="834124"/>
                    <a:pt x="0" y="647054"/>
                    <a:pt x="0" y="417062"/>
                  </a:cubicBezTo>
                  <a:cubicBezTo>
                    <a:pt x="0" y="187070"/>
                    <a:pt x="187070" y="0"/>
                    <a:pt x="417062" y="0"/>
                  </a:cubicBezTo>
                  <a:cubicBezTo>
                    <a:pt x="647055" y="0"/>
                    <a:pt x="834125" y="187070"/>
                    <a:pt x="834125" y="417062"/>
                  </a:cubicBezTo>
                  <a:cubicBezTo>
                    <a:pt x="834125" y="647054"/>
                    <a:pt x="647055" y="834124"/>
                    <a:pt x="417062" y="834124"/>
                  </a:cubicBezTo>
                  <a:close/>
                  <a:moveTo>
                    <a:pt x="417062" y="79393"/>
                  </a:moveTo>
                  <a:cubicBezTo>
                    <a:pt x="230885" y="79393"/>
                    <a:pt x="79393" y="230885"/>
                    <a:pt x="79393" y="417062"/>
                  </a:cubicBezTo>
                  <a:cubicBezTo>
                    <a:pt x="79393" y="603239"/>
                    <a:pt x="230885" y="754731"/>
                    <a:pt x="417062" y="754731"/>
                  </a:cubicBezTo>
                  <a:cubicBezTo>
                    <a:pt x="603239" y="754731"/>
                    <a:pt x="754732" y="603239"/>
                    <a:pt x="754732" y="417062"/>
                  </a:cubicBezTo>
                  <a:cubicBezTo>
                    <a:pt x="754732" y="230885"/>
                    <a:pt x="603239" y="79393"/>
                    <a:pt x="417062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7C39A090-CAB3-A5EB-8308-E7F1A70DB85C}"/>
                </a:ext>
              </a:extLst>
            </p:cNvPr>
            <p:cNvSpPr/>
            <p:nvPr/>
          </p:nvSpPr>
          <p:spPr>
            <a:xfrm>
              <a:off x="6882241" y="3773849"/>
              <a:ext cx="612915" cy="612914"/>
            </a:xfrm>
            <a:custGeom>
              <a:avLst/>
              <a:gdLst>
                <a:gd name="connsiteX0" fmla="*/ 573268 w 612915"/>
                <a:gd name="connsiteY0" fmla="*/ 612915 h 612914"/>
                <a:gd name="connsiteX1" fmla="*/ 545183 w 612915"/>
                <a:gd name="connsiteY1" fmla="*/ 601304 h 612914"/>
                <a:gd name="connsiteX2" fmla="*/ 11611 w 612915"/>
                <a:gd name="connsiteY2" fmla="*/ 67732 h 612914"/>
                <a:gd name="connsiteX3" fmla="*/ 11611 w 612915"/>
                <a:gd name="connsiteY3" fmla="*/ 11611 h 612914"/>
                <a:gd name="connsiteX4" fmla="*/ 67732 w 612915"/>
                <a:gd name="connsiteY4" fmla="*/ 11611 h 612914"/>
                <a:gd name="connsiteX5" fmla="*/ 601304 w 612915"/>
                <a:gd name="connsiteY5" fmla="*/ 545183 h 612914"/>
                <a:gd name="connsiteX6" fmla="*/ 601304 w 612915"/>
                <a:gd name="connsiteY6" fmla="*/ 601304 h 612914"/>
                <a:gd name="connsiteX7" fmla="*/ 573219 w 612915"/>
                <a:gd name="connsiteY7" fmla="*/ 612915 h 6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2915" h="612914">
                  <a:moveTo>
                    <a:pt x="573268" y="612915"/>
                  </a:moveTo>
                  <a:cubicBezTo>
                    <a:pt x="563096" y="612915"/>
                    <a:pt x="552974" y="609044"/>
                    <a:pt x="545183" y="601304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601304" y="545183"/>
                  </a:lnTo>
                  <a:cubicBezTo>
                    <a:pt x="616786" y="560664"/>
                    <a:pt x="616786" y="585822"/>
                    <a:pt x="601304" y="601304"/>
                  </a:cubicBezTo>
                  <a:cubicBezTo>
                    <a:pt x="593563" y="609044"/>
                    <a:pt x="583391" y="612915"/>
                    <a:pt x="573219" y="61291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67EDEA22-684B-5548-C2AB-77EC900B082D}"/>
              </a:ext>
            </a:extLst>
          </p:cNvPr>
          <p:cNvGrpSpPr/>
          <p:nvPr/>
        </p:nvGrpSpPr>
        <p:grpSpPr>
          <a:xfrm>
            <a:off x="8160797" y="3660863"/>
            <a:ext cx="685014" cy="836505"/>
            <a:chOff x="8160797" y="3660863"/>
            <a:chExt cx="685014" cy="836505"/>
          </a:xfrm>
        </p:grpSpPr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1C6762BB-1E2E-CC99-2F38-2B60BE847315}"/>
                </a:ext>
              </a:extLst>
            </p:cNvPr>
            <p:cNvSpPr/>
            <p:nvPr/>
          </p:nvSpPr>
          <p:spPr>
            <a:xfrm>
              <a:off x="8316407" y="3660863"/>
              <a:ext cx="373842" cy="373842"/>
            </a:xfrm>
            <a:custGeom>
              <a:avLst/>
              <a:gdLst>
                <a:gd name="connsiteX0" fmla="*/ 186921 w 373842"/>
                <a:gd name="connsiteY0" fmla="*/ 373842 h 373842"/>
                <a:gd name="connsiteX1" fmla="*/ 0 w 373842"/>
                <a:gd name="connsiteY1" fmla="*/ 186921 h 373842"/>
                <a:gd name="connsiteX2" fmla="*/ 186921 w 373842"/>
                <a:gd name="connsiteY2" fmla="*/ 0 h 373842"/>
                <a:gd name="connsiteX3" fmla="*/ 373843 w 373842"/>
                <a:gd name="connsiteY3" fmla="*/ 186921 h 373842"/>
                <a:gd name="connsiteX4" fmla="*/ 186921 w 373842"/>
                <a:gd name="connsiteY4" fmla="*/ 373842 h 373842"/>
                <a:gd name="connsiteX5" fmla="*/ 186921 w 373842"/>
                <a:gd name="connsiteY5" fmla="*/ 79393 h 373842"/>
                <a:gd name="connsiteX6" fmla="*/ 79393 w 373842"/>
                <a:gd name="connsiteY6" fmla="*/ 186921 h 373842"/>
                <a:gd name="connsiteX7" fmla="*/ 186921 w 373842"/>
                <a:gd name="connsiteY7" fmla="*/ 294449 h 373842"/>
                <a:gd name="connsiteX8" fmla="*/ 294450 w 373842"/>
                <a:gd name="connsiteY8" fmla="*/ 186921 h 373842"/>
                <a:gd name="connsiteX9" fmla="*/ 186921 w 373842"/>
                <a:gd name="connsiteY9" fmla="*/ 79393 h 3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842" h="373842">
                  <a:moveTo>
                    <a:pt x="186921" y="373842"/>
                  </a:moveTo>
                  <a:cubicBezTo>
                    <a:pt x="83859" y="373842"/>
                    <a:pt x="0" y="289983"/>
                    <a:pt x="0" y="186921"/>
                  </a:cubicBezTo>
                  <a:cubicBezTo>
                    <a:pt x="0" y="83859"/>
                    <a:pt x="83809" y="0"/>
                    <a:pt x="186921" y="0"/>
                  </a:cubicBezTo>
                  <a:cubicBezTo>
                    <a:pt x="290033" y="0"/>
                    <a:pt x="373843" y="83859"/>
                    <a:pt x="373843" y="186921"/>
                  </a:cubicBezTo>
                  <a:cubicBezTo>
                    <a:pt x="373843" y="289983"/>
                    <a:pt x="289984" y="373842"/>
                    <a:pt x="186921" y="373842"/>
                  </a:cubicBezTo>
                  <a:close/>
                  <a:moveTo>
                    <a:pt x="186921" y="79393"/>
                  </a:moveTo>
                  <a:cubicBezTo>
                    <a:pt x="127625" y="79393"/>
                    <a:pt x="79393" y="127624"/>
                    <a:pt x="79393" y="186921"/>
                  </a:cubicBezTo>
                  <a:cubicBezTo>
                    <a:pt x="79393" y="246218"/>
                    <a:pt x="127625" y="294449"/>
                    <a:pt x="186921" y="294449"/>
                  </a:cubicBezTo>
                  <a:cubicBezTo>
                    <a:pt x="246218" y="294449"/>
                    <a:pt x="294450" y="246218"/>
                    <a:pt x="294450" y="186921"/>
                  </a:cubicBezTo>
                  <a:cubicBezTo>
                    <a:pt x="294450" y="127624"/>
                    <a:pt x="246218" y="79393"/>
                    <a:pt x="18692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F973B238-1482-5272-0B0C-8340F7C8FDC5}"/>
                </a:ext>
              </a:extLst>
            </p:cNvPr>
            <p:cNvSpPr/>
            <p:nvPr/>
          </p:nvSpPr>
          <p:spPr>
            <a:xfrm>
              <a:off x="8728845" y="4217101"/>
              <a:ext cx="116966" cy="280267"/>
            </a:xfrm>
            <a:custGeom>
              <a:avLst/>
              <a:gdLst>
                <a:gd name="connsiteX0" fmla="*/ 77270 w 116966"/>
                <a:gd name="connsiteY0" fmla="*/ 280268 h 280267"/>
                <a:gd name="connsiteX1" fmla="*/ 37573 w 116966"/>
                <a:gd name="connsiteY1" fmla="*/ 240571 h 280267"/>
                <a:gd name="connsiteX2" fmla="*/ 4972 w 116966"/>
                <a:gd name="connsiteY2" fmla="*/ 58910 h 280267"/>
                <a:gd name="connsiteX3" fmla="*/ 20503 w 116966"/>
                <a:gd name="connsiteY3" fmla="*/ 4972 h 280267"/>
                <a:gd name="connsiteX4" fmla="*/ 74441 w 116966"/>
                <a:gd name="connsiteY4" fmla="*/ 20503 h 280267"/>
                <a:gd name="connsiteX5" fmla="*/ 116966 w 116966"/>
                <a:gd name="connsiteY5" fmla="*/ 240571 h 280267"/>
                <a:gd name="connsiteX6" fmla="*/ 77270 w 116966"/>
                <a:gd name="connsiteY6" fmla="*/ 280268 h 280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966" h="280267">
                  <a:moveTo>
                    <a:pt x="77270" y="280268"/>
                  </a:moveTo>
                  <a:cubicBezTo>
                    <a:pt x="55337" y="280268"/>
                    <a:pt x="37573" y="262504"/>
                    <a:pt x="37573" y="240571"/>
                  </a:cubicBezTo>
                  <a:cubicBezTo>
                    <a:pt x="37573" y="169465"/>
                    <a:pt x="23878" y="93049"/>
                    <a:pt x="4972" y="58910"/>
                  </a:cubicBezTo>
                  <a:cubicBezTo>
                    <a:pt x="-5647" y="39707"/>
                    <a:pt x="1300" y="15591"/>
                    <a:pt x="20503" y="4972"/>
                  </a:cubicBezTo>
                  <a:cubicBezTo>
                    <a:pt x="39707" y="-5647"/>
                    <a:pt x="63822" y="1300"/>
                    <a:pt x="74441" y="20503"/>
                  </a:cubicBezTo>
                  <a:cubicBezTo>
                    <a:pt x="105851" y="77220"/>
                    <a:pt x="116966" y="174526"/>
                    <a:pt x="116966" y="240571"/>
                  </a:cubicBezTo>
                  <a:cubicBezTo>
                    <a:pt x="116966" y="262504"/>
                    <a:pt x="99202" y="280268"/>
                    <a:pt x="77270" y="280268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1527E267-4FBE-1530-FB76-F78CF6809CF0}"/>
                </a:ext>
              </a:extLst>
            </p:cNvPr>
            <p:cNvSpPr/>
            <p:nvPr/>
          </p:nvSpPr>
          <p:spPr>
            <a:xfrm>
              <a:off x="8179634" y="4053759"/>
              <a:ext cx="484609" cy="276784"/>
            </a:xfrm>
            <a:custGeom>
              <a:avLst/>
              <a:gdLst>
                <a:gd name="connsiteX0" fmla="*/ 39715 w 484609"/>
                <a:gd name="connsiteY0" fmla="*/ 276784 h 276784"/>
                <a:gd name="connsiteX1" fmla="*/ 25871 w 484609"/>
                <a:gd name="connsiteY1" fmla="*/ 274303 h 276784"/>
                <a:gd name="connsiteX2" fmla="*/ 2499 w 484609"/>
                <a:gd name="connsiteY2" fmla="*/ 223244 h 276784"/>
                <a:gd name="connsiteX3" fmla="*/ 323645 w 484609"/>
                <a:gd name="connsiteY3" fmla="*/ 0 h 276784"/>
                <a:gd name="connsiteX4" fmla="*/ 460846 w 484609"/>
                <a:gd name="connsiteY4" fmla="*/ 28631 h 276784"/>
                <a:gd name="connsiteX5" fmla="*/ 481240 w 484609"/>
                <a:gd name="connsiteY5" fmla="*/ 80931 h 276784"/>
                <a:gd name="connsiteX6" fmla="*/ 428940 w 484609"/>
                <a:gd name="connsiteY6" fmla="*/ 101325 h 276784"/>
                <a:gd name="connsiteX7" fmla="*/ 323595 w 484609"/>
                <a:gd name="connsiteY7" fmla="*/ 79343 h 276784"/>
                <a:gd name="connsiteX8" fmla="*/ 76881 w 484609"/>
                <a:gd name="connsiteY8" fmla="*/ 250882 h 276784"/>
                <a:gd name="connsiteX9" fmla="*/ 39665 w 484609"/>
                <a:gd name="connsiteY9" fmla="*/ 276784 h 27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4609" h="276784">
                  <a:moveTo>
                    <a:pt x="39715" y="276784"/>
                  </a:moveTo>
                  <a:cubicBezTo>
                    <a:pt x="35100" y="276784"/>
                    <a:pt x="30436" y="275990"/>
                    <a:pt x="25871" y="274303"/>
                  </a:cubicBezTo>
                  <a:cubicBezTo>
                    <a:pt x="5328" y="266662"/>
                    <a:pt x="-5142" y="243836"/>
                    <a:pt x="2499" y="223244"/>
                  </a:cubicBezTo>
                  <a:cubicBezTo>
                    <a:pt x="52120" y="89714"/>
                    <a:pt x="181184" y="0"/>
                    <a:pt x="323645" y="0"/>
                  </a:cubicBezTo>
                  <a:cubicBezTo>
                    <a:pt x="371330" y="0"/>
                    <a:pt x="417527" y="9626"/>
                    <a:pt x="460846" y="28631"/>
                  </a:cubicBezTo>
                  <a:cubicBezTo>
                    <a:pt x="480943" y="37414"/>
                    <a:pt x="490073" y="60835"/>
                    <a:pt x="481240" y="80931"/>
                  </a:cubicBezTo>
                  <a:cubicBezTo>
                    <a:pt x="472457" y="101028"/>
                    <a:pt x="449036" y="110158"/>
                    <a:pt x="428940" y="101325"/>
                  </a:cubicBezTo>
                  <a:cubicBezTo>
                    <a:pt x="395694" y="86737"/>
                    <a:pt x="360265" y="79343"/>
                    <a:pt x="323595" y="79343"/>
                  </a:cubicBezTo>
                  <a:cubicBezTo>
                    <a:pt x="214132" y="79343"/>
                    <a:pt x="114990" y="148267"/>
                    <a:pt x="76881" y="250882"/>
                  </a:cubicBezTo>
                  <a:cubicBezTo>
                    <a:pt x="70926" y="266860"/>
                    <a:pt x="55792" y="276784"/>
                    <a:pt x="39665" y="2767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9966DB7-E698-8FA2-8DF6-73F4CC4ECEBE}"/>
                </a:ext>
              </a:extLst>
            </p:cNvPr>
            <p:cNvSpPr/>
            <p:nvPr/>
          </p:nvSpPr>
          <p:spPr>
            <a:xfrm>
              <a:off x="8568878" y="4034209"/>
              <a:ext cx="276883" cy="276883"/>
            </a:xfrm>
            <a:custGeom>
              <a:avLst/>
              <a:gdLst>
                <a:gd name="connsiteX0" fmla="*/ 138442 w 276883"/>
                <a:gd name="connsiteY0" fmla="*/ 276883 h 276883"/>
                <a:gd name="connsiteX1" fmla="*/ 0 w 276883"/>
                <a:gd name="connsiteY1" fmla="*/ 138442 h 276883"/>
                <a:gd name="connsiteX2" fmla="*/ 138442 w 276883"/>
                <a:gd name="connsiteY2" fmla="*/ 0 h 276883"/>
                <a:gd name="connsiteX3" fmla="*/ 276884 w 276883"/>
                <a:gd name="connsiteY3" fmla="*/ 138442 h 276883"/>
                <a:gd name="connsiteX4" fmla="*/ 138442 w 276883"/>
                <a:gd name="connsiteY4" fmla="*/ 276883 h 276883"/>
                <a:gd name="connsiteX5" fmla="*/ 138442 w 276883"/>
                <a:gd name="connsiteY5" fmla="*/ 79344 h 276883"/>
                <a:gd name="connsiteX6" fmla="*/ 79393 w 276883"/>
                <a:gd name="connsiteY6" fmla="*/ 138392 h 276883"/>
                <a:gd name="connsiteX7" fmla="*/ 138442 w 276883"/>
                <a:gd name="connsiteY7" fmla="*/ 197441 h 276883"/>
                <a:gd name="connsiteX8" fmla="*/ 197491 w 276883"/>
                <a:gd name="connsiteY8" fmla="*/ 138392 h 276883"/>
                <a:gd name="connsiteX9" fmla="*/ 138442 w 276883"/>
                <a:gd name="connsiteY9" fmla="*/ 79344 h 27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6883" h="276883">
                  <a:moveTo>
                    <a:pt x="138442" y="276883"/>
                  </a:moveTo>
                  <a:cubicBezTo>
                    <a:pt x="62076" y="276883"/>
                    <a:pt x="0" y="214758"/>
                    <a:pt x="0" y="138442"/>
                  </a:cubicBezTo>
                  <a:cubicBezTo>
                    <a:pt x="0" y="62125"/>
                    <a:pt x="62125" y="0"/>
                    <a:pt x="138442" y="0"/>
                  </a:cubicBezTo>
                  <a:cubicBezTo>
                    <a:pt x="214759" y="0"/>
                    <a:pt x="276884" y="62125"/>
                    <a:pt x="276884" y="138442"/>
                  </a:cubicBezTo>
                  <a:cubicBezTo>
                    <a:pt x="276884" y="214758"/>
                    <a:pt x="214759" y="276883"/>
                    <a:pt x="138442" y="276883"/>
                  </a:cubicBezTo>
                  <a:close/>
                  <a:moveTo>
                    <a:pt x="138442" y="79344"/>
                  </a:moveTo>
                  <a:cubicBezTo>
                    <a:pt x="105891" y="79344"/>
                    <a:pt x="79393" y="105841"/>
                    <a:pt x="79393" y="138392"/>
                  </a:cubicBezTo>
                  <a:cubicBezTo>
                    <a:pt x="79393" y="170943"/>
                    <a:pt x="105891" y="197441"/>
                    <a:pt x="138442" y="197441"/>
                  </a:cubicBezTo>
                  <a:cubicBezTo>
                    <a:pt x="170993" y="197441"/>
                    <a:pt x="197491" y="170943"/>
                    <a:pt x="197491" y="138392"/>
                  </a:cubicBezTo>
                  <a:cubicBezTo>
                    <a:pt x="197491" y="105841"/>
                    <a:pt x="170993" y="79344"/>
                    <a:pt x="138442" y="7934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E1789A1A-1DB5-8B81-DC75-193F07B25D8A}"/>
                </a:ext>
              </a:extLst>
            </p:cNvPr>
            <p:cNvSpPr/>
            <p:nvPr/>
          </p:nvSpPr>
          <p:spPr>
            <a:xfrm>
              <a:off x="8160797" y="4205102"/>
              <a:ext cx="494669" cy="292265"/>
            </a:xfrm>
            <a:custGeom>
              <a:avLst/>
              <a:gdLst>
                <a:gd name="connsiteX0" fmla="*/ 348536 w 494669"/>
                <a:gd name="connsiteY0" fmla="*/ 292266 h 292265"/>
                <a:gd name="connsiteX1" fmla="*/ 146133 w 494669"/>
                <a:gd name="connsiteY1" fmla="*/ 292266 h 292265"/>
                <a:gd name="connsiteX2" fmla="*/ 0 w 494669"/>
                <a:gd name="connsiteY2" fmla="*/ 146133 h 292265"/>
                <a:gd name="connsiteX3" fmla="*/ 146133 w 494669"/>
                <a:gd name="connsiteY3" fmla="*/ 0 h 292265"/>
                <a:gd name="connsiteX4" fmla="*/ 348536 w 494669"/>
                <a:gd name="connsiteY4" fmla="*/ 0 h 292265"/>
                <a:gd name="connsiteX5" fmla="*/ 494669 w 494669"/>
                <a:gd name="connsiteY5" fmla="*/ 146133 h 292265"/>
                <a:gd name="connsiteX6" fmla="*/ 348536 w 494669"/>
                <a:gd name="connsiteY6" fmla="*/ 292266 h 292265"/>
                <a:gd name="connsiteX7" fmla="*/ 146183 w 494669"/>
                <a:gd name="connsiteY7" fmla="*/ 79443 h 292265"/>
                <a:gd name="connsiteX8" fmla="*/ 79443 w 494669"/>
                <a:gd name="connsiteY8" fmla="*/ 146183 h 292265"/>
                <a:gd name="connsiteX9" fmla="*/ 146183 w 494669"/>
                <a:gd name="connsiteY9" fmla="*/ 212922 h 292265"/>
                <a:gd name="connsiteX10" fmla="*/ 348586 w 494669"/>
                <a:gd name="connsiteY10" fmla="*/ 212922 h 292265"/>
                <a:gd name="connsiteX11" fmla="*/ 415326 w 494669"/>
                <a:gd name="connsiteY11" fmla="*/ 146183 h 292265"/>
                <a:gd name="connsiteX12" fmla="*/ 348586 w 494669"/>
                <a:gd name="connsiteY12" fmla="*/ 79443 h 292265"/>
                <a:gd name="connsiteX13" fmla="*/ 146183 w 494669"/>
                <a:gd name="connsiteY13" fmla="*/ 79443 h 29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4669" h="292265">
                  <a:moveTo>
                    <a:pt x="348536" y="292266"/>
                  </a:moveTo>
                  <a:lnTo>
                    <a:pt x="146133" y="292266"/>
                  </a:lnTo>
                  <a:cubicBezTo>
                    <a:pt x="65549" y="292266"/>
                    <a:pt x="0" y="226717"/>
                    <a:pt x="0" y="146133"/>
                  </a:cubicBezTo>
                  <a:cubicBezTo>
                    <a:pt x="0" y="65549"/>
                    <a:pt x="65549" y="0"/>
                    <a:pt x="146133" y="0"/>
                  </a:cubicBezTo>
                  <a:lnTo>
                    <a:pt x="348536" y="0"/>
                  </a:lnTo>
                  <a:cubicBezTo>
                    <a:pt x="429120" y="0"/>
                    <a:pt x="494669" y="65549"/>
                    <a:pt x="494669" y="146133"/>
                  </a:cubicBezTo>
                  <a:cubicBezTo>
                    <a:pt x="494669" y="226717"/>
                    <a:pt x="429120" y="292266"/>
                    <a:pt x="348536" y="292266"/>
                  </a:cubicBezTo>
                  <a:close/>
                  <a:moveTo>
                    <a:pt x="146183" y="79443"/>
                  </a:moveTo>
                  <a:cubicBezTo>
                    <a:pt x="109414" y="79443"/>
                    <a:pt x="79443" y="109364"/>
                    <a:pt x="79443" y="146183"/>
                  </a:cubicBezTo>
                  <a:cubicBezTo>
                    <a:pt x="79443" y="183001"/>
                    <a:pt x="109364" y="212922"/>
                    <a:pt x="146183" y="212922"/>
                  </a:cubicBezTo>
                  <a:lnTo>
                    <a:pt x="348586" y="212922"/>
                  </a:lnTo>
                  <a:cubicBezTo>
                    <a:pt x="385404" y="212922"/>
                    <a:pt x="415326" y="183001"/>
                    <a:pt x="415326" y="146183"/>
                  </a:cubicBezTo>
                  <a:cubicBezTo>
                    <a:pt x="415326" y="109364"/>
                    <a:pt x="385404" y="79443"/>
                    <a:pt x="348586" y="79443"/>
                  </a:cubicBezTo>
                  <a:lnTo>
                    <a:pt x="146183" y="79443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21D044EC-01EF-0CDF-CBE1-AE3AE56F49AB}"/>
              </a:ext>
            </a:extLst>
          </p:cNvPr>
          <p:cNvGrpSpPr/>
          <p:nvPr/>
        </p:nvGrpSpPr>
        <p:grpSpPr>
          <a:xfrm>
            <a:off x="9565587" y="3663034"/>
            <a:ext cx="553717" cy="827635"/>
            <a:chOff x="9565587" y="3663034"/>
            <a:chExt cx="553717" cy="827635"/>
          </a:xfrm>
        </p:grpSpPr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D16D7A9A-E00B-B458-973A-84FA0B09913F}"/>
                </a:ext>
              </a:extLst>
            </p:cNvPr>
            <p:cNvSpPr/>
            <p:nvPr/>
          </p:nvSpPr>
          <p:spPr>
            <a:xfrm>
              <a:off x="9565587" y="3896313"/>
              <a:ext cx="427532" cy="594356"/>
            </a:xfrm>
            <a:custGeom>
              <a:avLst/>
              <a:gdLst>
                <a:gd name="connsiteX0" fmla="*/ 295343 w 427532"/>
                <a:gd name="connsiteY0" fmla="*/ 594357 h 594356"/>
                <a:gd name="connsiteX1" fmla="*/ 132190 w 427532"/>
                <a:gd name="connsiteY1" fmla="*/ 594357 h 594356"/>
                <a:gd name="connsiteX2" fmla="*/ 0 w 427532"/>
                <a:gd name="connsiteY2" fmla="*/ 462167 h 594356"/>
                <a:gd name="connsiteX3" fmla="*/ 0 w 427532"/>
                <a:gd name="connsiteY3" fmla="*/ 132190 h 594356"/>
                <a:gd name="connsiteX4" fmla="*/ 132190 w 427532"/>
                <a:gd name="connsiteY4" fmla="*/ 0 h 594356"/>
                <a:gd name="connsiteX5" fmla="*/ 295343 w 427532"/>
                <a:gd name="connsiteY5" fmla="*/ 0 h 594356"/>
                <a:gd name="connsiteX6" fmla="*/ 427532 w 427532"/>
                <a:gd name="connsiteY6" fmla="*/ 132190 h 594356"/>
                <a:gd name="connsiteX7" fmla="*/ 427532 w 427532"/>
                <a:gd name="connsiteY7" fmla="*/ 462167 h 594356"/>
                <a:gd name="connsiteX8" fmla="*/ 295343 w 427532"/>
                <a:gd name="connsiteY8" fmla="*/ 594357 h 594356"/>
                <a:gd name="connsiteX9" fmla="*/ 132140 w 427532"/>
                <a:gd name="connsiteY9" fmla="*/ 79443 h 594356"/>
                <a:gd name="connsiteX10" fmla="*/ 79344 w 427532"/>
                <a:gd name="connsiteY10" fmla="*/ 132239 h 594356"/>
                <a:gd name="connsiteX11" fmla="*/ 79344 w 427532"/>
                <a:gd name="connsiteY11" fmla="*/ 462217 h 594356"/>
                <a:gd name="connsiteX12" fmla="*/ 132140 w 427532"/>
                <a:gd name="connsiteY12" fmla="*/ 515013 h 594356"/>
                <a:gd name="connsiteX13" fmla="*/ 295293 w 427532"/>
                <a:gd name="connsiteY13" fmla="*/ 515013 h 594356"/>
                <a:gd name="connsiteX14" fmla="*/ 348090 w 427532"/>
                <a:gd name="connsiteY14" fmla="*/ 462217 h 594356"/>
                <a:gd name="connsiteX15" fmla="*/ 348090 w 427532"/>
                <a:gd name="connsiteY15" fmla="*/ 132239 h 594356"/>
                <a:gd name="connsiteX16" fmla="*/ 295293 w 427532"/>
                <a:gd name="connsiteY16" fmla="*/ 79443 h 594356"/>
                <a:gd name="connsiteX17" fmla="*/ 132140 w 427532"/>
                <a:gd name="connsiteY17" fmla="*/ 79443 h 59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7532" h="594356">
                  <a:moveTo>
                    <a:pt x="295343" y="594357"/>
                  </a:moveTo>
                  <a:lnTo>
                    <a:pt x="132190" y="594357"/>
                  </a:lnTo>
                  <a:cubicBezTo>
                    <a:pt x="59297" y="594357"/>
                    <a:pt x="0" y="535060"/>
                    <a:pt x="0" y="462167"/>
                  </a:cubicBezTo>
                  <a:lnTo>
                    <a:pt x="0" y="132190"/>
                  </a:lnTo>
                  <a:cubicBezTo>
                    <a:pt x="0" y="59297"/>
                    <a:pt x="59297" y="0"/>
                    <a:pt x="132190" y="0"/>
                  </a:cubicBezTo>
                  <a:lnTo>
                    <a:pt x="295343" y="0"/>
                  </a:lnTo>
                  <a:cubicBezTo>
                    <a:pt x="368236" y="0"/>
                    <a:pt x="427532" y="59297"/>
                    <a:pt x="427532" y="132190"/>
                  </a:cubicBezTo>
                  <a:lnTo>
                    <a:pt x="427532" y="462167"/>
                  </a:lnTo>
                  <a:cubicBezTo>
                    <a:pt x="427532" y="535060"/>
                    <a:pt x="368236" y="594357"/>
                    <a:pt x="295343" y="594357"/>
                  </a:cubicBezTo>
                  <a:close/>
                  <a:moveTo>
                    <a:pt x="132140" y="79443"/>
                  </a:moveTo>
                  <a:cubicBezTo>
                    <a:pt x="103062" y="79443"/>
                    <a:pt x="79344" y="103112"/>
                    <a:pt x="79344" y="132239"/>
                  </a:cubicBezTo>
                  <a:lnTo>
                    <a:pt x="79344" y="462217"/>
                  </a:lnTo>
                  <a:cubicBezTo>
                    <a:pt x="79344" y="491294"/>
                    <a:pt x="103013" y="515013"/>
                    <a:pt x="132140" y="515013"/>
                  </a:cubicBezTo>
                  <a:lnTo>
                    <a:pt x="295293" y="515013"/>
                  </a:lnTo>
                  <a:cubicBezTo>
                    <a:pt x="324420" y="515013"/>
                    <a:pt x="348090" y="491344"/>
                    <a:pt x="348090" y="462217"/>
                  </a:cubicBezTo>
                  <a:lnTo>
                    <a:pt x="348090" y="132239"/>
                  </a:lnTo>
                  <a:cubicBezTo>
                    <a:pt x="348090" y="103112"/>
                    <a:pt x="324420" y="79443"/>
                    <a:pt x="295293" y="79443"/>
                  </a:cubicBezTo>
                  <a:lnTo>
                    <a:pt x="132140" y="79443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A1AE0E21-1B84-6336-6A2F-35D4AD18E033}"/>
                </a:ext>
              </a:extLst>
            </p:cNvPr>
            <p:cNvSpPr/>
            <p:nvPr/>
          </p:nvSpPr>
          <p:spPr>
            <a:xfrm>
              <a:off x="9843909" y="3663034"/>
              <a:ext cx="275395" cy="305725"/>
            </a:xfrm>
            <a:custGeom>
              <a:avLst/>
              <a:gdLst>
                <a:gd name="connsiteX0" fmla="*/ 235699 w 275395"/>
                <a:gd name="connsiteY0" fmla="*/ 305676 h 305725"/>
                <a:gd name="connsiteX1" fmla="*/ 215850 w 275395"/>
                <a:gd name="connsiteY1" fmla="*/ 300366 h 305725"/>
                <a:gd name="connsiteX2" fmla="*/ 19848 w 275395"/>
                <a:gd name="connsiteY2" fmla="*/ 187231 h 305725"/>
                <a:gd name="connsiteX3" fmla="*/ 0 w 275395"/>
                <a:gd name="connsiteY3" fmla="*/ 152844 h 305725"/>
                <a:gd name="connsiteX4" fmla="*/ 19848 w 275395"/>
                <a:gd name="connsiteY4" fmla="*/ 118457 h 305725"/>
                <a:gd name="connsiteX5" fmla="*/ 215850 w 275395"/>
                <a:gd name="connsiteY5" fmla="*/ 5322 h 305725"/>
                <a:gd name="connsiteX6" fmla="*/ 255547 w 275395"/>
                <a:gd name="connsiteY6" fmla="*/ 5322 h 305725"/>
                <a:gd name="connsiteX7" fmla="*/ 275395 w 275395"/>
                <a:gd name="connsiteY7" fmla="*/ 39709 h 305725"/>
                <a:gd name="connsiteX8" fmla="*/ 275395 w 275395"/>
                <a:gd name="connsiteY8" fmla="*/ 266029 h 305725"/>
                <a:gd name="connsiteX9" fmla="*/ 255547 w 275395"/>
                <a:gd name="connsiteY9" fmla="*/ 300416 h 305725"/>
                <a:gd name="connsiteX10" fmla="*/ 235699 w 275395"/>
                <a:gd name="connsiteY10" fmla="*/ 305725 h 305725"/>
                <a:gd name="connsiteX11" fmla="*/ 119090 w 275395"/>
                <a:gd name="connsiteY11" fmla="*/ 152844 h 305725"/>
                <a:gd name="connsiteX12" fmla="*/ 196002 w 275395"/>
                <a:gd name="connsiteY12" fmla="*/ 197255 h 305725"/>
                <a:gd name="connsiteX13" fmla="*/ 196002 w 275395"/>
                <a:gd name="connsiteY13" fmla="*/ 108483 h 305725"/>
                <a:gd name="connsiteX14" fmla="*/ 119090 w 275395"/>
                <a:gd name="connsiteY14" fmla="*/ 152894 h 30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5395" h="305725">
                  <a:moveTo>
                    <a:pt x="235699" y="305676"/>
                  </a:moveTo>
                  <a:cubicBezTo>
                    <a:pt x="228851" y="305676"/>
                    <a:pt x="222003" y="303889"/>
                    <a:pt x="215850" y="300366"/>
                  </a:cubicBezTo>
                  <a:lnTo>
                    <a:pt x="19848" y="187231"/>
                  </a:lnTo>
                  <a:cubicBezTo>
                    <a:pt x="7542" y="180136"/>
                    <a:pt x="0" y="167036"/>
                    <a:pt x="0" y="152844"/>
                  </a:cubicBezTo>
                  <a:cubicBezTo>
                    <a:pt x="0" y="138653"/>
                    <a:pt x="7542" y="125553"/>
                    <a:pt x="19848" y="118457"/>
                  </a:cubicBezTo>
                  <a:lnTo>
                    <a:pt x="215850" y="5322"/>
                  </a:lnTo>
                  <a:cubicBezTo>
                    <a:pt x="228107" y="-1774"/>
                    <a:pt x="243291" y="-1774"/>
                    <a:pt x="255547" y="5322"/>
                  </a:cubicBezTo>
                  <a:cubicBezTo>
                    <a:pt x="267853" y="12418"/>
                    <a:pt x="275395" y="25517"/>
                    <a:pt x="275395" y="39709"/>
                  </a:cubicBezTo>
                  <a:lnTo>
                    <a:pt x="275395" y="266029"/>
                  </a:lnTo>
                  <a:cubicBezTo>
                    <a:pt x="275395" y="280220"/>
                    <a:pt x="267853" y="293320"/>
                    <a:pt x="255547" y="300416"/>
                  </a:cubicBezTo>
                  <a:cubicBezTo>
                    <a:pt x="249394" y="303939"/>
                    <a:pt x="242546" y="305725"/>
                    <a:pt x="235699" y="305725"/>
                  </a:cubicBezTo>
                  <a:close/>
                  <a:moveTo>
                    <a:pt x="119090" y="152844"/>
                  </a:moveTo>
                  <a:lnTo>
                    <a:pt x="196002" y="197255"/>
                  </a:lnTo>
                  <a:lnTo>
                    <a:pt x="196002" y="108483"/>
                  </a:lnTo>
                  <a:lnTo>
                    <a:pt x="119090" y="152894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B38E788A-BEC5-A3A0-1463-3F70B16E1EA0}"/>
                </a:ext>
              </a:extLst>
            </p:cNvPr>
            <p:cNvSpPr/>
            <p:nvPr/>
          </p:nvSpPr>
          <p:spPr>
            <a:xfrm>
              <a:off x="9643838" y="3776181"/>
              <a:ext cx="283384" cy="79393"/>
            </a:xfrm>
            <a:custGeom>
              <a:avLst/>
              <a:gdLst>
                <a:gd name="connsiteX0" fmla="*/ 243687 w 283384"/>
                <a:gd name="connsiteY0" fmla="*/ 79393 h 79393"/>
                <a:gd name="connsiteX1" fmla="*/ 39697 w 283384"/>
                <a:gd name="connsiteY1" fmla="*/ 79393 h 79393"/>
                <a:gd name="connsiteX2" fmla="*/ 0 w 283384"/>
                <a:gd name="connsiteY2" fmla="*/ 39697 h 79393"/>
                <a:gd name="connsiteX3" fmla="*/ 39697 w 283384"/>
                <a:gd name="connsiteY3" fmla="*/ 0 h 79393"/>
                <a:gd name="connsiteX4" fmla="*/ 243687 w 283384"/>
                <a:gd name="connsiteY4" fmla="*/ 0 h 79393"/>
                <a:gd name="connsiteX5" fmla="*/ 283384 w 283384"/>
                <a:gd name="connsiteY5" fmla="*/ 39697 h 79393"/>
                <a:gd name="connsiteX6" fmla="*/ 243687 w 28338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84" h="79393">
                  <a:moveTo>
                    <a:pt x="243687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43687" y="0"/>
                  </a:lnTo>
                  <a:cubicBezTo>
                    <a:pt x="265620" y="0"/>
                    <a:pt x="283384" y="17764"/>
                    <a:pt x="283384" y="39697"/>
                  </a:cubicBezTo>
                  <a:cubicBezTo>
                    <a:pt x="283384" y="61629"/>
                    <a:pt x="265620" y="79393"/>
                    <a:pt x="243687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2655FAE0-9E68-001C-6ABA-15FD24211541}"/>
                </a:ext>
              </a:extLst>
            </p:cNvPr>
            <p:cNvSpPr/>
            <p:nvPr/>
          </p:nvSpPr>
          <p:spPr>
            <a:xfrm>
              <a:off x="9704673" y="4010441"/>
              <a:ext cx="79393" cy="367887"/>
            </a:xfrm>
            <a:custGeom>
              <a:avLst/>
              <a:gdLst>
                <a:gd name="connsiteX0" fmla="*/ 39697 w 79393"/>
                <a:gd name="connsiteY0" fmla="*/ 367888 h 367887"/>
                <a:gd name="connsiteX1" fmla="*/ 0 w 79393"/>
                <a:gd name="connsiteY1" fmla="*/ 328191 h 367887"/>
                <a:gd name="connsiteX2" fmla="*/ 0 w 79393"/>
                <a:gd name="connsiteY2" fmla="*/ 39697 h 367887"/>
                <a:gd name="connsiteX3" fmla="*/ 39697 w 79393"/>
                <a:gd name="connsiteY3" fmla="*/ 0 h 367887"/>
                <a:gd name="connsiteX4" fmla="*/ 79393 w 79393"/>
                <a:gd name="connsiteY4" fmla="*/ 39697 h 367887"/>
                <a:gd name="connsiteX5" fmla="*/ 79393 w 79393"/>
                <a:gd name="connsiteY5" fmla="*/ 328191 h 367887"/>
                <a:gd name="connsiteX6" fmla="*/ 39697 w 79393"/>
                <a:gd name="connsiteY6" fmla="*/ 367888 h 3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367887">
                  <a:moveTo>
                    <a:pt x="39697" y="367888"/>
                  </a:moveTo>
                  <a:cubicBezTo>
                    <a:pt x="17764" y="367888"/>
                    <a:pt x="0" y="350124"/>
                    <a:pt x="0" y="328191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328191"/>
                  </a:lnTo>
                  <a:cubicBezTo>
                    <a:pt x="79393" y="350124"/>
                    <a:pt x="61629" y="367888"/>
                    <a:pt x="39697" y="36788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01494725-9830-E9DC-713A-3F9138BC1514}"/>
                </a:ext>
              </a:extLst>
            </p:cNvPr>
            <p:cNvSpPr/>
            <p:nvPr/>
          </p:nvSpPr>
          <p:spPr>
            <a:xfrm>
              <a:off x="9704624" y="4078818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45BC654B-39AA-231A-F7CD-2C2E2011482C}"/>
                </a:ext>
              </a:extLst>
            </p:cNvPr>
            <p:cNvSpPr/>
            <p:nvPr/>
          </p:nvSpPr>
          <p:spPr>
            <a:xfrm>
              <a:off x="9704624" y="4185899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BC90F39C-E052-493E-825F-7300C99F6D01}"/>
                </a:ext>
              </a:extLst>
            </p:cNvPr>
            <p:cNvSpPr/>
            <p:nvPr/>
          </p:nvSpPr>
          <p:spPr>
            <a:xfrm>
              <a:off x="9704624" y="4298935"/>
              <a:ext cx="147820" cy="79393"/>
            </a:xfrm>
            <a:custGeom>
              <a:avLst/>
              <a:gdLst>
                <a:gd name="connsiteX0" fmla="*/ 108124 w 147820"/>
                <a:gd name="connsiteY0" fmla="*/ 79393 h 79393"/>
                <a:gd name="connsiteX1" fmla="*/ 39697 w 147820"/>
                <a:gd name="connsiteY1" fmla="*/ 79393 h 79393"/>
                <a:gd name="connsiteX2" fmla="*/ 0 w 147820"/>
                <a:gd name="connsiteY2" fmla="*/ 39697 h 79393"/>
                <a:gd name="connsiteX3" fmla="*/ 39697 w 147820"/>
                <a:gd name="connsiteY3" fmla="*/ 0 h 79393"/>
                <a:gd name="connsiteX4" fmla="*/ 108124 w 147820"/>
                <a:gd name="connsiteY4" fmla="*/ 0 h 79393"/>
                <a:gd name="connsiteX5" fmla="*/ 147820 w 147820"/>
                <a:gd name="connsiteY5" fmla="*/ 39697 h 79393"/>
                <a:gd name="connsiteX6" fmla="*/ 108124 w 14782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20" h="79393">
                  <a:moveTo>
                    <a:pt x="10812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8124" y="0"/>
                  </a:lnTo>
                  <a:cubicBezTo>
                    <a:pt x="130056" y="0"/>
                    <a:pt x="147820" y="17764"/>
                    <a:pt x="147820" y="39697"/>
                  </a:cubicBezTo>
                  <a:cubicBezTo>
                    <a:pt x="147820" y="61629"/>
                    <a:pt x="130056" y="79393"/>
                    <a:pt x="10812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E794C5A9-FFD2-F36C-F555-A4606F4E6944}"/>
              </a:ext>
            </a:extLst>
          </p:cNvPr>
          <p:cNvGrpSpPr/>
          <p:nvPr/>
        </p:nvGrpSpPr>
        <p:grpSpPr>
          <a:xfrm>
            <a:off x="1634714" y="4791259"/>
            <a:ext cx="610434" cy="809710"/>
            <a:chOff x="1634714" y="4791259"/>
            <a:chExt cx="610434" cy="809710"/>
          </a:xfrm>
        </p:grpSpPr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2E6ABCE4-642E-9739-2D4A-7A8E9FD700BF}"/>
                </a:ext>
              </a:extLst>
            </p:cNvPr>
            <p:cNvSpPr/>
            <p:nvPr/>
          </p:nvSpPr>
          <p:spPr>
            <a:xfrm>
              <a:off x="1896662" y="4966817"/>
              <a:ext cx="270056" cy="525433"/>
            </a:xfrm>
            <a:custGeom>
              <a:avLst/>
              <a:gdLst>
                <a:gd name="connsiteX0" fmla="*/ 43319 w 270056"/>
                <a:gd name="connsiteY0" fmla="*/ 525384 h 525433"/>
                <a:gd name="connsiteX1" fmla="*/ 18360 w 270056"/>
                <a:gd name="connsiteY1" fmla="*/ 516551 h 525433"/>
                <a:gd name="connsiteX2" fmla="*/ 12504 w 270056"/>
                <a:gd name="connsiteY2" fmla="*/ 460728 h 525433"/>
                <a:gd name="connsiteX3" fmla="*/ 187815 w 270056"/>
                <a:gd name="connsiteY3" fmla="*/ 215255 h 525433"/>
                <a:gd name="connsiteX4" fmla="*/ 171390 w 270056"/>
                <a:gd name="connsiteY4" fmla="*/ 142808 h 525433"/>
                <a:gd name="connsiteX5" fmla="*/ 39697 w 270056"/>
                <a:gd name="connsiteY5" fmla="*/ 79393 h 525433"/>
                <a:gd name="connsiteX6" fmla="*/ 0 w 270056"/>
                <a:gd name="connsiteY6" fmla="*/ 39697 h 525433"/>
                <a:gd name="connsiteX7" fmla="*/ 39697 w 270056"/>
                <a:gd name="connsiteY7" fmla="*/ 0 h 525433"/>
                <a:gd name="connsiteX8" fmla="*/ 234706 w 270056"/>
                <a:gd name="connsiteY8" fmla="*/ 94875 h 525433"/>
                <a:gd name="connsiteX9" fmla="*/ 264231 w 270056"/>
                <a:gd name="connsiteY9" fmla="*/ 236790 h 525433"/>
                <a:gd name="connsiteX10" fmla="*/ 74183 w 270056"/>
                <a:gd name="connsiteY10" fmla="*/ 510696 h 525433"/>
                <a:gd name="connsiteX11" fmla="*/ 43319 w 270056"/>
                <a:gd name="connsiteY11" fmla="*/ 525434 h 525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0056" h="525433">
                  <a:moveTo>
                    <a:pt x="43319" y="525384"/>
                  </a:moveTo>
                  <a:cubicBezTo>
                    <a:pt x="34536" y="525384"/>
                    <a:pt x="25704" y="522506"/>
                    <a:pt x="18360" y="516551"/>
                  </a:cubicBezTo>
                  <a:cubicBezTo>
                    <a:pt x="1340" y="502757"/>
                    <a:pt x="-1290" y="477748"/>
                    <a:pt x="12504" y="460728"/>
                  </a:cubicBezTo>
                  <a:cubicBezTo>
                    <a:pt x="90806" y="364017"/>
                    <a:pt x="180123" y="242645"/>
                    <a:pt x="187815" y="215255"/>
                  </a:cubicBezTo>
                  <a:cubicBezTo>
                    <a:pt x="194712" y="190742"/>
                    <a:pt x="189204" y="166378"/>
                    <a:pt x="171390" y="142808"/>
                  </a:cubicBezTo>
                  <a:cubicBezTo>
                    <a:pt x="143106" y="105494"/>
                    <a:pt x="88970" y="79393"/>
                    <a:pt x="39697" y="79393"/>
                  </a:cubicBez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cubicBezTo>
                    <a:pt x="114525" y="0"/>
                    <a:pt x="191089" y="37265"/>
                    <a:pt x="234706" y="94875"/>
                  </a:cubicBezTo>
                  <a:cubicBezTo>
                    <a:pt x="267357" y="138045"/>
                    <a:pt x="277876" y="188410"/>
                    <a:pt x="264231" y="236790"/>
                  </a:cubicBezTo>
                  <a:cubicBezTo>
                    <a:pt x="248501" y="292613"/>
                    <a:pt x="114773" y="460530"/>
                    <a:pt x="74183" y="510696"/>
                  </a:cubicBezTo>
                  <a:cubicBezTo>
                    <a:pt x="66343" y="520372"/>
                    <a:pt x="54881" y="525434"/>
                    <a:pt x="43319" y="52543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0" name="Picture Placeholder 133">
              <a:extLst>
                <a:ext uri="{FF2B5EF4-FFF2-40B4-BE49-F238E27FC236}">
                  <a16:creationId xmlns:a16="http://schemas.microsoft.com/office/drawing/2014/main" id="{627B54ED-6B56-DA16-90E9-07D22DF08143}"/>
                </a:ext>
              </a:extLst>
            </p:cNvPr>
            <p:cNvGrpSpPr/>
            <p:nvPr/>
          </p:nvGrpSpPr>
          <p:grpSpPr>
            <a:xfrm>
              <a:off x="1634714" y="5304039"/>
              <a:ext cx="355230" cy="296930"/>
              <a:chOff x="1634714" y="5304039"/>
              <a:chExt cx="355230" cy="296930"/>
            </a:xfrm>
            <a:solidFill>
              <a:srgbClr val="EE7684"/>
            </a:solidFill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01752952-9167-0557-0B27-4689D58A9305}"/>
                  </a:ext>
                </a:extLst>
              </p:cNvPr>
              <p:cNvSpPr/>
              <p:nvPr/>
            </p:nvSpPr>
            <p:spPr>
              <a:xfrm>
                <a:off x="1634714" y="5304039"/>
                <a:ext cx="355230" cy="201410"/>
              </a:xfrm>
              <a:custGeom>
                <a:avLst/>
                <a:gdLst>
                  <a:gd name="connsiteX0" fmla="*/ 315638 w 355230"/>
                  <a:gd name="connsiteY0" fmla="*/ 201410 h 201410"/>
                  <a:gd name="connsiteX1" fmla="*/ 284575 w 355230"/>
                  <a:gd name="connsiteY1" fmla="*/ 186475 h 201410"/>
                  <a:gd name="connsiteX2" fmla="*/ 273708 w 355230"/>
                  <a:gd name="connsiteY2" fmla="*/ 172581 h 201410"/>
                  <a:gd name="connsiteX3" fmla="*/ 148465 w 355230"/>
                  <a:gd name="connsiteY3" fmla="*/ 79393 h 201410"/>
                  <a:gd name="connsiteX4" fmla="*/ 79393 w 355230"/>
                  <a:gd name="connsiteY4" fmla="*/ 148465 h 201410"/>
                  <a:gd name="connsiteX5" fmla="*/ 39697 w 355230"/>
                  <a:gd name="connsiteY5" fmla="*/ 188162 h 201410"/>
                  <a:gd name="connsiteX6" fmla="*/ 0 w 355230"/>
                  <a:gd name="connsiteY6" fmla="*/ 148465 h 201410"/>
                  <a:gd name="connsiteX7" fmla="*/ 148465 w 355230"/>
                  <a:gd name="connsiteY7" fmla="*/ 0 h 201410"/>
                  <a:gd name="connsiteX8" fmla="*/ 336726 w 355230"/>
                  <a:gd name="connsiteY8" fmla="*/ 124349 h 201410"/>
                  <a:gd name="connsiteX9" fmla="*/ 346551 w 355230"/>
                  <a:gd name="connsiteY9" fmla="*/ 136953 h 201410"/>
                  <a:gd name="connsiteX10" fmla="*/ 340299 w 355230"/>
                  <a:gd name="connsiteY10" fmla="*/ 192727 h 201410"/>
                  <a:gd name="connsiteX11" fmla="*/ 315538 w 355230"/>
                  <a:gd name="connsiteY11" fmla="*/ 201410 h 201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55230" h="201410">
                    <a:moveTo>
                      <a:pt x="315638" y="201410"/>
                    </a:moveTo>
                    <a:cubicBezTo>
                      <a:pt x="303977" y="201410"/>
                      <a:pt x="292415" y="196299"/>
                      <a:pt x="284575" y="186475"/>
                    </a:cubicBezTo>
                    <a:cubicBezTo>
                      <a:pt x="280953" y="181959"/>
                      <a:pt x="277330" y="177295"/>
                      <a:pt x="273708" y="172581"/>
                    </a:cubicBezTo>
                    <a:cubicBezTo>
                      <a:pt x="223045" y="106387"/>
                      <a:pt x="186772" y="79393"/>
                      <a:pt x="148465" y="79393"/>
                    </a:cubicBezTo>
                    <a:cubicBezTo>
                      <a:pt x="110158" y="79393"/>
                      <a:pt x="79393" y="110356"/>
                      <a:pt x="79393" y="148465"/>
                    </a:cubicBezTo>
                    <a:cubicBezTo>
                      <a:pt x="79393" y="170397"/>
                      <a:pt x="61629" y="188162"/>
                      <a:pt x="39697" y="188162"/>
                    </a:cubicBezTo>
                    <a:cubicBezTo>
                      <a:pt x="17764" y="188162"/>
                      <a:pt x="0" y="170397"/>
                      <a:pt x="0" y="148465"/>
                    </a:cubicBezTo>
                    <a:cubicBezTo>
                      <a:pt x="0" y="66591"/>
                      <a:pt x="66591" y="0"/>
                      <a:pt x="148465" y="0"/>
                    </a:cubicBezTo>
                    <a:cubicBezTo>
                      <a:pt x="230340" y="0"/>
                      <a:pt x="289686" y="62869"/>
                      <a:pt x="336726" y="124349"/>
                    </a:cubicBezTo>
                    <a:cubicBezTo>
                      <a:pt x="340001" y="128666"/>
                      <a:pt x="343276" y="132835"/>
                      <a:pt x="346551" y="136953"/>
                    </a:cubicBezTo>
                    <a:cubicBezTo>
                      <a:pt x="360247" y="154072"/>
                      <a:pt x="357418" y="179081"/>
                      <a:pt x="340299" y="192727"/>
                    </a:cubicBezTo>
                    <a:cubicBezTo>
                      <a:pt x="333005" y="198582"/>
                      <a:pt x="324222" y="201410"/>
                      <a:pt x="315538" y="201410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57E34715-A4BD-98C5-1AE3-A8982892A732}"/>
                  </a:ext>
                </a:extLst>
              </p:cNvPr>
              <p:cNvSpPr/>
              <p:nvPr/>
            </p:nvSpPr>
            <p:spPr>
              <a:xfrm>
                <a:off x="1634764" y="5412807"/>
                <a:ext cx="344964" cy="188162"/>
              </a:xfrm>
              <a:custGeom>
                <a:avLst/>
                <a:gdLst>
                  <a:gd name="connsiteX0" fmla="*/ 148465 w 344964"/>
                  <a:gd name="connsiteY0" fmla="*/ 188163 h 188162"/>
                  <a:gd name="connsiteX1" fmla="*/ 0 w 344964"/>
                  <a:gd name="connsiteY1" fmla="*/ 39698 h 188162"/>
                  <a:gd name="connsiteX2" fmla="*/ 39697 w 344964"/>
                  <a:gd name="connsiteY2" fmla="*/ 1 h 188162"/>
                  <a:gd name="connsiteX3" fmla="*/ 79393 w 344964"/>
                  <a:gd name="connsiteY3" fmla="*/ 39698 h 188162"/>
                  <a:gd name="connsiteX4" fmla="*/ 148465 w 344964"/>
                  <a:gd name="connsiteY4" fmla="*/ 108770 h 188162"/>
                  <a:gd name="connsiteX5" fmla="*/ 273708 w 344964"/>
                  <a:gd name="connsiteY5" fmla="*/ 15582 h 188162"/>
                  <a:gd name="connsiteX6" fmla="*/ 329383 w 344964"/>
                  <a:gd name="connsiteY6" fmla="*/ 8188 h 188162"/>
                  <a:gd name="connsiteX7" fmla="*/ 336776 w 344964"/>
                  <a:gd name="connsiteY7" fmla="*/ 63813 h 188162"/>
                  <a:gd name="connsiteX8" fmla="*/ 148515 w 344964"/>
                  <a:gd name="connsiteY8" fmla="*/ 188163 h 18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964" h="188162">
                    <a:moveTo>
                      <a:pt x="148465" y="188163"/>
                    </a:moveTo>
                    <a:cubicBezTo>
                      <a:pt x="66591" y="188163"/>
                      <a:pt x="0" y="121572"/>
                      <a:pt x="0" y="39698"/>
                    </a:cubicBezTo>
                    <a:cubicBezTo>
                      <a:pt x="0" y="17765"/>
                      <a:pt x="17764" y="1"/>
                      <a:pt x="39697" y="1"/>
                    </a:cubicBezTo>
                    <a:cubicBezTo>
                      <a:pt x="61629" y="1"/>
                      <a:pt x="79393" y="17765"/>
                      <a:pt x="79393" y="39698"/>
                    </a:cubicBezTo>
                    <a:cubicBezTo>
                      <a:pt x="79393" y="77757"/>
                      <a:pt x="110357" y="108770"/>
                      <a:pt x="148465" y="108770"/>
                    </a:cubicBezTo>
                    <a:cubicBezTo>
                      <a:pt x="186574" y="108770"/>
                      <a:pt x="223045" y="81776"/>
                      <a:pt x="273708" y="15582"/>
                    </a:cubicBezTo>
                    <a:cubicBezTo>
                      <a:pt x="287056" y="-1835"/>
                      <a:pt x="311966" y="-5160"/>
                      <a:pt x="329383" y="8188"/>
                    </a:cubicBezTo>
                    <a:cubicBezTo>
                      <a:pt x="346799" y="21536"/>
                      <a:pt x="350124" y="46446"/>
                      <a:pt x="336776" y="63813"/>
                    </a:cubicBezTo>
                    <a:cubicBezTo>
                      <a:pt x="289736" y="125293"/>
                      <a:pt x="230538" y="188163"/>
                      <a:pt x="148515" y="18816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3" name="Picture Placeholder 133">
              <a:extLst>
                <a:ext uri="{FF2B5EF4-FFF2-40B4-BE49-F238E27FC236}">
                  <a16:creationId xmlns:a16="http://schemas.microsoft.com/office/drawing/2014/main" id="{69295875-C3AC-B77C-98C6-6779ECABCD6E}"/>
                </a:ext>
              </a:extLst>
            </p:cNvPr>
            <p:cNvGrpSpPr/>
            <p:nvPr/>
          </p:nvGrpSpPr>
          <p:grpSpPr>
            <a:xfrm>
              <a:off x="1900234" y="5303989"/>
              <a:ext cx="344914" cy="296979"/>
              <a:chOff x="1900234" y="5303989"/>
              <a:chExt cx="344914" cy="296979"/>
            </a:xfrm>
            <a:solidFill>
              <a:srgbClr val="FFFFFF"/>
            </a:solidFill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C47F75E-0B78-3BFD-3A55-9561BE20C48D}"/>
                  </a:ext>
                </a:extLst>
              </p:cNvPr>
              <p:cNvSpPr/>
              <p:nvPr/>
            </p:nvSpPr>
            <p:spPr>
              <a:xfrm>
                <a:off x="1900283" y="5412807"/>
                <a:ext cx="344865" cy="188162"/>
              </a:xfrm>
              <a:custGeom>
                <a:avLst/>
                <a:gdLst>
                  <a:gd name="connsiteX0" fmla="*/ 196450 w 344865"/>
                  <a:gd name="connsiteY0" fmla="*/ 188163 h 188162"/>
                  <a:gd name="connsiteX1" fmla="*/ 19055 w 344865"/>
                  <a:gd name="connsiteY1" fmla="*/ 77757 h 188162"/>
                  <a:gd name="connsiteX2" fmla="*/ 8188 w 344865"/>
                  <a:gd name="connsiteY2" fmla="*/ 63863 h 188162"/>
                  <a:gd name="connsiteX3" fmla="*/ 15582 w 344865"/>
                  <a:gd name="connsiteY3" fmla="*/ 8188 h 188162"/>
                  <a:gd name="connsiteX4" fmla="*/ 71207 w 344865"/>
                  <a:gd name="connsiteY4" fmla="*/ 15582 h 188162"/>
                  <a:gd name="connsiteX5" fmla="*/ 81032 w 344865"/>
                  <a:gd name="connsiteY5" fmla="*/ 28186 h 188162"/>
                  <a:gd name="connsiteX6" fmla="*/ 196400 w 344865"/>
                  <a:gd name="connsiteY6" fmla="*/ 108770 h 188162"/>
                  <a:gd name="connsiteX7" fmla="*/ 265472 w 344865"/>
                  <a:gd name="connsiteY7" fmla="*/ 39698 h 188162"/>
                  <a:gd name="connsiteX8" fmla="*/ 305169 w 344865"/>
                  <a:gd name="connsiteY8" fmla="*/ 1 h 188162"/>
                  <a:gd name="connsiteX9" fmla="*/ 344865 w 344865"/>
                  <a:gd name="connsiteY9" fmla="*/ 39698 h 188162"/>
                  <a:gd name="connsiteX10" fmla="*/ 196400 w 344865"/>
                  <a:gd name="connsiteY10" fmla="*/ 188163 h 18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4865" h="188162">
                    <a:moveTo>
                      <a:pt x="196450" y="188163"/>
                    </a:moveTo>
                    <a:cubicBezTo>
                      <a:pt x="117404" y="188163"/>
                      <a:pt x="60141" y="129164"/>
                      <a:pt x="19055" y="77757"/>
                    </a:cubicBezTo>
                    <a:cubicBezTo>
                      <a:pt x="15433" y="73241"/>
                      <a:pt x="11811" y="68577"/>
                      <a:pt x="8188" y="63863"/>
                    </a:cubicBezTo>
                    <a:cubicBezTo>
                      <a:pt x="-5160" y="46446"/>
                      <a:pt x="-1835" y="21536"/>
                      <a:pt x="15582" y="8188"/>
                    </a:cubicBezTo>
                    <a:cubicBezTo>
                      <a:pt x="32999" y="-5160"/>
                      <a:pt x="57908" y="-1835"/>
                      <a:pt x="71207" y="15582"/>
                    </a:cubicBezTo>
                    <a:cubicBezTo>
                      <a:pt x="74482" y="19899"/>
                      <a:pt x="77757" y="24067"/>
                      <a:pt x="81032" y="28186"/>
                    </a:cubicBezTo>
                    <a:cubicBezTo>
                      <a:pt x="126187" y="84654"/>
                      <a:pt x="160673" y="108770"/>
                      <a:pt x="196400" y="108770"/>
                    </a:cubicBezTo>
                    <a:cubicBezTo>
                      <a:pt x="234459" y="108770"/>
                      <a:pt x="265472" y="77806"/>
                      <a:pt x="265472" y="39698"/>
                    </a:cubicBezTo>
                    <a:cubicBezTo>
                      <a:pt x="265472" y="17765"/>
                      <a:pt x="283236" y="1"/>
                      <a:pt x="305169" y="1"/>
                    </a:cubicBezTo>
                    <a:cubicBezTo>
                      <a:pt x="327101" y="1"/>
                      <a:pt x="344865" y="17765"/>
                      <a:pt x="344865" y="39698"/>
                    </a:cubicBezTo>
                    <a:cubicBezTo>
                      <a:pt x="344865" y="121572"/>
                      <a:pt x="278274" y="188163"/>
                      <a:pt x="196400" y="1881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 304">
                <a:extLst>
                  <a:ext uri="{FF2B5EF4-FFF2-40B4-BE49-F238E27FC236}">
                    <a16:creationId xmlns:a16="http://schemas.microsoft.com/office/drawing/2014/main" id="{3C79E9EF-A21F-CDA3-61E8-CD690615B888}"/>
                  </a:ext>
                </a:extLst>
              </p:cNvPr>
              <p:cNvSpPr/>
              <p:nvPr/>
            </p:nvSpPr>
            <p:spPr>
              <a:xfrm>
                <a:off x="1900234" y="5303989"/>
                <a:ext cx="344914" cy="188211"/>
              </a:xfrm>
              <a:custGeom>
                <a:avLst/>
                <a:gdLst>
                  <a:gd name="connsiteX0" fmla="*/ 39698 w 344914"/>
                  <a:gd name="connsiteY0" fmla="*/ 188211 h 188211"/>
                  <a:gd name="connsiteX1" fmla="*/ 15582 w 344914"/>
                  <a:gd name="connsiteY1" fmla="*/ 180024 h 188211"/>
                  <a:gd name="connsiteX2" fmla="*/ 8188 w 344914"/>
                  <a:gd name="connsiteY2" fmla="*/ 124349 h 188211"/>
                  <a:gd name="connsiteX3" fmla="*/ 196450 w 344914"/>
                  <a:gd name="connsiteY3" fmla="*/ 0 h 188211"/>
                  <a:gd name="connsiteX4" fmla="*/ 344915 w 344914"/>
                  <a:gd name="connsiteY4" fmla="*/ 148465 h 188211"/>
                  <a:gd name="connsiteX5" fmla="*/ 305218 w 344914"/>
                  <a:gd name="connsiteY5" fmla="*/ 188162 h 188211"/>
                  <a:gd name="connsiteX6" fmla="*/ 265522 w 344914"/>
                  <a:gd name="connsiteY6" fmla="*/ 148465 h 188211"/>
                  <a:gd name="connsiteX7" fmla="*/ 196450 w 344914"/>
                  <a:gd name="connsiteY7" fmla="*/ 79393 h 188211"/>
                  <a:gd name="connsiteX8" fmla="*/ 71207 w 344914"/>
                  <a:gd name="connsiteY8" fmla="*/ 172581 h 188211"/>
                  <a:gd name="connsiteX9" fmla="*/ 39648 w 344914"/>
                  <a:gd name="connsiteY9" fmla="*/ 188162 h 188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4914" h="188211">
                    <a:moveTo>
                      <a:pt x="39698" y="188211"/>
                    </a:moveTo>
                    <a:cubicBezTo>
                      <a:pt x="31262" y="188211"/>
                      <a:pt x="22777" y="185532"/>
                      <a:pt x="15582" y="180024"/>
                    </a:cubicBezTo>
                    <a:cubicBezTo>
                      <a:pt x="-1835" y="166676"/>
                      <a:pt x="-5160" y="141766"/>
                      <a:pt x="8188" y="124349"/>
                    </a:cubicBezTo>
                    <a:cubicBezTo>
                      <a:pt x="55229" y="62869"/>
                      <a:pt x="114426" y="0"/>
                      <a:pt x="196450" y="0"/>
                    </a:cubicBezTo>
                    <a:cubicBezTo>
                      <a:pt x="278473" y="0"/>
                      <a:pt x="344915" y="66591"/>
                      <a:pt x="344915" y="148465"/>
                    </a:cubicBezTo>
                    <a:cubicBezTo>
                      <a:pt x="344915" y="170397"/>
                      <a:pt x="327151" y="188162"/>
                      <a:pt x="305218" y="188162"/>
                    </a:cubicBezTo>
                    <a:cubicBezTo>
                      <a:pt x="283286" y="188162"/>
                      <a:pt x="265522" y="170397"/>
                      <a:pt x="265522" y="148465"/>
                    </a:cubicBezTo>
                    <a:cubicBezTo>
                      <a:pt x="265522" y="110406"/>
                      <a:pt x="234558" y="79393"/>
                      <a:pt x="196450" y="79393"/>
                    </a:cubicBezTo>
                    <a:cubicBezTo>
                      <a:pt x="158341" y="79393"/>
                      <a:pt x="121870" y="106387"/>
                      <a:pt x="71207" y="172581"/>
                    </a:cubicBezTo>
                    <a:cubicBezTo>
                      <a:pt x="63416" y="182803"/>
                      <a:pt x="51607" y="188162"/>
                      <a:pt x="39648" y="1881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09515DF2-A054-57EC-6B22-80FA8B9EDB20}"/>
                </a:ext>
              </a:extLst>
            </p:cNvPr>
            <p:cNvSpPr/>
            <p:nvPr/>
          </p:nvSpPr>
          <p:spPr>
            <a:xfrm>
              <a:off x="1706922" y="4966867"/>
              <a:ext cx="283087" cy="538632"/>
            </a:xfrm>
            <a:custGeom>
              <a:avLst/>
              <a:gdLst>
                <a:gd name="connsiteX0" fmla="*/ 243430 w 283087"/>
                <a:gd name="connsiteY0" fmla="*/ 538583 h 538632"/>
                <a:gd name="connsiteX1" fmla="*/ 212863 w 283087"/>
                <a:gd name="connsiteY1" fmla="*/ 524243 h 538632"/>
                <a:gd name="connsiteX2" fmla="*/ 4556 w 283087"/>
                <a:gd name="connsiteY2" fmla="*/ 235351 h 538632"/>
                <a:gd name="connsiteX3" fmla="*/ 38595 w 283087"/>
                <a:gd name="connsiteY3" fmla="*/ 91153 h 538632"/>
                <a:gd name="connsiteX4" fmla="*/ 229437 w 283087"/>
                <a:gd name="connsiteY4" fmla="*/ 0 h 538632"/>
                <a:gd name="connsiteX5" fmla="*/ 269133 w 283087"/>
                <a:gd name="connsiteY5" fmla="*/ 39697 h 538632"/>
                <a:gd name="connsiteX6" fmla="*/ 229437 w 283087"/>
                <a:gd name="connsiteY6" fmla="*/ 79393 h 538632"/>
                <a:gd name="connsiteX7" fmla="*/ 100969 w 283087"/>
                <a:gd name="connsiteY7" fmla="*/ 140228 h 538632"/>
                <a:gd name="connsiteX8" fmla="*/ 81567 w 283087"/>
                <a:gd name="connsiteY8" fmla="*/ 216197 h 538632"/>
                <a:gd name="connsiteX9" fmla="*/ 273947 w 283087"/>
                <a:gd name="connsiteY9" fmla="*/ 473629 h 538632"/>
                <a:gd name="connsiteX10" fmla="*/ 268736 w 283087"/>
                <a:gd name="connsiteY10" fmla="*/ 529502 h 538632"/>
                <a:gd name="connsiteX11" fmla="*/ 243430 w 283087"/>
                <a:gd name="connsiteY11" fmla="*/ 538633 h 538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3087" h="538632">
                  <a:moveTo>
                    <a:pt x="243430" y="538583"/>
                  </a:moveTo>
                  <a:cubicBezTo>
                    <a:pt x="232017" y="538583"/>
                    <a:pt x="220704" y="533671"/>
                    <a:pt x="212863" y="524243"/>
                  </a:cubicBezTo>
                  <a:cubicBezTo>
                    <a:pt x="154113" y="453384"/>
                    <a:pt x="16216" y="283384"/>
                    <a:pt x="4556" y="235351"/>
                  </a:cubicBezTo>
                  <a:cubicBezTo>
                    <a:pt x="-7502" y="185631"/>
                    <a:pt x="4556" y="134422"/>
                    <a:pt x="38595" y="91153"/>
                  </a:cubicBezTo>
                  <a:cubicBezTo>
                    <a:pt x="82113" y="35777"/>
                    <a:pt x="157040" y="0"/>
                    <a:pt x="229437" y="0"/>
                  </a:cubicBezTo>
                  <a:cubicBezTo>
                    <a:pt x="251369" y="0"/>
                    <a:pt x="269133" y="17764"/>
                    <a:pt x="269133" y="39697"/>
                  </a:cubicBezTo>
                  <a:cubicBezTo>
                    <a:pt x="269133" y="61629"/>
                    <a:pt x="251369" y="79393"/>
                    <a:pt x="229437" y="79393"/>
                  </a:cubicBezTo>
                  <a:cubicBezTo>
                    <a:pt x="181205" y="79393"/>
                    <a:pt x="129600" y="103856"/>
                    <a:pt x="100969" y="140228"/>
                  </a:cubicBezTo>
                  <a:cubicBezTo>
                    <a:pt x="87819" y="156901"/>
                    <a:pt x="73876" y="183646"/>
                    <a:pt x="81567" y="216197"/>
                  </a:cubicBezTo>
                  <a:cubicBezTo>
                    <a:pt x="90846" y="243092"/>
                    <a:pt x="188500" y="370518"/>
                    <a:pt x="273947" y="473629"/>
                  </a:cubicBezTo>
                  <a:cubicBezTo>
                    <a:pt x="287940" y="490501"/>
                    <a:pt x="285607" y="515559"/>
                    <a:pt x="268736" y="529502"/>
                  </a:cubicBezTo>
                  <a:cubicBezTo>
                    <a:pt x="261343" y="535655"/>
                    <a:pt x="252362" y="538633"/>
                    <a:pt x="243430" y="5386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4566FD67-3541-B011-A0F4-F4A87D954669}"/>
                </a:ext>
              </a:extLst>
            </p:cNvPr>
            <p:cNvSpPr/>
            <p:nvPr/>
          </p:nvSpPr>
          <p:spPr>
            <a:xfrm>
              <a:off x="1812505" y="4791259"/>
              <a:ext cx="254951" cy="254951"/>
            </a:xfrm>
            <a:custGeom>
              <a:avLst/>
              <a:gdLst>
                <a:gd name="connsiteX0" fmla="*/ 127476 w 254951"/>
                <a:gd name="connsiteY0" fmla="*/ 254951 h 254951"/>
                <a:gd name="connsiteX1" fmla="*/ 0 w 254951"/>
                <a:gd name="connsiteY1" fmla="*/ 127476 h 254951"/>
                <a:gd name="connsiteX2" fmla="*/ 127476 w 254951"/>
                <a:gd name="connsiteY2" fmla="*/ 0 h 254951"/>
                <a:gd name="connsiteX3" fmla="*/ 254951 w 254951"/>
                <a:gd name="connsiteY3" fmla="*/ 127476 h 254951"/>
                <a:gd name="connsiteX4" fmla="*/ 127476 w 254951"/>
                <a:gd name="connsiteY4" fmla="*/ 254951 h 254951"/>
                <a:gd name="connsiteX5" fmla="*/ 127476 w 254951"/>
                <a:gd name="connsiteY5" fmla="*/ 79393 h 254951"/>
                <a:gd name="connsiteX6" fmla="*/ 79393 w 254951"/>
                <a:gd name="connsiteY6" fmla="*/ 127476 h 254951"/>
                <a:gd name="connsiteX7" fmla="*/ 127476 w 254951"/>
                <a:gd name="connsiteY7" fmla="*/ 175558 h 254951"/>
                <a:gd name="connsiteX8" fmla="*/ 175558 w 254951"/>
                <a:gd name="connsiteY8" fmla="*/ 127476 h 254951"/>
                <a:gd name="connsiteX9" fmla="*/ 127476 w 254951"/>
                <a:gd name="connsiteY9" fmla="*/ 79393 h 25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951" h="254951">
                  <a:moveTo>
                    <a:pt x="127476" y="254951"/>
                  </a:moveTo>
                  <a:cubicBezTo>
                    <a:pt x="57163" y="254951"/>
                    <a:pt x="0" y="197788"/>
                    <a:pt x="0" y="127476"/>
                  </a:cubicBezTo>
                  <a:cubicBezTo>
                    <a:pt x="0" y="57163"/>
                    <a:pt x="57163" y="0"/>
                    <a:pt x="127476" y="0"/>
                  </a:cubicBezTo>
                  <a:cubicBezTo>
                    <a:pt x="197788" y="0"/>
                    <a:pt x="254951" y="57163"/>
                    <a:pt x="254951" y="127476"/>
                  </a:cubicBezTo>
                  <a:cubicBezTo>
                    <a:pt x="254951" y="197788"/>
                    <a:pt x="197788" y="254951"/>
                    <a:pt x="127476" y="254951"/>
                  </a:cubicBezTo>
                  <a:close/>
                  <a:moveTo>
                    <a:pt x="127476" y="79393"/>
                  </a:moveTo>
                  <a:cubicBezTo>
                    <a:pt x="100978" y="79393"/>
                    <a:pt x="79393" y="100978"/>
                    <a:pt x="79393" y="127476"/>
                  </a:cubicBezTo>
                  <a:cubicBezTo>
                    <a:pt x="79393" y="153973"/>
                    <a:pt x="100978" y="175558"/>
                    <a:pt x="127476" y="175558"/>
                  </a:cubicBezTo>
                  <a:cubicBezTo>
                    <a:pt x="153973" y="175558"/>
                    <a:pt x="175558" y="153973"/>
                    <a:pt x="175558" y="127476"/>
                  </a:cubicBezTo>
                  <a:cubicBezTo>
                    <a:pt x="175558" y="100978"/>
                    <a:pt x="153973" y="79393"/>
                    <a:pt x="12747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44C7327-AE9E-4B9A-4925-1309FEBC72B0}"/>
              </a:ext>
            </a:extLst>
          </p:cNvPr>
          <p:cNvGrpSpPr/>
          <p:nvPr/>
        </p:nvGrpSpPr>
        <p:grpSpPr>
          <a:xfrm>
            <a:off x="2886524" y="4811504"/>
            <a:ext cx="741929" cy="741878"/>
            <a:chOff x="2886524" y="4811504"/>
            <a:chExt cx="741929" cy="741878"/>
          </a:xfrm>
        </p:grpSpPr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67E1652B-45A3-4A65-126E-399A3F0032D0}"/>
                </a:ext>
              </a:extLst>
            </p:cNvPr>
            <p:cNvSpPr/>
            <p:nvPr/>
          </p:nvSpPr>
          <p:spPr>
            <a:xfrm>
              <a:off x="3364299" y="5245618"/>
              <a:ext cx="232418" cy="247773"/>
            </a:xfrm>
            <a:custGeom>
              <a:avLst/>
              <a:gdLst>
                <a:gd name="connsiteX0" fmla="*/ 39770 w 232418"/>
                <a:gd name="connsiteY0" fmla="*/ 247724 h 247773"/>
                <a:gd name="connsiteX1" fmla="*/ 31284 w 232418"/>
                <a:gd name="connsiteY1" fmla="*/ 246830 h 247773"/>
                <a:gd name="connsiteX2" fmla="*/ 917 w 232418"/>
                <a:gd name="connsiteY2" fmla="*/ 199591 h 247773"/>
                <a:gd name="connsiteX3" fmla="*/ 28803 w 232418"/>
                <a:gd name="connsiteY3" fmla="*/ 71272 h 247773"/>
                <a:gd name="connsiteX4" fmla="*/ 55499 w 232418"/>
                <a:gd name="connsiteY4" fmla="*/ 41897 h 247773"/>
                <a:gd name="connsiteX5" fmla="*/ 180593 w 232418"/>
                <a:gd name="connsiteY5" fmla="*/ 1903 h 247773"/>
                <a:gd name="connsiteX6" fmla="*/ 230512 w 232418"/>
                <a:gd name="connsiteY6" fmla="*/ 27606 h 247773"/>
                <a:gd name="connsiteX7" fmla="*/ 204808 w 232418"/>
                <a:gd name="connsiteY7" fmla="*/ 77525 h 247773"/>
                <a:gd name="connsiteX8" fmla="*/ 101547 w 232418"/>
                <a:gd name="connsiteY8" fmla="*/ 110572 h 247773"/>
                <a:gd name="connsiteX9" fmla="*/ 78523 w 232418"/>
                <a:gd name="connsiteY9" fmla="*/ 216512 h 247773"/>
                <a:gd name="connsiteX10" fmla="*/ 39770 w 232418"/>
                <a:gd name="connsiteY10" fmla="*/ 247773 h 2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418" h="247773">
                  <a:moveTo>
                    <a:pt x="39770" y="247724"/>
                  </a:moveTo>
                  <a:cubicBezTo>
                    <a:pt x="36991" y="247724"/>
                    <a:pt x="34162" y="247426"/>
                    <a:pt x="31284" y="246830"/>
                  </a:cubicBezTo>
                  <a:cubicBezTo>
                    <a:pt x="9848" y="242166"/>
                    <a:pt x="-3748" y="221028"/>
                    <a:pt x="917" y="199591"/>
                  </a:cubicBezTo>
                  <a:lnTo>
                    <a:pt x="28803" y="71272"/>
                  </a:lnTo>
                  <a:cubicBezTo>
                    <a:pt x="31830" y="57428"/>
                    <a:pt x="42003" y="46214"/>
                    <a:pt x="55499" y="41897"/>
                  </a:cubicBezTo>
                  <a:lnTo>
                    <a:pt x="180593" y="1903"/>
                  </a:lnTo>
                  <a:cubicBezTo>
                    <a:pt x="201484" y="-4796"/>
                    <a:pt x="223813" y="6765"/>
                    <a:pt x="230512" y="27606"/>
                  </a:cubicBezTo>
                  <a:cubicBezTo>
                    <a:pt x="237211" y="48496"/>
                    <a:pt x="225699" y="70826"/>
                    <a:pt x="204808" y="77525"/>
                  </a:cubicBezTo>
                  <a:lnTo>
                    <a:pt x="101547" y="110572"/>
                  </a:lnTo>
                  <a:lnTo>
                    <a:pt x="78523" y="216512"/>
                  </a:lnTo>
                  <a:cubicBezTo>
                    <a:pt x="74504" y="235120"/>
                    <a:pt x="58030" y="247773"/>
                    <a:pt x="39770" y="24777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078D4B82-6E9D-3264-52F8-15FF050106E9}"/>
                </a:ext>
              </a:extLst>
            </p:cNvPr>
            <p:cNvSpPr/>
            <p:nvPr/>
          </p:nvSpPr>
          <p:spPr>
            <a:xfrm>
              <a:off x="2919316" y="5238235"/>
              <a:ext cx="214319" cy="262500"/>
            </a:xfrm>
            <a:custGeom>
              <a:avLst/>
              <a:gdLst>
                <a:gd name="connsiteX0" fmla="*/ 174623 w 214319"/>
                <a:gd name="connsiteY0" fmla="*/ 262501 h 262500"/>
                <a:gd name="connsiteX1" fmla="*/ 135224 w 214319"/>
                <a:gd name="connsiteY1" fmla="*/ 227220 h 262500"/>
                <a:gd name="connsiteX2" fmla="*/ 123166 w 214319"/>
                <a:gd name="connsiteY2" fmla="*/ 119494 h 262500"/>
                <a:gd name="connsiteX3" fmla="*/ 23825 w 214319"/>
                <a:gd name="connsiteY3" fmla="*/ 76076 h 262500"/>
                <a:gd name="connsiteX4" fmla="*/ 3332 w 214319"/>
                <a:gd name="connsiteY4" fmla="*/ 23825 h 262500"/>
                <a:gd name="connsiteX5" fmla="*/ 55583 w 214319"/>
                <a:gd name="connsiteY5" fmla="*/ 3332 h 262500"/>
                <a:gd name="connsiteX6" fmla="*/ 175913 w 214319"/>
                <a:gd name="connsiteY6" fmla="*/ 55930 h 262500"/>
                <a:gd name="connsiteX7" fmla="*/ 199483 w 214319"/>
                <a:gd name="connsiteY7" fmla="*/ 87886 h 262500"/>
                <a:gd name="connsiteX8" fmla="*/ 214071 w 214319"/>
                <a:gd name="connsiteY8" fmla="*/ 218388 h 262500"/>
                <a:gd name="connsiteX9" fmla="*/ 179039 w 214319"/>
                <a:gd name="connsiteY9" fmla="*/ 262253 h 262500"/>
                <a:gd name="connsiteX10" fmla="*/ 174573 w 214319"/>
                <a:gd name="connsiteY10" fmla="*/ 262501 h 2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319" h="262500">
                  <a:moveTo>
                    <a:pt x="174623" y="262501"/>
                  </a:moveTo>
                  <a:cubicBezTo>
                    <a:pt x="154675" y="262501"/>
                    <a:pt x="137506" y="247515"/>
                    <a:pt x="135224" y="227220"/>
                  </a:cubicBezTo>
                  <a:lnTo>
                    <a:pt x="123166" y="119494"/>
                  </a:lnTo>
                  <a:lnTo>
                    <a:pt x="23825" y="76076"/>
                  </a:lnTo>
                  <a:cubicBezTo>
                    <a:pt x="3729" y="67293"/>
                    <a:pt x="-5451" y="43872"/>
                    <a:pt x="3332" y="23825"/>
                  </a:cubicBezTo>
                  <a:cubicBezTo>
                    <a:pt x="12115" y="3729"/>
                    <a:pt x="35536" y="-5451"/>
                    <a:pt x="55583" y="3332"/>
                  </a:cubicBezTo>
                  <a:lnTo>
                    <a:pt x="175913" y="55930"/>
                  </a:lnTo>
                  <a:cubicBezTo>
                    <a:pt x="188914" y="61587"/>
                    <a:pt x="197895" y="73793"/>
                    <a:pt x="199483" y="87886"/>
                  </a:cubicBezTo>
                  <a:lnTo>
                    <a:pt x="214071" y="218388"/>
                  </a:lnTo>
                  <a:cubicBezTo>
                    <a:pt x="216503" y="240171"/>
                    <a:pt x="200823" y="259821"/>
                    <a:pt x="179039" y="262253"/>
                  </a:cubicBezTo>
                  <a:cubicBezTo>
                    <a:pt x="177550" y="262402"/>
                    <a:pt x="176062" y="262501"/>
                    <a:pt x="174573" y="26250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010A8115-EC66-FA48-13D3-27135B6DA968}"/>
                </a:ext>
              </a:extLst>
            </p:cNvPr>
            <p:cNvSpPr/>
            <p:nvPr/>
          </p:nvSpPr>
          <p:spPr>
            <a:xfrm>
              <a:off x="3283428" y="4974991"/>
              <a:ext cx="139907" cy="143764"/>
            </a:xfrm>
            <a:custGeom>
              <a:avLst/>
              <a:gdLst>
                <a:gd name="connsiteX0" fmla="*/ 39710 w 139907"/>
                <a:gd name="connsiteY0" fmla="*/ 143764 h 143764"/>
                <a:gd name="connsiteX1" fmla="*/ 12518 w 139907"/>
                <a:gd name="connsiteY1" fmla="*/ 132997 h 143764"/>
                <a:gd name="connsiteX2" fmla="*/ 10781 w 139907"/>
                <a:gd name="connsiteY2" fmla="*/ 76876 h 143764"/>
                <a:gd name="connsiteX3" fmla="*/ 71269 w 139907"/>
                <a:gd name="connsiteY3" fmla="*/ 12518 h 143764"/>
                <a:gd name="connsiteX4" fmla="*/ 127390 w 139907"/>
                <a:gd name="connsiteY4" fmla="*/ 10781 h 143764"/>
                <a:gd name="connsiteX5" fmla="*/ 129126 w 139907"/>
                <a:gd name="connsiteY5" fmla="*/ 66902 h 143764"/>
                <a:gd name="connsiteX6" fmla="*/ 68639 w 139907"/>
                <a:gd name="connsiteY6" fmla="*/ 131260 h 143764"/>
                <a:gd name="connsiteX7" fmla="*/ 39710 w 139907"/>
                <a:gd name="connsiteY7" fmla="*/ 143764 h 14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907" h="143764">
                  <a:moveTo>
                    <a:pt x="39710" y="143764"/>
                  </a:moveTo>
                  <a:cubicBezTo>
                    <a:pt x="29984" y="143764"/>
                    <a:pt x="20209" y="140192"/>
                    <a:pt x="12518" y="132997"/>
                  </a:cubicBezTo>
                  <a:cubicBezTo>
                    <a:pt x="-3460" y="117962"/>
                    <a:pt x="-4254" y="92853"/>
                    <a:pt x="10781" y="76876"/>
                  </a:cubicBezTo>
                  <a:lnTo>
                    <a:pt x="71269" y="12518"/>
                  </a:lnTo>
                  <a:cubicBezTo>
                    <a:pt x="86304" y="-3460"/>
                    <a:pt x="111412" y="-4254"/>
                    <a:pt x="127390" y="10781"/>
                  </a:cubicBezTo>
                  <a:cubicBezTo>
                    <a:pt x="143367" y="25816"/>
                    <a:pt x="144161" y="50924"/>
                    <a:pt x="129126" y="66902"/>
                  </a:cubicBezTo>
                  <a:lnTo>
                    <a:pt x="68639" y="131260"/>
                  </a:lnTo>
                  <a:cubicBezTo>
                    <a:pt x="60848" y="139596"/>
                    <a:pt x="50279" y="143764"/>
                    <a:pt x="39710" y="14376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394286D7-10AC-7157-4398-BC96ACEA0EAD}"/>
                </a:ext>
              </a:extLst>
            </p:cNvPr>
            <p:cNvSpPr/>
            <p:nvPr/>
          </p:nvSpPr>
          <p:spPr>
            <a:xfrm>
              <a:off x="3364322" y="5153093"/>
              <a:ext cx="264131" cy="79393"/>
            </a:xfrm>
            <a:custGeom>
              <a:avLst/>
              <a:gdLst>
                <a:gd name="connsiteX0" fmla="*/ 224435 w 264131"/>
                <a:gd name="connsiteY0" fmla="*/ 79393 h 79393"/>
                <a:gd name="connsiteX1" fmla="*/ 39697 w 264131"/>
                <a:gd name="connsiteY1" fmla="*/ 79393 h 79393"/>
                <a:gd name="connsiteX2" fmla="*/ 0 w 264131"/>
                <a:gd name="connsiteY2" fmla="*/ 39697 h 79393"/>
                <a:gd name="connsiteX3" fmla="*/ 39697 w 264131"/>
                <a:gd name="connsiteY3" fmla="*/ 0 h 79393"/>
                <a:gd name="connsiteX4" fmla="*/ 224435 w 264131"/>
                <a:gd name="connsiteY4" fmla="*/ 0 h 79393"/>
                <a:gd name="connsiteX5" fmla="*/ 264131 w 264131"/>
                <a:gd name="connsiteY5" fmla="*/ 39697 h 79393"/>
                <a:gd name="connsiteX6" fmla="*/ 224435 w 264131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131" h="79393">
                  <a:moveTo>
                    <a:pt x="224435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4435" y="0"/>
                  </a:lnTo>
                  <a:cubicBezTo>
                    <a:pt x="246367" y="0"/>
                    <a:pt x="264131" y="17764"/>
                    <a:pt x="264131" y="39697"/>
                  </a:cubicBezTo>
                  <a:cubicBezTo>
                    <a:pt x="264131" y="61629"/>
                    <a:pt x="246367" y="79393"/>
                    <a:pt x="224435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91EA7DD8-5492-73DF-A97A-1D5D331281AB}"/>
                </a:ext>
              </a:extLst>
            </p:cNvPr>
            <p:cNvSpPr/>
            <p:nvPr/>
          </p:nvSpPr>
          <p:spPr>
            <a:xfrm>
              <a:off x="2901411" y="5153093"/>
              <a:ext cx="264428" cy="79393"/>
            </a:xfrm>
            <a:custGeom>
              <a:avLst/>
              <a:gdLst>
                <a:gd name="connsiteX0" fmla="*/ 224732 w 264428"/>
                <a:gd name="connsiteY0" fmla="*/ 79393 h 79393"/>
                <a:gd name="connsiteX1" fmla="*/ 39697 w 264428"/>
                <a:gd name="connsiteY1" fmla="*/ 79393 h 79393"/>
                <a:gd name="connsiteX2" fmla="*/ 0 w 264428"/>
                <a:gd name="connsiteY2" fmla="*/ 39697 h 79393"/>
                <a:gd name="connsiteX3" fmla="*/ 39697 w 264428"/>
                <a:gd name="connsiteY3" fmla="*/ 0 h 79393"/>
                <a:gd name="connsiteX4" fmla="*/ 224732 w 264428"/>
                <a:gd name="connsiteY4" fmla="*/ 0 h 79393"/>
                <a:gd name="connsiteX5" fmla="*/ 264429 w 264428"/>
                <a:gd name="connsiteY5" fmla="*/ 39697 h 79393"/>
                <a:gd name="connsiteX6" fmla="*/ 224732 w 26442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428" h="79393">
                  <a:moveTo>
                    <a:pt x="224732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4732" y="0"/>
                  </a:lnTo>
                  <a:cubicBezTo>
                    <a:pt x="246665" y="0"/>
                    <a:pt x="264429" y="17764"/>
                    <a:pt x="264429" y="39697"/>
                  </a:cubicBezTo>
                  <a:cubicBezTo>
                    <a:pt x="264429" y="61629"/>
                    <a:pt x="246665" y="79393"/>
                    <a:pt x="22473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2E1DBB20-DFC0-3275-3503-C26A6206C96A}"/>
                </a:ext>
              </a:extLst>
            </p:cNvPr>
            <p:cNvSpPr/>
            <p:nvPr/>
          </p:nvSpPr>
          <p:spPr>
            <a:xfrm>
              <a:off x="3080046" y="4976494"/>
              <a:ext cx="151440" cy="142261"/>
            </a:xfrm>
            <a:custGeom>
              <a:avLst/>
              <a:gdLst>
                <a:gd name="connsiteX0" fmla="*/ 111745 w 151440"/>
                <a:gd name="connsiteY0" fmla="*/ 142261 h 142261"/>
                <a:gd name="connsiteX1" fmla="*/ 85644 w 151440"/>
                <a:gd name="connsiteY1" fmla="*/ 132486 h 142261"/>
                <a:gd name="connsiteX2" fmla="*/ 13595 w 151440"/>
                <a:gd name="connsiteY2" fmla="*/ 69617 h 142261"/>
                <a:gd name="connsiteX3" fmla="*/ 9774 w 151440"/>
                <a:gd name="connsiteY3" fmla="*/ 13595 h 142261"/>
                <a:gd name="connsiteX4" fmla="*/ 65796 w 151440"/>
                <a:gd name="connsiteY4" fmla="*/ 9774 h 142261"/>
                <a:gd name="connsiteX5" fmla="*/ 137845 w 151440"/>
                <a:gd name="connsiteY5" fmla="*/ 72644 h 142261"/>
                <a:gd name="connsiteX6" fmla="*/ 141666 w 151440"/>
                <a:gd name="connsiteY6" fmla="*/ 128665 h 142261"/>
                <a:gd name="connsiteX7" fmla="*/ 111745 w 151440"/>
                <a:gd name="connsiteY7" fmla="*/ 142261 h 142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440" h="142261">
                  <a:moveTo>
                    <a:pt x="111745" y="142261"/>
                  </a:moveTo>
                  <a:cubicBezTo>
                    <a:pt x="102466" y="142261"/>
                    <a:pt x="93187" y="139036"/>
                    <a:pt x="85644" y="132486"/>
                  </a:cubicBezTo>
                  <a:lnTo>
                    <a:pt x="13595" y="69617"/>
                  </a:lnTo>
                  <a:cubicBezTo>
                    <a:pt x="-2929" y="55227"/>
                    <a:pt x="-4616" y="30119"/>
                    <a:pt x="9774" y="13595"/>
                  </a:cubicBezTo>
                  <a:cubicBezTo>
                    <a:pt x="24214" y="-2929"/>
                    <a:pt x="49272" y="-4616"/>
                    <a:pt x="65796" y="9774"/>
                  </a:cubicBezTo>
                  <a:lnTo>
                    <a:pt x="137845" y="72644"/>
                  </a:lnTo>
                  <a:cubicBezTo>
                    <a:pt x="154369" y="87034"/>
                    <a:pt x="156056" y="112142"/>
                    <a:pt x="141666" y="128665"/>
                  </a:cubicBezTo>
                  <a:cubicBezTo>
                    <a:pt x="133826" y="137647"/>
                    <a:pt x="122810" y="142261"/>
                    <a:pt x="111745" y="14226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BDE534D5-32CF-0308-E3F8-31C0247F56DC}"/>
                </a:ext>
              </a:extLst>
            </p:cNvPr>
            <p:cNvSpPr/>
            <p:nvPr/>
          </p:nvSpPr>
          <p:spPr>
            <a:xfrm>
              <a:off x="3217792" y="5266824"/>
              <a:ext cx="79393" cy="190890"/>
            </a:xfrm>
            <a:custGeom>
              <a:avLst/>
              <a:gdLst>
                <a:gd name="connsiteX0" fmla="*/ 39697 w 79393"/>
                <a:gd name="connsiteY0" fmla="*/ 190891 h 190890"/>
                <a:gd name="connsiteX1" fmla="*/ 0 w 79393"/>
                <a:gd name="connsiteY1" fmla="*/ 151194 h 190890"/>
                <a:gd name="connsiteX2" fmla="*/ 0 w 79393"/>
                <a:gd name="connsiteY2" fmla="*/ 39697 h 190890"/>
                <a:gd name="connsiteX3" fmla="*/ 39697 w 79393"/>
                <a:gd name="connsiteY3" fmla="*/ 0 h 190890"/>
                <a:gd name="connsiteX4" fmla="*/ 79393 w 79393"/>
                <a:gd name="connsiteY4" fmla="*/ 39697 h 190890"/>
                <a:gd name="connsiteX5" fmla="*/ 79393 w 79393"/>
                <a:gd name="connsiteY5" fmla="*/ 151194 h 190890"/>
                <a:gd name="connsiteX6" fmla="*/ 39697 w 79393"/>
                <a:gd name="connsiteY6" fmla="*/ 190891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90890">
                  <a:moveTo>
                    <a:pt x="39697" y="190891"/>
                  </a:moveTo>
                  <a:cubicBezTo>
                    <a:pt x="17764" y="190891"/>
                    <a:pt x="0" y="173127"/>
                    <a:pt x="0" y="151194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51194"/>
                  </a:lnTo>
                  <a:cubicBezTo>
                    <a:pt x="79393" y="173127"/>
                    <a:pt x="61629" y="190891"/>
                    <a:pt x="39697" y="19089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2C42A41C-DCF1-1DDA-2DA8-ECBA5C1ACD1B}"/>
                </a:ext>
              </a:extLst>
            </p:cNvPr>
            <p:cNvSpPr/>
            <p:nvPr/>
          </p:nvSpPr>
          <p:spPr>
            <a:xfrm>
              <a:off x="2886524" y="4811504"/>
              <a:ext cx="741929" cy="741878"/>
            </a:xfrm>
            <a:custGeom>
              <a:avLst/>
              <a:gdLst>
                <a:gd name="connsiteX0" fmla="*/ 370965 w 741929"/>
                <a:gd name="connsiteY0" fmla="*/ 741879 h 741878"/>
                <a:gd name="connsiteX1" fmla="*/ 0 w 741929"/>
                <a:gd name="connsiteY1" fmla="*/ 370915 h 741878"/>
                <a:gd name="connsiteX2" fmla="*/ 370965 w 741929"/>
                <a:gd name="connsiteY2" fmla="*/ 0 h 741878"/>
                <a:gd name="connsiteX3" fmla="*/ 741929 w 741929"/>
                <a:gd name="connsiteY3" fmla="*/ 370915 h 741878"/>
                <a:gd name="connsiteX4" fmla="*/ 370965 w 741929"/>
                <a:gd name="connsiteY4" fmla="*/ 741879 h 741878"/>
                <a:gd name="connsiteX5" fmla="*/ 370965 w 741929"/>
                <a:gd name="connsiteY5" fmla="*/ 79393 h 741878"/>
                <a:gd name="connsiteX6" fmla="*/ 79393 w 741929"/>
                <a:gd name="connsiteY6" fmla="*/ 370915 h 741878"/>
                <a:gd name="connsiteX7" fmla="*/ 370965 w 741929"/>
                <a:gd name="connsiteY7" fmla="*/ 662486 h 741878"/>
                <a:gd name="connsiteX8" fmla="*/ 662536 w 741929"/>
                <a:gd name="connsiteY8" fmla="*/ 370915 h 741878"/>
                <a:gd name="connsiteX9" fmla="*/ 370965 w 741929"/>
                <a:gd name="connsiteY9" fmla="*/ 79393 h 741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1929" h="741878">
                  <a:moveTo>
                    <a:pt x="370965" y="741879"/>
                  </a:moveTo>
                  <a:cubicBezTo>
                    <a:pt x="166428" y="741879"/>
                    <a:pt x="0" y="575451"/>
                    <a:pt x="0" y="370915"/>
                  </a:cubicBezTo>
                  <a:cubicBezTo>
                    <a:pt x="0" y="166378"/>
                    <a:pt x="166428" y="0"/>
                    <a:pt x="370965" y="0"/>
                  </a:cubicBezTo>
                  <a:cubicBezTo>
                    <a:pt x="575501" y="0"/>
                    <a:pt x="741929" y="166428"/>
                    <a:pt x="741929" y="370915"/>
                  </a:cubicBezTo>
                  <a:cubicBezTo>
                    <a:pt x="741929" y="575402"/>
                    <a:pt x="575501" y="741879"/>
                    <a:pt x="370965" y="741879"/>
                  </a:cubicBezTo>
                  <a:close/>
                  <a:moveTo>
                    <a:pt x="370965" y="79393"/>
                  </a:moveTo>
                  <a:cubicBezTo>
                    <a:pt x="210193" y="79393"/>
                    <a:pt x="79393" y="210193"/>
                    <a:pt x="79393" y="370915"/>
                  </a:cubicBezTo>
                  <a:cubicBezTo>
                    <a:pt x="79393" y="531636"/>
                    <a:pt x="210193" y="662486"/>
                    <a:pt x="370965" y="662486"/>
                  </a:cubicBezTo>
                  <a:cubicBezTo>
                    <a:pt x="531736" y="662486"/>
                    <a:pt x="662536" y="531686"/>
                    <a:pt x="662536" y="370915"/>
                  </a:cubicBezTo>
                  <a:cubicBezTo>
                    <a:pt x="662536" y="210144"/>
                    <a:pt x="531736" y="79393"/>
                    <a:pt x="370965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92CE7358-ACF9-E6FC-EF3D-71F38FB438C8}"/>
                </a:ext>
              </a:extLst>
            </p:cNvPr>
            <p:cNvSpPr/>
            <p:nvPr/>
          </p:nvSpPr>
          <p:spPr>
            <a:xfrm>
              <a:off x="3086434" y="5039362"/>
              <a:ext cx="342060" cy="306854"/>
            </a:xfrm>
            <a:custGeom>
              <a:avLst/>
              <a:gdLst>
                <a:gd name="connsiteX0" fmla="*/ 236703 w 342060"/>
                <a:gd name="connsiteY0" fmla="*/ 306854 h 306854"/>
                <a:gd name="connsiteX1" fmla="*/ 105357 w 342060"/>
                <a:gd name="connsiteY1" fmla="*/ 306854 h 306854"/>
                <a:gd name="connsiteX2" fmla="*/ 70970 w 342060"/>
                <a:gd name="connsiteY2" fmla="*/ 287006 h 306854"/>
                <a:gd name="connsiteX3" fmla="*/ 5322 w 342060"/>
                <a:gd name="connsiteY3" fmla="*/ 173275 h 306854"/>
                <a:gd name="connsiteX4" fmla="*/ 5322 w 342060"/>
                <a:gd name="connsiteY4" fmla="*/ 133579 h 306854"/>
                <a:gd name="connsiteX5" fmla="*/ 70970 w 342060"/>
                <a:gd name="connsiteY5" fmla="*/ 19848 h 306854"/>
                <a:gd name="connsiteX6" fmla="*/ 105357 w 342060"/>
                <a:gd name="connsiteY6" fmla="*/ 0 h 306854"/>
                <a:gd name="connsiteX7" fmla="*/ 236703 w 342060"/>
                <a:gd name="connsiteY7" fmla="*/ 0 h 306854"/>
                <a:gd name="connsiteX8" fmla="*/ 271091 w 342060"/>
                <a:gd name="connsiteY8" fmla="*/ 19848 h 306854"/>
                <a:gd name="connsiteX9" fmla="*/ 336739 w 342060"/>
                <a:gd name="connsiteY9" fmla="*/ 133579 h 306854"/>
                <a:gd name="connsiteX10" fmla="*/ 336739 w 342060"/>
                <a:gd name="connsiteY10" fmla="*/ 173275 h 306854"/>
                <a:gd name="connsiteX11" fmla="*/ 271091 w 342060"/>
                <a:gd name="connsiteY11" fmla="*/ 287006 h 306854"/>
                <a:gd name="connsiteX12" fmla="*/ 236703 w 342060"/>
                <a:gd name="connsiteY12" fmla="*/ 306854 h 306854"/>
                <a:gd name="connsiteX13" fmla="*/ 128282 w 342060"/>
                <a:gd name="connsiteY13" fmla="*/ 227461 h 306854"/>
                <a:gd name="connsiteX14" fmla="*/ 213779 w 342060"/>
                <a:gd name="connsiteY14" fmla="*/ 227461 h 306854"/>
                <a:gd name="connsiteX15" fmla="*/ 256502 w 342060"/>
                <a:gd name="connsiteY15" fmla="*/ 153427 h 306854"/>
                <a:gd name="connsiteX16" fmla="*/ 213779 w 342060"/>
                <a:gd name="connsiteY16" fmla="*/ 79393 h 306854"/>
                <a:gd name="connsiteX17" fmla="*/ 128282 w 342060"/>
                <a:gd name="connsiteY17" fmla="*/ 79393 h 306854"/>
                <a:gd name="connsiteX18" fmla="*/ 85559 w 342060"/>
                <a:gd name="connsiteY18" fmla="*/ 153427 h 306854"/>
                <a:gd name="connsiteX19" fmla="*/ 128282 w 342060"/>
                <a:gd name="connsiteY19" fmla="*/ 227461 h 30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2060" h="306854">
                  <a:moveTo>
                    <a:pt x="236703" y="306854"/>
                  </a:moveTo>
                  <a:lnTo>
                    <a:pt x="105357" y="306854"/>
                  </a:lnTo>
                  <a:cubicBezTo>
                    <a:pt x="91166" y="306854"/>
                    <a:pt x="78066" y="299312"/>
                    <a:pt x="70970" y="287006"/>
                  </a:cubicBezTo>
                  <a:lnTo>
                    <a:pt x="5322" y="173275"/>
                  </a:lnTo>
                  <a:cubicBezTo>
                    <a:pt x="-1774" y="160969"/>
                    <a:pt x="-1774" y="145885"/>
                    <a:pt x="5322" y="133579"/>
                  </a:cubicBezTo>
                  <a:lnTo>
                    <a:pt x="70970" y="19848"/>
                  </a:lnTo>
                  <a:cubicBezTo>
                    <a:pt x="78066" y="7542"/>
                    <a:pt x="91166" y="0"/>
                    <a:pt x="105357" y="0"/>
                  </a:cubicBezTo>
                  <a:lnTo>
                    <a:pt x="236703" y="0"/>
                  </a:lnTo>
                  <a:cubicBezTo>
                    <a:pt x="250895" y="0"/>
                    <a:pt x="263995" y="7542"/>
                    <a:pt x="271091" y="19848"/>
                  </a:cubicBezTo>
                  <a:lnTo>
                    <a:pt x="336739" y="133579"/>
                  </a:lnTo>
                  <a:cubicBezTo>
                    <a:pt x="343835" y="145885"/>
                    <a:pt x="343835" y="160969"/>
                    <a:pt x="336739" y="173275"/>
                  </a:cubicBezTo>
                  <a:lnTo>
                    <a:pt x="271091" y="287006"/>
                  </a:lnTo>
                  <a:cubicBezTo>
                    <a:pt x="263995" y="299312"/>
                    <a:pt x="250895" y="306854"/>
                    <a:pt x="236703" y="306854"/>
                  </a:cubicBezTo>
                  <a:close/>
                  <a:moveTo>
                    <a:pt x="128282" y="227461"/>
                  </a:moveTo>
                  <a:lnTo>
                    <a:pt x="213779" y="227461"/>
                  </a:lnTo>
                  <a:lnTo>
                    <a:pt x="256502" y="153427"/>
                  </a:lnTo>
                  <a:lnTo>
                    <a:pt x="213779" y="79393"/>
                  </a:lnTo>
                  <a:lnTo>
                    <a:pt x="128282" y="79393"/>
                  </a:lnTo>
                  <a:lnTo>
                    <a:pt x="85559" y="153427"/>
                  </a:lnTo>
                  <a:lnTo>
                    <a:pt x="128282" y="22746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46D781CB-0797-BB3F-664F-F0968C7C7DE7}"/>
                </a:ext>
              </a:extLst>
            </p:cNvPr>
            <p:cNvSpPr/>
            <p:nvPr/>
          </p:nvSpPr>
          <p:spPr>
            <a:xfrm>
              <a:off x="2948749" y="4840389"/>
              <a:ext cx="286703" cy="209592"/>
            </a:xfrm>
            <a:custGeom>
              <a:avLst/>
              <a:gdLst>
                <a:gd name="connsiteX0" fmla="*/ 171043 w 286703"/>
                <a:gd name="connsiteY0" fmla="*/ 209592 h 209592"/>
                <a:gd name="connsiteX1" fmla="*/ 39697 w 286703"/>
                <a:gd name="connsiteY1" fmla="*/ 209592 h 209592"/>
                <a:gd name="connsiteX2" fmla="*/ 0 w 286703"/>
                <a:gd name="connsiteY2" fmla="*/ 169896 h 209592"/>
                <a:gd name="connsiteX3" fmla="*/ 39697 w 286703"/>
                <a:gd name="connsiteY3" fmla="*/ 130199 h 209592"/>
                <a:gd name="connsiteX4" fmla="*/ 148217 w 286703"/>
                <a:gd name="connsiteY4" fmla="*/ 130199 h 209592"/>
                <a:gd name="connsiteX5" fmla="*/ 212724 w 286703"/>
                <a:gd name="connsiteY5" fmla="*/ 19694 h 209592"/>
                <a:gd name="connsiteX6" fmla="*/ 267009 w 286703"/>
                <a:gd name="connsiteY6" fmla="*/ 5403 h 209592"/>
                <a:gd name="connsiteX7" fmla="*/ 281300 w 286703"/>
                <a:gd name="connsiteY7" fmla="*/ 59688 h 209592"/>
                <a:gd name="connsiteX8" fmla="*/ 205331 w 286703"/>
                <a:gd name="connsiteY8" fmla="*/ 189893 h 209592"/>
                <a:gd name="connsiteX9" fmla="*/ 171043 w 286703"/>
                <a:gd name="connsiteY9" fmla="*/ 209592 h 2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703" h="209592">
                  <a:moveTo>
                    <a:pt x="171043" y="209592"/>
                  </a:moveTo>
                  <a:lnTo>
                    <a:pt x="39697" y="209592"/>
                  </a:lnTo>
                  <a:cubicBezTo>
                    <a:pt x="17764" y="209592"/>
                    <a:pt x="0" y="191828"/>
                    <a:pt x="0" y="169896"/>
                  </a:cubicBezTo>
                  <a:cubicBezTo>
                    <a:pt x="0" y="147963"/>
                    <a:pt x="17764" y="130199"/>
                    <a:pt x="39697" y="130199"/>
                  </a:cubicBezTo>
                  <a:lnTo>
                    <a:pt x="148217" y="130199"/>
                  </a:lnTo>
                  <a:lnTo>
                    <a:pt x="212724" y="19694"/>
                  </a:lnTo>
                  <a:cubicBezTo>
                    <a:pt x="223790" y="739"/>
                    <a:pt x="248054" y="-5613"/>
                    <a:pt x="267009" y="5403"/>
                  </a:cubicBezTo>
                  <a:cubicBezTo>
                    <a:pt x="285964" y="16469"/>
                    <a:pt x="292316" y="40783"/>
                    <a:pt x="281300" y="59688"/>
                  </a:cubicBezTo>
                  <a:lnTo>
                    <a:pt x="205331" y="189893"/>
                  </a:lnTo>
                  <a:cubicBezTo>
                    <a:pt x="198235" y="202100"/>
                    <a:pt x="185185" y="209592"/>
                    <a:pt x="171043" y="20959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DAAAFB48-732A-06AA-225D-DA80D5C9632B}"/>
                </a:ext>
              </a:extLst>
            </p:cNvPr>
            <p:cNvSpPr/>
            <p:nvPr/>
          </p:nvSpPr>
          <p:spPr>
            <a:xfrm>
              <a:off x="3276671" y="4833515"/>
              <a:ext cx="277839" cy="220833"/>
            </a:xfrm>
            <a:custGeom>
              <a:avLst/>
              <a:gdLst>
                <a:gd name="connsiteX0" fmla="*/ 238201 w 277839"/>
                <a:gd name="connsiteY0" fmla="*/ 220833 h 220833"/>
                <a:gd name="connsiteX1" fmla="*/ 236365 w 277839"/>
                <a:gd name="connsiteY1" fmla="*/ 220833 h 220833"/>
                <a:gd name="connsiteX2" fmla="*/ 105167 w 277839"/>
                <a:gd name="connsiteY2" fmla="*/ 214928 h 220833"/>
                <a:gd name="connsiteX3" fmla="*/ 71376 w 277839"/>
                <a:gd name="connsiteY3" fmla="*/ 192897 h 220833"/>
                <a:gd name="connsiteX4" fmla="*/ 4140 w 277839"/>
                <a:gd name="connsiteY4" fmla="*/ 57333 h 220833"/>
                <a:gd name="connsiteX5" fmla="*/ 22053 w 277839"/>
                <a:gd name="connsiteY5" fmla="*/ 4140 h 220833"/>
                <a:gd name="connsiteX6" fmla="*/ 75246 w 277839"/>
                <a:gd name="connsiteY6" fmla="*/ 22053 h 220833"/>
                <a:gd name="connsiteX7" fmla="*/ 132112 w 277839"/>
                <a:gd name="connsiteY7" fmla="*/ 136627 h 220833"/>
                <a:gd name="connsiteX8" fmla="*/ 239937 w 277839"/>
                <a:gd name="connsiteY8" fmla="*/ 141490 h 220833"/>
                <a:gd name="connsiteX9" fmla="*/ 277798 w 277839"/>
                <a:gd name="connsiteY9" fmla="*/ 182923 h 220833"/>
                <a:gd name="connsiteX10" fmla="*/ 238151 w 277839"/>
                <a:gd name="connsiteY10" fmla="*/ 220833 h 22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7839" h="220833">
                  <a:moveTo>
                    <a:pt x="238201" y="220833"/>
                  </a:moveTo>
                  <a:cubicBezTo>
                    <a:pt x="237605" y="220833"/>
                    <a:pt x="237010" y="220833"/>
                    <a:pt x="236365" y="220833"/>
                  </a:cubicBezTo>
                  <a:lnTo>
                    <a:pt x="105167" y="214928"/>
                  </a:lnTo>
                  <a:cubicBezTo>
                    <a:pt x="90728" y="214283"/>
                    <a:pt x="77826" y="205848"/>
                    <a:pt x="71376" y="192897"/>
                  </a:cubicBezTo>
                  <a:lnTo>
                    <a:pt x="4140" y="57333"/>
                  </a:lnTo>
                  <a:cubicBezTo>
                    <a:pt x="-5586" y="37683"/>
                    <a:pt x="2403" y="13865"/>
                    <a:pt x="22053" y="4140"/>
                  </a:cubicBezTo>
                  <a:cubicBezTo>
                    <a:pt x="41703" y="-5586"/>
                    <a:pt x="65521" y="2403"/>
                    <a:pt x="75246" y="22053"/>
                  </a:cubicBezTo>
                  <a:lnTo>
                    <a:pt x="132112" y="136627"/>
                  </a:lnTo>
                  <a:lnTo>
                    <a:pt x="239937" y="141490"/>
                  </a:lnTo>
                  <a:cubicBezTo>
                    <a:pt x="261820" y="142482"/>
                    <a:pt x="278791" y="161040"/>
                    <a:pt x="277798" y="182923"/>
                  </a:cubicBezTo>
                  <a:cubicBezTo>
                    <a:pt x="276855" y="204210"/>
                    <a:pt x="259290" y="220833"/>
                    <a:pt x="238151" y="22083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6D07DFC0-FC28-0C6B-1B03-49763E53A42E}"/>
                </a:ext>
              </a:extLst>
            </p:cNvPr>
            <p:cNvSpPr/>
            <p:nvPr/>
          </p:nvSpPr>
          <p:spPr>
            <a:xfrm>
              <a:off x="3104240" y="5378328"/>
              <a:ext cx="306585" cy="150641"/>
            </a:xfrm>
            <a:custGeom>
              <a:avLst/>
              <a:gdLst>
                <a:gd name="connsiteX0" fmla="*/ 266831 w 306585"/>
                <a:gd name="connsiteY0" fmla="*/ 150642 h 150641"/>
                <a:gd name="connsiteX1" fmla="*/ 245346 w 306585"/>
                <a:gd name="connsiteY1" fmla="*/ 144290 h 150641"/>
                <a:gd name="connsiteX2" fmla="*/ 154292 w 306585"/>
                <a:gd name="connsiteY2" fmla="*/ 85490 h 150641"/>
                <a:gd name="connsiteX3" fmla="*/ 57829 w 306585"/>
                <a:gd name="connsiteY3" fmla="*/ 134962 h 150641"/>
                <a:gd name="connsiteX4" fmla="*/ 4387 w 306585"/>
                <a:gd name="connsiteY4" fmla="*/ 117743 h 150641"/>
                <a:gd name="connsiteX5" fmla="*/ 21606 w 306585"/>
                <a:gd name="connsiteY5" fmla="*/ 64302 h 150641"/>
                <a:gd name="connsiteX6" fmla="*/ 138462 w 306585"/>
                <a:gd name="connsiteY6" fmla="*/ 4360 h 150641"/>
                <a:gd name="connsiteX7" fmla="*/ 178109 w 306585"/>
                <a:gd name="connsiteY7" fmla="*/ 6345 h 150641"/>
                <a:gd name="connsiteX8" fmla="*/ 288416 w 306585"/>
                <a:gd name="connsiteY8" fmla="*/ 77600 h 150641"/>
                <a:gd name="connsiteX9" fmla="*/ 300226 w 306585"/>
                <a:gd name="connsiteY9" fmla="*/ 132481 h 150641"/>
                <a:gd name="connsiteX10" fmla="*/ 266831 w 306585"/>
                <a:gd name="connsiteY10" fmla="*/ 150642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585" h="150641">
                  <a:moveTo>
                    <a:pt x="266831" y="150642"/>
                  </a:moveTo>
                  <a:cubicBezTo>
                    <a:pt x="259438" y="150642"/>
                    <a:pt x="251995" y="148607"/>
                    <a:pt x="245346" y="144290"/>
                  </a:cubicBezTo>
                  <a:lnTo>
                    <a:pt x="154292" y="85490"/>
                  </a:lnTo>
                  <a:lnTo>
                    <a:pt x="57829" y="134962"/>
                  </a:lnTo>
                  <a:cubicBezTo>
                    <a:pt x="38328" y="144936"/>
                    <a:pt x="14411" y="137244"/>
                    <a:pt x="4387" y="117743"/>
                  </a:cubicBezTo>
                  <a:cubicBezTo>
                    <a:pt x="-5636" y="98242"/>
                    <a:pt x="2105" y="74325"/>
                    <a:pt x="21606" y="64302"/>
                  </a:cubicBezTo>
                  <a:lnTo>
                    <a:pt x="138462" y="4360"/>
                  </a:lnTo>
                  <a:cubicBezTo>
                    <a:pt x="151066" y="-2091"/>
                    <a:pt x="166200" y="-1346"/>
                    <a:pt x="178109" y="6345"/>
                  </a:cubicBezTo>
                  <a:lnTo>
                    <a:pt x="288416" y="77600"/>
                  </a:lnTo>
                  <a:cubicBezTo>
                    <a:pt x="306826" y="89509"/>
                    <a:pt x="312135" y="114072"/>
                    <a:pt x="300226" y="132481"/>
                  </a:cubicBezTo>
                  <a:cubicBezTo>
                    <a:pt x="292634" y="144241"/>
                    <a:pt x="279882" y="150642"/>
                    <a:pt x="266831" y="1506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7C2F6B3D-44D5-4B2B-56A5-1D87692AE069}"/>
              </a:ext>
            </a:extLst>
          </p:cNvPr>
          <p:cNvGrpSpPr/>
          <p:nvPr/>
        </p:nvGrpSpPr>
        <p:grpSpPr>
          <a:xfrm>
            <a:off x="4160813" y="4778606"/>
            <a:ext cx="828368" cy="828367"/>
            <a:chOff x="4160813" y="4778606"/>
            <a:chExt cx="828368" cy="828367"/>
          </a:xfrm>
        </p:grpSpPr>
        <p:grpSp>
          <p:nvGrpSpPr>
            <p:cNvPr id="324" name="Picture Placeholder 137">
              <a:extLst>
                <a:ext uri="{FF2B5EF4-FFF2-40B4-BE49-F238E27FC236}">
                  <a16:creationId xmlns:a16="http://schemas.microsoft.com/office/drawing/2014/main" id="{17798351-D372-87A0-D835-C8527C2CAF2F}"/>
                </a:ext>
              </a:extLst>
            </p:cNvPr>
            <p:cNvGrpSpPr/>
            <p:nvPr/>
          </p:nvGrpSpPr>
          <p:grpSpPr>
            <a:xfrm>
              <a:off x="4466030" y="5083822"/>
              <a:ext cx="217934" cy="217934"/>
              <a:chOff x="4466030" y="5083822"/>
              <a:chExt cx="217934" cy="217934"/>
            </a:xfrm>
            <a:solidFill>
              <a:srgbClr val="FFFFFF"/>
            </a:solidFill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4CBFB31-406B-6597-4FF8-7D80123064EC}"/>
                  </a:ext>
                </a:extLst>
              </p:cNvPr>
              <p:cNvSpPr/>
              <p:nvPr/>
            </p:nvSpPr>
            <p:spPr>
              <a:xfrm>
                <a:off x="4535300" y="5083822"/>
                <a:ext cx="79393" cy="217934"/>
              </a:xfrm>
              <a:custGeom>
                <a:avLst/>
                <a:gdLst>
                  <a:gd name="connsiteX0" fmla="*/ 39697 w 79393"/>
                  <a:gd name="connsiteY0" fmla="*/ 217934 h 217934"/>
                  <a:gd name="connsiteX1" fmla="*/ 0 w 79393"/>
                  <a:gd name="connsiteY1" fmla="*/ 178238 h 217934"/>
                  <a:gd name="connsiteX2" fmla="*/ 0 w 79393"/>
                  <a:gd name="connsiteY2" fmla="*/ 39697 h 217934"/>
                  <a:gd name="connsiteX3" fmla="*/ 39697 w 79393"/>
                  <a:gd name="connsiteY3" fmla="*/ 0 h 217934"/>
                  <a:gd name="connsiteX4" fmla="*/ 79393 w 79393"/>
                  <a:gd name="connsiteY4" fmla="*/ 39697 h 217934"/>
                  <a:gd name="connsiteX5" fmla="*/ 79393 w 79393"/>
                  <a:gd name="connsiteY5" fmla="*/ 178238 h 217934"/>
                  <a:gd name="connsiteX6" fmla="*/ 39697 w 79393"/>
                  <a:gd name="connsiteY6" fmla="*/ 217934 h 217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17934">
                    <a:moveTo>
                      <a:pt x="39697" y="217934"/>
                    </a:moveTo>
                    <a:cubicBezTo>
                      <a:pt x="17764" y="217934"/>
                      <a:pt x="0" y="200170"/>
                      <a:pt x="0" y="178238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178238"/>
                    </a:lnTo>
                    <a:cubicBezTo>
                      <a:pt x="79393" y="200170"/>
                      <a:pt x="61629" y="217934"/>
                      <a:pt x="39697" y="2179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012ABB0F-01D8-E985-6457-DA3929A22172}"/>
                  </a:ext>
                </a:extLst>
              </p:cNvPr>
              <p:cNvSpPr/>
              <p:nvPr/>
            </p:nvSpPr>
            <p:spPr>
              <a:xfrm>
                <a:off x="4466030" y="5153093"/>
                <a:ext cx="217934" cy="79393"/>
              </a:xfrm>
              <a:custGeom>
                <a:avLst/>
                <a:gdLst>
                  <a:gd name="connsiteX0" fmla="*/ 178238 w 217934"/>
                  <a:gd name="connsiteY0" fmla="*/ 79393 h 79393"/>
                  <a:gd name="connsiteX1" fmla="*/ 39697 w 217934"/>
                  <a:gd name="connsiteY1" fmla="*/ 79393 h 79393"/>
                  <a:gd name="connsiteX2" fmla="*/ 0 w 217934"/>
                  <a:gd name="connsiteY2" fmla="*/ 39697 h 79393"/>
                  <a:gd name="connsiteX3" fmla="*/ 39697 w 217934"/>
                  <a:gd name="connsiteY3" fmla="*/ 0 h 79393"/>
                  <a:gd name="connsiteX4" fmla="*/ 178238 w 217934"/>
                  <a:gd name="connsiteY4" fmla="*/ 0 h 79393"/>
                  <a:gd name="connsiteX5" fmla="*/ 217934 w 217934"/>
                  <a:gd name="connsiteY5" fmla="*/ 39697 h 79393"/>
                  <a:gd name="connsiteX6" fmla="*/ 178238 w 217934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7934" h="79393">
                    <a:moveTo>
                      <a:pt x="178238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178238" y="0"/>
                    </a:lnTo>
                    <a:cubicBezTo>
                      <a:pt x="200170" y="0"/>
                      <a:pt x="217934" y="17764"/>
                      <a:pt x="217934" y="39697"/>
                    </a:cubicBezTo>
                    <a:cubicBezTo>
                      <a:pt x="217934" y="61629"/>
                      <a:pt x="200170" y="79393"/>
                      <a:pt x="178238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7" name="Picture Placeholder 137">
              <a:extLst>
                <a:ext uri="{FF2B5EF4-FFF2-40B4-BE49-F238E27FC236}">
                  <a16:creationId xmlns:a16="http://schemas.microsoft.com/office/drawing/2014/main" id="{6750B698-83B0-595D-C09F-EA3236B91FE8}"/>
                </a:ext>
              </a:extLst>
            </p:cNvPr>
            <p:cNvGrpSpPr/>
            <p:nvPr/>
          </p:nvGrpSpPr>
          <p:grpSpPr>
            <a:xfrm>
              <a:off x="4160813" y="4778606"/>
              <a:ext cx="828368" cy="828367"/>
              <a:chOff x="4160813" y="4778606"/>
              <a:chExt cx="828368" cy="828367"/>
            </a:xfrm>
          </p:grpSpPr>
          <p:sp>
            <p:nvSpPr>
              <p:cNvPr id="328" name="Freeform 327">
                <a:extLst>
                  <a:ext uri="{FF2B5EF4-FFF2-40B4-BE49-F238E27FC236}">
                    <a16:creationId xmlns:a16="http://schemas.microsoft.com/office/drawing/2014/main" id="{632C34C4-B74E-7BD8-D8BE-6AD8833A22C3}"/>
                  </a:ext>
                </a:extLst>
              </p:cNvPr>
              <p:cNvSpPr/>
              <p:nvPr/>
            </p:nvSpPr>
            <p:spPr>
              <a:xfrm>
                <a:off x="4160813" y="4778606"/>
                <a:ext cx="828368" cy="828367"/>
              </a:xfrm>
              <a:custGeom>
                <a:avLst/>
                <a:gdLst>
                  <a:gd name="connsiteX0" fmla="*/ 414184 w 828368"/>
                  <a:gd name="connsiteY0" fmla="*/ 828368 h 828367"/>
                  <a:gd name="connsiteX1" fmla="*/ 0 w 828368"/>
                  <a:gd name="connsiteY1" fmla="*/ 414184 h 828367"/>
                  <a:gd name="connsiteX2" fmla="*/ 414184 w 828368"/>
                  <a:gd name="connsiteY2" fmla="*/ 0 h 828367"/>
                  <a:gd name="connsiteX3" fmla="*/ 828369 w 828368"/>
                  <a:gd name="connsiteY3" fmla="*/ 414184 h 828367"/>
                  <a:gd name="connsiteX4" fmla="*/ 414184 w 828368"/>
                  <a:gd name="connsiteY4" fmla="*/ 828368 h 828367"/>
                  <a:gd name="connsiteX5" fmla="*/ 414184 w 828368"/>
                  <a:gd name="connsiteY5" fmla="*/ 79393 h 828367"/>
                  <a:gd name="connsiteX6" fmla="*/ 79393 w 828368"/>
                  <a:gd name="connsiteY6" fmla="*/ 414184 h 828367"/>
                  <a:gd name="connsiteX7" fmla="*/ 414184 w 828368"/>
                  <a:gd name="connsiteY7" fmla="*/ 748975 h 828367"/>
                  <a:gd name="connsiteX8" fmla="*/ 748976 w 828368"/>
                  <a:gd name="connsiteY8" fmla="*/ 414184 h 828367"/>
                  <a:gd name="connsiteX9" fmla="*/ 414184 w 828368"/>
                  <a:gd name="connsiteY9" fmla="*/ 79393 h 828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368" h="828367">
                    <a:moveTo>
                      <a:pt x="414184" y="828368"/>
                    </a:moveTo>
                    <a:cubicBezTo>
                      <a:pt x="185780" y="828368"/>
                      <a:pt x="0" y="642588"/>
                      <a:pt x="0" y="414184"/>
                    </a:cubicBezTo>
                    <a:cubicBezTo>
                      <a:pt x="0" y="185780"/>
                      <a:pt x="185780" y="0"/>
                      <a:pt x="414184" y="0"/>
                    </a:cubicBezTo>
                    <a:cubicBezTo>
                      <a:pt x="642589" y="0"/>
                      <a:pt x="828369" y="185780"/>
                      <a:pt x="828369" y="414184"/>
                    </a:cubicBezTo>
                    <a:cubicBezTo>
                      <a:pt x="828369" y="642588"/>
                      <a:pt x="642589" y="828368"/>
                      <a:pt x="414184" y="828368"/>
                    </a:cubicBezTo>
                    <a:close/>
                    <a:moveTo>
                      <a:pt x="414184" y="79393"/>
                    </a:moveTo>
                    <a:cubicBezTo>
                      <a:pt x="229595" y="79393"/>
                      <a:pt x="79393" y="229595"/>
                      <a:pt x="79393" y="414184"/>
                    </a:cubicBezTo>
                    <a:cubicBezTo>
                      <a:pt x="79393" y="598773"/>
                      <a:pt x="229595" y="748975"/>
                      <a:pt x="414184" y="748975"/>
                    </a:cubicBezTo>
                    <a:cubicBezTo>
                      <a:pt x="598774" y="748975"/>
                      <a:pt x="748976" y="598773"/>
                      <a:pt x="748976" y="414184"/>
                    </a:cubicBezTo>
                    <a:cubicBezTo>
                      <a:pt x="748976" y="229595"/>
                      <a:pt x="598774" y="79393"/>
                      <a:pt x="414184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BBBFF0DB-E707-895C-07B8-76D6B1963A53}"/>
                  </a:ext>
                </a:extLst>
              </p:cNvPr>
              <p:cNvSpPr/>
              <p:nvPr/>
            </p:nvSpPr>
            <p:spPr>
              <a:xfrm>
                <a:off x="4535300" y="4778606"/>
                <a:ext cx="79393" cy="266611"/>
              </a:xfrm>
              <a:custGeom>
                <a:avLst/>
                <a:gdLst>
                  <a:gd name="connsiteX0" fmla="*/ 39697 w 79393"/>
                  <a:gd name="connsiteY0" fmla="*/ 266612 h 266611"/>
                  <a:gd name="connsiteX1" fmla="*/ 0 w 79393"/>
                  <a:gd name="connsiteY1" fmla="*/ 226915 h 266611"/>
                  <a:gd name="connsiteX2" fmla="*/ 0 w 79393"/>
                  <a:gd name="connsiteY2" fmla="*/ 39697 h 266611"/>
                  <a:gd name="connsiteX3" fmla="*/ 39697 w 79393"/>
                  <a:gd name="connsiteY3" fmla="*/ 0 h 266611"/>
                  <a:gd name="connsiteX4" fmla="*/ 79393 w 79393"/>
                  <a:gd name="connsiteY4" fmla="*/ 39697 h 266611"/>
                  <a:gd name="connsiteX5" fmla="*/ 79393 w 79393"/>
                  <a:gd name="connsiteY5" fmla="*/ 226915 h 266611"/>
                  <a:gd name="connsiteX6" fmla="*/ 39697 w 79393"/>
                  <a:gd name="connsiteY6" fmla="*/ 266612 h 26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6611">
                    <a:moveTo>
                      <a:pt x="39697" y="266612"/>
                    </a:moveTo>
                    <a:cubicBezTo>
                      <a:pt x="17764" y="266612"/>
                      <a:pt x="0" y="248848"/>
                      <a:pt x="0" y="22691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26915"/>
                    </a:lnTo>
                    <a:cubicBezTo>
                      <a:pt x="79393" y="248848"/>
                      <a:pt x="61629" y="266612"/>
                      <a:pt x="39697" y="26661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 329">
                <a:extLst>
                  <a:ext uri="{FF2B5EF4-FFF2-40B4-BE49-F238E27FC236}">
                    <a16:creationId xmlns:a16="http://schemas.microsoft.com/office/drawing/2014/main" id="{1EBC5AA8-FE5E-B153-CC77-24D2FCE1807D}"/>
                  </a:ext>
                </a:extLst>
              </p:cNvPr>
              <p:cNvSpPr/>
              <p:nvPr/>
            </p:nvSpPr>
            <p:spPr>
              <a:xfrm>
                <a:off x="4535300" y="5340361"/>
                <a:ext cx="79393" cy="266611"/>
              </a:xfrm>
              <a:custGeom>
                <a:avLst/>
                <a:gdLst>
                  <a:gd name="connsiteX0" fmla="*/ 39697 w 79393"/>
                  <a:gd name="connsiteY0" fmla="*/ 266612 h 266611"/>
                  <a:gd name="connsiteX1" fmla="*/ 0 w 79393"/>
                  <a:gd name="connsiteY1" fmla="*/ 226915 h 266611"/>
                  <a:gd name="connsiteX2" fmla="*/ 0 w 79393"/>
                  <a:gd name="connsiteY2" fmla="*/ 39697 h 266611"/>
                  <a:gd name="connsiteX3" fmla="*/ 39697 w 79393"/>
                  <a:gd name="connsiteY3" fmla="*/ 0 h 266611"/>
                  <a:gd name="connsiteX4" fmla="*/ 79393 w 79393"/>
                  <a:gd name="connsiteY4" fmla="*/ 39697 h 266611"/>
                  <a:gd name="connsiteX5" fmla="*/ 79393 w 79393"/>
                  <a:gd name="connsiteY5" fmla="*/ 226915 h 266611"/>
                  <a:gd name="connsiteX6" fmla="*/ 39697 w 79393"/>
                  <a:gd name="connsiteY6" fmla="*/ 266612 h 26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3" h="266611">
                    <a:moveTo>
                      <a:pt x="39697" y="266612"/>
                    </a:moveTo>
                    <a:cubicBezTo>
                      <a:pt x="17764" y="266612"/>
                      <a:pt x="0" y="248848"/>
                      <a:pt x="0" y="226915"/>
                    </a:cubicBezTo>
                    <a:lnTo>
                      <a:pt x="0" y="39697"/>
                    </a:lnTo>
                    <a:cubicBezTo>
                      <a:pt x="0" y="17764"/>
                      <a:pt x="17764" y="0"/>
                      <a:pt x="39697" y="0"/>
                    </a:cubicBezTo>
                    <a:cubicBezTo>
                      <a:pt x="61629" y="0"/>
                      <a:pt x="79393" y="17764"/>
                      <a:pt x="79393" y="39697"/>
                    </a:cubicBezTo>
                    <a:lnTo>
                      <a:pt x="79393" y="226915"/>
                    </a:lnTo>
                    <a:cubicBezTo>
                      <a:pt x="79393" y="248848"/>
                      <a:pt x="61629" y="266612"/>
                      <a:pt x="39697" y="266612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951E97A-A58F-63E0-DA0C-A0F913C2A470}"/>
                  </a:ext>
                </a:extLst>
              </p:cNvPr>
              <p:cNvSpPr/>
              <p:nvPr/>
            </p:nvSpPr>
            <p:spPr>
              <a:xfrm>
                <a:off x="4160813" y="5153093"/>
                <a:ext cx="271673" cy="79393"/>
              </a:xfrm>
              <a:custGeom>
                <a:avLst/>
                <a:gdLst>
                  <a:gd name="connsiteX0" fmla="*/ 231977 w 271673"/>
                  <a:gd name="connsiteY0" fmla="*/ 79393 h 79393"/>
                  <a:gd name="connsiteX1" fmla="*/ 39697 w 271673"/>
                  <a:gd name="connsiteY1" fmla="*/ 79393 h 79393"/>
                  <a:gd name="connsiteX2" fmla="*/ 0 w 271673"/>
                  <a:gd name="connsiteY2" fmla="*/ 39697 h 79393"/>
                  <a:gd name="connsiteX3" fmla="*/ 39697 w 271673"/>
                  <a:gd name="connsiteY3" fmla="*/ 0 h 79393"/>
                  <a:gd name="connsiteX4" fmla="*/ 231977 w 271673"/>
                  <a:gd name="connsiteY4" fmla="*/ 0 h 79393"/>
                  <a:gd name="connsiteX5" fmla="*/ 271674 w 271673"/>
                  <a:gd name="connsiteY5" fmla="*/ 39697 h 79393"/>
                  <a:gd name="connsiteX6" fmla="*/ 231977 w 271673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1673" h="79393">
                    <a:moveTo>
                      <a:pt x="231977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31977" y="0"/>
                    </a:lnTo>
                    <a:cubicBezTo>
                      <a:pt x="253909" y="0"/>
                      <a:pt x="271674" y="17764"/>
                      <a:pt x="271674" y="39697"/>
                    </a:cubicBezTo>
                    <a:cubicBezTo>
                      <a:pt x="271674" y="61629"/>
                      <a:pt x="253909" y="79393"/>
                      <a:pt x="231977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3E6C7D5A-1C3D-A907-2B5F-9544258415C7}"/>
                  </a:ext>
                </a:extLst>
              </p:cNvPr>
              <p:cNvSpPr/>
              <p:nvPr/>
            </p:nvSpPr>
            <p:spPr>
              <a:xfrm>
                <a:off x="4722519" y="5153093"/>
                <a:ext cx="266661" cy="79393"/>
              </a:xfrm>
              <a:custGeom>
                <a:avLst/>
                <a:gdLst>
                  <a:gd name="connsiteX0" fmla="*/ 226965 w 266661"/>
                  <a:gd name="connsiteY0" fmla="*/ 79393 h 79393"/>
                  <a:gd name="connsiteX1" fmla="*/ 39697 w 266661"/>
                  <a:gd name="connsiteY1" fmla="*/ 79393 h 79393"/>
                  <a:gd name="connsiteX2" fmla="*/ 0 w 266661"/>
                  <a:gd name="connsiteY2" fmla="*/ 39697 h 79393"/>
                  <a:gd name="connsiteX3" fmla="*/ 39697 w 266661"/>
                  <a:gd name="connsiteY3" fmla="*/ 0 h 79393"/>
                  <a:gd name="connsiteX4" fmla="*/ 226965 w 266661"/>
                  <a:gd name="connsiteY4" fmla="*/ 0 h 79393"/>
                  <a:gd name="connsiteX5" fmla="*/ 266662 w 266661"/>
                  <a:gd name="connsiteY5" fmla="*/ 39697 h 79393"/>
                  <a:gd name="connsiteX6" fmla="*/ 226965 w 26666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6661" h="79393">
                    <a:moveTo>
                      <a:pt x="226965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6965" y="0"/>
                    </a:lnTo>
                    <a:cubicBezTo>
                      <a:pt x="248898" y="0"/>
                      <a:pt x="266662" y="17764"/>
                      <a:pt x="266662" y="39697"/>
                    </a:cubicBezTo>
                    <a:cubicBezTo>
                      <a:pt x="266662" y="61629"/>
                      <a:pt x="248898" y="79393"/>
                      <a:pt x="22696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72DA36A6-8C70-CA06-E641-64CDAC89503F}"/>
              </a:ext>
            </a:extLst>
          </p:cNvPr>
          <p:cNvGrpSpPr/>
          <p:nvPr/>
        </p:nvGrpSpPr>
        <p:grpSpPr>
          <a:xfrm>
            <a:off x="5480951" y="4990635"/>
            <a:ext cx="823108" cy="404309"/>
            <a:chOff x="5480951" y="4990635"/>
            <a:chExt cx="823108" cy="404309"/>
          </a:xfrm>
        </p:grpSpPr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4618F535-728C-FD8B-5D22-9A0389018E3B}"/>
                </a:ext>
              </a:extLst>
            </p:cNvPr>
            <p:cNvSpPr/>
            <p:nvPr/>
          </p:nvSpPr>
          <p:spPr>
            <a:xfrm>
              <a:off x="5480951" y="5066604"/>
              <a:ext cx="163649" cy="235102"/>
            </a:xfrm>
            <a:custGeom>
              <a:avLst/>
              <a:gdLst>
                <a:gd name="connsiteX0" fmla="*/ 123953 w 163649"/>
                <a:gd name="connsiteY0" fmla="*/ 235103 h 235102"/>
                <a:gd name="connsiteX1" fmla="*/ 39697 w 163649"/>
                <a:gd name="connsiteY1" fmla="*/ 235103 h 235102"/>
                <a:gd name="connsiteX2" fmla="*/ 0 w 163649"/>
                <a:gd name="connsiteY2" fmla="*/ 195406 h 235102"/>
                <a:gd name="connsiteX3" fmla="*/ 0 w 163649"/>
                <a:gd name="connsiteY3" fmla="*/ 39697 h 235102"/>
                <a:gd name="connsiteX4" fmla="*/ 39697 w 163649"/>
                <a:gd name="connsiteY4" fmla="*/ 0 h 235102"/>
                <a:gd name="connsiteX5" fmla="*/ 123953 w 163649"/>
                <a:gd name="connsiteY5" fmla="*/ 0 h 235102"/>
                <a:gd name="connsiteX6" fmla="*/ 163649 w 163649"/>
                <a:gd name="connsiteY6" fmla="*/ 39697 h 235102"/>
                <a:gd name="connsiteX7" fmla="*/ 123953 w 163649"/>
                <a:gd name="connsiteY7" fmla="*/ 79393 h 235102"/>
                <a:gd name="connsiteX8" fmla="*/ 79393 w 163649"/>
                <a:gd name="connsiteY8" fmla="*/ 79393 h 235102"/>
                <a:gd name="connsiteX9" fmla="*/ 79393 w 163649"/>
                <a:gd name="connsiteY9" fmla="*/ 155710 h 235102"/>
                <a:gd name="connsiteX10" fmla="*/ 123953 w 163649"/>
                <a:gd name="connsiteY10" fmla="*/ 155710 h 235102"/>
                <a:gd name="connsiteX11" fmla="*/ 163649 w 163649"/>
                <a:gd name="connsiteY11" fmla="*/ 195406 h 235102"/>
                <a:gd name="connsiteX12" fmla="*/ 123953 w 163649"/>
                <a:gd name="connsiteY12" fmla="*/ 235103 h 23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649" h="235102">
                  <a:moveTo>
                    <a:pt x="123953" y="235103"/>
                  </a:moveTo>
                  <a:lnTo>
                    <a:pt x="39697" y="235103"/>
                  </a:lnTo>
                  <a:cubicBezTo>
                    <a:pt x="17764" y="235103"/>
                    <a:pt x="0" y="217339"/>
                    <a:pt x="0" y="195406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123953" y="0"/>
                  </a:lnTo>
                  <a:cubicBezTo>
                    <a:pt x="145885" y="0"/>
                    <a:pt x="163649" y="17764"/>
                    <a:pt x="163649" y="39697"/>
                  </a:cubicBezTo>
                  <a:cubicBezTo>
                    <a:pt x="163649" y="61629"/>
                    <a:pt x="145885" y="79393"/>
                    <a:pt x="123953" y="79393"/>
                  </a:cubicBezTo>
                  <a:lnTo>
                    <a:pt x="79393" y="79393"/>
                  </a:lnTo>
                  <a:lnTo>
                    <a:pt x="79393" y="155710"/>
                  </a:lnTo>
                  <a:lnTo>
                    <a:pt x="123953" y="155710"/>
                  </a:lnTo>
                  <a:cubicBezTo>
                    <a:pt x="145885" y="155710"/>
                    <a:pt x="163649" y="173474"/>
                    <a:pt x="163649" y="195406"/>
                  </a:cubicBezTo>
                  <a:cubicBezTo>
                    <a:pt x="163649" y="217339"/>
                    <a:pt x="145885" y="235103"/>
                    <a:pt x="123953" y="23510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4D41E026-9B51-ADB5-CCF2-31832539360B}"/>
                </a:ext>
              </a:extLst>
            </p:cNvPr>
            <p:cNvSpPr/>
            <p:nvPr/>
          </p:nvSpPr>
          <p:spPr>
            <a:xfrm>
              <a:off x="6140410" y="5066604"/>
              <a:ext cx="163649" cy="235102"/>
            </a:xfrm>
            <a:custGeom>
              <a:avLst/>
              <a:gdLst>
                <a:gd name="connsiteX0" fmla="*/ 123953 w 163649"/>
                <a:gd name="connsiteY0" fmla="*/ 235103 h 235102"/>
                <a:gd name="connsiteX1" fmla="*/ 39697 w 163649"/>
                <a:gd name="connsiteY1" fmla="*/ 235103 h 235102"/>
                <a:gd name="connsiteX2" fmla="*/ 0 w 163649"/>
                <a:gd name="connsiteY2" fmla="*/ 195406 h 235102"/>
                <a:gd name="connsiteX3" fmla="*/ 39697 w 163649"/>
                <a:gd name="connsiteY3" fmla="*/ 155710 h 235102"/>
                <a:gd name="connsiteX4" fmla="*/ 84256 w 163649"/>
                <a:gd name="connsiteY4" fmla="*/ 155710 h 235102"/>
                <a:gd name="connsiteX5" fmla="*/ 84256 w 163649"/>
                <a:gd name="connsiteY5" fmla="*/ 79393 h 235102"/>
                <a:gd name="connsiteX6" fmla="*/ 39697 w 163649"/>
                <a:gd name="connsiteY6" fmla="*/ 79393 h 235102"/>
                <a:gd name="connsiteX7" fmla="*/ 0 w 163649"/>
                <a:gd name="connsiteY7" fmla="*/ 39697 h 235102"/>
                <a:gd name="connsiteX8" fmla="*/ 39697 w 163649"/>
                <a:gd name="connsiteY8" fmla="*/ 0 h 235102"/>
                <a:gd name="connsiteX9" fmla="*/ 123953 w 163649"/>
                <a:gd name="connsiteY9" fmla="*/ 0 h 235102"/>
                <a:gd name="connsiteX10" fmla="*/ 163649 w 163649"/>
                <a:gd name="connsiteY10" fmla="*/ 39697 h 235102"/>
                <a:gd name="connsiteX11" fmla="*/ 163649 w 163649"/>
                <a:gd name="connsiteY11" fmla="*/ 195406 h 235102"/>
                <a:gd name="connsiteX12" fmla="*/ 123953 w 163649"/>
                <a:gd name="connsiteY12" fmla="*/ 235103 h 23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649" h="235102">
                  <a:moveTo>
                    <a:pt x="123953" y="235103"/>
                  </a:moveTo>
                  <a:lnTo>
                    <a:pt x="39697" y="235103"/>
                  </a:lnTo>
                  <a:cubicBezTo>
                    <a:pt x="17764" y="235103"/>
                    <a:pt x="0" y="217339"/>
                    <a:pt x="0" y="195406"/>
                  </a:cubicBezTo>
                  <a:cubicBezTo>
                    <a:pt x="0" y="173474"/>
                    <a:pt x="17764" y="155710"/>
                    <a:pt x="39697" y="155710"/>
                  </a:cubicBezTo>
                  <a:lnTo>
                    <a:pt x="84256" y="155710"/>
                  </a:lnTo>
                  <a:lnTo>
                    <a:pt x="84256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23953" y="0"/>
                  </a:lnTo>
                  <a:cubicBezTo>
                    <a:pt x="145885" y="0"/>
                    <a:pt x="163649" y="17764"/>
                    <a:pt x="163649" y="39697"/>
                  </a:cubicBezTo>
                  <a:lnTo>
                    <a:pt x="163649" y="195406"/>
                  </a:lnTo>
                  <a:cubicBezTo>
                    <a:pt x="163649" y="217339"/>
                    <a:pt x="145885" y="235103"/>
                    <a:pt x="123953" y="23510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7E780F80-E7FF-4B8B-BA61-F55C0CADF983}"/>
                </a:ext>
              </a:extLst>
            </p:cNvPr>
            <p:cNvSpPr/>
            <p:nvPr/>
          </p:nvSpPr>
          <p:spPr>
            <a:xfrm>
              <a:off x="5576619" y="4990635"/>
              <a:ext cx="631771" cy="404309"/>
            </a:xfrm>
            <a:custGeom>
              <a:avLst/>
              <a:gdLst>
                <a:gd name="connsiteX0" fmla="*/ 592075 w 631771"/>
                <a:gd name="connsiteY0" fmla="*/ 404309 h 404309"/>
                <a:gd name="connsiteX1" fmla="*/ 392401 w 631771"/>
                <a:gd name="connsiteY1" fmla="*/ 404309 h 404309"/>
                <a:gd name="connsiteX2" fmla="*/ 366102 w 631771"/>
                <a:gd name="connsiteY2" fmla="*/ 394385 h 404309"/>
                <a:gd name="connsiteX3" fmla="*/ 315687 w 631771"/>
                <a:gd name="connsiteY3" fmla="*/ 349875 h 404309"/>
                <a:gd name="connsiteX4" fmla="*/ 264479 w 631771"/>
                <a:gd name="connsiteY4" fmla="*/ 394534 h 404309"/>
                <a:gd name="connsiteX5" fmla="*/ 238378 w 631771"/>
                <a:gd name="connsiteY5" fmla="*/ 404309 h 404309"/>
                <a:gd name="connsiteX6" fmla="*/ 39697 w 631771"/>
                <a:gd name="connsiteY6" fmla="*/ 404309 h 404309"/>
                <a:gd name="connsiteX7" fmla="*/ 0 w 631771"/>
                <a:gd name="connsiteY7" fmla="*/ 364613 h 404309"/>
                <a:gd name="connsiteX8" fmla="*/ 0 w 631771"/>
                <a:gd name="connsiteY8" fmla="*/ 39697 h 404309"/>
                <a:gd name="connsiteX9" fmla="*/ 39697 w 631771"/>
                <a:gd name="connsiteY9" fmla="*/ 0 h 404309"/>
                <a:gd name="connsiteX10" fmla="*/ 592075 w 631771"/>
                <a:gd name="connsiteY10" fmla="*/ 0 h 404309"/>
                <a:gd name="connsiteX11" fmla="*/ 631771 w 631771"/>
                <a:gd name="connsiteY11" fmla="*/ 39697 h 404309"/>
                <a:gd name="connsiteX12" fmla="*/ 631771 w 631771"/>
                <a:gd name="connsiteY12" fmla="*/ 364613 h 404309"/>
                <a:gd name="connsiteX13" fmla="*/ 592075 w 631771"/>
                <a:gd name="connsiteY13" fmla="*/ 404309 h 404309"/>
                <a:gd name="connsiteX14" fmla="*/ 407436 w 631771"/>
                <a:gd name="connsiteY14" fmla="*/ 324916 h 404309"/>
                <a:gd name="connsiteX15" fmla="*/ 552378 w 631771"/>
                <a:gd name="connsiteY15" fmla="*/ 324916 h 404309"/>
                <a:gd name="connsiteX16" fmla="*/ 552378 w 631771"/>
                <a:gd name="connsiteY16" fmla="*/ 79393 h 404309"/>
                <a:gd name="connsiteX17" fmla="*/ 79393 w 631771"/>
                <a:gd name="connsiteY17" fmla="*/ 79393 h 404309"/>
                <a:gd name="connsiteX18" fmla="*/ 79393 w 631771"/>
                <a:gd name="connsiteY18" fmla="*/ 324916 h 404309"/>
                <a:gd name="connsiteX19" fmla="*/ 223541 w 631771"/>
                <a:gd name="connsiteY19" fmla="*/ 324916 h 404309"/>
                <a:gd name="connsiteX20" fmla="*/ 289785 w 631771"/>
                <a:gd name="connsiteY20" fmla="*/ 267108 h 404309"/>
                <a:gd name="connsiteX21" fmla="*/ 342135 w 631771"/>
                <a:gd name="connsiteY21" fmla="*/ 267257 h 404309"/>
                <a:gd name="connsiteX22" fmla="*/ 407436 w 631771"/>
                <a:gd name="connsiteY22" fmla="*/ 324916 h 40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31771" h="404309">
                  <a:moveTo>
                    <a:pt x="592075" y="404309"/>
                  </a:moveTo>
                  <a:lnTo>
                    <a:pt x="392401" y="404309"/>
                  </a:lnTo>
                  <a:cubicBezTo>
                    <a:pt x="382725" y="404309"/>
                    <a:pt x="373396" y="400786"/>
                    <a:pt x="366102" y="394385"/>
                  </a:cubicBezTo>
                  <a:lnTo>
                    <a:pt x="315687" y="349875"/>
                  </a:lnTo>
                  <a:lnTo>
                    <a:pt x="264479" y="394534"/>
                  </a:lnTo>
                  <a:cubicBezTo>
                    <a:pt x="257234" y="400836"/>
                    <a:pt x="247955" y="404309"/>
                    <a:pt x="238378" y="404309"/>
                  </a:cubicBezTo>
                  <a:lnTo>
                    <a:pt x="39697" y="404309"/>
                  </a:lnTo>
                  <a:cubicBezTo>
                    <a:pt x="17764" y="404309"/>
                    <a:pt x="0" y="386545"/>
                    <a:pt x="0" y="36461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592075" y="0"/>
                  </a:lnTo>
                  <a:cubicBezTo>
                    <a:pt x="614007" y="0"/>
                    <a:pt x="631771" y="17764"/>
                    <a:pt x="631771" y="39697"/>
                  </a:cubicBezTo>
                  <a:lnTo>
                    <a:pt x="631771" y="364613"/>
                  </a:lnTo>
                  <a:cubicBezTo>
                    <a:pt x="631771" y="386545"/>
                    <a:pt x="614007" y="404309"/>
                    <a:pt x="592075" y="404309"/>
                  </a:cubicBezTo>
                  <a:close/>
                  <a:moveTo>
                    <a:pt x="407436" y="324916"/>
                  </a:moveTo>
                  <a:lnTo>
                    <a:pt x="552378" y="324916"/>
                  </a:lnTo>
                  <a:lnTo>
                    <a:pt x="552378" y="79393"/>
                  </a:lnTo>
                  <a:lnTo>
                    <a:pt x="79393" y="79393"/>
                  </a:lnTo>
                  <a:lnTo>
                    <a:pt x="79393" y="324916"/>
                  </a:lnTo>
                  <a:lnTo>
                    <a:pt x="223541" y="324916"/>
                  </a:lnTo>
                  <a:lnTo>
                    <a:pt x="289785" y="267108"/>
                  </a:lnTo>
                  <a:cubicBezTo>
                    <a:pt x="304820" y="254008"/>
                    <a:pt x="327199" y="254058"/>
                    <a:pt x="342135" y="267257"/>
                  </a:cubicBezTo>
                  <a:lnTo>
                    <a:pt x="407436" y="324916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6F62F146-9E6F-A5C8-8BD2-6B3D9897FC91}"/>
                </a:ext>
              </a:extLst>
            </p:cNvPr>
            <p:cNvSpPr/>
            <p:nvPr/>
          </p:nvSpPr>
          <p:spPr>
            <a:xfrm>
              <a:off x="5769396" y="5095186"/>
              <a:ext cx="266215" cy="79393"/>
            </a:xfrm>
            <a:custGeom>
              <a:avLst/>
              <a:gdLst>
                <a:gd name="connsiteX0" fmla="*/ 226519 w 266215"/>
                <a:gd name="connsiteY0" fmla="*/ 79393 h 79393"/>
                <a:gd name="connsiteX1" fmla="*/ 39697 w 266215"/>
                <a:gd name="connsiteY1" fmla="*/ 79393 h 79393"/>
                <a:gd name="connsiteX2" fmla="*/ 0 w 266215"/>
                <a:gd name="connsiteY2" fmla="*/ 39697 h 79393"/>
                <a:gd name="connsiteX3" fmla="*/ 39697 w 266215"/>
                <a:gd name="connsiteY3" fmla="*/ 0 h 79393"/>
                <a:gd name="connsiteX4" fmla="*/ 226519 w 266215"/>
                <a:gd name="connsiteY4" fmla="*/ 0 h 79393"/>
                <a:gd name="connsiteX5" fmla="*/ 266215 w 266215"/>
                <a:gd name="connsiteY5" fmla="*/ 39697 h 79393"/>
                <a:gd name="connsiteX6" fmla="*/ 226519 w 26621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5" h="79393">
                  <a:moveTo>
                    <a:pt x="22651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26519" y="0"/>
                  </a:lnTo>
                  <a:cubicBezTo>
                    <a:pt x="248451" y="0"/>
                    <a:pt x="266215" y="17764"/>
                    <a:pt x="266215" y="39697"/>
                  </a:cubicBezTo>
                  <a:cubicBezTo>
                    <a:pt x="266215" y="61629"/>
                    <a:pt x="248451" y="79393"/>
                    <a:pt x="22651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CEE542B3-508A-A4F2-0215-A79F5E66CC7D}"/>
              </a:ext>
            </a:extLst>
          </p:cNvPr>
          <p:cNvGrpSpPr/>
          <p:nvPr/>
        </p:nvGrpSpPr>
        <p:grpSpPr>
          <a:xfrm>
            <a:off x="6778858" y="4780987"/>
            <a:ext cx="863600" cy="823604"/>
            <a:chOff x="6778858" y="4780987"/>
            <a:chExt cx="863600" cy="823604"/>
          </a:xfrm>
        </p:grpSpPr>
        <p:grpSp>
          <p:nvGrpSpPr>
            <p:cNvPr id="341" name="Picture Placeholder 141">
              <a:extLst>
                <a:ext uri="{FF2B5EF4-FFF2-40B4-BE49-F238E27FC236}">
                  <a16:creationId xmlns:a16="http://schemas.microsoft.com/office/drawing/2014/main" id="{BB21EA87-510F-540F-A284-7B3BDA207E59}"/>
                </a:ext>
              </a:extLst>
            </p:cNvPr>
            <p:cNvGrpSpPr/>
            <p:nvPr/>
          </p:nvGrpSpPr>
          <p:grpSpPr>
            <a:xfrm>
              <a:off x="6778858" y="4780987"/>
              <a:ext cx="527400" cy="823604"/>
              <a:chOff x="6778858" y="4780987"/>
              <a:chExt cx="527400" cy="823604"/>
            </a:xfrm>
          </p:grpSpPr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B71B402B-152B-6AD8-0B7F-5E76A99E1AA2}"/>
                  </a:ext>
                </a:extLst>
              </p:cNvPr>
              <p:cNvSpPr/>
              <p:nvPr/>
            </p:nvSpPr>
            <p:spPr>
              <a:xfrm>
                <a:off x="7141088" y="5270117"/>
                <a:ext cx="165170" cy="133262"/>
              </a:xfrm>
              <a:custGeom>
                <a:avLst/>
                <a:gdLst>
                  <a:gd name="connsiteX0" fmla="*/ 39698 w 165170"/>
                  <a:gd name="connsiteY0" fmla="*/ 133263 h 133262"/>
                  <a:gd name="connsiteX1" fmla="*/ 2532 w 165170"/>
                  <a:gd name="connsiteY1" fmla="*/ 107460 h 133262"/>
                  <a:gd name="connsiteX2" fmla="*/ 25804 w 165170"/>
                  <a:gd name="connsiteY2" fmla="*/ 56351 h 133262"/>
                  <a:gd name="connsiteX3" fmla="*/ 98102 w 165170"/>
                  <a:gd name="connsiteY3" fmla="*/ 10948 h 133262"/>
                  <a:gd name="connsiteX4" fmla="*/ 154223 w 165170"/>
                  <a:gd name="connsiteY4" fmla="*/ 12337 h 133262"/>
                  <a:gd name="connsiteX5" fmla="*/ 152833 w 165170"/>
                  <a:gd name="connsiteY5" fmla="*/ 68458 h 133262"/>
                  <a:gd name="connsiteX6" fmla="*/ 53641 w 165170"/>
                  <a:gd name="connsiteY6" fmla="*/ 130732 h 133262"/>
                  <a:gd name="connsiteX7" fmla="*/ 39748 w 165170"/>
                  <a:gd name="connsiteY7" fmla="*/ 133263 h 133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70" h="133262">
                    <a:moveTo>
                      <a:pt x="39698" y="133263"/>
                    </a:moveTo>
                    <a:cubicBezTo>
                      <a:pt x="23621" y="133263"/>
                      <a:pt x="8486" y="123438"/>
                      <a:pt x="2532" y="107460"/>
                    </a:cubicBezTo>
                    <a:cubicBezTo>
                      <a:pt x="-5159" y="86917"/>
                      <a:pt x="5261" y="64042"/>
                      <a:pt x="25804" y="56351"/>
                    </a:cubicBezTo>
                    <a:cubicBezTo>
                      <a:pt x="52649" y="46278"/>
                      <a:pt x="76963" y="30994"/>
                      <a:pt x="98102" y="10948"/>
                    </a:cubicBezTo>
                    <a:cubicBezTo>
                      <a:pt x="113980" y="-4187"/>
                      <a:pt x="139088" y="-3542"/>
                      <a:pt x="154223" y="12337"/>
                    </a:cubicBezTo>
                    <a:cubicBezTo>
                      <a:pt x="169357" y="28216"/>
                      <a:pt x="168712" y="53324"/>
                      <a:pt x="152833" y="68458"/>
                    </a:cubicBezTo>
                    <a:cubicBezTo>
                      <a:pt x="123954" y="95948"/>
                      <a:pt x="90609" y="116888"/>
                      <a:pt x="53641" y="130732"/>
                    </a:cubicBezTo>
                    <a:cubicBezTo>
                      <a:pt x="49076" y="132469"/>
                      <a:pt x="44362" y="133263"/>
                      <a:pt x="39748" y="1332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9583E31D-C8E4-F28A-5226-53CBDFCEA638}"/>
                  </a:ext>
                </a:extLst>
              </p:cNvPr>
              <p:cNvSpPr/>
              <p:nvPr/>
            </p:nvSpPr>
            <p:spPr>
              <a:xfrm>
                <a:off x="6778858" y="4780987"/>
                <a:ext cx="521750" cy="621151"/>
              </a:xfrm>
              <a:custGeom>
                <a:avLst/>
                <a:gdLst>
                  <a:gd name="connsiteX0" fmla="*/ 213369 w 521750"/>
                  <a:gd name="connsiteY0" fmla="*/ 621152 h 621151"/>
                  <a:gd name="connsiteX1" fmla="*/ 198930 w 521750"/>
                  <a:gd name="connsiteY1" fmla="*/ 618423 h 621151"/>
                  <a:gd name="connsiteX2" fmla="*/ 0 w 521750"/>
                  <a:gd name="connsiteY2" fmla="*/ 319359 h 621151"/>
                  <a:gd name="connsiteX3" fmla="*/ 306855 w 521750"/>
                  <a:gd name="connsiteY3" fmla="*/ 0 h 621151"/>
                  <a:gd name="connsiteX4" fmla="*/ 508761 w 521750"/>
                  <a:gd name="connsiteY4" fmla="*/ 78798 h 621151"/>
                  <a:gd name="connsiteX5" fmla="*/ 511391 w 521750"/>
                  <a:gd name="connsiteY5" fmla="*/ 134869 h 621151"/>
                  <a:gd name="connsiteX6" fmla="*/ 455320 w 521750"/>
                  <a:gd name="connsiteY6" fmla="*/ 137499 h 621151"/>
                  <a:gd name="connsiteX7" fmla="*/ 306855 w 521750"/>
                  <a:gd name="connsiteY7" fmla="*/ 79343 h 621151"/>
                  <a:gd name="connsiteX8" fmla="*/ 79344 w 521750"/>
                  <a:gd name="connsiteY8" fmla="*/ 319309 h 621151"/>
                  <a:gd name="connsiteX9" fmla="*/ 227809 w 521750"/>
                  <a:gd name="connsiteY9" fmla="*/ 544389 h 621151"/>
                  <a:gd name="connsiteX10" fmla="*/ 250337 w 521750"/>
                  <a:gd name="connsiteY10" fmla="*/ 595796 h 621151"/>
                  <a:gd name="connsiteX11" fmla="*/ 213369 w 521750"/>
                  <a:gd name="connsiteY11" fmla="*/ 621053 h 62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1750" h="621151">
                    <a:moveTo>
                      <a:pt x="213369" y="621152"/>
                    </a:moveTo>
                    <a:cubicBezTo>
                      <a:pt x="208556" y="621152"/>
                      <a:pt x="203693" y="620259"/>
                      <a:pt x="198930" y="618423"/>
                    </a:cubicBezTo>
                    <a:cubicBezTo>
                      <a:pt x="79939" y="571928"/>
                      <a:pt x="0" y="451747"/>
                      <a:pt x="0" y="319359"/>
                    </a:cubicBezTo>
                    <a:cubicBezTo>
                      <a:pt x="0" y="143255"/>
                      <a:pt x="137648" y="0"/>
                      <a:pt x="306855" y="0"/>
                    </a:cubicBezTo>
                    <a:cubicBezTo>
                      <a:pt x="381187" y="0"/>
                      <a:pt x="452889" y="27986"/>
                      <a:pt x="508761" y="78798"/>
                    </a:cubicBezTo>
                    <a:cubicBezTo>
                      <a:pt x="524988" y="93535"/>
                      <a:pt x="526178" y="118643"/>
                      <a:pt x="511391" y="134869"/>
                    </a:cubicBezTo>
                    <a:cubicBezTo>
                      <a:pt x="496654" y="151095"/>
                      <a:pt x="471546" y="152286"/>
                      <a:pt x="455320" y="137499"/>
                    </a:cubicBezTo>
                    <a:cubicBezTo>
                      <a:pt x="414135" y="99986"/>
                      <a:pt x="361388" y="79343"/>
                      <a:pt x="306855" y="79343"/>
                    </a:cubicBezTo>
                    <a:cubicBezTo>
                      <a:pt x="181413" y="79343"/>
                      <a:pt x="79344" y="186971"/>
                      <a:pt x="79344" y="319309"/>
                    </a:cubicBezTo>
                    <a:cubicBezTo>
                      <a:pt x="79344" y="419245"/>
                      <a:pt x="138988" y="509753"/>
                      <a:pt x="227809" y="544389"/>
                    </a:cubicBezTo>
                    <a:cubicBezTo>
                      <a:pt x="248253" y="552378"/>
                      <a:pt x="258326" y="575402"/>
                      <a:pt x="250337" y="595796"/>
                    </a:cubicBezTo>
                    <a:cubicBezTo>
                      <a:pt x="244233" y="611476"/>
                      <a:pt x="229248" y="621053"/>
                      <a:pt x="213369" y="6210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Freeform 343">
                <a:extLst>
                  <a:ext uri="{FF2B5EF4-FFF2-40B4-BE49-F238E27FC236}">
                    <a16:creationId xmlns:a16="http://schemas.microsoft.com/office/drawing/2014/main" id="{1F72030C-BCDA-9D75-A086-80C1175EDD95}"/>
                  </a:ext>
                </a:extLst>
              </p:cNvPr>
              <p:cNvSpPr/>
              <p:nvPr/>
            </p:nvSpPr>
            <p:spPr>
              <a:xfrm>
                <a:off x="6954565" y="5322002"/>
                <a:ext cx="262741" cy="282589"/>
              </a:xfrm>
              <a:custGeom>
                <a:avLst/>
                <a:gdLst>
                  <a:gd name="connsiteX0" fmla="*/ 223045 w 262741"/>
                  <a:gd name="connsiteY0" fmla="*/ 282590 h 282589"/>
                  <a:gd name="connsiteX1" fmla="*/ 39697 w 262741"/>
                  <a:gd name="connsiteY1" fmla="*/ 282590 h 282589"/>
                  <a:gd name="connsiteX2" fmla="*/ 0 w 262741"/>
                  <a:gd name="connsiteY2" fmla="*/ 242893 h 282589"/>
                  <a:gd name="connsiteX3" fmla="*/ 0 w 262741"/>
                  <a:gd name="connsiteY3" fmla="*/ 44659 h 282589"/>
                  <a:gd name="connsiteX4" fmla="*/ 39697 w 262741"/>
                  <a:gd name="connsiteY4" fmla="*/ 4962 h 282589"/>
                  <a:gd name="connsiteX5" fmla="*/ 79393 w 262741"/>
                  <a:gd name="connsiteY5" fmla="*/ 44659 h 282589"/>
                  <a:gd name="connsiteX6" fmla="*/ 79393 w 262741"/>
                  <a:gd name="connsiteY6" fmla="*/ 203197 h 282589"/>
                  <a:gd name="connsiteX7" fmla="*/ 183349 w 262741"/>
                  <a:gd name="connsiteY7" fmla="*/ 203197 h 282589"/>
                  <a:gd name="connsiteX8" fmla="*/ 183349 w 262741"/>
                  <a:gd name="connsiteY8" fmla="*/ 39697 h 282589"/>
                  <a:gd name="connsiteX9" fmla="*/ 223045 w 262741"/>
                  <a:gd name="connsiteY9" fmla="*/ 0 h 282589"/>
                  <a:gd name="connsiteX10" fmla="*/ 262742 w 262741"/>
                  <a:gd name="connsiteY10" fmla="*/ 39697 h 282589"/>
                  <a:gd name="connsiteX11" fmla="*/ 262742 w 262741"/>
                  <a:gd name="connsiteY11" fmla="*/ 242893 h 282589"/>
                  <a:gd name="connsiteX12" fmla="*/ 223045 w 262741"/>
                  <a:gd name="connsiteY12" fmla="*/ 282590 h 28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741" h="282589">
                    <a:moveTo>
                      <a:pt x="223045" y="282590"/>
                    </a:moveTo>
                    <a:lnTo>
                      <a:pt x="39697" y="282590"/>
                    </a:lnTo>
                    <a:cubicBezTo>
                      <a:pt x="17764" y="282590"/>
                      <a:pt x="0" y="264826"/>
                      <a:pt x="0" y="242893"/>
                    </a:cubicBezTo>
                    <a:lnTo>
                      <a:pt x="0" y="44659"/>
                    </a:lnTo>
                    <a:cubicBezTo>
                      <a:pt x="0" y="22726"/>
                      <a:pt x="17764" y="4962"/>
                      <a:pt x="39697" y="4962"/>
                    </a:cubicBezTo>
                    <a:cubicBezTo>
                      <a:pt x="61629" y="4962"/>
                      <a:pt x="79393" y="22726"/>
                      <a:pt x="79393" y="44659"/>
                    </a:cubicBezTo>
                    <a:lnTo>
                      <a:pt x="79393" y="203197"/>
                    </a:lnTo>
                    <a:lnTo>
                      <a:pt x="183349" y="203197"/>
                    </a:lnTo>
                    <a:lnTo>
                      <a:pt x="183349" y="39697"/>
                    </a:lnTo>
                    <a:cubicBezTo>
                      <a:pt x="183349" y="17764"/>
                      <a:pt x="201113" y="0"/>
                      <a:pt x="223045" y="0"/>
                    </a:cubicBezTo>
                    <a:cubicBezTo>
                      <a:pt x="244978" y="0"/>
                      <a:pt x="262742" y="17764"/>
                      <a:pt x="262742" y="39697"/>
                    </a:cubicBezTo>
                    <a:lnTo>
                      <a:pt x="262742" y="242893"/>
                    </a:lnTo>
                    <a:cubicBezTo>
                      <a:pt x="262742" y="264826"/>
                      <a:pt x="244978" y="282590"/>
                      <a:pt x="223045" y="282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reeform 344">
                <a:extLst>
                  <a:ext uri="{FF2B5EF4-FFF2-40B4-BE49-F238E27FC236}">
                    <a16:creationId xmlns:a16="http://schemas.microsoft.com/office/drawing/2014/main" id="{F3A0425E-488B-2B90-4260-1D6B2BA8CE40}"/>
                  </a:ext>
                </a:extLst>
              </p:cNvPr>
              <p:cNvSpPr/>
              <p:nvPr/>
            </p:nvSpPr>
            <p:spPr>
              <a:xfrm>
                <a:off x="6954565" y="5431068"/>
                <a:ext cx="262741" cy="79393"/>
              </a:xfrm>
              <a:custGeom>
                <a:avLst/>
                <a:gdLst>
                  <a:gd name="connsiteX0" fmla="*/ 223045 w 262741"/>
                  <a:gd name="connsiteY0" fmla="*/ 79393 h 79393"/>
                  <a:gd name="connsiteX1" fmla="*/ 39697 w 262741"/>
                  <a:gd name="connsiteY1" fmla="*/ 79393 h 79393"/>
                  <a:gd name="connsiteX2" fmla="*/ 0 w 262741"/>
                  <a:gd name="connsiteY2" fmla="*/ 39697 h 79393"/>
                  <a:gd name="connsiteX3" fmla="*/ 39697 w 262741"/>
                  <a:gd name="connsiteY3" fmla="*/ 0 h 79393"/>
                  <a:gd name="connsiteX4" fmla="*/ 223045 w 262741"/>
                  <a:gd name="connsiteY4" fmla="*/ 0 h 79393"/>
                  <a:gd name="connsiteX5" fmla="*/ 262742 w 262741"/>
                  <a:gd name="connsiteY5" fmla="*/ 39697 h 79393"/>
                  <a:gd name="connsiteX6" fmla="*/ 223045 w 262741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41" h="79393">
                    <a:moveTo>
                      <a:pt x="223045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23045" y="0"/>
                    </a:lnTo>
                    <a:cubicBezTo>
                      <a:pt x="244978" y="0"/>
                      <a:pt x="262742" y="17764"/>
                      <a:pt x="262742" y="39697"/>
                    </a:cubicBezTo>
                    <a:cubicBezTo>
                      <a:pt x="262742" y="61629"/>
                      <a:pt x="244978" y="79393"/>
                      <a:pt x="223045" y="7939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6" name="Picture Placeholder 141">
              <a:extLst>
                <a:ext uri="{FF2B5EF4-FFF2-40B4-BE49-F238E27FC236}">
                  <a16:creationId xmlns:a16="http://schemas.microsoft.com/office/drawing/2014/main" id="{E3F322D2-12F7-439A-E523-503E5A30B597}"/>
                </a:ext>
              </a:extLst>
            </p:cNvPr>
            <p:cNvGrpSpPr/>
            <p:nvPr/>
          </p:nvGrpSpPr>
          <p:grpSpPr>
            <a:xfrm>
              <a:off x="7136674" y="4820237"/>
              <a:ext cx="505784" cy="471793"/>
              <a:chOff x="7136674" y="4820237"/>
              <a:chExt cx="505784" cy="471793"/>
            </a:xfrm>
          </p:grpSpPr>
          <p:sp>
            <p:nvSpPr>
              <p:cNvPr id="347" name="Freeform 346">
                <a:extLst>
                  <a:ext uri="{FF2B5EF4-FFF2-40B4-BE49-F238E27FC236}">
                    <a16:creationId xmlns:a16="http://schemas.microsoft.com/office/drawing/2014/main" id="{E6CFECAE-152C-D6EB-2134-BAB4251DF402}"/>
                  </a:ext>
                </a:extLst>
              </p:cNvPr>
              <p:cNvSpPr/>
              <p:nvPr/>
            </p:nvSpPr>
            <p:spPr>
              <a:xfrm>
                <a:off x="7136674" y="4899879"/>
                <a:ext cx="292415" cy="146381"/>
              </a:xfrm>
              <a:custGeom>
                <a:avLst/>
                <a:gdLst>
                  <a:gd name="connsiteX0" fmla="*/ 170100 w 292415"/>
                  <a:gd name="connsiteY0" fmla="*/ 146381 h 146381"/>
                  <a:gd name="connsiteX1" fmla="*/ 39697 w 292415"/>
                  <a:gd name="connsiteY1" fmla="*/ 146381 h 146381"/>
                  <a:gd name="connsiteX2" fmla="*/ 0 w 292415"/>
                  <a:gd name="connsiteY2" fmla="*/ 106684 h 146381"/>
                  <a:gd name="connsiteX3" fmla="*/ 39697 w 292415"/>
                  <a:gd name="connsiteY3" fmla="*/ 66988 h 146381"/>
                  <a:gd name="connsiteX4" fmla="*/ 156057 w 292415"/>
                  <a:gd name="connsiteY4" fmla="*/ 66988 h 146381"/>
                  <a:gd name="connsiteX5" fmla="*/ 227710 w 292415"/>
                  <a:gd name="connsiteY5" fmla="*/ 8882 h 146381"/>
                  <a:gd name="connsiteX6" fmla="*/ 252718 w 292415"/>
                  <a:gd name="connsiteY6" fmla="*/ 0 h 146381"/>
                  <a:gd name="connsiteX7" fmla="*/ 292415 w 292415"/>
                  <a:gd name="connsiteY7" fmla="*/ 39697 h 146381"/>
                  <a:gd name="connsiteX8" fmla="*/ 276636 w 292415"/>
                  <a:gd name="connsiteY8" fmla="*/ 71355 h 146381"/>
                  <a:gd name="connsiteX9" fmla="*/ 195059 w 292415"/>
                  <a:gd name="connsiteY9" fmla="*/ 137499 h 146381"/>
                  <a:gd name="connsiteX10" fmla="*/ 170050 w 292415"/>
                  <a:gd name="connsiteY10" fmla="*/ 146381 h 14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415" h="146381">
                    <a:moveTo>
                      <a:pt x="170100" y="146381"/>
                    </a:moveTo>
                    <a:lnTo>
                      <a:pt x="39697" y="146381"/>
                    </a:lnTo>
                    <a:cubicBezTo>
                      <a:pt x="17764" y="146381"/>
                      <a:pt x="0" y="128617"/>
                      <a:pt x="0" y="106684"/>
                    </a:cubicBezTo>
                    <a:cubicBezTo>
                      <a:pt x="0" y="84752"/>
                      <a:pt x="17764" y="66988"/>
                      <a:pt x="39697" y="66988"/>
                    </a:cubicBezTo>
                    <a:lnTo>
                      <a:pt x="156057" y="66988"/>
                    </a:lnTo>
                    <a:lnTo>
                      <a:pt x="227710" y="8882"/>
                    </a:lnTo>
                    <a:cubicBezTo>
                      <a:pt x="234805" y="3176"/>
                      <a:pt x="243588" y="0"/>
                      <a:pt x="252718" y="0"/>
                    </a:cubicBezTo>
                    <a:cubicBezTo>
                      <a:pt x="274651" y="0"/>
                      <a:pt x="292415" y="17764"/>
                      <a:pt x="292415" y="39697"/>
                    </a:cubicBezTo>
                    <a:cubicBezTo>
                      <a:pt x="292415" y="52648"/>
                      <a:pt x="286212" y="64110"/>
                      <a:pt x="276636" y="71355"/>
                    </a:cubicBezTo>
                    <a:lnTo>
                      <a:pt x="195059" y="137499"/>
                    </a:lnTo>
                    <a:cubicBezTo>
                      <a:pt x="187963" y="143205"/>
                      <a:pt x="179181" y="146381"/>
                      <a:pt x="170050" y="146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Freeform 347">
                <a:extLst>
                  <a:ext uri="{FF2B5EF4-FFF2-40B4-BE49-F238E27FC236}">
                    <a16:creationId xmlns:a16="http://schemas.microsoft.com/office/drawing/2014/main" id="{8701AA9B-FFE8-DF57-B468-62B665FA3680}"/>
                  </a:ext>
                </a:extLst>
              </p:cNvPr>
              <p:cNvSpPr/>
              <p:nvPr/>
            </p:nvSpPr>
            <p:spPr>
              <a:xfrm>
                <a:off x="7136674" y="5162868"/>
                <a:ext cx="296483" cy="79393"/>
              </a:xfrm>
              <a:custGeom>
                <a:avLst/>
                <a:gdLst>
                  <a:gd name="connsiteX0" fmla="*/ 256787 w 296483"/>
                  <a:gd name="connsiteY0" fmla="*/ 79393 h 79393"/>
                  <a:gd name="connsiteX1" fmla="*/ 39697 w 296483"/>
                  <a:gd name="connsiteY1" fmla="*/ 79393 h 79393"/>
                  <a:gd name="connsiteX2" fmla="*/ 0 w 296483"/>
                  <a:gd name="connsiteY2" fmla="*/ 39697 h 79393"/>
                  <a:gd name="connsiteX3" fmla="*/ 39697 w 296483"/>
                  <a:gd name="connsiteY3" fmla="*/ 0 h 79393"/>
                  <a:gd name="connsiteX4" fmla="*/ 256787 w 296483"/>
                  <a:gd name="connsiteY4" fmla="*/ 0 h 79393"/>
                  <a:gd name="connsiteX5" fmla="*/ 296484 w 296483"/>
                  <a:gd name="connsiteY5" fmla="*/ 39697 h 79393"/>
                  <a:gd name="connsiteX6" fmla="*/ 256787 w 296483"/>
                  <a:gd name="connsiteY6" fmla="*/ 79393 h 7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483" h="79393">
                    <a:moveTo>
                      <a:pt x="256787" y="79393"/>
                    </a:moveTo>
                    <a:lnTo>
                      <a:pt x="39697" y="79393"/>
                    </a:lnTo>
                    <a:cubicBezTo>
                      <a:pt x="17764" y="79393"/>
                      <a:pt x="0" y="61629"/>
                      <a:pt x="0" y="39697"/>
                    </a:cubicBezTo>
                    <a:cubicBezTo>
                      <a:pt x="0" y="17764"/>
                      <a:pt x="17764" y="0"/>
                      <a:pt x="39697" y="0"/>
                    </a:cubicBezTo>
                    <a:lnTo>
                      <a:pt x="256787" y="0"/>
                    </a:lnTo>
                    <a:cubicBezTo>
                      <a:pt x="278720" y="0"/>
                      <a:pt x="296484" y="17764"/>
                      <a:pt x="296484" y="39697"/>
                    </a:cubicBezTo>
                    <a:cubicBezTo>
                      <a:pt x="296484" y="61629"/>
                      <a:pt x="278720" y="79393"/>
                      <a:pt x="256787" y="793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7F85C13E-0CBB-F954-866F-3764008A877F}"/>
                  </a:ext>
                </a:extLst>
              </p:cNvPr>
              <p:cNvSpPr/>
              <p:nvPr/>
            </p:nvSpPr>
            <p:spPr>
              <a:xfrm>
                <a:off x="7136674" y="5010632"/>
                <a:ext cx="408428" cy="136258"/>
              </a:xfrm>
              <a:custGeom>
                <a:avLst/>
                <a:gdLst>
                  <a:gd name="connsiteX0" fmla="*/ 195903 w 408428"/>
                  <a:gd name="connsiteY0" fmla="*/ 136258 h 136258"/>
                  <a:gd name="connsiteX1" fmla="*/ 39697 w 408428"/>
                  <a:gd name="connsiteY1" fmla="*/ 136258 h 136258"/>
                  <a:gd name="connsiteX2" fmla="*/ 0 w 408428"/>
                  <a:gd name="connsiteY2" fmla="*/ 96562 h 136258"/>
                  <a:gd name="connsiteX3" fmla="*/ 39697 w 408428"/>
                  <a:gd name="connsiteY3" fmla="*/ 56865 h 136258"/>
                  <a:gd name="connsiteX4" fmla="*/ 182952 w 408428"/>
                  <a:gd name="connsiteY4" fmla="*/ 56865 h 136258"/>
                  <a:gd name="connsiteX5" fmla="*/ 250386 w 408428"/>
                  <a:gd name="connsiteY5" fmla="*/ 7642 h 136258"/>
                  <a:gd name="connsiteX6" fmla="*/ 273807 w 408428"/>
                  <a:gd name="connsiteY6" fmla="*/ 0 h 136258"/>
                  <a:gd name="connsiteX7" fmla="*/ 368732 w 408428"/>
                  <a:gd name="connsiteY7" fmla="*/ 0 h 136258"/>
                  <a:gd name="connsiteX8" fmla="*/ 408428 w 408428"/>
                  <a:gd name="connsiteY8" fmla="*/ 39697 h 136258"/>
                  <a:gd name="connsiteX9" fmla="*/ 368732 w 408428"/>
                  <a:gd name="connsiteY9" fmla="*/ 79393 h 136258"/>
                  <a:gd name="connsiteX10" fmla="*/ 286758 w 408428"/>
                  <a:gd name="connsiteY10" fmla="*/ 79393 h 136258"/>
                  <a:gd name="connsiteX11" fmla="*/ 219324 w 408428"/>
                  <a:gd name="connsiteY11" fmla="*/ 128617 h 136258"/>
                  <a:gd name="connsiteX12" fmla="*/ 195903 w 408428"/>
                  <a:gd name="connsiteY12" fmla="*/ 136258 h 13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8428" h="136258">
                    <a:moveTo>
                      <a:pt x="195903" y="136258"/>
                    </a:moveTo>
                    <a:lnTo>
                      <a:pt x="39697" y="136258"/>
                    </a:lnTo>
                    <a:cubicBezTo>
                      <a:pt x="17764" y="136258"/>
                      <a:pt x="0" y="118494"/>
                      <a:pt x="0" y="96562"/>
                    </a:cubicBezTo>
                    <a:cubicBezTo>
                      <a:pt x="0" y="74630"/>
                      <a:pt x="17764" y="56865"/>
                      <a:pt x="39697" y="56865"/>
                    </a:cubicBezTo>
                    <a:lnTo>
                      <a:pt x="182952" y="56865"/>
                    </a:lnTo>
                    <a:lnTo>
                      <a:pt x="250386" y="7642"/>
                    </a:lnTo>
                    <a:cubicBezTo>
                      <a:pt x="257184" y="2680"/>
                      <a:pt x="265372" y="0"/>
                      <a:pt x="273807" y="0"/>
                    </a:cubicBezTo>
                    <a:lnTo>
                      <a:pt x="368732" y="0"/>
                    </a:lnTo>
                    <a:cubicBezTo>
                      <a:pt x="390664" y="0"/>
                      <a:pt x="408428" y="17764"/>
                      <a:pt x="408428" y="39697"/>
                    </a:cubicBezTo>
                    <a:cubicBezTo>
                      <a:pt x="408428" y="61629"/>
                      <a:pt x="390664" y="79393"/>
                      <a:pt x="368732" y="79393"/>
                    </a:cubicBezTo>
                    <a:lnTo>
                      <a:pt x="286758" y="79393"/>
                    </a:lnTo>
                    <a:lnTo>
                      <a:pt x="219324" y="128617"/>
                    </a:lnTo>
                    <a:cubicBezTo>
                      <a:pt x="212526" y="133579"/>
                      <a:pt x="204338" y="136258"/>
                      <a:pt x="195903" y="1362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E460A47E-B8A1-D431-4220-C64142219567}"/>
                  </a:ext>
                </a:extLst>
              </p:cNvPr>
              <p:cNvSpPr/>
              <p:nvPr/>
            </p:nvSpPr>
            <p:spPr>
              <a:xfrm>
                <a:off x="7338580" y="4820237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3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3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3"/>
                    </a:moveTo>
                    <a:cubicBezTo>
                      <a:pt x="83412" y="79343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3"/>
                      <a:pt x="88375" y="793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724A8D-828D-02C8-3C61-58B91FA81356}"/>
                  </a:ext>
                </a:extLst>
              </p:cNvPr>
              <p:cNvSpPr/>
              <p:nvPr/>
            </p:nvSpPr>
            <p:spPr>
              <a:xfrm>
                <a:off x="7465709" y="4961706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3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3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3"/>
                    </a:moveTo>
                    <a:cubicBezTo>
                      <a:pt x="83412" y="79343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3"/>
                      <a:pt x="88375" y="793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F30F5CB5-691E-1E07-C6AA-28635DA2BC81}"/>
                  </a:ext>
                </a:extLst>
              </p:cNvPr>
              <p:cNvSpPr/>
              <p:nvPr/>
            </p:nvSpPr>
            <p:spPr>
              <a:xfrm>
                <a:off x="7353715" y="5115282"/>
                <a:ext cx="176749" cy="176748"/>
              </a:xfrm>
              <a:custGeom>
                <a:avLst/>
                <a:gdLst>
                  <a:gd name="connsiteX0" fmla="*/ 88375 w 176749"/>
                  <a:gd name="connsiteY0" fmla="*/ 176749 h 176748"/>
                  <a:gd name="connsiteX1" fmla="*/ 0 w 176749"/>
                  <a:gd name="connsiteY1" fmla="*/ 88374 h 176748"/>
                  <a:gd name="connsiteX2" fmla="*/ 88375 w 176749"/>
                  <a:gd name="connsiteY2" fmla="*/ 0 h 176748"/>
                  <a:gd name="connsiteX3" fmla="*/ 176749 w 176749"/>
                  <a:gd name="connsiteY3" fmla="*/ 88374 h 176748"/>
                  <a:gd name="connsiteX4" fmla="*/ 88375 w 176749"/>
                  <a:gd name="connsiteY4" fmla="*/ 176749 h 176748"/>
                  <a:gd name="connsiteX5" fmla="*/ 88375 w 176749"/>
                  <a:gd name="connsiteY5" fmla="*/ 79344 h 176748"/>
                  <a:gd name="connsiteX6" fmla="*/ 79393 w 176749"/>
                  <a:gd name="connsiteY6" fmla="*/ 88325 h 176748"/>
                  <a:gd name="connsiteX7" fmla="*/ 88375 w 176749"/>
                  <a:gd name="connsiteY7" fmla="*/ 97306 h 176748"/>
                  <a:gd name="connsiteX8" fmla="*/ 97356 w 176749"/>
                  <a:gd name="connsiteY8" fmla="*/ 88325 h 176748"/>
                  <a:gd name="connsiteX9" fmla="*/ 88375 w 176749"/>
                  <a:gd name="connsiteY9" fmla="*/ 79344 h 17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749" h="176748">
                    <a:moveTo>
                      <a:pt x="88375" y="176749"/>
                    </a:moveTo>
                    <a:cubicBezTo>
                      <a:pt x="39647" y="176749"/>
                      <a:pt x="0" y="137102"/>
                      <a:pt x="0" y="88374"/>
                    </a:cubicBezTo>
                    <a:cubicBezTo>
                      <a:pt x="0" y="39647"/>
                      <a:pt x="39647" y="0"/>
                      <a:pt x="88375" y="0"/>
                    </a:cubicBezTo>
                    <a:cubicBezTo>
                      <a:pt x="137102" y="0"/>
                      <a:pt x="176749" y="39647"/>
                      <a:pt x="176749" y="88374"/>
                    </a:cubicBezTo>
                    <a:cubicBezTo>
                      <a:pt x="176749" y="137102"/>
                      <a:pt x="137102" y="176749"/>
                      <a:pt x="88375" y="176749"/>
                    </a:cubicBezTo>
                    <a:close/>
                    <a:moveTo>
                      <a:pt x="88375" y="79344"/>
                    </a:moveTo>
                    <a:cubicBezTo>
                      <a:pt x="83412" y="79344"/>
                      <a:pt x="79393" y="83363"/>
                      <a:pt x="79393" y="88325"/>
                    </a:cubicBezTo>
                    <a:cubicBezTo>
                      <a:pt x="79393" y="93287"/>
                      <a:pt x="83412" y="97306"/>
                      <a:pt x="88375" y="97306"/>
                    </a:cubicBezTo>
                    <a:cubicBezTo>
                      <a:pt x="93337" y="97306"/>
                      <a:pt x="97356" y="93287"/>
                      <a:pt x="97356" y="88325"/>
                    </a:cubicBezTo>
                    <a:cubicBezTo>
                      <a:pt x="97356" y="83363"/>
                      <a:pt x="93337" y="79344"/>
                      <a:pt x="88375" y="79344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2D6B430C-4021-AC4A-156E-0A771BC94BB1}"/>
                </a:ext>
              </a:extLst>
            </p:cNvPr>
            <p:cNvSpPr/>
            <p:nvPr/>
          </p:nvSpPr>
          <p:spPr>
            <a:xfrm>
              <a:off x="6902264" y="5111771"/>
              <a:ext cx="127723" cy="134013"/>
            </a:xfrm>
            <a:custGeom>
              <a:avLst/>
              <a:gdLst>
                <a:gd name="connsiteX0" fmla="*/ 70661 w 127723"/>
                <a:gd name="connsiteY0" fmla="*/ 133964 h 134013"/>
                <a:gd name="connsiteX1" fmla="*/ 56519 w 127723"/>
                <a:gd name="connsiteY1" fmla="*/ 131334 h 134013"/>
                <a:gd name="connsiteX2" fmla="*/ 33594 w 127723"/>
                <a:gd name="connsiteY2" fmla="*/ 80076 h 134013"/>
                <a:gd name="connsiteX3" fmla="*/ 33991 w 127723"/>
                <a:gd name="connsiteY3" fmla="*/ 78984 h 134013"/>
                <a:gd name="connsiteX4" fmla="*/ 32354 w 127723"/>
                <a:gd name="connsiteY4" fmla="*/ 78686 h 134013"/>
                <a:gd name="connsiteX5" fmla="*/ 696 w 127723"/>
                <a:gd name="connsiteY5" fmla="*/ 32341 h 134013"/>
                <a:gd name="connsiteX6" fmla="*/ 47042 w 127723"/>
                <a:gd name="connsiteY6" fmla="*/ 682 h 134013"/>
                <a:gd name="connsiteX7" fmla="*/ 95372 w 127723"/>
                <a:gd name="connsiteY7" fmla="*/ 9813 h 134013"/>
                <a:gd name="connsiteX8" fmla="*/ 122664 w 127723"/>
                <a:gd name="connsiteY8" fmla="*/ 29463 h 134013"/>
                <a:gd name="connsiteX9" fmla="*/ 125095 w 127723"/>
                <a:gd name="connsiteY9" fmla="*/ 63006 h 134013"/>
                <a:gd name="connsiteX10" fmla="*/ 107728 w 127723"/>
                <a:gd name="connsiteY10" fmla="*/ 108459 h 134013"/>
                <a:gd name="connsiteX11" fmla="*/ 70661 w 127723"/>
                <a:gd name="connsiteY11" fmla="*/ 134013 h 13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7723" h="134013">
                  <a:moveTo>
                    <a:pt x="70661" y="133964"/>
                  </a:moveTo>
                  <a:cubicBezTo>
                    <a:pt x="65947" y="133964"/>
                    <a:pt x="61134" y="133120"/>
                    <a:pt x="56519" y="131334"/>
                  </a:cubicBezTo>
                  <a:cubicBezTo>
                    <a:pt x="36026" y="123494"/>
                    <a:pt x="25804" y="100569"/>
                    <a:pt x="33594" y="80076"/>
                  </a:cubicBezTo>
                  <a:lnTo>
                    <a:pt x="33991" y="78984"/>
                  </a:lnTo>
                  <a:lnTo>
                    <a:pt x="32354" y="78686"/>
                  </a:lnTo>
                  <a:cubicBezTo>
                    <a:pt x="10819" y="74617"/>
                    <a:pt x="-3373" y="53876"/>
                    <a:pt x="696" y="32341"/>
                  </a:cubicBezTo>
                  <a:cubicBezTo>
                    <a:pt x="4765" y="10805"/>
                    <a:pt x="25506" y="-3337"/>
                    <a:pt x="47042" y="682"/>
                  </a:cubicBezTo>
                  <a:lnTo>
                    <a:pt x="95372" y="9813"/>
                  </a:lnTo>
                  <a:cubicBezTo>
                    <a:pt x="106934" y="11996"/>
                    <a:pt x="116908" y="19191"/>
                    <a:pt x="122664" y="29463"/>
                  </a:cubicBezTo>
                  <a:cubicBezTo>
                    <a:pt x="128420" y="39734"/>
                    <a:pt x="129313" y="51990"/>
                    <a:pt x="125095" y="63006"/>
                  </a:cubicBezTo>
                  <a:lnTo>
                    <a:pt x="107728" y="108459"/>
                  </a:lnTo>
                  <a:cubicBezTo>
                    <a:pt x="101674" y="124288"/>
                    <a:pt x="86639" y="134013"/>
                    <a:pt x="70661" y="13401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18AC9EC3-0331-BDBF-7C9D-232A44E59D0D}"/>
                </a:ext>
              </a:extLst>
            </p:cNvPr>
            <p:cNvSpPr/>
            <p:nvPr/>
          </p:nvSpPr>
          <p:spPr>
            <a:xfrm>
              <a:off x="6896958" y="4969492"/>
              <a:ext cx="126422" cy="137950"/>
            </a:xfrm>
            <a:custGeom>
              <a:avLst/>
              <a:gdLst>
                <a:gd name="connsiteX0" fmla="*/ 39695 w 126422"/>
                <a:gd name="connsiteY0" fmla="*/ 137901 h 137950"/>
                <a:gd name="connsiteX1" fmla="*/ 1884 w 126422"/>
                <a:gd name="connsiteY1" fmla="*/ 110262 h 137950"/>
                <a:gd name="connsiteX2" fmla="*/ 27637 w 126422"/>
                <a:gd name="connsiteY2" fmla="*/ 60393 h 137950"/>
                <a:gd name="connsiteX3" fmla="*/ 29473 w 126422"/>
                <a:gd name="connsiteY3" fmla="*/ 59798 h 137950"/>
                <a:gd name="connsiteX4" fmla="*/ 28629 w 126422"/>
                <a:gd name="connsiteY4" fmla="*/ 58259 h 137950"/>
                <a:gd name="connsiteX5" fmla="*/ 45153 w 126422"/>
                <a:gd name="connsiteY5" fmla="*/ 4619 h 137950"/>
                <a:gd name="connsiteX6" fmla="*/ 98793 w 126422"/>
                <a:gd name="connsiteY6" fmla="*/ 21143 h 137950"/>
                <a:gd name="connsiteX7" fmla="*/ 121817 w 126422"/>
                <a:gd name="connsiteY7" fmla="*/ 64660 h 137950"/>
                <a:gd name="connsiteX8" fmla="*/ 123454 w 126422"/>
                <a:gd name="connsiteY8" fmla="*/ 98254 h 137950"/>
                <a:gd name="connsiteX9" fmla="*/ 98743 w 126422"/>
                <a:gd name="connsiteY9" fmla="*/ 121079 h 137950"/>
                <a:gd name="connsiteX10" fmla="*/ 51653 w 126422"/>
                <a:gd name="connsiteY10" fmla="*/ 136065 h 137950"/>
                <a:gd name="connsiteX11" fmla="*/ 39595 w 126422"/>
                <a:gd name="connsiteY11" fmla="*/ 137950 h 1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22" h="137950">
                  <a:moveTo>
                    <a:pt x="39695" y="137901"/>
                  </a:moveTo>
                  <a:cubicBezTo>
                    <a:pt x="22873" y="137901"/>
                    <a:pt x="7243" y="127133"/>
                    <a:pt x="1884" y="110262"/>
                  </a:cubicBezTo>
                  <a:cubicBezTo>
                    <a:pt x="-4766" y="89372"/>
                    <a:pt x="6746" y="67042"/>
                    <a:pt x="27637" y="60393"/>
                  </a:cubicBezTo>
                  <a:lnTo>
                    <a:pt x="29473" y="59798"/>
                  </a:lnTo>
                  <a:lnTo>
                    <a:pt x="28629" y="58259"/>
                  </a:lnTo>
                  <a:cubicBezTo>
                    <a:pt x="18358" y="38858"/>
                    <a:pt x="25801" y="14841"/>
                    <a:pt x="45153" y="4619"/>
                  </a:cubicBezTo>
                  <a:cubicBezTo>
                    <a:pt x="64555" y="-5652"/>
                    <a:pt x="88571" y="1791"/>
                    <a:pt x="98793" y="21143"/>
                  </a:cubicBezTo>
                  <a:lnTo>
                    <a:pt x="121817" y="64660"/>
                  </a:lnTo>
                  <a:cubicBezTo>
                    <a:pt x="127325" y="75031"/>
                    <a:pt x="127920" y="87337"/>
                    <a:pt x="123454" y="98254"/>
                  </a:cubicBezTo>
                  <a:cubicBezTo>
                    <a:pt x="118989" y="109121"/>
                    <a:pt x="109958" y="117506"/>
                    <a:pt x="98743" y="121079"/>
                  </a:cubicBezTo>
                  <a:lnTo>
                    <a:pt x="51653" y="136065"/>
                  </a:lnTo>
                  <a:cubicBezTo>
                    <a:pt x="47634" y="137355"/>
                    <a:pt x="43565" y="137950"/>
                    <a:pt x="39595" y="13795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B308D60-B1EB-41DC-E5E2-34D4D9B03CC7}"/>
                </a:ext>
              </a:extLst>
            </p:cNvPr>
            <p:cNvSpPr/>
            <p:nvPr/>
          </p:nvSpPr>
          <p:spPr>
            <a:xfrm>
              <a:off x="7002921" y="5183120"/>
              <a:ext cx="139291" cy="119827"/>
            </a:xfrm>
            <a:custGeom>
              <a:avLst/>
              <a:gdLst>
                <a:gd name="connsiteX0" fmla="*/ 99663 w 139291"/>
                <a:gd name="connsiteY0" fmla="*/ 119778 h 119827"/>
                <a:gd name="connsiteX1" fmla="*/ 65722 w 139291"/>
                <a:gd name="connsiteY1" fmla="*/ 100724 h 119827"/>
                <a:gd name="connsiteX2" fmla="*/ 65573 w 139291"/>
                <a:gd name="connsiteY2" fmla="*/ 100873 h 119827"/>
                <a:gd name="connsiteX3" fmla="*/ 9601 w 139291"/>
                <a:gd name="connsiteY3" fmla="*/ 96705 h 119827"/>
                <a:gd name="connsiteX4" fmla="*/ 13769 w 139291"/>
                <a:gd name="connsiteY4" fmla="*/ 40732 h 119827"/>
                <a:gd name="connsiteX5" fmla="*/ 49893 w 139291"/>
                <a:gd name="connsiteY5" fmla="*/ 9620 h 119827"/>
                <a:gd name="connsiteX6" fmla="*/ 82246 w 139291"/>
                <a:gd name="connsiteY6" fmla="*/ 540 h 119827"/>
                <a:gd name="connsiteX7" fmla="*/ 109984 w 139291"/>
                <a:gd name="connsiteY7" fmla="*/ 19544 h 119827"/>
                <a:gd name="connsiteX8" fmla="*/ 133802 w 139291"/>
                <a:gd name="connsiteY8" fmla="*/ 59985 h 119827"/>
                <a:gd name="connsiteX9" fmla="*/ 119759 w 139291"/>
                <a:gd name="connsiteY9" fmla="*/ 114320 h 119827"/>
                <a:gd name="connsiteX10" fmla="*/ 99663 w 139291"/>
                <a:gd name="connsiteY10" fmla="*/ 119828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91" h="119827">
                  <a:moveTo>
                    <a:pt x="99663" y="119778"/>
                  </a:moveTo>
                  <a:cubicBezTo>
                    <a:pt x="86265" y="119778"/>
                    <a:pt x="73165" y="112980"/>
                    <a:pt x="65722" y="100724"/>
                  </a:cubicBezTo>
                  <a:lnTo>
                    <a:pt x="65573" y="100873"/>
                  </a:lnTo>
                  <a:cubicBezTo>
                    <a:pt x="48950" y="115163"/>
                    <a:pt x="23892" y="113278"/>
                    <a:pt x="9601" y="96705"/>
                  </a:cubicBezTo>
                  <a:cubicBezTo>
                    <a:pt x="-4690" y="80082"/>
                    <a:pt x="-2804" y="55023"/>
                    <a:pt x="13769" y="40732"/>
                  </a:cubicBezTo>
                  <a:lnTo>
                    <a:pt x="49893" y="9620"/>
                  </a:lnTo>
                  <a:cubicBezTo>
                    <a:pt x="58825" y="1929"/>
                    <a:pt x="70635" y="-1396"/>
                    <a:pt x="82246" y="540"/>
                  </a:cubicBezTo>
                  <a:cubicBezTo>
                    <a:pt x="93857" y="2475"/>
                    <a:pt x="103980" y="9422"/>
                    <a:pt x="109984" y="19544"/>
                  </a:cubicBezTo>
                  <a:lnTo>
                    <a:pt x="133802" y="59985"/>
                  </a:lnTo>
                  <a:cubicBezTo>
                    <a:pt x="144917" y="78891"/>
                    <a:pt x="138615" y="103205"/>
                    <a:pt x="119759" y="114320"/>
                  </a:cubicBezTo>
                  <a:cubicBezTo>
                    <a:pt x="113457" y="118041"/>
                    <a:pt x="106510" y="119828"/>
                    <a:pt x="99663" y="11982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4B709DBF-3BF6-9B17-9AAE-0BDD835E3186}"/>
                </a:ext>
              </a:extLst>
            </p:cNvPr>
            <p:cNvSpPr/>
            <p:nvPr/>
          </p:nvSpPr>
          <p:spPr>
            <a:xfrm>
              <a:off x="6983965" y="4896769"/>
              <a:ext cx="138900" cy="123191"/>
            </a:xfrm>
            <a:custGeom>
              <a:avLst/>
              <a:gdLst>
                <a:gd name="connsiteX0" fmla="*/ 80064 w 138900"/>
                <a:gd name="connsiteY0" fmla="*/ 123192 h 123191"/>
                <a:gd name="connsiteX1" fmla="*/ 57983 w 138900"/>
                <a:gd name="connsiteY1" fmla="*/ 116493 h 123191"/>
                <a:gd name="connsiteX2" fmla="*/ 17641 w 138900"/>
                <a:gd name="connsiteY2" fmla="*/ 89549 h 123191"/>
                <a:gd name="connsiteX3" fmla="*/ 6675 w 138900"/>
                <a:gd name="connsiteY3" fmla="*/ 34470 h 123191"/>
                <a:gd name="connsiteX4" fmla="*/ 61754 w 138900"/>
                <a:gd name="connsiteY4" fmla="*/ 23554 h 123191"/>
                <a:gd name="connsiteX5" fmla="*/ 62647 w 138900"/>
                <a:gd name="connsiteY5" fmla="*/ 24149 h 123191"/>
                <a:gd name="connsiteX6" fmla="*/ 106512 w 138900"/>
                <a:gd name="connsiteY6" fmla="*/ 678 h 123191"/>
                <a:gd name="connsiteX7" fmla="*/ 138220 w 138900"/>
                <a:gd name="connsiteY7" fmla="*/ 46975 h 123191"/>
                <a:gd name="connsiteX8" fmla="*/ 138220 w 138900"/>
                <a:gd name="connsiteY8" fmla="*/ 46975 h 123191"/>
                <a:gd name="connsiteX9" fmla="*/ 135590 w 138900"/>
                <a:gd name="connsiteY9" fmla="*/ 55559 h 123191"/>
                <a:gd name="connsiteX10" fmla="*/ 116486 w 138900"/>
                <a:gd name="connsiteY10" fmla="*/ 99374 h 123191"/>
                <a:gd name="connsiteX11" fmla="*/ 91278 w 138900"/>
                <a:gd name="connsiteY11" fmla="*/ 121604 h 123191"/>
                <a:gd name="connsiteX12" fmla="*/ 80114 w 138900"/>
                <a:gd name="connsiteY12" fmla="*/ 123192 h 12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900" h="123191">
                  <a:moveTo>
                    <a:pt x="80064" y="123192"/>
                  </a:moveTo>
                  <a:cubicBezTo>
                    <a:pt x="72274" y="123192"/>
                    <a:pt x="64582" y="120909"/>
                    <a:pt x="57983" y="116493"/>
                  </a:cubicBezTo>
                  <a:lnTo>
                    <a:pt x="17641" y="89549"/>
                  </a:lnTo>
                  <a:cubicBezTo>
                    <a:pt x="-570" y="77342"/>
                    <a:pt x="-5482" y="52731"/>
                    <a:pt x="6675" y="34470"/>
                  </a:cubicBezTo>
                  <a:cubicBezTo>
                    <a:pt x="18882" y="16259"/>
                    <a:pt x="43494" y="11347"/>
                    <a:pt x="61754" y="23554"/>
                  </a:cubicBezTo>
                  <a:lnTo>
                    <a:pt x="62647" y="24149"/>
                  </a:lnTo>
                  <a:cubicBezTo>
                    <a:pt x="69793" y="7377"/>
                    <a:pt x="87805" y="-2795"/>
                    <a:pt x="106512" y="678"/>
                  </a:cubicBezTo>
                  <a:cubicBezTo>
                    <a:pt x="128047" y="4698"/>
                    <a:pt x="142239" y="25439"/>
                    <a:pt x="138220" y="46975"/>
                  </a:cubicBezTo>
                  <a:lnTo>
                    <a:pt x="138220" y="46975"/>
                  </a:lnTo>
                  <a:cubicBezTo>
                    <a:pt x="137674" y="49952"/>
                    <a:pt x="136781" y="52830"/>
                    <a:pt x="135590" y="55559"/>
                  </a:cubicBezTo>
                  <a:lnTo>
                    <a:pt x="116486" y="99374"/>
                  </a:lnTo>
                  <a:cubicBezTo>
                    <a:pt x="111772" y="110142"/>
                    <a:pt x="102542" y="118279"/>
                    <a:pt x="91278" y="121604"/>
                  </a:cubicBezTo>
                  <a:cubicBezTo>
                    <a:pt x="87606" y="122696"/>
                    <a:pt x="83835" y="123192"/>
                    <a:pt x="80114" y="12319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E2CE77B0-1F4C-D37E-90CA-781D2AD49A9B}"/>
                </a:ext>
              </a:extLst>
            </p:cNvPr>
            <p:cNvSpPr/>
            <p:nvPr/>
          </p:nvSpPr>
          <p:spPr>
            <a:xfrm>
              <a:off x="6921017" y="4913615"/>
              <a:ext cx="142356" cy="135224"/>
            </a:xfrm>
            <a:custGeom>
              <a:avLst/>
              <a:gdLst>
                <a:gd name="connsiteX0" fmla="*/ 39652 w 142356"/>
                <a:gd name="connsiteY0" fmla="*/ 135225 h 135224"/>
                <a:gd name="connsiteX1" fmla="*/ 17769 w 142356"/>
                <a:gd name="connsiteY1" fmla="*/ 128625 h 135224"/>
                <a:gd name="connsiteX2" fmla="*/ 6605 w 142356"/>
                <a:gd name="connsiteY2" fmla="*/ 73596 h 135224"/>
                <a:gd name="connsiteX3" fmla="*/ 84807 w 142356"/>
                <a:gd name="connsiteY3" fmla="*/ 4226 h 135224"/>
                <a:gd name="connsiteX4" fmla="*/ 138100 w 142356"/>
                <a:gd name="connsiteY4" fmla="*/ 21841 h 135224"/>
                <a:gd name="connsiteX5" fmla="*/ 120484 w 142356"/>
                <a:gd name="connsiteY5" fmla="*/ 75134 h 135224"/>
                <a:gd name="connsiteX6" fmla="*/ 72799 w 142356"/>
                <a:gd name="connsiteY6" fmla="*/ 117411 h 135224"/>
                <a:gd name="connsiteX7" fmla="*/ 39652 w 142356"/>
                <a:gd name="connsiteY7" fmla="*/ 135175 h 1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356" h="135224">
                  <a:moveTo>
                    <a:pt x="39652" y="135225"/>
                  </a:moveTo>
                  <a:cubicBezTo>
                    <a:pt x="32110" y="135225"/>
                    <a:pt x="24518" y="133091"/>
                    <a:pt x="17769" y="128625"/>
                  </a:cubicBezTo>
                  <a:cubicBezTo>
                    <a:pt x="-491" y="116518"/>
                    <a:pt x="-5503" y="91906"/>
                    <a:pt x="6605" y="73596"/>
                  </a:cubicBezTo>
                  <a:cubicBezTo>
                    <a:pt x="26105" y="44171"/>
                    <a:pt x="53149" y="20154"/>
                    <a:pt x="84807" y="4226"/>
                  </a:cubicBezTo>
                  <a:cubicBezTo>
                    <a:pt x="104407" y="-5599"/>
                    <a:pt x="128275" y="2291"/>
                    <a:pt x="138100" y="21841"/>
                  </a:cubicBezTo>
                  <a:cubicBezTo>
                    <a:pt x="147974" y="41442"/>
                    <a:pt x="140084" y="65309"/>
                    <a:pt x="120484" y="75134"/>
                  </a:cubicBezTo>
                  <a:cubicBezTo>
                    <a:pt x="101132" y="84860"/>
                    <a:pt x="84658" y="99498"/>
                    <a:pt x="72799" y="117411"/>
                  </a:cubicBezTo>
                  <a:cubicBezTo>
                    <a:pt x="65157" y="128972"/>
                    <a:pt x="52553" y="135175"/>
                    <a:pt x="39652" y="13517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CD747734-9781-123F-5FFD-BDA6636F9674}"/>
                </a:ext>
              </a:extLst>
            </p:cNvPr>
            <p:cNvSpPr/>
            <p:nvPr/>
          </p:nvSpPr>
          <p:spPr>
            <a:xfrm>
              <a:off x="6893837" y="5027996"/>
              <a:ext cx="87819" cy="163255"/>
            </a:xfrm>
            <a:custGeom>
              <a:avLst/>
              <a:gdLst>
                <a:gd name="connsiteX0" fmla="*/ 48125 w 87819"/>
                <a:gd name="connsiteY0" fmla="*/ 163205 h 163255"/>
                <a:gd name="connsiteX1" fmla="*/ 10512 w 87819"/>
                <a:gd name="connsiteY1" fmla="*/ 136162 h 163255"/>
                <a:gd name="connsiteX2" fmla="*/ 2722 w 87819"/>
                <a:gd name="connsiteY2" fmla="*/ 38409 h 163255"/>
                <a:gd name="connsiteX3" fmla="*/ 3814 w 87819"/>
                <a:gd name="connsiteY3" fmla="*/ 32306 h 163255"/>
                <a:gd name="connsiteX4" fmla="*/ 50209 w 87819"/>
                <a:gd name="connsiteY4" fmla="*/ 698 h 163255"/>
                <a:gd name="connsiteX5" fmla="*/ 81817 w 87819"/>
                <a:gd name="connsiteY5" fmla="*/ 47093 h 163255"/>
                <a:gd name="connsiteX6" fmla="*/ 81024 w 87819"/>
                <a:gd name="connsiteY6" fmla="*/ 51360 h 163255"/>
                <a:gd name="connsiteX7" fmla="*/ 85737 w 87819"/>
                <a:gd name="connsiteY7" fmla="*/ 110905 h 163255"/>
                <a:gd name="connsiteX8" fmla="*/ 60729 w 87819"/>
                <a:gd name="connsiteY8" fmla="*/ 161171 h 163255"/>
                <a:gd name="connsiteX9" fmla="*/ 48075 w 87819"/>
                <a:gd name="connsiteY9" fmla="*/ 163255 h 16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819" h="163255">
                  <a:moveTo>
                    <a:pt x="48125" y="163205"/>
                  </a:moveTo>
                  <a:cubicBezTo>
                    <a:pt x="31552" y="163205"/>
                    <a:pt x="16070" y="152736"/>
                    <a:pt x="10512" y="136162"/>
                  </a:cubicBezTo>
                  <a:cubicBezTo>
                    <a:pt x="-7" y="104901"/>
                    <a:pt x="-2687" y="71110"/>
                    <a:pt x="2722" y="38409"/>
                  </a:cubicBezTo>
                  <a:cubicBezTo>
                    <a:pt x="3069" y="36375"/>
                    <a:pt x="3466" y="34341"/>
                    <a:pt x="3814" y="32306"/>
                  </a:cubicBezTo>
                  <a:cubicBezTo>
                    <a:pt x="7883" y="10771"/>
                    <a:pt x="28674" y="-3371"/>
                    <a:pt x="50209" y="698"/>
                  </a:cubicBezTo>
                  <a:cubicBezTo>
                    <a:pt x="71744" y="4767"/>
                    <a:pt x="85886" y="25558"/>
                    <a:pt x="81817" y="47093"/>
                  </a:cubicBezTo>
                  <a:cubicBezTo>
                    <a:pt x="81569" y="48482"/>
                    <a:pt x="81272" y="49921"/>
                    <a:pt x="81024" y="51360"/>
                  </a:cubicBezTo>
                  <a:cubicBezTo>
                    <a:pt x="77699" y="71606"/>
                    <a:pt x="79287" y="91603"/>
                    <a:pt x="85737" y="110905"/>
                  </a:cubicBezTo>
                  <a:cubicBezTo>
                    <a:pt x="92734" y="131696"/>
                    <a:pt x="81520" y="154175"/>
                    <a:pt x="60729" y="161171"/>
                  </a:cubicBezTo>
                  <a:cubicBezTo>
                    <a:pt x="56560" y="162560"/>
                    <a:pt x="52293" y="163255"/>
                    <a:pt x="48075" y="16325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BF0D3B41-36A9-F9F1-2B53-0A016FD49FEF}"/>
                </a:ext>
              </a:extLst>
            </p:cNvPr>
            <p:cNvSpPr/>
            <p:nvPr/>
          </p:nvSpPr>
          <p:spPr>
            <a:xfrm>
              <a:off x="6933226" y="5166306"/>
              <a:ext cx="149050" cy="127262"/>
            </a:xfrm>
            <a:custGeom>
              <a:avLst/>
              <a:gdLst>
                <a:gd name="connsiteX0" fmla="*/ 109367 w 149050"/>
                <a:gd name="connsiteY0" fmla="*/ 127263 h 127262"/>
                <a:gd name="connsiteX1" fmla="*/ 96167 w 149050"/>
                <a:gd name="connsiteY1" fmla="*/ 124980 h 127262"/>
                <a:gd name="connsiteX2" fmla="*/ 9530 w 149050"/>
                <a:gd name="connsiteY2" fmla="*/ 65485 h 127262"/>
                <a:gd name="connsiteX3" fmla="*/ 13896 w 149050"/>
                <a:gd name="connsiteY3" fmla="*/ 9513 h 127262"/>
                <a:gd name="connsiteX4" fmla="*/ 69868 w 149050"/>
                <a:gd name="connsiteY4" fmla="*/ 13880 h 127262"/>
                <a:gd name="connsiteX5" fmla="*/ 122516 w 149050"/>
                <a:gd name="connsiteY5" fmla="*/ 50053 h 127262"/>
                <a:gd name="connsiteX6" fmla="*/ 146781 w 149050"/>
                <a:gd name="connsiteY6" fmla="*/ 100666 h 127262"/>
                <a:gd name="connsiteX7" fmla="*/ 109317 w 149050"/>
                <a:gd name="connsiteY7" fmla="*/ 127164 h 12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050" h="127262">
                  <a:moveTo>
                    <a:pt x="109367" y="127263"/>
                  </a:moveTo>
                  <a:cubicBezTo>
                    <a:pt x="105000" y="127263"/>
                    <a:pt x="100534" y="126519"/>
                    <a:pt x="96167" y="124980"/>
                  </a:cubicBezTo>
                  <a:cubicBezTo>
                    <a:pt x="62673" y="113171"/>
                    <a:pt x="32702" y="92628"/>
                    <a:pt x="9530" y="65485"/>
                  </a:cubicBezTo>
                  <a:cubicBezTo>
                    <a:pt x="-4712" y="48813"/>
                    <a:pt x="-2776" y="23754"/>
                    <a:pt x="13896" y="9513"/>
                  </a:cubicBezTo>
                  <a:cubicBezTo>
                    <a:pt x="30569" y="-4728"/>
                    <a:pt x="55627" y="-2743"/>
                    <a:pt x="69868" y="13880"/>
                  </a:cubicBezTo>
                  <a:cubicBezTo>
                    <a:pt x="83961" y="30403"/>
                    <a:pt x="102172" y="42908"/>
                    <a:pt x="122516" y="50053"/>
                  </a:cubicBezTo>
                  <a:cubicBezTo>
                    <a:pt x="143208" y="57347"/>
                    <a:pt x="154075" y="80024"/>
                    <a:pt x="146781" y="100666"/>
                  </a:cubicBezTo>
                  <a:cubicBezTo>
                    <a:pt x="141025" y="116991"/>
                    <a:pt x="125692" y="127164"/>
                    <a:pt x="109317" y="12716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3597973-C869-AA21-C3B2-3384D6AF02C2}"/>
              </a:ext>
            </a:extLst>
          </p:cNvPr>
          <p:cNvGrpSpPr/>
          <p:nvPr/>
        </p:nvGrpSpPr>
        <p:grpSpPr>
          <a:xfrm>
            <a:off x="8103661" y="4792499"/>
            <a:ext cx="855851" cy="827127"/>
            <a:chOff x="8103661" y="4792499"/>
            <a:chExt cx="855851" cy="827127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6A0E38D9-6A0C-AA23-635D-54665DA64202}"/>
                </a:ext>
              </a:extLst>
            </p:cNvPr>
            <p:cNvSpPr/>
            <p:nvPr/>
          </p:nvSpPr>
          <p:spPr>
            <a:xfrm>
              <a:off x="8103661" y="4909058"/>
              <a:ext cx="797504" cy="79393"/>
            </a:xfrm>
            <a:custGeom>
              <a:avLst/>
              <a:gdLst>
                <a:gd name="connsiteX0" fmla="*/ 757808 w 797504"/>
                <a:gd name="connsiteY0" fmla="*/ 79393 h 79393"/>
                <a:gd name="connsiteX1" fmla="*/ 39697 w 797504"/>
                <a:gd name="connsiteY1" fmla="*/ 79393 h 79393"/>
                <a:gd name="connsiteX2" fmla="*/ 0 w 797504"/>
                <a:gd name="connsiteY2" fmla="*/ 39697 h 79393"/>
                <a:gd name="connsiteX3" fmla="*/ 39697 w 797504"/>
                <a:gd name="connsiteY3" fmla="*/ 0 h 79393"/>
                <a:gd name="connsiteX4" fmla="*/ 757808 w 797504"/>
                <a:gd name="connsiteY4" fmla="*/ 0 h 79393"/>
                <a:gd name="connsiteX5" fmla="*/ 797505 w 797504"/>
                <a:gd name="connsiteY5" fmla="*/ 39697 h 79393"/>
                <a:gd name="connsiteX6" fmla="*/ 757808 w 7975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7504" h="79393">
                  <a:moveTo>
                    <a:pt x="7578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757808" y="0"/>
                  </a:lnTo>
                  <a:cubicBezTo>
                    <a:pt x="779740" y="0"/>
                    <a:pt x="797505" y="17764"/>
                    <a:pt x="797505" y="39697"/>
                  </a:cubicBezTo>
                  <a:cubicBezTo>
                    <a:pt x="797505" y="61629"/>
                    <a:pt x="779740" y="79393"/>
                    <a:pt x="7578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A19F2F33-A354-899F-A52F-72F1A3F25BB2}"/>
                </a:ext>
              </a:extLst>
            </p:cNvPr>
            <p:cNvSpPr/>
            <p:nvPr/>
          </p:nvSpPr>
          <p:spPr>
            <a:xfrm>
              <a:off x="8103661" y="4792499"/>
              <a:ext cx="797454" cy="606811"/>
            </a:xfrm>
            <a:custGeom>
              <a:avLst/>
              <a:gdLst>
                <a:gd name="connsiteX0" fmla="*/ 634252 w 797454"/>
                <a:gd name="connsiteY0" fmla="*/ 606811 h 606811"/>
                <a:gd name="connsiteX1" fmla="*/ 39697 w 797454"/>
                <a:gd name="connsiteY1" fmla="*/ 606811 h 606811"/>
                <a:gd name="connsiteX2" fmla="*/ 0 w 797454"/>
                <a:gd name="connsiteY2" fmla="*/ 567115 h 606811"/>
                <a:gd name="connsiteX3" fmla="*/ 0 w 797454"/>
                <a:gd name="connsiteY3" fmla="*/ 39697 h 606811"/>
                <a:gd name="connsiteX4" fmla="*/ 39697 w 797454"/>
                <a:gd name="connsiteY4" fmla="*/ 0 h 606811"/>
                <a:gd name="connsiteX5" fmla="*/ 757758 w 797454"/>
                <a:gd name="connsiteY5" fmla="*/ 0 h 606811"/>
                <a:gd name="connsiteX6" fmla="*/ 797455 w 797454"/>
                <a:gd name="connsiteY6" fmla="*/ 39697 h 606811"/>
                <a:gd name="connsiteX7" fmla="*/ 797455 w 797454"/>
                <a:gd name="connsiteY7" fmla="*/ 564932 h 606811"/>
                <a:gd name="connsiteX8" fmla="*/ 757758 w 797454"/>
                <a:gd name="connsiteY8" fmla="*/ 604628 h 606811"/>
                <a:gd name="connsiteX9" fmla="*/ 718062 w 797454"/>
                <a:gd name="connsiteY9" fmla="*/ 564932 h 606811"/>
                <a:gd name="connsiteX10" fmla="*/ 718062 w 797454"/>
                <a:gd name="connsiteY10" fmla="*/ 79393 h 606811"/>
                <a:gd name="connsiteX11" fmla="*/ 79393 w 797454"/>
                <a:gd name="connsiteY11" fmla="*/ 79393 h 606811"/>
                <a:gd name="connsiteX12" fmla="*/ 79393 w 797454"/>
                <a:gd name="connsiteY12" fmla="*/ 527369 h 606811"/>
                <a:gd name="connsiteX13" fmla="*/ 634203 w 797454"/>
                <a:gd name="connsiteY13" fmla="*/ 527369 h 606811"/>
                <a:gd name="connsiteX14" fmla="*/ 673899 w 797454"/>
                <a:gd name="connsiteY14" fmla="*/ 567065 h 606811"/>
                <a:gd name="connsiteX15" fmla="*/ 634203 w 797454"/>
                <a:gd name="connsiteY15" fmla="*/ 606762 h 60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454" h="606811">
                  <a:moveTo>
                    <a:pt x="634252" y="606811"/>
                  </a:moveTo>
                  <a:lnTo>
                    <a:pt x="39697" y="606811"/>
                  </a:lnTo>
                  <a:cubicBezTo>
                    <a:pt x="17764" y="606811"/>
                    <a:pt x="0" y="589047"/>
                    <a:pt x="0" y="567115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757758" y="0"/>
                  </a:lnTo>
                  <a:cubicBezTo>
                    <a:pt x="779691" y="0"/>
                    <a:pt x="797455" y="17764"/>
                    <a:pt x="797455" y="39697"/>
                  </a:cubicBezTo>
                  <a:lnTo>
                    <a:pt x="797455" y="564932"/>
                  </a:lnTo>
                  <a:cubicBezTo>
                    <a:pt x="797455" y="586864"/>
                    <a:pt x="779691" y="604628"/>
                    <a:pt x="757758" y="604628"/>
                  </a:cubicBezTo>
                  <a:cubicBezTo>
                    <a:pt x="735826" y="604628"/>
                    <a:pt x="718062" y="586864"/>
                    <a:pt x="718062" y="564932"/>
                  </a:cubicBezTo>
                  <a:lnTo>
                    <a:pt x="718062" y="79393"/>
                  </a:lnTo>
                  <a:lnTo>
                    <a:pt x="79393" y="79393"/>
                  </a:lnTo>
                  <a:lnTo>
                    <a:pt x="79393" y="527369"/>
                  </a:lnTo>
                  <a:lnTo>
                    <a:pt x="634203" y="527369"/>
                  </a:lnTo>
                  <a:cubicBezTo>
                    <a:pt x="656135" y="527369"/>
                    <a:pt x="673899" y="545133"/>
                    <a:pt x="673899" y="567065"/>
                  </a:cubicBezTo>
                  <a:cubicBezTo>
                    <a:pt x="673899" y="588998"/>
                    <a:pt x="656135" y="606762"/>
                    <a:pt x="634203" y="60676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4" name="Picture Placeholder 145">
              <a:extLst>
                <a:ext uri="{FF2B5EF4-FFF2-40B4-BE49-F238E27FC236}">
                  <a16:creationId xmlns:a16="http://schemas.microsoft.com/office/drawing/2014/main" id="{9D73B578-AC03-2C89-C36B-FA3561C5A075}"/>
                </a:ext>
              </a:extLst>
            </p:cNvPr>
            <p:cNvGrpSpPr/>
            <p:nvPr/>
          </p:nvGrpSpPr>
          <p:grpSpPr>
            <a:xfrm>
              <a:off x="8630595" y="5238176"/>
              <a:ext cx="328917" cy="332176"/>
              <a:chOff x="8630595" y="5238176"/>
              <a:chExt cx="328917" cy="332176"/>
            </a:xfrm>
            <a:solidFill>
              <a:srgbClr val="FFFFFF"/>
            </a:solidFill>
          </p:grpSpPr>
          <p:sp>
            <p:nvSpPr>
              <p:cNvPr id="365" name="Freeform 364">
                <a:extLst>
                  <a:ext uri="{FF2B5EF4-FFF2-40B4-BE49-F238E27FC236}">
                    <a16:creationId xmlns:a16="http://schemas.microsoft.com/office/drawing/2014/main" id="{602D8174-BF27-F046-1DF3-6874E8F580F6}"/>
                  </a:ext>
                </a:extLst>
              </p:cNvPr>
              <p:cNvSpPr/>
              <p:nvPr/>
            </p:nvSpPr>
            <p:spPr>
              <a:xfrm>
                <a:off x="8685953" y="5256346"/>
                <a:ext cx="111115" cy="126192"/>
              </a:xfrm>
              <a:custGeom>
                <a:avLst/>
                <a:gdLst>
                  <a:gd name="connsiteX0" fmla="*/ 71511 w 111115"/>
                  <a:gd name="connsiteY0" fmla="*/ 126193 h 126192"/>
                  <a:gd name="connsiteX1" fmla="*/ 38612 w 111115"/>
                  <a:gd name="connsiteY1" fmla="*/ 108776 h 126192"/>
                  <a:gd name="connsiteX2" fmla="*/ 6855 w 111115"/>
                  <a:gd name="connsiteY2" fmla="*/ 61984 h 126192"/>
                  <a:gd name="connsiteX3" fmla="*/ 17375 w 111115"/>
                  <a:gd name="connsiteY3" fmla="*/ 6855 h 126192"/>
                  <a:gd name="connsiteX4" fmla="*/ 72503 w 111115"/>
                  <a:gd name="connsiteY4" fmla="*/ 17375 h 126192"/>
                  <a:gd name="connsiteX5" fmla="*/ 104261 w 111115"/>
                  <a:gd name="connsiteY5" fmla="*/ 64167 h 126192"/>
                  <a:gd name="connsiteX6" fmla="*/ 93741 w 111115"/>
                  <a:gd name="connsiteY6" fmla="*/ 119296 h 126192"/>
                  <a:gd name="connsiteX7" fmla="*/ 71461 w 111115"/>
                  <a:gd name="connsiteY7" fmla="*/ 126143 h 12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115" h="126192">
                    <a:moveTo>
                      <a:pt x="71511" y="126193"/>
                    </a:moveTo>
                    <a:cubicBezTo>
                      <a:pt x="58808" y="126193"/>
                      <a:pt x="46304" y="120089"/>
                      <a:pt x="38612" y="108776"/>
                    </a:cubicBezTo>
                    <a:lnTo>
                      <a:pt x="6855" y="61984"/>
                    </a:lnTo>
                    <a:cubicBezTo>
                      <a:pt x="-5451" y="43872"/>
                      <a:pt x="-737" y="19161"/>
                      <a:pt x="17375" y="6855"/>
                    </a:cubicBezTo>
                    <a:cubicBezTo>
                      <a:pt x="35536" y="-5451"/>
                      <a:pt x="60197" y="-737"/>
                      <a:pt x="72503" y="17375"/>
                    </a:cubicBezTo>
                    <a:lnTo>
                      <a:pt x="104261" y="64167"/>
                    </a:lnTo>
                    <a:cubicBezTo>
                      <a:pt x="116567" y="82278"/>
                      <a:pt x="111853" y="106990"/>
                      <a:pt x="93741" y="119296"/>
                    </a:cubicBezTo>
                    <a:cubicBezTo>
                      <a:pt x="86893" y="123910"/>
                      <a:pt x="79153" y="126143"/>
                      <a:pt x="71461" y="126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5F46BA90-F5F7-2656-584D-662C8EDC2F90}"/>
                  </a:ext>
                </a:extLst>
              </p:cNvPr>
              <p:cNvSpPr/>
              <p:nvPr/>
            </p:nvSpPr>
            <p:spPr>
              <a:xfrm>
                <a:off x="8771376" y="5238176"/>
                <a:ext cx="91811" cy="134835"/>
              </a:xfrm>
              <a:custGeom>
                <a:avLst/>
                <a:gdLst>
                  <a:gd name="connsiteX0" fmla="*/ 39728 w 91811"/>
                  <a:gd name="connsiteY0" fmla="*/ 134786 h 134835"/>
                  <a:gd name="connsiteX1" fmla="*/ 31044 w 91811"/>
                  <a:gd name="connsiteY1" fmla="*/ 133843 h 134835"/>
                  <a:gd name="connsiteX2" fmla="*/ 974 w 91811"/>
                  <a:gd name="connsiteY2" fmla="*/ 86455 h 134835"/>
                  <a:gd name="connsiteX3" fmla="*/ 13379 w 91811"/>
                  <a:gd name="connsiteY3" fmla="*/ 31029 h 134835"/>
                  <a:gd name="connsiteX4" fmla="*/ 60767 w 91811"/>
                  <a:gd name="connsiteY4" fmla="*/ 959 h 134835"/>
                  <a:gd name="connsiteX5" fmla="*/ 90837 w 91811"/>
                  <a:gd name="connsiteY5" fmla="*/ 48347 h 134835"/>
                  <a:gd name="connsiteX6" fmla="*/ 78432 w 91811"/>
                  <a:gd name="connsiteY6" fmla="*/ 103773 h 134835"/>
                  <a:gd name="connsiteX7" fmla="*/ 39728 w 91811"/>
                  <a:gd name="connsiteY7" fmla="*/ 134836 h 13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1811" h="134835">
                    <a:moveTo>
                      <a:pt x="39728" y="134786"/>
                    </a:moveTo>
                    <a:cubicBezTo>
                      <a:pt x="36850" y="134786"/>
                      <a:pt x="33922" y="134488"/>
                      <a:pt x="31044" y="133843"/>
                    </a:cubicBezTo>
                    <a:cubicBezTo>
                      <a:pt x="9658" y="129080"/>
                      <a:pt x="-3839" y="107842"/>
                      <a:pt x="974" y="86455"/>
                    </a:cubicBezTo>
                    <a:lnTo>
                      <a:pt x="13379" y="31029"/>
                    </a:lnTo>
                    <a:cubicBezTo>
                      <a:pt x="18143" y="9643"/>
                      <a:pt x="39381" y="-3805"/>
                      <a:pt x="60767" y="959"/>
                    </a:cubicBezTo>
                    <a:cubicBezTo>
                      <a:pt x="82154" y="5723"/>
                      <a:pt x="95650" y="26960"/>
                      <a:pt x="90837" y="48347"/>
                    </a:cubicBezTo>
                    <a:lnTo>
                      <a:pt x="78432" y="103773"/>
                    </a:lnTo>
                    <a:cubicBezTo>
                      <a:pt x="74314" y="122232"/>
                      <a:pt x="57889" y="134836"/>
                      <a:pt x="39728" y="1348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5F63D560-E897-0CE3-DF24-1BE9118C7C8C}"/>
                  </a:ext>
                </a:extLst>
              </p:cNvPr>
              <p:cNvSpPr/>
              <p:nvPr/>
            </p:nvSpPr>
            <p:spPr>
              <a:xfrm>
                <a:off x="8824086" y="5301242"/>
                <a:ext cx="116100" cy="100698"/>
              </a:xfrm>
              <a:custGeom>
                <a:avLst/>
                <a:gdLst>
                  <a:gd name="connsiteX0" fmla="*/ 39765 w 116100"/>
                  <a:gd name="connsiteY0" fmla="*/ 100699 h 100698"/>
                  <a:gd name="connsiteX1" fmla="*/ 5378 w 116100"/>
                  <a:gd name="connsiteY1" fmla="*/ 80950 h 100698"/>
                  <a:gd name="connsiteX2" fmla="*/ 19768 w 116100"/>
                  <a:gd name="connsiteY2" fmla="*/ 26665 h 100698"/>
                  <a:gd name="connsiteX3" fmla="*/ 56437 w 116100"/>
                  <a:gd name="connsiteY3" fmla="*/ 5378 h 100698"/>
                  <a:gd name="connsiteX4" fmla="*/ 110723 w 116100"/>
                  <a:gd name="connsiteY4" fmla="*/ 19768 h 100698"/>
                  <a:gd name="connsiteX5" fmla="*/ 96332 w 116100"/>
                  <a:gd name="connsiteY5" fmla="*/ 74053 h 100698"/>
                  <a:gd name="connsiteX6" fmla="*/ 59663 w 116100"/>
                  <a:gd name="connsiteY6" fmla="*/ 95340 h 100698"/>
                  <a:gd name="connsiteX7" fmla="*/ 39765 w 116100"/>
                  <a:gd name="connsiteY7" fmla="*/ 100699 h 100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100" h="100698">
                    <a:moveTo>
                      <a:pt x="39765" y="100699"/>
                    </a:moveTo>
                    <a:cubicBezTo>
                      <a:pt x="26070" y="100699"/>
                      <a:pt x="12771" y="93603"/>
                      <a:pt x="5378" y="80950"/>
                    </a:cubicBezTo>
                    <a:cubicBezTo>
                      <a:pt x="-5638" y="61995"/>
                      <a:pt x="813" y="37681"/>
                      <a:pt x="19768" y="26665"/>
                    </a:cubicBezTo>
                    <a:lnTo>
                      <a:pt x="56437" y="5378"/>
                    </a:lnTo>
                    <a:cubicBezTo>
                      <a:pt x="75393" y="-5638"/>
                      <a:pt x="99707" y="813"/>
                      <a:pt x="110723" y="19768"/>
                    </a:cubicBezTo>
                    <a:cubicBezTo>
                      <a:pt x="121738" y="38723"/>
                      <a:pt x="115288" y="63037"/>
                      <a:pt x="96332" y="74053"/>
                    </a:cubicBezTo>
                    <a:lnTo>
                      <a:pt x="59663" y="95340"/>
                    </a:lnTo>
                    <a:cubicBezTo>
                      <a:pt x="53411" y="98962"/>
                      <a:pt x="46513" y="100699"/>
                      <a:pt x="39765" y="1006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7E07C5EC-D539-7EF5-85F5-601E569E55D4}"/>
                  </a:ext>
                </a:extLst>
              </p:cNvPr>
              <p:cNvSpPr/>
              <p:nvPr/>
            </p:nvSpPr>
            <p:spPr>
              <a:xfrm>
                <a:off x="8830809" y="5380412"/>
                <a:ext cx="128703" cy="90303"/>
              </a:xfrm>
              <a:custGeom>
                <a:avLst/>
                <a:gdLst>
                  <a:gd name="connsiteX0" fmla="*/ 89013 w 128703"/>
                  <a:gd name="connsiteY0" fmla="*/ 90303 h 90303"/>
                  <a:gd name="connsiteX1" fmla="*/ 80429 w 128703"/>
                  <a:gd name="connsiteY1" fmla="*/ 89361 h 90303"/>
                  <a:gd name="connsiteX2" fmla="*/ 31155 w 128703"/>
                  <a:gd name="connsiteY2" fmla="*/ 78494 h 90303"/>
                  <a:gd name="connsiteX3" fmla="*/ 936 w 128703"/>
                  <a:gd name="connsiteY3" fmla="*/ 31155 h 90303"/>
                  <a:gd name="connsiteX4" fmla="*/ 48275 w 128703"/>
                  <a:gd name="connsiteY4" fmla="*/ 936 h 90303"/>
                  <a:gd name="connsiteX5" fmla="*/ 97548 w 128703"/>
                  <a:gd name="connsiteY5" fmla="*/ 11803 h 90303"/>
                  <a:gd name="connsiteX6" fmla="*/ 127767 w 128703"/>
                  <a:gd name="connsiteY6" fmla="*/ 59141 h 90303"/>
                  <a:gd name="connsiteX7" fmla="*/ 89063 w 128703"/>
                  <a:gd name="connsiteY7" fmla="*/ 90303 h 90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703" h="90303">
                    <a:moveTo>
                      <a:pt x="89013" y="90303"/>
                    </a:moveTo>
                    <a:cubicBezTo>
                      <a:pt x="86185" y="90303"/>
                      <a:pt x="83307" y="90006"/>
                      <a:pt x="80429" y="89361"/>
                    </a:cubicBezTo>
                    <a:lnTo>
                      <a:pt x="31155" y="78494"/>
                    </a:lnTo>
                    <a:cubicBezTo>
                      <a:pt x="9769" y="73780"/>
                      <a:pt x="-3778" y="52592"/>
                      <a:pt x="936" y="31155"/>
                    </a:cubicBezTo>
                    <a:cubicBezTo>
                      <a:pt x="5650" y="9769"/>
                      <a:pt x="26888" y="-3778"/>
                      <a:pt x="48275" y="936"/>
                    </a:cubicBezTo>
                    <a:lnTo>
                      <a:pt x="97548" y="11803"/>
                    </a:lnTo>
                    <a:cubicBezTo>
                      <a:pt x="118935" y="16517"/>
                      <a:pt x="132481" y="37705"/>
                      <a:pt x="127767" y="59141"/>
                    </a:cubicBezTo>
                    <a:cubicBezTo>
                      <a:pt x="123698" y="77650"/>
                      <a:pt x="107274" y="90303"/>
                      <a:pt x="89063" y="903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E1ADDAD0-EC7F-2195-406E-5A3F7F13BDD7}"/>
                  </a:ext>
                </a:extLst>
              </p:cNvPr>
              <p:cNvSpPr/>
              <p:nvPr/>
            </p:nvSpPr>
            <p:spPr>
              <a:xfrm>
                <a:off x="8796881" y="5439572"/>
                <a:ext cx="101783" cy="114852"/>
              </a:xfrm>
              <a:custGeom>
                <a:avLst/>
                <a:gdLst>
                  <a:gd name="connsiteX0" fmla="*/ 62106 w 101783"/>
                  <a:gd name="connsiteY0" fmla="*/ 114803 h 114852"/>
                  <a:gd name="connsiteX1" fmla="*/ 28513 w 101783"/>
                  <a:gd name="connsiteY1" fmla="*/ 96295 h 114852"/>
                  <a:gd name="connsiteX2" fmla="*/ 6134 w 101783"/>
                  <a:gd name="connsiteY2" fmla="*/ 60866 h 114852"/>
                  <a:gd name="connsiteX3" fmla="*/ 18539 w 101783"/>
                  <a:gd name="connsiteY3" fmla="*/ 6134 h 114852"/>
                  <a:gd name="connsiteX4" fmla="*/ 73271 w 101783"/>
                  <a:gd name="connsiteY4" fmla="*/ 18539 h 114852"/>
                  <a:gd name="connsiteX5" fmla="*/ 95650 w 101783"/>
                  <a:gd name="connsiteY5" fmla="*/ 53968 h 114852"/>
                  <a:gd name="connsiteX6" fmla="*/ 83245 w 101783"/>
                  <a:gd name="connsiteY6" fmla="*/ 108700 h 114852"/>
                  <a:gd name="connsiteX7" fmla="*/ 62106 w 101783"/>
                  <a:gd name="connsiteY7" fmla="*/ 114853 h 114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783" h="114852">
                    <a:moveTo>
                      <a:pt x="62106" y="114803"/>
                    </a:moveTo>
                    <a:cubicBezTo>
                      <a:pt x="48907" y="114803"/>
                      <a:pt x="36055" y="108253"/>
                      <a:pt x="28513" y="96295"/>
                    </a:cubicBezTo>
                    <a:lnTo>
                      <a:pt x="6134" y="60866"/>
                    </a:lnTo>
                    <a:cubicBezTo>
                      <a:pt x="-5576" y="42307"/>
                      <a:pt x="-19" y="17795"/>
                      <a:pt x="18539" y="6134"/>
                    </a:cubicBezTo>
                    <a:cubicBezTo>
                      <a:pt x="37097" y="-5576"/>
                      <a:pt x="61610" y="-19"/>
                      <a:pt x="73271" y="18539"/>
                    </a:cubicBezTo>
                    <a:lnTo>
                      <a:pt x="95650" y="53968"/>
                    </a:lnTo>
                    <a:cubicBezTo>
                      <a:pt x="107360" y="72527"/>
                      <a:pt x="101803" y="97039"/>
                      <a:pt x="83245" y="108700"/>
                    </a:cubicBezTo>
                    <a:cubicBezTo>
                      <a:pt x="76695" y="112868"/>
                      <a:pt x="69351" y="114853"/>
                      <a:pt x="62106" y="1148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3C4F42FE-6DEC-82C2-A4F3-4DC22F5105FA}"/>
                  </a:ext>
                </a:extLst>
              </p:cNvPr>
              <p:cNvSpPr/>
              <p:nvPr/>
            </p:nvSpPr>
            <p:spPr>
              <a:xfrm>
                <a:off x="8728111" y="5443049"/>
                <a:ext cx="89222" cy="127303"/>
              </a:xfrm>
              <a:custGeom>
                <a:avLst/>
                <a:gdLst>
                  <a:gd name="connsiteX0" fmla="*/ 39724 w 89222"/>
                  <a:gd name="connsiteY0" fmla="*/ 127304 h 127303"/>
                  <a:gd name="connsiteX1" fmla="*/ 31735 w 89222"/>
                  <a:gd name="connsiteY1" fmla="*/ 126460 h 127303"/>
                  <a:gd name="connsiteX2" fmla="*/ 821 w 89222"/>
                  <a:gd name="connsiteY2" fmla="*/ 79618 h 127303"/>
                  <a:gd name="connsiteX3" fmla="*/ 10646 w 89222"/>
                  <a:gd name="connsiteY3" fmla="*/ 31735 h 127303"/>
                  <a:gd name="connsiteX4" fmla="*/ 57488 w 89222"/>
                  <a:gd name="connsiteY4" fmla="*/ 821 h 127303"/>
                  <a:gd name="connsiteX5" fmla="*/ 88402 w 89222"/>
                  <a:gd name="connsiteY5" fmla="*/ 47663 h 127303"/>
                  <a:gd name="connsiteX6" fmla="*/ 78577 w 89222"/>
                  <a:gd name="connsiteY6" fmla="*/ 95547 h 127303"/>
                  <a:gd name="connsiteX7" fmla="*/ 39724 w 89222"/>
                  <a:gd name="connsiteY7" fmla="*/ 127304 h 127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222" h="127303">
                    <a:moveTo>
                      <a:pt x="39724" y="127304"/>
                    </a:moveTo>
                    <a:cubicBezTo>
                      <a:pt x="37094" y="127304"/>
                      <a:pt x="34414" y="127056"/>
                      <a:pt x="31735" y="126460"/>
                    </a:cubicBezTo>
                    <a:cubicBezTo>
                      <a:pt x="10249" y="122044"/>
                      <a:pt x="-3595" y="101055"/>
                      <a:pt x="821" y="79618"/>
                    </a:cubicBezTo>
                    <a:lnTo>
                      <a:pt x="10646" y="31735"/>
                    </a:lnTo>
                    <a:cubicBezTo>
                      <a:pt x="15062" y="10249"/>
                      <a:pt x="36052" y="-3595"/>
                      <a:pt x="57488" y="821"/>
                    </a:cubicBezTo>
                    <a:cubicBezTo>
                      <a:pt x="78974" y="5237"/>
                      <a:pt x="92818" y="26227"/>
                      <a:pt x="88402" y="47663"/>
                    </a:cubicBezTo>
                    <a:lnTo>
                      <a:pt x="78577" y="95547"/>
                    </a:lnTo>
                    <a:cubicBezTo>
                      <a:pt x="74706" y="114353"/>
                      <a:pt x="58182" y="127304"/>
                      <a:pt x="39724" y="1273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54D66F37-3453-5A16-AAB5-0F42393BAAD6}"/>
                  </a:ext>
                </a:extLst>
              </p:cNvPr>
              <p:cNvSpPr/>
              <p:nvPr/>
            </p:nvSpPr>
            <p:spPr>
              <a:xfrm>
                <a:off x="8652189" y="5404591"/>
                <a:ext cx="119048" cy="106018"/>
              </a:xfrm>
              <a:custGeom>
                <a:avLst/>
                <a:gdLst>
                  <a:gd name="connsiteX0" fmla="*/ 39726 w 119048"/>
                  <a:gd name="connsiteY0" fmla="*/ 105969 h 106018"/>
                  <a:gd name="connsiteX1" fmla="*/ 6728 w 119048"/>
                  <a:gd name="connsiteY1" fmla="*/ 88403 h 106018"/>
                  <a:gd name="connsiteX2" fmla="*/ 17595 w 119048"/>
                  <a:gd name="connsiteY2" fmla="*/ 33324 h 106018"/>
                  <a:gd name="connsiteX3" fmla="*/ 57242 w 119048"/>
                  <a:gd name="connsiteY3" fmla="*/ 6728 h 106018"/>
                  <a:gd name="connsiteX4" fmla="*/ 112321 w 119048"/>
                  <a:gd name="connsiteY4" fmla="*/ 17595 h 106018"/>
                  <a:gd name="connsiteX5" fmla="*/ 101454 w 119048"/>
                  <a:gd name="connsiteY5" fmla="*/ 72674 h 106018"/>
                  <a:gd name="connsiteX6" fmla="*/ 61807 w 119048"/>
                  <a:gd name="connsiteY6" fmla="*/ 99270 h 106018"/>
                  <a:gd name="connsiteX7" fmla="*/ 39726 w 119048"/>
                  <a:gd name="connsiteY7" fmla="*/ 106019 h 106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048" h="106018">
                    <a:moveTo>
                      <a:pt x="39726" y="105969"/>
                    </a:moveTo>
                    <a:cubicBezTo>
                      <a:pt x="26923" y="105969"/>
                      <a:pt x="14369" y="99816"/>
                      <a:pt x="6728" y="88403"/>
                    </a:cubicBezTo>
                    <a:cubicBezTo>
                      <a:pt x="-5479" y="70193"/>
                      <a:pt x="-616" y="45531"/>
                      <a:pt x="17595" y="33324"/>
                    </a:cubicBezTo>
                    <a:lnTo>
                      <a:pt x="57242" y="6728"/>
                    </a:lnTo>
                    <a:cubicBezTo>
                      <a:pt x="75453" y="-5479"/>
                      <a:pt x="100114" y="-616"/>
                      <a:pt x="112321" y="17595"/>
                    </a:cubicBezTo>
                    <a:cubicBezTo>
                      <a:pt x="124527" y="35806"/>
                      <a:pt x="119665" y="60467"/>
                      <a:pt x="101454" y="72674"/>
                    </a:cubicBezTo>
                    <a:lnTo>
                      <a:pt x="61807" y="99270"/>
                    </a:lnTo>
                    <a:cubicBezTo>
                      <a:pt x="55009" y="103836"/>
                      <a:pt x="47318" y="106019"/>
                      <a:pt x="39726" y="1060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9AA0B92-ADDA-3BA3-1534-38A8A2366709}"/>
                  </a:ext>
                </a:extLst>
              </p:cNvPr>
              <p:cNvSpPr/>
              <p:nvPr/>
            </p:nvSpPr>
            <p:spPr>
              <a:xfrm>
                <a:off x="8630595" y="5334468"/>
                <a:ext cx="130528" cy="92580"/>
              </a:xfrm>
              <a:custGeom>
                <a:avLst/>
                <a:gdLst>
                  <a:gd name="connsiteX0" fmla="*/ 90844 w 130528"/>
                  <a:gd name="connsiteY0" fmla="*/ 92531 h 92580"/>
                  <a:gd name="connsiteX1" fmla="*/ 80920 w 130528"/>
                  <a:gd name="connsiteY1" fmla="*/ 91290 h 92580"/>
                  <a:gd name="connsiteX2" fmla="*/ 29810 w 130528"/>
                  <a:gd name="connsiteY2" fmla="*/ 78141 h 92580"/>
                  <a:gd name="connsiteX3" fmla="*/ 1278 w 130528"/>
                  <a:gd name="connsiteY3" fmla="*/ 29810 h 92580"/>
                  <a:gd name="connsiteX4" fmla="*/ 49609 w 130528"/>
                  <a:gd name="connsiteY4" fmla="*/ 1278 h 92580"/>
                  <a:gd name="connsiteX5" fmla="*/ 100718 w 130528"/>
                  <a:gd name="connsiteY5" fmla="*/ 14428 h 92580"/>
                  <a:gd name="connsiteX6" fmla="*/ 129250 w 130528"/>
                  <a:gd name="connsiteY6" fmla="*/ 62758 h 92580"/>
                  <a:gd name="connsiteX7" fmla="*/ 90844 w 130528"/>
                  <a:gd name="connsiteY7" fmla="*/ 92581 h 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0528" h="92580">
                    <a:moveTo>
                      <a:pt x="90844" y="92531"/>
                    </a:moveTo>
                    <a:cubicBezTo>
                      <a:pt x="87569" y="92531"/>
                      <a:pt x="84244" y="92134"/>
                      <a:pt x="80920" y="91290"/>
                    </a:cubicBezTo>
                    <a:lnTo>
                      <a:pt x="29810" y="78141"/>
                    </a:lnTo>
                    <a:cubicBezTo>
                      <a:pt x="8573" y="72683"/>
                      <a:pt x="-4229" y="51048"/>
                      <a:pt x="1278" y="29810"/>
                    </a:cubicBezTo>
                    <a:cubicBezTo>
                      <a:pt x="6786" y="8573"/>
                      <a:pt x="28371" y="-4229"/>
                      <a:pt x="49609" y="1278"/>
                    </a:cubicBezTo>
                    <a:lnTo>
                      <a:pt x="100718" y="14428"/>
                    </a:lnTo>
                    <a:cubicBezTo>
                      <a:pt x="121956" y="19886"/>
                      <a:pt x="134758" y="41521"/>
                      <a:pt x="129250" y="62758"/>
                    </a:cubicBezTo>
                    <a:cubicBezTo>
                      <a:pt x="124636" y="80672"/>
                      <a:pt x="108509" y="92581"/>
                      <a:pt x="90844" y="925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reeform 372">
                <a:extLst>
                  <a:ext uri="{FF2B5EF4-FFF2-40B4-BE49-F238E27FC236}">
                    <a16:creationId xmlns:a16="http://schemas.microsoft.com/office/drawing/2014/main" id="{3D64C680-395E-299D-EBFD-0515C4D08ECB}"/>
                  </a:ext>
                </a:extLst>
              </p:cNvPr>
              <p:cNvSpPr/>
              <p:nvPr/>
            </p:nvSpPr>
            <p:spPr>
              <a:xfrm>
                <a:off x="8682437" y="5291850"/>
                <a:ext cx="228829" cy="228783"/>
              </a:xfrm>
              <a:custGeom>
                <a:avLst/>
                <a:gdLst>
                  <a:gd name="connsiteX0" fmla="*/ 114624 w 228829"/>
                  <a:gd name="connsiteY0" fmla="*/ 228784 h 228783"/>
                  <a:gd name="connsiteX1" fmla="*/ 88474 w 228829"/>
                  <a:gd name="connsiteY1" fmla="*/ 225757 h 228783"/>
                  <a:gd name="connsiteX2" fmla="*/ 17318 w 228829"/>
                  <a:gd name="connsiteY2" fmla="*/ 174796 h 228783"/>
                  <a:gd name="connsiteX3" fmla="*/ 3027 w 228829"/>
                  <a:gd name="connsiteY3" fmla="*/ 88407 h 228783"/>
                  <a:gd name="connsiteX4" fmla="*/ 53988 w 228829"/>
                  <a:gd name="connsiteY4" fmla="*/ 17251 h 228783"/>
                  <a:gd name="connsiteX5" fmla="*/ 211534 w 228829"/>
                  <a:gd name="connsiteY5" fmla="*/ 53920 h 228783"/>
                  <a:gd name="connsiteX6" fmla="*/ 211534 w 228829"/>
                  <a:gd name="connsiteY6" fmla="*/ 53920 h 228783"/>
                  <a:gd name="connsiteX7" fmla="*/ 225824 w 228829"/>
                  <a:gd name="connsiteY7" fmla="*/ 140310 h 228783"/>
                  <a:gd name="connsiteX8" fmla="*/ 174864 w 228829"/>
                  <a:gd name="connsiteY8" fmla="*/ 211466 h 228783"/>
                  <a:gd name="connsiteX9" fmla="*/ 114674 w 228829"/>
                  <a:gd name="connsiteY9" fmla="*/ 228784 h 228783"/>
                  <a:gd name="connsiteX10" fmla="*/ 114376 w 228829"/>
                  <a:gd name="connsiteY10" fmla="*/ 79425 h 228783"/>
                  <a:gd name="connsiteX11" fmla="*/ 95967 w 228829"/>
                  <a:gd name="connsiteY11" fmla="*/ 84685 h 228783"/>
                  <a:gd name="connsiteX12" fmla="*/ 80386 w 228829"/>
                  <a:gd name="connsiteY12" fmla="*/ 106469 h 228783"/>
                  <a:gd name="connsiteX13" fmla="*/ 84753 w 228829"/>
                  <a:gd name="connsiteY13" fmla="*/ 132867 h 228783"/>
                  <a:gd name="connsiteX14" fmla="*/ 106536 w 228829"/>
                  <a:gd name="connsiteY14" fmla="*/ 148448 h 228783"/>
                  <a:gd name="connsiteX15" fmla="*/ 132934 w 228829"/>
                  <a:gd name="connsiteY15" fmla="*/ 144081 h 228783"/>
                  <a:gd name="connsiteX16" fmla="*/ 148515 w 228829"/>
                  <a:gd name="connsiteY16" fmla="*/ 122298 h 228783"/>
                  <a:gd name="connsiteX17" fmla="*/ 144149 w 228829"/>
                  <a:gd name="connsiteY17" fmla="*/ 95899 h 228783"/>
                  <a:gd name="connsiteX18" fmla="*/ 144149 w 228829"/>
                  <a:gd name="connsiteY18" fmla="*/ 95899 h 228783"/>
                  <a:gd name="connsiteX19" fmla="*/ 114376 w 228829"/>
                  <a:gd name="connsiteY19" fmla="*/ 79425 h 22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8829" h="228783">
                    <a:moveTo>
                      <a:pt x="114624" y="228784"/>
                    </a:moveTo>
                    <a:cubicBezTo>
                      <a:pt x="105941" y="228784"/>
                      <a:pt x="97158" y="227791"/>
                      <a:pt x="88474" y="225757"/>
                    </a:cubicBezTo>
                    <a:cubicBezTo>
                      <a:pt x="58702" y="218810"/>
                      <a:pt x="33445" y="200748"/>
                      <a:pt x="17318" y="174796"/>
                    </a:cubicBezTo>
                    <a:cubicBezTo>
                      <a:pt x="1191" y="148845"/>
                      <a:pt x="-3920" y="118179"/>
                      <a:pt x="3027" y="88407"/>
                    </a:cubicBezTo>
                    <a:cubicBezTo>
                      <a:pt x="9974" y="58634"/>
                      <a:pt x="28036" y="33377"/>
                      <a:pt x="53988" y="17251"/>
                    </a:cubicBezTo>
                    <a:cubicBezTo>
                      <a:pt x="107528" y="-16095"/>
                      <a:pt x="178188" y="380"/>
                      <a:pt x="211534" y="53920"/>
                    </a:cubicBezTo>
                    <a:lnTo>
                      <a:pt x="211534" y="53920"/>
                    </a:lnTo>
                    <a:cubicBezTo>
                      <a:pt x="227660" y="79872"/>
                      <a:pt x="232722" y="110538"/>
                      <a:pt x="225824" y="140310"/>
                    </a:cubicBezTo>
                    <a:cubicBezTo>
                      <a:pt x="218877" y="170082"/>
                      <a:pt x="200815" y="195339"/>
                      <a:pt x="174864" y="211466"/>
                    </a:cubicBezTo>
                    <a:cubicBezTo>
                      <a:pt x="156504" y="222879"/>
                      <a:pt x="135763" y="228784"/>
                      <a:pt x="114674" y="228784"/>
                    </a:cubicBezTo>
                    <a:close/>
                    <a:moveTo>
                      <a:pt x="114376" y="79425"/>
                    </a:moveTo>
                    <a:cubicBezTo>
                      <a:pt x="108074" y="79425"/>
                      <a:pt x="101673" y="81112"/>
                      <a:pt x="95967" y="84685"/>
                    </a:cubicBezTo>
                    <a:cubicBezTo>
                      <a:pt x="88028" y="89598"/>
                      <a:pt x="82520" y="97338"/>
                      <a:pt x="80386" y="106469"/>
                    </a:cubicBezTo>
                    <a:cubicBezTo>
                      <a:pt x="78252" y="115549"/>
                      <a:pt x="79840" y="124927"/>
                      <a:pt x="84753" y="132867"/>
                    </a:cubicBezTo>
                    <a:cubicBezTo>
                      <a:pt x="89715" y="140806"/>
                      <a:pt x="97406" y="146314"/>
                      <a:pt x="106536" y="148448"/>
                    </a:cubicBezTo>
                    <a:cubicBezTo>
                      <a:pt x="115617" y="150581"/>
                      <a:pt x="124995" y="148994"/>
                      <a:pt x="132934" y="144081"/>
                    </a:cubicBezTo>
                    <a:cubicBezTo>
                      <a:pt x="140874" y="139119"/>
                      <a:pt x="146381" y="131428"/>
                      <a:pt x="148515" y="122298"/>
                    </a:cubicBezTo>
                    <a:cubicBezTo>
                      <a:pt x="150649" y="113217"/>
                      <a:pt x="149061" y="103839"/>
                      <a:pt x="144149" y="95899"/>
                    </a:cubicBezTo>
                    <a:lnTo>
                      <a:pt x="144149" y="95899"/>
                    </a:lnTo>
                    <a:cubicBezTo>
                      <a:pt x="137549" y="85281"/>
                      <a:pt x="126087" y="79425"/>
                      <a:pt x="114376" y="794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4" name="Picture Placeholder 145">
              <a:extLst>
                <a:ext uri="{FF2B5EF4-FFF2-40B4-BE49-F238E27FC236}">
                  <a16:creationId xmlns:a16="http://schemas.microsoft.com/office/drawing/2014/main" id="{C4D531D9-BACE-CE75-9266-398947B344B9}"/>
                </a:ext>
              </a:extLst>
            </p:cNvPr>
            <p:cNvGrpSpPr/>
            <p:nvPr/>
          </p:nvGrpSpPr>
          <p:grpSpPr>
            <a:xfrm>
              <a:off x="8345699" y="5301543"/>
              <a:ext cx="308016" cy="318083"/>
              <a:chOff x="8345699" y="5301543"/>
              <a:chExt cx="308016" cy="318083"/>
            </a:xfrm>
            <a:solidFill>
              <a:srgbClr val="FFFFFF"/>
            </a:solidFill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1A6D31A7-BB77-2E20-3D57-AF6FBC310317}"/>
                  </a:ext>
                </a:extLst>
              </p:cNvPr>
              <p:cNvSpPr/>
              <p:nvPr/>
            </p:nvSpPr>
            <p:spPr>
              <a:xfrm>
                <a:off x="8429803" y="5301543"/>
                <a:ext cx="93862" cy="131460"/>
              </a:xfrm>
              <a:custGeom>
                <a:avLst/>
                <a:gdLst>
                  <a:gd name="connsiteX0" fmla="*/ 54101 w 93862"/>
                  <a:gd name="connsiteY0" fmla="*/ 131460 h 131460"/>
                  <a:gd name="connsiteX1" fmla="*/ 15893 w 93862"/>
                  <a:gd name="connsiteY1" fmla="*/ 102382 h 131460"/>
                  <a:gd name="connsiteX2" fmla="*/ 1454 w 93862"/>
                  <a:gd name="connsiteY2" fmla="*/ 50330 h 131460"/>
                  <a:gd name="connsiteX3" fmla="*/ 29093 w 93862"/>
                  <a:gd name="connsiteY3" fmla="*/ 1454 h 131460"/>
                  <a:gd name="connsiteX4" fmla="*/ 77969 w 93862"/>
                  <a:gd name="connsiteY4" fmla="*/ 29093 h 131460"/>
                  <a:gd name="connsiteX5" fmla="*/ 92409 w 93862"/>
                  <a:gd name="connsiteY5" fmla="*/ 81145 h 131460"/>
                  <a:gd name="connsiteX6" fmla="*/ 64770 w 93862"/>
                  <a:gd name="connsiteY6" fmla="*/ 130021 h 131460"/>
                  <a:gd name="connsiteX7" fmla="*/ 54151 w 93862"/>
                  <a:gd name="connsiteY7" fmla="*/ 131460 h 13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862" h="131460">
                    <a:moveTo>
                      <a:pt x="54101" y="131460"/>
                    </a:moveTo>
                    <a:cubicBezTo>
                      <a:pt x="36734" y="131460"/>
                      <a:pt x="20756" y="119948"/>
                      <a:pt x="15893" y="102382"/>
                    </a:cubicBezTo>
                    <a:lnTo>
                      <a:pt x="1454" y="50330"/>
                    </a:lnTo>
                    <a:cubicBezTo>
                      <a:pt x="-4401" y="29192"/>
                      <a:pt x="7954" y="7309"/>
                      <a:pt x="29093" y="1454"/>
                    </a:cubicBezTo>
                    <a:cubicBezTo>
                      <a:pt x="50231" y="-4401"/>
                      <a:pt x="72114" y="7954"/>
                      <a:pt x="77969" y="29093"/>
                    </a:cubicBezTo>
                    <a:lnTo>
                      <a:pt x="92409" y="81145"/>
                    </a:lnTo>
                    <a:cubicBezTo>
                      <a:pt x="98264" y="102283"/>
                      <a:pt x="85908" y="124166"/>
                      <a:pt x="64770" y="130021"/>
                    </a:cubicBezTo>
                    <a:cubicBezTo>
                      <a:pt x="61197" y="131013"/>
                      <a:pt x="57624" y="131460"/>
                      <a:pt x="54151" y="1314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D3DFA351-3A85-1598-AA66-EA84D76D8B33}"/>
                  </a:ext>
                </a:extLst>
              </p:cNvPr>
              <p:cNvSpPr/>
              <p:nvPr/>
            </p:nvSpPr>
            <p:spPr>
              <a:xfrm>
                <a:off x="8495672" y="5314963"/>
                <a:ext cx="107612" cy="125830"/>
              </a:xfrm>
              <a:custGeom>
                <a:avLst/>
                <a:gdLst>
                  <a:gd name="connsiteX0" fmla="*/ 39689 w 107612"/>
                  <a:gd name="connsiteY0" fmla="*/ 125781 h 125830"/>
                  <a:gd name="connsiteX1" fmla="*/ 19097 w 107612"/>
                  <a:gd name="connsiteY1" fmla="*/ 120025 h 125830"/>
                  <a:gd name="connsiteX2" fmla="*/ 5798 w 107612"/>
                  <a:gd name="connsiteY2" fmla="*/ 65492 h 125830"/>
                  <a:gd name="connsiteX3" fmla="*/ 33983 w 107612"/>
                  <a:gd name="connsiteY3" fmla="*/ 19097 h 125830"/>
                  <a:gd name="connsiteX4" fmla="*/ 88516 w 107612"/>
                  <a:gd name="connsiteY4" fmla="*/ 5798 h 125830"/>
                  <a:gd name="connsiteX5" fmla="*/ 101814 w 107612"/>
                  <a:gd name="connsiteY5" fmla="*/ 60331 h 125830"/>
                  <a:gd name="connsiteX6" fmla="*/ 73630 w 107612"/>
                  <a:gd name="connsiteY6" fmla="*/ 106727 h 125830"/>
                  <a:gd name="connsiteX7" fmla="*/ 39640 w 107612"/>
                  <a:gd name="connsiteY7" fmla="*/ 125831 h 12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612" h="125830">
                    <a:moveTo>
                      <a:pt x="39689" y="125781"/>
                    </a:moveTo>
                    <a:cubicBezTo>
                      <a:pt x="32643" y="125781"/>
                      <a:pt x="25547" y="123896"/>
                      <a:pt x="19097" y="120025"/>
                    </a:cubicBezTo>
                    <a:cubicBezTo>
                      <a:pt x="340" y="108662"/>
                      <a:pt x="-5614" y="84249"/>
                      <a:pt x="5798" y="65492"/>
                    </a:cubicBezTo>
                    <a:lnTo>
                      <a:pt x="33983" y="19097"/>
                    </a:lnTo>
                    <a:cubicBezTo>
                      <a:pt x="45346" y="340"/>
                      <a:pt x="69759" y="-5614"/>
                      <a:pt x="88516" y="5798"/>
                    </a:cubicBezTo>
                    <a:cubicBezTo>
                      <a:pt x="107273" y="17161"/>
                      <a:pt x="113227" y="41575"/>
                      <a:pt x="101814" y="60331"/>
                    </a:cubicBezTo>
                    <a:lnTo>
                      <a:pt x="73630" y="106727"/>
                    </a:lnTo>
                    <a:cubicBezTo>
                      <a:pt x="66137" y="119033"/>
                      <a:pt x="53087" y="125831"/>
                      <a:pt x="39640" y="1258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61A17DD3-F631-4B77-A794-63AB1AAD1A51}"/>
                  </a:ext>
                </a:extLst>
              </p:cNvPr>
              <p:cNvSpPr/>
              <p:nvPr/>
            </p:nvSpPr>
            <p:spPr>
              <a:xfrm>
                <a:off x="8534608" y="5395694"/>
                <a:ext cx="119106" cy="87425"/>
              </a:xfrm>
              <a:custGeom>
                <a:avLst/>
                <a:gdLst>
                  <a:gd name="connsiteX0" fmla="*/ 39655 w 119106"/>
                  <a:gd name="connsiteY0" fmla="*/ 87426 h 87425"/>
                  <a:gd name="connsiteX1" fmla="*/ 802 w 119106"/>
                  <a:gd name="connsiteY1" fmla="*/ 55619 h 87425"/>
                  <a:gd name="connsiteX2" fmla="*/ 31815 w 119106"/>
                  <a:gd name="connsiteY2" fmla="*/ 8827 h 87425"/>
                  <a:gd name="connsiteX3" fmla="*/ 71512 w 119106"/>
                  <a:gd name="connsiteY3" fmla="*/ 788 h 87425"/>
                  <a:gd name="connsiteX4" fmla="*/ 118304 w 119106"/>
                  <a:gd name="connsiteY4" fmla="*/ 31801 h 87425"/>
                  <a:gd name="connsiteX5" fmla="*/ 87291 w 119106"/>
                  <a:gd name="connsiteY5" fmla="*/ 78593 h 87425"/>
                  <a:gd name="connsiteX6" fmla="*/ 47595 w 119106"/>
                  <a:gd name="connsiteY6" fmla="*/ 86632 h 87425"/>
                  <a:gd name="connsiteX7" fmla="*/ 39655 w 119106"/>
                  <a:gd name="connsiteY7" fmla="*/ 87426 h 8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106" h="87425">
                    <a:moveTo>
                      <a:pt x="39655" y="87426"/>
                    </a:moveTo>
                    <a:cubicBezTo>
                      <a:pt x="21147" y="87426"/>
                      <a:pt x="4623" y="74425"/>
                      <a:pt x="802" y="55619"/>
                    </a:cubicBezTo>
                    <a:cubicBezTo>
                      <a:pt x="-3564" y="34133"/>
                      <a:pt x="10330" y="13193"/>
                      <a:pt x="31815" y="8827"/>
                    </a:cubicBezTo>
                    <a:lnTo>
                      <a:pt x="71512" y="788"/>
                    </a:lnTo>
                    <a:cubicBezTo>
                      <a:pt x="92998" y="-3529"/>
                      <a:pt x="113938" y="10315"/>
                      <a:pt x="118304" y="31801"/>
                    </a:cubicBezTo>
                    <a:cubicBezTo>
                      <a:pt x="122671" y="53287"/>
                      <a:pt x="108777" y="74227"/>
                      <a:pt x="87291" y="78593"/>
                    </a:cubicBezTo>
                    <a:lnTo>
                      <a:pt x="47595" y="86632"/>
                    </a:lnTo>
                    <a:cubicBezTo>
                      <a:pt x="44915" y="87178"/>
                      <a:pt x="42285" y="87426"/>
                      <a:pt x="39655" y="874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CF59B9BF-E05E-58B3-022E-BC287C57C832}"/>
                  </a:ext>
                </a:extLst>
              </p:cNvPr>
              <p:cNvSpPr/>
              <p:nvPr/>
            </p:nvSpPr>
            <p:spPr>
              <a:xfrm>
                <a:off x="8522976" y="5458181"/>
                <a:ext cx="120637" cy="104282"/>
              </a:xfrm>
              <a:custGeom>
                <a:avLst/>
                <a:gdLst>
                  <a:gd name="connsiteX0" fmla="*/ 80911 w 120637"/>
                  <a:gd name="connsiteY0" fmla="*/ 104282 h 104282"/>
                  <a:gd name="connsiteX1" fmla="*/ 60418 w 120637"/>
                  <a:gd name="connsiteY1" fmla="*/ 98576 h 104282"/>
                  <a:gd name="connsiteX2" fmla="*/ 19183 w 120637"/>
                  <a:gd name="connsiteY2" fmla="*/ 73666 h 104282"/>
                  <a:gd name="connsiteX3" fmla="*/ 5736 w 120637"/>
                  <a:gd name="connsiteY3" fmla="*/ 19183 h 104282"/>
                  <a:gd name="connsiteX4" fmla="*/ 60219 w 120637"/>
                  <a:gd name="connsiteY4" fmla="*/ 5736 h 104282"/>
                  <a:gd name="connsiteX5" fmla="*/ 101454 w 120637"/>
                  <a:gd name="connsiteY5" fmla="*/ 30645 h 104282"/>
                  <a:gd name="connsiteX6" fmla="*/ 114901 w 120637"/>
                  <a:gd name="connsiteY6" fmla="*/ 85129 h 104282"/>
                  <a:gd name="connsiteX7" fmla="*/ 80862 w 120637"/>
                  <a:gd name="connsiteY7" fmla="*/ 104282 h 104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637" h="104282">
                    <a:moveTo>
                      <a:pt x="80911" y="104282"/>
                    </a:moveTo>
                    <a:cubicBezTo>
                      <a:pt x="73915" y="104282"/>
                      <a:pt x="66868" y="102446"/>
                      <a:pt x="60418" y="98576"/>
                    </a:cubicBezTo>
                    <a:lnTo>
                      <a:pt x="19183" y="73666"/>
                    </a:lnTo>
                    <a:cubicBezTo>
                      <a:pt x="426" y="62353"/>
                      <a:pt x="-5627" y="37940"/>
                      <a:pt x="5736" y="19183"/>
                    </a:cubicBezTo>
                    <a:cubicBezTo>
                      <a:pt x="17049" y="426"/>
                      <a:pt x="41463" y="-5627"/>
                      <a:pt x="60219" y="5736"/>
                    </a:cubicBezTo>
                    <a:lnTo>
                      <a:pt x="101454" y="30645"/>
                    </a:lnTo>
                    <a:cubicBezTo>
                      <a:pt x="120211" y="41959"/>
                      <a:pt x="126265" y="66372"/>
                      <a:pt x="114901" y="85129"/>
                    </a:cubicBezTo>
                    <a:cubicBezTo>
                      <a:pt x="107458" y="97484"/>
                      <a:pt x="94309" y="104282"/>
                      <a:pt x="80862" y="1042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73BBBF62-EFC8-7666-3E33-E1AF03CE200E}"/>
                  </a:ext>
                </a:extLst>
              </p:cNvPr>
              <p:cNvSpPr/>
              <p:nvPr/>
            </p:nvSpPr>
            <p:spPr>
              <a:xfrm>
                <a:off x="8474146" y="5501249"/>
                <a:ext cx="88786" cy="118377"/>
              </a:xfrm>
              <a:custGeom>
                <a:avLst/>
                <a:gdLst>
                  <a:gd name="connsiteX0" fmla="*/ 49058 w 88786"/>
                  <a:gd name="connsiteY0" fmla="*/ 118328 h 118377"/>
                  <a:gd name="connsiteX1" fmla="*/ 10502 w 88786"/>
                  <a:gd name="connsiteY1" fmla="*/ 87960 h 118377"/>
                  <a:gd name="connsiteX2" fmla="*/ 1124 w 88786"/>
                  <a:gd name="connsiteY2" fmla="*/ 49057 h 118377"/>
                  <a:gd name="connsiteX3" fmla="*/ 30400 w 88786"/>
                  <a:gd name="connsiteY3" fmla="*/ 1124 h 118377"/>
                  <a:gd name="connsiteX4" fmla="*/ 78284 w 88786"/>
                  <a:gd name="connsiteY4" fmla="*/ 30400 h 118377"/>
                  <a:gd name="connsiteX5" fmla="*/ 87662 w 88786"/>
                  <a:gd name="connsiteY5" fmla="*/ 69303 h 118377"/>
                  <a:gd name="connsiteX6" fmla="*/ 58386 w 88786"/>
                  <a:gd name="connsiteY6" fmla="*/ 117236 h 118377"/>
                  <a:gd name="connsiteX7" fmla="*/ 49058 w 88786"/>
                  <a:gd name="connsiteY7" fmla="*/ 118378 h 11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786" h="118377">
                    <a:moveTo>
                      <a:pt x="49058" y="118328"/>
                    </a:moveTo>
                    <a:cubicBezTo>
                      <a:pt x="31144" y="118328"/>
                      <a:pt x="14918" y="106121"/>
                      <a:pt x="10502" y="87960"/>
                    </a:cubicBezTo>
                    <a:lnTo>
                      <a:pt x="1124" y="49057"/>
                    </a:lnTo>
                    <a:cubicBezTo>
                      <a:pt x="-4037" y="27770"/>
                      <a:pt x="9063" y="6284"/>
                      <a:pt x="30400" y="1124"/>
                    </a:cubicBezTo>
                    <a:cubicBezTo>
                      <a:pt x="51737" y="-4037"/>
                      <a:pt x="73173" y="9063"/>
                      <a:pt x="78284" y="30400"/>
                    </a:cubicBezTo>
                    <a:lnTo>
                      <a:pt x="87662" y="69303"/>
                    </a:lnTo>
                    <a:cubicBezTo>
                      <a:pt x="92823" y="90590"/>
                      <a:pt x="79723" y="112076"/>
                      <a:pt x="58386" y="117236"/>
                    </a:cubicBezTo>
                    <a:cubicBezTo>
                      <a:pt x="55260" y="117981"/>
                      <a:pt x="52134" y="118378"/>
                      <a:pt x="49058" y="1183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52A632EF-95F5-9320-8666-79A3BCE8F860}"/>
                  </a:ext>
                </a:extLst>
              </p:cNvPr>
              <p:cNvSpPr/>
              <p:nvPr/>
            </p:nvSpPr>
            <p:spPr>
              <a:xfrm>
                <a:off x="8396180" y="5486401"/>
                <a:ext cx="102902" cy="119729"/>
              </a:xfrm>
              <a:custGeom>
                <a:avLst/>
                <a:gdLst>
                  <a:gd name="connsiteX0" fmla="*/ 39641 w 102902"/>
                  <a:gd name="connsiteY0" fmla="*/ 119729 h 119729"/>
                  <a:gd name="connsiteX1" fmla="*/ 19694 w 102902"/>
                  <a:gd name="connsiteY1" fmla="*/ 114321 h 119729"/>
                  <a:gd name="connsiteX2" fmla="*/ 5403 w 102902"/>
                  <a:gd name="connsiteY2" fmla="*/ 60036 h 119729"/>
                  <a:gd name="connsiteX3" fmla="*/ 28923 w 102902"/>
                  <a:gd name="connsiteY3" fmla="*/ 19694 h 119729"/>
                  <a:gd name="connsiteX4" fmla="*/ 83209 w 102902"/>
                  <a:gd name="connsiteY4" fmla="*/ 5403 h 119729"/>
                  <a:gd name="connsiteX5" fmla="*/ 97499 w 102902"/>
                  <a:gd name="connsiteY5" fmla="*/ 59688 h 119729"/>
                  <a:gd name="connsiteX6" fmla="*/ 73979 w 102902"/>
                  <a:gd name="connsiteY6" fmla="*/ 100030 h 119729"/>
                  <a:gd name="connsiteX7" fmla="*/ 39641 w 102902"/>
                  <a:gd name="connsiteY7" fmla="*/ 119729 h 119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902" h="119729">
                    <a:moveTo>
                      <a:pt x="39641" y="119729"/>
                    </a:moveTo>
                    <a:cubicBezTo>
                      <a:pt x="32843" y="119729"/>
                      <a:pt x="25946" y="117993"/>
                      <a:pt x="19694" y="114321"/>
                    </a:cubicBezTo>
                    <a:cubicBezTo>
                      <a:pt x="739" y="103255"/>
                      <a:pt x="-5613" y="78991"/>
                      <a:pt x="5403" y="60036"/>
                    </a:cubicBezTo>
                    <a:lnTo>
                      <a:pt x="28923" y="19694"/>
                    </a:lnTo>
                    <a:cubicBezTo>
                      <a:pt x="39989" y="739"/>
                      <a:pt x="64253" y="-5613"/>
                      <a:pt x="83209" y="5403"/>
                    </a:cubicBezTo>
                    <a:cubicBezTo>
                      <a:pt x="102164" y="16469"/>
                      <a:pt x="108515" y="40733"/>
                      <a:pt x="97499" y="59688"/>
                    </a:cubicBezTo>
                    <a:lnTo>
                      <a:pt x="73979" y="100030"/>
                    </a:lnTo>
                    <a:cubicBezTo>
                      <a:pt x="66586" y="112683"/>
                      <a:pt x="53287" y="119729"/>
                      <a:pt x="39641" y="1197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7BC8AA3B-7DBC-6A53-2193-C29A09DDAA1F}"/>
                  </a:ext>
                </a:extLst>
              </p:cNvPr>
              <p:cNvSpPr/>
              <p:nvPr/>
            </p:nvSpPr>
            <p:spPr>
              <a:xfrm>
                <a:off x="8345699" y="5437408"/>
                <a:ext cx="123430" cy="91412"/>
              </a:xfrm>
              <a:custGeom>
                <a:avLst/>
                <a:gdLst>
                  <a:gd name="connsiteX0" fmla="*/ 39708 w 123430"/>
                  <a:gd name="connsiteY0" fmla="*/ 91413 h 91412"/>
                  <a:gd name="connsiteX1" fmla="*/ 1401 w 123430"/>
                  <a:gd name="connsiteY1" fmla="*/ 62087 h 91412"/>
                  <a:gd name="connsiteX2" fmla="*/ 29288 w 123430"/>
                  <a:gd name="connsiteY2" fmla="*/ 13360 h 91412"/>
                  <a:gd name="connsiteX3" fmla="*/ 73301 w 123430"/>
                  <a:gd name="connsiteY3" fmla="*/ 1401 h 91412"/>
                  <a:gd name="connsiteX4" fmla="*/ 122029 w 123430"/>
                  <a:gd name="connsiteY4" fmla="*/ 29288 h 91412"/>
                  <a:gd name="connsiteX5" fmla="*/ 94142 w 123430"/>
                  <a:gd name="connsiteY5" fmla="*/ 78015 h 91412"/>
                  <a:gd name="connsiteX6" fmla="*/ 50129 w 123430"/>
                  <a:gd name="connsiteY6" fmla="*/ 89974 h 91412"/>
                  <a:gd name="connsiteX7" fmla="*/ 39708 w 123430"/>
                  <a:gd name="connsiteY7" fmla="*/ 91363 h 91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430" h="91412">
                    <a:moveTo>
                      <a:pt x="39708" y="91413"/>
                    </a:moveTo>
                    <a:cubicBezTo>
                      <a:pt x="22242" y="91413"/>
                      <a:pt x="6214" y="79802"/>
                      <a:pt x="1401" y="62087"/>
                    </a:cubicBezTo>
                    <a:cubicBezTo>
                      <a:pt x="-4355" y="40949"/>
                      <a:pt x="8149" y="19116"/>
                      <a:pt x="29288" y="13360"/>
                    </a:cubicBezTo>
                    <a:lnTo>
                      <a:pt x="73301" y="1401"/>
                    </a:lnTo>
                    <a:cubicBezTo>
                      <a:pt x="94490" y="-4355"/>
                      <a:pt x="116273" y="8149"/>
                      <a:pt x="122029" y="29288"/>
                    </a:cubicBezTo>
                    <a:cubicBezTo>
                      <a:pt x="127785" y="50426"/>
                      <a:pt x="115281" y="72259"/>
                      <a:pt x="94142" y="78015"/>
                    </a:cubicBezTo>
                    <a:lnTo>
                      <a:pt x="50129" y="89974"/>
                    </a:lnTo>
                    <a:cubicBezTo>
                      <a:pt x="46655" y="90917"/>
                      <a:pt x="43132" y="91363"/>
                      <a:pt x="39708" y="913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124ED6C2-015B-2DFA-F57B-4A13FC4F7488}"/>
                  </a:ext>
                </a:extLst>
              </p:cNvPr>
              <p:cNvSpPr/>
              <p:nvPr/>
            </p:nvSpPr>
            <p:spPr>
              <a:xfrm>
                <a:off x="8355819" y="5355283"/>
                <a:ext cx="121649" cy="106947"/>
              </a:xfrm>
              <a:custGeom>
                <a:avLst/>
                <a:gdLst>
                  <a:gd name="connsiteX0" fmla="*/ 81889 w 121649"/>
                  <a:gd name="connsiteY0" fmla="*/ 106947 h 106947"/>
                  <a:gd name="connsiteX1" fmla="*/ 60254 w 121649"/>
                  <a:gd name="connsiteY1" fmla="*/ 100496 h 106947"/>
                  <a:gd name="connsiteX2" fmla="*/ 18027 w 121649"/>
                  <a:gd name="connsiteY2" fmla="*/ 72957 h 106947"/>
                  <a:gd name="connsiteX3" fmla="*/ 6465 w 121649"/>
                  <a:gd name="connsiteY3" fmla="*/ 18027 h 106947"/>
                  <a:gd name="connsiteX4" fmla="*/ 61395 w 121649"/>
                  <a:gd name="connsiteY4" fmla="*/ 6465 h 106947"/>
                  <a:gd name="connsiteX5" fmla="*/ 103623 w 121649"/>
                  <a:gd name="connsiteY5" fmla="*/ 34005 h 106947"/>
                  <a:gd name="connsiteX6" fmla="*/ 115184 w 121649"/>
                  <a:gd name="connsiteY6" fmla="*/ 88935 h 106947"/>
                  <a:gd name="connsiteX7" fmla="*/ 81889 w 121649"/>
                  <a:gd name="connsiteY7" fmla="*/ 106947 h 106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649" h="106947">
                    <a:moveTo>
                      <a:pt x="81889" y="106947"/>
                    </a:moveTo>
                    <a:cubicBezTo>
                      <a:pt x="74446" y="106947"/>
                      <a:pt x="66953" y="104863"/>
                      <a:pt x="60254" y="100496"/>
                    </a:cubicBezTo>
                    <a:lnTo>
                      <a:pt x="18027" y="72957"/>
                    </a:lnTo>
                    <a:cubicBezTo>
                      <a:pt x="-333" y="60998"/>
                      <a:pt x="-5543" y="36386"/>
                      <a:pt x="6465" y="18027"/>
                    </a:cubicBezTo>
                    <a:cubicBezTo>
                      <a:pt x="18424" y="-333"/>
                      <a:pt x="43036" y="-5543"/>
                      <a:pt x="61395" y="6465"/>
                    </a:cubicBezTo>
                    <a:lnTo>
                      <a:pt x="103623" y="34005"/>
                    </a:lnTo>
                    <a:cubicBezTo>
                      <a:pt x="121982" y="45963"/>
                      <a:pt x="127192" y="70575"/>
                      <a:pt x="115184" y="88935"/>
                    </a:cubicBezTo>
                    <a:cubicBezTo>
                      <a:pt x="107592" y="100596"/>
                      <a:pt x="94840" y="106947"/>
                      <a:pt x="81889" y="1069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0DF0A67C-3BA7-C3B6-4EB5-F33B282A3740}"/>
                  </a:ext>
                </a:extLst>
              </p:cNvPr>
              <p:cNvSpPr/>
              <p:nvPr/>
            </p:nvSpPr>
            <p:spPr>
              <a:xfrm>
                <a:off x="8389161" y="5351750"/>
                <a:ext cx="222187" cy="222125"/>
              </a:xfrm>
              <a:custGeom>
                <a:avLst/>
                <a:gdLst>
                  <a:gd name="connsiteX0" fmla="*/ 110870 w 222187"/>
                  <a:gd name="connsiteY0" fmla="*/ 222076 h 222125"/>
                  <a:gd name="connsiteX1" fmla="*/ 52616 w 222187"/>
                  <a:gd name="connsiteY1" fmla="*/ 205404 h 222125"/>
                  <a:gd name="connsiteX2" fmla="*/ 2995 w 222187"/>
                  <a:gd name="connsiteY2" fmla="*/ 136431 h 222125"/>
                  <a:gd name="connsiteX3" fmla="*/ 16690 w 222187"/>
                  <a:gd name="connsiteY3" fmla="*/ 52572 h 222125"/>
                  <a:gd name="connsiteX4" fmla="*/ 85713 w 222187"/>
                  <a:gd name="connsiteY4" fmla="*/ 2951 h 222125"/>
                  <a:gd name="connsiteX5" fmla="*/ 219192 w 222187"/>
                  <a:gd name="connsiteY5" fmla="*/ 85669 h 222125"/>
                  <a:gd name="connsiteX6" fmla="*/ 219192 w 222187"/>
                  <a:gd name="connsiteY6" fmla="*/ 85669 h 222125"/>
                  <a:gd name="connsiteX7" fmla="*/ 205497 w 222187"/>
                  <a:gd name="connsiteY7" fmla="*/ 169528 h 222125"/>
                  <a:gd name="connsiteX8" fmla="*/ 136475 w 222187"/>
                  <a:gd name="connsiteY8" fmla="*/ 219149 h 222125"/>
                  <a:gd name="connsiteX9" fmla="*/ 110870 w 222187"/>
                  <a:gd name="connsiteY9" fmla="*/ 222126 h 222125"/>
                  <a:gd name="connsiteX10" fmla="*/ 111069 w 222187"/>
                  <a:gd name="connsiteY10" fmla="*/ 79318 h 222125"/>
                  <a:gd name="connsiteX11" fmla="*/ 103824 w 222187"/>
                  <a:gd name="connsiteY11" fmla="*/ 80161 h 222125"/>
                  <a:gd name="connsiteX12" fmla="*/ 84174 w 222187"/>
                  <a:gd name="connsiteY12" fmla="*/ 94303 h 222125"/>
                  <a:gd name="connsiteX13" fmla="*/ 80254 w 222187"/>
                  <a:gd name="connsiteY13" fmla="*/ 118220 h 222125"/>
                  <a:gd name="connsiteX14" fmla="*/ 94396 w 222187"/>
                  <a:gd name="connsiteY14" fmla="*/ 137870 h 222125"/>
                  <a:gd name="connsiteX15" fmla="*/ 118313 w 222187"/>
                  <a:gd name="connsiteY15" fmla="*/ 141790 h 222125"/>
                  <a:gd name="connsiteX16" fmla="*/ 137963 w 222187"/>
                  <a:gd name="connsiteY16" fmla="*/ 127648 h 222125"/>
                  <a:gd name="connsiteX17" fmla="*/ 141883 w 222187"/>
                  <a:gd name="connsiteY17" fmla="*/ 103731 h 222125"/>
                  <a:gd name="connsiteX18" fmla="*/ 141883 w 222187"/>
                  <a:gd name="connsiteY18" fmla="*/ 103731 h 222125"/>
                  <a:gd name="connsiteX19" fmla="*/ 111069 w 222187"/>
                  <a:gd name="connsiteY19" fmla="*/ 79318 h 22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2187" h="222125">
                    <a:moveTo>
                      <a:pt x="110870" y="222076"/>
                    </a:moveTo>
                    <a:cubicBezTo>
                      <a:pt x="90476" y="222076"/>
                      <a:pt x="70380" y="216420"/>
                      <a:pt x="52616" y="205404"/>
                    </a:cubicBezTo>
                    <a:cubicBezTo>
                      <a:pt x="27408" y="189773"/>
                      <a:pt x="9793" y="165261"/>
                      <a:pt x="2995" y="136431"/>
                    </a:cubicBezTo>
                    <a:cubicBezTo>
                      <a:pt x="-3803" y="107552"/>
                      <a:pt x="1060" y="77779"/>
                      <a:pt x="16690" y="52572"/>
                    </a:cubicBezTo>
                    <a:cubicBezTo>
                      <a:pt x="32321" y="27365"/>
                      <a:pt x="56833" y="9749"/>
                      <a:pt x="85713" y="2951"/>
                    </a:cubicBezTo>
                    <a:cubicBezTo>
                      <a:pt x="145307" y="-11042"/>
                      <a:pt x="205199" y="26075"/>
                      <a:pt x="219192" y="85669"/>
                    </a:cubicBezTo>
                    <a:lnTo>
                      <a:pt x="219192" y="85669"/>
                    </a:lnTo>
                    <a:cubicBezTo>
                      <a:pt x="225990" y="114548"/>
                      <a:pt x="221128" y="144321"/>
                      <a:pt x="205497" y="169528"/>
                    </a:cubicBezTo>
                    <a:cubicBezTo>
                      <a:pt x="189867" y="194735"/>
                      <a:pt x="165354" y="212351"/>
                      <a:pt x="136475" y="219149"/>
                    </a:cubicBezTo>
                    <a:cubicBezTo>
                      <a:pt x="127990" y="221134"/>
                      <a:pt x="119405" y="222126"/>
                      <a:pt x="110870" y="222126"/>
                    </a:cubicBezTo>
                    <a:close/>
                    <a:moveTo>
                      <a:pt x="111069" y="79318"/>
                    </a:moveTo>
                    <a:cubicBezTo>
                      <a:pt x="108687" y="79318"/>
                      <a:pt x="106256" y="79615"/>
                      <a:pt x="103824" y="80161"/>
                    </a:cubicBezTo>
                    <a:cubicBezTo>
                      <a:pt x="95587" y="82096"/>
                      <a:pt x="88640" y="87108"/>
                      <a:pt x="84174" y="94303"/>
                    </a:cubicBezTo>
                    <a:cubicBezTo>
                      <a:pt x="79709" y="101498"/>
                      <a:pt x="78319" y="109983"/>
                      <a:pt x="80254" y="118220"/>
                    </a:cubicBezTo>
                    <a:cubicBezTo>
                      <a:pt x="82190" y="126457"/>
                      <a:pt x="87201" y="133454"/>
                      <a:pt x="94396" y="137870"/>
                    </a:cubicBezTo>
                    <a:cubicBezTo>
                      <a:pt x="101591" y="142336"/>
                      <a:pt x="110076" y="143725"/>
                      <a:pt x="118313" y="141790"/>
                    </a:cubicBezTo>
                    <a:cubicBezTo>
                      <a:pt x="126551" y="139855"/>
                      <a:pt x="133547" y="134843"/>
                      <a:pt x="137963" y="127648"/>
                    </a:cubicBezTo>
                    <a:cubicBezTo>
                      <a:pt x="142429" y="120453"/>
                      <a:pt x="143819" y="111968"/>
                      <a:pt x="141883" y="103731"/>
                    </a:cubicBezTo>
                    <a:lnTo>
                      <a:pt x="141883" y="103731"/>
                    </a:lnTo>
                    <a:cubicBezTo>
                      <a:pt x="138459" y="89192"/>
                      <a:pt x="125409" y="79318"/>
                      <a:pt x="111069" y="79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DFB1BC99-B79C-9BFB-CCA1-F347F8D0547D}"/>
                </a:ext>
              </a:extLst>
            </p:cNvPr>
            <p:cNvSpPr/>
            <p:nvPr/>
          </p:nvSpPr>
          <p:spPr>
            <a:xfrm>
              <a:off x="8225430" y="5036832"/>
              <a:ext cx="556397" cy="79393"/>
            </a:xfrm>
            <a:custGeom>
              <a:avLst/>
              <a:gdLst>
                <a:gd name="connsiteX0" fmla="*/ 516701 w 556397"/>
                <a:gd name="connsiteY0" fmla="*/ 79393 h 79393"/>
                <a:gd name="connsiteX1" fmla="*/ 39697 w 556397"/>
                <a:gd name="connsiteY1" fmla="*/ 79393 h 79393"/>
                <a:gd name="connsiteX2" fmla="*/ 0 w 556397"/>
                <a:gd name="connsiteY2" fmla="*/ 39697 h 79393"/>
                <a:gd name="connsiteX3" fmla="*/ 39697 w 556397"/>
                <a:gd name="connsiteY3" fmla="*/ 0 h 79393"/>
                <a:gd name="connsiteX4" fmla="*/ 516701 w 556397"/>
                <a:gd name="connsiteY4" fmla="*/ 0 h 79393"/>
                <a:gd name="connsiteX5" fmla="*/ 556397 w 556397"/>
                <a:gd name="connsiteY5" fmla="*/ 39697 h 79393"/>
                <a:gd name="connsiteX6" fmla="*/ 516701 w 556397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6397" h="79393">
                  <a:moveTo>
                    <a:pt x="516701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516701" y="0"/>
                  </a:lnTo>
                  <a:cubicBezTo>
                    <a:pt x="538633" y="0"/>
                    <a:pt x="556397" y="17764"/>
                    <a:pt x="556397" y="39697"/>
                  </a:cubicBezTo>
                  <a:cubicBezTo>
                    <a:pt x="556397" y="61629"/>
                    <a:pt x="538633" y="79393"/>
                    <a:pt x="516701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62EC991D-34B7-8CE2-57FE-9366A9622077}"/>
                </a:ext>
              </a:extLst>
            </p:cNvPr>
            <p:cNvSpPr/>
            <p:nvPr/>
          </p:nvSpPr>
          <p:spPr>
            <a:xfrm>
              <a:off x="8225430" y="5164605"/>
              <a:ext cx="333550" cy="79393"/>
            </a:xfrm>
            <a:custGeom>
              <a:avLst/>
              <a:gdLst>
                <a:gd name="connsiteX0" fmla="*/ 293854 w 333550"/>
                <a:gd name="connsiteY0" fmla="*/ 79393 h 79393"/>
                <a:gd name="connsiteX1" fmla="*/ 39697 w 333550"/>
                <a:gd name="connsiteY1" fmla="*/ 79393 h 79393"/>
                <a:gd name="connsiteX2" fmla="*/ 0 w 333550"/>
                <a:gd name="connsiteY2" fmla="*/ 39697 h 79393"/>
                <a:gd name="connsiteX3" fmla="*/ 39697 w 333550"/>
                <a:gd name="connsiteY3" fmla="*/ 0 h 79393"/>
                <a:gd name="connsiteX4" fmla="*/ 293854 w 333550"/>
                <a:gd name="connsiteY4" fmla="*/ 0 h 79393"/>
                <a:gd name="connsiteX5" fmla="*/ 333551 w 333550"/>
                <a:gd name="connsiteY5" fmla="*/ 39697 h 79393"/>
                <a:gd name="connsiteX6" fmla="*/ 293854 w 33355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550" h="79393">
                  <a:moveTo>
                    <a:pt x="29385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93854" y="0"/>
                  </a:lnTo>
                  <a:cubicBezTo>
                    <a:pt x="315786" y="0"/>
                    <a:pt x="333551" y="17764"/>
                    <a:pt x="333551" y="39697"/>
                  </a:cubicBezTo>
                  <a:cubicBezTo>
                    <a:pt x="333551" y="61629"/>
                    <a:pt x="315786" y="79393"/>
                    <a:pt x="293854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DB97F62E-9818-8716-2E1B-F83075B90C75}"/>
              </a:ext>
            </a:extLst>
          </p:cNvPr>
          <p:cNvGrpSpPr/>
          <p:nvPr/>
        </p:nvGrpSpPr>
        <p:grpSpPr>
          <a:xfrm>
            <a:off x="9418637" y="4763322"/>
            <a:ext cx="852434" cy="860323"/>
            <a:chOff x="9418637" y="4763322"/>
            <a:chExt cx="852434" cy="860323"/>
          </a:xfrm>
        </p:grpSpPr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52A9296F-AEC5-BD1C-802E-E6FDB5F1448C}"/>
                </a:ext>
              </a:extLst>
            </p:cNvPr>
            <p:cNvSpPr/>
            <p:nvPr/>
          </p:nvSpPr>
          <p:spPr>
            <a:xfrm>
              <a:off x="9432714" y="4910489"/>
              <a:ext cx="380887" cy="648749"/>
            </a:xfrm>
            <a:custGeom>
              <a:avLst/>
              <a:gdLst>
                <a:gd name="connsiteX0" fmla="*/ 341257 w 380887"/>
                <a:gd name="connsiteY0" fmla="*/ 648699 h 648749"/>
                <a:gd name="connsiteX1" fmla="*/ 322550 w 380887"/>
                <a:gd name="connsiteY1" fmla="*/ 643985 h 648749"/>
                <a:gd name="connsiteX2" fmla="*/ 172944 w 380887"/>
                <a:gd name="connsiteY2" fmla="*/ 532190 h 648749"/>
                <a:gd name="connsiteX3" fmla="*/ 24578 w 380887"/>
                <a:gd name="connsiteY3" fmla="*/ 298725 h 648749"/>
                <a:gd name="connsiteX4" fmla="*/ 27952 w 380887"/>
                <a:gd name="connsiteY4" fmla="*/ 22983 h 648749"/>
                <a:gd name="connsiteX5" fmla="*/ 80699 w 380887"/>
                <a:gd name="connsiteY5" fmla="*/ 3730 h 648749"/>
                <a:gd name="connsiteX6" fmla="*/ 99952 w 380887"/>
                <a:gd name="connsiteY6" fmla="*/ 56477 h 648749"/>
                <a:gd name="connsiteX7" fmla="*/ 99753 w 380887"/>
                <a:gd name="connsiteY7" fmla="*/ 273319 h 648749"/>
                <a:gd name="connsiteX8" fmla="*/ 229015 w 380887"/>
                <a:gd name="connsiteY8" fmla="*/ 476069 h 648749"/>
                <a:gd name="connsiteX9" fmla="*/ 359915 w 380887"/>
                <a:gd name="connsiteY9" fmla="*/ 574020 h 648749"/>
                <a:gd name="connsiteX10" fmla="*/ 376190 w 380887"/>
                <a:gd name="connsiteY10" fmla="*/ 627759 h 648749"/>
                <a:gd name="connsiteX11" fmla="*/ 341158 w 380887"/>
                <a:gd name="connsiteY11" fmla="*/ 648749 h 64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0887" h="648749">
                  <a:moveTo>
                    <a:pt x="341257" y="648699"/>
                  </a:moveTo>
                  <a:cubicBezTo>
                    <a:pt x="334956" y="648699"/>
                    <a:pt x="328505" y="647211"/>
                    <a:pt x="322550" y="643985"/>
                  </a:cubicBezTo>
                  <a:cubicBezTo>
                    <a:pt x="268761" y="615205"/>
                    <a:pt x="218396" y="577593"/>
                    <a:pt x="172944" y="532190"/>
                  </a:cubicBezTo>
                  <a:cubicBezTo>
                    <a:pt x="104318" y="463565"/>
                    <a:pt x="53010" y="382832"/>
                    <a:pt x="24578" y="298725"/>
                  </a:cubicBezTo>
                  <a:cubicBezTo>
                    <a:pt x="-9313" y="198590"/>
                    <a:pt x="-8122" y="100639"/>
                    <a:pt x="27952" y="22983"/>
                  </a:cubicBezTo>
                  <a:cubicBezTo>
                    <a:pt x="37181" y="3085"/>
                    <a:pt x="60801" y="-5549"/>
                    <a:pt x="80699" y="3730"/>
                  </a:cubicBezTo>
                  <a:cubicBezTo>
                    <a:pt x="100597" y="12959"/>
                    <a:pt x="109231" y="36579"/>
                    <a:pt x="99952" y="56477"/>
                  </a:cubicBezTo>
                  <a:cubicBezTo>
                    <a:pt x="72511" y="115525"/>
                    <a:pt x="72462" y="192536"/>
                    <a:pt x="99753" y="273319"/>
                  </a:cubicBezTo>
                  <a:cubicBezTo>
                    <a:pt x="124315" y="345914"/>
                    <a:pt x="169024" y="416028"/>
                    <a:pt x="229015" y="476069"/>
                  </a:cubicBezTo>
                  <a:cubicBezTo>
                    <a:pt x="268960" y="515964"/>
                    <a:pt x="312974" y="548912"/>
                    <a:pt x="359915" y="574020"/>
                  </a:cubicBezTo>
                  <a:cubicBezTo>
                    <a:pt x="379267" y="584341"/>
                    <a:pt x="386512" y="608407"/>
                    <a:pt x="376190" y="627759"/>
                  </a:cubicBezTo>
                  <a:cubicBezTo>
                    <a:pt x="369045" y="641107"/>
                    <a:pt x="355300" y="648749"/>
                    <a:pt x="341158" y="648749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98098A21-99C0-AFF5-7B8E-0174DAB7250B}"/>
                </a:ext>
              </a:extLst>
            </p:cNvPr>
            <p:cNvSpPr/>
            <p:nvPr/>
          </p:nvSpPr>
          <p:spPr>
            <a:xfrm>
              <a:off x="9565934" y="4777437"/>
              <a:ext cx="705137" cy="838121"/>
            </a:xfrm>
            <a:custGeom>
              <a:avLst/>
              <a:gdLst>
                <a:gd name="connsiteX0" fmla="*/ 414509 w 705137"/>
                <a:gd name="connsiteY0" fmla="*/ 838121 h 838121"/>
                <a:gd name="connsiteX1" fmla="*/ 327326 w 705137"/>
                <a:gd name="connsiteY1" fmla="*/ 828544 h 838121"/>
                <a:gd name="connsiteX2" fmla="*/ 295221 w 705137"/>
                <a:gd name="connsiteY2" fmla="*/ 789592 h 838121"/>
                <a:gd name="connsiteX3" fmla="*/ 334918 w 705137"/>
                <a:gd name="connsiteY3" fmla="*/ 749895 h 838121"/>
                <a:gd name="connsiteX4" fmla="*/ 343403 w 705137"/>
                <a:gd name="connsiteY4" fmla="*/ 750789 h 838121"/>
                <a:gd name="connsiteX5" fmla="*/ 568383 w 705137"/>
                <a:gd name="connsiteY5" fmla="*/ 701466 h 838121"/>
                <a:gd name="connsiteX6" fmla="*/ 605301 w 705137"/>
                <a:gd name="connsiteY6" fmla="*/ 431827 h 838121"/>
                <a:gd name="connsiteX7" fmla="*/ 475989 w 705137"/>
                <a:gd name="connsiteY7" fmla="*/ 229077 h 838121"/>
                <a:gd name="connsiteX8" fmla="*/ 274232 w 705137"/>
                <a:gd name="connsiteY8" fmla="*/ 100113 h 838121"/>
                <a:gd name="connsiteX9" fmla="*/ 273239 w 705137"/>
                <a:gd name="connsiteY9" fmla="*/ 99765 h 838121"/>
                <a:gd name="connsiteX10" fmla="*/ 56396 w 705137"/>
                <a:gd name="connsiteY10" fmla="*/ 99964 h 838121"/>
                <a:gd name="connsiteX11" fmla="*/ 3699 w 705137"/>
                <a:gd name="connsiteY11" fmla="*/ 80661 h 838121"/>
                <a:gd name="connsiteX12" fmla="*/ 23002 w 705137"/>
                <a:gd name="connsiteY12" fmla="*/ 27964 h 838121"/>
                <a:gd name="connsiteX13" fmla="*/ 297752 w 705137"/>
                <a:gd name="connsiteY13" fmla="*/ 24243 h 838121"/>
                <a:gd name="connsiteX14" fmla="*/ 298794 w 705137"/>
                <a:gd name="connsiteY14" fmla="*/ 24590 h 838121"/>
                <a:gd name="connsiteX15" fmla="*/ 532210 w 705137"/>
                <a:gd name="connsiteY15" fmla="*/ 172956 h 838121"/>
                <a:gd name="connsiteX16" fmla="*/ 680625 w 705137"/>
                <a:gd name="connsiteY16" fmla="*/ 406421 h 838121"/>
                <a:gd name="connsiteX17" fmla="*/ 624653 w 705137"/>
                <a:gd name="connsiteY17" fmla="*/ 757636 h 838121"/>
                <a:gd name="connsiteX18" fmla="*/ 414708 w 705137"/>
                <a:gd name="connsiteY18" fmla="*/ 838121 h 8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5137" h="838121">
                  <a:moveTo>
                    <a:pt x="414509" y="838121"/>
                  </a:moveTo>
                  <a:cubicBezTo>
                    <a:pt x="386374" y="838121"/>
                    <a:pt x="357148" y="834945"/>
                    <a:pt x="327326" y="828544"/>
                  </a:cubicBezTo>
                  <a:cubicBezTo>
                    <a:pt x="309065" y="824972"/>
                    <a:pt x="295221" y="808894"/>
                    <a:pt x="295221" y="789592"/>
                  </a:cubicBezTo>
                  <a:cubicBezTo>
                    <a:pt x="295221" y="767660"/>
                    <a:pt x="312985" y="749895"/>
                    <a:pt x="334918" y="749895"/>
                  </a:cubicBezTo>
                  <a:cubicBezTo>
                    <a:pt x="337746" y="749895"/>
                    <a:pt x="340624" y="750193"/>
                    <a:pt x="343403" y="750789"/>
                  </a:cubicBezTo>
                  <a:cubicBezTo>
                    <a:pt x="436491" y="770984"/>
                    <a:pt x="516381" y="753468"/>
                    <a:pt x="568383" y="701466"/>
                  </a:cubicBezTo>
                  <a:cubicBezTo>
                    <a:pt x="628375" y="641474"/>
                    <a:pt x="642169" y="540695"/>
                    <a:pt x="605301" y="431827"/>
                  </a:cubicBezTo>
                  <a:cubicBezTo>
                    <a:pt x="580739" y="359182"/>
                    <a:pt x="536031" y="289118"/>
                    <a:pt x="475989" y="229077"/>
                  </a:cubicBezTo>
                  <a:cubicBezTo>
                    <a:pt x="416196" y="169284"/>
                    <a:pt x="346479" y="124724"/>
                    <a:pt x="274232" y="100113"/>
                  </a:cubicBezTo>
                  <a:cubicBezTo>
                    <a:pt x="273884" y="100013"/>
                    <a:pt x="273537" y="99914"/>
                    <a:pt x="273239" y="99765"/>
                  </a:cubicBezTo>
                  <a:cubicBezTo>
                    <a:pt x="192556" y="72424"/>
                    <a:pt x="115544" y="72474"/>
                    <a:pt x="56396" y="99964"/>
                  </a:cubicBezTo>
                  <a:cubicBezTo>
                    <a:pt x="36499" y="109193"/>
                    <a:pt x="12929" y="100559"/>
                    <a:pt x="3699" y="80661"/>
                  </a:cubicBezTo>
                  <a:cubicBezTo>
                    <a:pt x="-5530" y="60763"/>
                    <a:pt x="3104" y="37194"/>
                    <a:pt x="23002" y="27964"/>
                  </a:cubicBezTo>
                  <a:cubicBezTo>
                    <a:pt x="100460" y="-8011"/>
                    <a:pt x="198014" y="-9301"/>
                    <a:pt x="297752" y="24243"/>
                  </a:cubicBezTo>
                  <a:cubicBezTo>
                    <a:pt x="298099" y="24342"/>
                    <a:pt x="298446" y="24441"/>
                    <a:pt x="298794" y="24590"/>
                  </a:cubicBezTo>
                  <a:cubicBezTo>
                    <a:pt x="382851" y="53023"/>
                    <a:pt x="463584" y="104330"/>
                    <a:pt x="532210" y="172956"/>
                  </a:cubicBezTo>
                  <a:cubicBezTo>
                    <a:pt x="600835" y="241532"/>
                    <a:pt x="652193" y="322264"/>
                    <a:pt x="680625" y="406421"/>
                  </a:cubicBezTo>
                  <a:cubicBezTo>
                    <a:pt x="727368" y="544515"/>
                    <a:pt x="706478" y="675861"/>
                    <a:pt x="624653" y="757636"/>
                  </a:cubicBezTo>
                  <a:cubicBezTo>
                    <a:pt x="571906" y="810383"/>
                    <a:pt x="498071" y="838121"/>
                    <a:pt x="414708" y="83812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8EA536C4-21F8-D874-5244-1C23C5CE5443}"/>
                </a:ext>
              </a:extLst>
            </p:cNvPr>
            <p:cNvSpPr/>
            <p:nvPr/>
          </p:nvSpPr>
          <p:spPr>
            <a:xfrm>
              <a:off x="9432807" y="4777427"/>
              <a:ext cx="838138" cy="838130"/>
            </a:xfrm>
            <a:custGeom>
              <a:avLst/>
              <a:gdLst>
                <a:gd name="connsiteX0" fmla="*/ 290452 w 838138"/>
                <a:gd name="connsiteY0" fmla="*/ 838131 h 838130"/>
                <a:gd name="connsiteX1" fmla="*/ 80507 w 838138"/>
                <a:gd name="connsiteY1" fmla="*/ 757646 h 838130"/>
                <a:gd name="connsiteX2" fmla="*/ 24534 w 838138"/>
                <a:gd name="connsiteY2" fmla="*/ 406331 h 838130"/>
                <a:gd name="connsiteX3" fmla="*/ 172901 w 838138"/>
                <a:gd name="connsiteY3" fmla="*/ 172916 h 838130"/>
                <a:gd name="connsiteX4" fmla="*/ 406366 w 838138"/>
                <a:gd name="connsiteY4" fmla="*/ 24550 h 838130"/>
                <a:gd name="connsiteX5" fmla="*/ 407408 w 838138"/>
                <a:gd name="connsiteY5" fmla="*/ 24202 h 838130"/>
                <a:gd name="connsiteX6" fmla="*/ 757631 w 838138"/>
                <a:gd name="connsiteY6" fmla="*/ 80522 h 838130"/>
                <a:gd name="connsiteX7" fmla="*/ 813604 w 838138"/>
                <a:gd name="connsiteY7" fmla="*/ 431787 h 838130"/>
                <a:gd name="connsiteX8" fmla="*/ 665188 w 838138"/>
                <a:gd name="connsiteY8" fmla="*/ 665202 h 838130"/>
                <a:gd name="connsiteX9" fmla="*/ 515681 w 838138"/>
                <a:gd name="connsiteY9" fmla="*/ 776998 h 838130"/>
                <a:gd name="connsiteX10" fmla="*/ 461941 w 838138"/>
                <a:gd name="connsiteY10" fmla="*/ 760772 h 838130"/>
                <a:gd name="connsiteX11" fmla="*/ 478167 w 838138"/>
                <a:gd name="connsiteY11" fmla="*/ 707033 h 838130"/>
                <a:gd name="connsiteX12" fmla="*/ 609067 w 838138"/>
                <a:gd name="connsiteY12" fmla="*/ 609081 h 838130"/>
                <a:gd name="connsiteX13" fmla="*/ 738379 w 838138"/>
                <a:gd name="connsiteY13" fmla="*/ 406331 h 838130"/>
                <a:gd name="connsiteX14" fmla="*/ 701461 w 838138"/>
                <a:gd name="connsiteY14" fmla="*/ 136643 h 838130"/>
                <a:gd name="connsiteX15" fmla="*/ 431822 w 838138"/>
                <a:gd name="connsiteY15" fmla="*/ 99725 h 838130"/>
                <a:gd name="connsiteX16" fmla="*/ 430780 w 838138"/>
                <a:gd name="connsiteY16" fmla="*/ 100072 h 838130"/>
                <a:gd name="connsiteX17" fmla="*/ 228972 w 838138"/>
                <a:gd name="connsiteY17" fmla="*/ 229037 h 838130"/>
                <a:gd name="connsiteX18" fmla="*/ 99710 w 838138"/>
                <a:gd name="connsiteY18" fmla="*/ 431737 h 838130"/>
                <a:gd name="connsiteX19" fmla="*/ 136628 w 838138"/>
                <a:gd name="connsiteY19" fmla="*/ 701426 h 838130"/>
                <a:gd name="connsiteX20" fmla="*/ 361608 w 838138"/>
                <a:gd name="connsiteY20" fmla="*/ 750748 h 838130"/>
                <a:gd name="connsiteX21" fmla="*/ 370044 w 838138"/>
                <a:gd name="connsiteY21" fmla="*/ 749855 h 838130"/>
                <a:gd name="connsiteX22" fmla="*/ 409740 w 838138"/>
                <a:gd name="connsiteY22" fmla="*/ 789552 h 838130"/>
                <a:gd name="connsiteX23" fmla="*/ 377288 w 838138"/>
                <a:gd name="connsiteY23" fmla="*/ 828603 h 838130"/>
                <a:gd name="connsiteX24" fmla="*/ 290402 w 838138"/>
                <a:gd name="connsiteY24" fmla="*/ 838131 h 83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8138" h="838130">
                  <a:moveTo>
                    <a:pt x="290452" y="838131"/>
                  </a:moveTo>
                  <a:cubicBezTo>
                    <a:pt x="207089" y="838131"/>
                    <a:pt x="133254" y="810393"/>
                    <a:pt x="80507" y="757646"/>
                  </a:cubicBezTo>
                  <a:cubicBezTo>
                    <a:pt x="-1318" y="675772"/>
                    <a:pt x="-22258" y="544475"/>
                    <a:pt x="24534" y="406331"/>
                  </a:cubicBezTo>
                  <a:cubicBezTo>
                    <a:pt x="52967" y="322274"/>
                    <a:pt x="104275" y="241541"/>
                    <a:pt x="172901" y="172916"/>
                  </a:cubicBezTo>
                  <a:cubicBezTo>
                    <a:pt x="241625" y="104241"/>
                    <a:pt x="322309" y="52982"/>
                    <a:pt x="406366" y="24550"/>
                  </a:cubicBezTo>
                  <a:cubicBezTo>
                    <a:pt x="406713" y="24450"/>
                    <a:pt x="407061" y="24302"/>
                    <a:pt x="407408" y="24202"/>
                  </a:cubicBezTo>
                  <a:cubicBezTo>
                    <a:pt x="545106" y="-22143"/>
                    <a:pt x="676005" y="-1154"/>
                    <a:pt x="757631" y="80522"/>
                  </a:cubicBezTo>
                  <a:cubicBezTo>
                    <a:pt x="839456" y="162346"/>
                    <a:pt x="860396" y="293643"/>
                    <a:pt x="813604" y="431787"/>
                  </a:cubicBezTo>
                  <a:cubicBezTo>
                    <a:pt x="785171" y="515894"/>
                    <a:pt x="733863" y="596627"/>
                    <a:pt x="665188" y="665202"/>
                  </a:cubicBezTo>
                  <a:cubicBezTo>
                    <a:pt x="619934" y="710457"/>
                    <a:pt x="569618" y="748069"/>
                    <a:pt x="515681" y="776998"/>
                  </a:cubicBezTo>
                  <a:cubicBezTo>
                    <a:pt x="496378" y="787369"/>
                    <a:pt x="472312" y="780074"/>
                    <a:pt x="461941" y="760772"/>
                  </a:cubicBezTo>
                  <a:cubicBezTo>
                    <a:pt x="451571" y="741469"/>
                    <a:pt x="458865" y="717403"/>
                    <a:pt x="478167" y="707033"/>
                  </a:cubicBezTo>
                  <a:cubicBezTo>
                    <a:pt x="525257" y="681776"/>
                    <a:pt x="569271" y="648828"/>
                    <a:pt x="609067" y="609081"/>
                  </a:cubicBezTo>
                  <a:cubicBezTo>
                    <a:pt x="669108" y="549040"/>
                    <a:pt x="713866" y="478976"/>
                    <a:pt x="738379" y="406331"/>
                  </a:cubicBezTo>
                  <a:cubicBezTo>
                    <a:pt x="775247" y="297464"/>
                    <a:pt x="761452" y="196634"/>
                    <a:pt x="701461" y="136643"/>
                  </a:cubicBezTo>
                  <a:cubicBezTo>
                    <a:pt x="641469" y="76651"/>
                    <a:pt x="540640" y="62807"/>
                    <a:pt x="431822" y="99725"/>
                  </a:cubicBezTo>
                  <a:cubicBezTo>
                    <a:pt x="431474" y="99824"/>
                    <a:pt x="431127" y="99973"/>
                    <a:pt x="430780" y="100072"/>
                  </a:cubicBezTo>
                  <a:cubicBezTo>
                    <a:pt x="358581" y="124635"/>
                    <a:pt x="288864" y="169244"/>
                    <a:pt x="228972" y="229037"/>
                  </a:cubicBezTo>
                  <a:cubicBezTo>
                    <a:pt x="168931" y="289078"/>
                    <a:pt x="124223" y="359142"/>
                    <a:pt x="99710" y="431737"/>
                  </a:cubicBezTo>
                  <a:cubicBezTo>
                    <a:pt x="62842" y="540605"/>
                    <a:pt x="76636" y="641434"/>
                    <a:pt x="136628" y="701426"/>
                  </a:cubicBezTo>
                  <a:cubicBezTo>
                    <a:pt x="188630" y="753428"/>
                    <a:pt x="268520" y="770894"/>
                    <a:pt x="361608" y="750748"/>
                  </a:cubicBezTo>
                  <a:cubicBezTo>
                    <a:pt x="364387" y="750153"/>
                    <a:pt x="367215" y="749855"/>
                    <a:pt x="370044" y="749855"/>
                  </a:cubicBezTo>
                  <a:cubicBezTo>
                    <a:pt x="391976" y="749855"/>
                    <a:pt x="409740" y="767620"/>
                    <a:pt x="409740" y="789552"/>
                  </a:cubicBezTo>
                  <a:cubicBezTo>
                    <a:pt x="409740" y="809003"/>
                    <a:pt x="395747" y="825180"/>
                    <a:pt x="377288" y="828603"/>
                  </a:cubicBezTo>
                  <a:cubicBezTo>
                    <a:pt x="347566" y="835004"/>
                    <a:pt x="318438" y="838131"/>
                    <a:pt x="290402" y="838131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91" name="Picture Placeholder 147">
              <a:extLst>
                <a:ext uri="{FF2B5EF4-FFF2-40B4-BE49-F238E27FC236}">
                  <a16:creationId xmlns:a16="http://schemas.microsoft.com/office/drawing/2014/main" id="{9B50F85A-F9E3-0559-34AC-311D0223DB22}"/>
                </a:ext>
              </a:extLst>
            </p:cNvPr>
            <p:cNvGrpSpPr/>
            <p:nvPr/>
          </p:nvGrpSpPr>
          <p:grpSpPr>
            <a:xfrm>
              <a:off x="9675127" y="4980413"/>
              <a:ext cx="353498" cy="374933"/>
              <a:chOff x="9675127" y="4980413"/>
              <a:chExt cx="353498" cy="374933"/>
            </a:xfrm>
            <a:solidFill>
              <a:srgbClr val="FFFFFF"/>
            </a:solidFill>
          </p:grpSpPr>
          <p:sp>
            <p:nvSpPr>
              <p:cNvPr id="392" name="Freeform 391">
                <a:extLst>
                  <a:ext uri="{FF2B5EF4-FFF2-40B4-BE49-F238E27FC236}">
                    <a16:creationId xmlns:a16="http://schemas.microsoft.com/office/drawing/2014/main" id="{B29DA89D-C686-C598-D97E-A5FC5D28C515}"/>
                  </a:ext>
                </a:extLst>
              </p:cNvPr>
              <p:cNvSpPr/>
              <p:nvPr/>
            </p:nvSpPr>
            <p:spPr>
              <a:xfrm>
                <a:off x="9732885" y="4980413"/>
                <a:ext cx="237881" cy="237881"/>
              </a:xfrm>
              <a:custGeom>
                <a:avLst/>
                <a:gdLst>
                  <a:gd name="connsiteX0" fmla="*/ 118941 w 237881"/>
                  <a:gd name="connsiteY0" fmla="*/ 237882 h 237881"/>
                  <a:gd name="connsiteX1" fmla="*/ 0 w 237881"/>
                  <a:gd name="connsiteY1" fmla="*/ 118941 h 237881"/>
                  <a:gd name="connsiteX2" fmla="*/ 118941 w 237881"/>
                  <a:gd name="connsiteY2" fmla="*/ 0 h 237881"/>
                  <a:gd name="connsiteX3" fmla="*/ 237882 w 237881"/>
                  <a:gd name="connsiteY3" fmla="*/ 118941 h 237881"/>
                  <a:gd name="connsiteX4" fmla="*/ 118941 w 237881"/>
                  <a:gd name="connsiteY4" fmla="*/ 237882 h 237881"/>
                  <a:gd name="connsiteX5" fmla="*/ 118941 w 237881"/>
                  <a:gd name="connsiteY5" fmla="*/ 79343 h 237881"/>
                  <a:gd name="connsiteX6" fmla="*/ 79393 w 237881"/>
                  <a:gd name="connsiteY6" fmla="*/ 118891 h 237881"/>
                  <a:gd name="connsiteX7" fmla="*/ 118941 w 237881"/>
                  <a:gd name="connsiteY7" fmla="*/ 158439 h 237881"/>
                  <a:gd name="connsiteX8" fmla="*/ 158489 w 237881"/>
                  <a:gd name="connsiteY8" fmla="*/ 118891 h 237881"/>
                  <a:gd name="connsiteX9" fmla="*/ 118941 w 237881"/>
                  <a:gd name="connsiteY9" fmla="*/ 79343 h 23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7881" h="237881">
                    <a:moveTo>
                      <a:pt x="118941" y="237882"/>
                    </a:moveTo>
                    <a:cubicBezTo>
                      <a:pt x="53342" y="237882"/>
                      <a:pt x="0" y="184539"/>
                      <a:pt x="0" y="118941"/>
                    </a:cubicBezTo>
                    <a:cubicBezTo>
                      <a:pt x="0" y="53342"/>
                      <a:pt x="53342" y="0"/>
                      <a:pt x="118941" y="0"/>
                    </a:cubicBezTo>
                    <a:cubicBezTo>
                      <a:pt x="184540" y="0"/>
                      <a:pt x="237882" y="53342"/>
                      <a:pt x="237882" y="118941"/>
                    </a:cubicBezTo>
                    <a:cubicBezTo>
                      <a:pt x="237882" y="184539"/>
                      <a:pt x="184540" y="237882"/>
                      <a:pt x="118941" y="237882"/>
                    </a:cubicBezTo>
                    <a:close/>
                    <a:moveTo>
                      <a:pt x="118941" y="79343"/>
                    </a:moveTo>
                    <a:cubicBezTo>
                      <a:pt x="97108" y="79343"/>
                      <a:pt x="79393" y="97108"/>
                      <a:pt x="79393" y="118891"/>
                    </a:cubicBezTo>
                    <a:cubicBezTo>
                      <a:pt x="79393" y="140675"/>
                      <a:pt x="97157" y="158439"/>
                      <a:pt x="118941" y="158439"/>
                    </a:cubicBezTo>
                    <a:cubicBezTo>
                      <a:pt x="140724" y="158439"/>
                      <a:pt x="158489" y="140675"/>
                      <a:pt x="158489" y="118891"/>
                    </a:cubicBezTo>
                    <a:cubicBezTo>
                      <a:pt x="158489" y="97108"/>
                      <a:pt x="140724" y="79343"/>
                      <a:pt x="118941" y="79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Freeform 392">
                <a:extLst>
                  <a:ext uri="{FF2B5EF4-FFF2-40B4-BE49-F238E27FC236}">
                    <a16:creationId xmlns:a16="http://schemas.microsoft.com/office/drawing/2014/main" id="{2C5DE55F-24E7-4CFC-622B-C062C553BD5E}"/>
                  </a:ext>
                </a:extLst>
              </p:cNvPr>
              <p:cNvSpPr/>
              <p:nvPr/>
            </p:nvSpPr>
            <p:spPr>
              <a:xfrm>
                <a:off x="9675127" y="5138901"/>
                <a:ext cx="353498" cy="216445"/>
              </a:xfrm>
              <a:custGeom>
                <a:avLst/>
                <a:gdLst>
                  <a:gd name="connsiteX0" fmla="*/ 313802 w 353498"/>
                  <a:gd name="connsiteY0" fmla="*/ 216445 h 216445"/>
                  <a:gd name="connsiteX1" fmla="*/ 274105 w 353498"/>
                  <a:gd name="connsiteY1" fmla="*/ 176749 h 216445"/>
                  <a:gd name="connsiteX2" fmla="*/ 176749 w 353498"/>
                  <a:gd name="connsiteY2" fmla="*/ 79393 h 216445"/>
                  <a:gd name="connsiteX3" fmla="*/ 79393 w 353498"/>
                  <a:gd name="connsiteY3" fmla="*/ 176749 h 216445"/>
                  <a:gd name="connsiteX4" fmla="*/ 39697 w 353498"/>
                  <a:gd name="connsiteY4" fmla="*/ 216445 h 216445"/>
                  <a:gd name="connsiteX5" fmla="*/ 0 w 353498"/>
                  <a:gd name="connsiteY5" fmla="*/ 176749 h 216445"/>
                  <a:gd name="connsiteX6" fmla="*/ 176749 w 353498"/>
                  <a:gd name="connsiteY6" fmla="*/ 0 h 216445"/>
                  <a:gd name="connsiteX7" fmla="*/ 353498 w 353498"/>
                  <a:gd name="connsiteY7" fmla="*/ 176749 h 216445"/>
                  <a:gd name="connsiteX8" fmla="*/ 313802 w 353498"/>
                  <a:gd name="connsiteY8" fmla="*/ 216445 h 21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3498" h="216445">
                    <a:moveTo>
                      <a:pt x="313802" y="216445"/>
                    </a:moveTo>
                    <a:cubicBezTo>
                      <a:pt x="291869" y="216445"/>
                      <a:pt x="274105" y="198681"/>
                      <a:pt x="274105" y="176749"/>
                    </a:cubicBezTo>
                    <a:cubicBezTo>
                      <a:pt x="274105" y="123059"/>
                      <a:pt x="230439" y="79393"/>
                      <a:pt x="176749" y="79393"/>
                    </a:cubicBezTo>
                    <a:cubicBezTo>
                      <a:pt x="123059" y="79393"/>
                      <a:pt x="79393" y="123059"/>
                      <a:pt x="79393" y="176749"/>
                    </a:cubicBezTo>
                    <a:cubicBezTo>
                      <a:pt x="79393" y="198681"/>
                      <a:pt x="61629" y="216445"/>
                      <a:pt x="39697" y="216445"/>
                    </a:cubicBezTo>
                    <a:cubicBezTo>
                      <a:pt x="17764" y="216445"/>
                      <a:pt x="0" y="198681"/>
                      <a:pt x="0" y="176749"/>
                    </a:cubicBezTo>
                    <a:cubicBezTo>
                      <a:pt x="0" y="79294"/>
                      <a:pt x="79294" y="0"/>
                      <a:pt x="176749" y="0"/>
                    </a:cubicBezTo>
                    <a:cubicBezTo>
                      <a:pt x="274204" y="0"/>
                      <a:pt x="353498" y="79294"/>
                      <a:pt x="353498" y="176749"/>
                    </a:cubicBezTo>
                    <a:cubicBezTo>
                      <a:pt x="353498" y="198681"/>
                      <a:pt x="335734" y="216445"/>
                      <a:pt x="313802" y="216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DA3C37A7-0DB2-ADBB-D5B1-F8DA84C0281E}"/>
                </a:ext>
              </a:extLst>
            </p:cNvPr>
            <p:cNvSpPr/>
            <p:nvPr/>
          </p:nvSpPr>
          <p:spPr>
            <a:xfrm>
              <a:off x="9418637" y="4763322"/>
              <a:ext cx="237881" cy="237881"/>
            </a:xfrm>
            <a:custGeom>
              <a:avLst/>
              <a:gdLst>
                <a:gd name="connsiteX0" fmla="*/ 118941 w 237881"/>
                <a:gd name="connsiteY0" fmla="*/ 237882 h 237881"/>
                <a:gd name="connsiteX1" fmla="*/ 0 w 237881"/>
                <a:gd name="connsiteY1" fmla="*/ 118941 h 237881"/>
                <a:gd name="connsiteX2" fmla="*/ 118941 w 237881"/>
                <a:gd name="connsiteY2" fmla="*/ 0 h 237881"/>
                <a:gd name="connsiteX3" fmla="*/ 237882 w 237881"/>
                <a:gd name="connsiteY3" fmla="*/ 118941 h 237881"/>
                <a:gd name="connsiteX4" fmla="*/ 118941 w 237881"/>
                <a:gd name="connsiteY4" fmla="*/ 237882 h 237881"/>
                <a:gd name="connsiteX5" fmla="*/ 118941 w 237881"/>
                <a:gd name="connsiteY5" fmla="*/ 79393 h 237881"/>
                <a:gd name="connsiteX6" fmla="*/ 79393 w 237881"/>
                <a:gd name="connsiteY6" fmla="*/ 118941 h 237881"/>
                <a:gd name="connsiteX7" fmla="*/ 118941 w 237881"/>
                <a:gd name="connsiteY7" fmla="*/ 158488 h 237881"/>
                <a:gd name="connsiteX8" fmla="*/ 158489 w 237881"/>
                <a:gd name="connsiteY8" fmla="*/ 118941 h 237881"/>
                <a:gd name="connsiteX9" fmla="*/ 118941 w 237881"/>
                <a:gd name="connsiteY9" fmla="*/ 79393 h 23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37881">
                  <a:moveTo>
                    <a:pt x="118941" y="237882"/>
                  </a:moveTo>
                  <a:cubicBezTo>
                    <a:pt x="53342" y="237882"/>
                    <a:pt x="0" y="184539"/>
                    <a:pt x="0" y="118941"/>
                  </a:cubicBezTo>
                  <a:cubicBezTo>
                    <a:pt x="0" y="53342"/>
                    <a:pt x="53392" y="0"/>
                    <a:pt x="118941" y="0"/>
                  </a:cubicBezTo>
                  <a:cubicBezTo>
                    <a:pt x="184490" y="0"/>
                    <a:pt x="237882" y="53342"/>
                    <a:pt x="237882" y="118941"/>
                  </a:cubicBezTo>
                  <a:cubicBezTo>
                    <a:pt x="237882" y="184539"/>
                    <a:pt x="184540" y="237882"/>
                    <a:pt x="118941" y="237882"/>
                  </a:cubicBezTo>
                  <a:close/>
                  <a:moveTo>
                    <a:pt x="118941" y="79393"/>
                  </a:moveTo>
                  <a:cubicBezTo>
                    <a:pt x="97108" y="79393"/>
                    <a:pt x="79393" y="97157"/>
                    <a:pt x="79393" y="118941"/>
                  </a:cubicBezTo>
                  <a:cubicBezTo>
                    <a:pt x="79393" y="140724"/>
                    <a:pt x="97157" y="158488"/>
                    <a:pt x="118941" y="158488"/>
                  </a:cubicBezTo>
                  <a:cubicBezTo>
                    <a:pt x="140724" y="158488"/>
                    <a:pt x="158489" y="140724"/>
                    <a:pt x="158489" y="118941"/>
                  </a:cubicBezTo>
                  <a:cubicBezTo>
                    <a:pt x="158489" y="97157"/>
                    <a:pt x="140724" y="79393"/>
                    <a:pt x="11894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DC9DB43E-B837-4D67-E26F-73B632A90DB4}"/>
                </a:ext>
              </a:extLst>
            </p:cNvPr>
            <p:cNvSpPr/>
            <p:nvPr/>
          </p:nvSpPr>
          <p:spPr>
            <a:xfrm>
              <a:off x="9732885" y="5385764"/>
              <a:ext cx="237881" cy="237881"/>
            </a:xfrm>
            <a:custGeom>
              <a:avLst/>
              <a:gdLst>
                <a:gd name="connsiteX0" fmla="*/ 118941 w 237881"/>
                <a:gd name="connsiteY0" fmla="*/ 237882 h 237881"/>
                <a:gd name="connsiteX1" fmla="*/ 0 w 237881"/>
                <a:gd name="connsiteY1" fmla="*/ 118941 h 237881"/>
                <a:gd name="connsiteX2" fmla="*/ 118941 w 237881"/>
                <a:gd name="connsiteY2" fmla="*/ 0 h 237881"/>
                <a:gd name="connsiteX3" fmla="*/ 237882 w 237881"/>
                <a:gd name="connsiteY3" fmla="*/ 118941 h 237881"/>
                <a:gd name="connsiteX4" fmla="*/ 118941 w 237881"/>
                <a:gd name="connsiteY4" fmla="*/ 237882 h 237881"/>
                <a:gd name="connsiteX5" fmla="*/ 118941 w 237881"/>
                <a:gd name="connsiteY5" fmla="*/ 79393 h 237881"/>
                <a:gd name="connsiteX6" fmla="*/ 79393 w 237881"/>
                <a:gd name="connsiteY6" fmla="*/ 118941 h 237881"/>
                <a:gd name="connsiteX7" fmla="*/ 118941 w 237881"/>
                <a:gd name="connsiteY7" fmla="*/ 158488 h 237881"/>
                <a:gd name="connsiteX8" fmla="*/ 158489 w 237881"/>
                <a:gd name="connsiteY8" fmla="*/ 118941 h 237881"/>
                <a:gd name="connsiteX9" fmla="*/ 118941 w 237881"/>
                <a:gd name="connsiteY9" fmla="*/ 79393 h 23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881" h="237881">
                  <a:moveTo>
                    <a:pt x="118941" y="237882"/>
                  </a:moveTo>
                  <a:cubicBezTo>
                    <a:pt x="53342" y="237882"/>
                    <a:pt x="0" y="184539"/>
                    <a:pt x="0" y="118941"/>
                  </a:cubicBezTo>
                  <a:cubicBezTo>
                    <a:pt x="0" y="53342"/>
                    <a:pt x="53342" y="0"/>
                    <a:pt x="118941" y="0"/>
                  </a:cubicBezTo>
                  <a:cubicBezTo>
                    <a:pt x="184540" y="0"/>
                    <a:pt x="237882" y="53342"/>
                    <a:pt x="237882" y="118941"/>
                  </a:cubicBezTo>
                  <a:cubicBezTo>
                    <a:pt x="237882" y="184539"/>
                    <a:pt x="184540" y="237882"/>
                    <a:pt x="118941" y="237882"/>
                  </a:cubicBezTo>
                  <a:close/>
                  <a:moveTo>
                    <a:pt x="118941" y="79393"/>
                  </a:moveTo>
                  <a:cubicBezTo>
                    <a:pt x="97108" y="79393"/>
                    <a:pt x="79393" y="97157"/>
                    <a:pt x="79393" y="118941"/>
                  </a:cubicBezTo>
                  <a:cubicBezTo>
                    <a:pt x="79393" y="140724"/>
                    <a:pt x="97157" y="158488"/>
                    <a:pt x="118941" y="158488"/>
                  </a:cubicBezTo>
                  <a:cubicBezTo>
                    <a:pt x="140724" y="158488"/>
                    <a:pt x="158489" y="140724"/>
                    <a:pt x="158489" y="118941"/>
                  </a:cubicBezTo>
                  <a:cubicBezTo>
                    <a:pt x="158489" y="97157"/>
                    <a:pt x="140724" y="79393"/>
                    <a:pt x="118941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18168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B94389-A535-B1C5-E724-986A2AFA8C1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icons in white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D24198A9-A56B-032C-9551-4F3299842488}"/>
              </a:ext>
            </a:extLst>
          </p:cNvPr>
          <p:cNvGrpSpPr/>
          <p:nvPr/>
        </p:nvGrpSpPr>
        <p:grpSpPr>
          <a:xfrm>
            <a:off x="1487969" y="1568334"/>
            <a:ext cx="843081" cy="599517"/>
            <a:chOff x="1487969" y="1568334"/>
            <a:chExt cx="843081" cy="599517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2565448-4025-EB72-2A2D-4C340FF94A1B}"/>
                </a:ext>
              </a:extLst>
            </p:cNvPr>
            <p:cNvSpPr/>
            <p:nvPr/>
          </p:nvSpPr>
          <p:spPr>
            <a:xfrm>
              <a:off x="1487969" y="1568334"/>
              <a:ext cx="843081" cy="520272"/>
            </a:xfrm>
            <a:custGeom>
              <a:avLst/>
              <a:gdLst>
                <a:gd name="connsiteX0" fmla="*/ 421590 w 843081"/>
                <a:gd name="connsiteY0" fmla="*/ 520273 h 520272"/>
                <a:gd name="connsiteX1" fmla="*/ 5322 w 843081"/>
                <a:gd name="connsiteY1" fmla="*/ 279960 h 520272"/>
                <a:gd name="connsiteX2" fmla="*/ 5322 w 843081"/>
                <a:gd name="connsiteY2" fmla="*/ 240214 h 520272"/>
                <a:gd name="connsiteX3" fmla="*/ 421541 w 843081"/>
                <a:gd name="connsiteY3" fmla="*/ 0 h 520272"/>
                <a:gd name="connsiteX4" fmla="*/ 837759 w 843081"/>
                <a:gd name="connsiteY4" fmla="*/ 240214 h 520272"/>
                <a:gd name="connsiteX5" fmla="*/ 837759 w 843081"/>
                <a:gd name="connsiteY5" fmla="*/ 279960 h 520272"/>
                <a:gd name="connsiteX6" fmla="*/ 421491 w 843081"/>
                <a:gd name="connsiteY6" fmla="*/ 520273 h 520272"/>
                <a:gd name="connsiteX7" fmla="*/ 86353 w 843081"/>
                <a:gd name="connsiteY7" fmla="*/ 260161 h 520272"/>
                <a:gd name="connsiteX8" fmla="*/ 421590 w 843081"/>
                <a:gd name="connsiteY8" fmla="*/ 440929 h 520272"/>
                <a:gd name="connsiteX9" fmla="*/ 756828 w 843081"/>
                <a:gd name="connsiteY9" fmla="*/ 260161 h 520272"/>
                <a:gd name="connsiteX10" fmla="*/ 421590 w 843081"/>
                <a:gd name="connsiteY10" fmla="*/ 79443 h 520272"/>
                <a:gd name="connsiteX11" fmla="*/ 86353 w 843081"/>
                <a:gd name="connsiteY11" fmla="*/ 260161 h 52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3081" h="520272">
                  <a:moveTo>
                    <a:pt x="421590" y="520273"/>
                  </a:moveTo>
                  <a:cubicBezTo>
                    <a:pt x="250498" y="520273"/>
                    <a:pt x="91017" y="428177"/>
                    <a:pt x="5322" y="279960"/>
                  </a:cubicBezTo>
                  <a:cubicBezTo>
                    <a:pt x="-1774" y="267654"/>
                    <a:pt x="-1774" y="252520"/>
                    <a:pt x="5322" y="240214"/>
                  </a:cubicBezTo>
                  <a:cubicBezTo>
                    <a:pt x="91066" y="92046"/>
                    <a:pt x="250548" y="0"/>
                    <a:pt x="421541" y="0"/>
                  </a:cubicBezTo>
                  <a:cubicBezTo>
                    <a:pt x="592534" y="0"/>
                    <a:pt x="752064" y="92046"/>
                    <a:pt x="837759" y="240214"/>
                  </a:cubicBezTo>
                  <a:cubicBezTo>
                    <a:pt x="844855" y="252520"/>
                    <a:pt x="844855" y="267654"/>
                    <a:pt x="837759" y="279960"/>
                  </a:cubicBezTo>
                  <a:cubicBezTo>
                    <a:pt x="752114" y="428177"/>
                    <a:pt x="592583" y="520273"/>
                    <a:pt x="421491" y="520273"/>
                  </a:cubicBezTo>
                  <a:close/>
                  <a:moveTo>
                    <a:pt x="86353" y="260161"/>
                  </a:moveTo>
                  <a:cubicBezTo>
                    <a:pt x="160188" y="372205"/>
                    <a:pt x="286572" y="440929"/>
                    <a:pt x="421590" y="440929"/>
                  </a:cubicBezTo>
                  <a:cubicBezTo>
                    <a:pt x="556608" y="440929"/>
                    <a:pt x="682992" y="372205"/>
                    <a:pt x="756828" y="260161"/>
                  </a:cubicBezTo>
                  <a:cubicBezTo>
                    <a:pt x="682943" y="148118"/>
                    <a:pt x="556559" y="79443"/>
                    <a:pt x="421590" y="79443"/>
                  </a:cubicBezTo>
                  <a:cubicBezTo>
                    <a:pt x="286622" y="79443"/>
                    <a:pt x="160238" y="148118"/>
                    <a:pt x="86353" y="26016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6CABD87-AE79-EC69-9FE4-E8A699C0CFBC}"/>
                </a:ext>
              </a:extLst>
            </p:cNvPr>
            <p:cNvSpPr/>
            <p:nvPr/>
          </p:nvSpPr>
          <p:spPr>
            <a:xfrm>
              <a:off x="1723829" y="1636464"/>
              <a:ext cx="384362" cy="384361"/>
            </a:xfrm>
            <a:custGeom>
              <a:avLst/>
              <a:gdLst>
                <a:gd name="connsiteX0" fmla="*/ 192181 w 384362"/>
                <a:gd name="connsiteY0" fmla="*/ 384362 h 384361"/>
                <a:gd name="connsiteX1" fmla="*/ 0 w 384362"/>
                <a:gd name="connsiteY1" fmla="*/ 192181 h 384361"/>
                <a:gd name="connsiteX2" fmla="*/ 192181 w 384362"/>
                <a:gd name="connsiteY2" fmla="*/ 0 h 384361"/>
                <a:gd name="connsiteX3" fmla="*/ 384362 w 384362"/>
                <a:gd name="connsiteY3" fmla="*/ 192181 h 384361"/>
                <a:gd name="connsiteX4" fmla="*/ 192181 w 384362"/>
                <a:gd name="connsiteY4" fmla="*/ 384362 h 384361"/>
                <a:gd name="connsiteX5" fmla="*/ 192181 w 384362"/>
                <a:gd name="connsiteY5" fmla="*/ 79343 h 384361"/>
                <a:gd name="connsiteX6" fmla="*/ 79393 w 384362"/>
                <a:gd name="connsiteY6" fmla="*/ 192131 h 384361"/>
                <a:gd name="connsiteX7" fmla="*/ 192181 w 384362"/>
                <a:gd name="connsiteY7" fmla="*/ 304919 h 384361"/>
                <a:gd name="connsiteX8" fmla="*/ 304969 w 384362"/>
                <a:gd name="connsiteY8" fmla="*/ 192131 h 384361"/>
                <a:gd name="connsiteX9" fmla="*/ 192181 w 384362"/>
                <a:gd name="connsiteY9" fmla="*/ 79343 h 38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362" h="384361">
                  <a:moveTo>
                    <a:pt x="192181" y="384362"/>
                  </a:moveTo>
                  <a:cubicBezTo>
                    <a:pt x="86191" y="384362"/>
                    <a:pt x="0" y="298121"/>
                    <a:pt x="0" y="192181"/>
                  </a:cubicBezTo>
                  <a:cubicBezTo>
                    <a:pt x="0" y="86241"/>
                    <a:pt x="86241" y="0"/>
                    <a:pt x="192181" y="0"/>
                  </a:cubicBezTo>
                  <a:cubicBezTo>
                    <a:pt x="298121" y="0"/>
                    <a:pt x="384362" y="86241"/>
                    <a:pt x="384362" y="192181"/>
                  </a:cubicBezTo>
                  <a:cubicBezTo>
                    <a:pt x="384362" y="298121"/>
                    <a:pt x="298121" y="384362"/>
                    <a:pt x="192181" y="384362"/>
                  </a:cubicBezTo>
                  <a:close/>
                  <a:moveTo>
                    <a:pt x="192181" y="79343"/>
                  </a:moveTo>
                  <a:cubicBezTo>
                    <a:pt x="129957" y="79343"/>
                    <a:pt x="79393" y="129957"/>
                    <a:pt x="79393" y="192131"/>
                  </a:cubicBezTo>
                  <a:cubicBezTo>
                    <a:pt x="79393" y="254306"/>
                    <a:pt x="130006" y="304919"/>
                    <a:pt x="192181" y="304919"/>
                  </a:cubicBezTo>
                  <a:cubicBezTo>
                    <a:pt x="254356" y="304919"/>
                    <a:pt x="304969" y="254306"/>
                    <a:pt x="304969" y="192131"/>
                  </a:cubicBezTo>
                  <a:cubicBezTo>
                    <a:pt x="304969" y="129957"/>
                    <a:pt x="254356" y="79343"/>
                    <a:pt x="192181" y="7934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8D7BE2BF-1164-D7B2-C5F6-DC8AE1AD45ED}"/>
                </a:ext>
              </a:extLst>
            </p:cNvPr>
            <p:cNvSpPr/>
            <p:nvPr/>
          </p:nvSpPr>
          <p:spPr>
            <a:xfrm>
              <a:off x="1972131" y="1907591"/>
              <a:ext cx="260260" cy="260260"/>
            </a:xfrm>
            <a:custGeom>
              <a:avLst/>
              <a:gdLst>
                <a:gd name="connsiteX0" fmla="*/ 220614 w 260260"/>
                <a:gd name="connsiteY0" fmla="*/ 260260 h 260260"/>
                <a:gd name="connsiteX1" fmla="*/ 192529 w 260260"/>
                <a:gd name="connsiteY1" fmla="*/ 248649 h 260260"/>
                <a:gd name="connsiteX2" fmla="*/ 11611 w 260260"/>
                <a:gd name="connsiteY2" fmla="*/ 67732 h 260260"/>
                <a:gd name="connsiteX3" fmla="*/ 11611 w 260260"/>
                <a:gd name="connsiteY3" fmla="*/ 11611 h 260260"/>
                <a:gd name="connsiteX4" fmla="*/ 67732 w 260260"/>
                <a:gd name="connsiteY4" fmla="*/ 11611 h 260260"/>
                <a:gd name="connsiteX5" fmla="*/ 248650 w 260260"/>
                <a:gd name="connsiteY5" fmla="*/ 192528 h 260260"/>
                <a:gd name="connsiteX6" fmla="*/ 248650 w 260260"/>
                <a:gd name="connsiteY6" fmla="*/ 248649 h 260260"/>
                <a:gd name="connsiteX7" fmla="*/ 220564 w 260260"/>
                <a:gd name="connsiteY7" fmla="*/ 260260 h 26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60" h="260260">
                  <a:moveTo>
                    <a:pt x="220614" y="260260"/>
                  </a:moveTo>
                  <a:cubicBezTo>
                    <a:pt x="210442" y="260260"/>
                    <a:pt x="200319" y="256390"/>
                    <a:pt x="192529" y="248649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48650" y="192528"/>
                  </a:lnTo>
                  <a:cubicBezTo>
                    <a:pt x="264131" y="208010"/>
                    <a:pt x="264131" y="233168"/>
                    <a:pt x="248650" y="248649"/>
                  </a:cubicBezTo>
                  <a:cubicBezTo>
                    <a:pt x="240909" y="256390"/>
                    <a:pt x="230736" y="260260"/>
                    <a:pt x="220564" y="260260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97F6AA59-124C-1B68-A758-4DAD42D9825E}"/>
                </a:ext>
              </a:extLst>
            </p:cNvPr>
            <p:cNvSpPr/>
            <p:nvPr/>
          </p:nvSpPr>
          <p:spPr>
            <a:xfrm>
              <a:off x="1853091" y="1765676"/>
              <a:ext cx="125838" cy="125838"/>
            </a:xfrm>
            <a:custGeom>
              <a:avLst/>
              <a:gdLst>
                <a:gd name="connsiteX0" fmla="*/ 62919 w 125838"/>
                <a:gd name="connsiteY0" fmla="*/ 125838 h 125838"/>
                <a:gd name="connsiteX1" fmla="*/ 0 w 125838"/>
                <a:gd name="connsiteY1" fmla="*/ 62919 h 125838"/>
                <a:gd name="connsiteX2" fmla="*/ 62919 w 125838"/>
                <a:gd name="connsiteY2" fmla="*/ 0 h 125838"/>
                <a:gd name="connsiteX3" fmla="*/ 125838 w 125838"/>
                <a:gd name="connsiteY3" fmla="*/ 62919 h 125838"/>
                <a:gd name="connsiteX4" fmla="*/ 62919 w 125838"/>
                <a:gd name="connsiteY4" fmla="*/ 125838 h 125838"/>
                <a:gd name="connsiteX5" fmla="*/ 62919 w 125838"/>
                <a:gd name="connsiteY5" fmla="*/ 46445 h 125838"/>
                <a:gd name="connsiteX6" fmla="*/ 46445 w 125838"/>
                <a:gd name="connsiteY6" fmla="*/ 62919 h 125838"/>
                <a:gd name="connsiteX7" fmla="*/ 62919 w 125838"/>
                <a:gd name="connsiteY7" fmla="*/ 79393 h 125838"/>
                <a:gd name="connsiteX8" fmla="*/ 79393 w 125838"/>
                <a:gd name="connsiteY8" fmla="*/ 62919 h 125838"/>
                <a:gd name="connsiteX9" fmla="*/ 62919 w 125838"/>
                <a:gd name="connsiteY9" fmla="*/ 46445 h 12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838" h="125838">
                  <a:moveTo>
                    <a:pt x="62919" y="125838"/>
                  </a:moveTo>
                  <a:cubicBezTo>
                    <a:pt x="28234" y="125838"/>
                    <a:pt x="0" y="97604"/>
                    <a:pt x="0" y="62919"/>
                  </a:cubicBezTo>
                  <a:cubicBezTo>
                    <a:pt x="0" y="28234"/>
                    <a:pt x="28234" y="0"/>
                    <a:pt x="62919" y="0"/>
                  </a:cubicBezTo>
                  <a:cubicBezTo>
                    <a:pt x="97604" y="0"/>
                    <a:pt x="125838" y="28234"/>
                    <a:pt x="125838" y="62919"/>
                  </a:cubicBezTo>
                  <a:cubicBezTo>
                    <a:pt x="125838" y="97604"/>
                    <a:pt x="97604" y="125838"/>
                    <a:pt x="62919" y="125838"/>
                  </a:cubicBezTo>
                  <a:close/>
                  <a:moveTo>
                    <a:pt x="62919" y="46445"/>
                  </a:moveTo>
                  <a:cubicBezTo>
                    <a:pt x="53839" y="46445"/>
                    <a:pt x="46445" y="53838"/>
                    <a:pt x="46445" y="62919"/>
                  </a:cubicBezTo>
                  <a:cubicBezTo>
                    <a:pt x="46445" y="72000"/>
                    <a:pt x="53839" y="79393"/>
                    <a:pt x="62919" y="79393"/>
                  </a:cubicBezTo>
                  <a:cubicBezTo>
                    <a:pt x="72000" y="79393"/>
                    <a:pt x="79393" y="72000"/>
                    <a:pt x="79393" y="62919"/>
                  </a:cubicBezTo>
                  <a:cubicBezTo>
                    <a:pt x="79393" y="53838"/>
                    <a:pt x="72000" y="46445"/>
                    <a:pt x="62919" y="46445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C5D07A6F-9E21-50E5-A05F-8689CF1DF42A}"/>
              </a:ext>
            </a:extLst>
          </p:cNvPr>
          <p:cNvGrpSpPr/>
          <p:nvPr/>
        </p:nvGrpSpPr>
        <p:grpSpPr>
          <a:xfrm>
            <a:off x="2800279" y="1422053"/>
            <a:ext cx="853575" cy="853624"/>
            <a:chOff x="2800279" y="1422053"/>
            <a:chExt cx="853575" cy="853624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76F57F51-4582-C577-EA65-C7DA6512FFA0}"/>
                </a:ext>
              </a:extLst>
            </p:cNvPr>
            <p:cNvSpPr/>
            <p:nvPr/>
          </p:nvSpPr>
          <p:spPr>
            <a:xfrm>
              <a:off x="2800279" y="1422053"/>
              <a:ext cx="853575" cy="853624"/>
            </a:xfrm>
            <a:custGeom>
              <a:avLst/>
              <a:gdLst>
                <a:gd name="connsiteX0" fmla="*/ 426788 w 853575"/>
                <a:gd name="connsiteY0" fmla="*/ 853625 h 853624"/>
                <a:gd name="connsiteX1" fmla="*/ 0 w 853575"/>
                <a:gd name="connsiteY1" fmla="*/ 426837 h 853624"/>
                <a:gd name="connsiteX2" fmla="*/ 426788 w 853575"/>
                <a:gd name="connsiteY2" fmla="*/ 0 h 853624"/>
                <a:gd name="connsiteX3" fmla="*/ 632019 w 853575"/>
                <a:gd name="connsiteY3" fmla="*/ 52548 h 853624"/>
                <a:gd name="connsiteX4" fmla="*/ 647700 w 853575"/>
                <a:gd name="connsiteY4" fmla="*/ 106436 h 853624"/>
                <a:gd name="connsiteX5" fmla="*/ 593811 w 853575"/>
                <a:gd name="connsiteY5" fmla="*/ 122117 h 853624"/>
                <a:gd name="connsiteX6" fmla="*/ 426788 w 853575"/>
                <a:gd name="connsiteY6" fmla="*/ 79393 h 853624"/>
                <a:gd name="connsiteX7" fmla="*/ 79393 w 853575"/>
                <a:gd name="connsiteY7" fmla="*/ 426837 h 853624"/>
                <a:gd name="connsiteX8" fmla="*/ 426788 w 853575"/>
                <a:gd name="connsiteY8" fmla="*/ 774232 h 853624"/>
                <a:gd name="connsiteX9" fmla="*/ 774233 w 853575"/>
                <a:gd name="connsiteY9" fmla="*/ 426837 h 853624"/>
                <a:gd name="connsiteX10" fmla="*/ 749025 w 853575"/>
                <a:gd name="connsiteY10" fmla="*/ 296781 h 853624"/>
                <a:gd name="connsiteX11" fmla="*/ 770908 w 853575"/>
                <a:gd name="connsiteY11" fmla="*/ 245077 h 853624"/>
                <a:gd name="connsiteX12" fmla="*/ 822613 w 853575"/>
                <a:gd name="connsiteY12" fmla="*/ 267009 h 853624"/>
                <a:gd name="connsiteX13" fmla="*/ 853576 w 853575"/>
                <a:gd name="connsiteY13" fmla="*/ 426837 h 853624"/>
                <a:gd name="connsiteX14" fmla="*/ 426738 w 853575"/>
                <a:gd name="connsiteY14" fmla="*/ 853625 h 85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3575" h="853624">
                  <a:moveTo>
                    <a:pt x="426788" y="853625"/>
                  </a:moveTo>
                  <a:cubicBezTo>
                    <a:pt x="191437" y="853625"/>
                    <a:pt x="0" y="662138"/>
                    <a:pt x="0" y="426837"/>
                  </a:cubicBezTo>
                  <a:cubicBezTo>
                    <a:pt x="0" y="191536"/>
                    <a:pt x="191437" y="0"/>
                    <a:pt x="426788" y="0"/>
                  </a:cubicBezTo>
                  <a:cubicBezTo>
                    <a:pt x="498540" y="0"/>
                    <a:pt x="569497" y="18161"/>
                    <a:pt x="632019" y="52548"/>
                  </a:cubicBezTo>
                  <a:cubicBezTo>
                    <a:pt x="651223" y="63118"/>
                    <a:pt x="658219" y="87233"/>
                    <a:pt x="647700" y="106436"/>
                  </a:cubicBezTo>
                  <a:cubicBezTo>
                    <a:pt x="637130" y="125640"/>
                    <a:pt x="613015" y="132686"/>
                    <a:pt x="593811" y="122117"/>
                  </a:cubicBezTo>
                  <a:cubicBezTo>
                    <a:pt x="542950" y="94180"/>
                    <a:pt x="485241" y="79393"/>
                    <a:pt x="426788" y="79393"/>
                  </a:cubicBezTo>
                  <a:cubicBezTo>
                    <a:pt x="235252" y="79393"/>
                    <a:pt x="79393" y="235252"/>
                    <a:pt x="79393" y="426837"/>
                  </a:cubicBezTo>
                  <a:cubicBezTo>
                    <a:pt x="79393" y="618423"/>
                    <a:pt x="235252" y="774232"/>
                    <a:pt x="426788" y="774232"/>
                  </a:cubicBezTo>
                  <a:cubicBezTo>
                    <a:pt x="618324" y="774232"/>
                    <a:pt x="774233" y="618373"/>
                    <a:pt x="774233" y="426837"/>
                  </a:cubicBezTo>
                  <a:cubicBezTo>
                    <a:pt x="774233" y="381831"/>
                    <a:pt x="765747" y="338066"/>
                    <a:pt x="749025" y="296781"/>
                  </a:cubicBezTo>
                  <a:cubicBezTo>
                    <a:pt x="740788" y="276437"/>
                    <a:pt x="750613" y="253314"/>
                    <a:pt x="770908" y="245077"/>
                  </a:cubicBezTo>
                  <a:cubicBezTo>
                    <a:pt x="791252" y="236840"/>
                    <a:pt x="814376" y="246664"/>
                    <a:pt x="822613" y="267009"/>
                  </a:cubicBezTo>
                  <a:cubicBezTo>
                    <a:pt x="843156" y="317820"/>
                    <a:pt x="853576" y="371609"/>
                    <a:pt x="853576" y="426837"/>
                  </a:cubicBezTo>
                  <a:cubicBezTo>
                    <a:pt x="853576" y="662188"/>
                    <a:pt x="662090" y="853625"/>
                    <a:pt x="426738" y="85362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FF61303-EAD5-0504-E3F4-93CB96AFF91B}"/>
                </a:ext>
              </a:extLst>
            </p:cNvPr>
            <p:cNvSpPr/>
            <p:nvPr/>
          </p:nvSpPr>
          <p:spPr>
            <a:xfrm>
              <a:off x="3041436" y="1498121"/>
              <a:ext cx="573615" cy="422718"/>
            </a:xfrm>
            <a:custGeom>
              <a:avLst/>
              <a:gdLst>
                <a:gd name="connsiteX0" fmla="*/ 190544 w 573615"/>
                <a:gd name="connsiteY0" fmla="*/ 422719 h 422718"/>
                <a:gd name="connsiteX1" fmla="*/ 162458 w 573615"/>
                <a:gd name="connsiteY1" fmla="*/ 411107 h 422718"/>
                <a:gd name="connsiteX2" fmla="*/ 11611 w 573615"/>
                <a:gd name="connsiteY2" fmla="*/ 260261 h 422718"/>
                <a:gd name="connsiteX3" fmla="*/ 11611 w 573615"/>
                <a:gd name="connsiteY3" fmla="*/ 204140 h 422718"/>
                <a:gd name="connsiteX4" fmla="*/ 67732 w 573615"/>
                <a:gd name="connsiteY4" fmla="*/ 204140 h 422718"/>
                <a:gd name="connsiteX5" fmla="*/ 190544 w 573615"/>
                <a:gd name="connsiteY5" fmla="*/ 326951 h 422718"/>
                <a:gd name="connsiteX6" fmla="*/ 505883 w 573615"/>
                <a:gd name="connsiteY6" fmla="*/ 11611 h 422718"/>
                <a:gd name="connsiteX7" fmla="*/ 562005 w 573615"/>
                <a:gd name="connsiteY7" fmla="*/ 11611 h 422718"/>
                <a:gd name="connsiteX8" fmla="*/ 562005 w 573615"/>
                <a:gd name="connsiteY8" fmla="*/ 67732 h 422718"/>
                <a:gd name="connsiteX9" fmla="*/ 218629 w 573615"/>
                <a:gd name="connsiteY9" fmla="*/ 411107 h 422718"/>
                <a:gd name="connsiteX10" fmla="*/ 190544 w 573615"/>
                <a:gd name="connsiteY10" fmla="*/ 422719 h 422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3615" h="422718">
                  <a:moveTo>
                    <a:pt x="190544" y="422719"/>
                  </a:moveTo>
                  <a:cubicBezTo>
                    <a:pt x="180024" y="422719"/>
                    <a:pt x="169901" y="418551"/>
                    <a:pt x="162458" y="411107"/>
                  </a:cubicBezTo>
                  <a:lnTo>
                    <a:pt x="11611" y="260261"/>
                  </a:lnTo>
                  <a:cubicBezTo>
                    <a:pt x="-3870" y="244779"/>
                    <a:pt x="-3870" y="219621"/>
                    <a:pt x="11611" y="204140"/>
                  </a:cubicBezTo>
                  <a:cubicBezTo>
                    <a:pt x="27093" y="188658"/>
                    <a:pt x="52251" y="188658"/>
                    <a:pt x="67732" y="204140"/>
                  </a:cubicBezTo>
                  <a:lnTo>
                    <a:pt x="190544" y="326951"/>
                  </a:lnTo>
                  <a:lnTo>
                    <a:pt x="505883" y="11611"/>
                  </a:lnTo>
                  <a:cubicBezTo>
                    <a:pt x="521365" y="-3870"/>
                    <a:pt x="546523" y="-3870"/>
                    <a:pt x="562005" y="11611"/>
                  </a:cubicBezTo>
                  <a:cubicBezTo>
                    <a:pt x="577486" y="27093"/>
                    <a:pt x="577486" y="52251"/>
                    <a:pt x="562005" y="67732"/>
                  </a:cubicBezTo>
                  <a:lnTo>
                    <a:pt x="218629" y="411107"/>
                  </a:lnTo>
                  <a:cubicBezTo>
                    <a:pt x="211186" y="418551"/>
                    <a:pt x="201063" y="422719"/>
                    <a:pt x="190544" y="42271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0D5A3967-86C3-A0B1-5ADF-D1510E025278}"/>
                </a:ext>
              </a:extLst>
            </p:cNvPr>
            <p:cNvSpPr/>
            <p:nvPr/>
          </p:nvSpPr>
          <p:spPr>
            <a:xfrm>
              <a:off x="3405553" y="1809144"/>
              <a:ext cx="145289" cy="79393"/>
            </a:xfrm>
            <a:custGeom>
              <a:avLst/>
              <a:gdLst>
                <a:gd name="connsiteX0" fmla="*/ 105593 w 145289"/>
                <a:gd name="connsiteY0" fmla="*/ 79393 h 79393"/>
                <a:gd name="connsiteX1" fmla="*/ 39697 w 145289"/>
                <a:gd name="connsiteY1" fmla="*/ 79393 h 79393"/>
                <a:gd name="connsiteX2" fmla="*/ 0 w 145289"/>
                <a:gd name="connsiteY2" fmla="*/ 39697 h 79393"/>
                <a:gd name="connsiteX3" fmla="*/ 39697 w 145289"/>
                <a:gd name="connsiteY3" fmla="*/ 0 h 79393"/>
                <a:gd name="connsiteX4" fmla="*/ 105593 w 145289"/>
                <a:gd name="connsiteY4" fmla="*/ 0 h 79393"/>
                <a:gd name="connsiteX5" fmla="*/ 145290 w 145289"/>
                <a:gd name="connsiteY5" fmla="*/ 39697 h 79393"/>
                <a:gd name="connsiteX6" fmla="*/ 105593 w 1452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289" h="79393">
                  <a:moveTo>
                    <a:pt x="10559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5593" y="0"/>
                  </a:lnTo>
                  <a:cubicBezTo>
                    <a:pt x="127525" y="0"/>
                    <a:pt x="145290" y="17764"/>
                    <a:pt x="145290" y="39697"/>
                  </a:cubicBezTo>
                  <a:cubicBezTo>
                    <a:pt x="145290" y="61629"/>
                    <a:pt x="127525" y="79393"/>
                    <a:pt x="10559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B0AC004-4E18-7A7B-FF89-5B576888AD01}"/>
                </a:ext>
              </a:extLst>
            </p:cNvPr>
            <p:cNvSpPr/>
            <p:nvPr/>
          </p:nvSpPr>
          <p:spPr>
            <a:xfrm>
              <a:off x="2906616" y="1809144"/>
              <a:ext cx="145289" cy="79393"/>
            </a:xfrm>
            <a:custGeom>
              <a:avLst/>
              <a:gdLst>
                <a:gd name="connsiteX0" fmla="*/ 105593 w 145289"/>
                <a:gd name="connsiteY0" fmla="*/ 79393 h 79393"/>
                <a:gd name="connsiteX1" fmla="*/ 39697 w 145289"/>
                <a:gd name="connsiteY1" fmla="*/ 79393 h 79393"/>
                <a:gd name="connsiteX2" fmla="*/ 0 w 145289"/>
                <a:gd name="connsiteY2" fmla="*/ 39697 h 79393"/>
                <a:gd name="connsiteX3" fmla="*/ 39697 w 145289"/>
                <a:gd name="connsiteY3" fmla="*/ 0 h 79393"/>
                <a:gd name="connsiteX4" fmla="*/ 105593 w 145289"/>
                <a:gd name="connsiteY4" fmla="*/ 0 h 79393"/>
                <a:gd name="connsiteX5" fmla="*/ 145290 w 145289"/>
                <a:gd name="connsiteY5" fmla="*/ 39697 h 79393"/>
                <a:gd name="connsiteX6" fmla="*/ 105593 w 145289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289" h="79393">
                  <a:moveTo>
                    <a:pt x="105593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5593" y="0"/>
                  </a:lnTo>
                  <a:cubicBezTo>
                    <a:pt x="127525" y="0"/>
                    <a:pt x="145290" y="17764"/>
                    <a:pt x="145290" y="39697"/>
                  </a:cubicBezTo>
                  <a:cubicBezTo>
                    <a:pt x="145290" y="61629"/>
                    <a:pt x="127525" y="79393"/>
                    <a:pt x="105593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98B012C-5059-3A6C-C627-3931C20B24C7}"/>
                </a:ext>
              </a:extLst>
            </p:cNvPr>
            <p:cNvSpPr/>
            <p:nvPr/>
          </p:nvSpPr>
          <p:spPr>
            <a:xfrm>
              <a:off x="3189057" y="1526752"/>
              <a:ext cx="79393" cy="145289"/>
            </a:xfrm>
            <a:custGeom>
              <a:avLst/>
              <a:gdLst>
                <a:gd name="connsiteX0" fmla="*/ 39697 w 79393"/>
                <a:gd name="connsiteY0" fmla="*/ 145289 h 145289"/>
                <a:gd name="connsiteX1" fmla="*/ 0 w 79393"/>
                <a:gd name="connsiteY1" fmla="*/ 105593 h 145289"/>
                <a:gd name="connsiteX2" fmla="*/ 0 w 79393"/>
                <a:gd name="connsiteY2" fmla="*/ 39697 h 145289"/>
                <a:gd name="connsiteX3" fmla="*/ 39697 w 79393"/>
                <a:gd name="connsiteY3" fmla="*/ 0 h 145289"/>
                <a:gd name="connsiteX4" fmla="*/ 79393 w 79393"/>
                <a:gd name="connsiteY4" fmla="*/ 39697 h 145289"/>
                <a:gd name="connsiteX5" fmla="*/ 79393 w 79393"/>
                <a:gd name="connsiteY5" fmla="*/ 105593 h 145289"/>
                <a:gd name="connsiteX6" fmla="*/ 39697 w 79393"/>
                <a:gd name="connsiteY6" fmla="*/ 145289 h 1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5289">
                  <a:moveTo>
                    <a:pt x="39697" y="145289"/>
                  </a:moveTo>
                  <a:cubicBezTo>
                    <a:pt x="17764" y="145289"/>
                    <a:pt x="0" y="127525"/>
                    <a:pt x="0" y="10559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05593"/>
                  </a:lnTo>
                  <a:cubicBezTo>
                    <a:pt x="79393" y="127525"/>
                    <a:pt x="61629" y="145289"/>
                    <a:pt x="39697" y="1452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59BA32D-9175-60A8-94F2-85DB94DA9EFD}"/>
                </a:ext>
              </a:extLst>
            </p:cNvPr>
            <p:cNvSpPr/>
            <p:nvPr/>
          </p:nvSpPr>
          <p:spPr>
            <a:xfrm>
              <a:off x="3189057" y="2025639"/>
              <a:ext cx="79393" cy="145289"/>
            </a:xfrm>
            <a:custGeom>
              <a:avLst/>
              <a:gdLst>
                <a:gd name="connsiteX0" fmla="*/ 39697 w 79393"/>
                <a:gd name="connsiteY0" fmla="*/ 145289 h 145289"/>
                <a:gd name="connsiteX1" fmla="*/ 0 w 79393"/>
                <a:gd name="connsiteY1" fmla="*/ 105593 h 145289"/>
                <a:gd name="connsiteX2" fmla="*/ 0 w 79393"/>
                <a:gd name="connsiteY2" fmla="*/ 39697 h 145289"/>
                <a:gd name="connsiteX3" fmla="*/ 39697 w 79393"/>
                <a:gd name="connsiteY3" fmla="*/ 0 h 145289"/>
                <a:gd name="connsiteX4" fmla="*/ 79393 w 79393"/>
                <a:gd name="connsiteY4" fmla="*/ 39697 h 145289"/>
                <a:gd name="connsiteX5" fmla="*/ 79393 w 79393"/>
                <a:gd name="connsiteY5" fmla="*/ 105593 h 145289"/>
                <a:gd name="connsiteX6" fmla="*/ 39697 w 79393"/>
                <a:gd name="connsiteY6" fmla="*/ 145289 h 1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93" h="145289">
                  <a:moveTo>
                    <a:pt x="39697" y="145289"/>
                  </a:moveTo>
                  <a:cubicBezTo>
                    <a:pt x="17764" y="145289"/>
                    <a:pt x="0" y="127525"/>
                    <a:pt x="0" y="105593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cubicBezTo>
                    <a:pt x="61629" y="0"/>
                    <a:pt x="79393" y="17764"/>
                    <a:pt x="79393" y="39697"/>
                  </a:cubicBezTo>
                  <a:lnTo>
                    <a:pt x="79393" y="105593"/>
                  </a:lnTo>
                  <a:cubicBezTo>
                    <a:pt x="79393" y="127525"/>
                    <a:pt x="61629" y="145289"/>
                    <a:pt x="39697" y="14528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73B270FC-15CA-310D-879E-26556B2AAA43}"/>
                </a:ext>
              </a:extLst>
            </p:cNvPr>
            <p:cNvSpPr/>
            <p:nvPr/>
          </p:nvSpPr>
          <p:spPr>
            <a:xfrm>
              <a:off x="3041436" y="1690649"/>
              <a:ext cx="230190" cy="230190"/>
            </a:xfrm>
            <a:custGeom>
              <a:avLst/>
              <a:gdLst>
                <a:gd name="connsiteX0" fmla="*/ 190544 w 230190"/>
                <a:gd name="connsiteY0" fmla="*/ 230190 h 230190"/>
                <a:gd name="connsiteX1" fmla="*/ 162458 w 230190"/>
                <a:gd name="connsiteY1" fmla="*/ 218579 h 230190"/>
                <a:gd name="connsiteX2" fmla="*/ 11611 w 230190"/>
                <a:gd name="connsiteY2" fmla="*/ 67732 h 230190"/>
                <a:gd name="connsiteX3" fmla="*/ 11611 w 230190"/>
                <a:gd name="connsiteY3" fmla="*/ 11611 h 230190"/>
                <a:gd name="connsiteX4" fmla="*/ 67732 w 230190"/>
                <a:gd name="connsiteY4" fmla="*/ 11611 h 230190"/>
                <a:gd name="connsiteX5" fmla="*/ 218579 w 230190"/>
                <a:gd name="connsiteY5" fmla="*/ 162458 h 230190"/>
                <a:gd name="connsiteX6" fmla="*/ 218579 w 230190"/>
                <a:gd name="connsiteY6" fmla="*/ 218579 h 230190"/>
                <a:gd name="connsiteX7" fmla="*/ 190494 w 230190"/>
                <a:gd name="connsiteY7" fmla="*/ 230190 h 230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190" h="230190">
                  <a:moveTo>
                    <a:pt x="190544" y="230190"/>
                  </a:moveTo>
                  <a:cubicBezTo>
                    <a:pt x="180371" y="230190"/>
                    <a:pt x="170249" y="226320"/>
                    <a:pt x="162458" y="218579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218579" y="162458"/>
                  </a:lnTo>
                  <a:cubicBezTo>
                    <a:pt x="234061" y="177940"/>
                    <a:pt x="234061" y="203097"/>
                    <a:pt x="218579" y="218579"/>
                  </a:cubicBezTo>
                  <a:cubicBezTo>
                    <a:pt x="210839" y="226320"/>
                    <a:pt x="200666" y="230190"/>
                    <a:pt x="190494" y="230190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668D1CDE-399B-685D-6905-AB7D4FD76530}"/>
              </a:ext>
            </a:extLst>
          </p:cNvPr>
          <p:cNvGrpSpPr/>
          <p:nvPr/>
        </p:nvGrpSpPr>
        <p:grpSpPr>
          <a:xfrm>
            <a:off x="4113776" y="1422016"/>
            <a:ext cx="861457" cy="853611"/>
            <a:chOff x="4113776" y="1422016"/>
            <a:chExt cx="861457" cy="853611"/>
          </a:xfrm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308DD2CD-66C2-31D8-DCD8-7238D368E2DA}"/>
                </a:ext>
              </a:extLst>
            </p:cNvPr>
            <p:cNvSpPr/>
            <p:nvPr/>
          </p:nvSpPr>
          <p:spPr>
            <a:xfrm>
              <a:off x="4113776" y="1422016"/>
              <a:ext cx="827009" cy="853611"/>
            </a:xfrm>
            <a:custGeom>
              <a:avLst/>
              <a:gdLst>
                <a:gd name="connsiteX0" fmla="*/ 426284 w 827009"/>
                <a:gd name="connsiteY0" fmla="*/ 853612 h 853611"/>
                <a:gd name="connsiteX1" fmla="*/ 272509 w 827009"/>
                <a:gd name="connsiteY1" fmla="*/ 824733 h 853611"/>
                <a:gd name="connsiteX2" fmla="*/ 36463 w 827009"/>
                <a:gd name="connsiteY2" fmla="*/ 598909 h 853611"/>
                <a:gd name="connsiteX3" fmla="*/ 29169 w 827009"/>
                <a:gd name="connsiteY3" fmla="*/ 272306 h 853611"/>
                <a:gd name="connsiteX4" fmla="*/ 581597 w 827009"/>
                <a:gd name="connsiteY4" fmla="*/ 28966 h 853611"/>
                <a:gd name="connsiteX5" fmla="*/ 753880 w 827009"/>
                <a:gd name="connsiteY5" fmla="*/ 152273 h 853611"/>
                <a:gd name="connsiteX6" fmla="*/ 748918 w 827009"/>
                <a:gd name="connsiteY6" fmla="*/ 208196 h 853611"/>
                <a:gd name="connsiteX7" fmla="*/ 692995 w 827009"/>
                <a:gd name="connsiteY7" fmla="*/ 203234 h 853611"/>
                <a:gd name="connsiteX8" fmla="*/ 552817 w 827009"/>
                <a:gd name="connsiteY8" fmla="*/ 102950 h 853611"/>
                <a:gd name="connsiteX9" fmla="*/ 103203 w 827009"/>
                <a:gd name="connsiteY9" fmla="*/ 301036 h 853611"/>
                <a:gd name="connsiteX10" fmla="*/ 109108 w 827009"/>
                <a:gd name="connsiteY10" fmla="*/ 566854 h 853611"/>
                <a:gd name="connsiteX11" fmla="*/ 301240 w 827009"/>
                <a:gd name="connsiteY11" fmla="*/ 750649 h 853611"/>
                <a:gd name="connsiteX12" fmla="*/ 750357 w 827009"/>
                <a:gd name="connsiteY12" fmla="*/ 554002 h 853611"/>
                <a:gd name="connsiteX13" fmla="*/ 801814 w 827009"/>
                <a:gd name="connsiteY13" fmla="*/ 531574 h 853611"/>
                <a:gd name="connsiteX14" fmla="*/ 824242 w 827009"/>
                <a:gd name="connsiteY14" fmla="*/ 583030 h 853611"/>
                <a:gd name="connsiteX15" fmla="*/ 426284 w 827009"/>
                <a:gd name="connsiteY15" fmla="*/ 853513 h 853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7009" h="853611">
                  <a:moveTo>
                    <a:pt x="426284" y="853612"/>
                  </a:moveTo>
                  <a:cubicBezTo>
                    <a:pt x="375026" y="853612"/>
                    <a:pt x="323023" y="844333"/>
                    <a:pt x="272509" y="824733"/>
                  </a:cubicBezTo>
                  <a:cubicBezTo>
                    <a:pt x="166222" y="783448"/>
                    <a:pt x="82412" y="703261"/>
                    <a:pt x="36463" y="598909"/>
                  </a:cubicBezTo>
                  <a:cubicBezTo>
                    <a:pt x="-9535" y="494557"/>
                    <a:pt x="-12066" y="378593"/>
                    <a:pt x="29169" y="272306"/>
                  </a:cubicBezTo>
                  <a:cubicBezTo>
                    <a:pt x="114418" y="52932"/>
                    <a:pt x="362224" y="-56233"/>
                    <a:pt x="581597" y="28966"/>
                  </a:cubicBezTo>
                  <a:cubicBezTo>
                    <a:pt x="648486" y="54967"/>
                    <a:pt x="708080" y="97591"/>
                    <a:pt x="753880" y="152273"/>
                  </a:cubicBezTo>
                  <a:cubicBezTo>
                    <a:pt x="767972" y="169095"/>
                    <a:pt x="765739" y="194103"/>
                    <a:pt x="748918" y="208196"/>
                  </a:cubicBezTo>
                  <a:cubicBezTo>
                    <a:pt x="732097" y="222288"/>
                    <a:pt x="707088" y="220055"/>
                    <a:pt x="692995" y="203234"/>
                  </a:cubicBezTo>
                  <a:cubicBezTo>
                    <a:pt x="655780" y="158773"/>
                    <a:pt x="607300" y="124089"/>
                    <a:pt x="552817" y="102950"/>
                  </a:cubicBezTo>
                  <a:cubicBezTo>
                    <a:pt x="374281" y="33580"/>
                    <a:pt x="172573" y="122451"/>
                    <a:pt x="103203" y="301036"/>
                  </a:cubicBezTo>
                  <a:cubicBezTo>
                    <a:pt x="69610" y="387525"/>
                    <a:pt x="71694" y="481953"/>
                    <a:pt x="109108" y="566854"/>
                  </a:cubicBezTo>
                  <a:cubicBezTo>
                    <a:pt x="146522" y="651755"/>
                    <a:pt x="214751" y="717056"/>
                    <a:pt x="301240" y="750649"/>
                  </a:cubicBezTo>
                  <a:cubicBezTo>
                    <a:pt x="479080" y="819721"/>
                    <a:pt x="680590" y="731495"/>
                    <a:pt x="750357" y="554002"/>
                  </a:cubicBezTo>
                  <a:cubicBezTo>
                    <a:pt x="758396" y="533608"/>
                    <a:pt x="781420" y="523535"/>
                    <a:pt x="801814" y="531574"/>
                  </a:cubicBezTo>
                  <a:cubicBezTo>
                    <a:pt x="822208" y="539612"/>
                    <a:pt x="832281" y="562636"/>
                    <a:pt x="824242" y="583030"/>
                  </a:cubicBezTo>
                  <a:cubicBezTo>
                    <a:pt x="758346" y="750699"/>
                    <a:pt x="596781" y="853513"/>
                    <a:pt x="426284" y="85351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140B6F7-8C3E-ACF5-0AFF-4A925549C5C1}"/>
                </a:ext>
              </a:extLst>
            </p:cNvPr>
            <p:cNvSpPr/>
            <p:nvPr/>
          </p:nvSpPr>
          <p:spPr>
            <a:xfrm>
              <a:off x="4315377" y="1571535"/>
              <a:ext cx="563964" cy="389646"/>
            </a:xfrm>
            <a:custGeom>
              <a:avLst/>
              <a:gdLst>
                <a:gd name="connsiteX0" fmla="*/ 202552 w 563964"/>
                <a:gd name="connsiteY0" fmla="*/ 389647 h 389646"/>
                <a:gd name="connsiteX1" fmla="*/ 174467 w 563964"/>
                <a:gd name="connsiteY1" fmla="*/ 378035 h 389646"/>
                <a:gd name="connsiteX2" fmla="*/ 11611 w 563964"/>
                <a:gd name="connsiteY2" fmla="*/ 215180 h 389646"/>
                <a:gd name="connsiteX3" fmla="*/ 11611 w 563964"/>
                <a:gd name="connsiteY3" fmla="*/ 159059 h 389646"/>
                <a:gd name="connsiteX4" fmla="*/ 67732 w 563964"/>
                <a:gd name="connsiteY4" fmla="*/ 159059 h 389646"/>
                <a:gd name="connsiteX5" fmla="*/ 203048 w 563964"/>
                <a:gd name="connsiteY5" fmla="*/ 294375 h 389646"/>
                <a:gd name="connsiteX6" fmla="*/ 496704 w 563964"/>
                <a:gd name="connsiteY6" fmla="*/ 11140 h 389646"/>
                <a:gd name="connsiteX7" fmla="*/ 552825 w 563964"/>
                <a:gd name="connsiteY7" fmla="*/ 12132 h 389646"/>
                <a:gd name="connsiteX8" fmla="*/ 551832 w 563964"/>
                <a:gd name="connsiteY8" fmla="*/ 68253 h 389646"/>
                <a:gd name="connsiteX9" fmla="*/ 230141 w 563964"/>
                <a:gd name="connsiteY9" fmla="*/ 378531 h 389646"/>
                <a:gd name="connsiteX10" fmla="*/ 202602 w 563964"/>
                <a:gd name="connsiteY10" fmla="*/ 389647 h 389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3964" h="389646">
                  <a:moveTo>
                    <a:pt x="202552" y="389647"/>
                  </a:moveTo>
                  <a:cubicBezTo>
                    <a:pt x="192380" y="389647"/>
                    <a:pt x="182207" y="385776"/>
                    <a:pt x="174467" y="378035"/>
                  </a:cubicBezTo>
                  <a:lnTo>
                    <a:pt x="11611" y="215180"/>
                  </a:lnTo>
                  <a:cubicBezTo>
                    <a:pt x="-3870" y="199698"/>
                    <a:pt x="-3870" y="174541"/>
                    <a:pt x="11611" y="159059"/>
                  </a:cubicBezTo>
                  <a:cubicBezTo>
                    <a:pt x="27093" y="143578"/>
                    <a:pt x="52251" y="143578"/>
                    <a:pt x="67732" y="159059"/>
                  </a:cubicBezTo>
                  <a:lnTo>
                    <a:pt x="203048" y="294375"/>
                  </a:lnTo>
                  <a:lnTo>
                    <a:pt x="496704" y="11140"/>
                  </a:lnTo>
                  <a:cubicBezTo>
                    <a:pt x="512483" y="-4094"/>
                    <a:pt x="537641" y="-3647"/>
                    <a:pt x="552825" y="12132"/>
                  </a:cubicBezTo>
                  <a:cubicBezTo>
                    <a:pt x="568058" y="27912"/>
                    <a:pt x="567612" y="53020"/>
                    <a:pt x="551832" y="68253"/>
                  </a:cubicBezTo>
                  <a:lnTo>
                    <a:pt x="230141" y="378531"/>
                  </a:lnTo>
                  <a:cubicBezTo>
                    <a:pt x="222450" y="385975"/>
                    <a:pt x="212526" y="389647"/>
                    <a:pt x="202602" y="389647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69DB387-890E-BCE7-8953-7CA084DF8807}"/>
                </a:ext>
              </a:extLst>
            </p:cNvPr>
            <p:cNvSpPr/>
            <p:nvPr/>
          </p:nvSpPr>
          <p:spPr>
            <a:xfrm>
              <a:off x="4730752" y="1950910"/>
              <a:ext cx="244481" cy="258474"/>
            </a:xfrm>
            <a:custGeom>
              <a:avLst/>
              <a:gdLst>
                <a:gd name="connsiteX0" fmla="*/ 204785 w 244481"/>
                <a:gd name="connsiteY0" fmla="*/ 258474 h 258474"/>
                <a:gd name="connsiteX1" fmla="*/ 165088 w 244481"/>
                <a:gd name="connsiteY1" fmla="*/ 218778 h 258474"/>
                <a:gd name="connsiteX2" fmla="*/ 165088 w 244481"/>
                <a:gd name="connsiteY2" fmla="*/ 79393 h 258474"/>
                <a:gd name="connsiteX3" fmla="*/ 39697 w 244481"/>
                <a:gd name="connsiteY3" fmla="*/ 79393 h 258474"/>
                <a:gd name="connsiteX4" fmla="*/ 0 w 244481"/>
                <a:gd name="connsiteY4" fmla="*/ 39697 h 258474"/>
                <a:gd name="connsiteX5" fmla="*/ 39697 w 244481"/>
                <a:gd name="connsiteY5" fmla="*/ 0 h 258474"/>
                <a:gd name="connsiteX6" fmla="*/ 204785 w 244481"/>
                <a:gd name="connsiteY6" fmla="*/ 0 h 258474"/>
                <a:gd name="connsiteX7" fmla="*/ 244481 w 244481"/>
                <a:gd name="connsiteY7" fmla="*/ 39697 h 258474"/>
                <a:gd name="connsiteX8" fmla="*/ 244481 w 244481"/>
                <a:gd name="connsiteY8" fmla="*/ 218778 h 258474"/>
                <a:gd name="connsiteX9" fmla="*/ 204785 w 244481"/>
                <a:gd name="connsiteY9" fmla="*/ 258474 h 25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4481" h="258474">
                  <a:moveTo>
                    <a:pt x="204785" y="258474"/>
                  </a:moveTo>
                  <a:cubicBezTo>
                    <a:pt x="182852" y="258474"/>
                    <a:pt x="165088" y="240710"/>
                    <a:pt x="165088" y="218778"/>
                  </a:cubicBezTo>
                  <a:lnTo>
                    <a:pt x="165088" y="79393"/>
                  </a:ln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04785" y="0"/>
                  </a:lnTo>
                  <a:cubicBezTo>
                    <a:pt x="226717" y="0"/>
                    <a:pt x="244481" y="17764"/>
                    <a:pt x="244481" y="39697"/>
                  </a:cubicBezTo>
                  <a:lnTo>
                    <a:pt x="244481" y="218778"/>
                  </a:lnTo>
                  <a:cubicBezTo>
                    <a:pt x="244481" y="240710"/>
                    <a:pt x="226717" y="258474"/>
                    <a:pt x="204785" y="258474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45C9D87F-052C-DC1C-C385-C59976426921}"/>
              </a:ext>
            </a:extLst>
          </p:cNvPr>
          <p:cNvGrpSpPr/>
          <p:nvPr/>
        </p:nvGrpSpPr>
        <p:grpSpPr>
          <a:xfrm>
            <a:off x="5426214" y="1461203"/>
            <a:ext cx="831224" cy="791053"/>
            <a:chOff x="5426214" y="1461203"/>
            <a:chExt cx="831224" cy="791053"/>
          </a:xfrm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BA43C133-0D3B-21FF-B313-7DD4CFFD9A93}"/>
                </a:ext>
              </a:extLst>
            </p:cNvPr>
            <p:cNvSpPr/>
            <p:nvPr/>
          </p:nvSpPr>
          <p:spPr>
            <a:xfrm>
              <a:off x="5631848" y="1461203"/>
              <a:ext cx="625590" cy="751356"/>
            </a:xfrm>
            <a:custGeom>
              <a:avLst/>
              <a:gdLst>
                <a:gd name="connsiteX0" fmla="*/ 483449 w 625590"/>
                <a:gd name="connsiteY0" fmla="*/ 751356 h 751356"/>
                <a:gd name="connsiteX1" fmla="*/ 495110 w 625590"/>
                <a:gd name="connsiteY1" fmla="*/ 740490 h 751356"/>
                <a:gd name="connsiteX2" fmla="*/ 502206 w 625590"/>
                <a:gd name="connsiteY2" fmla="*/ 638618 h 751356"/>
                <a:gd name="connsiteX3" fmla="*/ 549891 w 625590"/>
                <a:gd name="connsiteY3" fmla="*/ 518933 h 751356"/>
                <a:gd name="connsiteX4" fmla="*/ 618765 w 625590"/>
                <a:gd name="connsiteY4" fmla="*/ 352456 h 751356"/>
                <a:gd name="connsiteX5" fmla="*/ 625414 w 625590"/>
                <a:gd name="connsiteY5" fmla="*/ 263635 h 751356"/>
                <a:gd name="connsiteX6" fmla="*/ 544780 w 625590"/>
                <a:gd name="connsiteY6" fmla="*/ 74381 h 751356"/>
                <a:gd name="connsiteX7" fmla="*/ 350019 w 625590"/>
                <a:gd name="connsiteY7" fmla="*/ 0 h 751356"/>
                <a:gd name="connsiteX8" fmla="*/ 135806 w 625590"/>
                <a:gd name="connsiteY8" fmla="*/ 77954 h 751356"/>
                <a:gd name="connsiteX9" fmla="*/ 58051 w 625590"/>
                <a:gd name="connsiteY9" fmla="*/ 290331 h 751356"/>
                <a:gd name="connsiteX10" fmla="*/ 2426 w 625590"/>
                <a:gd name="connsiteY10" fmla="*/ 450804 h 751356"/>
                <a:gd name="connsiteX11" fmla="*/ 5998 w 625590"/>
                <a:gd name="connsiteY11" fmla="*/ 483306 h 751356"/>
                <a:gd name="connsiteX12" fmla="*/ 35076 w 625590"/>
                <a:gd name="connsiteY12" fmla="*/ 498787 h 751356"/>
                <a:gd name="connsiteX13" fmla="*/ 83556 w 625590"/>
                <a:gd name="connsiteY13" fmla="*/ 498787 h 751356"/>
                <a:gd name="connsiteX14" fmla="*/ 101022 w 625590"/>
                <a:gd name="connsiteY14" fmla="*/ 612865 h 751356"/>
                <a:gd name="connsiteX15" fmla="*/ 153471 w 625590"/>
                <a:gd name="connsiteY15" fmla="*/ 657871 h 751356"/>
                <a:gd name="connsiteX16" fmla="*/ 178133 w 625590"/>
                <a:gd name="connsiteY16" fmla="*/ 657871 h 75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5590" h="751356">
                  <a:moveTo>
                    <a:pt x="483449" y="751356"/>
                  </a:moveTo>
                  <a:cubicBezTo>
                    <a:pt x="489503" y="751356"/>
                    <a:pt x="494614" y="746543"/>
                    <a:pt x="495110" y="740490"/>
                  </a:cubicBezTo>
                  <a:lnTo>
                    <a:pt x="502206" y="638618"/>
                  </a:lnTo>
                  <a:cubicBezTo>
                    <a:pt x="505282" y="595250"/>
                    <a:pt x="521756" y="553817"/>
                    <a:pt x="549891" y="518933"/>
                  </a:cubicBezTo>
                  <a:cubicBezTo>
                    <a:pt x="592813" y="465690"/>
                    <a:pt x="611024" y="399000"/>
                    <a:pt x="618765" y="352456"/>
                  </a:cubicBezTo>
                  <a:cubicBezTo>
                    <a:pt x="626804" y="304076"/>
                    <a:pt x="625613" y="267604"/>
                    <a:pt x="625414" y="263635"/>
                  </a:cubicBezTo>
                  <a:cubicBezTo>
                    <a:pt x="625365" y="190345"/>
                    <a:pt x="596684" y="123109"/>
                    <a:pt x="544780" y="74381"/>
                  </a:cubicBezTo>
                  <a:cubicBezTo>
                    <a:pt x="493820" y="26448"/>
                    <a:pt x="424649" y="0"/>
                    <a:pt x="350019" y="0"/>
                  </a:cubicBezTo>
                  <a:cubicBezTo>
                    <a:pt x="260751" y="0"/>
                    <a:pt x="186717" y="26994"/>
                    <a:pt x="135806" y="77954"/>
                  </a:cubicBezTo>
                  <a:cubicBezTo>
                    <a:pt x="85342" y="128518"/>
                    <a:pt x="58448" y="201907"/>
                    <a:pt x="58051" y="290331"/>
                  </a:cubicBezTo>
                  <a:lnTo>
                    <a:pt x="2426" y="450804"/>
                  </a:lnTo>
                  <a:cubicBezTo>
                    <a:pt x="-1792" y="461522"/>
                    <a:pt x="-452" y="473679"/>
                    <a:pt x="5998" y="483306"/>
                  </a:cubicBezTo>
                  <a:cubicBezTo>
                    <a:pt x="12499" y="492982"/>
                    <a:pt x="23366" y="498787"/>
                    <a:pt x="35076" y="498787"/>
                  </a:cubicBezTo>
                  <a:lnTo>
                    <a:pt x="83556" y="498787"/>
                  </a:lnTo>
                  <a:lnTo>
                    <a:pt x="101022" y="612865"/>
                  </a:lnTo>
                  <a:cubicBezTo>
                    <a:pt x="105041" y="638966"/>
                    <a:pt x="127123" y="657871"/>
                    <a:pt x="153471" y="657871"/>
                  </a:cubicBezTo>
                  <a:lnTo>
                    <a:pt x="178133" y="657871"/>
                  </a:lnTo>
                </a:path>
              </a:pathLst>
            </a:custGeom>
            <a:noFill/>
            <a:ln w="79248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3CC1E405-766E-03C9-0320-A2A0D8D247B4}"/>
                </a:ext>
              </a:extLst>
            </p:cNvPr>
            <p:cNvSpPr/>
            <p:nvPr/>
          </p:nvSpPr>
          <p:spPr>
            <a:xfrm>
              <a:off x="5889265" y="1606592"/>
              <a:ext cx="274719" cy="645664"/>
            </a:xfrm>
            <a:custGeom>
              <a:avLst/>
              <a:gdLst>
                <a:gd name="connsiteX0" fmla="*/ 235064 w 274719"/>
                <a:gd name="connsiteY0" fmla="*/ 645664 h 645664"/>
                <a:gd name="connsiteX1" fmla="*/ 39657 w 274719"/>
                <a:gd name="connsiteY1" fmla="*/ 645664 h 645664"/>
                <a:gd name="connsiteX2" fmla="*/ 10381 w 274719"/>
                <a:gd name="connsiteY2" fmla="*/ 632763 h 645664"/>
                <a:gd name="connsiteX3" fmla="*/ 159 w 274719"/>
                <a:gd name="connsiteY3" fmla="*/ 602445 h 645664"/>
                <a:gd name="connsiteX4" fmla="*/ 46803 w 274719"/>
                <a:gd name="connsiteY4" fmla="*/ 82817 h 645664"/>
                <a:gd name="connsiteX5" fmla="*/ 137361 w 274719"/>
                <a:gd name="connsiteY5" fmla="*/ 0 h 645664"/>
                <a:gd name="connsiteX6" fmla="*/ 227919 w 274719"/>
                <a:gd name="connsiteY6" fmla="*/ 82817 h 645664"/>
                <a:gd name="connsiteX7" fmla="*/ 274562 w 274719"/>
                <a:gd name="connsiteY7" fmla="*/ 602445 h 645664"/>
                <a:gd name="connsiteX8" fmla="*/ 264340 w 274719"/>
                <a:gd name="connsiteY8" fmla="*/ 632763 h 645664"/>
                <a:gd name="connsiteX9" fmla="*/ 235064 w 274719"/>
                <a:gd name="connsiteY9" fmla="*/ 645664 h 645664"/>
                <a:gd name="connsiteX10" fmla="*/ 83076 w 274719"/>
                <a:gd name="connsiteY10" fmla="*/ 566271 h 645664"/>
                <a:gd name="connsiteX11" fmla="*/ 191646 w 274719"/>
                <a:gd name="connsiteY11" fmla="*/ 566271 h 645664"/>
                <a:gd name="connsiteX12" fmla="*/ 148873 w 274719"/>
                <a:gd name="connsiteY12" fmla="*/ 89913 h 645664"/>
                <a:gd name="connsiteX13" fmla="*/ 137361 w 274719"/>
                <a:gd name="connsiteY13" fmla="*/ 79393 h 645664"/>
                <a:gd name="connsiteX14" fmla="*/ 125849 w 274719"/>
                <a:gd name="connsiteY14" fmla="*/ 89913 h 645664"/>
                <a:gd name="connsiteX15" fmla="*/ 83076 w 274719"/>
                <a:gd name="connsiteY15" fmla="*/ 566271 h 64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4719" h="645664">
                  <a:moveTo>
                    <a:pt x="235064" y="645664"/>
                  </a:moveTo>
                  <a:lnTo>
                    <a:pt x="39657" y="645664"/>
                  </a:lnTo>
                  <a:cubicBezTo>
                    <a:pt x="28493" y="645664"/>
                    <a:pt x="17874" y="641000"/>
                    <a:pt x="10381" y="632763"/>
                  </a:cubicBezTo>
                  <a:cubicBezTo>
                    <a:pt x="2839" y="624526"/>
                    <a:pt x="-833" y="613510"/>
                    <a:pt x="159" y="602445"/>
                  </a:cubicBezTo>
                  <a:lnTo>
                    <a:pt x="46803" y="82817"/>
                  </a:lnTo>
                  <a:cubicBezTo>
                    <a:pt x="51120" y="34834"/>
                    <a:pt x="89229" y="0"/>
                    <a:pt x="137361" y="0"/>
                  </a:cubicBezTo>
                  <a:cubicBezTo>
                    <a:pt x="185493" y="0"/>
                    <a:pt x="223651" y="34834"/>
                    <a:pt x="227919" y="82817"/>
                  </a:cubicBezTo>
                  <a:lnTo>
                    <a:pt x="274562" y="602445"/>
                  </a:lnTo>
                  <a:cubicBezTo>
                    <a:pt x="275554" y="613560"/>
                    <a:pt x="271833" y="624576"/>
                    <a:pt x="264340" y="632763"/>
                  </a:cubicBezTo>
                  <a:cubicBezTo>
                    <a:pt x="256798" y="641000"/>
                    <a:pt x="246179" y="645664"/>
                    <a:pt x="235064" y="645664"/>
                  </a:cubicBezTo>
                  <a:close/>
                  <a:moveTo>
                    <a:pt x="83076" y="566271"/>
                  </a:moveTo>
                  <a:lnTo>
                    <a:pt x="191646" y="566271"/>
                  </a:lnTo>
                  <a:lnTo>
                    <a:pt x="148873" y="89913"/>
                  </a:lnTo>
                  <a:cubicBezTo>
                    <a:pt x="148625" y="87035"/>
                    <a:pt x="147930" y="79393"/>
                    <a:pt x="137361" y="79393"/>
                  </a:cubicBezTo>
                  <a:cubicBezTo>
                    <a:pt x="126791" y="79393"/>
                    <a:pt x="126097" y="87035"/>
                    <a:pt x="125849" y="89913"/>
                  </a:cubicBezTo>
                  <a:lnTo>
                    <a:pt x="83076" y="566271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BBAF2DF5-0A88-6902-83A5-3EEAEB3929A8}"/>
                </a:ext>
              </a:extLst>
            </p:cNvPr>
            <p:cNvSpPr/>
            <p:nvPr/>
          </p:nvSpPr>
          <p:spPr>
            <a:xfrm>
              <a:off x="5928674" y="1733968"/>
              <a:ext cx="197490" cy="79393"/>
            </a:xfrm>
            <a:custGeom>
              <a:avLst/>
              <a:gdLst>
                <a:gd name="connsiteX0" fmla="*/ 157794 w 197490"/>
                <a:gd name="connsiteY0" fmla="*/ 79393 h 79393"/>
                <a:gd name="connsiteX1" fmla="*/ 39697 w 197490"/>
                <a:gd name="connsiteY1" fmla="*/ 79393 h 79393"/>
                <a:gd name="connsiteX2" fmla="*/ 0 w 197490"/>
                <a:gd name="connsiteY2" fmla="*/ 39697 h 79393"/>
                <a:gd name="connsiteX3" fmla="*/ 39697 w 197490"/>
                <a:gd name="connsiteY3" fmla="*/ 0 h 79393"/>
                <a:gd name="connsiteX4" fmla="*/ 157794 w 197490"/>
                <a:gd name="connsiteY4" fmla="*/ 0 h 79393"/>
                <a:gd name="connsiteX5" fmla="*/ 197491 w 197490"/>
                <a:gd name="connsiteY5" fmla="*/ 39697 h 79393"/>
                <a:gd name="connsiteX6" fmla="*/ 157794 w 1974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490" h="79393">
                  <a:moveTo>
                    <a:pt x="15779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57794" y="0"/>
                  </a:lnTo>
                  <a:cubicBezTo>
                    <a:pt x="179726" y="0"/>
                    <a:pt x="197491" y="17764"/>
                    <a:pt x="197491" y="39697"/>
                  </a:cubicBezTo>
                  <a:cubicBezTo>
                    <a:pt x="197491" y="61629"/>
                    <a:pt x="179726" y="79393"/>
                    <a:pt x="15779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7B17B692-3BA9-1739-6AF7-4765CEADBCF2}"/>
                </a:ext>
              </a:extLst>
            </p:cNvPr>
            <p:cNvSpPr/>
            <p:nvPr/>
          </p:nvSpPr>
          <p:spPr>
            <a:xfrm>
              <a:off x="5426214" y="1594643"/>
              <a:ext cx="452980" cy="253701"/>
            </a:xfrm>
            <a:custGeom>
              <a:avLst/>
              <a:gdLst>
                <a:gd name="connsiteX0" fmla="*/ 39697 w 452980"/>
                <a:gd name="connsiteY0" fmla="*/ 253701 h 253701"/>
                <a:gd name="connsiteX1" fmla="*/ 13050 w 452980"/>
                <a:gd name="connsiteY1" fmla="*/ 243430 h 253701"/>
                <a:gd name="connsiteX2" fmla="*/ 0 w 452980"/>
                <a:gd name="connsiteY2" fmla="*/ 214005 h 253701"/>
                <a:gd name="connsiteX3" fmla="*/ 0 w 452980"/>
                <a:gd name="connsiteY3" fmla="*/ 39737 h 253701"/>
                <a:gd name="connsiteX4" fmla="*/ 13050 w 452980"/>
                <a:gd name="connsiteY4" fmla="*/ 10312 h 253701"/>
                <a:gd name="connsiteX5" fmla="*/ 43567 w 452980"/>
                <a:gd name="connsiteY5" fmla="*/ 189 h 253701"/>
                <a:gd name="connsiteX6" fmla="*/ 417162 w 452980"/>
                <a:gd name="connsiteY6" fmla="*/ 36710 h 253701"/>
                <a:gd name="connsiteX7" fmla="*/ 452789 w 452980"/>
                <a:gd name="connsiteY7" fmla="*/ 80078 h 253701"/>
                <a:gd name="connsiteX8" fmla="*/ 409421 w 452980"/>
                <a:gd name="connsiteY8" fmla="*/ 115706 h 253701"/>
                <a:gd name="connsiteX9" fmla="*/ 79393 w 452980"/>
                <a:gd name="connsiteY9" fmla="*/ 83403 h 253701"/>
                <a:gd name="connsiteX10" fmla="*/ 79393 w 452980"/>
                <a:gd name="connsiteY10" fmla="*/ 170140 h 253701"/>
                <a:gd name="connsiteX11" fmla="*/ 409421 w 452980"/>
                <a:gd name="connsiteY11" fmla="*/ 137886 h 253701"/>
                <a:gd name="connsiteX12" fmla="*/ 452789 w 452980"/>
                <a:gd name="connsiteY12" fmla="*/ 173514 h 253701"/>
                <a:gd name="connsiteX13" fmla="*/ 417162 w 452980"/>
                <a:gd name="connsiteY13" fmla="*/ 216883 h 253701"/>
                <a:gd name="connsiteX14" fmla="*/ 43567 w 452980"/>
                <a:gd name="connsiteY14" fmla="*/ 253403 h 253701"/>
                <a:gd name="connsiteX15" fmla="*/ 39697 w 452980"/>
                <a:gd name="connsiteY15" fmla="*/ 253602 h 25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980" h="253701">
                  <a:moveTo>
                    <a:pt x="39697" y="253701"/>
                  </a:moveTo>
                  <a:cubicBezTo>
                    <a:pt x="29872" y="253701"/>
                    <a:pt x="20345" y="250079"/>
                    <a:pt x="13050" y="243430"/>
                  </a:cubicBezTo>
                  <a:cubicBezTo>
                    <a:pt x="4764" y="235887"/>
                    <a:pt x="0" y="225219"/>
                    <a:pt x="0" y="214005"/>
                  </a:cubicBezTo>
                  <a:lnTo>
                    <a:pt x="0" y="39737"/>
                  </a:lnTo>
                  <a:cubicBezTo>
                    <a:pt x="0" y="28522"/>
                    <a:pt x="4714" y="17854"/>
                    <a:pt x="13050" y="10312"/>
                  </a:cubicBezTo>
                  <a:cubicBezTo>
                    <a:pt x="21337" y="2769"/>
                    <a:pt x="32452" y="-903"/>
                    <a:pt x="43567" y="189"/>
                  </a:cubicBezTo>
                  <a:lnTo>
                    <a:pt x="417162" y="36710"/>
                  </a:lnTo>
                  <a:cubicBezTo>
                    <a:pt x="438995" y="38843"/>
                    <a:pt x="454923" y="58245"/>
                    <a:pt x="452789" y="80078"/>
                  </a:cubicBezTo>
                  <a:cubicBezTo>
                    <a:pt x="450656" y="101911"/>
                    <a:pt x="431254" y="117939"/>
                    <a:pt x="409421" y="115706"/>
                  </a:cubicBezTo>
                  <a:lnTo>
                    <a:pt x="79393" y="83403"/>
                  </a:lnTo>
                  <a:lnTo>
                    <a:pt x="79393" y="170140"/>
                  </a:lnTo>
                  <a:lnTo>
                    <a:pt x="409421" y="137886"/>
                  </a:lnTo>
                  <a:cubicBezTo>
                    <a:pt x="431204" y="135703"/>
                    <a:pt x="450656" y="151731"/>
                    <a:pt x="452789" y="173514"/>
                  </a:cubicBezTo>
                  <a:cubicBezTo>
                    <a:pt x="454923" y="195347"/>
                    <a:pt x="438945" y="214749"/>
                    <a:pt x="417162" y="216883"/>
                  </a:cubicBezTo>
                  <a:lnTo>
                    <a:pt x="43567" y="253403"/>
                  </a:lnTo>
                  <a:cubicBezTo>
                    <a:pt x="42277" y="253552"/>
                    <a:pt x="40987" y="253602"/>
                    <a:pt x="39697" y="25360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5B38759A-4186-B968-E63A-4CE5637FD3FB}"/>
              </a:ext>
            </a:extLst>
          </p:cNvPr>
          <p:cNvGrpSpPr/>
          <p:nvPr/>
        </p:nvGrpSpPr>
        <p:grpSpPr>
          <a:xfrm>
            <a:off x="6766537" y="1490331"/>
            <a:ext cx="828588" cy="718209"/>
            <a:chOff x="6766537" y="1490331"/>
            <a:chExt cx="828588" cy="718209"/>
          </a:xfrm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F034D920-6BCE-E06E-4FC4-D5092A5DBE77}"/>
                </a:ext>
              </a:extLst>
            </p:cNvPr>
            <p:cNvSpPr/>
            <p:nvPr/>
          </p:nvSpPr>
          <p:spPr>
            <a:xfrm>
              <a:off x="6856312" y="1490331"/>
              <a:ext cx="303927" cy="197391"/>
            </a:xfrm>
            <a:custGeom>
              <a:avLst/>
              <a:gdLst>
                <a:gd name="connsiteX0" fmla="*/ 264082 w 303927"/>
                <a:gd name="connsiteY0" fmla="*/ 197391 h 197391"/>
                <a:gd name="connsiteX1" fmla="*/ 263040 w 303927"/>
                <a:gd name="connsiteY1" fmla="*/ 197391 h 197391"/>
                <a:gd name="connsiteX2" fmla="*/ 224385 w 303927"/>
                <a:gd name="connsiteY2" fmla="*/ 156653 h 197391"/>
                <a:gd name="connsiteX3" fmla="*/ 224534 w 303927"/>
                <a:gd name="connsiteY3" fmla="*/ 151492 h 197391"/>
                <a:gd name="connsiteX4" fmla="*/ 151939 w 303927"/>
                <a:gd name="connsiteY4" fmla="*/ 79393 h 197391"/>
                <a:gd name="connsiteX5" fmla="*/ 79393 w 303927"/>
                <a:gd name="connsiteY5" fmla="*/ 151939 h 197391"/>
                <a:gd name="connsiteX6" fmla="*/ 39697 w 303927"/>
                <a:gd name="connsiteY6" fmla="*/ 191635 h 197391"/>
                <a:gd name="connsiteX7" fmla="*/ 0 w 303927"/>
                <a:gd name="connsiteY7" fmla="*/ 151939 h 197391"/>
                <a:gd name="connsiteX8" fmla="*/ 151939 w 303927"/>
                <a:gd name="connsiteY8" fmla="*/ 0 h 197391"/>
                <a:gd name="connsiteX9" fmla="*/ 303927 w 303927"/>
                <a:gd name="connsiteY9" fmla="*/ 151939 h 197391"/>
                <a:gd name="connsiteX10" fmla="*/ 303927 w 303927"/>
                <a:gd name="connsiteY10" fmla="*/ 152981 h 197391"/>
                <a:gd name="connsiteX11" fmla="*/ 303778 w 303927"/>
                <a:gd name="connsiteY11" fmla="*/ 158737 h 197391"/>
                <a:gd name="connsiteX12" fmla="*/ 264131 w 303927"/>
                <a:gd name="connsiteY12" fmla="*/ 197391 h 19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927" h="197391">
                  <a:moveTo>
                    <a:pt x="264082" y="197391"/>
                  </a:moveTo>
                  <a:cubicBezTo>
                    <a:pt x="263734" y="197391"/>
                    <a:pt x="263387" y="197391"/>
                    <a:pt x="263040" y="197391"/>
                  </a:cubicBezTo>
                  <a:cubicBezTo>
                    <a:pt x="241107" y="196796"/>
                    <a:pt x="223839" y="178585"/>
                    <a:pt x="224385" y="156653"/>
                  </a:cubicBezTo>
                  <a:lnTo>
                    <a:pt x="224534" y="151492"/>
                  </a:lnTo>
                  <a:cubicBezTo>
                    <a:pt x="224286" y="111696"/>
                    <a:pt x="191834" y="79393"/>
                    <a:pt x="151939" y="79393"/>
                  </a:cubicBezTo>
                  <a:cubicBezTo>
                    <a:pt x="112044" y="79393"/>
                    <a:pt x="79393" y="111944"/>
                    <a:pt x="79393" y="151939"/>
                  </a:cubicBezTo>
                  <a:cubicBezTo>
                    <a:pt x="79393" y="173871"/>
                    <a:pt x="61629" y="191635"/>
                    <a:pt x="39697" y="191635"/>
                  </a:cubicBezTo>
                  <a:cubicBezTo>
                    <a:pt x="17764" y="191635"/>
                    <a:pt x="0" y="173871"/>
                    <a:pt x="0" y="151939"/>
                  </a:cubicBezTo>
                  <a:cubicBezTo>
                    <a:pt x="0" y="68179"/>
                    <a:pt x="68179" y="0"/>
                    <a:pt x="151939" y="0"/>
                  </a:cubicBezTo>
                  <a:cubicBezTo>
                    <a:pt x="235699" y="0"/>
                    <a:pt x="303927" y="68179"/>
                    <a:pt x="303927" y="151939"/>
                  </a:cubicBezTo>
                  <a:cubicBezTo>
                    <a:pt x="303927" y="152286"/>
                    <a:pt x="303927" y="152633"/>
                    <a:pt x="303927" y="152981"/>
                  </a:cubicBezTo>
                  <a:lnTo>
                    <a:pt x="303778" y="158737"/>
                  </a:lnTo>
                  <a:cubicBezTo>
                    <a:pt x="303232" y="180322"/>
                    <a:pt x="285567" y="197391"/>
                    <a:pt x="264131" y="197391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6C8F760-9FEE-3532-949B-FA4E0116543F}"/>
                </a:ext>
              </a:extLst>
            </p:cNvPr>
            <p:cNvSpPr/>
            <p:nvPr/>
          </p:nvSpPr>
          <p:spPr>
            <a:xfrm>
              <a:off x="7201474" y="1490331"/>
              <a:ext cx="303927" cy="191635"/>
            </a:xfrm>
            <a:custGeom>
              <a:avLst/>
              <a:gdLst>
                <a:gd name="connsiteX0" fmla="*/ 264230 w 303927"/>
                <a:gd name="connsiteY0" fmla="*/ 191635 h 191635"/>
                <a:gd name="connsiteX1" fmla="*/ 39697 w 303927"/>
                <a:gd name="connsiteY1" fmla="*/ 191635 h 191635"/>
                <a:gd name="connsiteX2" fmla="*/ 0 w 303927"/>
                <a:gd name="connsiteY2" fmla="*/ 151939 h 191635"/>
                <a:gd name="connsiteX3" fmla="*/ 151939 w 303927"/>
                <a:gd name="connsiteY3" fmla="*/ 0 h 191635"/>
                <a:gd name="connsiteX4" fmla="*/ 303927 w 303927"/>
                <a:gd name="connsiteY4" fmla="*/ 151939 h 191635"/>
                <a:gd name="connsiteX5" fmla="*/ 264230 w 303927"/>
                <a:gd name="connsiteY5" fmla="*/ 191635 h 191635"/>
                <a:gd name="connsiteX6" fmla="*/ 91253 w 303927"/>
                <a:gd name="connsiteY6" fmla="*/ 112242 h 191635"/>
                <a:gd name="connsiteX7" fmla="*/ 212675 w 303927"/>
                <a:gd name="connsiteY7" fmla="*/ 112242 h 191635"/>
                <a:gd name="connsiteX8" fmla="*/ 151939 w 303927"/>
                <a:gd name="connsiteY8" fmla="*/ 79393 h 191635"/>
                <a:gd name="connsiteX9" fmla="*/ 91253 w 303927"/>
                <a:gd name="connsiteY9" fmla="*/ 112242 h 19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3927" h="191635">
                  <a:moveTo>
                    <a:pt x="264230" y="191635"/>
                  </a:moveTo>
                  <a:lnTo>
                    <a:pt x="39697" y="191635"/>
                  </a:lnTo>
                  <a:cubicBezTo>
                    <a:pt x="17764" y="191635"/>
                    <a:pt x="0" y="173871"/>
                    <a:pt x="0" y="151939"/>
                  </a:cubicBezTo>
                  <a:cubicBezTo>
                    <a:pt x="0" y="68179"/>
                    <a:pt x="68179" y="0"/>
                    <a:pt x="151939" y="0"/>
                  </a:cubicBezTo>
                  <a:cubicBezTo>
                    <a:pt x="235699" y="0"/>
                    <a:pt x="303927" y="68179"/>
                    <a:pt x="303927" y="151939"/>
                  </a:cubicBezTo>
                  <a:cubicBezTo>
                    <a:pt x="303927" y="173871"/>
                    <a:pt x="286163" y="191635"/>
                    <a:pt x="264230" y="191635"/>
                  </a:cubicBezTo>
                  <a:close/>
                  <a:moveTo>
                    <a:pt x="91253" y="112242"/>
                  </a:moveTo>
                  <a:lnTo>
                    <a:pt x="212675" y="112242"/>
                  </a:lnTo>
                  <a:cubicBezTo>
                    <a:pt x="199674" y="92493"/>
                    <a:pt x="177295" y="79393"/>
                    <a:pt x="151939" y="79393"/>
                  </a:cubicBezTo>
                  <a:cubicBezTo>
                    <a:pt x="126582" y="79393"/>
                    <a:pt x="104204" y="92493"/>
                    <a:pt x="91253" y="112242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49F4E11-BC10-33BB-AFE1-EEEFF744002B}"/>
                </a:ext>
              </a:extLst>
            </p:cNvPr>
            <p:cNvSpPr/>
            <p:nvPr/>
          </p:nvSpPr>
          <p:spPr>
            <a:xfrm>
              <a:off x="6766537" y="1602573"/>
              <a:ext cx="393662" cy="453681"/>
            </a:xfrm>
            <a:custGeom>
              <a:avLst/>
              <a:gdLst>
                <a:gd name="connsiteX0" fmla="*/ 39757 w 393662"/>
                <a:gd name="connsiteY0" fmla="*/ 453632 h 453681"/>
                <a:gd name="connsiteX1" fmla="*/ 30478 w 393662"/>
                <a:gd name="connsiteY1" fmla="*/ 452541 h 453681"/>
                <a:gd name="connsiteX2" fmla="*/ 1102 w 393662"/>
                <a:gd name="connsiteY2" fmla="*/ 404706 h 453681"/>
                <a:gd name="connsiteX3" fmla="*/ 90817 w 393662"/>
                <a:gd name="connsiteY3" fmla="*/ 30417 h 453681"/>
                <a:gd name="connsiteX4" fmla="*/ 129421 w 393662"/>
                <a:gd name="connsiteY4" fmla="*/ 0 h 453681"/>
                <a:gd name="connsiteX5" fmla="*/ 353955 w 393662"/>
                <a:gd name="connsiteY5" fmla="*/ 0 h 453681"/>
                <a:gd name="connsiteX6" fmla="*/ 382388 w 393662"/>
                <a:gd name="connsiteY6" fmla="*/ 12008 h 453681"/>
                <a:gd name="connsiteX7" fmla="*/ 393652 w 393662"/>
                <a:gd name="connsiteY7" fmla="*/ 40739 h 453681"/>
                <a:gd name="connsiteX8" fmla="*/ 384125 w 393662"/>
                <a:gd name="connsiteY8" fmla="*/ 414978 h 453681"/>
                <a:gd name="connsiteX9" fmla="*/ 344478 w 393662"/>
                <a:gd name="connsiteY9" fmla="*/ 453682 h 453681"/>
                <a:gd name="connsiteX10" fmla="*/ 343436 w 393662"/>
                <a:gd name="connsiteY10" fmla="*/ 453682 h 453681"/>
                <a:gd name="connsiteX11" fmla="*/ 304781 w 393662"/>
                <a:gd name="connsiteY11" fmla="*/ 412993 h 453681"/>
                <a:gd name="connsiteX12" fmla="*/ 313266 w 393662"/>
                <a:gd name="connsiteY12" fmla="*/ 79443 h 453681"/>
                <a:gd name="connsiteX13" fmla="*/ 160732 w 393662"/>
                <a:gd name="connsiteY13" fmla="*/ 79443 h 453681"/>
                <a:gd name="connsiteX14" fmla="*/ 78312 w 393662"/>
                <a:gd name="connsiteY14" fmla="*/ 423215 h 453681"/>
                <a:gd name="connsiteX15" fmla="*/ 39757 w 393662"/>
                <a:gd name="connsiteY15" fmla="*/ 453682 h 45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62" h="453681">
                  <a:moveTo>
                    <a:pt x="39757" y="453632"/>
                  </a:moveTo>
                  <a:cubicBezTo>
                    <a:pt x="36680" y="453632"/>
                    <a:pt x="33604" y="453285"/>
                    <a:pt x="30478" y="452541"/>
                  </a:cubicBezTo>
                  <a:cubicBezTo>
                    <a:pt x="9141" y="447430"/>
                    <a:pt x="-4009" y="425994"/>
                    <a:pt x="1102" y="404706"/>
                  </a:cubicBezTo>
                  <a:lnTo>
                    <a:pt x="90817" y="30417"/>
                  </a:lnTo>
                  <a:cubicBezTo>
                    <a:pt x="95084" y="12554"/>
                    <a:pt x="111062" y="0"/>
                    <a:pt x="129421" y="0"/>
                  </a:cubicBezTo>
                  <a:lnTo>
                    <a:pt x="353955" y="0"/>
                  </a:lnTo>
                  <a:cubicBezTo>
                    <a:pt x="364673" y="0"/>
                    <a:pt x="374895" y="4317"/>
                    <a:pt x="382388" y="12008"/>
                  </a:cubicBezTo>
                  <a:cubicBezTo>
                    <a:pt x="389881" y="19650"/>
                    <a:pt x="393900" y="30021"/>
                    <a:pt x="393652" y="40739"/>
                  </a:cubicBezTo>
                  <a:lnTo>
                    <a:pt x="384125" y="414978"/>
                  </a:lnTo>
                  <a:cubicBezTo>
                    <a:pt x="383579" y="436563"/>
                    <a:pt x="365914" y="453682"/>
                    <a:pt x="344478" y="453682"/>
                  </a:cubicBezTo>
                  <a:cubicBezTo>
                    <a:pt x="344130" y="453682"/>
                    <a:pt x="343783" y="453682"/>
                    <a:pt x="343436" y="453682"/>
                  </a:cubicBezTo>
                  <a:cubicBezTo>
                    <a:pt x="321503" y="453136"/>
                    <a:pt x="304186" y="434925"/>
                    <a:pt x="304781" y="412993"/>
                  </a:cubicBezTo>
                  <a:lnTo>
                    <a:pt x="313266" y="79443"/>
                  </a:lnTo>
                  <a:lnTo>
                    <a:pt x="160732" y="79443"/>
                  </a:lnTo>
                  <a:lnTo>
                    <a:pt x="78312" y="423215"/>
                  </a:lnTo>
                  <a:cubicBezTo>
                    <a:pt x="73945" y="441426"/>
                    <a:pt x="57670" y="453682"/>
                    <a:pt x="39757" y="453682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8535161-C207-0807-E778-859B50D671E2}"/>
                </a:ext>
              </a:extLst>
            </p:cNvPr>
            <p:cNvSpPr/>
            <p:nvPr/>
          </p:nvSpPr>
          <p:spPr>
            <a:xfrm>
              <a:off x="7201463" y="1602523"/>
              <a:ext cx="393662" cy="453681"/>
            </a:xfrm>
            <a:custGeom>
              <a:avLst/>
              <a:gdLst>
                <a:gd name="connsiteX0" fmla="*/ 353906 w 393662"/>
                <a:gd name="connsiteY0" fmla="*/ 453682 h 453681"/>
                <a:gd name="connsiteX1" fmla="*/ 315351 w 393662"/>
                <a:gd name="connsiteY1" fmla="*/ 423215 h 453681"/>
                <a:gd name="connsiteX2" fmla="*/ 232931 w 393662"/>
                <a:gd name="connsiteY2" fmla="*/ 79443 h 453681"/>
                <a:gd name="connsiteX3" fmla="*/ 80396 w 393662"/>
                <a:gd name="connsiteY3" fmla="*/ 79443 h 453681"/>
                <a:gd name="connsiteX4" fmla="*/ 88882 w 393662"/>
                <a:gd name="connsiteY4" fmla="*/ 412993 h 453681"/>
                <a:gd name="connsiteX5" fmla="*/ 50227 w 393662"/>
                <a:gd name="connsiteY5" fmla="*/ 453682 h 453681"/>
                <a:gd name="connsiteX6" fmla="*/ 49185 w 393662"/>
                <a:gd name="connsiteY6" fmla="*/ 453682 h 453681"/>
                <a:gd name="connsiteX7" fmla="*/ 9538 w 393662"/>
                <a:gd name="connsiteY7" fmla="*/ 414978 h 453681"/>
                <a:gd name="connsiteX8" fmla="*/ 11 w 393662"/>
                <a:gd name="connsiteY8" fmla="*/ 40739 h 453681"/>
                <a:gd name="connsiteX9" fmla="*/ 11275 w 393662"/>
                <a:gd name="connsiteY9" fmla="*/ 12008 h 453681"/>
                <a:gd name="connsiteX10" fmla="*/ 39707 w 393662"/>
                <a:gd name="connsiteY10" fmla="*/ 0 h 453681"/>
                <a:gd name="connsiteX11" fmla="*/ 264241 w 393662"/>
                <a:gd name="connsiteY11" fmla="*/ 0 h 453681"/>
                <a:gd name="connsiteX12" fmla="*/ 302846 w 393662"/>
                <a:gd name="connsiteY12" fmla="*/ 30417 h 453681"/>
                <a:gd name="connsiteX13" fmla="*/ 392561 w 393662"/>
                <a:gd name="connsiteY13" fmla="*/ 404657 h 453681"/>
                <a:gd name="connsiteX14" fmla="*/ 363185 w 393662"/>
                <a:gd name="connsiteY14" fmla="*/ 452491 h 453681"/>
                <a:gd name="connsiteX15" fmla="*/ 353906 w 393662"/>
                <a:gd name="connsiteY15" fmla="*/ 453583 h 45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62" h="453681">
                  <a:moveTo>
                    <a:pt x="353906" y="453682"/>
                  </a:moveTo>
                  <a:cubicBezTo>
                    <a:pt x="335943" y="453682"/>
                    <a:pt x="319717" y="441426"/>
                    <a:pt x="315351" y="423215"/>
                  </a:cubicBezTo>
                  <a:lnTo>
                    <a:pt x="232931" y="79443"/>
                  </a:lnTo>
                  <a:lnTo>
                    <a:pt x="80396" y="79443"/>
                  </a:lnTo>
                  <a:lnTo>
                    <a:pt x="88882" y="412993"/>
                  </a:lnTo>
                  <a:cubicBezTo>
                    <a:pt x="89427" y="434925"/>
                    <a:pt x="72110" y="453136"/>
                    <a:pt x="50227" y="453682"/>
                  </a:cubicBezTo>
                  <a:cubicBezTo>
                    <a:pt x="49880" y="453682"/>
                    <a:pt x="49532" y="453682"/>
                    <a:pt x="49185" y="453682"/>
                  </a:cubicBezTo>
                  <a:cubicBezTo>
                    <a:pt x="27749" y="453682"/>
                    <a:pt x="10084" y="436563"/>
                    <a:pt x="9538" y="414978"/>
                  </a:cubicBezTo>
                  <a:lnTo>
                    <a:pt x="11" y="40739"/>
                  </a:lnTo>
                  <a:cubicBezTo>
                    <a:pt x="-237" y="30021"/>
                    <a:pt x="3782" y="19699"/>
                    <a:pt x="11275" y="12008"/>
                  </a:cubicBezTo>
                  <a:cubicBezTo>
                    <a:pt x="18767" y="4317"/>
                    <a:pt x="28989" y="0"/>
                    <a:pt x="39707" y="0"/>
                  </a:cubicBezTo>
                  <a:lnTo>
                    <a:pt x="264241" y="0"/>
                  </a:lnTo>
                  <a:cubicBezTo>
                    <a:pt x="282601" y="0"/>
                    <a:pt x="298579" y="12604"/>
                    <a:pt x="302846" y="30417"/>
                  </a:cubicBezTo>
                  <a:lnTo>
                    <a:pt x="392561" y="404657"/>
                  </a:lnTo>
                  <a:cubicBezTo>
                    <a:pt x="397671" y="425994"/>
                    <a:pt x="384522" y="447380"/>
                    <a:pt x="363185" y="452491"/>
                  </a:cubicBezTo>
                  <a:cubicBezTo>
                    <a:pt x="360059" y="453235"/>
                    <a:pt x="356982" y="453583"/>
                    <a:pt x="353906" y="45358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7DC4DBA-3090-741C-725A-92558F45E76D}"/>
                </a:ext>
              </a:extLst>
            </p:cNvPr>
            <p:cNvSpPr/>
            <p:nvPr/>
          </p:nvSpPr>
          <p:spPr>
            <a:xfrm>
              <a:off x="6766548" y="1824377"/>
              <a:ext cx="384163" cy="384163"/>
            </a:xfrm>
            <a:custGeom>
              <a:avLst/>
              <a:gdLst>
                <a:gd name="connsiteX0" fmla="*/ 192082 w 384163"/>
                <a:gd name="connsiteY0" fmla="*/ 384163 h 384163"/>
                <a:gd name="connsiteX1" fmla="*/ 0 w 384163"/>
                <a:gd name="connsiteY1" fmla="*/ 192082 h 384163"/>
                <a:gd name="connsiteX2" fmla="*/ 192082 w 384163"/>
                <a:gd name="connsiteY2" fmla="*/ 0 h 384163"/>
                <a:gd name="connsiteX3" fmla="*/ 384164 w 384163"/>
                <a:gd name="connsiteY3" fmla="*/ 192082 h 384163"/>
                <a:gd name="connsiteX4" fmla="*/ 192082 w 384163"/>
                <a:gd name="connsiteY4" fmla="*/ 384163 h 384163"/>
                <a:gd name="connsiteX5" fmla="*/ 192082 w 384163"/>
                <a:gd name="connsiteY5" fmla="*/ 79443 h 384163"/>
                <a:gd name="connsiteX6" fmla="*/ 79393 w 384163"/>
                <a:gd name="connsiteY6" fmla="*/ 192131 h 384163"/>
                <a:gd name="connsiteX7" fmla="*/ 192082 w 384163"/>
                <a:gd name="connsiteY7" fmla="*/ 304820 h 384163"/>
                <a:gd name="connsiteX8" fmla="*/ 304771 w 384163"/>
                <a:gd name="connsiteY8" fmla="*/ 192131 h 384163"/>
                <a:gd name="connsiteX9" fmla="*/ 192082 w 384163"/>
                <a:gd name="connsiteY9" fmla="*/ 79443 h 3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163" h="384163">
                  <a:moveTo>
                    <a:pt x="192082" y="384163"/>
                  </a:moveTo>
                  <a:cubicBezTo>
                    <a:pt x="86191" y="384163"/>
                    <a:pt x="0" y="298022"/>
                    <a:pt x="0" y="192082"/>
                  </a:cubicBezTo>
                  <a:cubicBezTo>
                    <a:pt x="0" y="86141"/>
                    <a:pt x="86142" y="0"/>
                    <a:pt x="192082" y="0"/>
                  </a:cubicBezTo>
                  <a:cubicBezTo>
                    <a:pt x="298022" y="0"/>
                    <a:pt x="384164" y="86141"/>
                    <a:pt x="384164" y="192082"/>
                  </a:cubicBezTo>
                  <a:cubicBezTo>
                    <a:pt x="384164" y="298022"/>
                    <a:pt x="298022" y="384163"/>
                    <a:pt x="192082" y="384163"/>
                  </a:cubicBezTo>
                  <a:close/>
                  <a:moveTo>
                    <a:pt x="192082" y="79443"/>
                  </a:moveTo>
                  <a:cubicBezTo>
                    <a:pt x="129957" y="79443"/>
                    <a:pt x="79393" y="130006"/>
                    <a:pt x="79393" y="192131"/>
                  </a:cubicBezTo>
                  <a:cubicBezTo>
                    <a:pt x="79393" y="254256"/>
                    <a:pt x="129957" y="304820"/>
                    <a:pt x="192082" y="304820"/>
                  </a:cubicBezTo>
                  <a:cubicBezTo>
                    <a:pt x="254207" y="304820"/>
                    <a:pt x="304771" y="254256"/>
                    <a:pt x="304771" y="192131"/>
                  </a:cubicBezTo>
                  <a:cubicBezTo>
                    <a:pt x="304771" y="130006"/>
                    <a:pt x="254207" y="79443"/>
                    <a:pt x="192082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F81CC0B-960D-5C2E-E9AD-943DC3C26849}"/>
                </a:ext>
              </a:extLst>
            </p:cNvPr>
            <p:cNvSpPr/>
            <p:nvPr/>
          </p:nvSpPr>
          <p:spPr>
            <a:xfrm>
              <a:off x="7210951" y="1824377"/>
              <a:ext cx="384163" cy="384163"/>
            </a:xfrm>
            <a:custGeom>
              <a:avLst/>
              <a:gdLst>
                <a:gd name="connsiteX0" fmla="*/ 192082 w 384163"/>
                <a:gd name="connsiteY0" fmla="*/ 384163 h 384163"/>
                <a:gd name="connsiteX1" fmla="*/ 0 w 384163"/>
                <a:gd name="connsiteY1" fmla="*/ 192082 h 384163"/>
                <a:gd name="connsiteX2" fmla="*/ 192082 w 384163"/>
                <a:gd name="connsiteY2" fmla="*/ 0 h 384163"/>
                <a:gd name="connsiteX3" fmla="*/ 384164 w 384163"/>
                <a:gd name="connsiteY3" fmla="*/ 192082 h 384163"/>
                <a:gd name="connsiteX4" fmla="*/ 192082 w 384163"/>
                <a:gd name="connsiteY4" fmla="*/ 384163 h 384163"/>
                <a:gd name="connsiteX5" fmla="*/ 192082 w 384163"/>
                <a:gd name="connsiteY5" fmla="*/ 79443 h 384163"/>
                <a:gd name="connsiteX6" fmla="*/ 79393 w 384163"/>
                <a:gd name="connsiteY6" fmla="*/ 192131 h 384163"/>
                <a:gd name="connsiteX7" fmla="*/ 192082 w 384163"/>
                <a:gd name="connsiteY7" fmla="*/ 304820 h 384163"/>
                <a:gd name="connsiteX8" fmla="*/ 304771 w 384163"/>
                <a:gd name="connsiteY8" fmla="*/ 192131 h 384163"/>
                <a:gd name="connsiteX9" fmla="*/ 192082 w 384163"/>
                <a:gd name="connsiteY9" fmla="*/ 79443 h 3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163" h="384163">
                  <a:moveTo>
                    <a:pt x="192082" y="384163"/>
                  </a:moveTo>
                  <a:cubicBezTo>
                    <a:pt x="86191" y="384163"/>
                    <a:pt x="0" y="298022"/>
                    <a:pt x="0" y="192082"/>
                  </a:cubicBezTo>
                  <a:cubicBezTo>
                    <a:pt x="0" y="86141"/>
                    <a:pt x="86142" y="0"/>
                    <a:pt x="192082" y="0"/>
                  </a:cubicBezTo>
                  <a:cubicBezTo>
                    <a:pt x="298022" y="0"/>
                    <a:pt x="384164" y="86141"/>
                    <a:pt x="384164" y="192082"/>
                  </a:cubicBezTo>
                  <a:cubicBezTo>
                    <a:pt x="384164" y="298022"/>
                    <a:pt x="298022" y="384163"/>
                    <a:pt x="192082" y="384163"/>
                  </a:cubicBezTo>
                  <a:close/>
                  <a:moveTo>
                    <a:pt x="192082" y="79443"/>
                  </a:moveTo>
                  <a:cubicBezTo>
                    <a:pt x="129957" y="79443"/>
                    <a:pt x="79393" y="130006"/>
                    <a:pt x="79393" y="192131"/>
                  </a:cubicBezTo>
                  <a:cubicBezTo>
                    <a:pt x="79393" y="254256"/>
                    <a:pt x="129957" y="304820"/>
                    <a:pt x="192082" y="304820"/>
                  </a:cubicBezTo>
                  <a:cubicBezTo>
                    <a:pt x="254207" y="304820"/>
                    <a:pt x="304771" y="254256"/>
                    <a:pt x="304771" y="192131"/>
                  </a:cubicBezTo>
                  <a:cubicBezTo>
                    <a:pt x="304771" y="130006"/>
                    <a:pt x="254207" y="79443"/>
                    <a:pt x="192082" y="7944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5D00AD9-50FB-F55E-F2CB-31F202FA4CFF}"/>
                </a:ext>
              </a:extLst>
            </p:cNvPr>
            <p:cNvSpPr/>
            <p:nvPr/>
          </p:nvSpPr>
          <p:spPr>
            <a:xfrm>
              <a:off x="7076231" y="1716353"/>
              <a:ext cx="197490" cy="79393"/>
            </a:xfrm>
            <a:custGeom>
              <a:avLst/>
              <a:gdLst>
                <a:gd name="connsiteX0" fmla="*/ 157794 w 197490"/>
                <a:gd name="connsiteY0" fmla="*/ 79393 h 79393"/>
                <a:gd name="connsiteX1" fmla="*/ 39697 w 197490"/>
                <a:gd name="connsiteY1" fmla="*/ 79393 h 79393"/>
                <a:gd name="connsiteX2" fmla="*/ 0 w 197490"/>
                <a:gd name="connsiteY2" fmla="*/ 39697 h 79393"/>
                <a:gd name="connsiteX3" fmla="*/ 39697 w 197490"/>
                <a:gd name="connsiteY3" fmla="*/ 0 h 79393"/>
                <a:gd name="connsiteX4" fmla="*/ 157794 w 197490"/>
                <a:gd name="connsiteY4" fmla="*/ 0 h 79393"/>
                <a:gd name="connsiteX5" fmla="*/ 197491 w 197490"/>
                <a:gd name="connsiteY5" fmla="*/ 39697 h 79393"/>
                <a:gd name="connsiteX6" fmla="*/ 157794 w 197490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490" h="79393">
                  <a:moveTo>
                    <a:pt x="157794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57794" y="0"/>
                  </a:lnTo>
                  <a:cubicBezTo>
                    <a:pt x="179726" y="0"/>
                    <a:pt x="197491" y="17764"/>
                    <a:pt x="197491" y="39697"/>
                  </a:cubicBezTo>
                  <a:cubicBezTo>
                    <a:pt x="197491" y="61629"/>
                    <a:pt x="179726" y="79393"/>
                    <a:pt x="157794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A6C1B4E0-93CC-4538-E220-BBBAC84F4B7E}"/>
              </a:ext>
            </a:extLst>
          </p:cNvPr>
          <p:cNvGrpSpPr/>
          <p:nvPr/>
        </p:nvGrpSpPr>
        <p:grpSpPr>
          <a:xfrm>
            <a:off x="8090097" y="1571336"/>
            <a:ext cx="832760" cy="522729"/>
            <a:chOff x="8090097" y="1571336"/>
            <a:chExt cx="832760" cy="522729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96A0AB8-DADB-A2D2-5DF9-43DF8FC90F7F}"/>
                </a:ext>
              </a:extLst>
            </p:cNvPr>
            <p:cNvSpPr/>
            <p:nvPr/>
          </p:nvSpPr>
          <p:spPr>
            <a:xfrm>
              <a:off x="8090097" y="1579747"/>
              <a:ext cx="832760" cy="514318"/>
            </a:xfrm>
            <a:custGeom>
              <a:avLst/>
              <a:gdLst>
                <a:gd name="connsiteX0" fmla="*/ 416380 w 832760"/>
                <a:gd name="connsiteY0" fmla="*/ 514318 h 514318"/>
                <a:gd name="connsiteX1" fmla="*/ 5322 w 832760"/>
                <a:gd name="connsiteY1" fmla="*/ 276983 h 514318"/>
                <a:gd name="connsiteX2" fmla="*/ 5322 w 832760"/>
                <a:gd name="connsiteY2" fmla="*/ 237236 h 514318"/>
                <a:gd name="connsiteX3" fmla="*/ 416380 w 832760"/>
                <a:gd name="connsiteY3" fmla="*/ 0 h 514318"/>
                <a:gd name="connsiteX4" fmla="*/ 827438 w 832760"/>
                <a:gd name="connsiteY4" fmla="*/ 237236 h 514318"/>
                <a:gd name="connsiteX5" fmla="*/ 827438 w 832760"/>
                <a:gd name="connsiteY5" fmla="*/ 276983 h 514318"/>
                <a:gd name="connsiteX6" fmla="*/ 416380 w 832760"/>
                <a:gd name="connsiteY6" fmla="*/ 514318 h 514318"/>
                <a:gd name="connsiteX7" fmla="*/ 86352 w 832760"/>
                <a:gd name="connsiteY7" fmla="*/ 257184 h 514318"/>
                <a:gd name="connsiteX8" fmla="*/ 416380 w 832760"/>
                <a:gd name="connsiteY8" fmla="*/ 434975 h 514318"/>
                <a:gd name="connsiteX9" fmla="*/ 746408 w 832760"/>
                <a:gd name="connsiteY9" fmla="*/ 257184 h 514318"/>
                <a:gd name="connsiteX10" fmla="*/ 416380 w 832760"/>
                <a:gd name="connsiteY10" fmla="*/ 79443 h 514318"/>
                <a:gd name="connsiteX11" fmla="*/ 86352 w 832760"/>
                <a:gd name="connsiteY11" fmla="*/ 257184 h 51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760" h="514318">
                  <a:moveTo>
                    <a:pt x="416380" y="514318"/>
                  </a:moveTo>
                  <a:cubicBezTo>
                    <a:pt x="247421" y="514318"/>
                    <a:pt x="89925" y="423364"/>
                    <a:pt x="5322" y="276983"/>
                  </a:cubicBezTo>
                  <a:cubicBezTo>
                    <a:pt x="-1774" y="264677"/>
                    <a:pt x="-1774" y="249542"/>
                    <a:pt x="5322" y="237236"/>
                  </a:cubicBezTo>
                  <a:cubicBezTo>
                    <a:pt x="89975" y="90905"/>
                    <a:pt x="247521" y="0"/>
                    <a:pt x="416380" y="0"/>
                  </a:cubicBezTo>
                  <a:cubicBezTo>
                    <a:pt x="585239" y="0"/>
                    <a:pt x="742785" y="90905"/>
                    <a:pt x="827438" y="237236"/>
                  </a:cubicBezTo>
                  <a:cubicBezTo>
                    <a:pt x="834534" y="249542"/>
                    <a:pt x="834534" y="264677"/>
                    <a:pt x="827438" y="276983"/>
                  </a:cubicBezTo>
                  <a:cubicBezTo>
                    <a:pt x="742835" y="423364"/>
                    <a:pt x="585339" y="514318"/>
                    <a:pt x="416380" y="514318"/>
                  </a:cubicBezTo>
                  <a:close/>
                  <a:moveTo>
                    <a:pt x="86352" y="257184"/>
                  </a:moveTo>
                  <a:cubicBezTo>
                    <a:pt x="159097" y="367392"/>
                    <a:pt x="283496" y="434975"/>
                    <a:pt x="416380" y="434975"/>
                  </a:cubicBezTo>
                  <a:cubicBezTo>
                    <a:pt x="549264" y="434975"/>
                    <a:pt x="673664" y="367392"/>
                    <a:pt x="746408" y="257184"/>
                  </a:cubicBezTo>
                  <a:cubicBezTo>
                    <a:pt x="673614" y="146976"/>
                    <a:pt x="549215" y="79443"/>
                    <a:pt x="416380" y="79443"/>
                  </a:cubicBezTo>
                  <a:cubicBezTo>
                    <a:pt x="283545" y="79443"/>
                    <a:pt x="159146" y="146976"/>
                    <a:pt x="86352" y="257184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81353AA4-1291-1554-58F7-B54C03C62300}"/>
                </a:ext>
              </a:extLst>
            </p:cNvPr>
            <p:cNvSpPr/>
            <p:nvPr/>
          </p:nvSpPr>
          <p:spPr>
            <a:xfrm>
              <a:off x="8297971" y="1628425"/>
              <a:ext cx="417012" cy="417012"/>
            </a:xfrm>
            <a:custGeom>
              <a:avLst/>
              <a:gdLst>
                <a:gd name="connsiteX0" fmla="*/ 208506 w 417012"/>
                <a:gd name="connsiteY0" fmla="*/ 417012 h 417012"/>
                <a:gd name="connsiteX1" fmla="*/ 0 w 417012"/>
                <a:gd name="connsiteY1" fmla="*/ 208506 h 417012"/>
                <a:gd name="connsiteX2" fmla="*/ 208506 w 417012"/>
                <a:gd name="connsiteY2" fmla="*/ 0 h 417012"/>
                <a:gd name="connsiteX3" fmla="*/ 417013 w 417012"/>
                <a:gd name="connsiteY3" fmla="*/ 208506 h 417012"/>
                <a:gd name="connsiteX4" fmla="*/ 208506 w 417012"/>
                <a:gd name="connsiteY4" fmla="*/ 417012 h 417012"/>
                <a:gd name="connsiteX5" fmla="*/ 208506 w 417012"/>
                <a:gd name="connsiteY5" fmla="*/ 79393 h 417012"/>
                <a:gd name="connsiteX6" fmla="*/ 79393 w 417012"/>
                <a:gd name="connsiteY6" fmla="*/ 208506 h 417012"/>
                <a:gd name="connsiteX7" fmla="*/ 208506 w 417012"/>
                <a:gd name="connsiteY7" fmla="*/ 337619 h 417012"/>
                <a:gd name="connsiteX8" fmla="*/ 337620 w 417012"/>
                <a:gd name="connsiteY8" fmla="*/ 208506 h 417012"/>
                <a:gd name="connsiteX9" fmla="*/ 208506 w 417012"/>
                <a:gd name="connsiteY9" fmla="*/ 79393 h 4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7012" h="417012">
                  <a:moveTo>
                    <a:pt x="208506" y="417012"/>
                  </a:moveTo>
                  <a:cubicBezTo>
                    <a:pt x="93535" y="417012"/>
                    <a:pt x="0" y="323477"/>
                    <a:pt x="0" y="208506"/>
                  </a:cubicBezTo>
                  <a:cubicBezTo>
                    <a:pt x="0" y="93535"/>
                    <a:pt x="93535" y="0"/>
                    <a:pt x="208506" y="0"/>
                  </a:cubicBezTo>
                  <a:cubicBezTo>
                    <a:pt x="323478" y="0"/>
                    <a:pt x="417013" y="93535"/>
                    <a:pt x="417013" y="208506"/>
                  </a:cubicBezTo>
                  <a:cubicBezTo>
                    <a:pt x="417013" y="323477"/>
                    <a:pt x="323478" y="417012"/>
                    <a:pt x="208506" y="417012"/>
                  </a:cubicBezTo>
                  <a:close/>
                  <a:moveTo>
                    <a:pt x="208506" y="79393"/>
                  </a:moveTo>
                  <a:cubicBezTo>
                    <a:pt x="137301" y="79393"/>
                    <a:pt x="79393" y="137300"/>
                    <a:pt x="79393" y="208506"/>
                  </a:cubicBezTo>
                  <a:cubicBezTo>
                    <a:pt x="79393" y="279712"/>
                    <a:pt x="137301" y="337619"/>
                    <a:pt x="208506" y="337619"/>
                  </a:cubicBezTo>
                  <a:cubicBezTo>
                    <a:pt x="279712" y="337619"/>
                    <a:pt x="337620" y="279712"/>
                    <a:pt x="337620" y="208506"/>
                  </a:cubicBezTo>
                  <a:cubicBezTo>
                    <a:pt x="337620" y="137300"/>
                    <a:pt x="279712" y="79393"/>
                    <a:pt x="20850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09B26D4-E829-EE42-3254-7000851116D1}"/>
                </a:ext>
              </a:extLst>
            </p:cNvPr>
            <p:cNvSpPr/>
            <p:nvPr/>
          </p:nvSpPr>
          <p:spPr>
            <a:xfrm>
              <a:off x="8331167" y="1571336"/>
              <a:ext cx="496678" cy="346625"/>
            </a:xfrm>
            <a:custGeom>
              <a:avLst/>
              <a:gdLst>
                <a:gd name="connsiteX0" fmla="*/ 179974 w 496678"/>
                <a:gd name="connsiteY0" fmla="*/ 346625 h 346625"/>
                <a:gd name="connsiteX1" fmla="*/ 151889 w 496678"/>
                <a:gd name="connsiteY1" fmla="*/ 335014 h 346625"/>
                <a:gd name="connsiteX2" fmla="*/ 11611 w 496678"/>
                <a:gd name="connsiteY2" fmla="*/ 194736 h 346625"/>
                <a:gd name="connsiteX3" fmla="*/ 11611 w 496678"/>
                <a:gd name="connsiteY3" fmla="*/ 138615 h 346625"/>
                <a:gd name="connsiteX4" fmla="*/ 67732 w 496678"/>
                <a:gd name="connsiteY4" fmla="*/ 138615 h 346625"/>
                <a:gd name="connsiteX5" fmla="*/ 180421 w 496678"/>
                <a:gd name="connsiteY5" fmla="*/ 251304 h 346625"/>
                <a:gd name="connsiteX6" fmla="*/ 429418 w 496678"/>
                <a:gd name="connsiteY6" fmla="*/ 11140 h 346625"/>
                <a:gd name="connsiteX7" fmla="*/ 485539 w 496678"/>
                <a:gd name="connsiteY7" fmla="*/ 12132 h 346625"/>
                <a:gd name="connsiteX8" fmla="*/ 484547 w 496678"/>
                <a:gd name="connsiteY8" fmla="*/ 68253 h 346625"/>
                <a:gd name="connsiteX9" fmla="*/ 207514 w 496678"/>
                <a:gd name="connsiteY9" fmla="*/ 335461 h 346625"/>
                <a:gd name="connsiteX10" fmla="*/ 179974 w 496678"/>
                <a:gd name="connsiteY10" fmla="*/ 346576 h 34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6678" h="346625">
                  <a:moveTo>
                    <a:pt x="179974" y="346625"/>
                  </a:moveTo>
                  <a:cubicBezTo>
                    <a:pt x="169802" y="346625"/>
                    <a:pt x="159630" y="342755"/>
                    <a:pt x="151889" y="335014"/>
                  </a:cubicBezTo>
                  <a:lnTo>
                    <a:pt x="11611" y="194736"/>
                  </a:lnTo>
                  <a:cubicBezTo>
                    <a:pt x="-3870" y="179255"/>
                    <a:pt x="-3870" y="154097"/>
                    <a:pt x="11611" y="138615"/>
                  </a:cubicBezTo>
                  <a:cubicBezTo>
                    <a:pt x="27093" y="123134"/>
                    <a:pt x="52251" y="123134"/>
                    <a:pt x="67732" y="138615"/>
                  </a:cubicBezTo>
                  <a:lnTo>
                    <a:pt x="180421" y="251304"/>
                  </a:lnTo>
                  <a:lnTo>
                    <a:pt x="429418" y="11140"/>
                  </a:lnTo>
                  <a:cubicBezTo>
                    <a:pt x="445197" y="-4094"/>
                    <a:pt x="470355" y="-3647"/>
                    <a:pt x="485539" y="12132"/>
                  </a:cubicBezTo>
                  <a:cubicBezTo>
                    <a:pt x="500773" y="27912"/>
                    <a:pt x="500326" y="53020"/>
                    <a:pt x="484547" y="68253"/>
                  </a:cubicBezTo>
                  <a:lnTo>
                    <a:pt x="207514" y="335461"/>
                  </a:lnTo>
                  <a:cubicBezTo>
                    <a:pt x="199823" y="342904"/>
                    <a:pt x="189899" y="346576"/>
                    <a:pt x="179974" y="34657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D6FA5FB-E126-97F0-8A67-A60A0F98A101}"/>
              </a:ext>
            </a:extLst>
          </p:cNvPr>
          <p:cNvGrpSpPr/>
          <p:nvPr/>
        </p:nvGrpSpPr>
        <p:grpSpPr>
          <a:xfrm>
            <a:off x="9397643" y="1428652"/>
            <a:ext cx="826383" cy="826382"/>
            <a:chOff x="9397643" y="1428652"/>
            <a:chExt cx="826383" cy="82638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B6F65BC-CB9A-7111-6D13-5186929C31BB}"/>
                </a:ext>
              </a:extLst>
            </p:cNvPr>
            <p:cNvSpPr/>
            <p:nvPr/>
          </p:nvSpPr>
          <p:spPr>
            <a:xfrm>
              <a:off x="9397643" y="1428652"/>
              <a:ext cx="826383" cy="826382"/>
            </a:xfrm>
            <a:custGeom>
              <a:avLst/>
              <a:gdLst>
                <a:gd name="connsiteX0" fmla="*/ 413192 w 826383"/>
                <a:gd name="connsiteY0" fmla="*/ 826383 h 826382"/>
                <a:gd name="connsiteX1" fmla="*/ 413192 w 826383"/>
                <a:gd name="connsiteY1" fmla="*/ 826383 h 826382"/>
                <a:gd name="connsiteX2" fmla="*/ 374637 w 826383"/>
                <a:gd name="connsiteY2" fmla="*/ 796065 h 826382"/>
                <a:gd name="connsiteX3" fmla="*/ 307202 w 826383"/>
                <a:gd name="connsiteY3" fmla="*/ 519181 h 826382"/>
                <a:gd name="connsiteX4" fmla="*/ 30318 w 826383"/>
                <a:gd name="connsiteY4" fmla="*/ 451747 h 826382"/>
                <a:gd name="connsiteX5" fmla="*/ 0 w 826383"/>
                <a:gd name="connsiteY5" fmla="*/ 413191 h 826382"/>
                <a:gd name="connsiteX6" fmla="*/ 30318 w 826383"/>
                <a:gd name="connsiteY6" fmla="*/ 374636 h 826382"/>
                <a:gd name="connsiteX7" fmla="*/ 307202 w 826383"/>
                <a:gd name="connsiteY7" fmla="*/ 307202 h 826382"/>
                <a:gd name="connsiteX8" fmla="*/ 374637 w 826383"/>
                <a:gd name="connsiteY8" fmla="*/ 30318 h 826382"/>
                <a:gd name="connsiteX9" fmla="*/ 413192 w 826383"/>
                <a:gd name="connsiteY9" fmla="*/ 0 h 826382"/>
                <a:gd name="connsiteX10" fmla="*/ 451747 w 826383"/>
                <a:gd name="connsiteY10" fmla="*/ 30318 h 826382"/>
                <a:gd name="connsiteX11" fmla="*/ 519182 w 826383"/>
                <a:gd name="connsiteY11" fmla="*/ 307202 h 826382"/>
                <a:gd name="connsiteX12" fmla="*/ 796066 w 826383"/>
                <a:gd name="connsiteY12" fmla="*/ 374636 h 826382"/>
                <a:gd name="connsiteX13" fmla="*/ 826384 w 826383"/>
                <a:gd name="connsiteY13" fmla="*/ 413191 h 826382"/>
                <a:gd name="connsiteX14" fmla="*/ 796066 w 826383"/>
                <a:gd name="connsiteY14" fmla="*/ 451747 h 826382"/>
                <a:gd name="connsiteX15" fmla="*/ 519182 w 826383"/>
                <a:gd name="connsiteY15" fmla="*/ 519181 h 826382"/>
                <a:gd name="connsiteX16" fmla="*/ 451747 w 826383"/>
                <a:gd name="connsiteY16" fmla="*/ 796065 h 826382"/>
                <a:gd name="connsiteX17" fmla="*/ 413192 w 826383"/>
                <a:gd name="connsiteY17" fmla="*/ 826383 h 826382"/>
                <a:gd name="connsiteX18" fmla="*/ 207464 w 826383"/>
                <a:gd name="connsiteY18" fmla="*/ 413191 h 826382"/>
                <a:gd name="connsiteX19" fmla="*/ 349429 w 826383"/>
                <a:gd name="connsiteY19" fmla="*/ 447777 h 826382"/>
                <a:gd name="connsiteX20" fmla="*/ 378606 w 826383"/>
                <a:gd name="connsiteY20" fmla="*/ 476954 h 826382"/>
                <a:gd name="connsiteX21" fmla="*/ 413192 w 826383"/>
                <a:gd name="connsiteY21" fmla="*/ 618919 h 826382"/>
                <a:gd name="connsiteX22" fmla="*/ 447778 w 826383"/>
                <a:gd name="connsiteY22" fmla="*/ 476954 h 826382"/>
                <a:gd name="connsiteX23" fmla="*/ 476955 w 826383"/>
                <a:gd name="connsiteY23" fmla="*/ 447777 h 826382"/>
                <a:gd name="connsiteX24" fmla="*/ 618920 w 826383"/>
                <a:gd name="connsiteY24" fmla="*/ 413191 h 826382"/>
                <a:gd name="connsiteX25" fmla="*/ 476955 w 826383"/>
                <a:gd name="connsiteY25" fmla="*/ 378606 h 826382"/>
                <a:gd name="connsiteX26" fmla="*/ 447778 w 826383"/>
                <a:gd name="connsiteY26" fmla="*/ 349429 h 826382"/>
                <a:gd name="connsiteX27" fmla="*/ 413192 w 826383"/>
                <a:gd name="connsiteY27" fmla="*/ 207464 h 826382"/>
                <a:gd name="connsiteX28" fmla="*/ 378606 w 826383"/>
                <a:gd name="connsiteY28" fmla="*/ 349429 h 826382"/>
                <a:gd name="connsiteX29" fmla="*/ 349429 w 826383"/>
                <a:gd name="connsiteY29" fmla="*/ 378606 h 826382"/>
                <a:gd name="connsiteX30" fmla="*/ 207464 w 826383"/>
                <a:gd name="connsiteY30" fmla="*/ 413191 h 826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6383" h="826382">
                  <a:moveTo>
                    <a:pt x="413192" y="826383"/>
                  </a:moveTo>
                  <a:lnTo>
                    <a:pt x="413192" y="826383"/>
                  </a:lnTo>
                  <a:cubicBezTo>
                    <a:pt x="394882" y="826383"/>
                    <a:pt x="378954" y="813879"/>
                    <a:pt x="374637" y="796065"/>
                  </a:cubicBezTo>
                  <a:lnTo>
                    <a:pt x="307202" y="519181"/>
                  </a:lnTo>
                  <a:lnTo>
                    <a:pt x="30318" y="451747"/>
                  </a:lnTo>
                  <a:cubicBezTo>
                    <a:pt x="12554" y="447430"/>
                    <a:pt x="0" y="431502"/>
                    <a:pt x="0" y="413191"/>
                  </a:cubicBezTo>
                  <a:cubicBezTo>
                    <a:pt x="0" y="394881"/>
                    <a:pt x="12504" y="378953"/>
                    <a:pt x="30318" y="374636"/>
                  </a:cubicBezTo>
                  <a:lnTo>
                    <a:pt x="307202" y="307202"/>
                  </a:lnTo>
                  <a:lnTo>
                    <a:pt x="374637" y="30318"/>
                  </a:lnTo>
                  <a:cubicBezTo>
                    <a:pt x="378954" y="12554"/>
                    <a:pt x="394882" y="0"/>
                    <a:pt x="413192" y="0"/>
                  </a:cubicBezTo>
                  <a:cubicBezTo>
                    <a:pt x="431502" y="0"/>
                    <a:pt x="447430" y="12504"/>
                    <a:pt x="451747" y="30318"/>
                  </a:cubicBezTo>
                  <a:lnTo>
                    <a:pt x="519182" y="307202"/>
                  </a:lnTo>
                  <a:lnTo>
                    <a:pt x="796066" y="374636"/>
                  </a:lnTo>
                  <a:cubicBezTo>
                    <a:pt x="813830" y="378953"/>
                    <a:pt x="826384" y="394881"/>
                    <a:pt x="826384" y="413191"/>
                  </a:cubicBezTo>
                  <a:cubicBezTo>
                    <a:pt x="826384" y="431502"/>
                    <a:pt x="813879" y="447430"/>
                    <a:pt x="796066" y="451747"/>
                  </a:cubicBezTo>
                  <a:lnTo>
                    <a:pt x="519182" y="519181"/>
                  </a:lnTo>
                  <a:lnTo>
                    <a:pt x="451747" y="796065"/>
                  </a:lnTo>
                  <a:cubicBezTo>
                    <a:pt x="447430" y="813829"/>
                    <a:pt x="431502" y="826383"/>
                    <a:pt x="413192" y="826383"/>
                  </a:cubicBezTo>
                  <a:close/>
                  <a:moveTo>
                    <a:pt x="207464" y="413191"/>
                  </a:moveTo>
                  <a:lnTo>
                    <a:pt x="349429" y="447777"/>
                  </a:lnTo>
                  <a:cubicBezTo>
                    <a:pt x="363869" y="451300"/>
                    <a:pt x="375083" y="462514"/>
                    <a:pt x="378606" y="476954"/>
                  </a:cubicBezTo>
                  <a:lnTo>
                    <a:pt x="413192" y="618919"/>
                  </a:lnTo>
                  <a:lnTo>
                    <a:pt x="447778" y="476954"/>
                  </a:lnTo>
                  <a:cubicBezTo>
                    <a:pt x="451301" y="462514"/>
                    <a:pt x="462515" y="451300"/>
                    <a:pt x="476955" y="447777"/>
                  </a:cubicBezTo>
                  <a:lnTo>
                    <a:pt x="618920" y="413191"/>
                  </a:lnTo>
                  <a:lnTo>
                    <a:pt x="476955" y="378606"/>
                  </a:lnTo>
                  <a:cubicBezTo>
                    <a:pt x="462515" y="375083"/>
                    <a:pt x="451301" y="363868"/>
                    <a:pt x="447778" y="349429"/>
                  </a:cubicBezTo>
                  <a:lnTo>
                    <a:pt x="413192" y="207464"/>
                  </a:lnTo>
                  <a:lnTo>
                    <a:pt x="378606" y="349429"/>
                  </a:lnTo>
                  <a:cubicBezTo>
                    <a:pt x="375083" y="363868"/>
                    <a:pt x="363869" y="375083"/>
                    <a:pt x="349429" y="378606"/>
                  </a:cubicBezTo>
                  <a:lnTo>
                    <a:pt x="207464" y="413191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F76061E-456A-3F98-2DEE-40EF123FBF9B}"/>
                </a:ext>
              </a:extLst>
            </p:cNvPr>
            <p:cNvSpPr/>
            <p:nvPr/>
          </p:nvSpPr>
          <p:spPr>
            <a:xfrm>
              <a:off x="9496090" y="1531962"/>
              <a:ext cx="178386" cy="178386"/>
            </a:xfrm>
            <a:custGeom>
              <a:avLst/>
              <a:gdLst>
                <a:gd name="connsiteX0" fmla="*/ 138740 w 178386"/>
                <a:gd name="connsiteY0" fmla="*/ 178386 h 178386"/>
                <a:gd name="connsiteX1" fmla="*/ 110654 w 178386"/>
                <a:gd name="connsiteY1" fmla="*/ 166775 h 178386"/>
                <a:gd name="connsiteX2" fmla="*/ 11611 w 178386"/>
                <a:gd name="connsiteY2" fmla="*/ 67732 h 178386"/>
                <a:gd name="connsiteX3" fmla="*/ 11611 w 178386"/>
                <a:gd name="connsiteY3" fmla="*/ 11611 h 178386"/>
                <a:gd name="connsiteX4" fmla="*/ 67732 w 178386"/>
                <a:gd name="connsiteY4" fmla="*/ 11611 h 178386"/>
                <a:gd name="connsiteX5" fmla="*/ 166775 w 178386"/>
                <a:gd name="connsiteY5" fmla="*/ 110654 h 178386"/>
                <a:gd name="connsiteX6" fmla="*/ 166775 w 178386"/>
                <a:gd name="connsiteY6" fmla="*/ 166775 h 178386"/>
                <a:gd name="connsiteX7" fmla="*/ 138690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138740" y="178386"/>
                  </a:moveTo>
                  <a:cubicBezTo>
                    <a:pt x="128567" y="178386"/>
                    <a:pt x="118445" y="174516"/>
                    <a:pt x="110654" y="16677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66775" y="110654"/>
                  </a:lnTo>
                  <a:cubicBezTo>
                    <a:pt x="182257" y="126136"/>
                    <a:pt x="182257" y="151293"/>
                    <a:pt x="166775" y="166775"/>
                  </a:cubicBezTo>
                  <a:cubicBezTo>
                    <a:pt x="159034" y="174516"/>
                    <a:pt x="148862" y="178386"/>
                    <a:pt x="138690" y="1783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CC44C98-249D-CCF3-4671-B8A3A228A197}"/>
                </a:ext>
              </a:extLst>
            </p:cNvPr>
            <p:cNvSpPr/>
            <p:nvPr/>
          </p:nvSpPr>
          <p:spPr>
            <a:xfrm>
              <a:off x="9942479" y="1978350"/>
              <a:ext cx="178386" cy="178386"/>
            </a:xfrm>
            <a:custGeom>
              <a:avLst/>
              <a:gdLst>
                <a:gd name="connsiteX0" fmla="*/ 138740 w 178386"/>
                <a:gd name="connsiteY0" fmla="*/ 178386 h 178386"/>
                <a:gd name="connsiteX1" fmla="*/ 110654 w 178386"/>
                <a:gd name="connsiteY1" fmla="*/ 166775 h 178386"/>
                <a:gd name="connsiteX2" fmla="*/ 11611 w 178386"/>
                <a:gd name="connsiteY2" fmla="*/ 67732 h 178386"/>
                <a:gd name="connsiteX3" fmla="*/ 11611 w 178386"/>
                <a:gd name="connsiteY3" fmla="*/ 11611 h 178386"/>
                <a:gd name="connsiteX4" fmla="*/ 67732 w 178386"/>
                <a:gd name="connsiteY4" fmla="*/ 11611 h 178386"/>
                <a:gd name="connsiteX5" fmla="*/ 166775 w 178386"/>
                <a:gd name="connsiteY5" fmla="*/ 110654 h 178386"/>
                <a:gd name="connsiteX6" fmla="*/ 166775 w 178386"/>
                <a:gd name="connsiteY6" fmla="*/ 166775 h 178386"/>
                <a:gd name="connsiteX7" fmla="*/ 138690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138740" y="178386"/>
                  </a:moveTo>
                  <a:cubicBezTo>
                    <a:pt x="128567" y="178386"/>
                    <a:pt x="118445" y="174516"/>
                    <a:pt x="110654" y="166775"/>
                  </a:cubicBezTo>
                  <a:lnTo>
                    <a:pt x="11611" y="67732"/>
                  </a:lnTo>
                  <a:cubicBezTo>
                    <a:pt x="-3870" y="52251"/>
                    <a:pt x="-3870" y="27093"/>
                    <a:pt x="11611" y="11611"/>
                  </a:cubicBezTo>
                  <a:cubicBezTo>
                    <a:pt x="27093" y="-3870"/>
                    <a:pt x="52251" y="-3870"/>
                    <a:pt x="67732" y="11611"/>
                  </a:cubicBezTo>
                  <a:lnTo>
                    <a:pt x="166775" y="110654"/>
                  </a:lnTo>
                  <a:cubicBezTo>
                    <a:pt x="182257" y="126136"/>
                    <a:pt x="182257" y="151293"/>
                    <a:pt x="166775" y="166775"/>
                  </a:cubicBezTo>
                  <a:cubicBezTo>
                    <a:pt x="159035" y="174516"/>
                    <a:pt x="148862" y="178386"/>
                    <a:pt x="138690" y="1783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F74B7A0-8ACD-9731-D299-FB1F01169E37}"/>
                </a:ext>
              </a:extLst>
            </p:cNvPr>
            <p:cNvSpPr/>
            <p:nvPr/>
          </p:nvSpPr>
          <p:spPr>
            <a:xfrm>
              <a:off x="9496090" y="1978350"/>
              <a:ext cx="178386" cy="178386"/>
            </a:xfrm>
            <a:custGeom>
              <a:avLst/>
              <a:gdLst>
                <a:gd name="connsiteX0" fmla="*/ 39697 w 178386"/>
                <a:gd name="connsiteY0" fmla="*/ 178386 h 178386"/>
                <a:gd name="connsiteX1" fmla="*/ 11611 w 178386"/>
                <a:gd name="connsiteY1" fmla="*/ 166775 h 178386"/>
                <a:gd name="connsiteX2" fmla="*/ 11611 w 178386"/>
                <a:gd name="connsiteY2" fmla="*/ 110654 h 178386"/>
                <a:gd name="connsiteX3" fmla="*/ 110654 w 178386"/>
                <a:gd name="connsiteY3" fmla="*/ 11611 h 178386"/>
                <a:gd name="connsiteX4" fmla="*/ 166775 w 178386"/>
                <a:gd name="connsiteY4" fmla="*/ 11611 h 178386"/>
                <a:gd name="connsiteX5" fmla="*/ 166775 w 178386"/>
                <a:gd name="connsiteY5" fmla="*/ 67732 h 178386"/>
                <a:gd name="connsiteX6" fmla="*/ 67732 w 178386"/>
                <a:gd name="connsiteY6" fmla="*/ 166775 h 178386"/>
                <a:gd name="connsiteX7" fmla="*/ 39647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39697" y="178386"/>
                  </a:moveTo>
                  <a:cubicBezTo>
                    <a:pt x="29524" y="178386"/>
                    <a:pt x="19402" y="174516"/>
                    <a:pt x="11611" y="166775"/>
                  </a:cubicBezTo>
                  <a:cubicBezTo>
                    <a:pt x="-3870" y="151293"/>
                    <a:pt x="-3870" y="126136"/>
                    <a:pt x="11611" y="110654"/>
                  </a:cubicBezTo>
                  <a:lnTo>
                    <a:pt x="110654" y="11611"/>
                  </a:lnTo>
                  <a:cubicBezTo>
                    <a:pt x="126136" y="-3870"/>
                    <a:pt x="151294" y="-3870"/>
                    <a:pt x="166775" y="11611"/>
                  </a:cubicBezTo>
                  <a:cubicBezTo>
                    <a:pt x="182257" y="27093"/>
                    <a:pt x="182257" y="52251"/>
                    <a:pt x="166775" y="67732"/>
                  </a:cubicBezTo>
                  <a:lnTo>
                    <a:pt x="67732" y="166775"/>
                  </a:lnTo>
                  <a:cubicBezTo>
                    <a:pt x="59991" y="174516"/>
                    <a:pt x="49819" y="178386"/>
                    <a:pt x="39647" y="1783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D7192A45-C94B-E434-2BE6-406361D719CF}"/>
                </a:ext>
              </a:extLst>
            </p:cNvPr>
            <p:cNvSpPr/>
            <p:nvPr/>
          </p:nvSpPr>
          <p:spPr>
            <a:xfrm>
              <a:off x="9942479" y="1531962"/>
              <a:ext cx="178386" cy="178386"/>
            </a:xfrm>
            <a:custGeom>
              <a:avLst/>
              <a:gdLst>
                <a:gd name="connsiteX0" fmla="*/ 39697 w 178386"/>
                <a:gd name="connsiteY0" fmla="*/ 178386 h 178386"/>
                <a:gd name="connsiteX1" fmla="*/ 11611 w 178386"/>
                <a:gd name="connsiteY1" fmla="*/ 166775 h 178386"/>
                <a:gd name="connsiteX2" fmla="*/ 11611 w 178386"/>
                <a:gd name="connsiteY2" fmla="*/ 110654 h 178386"/>
                <a:gd name="connsiteX3" fmla="*/ 110654 w 178386"/>
                <a:gd name="connsiteY3" fmla="*/ 11611 h 178386"/>
                <a:gd name="connsiteX4" fmla="*/ 166775 w 178386"/>
                <a:gd name="connsiteY4" fmla="*/ 11611 h 178386"/>
                <a:gd name="connsiteX5" fmla="*/ 166775 w 178386"/>
                <a:gd name="connsiteY5" fmla="*/ 67732 h 178386"/>
                <a:gd name="connsiteX6" fmla="*/ 67732 w 178386"/>
                <a:gd name="connsiteY6" fmla="*/ 166775 h 178386"/>
                <a:gd name="connsiteX7" fmla="*/ 39647 w 178386"/>
                <a:gd name="connsiteY7" fmla="*/ 178386 h 17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386" h="178386">
                  <a:moveTo>
                    <a:pt x="39697" y="178386"/>
                  </a:moveTo>
                  <a:cubicBezTo>
                    <a:pt x="29524" y="178386"/>
                    <a:pt x="19402" y="174516"/>
                    <a:pt x="11611" y="166775"/>
                  </a:cubicBezTo>
                  <a:cubicBezTo>
                    <a:pt x="-3870" y="151293"/>
                    <a:pt x="-3870" y="126136"/>
                    <a:pt x="11611" y="110654"/>
                  </a:cubicBezTo>
                  <a:lnTo>
                    <a:pt x="110654" y="11611"/>
                  </a:lnTo>
                  <a:cubicBezTo>
                    <a:pt x="126136" y="-3870"/>
                    <a:pt x="151294" y="-3870"/>
                    <a:pt x="166775" y="11611"/>
                  </a:cubicBezTo>
                  <a:cubicBezTo>
                    <a:pt x="182257" y="27093"/>
                    <a:pt x="182257" y="52251"/>
                    <a:pt x="166775" y="67732"/>
                  </a:cubicBezTo>
                  <a:lnTo>
                    <a:pt x="67732" y="166775"/>
                  </a:lnTo>
                  <a:cubicBezTo>
                    <a:pt x="59991" y="174516"/>
                    <a:pt x="49819" y="178386"/>
                    <a:pt x="39647" y="178386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E9D70E18-E6F6-5F01-87C2-68BB7BB2680A}"/>
              </a:ext>
            </a:extLst>
          </p:cNvPr>
          <p:cNvGrpSpPr/>
          <p:nvPr/>
        </p:nvGrpSpPr>
        <p:grpSpPr>
          <a:xfrm>
            <a:off x="1517415" y="2534865"/>
            <a:ext cx="814710" cy="841286"/>
            <a:chOff x="1517415" y="2534865"/>
            <a:chExt cx="814710" cy="841286"/>
          </a:xfrm>
        </p:grpSpPr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4C5B754-AA30-4781-E4C1-23BBDCBA13B0}"/>
                </a:ext>
              </a:extLst>
            </p:cNvPr>
            <p:cNvSpPr/>
            <p:nvPr/>
          </p:nvSpPr>
          <p:spPr>
            <a:xfrm>
              <a:off x="1790919" y="2898404"/>
              <a:ext cx="256488" cy="477747"/>
            </a:xfrm>
            <a:custGeom>
              <a:avLst/>
              <a:gdLst>
                <a:gd name="connsiteX0" fmla="*/ 216718 w 256488"/>
                <a:gd name="connsiteY0" fmla="*/ 477748 h 477747"/>
                <a:gd name="connsiteX1" fmla="*/ 39721 w 256488"/>
                <a:gd name="connsiteY1" fmla="*/ 477748 h 477747"/>
                <a:gd name="connsiteX2" fmla="*/ 10196 w 256488"/>
                <a:gd name="connsiteY2" fmla="*/ 464598 h 477747"/>
                <a:gd name="connsiteX3" fmla="*/ 223 w 256488"/>
                <a:gd name="connsiteY3" fmla="*/ 433883 h 477747"/>
                <a:gd name="connsiteX4" fmla="*/ 37637 w 256488"/>
                <a:gd name="connsiteY4" fmla="*/ 81477 h 477747"/>
                <a:gd name="connsiteX5" fmla="*/ 128244 w 256488"/>
                <a:gd name="connsiteY5" fmla="*/ 0 h 477747"/>
                <a:gd name="connsiteX6" fmla="*/ 218852 w 256488"/>
                <a:gd name="connsiteY6" fmla="*/ 81477 h 477747"/>
                <a:gd name="connsiteX7" fmla="*/ 218852 w 256488"/>
                <a:gd name="connsiteY7" fmla="*/ 81477 h 477747"/>
                <a:gd name="connsiteX8" fmla="*/ 256266 w 256488"/>
                <a:gd name="connsiteY8" fmla="*/ 433883 h 477747"/>
                <a:gd name="connsiteX9" fmla="*/ 246292 w 256488"/>
                <a:gd name="connsiteY9" fmla="*/ 464598 h 477747"/>
                <a:gd name="connsiteX10" fmla="*/ 216768 w 256488"/>
                <a:gd name="connsiteY10" fmla="*/ 477748 h 477747"/>
                <a:gd name="connsiteX11" fmla="*/ 83834 w 256488"/>
                <a:gd name="connsiteY11" fmla="*/ 398355 h 477747"/>
                <a:gd name="connsiteX12" fmla="*/ 172605 w 256488"/>
                <a:gd name="connsiteY12" fmla="*/ 398355 h 477747"/>
                <a:gd name="connsiteX13" fmla="*/ 139855 w 256488"/>
                <a:gd name="connsiteY13" fmla="*/ 89813 h 477747"/>
                <a:gd name="connsiteX14" fmla="*/ 128195 w 256488"/>
                <a:gd name="connsiteY14" fmla="*/ 79344 h 477747"/>
                <a:gd name="connsiteX15" fmla="*/ 116534 w 256488"/>
                <a:gd name="connsiteY15" fmla="*/ 89813 h 477747"/>
                <a:gd name="connsiteX16" fmla="*/ 83784 w 256488"/>
                <a:gd name="connsiteY16" fmla="*/ 398355 h 47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6488" h="477747">
                  <a:moveTo>
                    <a:pt x="216718" y="477748"/>
                  </a:moveTo>
                  <a:lnTo>
                    <a:pt x="39721" y="477748"/>
                  </a:lnTo>
                  <a:cubicBezTo>
                    <a:pt x="28457" y="477748"/>
                    <a:pt x="17739" y="472984"/>
                    <a:pt x="10196" y="464598"/>
                  </a:cubicBezTo>
                  <a:cubicBezTo>
                    <a:pt x="2654" y="456213"/>
                    <a:pt x="-968" y="445048"/>
                    <a:pt x="223" y="433883"/>
                  </a:cubicBezTo>
                  <a:lnTo>
                    <a:pt x="37637" y="81477"/>
                  </a:lnTo>
                  <a:cubicBezTo>
                    <a:pt x="42549" y="35032"/>
                    <a:pt x="81501" y="0"/>
                    <a:pt x="128244" y="0"/>
                  </a:cubicBezTo>
                  <a:cubicBezTo>
                    <a:pt x="174987" y="0"/>
                    <a:pt x="213890" y="35032"/>
                    <a:pt x="218852" y="81477"/>
                  </a:cubicBezTo>
                  <a:lnTo>
                    <a:pt x="218852" y="81477"/>
                  </a:lnTo>
                  <a:cubicBezTo>
                    <a:pt x="218852" y="81477"/>
                    <a:pt x="256266" y="433883"/>
                    <a:pt x="256266" y="433883"/>
                  </a:cubicBezTo>
                  <a:cubicBezTo>
                    <a:pt x="257457" y="445098"/>
                    <a:pt x="253834" y="456262"/>
                    <a:pt x="246292" y="464598"/>
                  </a:cubicBezTo>
                  <a:cubicBezTo>
                    <a:pt x="238750" y="472984"/>
                    <a:pt x="228032" y="477748"/>
                    <a:pt x="216768" y="477748"/>
                  </a:cubicBezTo>
                  <a:close/>
                  <a:moveTo>
                    <a:pt x="83834" y="398355"/>
                  </a:moveTo>
                  <a:lnTo>
                    <a:pt x="172605" y="398355"/>
                  </a:lnTo>
                  <a:lnTo>
                    <a:pt x="139855" y="89813"/>
                  </a:lnTo>
                  <a:cubicBezTo>
                    <a:pt x="139210" y="83859"/>
                    <a:pt x="134199" y="79344"/>
                    <a:pt x="128195" y="79344"/>
                  </a:cubicBezTo>
                  <a:cubicBezTo>
                    <a:pt x="122191" y="79344"/>
                    <a:pt x="117179" y="83859"/>
                    <a:pt x="116534" y="89813"/>
                  </a:cubicBezTo>
                  <a:lnTo>
                    <a:pt x="83784" y="398355"/>
                  </a:ln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EA72CB5-7A31-9F5E-C225-78B94D7746BD}"/>
                </a:ext>
              </a:extLst>
            </p:cNvPr>
            <p:cNvSpPr/>
            <p:nvPr/>
          </p:nvSpPr>
          <p:spPr>
            <a:xfrm>
              <a:off x="1781862" y="2600481"/>
              <a:ext cx="276685" cy="276684"/>
            </a:xfrm>
            <a:custGeom>
              <a:avLst/>
              <a:gdLst>
                <a:gd name="connsiteX0" fmla="*/ 138343 w 276685"/>
                <a:gd name="connsiteY0" fmla="*/ 276685 h 276684"/>
                <a:gd name="connsiteX1" fmla="*/ 99787 w 276685"/>
                <a:gd name="connsiteY1" fmla="*/ 246367 h 276684"/>
                <a:gd name="connsiteX2" fmla="*/ 86191 w 276685"/>
                <a:gd name="connsiteY2" fmla="*/ 190494 h 276684"/>
                <a:gd name="connsiteX3" fmla="*/ 30318 w 276685"/>
                <a:gd name="connsiteY3" fmla="*/ 176898 h 276684"/>
                <a:gd name="connsiteX4" fmla="*/ 0 w 276685"/>
                <a:gd name="connsiteY4" fmla="*/ 138342 h 276684"/>
                <a:gd name="connsiteX5" fmla="*/ 30318 w 276685"/>
                <a:gd name="connsiteY5" fmla="*/ 99787 h 276684"/>
                <a:gd name="connsiteX6" fmla="*/ 86191 w 276685"/>
                <a:gd name="connsiteY6" fmla="*/ 86191 h 276684"/>
                <a:gd name="connsiteX7" fmla="*/ 99787 w 276685"/>
                <a:gd name="connsiteY7" fmla="*/ 30318 h 276684"/>
                <a:gd name="connsiteX8" fmla="*/ 138343 w 276685"/>
                <a:gd name="connsiteY8" fmla="*/ 0 h 276684"/>
                <a:gd name="connsiteX9" fmla="*/ 176898 w 276685"/>
                <a:gd name="connsiteY9" fmla="*/ 30318 h 276684"/>
                <a:gd name="connsiteX10" fmla="*/ 190494 w 276685"/>
                <a:gd name="connsiteY10" fmla="*/ 86191 h 276684"/>
                <a:gd name="connsiteX11" fmla="*/ 246367 w 276685"/>
                <a:gd name="connsiteY11" fmla="*/ 99787 h 276684"/>
                <a:gd name="connsiteX12" fmla="*/ 276685 w 276685"/>
                <a:gd name="connsiteY12" fmla="*/ 138342 h 276684"/>
                <a:gd name="connsiteX13" fmla="*/ 246367 w 276685"/>
                <a:gd name="connsiteY13" fmla="*/ 176898 h 276684"/>
                <a:gd name="connsiteX14" fmla="*/ 190494 w 276685"/>
                <a:gd name="connsiteY14" fmla="*/ 190494 h 276684"/>
                <a:gd name="connsiteX15" fmla="*/ 176898 w 276685"/>
                <a:gd name="connsiteY15" fmla="*/ 246367 h 276684"/>
                <a:gd name="connsiteX16" fmla="*/ 138343 w 276685"/>
                <a:gd name="connsiteY16" fmla="*/ 276685 h 276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6685" h="276684">
                  <a:moveTo>
                    <a:pt x="138343" y="276685"/>
                  </a:moveTo>
                  <a:cubicBezTo>
                    <a:pt x="120033" y="276685"/>
                    <a:pt x="104104" y="264181"/>
                    <a:pt x="99787" y="246367"/>
                  </a:cubicBezTo>
                  <a:lnTo>
                    <a:pt x="86191" y="190494"/>
                  </a:lnTo>
                  <a:lnTo>
                    <a:pt x="30318" y="176898"/>
                  </a:lnTo>
                  <a:cubicBezTo>
                    <a:pt x="12554" y="172581"/>
                    <a:pt x="0" y="156653"/>
                    <a:pt x="0" y="138342"/>
                  </a:cubicBezTo>
                  <a:cubicBezTo>
                    <a:pt x="0" y="120032"/>
                    <a:pt x="12504" y="104104"/>
                    <a:pt x="30318" y="99787"/>
                  </a:cubicBezTo>
                  <a:lnTo>
                    <a:pt x="86191" y="86191"/>
                  </a:lnTo>
                  <a:lnTo>
                    <a:pt x="99787" y="30318"/>
                  </a:lnTo>
                  <a:cubicBezTo>
                    <a:pt x="104104" y="12554"/>
                    <a:pt x="120033" y="0"/>
                    <a:pt x="138343" y="0"/>
                  </a:cubicBezTo>
                  <a:cubicBezTo>
                    <a:pt x="156653" y="0"/>
                    <a:pt x="172581" y="12504"/>
                    <a:pt x="176898" y="30318"/>
                  </a:cubicBezTo>
                  <a:lnTo>
                    <a:pt x="190494" y="86191"/>
                  </a:lnTo>
                  <a:lnTo>
                    <a:pt x="246367" y="99787"/>
                  </a:lnTo>
                  <a:cubicBezTo>
                    <a:pt x="264131" y="104104"/>
                    <a:pt x="276685" y="120032"/>
                    <a:pt x="276685" y="138342"/>
                  </a:cubicBezTo>
                  <a:cubicBezTo>
                    <a:pt x="276685" y="156653"/>
                    <a:pt x="264181" y="172581"/>
                    <a:pt x="246367" y="176898"/>
                  </a:cubicBezTo>
                  <a:lnTo>
                    <a:pt x="190494" y="190494"/>
                  </a:lnTo>
                  <a:lnTo>
                    <a:pt x="176898" y="246367"/>
                  </a:lnTo>
                  <a:cubicBezTo>
                    <a:pt x="172581" y="264131"/>
                    <a:pt x="156653" y="276685"/>
                    <a:pt x="138343" y="27668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D2B69B1-C668-0338-5A9B-52E001D6BA39}"/>
                </a:ext>
              </a:extLst>
            </p:cNvPr>
            <p:cNvSpPr/>
            <p:nvPr/>
          </p:nvSpPr>
          <p:spPr>
            <a:xfrm>
              <a:off x="1831136" y="3009703"/>
              <a:ext cx="178188" cy="79393"/>
            </a:xfrm>
            <a:custGeom>
              <a:avLst/>
              <a:gdLst>
                <a:gd name="connsiteX0" fmla="*/ 138492 w 178188"/>
                <a:gd name="connsiteY0" fmla="*/ 79393 h 79393"/>
                <a:gd name="connsiteX1" fmla="*/ 39697 w 178188"/>
                <a:gd name="connsiteY1" fmla="*/ 79393 h 79393"/>
                <a:gd name="connsiteX2" fmla="*/ 0 w 178188"/>
                <a:gd name="connsiteY2" fmla="*/ 39697 h 79393"/>
                <a:gd name="connsiteX3" fmla="*/ 39697 w 178188"/>
                <a:gd name="connsiteY3" fmla="*/ 0 h 79393"/>
                <a:gd name="connsiteX4" fmla="*/ 138492 w 178188"/>
                <a:gd name="connsiteY4" fmla="*/ 0 h 79393"/>
                <a:gd name="connsiteX5" fmla="*/ 178188 w 178188"/>
                <a:gd name="connsiteY5" fmla="*/ 39697 h 79393"/>
                <a:gd name="connsiteX6" fmla="*/ 138492 w 178188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188" h="79393">
                  <a:moveTo>
                    <a:pt x="138492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38492" y="0"/>
                  </a:lnTo>
                  <a:cubicBezTo>
                    <a:pt x="160424" y="0"/>
                    <a:pt x="178188" y="17764"/>
                    <a:pt x="178188" y="39697"/>
                  </a:cubicBezTo>
                  <a:cubicBezTo>
                    <a:pt x="178188" y="61629"/>
                    <a:pt x="160424" y="79393"/>
                    <a:pt x="138492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DA2353F-374D-4763-2C3D-B2FBEF4EC826}"/>
                </a:ext>
              </a:extLst>
            </p:cNvPr>
            <p:cNvSpPr/>
            <p:nvPr/>
          </p:nvSpPr>
          <p:spPr>
            <a:xfrm>
              <a:off x="2051484" y="2534865"/>
              <a:ext cx="280641" cy="146547"/>
            </a:xfrm>
            <a:custGeom>
              <a:avLst/>
              <a:gdLst>
                <a:gd name="connsiteX0" fmla="*/ 39714 w 280641"/>
                <a:gd name="connsiteY0" fmla="*/ 146548 h 146547"/>
                <a:gd name="connsiteX1" fmla="*/ 2052 w 280641"/>
                <a:gd name="connsiteY1" fmla="*/ 119405 h 146547"/>
                <a:gd name="connsiteX2" fmla="*/ 27160 w 280641"/>
                <a:gd name="connsiteY2" fmla="*/ 69189 h 146547"/>
                <a:gd name="connsiteX3" fmla="*/ 228373 w 280641"/>
                <a:gd name="connsiteY3" fmla="*/ 2052 h 146547"/>
                <a:gd name="connsiteX4" fmla="*/ 278589 w 280641"/>
                <a:gd name="connsiteY4" fmla="*/ 27160 h 146547"/>
                <a:gd name="connsiteX5" fmla="*/ 253481 w 280641"/>
                <a:gd name="connsiteY5" fmla="*/ 77377 h 146547"/>
                <a:gd name="connsiteX6" fmla="*/ 52269 w 280641"/>
                <a:gd name="connsiteY6" fmla="*/ 144513 h 146547"/>
                <a:gd name="connsiteX7" fmla="*/ 39714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39714" y="146548"/>
                  </a:moveTo>
                  <a:cubicBezTo>
                    <a:pt x="23092" y="146548"/>
                    <a:pt x="7610" y="136028"/>
                    <a:pt x="2052" y="119405"/>
                  </a:cubicBezTo>
                  <a:cubicBezTo>
                    <a:pt x="-4895" y="98614"/>
                    <a:pt x="6369" y="76136"/>
                    <a:pt x="27160" y="69189"/>
                  </a:cubicBezTo>
                  <a:lnTo>
                    <a:pt x="228373" y="2052"/>
                  </a:lnTo>
                  <a:cubicBezTo>
                    <a:pt x="249164" y="-4895"/>
                    <a:pt x="271642" y="6369"/>
                    <a:pt x="278589" y="27160"/>
                  </a:cubicBezTo>
                  <a:cubicBezTo>
                    <a:pt x="285536" y="47951"/>
                    <a:pt x="274272" y="70430"/>
                    <a:pt x="253481" y="77377"/>
                  </a:cubicBezTo>
                  <a:lnTo>
                    <a:pt x="52269" y="144513"/>
                  </a:lnTo>
                  <a:cubicBezTo>
                    <a:pt x="48100" y="145903"/>
                    <a:pt x="43883" y="146548"/>
                    <a:pt x="39714" y="1465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9453BCA-9E29-273A-AB6A-CCDE155888F3}"/>
                </a:ext>
              </a:extLst>
            </p:cNvPr>
            <p:cNvSpPr/>
            <p:nvPr/>
          </p:nvSpPr>
          <p:spPr>
            <a:xfrm>
              <a:off x="2051484" y="2799740"/>
              <a:ext cx="280641" cy="146547"/>
            </a:xfrm>
            <a:custGeom>
              <a:avLst/>
              <a:gdLst>
                <a:gd name="connsiteX0" fmla="*/ 240927 w 280641"/>
                <a:gd name="connsiteY0" fmla="*/ 146548 h 146547"/>
                <a:gd name="connsiteX1" fmla="*/ 228373 w 280641"/>
                <a:gd name="connsiteY1" fmla="*/ 144513 h 146547"/>
                <a:gd name="connsiteX2" fmla="*/ 27160 w 280641"/>
                <a:gd name="connsiteY2" fmla="*/ 77377 h 146547"/>
                <a:gd name="connsiteX3" fmla="*/ 2052 w 280641"/>
                <a:gd name="connsiteY3" fmla="*/ 27160 h 146547"/>
                <a:gd name="connsiteX4" fmla="*/ 52269 w 280641"/>
                <a:gd name="connsiteY4" fmla="*/ 2052 h 146547"/>
                <a:gd name="connsiteX5" fmla="*/ 253481 w 280641"/>
                <a:gd name="connsiteY5" fmla="*/ 69189 h 146547"/>
                <a:gd name="connsiteX6" fmla="*/ 278589 w 280641"/>
                <a:gd name="connsiteY6" fmla="*/ 119405 h 146547"/>
                <a:gd name="connsiteX7" fmla="*/ 240927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240927" y="146548"/>
                  </a:moveTo>
                  <a:cubicBezTo>
                    <a:pt x="236758" y="146548"/>
                    <a:pt x="232541" y="145903"/>
                    <a:pt x="228373" y="144513"/>
                  </a:cubicBezTo>
                  <a:lnTo>
                    <a:pt x="27160" y="77377"/>
                  </a:lnTo>
                  <a:cubicBezTo>
                    <a:pt x="6369" y="70430"/>
                    <a:pt x="-4895" y="47951"/>
                    <a:pt x="2052" y="27160"/>
                  </a:cubicBezTo>
                  <a:cubicBezTo>
                    <a:pt x="8999" y="6369"/>
                    <a:pt x="31477" y="-4895"/>
                    <a:pt x="52269" y="2052"/>
                  </a:cubicBezTo>
                  <a:lnTo>
                    <a:pt x="253481" y="69189"/>
                  </a:lnTo>
                  <a:cubicBezTo>
                    <a:pt x="274272" y="76136"/>
                    <a:pt x="285536" y="98614"/>
                    <a:pt x="278589" y="119405"/>
                  </a:cubicBezTo>
                  <a:cubicBezTo>
                    <a:pt x="273031" y="136028"/>
                    <a:pt x="257550" y="146548"/>
                    <a:pt x="240927" y="1465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3A34898-9CA9-DBC5-BCF8-8BEE2C497C81}"/>
                </a:ext>
              </a:extLst>
            </p:cNvPr>
            <p:cNvSpPr/>
            <p:nvPr/>
          </p:nvSpPr>
          <p:spPr>
            <a:xfrm>
              <a:off x="2123451" y="2699127"/>
              <a:ext cx="144545" cy="79393"/>
            </a:xfrm>
            <a:custGeom>
              <a:avLst/>
              <a:gdLst>
                <a:gd name="connsiteX0" fmla="*/ 104849 w 144545"/>
                <a:gd name="connsiteY0" fmla="*/ 79393 h 79393"/>
                <a:gd name="connsiteX1" fmla="*/ 39697 w 144545"/>
                <a:gd name="connsiteY1" fmla="*/ 79393 h 79393"/>
                <a:gd name="connsiteX2" fmla="*/ 0 w 144545"/>
                <a:gd name="connsiteY2" fmla="*/ 39697 h 79393"/>
                <a:gd name="connsiteX3" fmla="*/ 39697 w 144545"/>
                <a:gd name="connsiteY3" fmla="*/ 0 h 79393"/>
                <a:gd name="connsiteX4" fmla="*/ 104849 w 144545"/>
                <a:gd name="connsiteY4" fmla="*/ 0 h 79393"/>
                <a:gd name="connsiteX5" fmla="*/ 144545 w 144545"/>
                <a:gd name="connsiteY5" fmla="*/ 39697 h 79393"/>
                <a:gd name="connsiteX6" fmla="*/ 104849 w 1445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545" h="79393">
                  <a:moveTo>
                    <a:pt x="10484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4849" y="0"/>
                  </a:lnTo>
                  <a:cubicBezTo>
                    <a:pt x="126781" y="0"/>
                    <a:pt x="144545" y="17764"/>
                    <a:pt x="144545" y="39697"/>
                  </a:cubicBezTo>
                  <a:cubicBezTo>
                    <a:pt x="144545" y="61629"/>
                    <a:pt x="126781" y="79393"/>
                    <a:pt x="10484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8B0C81C-564E-388B-A9C7-55E244F978FE}"/>
                </a:ext>
              </a:extLst>
            </p:cNvPr>
            <p:cNvSpPr/>
            <p:nvPr/>
          </p:nvSpPr>
          <p:spPr>
            <a:xfrm>
              <a:off x="1517415" y="2534884"/>
              <a:ext cx="280641" cy="146528"/>
            </a:xfrm>
            <a:custGeom>
              <a:avLst/>
              <a:gdLst>
                <a:gd name="connsiteX0" fmla="*/ 240927 w 280641"/>
                <a:gd name="connsiteY0" fmla="*/ 146529 h 146528"/>
                <a:gd name="connsiteX1" fmla="*/ 228373 w 280641"/>
                <a:gd name="connsiteY1" fmla="*/ 144494 h 146528"/>
                <a:gd name="connsiteX2" fmla="*/ 27160 w 280641"/>
                <a:gd name="connsiteY2" fmla="*/ 77357 h 146528"/>
                <a:gd name="connsiteX3" fmla="*/ 2052 w 280641"/>
                <a:gd name="connsiteY3" fmla="*/ 27141 h 146528"/>
                <a:gd name="connsiteX4" fmla="*/ 52269 w 280641"/>
                <a:gd name="connsiteY4" fmla="*/ 2033 h 146528"/>
                <a:gd name="connsiteX5" fmla="*/ 253481 w 280641"/>
                <a:gd name="connsiteY5" fmla="*/ 69170 h 146528"/>
                <a:gd name="connsiteX6" fmla="*/ 278589 w 280641"/>
                <a:gd name="connsiteY6" fmla="*/ 119386 h 146528"/>
                <a:gd name="connsiteX7" fmla="*/ 240927 w 280641"/>
                <a:gd name="connsiteY7" fmla="*/ 146529 h 14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28">
                  <a:moveTo>
                    <a:pt x="240927" y="146529"/>
                  </a:moveTo>
                  <a:cubicBezTo>
                    <a:pt x="236758" y="146529"/>
                    <a:pt x="232541" y="145884"/>
                    <a:pt x="228373" y="144494"/>
                  </a:cubicBezTo>
                  <a:lnTo>
                    <a:pt x="27160" y="77357"/>
                  </a:lnTo>
                  <a:cubicBezTo>
                    <a:pt x="6369" y="70411"/>
                    <a:pt x="-4895" y="47932"/>
                    <a:pt x="2052" y="27141"/>
                  </a:cubicBezTo>
                  <a:cubicBezTo>
                    <a:pt x="8999" y="6350"/>
                    <a:pt x="31477" y="-4864"/>
                    <a:pt x="52269" y="2033"/>
                  </a:cubicBezTo>
                  <a:lnTo>
                    <a:pt x="253481" y="69170"/>
                  </a:lnTo>
                  <a:cubicBezTo>
                    <a:pt x="274272" y="76117"/>
                    <a:pt x="285536" y="98595"/>
                    <a:pt x="278589" y="119386"/>
                  </a:cubicBezTo>
                  <a:cubicBezTo>
                    <a:pt x="273031" y="136009"/>
                    <a:pt x="257550" y="146529"/>
                    <a:pt x="240927" y="146529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BAA850-49D8-C83A-B3E5-712BD8C1EA0B}"/>
                </a:ext>
              </a:extLst>
            </p:cNvPr>
            <p:cNvSpPr/>
            <p:nvPr/>
          </p:nvSpPr>
          <p:spPr>
            <a:xfrm>
              <a:off x="1517415" y="2799740"/>
              <a:ext cx="280641" cy="146547"/>
            </a:xfrm>
            <a:custGeom>
              <a:avLst/>
              <a:gdLst>
                <a:gd name="connsiteX0" fmla="*/ 39714 w 280641"/>
                <a:gd name="connsiteY0" fmla="*/ 146548 h 146547"/>
                <a:gd name="connsiteX1" fmla="*/ 2052 w 280641"/>
                <a:gd name="connsiteY1" fmla="*/ 119405 h 146547"/>
                <a:gd name="connsiteX2" fmla="*/ 27160 w 280641"/>
                <a:gd name="connsiteY2" fmla="*/ 69189 h 146547"/>
                <a:gd name="connsiteX3" fmla="*/ 228373 w 280641"/>
                <a:gd name="connsiteY3" fmla="*/ 2052 h 146547"/>
                <a:gd name="connsiteX4" fmla="*/ 278589 w 280641"/>
                <a:gd name="connsiteY4" fmla="*/ 27160 h 146547"/>
                <a:gd name="connsiteX5" fmla="*/ 253481 w 280641"/>
                <a:gd name="connsiteY5" fmla="*/ 77377 h 146547"/>
                <a:gd name="connsiteX6" fmla="*/ 52269 w 280641"/>
                <a:gd name="connsiteY6" fmla="*/ 144513 h 146547"/>
                <a:gd name="connsiteX7" fmla="*/ 39714 w 280641"/>
                <a:gd name="connsiteY7" fmla="*/ 146548 h 14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641" h="146547">
                  <a:moveTo>
                    <a:pt x="39714" y="146548"/>
                  </a:moveTo>
                  <a:cubicBezTo>
                    <a:pt x="23092" y="146548"/>
                    <a:pt x="7610" y="136028"/>
                    <a:pt x="2052" y="119405"/>
                  </a:cubicBezTo>
                  <a:cubicBezTo>
                    <a:pt x="-4895" y="98614"/>
                    <a:pt x="6369" y="76136"/>
                    <a:pt x="27160" y="69189"/>
                  </a:cubicBezTo>
                  <a:lnTo>
                    <a:pt x="228373" y="2052"/>
                  </a:lnTo>
                  <a:cubicBezTo>
                    <a:pt x="249164" y="-4895"/>
                    <a:pt x="271642" y="6369"/>
                    <a:pt x="278589" y="27160"/>
                  </a:cubicBezTo>
                  <a:cubicBezTo>
                    <a:pt x="285536" y="47951"/>
                    <a:pt x="274272" y="70430"/>
                    <a:pt x="253481" y="77377"/>
                  </a:cubicBezTo>
                  <a:lnTo>
                    <a:pt x="52269" y="144513"/>
                  </a:lnTo>
                  <a:cubicBezTo>
                    <a:pt x="48100" y="145903"/>
                    <a:pt x="43883" y="146548"/>
                    <a:pt x="39714" y="146548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37C2FBA8-BE39-041A-178B-47AE0E68ABC3}"/>
                </a:ext>
              </a:extLst>
            </p:cNvPr>
            <p:cNvSpPr/>
            <p:nvPr/>
          </p:nvSpPr>
          <p:spPr>
            <a:xfrm>
              <a:off x="1581543" y="2699127"/>
              <a:ext cx="144545" cy="79393"/>
            </a:xfrm>
            <a:custGeom>
              <a:avLst/>
              <a:gdLst>
                <a:gd name="connsiteX0" fmla="*/ 104849 w 144545"/>
                <a:gd name="connsiteY0" fmla="*/ 79393 h 79393"/>
                <a:gd name="connsiteX1" fmla="*/ 39697 w 144545"/>
                <a:gd name="connsiteY1" fmla="*/ 79393 h 79393"/>
                <a:gd name="connsiteX2" fmla="*/ 0 w 144545"/>
                <a:gd name="connsiteY2" fmla="*/ 39697 h 79393"/>
                <a:gd name="connsiteX3" fmla="*/ 39697 w 144545"/>
                <a:gd name="connsiteY3" fmla="*/ 0 h 79393"/>
                <a:gd name="connsiteX4" fmla="*/ 104849 w 144545"/>
                <a:gd name="connsiteY4" fmla="*/ 0 h 79393"/>
                <a:gd name="connsiteX5" fmla="*/ 144545 w 144545"/>
                <a:gd name="connsiteY5" fmla="*/ 39697 h 79393"/>
                <a:gd name="connsiteX6" fmla="*/ 104849 w 144545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545" h="79393">
                  <a:moveTo>
                    <a:pt x="104849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04849" y="0"/>
                  </a:lnTo>
                  <a:cubicBezTo>
                    <a:pt x="126781" y="0"/>
                    <a:pt x="144545" y="17764"/>
                    <a:pt x="144545" y="39697"/>
                  </a:cubicBezTo>
                  <a:cubicBezTo>
                    <a:pt x="144545" y="61629"/>
                    <a:pt x="126781" y="79393"/>
                    <a:pt x="104849" y="79393"/>
                  </a:cubicBez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8AEA0DC-C65D-0CC0-CF98-19BFDF9112A6}"/>
              </a:ext>
            </a:extLst>
          </p:cNvPr>
          <p:cNvGrpSpPr/>
          <p:nvPr/>
        </p:nvGrpSpPr>
        <p:grpSpPr>
          <a:xfrm>
            <a:off x="2928179" y="2546196"/>
            <a:ext cx="699305" cy="837200"/>
            <a:chOff x="2928179" y="2546196"/>
            <a:chExt cx="699305" cy="837200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76265515-C7EB-8932-7471-83D1AA07113B}"/>
                </a:ext>
              </a:extLst>
            </p:cNvPr>
            <p:cNvSpPr/>
            <p:nvPr/>
          </p:nvSpPr>
          <p:spPr>
            <a:xfrm>
              <a:off x="3060666" y="2546196"/>
              <a:ext cx="293804" cy="190890"/>
            </a:xfrm>
            <a:custGeom>
              <a:avLst/>
              <a:gdLst>
                <a:gd name="connsiteX0" fmla="*/ 254108 w 293804"/>
                <a:gd name="connsiteY0" fmla="*/ 190891 h 190890"/>
                <a:gd name="connsiteX1" fmla="*/ 39697 w 293804"/>
                <a:gd name="connsiteY1" fmla="*/ 190891 h 190890"/>
                <a:gd name="connsiteX2" fmla="*/ 0 w 293804"/>
                <a:gd name="connsiteY2" fmla="*/ 151194 h 190890"/>
                <a:gd name="connsiteX3" fmla="*/ 0 w 293804"/>
                <a:gd name="connsiteY3" fmla="*/ 39697 h 190890"/>
                <a:gd name="connsiteX4" fmla="*/ 39697 w 293804"/>
                <a:gd name="connsiteY4" fmla="*/ 0 h 190890"/>
                <a:gd name="connsiteX5" fmla="*/ 254108 w 293804"/>
                <a:gd name="connsiteY5" fmla="*/ 0 h 190890"/>
                <a:gd name="connsiteX6" fmla="*/ 293804 w 293804"/>
                <a:gd name="connsiteY6" fmla="*/ 39697 h 190890"/>
                <a:gd name="connsiteX7" fmla="*/ 293804 w 293804"/>
                <a:gd name="connsiteY7" fmla="*/ 151194 h 190890"/>
                <a:gd name="connsiteX8" fmla="*/ 254108 w 293804"/>
                <a:gd name="connsiteY8" fmla="*/ 190891 h 190890"/>
                <a:gd name="connsiteX9" fmla="*/ 79393 w 293804"/>
                <a:gd name="connsiteY9" fmla="*/ 111498 h 190890"/>
                <a:gd name="connsiteX10" fmla="*/ 214411 w 293804"/>
                <a:gd name="connsiteY10" fmla="*/ 111498 h 190890"/>
                <a:gd name="connsiteX11" fmla="*/ 214411 w 293804"/>
                <a:gd name="connsiteY11" fmla="*/ 79393 h 190890"/>
                <a:gd name="connsiteX12" fmla="*/ 79393 w 293804"/>
                <a:gd name="connsiteY12" fmla="*/ 79393 h 190890"/>
                <a:gd name="connsiteX13" fmla="*/ 79393 w 293804"/>
                <a:gd name="connsiteY13" fmla="*/ 111498 h 19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804" h="190890">
                  <a:moveTo>
                    <a:pt x="254108" y="190891"/>
                  </a:moveTo>
                  <a:lnTo>
                    <a:pt x="39697" y="190891"/>
                  </a:lnTo>
                  <a:cubicBezTo>
                    <a:pt x="17764" y="190891"/>
                    <a:pt x="0" y="173127"/>
                    <a:pt x="0" y="151194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lnTo>
                    <a:pt x="293804" y="151194"/>
                  </a:lnTo>
                  <a:cubicBezTo>
                    <a:pt x="293804" y="173127"/>
                    <a:pt x="276040" y="190891"/>
                    <a:pt x="254108" y="190891"/>
                  </a:cubicBezTo>
                  <a:close/>
                  <a:moveTo>
                    <a:pt x="79393" y="111498"/>
                  </a:moveTo>
                  <a:lnTo>
                    <a:pt x="214411" y="111498"/>
                  </a:lnTo>
                  <a:lnTo>
                    <a:pt x="214411" y="79393"/>
                  </a:lnTo>
                  <a:lnTo>
                    <a:pt x="79393" y="79393"/>
                  </a:lnTo>
                  <a:lnTo>
                    <a:pt x="79393" y="111498"/>
                  </a:lnTo>
                  <a:close/>
                </a:path>
              </a:pathLst>
            </a:custGeom>
            <a:solidFill>
              <a:srgbClr val="EE7684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9" name="Picture Placeholder 47">
              <a:extLst>
                <a:ext uri="{FF2B5EF4-FFF2-40B4-BE49-F238E27FC236}">
                  <a16:creationId xmlns:a16="http://schemas.microsoft.com/office/drawing/2014/main" id="{C4A5CF81-FB55-35A0-B504-56151A1F1240}"/>
                </a:ext>
              </a:extLst>
            </p:cNvPr>
            <p:cNvGrpSpPr/>
            <p:nvPr/>
          </p:nvGrpSpPr>
          <p:grpSpPr>
            <a:xfrm>
              <a:off x="3268627" y="2947975"/>
              <a:ext cx="358857" cy="435421"/>
              <a:chOff x="3268627" y="2947975"/>
              <a:chExt cx="358857" cy="435421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283C8B06-C9AC-3CAA-F922-F8FAEF33E64D}"/>
                  </a:ext>
                </a:extLst>
              </p:cNvPr>
              <p:cNvSpPr/>
              <p:nvPr/>
            </p:nvSpPr>
            <p:spPr>
              <a:xfrm>
                <a:off x="3338145" y="2947975"/>
                <a:ext cx="219919" cy="219918"/>
              </a:xfrm>
              <a:custGeom>
                <a:avLst/>
                <a:gdLst>
                  <a:gd name="connsiteX0" fmla="*/ 109960 w 219919"/>
                  <a:gd name="connsiteY0" fmla="*/ 219919 h 219918"/>
                  <a:gd name="connsiteX1" fmla="*/ 0 w 219919"/>
                  <a:gd name="connsiteY1" fmla="*/ 109959 h 219918"/>
                  <a:gd name="connsiteX2" fmla="*/ 109960 w 219919"/>
                  <a:gd name="connsiteY2" fmla="*/ 0 h 219918"/>
                  <a:gd name="connsiteX3" fmla="*/ 219919 w 219919"/>
                  <a:gd name="connsiteY3" fmla="*/ 109959 h 219918"/>
                  <a:gd name="connsiteX4" fmla="*/ 109960 w 219919"/>
                  <a:gd name="connsiteY4" fmla="*/ 219919 h 219918"/>
                  <a:gd name="connsiteX5" fmla="*/ 109960 w 219919"/>
                  <a:gd name="connsiteY5" fmla="*/ 79443 h 219918"/>
                  <a:gd name="connsiteX6" fmla="*/ 79393 w 219919"/>
                  <a:gd name="connsiteY6" fmla="*/ 110009 h 219918"/>
                  <a:gd name="connsiteX7" fmla="*/ 109960 w 219919"/>
                  <a:gd name="connsiteY7" fmla="*/ 140575 h 219918"/>
                  <a:gd name="connsiteX8" fmla="*/ 140526 w 219919"/>
                  <a:gd name="connsiteY8" fmla="*/ 110009 h 219918"/>
                  <a:gd name="connsiteX9" fmla="*/ 109960 w 219919"/>
                  <a:gd name="connsiteY9" fmla="*/ 79443 h 219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919" h="219918">
                    <a:moveTo>
                      <a:pt x="109960" y="219919"/>
                    </a:moveTo>
                    <a:cubicBezTo>
                      <a:pt x="49323" y="219919"/>
                      <a:pt x="0" y="170596"/>
                      <a:pt x="0" y="109959"/>
                    </a:cubicBezTo>
                    <a:cubicBezTo>
                      <a:pt x="0" y="49323"/>
                      <a:pt x="49323" y="0"/>
                      <a:pt x="109960" y="0"/>
                    </a:cubicBezTo>
                    <a:cubicBezTo>
                      <a:pt x="170596" y="0"/>
                      <a:pt x="219919" y="49323"/>
                      <a:pt x="219919" y="109959"/>
                    </a:cubicBezTo>
                    <a:cubicBezTo>
                      <a:pt x="219919" y="170596"/>
                      <a:pt x="170596" y="219919"/>
                      <a:pt x="109960" y="219919"/>
                    </a:cubicBezTo>
                    <a:close/>
                    <a:moveTo>
                      <a:pt x="109960" y="79443"/>
                    </a:moveTo>
                    <a:cubicBezTo>
                      <a:pt x="93138" y="79443"/>
                      <a:pt x="79393" y="93138"/>
                      <a:pt x="79393" y="110009"/>
                    </a:cubicBezTo>
                    <a:cubicBezTo>
                      <a:pt x="79393" y="126880"/>
                      <a:pt x="93089" y="140575"/>
                      <a:pt x="109960" y="140575"/>
                    </a:cubicBezTo>
                    <a:cubicBezTo>
                      <a:pt x="126831" y="140575"/>
                      <a:pt x="140526" y="126880"/>
                      <a:pt x="140526" y="110009"/>
                    </a:cubicBezTo>
                    <a:cubicBezTo>
                      <a:pt x="140526" y="93138"/>
                      <a:pt x="126831" y="79443"/>
                      <a:pt x="109960" y="79443"/>
                    </a:cubicBezTo>
                    <a:close/>
                  </a:path>
                </a:pathLst>
              </a:custGeom>
              <a:solidFill>
                <a:srgbClr val="EE7684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7D6D9BD-72D6-0DA6-DC21-68EB99093EFF}"/>
                  </a:ext>
                </a:extLst>
              </p:cNvPr>
              <p:cNvSpPr/>
              <p:nvPr/>
            </p:nvSpPr>
            <p:spPr>
              <a:xfrm>
                <a:off x="3268627" y="3116934"/>
                <a:ext cx="358857" cy="266463"/>
              </a:xfrm>
              <a:custGeom>
                <a:avLst/>
                <a:gdLst>
                  <a:gd name="connsiteX0" fmla="*/ 319161 w 358857"/>
                  <a:gd name="connsiteY0" fmla="*/ 266463 h 266463"/>
                  <a:gd name="connsiteX1" fmla="*/ 279464 w 358857"/>
                  <a:gd name="connsiteY1" fmla="*/ 226767 h 266463"/>
                  <a:gd name="connsiteX2" fmla="*/ 279464 w 358857"/>
                  <a:gd name="connsiteY2" fmla="*/ 179428 h 266463"/>
                  <a:gd name="connsiteX3" fmla="*/ 179429 w 358857"/>
                  <a:gd name="connsiteY3" fmla="*/ 79393 h 266463"/>
                  <a:gd name="connsiteX4" fmla="*/ 79393 w 358857"/>
                  <a:gd name="connsiteY4" fmla="*/ 179428 h 266463"/>
                  <a:gd name="connsiteX5" fmla="*/ 79393 w 358857"/>
                  <a:gd name="connsiteY5" fmla="*/ 226767 h 266463"/>
                  <a:gd name="connsiteX6" fmla="*/ 39697 w 358857"/>
                  <a:gd name="connsiteY6" fmla="*/ 266463 h 266463"/>
                  <a:gd name="connsiteX7" fmla="*/ 0 w 358857"/>
                  <a:gd name="connsiteY7" fmla="*/ 226767 h 266463"/>
                  <a:gd name="connsiteX8" fmla="*/ 0 w 358857"/>
                  <a:gd name="connsiteY8" fmla="*/ 179428 h 266463"/>
                  <a:gd name="connsiteX9" fmla="*/ 179429 w 358857"/>
                  <a:gd name="connsiteY9" fmla="*/ 0 h 266463"/>
                  <a:gd name="connsiteX10" fmla="*/ 358857 w 358857"/>
                  <a:gd name="connsiteY10" fmla="*/ 179428 h 266463"/>
                  <a:gd name="connsiteX11" fmla="*/ 358857 w 358857"/>
                  <a:gd name="connsiteY11" fmla="*/ 226767 h 266463"/>
                  <a:gd name="connsiteX12" fmla="*/ 319161 w 358857"/>
                  <a:gd name="connsiteY12" fmla="*/ 266463 h 26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8857" h="266463">
                    <a:moveTo>
                      <a:pt x="319161" y="266463"/>
                    </a:moveTo>
                    <a:cubicBezTo>
                      <a:pt x="297228" y="266463"/>
                      <a:pt x="279464" y="248699"/>
                      <a:pt x="279464" y="226767"/>
                    </a:cubicBezTo>
                    <a:lnTo>
                      <a:pt x="279464" y="179428"/>
                    </a:lnTo>
                    <a:cubicBezTo>
                      <a:pt x="279464" y="124250"/>
                      <a:pt x="234607" y="79393"/>
                      <a:pt x="179429" y="79393"/>
                    </a:cubicBezTo>
                    <a:cubicBezTo>
                      <a:pt x="124250" y="79393"/>
                      <a:pt x="79393" y="124250"/>
                      <a:pt x="79393" y="179428"/>
                    </a:cubicBezTo>
                    <a:lnTo>
                      <a:pt x="79393" y="226767"/>
                    </a:lnTo>
                    <a:cubicBezTo>
                      <a:pt x="79393" y="248699"/>
                      <a:pt x="61629" y="266463"/>
                      <a:pt x="39697" y="266463"/>
                    </a:cubicBezTo>
                    <a:cubicBezTo>
                      <a:pt x="17764" y="266463"/>
                      <a:pt x="0" y="248699"/>
                      <a:pt x="0" y="226767"/>
                    </a:cubicBezTo>
                    <a:lnTo>
                      <a:pt x="0" y="179428"/>
                    </a:lnTo>
                    <a:cubicBezTo>
                      <a:pt x="0" y="80485"/>
                      <a:pt x="80485" y="0"/>
                      <a:pt x="179429" y="0"/>
                    </a:cubicBezTo>
                    <a:cubicBezTo>
                      <a:pt x="278372" y="0"/>
                      <a:pt x="358857" y="80485"/>
                      <a:pt x="358857" y="179428"/>
                    </a:cubicBezTo>
                    <a:lnTo>
                      <a:pt x="358857" y="226767"/>
                    </a:lnTo>
                    <a:cubicBezTo>
                      <a:pt x="358857" y="248699"/>
                      <a:pt x="341093" y="266463"/>
                      <a:pt x="319161" y="2664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444CF58-9935-174A-7C3A-2FD68B0C8B70}"/>
                </a:ext>
              </a:extLst>
            </p:cNvPr>
            <p:cNvSpPr/>
            <p:nvPr/>
          </p:nvSpPr>
          <p:spPr>
            <a:xfrm>
              <a:off x="2928179" y="2657694"/>
              <a:ext cx="558779" cy="724065"/>
            </a:xfrm>
            <a:custGeom>
              <a:avLst/>
              <a:gdLst>
                <a:gd name="connsiteX0" fmla="*/ 279365 w 558779"/>
                <a:gd name="connsiteY0" fmla="*/ 724015 h 724065"/>
                <a:gd name="connsiteX1" fmla="*/ 39697 w 558779"/>
                <a:gd name="connsiteY1" fmla="*/ 724015 h 724065"/>
                <a:gd name="connsiteX2" fmla="*/ 0 w 558779"/>
                <a:gd name="connsiteY2" fmla="*/ 684319 h 724065"/>
                <a:gd name="connsiteX3" fmla="*/ 0 w 558779"/>
                <a:gd name="connsiteY3" fmla="*/ 39697 h 724065"/>
                <a:gd name="connsiteX4" fmla="*/ 39697 w 558779"/>
                <a:gd name="connsiteY4" fmla="*/ 0 h 724065"/>
                <a:gd name="connsiteX5" fmla="*/ 519083 w 558779"/>
                <a:gd name="connsiteY5" fmla="*/ 0 h 724065"/>
                <a:gd name="connsiteX6" fmla="*/ 558779 w 558779"/>
                <a:gd name="connsiteY6" fmla="*/ 39697 h 724065"/>
                <a:gd name="connsiteX7" fmla="*/ 558779 w 558779"/>
                <a:gd name="connsiteY7" fmla="*/ 208754 h 724065"/>
                <a:gd name="connsiteX8" fmla="*/ 519083 w 558779"/>
                <a:gd name="connsiteY8" fmla="*/ 248451 h 724065"/>
                <a:gd name="connsiteX9" fmla="*/ 479386 w 558779"/>
                <a:gd name="connsiteY9" fmla="*/ 208754 h 724065"/>
                <a:gd name="connsiteX10" fmla="*/ 479386 w 558779"/>
                <a:gd name="connsiteY10" fmla="*/ 79393 h 724065"/>
                <a:gd name="connsiteX11" fmla="*/ 79393 w 558779"/>
                <a:gd name="connsiteY11" fmla="*/ 79393 h 724065"/>
                <a:gd name="connsiteX12" fmla="*/ 79393 w 558779"/>
                <a:gd name="connsiteY12" fmla="*/ 644672 h 724065"/>
                <a:gd name="connsiteX13" fmla="*/ 279365 w 558779"/>
                <a:gd name="connsiteY13" fmla="*/ 644672 h 724065"/>
                <a:gd name="connsiteX14" fmla="*/ 319061 w 558779"/>
                <a:gd name="connsiteY14" fmla="*/ 684369 h 724065"/>
                <a:gd name="connsiteX15" fmla="*/ 279365 w 558779"/>
                <a:gd name="connsiteY15" fmla="*/ 724065 h 7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8779" h="724065">
                  <a:moveTo>
                    <a:pt x="279365" y="724015"/>
                  </a:moveTo>
                  <a:lnTo>
                    <a:pt x="39697" y="724015"/>
                  </a:lnTo>
                  <a:cubicBezTo>
                    <a:pt x="17764" y="724015"/>
                    <a:pt x="0" y="706251"/>
                    <a:pt x="0" y="684319"/>
                  </a:cubicBezTo>
                  <a:lnTo>
                    <a:pt x="0" y="39697"/>
                  </a:lnTo>
                  <a:cubicBezTo>
                    <a:pt x="0" y="17764"/>
                    <a:pt x="17764" y="0"/>
                    <a:pt x="39697" y="0"/>
                  </a:cubicBezTo>
                  <a:lnTo>
                    <a:pt x="519083" y="0"/>
                  </a:lnTo>
                  <a:cubicBezTo>
                    <a:pt x="541015" y="0"/>
                    <a:pt x="558779" y="17764"/>
                    <a:pt x="558779" y="39697"/>
                  </a:cubicBezTo>
                  <a:lnTo>
                    <a:pt x="558779" y="208754"/>
                  </a:lnTo>
                  <a:cubicBezTo>
                    <a:pt x="558779" y="230687"/>
                    <a:pt x="541015" y="248451"/>
                    <a:pt x="519083" y="248451"/>
                  </a:cubicBezTo>
                  <a:cubicBezTo>
                    <a:pt x="497150" y="248451"/>
                    <a:pt x="479386" y="230687"/>
                    <a:pt x="479386" y="208754"/>
                  </a:cubicBezTo>
                  <a:lnTo>
                    <a:pt x="479386" y="79393"/>
                  </a:lnTo>
                  <a:lnTo>
                    <a:pt x="79393" y="79393"/>
                  </a:lnTo>
                  <a:lnTo>
                    <a:pt x="79393" y="644672"/>
                  </a:lnTo>
                  <a:lnTo>
                    <a:pt x="279365" y="644672"/>
                  </a:lnTo>
                  <a:cubicBezTo>
                    <a:pt x="301297" y="644672"/>
                    <a:pt x="319061" y="662436"/>
                    <a:pt x="319061" y="684369"/>
                  </a:cubicBezTo>
                  <a:cubicBezTo>
                    <a:pt x="319061" y="706301"/>
                    <a:pt x="301297" y="724065"/>
                    <a:pt x="279365" y="724065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AACC22B-5121-EAB8-8F75-B556829C2D28}"/>
                </a:ext>
              </a:extLst>
            </p:cNvPr>
            <p:cNvSpPr/>
            <p:nvPr/>
          </p:nvSpPr>
          <p:spPr>
            <a:xfrm>
              <a:off x="3060666" y="2779314"/>
              <a:ext cx="293804" cy="79393"/>
            </a:xfrm>
            <a:custGeom>
              <a:avLst/>
              <a:gdLst>
                <a:gd name="connsiteX0" fmla="*/ 254108 w 293804"/>
                <a:gd name="connsiteY0" fmla="*/ 79393 h 79393"/>
                <a:gd name="connsiteX1" fmla="*/ 39697 w 293804"/>
                <a:gd name="connsiteY1" fmla="*/ 79393 h 79393"/>
                <a:gd name="connsiteX2" fmla="*/ 0 w 293804"/>
                <a:gd name="connsiteY2" fmla="*/ 39697 h 79393"/>
                <a:gd name="connsiteX3" fmla="*/ 39697 w 293804"/>
                <a:gd name="connsiteY3" fmla="*/ 0 h 79393"/>
                <a:gd name="connsiteX4" fmla="*/ 254108 w 293804"/>
                <a:gd name="connsiteY4" fmla="*/ 0 h 79393"/>
                <a:gd name="connsiteX5" fmla="*/ 293804 w 293804"/>
                <a:gd name="connsiteY5" fmla="*/ 39697 h 79393"/>
                <a:gd name="connsiteX6" fmla="*/ 254108 w 2938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804" h="79393">
                  <a:moveTo>
                    <a:pt x="2541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cubicBezTo>
                    <a:pt x="293804" y="61629"/>
                    <a:pt x="276040" y="79393"/>
                    <a:pt x="2541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2FE01B4-B60A-2373-AEBE-58049C0B202E}"/>
                </a:ext>
              </a:extLst>
            </p:cNvPr>
            <p:cNvSpPr/>
            <p:nvPr/>
          </p:nvSpPr>
          <p:spPr>
            <a:xfrm>
              <a:off x="3060666" y="2900935"/>
              <a:ext cx="293804" cy="79393"/>
            </a:xfrm>
            <a:custGeom>
              <a:avLst/>
              <a:gdLst>
                <a:gd name="connsiteX0" fmla="*/ 254108 w 293804"/>
                <a:gd name="connsiteY0" fmla="*/ 79393 h 79393"/>
                <a:gd name="connsiteX1" fmla="*/ 39697 w 293804"/>
                <a:gd name="connsiteY1" fmla="*/ 79393 h 79393"/>
                <a:gd name="connsiteX2" fmla="*/ 0 w 293804"/>
                <a:gd name="connsiteY2" fmla="*/ 39697 h 79393"/>
                <a:gd name="connsiteX3" fmla="*/ 39697 w 293804"/>
                <a:gd name="connsiteY3" fmla="*/ 0 h 79393"/>
                <a:gd name="connsiteX4" fmla="*/ 254108 w 293804"/>
                <a:gd name="connsiteY4" fmla="*/ 0 h 79393"/>
                <a:gd name="connsiteX5" fmla="*/ 293804 w 293804"/>
                <a:gd name="connsiteY5" fmla="*/ 39697 h 79393"/>
                <a:gd name="connsiteX6" fmla="*/ 254108 w 293804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804" h="79393">
                  <a:moveTo>
                    <a:pt x="254108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254108" y="0"/>
                  </a:lnTo>
                  <a:cubicBezTo>
                    <a:pt x="276040" y="0"/>
                    <a:pt x="293804" y="17764"/>
                    <a:pt x="293804" y="39697"/>
                  </a:cubicBezTo>
                  <a:cubicBezTo>
                    <a:pt x="293804" y="61629"/>
                    <a:pt x="276040" y="79393"/>
                    <a:pt x="254108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1D7044B-8191-5A92-8F96-9EB696BFC766}"/>
                </a:ext>
              </a:extLst>
            </p:cNvPr>
            <p:cNvSpPr/>
            <p:nvPr/>
          </p:nvSpPr>
          <p:spPr>
            <a:xfrm>
              <a:off x="3060666" y="3022555"/>
              <a:ext cx="233912" cy="79393"/>
            </a:xfrm>
            <a:custGeom>
              <a:avLst/>
              <a:gdLst>
                <a:gd name="connsiteX0" fmla="*/ 194216 w 233912"/>
                <a:gd name="connsiteY0" fmla="*/ 79393 h 79393"/>
                <a:gd name="connsiteX1" fmla="*/ 39697 w 233912"/>
                <a:gd name="connsiteY1" fmla="*/ 79393 h 79393"/>
                <a:gd name="connsiteX2" fmla="*/ 0 w 233912"/>
                <a:gd name="connsiteY2" fmla="*/ 39697 h 79393"/>
                <a:gd name="connsiteX3" fmla="*/ 39697 w 233912"/>
                <a:gd name="connsiteY3" fmla="*/ 0 h 79393"/>
                <a:gd name="connsiteX4" fmla="*/ 194216 w 233912"/>
                <a:gd name="connsiteY4" fmla="*/ 0 h 79393"/>
                <a:gd name="connsiteX5" fmla="*/ 233912 w 233912"/>
                <a:gd name="connsiteY5" fmla="*/ 39697 h 79393"/>
                <a:gd name="connsiteX6" fmla="*/ 194216 w 233912"/>
                <a:gd name="connsiteY6" fmla="*/ 79393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912" h="79393">
                  <a:moveTo>
                    <a:pt x="194216" y="79393"/>
                  </a:moveTo>
                  <a:lnTo>
                    <a:pt x="39697" y="79393"/>
                  </a:lnTo>
                  <a:cubicBezTo>
                    <a:pt x="17764" y="79393"/>
                    <a:pt x="0" y="61629"/>
                    <a:pt x="0" y="39697"/>
                  </a:cubicBezTo>
                  <a:cubicBezTo>
                    <a:pt x="0" y="17764"/>
                    <a:pt x="17764" y="0"/>
                    <a:pt x="39697" y="0"/>
                  </a:cubicBezTo>
                  <a:lnTo>
                    <a:pt x="194216" y="0"/>
                  </a:lnTo>
                  <a:cubicBezTo>
                    <a:pt x="216148" y="0"/>
                    <a:pt x="233912" y="17764"/>
                    <a:pt x="233912" y="39697"/>
                  </a:cubicBezTo>
                  <a:cubicBezTo>
                    <a:pt x="233912" y="61629"/>
                    <a:pt x="216148" y="79393"/>
                    <a:pt x="194216" y="79393"/>
                  </a:cubicBezTo>
                  <a:close/>
                </a:path>
              </a:pathLst>
            </a:custGeom>
            <a:solidFill>
              <a:srgbClr val="FFFFFF"/>
            </a:solidFill>
            <a:ln w="49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CF04C15-7CBD-06D4-0023-6F7E5E24235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14270AC-CD0E-5EC2-482E-9B441FCB8B28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CCA993C3-F1E2-F975-2ADD-993DF0ABE583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9D2875E9-6596-3672-4BBA-546E8ECE83AD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BFFE962B-D44B-D41B-FAFD-87B0E860FF8C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09FBE6CA-E378-04A4-3AD9-62B2BD72211E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7A46DC62-897E-0F61-9DEC-AE1EABD219CE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BD3B4BE-ABC0-34AD-4410-08F13674E943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78F76C19-9CA0-23B6-5ACC-EE076AE93F45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B537F345-191C-F161-2B0F-CCB8452C3850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57B4335C-B391-E240-F4DD-983D8F6BED1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32367DF7-D417-8C4D-C673-064085A9D13A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215E0703-0BD7-F132-ACF4-C76A5974248A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39064247-0076-41CA-0689-4F0AFA4A68DD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77589E1C-91C1-F3EE-6A15-D522E2DFF271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6C47F62A-97F3-A672-56B8-E5AA83CD031B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9DA879E0-64A4-5FD4-45BA-62ACD3474FEA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3CC31FC3-3FDB-9CDD-315A-99A4EAD5ED02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49923CF-673B-7581-78D4-D30F5F479D7B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407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Tema do Office">
  <a:themeElements>
    <a:clrScheme name="delaware">
      <a:dk1>
        <a:srgbClr val="3C3C3C"/>
      </a:dk1>
      <a:lt1>
        <a:srgbClr val="FFFFFF"/>
      </a:lt1>
      <a:dk2>
        <a:srgbClr val="C42828"/>
      </a:dk2>
      <a:lt2>
        <a:srgbClr val="EF463C"/>
      </a:lt2>
      <a:accent1>
        <a:srgbClr val="EE7684"/>
      </a:accent1>
      <a:accent2>
        <a:srgbClr val="941914"/>
      </a:accent2>
      <a:accent3>
        <a:srgbClr val="72C4BF"/>
      </a:accent3>
      <a:accent4>
        <a:srgbClr val="AD9BCB"/>
      </a:accent4>
      <a:accent5>
        <a:srgbClr val="999999"/>
      </a:accent5>
      <a:accent6>
        <a:srgbClr val="E5E5E5"/>
      </a:accent6>
      <a:hlink>
        <a:srgbClr val="C42828"/>
      </a:hlink>
      <a:folHlink>
        <a:srgbClr val="EF463C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/>
      <a:lstStyle/>
      <a:style>
        <a:lnRef idx="3">
          <a:schemeClr val="lt1"/>
        </a:lnRef>
        <a:fillRef idx="1">
          <a:schemeClr val="accent1"/>
        </a:fillRef>
        <a:effectRef idx="1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2" id="{A1E66D36-81BF-D545-8395-4C6E69C38437}" vid="{E9172867-8FDA-4749-8B91-DE40F0B34F70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0AB356211D470D438FEA7AA8FE978C1A" ma:contentTypeVersion="4" ma:contentTypeDescription="Create a new document." ma:contentTypeScope="" ma:versionID="0256e332208805602004e353c77ae109">
  <xsd:schema xmlns:xsd="http://www.w3.org/2001/XMLSchema" xmlns:xs="http://www.w3.org/2001/XMLSchema" xmlns:p="http://schemas.microsoft.com/office/2006/metadata/properties" xmlns:ns2="6fe5b206-720c-47e1-a2f6-247ae5cfd84f" targetNamespace="http://schemas.microsoft.com/office/2006/metadata/properties" ma:root="true" ma:fieldsID="ee0365108cc88df53ac390bdfe4d123d" ns2:_="">
    <xsd:import namespace="6fe5b206-720c-47e1-a2f6-247ae5cfd84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fe5b206-720c-47e1-a2f6-247ae5cfd84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1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019EC167-17E3-43C4-A98C-6C9BDAB41E2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6fe5b206-720c-47e1-a2f6-247ae5cfd84f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11D0DBCC-B92C-47AA-8B09-5872635842A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2352A2C4-28DE-417D-9627-7504F7BAA1EE}">
  <ds:schemaRefs>
    <ds:schemaRef ds:uri="http://purl.org/dc/terms/"/>
    <ds:schemaRef ds:uri="http://www.w3.org/XML/1998/namespace"/>
    <ds:schemaRef ds:uri="http://purl.org/dc/elements/1.1/"/>
    <ds:schemaRef ds:uri="6fe5b206-720c-47e1-a2f6-247ae5cfd84f"/>
    <ds:schemaRef ds:uri="http://schemas.microsoft.com/office/2006/documentManagement/types"/>
    <ds:schemaRef ds:uri="http://schemas.microsoft.com/office/infopath/2007/PartnerControls"/>
    <ds:schemaRef ds:uri="http://purl.org/dc/dcmitype/"/>
    <ds:schemaRef ds:uri="http://schemas.microsoft.com/office/2006/metadata/properties"/>
    <ds:schemaRef ds:uri="http://schemas.openxmlformats.org/package/2006/metadata/core-propertie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icons</Template>
  <TotalTime>0</TotalTime>
  <Words>119</Words>
  <Application>Microsoft Office PowerPoint</Application>
  <PresentationFormat>Widescreen</PresentationFormat>
  <Paragraphs>36</Paragraphs>
  <Slides>35</Slides>
  <Notes>0</Notes>
  <HiddenSlides>0</HiddenSlides>
  <MMClips>0</MMClips>
  <ScaleCrop>false</ScaleCrop>
  <HeadingPairs>
    <vt:vector size="6" baseType="variant">
      <vt:variant>
        <vt:lpstr>Fontes usadas</vt:lpstr>
      </vt:variant>
      <vt:variant>
        <vt:i4>4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35</vt:i4>
      </vt:variant>
    </vt:vector>
  </HeadingPairs>
  <TitlesOfParts>
    <vt:vector size="40" baseType="lpstr">
      <vt:lpstr>Arial</vt:lpstr>
      <vt:lpstr>Calibri</vt:lpstr>
      <vt:lpstr>Century Gothic</vt:lpstr>
      <vt:lpstr>System Font Regular</vt:lpstr>
      <vt:lpstr>Tema do Office</vt:lpstr>
      <vt:lpstr>icons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red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  <vt:lpstr>icons in white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Nelson Neto</dc:creator>
  <cp:keywords/>
  <dc:description/>
  <cp:lastModifiedBy>Nelson Neto</cp:lastModifiedBy>
  <cp:revision>1</cp:revision>
  <dcterms:created xsi:type="dcterms:W3CDTF">2026-03-04T12:33:56Z</dcterms:created>
  <dcterms:modified xsi:type="dcterms:W3CDTF">2026-03-04T12:34:24Z</dcterms:modified>
  <cp:category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0x0101000AB356211D470D438FEA7AA8FE978C1A</vt:lpwstr>
  </property>
</Properties>
</file>